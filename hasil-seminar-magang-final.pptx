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Hasil Kerja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Daftar File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200"/>
            </a:pPr>
            <a:r>
              <a:t>D:/pasar_fix/.dockerignore</a:t>
            </a:r>
          </a:p>
          <a:p>
            <a:pPr>
              <a:defRPr sz="1200"/>
            </a:pPr>
            <a:r>
              <a:t>D:/pasar_fix/.env.screenshot.example</a:t>
            </a:r>
          </a:p>
          <a:p>
            <a:pPr>
              <a:defRPr sz="1200"/>
            </a:pPr>
            <a:r>
              <a:t>D:/pasar_fix/.gitignore</a:t>
            </a:r>
          </a:p>
          <a:p>
            <a:pPr>
              <a:defRPr sz="1200"/>
            </a:pPr>
            <a:r>
              <a:t>D:/pasar_fix/1462300075_laporan_Magang Fix.pdf</a:t>
            </a:r>
          </a:p>
          <a:p>
            <a:pPr>
              <a:defRPr sz="1200"/>
            </a:pPr>
            <a:r>
              <a:t>D:/pasar_fix/AGENTS.md</a:t>
            </a:r>
          </a:p>
          <a:p>
            <a:pPr>
              <a:defRPr sz="1200"/>
            </a:pPr>
            <a:r>
              <a:t>D:/pasar_fix/arch.md</a:t>
            </a:r>
          </a:p>
          <a:p>
            <a:pPr>
              <a:defRPr sz="1200"/>
            </a:pPr>
            <a:r>
              <a:t>D:/pasar_fix/BACKEND.md</a:t>
            </a:r>
          </a:p>
          <a:p>
            <a:pPr>
              <a:defRPr sz="1200"/>
            </a:pPr>
            <a:r>
              <a:t>D:/pasar_fix/biome.json</a:t>
            </a:r>
          </a:p>
          <a:p>
            <a:pPr>
              <a:defRPr sz="1200"/>
            </a:pPr>
            <a:r>
              <a:t>D:/pasar_fix/bts.jsonc</a:t>
            </a:r>
          </a:p>
          <a:p>
            <a:pPr>
              <a:defRPr sz="1200"/>
            </a:pPr>
            <a:r>
              <a:t>D:/pasar_fix/bun.lock</a:t>
            </a:r>
          </a:p>
          <a:p>
            <a:pPr>
              <a:defRPr sz="1200"/>
            </a:pPr>
            <a:r>
              <a:t>D:/pasar_fix/bunfig.toml</a:t>
            </a:r>
          </a:p>
          <a:p>
            <a:pPr>
              <a:defRPr sz="1200"/>
            </a:pPr>
            <a:r>
              <a:t>D:/pasar_fix/GUIDEBOOK.md</a:t>
            </a:r>
          </a:p>
          <a:p>
            <a:pPr>
              <a:defRPr sz="1200"/>
            </a:pPr>
            <a:r>
              <a:t>D:/pasar_fix/lefthook.yml</a:t>
            </a:r>
          </a:p>
          <a:p>
            <a:pPr>
              <a:defRPr sz="1200"/>
            </a:pPr>
            <a:r>
              <a:t>D:/pasar_fix/NETLIFY.md</a:t>
            </a:r>
          </a:p>
          <a:p>
            <a:pPr>
              <a:defRPr sz="1200"/>
            </a:pPr>
            <a:r>
              <a:t>D:/pasar_fix/netlify.toml</a:t>
            </a:r>
          </a:p>
          <a:p>
            <a:pPr>
              <a:defRPr sz="1200"/>
            </a:pPr>
            <a:r>
              <a:t>D:/pasar_fix/package.json</a:t>
            </a:r>
          </a:p>
          <a:p>
            <a:pPr>
              <a:defRPr sz="1200"/>
            </a:pPr>
            <a:r>
              <a:t>D:/pasar_fix/playwright.config.ts</a:t>
            </a:r>
          </a:p>
          <a:p>
            <a:pPr>
              <a:defRPr sz="1200"/>
            </a:pPr>
            <a:r>
              <a:t>D:/pasar_fix/README.md</a:t>
            </a:r>
          </a:p>
          <a:p>
            <a:pPr>
              <a:defRPr sz="1200"/>
            </a:pPr>
            <a:r>
              <a:t>D:/pasar_fix/SETUPNLY.MD</a:t>
            </a:r>
          </a:p>
          <a:p>
            <a:pPr>
              <a:defRPr sz="1200"/>
            </a:pPr>
            <a:r>
              <a:t>D:/pasar_fix/tsconfig.json</a:t>
            </a:r>
          </a:p>
          <a:p>
            <a:pPr>
              <a:defRPr sz="1200"/>
            </a:pPr>
            <a:r>
              <a:t>D:/pasar_fix/turbo.json</a:t>
            </a:r>
          </a:p>
          <a:p>
            <a:pPr>
              <a:defRPr sz="1200"/>
            </a:pPr>
            <a:r>
              <a:t>D:/pasar_fix/vercel.json</a:t>
            </a:r>
          </a:p>
          <a:p>
            <a:pPr>
              <a:defRPr sz="1200"/>
            </a:pPr>
            <a:r>
              <a:t>D:/pasar_fix/vitest.setup.ts</a:t>
            </a:r>
          </a:p>
          <a:p>
            <a:pPr>
              <a:defRPr sz="1200"/>
            </a:pPr>
            <a:r>
              <a:t>D:/pasar_fix/.git/COMMIT_EDITMSG</a:t>
            </a:r>
          </a:p>
          <a:p>
            <a:pPr>
              <a:defRPr sz="1200"/>
            </a:pPr>
            <a:r>
              <a:t>D:/pasar_fix/.git/config</a:t>
            </a:r>
          </a:p>
          <a:p>
            <a:pPr>
              <a:defRPr sz="1200"/>
            </a:pPr>
            <a:r>
              <a:t>D:/pasar_fix/.git/description</a:t>
            </a:r>
          </a:p>
          <a:p>
            <a:pPr>
              <a:defRPr sz="1200"/>
            </a:pPr>
            <a:r>
              <a:t>D:/pasar_fix/.git/FETCH_HEAD</a:t>
            </a:r>
          </a:p>
          <a:p>
            <a:pPr>
              <a:defRPr sz="1200"/>
            </a:pPr>
            <a:r>
              <a:t>D:/pasar_fix/.git/HEAD</a:t>
            </a:r>
          </a:p>
          <a:p>
            <a:pPr>
              <a:defRPr sz="1200"/>
            </a:pPr>
            <a:r>
              <a:t>D:/pasar_fix/.git/index</a:t>
            </a:r>
          </a:p>
          <a:p>
            <a:pPr>
              <a:defRPr sz="1200"/>
            </a:pPr>
            <a:r>
              <a:t>D:/pasar_fix/.git/opencode</a:t>
            </a:r>
          </a:p>
          <a:p>
            <a:pPr>
              <a:defRPr sz="1200"/>
            </a:pPr>
            <a:r>
              <a:t>D:/pasar_fix/.git/ORIG_HEAD</a:t>
            </a:r>
          </a:p>
          <a:p>
            <a:pPr>
              <a:defRPr sz="1200"/>
            </a:pPr>
            <a:r>
              <a:t>D:/pasar_fix/.git/hooks/applypatch-msg.sample</a:t>
            </a:r>
          </a:p>
          <a:p>
            <a:pPr>
              <a:defRPr sz="1200"/>
            </a:pPr>
            <a:r>
              <a:t>D:/pasar_fix/.git/hooks/commit-msg.sample</a:t>
            </a:r>
          </a:p>
          <a:p>
            <a:pPr>
              <a:defRPr sz="1200"/>
            </a:pPr>
            <a:r>
              <a:t>D:/pasar_fix/.git/hooks/fsmonitor-watchman.sample</a:t>
            </a:r>
          </a:p>
          <a:p>
            <a:pPr>
              <a:defRPr sz="1200"/>
            </a:pPr>
            <a:r>
              <a:t>D:/pasar_fix/.git/hooks/post-update.sample</a:t>
            </a:r>
          </a:p>
          <a:p>
            <a:pPr>
              <a:defRPr sz="1200"/>
            </a:pPr>
            <a:r>
              <a:t>D:/pasar_fix/.git/hooks/pre-applypatch.sample</a:t>
            </a:r>
          </a:p>
          <a:p>
            <a:pPr>
              <a:defRPr sz="1200"/>
            </a:pPr>
            <a:r>
              <a:t>D:/pasar_fix/.git/hooks/pre-commit</a:t>
            </a:r>
          </a:p>
          <a:p>
            <a:pPr>
              <a:defRPr sz="1200"/>
            </a:pPr>
            <a:r>
              <a:t>D:/pasar_fix/.git/hooks/pre-commit.sample</a:t>
            </a:r>
          </a:p>
          <a:p>
            <a:pPr>
              <a:defRPr sz="1200"/>
            </a:pPr>
            <a:r>
              <a:t>D:/pasar_fix/.git/hooks/pre-merge-commit.sample</a:t>
            </a:r>
          </a:p>
          <a:p>
            <a:pPr>
              <a:defRPr sz="1200"/>
            </a:pPr>
            <a:r>
              <a:t>D:/pasar_fix/.git/hooks/pre-push.sample</a:t>
            </a:r>
          </a:p>
          <a:p>
            <a:pPr>
              <a:defRPr sz="1200"/>
            </a:pPr>
            <a:r>
              <a:t>D:/pasar_fix/.git/hooks/pre-rebase.sample</a:t>
            </a:r>
          </a:p>
          <a:p>
            <a:pPr>
              <a:defRPr sz="1200"/>
            </a:pPr>
            <a:r>
              <a:t>D:/pasar_fix/.git/hooks/pre-receive.sample</a:t>
            </a:r>
          </a:p>
          <a:p>
            <a:pPr>
              <a:defRPr sz="1200"/>
            </a:pPr>
            <a:r>
              <a:t>D:/pasar_fix/.git/hooks/prepare-commit-msg</a:t>
            </a:r>
          </a:p>
          <a:p>
            <a:pPr>
              <a:defRPr sz="1200"/>
            </a:pPr>
            <a:r>
              <a:t>D:/pasar_fix/.git/hooks/prepare-commit-msg.sample</a:t>
            </a:r>
          </a:p>
          <a:p>
            <a:pPr>
              <a:defRPr sz="1200"/>
            </a:pPr>
            <a:r>
              <a:t>D:/pasar_fix/.git/hooks/push-to-checkout.sample</a:t>
            </a:r>
          </a:p>
          <a:p>
            <a:pPr>
              <a:defRPr sz="1200"/>
            </a:pPr>
            <a:r>
              <a:t>D:/pasar_fix/.git/hooks/sendemail-validate.sample</a:t>
            </a:r>
          </a:p>
          <a:p>
            <a:pPr>
              <a:defRPr sz="1200"/>
            </a:pPr>
            <a:r>
              <a:t>D:/pasar_fix/.git/hooks/update.sample</a:t>
            </a:r>
          </a:p>
          <a:p>
            <a:pPr>
              <a:defRPr sz="1200"/>
            </a:pPr>
            <a:r>
              <a:t>D:/pasar_fix/.git/info/exclude</a:t>
            </a:r>
          </a:p>
          <a:p>
            <a:pPr>
              <a:defRPr sz="1200"/>
            </a:pPr>
            <a:r>
              <a:t>D:/pasar_fix/.git/info/lefthook.checksum</a:t>
            </a:r>
          </a:p>
          <a:p>
            <a:pPr>
              <a:defRPr sz="1200"/>
            </a:pPr>
            <a:r>
              <a:t>D:/pasar_fix/.git/logs/HEAD</a:t>
            </a:r>
          </a:p>
          <a:p>
            <a:pPr>
              <a:defRPr sz="1200"/>
            </a:pPr>
            <a:r>
              <a:t>D:/pasar_fix/.git/logs/refs/heads/main</a:t>
            </a:r>
          </a:p>
          <a:p>
            <a:pPr>
              <a:defRPr sz="1200"/>
            </a:pPr>
            <a:r>
              <a:t>D:/pasar_fix/.git/logs/refs/remotes/origin/HEAD</a:t>
            </a:r>
          </a:p>
          <a:p>
            <a:pPr>
              <a:defRPr sz="1200"/>
            </a:pPr>
            <a:r>
              <a:t>D:/pasar_fix/.git/logs/refs/remotes/origin/main</a:t>
            </a:r>
          </a:p>
          <a:p>
            <a:pPr>
              <a:defRPr sz="1200"/>
            </a:pPr>
            <a:r>
              <a:t>D:/pasar_fix/.git/logs/refs/remotes/personal/main</a:t>
            </a:r>
          </a:p>
          <a:p>
            <a:pPr>
              <a:defRPr sz="1200"/>
            </a:pPr>
            <a:r>
              <a:t>D:/pasar_fix/.git/objects/01/baa57e6f10e2401320fb8736cdc2d037dbb009</a:t>
            </a:r>
          </a:p>
          <a:p>
            <a:pPr>
              <a:defRPr sz="1200"/>
            </a:pPr>
            <a:r>
              <a:t>D:/pasar_fix/.git/objects/02/0d0b3fbe77c1dc4d7466556fbdba3e7abf87f3</a:t>
            </a:r>
          </a:p>
          <a:p>
            <a:pPr>
              <a:defRPr sz="1200"/>
            </a:pPr>
            <a:r>
              <a:t>D:/pasar_fix/.git/objects/02/40dfc2b62d13a1f739863f72305c675507c1b6</a:t>
            </a:r>
          </a:p>
          <a:p>
            <a:pPr>
              <a:defRPr sz="1200"/>
            </a:pPr>
            <a:r>
              <a:t>D:/pasar_fix/.git/objects/02/945b43b1a471f16d43b57ad393efe45015791a</a:t>
            </a:r>
          </a:p>
          <a:p>
            <a:pPr>
              <a:defRPr sz="1200"/>
            </a:pPr>
            <a:r>
              <a:t>D:/pasar_fix/.git/objects/02/9df0d48014a11810f0692a8905c4f612d5119e</a:t>
            </a:r>
          </a:p>
          <a:p>
            <a:pPr>
              <a:defRPr sz="1200"/>
            </a:pPr>
            <a:r>
              <a:t>D:/pasar_fix/.git/objects/04/b43fbf24ace3f2ac82e4236121170027a30f2e</a:t>
            </a:r>
          </a:p>
          <a:p>
            <a:pPr>
              <a:defRPr sz="1200"/>
            </a:pPr>
            <a:r>
              <a:t>D:/pasar_fix/.git/objects/05/d45d7d2feac79c09e4e0cc9ac6cf2320e3f460</a:t>
            </a:r>
          </a:p>
          <a:p>
            <a:pPr>
              <a:defRPr sz="1200"/>
            </a:pPr>
            <a:r>
              <a:t>D:/pasar_fix/.git/objects/06/16be0ca43229ed040099c0ed596ef37a716545</a:t>
            </a:r>
          </a:p>
          <a:p>
            <a:pPr>
              <a:defRPr sz="1200"/>
            </a:pPr>
            <a:r>
              <a:t>D:/pasar_fix/.git/objects/08/4df78e5f03c6d687ae92aee0984f9d4f17d5a8</a:t>
            </a:r>
          </a:p>
          <a:p>
            <a:pPr>
              <a:defRPr sz="1200"/>
            </a:pPr>
            <a:r>
              <a:t>D:/pasar_fix/.git/objects/08/7fa7ea16db9f45da88e030e8a0182dfdc49ad6</a:t>
            </a:r>
          </a:p>
          <a:p>
            <a:pPr>
              <a:defRPr sz="1200"/>
            </a:pPr>
            <a:r>
              <a:t>D:/pasar_fix/.git/objects/0a/12e578bdb8d37b0e67b5195c8fd9868b68ccf9</a:t>
            </a:r>
          </a:p>
          <a:p>
            <a:pPr>
              <a:defRPr sz="1200"/>
            </a:pPr>
            <a:r>
              <a:t>D:/pasar_fix/.git/objects/0a/1945183f5a1f8b96c5c2300a46c2b89d860c3e</a:t>
            </a:r>
          </a:p>
          <a:p>
            <a:pPr>
              <a:defRPr sz="1200"/>
            </a:pPr>
            <a:r>
              <a:t>D:/pasar_fix/.git/objects/0a/22a5a03962b17ddd382f61f772a4d8c5a12c23</a:t>
            </a:r>
          </a:p>
          <a:p>
            <a:pPr>
              <a:defRPr sz="1200"/>
            </a:pPr>
            <a:r>
              <a:t>D:/pasar_fix/.git/objects/0a/bcc446a030eae384a7c2b68805b81473c60fbe</a:t>
            </a:r>
          </a:p>
          <a:p>
            <a:pPr>
              <a:defRPr sz="1200"/>
            </a:pPr>
            <a:r>
              <a:t>D:/pasar_fix/.git/objects/0b/10806f769e16e51134031150be697eac4ef7d7</a:t>
            </a:r>
          </a:p>
          <a:p>
            <a:pPr>
              <a:defRPr sz="1200"/>
            </a:pPr>
            <a:r>
              <a:t>D:/pasar_fix/.git/objects/0c/498af4ef929f5a4ba7d4b90263b95eaf099267</a:t>
            </a:r>
          </a:p>
          <a:p>
            <a:pPr>
              <a:defRPr sz="1200"/>
            </a:pPr>
            <a:r>
              <a:t>D:/pasar_fix/.git/objects/0d/4f1d8b8d667c8ffb325413447c714b86fbf853</a:t>
            </a:r>
          </a:p>
          <a:p>
            <a:pPr>
              <a:defRPr sz="1200"/>
            </a:pPr>
            <a:r>
              <a:t>D:/pasar_fix/.git/objects/0e/5ebf769d4098692903f39d56e0a941f9fd5bbb</a:t>
            </a:r>
          </a:p>
          <a:p>
            <a:pPr>
              <a:defRPr sz="1200"/>
            </a:pPr>
            <a:r>
              <a:t>D:/pasar_fix/.git/objects/11/ba9bff8fd2624a8d285c3882623f5721e8642d</a:t>
            </a:r>
          </a:p>
          <a:p>
            <a:pPr>
              <a:defRPr sz="1200"/>
            </a:pPr>
            <a:r>
              <a:t>D:/pasar_fix/.git/objects/14/b3258a2664d960e5e86b6a095c23643666887a</a:t>
            </a:r>
          </a:p>
          <a:p>
            <a:pPr>
              <a:defRPr sz="1200"/>
            </a:pPr>
            <a:r>
              <a:t>D:/pasar_fix/.git/objects/15/55e10a5f7744a4680067edcaba54289c0fbcd1</a:t>
            </a:r>
          </a:p>
          <a:p>
            <a:pPr>
              <a:defRPr sz="1200"/>
            </a:pPr>
            <a:r>
              <a:t>D:/pasar_fix/.git/objects/15/5bd5158a0935ebaf6db717bee968d48a6c5f3e</a:t>
            </a:r>
          </a:p>
          <a:p>
            <a:pPr>
              <a:defRPr sz="1200"/>
            </a:pPr>
            <a:r>
              <a:t>D:/pasar_fix/.git/objects/16/d1df0617e7a90fb0a95d8ca43e4ff9f97cda42</a:t>
            </a:r>
          </a:p>
          <a:p>
            <a:pPr>
              <a:defRPr sz="1200"/>
            </a:pPr>
            <a:r>
              <a:t>D:/pasar_fix/.git/objects/17/bb5eaa4371edad7449ad1f47d2b03982b2558c</a:t>
            </a:r>
          </a:p>
          <a:p>
            <a:pPr>
              <a:defRPr sz="1200"/>
            </a:pPr>
            <a:r>
              <a:t>D:/pasar_fix/.git/objects/19/2942417db6cd4f30c0a8cfd4c7268d1e9f8504</a:t>
            </a:r>
          </a:p>
          <a:p>
            <a:pPr>
              <a:defRPr sz="1200"/>
            </a:pPr>
            <a:r>
              <a:t>D:/pasar_fix/.git/objects/1a/3619779dac197392f7d2d5d2d7346c59de1bf9</a:t>
            </a:r>
          </a:p>
          <a:p>
            <a:pPr>
              <a:defRPr sz="1200"/>
            </a:pPr>
            <a:r>
              <a:t>D:/pasar_fix/.git/objects/1a/a83b65b9823b23c1eb9ffb3f666a610f261db8</a:t>
            </a:r>
          </a:p>
          <a:p>
            <a:pPr>
              <a:defRPr sz="1200"/>
            </a:pPr>
            <a:r>
              <a:t>D:/pasar_fix/.git/objects/1b/9cc7ae14cce6b29769c8e81b76c9ac5b5dc073</a:t>
            </a:r>
          </a:p>
          <a:p>
            <a:pPr>
              <a:defRPr sz="1200"/>
            </a:pPr>
            <a:r>
              <a:t>D:/pasar_fix/.git/objects/1c/3bba1189e38ae6e08426a48ea4a08978885d47</a:t>
            </a:r>
          </a:p>
          <a:p>
            <a:pPr>
              <a:defRPr sz="1200"/>
            </a:pPr>
            <a:r>
              <a:t>D:/pasar_fix/.git/objects/1c/a7f1851875f2369cf9437af400afee299075b1</a:t>
            </a:r>
          </a:p>
          <a:p>
            <a:pPr>
              <a:defRPr sz="1200"/>
            </a:pPr>
            <a:r>
              <a:t>D:/pasar_fix/.git/objects/1c/b8e6eceec9c59977f031dd14425a43d2a95755</a:t>
            </a:r>
          </a:p>
          <a:p>
            <a:pPr>
              <a:defRPr sz="1200"/>
            </a:pPr>
            <a:r>
              <a:t>D:/pasar_fix/.git/objects/1d/477c179f6b41fdd4148f818961dcafb6f6c784</a:t>
            </a:r>
          </a:p>
          <a:p>
            <a:pPr>
              <a:defRPr sz="1200"/>
            </a:pPr>
            <a:r>
              <a:t>D:/pasar_fix/.git/objects/1f/78b8d7ffe9383d2eae3d8b7a28684d46d559de</a:t>
            </a:r>
          </a:p>
          <a:p>
            <a:pPr>
              <a:defRPr sz="1200"/>
            </a:pPr>
            <a:r>
              <a:t>D:/pasar_fix/.git/objects/1f/87c22ff52aaec0acfbf7bb430fb4d7151b8851</a:t>
            </a:r>
          </a:p>
          <a:p>
            <a:pPr>
              <a:defRPr sz="1200"/>
            </a:pPr>
            <a:r>
              <a:t>D:/pasar_fix/.git/objects/1f/e1a194895a8ecac5cf8ce01e725d761ad9629f</a:t>
            </a:r>
          </a:p>
          <a:p>
            <a:pPr>
              <a:defRPr sz="1200"/>
            </a:pPr>
            <a:r>
              <a:t>D:/pasar_fix/.git/objects/1f/f52e18e5615d9ddf3eed78e4fc64c69883ced7</a:t>
            </a:r>
          </a:p>
          <a:p>
            <a:pPr>
              <a:defRPr sz="1200"/>
            </a:pPr>
            <a:r>
              <a:t>D:/pasar_fix/.git/objects/20/e5a9b87e6d9ebbad713235b2eccd5ac5c9a6a9</a:t>
            </a:r>
          </a:p>
          <a:p>
            <a:pPr>
              <a:defRPr sz="1200"/>
            </a:pPr>
            <a:r>
              <a:t>D:/pasar_fix/.git/objects/21/ee1a731d08104602baed6a61909a50e82c2cbc</a:t>
            </a:r>
          </a:p>
          <a:p>
            <a:pPr>
              <a:defRPr sz="1200"/>
            </a:pPr>
            <a:r>
              <a:t>D:/pasar_fix/.git/objects/22/14657b0837df07746e0119f25412c9f9d481a4</a:t>
            </a:r>
          </a:p>
          <a:p>
            <a:pPr>
              <a:defRPr sz="1200"/>
            </a:pPr>
            <a:r>
              <a:t>D:/pasar_fix/.git/objects/22/23d1262c84c07b3f9bbe6ecb77dadca725c673</a:t>
            </a:r>
          </a:p>
          <a:p>
            <a:pPr>
              <a:defRPr sz="1200"/>
            </a:pPr>
            <a:r>
              <a:t>D:/pasar_fix/.git/objects/22/32fd4f407dc98bc04cef9fa7c1294a5addac8d</a:t>
            </a:r>
          </a:p>
          <a:p>
            <a:pPr>
              <a:defRPr sz="1200"/>
            </a:pPr>
            <a:r>
              <a:t>D:/pasar_fix/.git/objects/22/75052989957198e8fa36e28276b2314581df60</a:t>
            </a:r>
          </a:p>
          <a:p>
            <a:pPr>
              <a:defRPr sz="1200"/>
            </a:pPr>
            <a:r>
              <a:t>D:/pasar_fix/.git/objects/22/87d64ded5b03d8e49fedf3ea78508d6e56ca6f</a:t>
            </a:r>
          </a:p>
          <a:p>
            <a:pPr>
              <a:defRPr sz="1200"/>
            </a:pPr>
            <a:r>
              <a:t>D:/pasar_fix/.git/objects/22/bff9b04041b2b6745ac96d0806640242f6037b</a:t>
            </a:r>
          </a:p>
          <a:p>
            <a:pPr>
              <a:defRPr sz="1200"/>
            </a:pPr>
            <a:r>
              <a:t>D:/pasar_fix/.git/objects/24/a34e7c236f52b2617f96ce1c735774acf549ea</a:t>
            </a:r>
          </a:p>
          <a:p>
            <a:pPr>
              <a:defRPr sz="1200"/>
            </a:pPr>
            <a:r>
              <a:t>D:/pasar_fix/.git/objects/25/211ac7bc26b738455854aae670407a13341b63</a:t>
            </a:r>
          </a:p>
          <a:p>
            <a:pPr>
              <a:defRPr sz="1200"/>
            </a:pPr>
            <a:r>
              <a:t>D:/pasar_fix/.git/objects/25/4d147835f68948bd39d68f360467b6d902ba8c</a:t>
            </a:r>
          </a:p>
          <a:p>
            <a:pPr>
              <a:defRPr sz="1200"/>
            </a:pPr>
            <a:r>
              <a:t>D:/pasar_fix/.git/objects/26/802e255791f091fab8be2363ba7192f850baad</a:t>
            </a:r>
          </a:p>
          <a:p>
            <a:pPr>
              <a:defRPr sz="1200"/>
            </a:pPr>
            <a:r>
              <a:t>D:/pasar_fix/.git/objects/26/a5ae62df3fd3405f4fa96fdca34b2eaab3ce99</a:t>
            </a:r>
          </a:p>
          <a:p>
            <a:pPr>
              <a:defRPr sz="1200"/>
            </a:pPr>
            <a:r>
              <a:t>D:/pasar_fix/.git/objects/26/ae7b0707185e89cbc704dd9953f49b80fa4855</a:t>
            </a:r>
          </a:p>
          <a:p>
            <a:pPr>
              <a:defRPr sz="1200"/>
            </a:pPr>
            <a:r>
              <a:t>D:/pasar_fix/.git/objects/26/de4d47b31e2179fc43b81b9802e3c705056c69</a:t>
            </a:r>
          </a:p>
          <a:p>
            <a:pPr>
              <a:defRPr sz="1200"/>
            </a:pPr>
            <a:r>
              <a:t>D:/pasar_fix/.git/objects/27/35e07285fcad2a36b148c26215f3a4d81d94b4</a:t>
            </a:r>
          </a:p>
          <a:p>
            <a:pPr>
              <a:defRPr sz="1200"/>
            </a:pPr>
            <a:r>
              <a:t>D:/pasar_fix/.git/objects/27/386685f38d81615f52caec33adac120ab28a8c</a:t>
            </a:r>
          </a:p>
          <a:p>
            <a:pPr>
              <a:defRPr sz="1200"/>
            </a:pPr>
            <a:r>
              <a:t>D:/pasar_fix/.git/objects/27/91db285c15603dbc232f24241a594c1ebcfe6a</a:t>
            </a:r>
          </a:p>
          <a:p>
            <a:pPr>
              <a:defRPr sz="1200"/>
            </a:pPr>
            <a:r>
              <a:t>D:/pasar_fix/.git/objects/28/8b633c073983e83d79661c39ecf47547909ee3</a:t>
            </a:r>
          </a:p>
          <a:p>
            <a:pPr>
              <a:defRPr sz="1200"/>
            </a:pPr>
            <a:r>
              <a:t>D:/pasar_fix/.git/objects/29/a52093e0b68c4dac4d3f68a5496e67edc01e7b</a:t>
            </a:r>
          </a:p>
          <a:p>
            <a:pPr>
              <a:defRPr sz="1200"/>
            </a:pPr>
            <a:r>
              <a:t>D:/pasar_fix/.git/objects/2a/5a7dd6c18bc6b966555f8e84de5815ecb2c08f</a:t>
            </a:r>
          </a:p>
          <a:p>
            <a:pPr>
              <a:defRPr sz="1200"/>
            </a:pPr>
            <a:r>
              <a:t>D:/pasar_fix/.git/objects/2a/8ec60d3b5fc9553fd223a2362341e745c92389</a:t>
            </a:r>
          </a:p>
          <a:p>
            <a:pPr>
              <a:defRPr sz="1200"/>
            </a:pPr>
            <a:r>
              <a:t>D:/pasar_fix/.git/objects/2c/c7e816cc75922fe8dcb649fb5b32668cb32af1</a:t>
            </a:r>
          </a:p>
          <a:p>
            <a:pPr>
              <a:defRPr sz="1200"/>
            </a:pPr>
            <a:r>
              <a:t>D:/pasar_fix/.git/objects/2d/22d2e2b47969dd4301abb840fc28145c9f99b2</a:t>
            </a:r>
          </a:p>
          <a:p>
            <a:pPr>
              <a:defRPr sz="1200"/>
            </a:pPr>
            <a:r>
              <a:t>D:/pasar_fix/.git/objects/2d/518edd990dc7f4021000a48bde5b9d470b8e47</a:t>
            </a:r>
          </a:p>
          <a:p>
            <a:pPr>
              <a:defRPr sz="1200"/>
            </a:pPr>
            <a:r>
              <a:t>D:/pasar_fix/.git/objects/2e/5f26a47be9aabc544a9944ea531ceb869de440</a:t>
            </a:r>
          </a:p>
          <a:p>
            <a:pPr>
              <a:defRPr sz="1200"/>
            </a:pPr>
            <a:r>
              <a:t>D:/pasar_fix/.git/objects/2e/af2efe6a368f4278f5738919bdc8db5973f21a</a:t>
            </a:r>
          </a:p>
          <a:p>
            <a:pPr>
              <a:defRPr sz="1200"/>
            </a:pPr>
            <a:r>
              <a:t>D:/pasar_fix/.git/objects/2f/0d7d382c5df8212d749b1f62cb8bec607ab002</a:t>
            </a:r>
          </a:p>
          <a:p>
            <a:pPr>
              <a:defRPr sz="1200"/>
            </a:pPr>
            <a:r>
              <a:t>D:/pasar_fix/.git/objects/2f/45be69f9fc1214c59dba7ab583a59a463886f1</a:t>
            </a:r>
          </a:p>
          <a:p>
            <a:pPr>
              <a:defRPr sz="1200"/>
            </a:pPr>
            <a:r>
              <a:t>D:/pasar_fix/.git/objects/2f/481743b4403f21f338bfd84d24c0bb79827dfb</a:t>
            </a:r>
          </a:p>
          <a:p>
            <a:pPr>
              <a:defRPr sz="1200"/>
            </a:pPr>
            <a:r>
              <a:t>D:/pasar_fix/.git/objects/2f/78418913b04198af86a0f9280e62c6df53d893</a:t>
            </a:r>
          </a:p>
          <a:p>
            <a:pPr>
              <a:defRPr sz="1200"/>
            </a:pPr>
            <a:r>
              <a:t>D:/pasar_fix/.git/objects/30/4a94c1ffcbf9faa045b899006c52a6b9b597ed</a:t>
            </a:r>
          </a:p>
          <a:p>
            <a:pPr>
              <a:defRPr sz="1200"/>
            </a:pPr>
            <a:r>
              <a:t>D:/pasar_fix/.git/objects/30/f10709499c6dc9396aae7b0e90c12dd04f8df0</a:t>
            </a:r>
          </a:p>
          <a:p>
            <a:pPr>
              <a:defRPr sz="1200"/>
            </a:pPr>
            <a:r>
              <a:t>D:/pasar_fix/.git/objects/31/67ca34ec7c2699aa4e7dfa02a28544794098ea</a:t>
            </a:r>
          </a:p>
          <a:p>
            <a:pPr>
              <a:defRPr sz="1200"/>
            </a:pPr>
            <a:r>
              <a:t>D:/pasar_fix/.git/objects/31/b5720a6946ff342927fd063dac4b2438c216d8</a:t>
            </a:r>
          </a:p>
          <a:p>
            <a:pPr>
              <a:defRPr sz="1200"/>
            </a:pPr>
            <a:r>
              <a:t>D:/pasar_fix/.git/objects/32/466c05893e92bd10b3cff3cf046506bf83f0e4</a:t>
            </a:r>
          </a:p>
          <a:p>
            <a:pPr>
              <a:defRPr sz="1200"/>
            </a:pPr>
            <a:r>
              <a:t>D:/pasar_fix/.git/objects/32/f98a5c42daf1d614c78c8779f4a2851439a0bd</a:t>
            </a:r>
          </a:p>
          <a:p>
            <a:pPr>
              <a:defRPr sz="1200"/>
            </a:pPr>
            <a:r>
              <a:t>D:/pasar_fix/.git/objects/33/da7c65a476f0c59231ea2c87302cec0118eb01</a:t>
            </a:r>
          </a:p>
          <a:p>
            <a:pPr>
              <a:defRPr sz="1200"/>
            </a:pPr>
            <a:r>
              <a:t>D:/pasar_fix/.git/objects/34/83c83206e95848605cd5f5e7b9bfe93265b99d</a:t>
            </a:r>
          </a:p>
          <a:p>
            <a:pPr>
              <a:defRPr sz="1200"/>
            </a:pPr>
            <a:r>
              <a:t>D:/pasar_fix/.git/objects/34/b0e3ece3e0b51ce72f1c1dc9ec1f97362fdacc</a:t>
            </a:r>
          </a:p>
          <a:p>
            <a:pPr>
              <a:defRPr sz="1200"/>
            </a:pPr>
            <a:r>
              <a:t>D:/pasar_fix/.git/objects/34/b7711f657d60e2fdf0e28fb339be1f942ff116</a:t>
            </a:r>
          </a:p>
          <a:p>
            <a:pPr>
              <a:defRPr sz="1200"/>
            </a:pPr>
            <a:r>
              <a:t>D:/pasar_fix/.git/objects/34/e0dcf189e65f992dff636287f6f38719f36cd5</a:t>
            </a:r>
          </a:p>
          <a:p>
            <a:pPr>
              <a:defRPr sz="1200"/>
            </a:pPr>
            <a:r>
              <a:t>D:/pasar_fix/.git/objects/35/078510c4b23c46a6bee7d41acf7bdad8cac0b6</a:t>
            </a:r>
          </a:p>
          <a:p>
            <a:pPr>
              <a:defRPr sz="1200"/>
            </a:pPr>
            <a:r>
              <a:t>D:/pasar_fix/.git/objects/35/e4f3a5fee3d6d1b187ef7f7f30b3cee4e32eaa</a:t>
            </a:r>
          </a:p>
          <a:p>
            <a:pPr>
              <a:defRPr sz="1200"/>
            </a:pPr>
            <a:r>
              <a:t>D:/pasar_fix/.git/objects/37/6374229bcb32a7c016817d954a0305428cbc8b</a:t>
            </a:r>
          </a:p>
          <a:p>
            <a:pPr>
              <a:defRPr sz="1200"/>
            </a:pPr>
            <a:r>
              <a:t>D:/pasar_fix/.git/objects/38/87c22d13f1aaa9b56db893d727ece7992c8e4e</a:t>
            </a:r>
          </a:p>
          <a:p>
            <a:pPr>
              <a:defRPr sz="1200"/>
            </a:pPr>
            <a:r>
              <a:t>D:/pasar_fix/.git/objects/38/d0199189f53cb15d5ed0df7251c6a30922b1bc</a:t>
            </a:r>
          </a:p>
          <a:p>
            <a:pPr>
              <a:defRPr sz="1200"/>
            </a:pPr>
            <a:r>
              <a:t>D:/pasar_fix/.git/objects/38/e4166d7fdc9f47b7cd6176860e72af98543749</a:t>
            </a:r>
          </a:p>
          <a:p>
            <a:pPr>
              <a:defRPr sz="1200"/>
            </a:pPr>
            <a:r>
              <a:t>D:/pasar_fix/.git/objects/39/2b4b424a96d265c63d13facf383ad8462f5f4c</a:t>
            </a:r>
          </a:p>
          <a:p>
            <a:pPr>
              <a:defRPr sz="1200"/>
            </a:pPr>
            <a:r>
              <a:t>D:/pasar_fix/.git/objects/39/a401221fac8792cae5ea330e06b99184f5b17f</a:t>
            </a:r>
          </a:p>
          <a:p>
            <a:pPr>
              <a:defRPr sz="1200"/>
            </a:pPr>
            <a:r>
              <a:t>D:/pasar_fix/.git/objects/3a/21c2cd8aacb29ad67bfa324c3edb22b59b828c</a:t>
            </a:r>
          </a:p>
          <a:p>
            <a:pPr>
              <a:defRPr sz="1200"/>
            </a:pPr>
            <a:r>
              <a:t>D:/pasar_fix/.git/objects/3b/59a2a97f90396d3732bd08f223deb5098e6afb</a:t>
            </a:r>
          </a:p>
          <a:p>
            <a:pPr>
              <a:defRPr sz="1200"/>
            </a:pPr>
            <a:r>
              <a:t>D:/pasar_fix/.git/objects/3b/7d7d38d85a03f0e3e6e3050ab16fc058a1b607</a:t>
            </a:r>
          </a:p>
          <a:p>
            <a:pPr>
              <a:defRPr sz="1200"/>
            </a:pPr>
            <a:r>
              <a:t>D:/pasar_fix/.git/objects/3c/b50894710dac1ae9e39c023e0d8b6a4138fce4</a:t>
            </a:r>
          </a:p>
          <a:p>
            <a:pPr>
              <a:defRPr sz="1200"/>
            </a:pPr>
            <a:r>
              <a:t>D:/pasar_fix/.git/objects/3c/e8d5c1b46feb87421fdc9e4a87ce46359d021a</a:t>
            </a:r>
          </a:p>
          <a:p>
            <a:pPr>
              <a:defRPr sz="1200"/>
            </a:pPr>
            <a:r>
              <a:t>D:/pasar_fix/.git/objects/3d/5919db81e45facecd2a15c68679fd417eeb5be</a:t>
            </a:r>
          </a:p>
          <a:p>
            <a:pPr>
              <a:defRPr sz="1200"/>
            </a:pPr>
            <a:r>
              <a:t>D:/pasar_fix/.git/objects/3d/6568a6f72a739914458d538462d683bfbf7437</a:t>
            </a:r>
          </a:p>
          <a:p>
            <a:pPr>
              <a:defRPr sz="1200"/>
            </a:pPr>
            <a:r>
              <a:t>D:/pasar_fix/.git/objects/3d/9a635aaf83bca86745275570ead6166126f6d1</a:t>
            </a:r>
          </a:p>
          <a:p>
            <a:pPr>
              <a:defRPr sz="1200"/>
            </a:pPr>
            <a:r>
              <a:t>D:/pasar_fix/.git/objects/3e/e177c251e78e225851cfaa4087de68ba8a7800</a:t>
            </a:r>
          </a:p>
          <a:p>
            <a:pPr>
              <a:defRPr sz="1200"/>
            </a:pPr>
            <a:r>
              <a:t>D:/pasar_fix/.git/objects/3f/772b4235ab56c2d7085ef03cdf9d1260fa4fff</a:t>
            </a:r>
          </a:p>
          <a:p>
            <a:pPr>
              <a:defRPr sz="1200"/>
            </a:pPr>
            <a:r>
              <a:t>D:/pasar_fix/.git/objects/3f/a77e0159579e209adc0d3c6399b0bb86878bf3</a:t>
            </a:r>
          </a:p>
          <a:p>
            <a:pPr>
              <a:defRPr sz="1200"/>
            </a:pPr>
            <a:r>
              <a:t>D:/pasar_fix/.git/objects/41/abee55e95d6b7ed17ad66adb9423ce0c9ce632</a:t>
            </a:r>
          </a:p>
          <a:p>
            <a:pPr>
              <a:defRPr sz="1200"/>
            </a:pPr>
            <a:r>
              <a:t>D:/pasar_fix/.git/objects/42/471d42f8d234d6651959f748e0a2f002c832bb</a:t>
            </a:r>
          </a:p>
          <a:p>
            <a:pPr>
              <a:defRPr sz="1200"/>
            </a:pPr>
            <a:r>
              <a:t>D:/pasar_fix/.git/objects/42/8e0a265356bc4d4636999421ca20fe0b888b4d</a:t>
            </a:r>
          </a:p>
          <a:p>
            <a:pPr>
              <a:defRPr sz="1200"/>
            </a:pPr>
            <a:r>
              <a:t>D:/pasar_fix/.git/objects/43/0743496765e35a4ada525a33a60dcb255b84b3</a:t>
            </a:r>
          </a:p>
          <a:p>
            <a:pPr>
              <a:defRPr sz="1200"/>
            </a:pPr>
            <a:r>
              <a:t>D:/pasar_fix/.git/objects/43/31fe3469c0b41e7ce3a40c1c3cf22145519d71</a:t>
            </a:r>
          </a:p>
          <a:p>
            <a:pPr>
              <a:defRPr sz="1200"/>
            </a:pPr>
            <a:r>
              <a:t>D:/pasar_fix/.git/objects/44/67be062aff4fa092f10240d2a669c2d1e9a972</a:t>
            </a:r>
          </a:p>
          <a:p>
            <a:pPr>
              <a:defRPr sz="1200"/>
            </a:pPr>
            <a:r>
              <a:t>D:/pasar_fix/.git/objects/45/f7f8323160068b93315c5df3121427e6972362</a:t>
            </a:r>
          </a:p>
          <a:p>
            <a:pPr>
              <a:defRPr sz="1200"/>
            </a:pPr>
            <a:r>
              <a:t>D:/pasar_fix/.git/objects/46/0cc0944ad319f2bc9a1cb2420afcd9a23d09a3</a:t>
            </a:r>
          </a:p>
          <a:p>
            <a:pPr>
              <a:defRPr sz="1200"/>
            </a:pPr>
            <a:r>
              <a:t>D:/pasar_fix/.git/objects/46/947406e8cdebc71399bddf5f07444e314af22f</a:t>
            </a:r>
          </a:p>
          <a:p>
            <a:pPr>
              <a:defRPr sz="1200"/>
            </a:pPr>
            <a:r>
              <a:t>D:/pasar_fix/.git/objects/47/87fa12cbb9103b3b67089a9e5b85bf0a840df8</a:t>
            </a:r>
          </a:p>
          <a:p>
            <a:pPr>
              <a:defRPr sz="1200"/>
            </a:pPr>
            <a:r>
              <a:t>D:/pasar_fix/.git/objects/47/fbb0b39a100eace63c295e26e57a7362f23e7a</a:t>
            </a:r>
          </a:p>
          <a:p>
            <a:pPr>
              <a:defRPr sz="1200"/>
            </a:pPr>
            <a:r>
              <a:t>D:/pasar_fix/.git/objects/48/21ed7bd0913d0768f3ab3c154d09b6de1d72dc</a:t>
            </a:r>
          </a:p>
          <a:p>
            <a:pPr>
              <a:defRPr sz="1200"/>
            </a:pPr>
            <a:r>
              <a:t>D:/pasar_fix/.git/objects/48/456cc442842ad85cba811a5be537f34bcf65ee</a:t>
            </a:r>
          </a:p>
          <a:p>
            <a:pPr>
              <a:defRPr sz="1200"/>
            </a:pPr>
            <a:r>
              <a:t>D:/pasar_fix/.git/objects/48/9e35d1a0ec9bbc188001b0cd82b7e2306f8666</a:t>
            </a:r>
          </a:p>
          <a:p>
            <a:pPr>
              <a:defRPr sz="1200"/>
            </a:pPr>
            <a:r>
              <a:t>D:/pasar_fix/.git/objects/49/52f7bc81e54bdff178bb332a4a0f66fcedbf36</a:t>
            </a:r>
          </a:p>
          <a:p>
            <a:pPr>
              <a:defRPr sz="1200"/>
            </a:pPr>
            <a:r>
              <a:t>D:/pasar_fix/.git/objects/4a/0887f439ae0c451c28beaaee6204887e5d9ea3</a:t>
            </a:r>
          </a:p>
          <a:p>
            <a:pPr>
              <a:defRPr sz="1200"/>
            </a:pPr>
            <a:r>
              <a:t>D:/pasar_fix/.git/objects/4a/30dad955fe17ce00ee296cecc6210aef2cef46</a:t>
            </a:r>
          </a:p>
          <a:p>
            <a:pPr>
              <a:defRPr sz="1200"/>
            </a:pPr>
            <a:r>
              <a:t>D:/pasar_fix/.git/objects/4b/5e4e53a707e4ec8c6dc6c76a6ba6263a415042</a:t>
            </a:r>
          </a:p>
          <a:p>
            <a:pPr>
              <a:defRPr sz="1200"/>
            </a:pPr>
            <a:r>
              <a:t>D:/pasar_fix/.git/objects/4b/dea24e469c668773f771bff7b7eeed059f1f0b</a:t>
            </a:r>
          </a:p>
          <a:p>
            <a:pPr>
              <a:defRPr sz="1200"/>
            </a:pPr>
            <a:r>
              <a:t>D:/pasar_fix/.git/objects/4d/46bedf843bf525ef0d1efef4446061ce592bda</a:t>
            </a:r>
          </a:p>
          <a:p>
            <a:pPr>
              <a:defRPr sz="1200"/>
            </a:pPr>
            <a:r>
              <a:t>D:/pasar_fix/.git/objects/4e/50ab596f96550ff48c6ffd651d533c2c5e6270</a:t>
            </a:r>
          </a:p>
          <a:p>
            <a:pPr>
              <a:defRPr sz="1200"/>
            </a:pPr>
            <a:r>
              <a:t>D:/pasar_fix/.git/objects/4f/6cdb372bfa5e0774f37a4321e3234dfa1c2525</a:t>
            </a:r>
          </a:p>
          <a:p>
            <a:pPr>
              <a:defRPr sz="1200"/>
            </a:pPr>
            <a:r>
              <a:t>D:/pasar_fix/.git/objects/4f/6f411e87eabaabed3c8969079f80ddc5599552</a:t>
            </a:r>
          </a:p>
          <a:p>
            <a:pPr>
              <a:defRPr sz="1200"/>
            </a:pPr>
            <a:r>
              <a:t>D:/pasar_fix/.git/objects/50/483cd396899b255e83f704abc640b3d9dd1b4f</a:t>
            </a:r>
          </a:p>
          <a:p>
            <a:pPr>
              <a:defRPr sz="1200"/>
            </a:pPr>
            <a:r>
              <a:t>D:/pasar_fix/.git/objects/50/64322022d94e8d5ef16028c0ca5036b5f0b2b0</a:t>
            </a:r>
          </a:p>
          <a:p>
            <a:pPr>
              <a:defRPr sz="1200"/>
            </a:pPr>
            <a:r>
              <a:t>D:/pasar_fix/.git/objects/52/031b3b018c2c13e468b7e48762fd615cd27274</a:t>
            </a:r>
          </a:p>
          <a:p>
            <a:pPr>
              <a:defRPr sz="1200"/>
            </a:pPr>
            <a:r>
              <a:t>D:/pasar_fix/.git/objects/52/d8d101217c5951035d2a8a587c0e4cf464c6df</a:t>
            </a:r>
          </a:p>
          <a:p>
            <a:pPr>
              <a:defRPr sz="1200"/>
            </a:pPr>
            <a:r>
              <a:t>D:/pasar_fix/.git/objects/53/efb4dcda710d12830cda08e0d28e1925821b81</a:t>
            </a:r>
          </a:p>
          <a:p>
            <a:pPr>
              <a:defRPr sz="1200"/>
            </a:pPr>
            <a:r>
              <a:t>D:/pasar_fix/.git/objects/53/f0ffa619d6ffdeed063376920a7dc0c4ad9dbd</a:t>
            </a:r>
          </a:p>
          <a:p>
            <a:pPr>
              <a:defRPr sz="1200"/>
            </a:pPr>
            <a:r>
              <a:t>D:/pasar_fix/.git/objects/53/f65f198888df979dfc1685a2d7e536a75cafba</a:t>
            </a:r>
          </a:p>
          <a:p>
            <a:pPr>
              <a:defRPr sz="1200"/>
            </a:pPr>
            <a:r>
              <a:t>D:/pasar_fix/.git/objects/54/4d71c913b6f7247f960f5b4166017ed2943324</a:t>
            </a:r>
          </a:p>
          <a:p>
            <a:pPr>
              <a:defRPr sz="1200"/>
            </a:pPr>
            <a:r>
              <a:t>D:/pasar_fix/.git/objects/54/69e5857ee62e13ea561469a4fdff8d66bc867e</a:t>
            </a:r>
          </a:p>
          <a:p>
            <a:pPr>
              <a:defRPr sz="1200"/>
            </a:pPr>
            <a:r>
              <a:t>D:/pasar_fix/.git/objects/57/1e4ebe8c2a283cc2d5b8b6d637327e9f0bb0b6</a:t>
            </a:r>
          </a:p>
          <a:p>
            <a:pPr>
              <a:defRPr sz="1200"/>
            </a:pPr>
            <a:r>
              <a:t>D:/pasar_fix/.git/objects/57/28f0442bde82562ad4896431561cec7ac79e02</a:t>
            </a:r>
          </a:p>
          <a:p>
            <a:pPr>
              <a:defRPr sz="1200"/>
            </a:pPr>
            <a:r>
              <a:t>D:/pasar_fix/.git/objects/57/34accce844357da385faf98cc42298132a9d61</a:t>
            </a:r>
          </a:p>
          <a:p>
            <a:pPr>
              <a:defRPr sz="1200"/>
            </a:pPr>
            <a:r>
              <a:t>D:/pasar_fix/.git/objects/5c/e08361306177db2390b95048bba87dcaca66fa</a:t>
            </a:r>
          </a:p>
          <a:p>
            <a:pPr>
              <a:defRPr sz="1200"/>
            </a:pPr>
            <a:r>
              <a:t>D:/pasar_fix/.git/objects/5c/fe691b0d88ea3191de0dc071caea835a325b9c</a:t>
            </a:r>
          </a:p>
          <a:p>
            <a:pPr>
              <a:defRPr sz="1200"/>
            </a:pPr>
            <a:r>
              <a:t>D:/pasar_fix/.git/objects/5d/70544c25e15a0dc53e5470ccc591f4a65526b6</a:t>
            </a:r>
          </a:p>
          <a:p>
            <a:pPr>
              <a:defRPr sz="1200"/>
            </a:pPr>
            <a:r>
              <a:t>D:/pasar_fix/.git/objects/5d/e982c3357748633c98b03bf866117dc7c27679</a:t>
            </a:r>
          </a:p>
          <a:p>
            <a:pPr>
              <a:defRPr sz="1200"/>
            </a:pPr>
            <a:r>
              <a:t>D:/pasar_fix/.git/objects/5e/5339208090b8139fad4292fa72f4fbbebfd77a</a:t>
            </a:r>
          </a:p>
          <a:p>
            <a:pPr>
              <a:defRPr sz="1200"/>
            </a:pPr>
            <a:r>
              <a:t>D:/pasar_fix/.git/objects/5e/9e0b83994cd317e9769a59c60d82ca5e416f32</a:t>
            </a:r>
          </a:p>
          <a:p>
            <a:pPr>
              <a:defRPr sz="1200"/>
            </a:pPr>
            <a:r>
              <a:t>D:/pasar_fix/.git/objects/5f/0304a872392597892dc235cfe4c342797f47ba</a:t>
            </a:r>
          </a:p>
          <a:p>
            <a:pPr>
              <a:defRPr sz="1200"/>
            </a:pPr>
            <a:r>
              <a:t>D:/pasar_fix/.git/objects/5f/ffffec90b4e20f4a0f56f322b847b4c902d118</a:t>
            </a:r>
          </a:p>
          <a:p>
            <a:pPr>
              <a:defRPr sz="1200"/>
            </a:pPr>
            <a:r>
              <a:t>D:/pasar_fix/.git/objects/60/91fc97e77bd73ad8bb7b951acc7287152e3e14</a:t>
            </a:r>
          </a:p>
          <a:p>
            <a:pPr>
              <a:defRPr sz="1200"/>
            </a:pPr>
            <a:r>
              <a:t>D:/pasar_fix/.git/objects/60/b3bcfbfee6859b7f9f8a2425be4c158010e503</a:t>
            </a:r>
          </a:p>
          <a:p>
            <a:pPr>
              <a:defRPr sz="1200"/>
            </a:pPr>
            <a:r>
              <a:t>D:/pasar_fix/.git/objects/61/3736705dde60917ce89df1310ad75b0dbe2536</a:t>
            </a:r>
          </a:p>
          <a:p>
            <a:pPr>
              <a:defRPr sz="1200"/>
            </a:pPr>
            <a:r>
              <a:t>D:/pasar_fix/.git/objects/62/50440d214c0b16328d7ab3c5565881c0904c80</a:t>
            </a:r>
          </a:p>
          <a:p>
            <a:pPr>
              <a:defRPr sz="1200"/>
            </a:pPr>
            <a:r>
              <a:t>D:/pasar_fix/.git/objects/62/745e81ccf2d18acec771727592063f7189a710</a:t>
            </a:r>
          </a:p>
          <a:p>
            <a:pPr>
              <a:defRPr sz="1200"/>
            </a:pPr>
            <a:r>
              <a:t>D:/pasar_fix/.git/objects/63/6b909d11b715b438e04e9508230feaf346b67e</a:t>
            </a:r>
          </a:p>
          <a:p>
            <a:pPr>
              <a:defRPr sz="1200"/>
            </a:pPr>
            <a:r>
              <a:t>D:/pasar_fix/.git/objects/63/7bd4e4182a0a84309ab376843d7bf6a79fcb42</a:t>
            </a:r>
          </a:p>
          <a:p>
            <a:pPr>
              <a:defRPr sz="1200"/>
            </a:pPr>
            <a:r>
              <a:t>D:/pasar_fix/.git/objects/63/97bb570640493266398d28ffe03e453f2d3f74</a:t>
            </a:r>
          </a:p>
          <a:p>
            <a:pPr>
              <a:defRPr sz="1200"/>
            </a:pPr>
            <a:r>
              <a:t>D:/pasar_fix/.git/objects/64/90ee4c61b07acc4bfda85098c89c8b8823ae24</a:t>
            </a:r>
          </a:p>
          <a:p>
            <a:pPr>
              <a:defRPr sz="1200"/>
            </a:pPr>
            <a:r>
              <a:t>D:/pasar_fix/.git/objects/66/a5e7add74eed6c206b9b8352f845fe6b0565ca</a:t>
            </a:r>
          </a:p>
          <a:p>
            <a:pPr>
              <a:defRPr sz="1200"/>
            </a:pPr>
            <a:r>
              <a:t>D:/pasar_fix/.git/objects/67/1e49b05eeca059c87bcfc3a2e851981dbfbd80</a:t>
            </a:r>
          </a:p>
          <a:p>
            <a:pPr>
              <a:defRPr sz="1200"/>
            </a:pPr>
            <a:r>
              <a:t>D:/pasar_fix/.git/objects/67/207f3a401ed34a1a3276739d43ff0b8578acdb</a:t>
            </a:r>
          </a:p>
          <a:p>
            <a:pPr>
              <a:defRPr sz="1200"/>
            </a:pPr>
            <a:r>
              <a:t>D:/pasar_fix/.git/objects/67/4dba4241484a76300bbb8b480f11289cb66f0c</a:t>
            </a:r>
          </a:p>
          <a:p>
            <a:pPr>
              <a:defRPr sz="1200"/>
            </a:pPr>
            <a:r>
              <a:t>D:/pasar_fix/.git/objects/68/5d1c9adfdcfbddaf7b9f821b0a13ed43ab75d9</a:t>
            </a:r>
          </a:p>
          <a:p>
            <a:pPr>
              <a:defRPr sz="1200"/>
            </a:pPr>
            <a:r>
              <a:t>D:/pasar_fix/.git/objects/6a/cf26094df6126a38c2c78a6cd9c8fbf6dd98f4</a:t>
            </a:r>
          </a:p>
          <a:p>
            <a:pPr>
              <a:defRPr sz="1200"/>
            </a:pPr>
            <a:r>
              <a:t>D:/pasar_fix/.git/objects/6b/9bd5fc7bef66efe7e3dbe6adc12a5253bdad20</a:t>
            </a:r>
          </a:p>
          <a:p>
            <a:pPr>
              <a:defRPr sz="1200"/>
            </a:pPr>
            <a:r>
              <a:t>D:/pasar_fix/.git/objects/6b/eed1da0261247003bbb3bbcfa913bc7883531c</a:t>
            </a:r>
          </a:p>
          <a:p>
            <a:pPr>
              <a:defRPr sz="1200"/>
            </a:pPr>
            <a:r>
              <a:t>D:/pasar_fix/.git/objects/6d/d9f0de46d9615b426791e97a7e1e80a1de9f7c</a:t>
            </a:r>
          </a:p>
          <a:p>
            <a:pPr>
              <a:defRPr sz="1200"/>
            </a:pPr>
            <a:r>
              <a:t>D:/pasar_fix/.git/objects/6e/c5334efff45ca23112709c9a8d5b798b00a323</a:t>
            </a:r>
          </a:p>
          <a:p>
            <a:pPr>
              <a:defRPr sz="1200"/>
            </a:pPr>
            <a:r>
              <a:t>D:/pasar_fix/.git/objects/6f/02e367895074aead642f08b084e8add53c9643</a:t>
            </a:r>
          </a:p>
          <a:p>
            <a:pPr>
              <a:defRPr sz="1200"/>
            </a:pPr>
            <a:r>
              <a:t>D:/pasar_fix/.git/objects/70/25ed1b8ca102aaf6b669bb54737a2b60392758</a:t>
            </a:r>
          </a:p>
          <a:p>
            <a:pPr>
              <a:defRPr sz="1200"/>
            </a:pPr>
            <a:r>
              <a:t>D:/pasar_fix/.git/objects/70/d665de95e4d3624d7e1352c2d7b4257d9ad651</a:t>
            </a:r>
          </a:p>
          <a:p>
            <a:pPr>
              <a:defRPr sz="1200"/>
            </a:pPr>
            <a:r>
              <a:t>D:/pasar_fix/.git/objects/71/07b467e6f227328b42e98b75e186a15996f247</a:t>
            </a:r>
          </a:p>
          <a:p>
            <a:pPr>
              <a:defRPr sz="1200"/>
            </a:pPr>
            <a:r>
              <a:t>D:/pasar_fix/.git/objects/71/1cc5e882ca39b3e4077d474e465141f026ad75</a:t>
            </a:r>
          </a:p>
          <a:p>
            <a:pPr>
              <a:defRPr sz="1200"/>
            </a:pPr>
            <a:r>
              <a:t>D:/pasar_fix/.git/objects/71/6a9ea32e681d784ccb4add5ae6080d8435c384</a:t>
            </a:r>
          </a:p>
          <a:p>
            <a:pPr>
              <a:defRPr sz="1200"/>
            </a:pPr>
            <a:r>
              <a:t>D:/pasar_fix/.git/objects/73/ff9489c3557877588c603469f053d4ee25d060</a:t>
            </a:r>
          </a:p>
          <a:p>
            <a:pPr>
              <a:defRPr sz="1200"/>
            </a:pPr>
            <a:r>
              <a:t>D:/pasar_fix/.git/objects/74/3467cee0d0328994c8e5edec52f5a438cd6b14</a:t>
            </a:r>
          </a:p>
          <a:p>
            <a:pPr>
              <a:defRPr sz="1200"/>
            </a:pPr>
            <a:r>
              <a:t>D:/pasar_fix/.git/objects/74/47e487c37aa0953a06ae1c1b21a0575064b78a</a:t>
            </a:r>
          </a:p>
          <a:p>
            <a:pPr>
              <a:defRPr sz="1200"/>
            </a:pPr>
            <a:r>
              <a:t>D:/pasar_fix/.git/objects/74/510fc5f93cd04f9e504126499b06f3fe213ed3</a:t>
            </a:r>
          </a:p>
          <a:p>
            <a:pPr>
              <a:defRPr sz="1200"/>
            </a:pPr>
            <a:r>
              <a:t>D:/pasar_fix/.git/objects/75/314e6ebbc422a185cdbb1f1a76600df206823e</a:t>
            </a:r>
          </a:p>
          <a:p>
            <a:pPr>
              <a:defRPr sz="1200"/>
            </a:pPr>
            <a:r>
              <a:t>D:/pasar_fix/.git/objects/75/e314e929ca3a2d4193dfcfcb6653b253034f5a</a:t>
            </a:r>
          </a:p>
          <a:p>
            <a:pPr>
              <a:defRPr sz="1200"/>
            </a:pPr>
            <a:r>
              <a:t>D:/pasar_fix/.git/objects/79/045dcac4dda595cc716ddc828eec4be414996e</a:t>
            </a:r>
          </a:p>
          <a:p>
            <a:pPr>
              <a:defRPr sz="1200"/>
            </a:pPr>
            <a:r>
              <a:t>D:/pasar_fix/.git/objects/7c/7e90605e3bbb0b581e6bb33e8dce708d921af3</a:t>
            </a:r>
          </a:p>
          <a:p>
            <a:pPr>
              <a:defRPr sz="1200"/>
            </a:pPr>
            <a:r>
              <a:t>D:/pasar_fix/.git/objects/7c/9977a098c999a190af76b2f43444ba217d0ced</a:t>
            </a:r>
          </a:p>
          <a:p>
            <a:pPr>
              <a:defRPr sz="1200"/>
            </a:pPr>
            <a:r>
              <a:t>D:/pasar_fix/.git/objects/7d/cc28a91385cb04f440b6741a553e728eed9746</a:t>
            </a:r>
          </a:p>
          <a:p>
            <a:pPr>
              <a:defRPr sz="1200"/>
            </a:pPr>
            <a:r>
              <a:t>D:/pasar_fix/.git/objects/7e/1868351da9ec677cb66393fcf8136568554237</a:t>
            </a:r>
          </a:p>
          <a:p>
            <a:pPr>
              <a:defRPr sz="1200"/>
            </a:pPr>
            <a:r>
              <a:t>D:/pasar_fix/.git/objects/7f/3a0f5c1995148b86172939e0aee9044c21741e</a:t>
            </a:r>
          </a:p>
          <a:p>
            <a:pPr>
              <a:defRPr sz="1200"/>
            </a:pPr>
            <a:r>
              <a:t>D:/pasar_fix/.git/objects/80/00273df23822a85561dc296fa75ed98b2cd993</a:t>
            </a:r>
          </a:p>
          <a:p>
            <a:pPr>
              <a:defRPr sz="1200"/>
            </a:pPr>
            <a:r>
              <a:t>D:/pasar_fix/.git/objects/80/a0a400277fef144c96519cf7930f781386150e</a:t>
            </a:r>
          </a:p>
          <a:p>
            <a:pPr>
              <a:defRPr sz="1200"/>
            </a:pPr>
            <a:r>
              <a:t>D:/pasar_fix/.git/objects/81/e15a17883f2ab955713f6f70bb2561986b70a8</a:t>
            </a:r>
          </a:p>
          <a:p>
            <a:pPr>
              <a:defRPr sz="1200"/>
            </a:pPr>
            <a:r>
              <a:t>D:/pasar_fix/.git/objects/82/880b20217ef699248ff6c651dc77e2d140bc49</a:t>
            </a:r>
          </a:p>
          <a:p>
            <a:pPr>
              <a:defRPr sz="1200"/>
            </a:pPr>
            <a:r>
              <a:t>D:/pasar_fix/.git/objects/85/b2106ef625b7131c6e5194f846e8e2de18fafd</a:t>
            </a:r>
          </a:p>
          <a:p>
            <a:pPr>
              <a:defRPr sz="1200"/>
            </a:pPr>
            <a:r>
              <a:t>D:/pasar_fix/.git/objects/86/7931d7aacfe6c4ee8dc0309e47e2780f5dee3b</a:t>
            </a:r>
          </a:p>
          <a:p>
            <a:pPr>
              <a:defRPr sz="1200"/>
            </a:pPr>
            <a:r>
              <a:t>D:/pasar_fix/.git/objects/86/aa43e1d9d36c40c1828d42cb9ac4c8c01864e2</a:t>
            </a:r>
          </a:p>
          <a:p>
            <a:pPr>
              <a:defRPr sz="1200"/>
            </a:pPr>
            <a:r>
              <a:t>D:/pasar_fix/.git/objects/87/30bacfb3d5676392d979afa44a4eaf76e2aec2</a:t>
            </a:r>
          </a:p>
          <a:p>
            <a:pPr>
              <a:defRPr sz="1200"/>
            </a:pPr>
            <a:r>
              <a:t>D:/pasar_fix/.git/objects/87/be330022a8365dcbe092f48e1dad7770f6cb51</a:t>
            </a:r>
          </a:p>
          <a:p>
            <a:pPr>
              <a:defRPr sz="1200"/>
            </a:pPr>
            <a:r>
              <a:t>D:/pasar_fix/.git/objects/88/1fd646416a7956db0950e8dddff751176443f9</a:t>
            </a:r>
          </a:p>
          <a:p>
            <a:pPr>
              <a:defRPr sz="1200"/>
            </a:pPr>
            <a:r>
              <a:t>D:/pasar_fix/.git/objects/88/8796b829f76205c0bf599f6c7bba6bacdb7dc0</a:t>
            </a:r>
          </a:p>
          <a:p>
            <a:pPr>
              <a:defRPr sz="1200"/>
            </a:pPr>
            <a:r>
              <a:t>D:/pasar_fix/.git/objects/88/93cffcae2600d72c2d1d8fcbebd00e1e9af568</a:t>
            </a:r>
          </a:p>
          <a:p>
            <a:pPr>
              <a:defRPr sz="1200"/>
            </a:pPr>
            <a:r>
              <a:t>D:/pasar_fix/.git/objects/88/a89df1363dd4b1be8e3945270e593cffc7f461</a:t>
            </a:r>
          </a:p>
          <a:p>
            <a:pPr>
              <a:defRPr sz="1200"/>
            </a:pPr>
            <a:r>
              <a:t>D:/pasar_fix/.git/objects/88/c4e69419177f0be578004f87edf5a8bc2982ca</a:t>
            </a:r>
          </a:p>
          <a:p>
            <a:pPr>
              <a:defRPr sz="1200"/>
            </a:pPr>
            <a:r>
              <a:t>D:/pasar_fix/.git/objects/89/cc98563a2a5daa4f52f61743a745e203752f69</a:t>
            </a:r>
          </a:p>
          <a:p>
            <a:pPr>
              <a:defRPr sz="1200"/>
            </a:pPr>
            <a:r>
              <a:t>D:/pasar_fix/.git/objects/89/d7f50ad1ff7e887efc89ab15684816a8e10159</a:t>
            </a:r>
          </a:p>
          <a:p>
            <a:pPr>
              <a:defRPr sz="1200"/>
            </a:pPr>
            <a:r>
              <a:t>D:/pasar_fix/.git/objects/8b/7d8edc0c28b477a81053a8d7046d95b3587a6d</a:t>
            </a:r>
          </a:p>
          <a:p>
            <a:pPr>
              <a:defRPr sz="1200"/>
            </a:pPr>
            <a:r>
              <a:t>D:/pasar_fix/.git/objects/8b/a5c6329c62d2523acdf95937743226a81f102e</a:t>
            </a:r>
          </a:p>
          <a:p>
            <a:pPr>
              <a:defRPr sz="1200"/>
            </a:pPr>
            <a:r>
              <a:t>D:/pasar_fix/.git/objects/8b/df17f09fca308884294e95c84e881fce381a38</a:t>
            </a:r>
          </a:p>
          <a:p>
            <a:pPr>
              <a:defRPr sz="1200"/>
            </a:pPr>
            <a:r>
              <a:t>D:/pasar_fix/.git/objects/8c/eb826d9dbffb52ca9be2844e8bdb7203d81b86</a:t>
            </a:r>
          </a:p>
          <a:p>
            <a:pPr>
              <a:defRPr sz="1200"/>
            </a:pPr>
            <a:r>
              <a:t>D:/pasar_fix/.git/objects/8d/357bed4f2597ad1e57e5abff500e67337a8766</a:t>
            </a:r>
          </a:p>
          <a:p>
            <a:pPr>
              <a:defRPr sz="1200"/>
            </a:pPr>
            <a:r>
              <a:t>D:/pasar_fix/.git/objects/8e/564974eb01edcc41d5a61da490c8e3ae5b49f7</a:t>
            </a:r>
          </a:p>
          <a:p>
            <a:pPr>
              <a:defRPr sz="1200"/>
            </a:pPr>
            <a:r>
              <a:t>D:/pasar_fix/.git/objects/8e/c03a1f9f7b3a6e7c5c8fe634ac3ddc638bd5dd</a:t>
            </a:r>
          </a:p>
          <a:p>
            <a:pPr>
              <a:defRPr sz="1200"/>
            </a:pPr>
            <a:r>
              <a:t>D:/pasar_fix/.git/objects/8f/dcde40a130eb28c5bad5c72ce60fb649b105c7</a:t>
            </a:r>
          </a:p>
          <a:p>
            <a:pPr>
              <a:defRPr sz="1200"/>
            </a:pPr>
            <a:r>
              <a:t>D:/pasar_fix/.git/objects/91/85094dfddf2b24add624fcc60481c3262b0114</a:t>
            </a:r>
          </a:p>
          <a:p>
            <a:pPr>
              <a:defRPr sz="1200"/>
            </a:pPr>
            <a:r>
              <a:t>D:/pasar_fix/.git/objects/92/18c105e90a9a8767578789dc767c9348b79654</a:t>
            </a:r>
          </a:p>
          <a:p>
            <a:pPr>
              <a:defRPr sz="1200"/>
            </a:pPr>
            <a:r>
              <a:t>D:/pasar_fix/.git/objects/92/3d9db598918ab15decd0aa063b0de69f4de724</a:t>
            </a:r>
          </a:p>
          <a:p>
            <a:pPr>
              <a:defRPr sz="1200"/>
            </a:pPr>
            <a:r>
              <a:t>D:/pasar_fix/.git/objects/93/5628b097a531f3f85fb24555fac41bb3f18a9c</a:t>
            </a:r>
          </a:p>
          <a:p>
            <a:pPr>
              <a:defRPr sz="1200"/>
            </a:pPr>
            <a:r>
              <a:t>D:/pasar_fix/.git/objects/93/86ef3ae60f516c36c5123cb691854474b6f550</a:t>
            </a:r>
          </a:p>
          <a:p>
            <a:pPr>
              <a:defRPr sz="1200"/>
            </a:pPr>
            <a:r>
              <a:t>D:/pasar_fix/.git/objects/93/dc6ce8fe347a60d96929ffbd0a5fc78595d224</a:t>
            </a:r>
          </a:p>
          <a:p>
            <a:pPr>
              <a:defRPr sz="1200"/>
            </a:pPr>
            <a:r>
              <a:t>D:/pasar_fix/.git/objects/94/1ba93a6c5f71d1e3ebbafb997f0cee21bfe2df</a:t>
            </a:r>
          </a:p>
          <a:p>
            <a:pPr>
              <a:defRPr sz="1200"/>
            </a:pPr>
            <a:r>
              <a:t>D:/pasar_fix/.git/objects/94/46f9624605cd385afdf47a08dc87fb9439b377</a:t>
            </a:r>
          </a:p>
          <a:p>
            <a:pPr>
              <a:defRPr sz="1200"/>
            </a:pPr>
            <a:r>
              <a:t>D:/pasar_fix/.git/objects/94/533f9f679a7eca7840f6731a37ceeae381c6e5</a:t>
            </a:r>
          </a:p>
          <a:p>
            <a:pPr>
              <a:defRPr sz="1200"/>
            </a:pPr>
            <a:r>
              <a:t>D:/pasar_fix/.git/objects/94/dd862eec1b157c184b44986d09af2481769b97</a:t>
            </a:r>
          </a:p>
          <a:p>
            <a:pPr>
              <a:defRPr sz="1200"/>
            </a:pPr>
            <a:r>
              <a:t>D:/pasar_fix/.git/objects/94/e894fc848d7be00ed834298ee5379977643257</a:t>
            </a:r>
          </a:p>
          <a:p>
            <a:pPr>
              <a:defRPr sz="1200"/>
            </a:pPr>
            <a:r>
              <a:t>D:/pasar_fix/.git/objects/95/8303348157379fbf986f408398f279308c502f</a:t>
            </a:r>
          </a:p>
          <a:p>
            <a:pPr>
              <a:defRPr sz="1200"/>
            </a:pPr>
            <a:r>
              <a:t>D:/pasar_fix/.git/objects/95/96a8100ed617ca49fab2fc724a6f2f6c5ba888</a:t>
            </a:r>
          </a:p>
          <a:p>
            <a:pPr>
              <a:defRPr sz="1200"/>
            </a:pPr>
            <a:r>
              <a:t>D:/pasar_fix/.git/objects/96/8a1273c328d56e876f5f5e2c5fb535260634af</a:t>
            </a:r>
          </a:p>
          <a:p>
            <a:pPr>
              <a:defRPr sz="1200"/>
            </a:pPr>
            <a:r>
              <a:t>D:/pasar_fix/.git/objects/97/4e8fa140c9b021e08cc3e11a1e2509237f951d</a:t>
            </a:r>
          </a:p>
          <a:p>
            <a:pPr>
              <a:defRPr sz="1200"/>
            </a:pPr>
            <a:r>
              <a:t>D:/pasar_fix/.git/objects/98/b3dacf896e83a82b5c9b8f014c6622601c0f9d</a:t>
            </a:r>
          </a:p>
          <a:p>
            <a:pPr>
              <a:defRPr sz="1200"/>
            </a:pPr>
            <a:r>
              <a:t>D:/pasar_fix/.git/objects/99/162b22f55f51153613e7a2d4622155eea42114</a:t>
            </a:r>
          </a:p>
          <a:p>
            <a:pPr>
              <a:defRPr sz="1200"/>
            </a:pPr>
            <a:r>
              <a:t>D:/pasar_fix/.git/objects/9a/9f49dfac213c334b186b902850b26e00e0a0c3</a:t>
            </a:r>
          </a:p>
          <a:p>
            <a:pPr>
              <a:defRPr sz="1200"/>
            </a:pPr>
            <a:r>
              <a:t>D:/pasar_fix/.git/objects/9b/5f311d0f40611335f4b8decce85402feaaf31e</a:t>
            </a:r>
          </a:p>
          <a:p>
            <a:pPr>
              <a:defRPr sz="1200"/>
            </a:pPr>
            <a:r>
              <a:t>D:/pasar_fix/.git/objects/9d/15e63cb8c4363fffc104337993f0b05d78fea9</a:t>
            </a:r>
          </a:p>
          <a:p>
            <a:pPr>
              <a:defRPr sz="1200"/>
            </a:pPr>
            <a:r>
              <a:t>D:/pasar_fix/.git/objects/9d/e96f17866c533c2bde34ee26b25702ed55116b</a:t>
            </a:r>
          </a:p>
          <a:p>
            <a:pPr>
              <a:defRPr sz="1200"/>
            </a:pPr>
            <a:r>
              <a:t>D:/pasar_fix/.git/objects/9e/6cade50d18131b7822a40eed147bd58e07e5e6</a:t>
            </a:r>
          </a:p>
          <a:p>
            <a:pPr>
              <a:defRPr sz="1200"/>
            </a:pPr>
            <a:r>
              <a:t>D:/pasar_fix/.git/objects/9f/586703c38b8674fe108d472427578b1bc31fdb</a:t>
            </a:r>
          </a:p>
          <a:p>
            <a:pPr>
              <a:defRPr sz="1200"/>
            </a:pPr>
            <a:r>
              <a:t>D:/pasar_fix/.git/objects/a0/30d79a09961dd2431e5a42ca12f08583973867</a:t>
            </a:r>
          </a:p>
          <a:p>
            <a:pPr>
              <a:defRPr sz="1200"/>
            </a:pPr>
            <a:r>
              <a:t>D:/pasar_fix/.git/objects/a0/a762f9357a68103618881ef936681b75e7abaf</a:t>
            </a:r>
          </a:p>
          <a:p>
            <a:pPr>
              <a:defRPr sz="1200"/>
            </a:pPr>
            <a:r>
              <a:t>D:/pasar_fix/.git/objects/a1/017a55d855d0f8896f74767918aac2478c99f3</a:t>
            </a:r>
          </a:p>
          <a:p>
            <a:pPr>
              <a:defRPr sz="1200"/>
            </a:pPr>
            <a:r>
              <a:t>D:/pasar_fix/.git/objects/a2/91a4af43a055bbd01ab04f320ff026371211c8</a:t>
            </a:r>
          </a:p>
          <a:p>
            <a:pPr>
              <a:defRPr sz="1200"/>
            </a:pPr>
            <a:r>
              <a:t>D:/pasar_fix/.git/objects/a3/77a564daae2c5bd05554f192b2379d84f97324</a:t>
            </a:r>
          </a:p>
          <a:p>
            <a:pPr>
              <a:defRPr sz="1200"/>
            </a:pPr>
            <a:r>
              <a:t>D:/pasar_fix/.git/objects/a4/8c7eca5acf1e3bad360e4c2b580ce55f1066d6</a:t>
            </a:r>
          </a:p>
          <a:p>
            <a:pPr>
              <a:defRPr sz="1200"/>
            </a:pPr>
            <a:r>
              <a:t>D:/pasar_fix/.git/objects/a4/c9d1869badbe0bb889e0b91337c0d3e921a95b</a:t>
            </a:r>
          </a:p>
          <a:p>
            <a:pPr>
              <a:defRPr sz="1200"/>
            </a:pPr>
            <a:r>
              <a:t>D:/pasar_fix/.git/objects/a5/acfa5513de9a3a07f28648a5a4a8229f647a51</a:t>
            </a:r>
          </a:p>
          <a:p>
            <a:pPr>
              <a:defRPr sz="1200"/>
            </a:pPr>
            <a:r>
              <a:t>D:/pasar_fix/.git/objects/a7/37a3ef0d16ae8a6d84de42e217c54ebdf65ba1</a:t>
            </a:r>
          </a:p>
          <a:p>
            <a:pPr>
              <a:defRPr sz="1200"/>
            </a:pPr>
            <a:r>
              <a:t>D:/pasar_fix/.git/objects/a8/aa963915ff257e8be8979769effef2c6983f66</a:t>
            </a:r>
          </a:p>
          <a:p>
            <a:pPr>
              <a:defRPr sz="1200"/>
            </a:pPr>
            <a:r>
              <a:t>D:/pasar_fix/.git/objects/a9/279f7d89cba2d6f527ea5a1b95630efed5ae76</a:t>
            </a:r>
          </a:p>
          <a:p>
            <a:pPr>
              <a:defRPr sz="1200"/>
            </a:pPr>
            <a:r>
              <a:t>D:/pasar_fix/.git/objects/a9/fd4bf4bd5b635861d8562e543ad3f37a0293b3</a:t>
            </a:r>
          </a:p>
          <a:p>
            <a:pPr>
              <a:defRPr sz="1200"/>
            </a:pPr>
            <a:r>
              <a:t>D:/pasar_fix/.git/objects/aa/a12bb3c9bae79a6b6ad0bbfeac67453346d521</a:t>
            </a:r>
          </a:p>
          <a:p>
            <a:pPr>
              <a:defRPr sz="1200"/>
            </a:pPr>
            <a:r>
              <a:t>D:/pasar_fix/.git/objects/ac/39e36f6ca144f6d3bd530c02630edaf76c0a43</a:t>
            </a:r>
          </a:p>
          <a:p>
            <a:pPr>
              <a:defRPr sz="1200"/>
            </a:pPr>
            <a:r>
              <a:t>D:/pasar_fix/.git/objects/ad/4a00a3be9f5be17120af9f9d5792630193b0d6</a:t>
            </a:r>
          </a:p>
          <a:p>
            <a:pPr>
              <a:defRPr sz="1200"/>
            </a:pPr>
            <a:r>
              <a:t>D:/pasar_fix/.git/objects/ae/df9d9abe2d1febc8fd2589a9e85e3c2d2b9e76</a:t>
            </a:r>
          </a:p>
          <a:p>
            <a:pPr>
              <a:defRPr sz="1200"/>
            </a:pPr>
            <a:r>
              <a:t>D:/pasar_fix/.git/objects/af/0223ae70e6611fd70d88d6e213cd566d0e3e70</a:t>
            </a:r>
          </a:p>
          <a:p>
            <a:pPr>
              <a:defRPr sz="1200"/>
            </a:pPr>
            <a:r>
              <a:t>D:/pasar_fix/.git/objects/af/06085a7f27d2cefa83a1a4e56470f7e72a8645</a:t>
            </a:r>
          </a:p>
          <a:p>
            <a:pPr>
              <a:defRPr sz="1200"/>
            </a:pPr>
            <a:r>
              <a:t>D:/pasar_fix/.git/objects/af/089c08f7849247268c2f86a8c783cbe61bac70</a:t>
            </a:r>
          </a:p>
          <a:p>
            <a:pPr>
              <a:defRPr sz="1200"/>
            </a:pPr>
            <a:r>
              <a:t>D:/pasar_fix/.git/objects/af/49019fb14f3e5f9c0dfe9d057d44b54f1c05a2</a:t>
            </a:r>
          </a:p>
          <a:p>
            <a:pPr>
              <a:defRPr sz="1200"/>
            </a:pPr>
            <a:r>
              <a:t>D:/pasar_fix/.git/objects/af/e6d7fe90c934b8a444d2ad52d22891da17fbb4</a:t>
            </a:r>
          </a:p>
          <a:p>
            <a:pPr>
              <a:defRPr sz="1200"/>
            </a:pPr>
            <a:r>
              <a:t>D:/pasar_fix/.git/objects/af/facc2523d98a2db004d2191d6b29f82a5c40fc</a:t>
            </a:r>
          </a:p>
          <a:p>
            <a:pPr>
              <a:defRPr sz="1200"/>
            </a:pPr>
            <a:r>
              <a:t>D:/pasar_fix/.git/objects/b0/16ee85b0b698defd560c04500aa78287740af9</a:t>
            </a:r>
          </a:p>
          <a:p>
            <a:pPr>
              <a:defRPr sz="1200"/>
            </a:pPr>
            <a:r>
              <a:t>D:/pasar_fix/.git/objects/b0/9cb3cc0ab65f83ab57ee233005faffbb83dc05</a:t>
            </a:r>
          </a:p>
          <a:p>
            <a:pPr>
              <a:defRPr sz="1200"/>
            </a:pPr>
            <a:r>
              <a:t>D:/pasar_fix/.git/objects/b2/52b83b42b09e4e29aa1450ee0b7e197b033343</a:t>
            </a:r>
          </a:p>
          <a:p>
            <a:pPr>
              <a:defRPr sz="1200"/>
            </a:pPr>
            <a:r>
              <a:t>D:/pasar_fix/.git/objects/b2/7f10e51cf38abacf2fbbf7944f2904609ddfb6</a:t>
            </a:r>
          </a:p>
          <a:p>
            <a:pPr>
              <a:defRPr sz="1200"/>
            </a:pPr>
            <a:r>
              <a:t>D:/pasar_fix/.git/objects/b3/d1e19a0703502ab87efc548458fc7bd9543e86</a:t>
            </a:r>
          </a:p>
          <a:p>
            <a:pPr>
              <a:defRPr sz="1200"/>
            </a:pPr>
            <a:r>
              <a:t>D:/pasar_fix/.git/objects/b4/1daf7b99d476ad4c83287e13bfd84e03880abc</a:t>
            </a:r>
          </a:p>
          <a:p>
            <a:pPr>
              <a:defRPr sz="1200"/>
            </a:pPr>
            <a:r>
              <a:t>D:/pasar_fix/.git/objects/b5/bd49f5b18bf1c9340a5a21a0a87fd4085d0da5</a:t>
            </a:r>
          </a:p>
          <a:p>
            <a:pPr>
              <a:defRPr sz="1200"/>
            </a:pPr>
            <a:r>
              <a:t>D:/pasar_fix/.git/objects/b6/17d3725e8e6fdc9c141cc3fe6c1059e87d07ea</a:t>
            </a:r>
          </a:p>
          <a:p>
            <a:pPr>
              <a:defRPr sz="1200"/>
            </a:pPr>
            <a:r>
              <a:t>D:/pasar_fix/.git/objects/b6/c3f0526ff452a25cf442393a604f689eb2c879</a:t>
            </a:r>
          </a:p>
          <a:p>
            <a:pPr>
              <a:defRPr sz="1200"/>
            </a:pPr>
            <a:r>
              <a:t>D:/pasar_fix/.git/objects/b7/8dde5dbe6b329bc41de2e9554cb3a08fe49fb0</a:t>
            </a:r>
          </a:p>
          <a:p>
            <a:pPr>
              <a:defRPr sz="1200"/>
            </a:pPr>
            <a:r>
              <a:t>D:/pasar_fix/.git/objects/b8/9b7be44331bc021b28ddf5a65b5c5ff6c0cda0</a:t>
            </a:r>
          </a:p>
          <a:p>
            <a:pPr>
              <a:defRPr sz="1200"/>
            </a:pPr>
            <a:r>
              <a:t>D:/pasar_fix/.git/objects/b8/af9d0f53288814354a26cfd242e912efbb36c1</a:t>
            </a:r>
          </a:p>
          <a:p>
            <a:pPr>
              <a:defRPr sz="1200"/>
            </a:pPr>
            <a:r>
              <a:t>D:/pasar_fix/.git/objects/b8/b90c9cc022294e088602278a6b9fdac6a56bd0</a:t>
            </a:r>
          </a:p>
          <a:p>
            <a:pPr>
              <a:defRPr sz="1200"/>
            </a:pPr>
            <a:r>
              <a:t>D:/pasar_fix/.git/objects/ba/649b89c76e296c57f0043e7e385211a799b893</a:t>
            </a:r>
          </a:p>
          <a:p>
            <a:pPr>
              <a:defRPr sz="1200"/>
            </a:pPr>
            <a:r>
              <a:t>D:/pasar_fix/.git/objects/ba/90e032ca799b1a332401d06cf5c4dd69dbfcb3</a:t>
            </a:r>
          </a:p>
          <a:p>
            <a:pPr>
              <a:defRPr sz="1200"/>
            </a:pPr>
            <a:r>
              <a:t>D:/pasar_fix/.git/objects/bb/3e03cededf190311691e9c33a25b89c6a5688a</a:t>
            </a:r>
          </a:p>
          <a:p>
            <a:pPr>
              <a:defRPr sz="1200"/>
            </a:pPr>
            <a:r>
              <a:t>D:/pasar_fix/.git/objects/bd/0d533d8e4f6923b82ebb7f2fa51c064ba7e469</a:t>
            </a:r>
          </a:p>
          <a:p>
            <a:pPr>
              <a:defRPr sz="1200"/>
            </a:pPr>
            <a:r>
              <a:t>D:/pasar_fix/.git/objects/bd/70c7ee425f4ce67bc8871e7773d026479a3e6e</a:t>
            </a:r>
          </a:p>
          <a:p>
            <a:pPr>
              <a:defRPr sz="1200"/>
            </a:pPr>
            <a:r>
              <a:t>D:/pasar_fix/.git/objects/bf/a6d4a7a00c0bacdd439792bc6a94421b1f8ae1</a:t>
            </a:r>
          </a:p>
          <a:p>
            <a:pPr>
              <a:defRPr sz="1200"/>
            </a:pPr>
            <a:r>
              <a:t>D:/pasar_fix/.git/objects/bf/b0463ecde4e2a5809a045f31f916b4e8e9d396</a:t>
            </a:r>
          </a:p>
          <a:p>
            <a:pPr>
              <a:defRPr sz="1200"/>
            </a:pPr>
            <a:r>
              <a:t>D:/pasar_fix/.git/objects/c0/33128ae72f9d2a7956f41bd58695b514547c7c</a:t>
            </a:r>
          </a:p>
          <a:p>
            <a:pPr>
              <a:defRPr sz="1200"/>
            </a:pPr>
            <a:r>
              <a:t>D:/pasar_fix/.git/objects/c0/6bd34413488381867f1f40289252efadd74b46</a:t>
            </a:r>
          </a:p>
          <a:p>
            <a:pPr>
              <a:defRPr sz="1200"/>
            </a:pPr>
            <a:r>
              <a:t>D:/pasar_fix/.git/objects/c1/16ad55149f483be952a7fe4aa465c38224c71e</a:t>
            </a:r>
          </a:p>
          <a:p>
            <a:pPr>
              <a:defRPr sz="1200"/>
            </a:pPr>
            <a:r>
              <a:t>D:/pasar_fix/.git/objects/c2/7b8c03ca924fe2cd00210575f745b6dad2fd1c</a:t>
            </a:r>
          </a:p>
          <a:p>
            <a:pPr>
              <a:defRPr sz="1200"/>
            </a:pPr>
            <a:r>
              <a:t>D:/pasar_fix/.git/objects/c2/e8cc6af7bc8c11a79dc7440c1ce39c430c372d</a:t>
            </a:r>
          </a:p>
          <a:p>
            <a:pPr>
              <a:defRPr sz="1200"/>
            </a:pPr>
            <a:r>
              <a:t>D:/pasar_fix/.git/objects/c3/052ea53d8a2d5f982729bfdd8d30a634799d75</a:t>
            </a:r>
          </a:p>
          <a:p>
            <a:pPr>
              <a:defRPr sz="1200"/>
            </a:pPr>
            <a:r>
              <a:t>D:/pasar_fix/.git/objects/c3/63a9888e896d7185e035319b6ee0df28cffe9b</a:t>
            </a:r>
          </a:p>
          <a:p>
            <a:pPr>
              <a:defRPr sz="1200"/>
            </a:pPr>
            <a:r>
              <a:t>D:/pasar_fix/.git/objects/c4/90f3db1d4f4defa1c17282155913eaea9b2893</a:t>
            </a:r>
          </a:p>
          <a:p>
            <a:pPr>
              <a:defRPr sz="1200"/>
            </a:pPr>
            <a:r>
              <a:t>D:/pasar_fix/.git/objects/c5/096871fdfd87aa4129cfae1a5f887dc13ef86d</a:t>
            </a:r>
          </a:p>
          <a:p>
            <a:pPr>
              <a:defRPr sz="1200"/>
            </a:pPr>
            <a:r>
              <a:t>D:/pasar_fix/.git/objects/c5/0b0493f68c4992232dd8db6650b6b0cba2bdef</a:t>
            </a:r>
          </a:p>
          <a:p>
            <a:pPr>
              <a:defRPr sz="1200"/>
            </a:pPr>
            <a:r>
              <a:t>D:/pasar_fix/.git/objects/c5/17ef6d5e062dd22fe6f039350202da0a7491a1</a:t>
            </a:r>
          </a:p>
          <a:p>
            <a:pPr>
              <a:defRPr sz="1200"/>
            </a:pPr>
            <a:r>
              <a:t>D:/pasar_fix/.git/objects/c6/1ba4a0a4f941db15111e79fec88db6a193fd9e</a:t>
            </a:r>
          </a:p>
          <a:p>
            <a:pPr>
              <a:defRPr sz="1200"/>
            </a:pPr>
            <a:r>
              <a:t>D:/pasar_fix/.git/objects/c6/37599b34fddc438ee09077e59cafebbd2bfeea</a:t>
            </a:r>
          </a:p>
          <a:p>
            <a:pPr>
              <a:defRPr sz="1200"/>
            </a:pPr>
            <a:r>
              <a:t>D:/pasar_fix/.git/objects/c6/40643d2d46a7c5aae60ad6cfb6c9edd9f38e02</a:t>
            </a:r>
          </a:p>
          <a:p>
            <a:pPr>
              <a:defRPr sz="1200"/>
            </a:pPr>
            <a:r>
              <a:t>D:/pasar_fix/.git/objects/c6/b162001a39579e327daab86c794866db92e411</a:t>
            </a:r>
          </a:p>
          <a:p>
            <a:pPr>
              <a:defRPr sz="1200"/>
            </a:pPr>
            <a:r>
              <a:t>D:/pasar_fix/.git/objects/c6/d0de4bb51bc054f5052073878063108d6fd757</a:t>
            </a:r>
          </a:p>
          <a:p>
            <a:pPr>
              <a:defRPr sz="1200"/>
            </a:pPr>
            <a:r>
              <a:t>D:/pasar_fix/.git/objects/c7/7ae3edfe9c1ad35b4ab4d72ba3db204e57b1c1</a:t>
            </a:r>
          </a:p>
          <a:p>
            <a:pPr>
              <a:defRPr sz="1200"/>
            </a:pPr>
            <a:r>
              <a:t>D:/pasar_fix/.git/objects/c7/dfbbda3c4203ed899ce8c92c253a4f41ff1351</a:t>
            </a:r>
          </a:p>
          <a:p>
            <a:pPr>
              <a:defRPr sz="1200"/>
            </a:pPr>
            <a:r>
              <a:t>D:/pasar_fix/.git/objects/c8/04cee6c175df9150c2a558ef2bb87b9bdabaa7</a:t>
            </a:r>
          </a:p>
          <a:p>
            <a:pPr>
              <a:defRPr sz="1200"/>
            </a:pPr>
            <a:r>
              <a:t>D:/pasar_fix/.git/objects/c8/d05d33c52e71f0d2bac53e8428d0093e1f9f6e</a:t>
            </a:r>
          </a:p>
          <a:p>
            <a:pPr>
              <a:defRPr sz="1200"/>
            </a:pPr>
            <a:r>
              <a:t>D:/pasar_fix/.git/objects/ca/12541389dc88c4bfb4947a929c94c5169a908a</a:t>
            </a:r>
          </a:p>
          <a:p>
            <a:pPr>
              <a:defRPr sz="1200"/>
            </a:pPr>
            <a:r>
              <a:t>D:/pasar_fix/.git/objects/ca/1ea5d17772ce2397073ba00fde9cc9e9204653</a:t>
            </a:r>
          </a:p>
          <a:p>
            <a:pPr>
              <a:defRPr sz="1200"/>
            </a:pPr>
            <a:r>
              <a:t>D:/pasar_fix/.git/objects/ca/3f734cb00d8bbaf3ed96241ef5eea0ee7cbb12</a:t>
            </a:r>
          </a:p>
          <a:p>
            <a:pPr>
              <a:defRPr sz="1200"/>
            </a:pPr>
            <a:r>
              <a:t>D:/pasar_fix/.git/objects/cb/7cec7bdd7eca8d2a20094549a85cf4d3794edf</a:t>
            </a:r>
          </a:p>
          <a:p>
            <a:pPr>
              <a:defRPr sz="1200"/>
            </a:pPr>
            <a:r>
              <a:t>D:/pasar_fix/.git/objects/cc/0093302fa964158baa5021de281f6068899dae</a:t>
            </a:r>
          </a:p>
          <a:p>
            <a:pPr>
              <a:defRPr sz="1200"/>
            </a:pPr>
            <a:r>
              <a:t>D:/pasar_fix/.git/objects/cc/17e95845478a1afabefaae9837e934d39ce5de</a:t>
            </a:r>
          </a:p>
          <a:p>
            <a:pPr>
              <a:defRPr sz="1200"/>
            </a:pPr>
            <a:r>
              <a:t>D:/pasar_fix/.git/objects/ce/b291fd6d1e1d0b5d91f01d62f8b34d6e922419</a:t>
            </a:r>
          </a:p>
          <a:p>
            <a:pPr>
              <a:defRPr sz="1200"/>
            </a:pPr>
            <a:r>
              <a:t>D:/pasar_fix/.git/objects/d0/03fca301636b8458603e23ec6a81744dc11776</a:t>
            </a:r>
          </a:p>
          <a:p>
            <a:pPr>
              <a:defRPr sz="1200"/>
            </a:pPr>
            <a:r>
              <a:t>D:/pasar_fix/.git/objects/d0/0fcdd4f04e0f9ec88c397267aafec0e9475cd4</a:t>
            </a:r>
          </a:p>
          <a:p>
            <a:pPr>
              <a:defRPr sz="1200"/>
            </a:pPr>
            <a:r>
              <a:t>D:/pasar_fix/.git/objects/d0/294ecb6e2dad75a45d12d46277af35b0e0c0c7</a:t>
            </a:r>
          </a:p>
          <a:p>
            <a:pPr>
              <a:defRPr sz="1200"/>
            </a:pPr>
            <a:r>
              <a:t>D:/pasar_fix/.git/objects/d0/35cbe79e3ca5f1f3df93e0d2e83186752d9adc</a:t>
            </a:r>
          </a:p>
          <a:p>
            <a:pPr>
              <a:defRPr sz="1200"/>
            </a:pPr>
            <a:r>
              <a:t>D:/pasar_fix/.git/objects/d1/7711fce1e00ba89ba81bcef8ac31e5a133199e</a:t>
            </a:r>
          </a:p>
          <a:p>
            <a:pPr>
              <a:defRPr sz="1200"/>
            </a:pPr>
            <a:r>
              <a:t>D:/pasar_fix/.git/objects/d2/ad8be1994ef334555497df054d0bce82cc85a5</a:t>
            </a:r>
          </a:p>
          <a:p>
            <a:pPr>
              <a:defRPr sz="1200"/>
            </a:pPr>
            <a:r>
              <a:t>D:/pasar_fix/.git/objects/d2/b119df620a364470a88e95e12c6b7534e346d6</a:t>
            </a:r>
          </a:p>
          <a:p>
            <a:pPr>
              <a:defRPr sz="1200"/>
            </a:pPr>
            <a:r>
              <a:t>D:/pasar_fix/.git/objects/d2/bf31a66c77823caa8ecf02be3a6d8fb1d518ad</a:t>
            </a:r>
          </a:p>
          <a:p>
            <a:pPr>
              <a:defRPr sz="1200"/>
            </a:pPr>
            <a:r>
              <a:t>D:/pasar_fix/.git/objects/d3/e367e2f1b18ab93b710124c1d86ff5f23c34fc</a:t>
            </a:r>
          </a:p>
          <a:p>
            <a:pPr>
              <a:defRPr sz="1200"/>
            </a:pPr>
            <a:r>
              <a:t>D:/pasar_fix/.git/objects/d4/667eedcafd6fd3b825ac5d54cd02f71bedaefb</a:t>
            </a:r>
          </a:p>
          <a:p>
            <a:pPr>
              <a:defRPr sz="1200"/>
            </a:pPr>
            <a:r>
              <a:t>D:/pasar_fix/.git/objects/d4/76ab4dd93754708f958b1a7466ad3c796c7414</a:t>
            </a:r>
          </a:p>
          <a:p>
            <a:pPr>
              <a:defRPr sz="1200"/>
            </a:pPr>
            <a:r>
              <a:t>D:/pasar_fix/.git/objects/d5/b5b4956fd66a5f9977f833d68aeb01bcf3bb88</a:t>
            </a:r>
          </a:p>
          <a:p>
            <a:pPr>
              <a:defRPr sz="1200"/>
            </a:pPr>
            <a:r>
              <a:t>D:/pasar_fix/.git/objects/d5/fe1f2fedcc597a5680e10e593b775bee28da38</a:t>
            </a:r>
          </a:p>
          <a:p>
            <a:pPr>
              <a:defRPr sz="1200"/>
            </a:pPr>
            <a:r>
              <a:t>D:/pasar_fix/.git/objects/d7/24eb21e25651767aae10594365b7cbd4a94275</a:t>
            </a:r>
          </a:p>
          <a:p>
            <a:pPr>
              <a:defRPr sz="1200"/>
            </a:pPr>
            <a:r>
              <a:t>D:/pasar_fix/.git/objects/d7/29a3cfffad11931cef1df6d921ada86cf94515</a:t>
            </a:r>
          </a:p>
          <a:p>
            <a:pPr>
              <a:defRPr sz="1200"/>
            </a:pPr>
            <a:r>
              <a:t>D:/pasar_fix/.git/objects/d7/4c9ab1523434598bbb972331c5fef4bf80d846</a:t>
            </a:r>
          </a:p>
          <a:p>
            <a:pPr>
              <a:defRPr sz="1200"/>
            </a:pPr>
            <a:r>
              <a:t>D:/pasar_fix/.git/objects/d7/e56cc194f72623996071b2103b6d978fdca45a</a:t>
            </a:r>
          </a:p>
          <a:p>
            <a:pPr>
              <a:defRPr sz="1200"/>
            </a:pPr>
            <a:r>
              <a:t>D:/pasar_fix/.git/objects/d8/18c42816a64d862553fd188a864dd47496e987</a:t>
            </a:r>
          </a:p>
          <a:p>
            <a:pPr>
              <a:defRPr sz="1200"/>
            </a:pPr>
            <a:r>
              <a:t>D:/pasar_fix/.git/objects/d8/64aca8cb45d780603f10747724c916b7dc3203</a:t>
            </a:r>
          </a:p>
          <a:p>
            <a:pPr>
              <a:defRPr sz="1200"/>
            </a:pPr>
            <a:r>
              <a:t>D:/pasar_fix/.git/objects/d8/787b1482d34150aaa9834e1426463803d089d9</a:t>
            </a:r>
          </a:p>
          <a:p>
            <a:pPr>
              <a:defRPr sz="1200"/>
            </a:pPr>
            <a:r>
              <a:t>D:/pasar_fix/.git/objects/d8/ae3944bb3af581630f3c5e62de59fece2a086b</a:t>
            </a:r>
          </a:p>
          <a:p>
            <a:pPr>
              <a:defRPr sz="1200"/>
            </a:pPr>
            <a:r>
              <a:t>D:/pasar_fix/.git/objects/d8/b113a3d3811df41328fd164131ea32639ecba1</a:t>
            </a:r>
          </a:p>
          <a:p>
            <a:pPr>
              <a:defRPr sz="1200"/>
            </a:pPr>
            <a:r>
              <a:t>D:/pasar_fix/.git/objects/d8/ec43ee46b9493a1fa740fa9f16d8d5e5d03758</a:t>
            </a:r>
          </a:p>
          <a:p>
            <a:pPr>
              <a:defRPr sz="1200"/>
            </a:pPr>
            <a:r>
              <a:t>D:/pasar_fix/.git/objects/d9/e9fec5200fc56b91381a6bc63aac3d57803ef8</a:t>
            </a:r>
          </a:p>
          <a:p>
            <a:pPr>
              <a:defRPr sz="1200"/>
            </a:pPr>
            <a:r>
              <a:t>D:/pasar_fix/.git/objects/da/064b6b834156470f6b8e12efd07e22b5e31f88</a:t>
            </a:r>
          </a:p>
          <a:p>
            <a:pPr>
              <a:defRPr sz="1200"/>
            </a:pPr>
            <a:r>
              <a:t>D:/pasar_fix/.git/objects/da/1a1a236bd6986289b22524a055de017c6ef2d1</a:t>
            </a:r>
          </a:p>
          <a:p>
            <a:pPr>
              <a:defRPr sz="1200"/>
            </a:pPr>
            <a:r>
              <a:t>D:/pasar_fix/.git/objects/da/e08fba9531bfbb1c7affbb8f3f83decddd8926</a:t>
            </a:r>
          </a:p>
          <a:p>
            <a:pPr>
              <a:defRPr sz="1200"/>
            </a:pPr>
            <a:r>
              <a:t>D:/pasar_fix/.git/objects/db/5701e6ad122f9bc81f26f3e94fcd355aa0f5a4</a:t>
            </a:r>
          </a:p>
          <a:p>
            <a:pPr>
              <a:defRPr sz="1200"/>
            </a:pPr>
            <a:r>
              <a:t>D:/pasar_fix/.git/objects/dc/ad9bd814952c1654adeeafb085345b957f87da</a:t>
            </a:r>
          </a:p>
          <a:p>
            <a:pPr>
              <a:defRPr sz="1200"/>
            </a:pPr>
            <a:r>
              <a:t>D:/pasar_fix/.git/objects/dd/3551af8f9ce8f9049d1fd47f23a46bde264b32</a:t>
            </a:r>
          </a:p>
          <a:p>
            <a:pPr>
              <a:defRPr sz="1200"/>
            </a:pPr>
            <a:r>
              <a:t>D:/pasar_fix/.git/objects/dd/fef2c3ca6a907305abcd5f3d8eb7ed6ca2797b</a:t>
            </a:r>
          </a:p>
          <a:p>
            <a:pPr>
              <a:defRPr sz="1200"/>
            </a:pPr>
            <a:r>
              <a:t>D:/pasar_fix/.git/objects/de/3894dbd14790c6d6046ff2a807fc2b8f736b50</a:t>
            </a:r>
          </a:p>
          <a:p>
            <a:pPr>
              <a:defRPr sz="1200"/>
            </a:pPr>
            <a:r>
              <a:t>D:/pasar_fix/.git/objects/de/b716a96be8dc313afd9ee64afa18cd71a00243</a:t>
            </a:r>
          </a:p>
          <a:p>
            <a:pPr>
              <a:defRPr sz="1200"/>
            </a:pPr>
            <a:r>
              <a:t>D:/pasar_fix/.git/objects/df/07318ef989e1ee58a77888423537b68aabc41c</a:t>
            </a:r>
          </a:p>
          <a:p>
            <a:pPr>
              <a:defRPr sz="1200"/>
            </a:pPr>
            <a:r>
              <a:t>D:/pasar_fix/.git/objects/e1/3cd7d81af10dc55bb8edb109a93e5aa2f507f9</a:t>
            </a:r>
          </a:p>
          <a:p>
            <a:pPr>
              <a:defRPr sz="1200"/>
            </a:pPr>
            <a:r>
              <a:t>D:/pasar_fix/.git/objects/e1/f59a6d8e14530ce490d62b222c10575b6eaea8</a:t>
            </a:r>
          </a:p>
          <a:p>
            <a:pPr>
              <a:defRPr sz="1200"/>
            </a:pPr>
            <a:r>
              <a:t>D:/pasar_fix/.git/objects/e2/c8d6f189ddf6c3e4892571316875a0d400c08f</a:t>
            </a:r>
          </a:p>
          <a:p>
            <a:pPr>
              <a:defRPr sz="1200"/>
            </a:pPr>
            <a:r>
              <a:t>D:/pasar_fix/.git/objects/e4/617dffe4547b1cb41c7834fc8813f3eea70886</a:t>
            </a:r>
          </a:p>
          <a:p>
            <a:pPr>
              <a:defRPr sz="1200"/>
            </a:pPr>
            <a:r>
              <a:t>D:/pasar_fix/.git/objects/e5/025788ef7a101a9220f13655da0dd6ecc4f369</a:t>
            </a:r>
          </a:p>
          <a:p>
            <a:pPr>
              <a:defRPr sz="1200"/>
            </a:pPr>
            <a:r>
              <a:t>D:/pasar_fix/.git/objects/e6/99c8fa881ab9aa7277a6548aa65af5f63b08e3</a:t>
            </a:r>
          </a:p>
          <a:p>
            <a:pPr>
              <a:defRPr sz="1200"/>
            </a:pPr>
            <a:r>
              <a:t>D:/pasar_fix/.git/objects/ea/9e7a787d8a50e76c0e4e02900d1e5c4b6b9073</a:t>
            </a:r>
          </a:p>
          <a:p>
            <a:pPr>
              <a:defRPr sz="1200"/>
            </a:pPr>
            <a:r>
              <a:t>D:/pasar_fix/.git/objects/eb/6357a79f297230d0b9d35e4cd0b4e1273852e7</a:t>
            </a:r>
          </a:p>
          <a:p>
            <a:pPr>
              <a:defRPr sz="1200"/>
            </a:pPr>
            <a:r>
              <a:t>D:/pasar_fix/.git/objects/eb/bc3579340e18160bee42daa66a913566d1fe20</a:t>
            </a:r>
          </a:p>
          <a:p>
            <a:pPr>
              <a:defRPr sz="1200"/>
            </a:pPr>
            <a:r>
              <a:t>D:/pasar_fix/.git/objects/ec/2a80587047928273bd616f90c77087414df9d0</a:t>
            </a:r>
          </a:p>
          <a:p>
            <a:pPr>
              <a:defRPr sz="1200"/>
            </a:pPr>
            <a:r>
              <a:t>D:/pasar_fix/.git/objects/ed/0861ed129073bb6b6f3759cfcd33cdbc45b73b</a:t>
            </a:r>
          </a:p>
          <a:p>
            <a:pPr>
              <a:defRPr sz="1200"/>
            </a:pPr>
            <a:r>
              <a:t>D:/pasar_fix/.git/objects/ee/128d89f057522f5d1028e5d0d61a72c1b89b5e</a:t>
            </a:r>
          </a:p>
          <a:p>
            <a:pPr>
              <a:defRPr sz="1200"/>
            </a:pPr>
            <a:r>
              <a:t>D:/pasar_fix/.git/objects/ee/7902affc8a6075b06ba45eb4358123a6672760</a:t>
            </a:r>
          </a:p>
          <a:p>
            <a:pPr>
              <a:defRPr sz="1200"/>
            </a:pPr>
            <a:r>
              <a:t>D:/pasar_fix/.git/objects/ee/8d4462cd7b6d0ddda2fdbfdbbde27ef40500dd</a:t>
            </a:r>
          </a:p>
          <a:p>
            <a:pPr>
              <a:defRPr sz="1200"/>
            </a:pPr>
            <a:r>
              <a:t>D:/pasar_fix/.git/objects/ee/b1a9591832a7e4f1e0e9e41be31d33373b86e9</a:t>
            </a:r>
          </a:p>
          <a:p>
            <a:pPr>
              <a:defRPr sz="1200"/>
            </a:pPr>
            <a:r>
              <a:t>D:/pasar_fix/.git/objects/ee/e21e8e655d8ac3a158e7639175ca9b5374de8d</a:t>
            </a:r>
          </a:p>
          <a:p>
            <a:pPr>
              <a:defRPr sz="1200"/>
            </a:pPr>
            <a:r>
              <a:t>D:/pasar_fix/.git/objects/ef/236fc76500942fef75a3f8fd96a9f7ee36a954</a:t>
            </a:r>
          </a:p>
          <a:p>
            <a:pPr>
              <a:defRPr sz="1200"/>
            </a:pPr>
            <a:r>
              <a:t>D:/pasar_fix/.git/objects/ef/836c5d48e036726ffc04200c6425b21d989e2b</a:t>
            </a:r>
          </a:p>
          <a:p>
            <a:pPr>
              <a:defRPr sz="1200"/>
            </a:pPr>
            <a:r>
              <a:t>D:/pasar_fix/.git/objects/ef/f5f00aa612e19f5e166b6e7b4e6ceb3bb0dc69</a:t>
            </a:r>
          </a:p>
          <a:p>
            <a:pPr>
              <a:defRPr sz="1200"/>
            </a:pPr>
            <a:r>
              <a:t>D:/pasar_fix/.git/objects/ef/f725bd8fcce19aa47dcf5fd8db8c517b72227f</a:t>
            </a:r>
          </a:p>
          <a:p>
            <a:pPr>
              <a:defRPr sz="1200"/>
            </a:pPr>
            <a:r>
              <a:t>D:/pasar_fix/.git/objects/f0/89a0f5a99c78d2b7d4b88bddb65916e80ab42d</a:t>
            </a:r>
          </a:p>
          <a:p>
            <a:pPr>
              <a:defRPr sz="1200"/>
            </a:pPr>
            <a:r>
              <a:t>D:/pasar_fix/.git/objects/f0/dd918d3af906874ea0f6a76669b6d9ba9e9c74</a:t>
            </a:r>
          </a:p>
          <a:p>
            <a:pPr>
              <a:defRPr sz="1200"/>
            </a:pPr>
            <a:r>
              <a:t>D:/pasar_fix/.git/objects/f0/e1ed1866eec20d935cc08201d639be29f429dc</a:t>
            </a:r>
          </a:p>
          <a:p>
            <a:pPr>
              <a:defRPr sz="1200"/>
            </a:pPr>
            <a:r>
              <a:t>D:/pasar_fix/.git/objects/f2/7c40a1445a725fc7ad840e7dcd4b7db41025a9</a:t>
            </a:r>
          </a:p>
          <a:p>
            <a:pPr>
              <a:defRPr sz="1200"/>
            </a:pPr>
            <a:r>
              <a:t>D:/pasar_fix/.git/objects/f4/1676a36aa457dfa8306bb84cac80597770abbc</a:t>
            </a:r>
          </a:p>
          <a:p>
            <a:pPr>
              <a:defRPr sz="1200"/>
            </a:pPr>
            <a:r>
              <a:t>D:/pasar_fix/.git/objects/f4/5baa5132e011e2b26047a6ba10633d7b938814</a:t>
            </a:r>
          </a:p>
          <a:p>
            <a:pPr>
              <a:defRPr sz="1200"/>
            </a:pPr>
            <a:r>
              <a:t>D:/pasar_fix/.git/objects/f4/c5c0f496e59d93c799c75b2d52d04075cc668b</a:t>
            </a:r>
          </a:p>
          <a:p>
            <a:pPr>
              <a:defRPr sz="1200"/>
            </a:pPr>
            <a:r>
              <a:t>D:/pasar_fix/.git/objects/f5/426d7f73179a756a3345610cda524284502813</a:t>
            </a:r>
          </a:p>
          <a:p>
            <a:pPr>
              <a:defRPr sz="1200"/>
            </a:pPr>
            <a:r>
              <a:t>D:/pasar_fix/.git/objects/f5/632c1a0adcbbde7420aad3c8cead07b6969728</a:t>
            </a:r>
          </a:p>
          <a:p>
            <a:pPr>
              <a:defRPr sz="1200"/>
            </a:pPr>
            <a:r>
              <a:t>D:/pasar_fix/.git/objects/f5/b3470865bddf2fa34570cc09469b2f1ee4e286</a:t>
            </a:r>
          </a:p>
          <a:p>
            <a:pPr>
              <a:defRPr sz="1200"/>
            </a:pPr>
            <a:r>
              <a:t>D:/pasar_fix/.git/objects/f5/c62cfbf4d19632ba2fafb5ffdc94222c11befd</a:t>
            </a:r>
          </a:p>
          <a:p>
            <a:pPr>
              <a:defRPr sz="1200"/>
            </a:pPr>
            <a:r>
              <a:t>D:/pasar_fix/.git/objects/f6/06726a574dcce5381ca67d6f1e1eccc50a9f35</a:t>
            </a:r>
          </a:p>
          <a:p>
            <a:pPr>
              <a:defRPr sz="1200"/>
            </a:pPr>
            <a:r>
              <a:t>D:/pasar_fix/.git/objects/f6/2bf4f13655b78de2fd71dc0ae2b8c508930b8c</a:t>
            </a:r>
          </a:p>
          <a:p>
            <a:pPr>
              <a:defRPr sz="1200"/>
            </a:pPr>
            <a:r>
              <a:t>D:/pasar_fix/.git/objects/f6/4b7d092fab2a4888032b691f9bb11d17a37435</a:t>
            </a:r>
          </a:p>
          <a:p>
            <a:pPr>
              <a:defRPr sz="1200"/>
            </a:pPr>
            <a:r>
              <a:t>D:/pasar_fix/.git/objects/f6/db852cb28e60e2daf830744e63e2418d725f85</a:t>
            </a:r>
          </a:p>
          <a:p>
            <a:pPr>
              <a:defRPr sz="1200"/>
            </a:pPr>
            <a:r>
              <a:t>D:/pasar_fix/.git/objects/f7/175705f7cbe0a48893efe04ad567d982cbd099</a:t>
            </a:r>
          </a:p>
          <a:p>
            <a:pPr>
              <a:defRPr sz="1200"/>
            </a:pPr>
            <a:r>
              <a:t>D:/pasar_fix/.git/objects/f8/ab7eb986d2a3f60fa8eec5c0efe02ced310f8f</a:t>
            </a:r>
          </a:p>
          <a:p>
            <a:pPr>
              <a:defRPr sz="1200"/>
            </a:pPr>
            <a:r>
              <a:t>D:/pasar_fix/.git/objects/f8/c00d670d4b8a17b7bc0286428dd3a6e60309a0</a:t>
            </a:r>
          </a:p>
          <a:p>
            <a:pPr>
              <a:defRPr sz="1200"/>
            </a:pPr>
            <a:r>
              <a:t>D:/pasar_fix/.git/objects/f9/d81d558c67d58a854ef331874ff5a00c706813</a:t>
            </a:r>
          </a:p>
          <a:p>
            <a:pPr>
              <a:defRPr sz="1200"/>
            </a:pPr>
            <a:r>
              <a:t>D:/pasar_fix/.git/objects/fb/083be8506c714dcf99c26601b31f7a143a1f45</a:t>
            </a:r>
          </a:p>
          <a:p>
            <a:pPr>
              <a:defRPr sz="1200"/>
            </a:pPr>
            <a:r>
              <a:t>D:/pasar_fix/.git/objects/fb/c0d824f3ba74a55d9dc065be9a07b095a4c1eb</a:t>
            </a:r>
          </a:p>
          <a:p>
            <a:pPr>
              <a:defRPr sz="1200"/>
            </a:pPr>
            <a:r>
              <a:t>D:/pasar_fix/.git/objects/fb/ffb81195fbf2a0e0706194f6ae996bc79aeae8</a:t>
            </a:r>
          </a:p>
          <a:p>
            <a:pPr>
              <a:defRPr sz="1200"/>
            </a:pPr>
            <a:r>
              <a:t>D:/pasar_fix/.git/objects/fc/f175ef95e50689cc42c1fcab2747340dde6b15</a:t>
            </a:r>
          </a:p>
          <a:p>
            <a:pPr>
              <a:defRPr sz="1200"/>
            </a:pPr>
            <a:r>
              <a:t>D:/pasar_fix/.git/objects/fd/34065bc4b0bf19ee2e0bb5e34a4ce730c9deef</a:t>
            </a:r>
          </a:p>
          <a:p>
            <a:pPr>
              <a:defRPr sz="1200"/>
            </a:pPr>
            <a:r>
              <a:t>D:/pasar_fix/.git/objects/fd/79f9129efb4fd91aa872310db0d1aa29218cec</a:t>
            </a:r>
          </a:p>
          <a:p>
            <a:pPr>
              <a:defRPr sz="1200"/>
            </a:pPr>
            <a:r>
              <a:t>D:/pasar_fix/.git/objects/fe/212af19a5c7618675ffb46d1fbe7345e0639ce</a:t>
            </a:r>
          </a:p>
          <a:p>
            <a:pPr>
              <a:defRPr sz="1200"/>
            </a:pPr>
            <a:r>
              <a:t>D:/pasar_fix/.git/objects/fe/86070acdbbba5a8628af4e3d5d4acf174bf911</a:t>
            </a:r>
          </a:p>
          <a:p>
            <a:pPr>
              <a:defRPr sz="1200"/>
            </a:pPr>
            <a:r>
              <a:t>D:/pasar_fix/.git/objects/ff/f1c72abb4dfd1c8b90450554859f595ef64f81</a:t>
            </a:r>
          </a:p>
          <a:p>
            <a:pPr>
              <a:defRPr sz="1200"/>
            </a:pPr>
            <a:r>
              <a:t>D:/pasar_fix/.git/objects/pack/pack-47aa0d0bf35c05af3c752e72b151d34e68879df0.idx</a:t>
            </a:r>
          </a:p>
          <a:p>
            <a:pPr>
              <a:defRPr sz="1200"/>
            </a:pPr>
            <a:r>
              <a:t>D:/pasar_fix/.git/objects/pack/pack-47aa0d0bf35c05af3c752e72b151d34e68879df0.pack</a:t>
            </a:r>
          </a:p>
          <a:p>
            <a:pPr>
              <a:defRPr sz="1200"/>
            </a:pPr>
            <a:r>
              <a:t>D:/pasar_fix/.git/objects/pack/pack-47aa0d0bf35c05af3c752e72b151d34e68879df0.rev</a:t>
            </a:r>
          </a:p>
          <a:p>
            <a:pPr>
              <a:defRPr sz="1200"/>
            </a:pPr>
            <a:r>
              <a:t>D:/pasar_fix/.git/objects/pack/pack-5be2181f8d680a62b7ce0732d099b38bc1386960.idx</a:t>
            </a:r>
          </a:p>
          <a:p>
            <a:pPr>
              <a:defRPr sz="1200"/>
            </a:pPr>
            <a:r>
              <a:t>D:/pasar_fix/.git/objects/pack/pack-5be2181f8d680a62b7ce0732d099b38bc1386960.pack</a:t>
            </a:r>
          </a:p>
          <a:p>
            <a:pPr>
              <a:defRPr sz="1200"/>
            </a:pPr>
            <a:r>
              <a:t>D:/pasar_fix/.git/objects/pack/pack-5be2181f8d680a62b7ce0732d099b38bc1386960.rev</a:t>
            </a:r>
          </a:p>
          <a:p>
            <a:pPr>
              <a:defRPr sz="1200"/>
            </a:pPr>
            <a:r>
              <a:t>D:/pasar_fix/.git/objects/pack/tmp_pack_tm8zk2</a:t>
            </a:r>
          </a:p>
          <a:p>
            <a:pPr>
              <a:defRPr sz="1200"/>
            </a:pPr>
            <a:r>
              <a:t>D:/pasar_fix/.git/refs/heads/main</a:t>
            </a:r>
          </a:p>
          <a:p>
            <a:pPr>
              <a:defRPr sz="1200"/>
            </a:pPr>
            <a:r>
              <a:t>D:/pasar_fix/.git/refs/remotes/origin/HEAD</a:t>
            </a:r>
          </a:p>
          <a:p>
            <a:pPr>
              <a:defRPr sz="1200"/>
            </a:pPr>
            <a:r>
              <a:t>D:/pasar_fix/.git/refs/remotes/origin/main</a:t>
            </a:r>
          </a:p>
          <a:p>
            <a:pPr>
              <a:defRPr sz="1200"/>
            </a:pPr>
            <a:r>
              <a:t>D:/pasar_fix/.git/refs/remotes/personal/main</a:t>
            </a:r>
          </a:p>
          <a:p>
            <a:pPr>
              <a:defRPr sz="1200"/>
            </a:pPr>
            <a:r>
              <a:t>D:/pasar_fix/.github/instructions/bts.instructions.md</a:t>
            </a:r>
          </a:p>
          <a:p>
            <a:pPr>
              <a:defRPr sz="1200"/>
            </a:pPr>
            <a:r>
              <a:t>D:/pasar_fix/.github/workflows/ping.yml</a:t>
            </a:r>
          </a:p>
          <a:p>
            <a:pPr>
              <a:defRPr sz="1200"/>
            </a:pPr>
            <a:r>
              <a:t>D:/pasar_fix/.husky/pre-commit</a:t>
            </a:r>
          </a:p>
          <a:p>
            <a:pPr>
              <a:defRPr sz="1200"/>
            </a:pPr>
            <a:r>
              <a:t>D:/pasar_fix/.turbo/preferences/tui.json</a:t>
            </a:r>
          </a:p>
          <a:p>
            <a:pPr>
              <a:defRPr sz="1200"/>
            </a:pPr>
            <a:r>
              <a:t>D:/pasar_fix/alldocmark/AGENTS.md</a:t>
            </a:r>
          </a:p>
          <a:p>
            <a:pPr>
              <a:defRPr sz="1200"/>
            </a:pPr>
            <a:r>
              <a:t>D:/pasar_fix/alldocmark/alldocmark.rar</a:t>
            </a:r>
          </a:p>
          <a:p>
            <a:pPr>
              <a:defRPr sz="1200"/>
            </a:pPr>
            <a:r>
              <a:t>D:/pasar_fix/alldocmark/arch.md</a:t>
            </a:r>
          </a:p>
          <a:p>
            <a:pPr>
              <a:defRPr sz="1200"/>
            </a:pPr>
            <a:r>
              <a:t>D:/pasar_fix/alldocmark/BAB_MAPPING.md</a:t>
            </a:r>
          </a:p>
          <a:p>
            <a:pPr>
              <a:defRPr sz="1200"/>
            </a:pPr>
            <a:r>
              <a:t>D:/pasar_fix/alldocmark/backend-frontend-gap.md</a:t>
            </a:r>
          </a:p>
          <a:p>
            <a:pPr>
              <a:defRPr sz="1200"/>
            </a:pPr>
            <a:r>
              <a:t>D:/pasar_fix/alldocmark/bts.instructions.md</a:t>
            </a:r>
          </a:p>
          <a:p>
            <a:pPr>
              <a:defRPr sz="1200"/>
            </a:pPr>
            <a:r>
              <a:t>D:/pasar_fix/alldocmark/CLAUDE.md</a:t>
            </a:r>
          </a:p>
          <a:p>
            <a:pPr>
              <a:defRPr sz="1200"/>
            </a:pPr>
            <a:r>
              <a:t>D:/pasar_fix/alldocmark/CODEX.md</a:t>
            </a:r>
          </a:p>
          <a:p>
            <a:pPr>
              <a:defRPr sz="1200"/>
            </a:pPr>
            <a:r>
              <a:t>D:/pasar_fix/alldocmark/design.md</a:t>
            </a:r>
          </a:p>
          <a:p>
            <a:pPr>
              <a:defRPr sz="1200"/>
            </a:pPr>
            <a:r>
              <a:t>D:/pasar_fix/alldocmark/GEMINI.md</a:t>
            </a:r>
          </a:p>
          <a:p>
            <a:pPr>
              <a:defRPr sz="1200"/>
            </a:pPr>
            <a:r>
              <a:t>D:/pasar_fix/alldocmark/GUIDEBOOK.md</a:t>
            </a:r>
          </a:p>
          <a:p>
            <a:pPr>
              <a:defRPr sz="1200"/>
            </a:pPr>
            <a:r>
              <a:t>D:/pasar_fix/alldocmark/implementation-approach.md</a:t>
            </a:r>
          </a:p>
          <a:p>
            <a:pPr>
              <a:defRPr sz="1200"/>
            </a:pPr>
            <a:r>
              <a:t>D:/pasar_fix/alldocmark/INTERNSHIP_CONTRIBUTION_CONTEXT.md</a:t>
            </a:r>
          </a:p>
          <a:p>
            <a:pPr>
              <a:defRPr sz="1200"/>
            </a:pPr>
            <a:r>
              <a:t>D:/pasar_fix/alldocmark/MAGANG_REPORT_CONTEXT.md</a:t>
            </a:r>
          </a:p>
          <a:p>
            <a:pPr>
              <a:defRPr sz="1200"/>
            </a:pPr>
            <a:r>
              <a:t>D:/pasar_fix/alldocmark/NETLIFY.md</a:t>
            </a:r>
          </a:p>
          <a:p>
            <a:pPr>
              <a:defRPr sz="1200"/>
            </a:pPr>
            <a:r>
              <a:t>D:/pasar_fix/alldocmark/product.md</a:t>
            </a:r>
          </a:p>
          <a:p>
            <a:pPr>
              <a:defRPr sz="1200"/>
            </a:pPr>
            <a:r>
              <a:t>D:/pasar_fix/alldocmark/PROJECT_DOCUMENTATION_FOR_INTERNSHIP.md</a:t>
            </a:r>
          </a:p>
          <a:p>
            <a:pPr>
              <a:defRPr sz="1200"/>
            </a:pPr>
            <a:r>
              <a:t>D:/pasar_fix/alldocmark/QWEN.md</a:t>
            </a:r>
          </a:p>
          <a:p>
            <a:pPr>
              <a:defRPr sz="1200"/>
            </a:pPr>
            <a:r>
              <a:t>D:/pasar_fix/alldocmark/README.md</a:t>
            </a:r>
          </a:p>
          <a:p>
            <a:pPr>
              <a:defRPr sz="1200"/>
            </a:pPr>
            <a:r>
              <a:t>D:/pasar_fix/alldocmark/REPORT_WRITING_GUIDE.md</a:t>
            </a:r>
          </a:p>
          <a:p>
            <a:pPr>
              <a:defRPr sz="1200"/>
            </a:pPr>
            <a:r>
              <a:t>D:/pasar_fix/alldocmark/requirements.md</a:t>
            </a:r>
          </a:p>
          <a:p>
            <a:pPr>
              <a:defRPr sz="1200"/>
            </a:pPr>
            <a:r>
              <a:t>D:/pasar_fix/alldocmark/RULES-ATTENTIO.md</a:t>
            </a:r>
          </a:p>
          <a:p>
            <a:pPr>
              <a:defRPr sz="1200"/>
            </a:pPr>
            <a:r>
              <a:t>D:/pasar_fix/alldocmark/SETUPNLY.MD</a:t>
            </a:r>
          </a:p>
          <a:p>
            <a:pPr>
              <a:defRPr sz="1200"/>
            </a:pPr>
            <a:r>
              <a:t>D:/pasar_fix/alldocmark/structure.md</a:t>
            </a:r>
          </a:p>
          <a:p>
            <a:pPr>
              <a:defRPr sz="1200"/>
            </a:pPr>
            <a:r>
              <a:t>D:/pasar_fix/alldocmark/tasks.md</a:t>
            </a:r>
          </a:p>
          <a:p>
            <a:pPr>
              <a:defRPr sz="1200"/>
            </a:pPr>
            <a:r>
              <a:t>D:/pasar_fix/alldocmark/tech.md</a:t>
            </a:r>
          </a:p>
          <a:p>
            <a:pPr>
              <a:defRPr sz="1200"/>
            </a:pPr>
            <a:r>
              <a:t>D:/pasar_fix/apps/web/.env</a:t>
            </a:r>
          </a:p>
          <a:p>
            <a:pPr>
              <a:defRPr sz="1200"/>
            </a:pPr>
            <a:r>
              <a:t>D:/pasar_fix/apps/web/.env.example</a:t>
            </a:r>
          </a:p>
          <a:p>
            <a:pPr>
              <a:defRPr sz="1200"/>
            </a:pPr>
            <a:r>
              <a:t>D:/pasar_fix/apps/web/.env.local</a:t>
            </a:r>
          </a:p>
          <a:p>
            <a:pPr>
              <a:defRPr sz="1200"/>
            </a:pPr>
            <a:r>
              <a:t>D:/pasar_fix/apps/web/.env.production</a:t>
            </a:r>
          </a:p>
          <a:p>
            <a:pPr>
              <a:defRPr sz="1200"/>
            </a:pPr>
            <a:r>
              <a:t>D:/pasar_fix/apps/web/.gitignore</a:t>
            </a:r>
          </a:p>
          <a:p>
            <a:pPr>
              <a:defRPr sz="1200"/>
            </a:pPr>
            <a:r>
              <a:t>D:/pasar_fix/apps/web/build_log.txt</a:t>
            </a:r>
          </a:p>
          <a:p>
            <a:pPr>
              <a:defRPr sz="1200"/>
            </a:pPr>
            <a:r>
              <a:t>D:/pasar_fix/apps/web/build_log_2.txt</a:t>
            </a:r>
          </a:p>
          <a:p>
            <a:pPr>
              <a:defRPr sz="1200"/>
            </a:pPr>
            <a:r>
              <a:t>D:/pasar_fix/apps/web/components.json</a:t>
            </a:r>
          </a:p>
          <a:p>
            <a:pPr>
              <a:defRPr sz="1200"/>
            </a:pPr>
            <a:r>
              <a:t>D:/pasar_fix/apps/web/docker-compose.yml</a:t>
            </a:r>
          </a:p>
          <a:p>
            <a:pPr>
              <a:defRPr sz="1200"/>
            </a:pPr>
            <a:r>
              <a:t>D:/pasar_fix/apps/web/Dockerfile</a:t>
            </a:r>
          </a:p>
          <a:p>
            <a:pPr>
              <a:defRPr sz="1200"/>
            </a:pPr>
            <a:r>
              <a:t>D:/pasar_fix/apps/web/drizzle.config.ts</a:t>
            </a:r>
          </a:p>
          <a:p>
            <a:pPr>
              <a:defRPr sz="1200"/>
            </a:pPr>
            <a:r>
              <a:t>D:/pasar_fix/apps/web/lingui.config.ts</a:t>
            </a:r>
          </a:p>
          <a:p>
            <a:pPr>
              <a:defRPr sz="1200"/>
            </a:pPr>
            <a:r>
              <a:t>D:/pasar_fix/apps/web/package.json</a:t>
            </a:r>
          </a:p>
          <a:p>
            <a:pPr>
              <a:defRPr sz="1200"/>
            </a:pPr>
            <a:r>
              <a:t>D:/pasar_fix/apps/web/README.md</a:t>
            </a:r>
          </a:p>
          <a:p>
            <a:pPr>
              <a:defRPr sz="1200"/>
            </a:pPr>
            <a:r>
              <a:t>D:/pasar_fix/apps/web/todos.json</a:t>
            </a:r>
          </a:p>
          <a:p>
            <a:pPr>
              <a:defRPr sz="1200"/>
            </a:pPr>
            <a:r>
              <a:t>D:/pasar_fix/apps/web/tsconfig.json</a:t>
            </a:r>
          </a:p>
          <a:p>
            <a:pPr>
              <a:defRPr sz="1200"/>
            </a:pPr>
            <a:r>
              <a:t>D:/pasar_fix/apps/web/vite.config.ts</a:t>
            </a:r>
          </a:p>
          <a:p>
            <a:pPr>
              <a:defRPr sz="1200"/>
            </a:pPr>
            <a:r>
              <a:t>D:/pasar_fix/apps/web/vitest.config.ts</a:t>
            </a:r>
          </a:p>
          <a:p>
            <a:pPr>
              <a:defRPr sz="1200"/>
            </a:pPr>
            <a:r>
              <a:t>D:/pasar_fix/apps/web/.netlify/state.json</a:t>
            </a:r>
          </a:p>
          <a:p>
            <a:pPr>
              <a:defRPr sz="1200"/>
            </a:pPr>
            <a:r>
              <a:t>D:/pasar_fix/apps/web/.nitro/types/nitro-config.d.ts</a:t>
            </a:r>
          </a:p>
          <a:p>
            <a:pPr>
              <a:defRPr sz="1200"/>
            </a:pPr>
            <a:r>
              <a:t>D:/pasar_fix/apps/web/.nitro/types/nitro-imports.d.ts</a:t>
            </a:r>
          </a:p>
          <a:p>
            <a:pPr>
              <a:defRPr sz="1200"/>
            </a:pPr>
            <a:r>
              <a:t>D:/pasar_fix/apps/web/.nitro/types/nitro-routes.d.ts</a:t>
            </a:r>
          </a:p>
          <a:p>
            <a:pPr>
              <a:defRPr sz="1200"/>
            </a:pPr>
            <a:r>
              <a:t>D:/pasar_fix/apps/web/.nitro/types/nitro.d.ts</a:t>
            </a:r>
          </a:p>
          <a:p>
            <a:pPr>
              <a:defRPr sz="1200"/>
            </a:pPr>
            <a:r>
              <a:t>D:/pasar_fix/apps/web/.tanstack/start/build/client-dist/favicon.ico</a:t>
            </a:r>
          </a:p>
          <a:p>
            <a:pPr>
              <a:defRPr sz="1200"/>
            </a:pPr>
            <a:r>
              <a:t>D:/pasar_fix/apps/web/.tanstack/start/build/client-dist/logo192.png</a:t>
            </a:r>
          </a:p>
          <a:p>
            <a:pPr>
              <a:defRPr sz="1200"/>
            </a:pPr>
            <a:r>
              <a:t>D:/pasar_fix/apps/web/.tanstack/start/build/client-dist/logo512.png</a:t>
            </a:r>
          </a:p>
          <a:p>
            <a:pPr>
              <a:defRPr sz="1200"/>
            </a:pPr>
            <a:r>
              <a:t>D:/pasar_fix/apps/web/.tanstack/start/build/client-dist/manifest.json</a:t>
            </a:r>
          </a:p>
          <a:p>
            <a:pPr>
              <a:defRPr sz="1200"/>
            </a:pPr>
            <a:r>
              <a:t>D:/pasar_fix/apps/web/.tanstack/start/build/client-dist/robots.txt</a:t>
            </a:r>
          </a:p>
          <a:p>
            <a:pPr>
              <a:defRPr sz="1200"/>
            </a:pPr>
            <a:r>
              <a:t>D:/pasar_fix/apps/web/.tanstack/start/build/client-dist/.vite/manifest.json</a:t>
            </a:r>
          </a:p>
          <a:p>
            <a:pPr>
              <a:defRPr sz="1200"/>
            </a:pPr>
            <a:r>
              <a:t>D:/pasar_fix/apps/web/.tanstack/start/build/client-dist/assets/admin-en-CgyGtbFm.js</a:t>
            </a:r>
          </a:p>
          <a:p>
            <a:pPr>
              <a:defRPr sz="1200"/>
            </a:pPr>
            <a:r>
              <a:t>D:/pasar_fix/apps/web/.tanstack/start/build/client-dist/assets/admin-id-CNHoyfJD.js</a:t>
            </a:r>
          </a:p>
          <a:p>
            <a:pPr>
              <a:defRPr sz="1200"/>
            </a:pPr>
            <a:r>
              <a:t>D:/pasar_fix/apps/web/.tanstack/start/build/client-dist/assets/auth-en-D5NXRyq-.js</a:t>
            </a:r>
          </a:p>
          <a:p>
            <a:pPr>
              <a:defRPr sz="1200"/>
            </a:pPr>
            <a:r>
              <a:t>D:/pasar_fix/apps/web/.tanstack/start/build/client-dist/assets/auth-id-C5z15NVH.js</a:t>
            </a:r>
          </a:p>
          <a:p>
            <a:pPr>
              <a:defRPr sz="1200"/>
            </a:pPr>
            <a:r>
              <a:t>D:/pasar_fix/apps/web/.tanstack/start/build/client-dist/assets/badge-BSWMBvqO.js</a:t>
            </a:r>
          </a:p>
          <a:p>
            <a:pPr>
              <a:defRPr sz="1200"/>
            </a:pPr>
            <a:r>
              <a:t>D:/pasar_fix/apps/web/.tanstack/start/build/client-dist/assets/card-QTMf4i6l.js</a:t>
            </a:r>
          </a:p>
          <a:p>
            <a:pPr>
              <a:defRPr sz="1200"/>
            </a:pPr>
            <a:r>
              <a:t>D:/pasar_fix/apps/web/.tanstack/start/build/client-dist/assets/check-dene05bc.js</a:t>
            </a:r>
          </a:p>
          <a:p>
            <a:pPr>
              <a:defRPr sz="1200"/>
            </a:pPr>
            <a:r>
              <a:t>D:/pasar_fix/apps/web/.tanstack/start/build/client-dist/assets/createFormHook-DanXurSD.js</a:t>
            </a:r>
          </a:p>
          <a:p>
            <a:pPr>
              <a:defRPr sz="1200"/>
            </a:pPr>
            <a:r>
              <a:t>D:/pasar_fix/apps/web/.tanstack/start/build/client-dist/assets/dashboard-CgDabaah.js</a:t>
            </a:r>
          </a:p>
          <a:p>
            <a:pPr>
              <a:defRPr sz="1200"/>
            </a:pPr>
            <a:r>
              <a:t>D:/pasar_fix/apps/web/.tanstack/start/build/client-dist/assets/dialog-CE-aX8jp.js</a:t>
            </a:r>
          </a:p>
          <a:p>
            <a:pPr>
              <a:defRPr sz="1200"/>
            </a:pPr>
            <a:r>
              <a:t>D:/pasar_fix/apps/web/.tanstack/start/build/client-dist/assets/dynamic-map-CIGW-MKW.css</a:t>
            </a:r>
          </a:p>
          <a:p>
            <a:pPr>
              <a:defRPr sz="1200"/>
            </a:pPr>
            <a:r>
              <a:t>D:/pasar_fix/apps/web/.tanstack/start/build/client-dist/assets/dynamic-map-DPde4e8j.js</a:t>
            </a:r>
          </a:p>
          <a:p>
            <a:pPr>
              <a:defRPr sz="1200"/>
            </a:pPr>
            <a:r>
              <a:t>D:/pasar_fix/apps/web/.tanstack/start/build/client-dist/assets/FileSaver.min-xa5hSz8c.js</a:t>
            </a:r>
          </a:p>
          <a:p>
            <a:pPr>
              <a:defRPr sz="1200"/>
            </a:pPr>
            <a:r>
              <a:t>D:/pasar_fix/apps/web/.tanstack/start/build/client-dist/assets/form-Ckl3i6Nh.js</a:t>
            </a:r>
          </a:p>
          <a:p>
            <a:pPr>
              <a:defRPr sz="1200"/>
            </a:pPr>
            <a:r>
              <a:t>D:/pasar_fix/apps/web/.tanstack/start/build/client-dist/assets/form-CmuaQOuY.js</a:t>
            </a:r>
          </a:p>
          <a:p>
            <a:pPr>
              <a:defRPr sz="1200"/>
            </a:pPr>
            <a:r>
              <a:t>D:/pasar_fix/apps/web/.tanstack/start/build/client-dist/assets/form-components-CVI9jydB.js</a:t>
            </a:r>
          </a:p>
          <a:p>
            <a:pPr>
              <a:defRPr sz="1200"/>
            </a:pPr>
            <a:r>
              <a:t>D:/pasar_fix/apps/web/.tanstack/start/build/client-dist/assets/form.address-DG5RyHs5.js</a:t>
            </a:r>
          </a:p>
          <a:p>
            <a:pPr>
              <a:defRPr sz="1200"/>
            </a:pPr>
            <a:r>
              <a:t>D:/pasar_fix/apps/web/.tanstack/start/build/client-dist/assets/form.simple-Dn5sBlvQ.js</a:t>
            </a:r>
          </a:p>
          <a:p>
            <a:pPr>
              <a:defRPr sz="1200"/>
            </a:pPr>
            <a:r>
              <a:t>D:/pasar_fix/apps/web/.tanstack/start/build/client-dist/assets/gallery-vertical-end-CNs36_lD.js</a:t>
            </a:r>
          </a:p>
          <a:p>
            <a:pPr>
              <a:defRPr sz="1200"/>
            </a:pPr>
            <a:r>
              <a:t>D:/pasar_fix/apps/web/.tanstack/start/build/client-dist/assets/global-en-BcyiIGns.js</a:t>
            </a:r>
          </a:p>
          <a:p>
            <a:pPr>
              <a:defRPr sz="1200"/>
            </a:pPr>
            <a:r>
              <a:t>D:/pasar_fix/apps/web/.tanstack/start/build/client-dist/assets/global-id-prQfhqTN.js</a:t>
            </a:r>
          </a:p>
          <a:p>
            <a:pPr>
              <a:defRPr sz="1200"/>
            </a:pPr>
            <a:r>
              <a:t>D:/pasar_fix/apps/web/.tanstack/start/build/client-dist/assets/index-BcnMn40i.js</a:t>
            </a:r>
          </a:p>
          <a:p>
            <a:pPr>
              <a:defRPr sz="1200"/>
            </a:pPr>
            <a:r>
              <a:t>D:/pasar_fix/apps/web/.tanstack/start/build/client-dist/assets/index-BsR5Un4L.js</a:t>
            </a:r>
          </a:p>
          <a:p>
            <a:pPr>
              <a:defRPr sz="1200"/>
            </a:pPr>
            <a:r>
              <a:t>D:/pasar_fix/apps/web/.tanstack/start/build/client-dist/assets/index-BtS8eIZs.js</a:t>
            </a:r>
          </a:p>
          <a:p>
            <a:pPr>
              <a:defRPr sz="1200"/>
            </a:pPr>
            <a:r>
              <a:t>D:/pasar_fix/apps/web/.tanstack/start/build/client-dist/assets/index-B_9geyGI.js</a:t>
            </a:r>
          </a:p>
          <a:p>
            <a:pPr>
              <a:defRPr sz="1200"/>
            </a:pPr>
            <a:r>
              <a:t>D:/pasar_fix/apps/web/.tanstack/start/build/client-dist/assets/index-C5uPvM8m.js</a:t>
            </a:r>
          </a:p>
          <a:p>
            <a:pPr>
              <a:defRPr sz="1200"/>
            </a:pPr>
            <a:r>
              <a:t>D:/pasar_fix/apps/web/.tanstack/start/build/client-dist/assets/index-CDfekrWS.js</a:t>
            </a:r>
          </a:p>
          <a:p>
            <a:pPr>
              <a:defRPr sz="1200"/>
            </a:pPr>
            <a:r>
              <a:t>D:/pasar_fix/apps/web/.tanstack/start/build/client-dist/assets/index-Cdxi_J7E.js</a:t>
            </a:r>
          </a:p>
          <a:p>
            <a:pPr>
              <a:defRPr sz="1200"/>
            </a:pPr>
            <a:r>
              <a:t>D:/pasar_fix/apps/web/.tanstack/start/build/client-dist/assets/index-CHQU_GWa.js</a:t>
            </a:r>
          </a:p>
          <a:p>
            <a:pPr>
              <a:defRPr sz="1200"/>
            </a:pPr>
            <a:r>
              <a:t>D:/pasar_fix/apps/web/.tanstack/start/build/client-dist/assets/index-CJXPw3zF.js</a:t>
            </a:r>
          </a:p>
          <a:p>
            <a:pPr>
              <a:defRPr sz="1200"/>
            </a:pPr>
            <a:r>
              <a:t>D:/pasar_fix/apps/web/.tanstack/start/build/client-dist/assets/index-Cl0qJ-7J.js</a:t>
            </a:r>
          </a:p>
          <a:p>
            <a:pPr>
              <a:defRPr sz="1200"/>
            </a:pPr>
            <a:r>
              <a:t>D:/pasar_fix/apps/web/.tanstack/start/build/client-dist/assets/index-CnMqXtFi.js</a:t>
            </a:r>
          </a:p>
          <a:p>
            <a:pPr>
              <a:defRPr sz="1200"/>
            </a:pPr>
            <a:r>
              <a:t>D:/pasar_fix/apps/web/.tanstack/start/build/client-dist/assets/index-CSvbBYM-.js</a:t>
            </a:r>
          </a:p>
          <a:p>
            <a:pPr>
              <a:defRPr sz="1200"/>
            </a:pPr>
            <a:r>
              <a:t>D:/pasar_fix/apps/web/.tanstack/start/build/client-dist/assets/index-D0aeFO87.js</a:t>
            </a:r>
          </a:p>
          <a:p>
            <a:pPr>
              <a:defRPr sz="1200"/>
            </a:pPr>
            <a:r>
              <a:t>D:/pasar_fix/apps/web/.tanstack/start/build/client-dist/assets/index-D0R9J8VG.js</a:t>
            </a:r>
          </a:p>
          <a:p>
            <a:pPr>
              <a:defRPr sz="1200"/>
            </a:pPr>
            <a:r>
              <a:t>D:/pasar_fix/apps/web/.tanstack/start/build/client-dist/assets/index-DdQ7j5nE.js</a:t>
            </a:r>
          </a:p>
          <a:p>
            <a:pPr>
              <a:defRPr sz="1200"/>
            </a:pPr>
            <a:r>
              <a:t>D:/pasar_fix/apps/web/.tanstack/start/build/client-dist/assets/index-Deohk0XE.js</a:t>
            </a:r>
          </a:p>
          <a:p>
            <a:pPr>
              <a:defRPr sz="1200"/>
            </a:pPr>
            <a:r>
              <a:t>D:/pasar_fix/apps/web/.tanstack/start/build/client-dist/assets/index-DFXLI8Zo.js</a:t>
            </a:r>
          </a:p>
          <a:p>
            <a:pPr>
              <a:defRPr sz="1200"/>
            </a:pPr>
            <a:r>
              <a:t>D:/pasar_fix/apps/web/.tanstack/start/build/client-dist/assets/index-DILd8rUi.js</a:t>
            </a:r>
          </a:p>
          <a:p>
            <a:pPr>
              <a:defRPr sz="1200"/>
            </a:pPr>
            <a:r>
              <a:t>D:/pasar_fix/apps/web/.tanstack/start/build/client-dist/assets/index-DjGzvOst.js</a:t>
            </a:r>
          </a:p>
          <a:p>
            <a:pPr>
              <a:defRPr sz="1200"/>
            </a:pPr>
            <a:r>
              <a:t>D:/pasar_fix/apps/web/.tanstack/start/build/client-dist/assets/index-DupBKik6.js</a:t>
            </a:r>
          </a:p>
          <a:p>
            <a:pPr>
              <a:defRPr sz="1200"/>
            </a:pPr>
            <a:r>
              <a:t>D:/pasar_fix/apps/web/.tanstack/start/build/client-dist/assets/index-HmkjkgU7.js</a:t>
            </a:r>
          </a:p>
          <a:p>
            <a:pPr>
              <a:defRPr sz="1200"/>
            </a:pPr>
            <a:r>
              <a:t>D:/pasar_fix/apps/web/.tanstack/start/build/client-dist/assets/index-k3Q8kXnH.js</a:t>
            </a:r>
          </a:p>
          <a:p>
            <a:pPr>
              <a:defRPr sz="1200"/>
            </a:pPr>
            <a:r>
              <a:t>D:/pasar_fix/apps/web/.tanstack/start/build/client-dist/assets/index-KQKbRtKo.js</a:t>
            </a:r>
          </a:p>
          <a:p>
            <a:pPr>
              <a:defRPr sz="1200"/>
            </a:pPr>
            <a:r>
              <a:t>D:/pasar_fix/apps/web/.tanstack/start/build/client-dist/assets/index-lhLu7wdJ.js</a:t>
            </a:r>
          </a:p>
          <a:p>
            <a:pPr>
              <a:defRPr sz="1200"/>
            </a:pPr>
            <a:r>
              <a:t>D:/pasar_fix/apps/web/.tanstack/start/build/client-dist/assets/index-qxAPdvCL.js</a:t>
            </a:r>
          </a:p>
          <a:p>
            <a:pPr>
              <a:defRPr sz="1200"/>
            </a:pPr>
            <a:r>
              <a:t>D:/pasar_fix/apps/web/.tanstack/start/build/client-dist/assets/index-rqUH7TSt.js</a:t>
            </a:r>
          </a:p>
          <a:p>
            <a:pPr>
              <a:defRPr sz="1200"/>
            </a:pPr>
            <a:r>
              <a:t>D:/pasar_fix/apps/web/.tanstack/start/build/client-dist/assets/index-UmhKybbs.js</a:t>
            </a:r>
          </a:p>
          <a:p>
            <a:pPr>
              <a:defRPr sz="1200"/>
            </a:pPr>
            <a:r>
              <a:t>D:/pasar_fix/apps/web/.tanstack/start/build/client-dist/assets/input-DeI5JCF_.js</a:t>
            </a:r>
          </a:p>
          <a:p>
            <a:pPr>
              <a:defRPr sz="1200"/>
            </a:pPr>
            <a:r>
              <a:t>D:/pasar_fix/apps/web/.tanstack/start/build/client-dist/assets/label-BwaLPp7m.js</a:t>
            </a:r>
          </a:p>
          <a:p>
            <a:pPr>
              <a:defRPr sz="1200"/>
            </a:pPr>
            <a:r>
              <a:t>D:/pasar_fix/apps/web/.tanstack/start/build/client-dist/assets/layers-62yqSuVu.js</a:t>
            </a:r>
          </a:p>
          <a:p>
            <a:pPr>
              <a:defRPr sz="1200"/>
            </a:pPr>
            <a:r>
              <a:t>D:/pasar_fix/apps/web/.tanstack/start/build/client-dist/assets/loader-circle-DaZ_wnmy.js</a:t>
            </a:r>
          </a:p>
          <a:p>
            <a:pPr>
              <a:defRPr sz="1200"/>
            </a:pPr>
            <a:r>
              <a:t>D:/pasar_fix/apps/web/.tanstack/start/build/client-dist/assets/login-Cdyq4_S7.js</a:t>
            </a:r>
          </a:p>
          <a:p>
            <a:pPr>
              <a:defRPr sz="1200"/>
            </a:pPr>
            <a:r>
              <a:t>D:/pasar_fix/apps/web/.tanstack/start/build/client-dist/assets/main-4F31o_8p.css</a:t>
            </a:r>
          </a:p>
          <a:p>
            <a:pPr>
              <a:defRPr sz="1200"/>
            </a:pPr>
            <a:r>
              <a:t>D:/pasar_fix/apps/web/.tanstack/start/build/client-dist/assets/main-Dk_UES0h.js</a:t>
            </a:r>
          </a:p>
          <a:p>
            <a:pPr>
              <a:defRPr sz="1200"/>
            </a:pPr>
            <a:r>
              <a:t>D:/pasar_fix/apps/web/.tanstack/start/build/client-dist/assets/map-context-0-iBpeuA.js</a:t>
            </a:r>
          </a:p>
          <a:p>
            <a:pPr>
              <a:defRPr sz="1200"/>
            </a:pPr>
            <a:r>
              <a:t>D:/pasar_fix/apps/web/.tanstack/start/build/client-dist/assets/map-en-VEVOohth.js</a:t>
            </a:r>
          </a:p>
          <a:p>
            <a:pPr>
              <a:defRPr sz="1200"/>
            </a:pPr>
            <a:r>
              <a:t>D:/pasar_fix/apps/web/.tanstack/start/build/client-dist/assets/map-id-CnHGjWI7.js</a:t>
            </a:r>
          </a:p>
          <a:p>
            <a:pPr>
              <a:defRPr sz="1200"/>
            </a:pPr>
            <a:r>
              <a:t>D:/pasar_fix/apps/web/.tanstack/start/build/client-dist/assets/orpc-todo-Vr9dEFSR.js</a:t>
            </a:r>
          </a:p>
          <a:p>
            <a:pPr>
              <a:defRPr sz="1200"/>
            </a:pPr>
            <a:r>
              <a:t>D:/pasar_fix/apps/web/.tanstack/start/build/client-dist/assets/pages-en-v5KHadtU.js</a:t>
            </a:r>
          </a:p>
          <a:p>
            <a:pPr>
              <a:defRPr sz="1200"/>
            </a:pPr>
            <a:r>
              <a:t>D:/pasar_fix/apps/web/.tanstack/start/build/client-dist/assets/pages-id-BApgQD5u.js</a:t>
            </a:r>
          </a:p>
          <a:p>
            <a:pPr>
              <a:defRPr sz="1200"/>
            </a:pPr>
            <a:r>
              <a:t>D:/pasar_fix/apps/web/.tanstack/start/build/client-dist/assets/plus-C6GlCWBU.js</a:t>
            </a:r>
          </a:p>
          <a:p>
            <a:pPr>
              <a:defRPr sz="1200"/>
            </a:pPr>
            <a:r>
              <a:t>D:/pasar_fix/apps/web/.tanstack/start/build/client-dist/assets/route-DGIYaUCb.js</a:t>
            </a:r>
          </a:p>
          <a:p>
            <a:pPr>
              <a:defRPr sz="1200"/>
            </a:pPr>
            <a:r>
              <a:t>D:/pasar_fix/apps/web/.tanstack/start/build/client-dist/assets/route-vmITIwkX.js</a:t>
            </a:r>
          </a:p>
          <a:p>
            <a:pPr>
              <a:defRPr sz="1200"/>
            </a:pPr>
            <a:r>
              <a:t>D:/pasar_fix/apps/web/.tanstack/start/build/client-dist/assets/search-DnxAKH76.js</a:t>
            </a:r>
          </a:p>
          <a:p>
            <a:pPr>
              <a:defRPr sz="1200"/>
            </a:pPr>
            <a:r>
              <a:t>D:/pasar_fix/apps/web/.tanstack/start/build/client-dist/assets/select-BHNA7qeh.js</a:t>
            </a:r>
          </a:p>
          <a:p>
            <a:pPr>
              <a:defRPr sz="1200"/>
            </a:pPr>
            <a:r>
              <a:t>D:/pasar_fix/apps/web/.tanstack/start/build/client-dist/assets/sidebar-DtUwjObL.js</a:t>
            </a:r>
          </a:p>
          <a:p>
            <a:pPr>
              <a:defRPr sz="1200"/>
            </a:pPr>
            <a:r>
              <a:t>D:/pasar_fix/apps/web/.tanstack/start/build/client-dist/assets/signup-C6gRis9j.js</a:t>
            </a:r>
          </a:p>
          <a:p>
            <a:pPr>
              <a:defRPr sz="1200"/>
            </a:pPr>
            <a:r>
              <a:t>D:/pasar_fix/apps/web/.tanstack/start/build/client-dist/assets/sprout-4-6o-9nf.js</a:t>
            </a:r>
          </a:p>
          <a:p>
            <a:pPr>
              <a:defRPr sz="1200"/>
            </a:pPr>
            <a:r>
              <a:t>D:/pasar_fix/apps/web/.tanstack/start/build/client-dist/assets/square-pen-YjBsR2VD.js</a:t>
            </a:r>
          </a:p>
          <a:p>
            <a:pPr>
              <a:defRPr sz="1200"/>
            </a:pPr>
            <a:r>
              <a:t>D:/pasar_fix/apps/web/.tanstack/start/build/client-dist/assets/store-DZxUDGO_.js</a:t>
            </a:r>
          </a:p>
          <a:p>
            <a:pPr>
              <a:defRPr sz="1200"/>
            </a:pPr>
            <a:r>
              <a:t>D:/pasar_fix/apps/web/.tanstack/start/build/client-dist/assets/test-D0871Q7r.js</a:t>
            </a:r>
          </a:p>
          <a:p>
            <a:pPr>
              <a:defRPr sz="1200"/>
            </a:pPr>
            <a:r>
              <a:t>D:/pasar_fix/apps/web/.tanstack/start/build/client-dist/assets/textarea-Cvnne_NY.js</a:t>
            </a:r>
          </a:p>
          <a:p>
            <a:pPr>
              <a:defRPr sz="1200"/>
            </a:pPr>
            <a:r>
              <a:t>D:/pasar_fix/apps/web/.tanstack/start/build/client-dist/assets/todos-en-CQcit2PS.js</a:t>
            </a:r>
          </a:p>
          <a:p>
            <a:pPr>
              <a:defRPr sz="1200"/>
            </a:pPr>
            <a:r>
              <a:t>D:/pasar_fix/apps/web/.tanstack/start/build/client-dist/assets/todos-id-BVQILnxh.js</a:t>
            </a:r>
          </a:p>
          <a:p>
            <a:pPr>
              <a:defRPr sz="1200"/>
            </a:pPr>
            <a:r>
              <a:t>D:/pasar_fix/apps/web/.tanstack/start/build/client-dist/assets/trash-2--8b02Uu9.js</a:t>
            </a:r>
          </a:p>
          <a:p>
            <a:pPr>
              <a:defRPr sz="1200"/>
            </a:pPr>
            <a:r>
              <a:t>D:/pasar_fix/apps/web/.tanstack/start/build/client-dist/assets/use-toast-cXmn1nNO.js</a:t>
            </a:r>
          </a:p>
          <a:p>
            <a:pPr>
              <a:defRPr sz="1200"/>
            </a:pPr>
            <a:r>
              <a:t>D:/pasar_fix/apps/web/.tanstack/start/build/client-dist/assets/useMutation-CFio_wfP.js</a:t>
            </a:r>
          </a:p>
          <a:p>
            <a:pPr>
              <a:defRPr sz="1200"/>
            </a:pPr>
            <a:r>
              <a:t>D:/pasar_fix/apps/web/.tanstack/start/build/client-dist/assets/useQuery-Q9_7RIai.js</a:t>
            </a:r>
          </a:p>
          <a:p>
            <a:pPr>
              <a:defRPr sz="1200"/>
            </a:pPr>
            <a:r>
              <a:t>D:/pasar_fix/apps/web/.tanstack/start/build/client-dist/assets/user-DH17zg6D.js</a:t>
            </a:r>
          </a:p>
          <a:p>
            <a:pPr>
              <a:defRPr sz="1200"/>
            </a:pPr>
            <a:r>
              <a:t>D:/pasar_fix/apps/web/.tanstack/start/build/client-dist/assets/wheat-CC8FB0H-.js</a:t>
            </a:r>
          </a:p>
          <a:p>
            <a:pPr>
              <a:defRPr sz="1200"/>
            </a:pPr>
            <a:r>
              <a:t>D:/pasar_fix/apps/web/.tanstack/start/build/client-dist/assets/xlsx-CNerDvZX.js</a:t>
            </a:r>
          </a:p>
          <a:p>
            <a:pPr>
              <a:defRPr sz="1200"/>
            </a:pPr>
            <a:r>
              <a:t>D:/pasar_fix/apps/web/.tanstack/start/build/client-dist/assets/_commodityType-D9HKG2g_.js</a:t>
            </a:r>
          </a:p>
          <a:p>
            <a:pPr>
              <a:defRPr sz="1200"/>
            </a:pPr>
            <a:r>
              <a:t>D:/pasar_fix/apps/web/.tanstack/start/build/client-dist/assets/_id-Dz4DfL5c.js</a:t>
            </a:r>
          </a:p>
          <a:p>
            <a:pPr>
              <a:defRPr sz="1200"/>
            </a:pPr>
            <a:r>
              <a:t>D:/pasar_fix/apps/web/.tanstack/start/build/client-dist/assets/_landType-DuJO5Lu_.js</a:t>
            </a:r>
          </a:p>
          <a:p>
            <a:pPr>
              <a:defRPr sz="1200"/>
            </a:pPr>
            <a:r>
              <a:t>D:/pasar_fix/apps/web/.tanstack/start/build/client-dist/assets/_productBrand-B8OfoGFz.js</a:t>
            </a:r>
          </a:p>
          <a:p>
            <a:pPr>
              <a:defRPr sz="1200"/>
            </a:pPr>
            <a:r>
              <a:t>D:/pasar_fix/apps/web/.tanstack/start/build/client-dist/data/indonesia-boundary.geojson</a:t>
            </a:r>
          </a:p>
          <a:p>
            <a:pPr>
              <a:defRPr sz="1200"/>
            </a:pPr>
            <a:r>
              <a:t>D:/pasar_fix/apps/web/.tanstack/start/build/client-dist/data/regencies/11.01.geojson</a:t>
            </a:r>
          </a:p>
          <a:p>
            <a:pPr>
              <a:defRPr sz="1200"/>
            </a:pPr>
            <a:r>
              <a:t>D:/pasar_fix/apps/web/.tanstack/start/build/client-dist/data/regencies/11.02.geojson</a:t>
            </a:r>
          </a:p>
          <a:p>
            <a:pPr>
              <a:defRPr sz="1200"/>
            </a:pPr>
            <a:r>
              <a:t>D:/pasar_fix/apps/web/.tanstack/start/build/client-dist/data/regencies/11.03.geojson</a:t>
            </a:r>
          </a:p>
          <a:p>
            <a:pPr>
              <a:defRPr sz="1200"/>
            </a:pPr>
            <a:r>
              <a:t>D:/pasar_fix/apps/web/.tanstack/start/build/client-dist/data/regencies/11.04.geojson</a:t>
            </a:r>
          </a:p>
          <a:p>
            <a:pPr>
              <a:defRPr sz="1200"/>
            </a:pPr>
            <a:r>
              <a:t>D:/pasar_fix/apps/web/.tanstack/start/build/client-dist/data/regencies/11.05.geojson</a:t>
            </a:r>
          </a:p>
          <a:p>
            <a:pPr>
              <a:defRPr sz="1200"/>
            </a:pPr>
            <a:r>
              <a:t>D:/pasar_fix/apps/web/.tanstack/start/build/client-dist/data/regencies/11.06.geojson</a:t>
            </a:r>
          </a:p>
          <a:p>
            <a:pPr>
              <a:defRPr sz="1200"/>
            </a:pPr>
            <a:r>
              <a:t>D:/pasar_fix/apps/web/.tanstack/start/build/client-dist/data/regencies/11.07.geojson</a:t>
            </a:r>
          </a:p>
          <a:p>
            <a:pPr>
              <a:defRPr sz="1200"/>
            </a:pPr>
            <a:r>
              <a:t>D:/pasar_fix/apps/web/.tanstack/start/build/client-dist/data/regencies/11.08.geojson</a:t>
            </a:r>
          </a:p>
          <a:p>
            <a:pPr>
              <a:defRPr sz="1200"/>
            </a:pPr>
            <a:r>
              <a:t>D:/pasar_fix/apps/web/.tanstack/start/build/client-dist/data/regencies/11.09.geojson</a:t>
            </a:r>
          </a:p>
          <a:p>
            <a:pPr>
              <a:defRPr sz="1200"/>
            </a:pPr>
            <a:r>
              <a:t>D:/pasar_fix/apps/web/.tanstack/start/build/client-dist/data/regencies/11.10.geojson</a:t>
            </a:r>
          </a:p>
          <a:p>
            <a:pPr>
              <a:defRPr sz="1200"/>
            </a:pPr>
            <a:r>
              <a:t>D:/pasar_fix/apps/web/.tanstack/start/build/client-dist/data/regencies/11.11.geojson</a:t>
            </a:r>
          </a:p>
          <a:p>
            <a:pPr>
              <a:defRPr sz="1200"/>
            </a:pPr>
            <a:r>
              <a:t>D:/pasar_fix/apps/web/.tanstack/start/build/client-dist/data/regencies/11.12.geojson</a:t>
            </a:r>
          </a:p>
          <a:p>
            <a:pPr>
              <a:defRPr sz="1200"/>
            </a:pPr>
            <a:r>
              <a:t>D:/pasar_fix/apps/web/.tanstack/start/build/client-dist/data/regencies/11.13.geojson</a:t>
            </a:r>
          </a:p>
          <a:p>
            <a:pPr>
              <a:defRPr sz="1200"/>
            </a:pPr>
            <a:r>
              <a:t>D:/pasar_fix/apps/web/.tanstack/start/build/client-dist/data/regencies/11.14.geojson</a:t>
            </a:r>
          </a:p>
          <a:p>
            <a:pPr>
              <a:defRPr sz="1200"/>
            </a:pPr>
            <a:r>
              <a:t>D:/pasar_fix/apps/web/.tanstack/start/build/client-dist/data/regencies/11.15.geojson</a:t>
            </a:r>
          </a:p>
          <a:p>
            <a:pPr>
              <a:defRPr sz="1200"/>
            </a:pPr>
            <a:r>
              <a:t>D:/pasar_fix/apps/web/.tanstack/start/build/client-dist/data/regencies/11.16.geojson</a:t>
            </a:r>
          </a:p>
          <a:p>
            <a:pPr>
              <a:defRPr sz="1200"/>
            </a:pPr>
            <a:r>
              <a:t>D:/pasar_fix/apps/web/.tanstack/start/build/client-dist/data/regencies/11.17.geojson</a:t>
            </a:r>
          </a:p>
          <a:p>
            <a:pPr>
              <a:defRPr sz="1200"/>
            </a:pPr>
            <a:r>
              <a:t>D:/pasar_fix/apps/web/.tanstack/start/build/client-dist/data/regencies/11.18.geojson</a:t>
            </a:r>
          </a:p>
          <a:p>
            <a:pPr>
              <a:defRPr sz="1200"/>
            </a:pPr>
            <a:r>
              <a:t>D:/pasar_fix/apps/web/.tanstack/start/build/client-dist/data/regencies/11.71.geojson</a:t>
            </a:r>
          </a:p>
          <a:p>
            <a:pPr>
              <a:defRPr sz="1200"/>
            </a:pPr>
            <a:r>
              <a:t>D:/pasar_fix/apps/web/.tanstack/start/build/client-dist/data/regencies/11.72.geojson</a:t>
            </a:r>
          </a:p>
          <a:p>
            <a:pPr>
              <a:defRPr sz="1200"/>
            </a:pPr>
            <a:r>
              <a:t>D:/pasar_fix/apps/web/.tanstack/start/build/client-dist/data/regencies/11.73.geojson</a:t>
            </a:r>
          </a:p>
          <a:p>
            <a:pPr>
              <a:defRPr sz="1200"/>
            </a:pPr>
            <a:r>
              <a:t>D:/pasar_fix/apps/web/.tanstack/start/build/client-dist/data/regencies/11.74.geojson</a:t>
            </a:r>
          </a:p>
          <a:p>
            <a:pPr>
              <a:defRPr sz="1200"/>
            </a:pPr>
            <a:r>
              <a:t>D:/pasar_fix/apps/web/.tanstack/start/build/client-dist/data/regencies/11.75.geojson</a:t>
            </a:r>
          </a:p>
          <a:p>
            <a:pPr>
              <a:defRPr sz="1200"/>
            </a:pPr>
            <a:r>
              <a:t>D:/pasar_fix/apps/web/.tanstack/start/build/client-dist/data/regencies/12.01.geojson</a:t>
            </a:r>
          </a:p>
          <a:p>
            <a:pPr>
              <a:defRPr sz="1200"/>
            </a:pPr>
            <a:r>
              <a:t>D:/pasar_fix/apps/web/.tanstack/start/build/client-dist/data/regencies/12.02.geojson</a:t>
            </a:r>
          </a:p>
          <a:p>
            <a:pPr>
              <a:defRPr sz="1200"/>
            </a:pPr>
            <a:r>
              <a:t>D:/pasar_fix/apps/web/.tanstack/start/build/client-dist/data/regencies/12.03.geojson</a:t>
            </a:r>
          </a:p>
          <a:p>
            <a:pPr>
              <a:defRPr sz="1200"/>
            </a:pPr>
            <a:r>
              <a:t>D:/pasar_fix/apps/web/.tanstack/start/build/client-dist/data/regencies/12.04.geojson</a:t>
            </a:r>
          </a:p>
          <a:p>
            <a:pPr>
              <a:defRPr sz="1200"/>
            </a:pPr>
            <a:r>
              <a:t>D:/pasar_fix/apps/web/.tanstack/start/build/client-dist/data/regencies/12.05.geojson</a:t>
            </a:r>
          </a:p>
          <a:p>
            <a:pPr>
              <a:defRPr sz="1200"/>
            </a:pPr>
            <a:r>
              <a:t>D:/pasar_fix/apps/web/.tanstack/start/build/client-dist/data/regencies/12.06.geojson</a:t>
            </a:r>
          </a:p>
          <a:p>
            <a:pPr>
              <a:defRPr sz="1200"/>
            </a:pPr>
            <a:r>
              <a:t>D:/pasar_fix/apps/web/.tanstack/start/build/client-dist/data/regencies/12.07.geojson</a:t>
            </a:r>
          </a:p>
          <a:p>
            <a:pPr>
              <a:defRPr sz="1200"/>
            </a:pPr>
            <a:r>
              <a:t>D:/pasar_fix/apps/web/.tanstack/start/build/client-dist/data/regencies/12.08.geojson</a:t>
            </a:r>
          </a:p>
          <a:p>
            <a:pPr>
              <a:defRPr sz="1200"/>
            </a:pPr>
            <a:r>
              <a:t>D:/pasar_fix/apps/web/.tanstack/start/build/client-dist/data/regencies/12.09.geojson</a:t>
            </a:r>
          </a:p>
          <a:p>
            <a:pPr>
              <a:defRPr sz="1200"/>
            </a:pPr>
            <a:r>
              <a:t>D:/pasar_fix/apps/web/.tanstack/start/build/client-dist/data/regencies/12.10.geojson</a:t>
            </a:r>
          </a:p>
          <a:p>
            <a:pPr>
              <a:defRPr sz="1200"/>
            </a:pPr>
            <a:r>
              <a:t>D:/pasar_fix/apps/web/.tanstack/start/build/client-dist/data/regencies/12.11.geojson</a:t>
            </a:r>
          </a:p>
          <a:p>
            <a:pPr>
              <a:defRPr sz="1200"/>
            </a:pPr>
            <a:r>
              <a:t>D:/pasar_fix/apps/web/.tanstack/start/build/client-dist/data/regencies/12.12.geojson</a:t>
            </a:r>
          </a:p>
          <a:p>
            <a:pPr>
              <a:defRPr sz="1200"/>
            </a:pPr>
            <a:r>
              <a:t>D:/pasar_fix/apps/web/.tanstack/start/build/client-dist/data/regencies/12.13.geojson</a:t>
            </a:r>
          </a:p>
          <a:p>
            <a:pPr>
              <a:defRPr sz="1200"/>
            </a:pPr>
            <a:r>
              <a:t>D:/pasar_fix/apps/web/.tanstack/start/build/client-dist/data/regencies/12.14.geojson</a:t>
            </a:r>
          </a:p>
          <a:p>
            <a:pPr>
              <a:defRPr sz="1200"/>
            </a:pPr>
            <a:r>
              <a:t>D:/pasar_fix/apps/web/.tanstack/start/build/client-dist/data/regencies/12.15.geojson</a:t>
            </a:r>
          </a:p>
          <a:p>
            <a:pPr>
              <a:defRPr sz="1200"/>
            </a:pPr>
            <a:r>
              <a:t>D:/pasar_fix/apps/web/.tanstack/start/build/client-dist/data/regencies/12.16.geojson</a:t>
            </a:r>
          </a:p>
          <a:p>
            <a:pPr>
              <a:defRPr sz="1200"/>
            </a:pPr>
            <a:r>
              <a:t>D:/pasar_fix/apps/web/.tanstack/start/build/client-dist/data/regencies/12.17.geojson</a:t>
            </a:r>
          </a:p>
          <a:p>
            <a:pPr>
              <a:defRPr sz="1200"/>
            </a:pPr>
            <a:r>
              <a:t>D:/pasar_fix/apps/web/.tanstack/start/build/client-dist/data/regencies/12.18.geojson</a:t>
            </a:r>
          </a:p>
          <a:p>
            <a:pPr>
              <a:defRPr sz="1200"/>
            </a:pPr>
            <a:r>
              <a:t>D:/pasar_fix/apps/web/.tanstack/start/build/client-dist/data/regencies/12.19.geojson</a:t>
            </a:r>
          </a:p>
          <a:p>
            <a:pPr>
              <a:defRPr sz="1200"/>
            </a:pPr>
            <a:r>
              <a:t>D:/pasar_fix/apps/web/.tanstack/start/build/client-dist/data/regencies/12.20.geojson</a:t>
            </a:r>
          </a:p>
          <a:p>
            <a:pPr>
              <a:defRPr sz="1200"/>
            </a:pPr>
            <a:r>
              <a:t>D:/pasar_fix/apps/web/.tanstack/start/build/client-dist/data/regencies/12.21.geojson</a:t>
            </a:r>
          </a:p>
          <a:p>
            <a:pPr>
              <a:defRPr sz="1200"/>
            </a:pPr>
            <a:r>
              <a:t>D:/pasar_fix/apps/web/.tanstack/start/build/client-dist/data/regencies/12.22.geojson</a:t>
            </a:r>
          </a:p>
          <a:p>
            <a:pPr>
              <a:defRPr sz="1200"/>
            </a:pPr>
            <a:r>
              <a:t>D:/pasar_fix/apps/web/.tanstack/start/build/client-dist/data/regencies/12.23.geojson</a:t>
            </a:r>
          </a:p>
          <a:p>
            <a:pPr>
              <a:defRPr sz="1200"/>
            </a:pPr>
            <a:r>
              <a:t>D:/pasar_fix/apps/web/.tanstack/start/build/client-dist/data/regencies/12.24.geojson</a:t>
            </a:r>
          </a:p>
          <a:p>
            <a:pPr>
              <a:defRPr sz="1200"/>
            </a:pPr>
            <a:r>
              <a:t>D:/pasar_fix/apps/web/.tanstack/start/build/client-dist/data/regencies/12.25.geojson</a:t>
            </a:r>
          </a:p>
          <a:p>
            <a:pPr>
              <a:defRPr sz="1200"/>
            </a:pPr>
            <a:r>
              <a:t>D:/pasar_fix/apps/web/.tanstack/start/build/client-dist/data/regencies/12.71.geojson</a:t>
            </a:r>
          </a:p>
          <a:p>
            <a:pPr>
              <a:defRPr sz="1200"/>
            </a:pPr>
            <a:r>
              <a:t>D:/pasar_fix/apps/web/.tanstack/start/build/client-dist/data/regencies/12.72.geojson</a:t>
            </a:r>
          </a:p>
          <a:p>
            <a:pPr>
              <a:defRPr sz="1200"/>
            </a:pPr>
            <a:r>
              <a:t>D:/pasar_fix/apps/web/.tanstack/start/build/client-dist/data/regencies/12.73.geojson</a:t>
            </a:r>
          </a:p>
          <a:p>
            <a:pPr>
              <a:defRPr sz="1200"/>
            </a:pPr>
            <a:r>
              <a:t>D:/pasar_fix/apps/web/.tanstack/start/build/client-dist/data/regencies/12.74.geojson</a:t>
            </a:r>
          </a:p>
          <a:p>
            <a:pPr>
              <a:defRPr sz="1200"/>
            </a:pPr>
            <a:r>
              <a:t>D:/pasar_fix/apps/web/.tanstack/start/build/client-dist/data/regencies/12.75.geojson</a:t>
            </a:r>
          </a:p>
          <a:p>
            <a:pPr>
              <a:defRPr sz="1200"/>
            </a:pPr>
            <a:r>
              <a:t>D:/pasar_fix/apps/web/.tanstack/start/build/client-dist/data/regencies/12.76.geojson</a:t>
            </a:r>
          </a:p>
          <a:p>
            <a:pPr>
              <a:defRPr sz="1200"/>
            </a:pPr>
            <a:r>
              <a:t>D:/pasar_fix/apps/web/.tanstack/start/build/client-dist/data/regencies/12.77.geojson</a:t>
            </a:r>
          </a:p>
          <a:p>
            <a:pPr>
              <a:defRPr sz="1200"/>
            </a:pPr>
            <a:r>
              <a:t>D:/pasar_fix/apps/web/.tanstack/start/build/client-dist/data/regencies/12.78.geojson</a:t>
            </a:r>
          </a:p>
          <a:p>
            <a:pPr>
              <a:defRPr sz="1200"/>
            </a:pPr>
            <a:r>
              <a:t>D:/pasar_fix/apps/web/.tanstack/start/build/client-dist/data/regencies/13.01.geojson</a:t>
            </a:r>
          </a:p>
          <a:p>
            <a:pPr>
              <a:defRPr sz="1200"/>
            </a:pPr>
            <a:r>
              <a:t>D:/pasar_fix/apps/web/.tanstack/start/build/client-dist/data/regencies/13.02.geojson</a:t>
            </a:r>
          </a:p>
          <a:p>
            <a:pPr>
              <a:defRPr sz="1200"/>
            </a:pPr>
            <a:r>
              <a:t>D:/pasar_fix/apps/web/.tanstack/start/build/client-dist/data/regencies/13.03.geojson</a:t>
            </a:r>
          </a:p>
          <a:p>
            <a:pPr>
              <a:defRPr sz="1200"/>
            </a:pPr>
            <a:r>
              <a:t>D:/pasar_fix/apps/web/.tanstack/start/build/client-dist/data/regencies/13.04.geojson</a:t>
            </a:r>
          </a:p>
          <a:p>
            <a:pPr>
              <a:defRPr sz="1200"/>
            </a:pPr>
            <a:r>
              <a:t>D:/pasar_fix/apps/web/.tanstack/start/build/client-dist/data/regencies/13.05.geojson</a:t>
            </a:r>
          </a:p>
          <a:p>
            <a:pPr>
              <a:defRPr sz="1200"/>
            </a:pPr>
            <a:r>
              <a:t>D:/pasar_fix/apps/web/.tanstack/start/build/client-dist/data/regencies/13.06.geojson</a:t>
            </a:r>
          </a:p>
          <a:p>
            <a:pPr>
              <a:defRPr sz="1200"/>
            </a:pPr>
            <a:r>
              <a:t>D:/pasar_fix/apps/web/.tanstack/start/build/client-dist/data/regencies/13.07.geojson</a:t>
            </a:r>
          </a:p>
          <a:p>
            <a:pPr>
              <a:defRPr sz="1200"/>
            </a:pPr>
            <a:r>
              <a:t>D:/pasar_fix/apps/web/.tanstack/start/build/client-dist/data/regencies/13.08.geojson</a:t>
            </a:r>
          </a:p>
          <a:p>
            <a:pPr>
              <a:defRPr sz="1200"/>
            </a:pPr>
            <a:r>
              <a:t>D:/pasar_fix/apps/web/.tanstack/start/build/client-dist/data/regencies/13.09.geojson</a:t>
            </a:r>
          </a:p>
          <a:p>
            <a:pPr>
              <a:defRPr sz="1200"/>
            </a:pPr>
            <a:r>
              <a:t>D:/pasar_fix/apps/web/.tanstack/start/build/client-dist/data/regencies/13.10.geojson</a:t>
            </a:r>
          </a:p>
          <a:p>
            <a:pPr>
              <a:defRPr sz="1200"/>
            </a:pPr>
            <a:r>
              <a:t>D:/pasar_fix/apps/web/.tanstack/start/build/client-dist/data/regencies/13.11.geojson</a:t>
            </a:r>
          </a:p>
          <a:p>
            <a:pPr>
              <a:defRPr sz="1200"/>
            </a:pPr>
            <a:r>
              <a:t>D:/pasar_fix/apps/web/.tanstack/start/build/client-dist/data/regencies/13.12.geojson</a:t>
            </a:r>
          </a:p>
          <a:p>
            <a:pPr>
              <a:defRPr sz="1200"/>
            </a:pPr>
            <a:r>
              <a:t>D:/pasar_fix/apps/web/.tanstack/start/build/client-dist/data/regencies/13.71.geojson</a:t>
            </a:r>
          </a:p>
          <a:p>
            <a:pPr>
              <a:defRPr sz="1200"/>
            </a:pPr>
            <a:r>
              <a:t>D:/pasar_fix/apps/web/.tanstack/start/build/client-dist/data/regencies/13.72.geojson</a:t>
            </a:r>
          </a:p>
          <a:p>
            <a:pPr>
              <a:defRPr sz="1200"/>
            </a:pPr>
            <a:r>
              <a:t>D:/pasar_fix/apps/web/.tanstack/start/build/client-dist/data/regencies/13.73.geojson</a:t>
            </a:r>
          </a:p>
          <a:p>
            <a:pPr>
              <a:defRPr sz="1200"/>
            </a:pPr>
            <a:r>
              <a:t>D:/pasar_fix/apps/web/.tanstack/start/build/client-dist/data/regencies/13.74.geojson</a:t>
            </a:r>
          </a:p>
          <a:p>
            <a:pPr>
              <a:defRPr sz="1200"/>
            </a:pPr>
            <a:r>
              <a:t>D:/pasar_fix/apps/web/.tanstack/start/build/client-dist/data/regencies/13.75.geojson</a:t>
            </a:r>
          </a:p>
          <a:p>
            <a:pPr>
              <a:defRPr sz="1200"/>
            </a:pPr>
            <a:r>
              <a:t>D:/pasar_fix/apps/web/.tanstack/start/build/client-dist/data/regencies/13.76.geojson</a:t>
            </a:r>
          </a:p>
          <a:p>
            <a:pPr>
              <a:defRPr sz="1200"/>
            </a:pPr>
            <a:r>
              <a:t>D:/pasar_fix/apps/web/.tanstack/start/build/client-dist/data/regencies/13.77.geojson</a:t>
            </a:r>
          </a:p>
          <a:p>
            <a:pPr>
              <a:defRPr sz="1200"/>
            </a:pPr>
            <a:r>
              <a:t>D:/pasar_fix/apps/web/.tanstack/start/build/client-dist/data/regencies/14.01.geojson</a:t>
            </a:r>
          </a:p>
          <a:p>
            <a:pPr>
              <a:defRPr sz="1200"/>
            </a:pPr>
            <a:r>
              <a:t>D:/pasar_fix/apps/web/.tanstack/start/build/client-dist/data/regencies/14.02.geojson</a:t>
            </a:r>
          </a:p>
          <a:p>
            <a:pPr>
              <a:defRPr sz="1200"/>
            </a:pPr>
            <a:r>
              <a:t>D:/pasar_fix/apps/web/.tanstack/start/build/client-dist/data/regencies/14.03.geojson</a:t>
            </a:r>
          </a:p>
          <a:p>
            <a:pPr>
              <a:defRPr sz="1200"/>
            </a:pPr>
            <a:r>
              <a:t>D:/pasar_fix/apps/web/.tanstack/start/build/client-dist/data/regencies/14.04.geojson</a:t>
            </a:r>
          </a:p>
          <a:p>
            <a:pPr>
              <a:defRPr sz="1200"/>
            </a:pPr>
            <a:r>
              <a:t>D:/pasar_fix/apps/web/.tanstack/start/build/client-dist/data/regencies/14.05.geojson</a:t>
            </a:r>
          </a:p>
          <a:p>
            <a:pPr>
              <a:defRPr sz="1200"/>
            </a:pPr>
            <a:r>
              <a:t>D:/pasar_fix/apps/web/.tanstack/start/build/client-dist/data/regencies/14.06.geojson</a:t>
            </a:r>
          </a:p>
          <a:p>
            <a:pPr>
              <a:defRPr sz="1200"/>
            </a:pPr>
            <a:r>
              <a:t>D:/pasar_fix/apps/web/.tanstack/start/build/client-dist/data/regencies/14.07.geojson</a:t>
            </a:r>
          </a:p>
          <a:p>
            <a:pPr>
              <a:defRPr sz="1200"/>
            </a:pPr>
            <a:r>
              <a:t>D:/pasar_fix/apps/web/.tanstack/start/build/client-dist/data/regencies/14.08.geojson</a:t>
            </a:r>
          </a:p>
          <a:p>
            <a:pPr>
              <a:defRPr sz="1200"/>
            </a:pPr>
            <a:r>
              <a:t>D:/pasar_fix/apps/web/.tanstack/start/build/client-dist/data/regencies/14.09.geojson</a:t>
            </a:r>
          </a:p>
          <a:p>
            <a:pPr>
              <a:defRPr sz="1200"/>
            </a:pPr>
            <a:r>
              <a:t>D:/pasar_fix/apps/web/.tanstack/start/build/client-dist/data/regencies/14.10.geojson</a:t>
            </a:r>
          </a:p>
          <a:p>
            <a:pPr>
              <a:defRPr sz="1200"/>
            </a:pPr>
            <a:r>
              <a:t>D:/pasar_fix/apps/web/.tanstack/start/build/client-dist/data/regencies/14.71.geojson</a:t>
            </a:r>
          </a:p>
          <a:p>
            <a:pPr>
              <a:defRPr sz="1200"/>
            </a:pPr>
            <a:r>
              <a:t>D:/pasar_fix/apps/web/.tanstack/start/build/client-dist/data/regencies/14.72.geojson</a:t>
            </a:r>
          </a:p>
          <a:p>
            <a:pPr>
              <a:defRPr sz="1200"/>
            </a:pPr>
            <a:r>
              <a:t>D:/pasar_fix/apps/web/.tanstack/start/build/client-dist/data/regencies/15.01.geojson</a:t>
            </a:r>
          </a:p>
          <a:p>
            <a:pPr>
              <a:defRPr sz="1200"/>
            </a:pPr>
            <a:r>
              <a:t>D:/pasar_fix/apps/web/.tanstack/start/build/client-dist/data/regencies/15.02.geojson</a:t>
            </a:r>
          </a:p>
          <a:p>
            <a:pPr>
              <a:defRPr sz="1200"/>
            </a:pPr>
            <a:r>
              <a:t>D:/pasar_fix/apps/web/.tanstack/start/build/client-dist/data/regencies/15.03.geojson</a:t>
            </a:r>
          </a:p>
          <a:p>
            <a:pPr>
              <a:defRPr sz="1200"/>
            </a:pPr>
            <a:r>
              <a:t>D:/pasar_fix/apps/web/.tanstack/start/build/client-dist/data/regencies/15.04.geojson</a:t>
            </a:r>
          </a:p>
          <a:p>
            <a:pPr>
              <a:defRPr sz="1200"/>
            </a:pPr>
            <a:r>
              <a:t>D:/pasar_fix/apps/web/.tanstack/start/build/client-dist/data/regencies/15.05.geojson</a:t>
            </a:r>
          </a:p>
          <a:p>
            <a:pPr>
              <a:defRPr sz="1200"/>
            </a:pPr>
            <a:r>
              <a:t>D:/pasar_fix/apps/web/.tanstack/start/build/client-dist/data/regencies/15.06.geojson</a:t>
            </a:r>
          </a:p>
          <a:p>
            <a:pPr>
              <a:defRPr sz="1200"/>
            </a:pPr>
            <a:r>
              <a:t>D:/pasar_fix/apps/web/.tanstack/start/build/client-dist/data/regencies/15.07.geojson</a:t>
            </a:r>
          </a:p>
          <a:p>
            <a:pPr>
              <a:defRPr sz="1200"/>
            </a:pPr>
            <a:r>
              <a:t>D:/pasar_fix/apps/web/.tanstack/start/build/client-dist/data/regencies/15.08.geojson</a:t>
            </a:r>
          </a:p>
          <a:p>
            <a:pPr>
              <a:defRPr sz="1200"/>
            </a:pPr>
            <a:r>
              <a:t>D:/pasar_fix/apps/web/.tanstack/start/build/client-dist/data/regencies/15.09.geojson</a:t>
            </a:r>
          </a:p>
          <a:p>
            <a:pPr>
              <a:defRPr sz="1200"/>
            </a:pPr>
            <a:r>
              <a:t>D:/pasar_fix/apps/web/.tanstack/start/build/client-dist/data/regencies/15.71.geojson</a:t>
            </a:r>
          </a:p>
          <a:p>
            <a:pPr>
              <a:defRPr sz="1200"/>
            </a:pPr>
            <a:r>
              <a:t>D:/pasar_fix/apps/web/.tanstack/start/build/client-dist/data/regencies/15.72.geojson</a:t>
            </a:r>
          </a:p>
          <a:p>
            <a:pPr>
              <a:defRPr sz="1200"/>
            </a:pPr>
            <a:r>
              <a:t>D:/pasar_fix/apps/web/.tanstack/start/build/client-dist/data/regencies/16.01.geojson</a:t>
            </a:r>
          </a:p>
          <a:p>
            <a:pPr>
              <a:defRPr sz="1200"/>
            </a:pPr>
            <a:r>
              <a:t>D:/pasar_fix/apps/web/.tanstack/start/build/client-dist/data/regencies/16.02.geojson</a:t>
            </a:r>
          </a:p>
          <a:p>
            <a:pPr>
              <a:defRPr sz="1200"/>
            </a:pPr>
            <a:r>
              <a:t>D:/pasar_fix/apps/web/.tanstack/start/build/client-dist/data/regencies/16.03.geojson</a:t>
            </a:r>
          </a:p>
          <a:p>
            <a:pPr>
              <a:defRPr sz="1200"/>
            </a:pPr>
            <a:r>
              <a:t>D:/pasar_fix/apps/web/.tanstack/start/build/client-dist/data/regencies/16.04.geojson</a:t>
            </a:r>
          </a:p>
          <a:p>
            <a:pPr>
              <a:defRPr sz="1200"/>
            </a:pPr>
            <a:r>
              <a:t>D:/pasar_fix/apps/web/.tanstack/start/build/client-dist/data/regencies/16.05.geojson</a:t>
            </a:r>
          </a:p>
          <a:p>
            <a:pPr>
              <a:defRPr sz="1200"/>
            </a:pPr>
            <a:r>
              <a:t>D:/pasar_fix/apps/web/.tanstack/start/build/client-dist/data/regencies/16.06.geojson</a:t>
            </a:r>
          </a:p>
          <a:p>
            <a:pPr>
              <a:defRPr sz="1200"/>
            </a:pPr>
            <a:r>
              <a:t>D:/pasar_fix/apps/web/.tanstack/start/build/client-dist/data/regencies/16.07.geojson</a:t>
            </a:r>
          </a:p>
          <a:p>
            <a:pPr>
              <a:defRPr sz="1200"/>
            </a:pPr>
            <a:r>
              <a:t>D:/pasar_fix/apps/web/.tanstack/start/build/client-dist/data/regencies/16.08.geojson</a:t>
            </a:r>
          </a:p>
          <a:p>
            <a:pPr>
              <a:defRPr sz="1200"/>
            </a:pPr>
            <a:r>
              <a:t>D:/pasar_fix/apps/web/.tanstack/start/build/client-dist/data/regencies/16.09.geojson</a:t>
            </a:r>
          </a:p>
          <a:p>
            <a:pPr>
              <a:defRPr sz="1200"/>
            </a:pPr>
            <a:r>
              <a:t>D:/pasar_fix/apps/web/.tanstack/start/build/client-dist/data/regencies/16.10.geojson</a:t>
            </a:r>
          </a:p>
          <a:p>
            <a:pPr>
              <a:defRPr sz="1200"/>
            </a:pPr>
            <a:r>
              <a:t>D:/pasar_fix/apps/web/.tanstack/start/build/client-dist/data/regencies/16.11.geojson</a:t>
            </a:r>
          </a:p>
          <a:p>
            <a:pPr>
              <a:defRPr sz="1200"/>
            </a:pPr>
            <a:r>
              <a:t>D:/pasar_fix/apps/web/.tanstack/start/build/client-dist/data/regencies/16.12.geojson</a:t>
            </a:r>
          </a:p>
          <a:p>
            <a:pPr>
              <a:defRPr sz="1200"/>
            </a:pPr>
            <a:r>
              <a:t>D:/pasar_fix/apps/web/.tanstack/start/build/client-dist/data/regencies/16.13.geojson</a:t>
            </a:r>
          </a:p>
          <a:p>
            <a:pPr>
              <a:defRPr sz="1200"/>
            </a:pPr>
            <a:r>
              <a:t>D:/pasar_fix/apps/web/.tanstack/start/build/client-dist/data/regencies/16.71.geojson</a:t>
            </a:r>
          </a:p>
          <a:p>
            <a:pPr>
              <a:defRPr sz="1200"/>
            </a:pPr>
            <a:r>
              <a:t>D:/pasar_fix/apps/web/.tanstack/start/build/client-dist/data/regencies/16.72.geojson</a:t>
            </a:r>
          </a:p>
          <a:p>
            <a:pPr>
              <a:defRPr sz="1200"/>
            </a:pPr>
            <a:r>
              <a:t>D:/pasar_fix/apps/web/.tanstack/start/build/client-dist/data/regencies/16.73.geojson</a:t>
            </a:r>
          </a:p>
          <a:p>
            <a:pPr>
              <a:defRPr sz="1200"/>
            </a:pPr>
            <a:r>
              <a:t>D:/pasar_fix/apps/web/.tanstack/start/build/client-dist/data/regencies/16.74.geojson</a:t>
            </a:r>
          </a:p>
          <a:p>
            <a:pPr>
              <a:defRPr sz="1200"/>
            </a:pPr>
            <a:r>
              <a:t>D:/pasar_fix/apps/web/.tanstack/start/build/client-dist/data/regencies/17.01.geojson</a:t>
            </a:r>
          </a:p>
          <a:p>
            <a:pPr>
              <a:defRPr sz="1200"/>
            </a:pPr>
            <a:r>
              <a:t>D:/pasar_fix/apps/web/.tanstack/start/build/client-dist/data/regencies/17.02.geojson</a:t>
            </a:r>
          </a:p>
          <a:p>
            <a:pPr>
              <a:defRPr sz="1200"/>
            </a:pPr>
            <a:r>
              <a:t>D:/pasar_fix/apps/web/.tanstack/start/build/client-dist/data/regencies/17.03.geojson</a:t>
            </a:r>
          </a:p>
          <a:p>
            <a:pPr>
              <a:defRPr sz="1200"/>
            </a:pPr>
            <a:r>
              <a:t>D:/pasar_fix/apps/web/.tanstack/start/build/client-dist/data/regencies/17.04.geojson</a:t>
            </a:r>
          </a:p>
          <a:p>
            <a:pPr>
              <a:defRPr sz="1200"/>
            </a:pPr>
            <a:r>
              <a:t>D:/pasar_fix/apps/web/.tanstack/start/build/client-dist/data/regencies/17.05.geojson</a:t>
            </a:r>
          </a:p>
          <a:p>
            <a:pPr>
              <a:defRPr sz="1200"/>
            </a:pPr>
            <a:r>
              <a:t>D:/pasar_fix/apps/web/.tanstack/start/build/client-dist/data/regencies/17.06.geojson</a:t>
            </a:r>
          </a:p>
          <a:p>
            <a:pPr>
              <a:defRPr sz="1200"/>
            </a:pPr>
            <a:r>
              <a:t>D:/pasar_fix/apps/web/.tanstack/start/build/client-dist/data/regencies/17.07.geojson</a:t>
            </a:r>
          </a:p>
          <a:p>
            <a:pPr>
              <a:defRPr sz="1200"/>
            </a:pPr>
            <a:r>
              <a:t>D:/pasar_fix/apps/web/.tanstack/start/build/client-dist/data/regencies/17.08.geojson</a:t>
            </a:r>
          </a:p>
          <a:p>
            <a:pPr>
              <a:defRPr sz="1200"/>
            </a:pPr>
            <a:r>
              <a:t>D:/pasar_fix/apps/web/.tanstack/start/build/client-dist/data/regencies/17.09.geojson</a:t>
            </a:r>
          </a:p>
          <a:p>
            <a:pPr>
              <a:defRPr sz="1200"/>
            </a:pPr>
            <a:r>
              <a:t>D:/pasar_fix/apps/web/.tanstack/start/build/client-dist/data/regencies/17.71.geojson</a:t>
            </a:r>
          </a:p>
          <a:p>
            <a:pPr>
              <a:defRPr sz="1200"/>
            </a:pPr>
            <a:r>
              <a:t>D:/pasar_fix/apps/web/.tanstack/start/build/client-dist/data/regencies/18.01.geojson</a:t>
            </a:r>
          </a:p>
          <a:p>
            <a:pPr>
              <a:defRPr sz="1200"/>
            </a:pPr>
            <a:r>
              <a:t>D:/pasar_fix/apps/web/.tanstack/start/build/client-dist/data/regencies/18.02.geojson</a:t>
            </a:r>
          </a:p>
          <a:p>
            <a:pPr>
              <a:defRPr sz="1200"/>
            </a:pPr>
            <a:r>
              <a:t>D:/pasar_fix/apps/web/.tanstack/start/build/client-dist/data/regencies/18.03.geojson</a:t>
            </a:r>
          </a:p>
          <a:p>
            <a:pPr>
              <a:defRPr sz="1200"/>
            </a:pPr>
            <a:r>
              <a:t>D:/pasar_fix/apps/web/.tanstack/start/build/client-dist/data/regencies/18.04.geojson</a:t>
            </a:r>
          </a:p>
          <a:p>
            <a:pPr>
              <a:defRPr sz="1200"/>
            </a:pPr>
            <a:r>
              <a:t>D:/pasar_fix/apps/web/.tanstack/start/build/client-dist/data/regencies/18.05.geojson</a:t>
            </a:r>
          </a:p>
          <a:p>
            <a:pPr>
              <a:defRPr sz="1200"/>
            </a:pPr>
            <a:r>
              <a:t>D:/pasar_fix/apps/web/.tanstack/start/build/client-dist/data/regencies/18.06.geojson</a:t>
            </a:r>
          </a:p>
          <a:p>
            <a:pPr>
              <a:defRPr sz="1200"/>
            </a:pPr>
            <a:r>
              <a:t>D:/pasar_fix/apps/web/.tanstack/start/build/client-dist/data/regencies/18.07.geojson</a:t>
            </a:r>
          </a:p>
          <a:p>
            <a:pPr>
              <a:defRPr sz="1200"/>
            </a:pPr>
            <a:r>
              <a:t>D:/pasar_fix/apps/web/.tanstack/start/build/client-dist/data/regencies/18.08.geojson</a:t>
            </a:r>
          </a:p>
          <a:p>
            <a:pPr>
              <a:defRPr sz="1200"/>
            </a:pPr>
            <a:r>
              <a:t>D:/pasar_fix/apps/web/.tanstack/start/build/client-dist/data/regencies/18.09.geojson</a:t>
            </a:r>
          </a:p>
          <a:p>
            <a:pPr>
              <a:defRPr sz="1200"/>
            </a:pPr>
            <a:r>
              <a:t>D:/pasar_fix/apps/web/.tanstack/start/build/client-dist/data/regencies/18.10.geojson</a:t>
            </a:r>
          </a:p>
          <a:p>
            <a:pPr>
              <a:defRPr sz="1200"/>
            </a:pPr>
            <a:r>
              <a:t>D:/pasar_fix/apps/web/.tanstack/start/build/client-dist/data/regencies/18.11.geojson</a:t>
            </a:r>
          </a:p>
          <a:p>
            <a:pPr>
              <a:defRPr sz="1200"/>
            </a:pPr>
            <a:r>
              <a:t>D:/pasar_fix/apps/web/.tanstack/start/build/client-dist/data/regencies/18.12.geojson</a:t>
            </a:r>
          </a:p>
          <a:p>
            <a:pPr>
              <a:defRPr sz="1200"/>
            </a:pPr>
            <a:r>
              <a:t>D:/pasar_fix/apps/web/.tanstack/start/build/client-dist/data/regencies/18.13.geojson</a:t>
            </a:r>
          </a:p>
          <a:p>
            <a:pPr>
              <a:defRPr sz="1200"/>
            </a:pPr>
            <a:r>
              <a:t>D:/pasar_fix/apps/web/.tanstack/start/build/client-dist/data/regencies/18.71.geojson</a:t>
            </a:r>
          </a:p>
          <a:p>
            <a:pPr>
              <a:defRPr sz="1200"/>
            </a:pPr>
            <a:r>
              <a:t>D:/pasar_fix/apps/web/.tanstack/start/build/client-dist/data/regencies/18.72.geojson</a:t>
            </a:r>
          </a:p>
          <a:p>
            <a:pPr>
              <a:defRPr sz="1200"/>
            </a:pPr>
            <a:r>
              <a:t>D:/pasar_fix/apps/web/.tanstack/start/build/client-dist/data/regencies/19.01.geojson</a:t>
            </a:r>
          </a:p>
          <a:p>
            <a:pPr>
              <a:defRPr sz="1200"/>
            </a:pPr>
            <a:r>
              <a:t>D:/pasar_fix/apps/web/.tanstack/start/build/client-dist/data/regencies/19.02.geojson</a:t>
            </a:r>
          </a:p>
          <a:p>
            <a:pPr>
              <a:defRPr sz="1200"/>
            </a:pPr>
            <a:r>
              <a:t>D:/pasar_fix/apps/web/.tanstack/start/build/client-dist/data/regencies/19.03.geojson</a:t>
            </a:r>
          </a:p>
          <a:p>
            <a:pPr>
              <a:defRPr sz="1200"/>
            </a:pPr>
            <a:r>
              <a:t>D:/pasar_fix/apps/web/.tanstack/start/build/client-dist/data/regencies/19.04.geojson</a:t>
            </a:r>
          </a:p>
          <a:p>
            <a:pPr>
              <a:defRPr sz="1200"/>
            </a:pPr>
            <a:r>
              <a:t>D:/pasar_fix/apps/web/.tanstack/start/build/client-dist/data/regencies/19.05.geojson</a:t>
            </a:r>
          </a:p>
          <a:p>
            <a:pPr>
              <a:defRPr sz="1200"/>
            </a:pPr>
            <a:r>
              <a:t>D:/pasar_fix/apps/web/.tanstack/start/build/client-dist/data/regencies/19.06.geojson</a:t>
            </a:r>
          </a:p>
          <a:p>
            <a:pPr>
              <a:defRPr sz="1200"/>
            </a:pPr>
            <a:r>
              <a:t>D:/pasar_fix/apps/web/.tanstack/start/build/client-dist/data/regencies/19.71.geojson</a:t>
            </a:r>
          </a:p>
          <a:p>
            <a:pPr>
              <a:defRPr sz="1200"/>
            </a:pPr>
            <a:r>
              <a:t>D:/pasar_fix/apps/web/.tanstack/start/build/client-dist/data/regencies/21.01.geojson</a:t>
            </a:r>
          </a:p>
          <a:p>
            <a:pPr>
              <a:defRPr sz="1200"/>
            </a:pPr>
            <a:r>
              <a:t>D:/pasar_fix/apps/web/.tanstack/start/build/client-dist/data/regencies/21.02.geojson</a:t>
            </a:r>
          </a:p>
          <a:p>
            <a:pPr>
              <a:defRPr sz="1200"/>
            </a:pPr>
            <a:r>
              <a:t>D:/pasar_fix/apps/web/.tanstack/start/build/client-dist/data/regencies/21.03.geojson</a:t>
            </a:r>
          </a:p>
          <a:p>
            <a:pPr>
              <a:defRPr sz="1200"/>
            </a:pPr>
            <a:r>
              <a:t>D:/pasar_fix/apps/web/.tanstack/start/build/client-dist/data/regencies/21.04.geojson</a:t>
            </a:r>
          </a:p>
          <a:p>
            <a:pPr>
              <a:defRPr sz="1200"/>
            </a:pPr>
            <a:r>
              <a:t>D:/pasar_fix/apps/web/.tanstack/start/build/client-dist/data/regencies/21.05.geojson</a:t>
            </a:r>
          </a:p>
          <a:p>
            <a:pPr>
              <a:defRPr sz="1200"/>
            </a:pPr>
            <a:r>
              <a:t>D:/pasar_fix/apps/web/.tanstack/start/build/client-dist/data/regencies/21.71.geojson</a:t>
            </a:r>
          </a:p>
          <a:p>
            <a:pPr>
              <a:defRPr sz="1200"/>
            </a:pPr>
            <a:r>
              <a:t>D:/pasar_fix/apps/web/.tanstack/start/build/client-dist/data/regencies/21.72.geojson</a:t>
            </a:r>
          </a:p>
          <a:p>
            <a:pPr>
              <a:defRPr sz="1200"/>
            </a:pPr>
            <a:r>
              <a:t>D:/pasar_fix/apps/web/.tanstack/start/build/client-dist/data/regencies/31.01.geojson</a:t>
            </a:r>
          </a:p>
          <a:p>
            <a:pPr>
              <a:defRPr sz="1200"/>
            </a:pPr>
            <a:r>
              <a:t>D:/pasar_fix/apps/web/.tanstack/start/build/client-dist/data/regencies/31.71.geojson</a:t>
            </a:r>
          </a:p>
          <a:p>
            <a:pPr>
              <a:defRPr sz="1200"/>
            </a:pPr>
            <a:r>
              <a:t>D:/pasar_fix/apps/web/.tanstack/start/build/client-dist/data/regencies/31.72.geojson</a:t>
            </a:r>
          </a:p>
          <a:p>
            <a:pPr>
              <a:defRPr sz="1200"/>
            </a:pPr>
            <a:r>
              <a:t>D:/pasar_fix/apps/web/.tanstack/start/build/client-dist/data/regencies/31.73.geojson</a:t>
            </a:r>
          </a:p>
          <a:p>
            <a:pPr>
              <a:defRPr sz="1200"/>
            </a:pPr>
            <a:r>
              <a:t>D:/pasar_fix/apps/web/.tanstack/start/build/client-dist/data/regencies/31.74.geojson</a:t>
            </a:r>
          </a:p>
          <a:p>
            <a:pPr>
              <a:defRPr sz="1200"/>
            </a:pPr>
            <a:r>
              <a:t>D:/pasar_fix/apps/web/.tanstack/start/build/client-dist/data/regencies/31.75.geojson</a:t>
            </a:r>
          </a:p>
          <a:p>
            <a:pPr>
              <a:defRPr sz="1200"/>
            </a:pPr>
            <a:r>
              <a:t>D:/pasar_fix/apps/web/.tanstack/start/build/client-dist/data/regencies/32.01.geojson</a:t>
            </a:r>
          </a:p>
          <a:p>
            <a:pPr>
              <a:defRPr sz="1200"/>
            </a:pPr>
            <a:r>
              <a:t>D:/pasar_fix/apps/web/.tanstack/start/build/client-dist/data/regencies/32.02.geojson</a:t>
            </a:r>
          </a:p>
          <a:p>
            <a:pPr>
              <a:defRPr sz="1200"/>
            </a:pPr>
            <a:r>
              <a:t>D:/pasar_fix/apps/web/.tanstack/start/build/client-dist/data/regencies/32.03.geojson</a:t>
            </a:r>
          </a:p>
          <a:p>
            <a:pPr>
              <a:defRPr sz="1200"/>
            </a:pPr>
            <a:r>
              <a:t>D:/pasar_fix/apps/web/.tanstack/start/build/client-dist/data/regencies/32.04.geojson</a:t>
            </a:r>
          </a:p>
          <a:p>
            <a:pPr>
              <a:defRPr sz="1200"/>
            </a:pPr>
            <a:r>
              <a:t>D:/pasar_fix/apps/web/.tanstack/start/build/client-dist/data/regencies/32.05.geojson</a:t>
            </a:r>
          </a:p>
          <a:p>
            <a:pPr>
              <a:defRPr sz="1200"/>
            </a:pPr>
            <a:r>
              <a:t>D:/pasar_fix/apps/web/.tanstack/start/build/client-dist/data/regencies/32.06.geojson</a:t>
            </a:r>
          </a:p>
          <a:p>
            <a:pPr>
              <a:defRPr sz="1200"/>
            </a:pPr>
            <a:r>
              <a:t>D:/pasar_fix/apps/web/.tanstack/start/build/client-dist/data/regencies/32.07.geojson</a:t>
            </a:r>
          </a:p>
          <a:p>
            <a:pPr>
              <a:defRPr sz="1200"/>
            </a:pPr>
            <a:r>
              <a:t>D:/pasar_fix/apps/web/.tanstack/start/build/client-dist/data/regencies/32.08.geojson</a:t>
            </a:r>
          </a:p>
          <a:p>
            <a:pPr>
              <a:defRPr sz="1200"/>
            </a:pPr>
            <a:r>
              <a:t>D:/pasar_fix/apps/web/.tanstack/start/build/client-dist/data/regencies/32.09.geojson</a:t>
            </a:r>
          </a:p>
          <a:p>
            <a:pPr>
              <a:defRPr sz="1200"/>
            </a:pPr>
            <a:r>
              <a:t>D:/pasar_fix/apps/web/.tanstack/start/build/client-dist/data/regencies/32.10.geojson</a:t>
            </a:r>
          </a:p>
          <a:p>
            <a:pPr>
              <a:defRPr sz="1200"/>
            </a:pPr>
            <a:r>
              <a:t>D:/pasar_fix/apps/web/.tanstack/start/build/client-dist/data/regencies/32.11.geojson</a:t>
            </a:r>
          </a:p>
          <a:p>
            <a:pPr>
              <a:defRPr sz="1200"/>
            </a:pPr>
            <a:r>
              <a:t>D:/pasar_fix/apps/web/.tanstack/start/build/client-dist/data/regencies/32.12.geojson</a:t>
            </a:r>
          </a:p>
          <a:p>
            <a:pPr>
              <a:defRPr sz="1200"/>
            </a:pPr>
            <a:r>
              <a:t>D:/pasar_fix/apps/web/.tanstack/start/build/client-dist/data/regencies/32.13.geojson</a:t>
            </a:r>
          </a:p>
          <a:p>
            <a:pPr>
              <a:defRPr sz="1200"/>
            </a:pPr>
            <a:r>
              <a:t>D:/pasar_fix/apps/web/.tanstack/start/build/client-dist/data/regencies/32.14.geojson</a:t>
            </a:r>
          </a:p>
          <a:p>
            <a:pPr>
              <a:defRPr sz="1200"/>
            </a:pPr>
            <a:r>
              <a:t>D:/pasar_fix/apps/web/.tanstack/start/build/client-dist/data/regencies/32.15.geojson</a:t>
            </a:r>
          </a:p>
          <a:p>
            <a:pPr>
              <a:defRPr sz="1200"/>
            </a:pPr>
            <a:r>
              <a:t>D:/pasar_fix/apps/web/.tanstack/start/build/client-dist/data/regencies/32.16.geojson</a:t>
            </a:r>
          </a:p>
          <a:p>
            <a:pPr>
              <a:defRPr sz="1200"/>
            </a:pPr>
            <a:r>
              <a:t>D:/pasar_fix/apps/web/.tanstack/start/build/client-dist/data/regencies/32.17.geojson</a:t>
            </a:r>
          </a:p>
          <a:p>
            <a:pPr>
              <a:defRPr sz="1200"/>
            </a:pPr>
            <a:r>
              <a:t>D:/pasar_fix/apps/web/.tanstack/start/build/client-dist/data/regencies/32.18.geojson</a:t>
            </a:r>
          </a:p>
          <a:p>
            <a:pPr>
              <a:defRPr sz="1200"/>
            </a:pPr>
            <a:r>
              <a:t>D:/pasar_fix/apps/web/.tanstack/start/build/client-dist/data/regencies/32.71.geojson</a:t>
            </a:r>
          </a:p>
          <a:p>
            <a:pPr>
              <a:defRPr sz="1200"/>
            </a:pPr>
            <a:r>
              <a:t>D:/pasar_fix/apps/web/.tanstack/start/build/client-dist/data/regencies/32.72.geojson</a:t>
            </a:r>
          </a:p>
          <a:p>
            <a:pPr>
              <a:defRPr sz="1200"/>
            </a:pPr>
            <a:r>
              <a:t>D:/pasar_fix/apps/web/.tanstack/start/build/client-dist/data/regencies/32.73.geojson</a:t>
            </a:r>
          </a:p>
          <a:p>
            <a:pPr>
              <a:defRPr sz="1200"/>
            </a:pPr>
            <a:r>
              <a:t>D:/pasar_fix/apps/web/.tanstack/start/build/client-dist/data/regencies/32.74.geojson</a:t>
            </a:r>
          </a:p>
          <a:p>
            <a:pPr>
              <a:defRPr sz="1200"/>
            </a:pPr>
            <a:r>
              <a:t>D:/pasar_fix/apps/web/.tanstack/start/build/client-dist/data/regencies/32.75.geojson</a:t>
            </a:r>
          </a:p>
          <a:p>
            <a:pPr>
              <a:defRPr sz="1200"/>
            </a:pPr>
            <a:r>
              <a:t>D:/pasar_fix/apps/web/.tanstack/start/build/client-dist/data/regencies/32.76.geojson</a:t>
            </a:r>
          </a:p>
          <a:p>
            <a:pPr>
              <a:defRPr sz="1200"/>
            </a:pPr>
            <a:r>
              <a:t>D:/pasar_fix/apps/web/.tanstack/start/build/client-dist/data/regencies/32.77.geojson</a:t>
            </a:r>
          </a:p>
          <a:p>
            <a:pPr>
              <a:defRPr sz="1200"/>
            </a:pPr>
            <a:r>
              <a:t>D:/pasar_fix/apps/web/.tanstack/start/build/client-dist/data/regencies/32.78.geojson</a:t>
            </a:r>
          </a:p>
          <a:p>
            <a:pPr>
              <a:defRPr sz="1200"/>
            </a:pPr>
            <a:r>
              <a:t>D:/pasar_fix/apps/web/.tanstack/start/build/client-dist/data/regencies/32.79.geojson</a:t>
            </a:r>
          </a:p>
          <a:p>
            <a:pPr>
              <a:defRPr sz="1200"/>
            </a:pPr>
            <a:r>
              <a:t>D:/pasar_fix/apps/web/.tanstack/start/build/client-dist/data/regencies/33.01.geojson</a:t>
            </a:r>
          </a:p>
          <a:p>
            <a:pPr>
              <a:defRPr sz="1200"/>
            </a:pPr>
            <a:r>
              <a:t>D:/pasar_fix/apps/web/.tanstack/start/build/client-dist/data/regencies/33.02.geojson</a:t>
            </a:r>
          </a:p>
          <a:p>
            <a:pPr>
              <a:defRPr sz="1200"/>
            </a:pPr>
            <a:r>
              <a:t>D:/pasar_fix/apps/web/.tanstack/start/build/client-dist/data/regencies/33.03.geojson</a:t>
            </a:r>
          </a:p>
          <a:p>
            <a:pPr>
              <a:defRPr sz="1200"/>
            </a:pPr>
            <a:r>
              <a:t>D:/pasar_fix/apps/web/.tanstack/start/build/client-dist/data/regencies/33.04.geojson</a:t>
            </a:r>
          </a:p>
          <a:p>
            <a:pPr>
              <a:defRPr sz="1200"/>
            </a:pPr>
            <a:r>
              <a:t>D:/pasar_fix/apps/web/.tanstack/start/build/client-dist/data/regencies/33.05.geojson</a:t>
            </a:r>
          </a:p>
          <a:p>
            <a:pPr>
              <a:defRPr sz="1200"/>
            </a:pPr>
            <a:r>
              <a:t>D:/pasar_fix/apps/web/.tanstack/start/build/client-dist/data/regencies/33.06.geojson</a:t>
            </a:r>
          </a:p>
          <a:p>
            <a:pPr>
              <a:defRPr sz="1200"/>
            </a:pPr>
            <a:r>
              <a:t>D:/pasar_fix/apps/web/.tanstack/start/build/client-dist/data/regencies/33.07.geojson</a:t>
            </a:r>
          </a:p>
          <a:p>
            <a:pPr>
              <a:defRPr sz="1200"/>
            </a:pPr>
            <a:r>
              <a:t>D:/pasar_fix/apps/web/.tanstack/start/build/client-dist/data/regencies/33.08.geojson</a:t>
            </a:r>
          </a:p>
          <a:p>
            <a:pPr>
              <a:defRPr sz="1200"/>
            </a:pPr>
            <a:r>
              <a:t>D:/pasar_fix/apps/web/.tanstack/start/build/client-dist/data/regencies/33.09.geojson</a:t>
            </a:r>
          </a:p>
          <a:p>
            <a:pPr>
              <a:defRPr sz="1200"/>
            </a:pPr>
            <a:r>
              <a:t>D:/pasar_fix/apps/web/.tanstack/start/build/client-dist/data/regencies/33.10.geojson</a:t>
            </a:r>
          </a:p>
          <a:p>
            <a:pPr>
              <a:defRPr sz="1200"/>
            </a:pPr>
            <a:r>
              <a:t>D:/pasar_fix/apps/web/.tanstack/start/build/client-dist/data/regencies/33.11.geojson</a:t>
            </a:r>
          </a:p>
          <a:p>
            <a:pPr>
              <a:defRPr sz="1200"/>
            </a:pPr>
            <a:r>
              <a:t>D:/pasar_fix/apps/web/.tanstack/start/build/client-dist/data/regencies/33.12.geojson</a:t>
            </a:r>
          </a:p>
          <a:p>
            <a:pPr>
              <a:defRPr sz="1200"/>
            </a:pPr>
            <a:r>
              <a:t>D:/pasar_fix/apps/web/.tanstack/start/build/client-dist/data/regencies/33.13.geojson</a:t>
            </a:r>
          </a:p>
          <a:p>
            <a:pPr>
              <a:defRPr sz="1200"/>
            </a:pPr>
            <a:r>
              <a:t>D:/pasar_fix/apps/web/.tanstack/start/build/client-dist/data/regencies/33.14.geojson</a:t>
            </a:r>
          </a:p>
          <a:p>
            <a:pPr>
              <a:defRPr sz="1200"/>
            </a:pPr>
            <a:r>
              <a:t>D:/pasar_fix/apps/web/.tanstack/start/build/client-dist/data/regencies/33.15.geojson</a:t>
            </a:r>
          </a:p>
          <a:p>
            <a:pPr>
              <a:defRPr sz="1200"/>
            </a:pPr>
            <a:r>
              <a:t>D:/pasar_fix/apps/web/.tanstack/start/build/client-dist/data/regencies/33.16.geojson</a:t>
            </a:r>
          </a:p>
          <a:p>
            <a:pPr>
              <a:defRPr sz="1200"/>
            </a:pPr>
            <a:r>
              <a:t>D:/pasar_fix/apps/web/.tanstack/start/build/client-dist/data/regencies/33.17.geojson</a:t>
            </a:r>
          </a:p>
          <a:p>
            <a:pPr>
              <a:defRPr sz="1200"/>
            </a:pPr>
            <a:r>
              <a:t>D:/pasar_fix/apps/web/.tanstack/start/build/client-dist/data/regencies/33.18.geojson</a:t>
            </a:r>
          </a:p>
          <a:p>
            <a:pPr>
              <a:defRPr sz="1200"/>
            </a:pPr>
            <a:r>
              <a:t>D:/pasar_fix/apps/web/.tanstack/start/build/client-dist/data/regencies/33.19.geojson</a:t>
            </a:r>
          </a:p>
          <a:p>
            <a:pPr>
              <a:defRPr sz="1200"/>
            </a:pPr>
            <a:r>
              <a:t>D:/pasar_fix/apps/web/.tanstack/start/build/client-dist/data/regencies/33.20.geojson</a:t>
            </a:r>
          </a:p>
          <a:p>
            <a:pPr>
              <a:defRPr sz="1200"/>
            </a:pPr>
            <a:r>
              <a:t>D:/pasar_fix/apps/web/.tanstack/start/build/client-dist/data/regencies/33.21.geojson</a:t>
            </a:r>
          </a:p>
          <a:p>
            <a:pPr>
              <a:defRPr sz="1200"/>
            </a:pPr>
            <a:r>
              <a:t>D:/pasar_fix/apps/web/.tanstack/start/build/client-dist/data/regencies/33.22.geojson</a:t>
            </a:r>
          </a:p>
          <a:p>
            <a:pPr>
              <a:defRPr sz="1200"/>
            </a:pPr>
            <a:r>
              <a:t>D:/pasar_fix/apps/web/.tanstack/start/build/client-dist/data/regencies/33.23.geojson</a:t>
            </a:r>
          </a:p>
          <a:p>
            <a:pPr>
              <a:defRPr sz="1200"/>
            </a:pPr>
            <a:r>
              <a:t>D:/pasar_fix/apps/web/.tanstack/start/build/client-dist/data/regencies/33.24.geojson</a:t>
            </a:r>
          </a:p>
          <a:p>
            <a:pPr>
              <a:defRPr sz="1200"/>
            </a:pPr>
            <a:r>
              <a:t>D:/pasar_fix/apps/web/.tanstack/start/build/client-dist/data/regencies/33.25.geojson</a:t>
            </a:r>
          </a:p>
          <a:p>
            <a:pPr>
              <a:defRPr sz="1200"/>
            </a:pPr>
            <a:r>
              <a:t>D:/pasar_fix/apps/web/.tanstack/start/build/client-dist/data/regencies/33.26.geojson</a:t>
            </a:r>
          </a:p>
          <a:p>
            <a:pPr>
              <a:defRPr sz="1200"/>
            </a:pPr>
            <a:r>
              <a:t>D:/pasar_fix/apps/web/.tanstack/start/build/client-dist/data/regencies/33.27.geojson</a:t>
            </a:r>
          </a:p>
          <a:p>
            <a:pPr>
              <a:defRPr sz="1200"/>
            </a:pPr>
            <a:r>
              <a:t>D:/pasar_fix/apps/web/.tanstack/start/build/client-dist/data/regencies/33.28.geojson</a:t>
            </a:r>
          </a:p>
          <a:p>
            <a:pPr>
              <a:defRPr sz="1200"/>
            </a:pPr>
            <a:r>
              <a:t>D:/pasar_fix/apps/web/.tanstack/start/build/client-dist/data/regencies/33.29.geojson</a:t>
            </a:r>
          </a:p>
          <a:p>
            <a:pPr>
              <a:defRPr sz="1200"/>
            </a:pPr>
            <a:r>
              <a:t>D:/pasar_fix/apps/web/.tanstack/start/build/client-dist/data/regencies/33.71.geojson</a:t>
            </a:r>
          </a:p>
          <a:p>
            <a:pPr>
              <a:defRPr sz="1200"/>
            </a:pPr>
            <a:r>
              <a:t>D:/pasar_fix/apps/web/.tanstack/start/build/client-dist/data/regencies/33.72.geojson</a:t>
            </a:r>
          </a:p>
          <a:p>
            <a:pPr>
              <a:defRPr sz="1200"/>
            </a:pPr>
            <a:r>
              <a:t>D:/pasar_fix/apps/web/.tanstack/start/build/client-dist/data/regencies/33.73.geojson</a:t>
            </a:r>
          </a:p>
          <a:p>
            <a:pPr>
              <a:defRPr sz="1200"/>
            </a:pPr>
            <a:r>
              <a:t>D:/pasar_fix/apps/web/.tanstack/start/build/client-dist/data/regencies/33.74.geojson</a:t>
            </a:r>
          </a:p>
          <a:p>
            <a:pPr>
              <a:defRPr sz="1200"/>
            </a:pPr>
            <a:r>
              <a:t>D:/pasar_fix/apps/web/.tanstack/start/build/client-dist/data/regencies/33.75.geojson</a:t>
            </a:r>
          </a:p>
          <a:p>
            <a:pPr>
              <a:defRPr sz="1200"/>
            </a:pPr>
            <a:r>
              <a:t>D:/pasar_fix/apps/web/.tanstack/start/build/client-dist/data/regencies/33.76.geojson</a:t>
            </a:r>
          </a:p>
          <a:p>
            <a:pPr>
              <a:defRPr sz="1200"/>
            </a:pPr>
            <a:r>
              <a:t>D:/pasar_fix/apps/web/.tanstack/start/build/client-dist/data/regencies/34.01.geojson</a:t>
            </a:r>
          </a:p>
          <a:p>
            <a:pPr>
              <a:defRPr sz="1200"/>
            </a:pPr>
            <a:r>
              <a:t>D:/pasar_fix/apps/web/.tanstack/start/build/client-dist/data/regencies/34.02.geojson</a:t>
            </a:r>
          </a:p>
          <a:p>
            <a:pPr>
              <a:defRPr sz="1200"/>
            </a:pPr>
            <a:r>
              <a:t>D:/pasar_fix/apps/web/.tanstack/start/build/client-dist/data/regencies/34.03.geojson</a:t>
            </a:r>
          </a:p>
          <a:p>
            <a:pPr>
              <a:defRPr sz="1200"/>
            </a:pPr>
            <a:r>
              <a:t>D:/pasar_fix/apps/web/.tanstack/start/build/client-dist/data/regencies/34.04.geojson</a:t>
            </a:r>
          </a:p>
          <a:p>
            <a:pPr>
              <a:defRPr sz="1200"/>
            </a:pPr>
            <a:r>
              <a:t>D:/pasar_fix/apps/web/.tanstack/start/build/client-dist/data/regencies/34.71.geojson</a:t>
            </a:r>
          </a:p>
          <a:p>
            <a:pPr>
              <a:defRPr sz="1200"/>
            </a:pPr>
            <a:r>
              <a:t>D:/pasar_fix/apps/web/.tanstack/start/build/client-dist/data/regencies/35.01.geojson</a:t>
            </a:r>
          </a:p>
          <a:p>
            <a:pPr>
              <a:defRPr sz="1200"/>
            </a:pPr>
            <a:r>
              <a:t>D:/pasar_fix/apps/web/.tanstack/start/build/client-dist/data/regencies/35.02.geojson</a:t>
            </a:r>
          </a:p>
          <a:p>
            <a:pPr>
              <a:defRPr sz="1200"/>
            </a:pPr>
            <a:r>
              <a:t>D:/pasar_fix/apps/web/.tanstack/start/build/client-dist/data/regencies/35.03.geojson</a:t>
            </a:r>
          </a:p>
          <a:p>
            <a:pPr>
              <a:defRPr sz="1200"/>
            </a:pPr>
            <a:r>
              <a:t>D:/pasar_fix/apps/web/.tanstack/start/build/client-dist/data/regencies/35.04.geojson</a:t>
            </a:r>
          </a:p>
          <a:p>
            <a:pPr>
              <a:defRPr sz="1200"/>
            </a:pPr>
            <a:r>
              <a:t>D:/pasar_fix/apps/web/.tanstack/start/build/client-dist/data/regencies/35.05.geojson</a:t>
            </a:r>
          </a:p>
          <a:p>
            <a:pPr>
              <a:defRPr sz="1200"/>
            </a:pPr>
            <a:r>
              <a:t>D:/pasar_fix/apps/web/.tanstack/start/build/client-dist/data/regencies/35.06.geojson</a:t>
            </a:r>
          </a:p>
          <a:p>
            <a:pPr>
              <a:defRPr sz="1200"/>
            </a:pPr>
            <a:r>
              <a:t>D:/pasar_fix/apps/web/.tanstack/start/build/client-dist/data/regencies/35.07.geojson</a:t>
            </a:r>
          </a:p>
          <a:p>
            <a:pPr>
              <a:defRPr sz="1200"/>
            </a:pPr>
            <a:r>
              <a:t>D:/pasar_fix/apps/web/.tanstack/start/build/client-dist/data/regencies/35.08.geojson</a:t>
            </a:r>
          </a:p>
          <a:p>
            <a:pPr>
              <a:defRPr sz="1200"/>
            </a:pPr>
            <a:r>
              <a:t>D:/pasar_fix/apps/web/.tanstack/start/build/client-dist/data/regencies/35.09.geojson</a:t>
            </a:r>
          </a:p>
          <a:p>
            <a:pPr>
              <a:defRPr sz="1200"/>
            </a:pPr>
            <a:r>
              <a:t>D:/pasar_fix/apps/web/.tanstack/start/build/client-dist/data/regencies/35.10.geojson</a:t>
            </a:r>
          </a:p>
          <a:p>
            <a:pPr>
              <a:defRPr sz="1200"/>
            </a:pPr>
            <a:r>
              <a:t>D:/pasar_fix/apps/web/.tanstack/start/build/client-dist/data/regencies/35.11.geojson</a:t>
            </a:r>
          </a:p>
          <a:p>
            <a:pPr>
              <a:defRPr sz="1200"/>
            </a:pPr>
            <a:r>
              <a:t>D:/pasar_fix/apps/web/.tanstack/start/build/client-dist/data/regencies/35.12.geojson</a:t>
            </a:r>
          </a:p>
          <a:p>
            <a:pPr>
              <a:defRPr sz="1200"/>
            </a:pPr>
            <a:r>
              <a:t>D:/pasar_fix/apps/web/.tanstack/start/build/client-dist/data/regencies/35.13.geojson</a:t>
            </a:r>
          </a:p>
          <a:p>
            <a:pPr>
              <a:defRPr sz="1200"/>
            </a:pPr>
            <a:r>
              <a:t>D:/pasar_fix/apps/web/.tanstack/start/build/client-dist/data/regencies/35.14.geojson</a:t>
            </a:r>
          </a:p>
          <a:p>
            <a:pPr>
              <a:defRPr sz="1200"/>
            </a:pPr>
            <a:r>
              <a:t>D:/pasar_fix/apps/web/.tanstack/start/build/client-dist/data/regencies/35.15.geojson</a:t>
            </a:r>
          </a:p>
          <a:p>
            <a:pPr>
              <a:defRPr sz="1200"/>
            </a:pPr>
            <a:r>
              <a:t>D:/pasar_fix/apps/web/.tanstack/start/build/client-dist/data/regencies/35.16.geojson</a:t>
            </a:r>
          </a:p>
          <a:p>
            <a:pPr>
              <a:defRPr sz="1200"/>
            </a:pPr>
            <a:r>
              <a:t>D:/pasar_fix/apps/web/.tanstack/start/build/client-dist/data/regencies/35.17.geojson</a:t>
            </a:r>
          </a:p>
          <a:p>
            <a:pPr>
              <a:defRPr sz="1200"/>
            </a:pPr>
            <a:r>
              <a:t>D:/pasar_fix/apps/web/.tanstack/start/build/client-dist/data/regencies/35.18.geojson</a:t>
            </a:r>
          </a:p>
          <a:p>
            <a:pPr>
              <a:defRPr sz="1200"/>
            </a:pPr>
            <a:r>
              <a:t>D:/pasar_fix/apps/web/.tanstack/start/build/client-dist/data/regencies/35.19.geojson</a:t>
            </a:r>
          </a:p>
          <a:p>
            <a:pPr>
              <a:defRPr sz="1200"/>
            </a:pPr>
            <a:r>
              <a:t>D:/pasar_fix/apps/web/.tanstack/start/build/client-dist/data/regencies/35.20.geojson</a:t>
            </a:r>
          </a:p>
          <a:p>
            <a:pPr>
              <a:defRPr sz="1200"/>
            </a:pPr>
            <a:r>
              <a:t>D:/pasar_fix/apps/web/.tanstack/start/build/client-dist/data/regencies/35.21.geojson</a:t>
            </a:r>
          </a:p>
          <a:p>
            <a:pPr>
              <a:defRPr sz="1200"/>
            </a:pPr>
            <a:r>
              <a:t>D:/pasar_fix/apps/web/.tanstack/start/build/client-dist/data/regencies/35.22.geojson</a:t>
            </a:r>
          </a:p>
          <a:p>
            <a:pPr>
              <a:defRPr sz="1200"/>
            </a:pPr>
            <a:r>
              <a:t>D:/pasar_fix/apps/web/.tanstack/start/build/client-dist/data/regencies/35.23.geojson</a:t>
            </a:r>
          </a:p>
          <a:p>
            <a:pPr>
              <a:defRPr sz="1200"/>
            </a:pPr>
            <a:r>
              <a:t>D:/pasar_fix/apps/web/.tanstack/start/build/client-dist/data/regencies/35.24.geojson</a:t>
            </a:r>
          </a:p>
          <a:p>
            <a:pPr>
              <a:defRPr sz="1200"/>
            </a:pPr>
            <a:r>
              <a:t>D:/pasar_fix/apps/web/.tanstack/start/build/client-dist/data/regencies/35.25.geojson</a:t>
            </a:r>
          </a:p>
          <a:p>
            <a:pPr>
              <a:defRPr sz="1200"/>
            </a:pPr>
            <a:r>
              <a:t>D:/pasar_fix/apps/web/.tanstack/start/build/client-dist/data/regencies/35.26.geojson</a:t>
            </a:r>
          </a:p>
          <a:p>
            <a:pPr>
              <a:defRPr sz="1200"/>
            </a:pPr>
            <a:r>
              <a:t>D:/pasar_fix/apps/web/.tanstack/start/build/client-dist/data/regencies/35.27.geojson</a:t>
            </a:r>
          </a:p>
          <a:p>
            <a:pPr>
              <a:defRPr sz="1200"/>
            </a:pPr>
            <a:r>
              <a:t>D:/pasar_fix/apps/web/.tanstack/start/build/client-dist/data/regencies/35.28.geojson</a:t>
            </a:r>
          </a:p>
          <a:p>
            <a:pPr>
              <a:defRPr sz="1200"/>
            </a:pPr>
            <a:r>
              <a:t>D:/pasar_fix/apps/web/.tanstack/start/build/client-dist/data/regencies/35.29.geojson</a:t>
            </a:r>
          </a:p>
          <a:p>
            <a:pPr>
              <a:defRPr sz="1200"/>
            </a:pPr>
            <a:r>
              <a:t>D:/pasar_fix/apps/web/.tanstack/start/build/client-dist/data/regencies/35.71.geojson</a:t>
            </a:r>
          </a:p>
          <a:p>
            <a:pPr>
              <a:defRPr sz="1200"/>
            </a:pPr>
            <a:r>
              <a:t>D:/pasar_fix/apps/web/.tanstack/start/build/client-dist/data/regencies/35.72.geojson</a:t>
            </a:r>
          </a:p>
          <a:p>
            <a:pPr>
              <a:defRPr sz="1200"/>
            </a:pPr>
            <a:r>
              <a:t>D:/pasar_fix/apps/web/.tanstack/start/build/client-dist/data/regencies/35.73.geojson</a:t>
            </a:r>
          </a:p>
          <a:p>
            <a:pPr>
              <a:defRPr sz="1200"/>
            </a:pPr>
            <a:r>
              <a:t>D:/pasar_fix/apps/web/.tanstack/start/build/client-dist/data/regencies/35.74.geojson</a:t>
            </a:r>
          </a:p>
          <a:p>
            <a:pPr>
              <a:defRPr sz="1200"/>
            </a:pPr>
            <a:r>
              <a:t>D:/pasar_fix/apps/web/.tanstack/start/build/client-dist/data/regencies/35.75.geojson</a:t>
            </a:r>
          </a:p>
          <a:p>
            <a:pPr>
              <a:defRPr sz="1200"/>
            </a:pPr>
            <a:r>
              <a:t>D:/pasar_fix/apps/web/.tanstack/start/build/client-dist/data/regencies/35.76.geojson</a:t>
            </a:r>
          </a:p>
          <a:p>
            <a:pPr>
              <a:defRPr sz="1200"/>
            </a:pPr>
            <a:r>
              <a:t>D:/pasar_fix/apps/web/.tanstack/start/build/client-dist/data/regencies/35.77.geojson</a:t>
            </a:r>
          </a:p>
          <a:p>
            <a:pPr>
              <a:defRPr sz="1200"/>
            </a:pPr>
            <a:r>
              <a:t>D:/pasar_fix/apps/web/.tanstack/start/build/client-dist/data/regencies/35.78.geojson</a:t>
            </a:r>
          </a:p>
          <a:p>
            <a:pPr>
              <a:defRPr sz="1200"/>
            </a:pPr>
            <a:r>
              <a:t>D:/pasar_fix/apps/web/.tanstack/start/build/client-dist/data/regencies/35.79.geojson</a:t>
            </a:r>
          </a:p>
          <a:p>
            <a:pPr>
              <a:defRPr sz="1200"/>
            </a:pPr>
            <a:r>
              <a:t>D:/pasar_fix/apps/web/.tanstack/start/build/client-dist/data/regencies/36.01.geojson</a:t>
            </a:r>
          </a:p>
          <a:p>
            <a:pPr>
              <a:defRPr sz="1200"/>
            </a:pPr>
            <a:r>
              <a:t>D:/pasar_fix/apps/web/.tanstack/start/build/client-dist/data/regencies/36.02.geojson</a:t>
            </a:r>
          </a:p>
          <a:p>
            <a:pPr>
              <a:defRPr sz="1200"/>
            </a:pPr>
            <a:r>
              <a:t>D:/pasar_fix/apps/web/.tanstack/start/build/client-dist/data/regencies/36.03.geojson</a:t>
            </a:r>
          </a:p>
          <a:p>
            <a:pPr>
              <a:defRPr sz="1200"/>
            </a:pPr>
            <a:r>
              <a:t>D:/pasar_fix/apps/web/.tanstack/start/build/client-dist/data/regencies/36.04.geojson</a:t>
            </a:r>
          </a:p>
          <a:p>
            <a:pPr>
              <a:defRPr sz="1200"/>
            </a:pPr>
            <a:r>
              <a:t>D:/pasar_fix/apps/web/.tanstack/start/build/client-dist/data/regencies/36.71.geojson</a:t>
            </a:r>
          </a:p>
          <a:p>
            <a:pPr>
              <a:defRPr sz="1200"/>
            </a:pPr>
            <a:r>
              <a:t>D:/pasar_fix/apps/web/.tanstack/start/build/client-dist/data/regencies/36.72.geojson</a:t>
            </a:r>
          </a:p>
          <a:p>
            <a:pPr>
              <a:defRPr sz="1200"/>
            </a:pPr>
            <a:r>
              <a:t>D:/pasar_fix/apps/web/.tanstack/start/build/client-dist/data/regencies/36.73.geojson</a:t>
            </a:r>
          </a:p>
          <a:p>
            <a:pPr>
              <a:defRPr sz="1200"/>
            </a:pPr>
            <a:r>
              <a:t>D:/pasar_fix/apps/web/.tanstack/start/build/client-dist/data/regencies/36.74.geojson</a:t>
            </a:r>
          </a:p>
          <a:p>
            <a:pPr>
              <a:defRPr sz="1200"/>
            </a:pPr>
            <a:r>
              <a:t>D:/pasar_fix/apps/web/.tanstack/start/build/client-dist/data/regencies/51.01.geojson</a:t>
            </a:r>
          </a:p>
          <a:p>
            <a:pPr>
              <a:defRPr sz="1200"/>
            </a:pPr>
            <a:r>
              <a:t>D:/pasar_fix/apps/web/.tanstack/start/build/client-dist/data/regencies/51.02.geojson</a:t>
            </a:r>
          </a:p>
          <a:p>
            <a:pPr>
              <a:defRPr sz="1200"/>
            </a:pPr>
            <a:r>
              <a:t>D:/pasar_fix/apps/web/.tanstack/start/build/client-dist/data/regencies/51.03.geojson</a:t>
            </a:r>
          </a:p>
          <a:p>
            <a:pPr>
              <a:defRPr sz="1200"/>
            </a:pPr>
            <a:r>
              <a:t>D:/pasar_fix/apps/web/.tanstack/start/build/client-dist/data/regencies/51.04.geojson</a:t>
            </a:r>
          </a:p>
          <a:p>
            <a:pPr>
              <a:defRPr sz="1200"/>
            </a:pPr>
            <a:r>
              <a:t>D:/pasar_fix/apps/web/.tanstack/start/build/client-dist/data/regencies/51.05.geojson</a:t>
            </a:r>
          </a:p>
          <a:p>
            <a:pPr>
              <a:defRPr sz="1200"/>
            </a:pPr>
            <a:r>
              <a:t>D:/pasar_fix/apps/web/.tanstack/start/build/client-dist/data/regencies/51.06.geojson</a:t>
            </a:r>
          </a:p>
          <a:p>
            <a:pPr>
              <a:defRPr sz="1200"/>
            </a:pPr>
            <a:r>
              <a:t>D:/pasar_fix/apps/web/.tanstack/start/build/client-dist/data/regencies/51.07.geojson</a:t>
            </a:r>
          </a:p>
          <a:p>
            <a:pPr>
              <a:defRPr sz="1200"/>
            </a:pPr>
            <a:r>
              <a:t>D:/pasar_fix/apps/web/.tanstack/start/build/client-dist/data/regencies/51.08.geojson</a:t>
            </a:r>
          </a:p>
          <a:p>
            <a:pPr>
              <a:defRPr sz="1200"/>
            </a:pPr>
            <a:r>
              <a:t>D:/pasar_fix/apps/web/.tanstack/start/build/client-dist/data/regencies/51.71.geojson</a:t>
            </a:r>
          </a:p>
          <a:p>
            <a:pPr>
              <a:defRPr sz="1200"/>
            </a:pPr>
            <a:r>
              <a:t>D:/pasar_fix/apps/web/.tanstack/start/build/client-dist/data/regencies/52.01.geojson</a:t>
            </a:r>
          </a:p>
          <a:p>
            <a:pPr>
              <a:defRPr sz="1200"/>
            </a:pPr>
            <a:r>
              <a:t>D:/pasar_fix/apps/web/.tanstack/start/build/client-dist/data/regencies/52.02.geojson</a:t>
            </a:r>
          </a:p>
          <a:p>
            <a:pPr>
              <a:defRPr sz="1200"/>
            </a:pPr>
            <a:r>
              <a:t>D:/pasar_fix/apps/web/.tanstack/start/build/client-dist/data/regencies/52.03.geojson</a:t>
            </a:r>
          </a:p>
          <a:p>
            <a:pPr>
              <a:defRPr sz="1200"/>
            </a:pPr>
            <a:r>
              <a:t>D:/pasar_fix/apps/web/.tanstack/start/build/client-dist/data/regencies/52.04.geojson</a:t>
            </a:r>
          </a:p>
          <a:p>
            <a:pPr>
              <a:defRPr sz="1200"/>
            </a:pPr>
            <a:r>
              <a:t>D:/pasar_fix/apps/web/.tanstack/start/build/client-dist/data/regencies/52.05.geojson</a:t>
            </a:r>
          </a:p>
          <a:p>
            <a:pPr>
              <a:defRPr sz="1200"/>
            </a:pPr>
            <a:r>
              <a:t>D:/pasar_fix/apps/web/.tanstack/start/build/client-dist/data/regencies/52.06.geojson</a:t>
            </a:r>
          </a:p>
          <a:p>
            <a:pPr>
              <a:defRPr sz="1200"/>
            </a:pPr>
            <a:r>
              <a:t>D:/pasar_fix/apps/web/.tanstack/start/build/client-dist/data/regencies/52.07.geojson</a:t>
            </a:r>
          </a:p>
          <a:p>
            <a:pPr>
              <a:defRPr sz="1200"/>
            </a:pPr>
            <a:r>
              <a:t>D:/pasar_fix/apps/web/.tanstack/start/build/client-dist/data/regencies/52.08.geojson</a:t>
            </a:r>
          </a:p>
          <a:p>
            <a:pPr>
              <a:defRPr sz="1200"/>
            </a:pPr>
            <a:r>
              <a:t>D:/pasar_fix/apps/web/.tanstack/start/build/client-dist/data/regencies/52.71.geojson</a:t>
            </a:r>
          </a:p>
          <a:p>
            <a:pPr>
              <a:defRPr sz="1200"/>
            </a:pPr>
            <a:r>
              <a:t>D:/pasar_fix/apps/web/.tanstack/start/build/client-dist/data/regencies/52.72.geojson</a:t>
            </a:r>
          </a:p>
          <a:p>
            <a:pPr>
              <a:defRPr sz="1200"/>
            </a:pPr>
            <a:r>
              <a:t>D:/pasar_fix/apps/web/.tanstack/start/build/client-dist/data/regencies/53.01.geojson</a:t>
            </a:r>
          </a:p>
          <a:p>
            <a:pPr>
              <a:defRPr sz="1200"/>
            </a:pPr>
            <a:r>
              <a:t>D:/pasar_fix/apps/web/.tanstack/start/build/client-dist/data/regencies/53.02.geojson</a:t>
            </a:r>
          </a:p>
          <a:p>
            <a:pPr>
              <a:defRPr sz="1200"/>
            </a:pPr>
            <a:r>
              <a:t>D:/pasar_fix/apps/web/.tanstack/start/build/client-dist/data/regencies/53.03.geojson</a:t>
            </a:r>
          </a:p>
          <a:p>
            <a:pPr>
              <a:defRPr sz="1200"/>
            </a:pPr>
            <a:r>
              <a:t>D:/pasar_fix/apps/web/.tanstack/start/build/client-dist/data/regencies/53.04.geojson</a:t>
            </a:r>
          </a:p>
          <a:p>
            <a:pPr>
              <a:defRPr sz="1200"/>
            </a:pPr>
            <a:r>
              <a:t>D:/pasar_fix/apps/web/.tanstack/start/build/client-dist/data/regencies/53.05.geojson</a:t>
            </a:r>
          </a:p>
          <a:p>
            <a:pPr>
              <a:defRPr sz="1200"/>
            </a:pPr>
            <a:r>
              <a:t>D:/pasar_fix/apps/web/.tanstack/start/build/client-dist/data/regencies/53.06.geojson</a:t>
            </a:r>
          </a:p>
          <a:p>
            <a:pPr>
              <a:defRPr sz="1200"/>
            </a:pPr>
            <a:r>
              <a:t>D:/pasar_fix/apps/web/.tanstack/start/build/client-dist/data/regencies/53.07.geojson</a:t>
            </a:r>
          </a:p>
          <a:p>
            <a:pPr>
              <a:defRPr sz="1200"/>
            </a:pPr>
            <a:r>
              <a:t>D:/pasar_fix/apps/web/.tanstack/start/build/client-dist/data/regencies/53.08.geojson</a:t>
            </a:r>
          </a:p>
          <a:p>
            <a:pPr>
              <a:defRPr sz="1200"/>
            </a:pPr>
            <a:r>
              <a:t>D:/pasar_fix/apps/web/.tanstack/start/build/client-dist/data/regencies/53.09.geojson</a:t>
            </a:r>
          </a:p>
          <a:p>
            <a:pPr>
              <a:defRPr sz="1200"/>
            </a:pPr>
            <a:r>
              <a:t>D:/pasar_fix/apps/web/.tanstack/start/build/client-dist/data/regencies/53.10.geojson</a:t>
            </a:r>
          </a:p>
          <a:p>
            <a:pPr>
              <a:defRPr sz="1200"/>
            </a:pPr>
            <a:r>
              <a:t>D:/pasar_fix/apps/web/.tanstack/start/build/client-dist/data/regencies/53.11.geojson</a:t>
            </a:r>
          </a:p>
          <a:p>
            <a:pPr>
              <a:defRPr sz="1200"/>
            </a:pPr>
            <a:r>
              <a:t>D:/pasar_fix/apps/web/.tanstack/start/build/client-dist/data/regencies/53.12.geojson</a:t>
            </a:r>
          </a:p>
          <a:p>
            <a:pPr>
              <a:defRPr sz="1200"/>
            </a:pPr>
            <a:r>
              <a:t>D:/pasar_fix/apps/web/.tanstack/start/build/client-dist/data/regencies/53.13.geojson</a:t>
            </a:r>
          </a:p>
          <a:p>
            <a:pPr>
              <a:defRPr sz="1200"/>
            </a:pPr>
            <a:r>
              <a:t>D:/pasar_fix/apps/web/.tanstack/start/build/client-dist/data/regencies/53.14.geojson</a:t>
            </a:r>
          </a:p>
          <a:p>
            <a:pPr>
              <a:defRPr sz="1200"/>
            </a:pPr>
            <a:r>
              <a:t>D:/pasar_fix/apps/web/.tanstack/start/build/client-dist/data/regencies/53.15.geojson</a:t>
            </a:r>
          </a:p>
          <a:p>
            <a:pPr>
              <a:defRPr sz="1200"/>
            </a:pPr>
            <a:r>
              <a:t>D:/pasar_fix/apps/web/.tanstack/start/build/client-dist/data/regencies/53.16.geojson</a:t>
            </a:r>
          </a:p>
          <a:p>
            <a:pPr>
              <a:defRPr sz="1200"/>
            </a:pPr>
            <a:r>
              <a:t>D:/pasar_fix/apps/web/.tanstack/start/build/client-dist/data/regencies/53.17.geojson</a:t>
            </a:r>
          </a:p>
          <a:p>
            <a:pPr>
              <a:defRPr sz="1200"/>
            </a:pPr>
            <a:r>
              <a:t>D:/pasar_fix/apps/web/.tanstack/start/build/client-dist/data/regencies/53.18.geojson</a:t>
            </a:r>
          </a:p>
          <a:p>
            <a:pPr>
              <a:defRPr sz="1200"/>
            </a:pPr>
            <a:r>
              <a:t>D:/pasar_fix/apps/web/.tanstack/start/build/client-dist/data/regencies/53.19.geojson</a:t>
            </a:r>
          </a:p>
          <a:p>
            <a:pPr>
              <a:defRPr sz="1200"/>
            </a:pPr>
            <a:r>
              <a:t>D:/pasar_fix/apps/web/.tanstack/start/build/client-dist/data/regencies/53.20.geojson</a:t>
            </a:r>
          </a:p>
          <a:p>
            <a:pPr>
              <a:defRPr sz="1200"/>
            </a:pPr>
            <a:r>
              <a:t>D:/pasar_fix/apps/web/.tanstack/start/build/client-dist/data/regencies/53.21.geojson</a:t>
            </a:r>
          </a:p>
          <a:p>
            <a:pPr>
              <a:defRPr sz="1200"/>
            </a:pPr>
            <a:r>
              <a:t>D:/pasar_fix/apps/web/.tanstack/start/build/client-dist/data/regencies/53.71.geojson</a:t>
            </a:r>
          </a:p>
          <a:p>
            <a:pPr>
              <a:defRPr sz="1200"/>
            </a:pPr>
            <a:r>
              <a:t>D:/pasar_fix/apps/web/.tanstack/start/build/client-dist/data/regencies/61.01.geojson</a:t>
            </a:r>
          </a:p>
          <a:p>
            <a:pPr>
              <a:defRPr sz="1200"/>
            </a:pPr>
            <a:r>
              <a:t>D:/pasar_fix/apps/web/.tanstack/start/build/client-dist/data/regencies/61.02.geojson</a:t>
            </a:r>
          </a:p>
          <a:p>
            <a:pPr>
              <a:defRPr sz="1200"/>
            </a:pPr>
            <a:r>
              <a:t>D:/pasar_fix/apps/web/.tanstack/start/build/client-dist/data/regencies/61.03.geojson</a:t>
            </a:r>
          </a:p>
          <a:p>
            <a:pPr>
              <a:defRPr sz="1200"/>
            </a:pPr>
            <a:r>
              <a:t>D:/pasar_fix/apps/web/.tanstack/start/build/client-dist/data/regencies/61.04.geojson</a:t>
            </a:r>
          </a:p>
          <a:p>
            <a:pPr>
              <a:defRPr sz="1200"/>
            </a:pPr>
            <a:r>
              <a:t>D:/pasar_fix/apps/web/.tanstack/start/build/client-dist/data/regencies/61.05.geojson</a:t>
            </a:r>
          </a:p>
          <a:p>
            <a:pPr>
              <a:defRPr sz="1200"/>
            </a:pPr>
            <a:r>
              <a:t>D:/pasar_fix/apps/web/.tanstack/start/build/client-dist/data/regencies/61.06.geojson</a:t>
            </a:r>
          </a:p>
          <a:p>
            <a:pPr>
              <a:defRPr sz="1200"/>
            </a:pPr>
            <a:r>
              <a:t>D:/pasar_fix/apps/web/.tanstack/start/build/client-dist/data/regencies/61.07.geojson</a:t>
            </a:r>
          </a:p>
          <a:p>
            <a:pPr>
              <a:defRPr sz="1200"/>
            </a:pPr>
            <a:r>
              <a:t>D:/pasar_fix/apps/web/.tanstack/start/build/client-dist/data/regencies/61.08.geojson</a:t>
            </a:r>
          </a:p>
          <a:p>
            <a:pPr>
              <a:defRPr sz="1200"/>
            </a:pPr>
            <a:r>
              <a:t>D:/pasar_fix/apps/web/.tanstack/start/build/client-dist/data/regencies/61.09.geojson</a:t>
            </a:r>
          </a:p>
          <a:p>
            <a:pPr>
              <a:defRPr sz="1200"/>
            </a:pPr>
            <a:r>
              <a:t>D:/pasar_fix/apps/web/.tanstack/start/build/client-dist/data/regencies/61.10.geojson</a:t>
            </a:r>
          </a:p>
          <a:p>
            <a:pPr>
              <a:defRPr sz="1200"/>
            </a:pPr>
            <a:r>
              <a:t>D:/pasar_fix/apps/web/.tanstack/start/build/client-dist/data/regencies/61.11.geojson</a:t>
            </a:r>
          </a:p>
          <a:p>
            <a:pPr>
              <a:defRPr sz="1200"/>
            </a:pPr>
            <a:r>
              <a:t>D:/pasar_fix/apps/web/.tanstack/start/build/client-dist/data/regencies/61.12.geojson</a:t>
            </a:r>
          </a:p>
          <a:p>
            <a:pPr>
              <a:defRPr sz="1200"/>
            </a:pPr>
            <a:r>
              <a:t>D:/pasar_fix/apps/web/.tanstack/start/build/client-dist/data/regencies/61.71.geojson</a:t>
            </a:r>
          </a:p>
          <a:p>
            <a:pPr>
              <a:defRPr sz="1200"/>
            </a:pPr>
            <a:r>
              <a:t>D:/pasar_fix/apps/web/.tanstack/start/build/client-dist/data/regencies/61.72.geojson</a:t>
            </a:r>
          </a:p>
          <a:p>
            <a:pPr>
              <a:defRPr sz="1200"/>
            </a:pPr>
            <a:r>
              <a:t>D:/pasar_fix/apps/web/.tanstack/start/build/client-dist/data/regencies/62.01.geojson</a:t>
            </a:r>
          </a:p>
          <a:p>
            <a:pPr>
              <a:defRPr sz="1200"/>
            </a:pPr>
            <a:r>
              <a:t>D:/pasar_fix/apps/web/.tanstack/start/build/client-dist/data/regencies/62.02.geojson</a:t>
            </a:r>
          </a:p>
          <a:p>
            <a:pPr>
              <a:defRPr sz="1200"/>
            </a:pPr>
            <a:r>
              <a:t>D:/pasar_fix/apps/web/.tanstack/start/build/client-dist/data/regencies/62.03.geojson</a:t>
            </a:r>
          </a:p>
          <a:p>
            <a:pPr>
              <a:defRPr sz="1200"/>
            </a:pPr>
            <a:r>
              <a:t>D:/pasar_fix/apps/web/.tanstack/start/build/client-dist/data/regencies/62.04.geojson</a:t>
            </a:r>
          </a:p>
          <a:p>
            <a:pPr>
              <a:defRPr sz="1200"/>
            </a:pPr>
            <a:r>
              <a:t>D:/pasar_fix/apps/web/.tanstack/start/build/client-dist/data/regencies/62.05.geojson</a:t>
            </a:r>
          </a:p>
          <a:p>
            <a:pPr>
              <a:defRPr sz="1200"/>
            </a:pPr>
            <a:r>
              <a:t>D:/pasar_fix/apps/web/.tanstack/start/build/client-dist/data/regencies/62.06.geojson</a:t>
            </a:r>
          </a:p>
          <a:p>
            <a:pPr>
              <a:defRPr sz="1200"/>
            </a:pPr>
            <a:r>
              <a:t>D:/pasar_fix/apps/web/.tanstack/start/build/client-dist/data/regencies/62.07.geojson</a:t>
            </a:r>
          </a:p>
          <a:p>
            <a:pPr>
              <a:defRPr sz="1200"/>
            </a:pPr>
            <a:r>
              <a:t>D:/pasar_fix/apps/web/.tanstack/start/build/client-dist/data/regencies/62.08.geojson</a:t>
            </a:r>
          </a:p>
          <a:p>
            <a:pPr>
              <a:defRPr sz="1200"/>
            </a:pPr>
            <a:r>
              <a:t>D:/pasar_fix/apps/web/.tanstack/start/build/client-dist/data/regencies/62.09.geojson</a:t>
            </a:r>
          </a:p>
          <a:p>
            <a:pPr>
              <a:defRPr sz="1200"/>
            </a:pPr>
            <a:r>
              <a:t>D:/pasar_fix/apps/web/.tanstack/start/build/client-dist/data/regencies/62.10.geojson</a:t>
            </a:r>
          </a:p>
          <a:p>
            <a:pPr>
              <a:defRPr sz="1200"/>
            </a:pPr>
            <a:r>
              <a:t>D:/pasar_fix/apps/web/.tanstack/start/build/client-dist/data/regencies/62.11.geojson</a:t>
            </a:r>
          </a:p>
          <a:p>
            <a:pPr>
              <a:defRPr sz="1200"/>
            </a:pPr>
            <a:r>
              <a:t>D:/pasar_fix/apps/web/.tanstack/start/build/client-dist/data/regencies/62.12.geojson</a:t>
            </a:r>
          </a:p>
          <a:p>
            <a:pPr>
              <a:defRPr sz="1200"/>
            </a:pPr>
            <a:r>
              <a:t>D:/pasar_fix/apps/web/.tanstack/start/build/client-dist/data/regencies/62.13.geojson</a:t>
            </a:r>
          </a:p>
          <a:p>
            <a:pPr>
              <a:defRPr sz="1200"/>
            </a:pPr>
            <a:r>
              <a:t>D:/pasar_fix/apps/web/.tanstack/start/build/client-dist/data/regencies/62.71.geojson</a:t>
            </a:r>
          </a:p>
          <a:p>
            <a:pPr>
              <a:defRPr sz="1200"/>
            </a:pPr>
            <a:r>
              <a:t>D:/pasar_fix/apps/web/.tanstack/start/build/client-dist/data/regencies/63.01.geojson</a:t>
            </a:r>
          </a:p>
          <a:p>
            <a:pPr>
              <a:defRPr sz="1200"/>
            </a:pPr>
            <a:r>
              <a:t>D:/pasar_fix/apps/web/.tanstack/start/build/client-dist/data/regencies/63.02.geojson</a:t>
            </a:r>
          </a:p>
          <a:p>
            <a:pPr>
              <a:defRPr sz="1200"/>
            </a:pPr>
            <a:r>
              <a:t>D:/pasar_fix/apps/web/.tanstack/start/build/client-dist/data/regencies/63.03.geojson</a:t>
            </a:r>
          </a:p>
          <a:p>
            <a:pPr>
              <a:defRPr sz="1200"/>
            </a:pPr>
            <a:r>
              <a:t>D:/pasar_fix/apps/web/.tanstack/start/build/client-dist/data/regencies/63.04.geojson</a:t>
            </a:r>
          </a:p>
          <a:p>
            <a:pPr>
              <a:defRPr sz="1200"/>
            </a:pPr>
            <a:r>
              <a:t>D:/pasar_fix/apps/web/.tanstack/start/build/client-dist/data/regencies/63.05.geojson</a:t>
            </a:r>
          </a:p>
          <a:p>
            <a:pPr>
              <a:defRPr sz="1200"/>
            </a:pPr>
            <a:r>
              <a:t>D:/pasar_fix/apps/web/.tanstack/start/build/client-dist/data/regencies/63.06.geojson</a:t>
            </a:r>
          </a:p>
          <a:p>
            <a:pPr>
              <a:defRPr sz="1200"/>
            </a:pPr>
            <a:r>
              <a:t>D:/pasar_fix/apps/web/.tanstack/start/build/client-dist/data/regencies/63.07.geojson</a:t>
            </a:r>
          </a:p>
          <a:p>
            <a:pPr>
              <a:defRPr sz="1200"/>
            </a:pPr>
            <a:r>
              <a:t>D:/pasar_fix/apps/web/.tanstack/start/build/client-dist/data/regencies/63.08.geojson</a:t>
            </a:r>
          </a:p>
          <a:p>
            <a:pPr>
              <a:defRPr sz="1200"/>
            </a:pPr>
            <a:r>
              <a:t>D:/pasar_fix/apps/web/.tanstack/start/build/client-dist/data/regencies/63.09.geojson</a:t>
            </a:r>
          </a:p>
          <a:p>
            <a:pPr>
              <a:defRPr sz="1200"/>
            </a:pPr>
            <a:r>
              <a:t>D:/pasar_fix/apps/web/.tanstack/start/build/client-dist/data/regencies/63.10.geojson</a:t>
            </a:r>
          </a:p>
          <a:p>
            <a:pPr>
              <a:defRPr sz="1200"/>
            </a:pPr>
            <a:r>
              <a:t>D:/pasar_fix/apps/web/.tanstack/start/build/client-dist/data/regencies/63.11.geojson</a:t>
            </a:r>
          </a:p>
          <a:p>
            <a:pPr>
              <a:defRPr sz="1200"/>
            </a:pPr>
            <a:r>
              <a:t>D:/pasar_fix/apps/web/.tanstack/start/build/client-dist/data/regencies/63.71.geojson</a:t>
            </a:r>
          </a:p>
          <a:p>
            <a:pPr>
              <a:defRPr sz="1200"/>
            </a:pPr>
            <a:r>
              <a:t>D:/pasar_fix/apps/web/.tanstack/start/build/client-dist/data/regencies/63.72.geojson</a:t>
            </a:r>
          </a:p>
          <a:p>
            <a:pPr>
              <a:defRPr sz="1200"/>
            </a:pPr>
            <a:r>
              <a:t>D:/pasar_fix/apps/web/.tanstack/start/build/client-dist/data/regencies/64.01.geojson</a:t>
            </a:r>
          </a:p>
          <a:p>
            <a:pPr>
              <a:defRPr sz="1200"/>
            </a:pPr>
            <a:r>
              <a:t>D:/pasar_fix/apps/web/.tanstack/start/build/client-dist/data/regencies/64.02.geojson</a:t>
            </a:r>
          </a:p>
          <a:p>
            <a:pPr>
              <a:defRPr sz="1200"/>
            </a:pPr>
            <a:r>
              <a:t>D:/pasar_fix/apps/web/.tanstack/start/build/client-dist/data/regencies/64.03.geojson</a:t>
            </a:r>
          </a:p>
          <a:p>
            <a:pPr>
              <a:defRPr sz="1200"/>
            </a:pPr>
            <a:r>
              <a:t>D:/pasar_fix/apps/web/.tanstack/start/build/client-dist/data/regencies/64.07.geojson</a:t>
            </a:r>
          </a:p>
          <a:p>
            <a:pPr>
              <a:defRPr sz="1200"/>
            </a:pPr>
            <a:r>
              <a:t>D:/pasar_fix/apps/web/.tanstack/start/build/client-dist/data/regencies/64.08.geojson</a:t>
            </a:r>
          </a:p>
          <a:p>
            <a:pPr>
              <a:defRPr sz="1200"/>
            </a:pPr>
            <a:r>
              <a:t>D:/pasar_fix/apps/web/.tanstack/start/build/client-dist/data/regencies/64.09.geojson</a:t>
            </a:r>
          </a:p>
          <a:p>
            <a:pPr>
              <a:defRPr sz="1200"/>
            </a:pPr>
            <a:r>
              <a:t>D:/pasar_fix/apps/web/.tanstack/start/build/client-dist/data/regencies/64.11.geojson</a:t>
            </a:r>
          </a:p>
          <a:p>
            <a:pPr>
              <a:defRPr sz="1200"/>
            </a:pPr>
            <a:r>
              <a:t>D:/pasar_fix/apps/web/.tanstack/start/build/client-dist/data/regencies/64.71.geojson</a:t>
            </a:r>
          </a:p>
          <a:p>
            <a:pPr>
              <a:defRPr sz="1200"/>
            </a:pPr>
            <a:r>
              <a:t>D:/pasar_fix/apps/web/.tanstack/start/build/client-dist/data/regencies/64.72.geojson</a:t>
            </a:r>
          </a:p>
          <a:p>
            <a:pPr>
              <a:defRPr sz="1200"/>
            </a:pPr>
            <a:r>
              <a:t>D:/pasar_fix/apps/web/.tanstack/start/build/client-dist/data/regencies/64.74.geojson</a:t>
            </a:r>
          </a:p>
          <a:p>
            <a:pPr>
              <a:defRPr sz="1200"/>
            </a:pPr>
            <a:r>
              <a:t>D:/pasar_fix/apps/web/.tanstack/start/build/client-dist/data/regencies/65.01.geojson</a:t>
            </a:r>
          </a:p>
          <a:p>
            <a:pPr>
              <a:defRPr sz="1200"/>
            </a:pPr>
            <a:r>
              <a:t>D:/pasar_fix/apps/web/.tanstack/start/build/client-dist/data/regencies/65.02.geojson</a:t>
            </a:r>
          </a:p>
          <a:p>
            <a:pPr>
              <a:defRPr sz="1200"/>
            </a:pPr>
            <a:r>
              <a:t>D:/pasar_fix/apps/web/.tanstack/start/build/client-dist/data/regencies/65.03.geojson</a:t>
            </a:r>
          </a:p>
          <a:p>
            <a:pPr>
              <a:defRPr sz="1200"/>
            </a:pPr>
            <a:r>
              <a:t>D:/pasar_fix/apps/web/.tanstack/start/build/client-dist/data/regencies/65.04.geojson</a:t>
            </a:r>
          </a:p>
          <a:p>
            <a:pPr>
              <a:defRPr sz="1200"/>
            </a:pPr>
            <a:r>
              <a:t>D:/pasar_fix/apps/web/.tanstack/start/build/client-dist/data/regencies/65.71.geojson</a:t>
            </a:r>
          </a:p>
          <a:p>
            <a:pPr>
              <a:defRPr sz="1200"/>
            </a:pPr>
            <a:r>
              <a:t>D:/pasar_fix/apps/web/.tanstack/start/build/client-dist/data/regencies/71.01.geojson</a:t>
            </a:r>
          </a:p>
          <a:p>
            <a:pPr>
              <a:defRPr sz="1200"/>
            </a:pPr>
            <a:r>
              <a:t>D:/pasar_fix/apps/web/.tanstack/start/build/client-dist/data/regencies/71.02.geojson</a:t>
            </a:r>
          </a:p>
          <a:p>
            <a:pPr>
              <a:defRPr sz="1200"/>
            </a:pPr>
            <a:r>
              <a:t>D:/pasar_fix/apps/web/.tanstack/start/build/client-dist/data/regencies/71.03.geojson</a:t>
            </a:r>
          </a:p>
          <a:p>
            <a:pPr>
              <a:defRPr sz="1200"/>
            </a:pPr>
            <a:r>
              <a:t>D:/pasar_fix/apps/web/.tanstack/start/build/client-dist/data/regencies/71.04.geojson</a:t>
            </a:r>
          </a:p>
          <a:p>
            <a:pPr>
              <a:defRPr sz="1200"/>
            </a:pPr>
            <a:r>
              <a:t>D:/pasar_fix/apps/web/.tanstack/start/build/client-dist/data/regencies/71.05.geojson</a:t>
            </a:r>
          </a:p>
          <a:p>
            <a:pPr>
              <a:defRPr sz="1200"/>
            </a:pPr>
            <a:r>
              <a:t>D:/pasar_fix/apps/web/.tanstack/start/build/client-dist/data/regencies/71.06.geojson</a:t>
            </a:r>
          </a:p>
          <a:p>
            <a:pPr>
              <a:defRPr sz="1200"/>
            </a:pPr>
            <a:r>
              <a:t>D:/pasar_fix/apps/web/.tanstack/start/build/client-dist/data/regencies/71.07.geojson</a:t>
            </a:r>
          </a:p>
          <a:p>
            <a:pPr>
              <a:defRPr sz="1200"/>
            </a:pPr>
            <a:r>
              <a:t>D:/pasar_fix/apps/web/.tanstack/start/build/client-dist/data/regencies/71.08.geojson</a:t>
            </a:r>
          </a:p>
          <a:p>
            <a:pPr>
              <a:defRPr sz="1200"/>
            </a:pPr>
            <a:r>
              <a:t>D:/pasar_fix/apps/web/.tanstack/start/build/client-dist/data/regencies/71.09.geojson</a:t>
            </a:r>
          </a:p>
          <a:p>
            <a:pPr>
              <a:defRPr sz="1200"/>
            </a:pPr>
            <a:r>
              <a:t>D:/pasar_fix/apps/web/.tanstack/start/build/client-dist/data/regencies/71.10.geojson</a:t>
            </a:r>
          </a:p>
          <a:p>
            <a:pPr>
              <a:defRPr sz="1200"/>
            </a:pPr>
            <a:r>
              <a:t>D:/pasar_fix/apps/web/.tanstack/start/build/client-dist/data/regencies/71.11.geojson</a:t>
            </a:r>
          </a:p>
          <a:p>
            <a:pPr>
              <a:defRPr sz="1200"/>
            </a:pPr>
            <a:r>
              <a:t>D:/pasar_fix/apps/web/.tanstack/start/build/client-dist/data/regencies/71.71.geojson</a:t>
            </a:r>
          </a:p>
          <a:p>
            <a:pPr>
              <a:defRPr sz="1200"/>
            </a:pPr>
            <a:r>
              <a:t>D:/pasar_fix/apps/web/.tanstack/start/build/client-dist/data/regencies/71.72.geojson</a:t>
            </a:r>
          </a:p>
          <a:p>
            <a:pPr>
              <a:defRPr sz="1200"/>
            </a:pPr>
            <a:r>
              <a:t>D:/pasar_fix/apps/web/.tanstack/start/build/client-dist/data/regencies/71.73.geojson</a:t>
            </a:r>
          </a:p>
          <a:p>
            <a:pPr>
              <a:defRPr sz="1200"/>
            </a:pPr>
            <a:r>
              <a:t>D:/pasar_fix/apps/web/.tanstack/start/build/client-dist/data/regencies/71.74.geojson</a:t>
            </a:r>
          </a:p>
          <a:p>
            <a:pPr>
              <a:defRPr sz="1200"/>
            </a:pPr>
            <a:r>
              <a:t>D:/pasar_fix/apps/web/.tanstack/start/build/client-dist/data/regencies/72.01.geojson</a:t>
            </a:r>
          </a:p>
          <a:p>
            <a:pPr>
              <a:defRPr sz="1200"/>
            </a:pPr>
            <a:r>
              <a:t>D:/pasar_fix/apps/web/.tanstack/start/build/client-dist/data/regencies/72.02.geojson</a:t>
            </a:r>
          </a:p>
          <a:p>
            <a:pPr>
              <a:defRPr sz="1200"/>
            </a:pPr>
            <a:r>
              <a:t>D:/pasar_fix/apps/web/.tanstack/start/build/client-dist/data/regencies/72.03.geojson</a:t>
            </a:r>
          </a:p>
          <a:p>
            <a:pPr>
              <a:defRPr sz="1200"/>
            </a:pPr>
            <a:r>
              <a:t>D:/pasar_fix/apps/web/.tanstack/start/build/client-dist/data/regencies/72.04.geojson</a:t>
            </a:r>
          </a:p>
          <a:p>
            <a:pPr>
              <a:defRPr sz="1200"/>
            </a:pPr>
            <a:r>
              <a:t>D:/pasar_fix/apps/web/.tanstack/start/build/client-dist/data/regencies/72.05.geojson</a:t>
            </a:r>
          </a:p>
          <a:p>
            <a:pPr>
              <a:defRPr sz="1200"/>
            </a:pPr>
            <a:r>
              <a:t>D:/pasar_fix/apps/web/.tanstack/start/build/client-dist/data/regencies/72.06.geojson</a:t>
            </a:r>
          </a:p>
          <a:p>
            <a:pPr>
              <a:defRPr sz="1200"/>
            </a:pPr>
            <a:r>
              <a:t>D:/pasar_fix/apps/web/.tanstack/start/build/client-dist/data/regencies/72.07.geojson</a:t>
            </a:r>
          </a:p>
          <a:p>
            <a:pPr>
              <a:defRPr sz="1200"/>
            </a:pPr>
            <a:r>
              <a:t>D:/pasar_fix/apps/web/.tanstack/start/build/client-dist/data/regencies/72.08.geojson</a:t>
            </a:r>
          </a:p>
          <a:p>
            <a:pPr>
              <a:defRPr sz="1200"/>
            </a:pPr>
            <a:r>
              <a:t>D:/pasar_fix/apps/web/.tanstack/start/build/client-dist/data/regencies/72.09.geojson</a:t>
            </a:r>
          </a:p>
          <a:p>
            <a:pPr>
              <a:defRPr sz="1200"/>
            </a:pPr>
            <a:r>
              <a:t>D:/pasar_fix/apps/web/.tanstack/start/build/client-dist/data/regencies/72.10.geojson</a:t>
            </a:r>
          </a:p>
          <a:p>
            <a:pPr>
              <a:defRPr sz="1200"/>
            </a:pPr>
            <a:r>
              <a:t>D:/pasar_fix/apps/web/.tanstack/start/build/client-dist/data/regencies/72.11.geojson</a:t>
            </a:r>
          </a:p>
          <a:p>
            <a:pPr>
              <a:defRPr sz="1200"/>
            </a:pPr>
            <a:r>
              <a:t>D:/pasar_fix/apps/web/.tanstack/start/build/client-dist/data/regencies/72.12.geojson</a:t>
            </a:r>
          </a:p>
          <a:p>
            <a:pPr>
              <a:defRPr sz="1200"/>
            </a:pPr>
            <a:r>
              <a:t>D:/pasar_fix/apps/web/.tanstack/start/build/client-dist/data/regencies/72.71.geojson</a:t>
            </a:r>
          </a:p>
          <a:p>
            <a:pPr>
              <a:defRPr sz="1200"/>
            </a:pPr>
            <a:r>
              <a:t>D:/pasar_fix/apps/web/.tanstack/start/build/client-dist/data/regencies/73.01.geojson</a:t>
            </a:r>
          </a:p>
          <a:p>
            <a:pPr>
              <a:defRPr sz="1200"/>
            </a:pPr>
            <a:r>
              <a:t>D:/pasar_fix/apps/web/.tanstack/start/build/client-dist/data/regencies/73.02.geojson</a:t>
            </a:r>
          </a:p>
          <a:p>
            <a:pPr>
              <a:defRPr sz="1200"/>
            </a:pPr>
            <a:r>
              <a:t>D:/pasar_fix/apps/web/.tanstack/start/build/client-dist/data/regencies/73.03.geojson</a:t>
            </a:r>
          </a:p>
          <a:p>
            <a:pPr>
              <a:defRPr sz="1200"/>
            </a:pPr>
            <a:r>
              <a:t>D:/pasar_fix/apps/web/.tanstack/start/build/client-dist/data/regencies/73.04.geojson</a:t>
            </a:r>
          </a:p>
          <a:p>
            <a:pPr>
              <a:defRPr sz="1200"/>
            </a:pPr>
            <a:r>
              <a:t>D:/pasar_fix/apps/web/.tanstack/start/build/client-dist/data/regencies/73.05.geojson</a:t>
            </a:r>
          </a:p>
          <a:p>
            <a:pPr>
              <a:defRPr sz="1200"/>
            </a:pPr>
            <a:r>
              <a:t>D:/pasar_fix/apps/web/.tanstack/start/build/client-dist/data/regencies/73.06.geojson</a:t>
            </a:r>
          </a:p>
          <a:p>
            <a:pPr>
              <a:defRPr sz="1200"/>
            </a:pPr>
            <a:r>
              <a:t>D:/pasar_fix/apps/web/.tanstack/start/build/client-dist/data/regencies/73.07.geojson</a:t>
            </a:r>
          </a:p>
          <a:p>
            <a:pPr>
              <a:defRPr sz="1200"/>
            </a:pPr>
            <a:r>
              <a:t>D:/pasar_fix/apps/web/.tanstack/start/build/client-dist/data/regencies/73.08.geojson</a:t>
            </a:r>
          </a:p>
          <a:p>
            <a:pPr>
              <a:defRPr sz="1200"/>
            </a:pPr>
            <a:r>
              <a:t>D:/pasar_fix/apps/web/.tanstack/start/build/client-dist/data/regencies/73.09.geojson</a:t>
            </a:r>
          </a:p>
          <a:p>
            <a:pPr>
              <a:defRPr sz="1200"/>
            </a:pPr>
            <a:r>
              <a:t>D:/pasar_fix/apps/web/.tanstack/start/build/client-dist/data/regencies/73.10.geojson</a:t>
            </a:r>
          </a:p>
          <a:p>
            <a:pPr>
              <a:defRPr sz="1200"/>
            </a:pPr>
            <a:r>
              <a:t>D:/pasar_fix/apps/web/.tanstack/start/build/client-dist/data/regencies/73.11.geojson</a:t>
            </a:r>
          </a:p>
          <a:p>
            <a:pPr>
              <a:defRPr sz="1200"/>
            </a:pPr>
            <a:r>
              <a:t>D:/pasar_fix/apps/web/.tanstack/start/build/client-dist/data/regencies/73.12.geojson</a:t>
            </a:r>
          </a:p>
          <a:p>
            <a:pPr>
              <a:defRPr sz="1200"/>
            </a:pPr>
            <a:r>
              <a:t>D:/pasar_fix/apps/web/.tanstack/start/build/client-dist/data/regencies/73.13.geojson</a:t>
            </a:r>
          </a:p>
          <a:p>
            <a:pPr>
              <a:defRPr sz="1200"/>
            </a:pPr>
            <a:r>
              <a:t>D:/pasar_fix/apps/web/.tanstack/start/build/client-dist/data/regencies/73.14.geojson</a:t>
            </a:r>
          </a:p>
          <a:p>
            <a:pPr>
              <a:defRPr sz="1200"/>
            </a:pPr>
            <a:r>
              <a:t>D:/pasar_fix/apps/web/.tanstack/start/build/client-dist/data/regencies/73.15.geojson</a:t>
            </a:r>
          </a:p>
          <a:p>
            <a:pPr>
              <a:defRPr sz="1200"/>
            </a:pPr>
            <a:r>
              <a:t>D:/pasar_fix/apps/web/.tanstack/start/build/client-dist/data/regencies/73.16.geojson</a:t>
            </a:r>
          </a:p>
          <a:p>
            <a:pPr>
              <a:defRPr sz="1200"/>
            </a:pPr>
            <a:r>
              <a:t>D:/pasar_fix/apps/web/.tanstack/start/build/client-dist/data/regencies/73.17.geojson</a:t>
            </a:r>
          </a:p>
          <a:p>
            <a:pPr>
              <a:defRPr sz="1200"/>
            </a:pPr>
            <a:r>
              <a:t>D:/pasar_fix/apps/web/.tanstack/start/build/client-dist/data/regencies/73.18.geojson</a:t>
            </a:r>
          </a:p>
          <a:p>
            <a:pPr>
              <a:defRPr sz="1200"/>
            </a:pPr>
            <a:r>
              <a:t>D:/pasar_fix/apps/web/.tanstack/start/build/client-dist/data/regencies/73.22.geojson</a:t>
            </a:r>
          </a:p>
          <a:p>
            <a:pPr>
              <a:defRPr sz="1200"/>
            </a:pPr>
            <a:r>
              <a:t>D:/pasar_fix/apps/web/.tanstack/start/build/client-dist/data/regencies/73.24.geojson</a:t>
            </a:r>
          </a:p>
          <a:p>
            <a:pPr>
              <a:defRPr sz="1200"/>
            </a:pPr>
            <a:r>
              <a:t>D:/pasar_fix/apps/web/.tanstack/start/build/client-dist/data/regencies/73.26.geojson</a:t>
            </a:r>
          </a:p>
          <a:p>
            <a:pPr>
              <a:defRPr sz="1200"/>
            </a:pPr>
            <a:r>
              <a:t>D:/pasar_fix/apps/web/.tanstack/start/build/client-dist/data/regencies/73.71.geojson</a:t>
            </a:r>
          </a:p>
          <a:p>
            <a:pPr>
              <a:defRPr sz="1200"/>
            </a:pPr>
            <a:r>
              <a:t>D:/pasar_fix/apps/web/.tanstack/start/build/client-dist/data/regencies/73.72.geojson</a:t>
            </a:r>
          </a:p>
          <a:p>
            <a:pPr>
              <a:defRPr sz="1200"/>
            </a:pPr>
            <a:r>
              <a:t>D:/pasar_fix/apps/web/.tanstack/start/build/client-dist/data/regencies/73.73.geojson</a:t>
            </a:r>
          </a:p>
          <a:p>
            <a:pPr>
              <a:defRPr sz="1200"/>
            </a:pPr>
            <a:r>
              <a:t>D:/pasar_fix/apps/web/.tanstack/start/build/client-dist/data/regencies/74.01.geojson</a:t>
            </a:r>
          </a:p>
          <a:p>
            <a:pPr>
              <a:defRPr sz="1200"/>
            </a:pPr>
            <a:r>
              <a:t>D:/pasar_fix/apps/web/.tanstack/start/build/client-dist/data/regencies/74.02.geojson</a:t>
            </a:r>
          </a:p>
          <a:p>
            <a:pPr>
              <a:defRPr sz="1200"/>
            </a:pPr>
            <a:r>
              <a:t>D:/pasar_fix/apps/web/.tanstack/start/build/client-dist/data/regencies/74.03.geojson</a:t>
            </a:r>
          </a:p>
          <a:p>
            <a:pPr>
              <a:defRPr sz="1200"/>
            </a:pPr>
            <a:r>
              <a:t>D:/pasar_fix/apps/web/.tanstack/start/build/client-dist/data/regencies/74.04.geojson</a:t>
            </a:r>
          </a:p>
          <a:p>
            <a:pPr>
              <a:defRPr sz="1200"/>
            </a:pPr>
            <a:r>
              <a:t>D:/pasar_fix/apps/web/.tanstack/start/build/client-dist/data/regencies/74.05.geojson</a:t>
            </a:r>
          </a:p>
          <a:p>
            <a:pPr>
              <a:defRPr sz="1200"/>
            </a:pPr>
            <a:r>
              <a:t>D:/pasar_fix/apps/web/.tanstack/start/build/client-dist/data/regencies/74.06.geojson</a:t>
            </a:r>
          </a:p>
          <a:p>
            <a:pPr>
              <a:defRPr sz="1200"/>
            </a:pPr>
            <a:r>
              <a:t>D:/pasar_fix/apps/web/.tanstack/start/build/client-dist/data/regencies/74.07.geojson</a:t>
            </a:r>
          </a:p>
          <a:p>
            <a:pPr>
              <a:defRPr sz="1200"/>
            </a:pPr>
            <a:r>
              <a:t>D:/pasar_fix/apps/web/.tanstack/start/build/client-dist/data/regencies/74.08.geojson</a:t>
            </a:r>
          </a:p>
          <a:p>
            <a:pPr>
              <a:defRPr sz="1200"/>
            </a:pPr>
            <a:r>
              <a:t>D:/pasar_fix/apps/web/.tanstack/start/build/client-dist/data/regencies/74.09.geojson</a:t>
            </a:r>
          </a:p>
          <a:p>
            <a:pPr>
              <a:defRPr sz="1200"/>
            </a:pPr>
            <a:r>
              <a:t>D:/pasar_fix/apps/web/.tanstack/start/build/client-dist/data/regencies/74.10.geojson</a:t>
            </a:r>
          </a:p>
          <a:p>
            <a:pPr>
              <a:defRPr sz="1200"/>
            </a:pPr>
            <a:r>
              <a:t>D:/pasar_fix/apps/web/.tanstack/start/build/client-dist/data/regencies/74.11.geojson</a:t>
            </a:r>
          </a:p>
          <a:p>
            <a:pPr>
              <a:defRPr sz="1200"/>
            </a:pPr>
            <a:r>
              <a:t>D:/pasar_fix/apps/web/.tanstack/start/build/client-dist/data/regencies/74.12.geojson</a:t>
            </a:r>
          </a:p>
          <a:p>
            <a:pPr>
              <a:defRPr sz="1200"/>
            </a:pPr>
            <a:r>
              <a:t>D:/pasar_fix/apps/web/.tanstack/start/build/client-dist/data/regencies/74.13.geojson</a:t>
            </a:r>
          </a:p>
          <a:p>
            <a:pPr>
              <a:defRPr sz="1200"/>
            </a:pPr>
            <a:r>
              <a:t>D:/pasar_fix/apps/web/.tanstack/start/build/client-dist/data/regencies/74.14.geojson</a:t>
            </a:r>
          </a:p>
          <a:p>
            <a:pPr>
              <a:defRPr sz="1200"/>
            </a:pPr>
            <a:r>
              <a:t>D:/pasar_fix/apps/web/.tanstack/start/build/client-dist/data/regencies/74.15.geojson</a:t>
            </a:r>
          </a:p>
          <a:p>
            <a:pPr>
              <a:defRPr sz="1200"/>
            </a:pPr>
            <a:r>
              <a:t>D:/pasar_fix/apps/web/.tanstack/start/build/client-dist/data/regencies/74.71.geojson</a:t>
            </a:r>
          </a:p>
          <a:p>
            <a:pPr>
              <a:defRPr sz="1200"/>
            </a:pPr>
            <a:r>
              <a:t>D:/pasar_fix/apps/web/.tanstack/start/build/client-dist/data/regencies/74.72.geojson</a:t>
            </a:r>
          </a:p>
          <a:p>
            <a:pPr>
              <a:defRPr sz="1200"/>
            </a:pPr>
            <a:r>
              <a:t>D:/pasar_fix/apps/web/.tanstack/start/build/client-dist/data/regencies/75.01.geojson</a:t>
            </a:r>
          </a:p>
          <a:p>
            <a:pPr>
              <a:defRPr sz="1200"/>
            </a:pPr>
            <a:r>
              <a:t>D:/pasar_fix/apps/web/.tanstack/start/build/client-dist/data/regencies/75.02.geojson</a:t>
            </a:r>
          </a:p>
          <a:p>
            <a:pPr>
              <a:defRPr sz="1200"/>
            </a:pPr>
            <a:r>
              <a:t>D:/pasar_fix/apps/web/.tanstack/start/build/client-dist/data/regencies/75.03.geojson</a:t>
            </a:r>
          </a:p>
          <a:p>
            <a:pPr>
              <a:defRPr sz="1200"/>
            </a:pPr>
            <a:r>
              <a:t>D:/pasar_fix/apps/web/.tanstack/start/build/client-dist/data/regencies/75.04.geojson</a:t>
            </a:r>
          </a:p>
          <a:p>
            <a:pPr>
              <a:defRPr sz="1200"/>
            </a:pPr>
            <a:r>
              <a:t>D:/pasar_fix/apps/web/.tanstack/start/build/client-dist/data/regencies/75.05.geojson</a:t>
            </a:r>
          </a:p>
          <a:p>
            <a:pPr>
              <a:defRPr sz="1200"/>
            </a:pPr>
            <a:r>
              <a:t>D:/pasar_fix/apps/web/.tanstack/start/build/client-dist/data/regencies/75.71.geojson</a:t>
            </a:r>
          </a:p>
          <a:p>
            <a:pPr>
              <a:defRPr sz="1200"/>
            </a:pPr>
            <a:r>
              <a:t>D:/pasar_fix/apps/web/.tanstack/start/build/client-dist/data/regencies/76.01.geojson</a:t>
            </a:r>
          </a:p>
          <a:p>
            <a:pPr>
              <a:defRPr sz="1200"/>
            </a:pPr>
            <a:r>
              <a:t>D:/pasar_fix/apps/web/.tanstack/start/build/client-dist/data/regencies/76.02.geojson</a:t>
            </a:r>
          </a:p>
          <a:p>
            <a:pPr>
              <a:defRPr sz="1200"/>
            </a:pPr>
            <a:r>
              <a:t>D:/pasar_fix/apps/web/.tanstack/start/build/client-dist/data/regencies/76.03.geojson</a:t>
            </a:r>
          </a:p>
          <a:p>
            <a:pPr>
              <a:defRPr sz="1200"/>
            </a:pPr>
            <a:r>
              <a:t>D:/pasar_fix/apps/web/.tanstack/start/build/client-dist/data/regencies/76.04.geojson</a:t>
            </a:r>
          </a:p>
          <a:p>
            <a:pPr>
              <a:defRPr sz="1200"/>
            </a:pPr>
            <a:r>
              <a:t>D:/pasar_fix/apps/web/.tanstack/start/build/client-dist/data/regencies/76.05.geojson</a:t>
            </a:r>
          </a:p>
          <a:p>
            <a:pPr>
              <a:defRPr sz="1200"/>
            </a:pPr>
            <a:r>
              <a:t>D:/pasar_fix/apps/web/.tanstack/start/build/client-dist/data/regencies/76.06.geojson</a:t>
            </a:r>
          </a:p>
          <a:p>
            <a:pPr>
              <a:defRPr sz="1200"/>
            </a:pPr>
            <a:r>
              <a:t>D:/pasar_fix/apps/web/.tanstack/start/build/client-dist/data/regencies/81.01.geojson</a:t>
            </a:r>
          </a:p>
          <a:p>
            <a:pPr>
              <a:defRPr sz="1200"/>
            </a:pPr>
            <a:r>
              <a:t>D:/pasar_fix/apps/web/.tanstack/start/build/client-dist/data/regencies/81.02.geojson</a:t>
            </a:r>
          </a:p>
          <a:p>
            <a:pPr>
              <a:defRPr sz="1200"/>
            </a:pPr>
            <a:r>
              <a:t>D:/pasar_fix/apps/web/.tanstack/start/build/client-dist/data/regencies/81.03.geojson</a:t>
            </a:r>
          </a:p>
          <a:p>
            <a:pPr>
              <a:defRPr sz="1200"/>
            </a:pPr>
            <a:r>
              <a:t>D:/pasar_fix/apps/web/.tanstack/start/build/client-dist/data/regencies/81.04.geojson</a:t>
            </a:r>
          </a:p>
          <a:p>
            <a:pPr>
              <a:defRPr sz="1200"/>
            </a:pPr>
            <a:r>
              <a:t>D:/pasar_fix/apps/web/.tanstack/start/build/client-dist/data/regencies/81.05.geojson</a:t>
            </a:r>
          </a:p>
          <a:p>
            <a:pPr>
              <a:defRPr sz="1200"/>
            </a:pPr>
            <a:r>
              <a:t>D:/pasar_fix/apps/web/.tanstack/start/build/client-dist/data/regencies/81.06.geojson</a:t>
            </a:r>
          </a:p>
          <a:p>
            <a:pPr>
              <a:defRPr sz="1200"/>
            </a:pPr>
            <a:r>
              <a:t>D:/pasar_fix/apps/web/.tanstack/start/build/client-dist/data/regencies/81.07.geojson</a:t>
            </a:r>
          </a:p>
          <a:p>
            <a:pPr>
              <a:defRPr sz="1200"/>
            </a:pPr>
            <a:r>
              <a:t>D:/pasar_fix/apps/web/.tanstack/start/build/client-dist/data/regencies/81.08.geojson</a:t>
            </a:r>
          </a:p>
          <a:p>
            <a:pPr>
              <a:defRPr sz="1200"/>
            </a:pPr>
            <a:r>
              <a:t>D:/pasar_fix/apps/web/.tanstack/start/build/client-dist/data/regencies/81.09.geojson</a:t>
            </a:r>
          </a:p>
          <a:p>
            <a:pPr>
              <a:defRPr sz="1200"/>
            </a:pPr>
            <a:r>
              <a:t>D:/pasar_fix/apps/web/.tanstack/start/build/client-dist/data/regencies/81.71.geojson</a:t>
            </a:r>
          </a:p>
          <a:p>
            <a:pPr>
              <a:defRPr sz="1200"/>
            </a:pPr>
            <a:r>
              <a:t>D:/pasar_fix/apps/web/.tanstack/start/build/client-dist/data/regencies/81.72.geojson</a:t>
            </a:r>
          </a:p>
          <a:p>
            <a:pPr>
              <a:defRPr sz="1200"/>
            </a:pPr>
            <a:r>
              <a:t>D:/pasar_fix/apps/web/.tanstack/start/build/client-dist/data/regencies/82.01.geojson</a:t>
            </a:r>
          </a:p>
          <a:p>
            <a:pPr>
              <a:defRPr sz="1200"/>
            </a:pPr>
            <a:r>
              <a:t>D:/pasar_fix/apps/web/.tanstack/start/build/client-dist/data/regencies/82.02.geojson</a:t>
            </a:r>
          </a:p>
          <a:p>
            <a:pPr>
              <a:defRPr sz="1200"/>
            </a:pPr>
            <a:r>
              <a:t>D:/pasar_fix/apps/web/.tanstack/start/build/client-dist/data/regencies/82.03.geojson</a:t>
            </a:r>
          </a:p>
          <a:p>
            <a:pPr>
              <a:defRPr sz="1200"/>
            </a:pPr>
            <a:r>
              <a:t>D:/pasar_fix/apps/web/.tanstack/start/build/client-dist/data/regencies/82.04.geojson</a:t>
            </a:r>
          </a:p>
          <a:p>
            <a:pPr>
              <a:defRPr sz="1200"/>
            </a:pPr>
            <a:r>
              <a:t>D:/pasar_fix/apps/web/.tanstack/start/build/client-dist/data/regencies/82.05.geojson</a:t>
            </a:r>
          </a:p>
          <a:p>
            <a:pPr>
              <a:defRPr sz="1200"/>
            </a:pPr>
            <a:r>
              <a:t>D:/pasar_fix/apps/web/.tanstack/start/build/client-dist/data/regencies/82.06.geojson</a:t>
            </a:r>
          </a:p>
          <a:p>
            <a:pPr>
              <a:defRPr sz="1200"/>
            </a:pPr>
            <a:r>
              <a:t>D:/pasar_fix/apps/web/.tanstack/start/build/client-dist/data/regencies/82.07.geojson</a:t>
            </a:r>
          </a:p>
          <a:p>
            <a:pPr>
              <a:defRPr sz="1200"/>
            </a:pPr>
            <a:r>
              <a:t>D:/pasar_fix/apps/web/.tanstack/start/build/client-dist/data/regencies/82.08.geojson</a:t>
            </a:r>
          </a:p>
          <a:p>
            <a:pPr>
              <a:defRPr sz="1200"/>
            </a:pPr>
            <a:r>
              <a:t>D:/pasar_fix/apps/web/.tanstack/start/build/client-dist/data/regencies/82.71.geojson</a:t>
            </a:r>
          </a:p>
          <a:p>
            <a:pPr>
              <a:defRPr sz="1200"/>
            </a:pPr>
            <a:r>
              <a:t>D:/pasar_fix/apps/web/.tanstack/start/build/client-dist/data/regencies/82.72.geojson</a:t>
            </a:r>
          </a:p>
          <a:p>
            <a:pPr>
              <a:defRPr sz="1200"/>
            </a:pPr>
            <a:r>
              <a:t>D:/pasar_fix/apps/web/.tanstack/start/build/client-dist/data/regencies/91.03.geojson</a:t>
            </a:r>
          </a:p>
          <a:p>
            <a:pPr>
              <a:defRPr sz="1200"/>
            </a:pPr>
            <a:r>
              <a:t>D:/pasar_fix/apps/web/.tanstack/start/build/client-dist/data/regencies/91.05.geojson</a:t>
            </a:r>
          </a:p>
          <a:p>
            <a:pPr>
              <a:defRPr sz="1200"/>
            </a:pPr>
            <a:r>
              <a:t>D:/pasar_fix/apps/web/.tanstack/start/build/client-dist/data/regencies/91.06.geojson</a:t>
            </a:r>
          </a:p>
          <a:p>
            <a:pPr>
              <a:defRPr sz="1200"/>
            </a:pPr>
            <a:r>
              <a:t>D:/pasar_fix/apps/web/.tanstack/start/build/client-dist/data/regencies/91.10.geojson</a:t>
            </a:r>
          </a:p>
          <a:p>
            <a:pPr>
              <a:defRPr sz="1200"/>
            </a:pPr>
            <a:r>
              <a:t>D:/pasar_fix/apps/web/.tanstack/start/build/client-dist/data/regencies/91.11.geojson</a:t>
            </a:r>
          </a:p>
          <a:p>
            <a:pPr>
              <a:defRPr sz="1200"/>
            </a:pPr>
            <a:r>
              <a:t>D:/pasar_fix/apps/web/.tanstack/start/build/client-dist/data/regencies/91.15.geojson</a:t>
            </a:r>
          </a:p>
          <a:p>
            <a:pPr>
              <a:defRPr sz="1200"/>
            </a:pPr>
            <a:r>
              <a:t>D:/pasar_fix/apps/web/.tanstack/start/build/client-dist/data/regencies/91.19.geojson</a:t>
            </a:r>
          </a:p>
          <a:p>
            <a:pPr>
              <a:defRPr sz="1200"/>
            </a:pPr>
            <a:r>
              <a:t>D:/pasar_fix/apps/web/.tanstack/start/build/client-dist/data/regencies/91.20.geojson</a:t>
            </a:r>
          </a:p>
          <a:p>
            <a:pPr>
              <a:defRPr sz="1200"/>
            </a:pPr>
            <a:r>
              <a:t>D:/pasar_fix/apps/web/.tanstack/start/build/client-dist/data/regencies/91.71.geojson</a:t>
            </a:r>
          </a:p>
          <a:p>
            <a:pPr>
              <a:defRPr sz="1200"/>
            </a:pPr>
            <a:r>
              <a:t>D:/pasar_fix/apps/web/.tanstack/start/build/client-dist/data/regencies/92.02.geojson</a:t>
            </a:r>
          </a:p>
          <a:p>
            <a:pPr>
              <a:defRPr sz="1200"/>
            </a:pPr>
            <a:r>
              <a:t>D:/pasar_fix/apps/web/.tanstack/start/build/client-dist/data/regencies/92.03.geojson</a:t>
            </a:r>
          </a:p>
          <a:p>
            <a:pPr>
              <a:defRPr sz="1200"/>
            </a:pPr>
            <a:r>
              <a:t>D:/pasar_fix/apps/web/.tanstack/start/build/client-dist/data/regencies/92.06.geojson</a:t>
            </a:r>
          </a:p>
          <a:p>
            <a:pPr>
              <a:defRPr sz="1200"/>
            </a:pPr>
            <a:r>
              <a:t>D:/pasar_fix/apps/web/.tanstack/start/build/client-dist/data/regencies/92.07.geojson</a:t>
            </a:r>
          </a:p>
          <a:p>
            <a:pPr>
              <a:defRPr sz="1200"/>
            </a:pPr>
            <a:r>
              <a:t>D:/pasar_fix/apps/web/.tanstack/start/build/client-dist/data/regencies/92.08.geojson</a:t>
            </a:r>
          </a:p>
          <a:p>
            <a:pPr>
              <a:defRPr sz="1200"/>
            </a:pPr>
            <a:r>
              <a:t>D:/pasar_fix/apps/web/.tanstack/start/build/client-dist/data/regencies/92.11.geojson</a:t>
            </a:r>
          </a:p>
          <a:p>
            <a:pPr>
              <a:defRPr sz="1200"/>
            </a:pPr>
            <a:r>
              <a:t>D:/pasar_fix/apps/web/.tanstack/start/build/client-dist/data/regencies/92.12.geojson</a:t>
            </a:r>
          </a:p>
          <a:p>
            <a:pPr>
              <a:defRPr sz="1200"/>
            </a:pPr>
            <a:r>
              <a:t>D:/pasar_fix/apps/web/.tanstack/start/build/client-dist/data/regencies/93.01.geojson</a:t>
            </a:r>
          </a:p>
          <a:p>
            <a:pPr>
              <a:defRPr sz="1200"/>
            </a:pPr>
            <a:r>
              <a:t>D:/pasar_fix/apps/web/.tanstack/start/build/client-dist/data/regencies/93.02.geojson</a:t>
            </a:r>
          </a:p>
          <a:p>
            <a:pPr>
              <a:defRPr sz="1200"/>
            </a:pPr>
            <a:r>
              <a:t>D:/pasar_fix/apps/web/.tanstack/start/build/client-dist/data/regencies/93.03.geojson</a:t>
            </a:r>
          </a:p>
          <a:p>
            <a:pPr>
              <a:defRPr sz="1200"/>
            </a:pPr>
            <a:r>
              <a:t>D:/pasar_fix/apps/web/.tanstack/start/build/client-dist/data/regencies/93.04.geojson</a:t>
            </a:r>
          </a:p>
          <a:p>
            <a:pPr>
              <a:defRPr sz="1200"/>
            </a:pPr>
            <a:r>
              <a:t>D:/pasar_fix/apps/web/.tanstack/start/build/client-dist/data/regencies/94.01.geojson</a:t>
            </a:r>
          </a:p>
          <a:p>
            <a:pPr>
              <a:defRPr sz="1200"/>
            </a:pPr>
            <a:r>
              <a:t>D:/pasar_fix/apps/web/.tanstack/start/build/client-dist/data/regencies/94.02.geojson</a:t>
            </a:r>
          </a:p>
          <a:p>
            <a:pPr>
              <a:defRPr sz="1200"/>
            </a:pPr>
            <a:r>
              <a:t>D:/pasar_fix/apps/web/.tanstack/start/build/client-dist/data/regencies/94.03.geojson</a:t>
            </a:r>
          </a:p>
          <a:p>
            <a:pPr>
              <a:defRPr sz="1200"/>
            </a:pPr>
            <a:r>
              <a:t>D:/pasar_fix/apps/web/.tanstack/start/build/client-dist/data/regencies/94.04.geojson</a:t>
            </a:r>
          </a:p>
          <a:p>
            <a:pPr>
              <a:defRPr sz="1200"/>
            </a:pPr>
            <a:r>
              <a:t>D:/pasar_fix/apps/web/.tanstack/start/build/client-dist/data/regencies/94.05.geojson</a:t>
            </a:r>
          </a:p>
          <a:p>
            <a:pPr>
              <a:defRPr sz="1200"/>
            </a:pPr>
            <a:r>
              <a:t>D:/pasar_fix/apps/web/.tanstack/start/build/client-dist/data/regencies/94.06.geojson</a:t>
            </a:r>
          </a:p>
          <a:p>
            <a:pPr>
              <a:defRPr sz="1200"/>
            </a:pPr>
            <a:r>
              <a:t>D:/pasar_fix/apps/web/.tanstack/start/build/client-dist/data/regencies/94.07.geojson</a:t>
            </a:r>
          </a:p>
          <a:p>
            <a:pPr>
              <a:defRPr sz="1200"/>
            </a:pPr>
            <a:r>
              <a:t>D:/pasar_fix/apps/web/.tanstack/start/build/client-dist/data/regencies/94.08.geojson</a:t>
            </a:r>
          </a:p>
          <a:p>
            <a:pPr>
              <a:defRPr sz="1200"/>
            </a:pPr>
            <a:r>
              <a:t>D:/pasar_fix/apps/web/.tanstack/start/build/client-dist/data/regencies/95.01.geojson</a:t>
            </a:r>
          </a:p>
          <a:p>
            <a:pPr>
              <a:defRPr sz="1200"/>
            </a:pPr>
            <a:r>
              <a:t>D:/pasar_fix/apps/web/.tanstack/start/build/client-dist/data/regencies/95.02.geojson</a:t>
            </a:r>
          </a:p>
          <a:p>
            <a:pPr>
              <a:defRPr sz="1200"/>
            </a:pPr>
            <a:r>
              <a:t>D:/pasar_fix/apps/web/.tanstack/start/build/client-dist/data/regencies/95.03.geojson</a:t>
            </a:r>
          </a:p>
          <a:p>
            <a:pPr>
              <a:defRPr sz="1200"/>
            </a:pPr>
            <a:r>
              <a:t>D:/pasar_fix/apps/web/.tanstack/start/build/client-dist/data/regencies/95.04.geojson</a:t>
            </a:r>
          </a:p>
          <a:p>
            <a:pPr>
              <a:defRPr sz="1200"/>
            </a:pPr>
            <a:r>
              <a:t>D:/pasar_fix/apps/web/.tanstack/start/build/client-dist/data/regencies/95.05.geojson</a:t>
            </a:r>
          </a:p>
          <a:p>
            <a:pPr>
              <a:defRPr sz="1200"/>
            </a:pPr>
            <a:r>
              <a:t>D:/pasar_fix/apps/web/.tanstack/start/build/client-dist/data/regencies/95.06.geojson</a:t>
            </a:r>
          </a:p>
          <a:p>
            <a:pPr>
              <a:defRPr sz="1200"/>
            </a:pPr>
            <a:r>
              <a:t>D:/pasar_fix/apps/web/.tanstack/start/build/client-dist/data/regencies/95.07.geojson</a:t>
            </a:r>
          </a:p>
          <a:p>
            <a:pPr>
              <a:defRPr sz="1200"/>
            </a:pPr>
            <a:r>
              <a:t>D:/pasar_fix/apps/web/.tanstack/start/build/client-dist/data/regencies/95.08.geojson</a:t>
            </a:r>
          </a:p>
          <a:p>
            <a:pPr>
              <a:defRPr sz="1200"/>
            </a:pPr>
            <a:r>
              <a:t>D:/pasar_fix/apps/web/.tanstack/start/build/client-dist/data/regencies/96.01.geojson</a:t>
            </a:r>
          </a:p>
          <a:p>
            <a:pPr>
              <a:defRPr sz="1200"/>
            </a:pPr>
            <a:r>
              <a:t>D:/pasar_fix/apps/web/.tanstack/start/build/client-dist/data/regencies/96.02.geojson</a:t>
            </a:r>
          </a:p>
          <a:p>
            <a:pPr>
              <a:defRPr sz="1200"/>
            </a:pPr>
            <a:r>
              <a:t>D:/pasar_fix/apps/web/.tanstack/start/build/client-dist/data/regencies/96.03.geojson</a:t>
            </a:r>
          </a:p>
          <a:p>
            <a:pPr>
              <a:defRPr sz="1200"/>
            </a:pPr>
            <a:r>
              <a:t>D:/pasar_fix/apps/web/.tanstack/start/build/client-dist/data/regencies/96.04.geojson</a:t>
            </a:r>
          </a:p>
          <a:p>
            <a:pPr>
              <a:defRPr sz="1200"/>
            </a:pPr>
            <a:r>
              <a:t>D:/pasar_fix/apps/web/.tanstack/start/build/client-dist/data/regencies/96.05.geojson</a:t>
            </a:r>
          </a:p>
          <a:p>
            <a:pPr>
              <a:defRPr sz="1200"/>
            </a:pPr>
            <a:r>
              <a:t>D:/pasar_fix/apps/web/.tanstack/start/build/client-dist/data/regencies/96.71.geojson</a:t>
            </a:r>
          </a:p>
          <a:p>
            <a:pPr>
              <a:defRPr sz="1200"/>
            </a:pPr>
            <a:r>
              <a:t>D:/pasar_fix/apps/web/.tanstack/tmp/8678c2bf-9766b14c0191dc329ce26cd28d4b2c16</a:t>
            </a:r>
          </a:p>
          <a:p>
            <a:pPr>
              <a:defRPr sz="1200"/>
            </a:pPr>
            <a:r>
              <a:t>D:/pasar_fix/apps/web/.tanstack/tmp/95112c0c-691ead9211997d45a3113805f9379a34</a:t>
            </a:r>
          </a:p>
          <a:p>
            <a:pPr>
              <a:defRPr sz="1200"/>
            </a:pPr>
            <a:r>
              <a:t>D:/pasar_fix/apps/web/.tanstack/tmp/95112c0c-9766b14c0191dc329ce26cd28d4b2c16</a:t>
            </a:r>
          </a:p>
          <a:p>
            <a:pPr>
              <a:defRPr sz="1200"/>
            </a:pPr>
            <a:r>
              <a:t>D:/pasar_fix/apps/web/.turbo/turbo-build.log</a:t>
            </a:r>
          </a:p>
          <a:p>
            <a:pPr>
              <a:defRPr sz="1200"/>
            </a:pPr>
            <a:r>
              <a:t>D:/pasar_fix/apps/web/.turbo/turbo-check-types.log</a:t>
            </a:r>
          </a:p>
          <a:p>
            <a:pPr>
              <a:defRPr sz="1200"/>
            </a:pPr>
            <a:r>
              <a:t>D:/pasar_fix/apps/web/dist/favicon.ico</a:t>
            </a:r>
          </a:p>
          <a:p>
            <a:pPr>
              <a:defRPr sz="1200"/>
            </a:pPr>
            <a:r>
              <a:t>D:/pasar_fix/apps/web/dist/logo192.png</a:t>
            </a:r>
          </a:p>
          <a:p>
            <a:pPr>
              <a:defRPr sz="1200"/>
            </a:pPr>
            <a:r>
              <a:t>D:/pasar_fix/apps/web/dist/logo512.png</a:t>
            </a:r>
          </a:p>
          <a:p>
            <a:pPr>
              <a:defRPr sz="1200"/>
            </a:pPr>
            <a:r>
              <a:t>D:/pasar_fix/apps/web/dist/manifest.json</a:t>
            </a:r>
          </a:p>
          <a:p>
            <a:pPr>
              <a:defRPr sz="1200"/>
            </a:pPr>
            <a:r>
              <a:t>D:/pasar_fix/apps/web/dist/robots.txt</a:t>
            </a:r>
          </a:p>
          <a:p>
            <a:pPr>
              <a:defRPr sz="1200"/>
            </a:pPr>
            <a:r>
              <a:t>D:/pasar_fix/apps/web/dist/.vite/manifest.json</a:t>
            </a:r>
          </a:p>
          <a:p>
            <a:pPr>
              <a:defRPr sz="1200"/>
            </a:pPr>
            <a:r>
              <a:t>D:/pasar_fix/apps/web/dist/assets/admin-en-CgyGtbFm.js</a:t>
            </a:r>
          </a:p>
          <a:p>
            <a:pPr>
              <a:defRPr sz="1200"/>
            </a:pPr>
            <a:r>
              <a:t>D:/pasar_fix/apps/web/dist/assets/admin-id-CNHoyfJD.js</a:t>
            </a:r>
          </a:p>
          <a:p>
            <a:pPr>
              <a:defRPr sz="1200"/>
            </a:pPr>
            <a:r>
              <a:t>D:/pasar_fix/apps/web/dist/assets/auth-en-D5NXRyq-.js</a:t>
            </a:r>
          </a:p>
          <a:p>
            <a:pPr>
              <a:defRPr sz="1200"/>
            </a:pPr>
            <a:r>
              <a:t>D:/pasar_fix/apps/web/dist/assets/auth-id-C5z15NVH.js</a:t>
            </a:r>
          </a:p>
          <a:p>
            <a:pPr>
              <a:defRPr sz="1200"/>
            </a:pPr>
            <a:r>
              <a:t>D:/pasar_fix/apps/web/dist/assets/badge-BSWMBvqO.js</a:t>
            </a:r>
          </a:p>
          <a:p>
            <a:pPr>
              <a:defRPr sz="1200"/>
            </a:pPr>
            <a:r>
              <a:t>D:/pasar_fix/apps/web/dist/assets/card-QTMf4i6l.js</a:t>
            </a:r>
          </a:p>
          <a:p>
            <a:pPr>
              <a:defRPr sz="1200"/>
            </a:pPr>
            <a:r>
              <a:t>D:/pasar_fix/apps/web/dist/assets/check-dene05bc.js</a:t>
            </a:r>
          </a:p>
          <a:p>
            <a:pPr>
              <a:defRPr sz="1200"/>
            </a:pPr>
            <a:r>
              <a:t>D:/pasar_fix/apps/web/dist/assets/createFormHook-DanXurSD.js</a:t>
            </a:r>
          </a:p>
          <a:p>
            <a:pPr>
              <a:defRPr sz="1200"/>
            </a:pPr>
            <a:r>
              <a:t>D:/pasar_fix/apps/web/dist/assets/dashboard-CgDabaah.js</a:t>
            </a:r>
          </a:p>
          <a:p>
            <a:pPr>
              <a:defRPr sz="1200"/>
            </a:pPr>
            <a:r>
              <a:t>D:/pasar_fix/apps/web/dist/assets/dialog-CE-aX8jp.js</a:t>
            </a:r>
          </a:p>
          <a:p>
            <a:pPr>
              <a:defRPr sz="1200"/>
            </a:pPr>
            <a:r>
              <a:t>D:/pasar_fix/apps/web/dist/assets/dynamic-map-CIGW-MKW.css</a:t>
            </a:r>
          </a:p>
          <a:p>
            <a:pPr>
              <a:defRPr sz="1200"/>
            </a:pPr>
            <a:r>
              <a:t>D:/pasar_fix/apps/web/dist/assets/dynamic-map-DPde4e8j.js</a:t>
            </a:r>
          </a:p>
          <a:p>
            <a:pPr>
              <a:defRPr sz="1200"/>
            </a:pPr>
            <a:r>
              <a:t>D:/pasar_fix/apps/web/dist/assets/FileSaver.min-xa5hSz8c.js</a:t>
            </a:r>
          </a:p>
          <a:p>
            <a:pPr>
              <a:defRPr sz="1200"/>
            </a:pPr>
            <a:r>
              <a:t>D:/pasar_fix/apps/web/dist/assets/form-Ckl3i6Nh.js</a:t>
            </a:r>
          </a:p>
          <a:p>
            <a:pPr>
              <a:defRPr sz="1200"/>
            </a:pPr>
            <a:r>
              <a:t>D:/pasar_fix/apps/web/dist/assets/form-CmuaQOuY.js</a:t>
            </a:r>
          </a:p>
          <a:p>
            <a:pPr>
              <a:defRPr sz="1200"/>
            </a:pPr>
            <a:r>
              <a:t>D:/pasar_fix/apps/web/dist/assets/form-components-CVI9jydB.js</a:t>
            </a:r>
          </a:p>
          <a:p>
            <a:pPr>
              <a:defRPr sz="1200"/>
            </a:pPr>
            <a:r>
              <a:t>D:/pasar_fix/apps/web/dist/assets/form.address-DG5RyHs5.js</a:t>
            </a:r>
          </a:p>
          <a:p>
            <a:pPr>
              <a:defRPr sz="1200"/>
            </a:pPr>
            <a:r>
              <a:t>D:/pasar_fix/apps/web/dist/assets/form.simple-Dn5sBlvQ.js</a:t>
            </a:r>
          </a:p>
          <a:p>
            <a:pPr>
              <a:defRPr sz="1200"/>
            </a:pPr>
            <a:r>
              <a:t>D:/pasar_fix/apps/web/dist/assets/gallery-vertical-end-CNs36_lD.js</a:t>
            </a:r>
          </a:p>
          <a:p>
            <a:pPr>
              <a:defRPr sz="1200"/>
            </a:pPr>
            <a:r>
              <a:t>D:/pasar_fix/apps/web/dist/assets/global-en-BcyiIGns.js</a:t>
            </a:r>
          </a:p>
          <a:p>
            <a:pPr>
              <a:defRPr sz="1200"/>
            </a:pPr>
            <a:r>
              <a:t>D:/pasar_fix/apps/web/dist/assets/global-id-prQfhqTN.js</a:t>
            </a:r>
          </a:p>
          <a:p>
            <a:pPr>
              <a:defRPr sz="1200"/>
            </a:pPr>
            <a:r>
              <a:t>D:/pasar_fix/apps/web/dist/assets/index-BcnMn40i.js</a:t>
            </a:r>
          </a:p>
          <a:p>
            <a:pPr>
              <a:defRPr sz="1200"/>
            </a:pPr>
            <a:r>
              <a:t>D:/pasar_fix/apps/web/dist/assets/index-BsR5Un4L.js</a:t>
            </a:r>
          </a:p>
          <a:p>
            <a:pPr>
              <a:defRPr sz="1200"/>
            </a:pPr>
            <a:r>
              <a:t>D:/pasar_fix/apps/web/dist/assets/index-BtS8eIZs.js</a:t>
            </a:r>
          </a:p>
          <a:p>
            <a:pPr>
              <a:defRPr sz="1200"/>
            </a:pPr>
            <a:r>
              <a:t>D:/pasar_fix/apps/web/dist/assets/index-B_9geyGI.js</a:t>
            </a:r>
          </a:p>
          <a:p>
            <a:pPr>
              <a:defRPr sz="1200"/>
            </a:pPr>
            <a:r>
              <a:t>D:/pasar_fix/apps/web/dist/assets/index-C5uPvM8m.js</a:t>
            </a:r>
          </a:p>
          <a:p>
            <a:pPr>
              <a:defRPr sz="1200"/>
            </a:pPr>
            <a:r>
              <a:t>D:/pasar_fix/apps/web/dist/assets/index-CDfekrWS.js</a:t>
            </a:r>
          </a:p>
          <a:p>
            <a:pPr>
              <a:defRPr sz="1200"/>
            </a:pPr>
            <a:r>
              <a:t>D:/pasar_fix/apps/web/dist/assets/index-Cdxi_J7E.js</a:t>
            </a:r>
          </a:p>
          <a:p>
            <a:pPr>
              <a:defRPr sz="1200"/>
            </a:pPr>
            <a:r>
              <a:t>D:/pasar_fix/apps/web/dist/assets/index-CHQU_GWa.js</a:t>
            </a:r>
          </a:p>
          <a:p>
            <a:pPr>
              <a:defRPr sz="1200"/>
            </a:pPr>
            <a:r>
              <a:t>D:/pasar_fix/apps/web/dist/assets/index-CJXPw3zF.js</a:t>
            </a:r>
          </a:p>
          <a:p>
            <a:pPr>
              <a:defRPr sz="1200"/>
            </a:pPr>
            <a:r>
              <a:t>D:/pasar_fix/apps/web/dist/assets/index-Cl0qJ-7J.js</a:t>
            </a:r>
          </a:p>
          <a:p>
            <a:pPr>
              <a:defRPr sz="1200"/>
            </a:pPr>
            <a:r>
              <a:t>D:/pasar_fix/apps/web/dist/assets/index-CnMqXtFi.js</a:t>
            </a:r>
          </a:p>
          <a:p>
            <a:pPr>
              <a:defRPr sz="1200"/>
            </a:pPr>
            <a:r>
              <a:t>D:/pasar_fix/apps/web/dist/assets/index-CSvbBYM-.js</a:t>
            </a:r>
          </a:p>
          <a:p>
            <a:pPr>
              <a:defRPr sz="1200"/>
            </a:pPr>
            <a:r>
              <a:t>D:/pasar_fix/apps/web/dist/assets/index-D0aeFO87.js</a:t>
            </a:r>
          </a:p>
          <a:p>
            <a:pPr>
              <a:defRPr sz="1200"/>
            </a:pPr>
            <a:r>
              <a:t>D:/pasar_fix/apps/web/dist/assets/index-D0R9J8VG.js</a:t>
            </a:r>
          </a:p>
          <a:p>
            <a:pPr>
              <a:defRPr sz="1200"/>
            </a:pPr>
            <a:r>
              <a:t>D:/pasar_fix/apps/web/dist/assets/index-DdQ7j5nE.js</a:t>
            </a:r>
          </a:p>
          <a:p>
            <a:pPr>
              <a:defRPr sz="1200"/>
            </a:pPr>
            <a:r>
              <a:t>D:/pasar_fix/apps/web/dist/assets/index-Deohk0XE.js</a:t>
            </a:r>
          </a:p>
          <a:p>
            <a:pPr>
              <a:defRPr sz="1200"/>
            </a:pPr>
            <a:r>
              <a:t>D:/pasar_fix/apps/web/dist/assets/index-DFXLI8Zo.js</a:t>
            </a:r>
          </a:p>
          <a:p>
            <a:pPr>
              <a:defRPr sz="1200"/>
            </a:pPr>
            <a:r>
              <a:t>D:/pasar_fix/apps/web/dist/assets/index-DILd8rUi.js</a:t>
            </a:r>
          </a:p>
          <a:p>
            <a:pPr>
              <a:defRPr sz="1200"/>
            </a:pPr>
            <a:r>
              <a:t>D:/pasar_fix/apps/web/dist/assets/index-DjGzvOst.js</a:t>
            </a:r>
          </a:p>
          <a:p>
            <a:pPr>
              <a:defRPr sz="1200"/>
            </a:pPr>
            <a:r>
              <a:t>D:/pasar_fix/apps/web/dist/assets/index-DupBKik6.js</a:t>
            </a:r>
          </a:p>
          <a:p>
            <a:pPr>
              <a:defRPr sz="1200"/>
            </a:pPr>
            <a:r>
              <a:t>D:/pasar_fix/apps/web/dist/assets/index-HmkjkgU7.js</a:t>
            </a:r>
          </a:p>
          <a:p>
            <a:pPr>
              <a:defRPr sz="1200"/>
            </a:pPr>
            <a:r>
              <a:t>D:/pasar_fix/apps/web/dist/assets/index-k3Q8kXnH.js</a:t>
            </a:r>
          </a:p>
          <a:p>
            <a:pPr>
              <a:defRPr sz="1200"/>
            </a:pPr>
            <a:r>
              <a:t>D:/pasar_fix/apps/web/dist/assets/index-KQKbRtKo.js</a:t>
            </a:r>
          </a:p>
          <a:p>
            <a:pPr>
              <a:defRPr sz="1200"/>
            </a:pPr>
            <a:r>
              <a:t>D:/pasar_fix/apps/web/dist/assets/index-lhLu7wdJ.js</a:t>
            </a:r>
          </a:p>
          <a:p>
            <a:pPr>
              <a:defRPr sz="1200"/>
            </a:pPr>
            <a:r>
              <a:t>D:/pasar_fix/apps/web/dist/assets/index-qxAPdvCL.js</a:t>
            </a:r>
          </a:p>
          <a:p>
            <a:pPr>
              <a:defRPr sz="1200"/>
            </a:pPr>
            <a:r>
              <a:t>D:/pasar_fix/apps/web/dist/assets/index-rqUH7TSt.js</a:t>
            </a:r>
          </a:p>
          <a:p>
            <a:pPr>
              <a:defRPr sz="1200"/>
            </a:pPr>
            <a:r>
              <a:t>D:/pasar_fix/apps/web/dist/assets/index-UmhKybbs.js</a:t>
            </a:r>
          </a:p>
          <a:p>
            <a:pPr>
              <a:defRPr sz="1200"/>
            </a:pPr>
            <a:r>
              <a:t>D:/pasar_fix/apps/web/dist/assets/input-DeI5JCF_.js</a:t>
            </a:r>
          </a:p>
          <a:p>
            <a:pPr>
              <a:defRPr sz="1200"/>
            </a:pPr>
            <a:r>
              <a:t>D:/pasar_fix/apps/web/dist/assets/label-BwaLPp7m.js</a:t>
            </a:r>
          </a:p>
          <a:p>
            <a:pPr>
              <a:defRPr sz="1200"/>
            </a:pPr>
            <a:r>
              <a:t>D:/pasar_fix/apps/web/dist/assets/layers-62yqSuVu.js</a:t>
            </a:r>
          </a:p>
          <a:p>
            <a:pPr>
              <a:defRPr sz="1200"/>
            </a:pPr>
            <a:r>
              <a:t>D:/pasar_fix/apps/web/dist/assets/loader-circle-DaZ_wnmy.js</a:t>
            </a:r>
          </a:p>
          <a:p>
            <a:pPr>
              <a:defRPr sz="1200"/>
            </a:pPr>
            <a:r>
              <a:t>D:/pasar_fix/apps/web/dist/assets/login-Cdyq4_S7.js</a:t>
            </a:r>
          </a:p>
          <a:p>
            <a:pPr>
              <a:defRPr sz="1200"/>
            </a:pPr>
            <a:r>
              <a:t>D:/pasar_fix/apps/web/dist/assets/main-4F31o_8p.css</a:t>
            </a:r>
          </a:p>
          <a:p>
            <a:pPr>
              <a:defRPr sz="1200"/>
            </a:pPr>
            <a:r>
              <a:t>D:/pasar_fix/apps/web/dist/assets/main-Dk_UES0h.js</a:t>
            </a:r>
          </a:p>
          <a:p>
            <a:pPr>
              <a:defRPr sz="1200"/>
            </a:pPr>
            <a:r>
              <a:t>D:/pasar_fix/apps/web/dist/assets/map-context-0-iBpeuA.js</a:t>
            </a:r>
          </a:p>
          <a:p>
            <a:pPr>
              <a:defRPr sz="1200"/>
            </a:pPr>
            <a:r>
              <a:t>D:/pasar_fix/apps/web/dist/assets/map-en-VEVOohth.js</a:t>
            </a:r>
          </a:p>
          <a:p>
            <a:pPr>
              <a:defRPr sz="1200"/>
            </a:pPr>
            <a:r>
              <a:t>D:/pasar_fix/apps/web/dist/assets/map-id-CnHGjWI7.js</a:t>
            </a:r>
          </a:p>
          <a:p>
            <a:pPr>
              <a:defRPr sz="1200"/>
            </a:pPr>
            <a:r>
              <a:t>D:/pasar_fix/apps/web/dist/assets/orpc-todo-Vr9dEFSR.js</a:t>
            </a:r>
          </a:p>
          <a:p>
            <a:pPr>
              <a:defRPr sz="1200"/>
            </a:pPr>
            <a:r>
              <a:t>D:/pasar_fix/apps/web/dist/assets/pages-en-v5KHadtU.js</a:t>
            </a:r>
          </a:p>
          <a:p>
            <a:pPr>
              <a:defRPr sz="1200"/>
            </a:pPr>
            <a:r>
              <a:t>D:/pasar_fix/apps/web/dist/assets/pages-id-BApgQD5u.js</a:t>
            </a:r>
          </a:p>
          <a:p>
            <a:pPr>
              <a:defRPr sz="1200"/>
            </a:pPr>
            <a:r>
              <a:t>D:/pasar_fix/apps/web/dist/assets/plus-C6GlCWBU.js</a:t>
            </a:r>
          </a:p>
          <a:p>
            <a:pPr>
              <a:defRPr sz="1200"/>
            </a:pPr>
            <a:r>
              <a:t>D:/pasar_fix/apps/web/dist/assets/route-DGIYaUCb.js</a:t>
            </a:r>
          </a:p>
          <a:p>
            <a:pPr>
              <a:defRPr sz="1200"/>
            </a:pPr>
            <a:r>
              <a:t>D:/pasar_fix/apps/web/dist/assets/route-vmITIwkX.js</a:t>
            </a:r>
          </a:p>
          <a:p>
            <a:pPr>
              <a:defRPr sz="1200"/>
            </a:pPr>
            <a:r>
              <a:t>D:/pasar_fix/apps/web/dist/assets/search-DnxAKH76.js</a:t>
            </a:r>
          </a:p>
          <a:p>
            <a:pPr>
              <a:defRPr sz="1200"/>
            </a:pPr>
            <a:r>
              <a:t>D:/pasar_fix/apps/web/dist/assets/select-BHNA7qeh.js</a:t>
            </a:r>
          </a:p>
          <a:p>
            <a:pPr>
              <a:defRPr sz="1200"/>
            </a:pPr>
            <a:r>
              <a:t>D:/pasar_fix/apps/web/dist/assets/sidebar-DtUwjObL.js</a:t>
            </a:r>
          </a:p>
          <a:p>
            <a:pPr>
              <a:defRPr sz="1200"/>
            </a:pPr>
            <a:r>
              <a:t>D:/pasar_fix/apps/web/dist/assets/signup-C6gRis9j.js</a:t>
            </a:r>
          </a:p>
          <a:p>
            <a:pPr>
              <a:defRPr sz="1200"/>
            </a:pPr>
            <a:r>
              <a:t>D:/pasar_fix/apps/web/dist/assets/sprout-4-6o-9nf.js</a:t>
            </a:r>
          </a:p>
          <a:p>
            <a:pPr>
              <a:defRPr sz="1200"/>
            </a:pPr>
            <a:r>
              <a:t>D:/pasar_fix/apps/web/dist/assets/square-pen-YjBsR2VD.js</a:t>
            </a:r>
          </a:p>
          <a:p>
            <a:pPr>
              <a:defRPr sz="1200"/>
            </a:pPr>
            <a:r>
              <a:t>D:/pasar_fix/apps/web/dist/assets/store-DZxUDGO_.js</a:t>
            </a:r>
          </a:p>
          <a:p>
            <a:pPr>
              <a:defRPr sz="1200"/>
            </a:pPr>
            <a:r>
              <a:t>D:/pasar_fix/apps/web/dist/assets/test-D0871Q7r.js</a:t>
            </a:r>
          </a:p>
          <a:p>
            <a:pPr>
              <a:defRPr sz="1200"/>
            </a:pPr>
            <a:r>
              <a:t>D:/pasar_fix/apps/web/dist/assets/textarea-Cvnne_NY.js</a:t>
            </a:r>
          </a:p>
          <a:p>
            <a:pPr>
              <a:defRPr sz="1200"/>
            </a:pPr>
            <a:r>
              <a:t>D:/pasar_fix/apps/web/dist/assets/todos-en-CQcit2PS.js</a:t>
            </a:r>
          </a:p>
          <a:p>
            <a:pPr>
              <a:defRPr sz="1200"/>
            </a:pPr>
            <a:r>
              <a:t>D:/pasar_fix/apps/web/dist/assets/todos-id-BVQILnxh.js</a:t>
            </a:r>
          </a:p>
          <a:p>
            <a:pPr>
              <a:defRPr sz="1200"/>
            </a:pPr>
            <a:r>
              <a:t>D:/pasar_fix/apps/web/dist/assets/trash-2--8b02Uu9.js</a:t>
            </a:r>
          </a:p>
          <a:p>
            <a:pPr>
              <a:defRPr sz="1200"/>
            </a:pPr>
            <a:r>
              <a:t>D:/pasar_fix/apps/web/dist/assets/use-toast-cXmn1nNO.js</a:t>
            </a:r>
          </a:p>
          <a:p>
            <a:pPr>
              <a:defRPr sz="1200"/>
            </a:pPr>
            <a:r>
              <a:t>D:/pasar_fix/apps/web/dist/assets/useMutation-CFio_wfP.js</a:t>
            </a:r>
          </a:p>
          <a:p>
            <a:pPr>
              <a:defRPr sz="1200"/>
            </a:pPr>
            <a:r>
              <a:t>D:/pasar_fix/apps/web/dist/assets/useQuery-Q9_7RIai.js</a:t>
            </a:r>
          </a:p>
          <a:p>
            <a:pPr>
              <a:defRPr sz="1200"/>
            </a:pPr>
            <a:r>
              <a:t>D:/pasar_fix/apps/web/dist/assets/user-DH17zg6D.js</a:t>
            </a:r>
          </a:p>
          <a:p>
            <a:pPr>
              <a:defRPr sz="1200"/>
            </a:pPr>
            <a:r>
              <a:t>D:/pasar_fix/apps/web/dist/assets/wheat-CC8FB0H-.js</a:t>
            </a:r>
          </a:p>
          <a:p>
            <a:pPr>
              <a:defRPr sz="1200"/>
            </a:pPr>
            <a:r>
              <a:t>D:/pasar_fix/apps/web/dist/assets/xlsx-CNerDvZX.js</a:t>
            </a:r>
          </a:p>
          <a:p>
            <a:pPr>
              <a:defRPr sz="1200"/>
            </a:pPr>
            <a:r>
              <a:t>D:/pasar_fix/apps/web/dist/assets/_commodityType-D9HKG2g_.js</a:t>
            </a:r>
          </a:p>
          <a:p>
            <a:pPr>
              <a:defRPr sz="1200"/>
            </a:pPr>
            <a:r>
              <a:t>D:/pasar_fix/apps/web/dist/assets/_id-Dz4DfL5c.js</a:t>
            </a:r>
          </a:p>
          <a:p>
            <a:pPr>
              <a:defRPr sz="1200"/>
            </a:pPr>
            <a:r>
              <a:t>D:/pasar_fix/apps/web/dist/assets/_landType-DuJO5Lu_.js</a:t>
            </a:r>
          </a:p>
          <a:p>
            <a:pPr>
              <a:defRPr sz="1200"/>
            </a:pPr>
            <a:r>
              <a:t>D:/pasar_fix/apps/web/dist/assets/_productBrand-B8OfoGFz.js</a:t>
            </a:r>
          </a:p>
          <a:p>
            <a:pPr>
              <a:defRPr sz="1200"/>
            </a:pPr>
            <a:r>
              <a:t>D:/pasar_fix/apps/web/dist/data/indonesia-boundary.geojson</a:t>
            </a:r>
          </a:p>
          <a:p>
            <a:pPr>
              <a:defRPr sz="1200"/>
            </a:pPr>
            <a:r>
              <a:t>D:/pasar_fix/apps/web/dist/data/regencies/11.01.geojson</a:t>
            </a:r>
          </a:p>
          <a:p>
            <a:pPr>
              <a:defRPr sz="1200"/>
            </a:pPr>
            <a:r>
              <a:t>D:/pasar_fix/apps/web/dist/data/regencies/11.02.geojson</a:t>
            </a:r>
          </a:p>
          <a:p>
            <a:pPr>
              <a:defRPr sz="1200"/>
            </a:pPr>
            <a:r>
              <a:t>D:/pasar_fix/apps/web/dist/data/regencies/11.03.geojson</a:t>
            </a:r>
          </a:p>
          <a:p>
            <a:pPr>
              <a:defRPr sz="1200"/>
            </a:pPr>
            <a:r>
              <a:t>D:/pasar_fix/apps/web/dist/data/regencies/11.04.geojson</a:t>
            </a:r>
          </a:p>
          <a:p>
            <a:pPr>
              <a:defRPr sz="1200"/>
            </a:pPr>
            <a:r>
              <a:t>D:/pasar_fix/apps/web/dist/data/regencies/11.05.geojson</a:t>
            </a:r>
          </a:p>
          <a:p>
            <a:pPr>
              <a:defRPr sz="1200"/>
            </a:pPr>
            <a:r>
              <a:t>D:/pasar_fix/apps/web/dist/data/regencies/11.06.geojson</a:t>
            </a:r>
          </a:p>
          <a:p>
            <a:pPr>
              <a:defRPr sz="1200"/>
            </a:pPr>
            <a:r>
              <a:t>D:/pasar_fix/apps/web/dist/data/regencies/11.07.geojson</a:t>
            </a:r>
          </a:p>
          <a:p>
            <a:pPr>
              <a:defRPr sz="1200"/>
            </a:pPr>
            <a:r>
              <a:t>D:/pasar_fix/apps/web/dist/data/regencies/11.08.geojson</a:t>
            </a:r>
          </a:p>
          <a:p>
            <a:pPr>
              <a:defRPr sz="1200"/>
            </a:pPr>
            <a:r>
              <a:t>D:/pasar_fix/apps/web/dist/data/regencies/11.09.geojson</a:t>
            </a:r>
          </a:p>
          <a:p>
            <a:pPr>
              <a:defRPr sz="1200"/>
            </a:pPr>
            <a:r>
              <a:t>D:/pasar_fix/apps/web/dist/data/regencies/11.10.geojson</a:t>
            </a:r>
          </a:p>
          <a:p>
            <a:pPr>
              <a:defRPr sz="1200"/>
            </a:pPr>
            <a:r>
              <a:t>D:/pasar_fix/apps/web/dist/data/regencies/11.11.geojson</a:t>
            </a:r>
          </a:p>
          <a:p>
            <a:pPr>
              <a:defRPr sz="1200"/>
            </a:pPr>
            <a:r>
              <a:t>D:/pasar_fix/apps/web/dist/data/regencies/11.12.geojson</a:t>
            </a:r>
          </a:p>
          <a:p>
            <a:pPr>
              <a:defRPr sz="1200"/>
            </a:pPr>
            <a:r>
              <a:t>D:/pasar_fix/apps/web/dist/data/regencies/11.13.geojson</a:t>
            </a:r>
          </a:p>
          <a:p>
            <a:pPr>
              <a:defRPr sz="1200"/>
            </a:pPr>
            <a:r>
              <a:t>D:/pasar_fix/apps/web/dist/data/regencies/11.14.geojson</a:t>
            </a:r>
          </a:p>
          <a:p>
            <a:pPr>
              <a:defRPr sz="1200"/>
            </a:pPr>
            <a:r>
              <a:t>D:/pasar_fix/apps/web/dist/data/regencies/11.15.geojson</a:t>
            </a:r>
          </a:p>
          <a:p>
            <a:pPr>
              <a:defRPr sz="1200"/>
            </a:pPr>
            <a:r>
              <a:t>D:/pasar_fix/apps/web/dist/data/regencies/11.16.geojson</a:t>
            </a:r>
          </a:p>
          <a:p>
            <a:pPr>
              <a:defRPr sz="1200"/>
            </a:pPr>
            <a:r>
              <a:t>D:/pasar_fix/apps/web/dist/data/regencies/11.17.geojson</a:t>
            </a:r>
          </a:p>
          <a:p>
            <a:pPr>
              <a:defRPr sz="1200"/>
            </a:pPr>
            <a:r>
              <a:t>D:/pasar_fix/apps/web/dist/data/regencies/11.18.geojson</a:t>
            </a:r>
          </a:p>
          <a:p>
            <a:pPr>
              <a:defRPr sz="1200"/>
            </a:pPr>
            <a:r>
              <a:t>D:/pasar_fix/apps/web/dist/data/regencies/11.71.geojson</a:t>
            </a:r>
          </a:p>
          <a:p>
            <a:pPr>
              <a:defRPr sz="1200"/>
            </a:pPr>
            <a:r>
              <a:t>D:/pasar_fix/apps/web/dist/data/regencies/11.72.geojson</a:t>
            </a:r>
          </a:p>
          <a:p>
            <a:pPr>
              <a:defRPr sz="1200"/>
            </a:pPr>
            <a:r>
              <a:t>D:/pasar_fix/apps/web/dist/data/regencies/11.73.geojson</a:t>
            </a:r>
          </a:p>
          <a:p>
            <a:pPr>
              <a:defRPr sz="1200"/>
            </a:pPr>
            <a:r>
              <a:t>D:/pasar_fix/apps/web/dist/data/regencies/11.74.geojson</a:t>
            </a:r>
          </a:p>
          <a:p>
            <a:pPr>
              <a:defRPr sz="1200"/>
            </a:pPr>
            <a:r>
              <a:t>D:/pasar_fix/apps/web/dist/data/regencies/11.75.geojson</a:t>
            </a:r>
          </a:p>
          <a:p>
            <a:pPr>
              <a:defRPr sz="1200"/>
            </a:pPr>
            <a:r>
              <a:t>D:/pasar_fix/apps/web/dist/data/regencies/12.01.geojson</a:t>
            </a:r>
          </a:p>
          <a:p>
            <a:pPr>
              <a:defRPr sz="1200"/>
            </a:pPr>
            <a:r>
              <a:t>D:/pasar_fix/apps/web/dist/data/regencies/12.02.geojson</a:t>
            </a:r>
          </a:p>
          <a:p>
            <a:pPr>
              <a:defRPr sz="1200"/>
            </a:pPr>
            <a:r>
              <a:t>D:/pasar_fix/apps/web/dist/data/regencies/12.03.geojson</a:t>
            </a:r>
          </a:p>
          <a:p>
            <a:pPr>
              <a:defRPr sz="1200"/>
            </a:pPr>
            <a:r>
              <a:t>D:/pasar_fix/apps/web/dist/data/regencies/12.04.geojson</a:t>
            </a:r>
          </a:p>
          <a:p>
            <a:pPr>
              <a:defRPr sz="1200"/>
            </a:pPr>
            <a:r>
              <a:t>D:/pasar_fix/apps/web/dist/data/regencies/12.05.geojson</a:t>
            </a:r>
          </a:p>
          <a:p>
            <a:pPr>
              <a:defRPr sz="1200"/>
            </a:pPr>
            <a:r>
              <a:t>D:/pasar_fix/apps/web/dist/data/regencies/12.06.geojson</a:t>
            </a:r>
          </a:p>
          <a:p>
            <a:pPr>
              <a:defRPr sz="1200"/>
            </a:pPr>
            <a:r>
              <a:t>D:/pasar_fix/apps/web/dist/data/regencies/12.07.geojson</a:t>
            </a:r>
          </a:p>
          <a:p>
            <a:pPr>
              <a:defRPr sz="1200"/>
            </a:pPr>
            <a:r>
              <a:t>D:/pasar_fix/apps/web/dist/data/regencies/12.08.geojson</a:t>
            </a:r>
          </a:p>
          <a:p>
            <a:pPr>
              <a:defRPr sz="1200"/>
            </a:pPr>
            <a:r>
              <a:t>D:/pasar_fix/apps/web/dist/data/regencies/12.09.geojson</a:t>
            </a:r>
          </a:p>
          <a:p>
            <a:pPr>
              <a:defRPr sz="1200"/>
            </a:pPr>
            <a:r>
              <a:t>D:/pasar_fix/apps/web/dist/data/regencies/12.10.geojson</a:t>
            </a:r>
          </a:p>
          <a:p>
            <a:pPr>
              <a:defRPr sz="1200"/>
            </a:pPr>
            <a:r>
              <a:t>D:/pasar_fix/apps/web/dist/data/regencies/12.11.geojson</a:t>
            </a:r>
          </a:p>
          <a:p>
            <a:pPr>
              <a:defRPr sz="1200"/>
            </a:pPr>
            <a:r>
              <a:t>D:/pasar_fix/apps/web/dist/data/regencies/12.12.geojson</a:t>
            </a:r>
          </a:p>
          <a:p>
            <a:pPr>
              <a:defRPr sz="1200"/>
            </a:pPr>
            <a:r>
              <a:t>D:/pasar_fix/apps/web/dist/data/regencies/12.13.geojson</a:t>
            </a:r>
          </a:p>
          <a:p>
            <a:pPr>
              <a:defRPr sz="1200"/>
            </a:pPr>
            <a:r>
              <a:t>D:/pasar_fix/apps/web/dist/data/regencies/12.14.geojson</a:t>
            </a:r>
          </a:p>
          <a:p>
            <a:pPr>
              <a:defRPr sz="1200"/>
            </a:pPr>
            <a:r>
              <a:t>D:/pasar_fix/apps/web/dist/data/regencies/12.15.geojson</a:t>
            </a:r>
          </a:p>
          <a:p>
            <a:pPr>
              <a:defRPr sz="1200"/>
            </a:pPr>
            <a:r>
              <a:t>D:/pasar_fix/apps/web/dist/data/regencies/12.16.geojson</a:t>
            </a:r>
          </a:p>
          <a:p>
            <a:pPr>
              <a:defRPr sz="1200"/>
            </a:pPr>
            <a:r>
              <a:t>D:/pasar_fix/apps/web/dist/data/regencies/12.17.geojson</a:t>
            </a:r>
          </a:p>
          <a:p>
            <a:pPr>
              <a:defRPr sz="1200"/>
            </a:pPr>
            <a:r>
              <a:t>D:/pasar_fix/apps/web/dist/data/regencies/12.18.geojson</a:t>
            </a:r>
          </a:p>
          <a:p>
            <a:pPr>
              <a:defRPr sz="1200"/>
            </a:pPr>
            <a:r>
              <a:t>D:/pasar_fix/apps/web/dist/data/regencies/12.19.geojson</a:t>
            </a:r>
          </a:p>
          <a:p>
            <a:pPr>
              <a:defRPr sz="1200"/>
            </a:pPr>
            <a:r>
              <a:t>D:/pasar_fix/apps/web/dist/data/regencies/12.20.geojson</a:t>
            </a:r>
          </a:p>
          <a:p>
            <a:pPr>
              <a:defRPr sz="1200"/>
            </a:pPr>
            <a:r>
              <a:t>D:/pasar_fix/apps/web/dist/data/regencies/12.21.geojson</a:t>
            </a:r>
          </a:p>
          <a:p>
            <a:pPr>
              <a:defRPr sz="1200"/>
            </a:pPr>
            <a:r>
              <a:t>D:/pasar_fix/apps/web/dist/data/regencies/12.22.geojson</a:t>
            </a:r>
          </a:p>
          <a:p>
            <a:pPr>
              <a:defRPr sz="1200"/>
            </a:pPr>
            <a:r>
              <a:t>D:/pasar_fix/apps/web/dist/data/regencies/12.23.geojson</a:t>
            </a:r>
          </a:p>
          <a:p>
            <a:pPr>
              <a:defRPr sz="1200"/>
            </a:pPr>
            <a:r>
              <a:t>D:/pasar_fix/apps/web/dist/data/regencies/12.24.geojson</a:t>
            </a:r>
          </a:p>
          <a:p>
            <a:pPr>
              <a:defRPr sz="1200"/>
            </a:pPr>
            <a:r>
              <a:t>D:/pasar_fix/apps/web/dist/data/regencies/12.25.geojson</a:t>
            </a:r>
          </a:p>
          <a:p>
            <a:pPr>
              <a:defRPr sz="1200"/>
            </a:pPr>
            <a:r>
              <a:t>D:/pasar_fix/apps/web/dist/data/regencies/12.71.geojson</a:t>
            </a:r>
          </a:p>
          <a:p>
            <a:pPr>
              <a:defRPr sz="1200"/>
            </a:pPr>
            <a:r>
              <a:t>D:/pasar_fix/apps/web/dist/data/regencies/12.72.geojson</a:t>
            </a:r>
          </a:p>
          <a:p>
            <a:pPr>
              <a:defRPr sz="1200"/>
            </a:pPr>
            <a:r>
              <a:t>D:/pasar_fix/apps/web/dist/data/regencies/12.73.geojson</a:t>
            </a:r>
          </a:p>
          <a:p>
            <a:pPr>
              <a:defRPr sz="1200"/>
            </a:pPr>
            <a:r>
              <a:t>D:/pasar_fix/apps/web/dist/data/regencies/12.74.geojson</a:t>
            </a:r>
          </a:p>
          <a:p>
            <a:pPr>
              <a:defRPr sz="1200"/>
            </a:pPr>
            <a:r>
              <a:t>D:/pasar_fix/apps/web/dist/data/regencies/12.75.geojson</a:t>
            </a:r>
          </a:p>
          <a:p>
            <a:pPr>
              <a:defRPr sz="1200"/>
            </a:pPr>
            <a:r>
              <a:t>D:/pasar_fix/apps/web/dist/data/regencies/12.76.geojson</a:t>
            </a:r>
          </a:p>
          <a:p>
            <a:pPr>
              <a:defRPr sz="1200"/>
            </a:pPr>
            <a:r>
              <a:t>D:/pasar_fix/apps/web/dist/data/regencies/12.77.geojson</a:t>
            </a:r>
          </a:p>
          <a:p>
            <a:pPr>
              <a:defRPr sz="1200"/>
            </a:pPr>
            <a:r>
              <a:t>D:/pasar_fix/apps/web/dist/data/regencies/12.78.geojson</a:t>
            </a:r>
          </a:p>
          <a:p>
            <a:pPr>
              <a:defRPr sz="1200"/>
            </a:pPr>
            <a:r>
              <a:t>D:/pasar_fix/apps/web/dist/data/regencies/13.01.geojson</a:t>
            </a:r>
          </a:p>
          <a:p>
            <a:pPr>
              <a:defRPr sz="1200"/>
            </a:pPr>
            <a:r>
              <a:t>D:/pasar_fix/apps/web/dist/data/regencies/13.02.geojson</a:t>
            </a:r>
          </a:p>
          <a:p>
            <a:pPr>
              <a:defRPr sz="1200"/>
            </a:pPr>
            <a:r>
              <a:t>D:/pasar_fix/apps/web/dist/data/regencies/13.03.geojson</a:t>
            </a:r>
          </a:p>
          <a:p>
            <a:pPr>
              <a:defRPr sz="1200"/>
            </a:pPr>
            <a:r>
              <a:t>D:/pasar_fix/apps/web/dist/data/regencies/13.04.geojson</a:t>
            </a:r>
          </a:p>
          <a:p>
            <a:pPr>
              <a:defRPr sz="1200"/>
            </a:pPr>
            <a:r>
              <a:t>D:/pasar_fix/apps/web/dist/data/regencies/13.05.geojson</a:t>
            </a:r>
          </a:p>
          <a:p>
            <a:pPr>
              <a:defRPr sz="1200"/>
            </a:pPr>
            <a:r>
              <a:t>D:/pasar_fix/apps/web/dist/data/regencies/13.06.geojson</a:t>
            </a:r>
          </a:p>
          <a:p>
            <a:pPr>
              <a:defRPr sz="1200"/>
            </a:pPr>
            <a:r>
              <a:t>D:/pasar_fix/apps/web/dist/data/regencies/13.07.geojson</a:t>
            </a:r>
          </a:p>
          <a:p>
            <a:pPr>
              <a:defRPr sz="1200"/>
            </a:pPr>
            <a:r>
              <a:t>D:/pasar_fix/apps/web/dist/data/regencies/13.08.geojson</a:t>
            </a:r>
          </a:p>
          <a:p>
            <a:pPr>
              <a:defRPr sz="1200"/>
            </a:pPr>
            <a:r>
              <a:t>D:/pasar_fix/apps/web/dist/data/regencies/13.09.geojson</a:t>
            </a:r>
          </a:p>
          <a:p>
            <a:pPr>
              <a:defRPr sz="1200"/>
            </a:pPr>
            <a:r>
              <a:t>D:/pasar_fix/apps/web/dist/data/regencies/13.10.geojson</a:t>
            </a:r>
          </a:p>
          <a:p>
            <a:pPr>
              <a:defRPr sz="1200"/>
            </a:pPr>
            <a:r>
              <a:t>D:/pasar_fix/apps/web/dist/data/regencies/13.11.geojson</a:t>
            </a:r>
          </a:p>
          <a:p>
            <a:pPr>
              <a:defRPr sz="1200"/>
            </a:pPr>
            <a:r>
              <a:t>D:/pasar_fix/apps/web/dist/data/regencies/13.12.geojson</a:t>
            </a:r>
          </a:p>
          <a:p>
            <a:pPr>
              <a:defRPr sz="1200"/>
            </a:pPr>
            <a:r>
              <a:t>D:/pasar_fix/apps/web/dist/data/regencies/13.71.geojson</a:t>
            </a:r>
          </a:p>
          <a:p>
            <a:pPr>
              <a:defRPr sz="1200"/>
            </a:pPr>
            <a:r>
              <a:t>D:/pasar_fix/apps/web/dist/data/regencies/13.72.geojson</a:t>
            </a:r>
          </a:p>
          <a:p>
            <a:pPr>
              <a:defRPr sz="1200"/>
            </a:pPr>
            <a:r>
              <a:t>D:/pasar_fix/apps/web/dist/data/regencies/13.73.geojson</a:t>
            </a:r>
          </a:p>
          <a:p>
            <a:pPr>
              <a:defRPr sz="1200"/>
            </a:pPr>
            <a:r>
              <a:t>D:/pasar_fix/apps/web/dist/data/regencies/13.74.geojson</a:t>
            </a:r>
          </a:p>
          <a:p>
            <a:pPr>
              <a:defRPr sz="1200"/>
            </a:pPr>
            <a:r>
              <a:t>D:/pasar_fix/apps/web/dist/data/regencies/13.75.geojson</a:t>
            </a:r>
          </a:p>
          <a:p>
            <a:pPr>
              <a:defRPr sz="1200"/>
            </a:pPr>
            <a:r>
              <a:t>D:/pasar_fix/apps/web/dist/data/regencies/13.76.geojson</a:t>
            </a:r>
          </a:p>
          <a:p>
            <a:pPr>
              <a:defRPr sz="1200"/>
            </a:pPr>
            <a:r>
              <a:t>D:/pasar_fix/apps/web/dist/data/regencies/13.77.geojson</a:t>
            </a:r>
          </a:p>
          <a:p>
            <a:pPr>
              <a:defRPr sz="1200"/>
            </a:pPr>
            <a:r>
              <a:t>D:/pasar_fix/apps/web/dist/data/regencies/14.01.geojson</a:t>
            </a:r>
          </a:p>
          <a:p>
            <a:pPr>
              <a:defRPr sz="1200"/>
            </a:pPr>
            <a:r>
              <a:t>D:/pasar_fix/apps/web/dist/data/regencies/14.02.geojson</a:t>
            </a:r>
          </a:p>
          <a:p>
            <a:pPr>
              <a:defRPr sz="1200"/>
            </a:pPr>
            <a:r>
              <a:t>D:/pasar_fix/apps/web/dist/data/regencies/14.03.geojson</a:t>
            </a:r>
          </a:p>
          <a:p>
            <a:pPr>
              <a:defRPr sz="1200"/>
            </a:pPr>
            <a:r>
              <a:t>D:/pasar_fix/apps/web/dist/data/regencies/14.04.geojson</a:t>
            </a:r>
          </a:p>
          <a:p>
            <a:pPr>
              <a:defRPr sz="1200"/>
            </a:pPr>
            <a:r>
              <a:t>D:/pasar_fix/apps/web/dist/data/regencies/14.05.geojson</a:t>
            </a:r>
          </a:p>
          <a:p>
            <a:pPr>
              <a:defRPr sz="1200"/>
            </a:pPr>
            <a:r>
              <a:t>D:/pasar_fix/apps/web/dist/data/regencies/14.06.geojson</a:t>
            </a:r>
          </a:p>
          <a:p>
            <a:pPr>
              <a:defRPr sz="1200"/>
            </a:pPr>
            <a:r>
              <a:t>D:/pasar_fix/apps/web/dist/data/regencies/14.07.geojson</a:t>
            </a:r>
          </a:p>
          <a:p>
            <a:pPr>
              <a:defRPr sz="1200"/>
            </a:pPr>
            <a:r>
              <a:t>D:/pasar_fix/apps/web/dist/data/regencies/14.08.geojson</a:t>
            </a:r>
          </a:p>
          <a:p>
            <a:pPr>
              <a:defRPr sz="1200"/>
            </a:pPr>
            <a:r>
              <a:t>D:/pasar_fix/apps/web/dist/data/regencies/14.09.geojson</a:t>
            </a:r>
          </a:p>
          <a:p>
            <a:pPr>
              <a:defRPr sz="1200"/>
            </a:pPr>
            <a:r>
              <a:t>D:/pasar_fix/apps/web/dist/data/regencies/14.10.geojson</a:t>
            </a:r>
          </a:p>
          <a:p>
            <a:pPr>
              <a:defRPr sz="1200"/>
            </a:pPr>
            <a:r>
              <a:t>D:/pasar_fix/apps/web/dist/data/regencies/14.71.geojson</a:t>
            </a:r>
          </a:p>
          <a:p>
            <a:pPr>
              <a:defRPr sz="1200"/>
            </a:pPr>
            <a:r>
              <a:t>D:/pasar_fix/apps/web/dist/data/regencies/14.72.geojson</a:t>
            </a:r>
          </a:p>
          <a:p>
            <a:pPr>
              <a:defRPr sz="1200"/>
            </a:pPr>
            <a:r>
              <a:t>D:/pasar_fix/apps/web/dist/data/regencies/15.01.geojson</a:t>
            </a:r>
          </a:p>
          <a:p>
            <a:pPr>
              <a:defRPr sz="1200"/>
            </a:pPr>
            <a:r>
              <a:t>D:/pasar_fix/apps/web/dist/data/regencies/15.02.geojson</a:t>
            </a:r>
          </a:p>
          <a:p>
            <a:pPr>
              <a:defRPr sz="1200"/>
            </a:pPr>
            <a:r>
              <a:t>D:/pasar_fix/apps/web/dist/data/regencies/15.03.geojson</a:t>
            </a:r>
          </a:p>
          <a:p>
            <a:pPr>
              <a:defRPr sz="1200"/>
            </a:pPr>
            <a:r>
              <a:t>D:/pasar_fix/apps/web/dist/data/regencies/15.04.geojson</a:t>
            </a:r>
          </a:p>
          <a:p>
            <a:pPr>
              <a:defRPr sz="1200"/>
            </a:pPr>
            <a:r>
              <a:t>D:/pasar_fix/apps/web/dist/data/regencies/15.05.geojson</a:t>
            </a:r>
          </a:p>
          <a:p>
            <a:pPr>
              <a:defRPr sz="1200"/>
            </a:pPr>
            <a:r>
              <a:t>D:/pasar_fix/apps/web/dist/data/regencies/15.06.geojson</a:t>
            </a:r>
          </a:p>
          <a:p>
            <a:pPr>
              <a:defRPr sz="1200"/>
            </a:pPr>
            <a:r>
              <a:t>D:/pasar_fix/apps/web/dist/data/regencies/15.07.geojson</a:t>
            </a:r>
          </a:p>
          <a:p>
            <a:pPr>
              <a:defRPr sz="1200"/>
            </a:pPr>
            <a:r>
              <a:t>D:/pasar_fix/apps/web/dist/data/regencies/15.08.geojson</a:t>
            </a:r>
          </a:p>
          <a:p>
            <a:pPr>
              <a:defRPr sz="1200"/>
            </a:pPr>
            <a:r>
              <a:t>D:/pasar_fix/apps/web/dist/data/regencies/15.09.geojson</a:t>
            </a:r>
          </a:p>
          <a:p>
            <a:pPr>
              <a:defRPr sz="1200"/>
            </a:pPr>
            <a:r>
              <a:t>D:/pasar_fix/apps/web/dist/data/regencies/15.71.geojson</a:t>
            </a:r>
          </a:p>
          <a:p>
            <a:pPr>
              <a:defRPr sz="1200"/>
            </a:pPr>
            <a:r>
              <a:t>D:/pasar_fix/apps/web/dist/data/regencies/15.72.geojson</a:t>
            </a:r>
          </a:p>
          <a:p>
            <a:pPr>
              <a:defRPr sz="1200"/>
            </a:pPr>
            <a:r>
              <a:t>D:/pasar_fix/apps/web/dist/data/regencies/16.01.geojson</a:t>
            </a:r>
          </a:p>
          <a:p>
            <a:pPr>
              <a:defRPr sz="1200"/>
            </a:pPr>
            <a:r>
              <a:t>D:/pasar_fix/apps/web/dist/data/regencies/16.02.geojson</a:t>
            </a:r>
          </a:p>
          <a:p>
            <a:pPr>
              <a:defRPr sz="1200"/>
            </a:pPr>
            <a:r>
              <a:t>D:/pasar_fix/apps/web/dist/data/regencies/16.03.geojson</a:t>
            </a:r>
          </a:p>
          <a:p>
            <a:pPr>
              <a:defRPr sz="1200"/>
            </a:pPr>
            <a:r>
              <a:t>D:/pasar_fix/apps/web/dist/data/regencies/16.04.geojson</a:t>
            </a:r>
          </a:p>
          <a:p>
            <a:pPr>
              <a:defRPr sz="1200"/>
            </a:pPr>
            <a:r>
              <a:t>D:/pasar_fix/apps/web/dist/data/regencies/16.05.geojson</a:t>
            </a:r>
          </a:p>
          <a:p>
            <a:pPr>
              <a:defRPr sz="1200"/>
            </a:pPr>
            <a:r>
              <a:t>D:/pasar_fix/apps/web/dist/data/regencies/16.06.geojson</a:t>
            </a:r>
          </a:p>
          <a:p>
            <a:pPr>
              <a:defRPr sz="1200"/>
            </a:pPr>
            <a:r>
              <a:t>D:/pasar_fix/apps/web/dist/data/regencies/16.07.geojson</a:t>
            </a:r>
          </a:p>
          <a:p>
            <a:pPr>
              <a:defRPr sz="1200"/>
            </a:pPr>
            <a:r>
              <a:t>D:/pasar_fix/apps/web/dist/data/regencies/16.08.geojson</a:t>
            </a:r>
          </a:p>
          <a:p>
            <a:pPr>
              <a:defRPr sz="1200"/>
            </a:pPr>
            <a:r>
              <a:t>D:/pasar_fix/apps/web/dist/data/regencies/16.09.geojson</a:t>
            </a:r>
          </a:p>
          <a:p>
            <a:pPr>
              <a:defRPr sz="1200"/>
            </a:pPr>
            <a:r>
              <a:t>D:/pasar_fix/apps/web/dist/data/regencies/16.10.geojson</a:t>
            </a:r>
          </a:p>
          <a:p>
            <a:pPr>
              <a:defRPr sz="1200"/>
            </a:pPr>
            <a:r>
              <a:t>D:/pasar_fix/apps/web/dist/data/regencies/16.11.geojson</a:t>
            </a:r>
          </a:p>
          <a:p>
            <a:pPr>
              <a:defRPr sz="1200"/>
            </a:pPr>
            <a:r>
              <a:t>D:/pasar_fix/apps/web/dist/data/regencies/16.12.geojson</a:t>
            </a:r>
          </a:p>
          <a:p>
            <a:pPr>
              <a:defRPr sz="1200"/>
            </a:pPr>
            <a:r>
              <a:t>D:/pasar_fix/apps/web/dist/data/regencies/16.13.geojson</a:t>
            </a:r>
          </a:p>
          <a:p>
            <a:pPr>
              <a:defRPr sz="1200"/>
            </a:pPr>
            <a:r>
              <a:t>D:/pasar_fix/apps/web/dist/data/regencies/16.71.geojson</a:t>
            </a:r>
          </a:p>
          <a:p>
            <a:pPr>
              <a:defRPr sz="1200"/>
            </a:pPr>
            <a:r>
              <a:t>D:/pasar_fix/apps/web/dist/data/regencies/16.72.geojson</a:t>
            </a:r>
          </a:p>
          <a:p>
            <a:pPr>
              <a:defRPr sz="1200"/>
            </a:pPr>
            <a:r>
              <a:t>D:/pasar_fix/apps/web/dist/data/regencies/16.73.geojson</a:t>
            </a:r>
          </a:p>
          <a:p>
            <a:pPr>
              <a:defRPr sz="1200"/>
            </a:pPr>
            <a:r>
              <a:t>D:/pasar_fix/apps/web/dist/data/regencies/16.74.geojson</a:t>
            </a:r>
          </a:p>
          <a:p>
            <a:pPr>
              <a:defRPr sz="1200"/>
            </a:pPr>
            <a:r>
              <a:t>D:/pasar_fix/apps/web/dist/data/regencies/17.01.geojson</a:t>
            </a:r>
          </a:p>
          <a:p>
            <a:pPr>
              <a:defRPr sz="1200"/>
            </a:pPr>
            <a:r>
              <a:t>D:/pasar_fix/apps/web/dist/data/regencies/17.02.geojson</a:t>
            </a:r>
          </a:p>
          <a:p>
            <a:pPr>
              <a:defRPr sz="1200"/>
            </a:pPr>
            <a:r>
              <a:t>D:/pasar_fix/apps/web/dist/data/regencies/17.03.geojson</a:t>
            </a:r>
          </a:p>
          <a:p>
            <a:pPr>
              <a:defRPr sz="1200"/>
            </a:pPr>
            <a:r>
              <a:t>D:/pasar_fix/apps/web/dist/data/regencies/17.04.geojson</a:t>
            </a:r>
          </a:p>
          <a:p>
            <a:pPr>
              <a:defRPr sz="1200"/>
            </a:pPr>
            <a:r>
              <a:t>D:/pasar_fix/apps/web/dist/data/regencies/17.05.geojson</a:t>
            </a:r>
          </a:p>
          <a:p>
            <a:pPr>
              <a:defRPr sz="1200"/>
            </a:pPr>
            <a:r>
              <a:t>D:/pasar_fix/apps/web/dist/data/regencies/17.06.geojson</a:t>
            </a:r>
          </a:p>
          <a:p>
            <a:pPr>
              <a:defRPr sz="1200"/>
            </a:pPr>
            <a:r>
              <a:t>D:/pasar_fix/apps/web/dist/data/regencies/17.07.geojson</a:t>
            </a:r>
          </a:p>
          <a:p>
            <a:pPr>
              <a:defRPr sz="1200"/>
            </a:pPr>
            <a:r>
              <a:t>D:/pasar_fix/apps/web/dist/data/regencies/17.08.geojson</a:t>
            </a:r>
          </a:p>
          <a:p>
            <a:pPr>
              <a:defRPr sz="1200"/>
            </a:pPr>
            <a:r>
              <a:t>D:/pasar_fix/apps/web/dist/data/regencies/17.09.geojson</a:t>
            </a:r>
          </a:p>
          <a:p>
            <a:pPr>
              <a:defRPr sz="1200"/>
            </a:pPr>
            <a:r>
              <a:t>D:/pasar_fix/apps/web/dist/data/regencies/17.71.geojson</a:t>
            </a:r>
          </a:p>
          <a:p>
            <a:pPr>
              <a:defRPr sz="1200"/>
            </a:pPr>
            <a:r>
              <a:t>D:/pasar_fix/apps/web/dist/data/regencies/18.01.geojson</a:t>
            </a:r>
          </a:p>
          <a:p>
            <a:pPr>
              <a:defRPr sz="1200"/>
            </a:pPr>
            <a:r>
              <a:t>D:/pasar_fix/apps/web/dist/data/regencies/18.02.geojson</a:t>
            </a:r>
          </a:p>
          <a:p>
            <a:pPr>
              <a:defRPr sz="1200"/>
            </a:pPr>
            <a:r>
              <a:t>D:/pasar_fix/apps/web/dist/data/regencies/18.03.geojson</a:t>
            </a:r>
          </a:p>
          <a:p>
            <a:pPr>
              <a:defRPr sz="1200"/>
            </a:pPr>
            <a:r>
              <a:t>D:/pasar_fix/apps/web/dist/data/regencies/18.04.geojson</a:t>
            </a:r>
          </a:p>
          <a:p>
            <a:pPr>
              <a:defRPr sz="1200"/>
            </a:pPr>
            <a:r>
              <a:t>D:/pasar_fix/apps/web/dist/data/regencies/18.05.geojson</a:t>
            </a:r>
          </a:p>
          <a:p>
            <a:pPr>
              <a:defRPr sz="1200"/>
            </a:pPr>
            <a:r>
              <a:t>D:/pasar_fix/apps/web/dist/data/regencies/18.06.geojson</a:t>
            </a:r>
          </a:p>
          <a:p>
            <a:pPr>
              <a:defRPr sz="1200"/>
            </a:pPr>
            <a:r>
              <a:t>D:/pasar_fix/apps/web/dist/data/regencies/18.07.geojson</a:t>
            </a:r>
          </a:p>
          <a:p>
            <a:pPr>
              <a:defRPr sz="1200"/>
            </a:pPr>
            <a:r>
              <a:t>D:/pasar_fix/apps/web/dist/data/regencies/18.08.geojson</a:t>
            </a:r>
          </a:p>
          <a:p>
            <a:pPr>
              <a:defRPr sz="1200"/>
            </a:pPr>
            <a:r>
              <a:t>D:/pasar_fix/apps/web/dist/data/regencies/18.09.geojson</a:t>
            </a:r>
          </a:p>
          <a:p>
            <a:pPr>
              <a:defRPr sz="1200"/>
            </a:pPr>
            <a:r>
              <a:t>D:/pasar_fix/apps/web/dist/data/regencies/18.10.geojson</a:t>
            </a:r>
          </a:p>
          <a:p>
            <a:pPr>
              <a:defRPr sz="1200"/>
            </a:pPr>
            <a:r>
              <a:t>D:/pasar_fix/apps/web/dist/data/regencies/18.11.geojson</a:t>
            </a:r>
          </a:p>
          <a:p>
            <a:pPr>
              <a:defRPr sz="1200"/>
            </a:pPr>
            <a:r>
              <a:t>D:/pasar_fix/apps/web/dist/data/regencies/18.12.geojson</a:t>
            </a:r>
          </a:p>
          <a:p>
            <a:pPr>
              <a:defRPr sz="1200"/>
            </a:pPr>
            <a:r>
              <a:t>D:/pasar_fix/apps/web/dist/data/regencies/18.13.geojson</a:t>
            </a:r>
          </a:p>
          <a:p>
            <a:pPr>
              <a:defRPr sz="1200"/>
            </a:pPr>
            <a:r>
              <a:t>D:/pasar_fix/apps/web/dist/data/regencies/18.71.geojson</a:t>
            </a:r>
          </a:p>
          <a:p>
            <a:pPr>
              <a:defRPr sz="1200"/>
            </a:pPr>
            <a:r>
              <a:t>D:/pasar_fix/apps/web/dist/data/regencies/18.72.geojson</a:t>
            </a:r>
          </a:p>
          <a:p>
            <a:pPr>
              <a:defRPr sz="1200"/>
            </a:pPr>
            <a:r>
              <a:t>D:/pasar_fix/apps/web/dist/data/regencies/19.01.geojson</a:t>
            </a:r>
          </a:p>
          <a:p>
            <a:pPr>
              <a:defRPr sz="1200"/>
            </a:pPr>
            <a:r>
              <a:t>D:/pasar_fix/apps/web/dist/data/regencies/19.02.geojson</a:t>
            </a:r>
          </a:p>
          <a:p>
            <a:pPr>
              <a:defRPr sz="1200"/>
            </a:pPr>
            <a:r>
              <a:t>D:/pasar_fix/apps/web/dist/data/regencies/19.03.geojson</a:t>
            </a:r>
          </a:p>
          <a:p>
            <a:pPr>
              <a:defRPr sz="1200"/>
            </a:pPr>
            <a:r>
              <a:t>D:/pasar_fix/apps/web/dist/data/regencies/19.04.geojson</a:t>
            </a:r>
          </a:p>
          <a:p>
            <a:pPr>
              <a:defRPr sz="1200"/>
            </a:pPr>
            <a:r>
              <a:t>D:/pasar_fix/apps/web/dist/data/regencies/19.05.geojson</a:t>
            </a:r>
          </a:p>
          <a:p>
            <a:pPr>
              <a:defRPr sz="1200"/>
            </a:pPr>
            <a:r>
              <a:t>D:/pasar_fix/apps/web/dist/data/regencies/19.06.geojson</a:t>
            </a:r>
          </a:p>
          <a:p>
            <a:pPr>
              <a:defRPr sz="1200"/>
            </a:pPr>
            <a:r>
              <a:t>D:/pasar_fix/apps/web/dist/data/regencies/19.71.geojson</a:t>
            </a:r>
          </a:p>
          <a:p>
            <a:pPr>
              <a:defRPr sz="1200"/>
            </a:pPr>
            <a:r>
              <a:t>D:/pasar_fix/apps/web/dist/data/regencies/21.01.geojson</a:t>
            </a:r>
          </a:p>
          <a:p>
            <a:pPr>
              <a:defRPr sz="1200"/>
            </a:pPr>
            <a:r>
              <a:t>D:/pasar_fix/apps/web/dist/data/regencies/21.02.geojson</a:t>
            </a:r>
          </a:p>
          <a:p>
            <a:pPr>
              <a:defRPr sz="1200"/>
            </a:pPr>
            <a:r>
              <a:t>D:/pasar_fix/apps/web/dist/data/regencies/21.03.geojson</a:t>
            </a:r>
          </a:p>
          <a:p>
            <a:pPr>
              <a:defRPr sz="1200"/>
            </a:pPr>
            <a:r>
              <a:t>D:/pasar_fix/apps/web/dist/data/regencies/21.04.geojson</a:t>
            </a:r>
          </a:p>
          <a:p>
            <a:pPr>
              <a:defRPr sz="1200"/>
            </a:pPr>
            <a:r>
              <a:t>D:/pasar_fix/apps/web/dist/data/regencies/21.05.geojson</a:t>
            </a:r>
          </a:p>
          <a:p>
            <a:pPr>
              <a:defRPr sz="1200"/>
            </a:pPr>
            <a:r>
              <a:t>D:/pasar_fix/apps/web/dist/data/regencies/21.71.geojson</a:t>
            </a:r>
          </a:p>
          <a:p>
            <a:pPr>
              <a:defRPr sz="1200"/>
            </a:pPr>
            <a:r>
              <a:t>D:/pasar_fix/apps/web/dist/data/regencies/21.72.geojson</a:t>
            </a:r>
          </a:p>
          <a:p>
            <a:pPr>
              <a:defRPr sz="1200"/>
            </a:pPr>
            <a:r>
              <a:t>D:/pasar_fix/apps/web/dist/data/regencies/31.01.geojson</a:t>
            </a:r>
          </a:p>
          <a:p>
            <a:pPr>
              <a:defRPr sz="1200"/>
            </a:pPr>
            <a:r>
              <a:t>D:/pasar_fix/apps/web/dist/data/regencies/31.71.geojson</a:t>
            </a:r>
          </a:p>
          <a:p>
            <a:pPr>
              <a:defRPr sz="1200"/>
            </a:pPr>
            <a:r>
              <a:t>D:/pasar_fix/apps/web/dist/data/regencies/31.72.geojson</a:t>
            </a:r>
          </a:p>
          <a:p>
            <a:pPr>
              <a:defRPr sz="1200"/>
            </a:pPr>
            <a:r>
              <a:t>D:/pasar_fix/apps/web/dist/data/regencies/31.73.geojson</a:t>
            </a:r>
          </a:p>
          <a:p>
            <a:pPr>
              <a:defRPr sz="1200"/>
            </a:pPr>
            <a:r>
              <a:t>D:/pasar_fix/apps/web/dist/data/regencies/31.74.geojson</a:t>
            </a:r>
          </a:p>
          <a:p>
            <a:pPr>
              <a:defRPr sz="1200"/>
            </a:pPr>
            <a:r>
              <a:t>D:/pasar_fix/apps/web/dist/data/regencies/31.75.geojson</a:t>
            </a:r>
          </a:p>
          <a:p>
            <a:pPr>
              <a:defRPr sz="1200"/>
            </a:pPr>
            <a:r>
              <a:t>D:/pasar_fix/apps/web/dist/data/regencies/32.01.geojson</a:t>
            </a:r>
          </a:p>
          <a:p>
            <a:pPr>
              <a:defRPr sz="1200"/>
            </a:pPr>
            <a:r>
              <a:t>D:/pasar_fix/apps/web/dist/data/regencies/32.02.geojson</a:t>
            </a:r>
          </a:p>
          <a:p>
            <a:pPr>
              <a:defRPr sz="1200"/>
            </a:pPr>
            <a:r>
              <a:t>D:/pasar_fix/apps/web/dist/data/regencies/32.03.geojson</a:t>
            </a:r>
          </a:p>
          <a:p>
            <a:pPr>
              <a:defRPr sz="1200"/>
            </a:pPr>
            <a:r>
              <a:t>D:/pasar_fix/apps/web/dist/data/regencies/32.04.geojson</a:t>
            </a:r>
          </a:p>
          <a:p>
            <a:pPr>
              <a:defRPr sz="1200"/>
            </a:pPr>
            <a:r>
              <a:t>D:/pasar_fix/apps/web/dist/data/regencies/32.05.geojson</a:t>
            </a:r>
          </a:p>
          <a:p>
            <a:pPr>
              <a:defRPr sz="1200"/>
            </a:pPr>
            <a:r>
              <a:t>D:/pasar_fix/apps/web/dist/data/regencies/32.06.geojson</a:t>
            </a:r>
          </a:p>
          <a:p>
            <a:pPr>
              <a:defRPr sz="1200"/>
            </a:pPr>
            <a:r>
              <a:t>D:/pasar_fix/apps/web/dist/data/regencies/32.07.geojson</a:t>
            </a:r>
          </a:p>
          <a:p>
            <a:pPr>
              <a:defRPr sz="1200"/>
            </a:pPr>
            <a:r>
              <a:t>D:/pasar_fix/apps/web/dist/data/regencies/32.08.geojson</a:t>
            </a:r>
          </a:p>
          <a:p>
            <a:pPr>
              <a:defRPr sz="1200"/>
            </a:pPr>
            <a:r>
              <a:t>D:/pasar_fix/apps/web/dist/data/regencies/32.09.geojson</a:t>
            </a:r>
          </a:p>
          <a:p>
            <a:pPr>
              <a:defRPr sz="1200"/>
            </a:pPr>
            <a:r>
              <a:t>D:/pasar_fix/apps/web/dist/data/regencies/32.10.geojson</a:t>
            </a:r>
          </a:p>
          <a:p>
            <a:pPr>
              <a:defRPr sz="1200"/>
            </a:pPr>
            <a:r>
              <a:t>D:/pasar_fix/apps/web/dist/data/regencies/32.11.geojson</a:t>
            </a:r>
          </a:p>
          <a:p>
            <a:pPr>
              <a:defRPr sz="1200"/>
            </a:pPr>
            <a:r>
              <a:t>D:/pasar_fix/apps/web/dist/data/regencies/32.12.geojson</a:t>
            </a:r>
          </a:p>
          <a:p>
            <a:pPr>
              <a:defRPr sz="1200"/>
            </a:pPr>
            <a:r>
              <a:t>D:/pasar_fix/apps/web/dist/data/regencies/32.13.geojson</a:t>
            </a:r>
          </a:p>
          <a:p>
            <a:pPr>
              <a:defRPr sz="1200"/>
            </a:pPr>
            <a:r>
              <a:t>D:/pasar_fix/apps/web/dist/data/regencies/32.14.geojson</a:t>
            </a:r>
          </a:p>
          <a:p>
            <a:pPr>
              <a:defRPr sz="1200"/>
            </a:pPr>
            <a:r>
              <a:t>D:/pasar_fix/apps/web/dist/data/regencies/32.15.geojson</a:t>
            </a:r>
          </a:p>
          <a:p>
            <a:pPr>
              <a:defRPr sz="1200"/>
            </a:pPr>
            <a:r>
              <a:t>D:/pasar_fix/apps/web/dist/data/regencies/32.16.geojson</a:t>
            </a:r>
          </a:p>
          <a:p>
            <a:pPr>
              <a:defRPr sz="1200"/>
            </a:pPr>
            <a:r>
              <a:t>D:/pasar_fix/apps/web/dist/data/regencies/32.17.geojson</a:t>
            </a:r>
          </a:p>
          <a:p>
            <a:pPr>
              <a:defRPr sz="1200"/>
            </a:pPr>
            <a:r>
              <a:t>D:/pasar_fix/apps/web/dist/data/regencies/32.18.geojson</a:t>
            </a:r>
          </a:p>
          <a:p>
            <a:pPr>
              <a:defRPr sz="1200"/>
            </a:pPr>
            <a:r>
              <a:t>D:/pasar_fix/apps/web/dist/data/regencies/32.71.geojson</a:t>
            </a:r>
          </a:p>
          <a:p>
            <a:pPr>
              <a:defRPr sz="1200"/>
            </a:pPr>
            <a:r>
              <a:t>D:/pasar_fix/apps/web/dist/data/regencies/32.72.geojson</a:t>
            </a:r>
          </a:p>
          <a:p>
            <a:pPr>
              <a:defRPr sz="1200"/>
            </a:pPr>
            <a:r>
              <a:t>D:/pasar_fix/apps/web/dist/data/regencies/32.73.geojson</a:t>
            </a:r>
          </a:p>
          <a:p>
            <a:pPr>
              <a:defRPr sz="1200"/>
            </a:pPr>
            <a:r>
              <a:t>D:/pasar_fix/apps/web/dist/data/regencies/32.74.geojson</a:t>
            </a:r>
          </a:p>
          <a:p>
            <a:pPr>
              <a:defRPr sz="1200"/>
            </a:pPr>
            <a:r>
              <a:t>D:/pasar_fix/apps/web/dist/data/regencies/32.75.geojson</a:t>
            </a:r>
          </a:p>
          <a:p>
            <a:pPr>
              <a:defRPr sz="1200"/>
            </a:pPr>
            <a:r>
              <a:t>D:/pasar_fix/apps/web/dist/data/regencies/32.76.geojson</a:t>
            </a:r>
          </a:p>
          <a:p>
            <a:pPr>
              <a:defRPr sz="1200"/>
            </a:pPr>
            <a:r>
              <a:t>D:/pasar_fix/apps/web/dist/data/regencies/32.77.geojson</a:t>
            </a:r>
          </a:p>
          <a:p>
            <a:pPr>
              <a:defRPr sz="1200"/>
            </a:pPr>
            <a:r>
              <a:t>D:/pasar_fix/apps/web/dist/data/regencies/32.78.geojson</a:t>
            </a:r>
          </a:p>
          <a:p>
            <a:pPr>
              <a:defRPr sz="1200"/>
            </a:pPr>
            <a:r>
              <a:t>D:/pasar_fix/apps/web/dist/data/regencies/32.79.geojson</a:t>
            </a:r>
          </a:p>
          <a:p>
            <a:pPr>
              <a:defRPr sz="1200"/>
            </a:pPr>
            <a:r>
              <a:t>D:/pasar_fix/apps/web/dist/data/regencies/33.01.geojson</a:t>
            </a:r>
          </a:p>
          <a:p>
            <a:pPr>
              <a:defRPr sz="1200"/>
            </a:pPr>
            <a:r>
              <a:t>D:/pasar_fix/apps/web/dist/data/regencies/33.02.geojson</a:t>
            </a:r>
          </a:p>
          <a:p>
            <a:pPr>
              <a:defRPr sz="1200"/>
            </a:pPr>
            <a:r>
              <a:t>D:/pasar_fix/apps/web/dist/data/regencies/33.03.geojson</a:t>
            </a:r>
          </a:p>
          <a:p>
            <a:pPr>
              <a:defRPr sz="1200"/>
            </a:pPr>
            <a:r>
              <a:t>D:/pasar_fix/apps/web/dist/data/regencies/33.04.geojson</a:t>
            </a:r>
          </a:p>
          <a:p>
            <a:pPr>
              <a:defRPr sz="1200"/>
            </a:pPr>
            <a:r>
              <a:t>D:/pasar_fix/apps/web/dist/data/regencies/33.05.geojson</a:t>
            </a:r>
          </a:p>
          <a:p>
            <a:pPr>
              <a:defRPr sz="1200"/>
            </a:pPr>
            <a:r>
              <a:t>D:/pasar_fix/apps/web/dist/data/regencies/33.06.geojson</a:t>
            </a:r>
          </a:p>
          <a:p>
            <a:pPr>
              <a:defRPr sz="1200"/>
            </a:pPr>
            <a:r>
              <a:t>D:/pasar_fix/apps/web/dist/data/regencies/33.07.geojson</a:t>
            </a:r>
          </a:p>
          <a:p>
            <a:pPr>
              <a:defRPr sz="1200"/>
            </a:pPr>
            <a:r>
              <a:t>D:/pasar_fix/apps/web/dist/data/regencies/33.08.geojson</a:t>
            </a:r>
          </a:p>
          <a:p>
            <a:pPr>
              <a:defRPr sz="1200"/>
            </a:pPr>
            <a:r>
              <a:t>D:/pasar_fix/apps/web/dist/data/regencies/33.09.geojson</a:t>
            </a:r>
          </a:p>
          <a:p>
            <a:pPr>
              <a:defRPr sz="1200"/>
            </a:pPr>
            <a:r>
              <a:t>D:/pasar_fix/apps/web/dist/data/regencies/33.10.geojson</a:t>
            </a:r>
          </a:p>
          <a:p>
            <a:pPr>
              <a:defRPr sz="1200"/>
            </a:pPr>
            <a:r>
              <a:t>D:/pasar_fix/apps/web/dist/data/regencies/33.11.geojson</a:t>
            </a:r>
          </a:p>
          <a:p>
            <a:pPr>
              <a:defRPr sz="1200"/>
            </a:pPr>
            <a:r>
              <a:t>D:/pasar_fix/apps/web/dist/data/regencies/33.12.geojson</a:t>
            </a:r>
          </a:p>
          <a:p>
            <a:pPr>
              <a:defRPr sz="1200"/>
            </a:pPr>
            <a:r>
              <a:t>D:/pasar_fix/apps/web/dist/data/regencies/33.13.geojson</a:t>
            </a:r>
          </a:p>
          <a:p>
            <a:pPr>
              <a:defRPr sz="1200"/>
            </a:pPr>
            <a:r>
              <a:t>D:/pasar_fix/apps/web/dist/data/regencies/33.14.geojson</a:t>
            </a:r>
          </a:p>
          <a:p>
            <a:pPr>
              <a:defRPr sz="1200"/>
            </a:pPr>
            <a:r>
              <a:t>D:/pasar_fix/apps/web/dist/data/regencies/33.15.geojson</a:t>
            </a:r>
          </a:p>
          <a:p>
            <a:pPr>
              <a:defRPr sz="1200"/>
            </a:pPr>
            <a:r>
              <a:t>D:/pasar_fix/apps/web/dist/data/regencies/33.16.geojson</a:t>
            </a:r>
          </a:p>
          <a:p>
            <a:pPr>
              <a:defRPr sz="1200"/>
            </a:pPr>
            <a:r>
              <a:t>D:/pasar_fix/apps/web/dist/data/regencies/33.17.geojson</a:t>
            </a:r>
          </a:p>
          <a:p>
            <a:pPr>
              <a:defRPr sz="1200"/>
            </a:pPr>
            <a:r>
              <a:t>D:/pasar_fix/apps/web/dist/data/regencies/33.18.geojson</a:t>
            </a:r>
          </a:p>
          <a:p>
            <a:pPr>
              <a:defRPr sz="1200"/>
            </a:pPr>
            <a:r>
              <a:t>D:/pasar_fix/apps/web/dist/data/regencies/33.19.geojson</a:t>
            </a:r>
          </a:p>
          <a:p>
            <a:pPr>
              <a:defRPr sz="1200"/>
            </a:pPr>
            <a:r>
              <a:t>D:/pasar_fix/apps/web/dist/data/regencies/33.20.geojson</a:t>
            </a:r>
          </a:p>
          <a:p>
            <a:pPr>
              <a:defRPr sz="1200"/>
            </a:pPr>
            <a:r>
              <a:t>D:/pasar_fix/apps/web/dist/data/regencies/33.21.geojson</a:t>
            </a:r>
          </a:p>
          <a:p>
            <a:pPr>
              <a:defRPr sz="1200"/>
            </a:pPr>
            <a:r>
              <a:t>D:/pasar_fix/apps/web/dist/data/regencies/33.22.geojson</a:t>
            </a:r>
          </a:p>
          <a:p>
            <a:pPr>
              <a:defRPr sz="1200"/>
            </a:pPr>
            <a:r>
              <a:t>D:/pasar_fix/apps/web/dist/data/regencies/33.23.geojson</a:t>
            </a:r>
          </a:p>
          <a:p>
            <a:pPr>
              <a:defRPr sz="1200"/>
            </a:pPr>
            <a:r>
              <a:t>D:/pasar_fix/apps/web/dist/data/regencies/33.24.geojson</a:t>
            </a:r>
          </a:p>
          <a:p>
            <a:pPr>
              <a:defRPr sz="1200"/>
            </a:pPr>
            <a:r>
              <a:t>D:/pasar_fix/apps/web/dist/data/regencies/33.25.geojson</a:t>
            </a:r>
          </a:p>
          <a:p>
            <a:pPr>
              <a:defRPr sz="1200"/>
            </a:pPr>
            <a:r>
              <a:t>D:/pasar_fix/apps/web/dist/data/regencies/33.26.geojson</a:t>
            </a:r>
          </a:p>
          <a:p>
            <a:pPr>
              <a:defRPr sz="1200"/>
            </a:pPr>
            <a:r>
              <a:t>D:/pasar_fix/apps/web/dist/data/regencies/33.27.geojson</a:t>
            </a:r>
          </a:p>
          <a:p>
            <a:pPr>
              <a:defRPr sz="1200"/>
            </a:pPr>
            <a:r>
              <a:t>D:/pasar_fix/apps/web/dist/data/regencies/33.28.geojson</a:t>
            </a:r>
          </a:p>
          <a:p>
            <a:pPr>
              <a:defRPr sz="1200"/>
            </a:pPr>
            <a:r>
              <a:t>D:/pasar_fix/apps/web/dist/data/regencies/33.29.geojson</a:t>
            </a:r>
          </a:p>
          <a:p>
            <a:pPr>
              <a:defRPr sz="1200"/>
            </a:pPr>
            <a:r>
              <a:t>D:/pasar_fix/apps/web/dist/data/regencies/33.71.geojson</a:t>
            </a:r>
          </a:p>
          <a:p>
            <a:pPr>
              <a:defRPr sz="1200"/>
            </a:pPr>
            <a:r>
              <a:t>D:/pasar_fix/apps/web/dist/data/regencies/33.72.geojson</a:t>
            </a:r>
          </a:p>
          <a:p>
            <a:pPr>
              <a:defRPr sz="1200"/>
            </a:pPr>
            <a:r>
              <a:t>D:/pasar_fix/apps/web/dist/data/regencies/33.73.geojson</a:t>
            </a:r>
          </a:p>
          <a:p>
            <a:pPr>
              <a:defRPr sz="1200"/>
            </a:pPr>
            <a:r>
              <a:t>D:/pasar_fix/apps/web/dist/data/regencies/33.74.geojson</a:t>
            </a:r>
          </a:p>
          <a:p>
            <a:pPr>
              <a:defRPr sz="1200"/>
            </a:pPr>
            <a:r>
              <a:t>D:/pasar_fix/apps/web/dist/data/regencies/33.75.geojson</a:t>
            </a:r>
          </a:p>
          <a:p>
            <a:pPr>
              <a:defRPr sz="1200"/>
            </a:pPr>
            <a:r>
              <a:t>D:/pasar_fix/apps/web/dist/data/regencies/33.76.geojson</a:t>
            </a:r>
          </a:p>
          <a:p>
            <a:pPr>
              <a:defRPr sz="1200"/>
            </a:pPr>
            <a:r>
              <a:t>D:/pasar_fix/apps/web/dist/data/regencies/34.01.geojson</a:t>
            </a:r>
          </a:p>
          <a:p>
            <a:pPr>
              <a:defRPr sz="1200"/>
            </a:pPr>
            <a:r>
              <a:t>D:/pasar_fix/apps/web/dist/data/regencies/34.02.geojson</a:t>
            </a:r>
          </a:p>
          <a:p>
            <a:pPr>
              <a:defRPr sz="1200"/>
            </a:pPr>
            <a:r>
              <a:t>D:/pasar_fix/apps/web/dist/data/regencies/34.03.geojson</a:t>
            </a:r>
          </a:p>
          <a:p>
            <a:pPr>
              <a:defRPr sz="1200"/>
            </a:pPr>
            <a:r>
              <a:t>D:/pasar_fix/apps/web/dist/data/regencies/34.04.geojson</a:t>
            </a:r>
          </a:p>
          <a:p>
            <a:pPr>
              <a:defRPr sz="1200"/>
            </a:pPr>
            <a:r>
              <a:t>D:/pasar_fix/apps/web/dist/data/regencies/34.71.geojson</a:t>
            </a:r>
          </a:p>
          <a:p>
            <a:pPr>
              <a:defRPr sz="1200"/>
            </a:pPr>
            <a:r>
              <a:t>D:/pasar_fix/apps/web/dist/data/regencies/35.01.geojson</a:t>
            </a:r>
          </a:p>
          <a:p>
            <a:pPr>
              <a:defRPr sz="1200"/>
            </a:pPr>
            <a:r>
              <a:t>D:/pasar_fix/apps/web/dist/data/regencies/35.02.geojson</a:t>
            </a:r>
          </a:p>
          <a:p>
            <a:pPr>
              <a:defRPr sz="1200"/>
            </a:pPr>
            <a:r>
              <a:t>D:/pasar_fix/apps/web/dist/data/regencies/35.03.geojson</a:t>
            </a:r>
          </a:p>
          <a:p>
            <a:pPr>
              <a:defRPr sz="1200"/>
            </a:pPr>
            <a:r>
              <a:t>D:/pasar_fix/apps/web/dist/data/regencies/35.04.geojson</a:t>
            </a:r>
          </a:p>
          <a:p>
            <a:pPr>
              <a:defRPr sz="1200"/>
            </a:pPr>
            <a:r>
              <a:t>D:/pasar_fix/apps/web/dist/data/regencies/35.05.geojson</a:t>
            </a:r>
          </a:p>
          <a:p>
            <a:pPr>
              <a:defRPr sz="1200"/>
            </a:pPr>
            <a:r>
              <a:t>D:/pasar_fix/apps/web/dist/data/regencies/35.06.geojson</a:t>
            </a:r>
          </a:p>
          <a:p>
            <a:pPr>
              <a:defRPr sz="1200"/>
            </a:pPr>
            <a:r>
              <a:t>D:/pasar_fix/apps/web/dist/data/regencies/35.07.geojson</a:t>
            </a:r>
          </a:p>
          <a:p>
            <a:pPr>
              <a:defRPr sz="1200"/>
            </a:pPr>
            <a:r>
              <a:t>D:/pasar_fix/apps/web/dist/data/regencies/35.08.geojson</a:t>
            </a:r>
          </a:p>
          <a:p>
            <a:pPr>
              <a:defRPr sz="1200"/>
            </a:pPr>
            <a:r>
              <a:t>D:/pasar_fix/apps/web/dist/data/regencies/35.09.geojson</a:t>
            </a:r>
          </a:p>
          <a:p>
            <a:pPr>
              <a:defRPr sz="1200"/>
            </a:pPr>
            <a:r>
              <a:t>D:/pasar_fix/apps/web/dist/data/regencies/35.10.geojson</a:t>
            </a:r>
          </a:p>
          <a:p>
            <a:pPr>
              <a:defRPr sz="1200"/>
            </a:pPr>
            <a:r>
              <a:t>D:/pasar_fix/apps/web/dist/data/regencies/35.11.geojson</a:t>
            </a:r>
          </a:p>
          <a:p>
            <a:pPr>
              <a:defRPr sz="1200"/>
            </a:pPr>
            <a:r>
              <a:t>D:/pasar_fix/apps/web/dist/data/regencies/35.12.geojson</a:t>
            </a:r>
          </a:p>
          <a:p>
            <a:pPr>
              <a:defRPr sz="1200"/>
            </a:pPr>
            <a:r>
              <a:t>D:/pasar_fix/apps/web/dist/data/regencies/35.13.geojson</a:t>
            </a:r>
          </a:p>
          <a:p>
            <a:pPr>
              <a:defRPr sz="1200"/>
            </a:pPr>
            <a:r>
              <a:t>D:/pasar_fix/apps/web/dist/data/regencies/35.14.geojson</a:t>
            </a:r>
          </a:p>
          <a:p>
            <a:pPr>
              <a:defRPr sz="1200"/>
            </a:pPr>
            <a:r>
              <a:t>D:/pasar_fix/apps/web/dist/data/regencies/35.15.geojson</a:t>
            </a:r>
          </a:p>
          <a:p>
            <a:pPr>
              <a:defRPr sz="1200"/>
            </a:pPr>
            <a:r>
              <a:t>D:/pasar_fix/apps/web/dist/data/regencies/35.16.geojson</a:t>
            </a:r>
          </a:p>
          <a:p>
            <a:pPr>
              <a:defRPr sz="1200"/>
            </a:pPr>
            <a:r>
              <a:t>D:/pasar_fix/apps/web/dist/data/regencies/35.17.geojson</a:t>
            </a:r>
          </a:p>
          <a:p>
            <a:pPr>
              <a:defRPr sz="1200"/>
            </a:pPr>
            <a:r>
              <a:t>D:/pasar_fix/apps/web/dist/data/regencies/35.18.geojson</a:t>
            </a:r>
          </a:p>
          <a:p>
            <a:pPr>
              <a:defRPr sz="1200"/>
            </a:pPr>
            <a:r>
              <a:t>D:/pasar_fix/apps/web/dist/data/regencies/35.19.geojson</a:t>
            </a:r>
          </a:p>
          <a:p>
            <a:pPr>
              <a:defRPr sz="1200"/>
            </a:pPr>
            <a:r>
              <a:t>D:/pasar_fix/apps/web/dist/data/regencies/35.20.geojson</a:t>
            </a:r>
          </a:p>
          <a:p>
            <a:pPr>
              <a:defRPr sz="1200"/>
            </a:pPr>
            <a:r>
              <a:t>D:/pasar_fix/apps/web/dist/data/regencies/35.21.geojson</a:t>
            </a:r>
          </a:p>
          <a:p>
            <a:pPr>
              <a:defRPr sz="1200"/>
            </a:pPr>
            <a:r>
              <a:t>D:/pasar_fix/apps/web/dist/data/regencies/35.22.geojson</a:t>
            </a:r>
          </a:p>
          <a:p>
            <a:pPr>
              <a:defRPr sz="1200"/>
            </a:pPr>
            <a:r>
              <a:t>D:/pasar_fix/apps/web/dist/data/regencies/35.23.geojson</a:t>
            </a:r>
          </a:p>
          <a:p>
            <a:pPr>
              <a:defRPr sz="1200"/>
            </a:pPr>
            <a:r>
              <a:t>D:/pasar_fix/apps/web/dist/data/regencies/35.24.geojson</a:t>
            </a:r>
          </a:p>
          <a:p>
            <a:pPr>
              <a:defRPr sz="1200"/>
            </a:pPr>
            <a:r>
              <a:t>D:/pasar_fix/apps/web/dist/data/regencies/35.25.geojson</a:t>
            </a:r>
          </a:p>
          <a:p>
            <a:pPr>
              <a:defRPr sz="1200"/>
            </a:pPr>
            <a:r>
              <a:t>D:/pasar_fix/apps/web/dist/data/regencies/35.26.geojson</a:t>
            </a:r>
          </a:p>
          <a:p>
            <a:pPr>
              <a:defRPr sz="1200"/>
            </a:pPr>
            <a:r>
              <a:t>D:/pasar_fix/apps/web/dist/data/regencies/35.27.geojson</a:t>
            </a:r>
          </a:p>
          <a:p>
            <a:pPr>
              <a:defRPr sz="1200"/>
            </a:pPr>
            <a:r>
              <a:t>D:/pasar_fix/apps/web/dist/data/regencies/35.28.geojson</a:t>
            </a:r>
          </a:p>
          <a:p>
            <a:pPr>
              <a:defRPr sz="1200"/>
            </a:pPr>
            <a:r>
              <a:t>D:/pasar_fix/apps/web/dist/data/regencies/35.29.geojson</a:t>
            </a:r>
          </a:p>
          <a:p>
            <a:pPr>
              <a:defRPr sz="1200"/>
            </a:pPr>
            <a:r>
              <a:t>D:/pasar_fix/apps/web/dist/data/regencies/35.71.geojson</a:t>
            </a:r>
          </a:p>
          <a:p>
            <a:pPr>
              <a:defRPr sz="1200"/>
            </a:pPr>
            <a:r>
              <a:t>D:/pasar_fix/apps/web/dist/data/regencies/35.72.geojson</a:t>
            </a:r>
          </a:p>
          <a:p>
            <a:pPr>
              <a:defRPr sz="1200"/>
            </a:pPr>
            <a:r>
              <a:t>D:/pasar_fix/apps/web/dist/data/regencies/35.73.geojson</a:t>
            </a:r>
          </a:p>
          <a:p>
            <a:pPr>
              <a:defRPr sz="1200"/>
            </a:pPr>
            <a:r>
              <a:t>D:/pasar_fix/apps/web/dist/data/regencies/35.74.geojson</a:t>
            </a:r>
          </a:p>
          <a:p>
            <a:pPr>
              <a:defRPr sz="1200"/>
            </a:pPr>
            <a:r>
              <a:t>D:/pasar_fix/apps/web/dist/data/regencies/35.75.geojson</a:t>
            </a:r>
          </a:p>
          <a:p>
            <a:pPr>
              <a:defRPr sz="1200"/>
            </a:pPr>
            <a:r>
              <a:t>D:/pasar_fix/apps/web/dist/data/regencies/35.76.geojson</a:t>
            </a:r>
          </a:p>
          <a:p>
            <a:pPr>
              <a:defRPr sz="1200"/>
            </a:pPr>
            <a:r>
              <a:t>D:/pasar_fix/apps/web/dist/data/regencies/35.77.geojson</a:t>
            </a:r>
          </a:p>
          <a:p>
            <a:pPr>
              <a:defRPr sz="1200"/>
            </a:pPr>
            <a:r>
              <a:t>D:/pasar_fix/apps/web/dist/data/regencies/35.78.geojson</a:t>
            </a:r>
          </a:p>
          <a:p>
            <a:pPr>
              <a:defRPr sz="1200"/>
            </a:pPr>
            <a:r>
              <a:t>D:/pasar_fix/apps/web/dist/data/regencies/35.79.geojson</a:t>
            </a:r>
          </a:p>
          <a:p>
            <a:pPr>
              <a:defRPr sz="1200"/>
            </a:pPr>
            <a:r>
              <a:t>D:/pasar_fix/apps/web/dist/data/regencies/36.01.geojson</a:t>
            </a:r>
          </a:p>
          <a:p>
            <a:pPr>
              <a:defRPr sz="1200"/>
            </a:pPr>
            <a:r>
              <a:t>D:/pasar_fix/apps/web/dist/data/regencies/36.02.geojson</a:t>
            </a:r>
          </a:p>
          <a:p>
            <a:pPr>
              <a:defRPr sz="1200"/>
            </a:pPr>
            <a:r>
              <a:t>D:/pasar_fix/apps/web/dist/data/regencies/36.03.geojson</a:t>
            </a:r>
          </a:p>
          <a:p>
            <a:pPr>
              <a:defRPr sz="1200"/>
            </a:pPr>
            <a:r>
              <a:t>D:/pasar_fix/apps/web/dist/data/regencies/36.04.geojson</a:t>
            </a:r>
          </a:p>
          <a:p>
            <a:pPr>
              <a:defRPr sz="1200"/>
            </a:pPr>
            <a:r>
              <a:t>D:/pasar_fix/apps/web/dist/data/regencies/36.71.geojson</a:t>
            </a:r>
          </a:p>
          <a:p>
            <a:pPr>
              <a:defRPr sz="1200"/>
            </a:pPr>
            <a:r>
              <a:t>D:/pasar_fix/apps/web/dist/data/regencies/36.72.geojson</a:t>
            </a:r>
          </a:p>
          <a:p>
            <a:pPr>
              <a:defRPr sz="1200"/>
            </a:pPr>
            <a:r>
              <a:t>D:/pasar_fix/apps/web/dist/data/regencies/36.73.geojson</a:t>
            </a:r>
          </a:p>
          <a:p>
            <a:pPr>
              <a:defRPr sz="1200"/>
            </a:pPr>
            <a:r>
              <a:t>D:/pasar_fix/apps/web/dist/data/regencies/36.74.geojson</a:t>
            </a:r>
          </a:p>
          <a:p>
            <a:pPr>
              <a:defRPr sz="1200"/>
            </a:pPr>
            <a:r>
              <a:t>D:/pasar_fix/apps/web/dist/data/regencies/51.01.geojson</a:t>
            </a:r>
          </a:p>
          <a:p>
            <a:pPr>
              <a:defRPr sz="1200"/>
            </a:pPr>
            <a:r>
              <a:t>D:/pasar_fix/apps/web/dist/data/regencies/51.02.geojson</a:t>
            </a:r>
          </a:p>
          <a:p>
            <a:pPr>
              <a:defRPr sz="1200"/>
            </a:pPr>
            <a:r>
              <a:t>D:/pasar_fix/apps/web/dist/data/regencies/51.03.geojson</a:t>
            </a:r>
          </a:p>
          <a:p>
            <a:pPr>
              <a:defRPr sz="1200"/>
            </a:pPr>
            <a:r>
              <a:t>D:/pasar_fix/apps/web/dist/data/regencies/51.04.geojson</a:t>
            </a:r>
          </a:p>
          <a:p>
            <a:pPr>
              <a:defRPr sz="1200"/>
            </a:pPr>
            <a:r>
              <a:t>D:/pasar_fix/apps/web/dist/data/regencies/51.05.geojson</a:t>
            </a:r>
          </a:p>
          <a:p>
            <a:pPr>
              <a:defRPr sz="1200"/>
            </a:pPr>
            <a:r>
              <a:t>D:/pasar_fix/apps/web/dist/data/regencies/51.06.geojson</a:t>
            </a:r>
          </a:p>
          <a:p>
            <a:pPr>
              <a:defRPr sz="1200"/>
            </a:pPr>
            <a:r>
              <a:t>D:/pasar_fix/apps/web/dist/data/regencies/51.07.geojson</a:t>
            </a:r>
          </a:p>
          <a:p>
            <a:pPr>
              <a:defRPr sz="1200"/>
            </a:pPr>
            <a:r>
              <a:t>D:/pasar_fix/apps/web/dist/data/regencies/51.08.geojson</a:t>
            </a:r>
          </a:p>
          <a:p>
            <a:pPr>
              <a:defRPr sz="1200"/>
            </a:pPr>
            <a:r>
              <a:t>D:/pasar_fix/apps/web/dist/data/regencies/51.71.geojson</a:t>
            </a:r>
          </a:p>
          <a:p>
            <a:pPr>
              <a:defRPr sz="1200"/>
            </a:pPr>
            <a:r>
              <a:t>D:/pasar_fix/apps/web/dist/data/regencies/52.01.geojson</a:t>
            </a:r>
          </a:p>
          <a:p>
            <a:pPr>
              <a:defRPr sz="1200"/>
            </a:pPr>
            <a:r>
              <a:t>D:/pasar_fix/apps/web/dist/data/regencies/52.02.geojson</a:t>
            </a:r>
          </a:p>
          <a:p>
            <a:pPr>
              <a:defRPr sz="1200"/>
            </a:pPr>
            <a:r>
              <a:t>D:/pasar_fix/apps/web/dist/data/regencies/52.03.geojson</a:t>
            </a:r>
          </a:p>
          <a:p>
            <a:pPr>
              <a:defRPr sz="1200"/>
            </a:pPr>
            <a:r>
              <a:t>D:/pasar_fix/apps/web/dist/data/regencies/52.04.geojson</a:t>
            </a:r>
          </a:p>
          <a:p>
            <a:pPr>
              <a:defRPr sz="1200"/>
            </a:pPr>
            <a:r>
              <a:t>D:/pasar_fix/apps/web/dist/data/regencies/52.05.geojson</a:t>
            </a:r>
          </a:p>
          <a:p>
            <a:pPr>
              <a:defRPr sz="1200"/>
            </a:pPr>
            <a:r>
              <a:t>D:/pasar_fix/apps/web/dist/data/regencies/52.06.geojson</a:t>
            </a:r>
          </a:p>
          <a:p>
            <a:pPr>
              <a:defRPr sz="1200"/>
            </a:pPr>
            <a:r>
              <a:t>D:/pasar_fix/apps/web/dist/data/regencies/52.07.geojson</a:t>
            </a:r>
          </a:p>
          <a:p>
            <a:pPr>
              <a:defRPr sz="1200"/>
            </a:pPr>
            <a:r>
              <a:t>D:/pasar_fix/apps/web/dist/data/regencies/52.08.geojson</a:t>
            </a:r>
          </a:p>
          <a:p>
            <a:pPr>
              <a:defRPr sz="1200"/>
            </a:pPr>
            <a:r>
              <a:t>D:/pasar_fix/apps/web/dist/data/regencies/52.71.geojson</a:t>
            </a:r>
          </a:p>
          <a:p>
            <a:pPr>
              <a:defRPr sz="1200"/>
            </a:pPr>
            <a:r>
              <a:t>D:/pasar_fix/apps/web/dist/data/regencies/52.72.geojson</a:t>
            </a:r>
          </a:p>
          <a:p>
            <a:pPr>
              <a:defRPr sz="1200"/>
            </a:pPr>
            <a:r>
              <a:t>D:/pasar_fix/apps/web/dist/data/regencies/53.01.geojson</a:t>
            </a:r>
          </a:p>
          <a:p>
            <a:pPr>
              <a:defRPr sz="1200"/>
            </a:pPr>
            <a:r>
              <a:t>D:/pasar_fix/apps/web/dist/data/regencies/53.02.geojson</a:t>
            </a:r>
          </a:p>
          <a:p>
            <a:pPr>
              <a:defRPr sz="1200"/>
            </a:pPr>
            <a:r>
              <a:t>D:/pasar_fix/apps/web/dist/data/regencies/53.03.geojson</a:t>
            </a:r>
          </a:p>
          <a:p>
            <a:pPr>
              <a:defRPr sz="1200"/>
            </a:pPr>
            <a:r>
              <a:t>D:/pasar_fix/apps/web/dist/data/regencies/53.04.geojson</a:t>
            </a:r>
          </a:p>
          <a:p>
            <a:pPr>
              <a:defRPr sz="1200"/>
            </a:pPr>
            <a:r>
              <a:t>D:/pasar_fix/apps/web/dist/data/regencies/53.05.geojson</a:t>
            </a:r>
          </a:p>
          <a:p>
            <a:pPr>
              <a:defRPr sz="1200"/>
            </a:pPr>
            <a:r>
              <a:t>D:/pasar_fix/apps/web/dist/data/regencies/53.06.geojson</a:t>
            </a:r>
          </a:p>
          <a:p>
            <a:pPr>
              <a:defRPr sz="1200"/>
            </a:pPr>
            <a:r>
              <a:t>D:/pasar_fix/apps/web/dist/data/regencies/53.07.geojson</a:t>
            </a:r>
          </a:p>
          <a:p>
            <a:pPr>
              <a:defRPr sz="1200"/>
            </a:pPr>
            <a:r>
              <a:t>D:/pasar_fix/apps/web/dist/data/regencies/53.08.geojson</a:t>
            </a:r>
          </a:p>
          <a:p>
            <a:pPr>
              <a:defRPr sz="1200"/>
            </a:pPr>
            <a:r>
              <a:t>D:/pasar_fix/apps/web/dist/data/regencies/53.09.geojson</a:t>
            </a:r>
          </a:p>
          <a:p>
            <a:pPr>
              <a:defRPr sz="1200"/>
            </a:pPr>
            <a:r>
              <a:t>D:/pasar_fix/apps/web/dist/data/regencies/53.10.geojson</a:t>
            </a:r>
          </a:p>
          <a:p>
            <a:pPr>
              <a:defRPr sz="1200"/>
            </a:pPr>
            <a:r>
              <a:t>D:/pasar_fix/apps/web/dist/data/regencies/53.11.geojson</a:t>
            </a:r>
          </a:p>
          <a:p>
            <a:pPr>
              <a:defRPr sz="1200"/>
            </a:pPr>
            <a:r>
              <a:t>D:/pasar_fix/apps/web/dist/data/regencies/53.12.geojson</a:t>
            </a:r>
          </a:p>
          <a:p>
            <a:pPr>
              <a:defRPr sz="1200"/>
            </a:pPr>
            <a:r>
              <a:t>D:/pasar_fix/apps/web/dist/data/regencies/53.13.geojson</a:t>
            </a:r>
          </a:p>
          <a:p>
            <a:pPr>
              <a:defRPr sz="1200"/>
            </a:pPr>
            <a:r>
              <a:t>D:/pasar_fix/apps/web/dist/data/regencies/53.14.geojson</a:t>
            </a:r>
          </a:p>
          <a:p>
            <a:pPr>
              <a:defRPr sz="1200"/>
            </a:pPr>
            <a:r>
              <a:t>D:/pasar_fix/apps/web/dist/data/regencies/53.15.geojson</a:t>
            </a:r>
          </a:p>
          <a:p>
            <a:pPr>
              <a:defRPr sz="1200"/>
            </a:pPr>
            <a:r>
              <a:t>D:/pasar_fix/apps/web/dist/data/regencies/53.16.geojson</a:t>
            </a:r>
          </a:p>
          <a:p>
            <a:pPr>
              <a:defRPr sz="1200"/>
            </a:pPr>
            <a:r>
              <a:t>D:/pasar_fix/apps/web/dist/data/regencies/53.17.geojson</a:t>
            </a:r>
          </a:p>
          <a:p>
            <a:pPr>
              <a:defRPr sz="1200"/>
            </a:pPr>
            <a:r>
              <a:t>D:/pasar_fix/apps/web/dist/data/regencies/53.18.geojson</a:t>
            </a:r>
          </a:p>
          <a:p>
            <a:pPr>
              <a:defRPr sz="1200"/>
            </a:pPr>
            <a:r>
              <a:t>D:/pasar_fix/apps/web/dist/data/regencies/53.19.geojson</a:t>
            </a:r>
          </a:p>
          <a:p>
            <a:pPr>
              <a:defRPr sz="1200"/>
            </a:pPr>
            <a:r>
              <a:t>D:/pasar_fix/apps/web/dist/data/regencies/53.20.geojson</a:t>
            </a:r>
          </a:p>
          <a:p>
            <a:pPr>
              <a:defRPr sz="1200"/>
            </a:pPr>
            <a:r>
              <a:t>D:/pasar_fix/apps/web/dist/data/regencies/53.21.geojson</a:t>
            </a:r>
          </a:p>
          <a:p>
            <a:pPr>
              <a:defRPr sz="1200"/>
            </a:pPr>
            <a:r>
              <a:t>D:/pasar_fix/apps/web/dist/data/regencies/53.71.geojson</a:t>
            </a:r>
          </a:p>
          <a:p>
            <a:pPr>
              <a:defRPr sz="1200"/>
            </a:pPr>
            <a:r>
              <a:t>D:/pasar_fix/apps/web/dist/data/regencies/61.01.geojson</a:t>
            </a:r>
          </a:p>
          <a:p>
            <a:pPr>
              <a:defRPr sz="1200"/>
            </a:pPr>
            <a:r>
              <a:t>D:/pasar_fix/apps/web/dist/data/regencies/61.02.geojson</a:t>
            </a:r>
          </a:p>
          <a:p>
            <a:pPr>
              <a:defRPr sz="1200"/>
            </a:pPr>
            <a:r>
              <a:t>D:/pasar_fix/apps/web/dist/data/regencies/61.03.geojson</a:t>
            </a:r>
          </a:p>
          <a:p>
            <a:pPr>
              <a:defRPr sz="1200"/>
            </a:pPr>
            <a:r>
              <a:t>D:/pasar_fix/apps/web/dist/data/regencies/61.04.geojson</a:t>
            </a:r>
          </a:p>
          <a:p>
            <a:pPr>
              <a:defRPr sz="1200"/>
            </a:pPr>
            <a:r>
              <a:t>D:/pasar_fix/apps/web/dist/data/regencies/61.05.geojson</a:t>
            </a:r>
          </a:p>
          <a:p>
            <a:pPr>
              <a:defRPr sz="1200"/>
            </a:pPr>
            <a:r>
              <a:t>D:/pasar_fix/apps/web/dist/data/regencies/61.06.geojson</a:t>
            </a:r>
          </a:p>
          <a:p>
            <a:pPr>
              <a:defRPr sz="1200"/>
            </a:pPr>
            <a:r>
              <a:t>D:/pasar_fix/apps/web/dist/data/regencies/61.07.geojson</a:t>
            </a:r>
          </a:p>
          <a:p>
            <a:pPr>
              <a:defRPr sz="1200"/>
            </a:pPr>
            <a:r>
              <a:t>D:/pasar_fix/apps/web/dist/data/regencies/61.08.geojson</a:t>
            </a:r>
          </a:p>
          <a:p>
            <a:pPr>
              <a:defRPr sz="1200"/>
            </a:pPr>
            <a:r>
              <a:t>D:/pasar_fix/apps/web/dist/data/regencies/61.09.geojson</a:t>
            </a:r>
          </a:p>
          <a:p>
            <a:pPr>
              <a:defRPr sz="1200"/>
            </a:pPr>
            <a:r>
              <a:t>D:/pasar_fix/apps/web/dist/data/regencies/61.10.geojson</a:t>
            </a:r>
          </a:p>
          <a:p>
            <a:pPr>
              <a:defRPr sz="1200"/>
            </a:pPr>
            <a:r>
              <a:t>D:/pasar_fix/apps/web/dist/data/regencies/61.11.geojson</a:t>
            </a:r>
          </a:p>
          <a:p>
            <a:pPr>
              <a:defRPr sz="1200"/>
            </a:pPr>
            <a:r>
              <a:t>D:/pasar_fix/apps/web/dist/data/regencies/61.12.geojson</a:t>
            </a:r>
          </a:p>
          <a:p>
            <a:pPr>
              <a:defRPr sz="1200"/>
            </a:pPr>
            <a:r>
              <a:t>D:/pasar_fix/apps/web/dist/data/regencies/61.71.geojson</a:t>
            </a:r>
          </a:p>
          <a:p>
            <a:pPr>
              <a:defRPr sz="1200"/>
            </a:pPr>
            <a:r>
              <a:t>D:/pasar_fix/apps/web/dist/data/regencies/61.72.geojson</a:t>
            </a:r>
          </a:p>
          <a:p>
            <a:pPr>
              <a:defRPr sz="1200"/>
            </a:pPr>
            <a:r>
              <a:t>D:/pasar_fix/apps/web/dist/data/regencies/62.01.geojson</a:t>
            </a:r>
          </a:p>
          <a:p>
            <a:pPr>
              <a:defRPr sz="1200"/>
            </a:pPr>
            <a:r>
              <a:t>D:/pasar_fix/apps/web/dist/data/regencies/62.02.geojson</a:t>
            </a:r>
          </a:p>
          <a:p>
            <a:pPr>
              <a:defRPr sz="1200"/>
            </a:pPr>
            <a:r>
              <a:t>D:/pasar_fix/apps/web/dist/data/regencies/62.03.geojson</a:t>
            </a:r>
          </a:p>
          <a:p>
            <a:pPr>
              <a:defRPr sz="1200"/>
            </a:pPr>
            <a:r>
              <a:t>D:/pasar_fix/apps/web/dist/data/regencies/62.04.geojson</a:t>
            </a:r>
          </a:p>
          <a:p>
            <a:pPr>
              <a:defRPr sz="1200"/>
            </a:pPr>
            <a:r>
              <a:t>D:/pasar_fix/apps/web/dist/data/regencies/62.05.geojson</a:t>
            </a:r>
          </a:p>
          <a:p>
            <a:pPr>
              <a:defRPr sz="1200"/>
            </a:pPr>
            <a:r>
              <a:t>D:/pasar_fix/apps/web/dist/data/regencies/62.06.geojson</a:t>
            </a:r>
          </a:p>
          <a:p>
            <a:pPr>
              <a:defRPr sz="1200"/>
            </a:pPr>
            <a:r>
              <a:t>D:/pasar_fix/apps/web/dist/data/regencies/62.07.geojson</a:t>
            </a:r>
          </a:p>
          <a:p>
            <a:pPr>
              <a:defRPr sz="1200"/>
            </a:pPr>
            <a:r>
              <a:t>D:/pasar_fix/apps/web/dist/data/regencies/62.08.geojson</a:t>
            </a:r>
          </a:p>
          <a:p>
            <a:pPr>
              <a:defRPr sz="1200"/>
            </a:pPr>
            <a:r>
              <a:t>D:/pasar_fix/apps/web/dist/data/regencies/62.09.geojson</a:t>
            </a:r>
          </a:p>
          <a:p>
            <a:pPr>
              <a:defRPr sz="1200"/>
            </a:pPr>
            <a:r>
              <a:t>D:/pasar_fix/apps/web/dist/data/regencies/62.10.geojson</a:t>
            </a:r>
          </a:p>
          <a:p>
            <a:pPr>
              <a:defRPr sz="1200"/>
            </a:pPr>
            <a:r>
              <a:t>D:/pasar_fix/apps/web/dist/data/regencies/62.11.geojson</a:t>
            </a:r>
          </a:p>
          <a:p>
            <a:pPr>
              <a:defRPr sz="1200"/>
            </a:pPr>
            <a:r>
              <a:t>D:/pasar_fix/apps/web/dist/data/regencies/62.12.geojson</a:t>
            </a:r>
          </a:p>
          <a:p>
            <a:pPr>
              <a:defRPr sz="1200"/>
            </a:pPr>
            <a:r>
              <a:t>D:/pasar_fix/apps/web/dist/data/regencies/62.13.geojson</a:t>
            </a:r>
          </a:p>
          <a:p>
            <a:pPr>
              <a:defRPr sz="1200"/>
            </a:pPr>
            <a:r>
              <a:t>D:/pasar_fix/apps/web/dist/data/regencies/62.71.geojson</a:t>
            </a:r>
          </a:p>
          <a:p>
            <a:pPr>
              <a:defRPr sz="1200"/>
            </a:pPr>
            <a:r>
              <a:t>D:/pasar_fix/apps/web/dist/data/regencies/63.01.geojson</a:t>
            </a:r>
          </a:p>
          <a:p>
            <a:pPr>
              <a:defRPr sz="1200"/>
            </a:pPr>
            <a:r>
              <a:t>D:/pasar_fix/apps/web/dist/data/regencies/63.02.geojson</a:t>
            </a:r>
          </a:p>
          <a:p>
            <a:pPr>
              <a:defRPr sz="1200"/>
            </a:pPr>
            <a:r>
              <a:t>D:/pasar_fix/apps/web/dist/data/regencies/63.03.geojson</a:t>
            </a:r>
          </a:p>
          <a:p>
            <a:pPr>
              <a:defRPr sz="1200"/>
            </a:pPr>
            <a:r>
              <a:t>D:/pasar_fix/apps/web/dist/data/regencies/63.04.geojson</a:t>
            </a:r>
          </a:p>
          <a:p>
            <a:pPr>
              <a:defRPr sz="1200"/>
            </a:pPr>
            <a:r>
              <a:t>D:/pasar_fix/apps/web/dist/data/regencies/63.05.geojson</a:t>
            </a:r>
          </a:p>
          <a:p>
            <a:pPr>
              <a:defRPr sz="1200"/>
            </a:pPr>
            <a:r>
              <a:t>D:/pasar_fix/apps/web/dist/data/regencies/63.06.geojson</a:t>
            </a:r>
          </a:p>
          <a:p>
            <a:pPr>
              <a:defRPr sz="1200"/>
            </a:pPr>
            <a:r>
              <a:t>D:/pasar_fix/apps/web/dist/data/regencies/63.07.geojson</a:t>
            </a:r>
          </a:p>
          <a:p>
            <a:pPr>
              <a:defRPr sz="1200"/>
            </a:pPr>
            <a:r>
              <a:t>D:/pasar_fix/apps/web/dist/data/regencies/63.08.geojson</a:t>
            </a:r>
          </a:p>
          <a:p>
            <a:pPr>
              <a:defRPr sz="1200"/>
            </a:pPr>
            <a:r>
              <a:t>D:/pasar_fix/apps/web/dist/data/regencies/63.09.geojson</a:t>
            </a:r>
          </a:p>
          <a:p>
            <a:pPr>
              <a:defRPr sz="1200"/>
            </a:pPr>
            <a:r>
              <a:t>D:/pasar_fix/apps/web/dist/data/regencies/63.10.geojson</a:t>
            </a:r>
          </a:p>
          <a:p>
            <a:pPr>
              <a:defRPr sz="1200"/>
            </a:pPr>
            <a:r>
              <a:t>D:/pasar_fix/apps/web/dist/data/regencies/63.11.geojson</a:t>
            </a:r>
          </a:p>
          <a:p>
            <a:pPr>
              <a:defRPr sz="1200"/>
            </a:pPr>
            <a:r>
              <a:t>D:/pasar_fix/apps/web/dist/data/regencies/63.71.geojson</a:t>
            </a:r>
          </a:p>
          <a:p>
            <a:pPr>
              <a:defRPr sz="1200"/>
            </a:pPr>
            <a:r>
              <a:t>D:/pasar_fix/apps/web/dist/data/regencies/63.72.geojson</a:t>
            </a:r>
          </a:p>
          <a:p>
            <a:pPr>
              <a:defRPr sz="1200"/>
            </a:pPr>
            <a:r>
              <a:t>D:/pasar_fix/apps/web/dist/data/regencies/64.01.geojson</a:t>
            </a:r>
          </a:p>
          <a:p>
            <a:pPr>
              <a:defRPr sz="1200"/>
            </a:pPr>
            <a:r>
              <a:t>D:/pasar_fix/apps/web/dist/data/regencies/64.02.geojson</a:t>
            </a:r>
          </a:p>
          <a:p>
            <a:pPr>
              <a:defRPr sz="1200"/>
            </a:pPr>
            <a:r>
              <a:t>D:/pasar_fix/apps/web/dist/data/regencies/64.03.geojson</a:t>
            </a:r>
          </a:p>
          <a:p>
            <a:pPr>
              <a:defRPr sz="1200"/>
            </a:pPr>
            <a:r>
              <a:t>D:/pasar_fix/apps/web/dist/data/regencies/64.07.geojson</a:t>
            </a:r>
          </a:p>
          <a:p>
            <a:pPr>
              <a:defRPr sz="1200"/>
            </a:pPr>
            <a:r>
              <a:t>D:/pasar_fix/apps/web/dist/data/regencies/64.08.geojson</a:t>
            </a:r>
          </a:p>
          <a:p>
            <a:pPr>
              <a:defRPr sz="1200"/>
            </a:pPr>
            <a:r>
              <a:t>D:/pasar_fix/apps/web/dist/data/regencies/64.09.geojson</a:t>
            </a:r>
          </a:p>
          <a:p>
            <a:pPr>
              <a:defRPr sz="1200"/>
            </a:pPr>
            <a:r>
              <a:t>D:/pasar_fix/apps/web/dist/data/regencies/64.11.geojson</a:t>
            </a:r>
          </a:p>
          <a:p>
            <a:pPr>
              <a:defRPr sz="1200"/>
            </a:pPr>
            <a:r>
              <a:t>D:/pasar_fix/apps/web/dist/data/regencies/64.71.geojson</a:t>
            </a:r>
          </a:p>
          <a:p>
            <a:pPr>
              <a:defRPr sz="1200"/>
            </a:pPr>
            <a:r>
              <a:t>D:/pasar_fix/apps/web/dist/data/regencies/64.72.geojson</a:t>
            </a:r>
          </a:p>
          <a:p>
            <a:pPr>
              <a:defRPr sz="1200"/>
            </a:pPr>
            <a:r>
              <a:t>D:/pasar_fix/apps/web/dist/data/regencies/64.74.geojson</a:t>
            </a:r>
          </a:p>
          <a:p>
            <a:pPr>
              <a:defRPr sz="1200"/>
            </a:pPr>
            <a:r>
              <a:t>D:/pasar_fix/apps/web/dist/data/regencies/65.01.geojson</a:t>
            </a:r>
          </a:p>
          <a:p>
            <a:pPr>
              <a:defRPr sz="1200"/>
            </a:pPr>
            <a:r>
              <a:t>D:/pasar_fix/apps/web/dist/data/regencies/65.02.geojson</a:t>
            </a:r>
          </a:p>
          <a:p>
            <a:pPr>
              <a:defRPr sz="1200"/>
            </a:pPr>
            <a:r>
              <a:t>D:/pasar_fix/apps/web/dist/data/regencies/65.03.geojson</a:t>
            </a:r>
          </a:p>
          <a:p>
            <a:pPr>
              <a:defRPr sz="1200"/>
            </a:pPr>
            <a:r>
              <a:t>D:/pasar_fix/apps/web/dist/data/regencies/65.04.geojson</a:t>
            </a:r>
          </a:p>
          <a:p>
            <a:pPr>
              <a:defRPr sz="1200"/>
            </a:pPr>
            <a:r>
              <a:t>D:/pasar_fix/apps/web/dist/data/regencies/65.71.geojson</a:t>
            </a:r>
          </a:p>
          <a:p>
            <a:pPr>
              <a:defRPr sz="1200"/>
            </a:pPr>
            <a:r>
              <a:t>D:/pasar_fix/apps/web/dist/data/regencies/71.01.geojson</a:t>
            </a:r>
          </a:p>
          <a:p>
            <a:pPr>
              <a:defRPr sz="1200"/>
            </a:pPr>
            <a:r>
              <a:t>D:/pasar_fix/apps/web/dist/data/regencies/71.02.geojson</a:t>
            </a:r>
          </a:p>
          <a:p>
            <a:pPr>
              <a:defRPr sz="1200"/>
            </a:pPr>
            <a:r>
              <a:t>D:/pasar_fix/apps/web/dist/data/regencies/71.03.geojson</a:t>
            </a:r>
          </a:p>
          <a:p>
            <a:pPr>
              <a:defRPr sz="1200"/>
            </a:pPr>
            <a:r>
              <a:t>D:/pasar_fix/apps/web/dist/data/regencies/71.04.geojson</a:t>
            </a:r>
          </a:p>
          <a:p>
            <a:pPr>
              <a:defRPr sz="1200"/>
            </a:pPr>
            <a:r>
              <a:t>D:/pasar_fix/apps/web/dist/data/regencies/71.05.geojson</a:t>
            </a:r>
          </a:p>
          <a:p>
            <a:pPr>
              <a:defRPr sz="1200"/>
            </a:pPr>
            <a:r>
              <a:t>D:/pasar_fix/apps/web/dist/data/regencies/71.06.geojson</a:t>
            </a:r>
          </a:p>
          <a:p>
            <a:pPr>
              <a:defRPr sz="1200"/>
            </a:pPr>
            <a:r>
              <a:t>D:/pasar_fix/apps/web/dist/data/regencies/71.07.geojson</a:t>
            </a:r>
          </a:p>
          <a:p>
            <a:pPr>
              <a:defRPr sz="1200"/>
            </a:pPr>
            <a:r>
              <a:t>D:/pasar_fix/apps/web/dist/data/regencies/71.08.geojson</a:t>
            </a:r>
          </a:p>
          <a:p>
            <a:pPr>
              <a:defRPr sz="1200"/>
            </a:pPr>
            <a:r>
              <a:t>D:/pasar_fix/apps/web/dist/data/regencies/71.09.geojson</a:t>
            </a:r>
          </a:p>
          <a:p>
            <a:pPr>
              <a:defRPr sz="1200"/>
            </a:pPr>
            <a:r>
              <a:t>D:/pasar_fix/apps/web/dist/data/regencies/71.10.geojson</a:t>
            </a:r>
          </a:p>
          <a:p>
            <a:pPr>
              <a:defRPr sz="1200"/>
            </a:pPr>
            <a:r>
              <a:t>D:/pasar_fix/apps/web/dist/data/regencies/71.11.geojson</a:t>
            </a:r>
          </a:p>
          <a:p>
            <a:pPr>
              <a:defRPr sz="1200"/>
            </a:pPr>
            <a:r>
              <a:t>D:/pasar_fix/apps/web/dist/data/regencies/71.71.geojson</a:t>
            </a:r>
          </a:p>
          <a:p>
            <a:pPr>
              <a:defRPr sz="1200"/>
            </a:pPr>
            <a:r>
              <a:t>D:/pasar_fix/apps/web/dist/data/regencies/71.72.geojson</a:t>
            </a:r>
          </a:p>
          <a:p>
            <a:pPr>
              <a:defRPr sz="1200"/>
            </a:pPr>
            <a:r>
              <a:t>D:/pasar_fix/apps/web/dist/data/regencies/71.73.geojson</a:t>
            </a:r>
          </a:p>
          <a:p>
            <a:pPr>
              <a:defRPr sz="1200"/>
            </a:pPr>
            <a:r>
              <a:t>D:/pasar_fix/apps/web/dist/data/regencies/71.74.geojson</a:t>
            </a:r>
          </a:p>
          <a:p>
            <a:pPr>
              <a:defRPr sz="1200"/>
            </a:pPr>
            <a:r>
              <a:t>D:/pasar_fix/apps/web/dist/data/regencies/72.01.geojson</a:t>
            </a:r>
          </a:p>
          <a:p>
            <a:pPr>
              <a:defRPr sz="1200"/>
            </a:pPr>
            <a:r>
              <a:t>D:/pasar_fix/apps/web/dist/data/regencies/72.02.geojson</a:t>
            </a:r>
          </a:p>
          <a:p>
            <a:pPr>
              <a:defRPr sz="1200"/>
            </a:pPr>
            <a:r>
              <a:t>D:/pasar_fix/apps/web/dist/data/regencies/72.03.geojson</a:t>
            </a:r>
          </a:p>
          <a:p>
            <a:pPr>
              <a:defRPr sz="1200"/>
            </a:pPr>
            <a:r>
              <a:t>D:/pasar_fix/apps/web/dist/data/regencies/72.04.geojson</a:t>
            </a:r>
          </a:p>
          <a:p>
            <a:pPr>
              <a:defRPr sz="1200"/>
            </a:pPr>
            <a:r>
              <a:t>D:/pasar_fix/apps/web/dist/data/regencies/72.05.geojson</a:t>
            </a:r>
          </a:p>
          <a:p>
            <a:pPr>
              <a:defRPr sz="1200"/>
            </a:pPr>
            <a:r>
              <a:t>D:/pasar_fix/apps/web/dist/data/regencies/72.06.geojson</a:t>
            </a:r>
          </a:p>
          <a:p>
            <a:pPr>
              <a:defRPr sz="1200"/>
            </a:pPr>
            <a:r>
              <a:t>D:/pasar_fix/apps/web/dist/data/regencies/72.07.geojson</a:t>
            </a:r>
          </a:p>
          <a:p>
            <a:pPr>
              <a:defRPr sz="1200"/>
            </a:pPr>
            <a:r>
              <a:t>D:/pasar_fix/apps/web/dist/data/regencies/72.08.geojson</a:t>
            </a:r>
          </a:p>
          <a:p>
            <a:pPr>
              <a:defRPr sz="1200"/>
            </a:pPr>
            <a:r>
              <a:t>D:/pasar_fix/apps/web/dist/data/regencies/72.09.geojson</a:t>
            </a:r>
          </a:p>
          <a:p>
            <a:pPr>
              <a:defRPr sz="1200"/>
            </a:pPr>
            <a:r>
              <a:t>D:/pasar_fix/apps/web/dist/data/regencies/72.10.geojson</a:t>
            </a:r>
          </a:p>
          <a:p>
            <a:pPr>
              <a:defRPr sz="1200"/>
            </a:pPr>
            <a:r>
              <a:t>D:/pasar_fix/apps/web/dist/data/regencies/72.11.geojson</a:t>
            </a:r>
          </a:p>
          <a:p>
            <a:pPr>
              <a:defRPr sz="1200"/>
            </a:pPr>
            <a:r>
              <a:t>D:/pasar_fix/apps/web/dist/data/regencies/72.12.geojson</a:t>
            </a:r>
          </a:p>
          <a:p>
            <a:pPr>
              <a:defRPr sz="1200"/>
            </a:pPr>
            <a:r>
              <a:t>D:/pasar_fix/apps/web/dist/data/regencies/72.71.geojson</a:t>
            </a:r>
          </a:p>
          <a:p>
            <a:pPr>
              <a:defRPr sz="1200"/>
            </a:pPr>
            <a:r>
              <a:t>D:/pasar_fix/apps/web/dist/data/regencies/73.01.geojson</a:t>
            </a:r>
          </a:p>
          <a:p>
            <a:pPr>
              <a:defRPr sz="1200"/>
            </a:pPr>
            <a:r>
              <a:t>D:/pasar_fix/apps/web/dist/data/regencies/73.02.geojson</a:t>
            </a:r>
          </a:p>
          <a:p>
            <a:pPr>
              <a:defRPr sz="1200"/>
            </a:pPr>
            <a:r>
              <a:t>D:/pasar_fix/apps/web/dist/data/regencies/73.03.geojson</a:t>
            </a:r>
          </a:p>
          <a:p>
            <a:pPr>
              <a:defRPr sz="1200"/>
            </a:pPr>
            <a:r>
              <a:t>D:/pasar_fix/apps/web/dist/data/regencies/73.04.geojson</a:t>
            </a:r>
          </a:p>
          <a:p>
            <a:pPr>
              <a:defRPr sz="1200"/>
            </a:pPr>
            <a:r>
              <a:t>D:/pasar_fix/apps/web/dist/data/regencies/73.05.geojson</a:t>
            </a:r>
          </a:p>
          <a:p>
            <a:pPr>
              <a:defRPr sz="1200"/>
            </a:pPr>
            <a:r>
              <a:t>D:/pasar_fix/apps/web/dist/data/regencies/73.06.geojson</a:t>
            </a:r>
          </a:p>
          <a:p>
            <a:pPr>
              <a:defRPr sz="1200"/>
            </a:pPr>
            <a:r>
              <a:t>D:/pasar_fix/apps/web/dist/data/regencies/73.07.geojson</a:t>
            </a:r>
          </a:p>
          <a:p>
            <a:pPr>
              <a:defRPr sz="1200"/>
            </a:pPr>
            <a:r>
              <a:t>D:/pasar_fix/apps/web/dist/data/regencies/73.08.geojson</a:t>
            </a:r>
          </a:p>
          <a:p>
            <a:pPr>
              <a:defRPr sz="1200"/>
            </a:pPr>
            <a:r>
              <a:t>D:/pasar_fix/apps/web/dist/data/regencies/73.09.geojson</a:t>
            </a:r>
          </a:p>
          <a:p>
            <a:pPr>
              <a:defRPr sz="1200"/>
            </a:pPr>
            <a:r>
              <a:t>D:/pasar_fix/apps/web/dist/data/regencies/73.10.geojson</a:t>
            </a:r>
          </a:p>
          <a:p>
            <a:pPr>
              <a:defRPr sz="1200"/>
            </a:pPr>
            <a:r>
              <a:t>D:/pasar_fix/apps/web/dist/data/regencies/73.11.geojson</a:t>
            </a:r>
          </a:p>
          <a:p>
            <a:pPr>
              <a:defRPr sz="1200"/>
            </a:pPr>
            <a:r>
              <a:t>D:/pasar_fix/apps/web/dist/data/regencies/73.12.geojson</a:t>
            </a:r>
          </a:p>
          <a:p>
            <a:pPr>
              <a:defRPr sz="1200"/>
            </a:pPr>
            <a:r>
              <a:t>D:/pasar_fix/apps/web/dist/data/regencies/73.13.geojson</a:t>
            </a:r>
          </a:p>
          <a:p>
            <a:pPr>
              <a:defRPr sz="1200"/>
            </a:pPr>
            <a:r>
              <a:t>D:/pasar_fix/apps/web/dist/data/regencies/73.14.geojson</a:t>
            </a:r>
          </a:p>
          <a:p>
            <a:pPr>
              <a:defRPr sz="1200"/>
            </a:pPr>
            <a:r>
              <a:t>D:/pasar_fix/apps/web/dist/data/regencies/73.15.geojson</a:t>
            </a:r>
          </a:p>
          <a:p>
            <a:pPr>
              <a:defRPr sz="1200"/>
            </a:pPr>
            <a:r>
              <a:t>D:/pasar_fix/apps/web/dist/data/regencies/73.16.geojson</a:t>
            </a:r>
          </a:p>
          <a:p>
            <a:pPr>
              <a:defRPr sz="1200"/>
            </a:pPr>
            <a:r>
              <a:t>D:/pasar_fix/apps/web/dist/data/regencies/73.17.geojson</a:t>
            </a:r>
          </a:p>
          <a:p>
            <a:pPr>
              <a:defRPr sz="1200"/>
            </a:pPr>
            <a:r>
              <a:t>D:/pasar_fix/apps/web/dist/data/regencies/73.18.geojson</a:t>
            </a:r>
          </a:p>
          <a:p>
            <a:pPr>
              <a:defRPr sz="1200"/>
            </a:pPr>
            <a:r>
              <a:t>D:/pasar_fix/apps/web/dist/data/regencies/73.22.geojson</a:t>
            </a:r>
          </a:p>
          <a:p>
            <a:pPr>
              <a:defRPr sz="1200"/>
            </a:pPr>
            <a:r>
              <a:t>D:/pasar_fix/apps/web/dist/data/regencies/73.24.geojson</a:t>
            </a:r>
          </a:p>
          <a:p>
            <a:pPr>
              <a:defRPr sz="1200"/>
            </a:pPr>
            <a:r>
              <a:t>D:/pasar_fix/apps/web/dist/data/regencies/73.26.geojson</a:t>
            </a:r>
          </a:p>
          <a:p>
            <a:pPr>
              <a:defRPr sz="1200"/>
            </a:pPr>
            <a:r>
              <a:t>D:/pasar_fix/apps/web/dist/data/regencies/73.71.geojson</a:t>
            </a:r>
          </a:p>
          <a:p>
            <a:pPr>
              <a:defRPr sz="1200"/>
            </a:pPr>
            <a:r>
              <a:t>D:/pasar_fix/apps/web/dist/data/regencies/73.72.geojson</a:t>
            </a:r>
          </a:p>
          <a:p>
            <a:pPr>
              <a:defRPr sz="1200"/>
            </a:pPr>
            <a:r>
              <a:t>D:/pasar_fix/apps/web/dist/data/regencies/73.73.geojson</a:t>
            </a:r>
          </a:p>
          <a:p>
            <a:pPr>
              <a:defRPr sz="1200"/>
            </a:pPr>
            <a:r>
              <a:t>D:/pasar_fix/apps/web/dist/data/regencies/74.01.geojson</a:t>
            </a:r>
          </a:p>
          <a:p>
            <a:pPr>
              <a:defRPr sz="1200"/>
            </a:pPr>
            <a:r>
              <a:t>D:/pasar_fix/apps/web/dist/data/regencies/74.02.geojson</a:t>
            </a:r>
          </a:p>
          <a:p>
            <a:pPr>
              <a:defRPr sz="1200"/>
            </a:pPr>
            <a:r>
              <a:t>D:/pasar_fix/apps/web/dist/data/regencies/74.03.geojson</a:t>
            </a:r>
          </a:p>
          <a:p>
            <a:pPr>
              <a:defRPr sz="1200"/>
            </a:pPr>
            <a:r>
              <a:t>D:/pasar_fix/apps/web/dist/data/regencies/74.04.geojson</a:t>
            </a:r>
          </a:p>
          <a:p>
            <a:pPr>
              <a:defRPr sz="1200"/>
            </a:pPr>
            <a:r>
              <a:t>D:/pasar_fix/apps/web/dist/data/regencies/74.05.geojson</a:t>
            </a:r>
          </a:p>
          <a:p>
            <a:pPr>
              <a:defRPr sz="1200"/>
            </a:pPr>
            <a:r>
              <a:t>D:/pasar_fix/apps/web/dist/data/regencies/74.06.geojson</a:t>
            </a:r>
          </a:p>
          <a:p>
            <a:pPr>
              <a:defRPr sz="1200"/>
            </a:pPr>
            <a:r>
              <a:t>D:/pasar_fix/apps/web/dist/data/regencies/74.07.geojson</a:t>
            </a:r>
          </a:p>
          <a:p>
            <a:pPr>
              <a:defRPr sz="1200"/>
            </a:pPr>
            <a:r>
              <a:t>D:/pasar_fix/apps/web/dist/data/regencies/74.08.geojson</a:t>
            </a:r>
          </a:p>
          <a:p>
            <a:pPr>
              <a:defRPr sz="1200"/>
            </a:pPr>
            <a:r>
              <a:t>D:/pasar_fix/apps/web/dist/data/regencies/74.09.geojson</a:t>
            </a:r>
          </a:p>
          <a:p>
            <a:pPr>
              <a:defRPr sz="1200"/>
            </a:pPr>
            <a:r>
              <a:t>D:/pasar_fix/apps/web/dist/data/regencies/74.10.geojson</a:t>
            </a:r>
          </a:p>
          <a:p>
            <a:pPr>
              <a:defRPr sz="1200"/>
            </a:pPr>
            <a:r>
              <a:t>D:/pasar_fix/apps/web/dist/data/regencies/74.11.geojson</a:t>
            </a:r>
          </a:p>
          <a:p>
            <a:pPr>
              <a:defRPr sz="1200"/>
            </a:pPr>
            <a:r>
              <a:t>D:/pasar_fix/apps/web/dist/data/regencies/74.12.geojson</a:t>
            </a:r>
          </a:p>
          <a:p>
            <a:pPr>
              <a:defRPr sz="1200"/>
            </a:pPr>
            <a:r>
              <a:t>D:/pasar_fix/apps/web/dist/data/regencies/74.13.geojson</a:t>
            </a:r>
          </a:p>
          <a:p>
            <a:pPr>
              <a:defRPr sz="1200"/>
            </a:pPr>
            <a:r>
              <a:t>D:/pasar_fix/apps/web/dist/data/regencies/74.14.geojson</a:t>
            </a:r>
          </a:p>
          <a:p>
            <a:pPr>
              <a:defRPr sz="1200"/>
            </a:pPr>
            <a:r>
              <a:t>D:/pasar_fix/apps/web/dist/data/regencies/74.15.geojson</a:t>
            </a:r>
          </a:p>
          <a:p>
            <a:pPr>
              <a:defRPr sz="1200"/>
            </a:pPr>
            <a:r>
              <a:t>D:/pasar_fix/apps/web/dist/data/regencies/74.71.geojson</a:t>
            </a:r>
          </a:p>
          <a:p>
            <a:pPr>
              <a:defRPr sz="1200"/>
            </a:pPr>
            <a:r>
              <a:t>D:/pasar_fix/apps/web/dist/data/regencies/74.72.geojson</a:t>
            </a:r>
          </a:p>
          <a:p>
            <a:pPr>
              <a:defRPr sz="1200"/>
            </a:pPr>
            <a:r>
              <a:t>D:/pasar_fix/apps/web/dist/data/regencies/75.01.geojson</a:t>
            </a:r>
          </a:p>
          <a:p>
            <a:pPr>
              <a:defRPr sz="1200"/>
            </a:pPr>
            <a:r>
              <a:t>D:/pasar_fix/apps/web/dist/data/regencies/75.02.geojson</a:t>
            </a:r>
          </a:p>
          <a:p>
            <a:pPr>
              <a:defRPr sz="1200"/>
            </a:pPr>
            <a:r>
              <a:t>D:/pasar_fix/apps/web/dist/data/regencies/75.03.geojson</a:t>
            </a:r>
          </a:p>
          <a:p>
            <a:pPr>
              <a:defRPr sz="1200"/>
            </a:pPr>
            <a:r>
              <a:t>D:/pasar_fix/apps/web/dist/data/regencies/75.04.geojson</a:t>
            </a:r>
          </a:p>
          <a:p>
            <a:pPr>
              <a:defRPr sz="1200"/>
            </a:pPr>
            <a:r>
              <a:t>D:/pasar_fix/apps/web/dist/data/regencies/75.05.geojson</a:t>
            </a:r>
          </a:p>
          <a:p>
            <a:pPr>
              <a:defRPr sz="1200"/>
            </a:pPr>
            <a:r>
              <a:t>D:/pasar_fix/apps/web/dist/data/regencies/75.71.geojson</a:t>
            </a:r>
          </a:p>
          <a:p>
            <a:pPr>
              <a:defRPr sz="1200"/>
            </a:pPr>
            <a:r>
              <a:t>D:/pasar_fix/apps/web/dist/data/regencies/76.01.geojson</a:t>
            </a:r>
          </a:p>
          <a:p>
            <a:pPr>
              <a:defRPr sz="1200"/>
            </a:pPr>
            <a:r>
              <a:t>D:/pasar_fix/apps/web/dist/data/regencies/76.02.geojson</a:t>
            </a:r>
          </a:p>
          <a:p>
            <a:pPr>
              <a:defRPr sz="1200"/>
            </a:pPr>
            <a:r>
              <a:t>D:/pasar_fix/apps/web/dist/data/regencies/76.03.geojson</a:t>
            </a:r>
          </a:p>
          <a:p>
            <a:pPr>
              <a:defRPr sz="1200"/>
            </a:pPr>
            <a:r>
              <a:t>D:/pasar_fix/apps/web/dist/data/regencies/76.04.geojson</a:t>
            </a:r>
          </a:p>
          <a:p>
            <a:pPr>
              <a:defRPr sz="1200"/>
            </a:pPr>
            <a:r>
              <a:t>D:/pasar_fix/apps/web/dist/data/regencies/76.05.geojson</a:t>
            </a:r>
          </a:p>
          <a:p>
            <a:pPr>
              <a:defRPr sz="1200"/>
            </a:pPr>
            <a:r>
              <a:t>D:/pasar_fix/apps/web/dist/data/regencies/76.06.geojson</a:t>
            </a:r>
          </a:p>
          <a:p>
            <a:pPr>
              <a:defRPr sz="1200"/>
            </a:pPr>
            <a:r>
              <a:t>D:/pasar_fix/apps/web/dist/data/regencies/81.01.geojson</a:t>
            </a:r>
          </a:p>
          <a:p>
            <a:pPr>
              <a:defRPr sz="1200"/>
            </a:pPr>
            <a:r>
              <a:t>D:/pasar_fix/apps/web/dist/data/regencies/81.02.geojson</a:t>
            </a:r>
          </a:p>
          <a:p>
            <a:pPr>
              <a:defRPr sz="1200"/>
            </a:pPr>
            <a:r>
              <a:t>D:/pasar_fix/apps/web/dist/data/regencies/81.03.geojson</a:t>
            </a:r>
          </a:p>
          <a:p>
            <a:pPr>
              <a:defRPr sz="1200"/>
            </a:pPr>
            <a:r>
              <a:t>D:/pasar_fix/apps/web/dist/data/regencies/81.04.geojson</a:t>
            </a:r>
          </a:p>
          <a:p>
            <a:pPr>
              <a:defRPr sz="1200"/>
            </a:pPr>
            <a:r>
              <a:t>D:/pasar_fix/apps/web/dist/data/regencies/81.05.geojson</a:t>
            </a:r>
          </a:p>
          <a:p>
            <a:pPr>
              <a:defRPr sz="1200"/>
            </a:pPr>
            <a:r>
              <a:t>D:/pasar_fix/apps/web/dist/data/regencies/81.06.geojson</a:t>
            </a:r>
          </a:p>
          <a:p>
            <a:pPr>
              <a:defRPr sz="1200"/>
            </a:pPr>
            <a:r>
              <a:t>D:/pasar_fix/apps/web/dist/data/regencies/81.07.geojson</a:t>
            </a:r>
          </a:p>
          <a:p>
            <a:pPr>
              <a:defRPr sz="1200"/>
            </a:pPr>
            <a:r>
              <a:t>D:/pasar_fix/apps/web/dist/data/regencies/81.08.geojson</a:t>
            </a:r>
          </a:p>
          <a:p>
            <a:pPr>
              <a:defRPr sz="1200"/>
            </a:pPr>
            <a:r>
              <a:t>D:/pasar_fix/apps/web/dist/data/regencies/81.09.geojson</a:t>
            </a:r>
          </a:p>
          <a:p>
            <a:pPr>
              <a:defRPr sz="1200"/>
            </a:pPr>
            <a:r>
              <a:t>D:/pasar_fix/apps/web/dist/data/regencies/81.71.geojson</a:t>
            </a:r>
          </a:p>
          <a:p>
            <a:pPr>
              <a:defRPr sz="1200"/>
            </a:pPr>
            <a:r>
              <a:t>D:/pasar_fix/apps/web/dist/data/regencies/81.72.geojson</a:t>
            </a:r>
          </a:p>
          <a:p>
            <a:pPr>
              <a:defRPr sz="1200"/>
            </a:pPr>
            <a:r>
              <a:t>D:/pasar_fix/apps/web/dist/data/regencies/82.01.geojson</a:t>
            </a:r>
          </a:p>
          <a:p>
            <a:pPr>
              <a:defRPr sz="1200"/>
            </a:pPr>
            <a:r>
              <a:t>D:/pasar_fix/apps/web/dist/data/regencies/82.02.geojson</a:t>
            </a:r>
          </a:p>
          <a:p>
            <a:pPr>
              <a:defRPr sz="1200"/>
            </a:pPr>
            <a:r>
              <a:t>D:/pasar_fix/apps/web/dist/data/regencies/82.03.geojson</a:t>
            </a:r>
          </a:p>
          <a:p>
            <a:pPr>
              <a:defRPr sz="1200"/>
            </a:pPr>
            <a:r>
              <a:t>D:/pasar_fix/apps/web/dist/data/regencies/82.04.geojson</a:t>
            </a:r>
          </a:p>
          <a:p>
            <a:pPr>
              <a:defRPr sz="1200"/>
            </a:pPr>
            <a:r>
              <a:t>D:/pasar_fix/apps/web/dist/data/regencies/82.05.geojson</a:t>
            </a:r>
          </a:p>
          <a:p>
            <a:pPr>
              <a:defRPr sz="1200"/>
            </a:pPr>
            <a:r>
              <a:t>D:/pasar_fix/apps/web/dist/data/regencies/82.06.geojson</a:t>
            </a:r>
          </a:p>
          <a:p>
            <a:pPr>
              <a:defRPr sz="1200"/>
            </a:pPr>
            <a:r>
              <a:t>D:/pasar_fix/apps/web/dist/data/regencies/82.07.geojson</a:t>
            </a:r>
          </a:p>
          <a:p>
            <a:pPr>
              <a:defRPr sz="1200"/>
            </a:pPr>
            <a:r>
              <a:t>D:/pasar_fix/apps/web/dist/data/regencies/82.08.geojson</a:t>
            </a:r>
          </a:p>
          <a:p>
            <a:pPr>
              <a:defRPr sz="1200"/>
            </a:pPr>
            <a:r>
              <a:t>D:/pasar_fix/apps/web/dist/data/regencies/82.71.geojson</a:t>
            </a:r>
          </a:p>
          <a:p>
            <a:pPr>
              <a:defRPr sz="1200"/>
            </a:pPr>
            <a:r>
              <a:t>D:/pasar_fix/apps/web/dist/data/regencies/82.72.geojson</a:t>
            </a:r>
          </a:p>
          <a:p>
            <a:pPr>
              <a:defRPr sz="1200"/>
            </a:pPr>
            <a:r>
              <a:t>D:/pasar_fix/apps/web/dist/data/regencies/91.03.geojson</a:t>
            </a:r>
          </a:p>
          <a:p>
            <a:pPr>
              <a:defRPr sz="1200"/>
            </a:pPr>
            <a:r>
              <a:t>D:/pasar_fix/apps/web/dist/data/regencies/91.05.geojson</a:t>
            </a:r>
          </a:p>
          <a:p>
            <a:pPr>
              <a:defRPr sz="1200"/>
            </a:pPr>
            <a:r>
              <a:t>D:/pasar_fix/apps/web/dist/data/regencies/91.06.geojson</a:t>
            </a:r>
          </a:p>
          <a:p>
            <a:pPr>
              <a:defRPr sz="1200"/>
            </a:pPr>
            <a:r>
              <a:t>D:/pasar_fix/apps/web/dist/data/regencies/91.10.geojson</a:t>
            </a:r>
          </a:p>
          <a:p>
            <a:pPr>
              <a:defRPr sz="1200"/>
            </a:pPr>
            <a:r>
              <a:t>D:/pasar_fix/apps/web/dist/data/regencies/91.11.geojson</a:t>
            </a:r>
          </a:p>
          <a:p>
            <a:pPr>
              <a:defRPr sz="1200"/>
            </a:pPr>
            <a:r>
              <a:t>D:/pasar_fix/apps/web/dist/data/regencies/91.15.geojson</a:t>
            </a:r>
          </a:p>
          <a:p>
            <a:pPr>
              <a:defRPr sz="1200"/>
            </a:pPr>
            <a:r>
              <a:t>D:/pasar_fix/apps/web/dist/data/regencies/91.19.geojson</a:t>
            </a:r>
          </a:p>
          <a:p>
            <a:pPr>
              <a:defRPr sz="1200"/>
            </a:pPr>
            <a:r>
              <a:t>D:/pasar_fix/apps/web/dist/data/regencies/91.20.geojson</a:t>
            </a:r>
          </a:p>
          <a:p>
            <a:pPr>
              <a:defRPr sz="1200"/>
            </a:pPr>
            <a:r>
              <a:t>D:/pasar_fix/apps/web/dist/data/regencies/91.71.geojson</a:t>
            </a:r>
          </a:p>
          <a:p>
            <a:pPr>
              <a:defRPr sz="1200"/>
            </a:pPr>
            <a:r>
              <a:t>D:/pasar_fix/apps/web/dist/data/regencies/92.02.geojson</a:t>
            </a:r>
          </a:p>
          <a:p>
            <a:pPr>
              <a:defRPr sz="1200"/>
            </a:pPr>
            <a:r>
              <a:t>D:/pasar_fix/apps/web/dist/data/regencies/92.03.geojson</a:t>
            </a:r>
          </a:p>
          <a:p>
            <a:pPr>
              <a:defRPr sz="1200"/>
            </a:pPr>
            <a:r>
              <a:t>D:/pasar_fix/apps/web/dist/data/regencies/92.06.geojson</a:t>
            </a:r>
          </a:p>
          <a:p>
            <a:pPr>
              <a:defRPr sz="1200"/>
            </a:pPr>
            <a:r>
              <a:t>D:/pasar_fix/apps/web/dist/data/regencies/92.07.geojson</a:t>
            </a:r>
          </a:p>
          <a:p>
            <a:pPr>
              <a:defRPr sz="1200"/>
            </a:pPr>
            <a:r>
              <a:t>D:/pasar_fix/apps/web/dist/data/regencies/92.08.geojson</a:t>
            </a:r>
          </a:p>
          <a:p>
            <a:pPr>
              <a:defRPr sz="1200"/>
            </a:pPr>
            <a:r>
              <a:t>D:/pasar_fix/apps/web/dist/data/regencies/92.11.geojson</a:t>
            </a:r>
          </a:p>
          <a:p>
            <a:pPr>
              <a:defRPr sz="1200"/>
            </a:pPr>
            <a:r>
              <a:t>D:/pasar_fix/apps/web/dist/data/regencies/92.12.geojson</a:t>
            </a:r>
          </a:p>
          <a:p>
            <a:pPr>
              <a:defRPr sz="1200"/>
            </a:pPr>
            <a:r>
              <a:t>D:/pasar_fix/apps/web/dist/data/regencies/93.01.geojson</a:t>
            </a:r>
          </a:p>
          <a:p>
            <a:pPr>
              <a:defRPr sz="1200"/>
            </a:pPr>
            <a:r>
              <a:t>D:/pasar_fix/apps/web/dist/data/regencies/93.02.geojson</a:t>
            </a:r>
          </a:p>
          <a:p>
            <a:pPr>
              <a:defRPr sz="1200"/>
            </a:pPr>
            <a:r>
              <a:t>D:/pasar_fix/apps/web/dist/data/regencies/93.03.geojson</a:t>
            </a:r>
          </a:p>
          <a:p>
            <a:pPr>
              <a:defRPr sz="1200"/>
            </a:pPr>
            <a:r>
              <a:t>D:/pasar_fix/apps/web/dist/data/regencies/93.04.geojson</a:t>
            </a:r>
          </a:p>
          <a:p>
            <a:pPr>
              <a:defRPr sz="1200"/>
            </a:pPr>
            <a:r>
              <a:t>D:/pasar_fix/apps/web/dist/data/regencies/94.01.geojson</a:t>
            </a:r>
          </a:p>
          <a:p>
            <a:pPr>
              <a:defRPr sz="1200"/>
            </a:pPr>
            <a:r>
              <a:t>D:/pasar_fix/apps/web/dist/data/regencies/94.02.geojson</a:t>
            </a:r>
          </a:p>
          <a:p>
            <a:pPr>
              <a:defRPr sz="1200"/>
            </a:pPr>
            <a:r>
              <a:t>D:/pasar_fix/apps/web/dist/data/regencies/94.03.geojson</a:t>
            </a:r>
          </a:p>
          <a:p>
            <a:pPr>
              <a:defRPr sz="1200"/>
            </a:pPr>
            <a:r>
              <a:t>D:/pasar_fix/apps/web/dist/data/regencies/94.04.geojson</a:t>
            </a:r>
          </a:p>
          <a:p>
            <a:pPr>
              <a:defRPr sz="1200"/>
            </a:pPr>
            <a:r>
              <a:t>D:/pasar_fix/apps/web/dist/data/regencies/94.05.geojson</a:t>
            </a:r>
          </a:p>
          <a:p>
            <a:pPr>
              <a:defRPr sz="1200"/>
            </a:pPr>
            <a:r>
              <a:t>D:/pasar_fix/apps/web/dist/data/regencies/94.06.geojson</a:t>
            </a:r>
          </a:p>
          <a:p>
            <a:pPr>
              <a:defRPr sz="1200"/>
            </a:pPr>
            <a:r>
              <a:t>D:/pasar_fix/apps/web/dist/data/regencies/94.07.geojson</a:t>
            </a:r>
          </a:p>
          <a:p>
            <a:pPr>
              <a:defRPr sz="1200"/>
            </a:pPr>
            <a:r>
              <a:t>D:/pasar_fix/apps/web/dist/data/regencies/94.08.geojson</a:t>
            </a:r>
          </a:p>
          <a:p>
            <a:pPr>
              <a:defRPr sz="1200"/>
            </a:pPr>
            <a:r>
              <a:t>D:/pasar_fix/apps/web/dist/data/regencies/95.01.geojson</a:t>
            </a:r>
          </a:p>
          <a:p>
            <a:pPr>
              <a:defRPr sz="1200"/>
            </a:pPr>
            <a:r>
              <a:t>D:/pasar_fix/apps/web/dist/data/regencies/95.02.geojson</a:t>
            </a:r>
          </a:p>
          <a:p>
            <a:pPr>
              <a:defRPr sz="1200"/>
            </a:pPr>
            <a:r>
              <a:t>D:/pasar_fix/apps/web/dist/data/regencies/95.03.geojson</a:t>
            </a:r>
          </a:p>
          <a:p>
            <a:pPr>
              <a:defRPr sz="1200"/>
            </a:pPr>
            <a:r>
              <a:t>D:/pasar_fix/apps/web/dist/data/regencies/95.04.geojson</a:t>
            </a:r>
          </a:p>
          <a:p>
            <a:pPr>
              <a:defRPr sz="1200"/>
            </a:pPr>
            <a:r>
              <a:t>D:/pasar_fix/apps/web/dist/data/regencies/95.05.geojson</a:t>
            </a:r>
          </a:p>
          <a:p>
            <a:pPr>
              <a:defRPr sz="1200"/>
            </a:pPr>
            <a:r>
              <a:t>D:/pasar_fix/apps/web/dist/data/regencies/95.06.geojson</a:t>
            </a:r>
          </a:p>
          <a:p>
            <a:pPr>
              <a:defRPr sz="1200"/>
            </a:pPr>
            <a:r>
              <a:t>D:/pasar_fix/apps/web/dist/data/regencies/95.07.geojson</a:t>
            </a:r>
          </a:p>
          <a:p>
            <a:pPr>
              <a:defRPr sz="1200"/>
            </a:pPr>
            <a:r>
              <a:t>D:/pasar_fix/apps/web/dist/data/regencies/95.08.geojson</a:t>
            </a:r>
          </a:p>
          <a:p>
            <a:pPr>
              <a:defRPr sz="1200"/>
            </a:pPr>
            <a:r>
              <a:t>D:/pasar_fix/apps/web/dist/data/regencies/96.01.geojson</a:t>
            </a:r>
          </a:p>
          <a:p>
            <a:pPr>
              <a:defRPr sz="1200"/>
            </a:pPr>
            <a:r>
              <a:t>D:/pasar_fix/apps/web/dist/data/regencies/96.02.geojson</a:t>
            </a:r>
          </a:p>
          <a:p>
            <a:pPr>
              <a:defRPr sz="1200"/>
            </a:pPr>
            <a:r>
              <a:t>D:/pasar_fix/apps/web/dist/data/regencies/96.03.geojson</a:t>
            </a:r>
          </a:p>
          <a:p>
            <a:pPr>
              <a:defRPr sz="1200"/>
            </a:pPr>
            <a:r>
              <a:t>D:/pasar_fix/apps/web/dist/data/regencies/96.04.geojson</a:t>
            </a:r>
          </a:p>
          <a:p>
            <a:pPr>
              <a:defRPr sz="1200"/>
            </a:pPr>
            <a:r>
              <a:t>D:/pasar_fix/apps/web/dist/data/regencies/96.05.geojson</a:t>
            </a:r>
          </a:p>
          <a:p>
            <a:pPr>
              <a:defRPr sz="1200"/>
            </a:pPr>
            <a:r>
              <a:t>D:/pasar_fix/apps/web/dist/data/regencies/96.71.geojson</a:t>
            </a:r>
          </a:p>
          <a:p>
            <a:pPr>
              <a:defRPr sz="1200"/>
            </a:pPr>
            <a:r>
              <a:t>D:/pasar_fix/apps/web/node_modules/.bin/babel-external-helpers.bunx</a:t>
            </a:r>
          </a:p>
          <a:p>
            <a:pPr>
              <a:defRPr sz="1200"/>
            </a:pPr>
            <a:r>
              <a:t>D:/pasar_fix/apps/web/node_modules/.bin/babel-external-helpers.exe</a:t>
            </a:r>
          </a:p>
          <a:p>
            <a:pPr>
              <a:defRPr sz="1200"/>
            </a:pPr>
            <a:r>
              <a:t>D:/pasar_fix/apps/web/node_modules/.bin/babel-node.bunx</a:t>
            </a:r>
          </a:p>
          <a:p>
            <a:pPr>
              <a:defRPr sz="1200"/>
            </a:pPr>
            <a:r>
              <a:t>D:/pasar_fix/apps/web/node_modules/.bin/babel-node.exe</a:t>
            </a:r>
          </a:p>
          <a:p>
            <a:pPr>
              <a:defRPr sz="1200"/>
            </a:pPr>
            <a:r>
              <a:t>D:/pasar_fix/apps/web/node_modules/.bin/babel.bunx</a:t>
            </a:r>
          </a:p>
          <a:p>
            <a:pPr>
              <a:defRPr sz="1200"/>
            </a:pPr>
            <a:r>
              <a:t>D:/pasar_fix/apps/web/node_modules/.bin/babel.exe</a:t>
            </a:r>
          </a:p>
          <a:p>
            <a:pPr>
              <a:defRPr sz="1200"/>
            </a:pPr>
            <a:r>
              <a:t>D:/pasar_fix/apps/web/node_modules/.bin/drizzle-kit.bunx</a:t>
            </a:r>
          </a:p>
          <a:p>
            <a:pPr>
              <a:defRPr sz="1200"/>
            </a:pPr>
            <a:r>
              <a:t>D:/pasar_fix/apps/web/node_modules/.bin/drizzle-kit.exe</a:t>
            </a:r>
          </a:p>
          <a:p>
            <a:pPr>
              <a:defRPr sz="1200"/>
            </a:pPr>
            <a:r>
              <a:t>D:/pasar_fix/apps/web/node_modules/.bin/lingui.bunx</a:t>
            </a:r>
          </a:p>
          <a:p>
            <a:pPr>
              <a:defRPr sz="1200"/>
            </a:pPr>
            <a:r>
              <a:t>D:/pasar_fix/apps/web/node_modules/.bin/lingui.exe</a:t>
            </a:r>
          </a:p>
          <a:p>
            <a:pPr>
              <a:defRPr sz="1200"/>
            </a:pPr>
            <a:r>
              <a:t>D:/pasar_fix/apps/web/node_modules/.bin/tsc.bunx</a:t>
            </a:r>
          </a:p>
          <a:p>
            <a:pPr>
              <a:defRPr sz="1200"/>
            </a:pPr>
            <a:r>
              <a:t>D:/pasar_fix/apps/web/node_modules/.bin/tsc.exe</a:t>
            </a:r>
          </a:p>
          <a:p>
            <a:pPr>
              <a:defRPr sz="1200"/>
            </a:pPr>
            <a:r>
              <a:t>D:/pasar_fix/apps/web/node_modules/.bin/tsserver.bunx</a:t>
            </a:r>
          </a:p>
          <a:p>
            <a:pPr>
              <a:defRPr sz="1200"/>
            </a:pPr>
            <a:r>
              <a:t>D:/pasar_fix/apps/web/node_modules/.bin/tsserver.exe</a:t>
            </a:r>
          </a:p>
          <a:p>
            <a:pPr>
              <a:defRPr sz="1200"/>
            </a:pPr>
            <a:r>
              <a:t>D:/pasar_fix/apps/web/node_modules/.bin/uuid.bunx</a:t>
            </a:r>
          </a:p>
          <a:p>
            <a:pPr>
              <a:defRPr sz="1200"/>
            </a:pPr>
            <a:r>
              <a:t>D:/pasar_fix/apps/web/node_modules/.bin/uuid.exe</a:t>
            </a:r>
          </a:p>
          <a:p>
            <a:pPr>
              <a:defRPr sz="1200"/>
            </a:pPr>
            <a:r>
              <a:t>D:/pasar_fix/apps/web/node_modules/.bin/vite.bunx</a:t>
            </a:r>
          </a:p>
          <a:p>
            <a:pPr>
              <a:defRPr sz="1200"/>
            </a:pPr>
            <a:r>
              <a:t>D:/pasar_fix/apps/web/node_modules/.bin/vite.exe</a:t>
            </a:r>
          </a:p>
          <a:p>
            <a:pPr>
              <a:defRPr sz="1200"/>
            </a:pPr>
            <a:r>
              <a:t>D:/pasar_fix/apps/web/node_modules/.bin/vitest.bunx</a:t>
            </a:r>
          </a:p>
          <a:p>
            <a:pPr>
              <a:defRPr sz="1200"/>
            </a:pPr>
            <a:r>
              <a:t>D:/pasar_fix/apps/web/node_modules/.bin/vitest.exe</a:t>
            </a:r>
          </a:p>
          <a:p>
            <a:pPr>
              <a:defRPr sz="1200"/>
            </a:pPr>
            <a:r>
              <a:t>D:/pasar_fix/apps/web/node_modules/.vite/deps/@hookform_resolvers_zod.js</a:t>
            </a:r>
          </a:p>
          <a:p>
            <a:pPr>
              <a:defRPr sz="1200"/>
            </a:pPr>
            <a:r>
              <a:t>D:/pasar_fix/apps/web/node_modules/.vite/deps/@hookform_resolvers_zod.js.map</a:t>
            </a:r>
          </a:p>
          <a:p>
            <a:pPr>
              <a:defRPr sz="1200"/>
            </a:pPr>
            <a:r>
              <a:t>D:/pasar_fix/apps/web/node_modules/.vite/deps/@lingui_core.js</a:t>
            </a:r>
          </a:p>
          <a:p>
            <a:pPr>
              <a:defRPr sz="1200"/>
            </a:pPr>
            <a:r>
              <a:t>D:/pasar_fix/apps/web/node_modules/.vite/deps/@lingui_core.js.map</a:t>
            </a:r>
          </a:p>
          <a:p>
            <a:pPr>
              <a:defRPr sz="1200"/>
            </a:pPr>
            <a:r>
              <a:t>D:/pasar_fix/apps/web/node_modules/.vite/deps/@lingui_react.js</a:t>
            </a:r>
          </a:p>
          <a:p>
            <a:pPr>
              <a:defRPr sz="1200"/>
            </a:pPr>
            <a:r>
              <a:t>D:/pasar_fix/apps/web/node_modules/.vite/deps/@lingui_react.js.map</a:t>
            </a:r>
          </a:p>
          <a:p>
            <a:pPr>
              <a:defRPr sz="1200"/>
            </a:pPr>
            <a:r>
              <a:t>D:/pasar_fix/apps/web/node_modules/.vite/deps/@orpc_client.js</a:t>
            </a:r>
          </a:p>
          <a:p>
            <a:pPr>
              <a:defRPr sz="1200"/>
            </a:pPr>
            <a:r>
              <a:t>D:/pasar_fix/apps/web/node_modules/.vite/deps/@orpc_client.js.map</a:t>
            </a:r>
          </a:p>
          <a:p>
            <a:pPr>
              <a:defRPr sz="1200"/>
            </a:pPr>
            <a:r>
              <a:t>D:/pasar_fix/apps/web/node_modules/.vite/deps/@orpc_client_fetch.js</a:t>
            </a:r>
          </a:p>
          <a:p>
            <a:pPr>
              <a:defRPr sz="1200"/>
            </a:pPr>
            <a:r>
              <a:t>D:/pasar_fix/apps/web/node_modules/.vite/deps/@orpc_client_fetch.js.map</a:t>
            </a:r>
          </a:p>
          <a:p>
            <a:pPr>
              <a:defRPr sz="1200"/>
            </a:pPr>
            <a:r>
              <a:t>D:/pasar_fix/apps/web/node_modules/.vite/deps/@orpc_openapi_fetch.js</a:t>
            </a:r>
          </a:p>
          <a:p>
            <a:pPr>
              <a:defRPr sz="1200"/>
            </a:pPr>
            <a:r>
              <a:t>D:/pasar_fix/apps/web/node_modules/.vite/deps/@orpc_openapi_fetch.js.map</a:t>
            </a:r>
          </a:p>
          <a:p>
            <a:pPr>
              <a:defRPr sz="1200"/>
            </a:pPr>
            <a:r>
              <a:t>D:/pasar_fix/apps/web/node_modules/.vite/deps/@orpc_openapi_plugins.js</a:t>
            </a:r>
          </a:p>
          <a:p>
            <a:pPr>
              <a:defRPr sz="1200"/>
            </a:pPr>
            <a:r>
              <a:t>D:/pasar_fix/apps/web/node_modules/.vite/deps/@orpc_openapi_plugins.js.map</a:t>
            </a:r>
          </a:p>
          <a:p>
            <a:pPr>
              <a:defRPr sz="1200"/>
            </a:pPr>
            <a:r>
              <a:t>D:/pasar_fix/apps/web/node_modules/.vite/deps/@orpc_server.js</a:t>
            </a:r>
          </a:p>
          <a:p>
            <a:pPr>
              <a:defRPr sz="1200"/>
            </a:pPr>
            <a:r>
              <a:t>D:/pasar_fix/apps/web/node_modules/.vite/deps/@orpc_server.js.map</a:t>
            </a:r>
          </a:p>
          <a:p>
            <a:pPr>
              <a:defRPr sz="1200"/>
            </a:pPr>
            <a:r>
              <a:t>D:/pasar_fix/apps/web/node_modules/.vite/deps/@orpc_server_fetch.js</a:t>
            </a:r>
          </a:p>
          <a:p>
            <a:pPr>
              <a:defRPr sz="1200"/>
            </a:pPr>
            <a:r>
              <a:t>D:/pasar_fix/apps/web/node_modules/.vite/deps/@orpc_server_fetch.js.map</a:t>
            </a:r>
          </a:p>
          <a:p>
            <a:pPr>
              <a:defRPr sz="1200"/>
            </a:pPr>
            <a:r>
              <a:t>D:/pasar_fix/apps/web/node_modules/.vite/deps/@orpc_tanstack-query.js</a:t>
            </a:r>
          </a:p>
          <a:p>
            <a:pPr>
              <a:defRPr sz="1200"/>
            </a:pPr>
            <a:r>
              <a:t>D:/pasar_fix/apps/web/node_modules/.vite/deps/@orpc_tanstack-query.js.map</a:t>
            </a:r>
          </a:p>
          <a:p>
            <a:pPr>
              <a:defRPr sz="1200"/>
            </a:pPr>
            <a:r>
              <a:t>D:/pasar_fix/apps/web/node_modules/.vite/deps/@orpc_zod_zod4.js</a:t>
            </a:r>
          </a:p>
          <a:p>
            <a:pPr>
              <a:defRPr sz="1200"/>
            </a:pPr>
            <a:r>
              <a:t>D:/pasar_fix/apps/web/node_modules/.vite/deps/@orpc_zod_zod4.js.map</a:t>
            </a:r>
          </a:p>
          <a:p>
            <a:pPr>
              <a:defRPr sz="1200"/>
            </a:pPr>
            <a:r>
              <a:t>D:/pasar_fix/apps/web/node_modules/.vite/deps/@radix-ui_react-avatar.js</a:t>
            </a:r>
          </a:p>
          <a:p>
            <a:pPr>
              <a:defRPr sz="1200"/>
            </a:pPr>
            <a:r>
              <a:t>D:/pasar_fix/apps/web/node_modules/.vite/deps/@radix-ui_react-avatar.js.map</a:t>
            </a:r>
          </a:p>
          <a:p>
            <a:pPr>
              <a:defRPr sz="1200"/>
            </a:pPr>
            <a:r>
              <a:t>D:/pasar_fix/apps/web/node_modules/.vite/deps/@radix-ui_react-collapsible.js</a:t>
            </a:r>
          </a:p>
          <a:p>
            <a:pPr>
              <a:defRPr sz="1200"/>
            </a:pPr>
            <a:r>
              <a:t>D:/pasar_fix/apps/web/node_modules/.vite/deps/@radix-ui_react-collapsible.js.map</a:t>
            </a:r>
          </a:p>
          <a:p>
            <a:pPr>
              <a:defRPr sz="1200"/>
            </a:pPr>
            <a:r>
              <a:t>D:/pasar_fix/apps/web/node_modules/.vite/deps/@radix-ui_react-dialog.js</a:t>
            </a:r>
          </a:p>
          <a:p>
            <a:pPr>
              <a:defRPr sz="1200"/>
            </a:pPr>
            <a:r>
              <a:t>D:/pasar_fix/apps/web/node_modules/.vite/deps/@radix-ui_react-dialog.js.map</a:t>
            </a:r>
          </a:p>
          <a:p>
            <a:pPr>
              <a:defRPr sz="1200"/>
            </a:pPr>
            <a:r>
              <a:t>D:/pasar_fix/apps/web/node_modules/.vite/deps/@radix-ui_react-dropdown-menu.js</a:t>
            </a:r>
          </a:p>
          <a:p>
            <a:pPr>
              <a:defRPr sz="1200"/>
            </a:pPr>
            <a:r>
              <a:t>D:/pasar_fix/apps/web/node_modules/.vite/deps/@radix-ui_react-dropdown-menu.js.map</a:t>
            </a:r>
          </a:p>
          <a:p>
            <a:pPr>
              <a:defRPr sz="1200"/>
            </a:pPr>
            <a:r>
              <a:t>D:/pasar_fix/apps/web/node_modules/.vite/deps/@radix-ui_react-label.js</a:t>
            </a:r>
          </a:p>
          <a:p>
            <a:pPr>
              <a:defRPr sz="1200"/>
            </a:pPr>
            <a:r>
              <a:t>D:/pasar_fix/apps/web/node_modules/.vite/deps/@radix-ui_react-label.js.map</a:t>
            </a:r>
          </a:p>
          <a:p>
            <a:pPr>
              <a:defRPr sz="1200"/>
            </a:pPr>
            <a:r>
              <a:t>D:/pasar_fix/apps/web/node_modules/.vite/deps/@radix-ui_react-popover.js</a:t>
            </a:r>
          </a:p>
          <a:p>
            <a:pPr>
              <a:defRPr sz="1200"/>
            </a:pPr>
            <a:r>
              <a:t>D:/pasar_fix/apps/web/node_modules/.vite/deps/@radix-ui_react-popover.js.map</a:t>
            </a:r>
          </a:p>
          <a:p>
            <a:pPr>
              <a:defRPr sz="1200"/>
            </a:pPr>
            <a:r>
              <a:t>D:/pasar_fix/apps/web/node_modules/.vite/deps/@radix-ui_react-progress.js</a:t>
            </a:r>
          </a:p>
          <a:p>
            <a:pPr>
              <a:defRPr sz="1200"/>
            </a:pPr>
            <a:r>
              <a:t>D:/pasar_fix/apps/web/node_modules/.vite/deps/@radix-ui_react-progress.js.map</a:t>
            </a:r>
          </a:p>
          <a:p>
            <a:pPr>
              <a:defRPr sz="1200"/>
            </a:pPr>
            <a:r>
              <a:t>D:/pasar_fix/apps/web/node_modules/.vite/deps/@radix-ui_react-scroll-area.js</a:t>
            </a:r>
          </a:p>
          <a:p>
            <a:pPr>
              <a:defRPr sz="1200"/>
            </a:pPr>
            <a:r>
              <a:t>D:/pasar_fix/apps/web/node_modules/.vite/deps/@radix-ui_react-scroll-area.js.map</a:t>
            </a:r>
          </a:p>
          <a:p>
            <a:pPr>
              <a:defRPr sz="1200"/>
            </a:pPr>
            <a:r>
              <a:t>D:/pasar_fix/apps/web/node_modules/.vite/deps/@radix-ui_react-select.js</a:t>
            </a:r>
          </a:p>
          <a:p>
            <a:pPr>
              <a:defRPr sz="1200"/>
            </a:pPr>
            <a:r>
              <a:t>D:/pasar_fix/apps/web/node_modules/.vite/deps/@radix-ui_react-select.js.map</a:t>
            </a:r>
          </a:p>
          <a:p>
            <a:pPr>
              <a:defRPr sz="1200"/>
            </a:pPr>
            <a:r>
              <a:t>D:/pasar_fix/apps/web/node_modules/.vite/deps/@radix-ui_react-separator.js</a:t>
            </a:r>
          </a:p>
          <a:p>
            <a:pPr>
              <a:defRPr sz="1200"/>
            </a:pPr>
            <a:r>
              <a:t>D:/pasar_fix/apps/web/node_modules/.vite/deps/@radix-ui_react-separator.js.map</a:t>
            </a:r>
          </a:p>
          <a:p>
            <a:pPr>
              <a:defRPr sz="1200"/>
            </a:pPr>
            <a:r>
              <a:t>D:/pasar_fix/apps/web/node_modules/.vite/deps/@radix-ui_react-slider.js</a:t>
            </a:r>
          </a:p>
          <a:p>
            <a:pPr>
              <a:defRPr sz="1200"/>
            </a:pPr>
            <a:r>
              <a:t>D:/pasar_fix/apps/web/node_modules/.vite/deps/@radix-ui_react-slider.js.map</a:t>
            </a:r>
          </a:p>
          <a:p>
            <a:pPr>
              <a:defRPr sz="1200"/>
            </a:pPr>
            <a:r>
              <a:t>D:/pasar_fix/apps/web/node_modules/.vite/deps/@radix-ui_react-slot.js</a:t>
            </a:r>
          </a:p>
          <a:p>
            <a:pPr>
              <a:defRPr sz="1200"/>
            </a:pPr>
            <a:r>
              <a:t>D:/pasar_fix/apps/web/node_modules/.vite/deps/@radix-ui_react-slot.js.map</a:t>
            </a:r>
          </a:p>
          <a:p>
            <a:pPr>
              <a:defRPr sz="1200"/>
            </a:pPr>
            <a:r>
              <a:t>D:/pasar_fix/apps/web/node_modules/.vite/deps/@radix-ui_react-switch.js</a:t>
            </a:r>
          </a:p>
          <a:p>
            <a:pPr>
              <a:defRPr sz="1200"/>
            </a:pPr>
            <a:r>
              <a:t>D:/pasar_fix/apps/web/node_modules/.vite/deps/@radix-ui_react-switch.js.map</a:t>
            </a:r>
          </a:p>
          <a:p>
            <a:pPr>
              <a:defRPr sz="1200"/>
            </a:pPr>
            <a:r>
              <a:t>D:/pasar_fix/apps/web/node_modules/.vite/deps/@radix-ui_react-tooltip.js</a:t>
            </a:r>
          </a:p>
          <a:p>
            <a:pPr>
              <a:defRPr sz="1200"/>
            </a:pPr>
            <a:r>
              <a:t>D:/pasar_fix/apps/web/node_modules/.vite/deps/@radix-ui_react-tooltip.js.map</a:t>
            </a:r>
          </a:p>
          <a:p>
            <a:pPr>
              <a:defRPr sz="1200"/>
            </a:pPr>
            <a:r>
              <a:t>D:/pasar_fix/apps/web/node_modules/.vite/deps/@t3-oss_env-core.js</a:t>
            </a:r>
          </a:p>
          <a:p>
            <a:pPr>
              <a:defRPr sz="1200"/>
            </a:pPr>
            <a:r>
              <a:t>D:/pasar_fix/apps/web/node_modules/.vite/deps/@t3-oss_env-core.js.map</a:t>
            </a:r>
          </a:p>
          <a:p>
            <a:pPr>
              <a:defRPr sz="1200"/>
            </a:pPr>
            <a:r>
              <a:t>D:/pasar_fix/apps/web/node_modules/.vite/deps/@tanstack_react-form.js</a:t>
            </a:r>
          </a:p>
          <a:p>
            <a:pPr>
              <a:defRPr sz="1200"/>
            </a:pPr>
            <a:r>
              <a:t>D:/pasar_fix/apps/web/node_modules/.vite/deps/@tanstack_react-form.js.map</a:t>
            </a:r>
          </a:p>
          <a:p>
            <a:pPr>
              <a:defRPr sz="1200"/>
            </a:pPr>
            <a:r>
              <a:t>D:/pasar_fix/apps/web/node_modules/.vite/deps/@tanstack_react-query-devtools.js</a:t>
            </a:r>
          </a:p>
          <a:p>
            <a:pPr>
              <a:defRPr sz="1200"/>
            </a:pPr>
            <a:r>
              <a:t>D:/pasar_fix/apps/web/node_modules/.vite/deps/@tanstack_react-query-devtools.js.map</a:t>
            </a:r>
          </a:p>
          <a:p>
            <a:pPr>
              <a:defRPr sz="1200"/>
            </a:pPr>
            <a:r>
              <a:t>D:/pasar_fix/apps/web/node_modules/.vite/deps/@tanstack_react-query.js</a:t>
            </a:r>
          </a:p>
          <a:p>
            <a:pPr>
              <a:defRPr sz="1200"/>
            </a:pPr>
            <a:r>
              <a:t>D:/pasar_fix/apps/web/node_modules/.vite/deps/@tanstack_react-query.js.map</a:t>
            </a:r>
          </a:p>
          <a:p>
            <a:pPr>
              <a:defRPr sz="1200"/>
            </a:pPr>
            <a:r>
              <a:t>D:/pasar_fix/apps/web/node_modules/.vite/deps/@tanstack_react-router-ssr-query.js</a:t>
            </a:r>
          </a:p>
          <a:p>
            <a:pPr>
              <a:defRPr sz="1200"/>
            </a:pPr>
            <a:r>
              <a:t>D:/pasar_fix/apps/web/node_modules/.vite/deps/@tanstack_react-router-ssr-query.js.map</a:t>
            </a:r>
          </a:p>
          <a:p>
            <a:pPr>
              <a:defRPr sz="1200"/>
            </a:pPr>
            <a:r>
              <a:t>D:/pasar_fix/apps/web/node_modules/.vite/deps/@tanstack_react-router.js</a:t>
            </a:r>
          </a:p>
          <a:p>
            <a:pPr>
              <a:defRPr sz="1200"/>
            </a:pPr>
            <a:r>
              <a:t>D:/pasar_fix/apps/web/node_modules/.vite/deps/@tanstack_react-router.js.map</a:t>
            </a:r>
          </a:p>
          <a:p>
            <a:pPr>
              <a:defRPr sz="1200"/>
            </a:pPr>
            <a:r>
              <a:t>D:/pasar_fix/apps/web/node_modules/.vite/deps/better-auth.js</a:t>
            </a:r>
          </a:p>
          <a:p>
            <a:pPr>
              <a:defRPr sz="1200"/>
            </a:pPr>
            <a:r>
              <a:t>D:/pasar_fix/apps/web/node_modules/.vite/deps/better-auth.js.map</a:t>
            </a:r>
          </a:p>
          <a:p>
            <a:pPr>
              <a:defRPr sz="1200"/>
            </a:pPr>
            <a:r>
              <a:t>D:/pasar_fix/apps/web/node_modules/.vite/deps/better-auth_adapters_drizzle.js</a:t>
            </a:r>
          </a:p>
          <a:p>
            <a:pPr>
              <a:defRPr sz="1200"/>
            </a:pPr>
            <a:r>
              <a:t>D:/pasar_fix/apps/web/node_modules/.vite/deps/better-auth_adapters_drizzle.js.map</a:t>
            </a:r>
          </a:p>
          <a:p>
            <a:pPr>
              <a:defRPr sz="1200"/>
            </a:pPr>
            <a:r>
              <a:t>D:/pasar_fix/apps/web/node_modules/.vite/deps/better-auth_react-start.js</a:t>
            </a:r>
          </a:p>
          <a:p>
            <a:pPr>
              <a:defRPr sz="1200"/>
            </a:pPr>
            <a:r>
              <a:t>D:/pasar_fix/apps/web/node_modules/.vite/deps/better-auth_react-start.js.map</a:t>
            </a:r>
          </a:p>
          <a:p>
            <a:pPr>
              <a:defRPr sz="1200"/>
            </a:pPr>
            <a:r>
              <a:t>D:/pasar_fix/apps/web/node_modules/.vite/deps/better-auth_react.js</a:t>
            </a:r>
          </a:p>
          <a:p>
            <a:pPr>
              <a:defRPr sz="1200"/>
            </a:pPr>
            <a:r>
              <a:t>D:/pasar_fix/apps/web/node_modules/.vite/deps/better-auth_react.js.map</a:t>
            </a:r>
          </a:p>
          <a:p>
            <a:pPr>
              <a:defRPr sz="1200"/>
            </a:pPr>
            <a:r>
              <a:t>D:/pasar_fix/apps/web/node_modules/.vite/deps/bun-sqlite-dialect-AL65ALRO.js</a:t>
            </a:r>
          </a:p>
          <a:p>
            <a:pPr>
              <a:defRPr sz="1200"/>
            </a:pPr>
            <a:r>
              <a:t>D:/pasar_fix/apps/web/node_modules/.vite/deps/bun-sqlite-dialect-AL65ALRO.js.map</a:t>
            </a:r>
          </a:p>
          <a:p>
            <a:pPr>
              <a:defRPr sz="1200"/>
            </a:pPr>
            <a:r>
              <a:t>D:/pasar_fix/apps/web/node_modules/.vite/deps/chunk-24GVBCQ7.js</a:t>
            </a:r>
          </a:p>
          <a:p>
            <a:pPr>
              <a:defRPr sz="1200"/>
            </a:pPr>
            <a:r>
              <a:t>D:/pasar_fix/apps/web/node_modules/.vite/deps/chunk-24GVBCQ7.js.map</a:t>
            </a:r>
          </a:p>
          <a:p>
            <a:pPr>
              <a:defRPr sz="1200"/>
            </a:pPr>
            <a:r>
              <a:t>D:/pasar_fix/apps/web/node_modules/.vite/deps/chunk-24WBLHKQ.js</a:t>
            </a:r>
          </a:p>
          <a:p>
            <a:pPr>
              <a:defRPr sz="1200"/>
            </a:pPr>
            <a:r>
              <a:t>D:/pasar_fix/apps/web/node_modules/.vite/deps/chunk-24WBLHKQ.js.map</a:t>
            </a:r>
          </a:p>
          <a:p>
            <a:pPr>
              <a:defRPr sz="1200"/>
            </a:pPr>
            <a:r>
              <a:t>D:/pasar_fix/apps/web/node_modules/.vite/deps/chunk-262OGRQM.js</a:t>
            </a:r>
          </a:p>
          <a:p>
            <a:pPr>
              <a:defRPr sz="1200"/>
            </a:pPr>
            <a:r>
              <a:t>D:/pasar_fix/apps/web/node_modules/.vite/deps/chunk-262OGRQM.js.map</a:t>
            </a:r>
          </a:p>
          <a:p>
            <a:pPr>
              <a:defRPr sz="1200"/>
            </a:pPr>
            <a:r>
              <a:t>D:/pasar_fix/apps/web/node_modules/.vite/deps/chunk-2BMOJ3U6.js</a:t>
            </a:r>
          </a:p>
          <a:p>
            <a:pPr>
              <a:defRPr sz="1200"/>
            </a:pPr>
            <a:r>
              <a:t>D:/pasar_fix/apps/web/node_modules/.vite/deps/chunk-2BMOJ3U6.js.map</a:t>
            </a:r>
          </a:p>
          <a:p>
            <a:pPr>
              <a:defRPr sz="1200"/>
            </a:pPr>
            <a:r>
              <a:t>D:/pasar_fix/apps/web/node_modules/.vite/deps/chunk-2GG25MPB.js</a:t>
            </a:r>
          </a:p>
          <a:p>
            <a:pPr>
              <a:defRPr sz="1200"/>
            </a:pPr>
            <a:r>
              <a:t>D:/pasar_fix/apps/web/node_modules/.vite/deps/chunk-2GG25MPB.js.map</a:t>
            </a:r>
          </a:p>
          <a:p>
            <a:pPr>
              <a:defRPr sz="1200"/>
            </a:pPr>
            <a:r>
              <a:t>D:/pasar_fix/apps/web/node_modules/.vite/deps/chunk-2JKLTOMB.js</a:t>
            </a:r>
          </a:p>
          <a:p>
            <a:pPr>
              <a:defRPr sz="1200"/>
            </a:pPr>
            <a:r>
              <a:t>D:/pasar_fix/apps/web/node_modules/.vite/deps/chunk-2JKLTOMB.js.map</a:t>
            </a:r>
          </a:p>
          <a:p>
            <a:pPr>
              <a:defRPr sz="1200"/>
            </a:pPr>
            <a:r>
              <a:t>D:/pasar_fix/apps/web/node_modules/.vite/deps/chunk-2TP72YYQ.js</a:t>
            </a:r>
          </a:p>
          <a:p>
            <a:pPr>
              <a:defRPr sz="1200"/>
            </a:pPr>
            <a:r>
              <a:t>D:/pasar_fix/apps/web/node_modules/.vite/deps/chunk-2TP72YYQ.js.map</a:t>
            </a:r>
          </a:p>
          <a:p>
            <a:pPr>
              <a:defRPr sz="1200"/>
            </a:pPr>
            <a:r>
              <a:t>D:/pasar_fix/apps/web/node_modules/.vite/deps/chunk-2W5C7234.js</a:t>
            </a:r>
          </a:p>
          <a:p>
            <a:pPr>
              <a:defRPr sz="1200"/>
            </a:pPr>
            <a:r>
              <a:t>D:/pasar_fix/apps/web/node_modules/.vite/deps/chunk-2W5C7234.js.map</a:t>
            </a:r>
          </a:p>
          <a:p>
            <a:pPr>
              <a:defRPr sz="1200"/>
            </a:pPr>
            <a:r>
              <a:t>D:/pasar_fix/apps/web/node_modules/.vite/deps/chunk-32EE6TI6.js</a:t>
            </a:r>
          </a:p>
          <a:p>
            <a:pPr>
              <a:defRPr sz="1200"/>
            </a:pPr>
            <a:r>
              <a:t>D:/pasar_fix/apps/web/node_modules/.vite/deps/chunk-32EE6TI6.js.map</a:t>
            </a:r>
          </a:p>
          <a:p>
            <a:pPr>
              <a:defRPr sz="1200"/>
            </a:pPr>
            <a:r>
              <a:t>D:/pasar_fix/apps/web/node_modules/.vite/deps/chunk-4BSNR3NO.js</a:t>
            </a:r>
          </a:p>
          <a:p>
            <a:pPr>
              <a:defRPr sz="1200"/>
            </a:pPr>
            <a:r>
              <a:t>D:/pasar_fix/apps/web/node_modules/.vite/deps/chunk-4BSNR3NO.js.map</a:t>
            </a:r>
          </a:p>
          <a:p>
            <a:pPr>
              <a:defRPr sz="1200"/>
            </a:pPr>
            <a:r>
              <a:t>D:/pasar_fix/apps/web/node_modules/.vite/deps/chunk-52M2LSGF.js</a:t>
            </a:r>
          </a:p>
          <a:p>
            <a:pPr>
              <a:defRPr sz="1200"/>
            </a:pPr>
            <a:r>
              <a:t>D:/pasar_fix/apps/web/node_modules/.vite/deps/chunk-52M2LSGF.js.map</a:t>
            </a:r>
          </a:p>
          <a:p>
            <a:pPr>
              <a:defRPr sz="1200"/>
            </a:pPr>
            <a:r>
              <a:t>D:/pasar_fix/apps/web/node_modules/.vite/deps/chunk-5ZXONPK2.js</a:t>
            </a:r>
          </a:p>
          <a:p>
            <a:pPr>
              <a:defRPr sz="1200"/>
            </a:pPr>
            <a:r>
              <a:t>D:/pasar_fix/apps/web/node_modules/.vite/deps/chunk-5ZXONPK2.js.map</a:t>
            </a:r>
          </a:p>
          <a:p>
            <a:pPr>
              <a:defRPr sz="1200"/>
            </a:pPr>
            <a:r>
              <a:t>D:/pasar_fix/apps/web/node_modules/.vite/deps/chunk-6IKGHPRX.js</a:t>
            </a:r>
          </a:p>
          <a:p>
            <a:pPr>
              <a:defRPr sz="1200"/>
            </a:pPr>
            <a:r>
              <a:t>D:/pasar_fix/apps/web/node_modules/.vite/deps/chunk-6IKGHPRX.js.map</a:t>
            </a:r>
          </a:p>
          <a:p>
            <a:pPr>
              <a:defRPr sz="1200"/>
            </a:pPr>
            <a:r>
              <a:t>D:/pasar_fix/apps/web/node_modules/.vite/deps/chunk-6NKCVHT4.js</a:t>
            </a:r>
          </a:p>
          <a:p>
            <a:pPr>
              <a:defRPr sz="1200"/>
            </a:pPr>
            <a:r>
              <a:t>D:/pasar_fix/apps/web/node_modules/.vite/deps/chunk-6NKCVHT4.js.map</a:t>
            </a:r>
          </a:p>
          <a:p>
            <a:pPr>
              <a:defRPr sz="1200"/>
            </a:pPr>
            <a:r>
              <a:t>D:/pasar_fix/apps/web/node_modules/.vite/deps/chunk-7RWZE7N2.js</a:t>
            </a:r>
          </a:p>
          <a:p>
            <a:pPr>
              <a:defRPr sz="1200"/>
            </a:pPr>
            <a:r>
              <a:t>D:/pasar_fix/apps/web/node_modules/.vite/deps/chunk-7RWZE7N2.js.map</a:t>
            </a:r>
          </a:p>
          <a:p>
            <a:pPr>
              <a:defRPr sz="1200"/>
            </a:pPr>
            <a:r>
              <a:t>D:/pasar_fix/apps/web/node_modules/.vite/deps/chunk-7VGO3ZXD.js</a:t>
            </a:r>
          </a:p>
          <a:p>
            <a:pPr>
              <a:defRPr sz="1200"/>
            </a:pPr>
            <a:r>
              <a:t>D:/pasar_fix/apps/web/node_modules/.vite/deps/chunk-7VGO3ZXD.js.map</a:t>
            </a:r>
          </a:p>
          <a:p>
            <a:pPr>
              <a:defRPr sz="1200"/>
            </a:pPr>
            <a:r>
              <a:t>D:/pasar_fix/apps/web/node_modules/.vite/deps/chunk-AHO35RAA.js</a:t>
            </a:r>
          </a:p>
          <a:p>
            <a:pPr>
              <a:defRPr sz="1200"/>
            </a:pPr>
            <a:r>
              <a:t>D:/pasar_fix/apps/web/node_modules/.vite/deps/chunk-AHO35RAA.js.map</a:t>
            </a:r>
          </a:p>
          <a:p>
            <a:pPr>
              <a:defRPr sz="1200"/>
            </a:pPr>
            <a:r>
              <a:t>D:/pasar_fix/apps/web/node_modules/.vite/deps/chunk-BC46MP6R.js</a:t>
            </a:r>
          </a:p>
          <a:p>
            <a:pPr>
              <a:defRPr sz="1200"/>
            </a:pPr>
            <a:r>
              <a:t>D:/pasar_fix/apps/web/node_modules/.vite/deps/chunk-BC46MP6R.js.map</a:t>
            </a:r>
          </a:p>
          <a:p>
            <a:pPr>
              <a:defRPr sz="1200"/>
            </a:pPr>
            <a:r>
              <a:t>D:/pasar_fix/apps/web/node_modules/.vite/deps/chunk-BEUSUXQR.js</a:t>
            </a:r>
          </a:p>
          <a:p>
            <a:pPr>
              <a:defRPr sz="1200"/>
            </a:pPr>
            <a:r>
              <a:t>D:/pasar_fix/apps/web/node_modules/.vite/deps/chunk-BEUSUXQR.js.map</a:t>
            </a:r>
          </a:p>
          <a:p>
            <a:pPr>
              <a:defRPr sz="1200"/>
            </a:pPr>
            <a:r>
              <a:t>D:/pasar_fix/apps/web/node_modules/.vite/deps/chunk-BLU6DZ4W.js</a:t>
            </a:r>
          </a:p>
          <a:p>
            <a:pPr>
              <a:defRPr sz="1200"/>
            </a:pPr>
            <a:r>
              <a:t>D:/pasar_fix/apps/web/node_modules/.vite/deps/chunk-BLU6DZ4W.js.map</a:t>
            </a:r>
          </a:p>
          <a:p>
            <a:pPr>
              <a:defRPr sz="1200"/>
            </a:pPr>
            <a:r>
              <a:t>D:/pasar_fix/apps/web/node_modules/.vite/deps/chunk-CKIZTCKN.js</a:t>
            </a:r>
          </a:p>
          <a:p>
            <a:pPr>
              <a:defRPr sz="1200"/>
            </a:pPr>
            <a:r>
              <a:t>D:/pasar_fix/apps/web/node_modules/.vite/deps/chunk-CKIZTCKN.js.map</a:t>
            </a:r>
          </a:p>
          <a:p>
            <a:pPr>
              <a:defRPr sz="1200"/>
            </a:pPr>
            <a:r>
              <a:t>D:/pasar_fix/apps/web/node_modules/.vite/deps/chunk-CPQMACJP.js</a:t>
            </a:r>
          </a:p>
          <a:p>
            <a:pPr>
              <a:defRPr sz="1200"/>
            </a:pPr>
            <a:r>
              <a:t>D:/pasar_fix/apps/web/node_modules/.vite/deps/chunk-CPQMACJP.js.map</a:t>
            </a:r>
          </a:p>
          <a:p>
            <a:pPr>
              <a:defRPr sz="1200"/>
            </a:pPr>
            <a:r>
              <a:t>D:/pasar_fix/apps/web/node_modules/.vite/deps/chunk-D6GS4AUB.js</a:t>
            </a:r>
          </a:p>
          <a:p>
            <a:pPr>
              <a:defRPr sz="1200"/>
            </a:pPr>
            <a:r>
              <a:t>D:/pasar_fix/apps/web/node_modules/.vite/deps/chunk-D6GS4AUB.js.map</a:t>
            </a:r>
          </a:p>
          <a:p>
            <a:pPr>
              <a:defRPr sz="1200"/>
            </a:pPr>
            <a:r>
              <a:t>D:/pasar_fix/apps/web/node_modules/.vite/deps/chunk-DAVSID5O.js</a:t>
            </a:r>
          </a:p>
          <a:p>
            <a:pPr>
              <a:defRPr sz="1200"/>
            </a:pPr>
            <a:r>
              <a:t>D:/pasar_fix/apps/web/node_modules/.vite/deps/chunk-DAVSID5O.js.map</a:t>
            </a:r>
          </a:p>
          <a:p>
            <a:pPr>
              <a:defRPr sz="1200"/>
            </a:pPr>
            <a:r>
              <a:t>D:/pasar_fix/apps/web/node_modules/.vite/deps/chunk-DB2Y2L5F.js</a:t>
            </a:r>
          </a:p>
          <a:p>
            <a:pPr>
              <a:defRPr sz="1200"/>
            </a:pPr>
            <a:r>
              <a:t>D:/pasar_fix/apps/web/node_modules/.vite/deps/chunk-DB2Y2L5F.js.map</a:t>
            </a:r>
          </a:p>
          <a:p>
            <a:pPr>
              <a:defRPr sz="1200"/>
            </a:pPr>
            <a:r>
              <a:t>D:/pasar_fix/apps/web/node_modules/.vite/deps/chunk-E2QPV2CY.js</a:t>
            </a:r>
          </a:p>
          <a:p>
            <a:pPr>
              <a:defRPr sz="1200"/>
            </a:pPr>
            <a:r>
              <a:t>D:/pasar_fix/apps/web/node_modules/.vite/deps/chunk-E2QPV2CY.js.map</a:t>
            </a:r>
          </a:p>
          <a:p>
            <a:pPr>
              <a:defRPr sz="1200"/>
            </a:pPr>
            <a:r>
              <a:t>D:/pasar_fix/apps/web/node_modules/.vite/deps/chunk-E7LLV4LW.js</a:t>
            </a:r>
          </a:p>
          <a:p>
            <a:pPr>
              <a:defRPr sz="1200"/>
            </a:pPr>
            <a:r>
              <a:t>D:/pasar_fix/apps/web/node_modules/.vite/deps/chunk-E7LLV4LW.js.map</a:t>
            </a:r>
          </a:p>
          <a:p>
            <a:pPr>
              <a:defRPr sz="1200"/>
            </a:pPr>
            <a:r>
              <a:t>D:/pasar_fix/apps/web/node_modules/.vite/deps/chunk-G3PMV62Z.js</a:t>
            </a:r>
          </a:p>
          <a:p>
            <a:pPr>
              <a:defRPr sz="1200"/>
            </a:pPr>
            <a:r>
              <a:t>D:/pasar_fix/apps/web/node_modules/.vite/deps/chunk-G3PMV62Z.js.map</a:t>
            </a:r>
          </a:p>
          <a:p>
            <a:pPr>
              <a:defRPr sz="1200"/>
            </a:pPr>
            <a:r>
              <a:t>D:/pasar_fix/apps/web/node_modules/.vite/deps/chunk-GUVWLSVR.js</a:t>
            </a:r>
          </a:p>
          <a:p>
            <a:pPr>
              <a:defRPr sz="1200"/>
            </a:pPr>
            <a:r>
              <a:t>D:/pasar_fix/apps/web/node_modules/.vite/deps/chunk-GUVWLSVR.js.map</a:t>
            </a:r>
          </a:p>
          <a:p>
            <a:pPr>
              <a:defRPr sz="1200"/>
            </a:pPr>
            <a:r>
              <a:t>D:/pasar_fix/apps/web/node_modules/.vite/deps/chunk-JGAW2D4J.js</a:t>
            </a:r>
          </a:p>
          <a:p>
            <a:pPr>
              <a:defRPr sz="1200"/>
            </a:pPr>
            <a:r>
              <a:t>D:/pasar_fix/apps/web/node_modules/.vite/deps/chunk-JGAW2D4J.js.map</a:t>
            </a:r>
          </a:p>
          <a:p>
            <a:pPr>
              <a:defRPr sz="1200"/>
            </a:pPr>
            <a:r>
              <a:t>D:/pasar_fix/apps/web/node_modules/.vite/deps/chunk-JSQ3O5XU.js</a:t>
            </a:r>
          </a:p>
          <a:p>
            <a:pPr>
              <a:defRPr sz="1200"/>
            </a:pPr>
            <a:r>
              <a:t>D:/pasar_fix/apps/web/node_modules/.vite/deps/chunk-JSQ3O5XU.js.map</a:t>
            </a:r>
          </a:p>
          <a:p>
            <a:pPr>
              <a:defRPr sz="1200"/>
            </a:pPr>
            <a:r>
              <a:t>D:/pasar_fix/apps/web/node_modules/.vite/deps/chunk-JWLEB5KK.js</a:t>
            </a:r>
          </a:p>
          <a:p>
            <a:pPr>
              <a:defRPr sz="1200"/>
            </a:pPr>
            <a:r>
              <a:t>D:/pasar_fix/apps/web/node_modules/.vite/deps/chunk-JWLEB5KK.js.map</a:t>
            </a:r>
          </a:p>
          <a:p>
            <a:pPr>
              <a:defRPr sz="1200"/>
            </a:pPr>
            <a:r>
              <a:t>D:/pasar_fix/apps/web/node_modules/.vite/deps/chunk-KEJYDRYQ.js</a:t>
            </a:r>
          </a:p>
          <a:p>
            <a:pPr>
              <a:defRPr sz="1200"/>
            </a:pPr>
            <a:r>
              <a:t>D:/pasar_fix/apps/web/node_modules/.vite/deps/chunk-KEJYDRYQ.js.map</a:t>
            </a:r>
          </a:p>
          <a:p>
            <a:pPr>
              <a:defRPr sz="1200"/>
            </a:pPr>
            <a:r>
              <a:t>D:/pasar_fix/apps/web/node_modules/.vite/deps/chunk-L6RAYCKF.js</a:t>
            </a:r>
          </a:p>
          <a:p>
            <a:pPr>
              <a:defRPr sz="1200"/>
            </a:pPr>
            <a:r>
              <a:t>D:/pasar_fix/apps/web/node_modules/.vite/deps/chunk-L6RAYCKF.js.map</a:t>
            </a:r>
          </a:p>
          <a:p>
            <a:pPr>
              <a:defRPr sz="1200"/>
            </a:pPr>
            <a:r>
              <a:t>D:/pasar_fix/apps/web/node_modules/.vite/deps/chunk-LNM6Y6V2.js</a:t>
            </a:r>
          </a:p>
          <a:p>
            <a:pPr>
              <a:defRPr sz="1200"/>
            </a:pPr>
            <a:r>
              <a:t>D:/pasar_fix/apps/web/node_modules/.vite/deps/chunk-LNM6Y6V2.js.map</a:t>
            </a:r>
          </a:p>
          <a:p>
            <a:pPr>
              <a:defRPr sz="1200"/>
            </a:pPr>
            <a:r>
              <a:t>D:/pasar_fix/apps/web/node_modules/.vite/deps/chunk-MJWMNKLJ.js</a:t>
            </a:r>
          </a:p>
          <a:p>
            <a:pPr>
              <a:defRPr sz="1200"/>
            </a:pPr>
            <a:r>
              <a:t>D:/pasar_fix/apps/web/node_modules/.vite/deps/chunk-MJWMNKLJ.js.map</a:t>
            </a:r>
          </a:p>
          <a:p>
            <a:pPr>
              <a:defRPr sz="1200"/>
            </a:pPr>
            <a:r>
              <a:t>D:/pasar_fix/apps/web/node_modules/.vite/deps/chunk-MQEHZO3I.js</a:t>
            </a:r>
          </a:p>
          <a:p>
            <a:pPr>
              <a:defRPr sz="1200"/>
            </a:pPr>
            <a:r>
              <a:t>D:/pasar_fix/apps/web/node_modules/.vite/deps/chunk-MQEHZO3I.js.map</a:t>
            </a:r>
          </a:p>
          <a:p>
            <a:pPr>
              <a:defRPr sz="1200"/>
            </a:pPr>
            <a:r>
              <a:t>D:/pasar_fix/apps/web/node_modules/.vite/deps/chunk-MRNXESVA.js</a:t>
            </a:r>
          </a:p>
          <a:p>
            <a:pPr>
              <a:defRPr sz="1200"/>
            </a:pPr>
            <a:r>
              <a:t>D:/pasar_fix/apps/web/node_modules/.vite/deps/chunk-MRNXESVA.js.map</a:t>
            </a:r>
          </a:p>
          <a:p>
            <a:pPr>
              <a:defRPr sz="1200"/>
            </a:pPr>
            <a:r>
              <a:t>D:/pasar_fix/apps/web/node_modules/.vite/deps/chunk-MRWSYEID.js</a:t>
            </a:r>
          </a:p>
          <a:p>
            <a:pPr>
              <a:defRPr sz="1200"/>
            </a:pPr>
            <a:r>
              <a:t>D:/pasar_fix/apps/web/node_modules/.vite/deps/chunk-MRWSYEID.js.map</a:t>
            </a:r>
          </a:p>
          <a:p>
            <a:pPr>
              <a:defRPr sz="1200"/>
            </a:pPr>
            <a:r>
              <a:t>D:/pasar_fix/apps/web/node_modules/.vite/deps/chunk-MSNR4KGO.js</a:t>
            </a:r>
          </a:p>
          <a:p>
            <a:pPr>
              <a:defRPr sz="1200"/>
            </a:pPr>
            <a:r>
              <a:t>D:/pasar_fix/apps/web/node_modules/.vite/deps/chunk-MSNR4KGO.js.map</a:t>
            </a:r>
          </a:p>
          <a:p>
            <a:pPr>
              <a:defRPr sz="1200"/>
            </a:pPr>
            <a:r>
              <a:t>D:/pasar_fix/apps/web/node_modules/.vite/deps/chunk-NOZHO43R.js</a:t>
            </a:r>
          </a:p>
          <a:p>
            <a:pPr>
              <a:defRPr sz="1200"/>
            </a:pPr>
            <a:r>
              <a:t>D:/pasar_fix/apps/web/node_modules/.vite/deps/chunk-NOZHO43R.js.map</a:t>
            </a:r>
          </a:p>
          <a:p>
            <a:pPr>
              <a:defRPr sz="1200"/>
            </a:pPr>
            <a:r>
              <a:t>D:/pasar_fix/apps/web/node_modules/.vite/deps/chunk-P55CK7QE.js</a:t>
            </a:r>
          </a:p>
          <a:p>
            <a:pPr>
              <a:defRPr sz="1200"/>
            </a:pPr>
            <a:r>
              <a:t>D:/pasar_fix/apps/web/node_modules/.vite/deps/chunk-P55CK7QE.js.map</a:t>
            </a:r>
          </a:p>
          <a:p>
            <a:pPr>
              <a:defRPr sz="1200"/>
            </a:pPr>
            <a:r>
              <a:t>D:/pasar_fix/apps/web/node_modules/.vite/deps/chunk-PNVXMT5C.js</a:t>
            </a:r>
          </a:p>
          <a:p>
            <a:pPr>
              <a:defRPr sz="1200"/>
            </a:pPr>
            <a:r>
              <a:t>D:/pasar_fix/apps/web/node_modules/.vite/deps/chunk-PNVXMT5C.js.map</a:t>
            </a:r>
          </a:p>
          <a:p>
            <a:pPr>
              <a:defRPr sz="1200"/>
            </a:pPr>
            <a:r>
              <a:t>D:/pasar_fix/apps/web/node_modules/.vite/deps/chunk-PUYDBDIK.js</a:t>
            </a:r>
          </a:p>
          <a:p>
            <a:pPr>
              <a:defRPr sz="1200"/>
            </a:pPr>
            <a:r>
              <a:t>D:/pasar_fix/apps/web/node_modules/.vite/deps/chunk-PUYDBDIK.js.map</a:t>
            </a:r>
          </a:p>
          <a:p>
            <a:pPr>
              <a:defRPr sz="1200"/>
            </a:pPr>
            <a:r>
              <a:t>D:/pasar_fix/apps/web/node_modules/.vite/deps/chunk-PYRPWVZB.js</a:t>
            </a:r>
          </a:p>
          <a:p>
            <a:pPr>
              <a:defRPr sz="1200"/>
            </a:pPr>
            <a:r>
              <a:t>D:/pasar_fix/apps/web/node_modules/.vite/deps/chunk-PYRPWVZB.js.map</a:t>
            </a:r>
          </a:p>
          <a:p>
            <a:pPr>
              <a:defRPr sz="1200"/>
            </a:pPr>
            <a:r>
              <a:t>D:/pasar_fix/apps/web/node_modules/.vite/deps/chunk-R7Q6MBVJ.js</a:t>
            </a:r>
          </a:p>
          <a:p>
            <a:pPr>
              <a:defRPr sz="1200"/>
            </a:pPr>
            <a:r>
              <a:t>D:/pasar_fix/apps/web/node_modules/.vite/deps/chunk-R7Q6MBVJ.js.map</a:t>
            </a:r>
          </a:p>
          <a:p>
            <a:pPr>
              <a:defRPr sz="1200"/>
            </a:pPr>
            <a:r>
              <a:t>D:/pasar_fix/apps/web/node_modules/.vite/deps/chunk-RLBWGHSY.js</a:t>
            </a:r>
          </a:p>
          <a:p>
            <a:pPr>
              <a:defRPr sz="1200"/>
            </a:pPr>
            <a:r>
              <a:t>D:/pasar_fix/apps/web/node_modules/.vite/deps/chunk-RLBWGHSY.js.map</a:t>
            </a:r>
          </a:p>
          <a:p>
            <a:pPr>
              <a:defRPr sz="1200"/>
            </a:pPr>
            <a:r>
              <a:t>D:/pasar_fix/apps/web/node_modules/.vite/deps/chunk-RMWDHZ54.js</a:t>
            </a:r>
          </a:p>
          <a:p>
            <a:pPr>
              <a:defRPr sz="1200"/>
            </a:pPr>
            <a:r>
              <a:t>D:/pasar_fix/apps/web/node_modules/.vite/deps/chunk-RMWDHZ54.js.map</a:t>
            </a:r>
          </a:p>
          <a:p>
            <a:pPr>
              <a:defRPr sz="1200"/>
            </a:pPr>
            <a:r>
              <a:t>D:/pasar_fix/apps/web/node_modules/.vite/deps/chunk-RPSLWARK.js</a:t>
            </a:r>
          </a:p>
          <a:p>
            <a:pPr>
              <a:defRPr sz="1200"/>
            </a:pPr>
            <a:r>
              <a:t>D:/pasar_fix/apps/web/node_modules/.vite/deps/chunk-RPSLWARK.js.map</a:t>
            </a:r>
          </a:p>
          <a:p>
            <a:pPr>
              <a:defRPr sz="1200"/>
            </a:pPr>
            <a:r>
              <a:t>D:/pasar_fix/apps/web/node_modules/.vite/deps/chunk-TQFWYAVH.js</a:t>
            </a:r>
          </a:p>
          <a:p>
            <a:pPr>
              <a:defRPr sz="1200"/>
            </a:pPr>
            <a:r>
              <a:t>D:/pasar_fix/apps/web/node_modules/.vite/deps/chunk-TQFWYAVH.js.map</a:t>
            </a:r>
          </a:p>
          <a:p>
            <a:pPr>
              <a:defRPr sz="1200"/>
            </a:pPr>
            <a:r>
              <a:t>D:/pasar_fix/apps/web/node_modules/.vite/deps/chunk-TUVDTPRD.js</a:t>
            </a:r>
          </a:p>
          <a:p>
            <a:pPr>
              <a:defRPr sz="1200"/>
            </a:pPr>
            <a:r>
              <a:t>D:/pasar_fix/apps/web/node_modules/.vite/deps/chunk-TUVDTPRD.js.map</a:t>
            </a:r>
          </a:p>
          <a:p>
            <a:pPr>
              <a:defRPr sz="1200"/>
            </a:pPr>
            <a:r>
              <a:t>D:/pasar_fix/apps/web/node_modules/.vite/deps/chunk-TYYGO3KD.js</a:t>
            </a:r>
          </a:p>
          <a:p>
            <a:pPr>
              <a:defRPr sz="1200"/>
            </a:pPr>
            <a:r>
              <a:t>D:/pasar_fix/apps/web/node_modules/.vite/deps/chunk-TYYGO3KD.js.map</a:t>
            </a:r>
          </a:p>
          <a:p>
            <a:pPr>
              <a:defRPr sz="1200"/>
            </a:pPr>
            <a:r>
              <a:t>D:/pasar_fix/apps/web/node_modules/.vite/deps/chunk-U56ZAJRJ.js</a:t>
            </a:r>
          </a:p>
          <a:p>
            <a:pPr>
              <a:defRPr sz="1200"/>
            </a:pPr>
            <a:r>
              <a:t>D:/pasar_fix/apps/web/node_modules/.vite/deps/chunk-U56ZAJRJ.js.map</a:t>
            </a:r>
          </a:p>
          <a:p>
            <a:pPr>
              <a:defRPr sz="1200"/>
            </a:pPr>
            <a:r>
              <a:t>D:/pasar_fix/apps/web/node_modules/.vite/deps/chunk-U5JKF5WI.js</a:t>
            </a:r>
          </a:p>
          <a:p>
            <a:pPr>
              <a:defRPr sz="1200"/>
            </a:pPr>
            <a:r>
              <a:t>D:/pasar_fix/apps/web/node_modules/.vite/deps/chunk-U5JKF5WI.js.map</a:t>
            </a:r>
          </a:p>
          <a:p>
            <a:pPr>
              <a:defRPr sz="1200"/>
            </a:pPr>
            <a:r>
              <a:t>D:/pasar_fix/apps/web/node_modules/.vite/deps/chunk-UKANOJI7.js</a:t>
            </a:r>
          </a:p>
          <a:p>
            <a:pPr>
              <a:defRPr sz="1200"/>
            </a:pPr>
            <a:r>
              <a:t>D:/pasar_fix/apps/web/node_modules/.vite/deps/chunk-UKANOJI7.js.map</a:t>
            </a:r>
          </a:p>
          <a:p>
            <a:pPr>
              <a:defRPr sz="1200"/>
            </a:pPr>
            <a:r>
              <a:t>D:/pasar_fix/apps/web/node_modules/.vite/deps/chunk-UNPZ5TSZ.js</a:t>
            </a:r>
          </a:p>
          <a:p>
            <a:pPr>
              <a:defRPr sz="1200"/>
            </a:pPr>
            <a:r>
              <a:t>D:/pasar_fix/apps/web/node_modules/.vite/deps/chunk-UNPZ5TSZ.js.map</a:t>
            </a:r>
          </a:p>
          <a:p>
            <a:pPr>
              <a:defRPr sz="1200"/>
            </a:pPr>
            <a:r>
              <a:t>D:/pasar_fix/apps/web/node_modules/.vite/deps/chunk-VYLGKF55.js</a:t>
            </a:r>
          </a:p>
          <a:p>
            <a:pPr>
              <a:defRPr sz="1200"/>
            </a:pPr>
            <a:r>
              <a:t>D:/pasar_fix/apps/web/node_modules/.vite/deps/chunk-VYLGKF55.js.map</a:t>
            </a:r>
          </a:p>
          <a:p>
            <a:pPr>
              <a:defRPr sz="1200"/>
            </a:pPr>
            <a:r>
              <a:t>D:/pasar_fix/apps/web/node_modules/.vite/deps/chunk-WYQYPGF4.js</a:t>
            </a:r>
          </a:p>
          <a:p>
            <a:pPr>
              <a:defRPr sz="1200"/>
            </a:pPr>
            <a:r>
              <a:t>D:/pasar_fix/apps/web/node_modules/.vite/deps/chunk-WYQYPGF4.js.map</a:t>
            </a:r>
          </a:p>
          <a:p>
            <a:pPr>
              <a:defRPr sz="1200"/>
            </a:pPr>
            <a:r>
              <a:t>D:/pasar_fix/apps/web/node_modules/.vite/deps/chunk-XA2F3TYZ.js</a:t>
            </a:r>
          </a:p>
          <a:p>
            <a:pPr>
              <a:defRPr sz="1200"/>
            </a:pPr>
            <a:r>
              <a:t>D:/pasar_fix/apps/web/node_modules/.vite/deps/chunk-XA2F3TYZ.js.map</a:t>
            </a:r>
          </a:p>
          <a:p>
            <a:pPr>
              <a:defRPr sz="1200"/>
            </a:pPr>
            <a:r>
              <a:t>D:/pasar_fix/apps/web/node_modules/.vite/deps/chunk-XJR2BK4R.js</a:t>
            </a:r>
          </a:p>
          <a:p>
            <a:pPr>
              <a:defRPr sz="1200"/>
            </a:pPr>
            <a:r>
              <a:t>D:/pasar_fix/apps/web/node_modules/.vite/deps/chunk-XJR2BK4R.js.map</a:t>
            </a:r>
          </a:p>
          <a:p>
            <a:pPr>
              <a:defRPr sz="1200"/>
            </a:pPr>
            <a:r>
              <a:t>D:/pasar_fix/apps/web/node_modules/.vite/deps/chunk-XVGBXZ5L.js</a:t>
            </a:r>
          </a:p>
          <a:p>
            <a:pPr>
              <a:defRPr sz="1200"/>
            </a:pPr>
            <a:r>
              <a:t>D:/pasar_fix/apps/web/node_modules/.vite/deps/chunk-XVGBXZ5L.js.map</a:t>
            </a:r>
          </a:p>
          <a:p>
            <a:pPr>
              <a:defRPr sz="1200"/>
            </a:pPr>
            <a:r>
              <a:t>D:/pasar_fix/apps/web/node_modules/.vite/deps/chunk-XWWEEYBG.js</a:t>
            </a:r>
          </a:p>
          <a:p>
            <a:pPr>
              <a:defRPr sz="1200"/>
            </a:pPr>
            <a:r>
              <a:t>D:/pasar_fix/apps/web/node_modules/.vite/deps/chunk-XWWEEYBG.js.map</a:t>
            </a:r>
          </a:p>
          <a:p>
            <a:pPr>
              <a:defRPr sz="1200"/>
            </a:pPr>
            <a:r>
              <a:t>D:/pasar_fix/apps/web/node_modules/.vite/deps/chunk-YDEEFCW3.js</a:t>
            </a:r>
          </a:p>
          <a:p>
            <a:pPr>
              <a:defRPr sz="1200"/>
            </a:pPr>
            <a:r>
              <a:t>D:/pasar_fix/apps/web/node_modules/.vite/deps/chunk-YDEEFCW3.js.map</a:t>
            </a:r>
          </a:p>
          <a:p>
            <a:pPr>
              <a:defRPr sz="1200"/>
            </a:pPr>
            <a:r>
              <a:t>D:/pasar_fix/apps/web/node_modules/.vite/deps/chunk-YI7KH5G7.js</a:t>
            </a:r>
          </a:p>
          <a:p>
            <a:pPr>
              <a:defRPr sz="1200"/>
            </a:pPr>
            <a:r>
              <a:t>D:/pasar_fix/apps/web/node_modules/.vite/deps/chunk-YI7KH5G7.js.map</a:t>
            </a:r>
          </a:p>
          <a:p>
            <a:pPr>
              <a:defRPr sz="1200"/>
            </a:pPr>
            <a:r>
              <a:t>D:/pasar_fix/apps/web/node_modules/.vite/deps/chunk-YI7XJE7H.js</a:t>
            </a:r>
          </a:p>
          <a:p>
            <a:pPr>
              <a:defRPr sz="1200"/>
            </a:pPr>
            <a:r>
              <a:t>D:/pasar_fix/apps/web/node_modules/.vite/deps/chunk-YI7XJE7H.js.map</a:t>
            </a:r>
          </a:p>
          <a:p>
            <a:pPr>
              <a:defRPr sz="1200"/>
            </a:pPr>
            <a:r>
              <a:t>D:/pasar_fix/apps/web/node_modules/.vite/deps/chunk-YKWQOG5I.js</a:t>
            </a:r>
          </a:p>
          <a:p>
            <a:pPr>
              <a:defRPr sz="1200"/>
            </a:pPr>
            <a:r>
              <a:t>D:/pasar_fix/apps/web/node_modules/.vite/deps/chunk-YKWQOG5I.js.map</a:t>
            </a:r>
          </a:p>
          <a:p>
            <a:pPr>
              <a:defRPr sz="1200"/>
            </a:pPr>
            <a:r>
              <a:t>D:/pasar_fix/apps/web/node_modules/.vite/deps/chunk-YXFMLZDL.js</a:t>
            </a:r>
          </a:p>
          <a:p>
            <a:pPr>
              <a:defRPr sz="1200"/>
            </a:pPr>
            <a:r>
              <a:t>D:/pasar_fix/apps/web/node_modules/.vite/deps/chunk-YXFMLZDL.js.map</a:t>
            </a:r>
          </a:p>
          <a:p>
            <a:pPr>
              <a:defRPr sz="1200"/>
            </a:pPr>
            <a:r>
              <a:t>D:/pasar_fix/apps/web/node_modules/.vite/deps/chunk-YZV32W4P.js</a:t>
            </a:r>
          </a:p>
          <a:p>
            <a:pPr>
              <a:defRPr sz="1200"/>
            </a:pPr>
            <a:r>
              <a:t>D:/pasar_fix/apps/web/node_modules/.vite/deps/chunk-YZV32W4P.js.map</a:t>
            </a:r>
          </a:p>
          <a:p>
            <a:pPr>
              <a:defRPr sz="1200"/>
            </a:pPr>
            <a:r>
              <a:t>D:/pasar_fix/apps/web/node_modules/.vite/deps/chunk-Z4E6AUTB.js</a:t>
            </a:r>
          </a:p>
          <a:p>
            <a:pPr>
              <a:defRPr sz="1200"/>
            </a:pPr>
            <a:r>
              <a:t>D:/pasar_fix/apps/web/node_modules/.vite/deps/chunk-Z4E6AUTB.js.map</a:t>
            </a:r>
          </a:p>
          <a:p>
            <a:pPr>
              <a:defRPr sz="1200"/>
            </a:pPr>
            <a:r>
              <a:t>D:/pasar_fix/apps/web/node_modules/.vite/deps/chunks-GNPC7BRU.js</a:t>
            </a:r>
          </a:p>
          <a:p>
            <a:pPr>
              <a:defRPr sz="1200"/>
            </a:pPr>
            <a:r>
              <a:t>D:/pasar_fix/apps/web/node_modules/.vite/deps/chunks-GNPC7BRU.js.map</a:t>
            </a:r>
          </a:p>
          <a:p>
            <a:pPr>
              <a:defRPr sz="1200"/>
            </a:pPr>
            <a:r>
              <a:t>D:/pasar_fix/apps/web/node_modules/.vite/deps/class-variance-authority.js</a:t>
            </a:r>
          </a:p>
          <a:p>
            <a:pPr>
              <a:defRPr sz="1200"/>
            </a:pPr>
            <a:r>
              <a:t>D:/pasar_fix/apps/web/node_modules/.vite/deps/class-variance-authority.js.map</a:t>
            </a:r>
          </a:p>
          <a:p>
            <a:pPr>
              <a:defRPr sz="1200"/>
            </a:pPr>
            <a:r>
              <a:t>D:/pasar_fix/apps/web/node_modules/.vite/deps/clsx.js</a:t>
            </a:r>
          </a:p>
          <a:p>
            <a:pPr>
              <a:defRPr sz="1200"/>
            </a:pPr>
            <a:r>
              <a:t>D:/pasar_fix/apps/web/node_modules/.vite/deps/clsx.js.map</a:t>
            </a:r>
          </a:p>
          <a:p>
            <a:pPr>
              <a:defRPr sz="1200"/>
            </a:pPr>
            <a:r>
              <a:t>D:/pasar_fix/apps/web/node_modules/.vite/deps/dotenv_config.js</a:t>
            </a:r>
          </a:p>
          <a:p>
            <a:pPr>
              <a:defRPr sz="1200"/>
            </a:pPr>
            <a:r>
              <a:t>D:/pasar_fix/apps/web/node_modules/.vite/deps/dotenv_config.js.map</a:t>
            </a:r>
          </a:p>
          <a:p>
            <a:pPr>
              <a:defRPr sz="1200"/>
            </a:pPr>
            <a:r>
              <a:t>D:/pasar_fix/apps/web/node_modules/.vite/deps/drizzle-orm.js</a:t>
            </a:r>
          </a:p>
          <a:p>
            <a:pPr>
              <a:defRPr sz="1200"/>
            </a:pPr>
            <a:r>
              <a:t>D:/pasar_fix/apps/web/node_modules/.vite/deps/drizzle-orm.js.map</a:t>
            </a:r>
          </a:p>
          <a:p>
            <a:pPr>
              <a:defRPr sz="1200"/>
            </a:pPr>
            <a:r>
              <a:t>D:/pasar_fix/apps/web/node_modules/.vite/deps/drizzle-orm_node-postgres.js</a:t>
            </a:r>
          </a:p>
          <a:p>
            <a:pPr>
              <a:defRPr sz="1200"/>
            </a:pPr>
            <a:r>
              <a:t>D:/pasar_fix/apps/web/node_modules/.vite/deps/drizzle-orm_node-postgres.js.map</a:t>
            </a:r>
          </a:p>
          <a:p>
            <a:pPr>
              <a:defRPr sz="1200"/>
            </a:pPr>
            <a:r>
              <a:t>D:/pasar_fix/apps/web/node_modules/.vite/deps/drizzle-orm_pg-core.js</a:t>
            </a:r>
          </a:p>
          <a:p>
            <a:pPr>
              <a:defRPr sz="1200"/>
            </a:pPr>
            <a:r>
              <a:t>D:/pasar_fix/apps/web/node_modules/.vite/deps/drizzle-orm_pg-core.js.map</a:t>
            </a:r>
          </a:p>
          <a:p>
            <a:pPr>
              <a:defRPr sz="1200"/>
            </a:pPr>
            <a:r>
              <a:t>D:/pasar_fix/apps/web/node_modules/.vite/deps/EDEL3XIZ-MAOCGE3X.js</a:t>
            </a:r>
          </a:p>
          <a:p>
            <a:pPr>
              <a:defRPr sz="1200"/>
            </a:pPr>
            <a:r>
              <a:t>D:/pasar_fix/apps/web/node_modules/.vite/deps/EDEL3XIZ-MAOCGE3X.js.map</a:t>
            </a:r>
          </a:p>
          <a:p>
            <a:pPr>
              <a:defRPr sz="1200"/>
            </a:pPr>
            <a:r>
              <a:t>D:/pasar_fix/apps/web/node_modules/.vite/deps/file-saver.js</a:t>
            </a:r>
          </a:p>
          <a:p>
            <a:pPr>
              <a:defRPr sz="1200"/>
            </a:pPr>
            <a:r>
              <a:t>D:/pasar_fix/apps/web/node_modules/.vite/deps/file-saver.js.map</a:t>
            </a:r>
          </a:p>
          <a:p>
            <a:pPr>
              <a:defRPr sz="1200"/>
            </a:pPr>
            <a:r>
              <a:t>D:/pasar_fix/apps/web/node_modules/.vite/deps/jotai.js</a:t>
            </a:r>
          </a:p>
          <a:p>
            <a:pPr>
              <a:defRPr sz="1200"/>
            </a:pPr>
            <a:r>
              <a:t>D:/pasar_fix/apps/web/node_modules/.vite/deps/jotai.js.map</a:t>
            </a:r>
          </a:p>
          <a:p>
            <a:pPr>
              <a:defRPr sz="1200"/>
            </a:pPr>
            <a:r>
              <a:t>D:/pasar_fix/apps/web/node_modules/.vite/deps/leaflet.js</a:t>
            </a:r>
          </a:p>
          <a:p>
            <a:pPr>
              <a:defRPr sz="1200"/>
            </a:pPr>
            <a:r>
              <a:t>D:/pasar_fix/apps/web/node_modules/.vite/deps/leaflet.js.map</a:t>
            </a:r>
          </a:p>
          <a:p>
            <a:pPr>
              <a:defRPr sz="1200"/>
            </a:pPr>
            <a:r>
              <a:t>D:/pasar_fix/apps/web/node_modules/.vite/deps/lucide-react.js</a:t>
            </a:r>
          </a:p>
          <a:p>
            <a:pPr>
              <a:defRPr sz="1200"/>
            </a:pPr>
            <a:r>
              <a:t>D:/pasar_fix/apps/web/node_modules/.vite/deps/lucide-react.js.map</a:t>
            </a:r>
          </a:p>
          <a:p>
            <a:pPr>
              <a:defRPr sz="1200"/>
            </a:pPr>
            <a:r>
              <a:t>D:/pasar_fix/apps/web/node_modules/.vite/deps/package.json</a:t>
            </a:r>
          </a:p>
          <a:p>
            <a:pPr>
              <a:defRPr sz="1200"/>
            </a:pPr>
            <a:r>
              <a:t>D:/pasar_fix/apps/web/node_modules/.vite/deps/pg.js</a:t>
            </a:r>
          </a:p>
          <a:p>
            <a:pPr>
              <a:defRPr sz="1200"/>
            </a:pPr>
            <a:r>
              <a:t>D:/pasar_fix/apps/web/node_modules/.vite/deps/pg.js.map</a:t>
            </a:r>
          </a:p>
          <a:p>
            <a:pPr>
              <a:defRPr sz="1200"/>
            </a:pPr>
            <a:r>
              <a:t>D:/pasar_fix/apps/web/node_modules/.vite/deps/radix-ui.js</a:t>
            </a:r>
          </a:p>
          <a:p>
            <a:pPr>
              <a:defRPr sz="1200"/>
            </a:pPr>
            <a:r>
              <a:t>D:/pasar_fix/apps/web/node_modules/.vite/deps/radix-ui.js.map</a:t>
            </a:r>
          </a:p>
          <a:p>
            <a:pPr>
              <a:defRPr sz="1200"/>
            </a:pPr>
            <a:r>
              <a:t>D:/pasar_fix/apps/web/node_modules/.vite/deps/react-dom.js</a:t>
            </a:r>
          </a:p>
          <a:p>
            <a:pPr>
              <a:defRPr sz="1200"/>
            </a:pPr>
            <a:r>
              <a:t>D:/pasar_fix/apps/web/node_modules/.vite/deps/react-dom.js.map</a:t>
            </a:r>
          </a:p>
          <a:p>
            <a:pPr>
              <a:defRPr sz="1200"/>
            </a:pPr>
            <a:r>
              <a:t>D:/pasar_fix/apps/web/node_modules/.vite/deps/react-dom_client.js</a:t>
            </a:r>
          </a:p>
          <a:p>
            <a:pPr>
              <a:defRPr sz="1200"/>
            </a:pPr>
            <a:r>
              <a:t>D:/pasar_fix/apps/web/node_modules/.vite/deps/react-dom_client.js.map</a:t>
            </a:r>
          </a:p>
          <a:p>
            <a:pPr>
              <a:defRPr sz="1200"/>
            </a:pPr>
            <a:r>
              <a:t>D:/pasar_fix/apps/web/node_modules/.vite/deps/react-hook-form.js</a:t>
            </a:r>
          </a:p>
          <a:p>
            <a:pPr>
              <a:defRPr sz="1200"/>
            </a:pPr>
            <a:r>
              <a:t>D:/pasar_fix/apps/web/node_modules/.vite/deps/react-hook-form.js.map</a:t>
            </a:r>
          </a:p>
          <a:p>
            <a:pPr>
              <a:defRPr sz="1200"/>
            </a:pPr>
            <a:r>
              <a:t>D:/pasar_fix/apps/web/node_modules/.vite/deps/react-leaflet.js</a:t>
            </a:r>
          </a:p>
          <a:p>
            <a:pPr>
              <a:defRPr sz="1200"/>
            </a:pPr>
            <a:r>
              <a:t>D:/pasar_fix/apps/web/node_modules/.vite/deps/react-leaflet.js.map</a:t>
            </a:r>
          </a:p>
          <a:p>
            <a:pPr>
              <a:defRPr sz="1200"/>
            </a:pPr>
            <a:r>
              <a:t>D:/pasar_fix/apps/web/node_modules/.vite/deps/react.js</a:t>
            </a:r>
          </a:p>
          <a:p>
            <a:pPr>
              <a:defRPr sz="1200"/>
            </a:pPr>
            <a:r>
              <a:t>D:/pasar_fix/apps/web/node_modules/.vite/deps/react.js.map</a:t>
            </a:r>
          </a:p>
          <a:p>
            <a:pPr>
              <a:defRPr sz="1200"/>
            </a:pPr>
            <a:r>
              <a:t>D:/pasar_fix/apps/web/node_modules/.vite/deps/react_jsx-dev-runtime.js</a:t>
            </a:r>
          </a:p>
          <a:p>
            <a:pPr>
              <a:defRPr sz="1200"/>
            </a:pPr>
            <a:r>
              <a:t>D:/pasar_fix/apps/web/node_modules/.vite/deps/react_jsx-dev-runtime.js.map</a:t>
            </a:r>
          </a:p>
          <a:p>
            <a:pPr>
              <a:defRPr sz="1200"/>
            </a:pPr>
            <a:r>
              <a:t>D:/pasar_fix/apps/web/node_modules/.vite/deps/react_jsx-runtime.js</a:t>
            </a:r>
          </a:p>
          <a:p>
            <a:pPr>
              <a:defRPr sz="1200"/>
            </a:pPr>
            <a:r>
              <a:t>D:/pasar_fix/apps/web/node_modules/.vite/deps/react_jsx-runtime.js.map</a:t>
            </a:r>
          </a:p>
          <a:p>
            <a:pPr>
              <a:defRPr sz="1200"/>
            </a:pPr>
            <a:r>
              <a:t>D:/pasar_fix/apps/web/node_modules/.vite/deps/recharts.js</a:t>
            </a:r>
          </a:p>
          <a:p>
            <a:pPr>
              <a:defRPr sz="1200"/>
            </a:pPr>
            <a:r>
              <a:t>D:/pasar_fix/apps/web/node_modules/.vite/deps/recharts.js.map</a:t>
            </a:r>
          </a:p>
          <a:p>
            <a:pPr>
              <a:defRPr sz="1200"/>
            </a:pPr>
            <a:r>
              <a:t>D:/pasar_fix/apps/web/node_modules/.vite/deps/RN252AT2-JLLDXRGR.js</a:t>
            </a:r>
          </a:p>
          <a:p>
            <a:pPr>
              <a:defRPr sz="1200"/>
            </a:pPr>
            <a:r>
              <a:t>D:/pasar_fix/apps/web/node_modules/.vite/deps/RN252AT2-JLLDXRGR.js.map</a:t>
            </a:r>
          </a:p>
          <a:p>
            <a:pPr>
              <a:defRPr sz="1200"/>
            </a:pPr>
            <a:r>
              <a:t>D:/pasar_fix/apps/web/node_modules/.vite/deps/sonner.js</a:t>
            </a:r>
          </a:p>
          <a:p>
            <a:pPr>
              <a:defRPr sz="1200"/>
            </a:pPr>
            <a:r>
              <a:t>D:/pasar_fix/apps/web/node_modules/.vite/deps/sonner.js.map</a:t>
            </a:r>
          </a:p>
          <a:p>
            <a:pPr>
              <a:defRPr sz="1200"/>
            </a:pPr>
            <a:r>
              <a:t>D:/pasar_fix/apps/web/node_modules/.vite/deps/tailwind-merge.js</a:t>
            </a:r>
          </a:p>
          <a:p>
            <a:pPr>
              <a:defRPr sz="1200"/>
            </a:pPr>
            <a:r>
              <a:t>D:/pasar_fix/apps/web/node_modules/.vite/deps/tailwind-merge.js.map</a:t>
            </a:r>
          </a:p>
          <a:p>
            <a:pPr>
              <a:defRPr sz="1200"/>
            </a:pPr>
            <a:r>
              <a:t>D:/pasar_fix/apps/web/node_modules/.vite/deps/xlsx.js</a:t>
            </a:r>
          </a:p>
          <a:p>
            <a:pPr>
              <a:defRPr sz="1200"/>
            </a:pPr>
            <a:r>
              <a:t>D:/pasar_fix/apps/web/node_modules/.vite/deps/xlsx.js.map</a:t>
            </a:r>
          </a:p>
          <a:p>
            <a:pPr>
              <a:defRPr sz="1200"/>
            </a:pPr>
            <a:r>
              <a:t>D:/pasar_fix/apps/web/node_modules/.vite/deps/zod.js</a:t>
            </a:r>
          </a:p>
          <a:p>
            <a:pPr>
              <a:defRPr sz="1200"/>
            </a:pPr>
            <a:r>
              <a:t>D:/pasar_fix/apps/web/node_modules/.vite/deps/zod.js.map</a:t>
            </a:r>
          </a:p>
          <a:p>
            <a:pPr>
              <a:defRPr sz="1200"/>
            </a:pPr>
            <a:r>
              <a:t>D:/pasar_fix/apps/web/node_modules/.vite/deps/_metadata.json</a:t>
            </a:r>
          </a:p>
          <a:p>
            <a:pPr>
              <a:defRPr sz="1200"/>
            </a:pPr>
            <a:r>
              <a:t>D:/pasar_fix/apps/web/node_modules/.vite/deps_ssr/@tanstack_react-router.js</a:t>
            </a:r>
          </a:p>
          <a:p>
            <a:pPr>
              <a:defRPr sz="1200"/>
            </a:pPr>
            <a:r>
              <a:t>D:/pasar_fix/apps/web/node_modules/.vite/deps_ssr/@tanstack_react-router.js.map</a:t>
            </a:r>
          </a:p>
          <a:p>
            <a:pPr>
              <a:defRPr sz="1200"/>
            </a:pPr>
            <a:r>
              <a:t>D:/pasar_fix/apps/web/node_modules/.vite/deps_ssr/chunk-FQI64LVL.js</a:t>
            </a:r>
          </a:p>
          <a:p>
            <a:pPr>
              <a:defRPr sz="1200"/>
            </a:pPr>
            <a:r>
              <a:t>D:/pasar_fix/apps/web/node_modules/.vite/deps_ssr/chunk-FQI64LVL.js.map</a:t>
            </a:r>
          </a:p>
          <a:p>
            <a:pPr>
              <a:defRPr sz="1200"/>
            </a:pPr>
            <a:r>
              <a:t>D:/pasar_fix/apps/web/node_modules/.vite/deps_ssr/chunk-KUC3JGWG.js</a:t>
            </a:r>
          </a:p>
          <a:p>
            <a:pPr>
              <a:defRPr sz="1200"/>
            </a:pPr>
            <a:r>
              <a:t>D:/pasar_fix/apps/web/node_modules/.vite/deps_ssr/chunk-KUC3JGWG.js.map</a:t>
            </a:r>
          </a:p>
          <a:p>
            <a:pPr>
              <a:defRPr sz="1200"/>
            </a:pPr>
            <a:r>
              <a:t>D:/pasar_fix/apps/web/node_modules/.vite/deps_ssr/chunk-NUXGDZQ5.js</a:t>
            </a:r>
          </a:p>
          <a:p>
            <a:pPr>
              <a:defRPr sz="1200"/>
            </a:pPr>
            <a:r>
              <a:t>D:/pasar_fix/apps/web/node_modules/.vite/deps_ssr/chunk-NUXGDZQ5.js.map</a:t>
            </a:r>
          </a:p>
          <a:p>
            <a:pPr>
              <a:defRPr sz="1200"/>
            </a:pPr>
            <a:r>
              <a:t>D:/pasar_fix/apps/web/node_modules/.vite/deps_ssr/package.json</a:t>
            </a:r>
          </a:p>
          <a:p>
            <a:pPr>
              <a:defRPr sz="1200"/>
            </a:pPr>
            <a:r>
              <a:t>D:/pasar_fix/apps/web/node_modules/.vite/deps_ssr/react-dom.js</a:t>
            </a:r>
          </a:p>
          <a:p>
            <a:pPr>
              <a:defRPr sz="1200"/>
            </a:pPr>
            <a:r>
              <a:t>D:/pasar_fix/apps/web/node_modules/.vite/deps_ssr/react-dom.js.map</a:t>
            </a:r>
          </a:p>
          <a:p>
            <a:pPr>
              <a:defRPr sz="1200"/>
            </a:pPr>
            <a:r>
              <a:t>D:/pasar_fix/apps/web/node_modules/.vite/deps_ssr/react-dom_client.js</a:t>
            </a:r>
          </a:p>
          <a:p>
            <a:pPr>
              <a:defRPr sz="1200"/>
            </a:pPr>
            <a:r>
              <a:t>D:/pasar_fix/apps/web/node_modules/.vite/deps_ssr/react-dom_client.js.map</a:t>
            </a:r>
          </a:p>
          <a:p>
            <a:pPr>
              <a:defRPr sz="1200"/>
            </a:pPr>
            <a:r>
              <a:t>D:/pasar_fix/apps/web/node_modules/.vite/deps_ssr/react.js</a:t>
            </a:r>
          </a:p>
          <a:p>
            <a:pPr>
              <a:defRPr sz="1200"/>
            </a:pPr>
            <a:r>
              <a:t>D:/pasar_fix/apps/web/node_modules/.vite/deps_ssr/react.js.map</a:t>
            </a:r>
          </a:p>
          <a:p>
            <a:pPr>
              <a:defRPr sz="1200"/>
            </a:pPr>
            <a:r>
              <a:t>D:/pasar_fix/apps/web/node_modules/.vite/deps_ssr/react_jsx-dev-runtime.js</a:t>
            </a:r>
          </a:p>
          <a:p>
            <a:pPr>
              <a:defRPr sz="1200"/>
            </a:pPr>
            <a:r>
              <a:t>D:/pasar_fix/apps/web/node_modules/.vite/deps_ssr/react_jsx-dev-runtime.js.map</a:t>
            </a:r>
          </a:p>
          <a:p>
            <a:pPr>
              <a:defRPr sz="1200"/>
            </a:pPr>
            <a:r>
              <a:t>D:/pasar_fix/apps/web/node_modules/.vite/deps_ssr/react_jsx-runtime.js</a:t>
            </a:r>
          </a:p>
          <a:p>
            <a:pPr>
              <a:defRPr sz="1200"/>
            </a:pPr>
            <a:r>
              <a:t>D:/pasar_fix/apps/web/node_modules/.vite/deps_ssr/react_jsx-runtime.js.map</a:t>
            </a:r>
          </a:p>
          <a:p>
            <a:pPr>
              <a:defRPr sz="1200"/>
            </a:pPr>
            <a:r>
              <a:t>D:/pasar_fix/apps/web/node_modules/.vite/deps_ssr/_metadata.json</a:t>
            </a:r>
          </a:p>
          <a:p>
            <a:pPr>
              <a:defRPr sz="1200"/>
            </a:pPr>
            <a:r>
              <a:t>D:/pasar_fix/apps/web/public/favicon.ico</a:t>
            </a:r>
          </a:p>
          <a:p>
            <a:pPr>
              <a:defRPr sz="1200"/>
            </a:pPr>
            <a:r>
              <a:t>D:/pasar_fix/apps/web/public/logo192.png</a:t>
            </a:r>
          </a:p>
          <a:p>
            <a:pPr>
              <a:defRPr sz="1200"/>
            </a:pPr>
            <a:r>
              <a:t>D:/pasar_fix/apps/web/public/logo512.png</a:t>
            </a:r>
          </a:p>
          <a:p>
            <a:pPr>
              <a:defRPr sz="1200"/>
            </a:pPr>
            <a:r>
              <a:t>D:/pasar_fix/apps/web/public/manifest.json</a:t>
            </a:r>
          </a:p>
          <a:p>
            <a:pPr>
              <a:defRPr sz="1200"/>
            </a:pPr>
            <a:r>
              <a:t>D:/pasar_fix/apps/web/public/robots.txt</a:t>
            </a:r>
          </a:p>
          <a:p>
            <a:pPr>
              <a:defRPr sz="1200"/>
            </a:pPr>
            <a:r>
              <a:t>D:/pasar_fix/apps/web/public/data/indonesia-boundary.geojson</a:t>
            </a:r>
          </a:p>
          <a:p>
            <a:pPr>
              <a:defRPr sz="1200"/>
            </a:pPr>
            <a:r>
              <a:t>D:/pasar_fix/apps/web/public/data/regencies/11.01.geojson</a:t>
            </a:r>
          </a:p>
          <a:p>
            <a:pPr>
              <a:defRPr sz="1200"/>
            </a:pPr>
            <a:r>
              <a:t>D:/pasar_fix/apps/web/public/data/regencies/11.02.geojson</a:t>
            </a:r>
          </a:p>
          <a:p>
            <a:pPr>
              <a:defRPr sz="1200"/>
            </a:pPr>
            <a:r>
              <a:t>D:/pasar_fix/apps/web/public/data/regencies/11.03.geojson</a:t>
            </a:r>
          </a:p>
          <a:p>
            <a:pPr>
              <a:defRPr sz="1200"/>
            </a:pPr>
            <a:r>
              <a:t>D:/pasar_fix/apps/web/public/data/regencies/11.04.geojson</a:t>
            </a:r>
          </a:p>
          <a:p>
            <a:pPr>
              <a:defRPr sz="1200"/>
            </a:pPr>
            <a:r>
              <a:t>D:/pasar_fix/apps/web/public/data/regencies/11.05.geojson</a:t>
            </a:r>
          </a:p>
          <a:p>
            <a:pPr>
              <a:defRPr sz="1200"/>
            </a:pPr>
            <a:r>
              <a:t>D:/pasar_fix/apps/web/public/data/regencies/11.06.geojson</a:t>
            </a:r>
          </a:p>
          <a:p>
            <a:pPr>
              <a:defRPr sz="1200"/>
            </a:pPr>
            <a:r>
              <a:t>D:/pasar_fix/apps/web/public/data/regencies/11.07.geojson</a:t>
            </a:r>
          </a:p>
          <a:p>
            <a:pPr>
              <a:defRPr sz="1200"/>
            </a:pPr>
            <a:r>
              <a:t>D:/pasar_fix/apps/web/public/data/regencies/11.08.geojson</a:t>
            </a:r>
          </a:p>
          <a:p>
            <a:pPr>
              <a:defRPr sz="1200"/>
            </a:pPr>
            <a:r>
              <a:t>D:/pasar_fix/apps/web/public/data/regencies/11.09.geojson</a:t>
            </a:r>
          </a:p>
          <a:p>
            <a:pPr>
              <a:defRPr sz="1200"/>
            </a:pPr>
            <a:r>
              <a:t>D:/pasar_fix/apps/web/public/data/regencies/11.10.geojson</a:t>
            </a:r>
          </a:p>
          <a:p>
            <a:pPr>
              <a:defRPr sz="1200"/>
            </a:pPr>
            <a:r>
              <a:t>D:/pasar_fix/apps/web/public/data/regencies/11.11.geojson</a:t>
            </a:r>
          </a:p>
          <a:p>
            <a:pPr>
              <a:defRPr sz="1200"/>
            </a:pPr>
            <a:r>
              <a:t>D:/pasar_fix/apps/web/public/data/regencies/11.12.geojson</a:t>
            </a:r>
          </a:p>
          <a:p>
            <a:pPr>
              <a:defRPr sz="1200"/>
            </a:pPr>
            <a:r>
              <a:t>D:/pasar_fix/apps/web/public/data/regencies/11.13.geojson</a:t>
            </a:r>
          </a:p>
          <a:p>
            <a:pPr>
              <a:defRPr sz="1200"/>
            </a:pPr>
            <a:r>
              <a:t>D:/pasar_fix/apps/web/public/data/regencies/11.14.geojson</a:t>
            </a:r>
          </a:p>
          <a:p>
            <a:pPr>
              <a:defRPr sz="1200"/>
            </a:pPr>
            <a:r>
              <a:t>D:/pasar_fix/apps/web/public/data/regencies/11.15.geojson</a:t>
            </a:r>
          </a:p>
          <a:p>
            <a:pPr>
              <a:defRPr sz="1200"/>
            </a:pPr>
            <a:r>
              <a:t>D:/pasar_fix/apps/web/public/data/regencies/11.16.geojson</a:t>
            </a:r>
          </a:p>
          <a:p>
            <a:pPr>
              <a:defRPr sz="1200"/>
            </a:pPr>
            <a:r>
              <a:t>D:/pasar_fix/apps/web/public/data/regencies/11.17.geojson</a:t>
            </a:r>
          </a:p>
          <a:p>
            <a:pPr>
              <a:defRPr sz="1200"/>
            </a:pPr>
            <a:r>
              <a:t>D:/pasar_fix/apps/web/public/data/regencies/11.18.geojson</a:t>
            </a:r>
          </a:p>
          <a:p>
            <a:pPr>
              <a:defRPr sz="1200"/>
            </a:pPr>
            <a:r>
              <a:t>D:/pasar_fix/apps/web/public/data/regencies/11.71.geojson</a:t>
            </a:r>
          </a:p>
          <a:p>
            <a:pPr>
              <a:defRPr sz="1200"/>
            </a:pPr>
            <a:r>
              <a:t>D:/pasar_fix/apps/web/public/data/regencies/11.72.geojson</a:t>
            </a:r>
          </a:p>
          <a:p>
            <a:pPr>
              <a:defRPr sz="1200"/>
            </a:pPr>
            <a:r>
              <a:t>D:/pasar_fix/apps/web/public/data/regencies/11.73.geojson</a:t>
            </a:r>
          </a:p>
          <a:p>
            <a:pPr>
              <a:defRPr sz="1200"/>
            </a:pPr>
            <a:r>
              <a:t>D:/pasar_fix/apps/web/public/data/regencies/11.74.geojson</a:t>
            </a:r>
          </a:p>
          <a:p>
            <a:pPr>
              <a:defRPr sz="1200"/>
            </a:pPr>
            <a:r>
              <a:t>D:/pasar_fix/apps/web/public/data/regencies/11.75.geojson</a:t>
            </a:r>
          </a:p>
          <a:p>
            <a:pPr>
              <a:defRPr sz="1200"/>
            </a:pPr>
            <a:r>
              <a:t>D:/pasar_fix/apps/web/public/data/regencies/12.01.geojson</a:t>
            </a:r>
          </a:p>
          <a:p>
            <a:pPr>
              <a:defRPr sz="1200"/>
            </a:pPr>
            <a:r>
              <a:t>D:/pasar_fix/apps/web/public/data/regencies/12.02.geojson</a:t>
            </a:r>
          </a:p>
          <a:p>
            <a:pPr>
              <a:defRPr sz="1200"/>
            </a:pPr>
            <a:r>
              <a:t>D:/pasar_fix/apps/web/public/data/regencies/12.03.geojson</a:t>
            </a:r>
          </a:p>
          <a:p>
            <a:pPr>
              <a:defRPr sz="1200"/>
            </a:pPr>
            <a:r>
              <a:t>D:/pasar_fix/apps/web/public/data/regencies/12.04.geojson</a:t>
            </a:r>
          </a:p>
          <a:p>
            <a:pPr>
              <a:defRPr sz="1200"/>
            </a:pPr>
            <a:r>
              <a:t>D:/pasar_fix/apps/web/public/data/regencies/12.05.geojson</a:t>
            </a:r>
          </a:p>
          <a:p>
            <a:pPr>
              <a:defRPr sz="1200"/>
            </a:pPr>
            <a:r>
              <a:t>D:/pasar_fix/apps/web/public/data/regencies/12.06.geojson</a:t>
            </a:r>
          </a:p>
          <a:p>
            <a:pPr>
              <a:defRPr sz="1200"/>
            </a:pPr>
            <a:r>
              <a:t>D:/pasar_fix/apps/web/public/data/regencies/12.07.geojson</a:t>
            </a:r>
          </a:p>
          <a:p>
            <a:pPr>
              <a:defRPr sz="1200"/>
            </a:pPr>
            <a:r>
              <a:t>D:/pasar_fix/apps/web/public/data/regencies/12.08.geojson</a:t>
            </a:r>
          </a:p>
          <a:p>
            <a:pPr>
              <a:defRPr sz="1200"/>
            </a:pPr>
            <a:r>
              <a:t>D:/pasar_fix/apps/web/public/data/regencies/12.09.geojson</a:t>
            </a:r>
          </a:p>
          <a:p>
            <a:pPr>
              <a:defRPr sz="1200"/>
            </a:pPr>
            <a:r>
              <a:t>D:/pasar_fix/apps/web/public/data/regencies/12.10.geojson</a:t>
            </a:r>
          </a:p>
          <a:p>
            <a:pPr>
              <a:defRPr sz="1200"/>
            </a:pPr>
            <a:r>
              <a:t>D:/pasar_fix/apps/web/public/data/regencies/12.11.geojson</a:t>
            </a:r>
          </a:p>
          <a:p>
            <a:pPr>
              <a:defRPr sz="1200"/>
            </a:pPr>
            <a:r>
              <a:t>D:/pasar_fix/apps/web/public/data/regencies/12.12.geojson</a:t>
            </a:r>
          </a:p>
          <a:p>
            <a:pPr>
              <a:defRPr sz="1200"/>
            </a:pPr>
            <a:r>
              <a:t>D:/pasar_fix/apps/web/public/data/regencies/12.13.geojson</a:t>
            </a:r>
          </a:p>
          <a:p>
            <a:pPr>
              <a:defRPr sz="1200"/>
            </a:pPr>
            <a:r>
              <a:t>D:/pasar_fix/apps/web/public/data/regencies/12.14.geojson</a:t>
            </a:r>
          </a:p>
          <a:p>
            <a:pPr>
              <a:defRPr sz="1200"/>
            </a:pPr>
            <a:r>
              <a:t>D:/pasar_fix/apps/web/public/data/regencies/12.15.geojson</a:t>
            </a:r>
          </a:p>
          <a:p>
            <a:pPr>
              <a:defRPr sz="1200"/>
            </a:pPr>
            <a:r>
              <a:t>D:/pasar_fix/apps/web/public/data/regencies/12.16.geojson</a:t>
            </a:r>
          </a:p>
          <a:p>
            <a:pPr>
              <a:defRPr sz="1200"/>
            </a:pPr>
            <a:r>
              <a:t>D:/pasar_fix/apps/web/public/data/regencies/12.17.geojson</a:t>
            </a:r>
          </a:p>
          <a:p>
            <a:pPr>
              <a:defRPr sz="1200"/>
            </a:pPr>
            <a:r>
              <a:t>D:/pasar_fix/apps/web/public/data/regencies/12.18.geojson</a:t>
            </a:r>
          </a:p>
          <a:p>
            <a:pPr>
              <a:defRPr sz="1200"/>
            </a:pPr>
            <a:r>
              <a:t>D:/pasar_fix/apps/web/public/data/regencies/12.19.geojson</a:t>
            </a:r>
          </a:p>
          <a:p>
            <a:pPr>
              <a:defRPr sz="1200"/>
            </a:pPr>
            <a:r>
              <a:t>D:/pasar_fix/apps/web/public/data/regencies/12.20.geojson</a:t>
            </a:r>
          </a:p>
          <a:p>
            <a:pPr>
              <a:defRPr sz="1200"/>
            </a:pPr>
            <a:r>
              <a:t>D:/pasar_fix/apps/web/public/data/regencies/12.21.geojson</a:t>
            </a:r>
          </a:p>
          <a:p>
            <a:pPr>
              <a:defRPr sz="1200"/>
            </a:pPr>
            <a:r>
              <a:t>D:/pasar_fix/apps/web/public/data/regencies/12.22.geojson</a:t>
            </a:r>
          </a:p>
          <a:p>
            <a:pPr>
              <a:defRPr sz="1200"/>
            </a:pPr>
            <a:r>
              <a:t>D:/pasar_fix/apps/web/public/data/regencies/12.23.geojson</a:t>
            </a:r>
          </a:p>
          <a:p>
            <a:pPr>
              <a:defRPr sz="1200"/>
            </a:pPr>
            <a:r>
              <a:t>D:/pasar_fix/apps/web/public/data/regencies/12.24.geojson</a:t>
            </a:r>
          </a:p>
          <a:p>
            <a:pPr>
              <a:defRPr sz="1200"/>
            </a:pPr>
            <a:r>
              <a:t>D:/pasar_fix/apps/web/public/data/regencies/12.25.geojson</a:t>
            </a:r>
          </a:p>
          <a:p>
            <a:pPr>
              <a:defRPr sz="1200"/>
            </a:pPr>
            <a:r>
              <a:t>D:/pasar_fix/apps/web/public/data/regencies/12.71.geojson</a:t>
            </a:r>
          </a:p>
          <a:p>
            <a:pPr>
              <a:defRPr sz="1200"/>
            </a:pPr>
            <a:r>
              <a:t>D:/pasar_fix/apps/web/public/data/regencies/12.72.geojson</a:t>
            </a:r>
          </a:p>
          <a:p>
            <a:pPr>
              <a:defRPr sz="1200"/>
            </a:pPr>
            <a:r>
              <a:t>D:/pasar_fix/apps/web/public/data/regencies/12.73.geojson</a:t>
            </a:r>
          </a:p>
          <a:p>
            <a:pPr>
              <a:defRPr sz="1200"/>
            </a:pPr>
            <a:r>
              <a:t>D:/pasar_fix/apps/web/public/data/regencies/12.74.geojson</a:t>
            </a:r>
          </a:p>
          <a:p>
            <a:pPr>
              <a:defRPr sz="1200"/>
            </a:pPr>
            <a:r>
              <a:t>D:/pasar_fix/apps/web/public/data/regencies/12.75.geojson</a:t>
            </a:r>
          </a:p>
          <a:p>
            <a:pPr>
              <a:defRPr sz="1200"/>
            </a:pPr>
            <a:r>
              <a:t>D:/pasar_fix/apps/web/public/data/regencies/12.76.geojson</a:t>
            </a:r>
          </a:p>
          <a:p>
            <a:pPr>
              <a:defRPr sz="1200"/>
            </a:pPr>
            <a:r>
              <a:t>D:/pasar_fix/apps/web/public/data/regencies/12.77.geojson</a:t>
            </a:r>
          </a:p>
          <a:p>
            <a:pPr>
              <a:defRPr sz="1200"/>
            </a:pPr>
            <a:r>
              <a:t>D:/pasar_fix/apps/web/public/data/regencies/12.78.geojson</a:t>
            </a:r>
          </a:p>
          <a:p>
            <a:pPr>
              <a:defRPr sz="1200"/>
            </a:pPr>
            <a:r>
              <a:t>D:/pasar_fix/apps/web/public/data/regencies/13.01.geojson</a:t>
            </a:r>
          </a:p>
          <a:p>
            <a:pPr>
              <a:defRPr sz="1200"/>
            </a:pPr>
            <a:r>
              <a:t>D:/pasar_fix/apps/web/public/data/regencies/13.02.geojson</a:t>
            </a:r>
          </a:p>
          <a:p>
            <a:pPr>
              <a:defRPr sz="1200"/>
            </a:pPr>
            <a:r>
              <a:t>D:/pasar_fix/apps/web/public/data/regencies/13.03.geojson</a:t>
            </a:r>
          </a:p>
          <a:p>
            <a:pPr>
              <a:defRPr sz="1200"/>
            </a:pPr>
            <a:r>
              <a:t>D:/pasar_fix/apps/web/public/data/regencies/13.04.geojson</a:t>
            </a:r>
          </a:p>
          <a:p>
            <a:pPr>
              <a:defRPr sz="1200"/>
            </a:pPr>
            <a:r>
              <a:t>D:/pasar_fix/apps/web/public/data/regencies/13.05.geojson</a:t>
            </a:r>
          </a:p>
          <a:p>
            <a:pPr>
              <a:defRPr sz="1200"/>
            </a:pPr>
            <a:r>
              <a:t>D:/pasar_fix/apps/web/public/data/regencies/13.06.geojson</a:t>
            </a:r>
          </a:p>
          <a:p>
            <a:pPr>
              <a:defRPr sz="1200"/>
            </a:pPr>
            <a:r>
              <a:t>D:/pasar_fix/apps/web/public/data/regencies/13.07.geojson</a:t>
            </a:r>
          </a:p>
          <a:p>
            <a:pPr>
              <a:defRPr sz="1200"/>
            </a:pPr>
            <a:r>
              <a:t>D:/pasar_fix/apps/web/public/data/regencies/13.08.geojson</a:t>
            </a:r>
          </a:p>
          <a:p>
            <a:pPr>
              <a:defRPr sz="1200"/>
            </a:pPr>
            <a:r>
              <a:t>D:/pasar_fix/apps/web/public/data/regencies/13.09.geojson</a:t>
            </a:r>
          </a:p>
          <a:p>
            <a:pPr>
              <a:defRPr sz="1200"/>
            </a:pPr>
            <a:r>
              <a:t>D:/pasar_fix/apps/web/public/data/regencies/13.10.geojson</a:t>
            </a:r>
          </a:p>
          <a:p>
            <a:pPr>
              <a:defRPr sz="1200"/>
            </a:pPr>
            <a:r>
              <a:t>D:/pasar_fix/apps/web/public/data/regencies/13.11.geojson</a:t>
            </a:r>
          </a:p>
          <a:p>
            <a:pPr>
              <a:defRPr sz="1200"/>
            </a:pPr>
            <a:r>
              <a:t>D:/pasar_fix/apps/web/public/data/regencies/13.12.geojson</a:t>
            </a:r>
          </a:p>
          <a:p>
            <a:pPr>
              <a:defRPr sz="1200"/>
            </a:pPr>
            <a:r>
              <a:t>D:/pasar_fix/apps/web/public/data/regencies/13.71.geojson</a:t>
            </a:r>
          </a:p>
          <a:p>
            <a:pPr>
              <a:defRPr sz="1200"/>
            </a:pPr>
            <a:r>
              <a:t>D:/pasar_fix/apps/web/public/data/regencies/13.72.geojson</a:t>
            </a:r>
          </a:p>
          <a:p>
            <a:pPr>
              <a:defRPr sz="1200"/>
            </a:pPr>
            <a:r>
              <a:t>D:/pasar_fix/apps/web/public/data/regencies/13.73.geojson</a:t>
            </a:r>
          </a:p>
          <a:p>
            <a:pPr>
              <a:defRPr sz="1200"/>
            </a:pPr>
            <a:r>
              <a:t>D:/pasar_fix/apps/web/public/data/regencies/13.74.geojson</a:t>
            </a:r>
          </a:p>
          <a:p>
            <a:pPr>
              <a:defRPr sz="1200"/>
            </a:pPr>
            <a:r>
              <a:t>D:/pasar_fix/apps/web/public/data/regencies/13.75.geojson</a:t>
            </a:r>
          </a:p>
          <a:p>
            <a:pPr>
              <a:defRPr sz="1200"/>
            </a:pPr>
            <a:r>
              <a:t>D:/pasar_fix/apps/web/public/data/regencies/13.76.geojson</a:t>
            </a:r>
          </a:p>
          <a:p>
            <a:pPr>
              <a:defRPr sz="1200"/>
            </a:pPr>
            <a:r>
              <a:t>D:/pasar_fix/apps/web/public/data/regencies/13.77.geojson</a:t>
            </a:r>
          </a:p>
          <a:p>
            <a:pPr>
              <a:defRPr sz="1200"/>
            </a:pPr>
            <a:r>
              <a:t>D:/pasar_fix/apps/web/public/data/regencies/14.01.geojson</a:t>
            </a:r>
          </a:p>
          <a:p>
            <a:pPr>
              <a:defRPr sz="1200"/>
            </a:pPr>
            <a:r>
              <a:t>D:/pasar_fix/apps/web/public/data/regencies/14.02.geojson</a:t>
            </a:r>
          </a:p>
          <a:p>
            <a:pPr>
              <a:defRPr sz="1200"/>
            </a:pPr>
            <a:r>
              <a:t>D:/pasar_fix/apps/web/public/data/regencies/14.03.geojson</a:t>
            </a:r>
          </a:p>
          <a:p>
            <a:pPr>
              <a:defRPr sz="1200"/>
            </a:pPr>
            <a:r>
              <a:t>D:/pasar_fix/apps/web/public/data/regencies/14.04.geojson</a:t>
            </a:r>
          </a:p>
          <a:p>
            <a:pPr>
              <a:defRPr sz="1200"/>
            </a:pPr>
            <a:r>
              <a:t>D:/pasar_fix/apps/web/public/data/regencies/14.05.geojson</a:t>
            </a:r>
          </a:p>
          <a:p>
            <a:pPr>
              <a:defRPr sz="1200"/>
            </a:pPr>
            <a:r>
              <a:t>D:/pasar_fix/apps/web/public/data/regencies/14.06.geojson</a:t>
            </a:r>
          </a:p>
          <a:p>
            <a:pPr>
              <a:defRPr sz="1200"/>
            </a:pPr>
            <a:r>
              <a:t>D:/pasar_fix/apps/web/public/data/regencies/14.07.geojson</a:t>
            </a:r>
          </a:p>
          <a:p>
            <a:pPr>
              <a:defRPr sz="1200"/>
            </a:pPr>
            <a:r>
              <a:t>D:/pasar_fix/apps/web/public/data/regencies/14.08.geojson</a:t>
            </a:r>
          </a:p>
          <a:p>
            <a:pPr>
              <a:defRPr sz="1200"/>
            </a:pPr>
            <a:r>
              <a:t>D:/pasar_fix/apps/web/public/data/regencies/14.09.geojson</a:t>
            </a:r>
          </a:p>
          <a:p>
            <a:pPr>
              <a:defRPr sz="1200"/>
            </a:pPr>
            <a:r>
              <a:t>D:/pasar_fix/apps/web/public/data/regencies/14.10.geojson</a:t>
            </a:r>
          </a:p>
          <a:p>
            <a:pPr>
              <a:defRPr sz="1200"/>
            </a:pPr>
            <a:r>
              <a:t>D:/pasar_fix/apps/web/public/data/regencies/14.71.geojson</a:t>
            </a:r>
          </a:p>
          <a:p>
            <a:pPr>
              <a:defRPr sz="1200"/>
            </a:pPr>
            <a:r>
              <a:t>D:/pasar_fix/apps/web/public/data/regencies/14.72.geojson</a:t>
            </a:r>
          </a:p>
          <a:p>
            <a:pPr>
              <a:defRPr sz="1200"/>
            </a:pPr>
            <a:r>
              <a:t>D:/pasar_fix/apps/web/public/data/regencies/15.01.geojson</a:t>
            </a:r>
          </a:p>
          <a:p>
            <a:pPr>
              <a:defRPr sz="1200"/>
            </a:pPr>
            <a:r>
              <a:t>D:/pasar_fix/apps/web/public/data/regencies/15.02.geojson</a:t>
            </a:r>
          </a:p>
          <a:p>
            <a:pPr>
              <a:defRPr sz="1200"/>
            </a:pPr>
            <a:r>
              <a:t>D:/pasar_fix/apps/web/public/data/regencies/15.03.geojson</a:t>
            </a:r>
          </a:p>
          <a:p>
            <a:pPr>
              <a:defRPr sz="1200"/>
            </a:pPr>
            <a:r>
              <a:t>D:/pasar_fix/apps/web/public/data/regencies/15.04.geojson</a:t>
            </a:r>
          </a:p>
          <a:p>
            <a:pPr>
              <a:defRPr sz="1200"/>
            </a:pPr>
            <a:r>
              <a:t>D:/pasar_fix/apps/web/public/data/regencies/15.05.geojson</a:t>
            </a:r>
          </a:p>
          <a:p>
            <a:pPr>
              <a:defRPr sz="1200"/>
            </a:pPr>
            <a:r>
              <a:t>D:/pasar_fix/apps/web/public/data/regencies/15.06.geojson</a:t>
            </a:r>
          </a:p>
          <a:p>
            <a:pPr>
              <a:defRPr sz="1200"/>
            </a:pPr>
            <a:r>
              <a:t>D:/pasar_fix/apps/web/public/data/regencies/15.07.geojson</a:t>
            </a:r>
          </a:p>
          <a:p>
            <a:pPr>
              <a:defRPr sz="1200"/>
            </a:pPr>
            <a:r>
              <a:t>D:/pasar_fix/apps/web/public/data/regencies/15.08.geojson</a:t>
            </a:r>
          </a:p>
          <a:p>
            <a:pPr>
              <a:defRPr sz="1200"/>
            </a:pPr>
            <a:r>
              <a:t>D:/pasar_fix/apps/web/public/data/regencies/15.09.geojson</a:t>
            </a:r>
          </a:p>
          <a:p>
            <a:pPr>
              <a:defRPr sz="1200"/>
            </a:pPr>
            <a:r>
              <a:t>D:/pasar_fix/apps/web/public/data/regencies/15.71.geojson</a:t>
            </a:r>
          </a:p>
          <a:p>
            <a:pPr>
              <a:defRPr sz="1200"/>
            </a:pPr>
            <a:r>
              <a:t>D:/pasar_fix/apps/web/public/data/regencies/15.72.geojson</a:t>
            </a:r>
          </a:p>
          <a:p>
            <a:pPr>
              <a:defRPr sz="1200"/>
            </a:pPr>
            <a:r>
              <a:t>D:/pasar_fix/apps/web/public/data/regencies/16.01.geojson</a:t>
            </a:r>
          </a:p>
          <a:p>
            <a:pPr>
              <a:defRPr sz="1200"/>
            </a:pPr>
            <a:r>
              <a:t>D:/pasar_fix/apps/web/public/data/regencies/16.02.geojson</a:t>
            </a:r>
          </a:p>
          <a:p>
            <a:pPr>
              <a:defRPr sz="1200"/>
            </a:pPr>
            <a:r>
              <a:t>D:/pasar_fix/apps/web/public/data/regencies/16.03.geojson</a:t>
            </a:r>
          </a:p>
          <a:p>
            <a:pPr>
              <a:defRPr sz="1200"/>
            </a:pPr>
            <a:r>
              <a:t>D:/pasar_fix/apps/web/public/data/regencies/16.04.geojson</a:t>
            </a:r>
          </a:p>
          <a:p>
            <a:pPr>
              <a:defRPr sz="1200"/>
            </a:pPr>
            <a:r>
              <a:t>D:/pasar_fix/apps/web/public/data/regencies/16.05.geojson</a:t>
            </a:r>
          </a:p>
          <a:p>
            <a:pPr>
              <a:defRPr sz="1200"/>
            </a:pPr>
            <a:r>
              <a:t>D:/pasar_fix/apps/web/public/data/regencies/16.06.geojson</a:t>
            </a:r>
          </a:p>
          <a:p>
            <a:pPr>
              <a:defRPr sz="1200"/>
            </a:pPr>
            <a:r>
              <a:t>D:/pasar_fix/apps/web/public/data/regencies/16.07.geojson</a:t>
            </a:r>
          </a:p>
          <a:p>
            <a:pPr>
              <a:defRPr sz="1200"/>
            </a:pPr>
            <a:r>
              <a:t>D:/pasar_fix/apps/web/public/data/regencies/16.08.geojson</a:t>
            </a:r>
          </a:p>
          <a:p>
            <a:pPr>
              <a:defRPr sz="1200"/>
            </a:pPr>
            <a:r>
              <a:t>D:/pasar_fix/apps/web/public/data/regencies/16.09.geojson</a:t>
            </a:r>
          </a:p>
          <a:p>
            <a:pPr>
              <a:defRPr sz="1200"/>
            </a:pPr>
            <a:r>
              <a:t>D:/pasar_fix/apps/web/public/data/regencies/16.10.geojson</a:t>
            </a:r>
          </a:p>
          <a:p>
            <a:pPr>
              <a:defRPr sz="1200"/>
            </a:pPr>
            <a:r>
              <a:t>D:/pasar_fix/apps/web/public/data/regencies/16.11.geojson</a:t>
            </a:r>
          </a:p>
          <a:p>
            <a:pPr>
              <a:defRPr sz="1200"/>
            </a:pPr>
            <a:r>
              <a:t>D:/pasar_fix/apps/web/public/data/regencies/16.12.geojson</a:t>
            </a:r>
          </a:p>
          <a:p>
            <a:pPr>
              <a:defRPr sz="1200"/>
            </a:pPr>
            <a:r>
              <a:t>D:/pasar_fix/apps/web/public/data/regencies/16.13.geojson</a:t>
            </a:r>
          </a:p>
          <a:p>
            <a:pPr>
              <a:defRPr sz="1200"/>
            </a:pPr>
            <a:r>
              <a:t>D:/pasar_fix/apps/web/public/data/regencies/16.71.geojson</a:t>
            </a:r>
          </a:p>
          <a:p>
            <a:pPr>
              <a:defRPr sz="1200"/>
            </a:pPr>
            <a:r>
              <a:t>D:/pasar_fix/apps/web/public/data/regencies/16.72.geojson</a:t>
            </a:r>
          </a:p>
          <a:p>
            <a:pPr>
              <a:defRPr sz="1200"/>
            </a:pPr>
            <a:r>
              <a:t>D:/pasar_fix/apps/web/public/data/regencies/16.73.geojson</a:t>
            </a:r>
          </a:p>
          <a:p>
            <a:pPr>
              <a:defRPr sz="1200"/>
            </a:pPr>
            <a:r>
              <a:t>D:/pasar_fix/apps/web/public/data/regencies/16.74.geojson</a:t>
            </a:r>
          </a:p>
          <a:p>
            <a:pPr>
              <a:defRPr sz="1200"/>
            </a:pPr>
            <a:r>
              <a:t>D:/pasar_fix/apps/web/public/data/regencies/17.01.geojson</a:t>
            </a:r>
          </a:p>
          <a:p>
            <a:pPr>
              <a:defRPr sz="1200"/>
            </a:pPr>
            <a:r>
              <a:t>D:/pasar_fix/apps/web/public/data/regencies/17.02.geojson</a:t>
            </a:r>
          </a:p>
          <a:p>
            <a:pPr>
              <a:defRPr sz="1200"/>
            </a:pPr>
            <a:r>
              <a:t>D:/pasar_fix/apps/web/public/data/regencies/17.03.geojson</a:t>
            </a:r>
          </a:p>
          <a:p>
            <a:pPr>
              <a:defRPr sz="1200"/>
            </a:pPr>
            <a:r>
              <a:t>D:/pasar_fix/apps/web/public/data/regencies/17.04.geojson</a:t>
            </a:r>
          </a:p>
          <a:p>
            <a:pPr>
              <a:defRPr sz="1200"/>
            </a:pPr>
            <a:r>
              <a:t>D:/pasar_fix/apps/web/public/data/regencies/17.05.geojson</a:t>
            </a:r>
          </a:p>
          <a:p>
            <a:pPr>
              <a:defRPr sz="1200"/>
            </a:pPr>
            <a:r>
              <a:t>D:/pasar_fix/apps/web/public/data/regencies/17.06.geojson</a:t>
            </a:r>
          </a:p>
          <a:p>
            <a:pPr>
              <a:defRPr sz="1200"/>
            </a:pPr>
            <a:r>
              <a:t>D:/pasar_fix/apps/web/public/data/regencies/17.07.geojson</a:t>
            </a:r>
          </a:p>
          <a:p>
            <a:pPr>
              <a:defRPr sz="1200"/>
            </a:pPr>
            <a:r>
              <a:t>D:/pasar_fix/apps/web/public/data/regencies/17.08.geojson</a:t>
            </a:r>
          </a:p>
          <a:p>
            <a:pPr>
              <a:defRPr sz="1200"/>
            </a:pPr>
            <a:r>
              <a:t>D:/pasar_fix/apps/web/public/data/regencies/17.09.geojson</a:t>
            </a:r>
          </a:p>
          <a:p>
            <a:pPr>
              <a:defRPr sz="1200"/>
            </a:pPr>
            <a:r>
              <a:t>D:/pasar_fix/apps/web/public/data/regencies/17.71.geojson</a:t>
            </a:r>
          </a:p>
          <a:p>
            <a:pPr>
              <a:defRPr sz="1200"/>
            </a:pPr>
            <a:r>
              <a:t>D:/pasar_fix/apps/web/public/data/regencies/18.01.geojson</a:t>
            </a:r>
          </a:p>
          <a:p>
            <a:pPr>
              <a:defRPr sz="1200"/>
            </a:pPr>
            <a:r>
              <a:t>D:/pasar_fix/apps/web/public/data/regencies/18.02.geojson</a:t>
            </a:r>
          </a:p>
          <a:p>
            <a:pPr>
              <a:defRPr sz="1200"/>
            </a:pPr>
            <a:r>
              <a:t>D:/pasar_fix/apps/web/public/data/regencies/18.03.geojson</a:t>
            </a:r>
          </a:p>
          <a:p>
            <a:pPr>
              <a:defRPr sz="1200"/>
            </a:pPr>
            <a:r>
              <a:t>D:/pasar_fix/apps/web/public/data/regencies/18.04.geojson</a:t>
            </a:r>
          </a:p>
          <a:p>
            <a:pPr>
              <a:defRPr sz="1200"/>
            </a:pPr>
            <a:r>
              <a:t>D:/pasar_fix/apps/web/public/data/regencies/18.05.geojson</a:t>
            </a:r>
          </a:p>
          <a:p>
            <a:pPr>
              <a:defRPr sz="1200"/>
            </a:pPr>
            <a:r>
              <a:t>D:/pasar_fix/apps/web/public/data/regencies/18.06.geojson</a:t>
            </a:r>
          </a:p>
          <a:p>
            <a:pPr>
              <a:defRPr sz="1200"/>
            </a:pPr>
            <a:r>
              <a:t>D:/pasar_fix/apps/web/public/data/regencies/18.07.geojson</a:t>
            </a:r>
          </a:p>
          <a:p>
            <a:pPr>
              <a:defRPr sz="1200"/>
            </a:pPr>
            <a:r>
              <a:t>D:/pasar_fix/apps/web/public/data/regencies/18.08.geojson</a:t>
            </a:r>
          </a:p>
          <a:p>
            <a:pPr>
              <a:defRPr sz="1200"/>
            </a:pPr>
            <a:r>
              <a:t>D:/pasar_fix/apps/web/public/data/regencies/18.09.geojson</a:t>
            </a:r>
          </a:p>
          <a:p>
            <a:pPr>
              <a:defRPr sz="1200"/>
            </a:pPr>
            <a:r>
              <a:t>D:/pasar_fix/apps/web/public/data/regencies/18.10.geojson</a:t>
            </a:r>
          </a:p>
          <a:p>
            <a:pPr>
              <a:defRPr sz="1200"/>
            </a:pPr>
            <a:r>
              <a:t>D:/pasar_fix/apps/web/public/data/regencies/18.11.geojson</a:t>
            </a:r>
          </a:p>
          <a:p>
            <a:pPr>
              <a:defRPr sz="1200"/>
            </a:pPr>
            <a:r>
              <a:t>D:/pasar_fix/apps/web/public/data/regencies/18.12.geojson</a:t>
            </a:r>
          </a:p>
          <a:p>
            <a:pPr>
              <a:defRPr sz="1200"/>
            </a:pPr>
            <a:r>
              <a:t>D:/pasar_fix/apps/web/public/data/regencies/18.13.geojson</a:t>
            </a:r>
          </a:p>
          <a:p>
            <a:pPr>
              <a:defRPr sz="1200"/>
            </a:pPr>
            <a:r>
              <a:t>D:/pasar_fix/apps/web/public/data/regencies/18.71.geojson</a:t>
            </a:r>
          </a:p>
          <a:p>
            <a:pPr>
              <a:defRPr sz="1200"/>
            </a:pPr>
            <a:r>
              <a:t>D:/pasar_fix/apps/web/public/data/regencies/18.72.geojson</a:t>
            </a:r>
          </a:p>
          <a:p>
            <a:pPr>
              <a:defRPr sz="1200"/>
            </a:pPr>
            <a:r>
              <a:t>D:/pasar_fix/apps/web/public/data/regencies/19.01.geojson</a:t>
            </a:r>
          </a:p>
          <a:p>
            <a:pPr>
              <a:defRPr sz="1200"/>
            </a:pPr>
            <a:r>
              <a:t>D:/pasar_fix/apps/web/public/data/regencies/19.02.geojson</a:t>
            </a:r>
          </a:p>
          <a:p>
            <a:pPr>
              <a:defRPr sz="1200"/>
            </a:pPr>
            <a:r>
              <a:t>D:/pasar_fix/apps/web/public/data/regencies/19.03.geojson</a:t>
            </a:r>
          </a:p>
          <a:p>
            <a:pPr>
              <a:defRPr sz="1200"/>
            </a:pPr>
            <a:r>
              <a:t>D:/pasar_fix/apps/web/public/data/regencies/19.04.geojson</a:t>
            </a:r>
          </a:p>
          <a:p>
            <a:pPr>
              <a:defRPr sz="1200"/>
            </a:pPr>
            <a:r>
              <a:t>D:/pasar_fix/apps/web/public/data/regencies/19.05.geojson</a:t>
            </a:r>
          </a:p>
          <a:p>
            <a:pPr>
              <a:defRPr sz="1200"/>
            </a:pPr>
            <a:r>
              <a:t>D:/pasar_fix/apps/web/public/data/regencies/19.06.geojson</a:t>
            </a:r>
          </a:p>
          <a:p>
            <a:pPr>
              <a:defRPr sz="1200"/>
            </a:pPr>
            <a:r>
              <a:t>D:/pasar_fix/apps/web/public/data/regencies/19.71.geojson</a:t>
            </a:r>
          </a:p>
          <a:p>
            <a:pPr>
              <a:defRPr sz="1200"/>
            </a:pPr>
            <a:r>
              <a:t>D:/pasar_fix/apps/web/public/data/regencies/21.01.geojson</a:t>
            </a:r>
          </a:p>
          <a:p>
            <a:pPr>
              <a:defRPr sz="1200"/>
            </a:pPr>
            <a:r>
              <a:t>D:/pasar_fix/apps/web/public/data/regencies/21.02.geojson</a:t>
            </a:r>
          </a:p>
          <a:p>
            <a:pPr>
              <a:defRPr sz="1200"/>
            </a:pPr>
            <a:r>
              <a:t>D:/pasar_fix/apps/web/public/data/regencies/21.03.geojson</a:t>
            </a:r>
          </a:p>
          <a:p>
            <a:pPr>
              <a:defRPr sz="1200"/>
            </a:pPr>
            <a:r>
              <a:t>D:/pasar_fix/apps/web/public/data/regencies/21.04.geojson</a:t>
            </a:r>
          </a:p>
          <a:p>
            <a:pPr>
              <a:defRPr sz="1200"/>
            </a:pPr>
            <a:r>
              <a:t>D:/pasar_fix/apps/web/public/data/regencies/21.05.geojson</a:t>
            </a:r>
          </a:p>
          <a:p>
            <a:pPr>
              <a:defRPr sz="1200"/>
            </a:pPr>
            <a:r>
              <a:t>D:/pasar_fix/apps/web/public/data/regencies/21.71.geojson</a:t>
            </a:r>
          </a:p>
          <a:p>
            <a:pPr>
              <a:defRPr sz="1200"/>
            </a:pPr>
            <a:r>
              <a:t>D:/pasar_fix/apps/web/public/data/regencies/21.72.geojson</a:t>
            </a:r>
          </a:p>
          <a:p>
            <a:pPr>
              <a:defRPr sz="1200"/>
            </a:pPr>
            <a:r>
              <a:t>D:/pasar_fix/apps/web/public/data/regencies/31.01.geojson</a:t>
            </a:r>
          </a:p>
          <a:p>
            <a:pPr>
              <a:defRPr sz="1200"/>
            </a:pPr>
            <a:r>
              <a:t>D:/pasar_fix/apps/web/public/data/regencies/31.71.geojson</a:t>
            </a:r>
          </a:p>
          <a:p>
            <a:pPr>
              <a:defRPr sz="1200"/>
            </a:pPr>
            <a:r>
              <a:t>D:/pasar_fix/apps/web/public/data/regencies/31.72.geojson</a:t>
            </a:r>
          </a:p>
          <a:p>
            <a:pPr>
              <a:defRPr sz="1200"/>
            </a:pPr>
            <a:r>
              <a:t>D:/pasar_fix/apps/web/public/data/regencies/31.73.geojson</a:t>
            </a:r>
          </a:p>
          <a:p>
            <a:pPr>
              <a:defRPr sz="1200"/>
            </a:pPr>
            <a:r>
              <a:t>D:/pasar_fix/apps/web/public/data/regencies/31.74.geojson</a:t>
            </a:r>
          </a:p>
          <a:p>
            <a:pPr>
              <a:defRPr sz="1200"/>
            </a:pPr>
            <a:r>
              <a:t>D:/pasar_fix/apps/web/public/data/regencies/31.75.geojson</a:t>
            </a:r>
          </a:p>
          <a:p>
            <a:pPr>
              <a:defRPr sz="1200"/>
            </a:pPr>
            <a:r>
              <a:t>D:/pasar_fix/apps/web/public/data/regencies/32.01.geojson</a:t>
            </a:r>
          </a:p>
          <a:p>
            <a:pPr>
              <a:defRPr sz="1200"/>
            </a:pPr>
            <a:r>
              <a:t>D:/pasar_fix/apps/web/public/data/regencies/32.02.geojson</a:t>
            </a:r>
          </a:p>
          <a:p>
            <a:pPr>
              <a:defRPr sz="1200"/>
            </a:pPr>
            <a:r>
              <a:t>D:/pasar_fix/apps/web/public/data/regencies/32.03.geojson</a:t>
            </a:r>
          </a:p>
          <a:p>
            <a:pPr>
              <a:defRPr sz="1200"/>
            </a:pPr>
            <a:r>
              <a:t>D:/pasar_fix/apps/web/public/data/regencies/32.04.geojson</a:t>
            </a:r>
          </a:p>
          <a:p>
            <a:pPr>
              <a:defRPr sz="1200"/>
            </a:pPr>
            <a:r>
              <a:t>D:/pasar_fix/apps/web/public/data/regencies/32.05.geojson</a:t>
            </a:r>
          </a:p>
          <a:p>
            <a:pPr>
              <a:defRPr sz="1200"/>
            </a:pPr>
            <a:r>
              <a:t>D:/pasar_fix/apps/web/public/data/regencies/32.06.geojson</a:t>
            </a:r>
          </a:p>
          <a:p>
            <a:pPr>
              <a:defRPr sz="1200"/>
            </a:pPr>
            <a:r>
              <a:t>D:/pasar_fix/apps/web/public/data/regencies/32.07.geojson</a:t>
            </a:r>
          </a:p>
          <a:p>
            <a:pPr>
              <a:defRPr sz="1200"/>
            </a:pPr>
            <a:r>
              <a:t>D:/pasar_fix/apps/web/public/data/regencies/32.08.geojson</a:t>
            </a:r>
          </a:p>
          <a:p>
            <a:pPr>
              <a:defRPr sz="1200"/>
            </a:pPr>
            <a:r>
              <a:t>D:/pasar_fix/apps/web/public/data/regencies/32.09.geojson</a:t>
            </a:r>
          </a:p>
          <a:p>
            <a:pPr>
              <a:defRPr sz="1200"/>
            </a:pPr>
            <a:r>
              <a:t>D:/pasar_fix/apps/web/public/data/regencies/32.10.geojson</a:t>
            </a:r>
          </a:p>
          <a:p>
            <a:pPr>
              <a:defRPr sz="1200"/>
            </a:pPr>
            <a:r>
              <a:t>D:/pasar_fix/apps/web/public/data/regencies/32.11.geojson</a:t>
            </a:r>
          </a:p>
          <a:p>
            <a:pPr>
              <a:defRPr sz="1200"/>
            </a:pPr>
            <a:r>
              <a:t>D:/pasar_fix/apps/web/public/data/regencies/32.12.geojson</a:t>
            </a:r>
          </a:p>
          <a:p>
            <a:pPr>
              <a:defRPr sz="1200"/>
            </a:pPr>
            <a:r>
              <a:t>D:/pasar_fix/apps/web/public/data/regencies/32.13.geojson</a:t>
            </a:r>
          </a:p>
          <a:p>
            <a:pPr>
              <a:defRPr sz="1200"/>
            </a:pPr>
            <a:r>
              <a:t>D:/pasar_fix/apps/web/public/data/regencies/32.14.geojson</a:t>
            </a:r>
          </a:p>
          <a:p>
            <a:pPr>
              <a:defRPr sz="1200"/>
            </a:pPr>
            <a:r>
              <a:t>D:/pasar_fix/apps/web/public/data/regencies/32.15.geojson</a:t>
            </a:r>
          </a:p>
          <a:p>
            <a:pPr>
              <a:defRPr sz="1200"/>
            </a:pPr>
            <a:r>
              <a:t>D:/pasar_fix/apps/web/public/data/regencies/32.16.geojson</a:t>
            </a:r>
          </a:p>
          <a:p>
            <a:pPr>
              <a:defRPr sz="1200"/>
            </a:pPr>
            <a:r>
              <a:t>D:/pasar_fix/apps/web/public/data/regencies/32.17.geojson</a:t>
            </a:r>
          </a:p>
          <a:p>
            <a:pPr>
              <a:defRPr sz="1200"/>
            </a:pPr>
            <a:r>
              <a:t>D:/pasar_fix/apps/web/public/data/regencies/32.18.geojson</a:t>
            </a:r>
          </a:p>
          <a:p>
            <a:pPr>
              <a:defRPr sz="1200"/>
            </a:pPr>
            <a:r>
              <a:t>D:/pasar_fix/apps/web/public/data/regencies/32.71.geojson</a:t>
            </a:r>
          </a:p>
          <a:p>
            <a:pPr>
              <a:defRPr sz="1200"/>
            </a:pPr>
            <a:r>
              <a:t>D:/pasar_fix/apps/web/public/data/regencies/32.72.geojson</a:t>
            </a:r>
          </a:p>
          <a:p>
            <a:pPr>
              <a:defRPr sz="1200"/>
            </a:pPr>
            <a:r>
              <a:t>D:/pasar_fix/apps/web/public/data/regencies/32.73.geojson</a:t>
            </a:r>
          </a:p>
          <a:p>
            <a:pPr>
              <a:defRPr sz="1200"/>
            </a:pPr>
            <a:r>
              <a:t>D:/pasar_fix/apps/web/public/data/regencies/32.74.geojson</a:t>
            </a:r>
          </a:p>
          <a:p>
            <a:pPr>
              <a:defRPr sz="1200"/>
            </a:pPr>
            <a:r>
              <a:t>D:/pasar_fix/apps/web/public/data/regencies/32.75.geojson</a:t>
            </a:r>
          </a:p>
          <a:p>
            <a:pPr>
              <a:defRPr sz="1200"/>
            </a:pPr>
            <a:r>
              <a:t>D:/pasar_fix/apps/web/public/data/regencies/32.76.geojson</a:t>
            </a:r>
          </a:p>
          <a:p>
            <a:pPr>
              <a:defRPr sz="1200"/>
            </a:pPr>
            <a:r>
              <a:t>D:/pasar_fix/apps/web/public/data/regencies/32.77.geojson</a:t>
            </a:r>
          </a:p>
          <a:p>
            <a:pPr>
              <a:defRPr sz="1200"/>
            </a:pPr>
            <a:r>
              <a:t>D:/pasar_fix/apps/web/public/data/regencies/32.78.geojson</a:t>
            </a:r>
          </a:p>
          <a:p>
            <a:pPr>
              <a:defRPr sz="1200"/>
            </a:pPr>
            <a:r>
              <a:t>D:/pasar_fix/apps/web/public/data/regencies/32.79.geojson</a:t>
            </a:r>
          </a:p>
          <a:p>
            <a:pPr>
              <a:defRPr sz="1200"/>
            </a:pPr>
            <a:r>
              <a:t>D:/pasar_fix/apps/web/public/data/regencies/33.01.geojson</a:t>
            </a:r>
          </a:p>
          <a:p>
            <a:pPr>
              <a:defRPr sz="1200"/>
            </a:pPr>
            <a:r>
              <a:t>D:/pasar_fix/apps/web/public/data/regencies/33.02.geojson</a:t>
            </a:r>
          </a:p>
          <a:p>
            <a:pPr>
              <a:defRPr sz="1200"/>
            </a:pPr>
            <a:r>
              <a:t>D:/pasar_fix/apps/web/public/data/regencies/33.03.geojson</a:t>
            </a:r>
          </a:p>
          <a:p>
            <a:pPr>
              <a:defRPr sz="1200"/>
            </a:pPr>
            <a:r>
              <a:t>D:/pasar_fix/apps/web/public/data/regencies/33.04.geojson</a:t>
            </a:r>
          </a:p>
          <a:p>
            <a:pPr>
              <a:defRPr sz="1200"/>
            </a:pPr>
            <a:r>
              <a:t>D:/pasar_fix/apps/web/public/data/regencies/33.05.geojson</a:t>
            </a:r>
          </a:p>
          <a:p>
            <a:pPr>
              <a:defRPr sz="1200"/>
            </a:pPr>
            <a:r>
              <a:t>D:/pasar_fix/apps/web/public/data/regencies/33.06.geojson</a:t>
            </a:r>
          </a:p>
          <a:p>
            <a:pPr>
              <a:defRPr sz="1200"/>
            </a:pPr>
            <a:r>
              <a:t>D:/pasar_fix/apps/web/public/data/regencies/33.07.geojson</a:t>
            </a:r>
          </a:p>
          <a:p>
            <a:pPr>
              <a:defRPr sz="1200"/>
            </a:pPr>
            <a:r>
              <a:t>D:/pasar_fix/apps/web/public/data/regencies/33.08.geojson</a:t>
            </a:r>
          </a:p>
          <a:p>
            <a:pPr>
              <a:defRPr sz="1200"/>
            </a:pPr>
            <a:r>
              <a:t>D:/pasar_fix/apps/web/public/data/regencies/33.09.geojson</a:t>
            </a:r>
          </a:p>
          <a:p>
            <a:pPr>
              <a:defRPr sz="1200"/>
            </a:pPr>
            <a:r>
              <a:t>D:/pasar_fix/apps/web/public/data/regencies/33.10.geojson</a:t>
            </a:r>
          </a:p>
          <a:p>
            <a:pPr>
              <a:defRPr sz="1200"/>
            </a:pPr>
            <a:r>
              <a:t>D:/pasar_fix/apps/web/public/data/regencies/33.11.geojson</a:t>
            </a:r>
          </a:p>
          <a:p>
            <a:pPr>
              <a:defRPr sz="1200"/>
            </a:pPr>
            <a:r>
              <a:t>D:/pasar_fix/apps/web/public/data/regencies/33.12.geojson</a:t>
            </a:r>
          </a:p>
          <a:p>
            <a:pPr>
              <a:defRPr sz="1200"/>
            </a:pPr>
            <a:r>
              <a:t>D:/pasar_fix/apps/web/public/data/regencies/33.13.geojson</a:t>
            </a:r>
          </a:p>
          <a:p>
            <a:pPr>
              <a:defRPr sz="1200"/>
            </a:pPr>
            <a:r>
              <a:t>D:/pasar_fix/apps/web/public/data/regencies/33.14.geojson</a:t>
            </a:r>
          </a:p>
          <a:p>
            <a:pPr>
              <a:defRPr sz="1200"/>
            </a:pPr>
            <a:r>
              <a:t>D:/pasar_fix/apps/web/public/data/regencies/33.15.geojson</a:t>
            </a:r>
          </a:p>
          <a:p>
            <a:pPr>
              <a:defRPr sz="1200"/>
            </a:pPr>
            <a:r>
              <a:t>D:/pasar_fix/apps/web/public/data/regencies/33.16.geojson</a:t>
            </a:r>
          </a:p>
          <a:p>
            <a:pPr>
              <a:defRPr sz="1200"/>
            </a:pPr>
            <a:r>
              <a:t>D:/pasar_fix/apps/web/public/data/regencies/33.17.geojson</a:t>
            </a:r>
          </a:p>
          <a:p>
            <a:pPr>
              <a:defRPr sz="1200"/>
            </a:pPr>
            <a:r>
              <a:t>D:/pasar_fix/apps/web/public/data/regencies/33.18.geojson</a:t>
            </a:r>
          </a:p>
          <a:p>
            <a:pPr>
              <a:defRPr sz="1200"/>
            </a:pPr>
            <a:r>
              <a:t>D:/pasar_fix/apps/web/public/data/regencies/33.19.geojson</a:t>
            </a:r>
          </a:p>
          <a:p>
            <a:pPr>
              <a:defRPr sz="1200"/>
            </a:pPr>
            <a:r>
              <a:t>D:/pasar_fix/apps/web/public/data/regencies/33.20.geojson</a:t>
            </a:r>
          </a:p>
          <a:p>
            <a:pPr>
              <a:defRPr sz="1200"/>
            </a:pPr>
            <a:r>
              <a:t>D:/pasar_fix/apps/web/public/data/regencies/33.21.geojson</a:t>
            </a:r>
          </a:p>
          <a:p>
            <a:pPr>
              <a:defRPr sz="1200"/>
            </a:pPr>
            <a:r>
              <a:t>D:/pasar_fix/apps/web/public/data/regencies/33.22.geojson</a:t>
            </a:r>
          </a:p>
          <a:p>
            <a:pPr>
              <a:defRPr sz="1200"/>
            </a:pPr>
            <a:r>
              <a:t>D:/pasar_fix/apps/web/public/data/regencies/33.23.geojson</a:t>
            </a:r>
          </a:p>
          <a:p>
            <a:pPr>
              <a:defRPr sz="1200"/>
            </a:pPr>
            <a:r>
              <a:t>D:/pasar_fix/apps/web/public/data/regencies/33.24.geojson</a:t>
            </a:r>
          </a:p>
          <a:p>
            <a:pPr>
              <a:defRPr sz="1200"/>
            </a:pPr>
            <a:r>
              <a:t>D:/pasar_fix/apps/web/public/data/regencies/33.25.geojson</a:t>
            </a:r>
          </a:p>
          <a:p>
            <a:pPr>
              <a:defRPr sz="1200"/>
            </a:pPr>
            <a:r>
              <a:t>D:/pasar_fix/apps/web/public/data/regencies/33.26.geojson</a:t>
            </a:r>
          </a:p>
          <a:p>
            <a:pPr>
              <a:defRPr sz="1200"/>
            </a:pPr>
            <a:r>
              <a:t>D:/pasar_fix/apps/web/public/data/regencies/33.27.geojson</a:t>
            </a:r>
          </a:p>
          <a:p>
            <a:pPr>
              <a:defRPr sz="1200"/>
            </a:pPr>
            <a:r>
              <a:t>D:/pasar_fix/apps/web/public/data/regencies/33.28.geojson</a:t>
            </a:r>
          </a:p>
          <a:p>
            <a:pPr>
              <a:defRPr sz="1200"/>
            </a:pPr>
            <a:r>
              <a:t>D:/pasar_fix/apps/web/public/data/regencies/33.29.geojson</a:t>
            </a:r>
          </a:p>
          <a:p>
            <a:pPr>
              <a:defRPr sz="1200"/>
            </a:pPr>
            <a:r>
              <a:t>D:/pasar_fix/apps/web/public/data/regencies/33.71.geojson</a:t>
            </a:r>
          </a:p>
          <a:p>
            <a:pPr>
              <a:defRPr sz="1200"/>
            </a:pPr>
            <a:r>
              <a:t>D:/pasar_fix/apps/web/public/data/regencies/33.72.geojson</a:t>
            </a:r>
          </a:p>
          <a:p>
            <a:pPr>
              <a:defRPr sz="1200"/>
            </a:pPr>
            <a:r>
              <a:t>D:/pasar_fix/apps/web/public/data/regencies/33.73.geojson</a:t>
            </a:r>
          </a:p>
          <a:p>
            <a:pPr>
              <a:defRPr sz="1200"/>
            </a:pPr>
            <a:r>
              <a:t>D:/pasar_fix/apps/web/public/data/regencies/33.74.geojson</a:t>
            </a:r>
          </a:p>
          <a:p>
            <a:pPr>
              <a:defRPr sz="1200"/>
            </a:pPr>
            <a:r>
              <a:t>D:/pasar_fix/apps/web/public/data/regencies/33.75.geojson</a:t>
            </a:r>
          </a:p>
          <a:p>
            <a:pPr>
              <a:defRPr sz="1200"/>
            </a:pPr>
            <a:r>
              <a:t>D:/pasar_fix/apps/web/public/data/regencies/33.76.geojson</a:t>
            </a:r>
          </a:p>
          <a:p>
            <a:pPr>
              <a:defRPr sz="1200"/>
            </a:pPr>
            <a:r>
              <a:t>D:/pasar_fix/apps/web/public/data/regencies/34.01.geojson</a:t>
            </a:r>
          </a:p>
          <a:p>
            <a:pPr>
              <a:defRPr sz="1200"/>
            </a:pPr>
            <a:r>
              <a:t>D:/pasar_fix/apps/web/public/data/regencies/34.02.geojson</a:t>
            </a:r>
          </a:p>
          <a:p>
            <a:pPr>
              <a:defRPr sz="1200"/>
            </a:pPr>
            <a:r>
              <a:t>D:/pasar_fix/apps/web/public/data/regencies/34.03.geojson</a:t>
            </a:r>
          </a:p>
          <a:p>
            <a:pPr>
              <a:defRPr sz="1200"/>
            </a:pPr>
            <a:r>
              <a:t>D:/pasar_fix/apps/web/public/data/regencies/34.04.geojson</a:t>
            </a:r>
          </a:p>
          <a:p>
            <a:pPr>
              <a:defRPr sz="1200"/>
            </a:pPr>
            <a:r>
              <a:t>D:/pasar_fix/apps/web/public/data/regencies/34.71.geojson</a:t>
            </a:r>
          </a:p>
          <a:p>
            <a:pPr>
              <a:defRPr sz="1200"/>
            </a:pPr>
            <a:r>
              <a:t>D:/pasar_fix/apps/web/public/data/regencies/35.01.geojson</a:t>
            </a:r>
          </a:p>
          <a:p>
            <a:pPr>
              <a:defRPr sz="1200"/>
            </a:pPr>
            <a:r>
              <a:t>D:/pasar_fix/apps/web/public/data/regencies/35.02.geojson</a:t>
            </a:r>
          </a:p>
          <a:p>
            <a:pPr>
              <a:defRPr sz="1200"/>
            </a:pPr>
            <a:r>
              <a:t>D:/pasar_fix/apps/web/public/data/regencies/35.03.geojson</a:t>
            </a:r>
          </a:p>
          <a:p>
            <a:pPr>
              <a:defRPr sz="1200"/>
            </a:pPr>
            <a:r>
              <a:t>D:/pasar_fix/apps/web/public/data/regencies/35.04.geojson</a:t>
            </a:r>
          </a:p>
          <a:p>
            <a:pPr>
              <a:defRPr sz="1200"/>
            </a:pPr>
            <a:r>
              <a:t>D:/pasar_fix/apps/web/public/data/regencies/35.05.geojson</a:t>
            </a:r>
          </a:p>
          <a:p>
            <a:pPr>
              <a:defRPr sz="1200"/>
            </a:pPr>
            <a:r>
              <a:t>D:/pasar_fix/apps/web/public/data/regencies/35.06.geojson</a:t>
            </a:r>
          </a:p>
          <a:p>
            <a:pPr>
              <a:defRPr sz="1200"/>
            </a:pPr>
            <a:r>
              <a:t>D:/pasar_fix/apps/web/public/data/regencies/35.07.geojson</a:t>
            </a:r>
          </a:p>
          <a:p>
            <a:pPr>
              <a:defRPr sz="1200"/>
            </a:pPr>
            <a:r>
              <a:t>D:/pasar_fix/apps/web/public/data/regencies/35.08.geojson</a:t>
            </a:r>
          </a:p>
          <a:p>
            <a:pPr>
              <a:defRPr sz="1200"/>
            </a:pPr>
            <a:r>
              <a:t>D:/pasar_fix/apps/web/public/data/regencies/35.09.geojson</a:t>
            </a:r>
          </a:p>
          <a:p>
            <a:pPr>
              <a:defRPr sz="1200"/>
            </a:pPr>
            <a:r>
              <a:t>D:/pasar_fix/apps/web/public/data/regencies/35.10.geojson</a:t>
            </a:r>
          </a:p>
          <a:p>
            <a:pPr>
              <a:defRPr sz="1200"/>
            </a:pPr>
            <a:r>
              <a:t>D:/pasar_fix/apps/web/public/data/regencies/35.11.geojson</a:t>
            </a:r>
          </a:p>
          <a:p>
            <a:pPr>
              <a:defRPr sz="1200"/>
            </a:pPr>
            <a:r>
              <a:t>D:/pasar_fix/apps/web/public/data/regencies/35.12.geojson</a:t>
            </a:r>
          </a:p>
          <a:p>
            <a:pPr>
              <a:defRPr sz="1200"/>
            </a:pPr>
            <a:r>
              <a:t>D:/pasar_fix/apps/web/public/data/regencies/35.13.geojson</a:t>
            </a:r>
          </a:p>
          <a:p>
            <a:pPr>
              <a:defRPr sz="1200"/>
            </a:pPr>
            <a:r>
              <a:t>D:/pasar_fix/apps/web/public/data/regencies/35.14.geojson</a:t>
            </a:r>
          </a:p>
          <a:p>
            <a:pPr>
              <a:defRPr sz="1200"/>
            </a:pPr>
            <a:r>
              <a:t>D:/pasar_fix/apps/web/public/data/regencies/35.15.geojson</a:t>
            </a:r>
          </a:p>
          <a:p>
            <a:pPr>
              <a:defRPr sz="1200"/>
            </a:pPr>
            <a:r>
              <a:t>D:/pasar_fix/apps/web/public/data/regencies/35.16.geojson</a:t>
            </a:r>
          </a:p>
          <a:p>
            <a:pPr>
              <a:defRPr sz="1200"/>
            </a:pPr>
            <a:r>
              <a:t>D:/pasar_fix/apps/web/public/data/regencies/35.17.geojson</a:t>
            </a:r>
          </a:p>
          <a:p>
            <a:pPr>
              <a:defRPr sz="1200"/>
            </a:pPr>
            <a:r>
              <a:t>D:/pasar_fix/apps/web/public/data/regencies/35.18.geojson</a:t>
            </a:r>
          </a:p>
          <a:p>
            <a:pPr>
              <a:defRPr sz="1200"/>
            </a:pPr>
            <a:r>
              <a:t>D:/pasar_fix/apps/web/public/data/regencies/35.19.geojson</a:t>
            </a:r>
          </a:p>
          <a:p>
            <a:pPr>
              <a:defRPr sz="1200"/>
            </a:pPr>
            <a:r>
              <a:t>D:/pasar_fix/apps/web/public/data/regencies/35.20.geojson</a:t>
            </a:r>
          </a:p>
          <a:p>
            <a:pPr>
              <a:defRPr sz="1200"/>
            </a:pPr>
            <a:r>
              <a:t>D:/pasar_fix/apps/web/public/data/regencies/35.21.geojson</a:t>
            </a:r>
          </a:p>
          <a:p>
            <a:pPr>
              <a:defRPr sz="1200"/>
            </a:pPr>
            <a:r>
              <a:t>D:/pasar_fix/apps/web/public/data/regencies/35.22.geojson</a:t>
            </a:r>
          </a:p>
          <a:p>
            <a:pPr>
              <a:defRPr sz="1200"/>
            </a:pPr>
            <a:r>
              <a:t>D:/pasar_fix/apps/web/public/data/regencies/35.23.geojson</a:t>
            </a:r>
          </a:p>
          <a:p>
            <a:pPr>
              <a:defRPr sz="1200"/>
            </a:pPr>
            <a:r>
              <a:t>D:/pasar_fix/apps/web/public/data/regencies/35.24.geojson</a:t>
            </a:r>
          </a:p>
          <a:p>
            <a:pPr>
              <a:defRPr sz="1200"/>
            </a:pPr>
            <a:r>
              <a:t>D:/pasar_fix/apps/web/public/data/regencies/35.25.geojson</a:t>
            </a:r>
          </a:p>
          <a:p>
            <a:pPr>
              <a:defRPr sz="1200"/>
            </a:pPr>
            <a:r>
              <a:t>D:/pasar_fix/apps/web/public/data/regencies/35.26.geojson</a:t>
            </a:r>
          </a:p>
          <a:p>
            <a:pPr>
              <a:defRPr sz="1200"/>
            </a:pPr>
            <a:r>
              <a:t>D:/pasar_fix/apps/web/public/data/regencies/35.27.geojson</a:t>
            </a:r>
          </a:p>
          <a:p>
            <a:pPr>
              <a:defRPr sz="1200"/>
            </a:pPr>
            <a:r>
              <a:t>D:/pasar_fix/apps/web/public/data/regencies/35.28.geojson</a:t>
            </a:r>
          </a:p>
          <a:p>
            <a:pPr>
              <a:defRPr sz="1200"/>
            </a:pPr>
            <a:r>
              <a:t>D:/pasar_fix/apps/web/public/data/regencies/35.29.geojson</a:t>
            </a:r>
          </a:p>
          <a:p>
            <a:pPr>
              <a:defRPr sz="1200"/>
            </a:pPr>
            <a:r>
              <a:t>D:/pasar_fix/apps/web/public/data/regencies/35.71.geojson</a:t>
            </a:r>
          </a:p>
          <a:p>
            <a:pPr>
              <a:defRPr sz="1200"/>
            </a:pPr>
            <a:r>
              <a:t>D:/pasar_fix/apps/web/public/data/regencies/35.72.geojson</a:t>
            </a:r>
          </a:p>
          <a:p>
            <a:pPr>
              <a:defRPr sz="1200"/>
            </a:pPr>
            <a:r>
              <a:t>D:/pasar_fix/apps/web/public/data/regencies/35.73.geojson</a:t>
            </a:r>
          </a:p>
          <a:p>
            <a:pPr>
              <a:defRPr sz="1200"/>
            </a:pPr>
            <a:r>
              <a:t>D:/pasar_fix/apps/web/public/data/regencies/35.74.geojson</a:t>
            </a:r>
          </a:p>
          <a:p>
            <a:pPr>
              <a:defRPr sz="1200"/>
            </a:pPr>
            <a:r>
              <a:t>D:/pasar_fix/apps/web/public/data/regencies/35.75.geojson</a:t>
            </a:r>
          </a:p>
          <a:p>
            <a:pPr>
              <a:defRPr sz="1200"/>
            </a:pPr>
            <a:r>
              <a:t>D:/pasar_fix/apps/web/public/data/regencies/35.76.geojson</a:t>
            </a:r>
          </a:p>
          <a:p>
            <a:pPr>
              <a:defRPr sz="1200"/>
            </a:pPr>
            <a:r>
              <a:t>D:/pasar_fix/apps/web/public/data/regencies/35.77.geojson</a:t>
            </a:r>
          </a:p>
          <a:p>
            <a:pPr>
              <a:defRPr sz="1200"/>
            </a:pPr>
            <a:r>
              <a:t>D:/pasar_fix/apps/web/public/data/regencies/35.78.geojson</a:t>
            </a:r>
          </a:p>
          <a:p>
            <a:pPr>
              <a:defRPr sz="1200"/>
            </a:pPr>
            <a:r>
              <a:t>D:/pasar_fix/apps/web/public/data/regencies/35.79.geojson</a:t>
            </a:r>
          </a:p>
          <a:p>
            <a:pPr>
              <a:defRPr sz="1200"/>
            </a:pPr>
            <a:r>
              <a:t>D:/pasar_fix/apps/web/public/data/regencies/36.01.geojson</a:t>
            </a:r>
          </a:p>
          <a:p>
            <a:pPr>
              <a:defRPr sz="1200"/>
            </a:pPr>
            <a:r>
              <a:t>D:/pasar_fix/apps/web/public/data/regencies/36.02.geojson</a:t>
            </a:r>
          </a:p>
          <a:p>
            <a:pPr>
              <a:defRPr sz="1200"/>
            </a:pPr>
            <a:r>
              <a:t>D:/pasar_fix/apps/web/public/data/regencies/36.03.geojson</a:t>
            </a:r>
          </a:p>
          <a:p>
            <a:pPr>
              <a:defRPr sz="1200"/>
            </a:pPr>
            <a:r>
              <a:t>D:/pasar_fix/apps/web/public/data/regencies/36.04.geojson</a:t>
            </a:r>
          </a:p>
          <a:p>
            <a:pPr>
              <a:defRPr sz="1200"/>
            </a:pPr>
            <a:r>
              <a:t>D:/pasar_fix/apps/web/public/data/regencies/36.71.geojson</a:t>
            </a:r>
          </a:p>
          <a:p>
            <a:pPr>
              <a:defRPr sz="1200"/>
            </a:pPr>
            <a:r>
              <a:t>D:/pasar_fix/apps/web/public/data/regencies/36.72.geojson</a:t>
            </a:r>
          </a:p>
          <a:p>
            <a:pPr>
              <a:defRPr sz="1200"/>
            </a:pPr>
            <a:r>
              <a:t>D:/pasar_fix/apps/web/public/data/regencies/36.73.geojson</a:t>
            </a:r>
          </a:p>
          <a:p>
            <a:pPr>
              <a:defRPr sz="1200"/>
            </a:pPr>
            <a:r>
              <a:t>D:/pasar_fix/apps/web/public/data/regencies/36.74.geojson</a:t>
            </a:r>
          </a:p>
          <a:p>
            <a:pPr>
              <a:defRPr sz="1200"/>
            </a:pPr>
            <a:r>
              <a:t>D:/pasar_fix/apps/web/public/data/regencies/51.01.geojson</a:t>
            </a:r>
          </a:p>
          <a:p>
            <a:pPr>
              <a:defRPr sz="1200"/>
            </a:pPr>
            <a:r>
              <a:t>D:/pasar_fix/apps/web/public/data/regencies/51.02.geojson</a:t>
            </a:r>
          </a:p>
          <a:p>
            <a:pPr>
              <a:defRPr sz="1200"/>
            </a:pPr>
            <a:r>
              <a:t>D:/pasar_fix/apps/web/public/data/regencies/51.03.geojson</a:t>
            </a:r>
          </a:p>
          <a:p>
            <a:pPr>
              <a:defRPr sz="1200"/>
            </a:pPr>
            <a:r>
              <a:t>D:/pasar_fix/apps/web/public/data/regencies/51.04.geojson</a:t>
            </a:r>
          </a:p>
          <a:p>
            <a:pPr>
              <a:defRPr sz="1200"/>
            </a:pPr>
            <a:r>
              <a:t>D:/pasar_fix/apps/web/public/data/regencies/51.05.geojson</a:t>
            </a:r>
          </a:p>
          <a:p>
            <a:pPr>
              <a:defRPr sz="1200"/>
            </a:pPr>
            <a:r>
              <a:t>D:/pasar_fix/apps/web/public/data/regencies/51.06.geojson</a:t>
            </a:r>
          </a:p>
          <a:p>
            <a:pPr>
              <a:defRPr sz="1200"/>
            </a:pPr>
            <a:r>
              <a:t>D:/pasar_fix/apps/web/public/data/regencies/51.07.geojson</a:t>
            </a:r>
          </a:p>
          <a:p>
            <a:pPr>
              <a:defRPr sz="1200"/>
            </a:pPr>
            <a:r>
              <a:t>D:/pasar_fix/apps/web/public/data/regencies/51.08.geojson</a:t>
            </a:r>
          </a:p>
          <a:p>
            <a:pPr>
              <a:defRPr sz="1200"/>
            </a:pPr>
            <a:r>
              <a:t>D:/pasar_fix/apps/web/public/data/regencies/51.71.geojson</a:t>
            </a:r>
          </a:p>
          <a:p>
            <a:pPr>
              <a:defRPr sz="1200"/>
            </a:pPr>
            <a:r>
              <a:t>D:/pasar_fix/apps/web/public/data/regencies/52.01.geojson</a:t>
            </a:r>
          </a:p>
          <a:p>
            <a:pPr>
              <a:defRPr sz="1200"/>
            </a:pPr>
            <a:r>
              <a:t>D:/pasar_fix/apps/web/public/data/regencies/52.02.geojson</a:t>
            </a:r>
          </a:p>
          <a:p>
            <a:pPr>
              <a:defRPr sz="1200"/>
            </a:pPr>
            <a:r>
              <a:t>D:/pasar_fix/apps/web/public/data/regencies/52.03.geojson</a:t>
            </a:r>
          </a:p>
          <a:p>
            <a:pPr>
              <a:defRPr sz="1200"/>
            </a:pPr>
            <a:r>
              <a:t>D:/pasar_fix/apps/web/public/data/regencies/52.04.geojson</a:t>
            </a:r>
          </a:p>
          <a:p>
            <a:pPr>
              <a:defRPr sz="1200"/>
            </a:pPr>
            <a:r>
              <a:t>D:/pasar_fix/apps/web/public/data/regencies/52.05.geojson</a:t>
            </a:r>
          </a:p>
          <a:p>
            <a:pPr>
              <a:defRPr sz="1200"/>
            </a:pPr>
            <a:r>
              <a:t>D:/pasar_fix/apps/web/public/data/regencies/52.06.geojson</a:t>
            </a:r>
          </a:p>
          <a:p>
            <a:pPr>
              <a:defRPr sz="1200"/>
            </a:pPr>
            <a:r>
              <a:t>D:/pasar_fix/apps/web/public/data/regencies/52.07.geojson</a:t>
            </a:r>
          </a:p>
          <a:p>
            <a:pPr>
              <a:defRPr sz="1200"/>
            </a:pPr>
            <a:r>
              <a:t>D:/pasar_fix/apps/web/public/data/regencies/52.08.geojson</a:t>
            </a:r>
          </a:p>
          <a:p>
            <a:pPr>
              <a:defRPr sz="1200"/>
            </a:pPr>
            <a:r>
              <a:t>D:/pasar_fix/apps/web/public/data/regencies/52.71.geojson</a:t>
            </a:r>
          </a:p>
          <a:p>
            <a:pPr>
              <a:defRPr sz="1200"/>
            </a:pPr>
            <a:r>
              <a:t>D:/pasar_fix/apps/web/public/data/regencies/52.72.geojson</a:t>
            </a:r>
          </a:p>
          <a:p>
            <a:pPr>
              <a:defRPr sz="1200"/>
            </a:pPr>
            <a:r>
              <a:t>D:/pasar_fix/apps/web/public/data/regencies/53.01.geojson</a:t>
            </a:r>
          </a:p>
          <a:p>
            <a:pPr>
              <a:defRPr sz="1200"/>
            </a:pPr>
            <a:r>
              <a:t>D:/pasar_fix/apps/web/public/data/regencies/53.02.geojson</a:t>
            </a:r>
          </a:p>
          <a:p>
            <a:pPr>
              <a:defRPr sz="1200"/>
            </a:pPr>
            <a:r>
              <a:t>D:/pasar_fix/apps/web/public/data/regencies/53.03.geojson</a:t>
            </a:r>
          </a:p>
          <a:p>
            <a:pPr>
              <a:defRPr sz="1200"/>
            </a:pPr>
            <a:r>
              <a:t>D:/pasar_fix/apps/web/public/data/regencies/53.04.geojson</a:t>
            </a:r>
          </a:p>
          <a:p>
            <a:pPr>
              <a:defRPr sz="1200"/>
            </a:pPr>
            <a:r>
              <a:t>D:/pasar_fix/apps/web/public/data/regencies/53.05.geojson</a:t>
            </a:r>
          </a:p>
          <a:p>
            <a:pPr>
              <a:defRPr sz="1200"/>
            </a:pPr>
            <a:r>
              <a:t>D:/pasar_fix/apps/web/public/data/regencies/53.06.geojson</a:t>
            </a:r>
          </a:p>
          <a:p>
            <a:pPr>
              <a:defRPr sz="1200"/>
            </a:pPr>
            <a:r>
              <a:t>D:/pasar_fix/apps/web/public/data/regencies/53.07.geojson</a:t>
            </a:r>
          </a:p>
          <a:p>
            <a:pPr>
              <a:defRPr sz="1200"/>
            </a:pPr>
            <a:r>
              <a:t>D:/pasar_fix/apps/web/public/data/regencies/53.08.geojson</a:t>
            </a:r>
          </a:p>
          <a:p>
            <a:pPr>
              <a:defRPr sz="1200"/>
            </a:pPr>
            <a:r>
              <a:t>D:/pasar_fix/apps/web/public/data/regencies/53.09.geojson</a:t>
            </a:r>
          </a:p>
          <a:p>
            <a:pPr>
              <a:defRPr sz="1200"/>
            </a:pPr>
            <a:r>
              <a:t>D:/pasar_fix/apps/web/public/data/regencies/53.10.geojson</a:t>
            </a:r>
          </a:p>
          <a:p>
            <a:pPr>
              <a:defRPr sz="1200"/>
            </a:pPr>
            <a:r>
              <a:t>D:/pasar_fix/apps/web/public/data/regencies/53.11.geojson</a:t>
            </a:r>
          </a:p>
          <a:p>
            <a:pPr>
              <a:defRPr sz="1200"/>
            </a:pPr>
            <a:r>
              <a:t>D:/pasar_fix/apps/web/public/data/regencies/53.12.geojson</a:t>
            </a:r>
          </a:p>
          <a:p>
            <a:pPr>
              <a:defRPr sz="1200"/>
            </a:pPr>
            <a:r>
              <a:t>D:/pasar_fix/apps/web/public/data/regencies/53.13.geojson</a:t>
            </a:r>
          </a:p>
          <a:p>
            <a:pPr>
              <a:defRPr sz="1200"/>
            </a:pPr>
            <a:r>
              <a:t>D:/pasar_fix/apps/web/public/data/regencies/53.14.geojson</a:t>
            </a:r>
          </a:p>
          <a:p>
            <a:pPr>
              <a:defRPr sz="1200"/>
            </a:pPr>
            <a:r>
              <a:t>D:/pasar_fix/apps/web/public/data/regencies/53.15.geojson</a:t>
            </a:r>
          </a:p>
          <a:p>
            <a:pPr>
              <a:defRPr sz="1200"/>
            </a:pPr>
            <a:r>
              <a:t>D:/pasar_fix/apps/web/public/data/regencies/53.16.geojson</a:t>
            </a:r>
          </a:p>
          <a:p>
            <a:pPr>
              <a:defRPr sz="1200"/>
            </a:pPr>
            <a:r>
              <a:t>D:/pasar_fix/apps/web/public/data/regencies/53.17.geojson</a:t>
            </a:r>
          </a:p>
          <a:p>
            <a:pPr>
              <a:defRPr sz="1200"/>
            </a:pPr>
            <a:r>
              <a:t>D:/pasar_fix/apps/web/public/data/regencies/53.18.geojson</a:t>
            </a:r>
          </a:p>
          <a:p>
            <a:pPr>
              <a:defRPr sz="1200"/>
            </a:pPr>
            <a:r>
              <a:t>D:/pasar_fix/apps/web/public/data/regencies/53.19.geojson</a:t>
            </a:r>
          </a:p>
          <a:p>
            <a:pPr>
              <a:defRPr sz="1200"/>
            </a:pPr>
            <a:r>
              <a:t>D:/pasar_fix/apps/web/public/data/regencies/53.20.geojson</a:t>
            </a:r>
          </a:p>
          <a:p>
            <a:pPr>
              <a:defRPr sz="1200"/>
            </a:pPr>
            <a:r>
              <a:t>D:/pasar_fix/apps/web/public/data/regencies/53.21.geojson</a:t>
            </a:r>
          </a:p>
          <a:p>
            <a:pPr>
              <a:defRPr sz="1200"/>
            </a:pPr>
            <a:r>
              <a:t>D:/pasar_fix/apps/web/public/data/regencies/53.71.geojson</a:t>
            </a:r>
          </a:p>
          <a:p>
            <a:pPr>
              <a:defRPr sz="1200"/>
            </a:pPr>
            <a:r>
              <a:t>D:/pasar_fix/apps/web/public/data/regencies/61.01.geojson</a:t>
            </a:r>
          </a:p>
          <a:p>
            <a:pPr>
              <a:defRPr sz="1200"/>
            </a:pPr>
            <a:r>
              <a:t>D:/pasar_fix/apps/web/public/data/regencies/61.02.geojson</a:t>
            </a:r>
          </a:p>
          <a:p>
            <a:pPr>
              <a:defRPr sz="1200"/>
            </a:pPr>
            <a:r>
              <a:t>D:/pasar_fix/apps/web/public/data/regencies/61.03.geojson</a:t>
            </a:r>
          </a:p>
          <a:p>
            <a:pPr>
              <a:defRPr sz="1200"/>
            </a:pPr>
            <a:r>
              <a:t>D:/pasar_fix/apps/web/public/data/regencies/61.04.geojson</a:t>
            </a:r>
          </a:p>
          <a:p>
            <a:pPr>
              <a:defRPr sz="1200"/>
            </a:pPr>
            <a:r>
              <a:t>D:/pasar_fix/apps/web/public/data/regencies/61.05.geojson</a:t>
            </a:r>
          </a:p>
          <a:p>
            <a:pPr>
              <a:defRPr sz="1200"/>
            </a:pPr>
            <a:r>
              <a:t>D:/pasar_fix/apps/web/public/data/regencies/61.06.geojson</a:t>
            </a:r>
          </a:p>
          <a:p>
            <a:pPr>
              <a:defRPr sz="1200"/>
            </a:pPr>
            <a:r>
              <a:t>D:/pasar_fix/apps/web/public/data/regencies/61.07.geojson</a:t>
            </a:r>
          </a:p>
          <a:p>
            <a:pPr>
              <a:defRPr sz="1200"/>
            </a:pPr>
            <a:r>
              <a:t>D:/pasar_fix/apps/web/public/data/regencies/61.08.geojson</a:t>
            </a:r>
          </a:p>
          <a:p>
            <a:pPr>
              <a:defRPr sz="1200"/>
            </a:pPr>
            <a:r>
              <a:t>D:/pasar_fix/apps/web/public/data/regencies/61.09.geojson</a:t>
            </a:r>
          </a:p>
          <a:p>
            <a:pPr>
              <a:defRPr sz="1200"/>
            </a:pPr>
            <a:r>
              <a:t>D:/pasar_fix/apps/web/public/data/regencies/61.10.geojson</a:t>
            </a:r>
          </a:p>
          <a:p>
            <a:pPr>
              <a:defRPr sz="1200"/>
            </a:pPr>
            <a:r>
              <a:t>D:/pasar_fix/apps/web/public/data/regencies/61.11.geojson</a:t>
            </a:r>
          </a:p>
          <a:p>
            <a:pPr>
              <a:defRPr sz="1200"/>
            </a:pPr>
            <a:r>
              <a:t>D:/pasar_fix/apps/web/public/data/regencies/61.12.geojson</a:t>
            </a:r>
          </a:p>
          <a:p>
            <a:pPr>
              <a:defRPr sz="1200"/>
            </a:pPr>
            <a:r>
              <a:t>D:/pasar_fix/apps/web/public/data/regencies/61.71.geojson</a:t>
            </a:r>
          </a:p>
          <a:p>
            <a:pPr>
              <a:defRPr sz="1200"/>
            </a:pPr>
            <a:r>
              <a:t>D:/pasar_fix/apps/web/public/data/regencies/61.72.geojson</a:t>
            </a:r>
          </a:p>
          <a:p>
            <a:pPr>
              <a:defRPr sz="1200"/>
            </a:pPr>
            <a:r>
              <a:t>D:/pasar_fix/apps/web/public/data/regencies/62.01.geojson</a:t>
            </a:r>
          </a:p>
          <a:p>
            <a:pPr>
              <a:defRPr sz="1200"/>
            </a:pPr>
            <a:r>
              <a:t>D:/pasar_fix/apps/web/public/data/regencies/62.02.geojson</a:t>
            </a:r>
          </a:p>
          <a:p>
            <a:pPr>
              <a:defRPr sz="1200"/>
            </a:pPr>
            <a:r>
              <a:t>D:/pasar_fix/apps/web/public/data/regencies/62.03.geojson</a:t>
            </a:r>
          </a:p>
          <a:p>
            <a:pPr>
              <a:defRPr sz="1200"/>
            </a:pPr>
            <a:r>
              <a:t>D:/pasar_fix/apps/web/public/data/regencies/62.04.geojson</a:t>
            </a:r>
          </a:p>
          <a:p>
            <a:pPr>
              <a:defRPr sz="1200"/>
            </a:pPr>
            <a:r>
              <a:t>D:/pasar_fix/apps/web/public/data/regencies/62.05.geojson</a:t>
            </a:r>
          </a:p>
          <a:p>
            <a:pPr>
              <a:defRPr sz="1200"/>
            </a:pPr>
            <a:r>
              <a:t>D:/pasar_fix/apps/web/public/data/regencies/62.06.geojson</a:t>
            </a:r>
          </a:p>
          <a:p>
            <a:pPr>
              <a:defRPr sz="1200"/>
            </a:pPr>
            <a:r>
              <a:t>D:/pasar_fix/apps/web/public/data/regencies/62.07.geojson</a:t>
            </a:r>
          </a:p>
          <a:p>
            <a:pPr>
              <a:defRPr sz="1200"/>
            </a:pPr>
            <a:r>
              <a:t>D:/pasar_fix/apps/web/public/data/regencies/62.08.geojson</a:t>
            </a:r>
          </a:p>
          <a:p>
            <a:pPr>
              <a:defRPr sz="1200"/>
            </a:pPr>
            <a:r>
              <a:t>D:/pasar_fix/apps/web/public/data/regencies/62.09.geojson</a:t>
            </a:r>
          </a:p>
          <a:p>
            <a:pPr>
              <a:defRPr sz="1200"/>
            </a:pPr>
            <a:r>
              <a:t>D:/pasar_fix/apps/web/public/data/regencies/62.10.geojson</a:t>
            </a:r>
          </a:p>
          <a:p>
            <a:pPr>
              <a:defRPr sz="1200"/>
            </a:pPr>
            <a:r>
              <a:t>D:/pasar_fix/apps/web/public/data/regencies/62.11.geojson</a:t>
            </a:r>
          </a:p>
          <a:p>
            <a:pPr>
              <a:defRPr sz="1200"/>
            </a:pPr>
            <a:r>
              <a:t>D:/pasar_fix/apps/web/public/data/regencies/62.12.geojson</a:t>
            </a:r>
          </a:p>
          <a:p>
            <a:pPr>
              <a:defRPr sz="1200"/>
            </a:pPr>
            <a:r>
              <a:t>D:/pasar_fix/apps/web/public/data/regencies/62.13.geojson</a:t>
            </a:r>
          </a:p>
          <a:p>
            <a:pPr>
              <a:defRPr sz="1200"/>
            </a:pPr>
            <a:r>
              <a:t>D:/pasar_fix/apps/web/public/data/regencies/62.71.geojson</a:t>
            </a:r>
          </a:p>
          <a:p>
            <a:pPr>
              <a:defRPr sz="1200"/>
            </a:pPr>
            <a:r>
              <a:t>D:/pasar_fix/apps/web/public/data/regencies/63.01.geojson</a:t>
            </a:r>
          </a:p>
          <a:p>
            <a:pPr>
              <a:defRPr sz="1200"/>
            </a:pPr>
            <a:r>
              <a:t>D:/pasar_fix/apps/web/public/data/regencies/63.02.geojson</a:t>
            </a:r>
          </a:p>
          <a:p>
            <a:pPr>
              <a:defRPr sz="1200"/>
            </a:pPr>
            <a:r>
              <a:t>D:/pasar_fix/apps/web/public/data/regencies/63.03.geojson</a:t>
            </a:r>
          </a:p>
          <a:p>
            <a:pPr>
              <a:defRPr sz="1200"/>
            </a:pPr>
            <a:r>
              <a:t>D:/pasar_fix/apps/web/public/data/regencies/63.04.geojson</a:t>
            </a:r>
          </a:p>
          <a:p>
            <a:pPr>
              <a:defRPr sz="1200"/>
            </a:pPr>
            <a:r>
              <a:t>D:/pasar_fix/apps/web/public/data/regencies/63.05.geojson</a:t>
            </a:r>
          </a:p>
          <a:p>
            <a:pPr>
              <a:defRPr sz="1200"/>
            </a:pPr>
            <a:r>
              <a:t>D:/pasar_fix/apps/web/public/data/regencies/63.06.geojson</a:t>
            </a:r>
          </a:p>
          <a:p>
            <a:pPr>
              <a:defRPr sz="1200"/>
            </a:pPr>
            <a:r>
              <a:t>D:/pasar_fix/apps/web/public/data/regencies/63.07.geojson</a:t>
            </a:r>
          </a:p>
          <a:p>
            <a:pPr>
              <a:defRPr sz="1200"/>
            </a:pPr>
            <a:r>
              <a:t>D:/pasar_fix/apps/web/public/data/regencies/63.08.geojson</a:t>
            </a:r>
          </a:p>
          <a:p>
            <a:pPr>
              <a:defRPr sz="1200"/>
            </a:pPr>
            <a:r>
              <a:t>D:/pasar_fix/apps/web/public/data/regencies/63.09.geojson</a:t>
            </a:r>
          </a:p>
          <a:p>
            <a:pPr>
              <a:defRPr sz="1200"/>
            </a:pPr>
            <a:r>
              <a:t>D:/pasar_fix/apps/web/public/data/regencies/63.10.geojson</a:t>
            </a:r>
          </a:p>
          <a:p>
            <a:pPr>
              <a:defRPr sz="1200"/>
            </a:pPr>
            <a:r>
              <a:t>D:/pasar_fix/apps/web/public/data/regencies/63.11.geojson</a:t>
            </a:r>
          </a:p>
          <a:p>
            <a:pPr>
              <a:defRPr sz="1200"/>
            </a:pPr>
            <a:r>
              <a:t>D:/pasar_fix/apps/web/public/data/regencies/63.71.geojson</a:t>
            </a:r>
          </a:p>
          <a:p>
            <a:pPr>
              <a:defRPr sz="1200"/>
            </a:pPr>
            <a:r>
              <a:t>D:/pasar_fix/apps/web/public/data/regencies/63.72.geojson</a:t>
            </a:r>
          </a:p>
          <a:p>
            <a:pPr>
              <a:defRPr sz="1200"/>
            </a:pPr>
            <a:r>
              <a:t>D:/pasar_fix/apps/web/public/data/regencies/64.01.geojson</a:t>
            </a:r>
          </a:p>
          <a:p>
            <a:pPr>
              <a:defRPr sz="1200"/>
            </a:pPr>
            <a:r>
              <a:t>D:/pasar_fix/apps/web/public/data/regencies/64.02.geojson</a:t>
            </a:r>
          </a:p>
          <a:p>
            <a:pPr>
              <a:defRPr sz="1200"/>
            </a:pPr>
            <a:r>
              <a:t>D:/pasar_fix/apps/web/public/data/regencies/64.03.geojson</a:t>
            </a:r>
          </a:p>
          <a:p>
            <a:pPr>
              <a:defRPr sz="1200"/>
            </a:pPr>
            <a:r>
              <a:t>D:/pasar_fix/apps/web/public/data/regencies/64.07.geojson</a:t>
            </a:r>
          </a:p>
          <a:p>
            <a:pPr>
              <a:defRPr sz="1200"/>
            </a:pPr>
            <a:r>
              <a:t>D:/pasar_fix/apps/web/public/data/regencies/64.08.geojson</a:t>
            </a:r>
          </a:p>
          <a:p>
            <a:pPr>
              <a:defRPr sz="1200"/>
            </a:pPr>
            <a:r>
              <a:t>D:/pasar_fix/apps/web/public/data/regencies/64.09.geojson</a:t>
            </a:r>
          </a:p>
          <a:p>
            <a:pPr>
              <a:defRPr sz="1200"/>
            </a:pPr>
            <a:r>
              <a:t>D:/pasar_fix/apps/web/public/data/regencies/64.11.geojson</a:t>
            </a:r>
          </a:p>
          <a:p>
            <a:pPr>
              <a:defRPr sz="1200"/>
            </a:pPr>
            <a:r>
              <a:t>D:/pasar_fix/apps/web/public/data/regencies/64.71.geojson</a:t>
            </a:r>
          </a:p>
          <a:p>
            <a:pPr>
              <a:defRPr sz="1200"/>
            </a:pPr>
            <a:r>
              <a:t>D:/pasar_fix/apps/web/public/data/regencies/64.72.geojson</a:t>
            </a:r>
          </a:p>
          <a:p>
            <a:pPr>
              <a:defRPr sz="1200"/>
            </a:pPr>
            <a:r>
              <a:t>D:/pasar_fix/apps/web/public/data/regencies/64.74.geojson</a:t>
            </a:r>
          </a:p>
          <a:p>
            <a:pPr>
              <a:defRPr sz="1200"/>
            </a:pPr>
            <a:r>
              <a:t>D:/pasar_fix/apps/web/public/data/regencies/65.01.geojson</a:t>
            </a:r>
          </a:p>
          <a:p>
            <a:pPr>
              <a:defRPr sz="1200"/>
            </a:pPr>
            <a:r>
              <a:t>D:/pasar_fix/apps/web/public/data/regencies/65.02.geojson</a:t>
            </a:r>
          </a:p>
          <a:p>
            <a:pPr>
              <a:defRPr sz="1200"/>
            </a:pPr>
            <a:r>
              <a:t>D:/pasar_fix/apps/web/public/data/regencies/65.03.geojson</a:t>
            </a:r>
          </a:p>
          <a:p>
            <a:pPr>
              <a:defRPr sz="1200"/>
            </a:pPr>
            <a:r>
              <a:t>D:/pasar_fix/apps/web/public/data/regencies/65.04.geojson</a:t>
            </a:r>
          </a:p>
          <a:p>
            <a:pPr>
              <a:defRPr sz="1200"/>
            </a:pPr>
            <a:r>
              <a:t>D:/pasar_fix/apps/web/public/data/regencies/65.71.geojson</a:t>
            </a:r>
          </a:p>
          <a:p>
            <a:pPr>
              <a:defRPr sz="1200"/>
            </a:pPr>
            <a:r>
              <a:t>D:/pasar_fix/apps/web/public/data/regencies/71.01.geojson</a:t>
            </a:r>
          </a:p>
          <a:p>
            <a:pPr>
              <a:defRPr sz="1200"/>
            </a:pPr>
            <a:r>
              <a:t>D:/pasar_fix/apps/web/public/data/regencies/71.02.geojson</a:t>
            </a:r>
          </a:p>
          <a:p>
            <a:pPr>
              <a:defRPr sz="1200"/>
            </a:pPr>
            <a:r>
              <a:t>D:/pasar_fix/apps/web/public/data/regencies/71.03.geojson</a:t>
            </a:r>
          </a:p>
          <a:p>
            <a:pPr>
              <a:defRPr sz="1200"/>
            </a:pPr>
            <a:r>
              <a:t>D:/pasar_fix/apps/web/public/data/regencies/71.04.geojson</a:t>
            </a:r>
          </a:p>
          <a:p>
            <a:pPr>
              <a:defRPr sz="1200"/>
            </a:pPr>
            <a:r>
              <a:t>D:/pasar_fix/apps/web/public/data/regencies/71.05.geojson</a:t>
            </a:r>
          </a:p>
          <a:p>
            <a:pPr>
              <a:defRPr sz="1200"/>
            </a:pPr>
            <a:r>
              <a:t>D:/pasar_fix/apps/web/public/data/regencies/71.06.geojson</a:t>
            </a:r>
          </a:p>
          <a:p>
            <a:pPr>
              <a:defRPr sz="1200"/>
            </a:pPr>
            <a:r>
              <a:t>D:/pasar_fix/apps/web/public/data/regencies/71.07.geojson</a:t>
            </a:r>
          </a:p>
          <a:p>
            <a:pPr>
              <a:defRPr sz="1200"/>
            </a:pPr>
            <a:r>
              <a:t>D:/pasar_fix/apps/web/public/data/regencies/71.08.geojson</a:t>
            </a:r>
          </a:p>
          <a:p>
            <a:pPr>
              <a:defRPr sz="1200"/>
            </a:pPr>
            <a:r>
              <a:t>D:/pasar_fix/apps/web/public/data/regencies/71.09.geojson</a:t>
            </a:r>
          </a:p>
          <a:p>
            <a:pPr>
              <a:defRPr sz="1200"/>
            </a:pPr>
            <a:r>
              <a:t>D:/pasar_fix/apps/web/public/data/regencies/71.10.geojson</a:t>
            </a:r>
          </a:p>
          <a:p>
            <a:pPr>
              <a:defRPr sz="1200"/>
            </a:pPr>
            <a:r>
              <a:t>D:/pasar_fix/apps/web/public/data/regencies/71.11.geojson</a:t>
            </a:r>
          </a:p>
          <a:p>
            <a:pPr>
              <a:defRPr sz="1200"/>
            </a:pPr>
            <a:r>
              <a:t>D:/pasar_fix/apps/web/public/data/regencies/71.71.geojson</a:t>
            </a:r>
          </a:p>
          <a:p>
            <a:pPr>
              <a:defRPr sz="1200"/>
            </a:pPr>
            <a:r>
              <a:t>D:/pasar_fix/apps/web/public/data/regencies/71.72.geojson</a:t>
            </a:r>
          </a:p>
          <a:p>
            <a:pPr>
              <a:defRPr sz="1200"/>
            </a:pPr>
            <a:r>
              <a:t>D:/pasar_fix/apps/web/public/data/regencies/71.73.geojson</a:t>
            </a:r>
          </a:p>
          <a:p>
            <a:pPr>
              <a:defRPr sz="1200"/>
            </a:pPr>
            <a:r>
              <a:t>D:/pasar_fix/apps/web/public/data/regencies/71.74.geojson</a:t>
            </a:r>
          </a:p>
          <a:p>
            <a:pPr>
              <a:defRPr sz="1200"/>
            </a:pPr>
            <a:r>
              <a:t>D:/pasar_fix/apps/web/public/data/regencies/72.01.geojson</a:t>
            </a:r>
          </a:p>
          <a:p>
            <a:pPr>
              <a:defRPr sz="1200"/>
            </a:pPr>
            <a:r>
              <a:t>D:/pasar_fix/apps/web/public/data/regencies/72.02.geojson</a:t>
            </a:r>
          </a:p>
          <a:p>
            <a:pPr>
              <a:defRPr sz="1200"/>
            </a:pPr>
            <a:r>
              <a:t>D:/pasar_fix/apps/web/public/data/regencies/72.03.geojson</a:t>
            </a:r>
          </a:p>
          <a:p>
            <a:pPr>
              <a:defRPr sz="1200"/>
            </a:pPr>
            <a:r>
              <a:t>D:/pasar_fix/apps/web/public/data/regencies/72.04.geojson</a:t>
            </a:r>
          </a:p>
          <a:p>
            <a:pPr>
              <a:defRPr sz="1200"/>
            </a:pPr>
            <a:r>
              <a:t>D:/pasar_fix/apps/web/public/data/regencies/72.05.geojson</a:t>
            </a:r>
          </a:p>
          <a:p>
            <a:pPr>
              <a:defRPr sz="1200"/>
            </a:pPr>
            <a:r>
              <a:t>D:/pasar_fix/apps/web/public/data/regencies/72.06.geojson</a:t>
            </a:r>
          </a:p>
          <a:p>
            <a:pPr>
              <a:defRPr sz="1200"/>
            </a:pPr>
            <a:r>
              <a:t>D:/pasar_fix/apps/web/public/data/regencies/72.07.geojson</a:t>
            </a:r>
          </a:p>
          <a:p>
            <a:pPr>
              <a:defRPr sz="1200"/>
            </a:pPr>
            <a:r>
              <a:t>D:/pasar_fix/apps/web/public/data/regencies/72.08.geojson</a:t>
            </a:r>
          </a:p>
          <a:p>
            <a:pPr>
              <a:defRPr sz="1200"/>
            </a:pPr>
            <a:r>
              <a:t>D:/pasar_fix/apps/web/public/data/regencies/72.09.geojson</a:t>
            </a:r>
          </a:p>
          <a:p>
            <a:pPr>
              <a:defRPr sz="1200"/>
            </a:pPr>
            <a:r>
              <a:t>D:/pasar_fix/apps/web/public/data/regencies/72.10.geojson</a:t>
            </a:r>
          </a:p>
          <a:p>
            <a:pPr>
              <a:defRPr sz="1200"/>
            </a:pPr>
            <a:r>
              <a:t>D:/pasar_fix/apps/web/public/data/regencies/72.11.geojson</a:t>
            </a:r>
          </a:p>
          <a:p>
            <a:pPr>
              <a:defRPr sz="1200"/>
            </a:pPr>
            <a:r>
              <a:t>D:/pasar_fix/apps/web/public/data/regencies/72.12.geojson</a:t>
            </a:r>
          </a:p>
          <a:p>
            <a:pPr>
              <a:defRPr sz="1200"/>
            </a:pPr>
            <a:r>
              <a:t>D:/pasar_fix/apps/web/public/data/regencies/72.71.geojson</a:t>
            </a:r>
          </a:p>
          <a:p>
            <a:pPr>
              <a:defRPr sz="1200"/>
            </a:pPr>
            <a:r>
              <a:t>D:/pasar_fix/apps/web/public/data/regencies/73.01.geojson</a:t>
            </a:r>
          </a:p>
          <a:p>
            <a:pPr>
              <a:defRPr sz="1200"/>
            </a:pPr>
            <a:r>
              <a:t>D:/pasar_fix/apps/web/public/data/regencies/73.02.geojson</a:t>
            </a:r>
          </a:p>
          <a:p>
            <a:pPr>
              <a:defRPr sz="1200"/>
            </a:pPr>
            <a:r>
              <a:t>D:/pasar_fix/apps/web/public/data/regencies/73.03.geojson</a:t>
            </a:r>
          </a:p>
          <a:p>
            <a:pPr>
              <a:defRPr sz="1200"/>
            </a:pPr>
            <a:r>
              <a:t>D:/pasar_fix/apps/web/public/data/regencies/73.04.geojson</a:t>
            </a:r>
          </a:p>
          <a:p>
            <a:pPr>
              <a:defRPr sz="1200"/>
            </a:pPr>
            <a:r>
              <a:t>D:/pasar_fix/apps/web/public/data/regencies/73.05.geojson</a:t>
            </a:r>
          </a:p>
          <a:p>
            <a:pPr>
              <a:defRPr sz="1200"/>
            </a:pPr>
            <a:r>
              <a:t>D:/pasar_fix/apps/web/public/data/regencies/73.06.geojson</a:t>
            </a:r>
          </a:p>
          <a:p>
            <a:pPr>
              <a:defRPr sz="1200"/>
            </a:pPr>
            <a:r>
              <a:t>D:/pasar_fix/apps/web/public/data/regencies/73.07.geojson</a:t>
            </a:r>
          </a:p>
          <a:p>
            <a:pPr>
              <a:defRPr sz="1200"/>
            </a:pPr>
            <a:r>
              <a:t>D:/pasar_fix/apps/web/public/data/regencies/73.08.geojson</a:t>
            </a:r>
          </a:p>
          <a:p>
            <a:pPr>
              <a:defRPr sz="1200"/>
            </a:pPr>
            <a:r>
              <a:t>D:/pasar_fix/apps/web/public/data/regencies/73.09.geojson</a:t>
            </a:r>
          </a:p>
          <a:p>
            <a:pPr>
              <a:defRPr sz="1200"/>
            </a:pPr>
            <a:r>
              <a:t>D:/pasar_fix/apps/web/public/data/regencies/73.10.geojson</a:t>
            </a:r>
          </a:p>
          <a:p>
            <a:pPr>
              <a:defRPr sz="1200"/>
            </a:pPr>
            <a:r>
              <a:t>D:/pasar_fix/apps/web/public/data/regencies/73.11.geojson</a:t>
            </a:r>
          </a:p>
          <a:p>
            <a:pPr>
              <a:defRPr sz="1200"/>
            </a:pPr>
            <a:r>
              <a:t>D:/pasar_fix/apps/web/public/data/regencies/73.12.geojson</a:t>
            </a:r>
          </a:p>
          <a:p>
            <a:pPr>
              <a:defRPr sz="1200"/>
            </a:pPr>
            <a:r>
              <a:t>D:/pasar_fix/apps/web/public/data/regencies/73.13.geojson</a:t>
            </a:r>
          </a:p>
          <a:p>
            <a:pPr>
              <a:defRPr sz="1200"/>
            </a:pPr>
            <a:r>
              <a:t>D:/pasar_fix/apps/web/public/data/regencies/73.14.geojson</a:t>
            </a:r>
          </a:p>
          <a:p>
            <a:pPr>
              <a:defRPr sz="1200"/>
            </a:pPr>
            <a:r>
              <a:t>D:/pasar_fix/apps/web/public/data/regencies/73.15.geojson</a:t>
            </a:r>
          </a:p>
          <a:p>
            <a:pPr>
              <a:defRPr sz="1200"/>
            </a:pPr>
            <a:r>
              <a:t>D:/pasar_fix/apps/web/public/data/regencies/73.16.geojson</a:t>
            </a:r>
          </a:p>
          <a:p>
            <a:pPr>
              <a:defRPr sz="1200"/>
            </a:pPr>
            <a:r>
              <a:t>D:/pasar_fix/apps/web/public/data/regencies/73.17.geojson</a:t>
            </a:r>
          </a:p>
          <a:p>
            <a:pPr>
              <a:defRPr sz="1200"/>
            </a:pPr>
            <a:r>
              <a:t>D:/pasar_fix/apps/web/public/data/regencies/73.18.geojson</a:t>
            </a:r>
          </a:p>
          <a:p>
            <a:pPr>
              <a:defRPr sz="1200"/>
            </a:pPr>
            <a:r>
              <a:t>D:/pasar_fix/apps/web/public/data/regencies/73.22.geojson</a:t>
            </a:r>
          </a:p>
          <a:p>
            <a:pPr>
              <a:defRPr sz="1200"/>
            </a:pPr>
            <a:r>
              <a:t>D:/pasar_fix/apps/web/public/data/regencies/73.24.geojson</a:t>
            </a:r>
          </a:p>
          <a:p>
            <a:pPr>
              <a:defRPr sz="1200"/>
            </a:pPr>
            <a:r>
              <a:t>D:/pasar_fix/apps/web/public/data/regencies/73.26.geojson</a:t>
            </a:r>
          </a:p>
          <a:p>
            <a:pPr>
              <a:defRPr sz="1200"/>
            </a:pPr>
            <a:r>
              <a:t>D:/pasar_fix/apps/web/public/data/regencies/73.71.geojson</a:t>
            </a:r>
          </a:p>
          <a:p>
            <a:pPr>
              <a:defRPr sz="1200"/>
            </a:pPr>
            <a:r>
              <a:t>D:/pasar_fix/apps/web/public/data/regencies/73.72.geojson</a:t>
            </a:r>
          </a:p>
          <a:p>
            <a:pPr>
              <a:defRPr sz="1200"/>
            </a:pPr>
            <a:r>
              <a:t>D:/pasar_fix/apps/web/public/data/regencies/73.73.geojson</a:t>
            </a:r>
          </a:p>
          <a:p>
            <a:pPr>
              <a:defRPr sz="1200"/>
            </a:pPr>
            <a:r>
              <a:t>D:/pasar_fix/apps/web/public/data/regencies/74.01.geojson</a:t>
            </a:r>
          </a:p>
          <a:p>
            <a:pPr>
              <a:defRPr sz="1200"/>
            </a:pPr>
            <a:r>
              <a:t>D:/pasar_fix/apps/web/public/data/regencies/74.02.geojson</a:t>
            </a:r>
          </a:p>
          <a:p>
            <a:pPr>
              <a:defRPr sz="1200"/>
            </a:pPr>
            <a:r>
              <a:t>D:/pasar_fix/apps/web/public/data/regencies/74.03.geojson</a:t>
            </a:r>
          </a:p>
          <a:p>
            <a:pPr>
              <a:defRPr sz="1200"/>
            </a:pPr>
            <a:r>
              <a:t>D:/pasar_fix/apps/web/public/data/regencies/74.04.geojson</a:t>
            </a:r>
          </a:p>
          <a:p>
            <a:pPr>
              <a:defRPr sz="1200"/>
            </a:pPr>
            <a:r>
              <a:t>D:/pasar_fix/apps/web/public/data/regencies/74.05.geojson</a:t>
            </a:r>
          </a:p>
          <a:p>
            <a:pPr>
              <a:defRPr sz="1200"/>
            </a:pPr>
            <a:r>
              <a:t>D:/pasar_fix/apps/web/public/data/regencies/74.06.geojson</a:t>
            </a:r>
          </a:p>
          <a:p>
            <a:pPr>
              <a:defRPr sz="1200"/>
            </a:pPr>
            <a:r>
              <a:t>D:/pasar_fix/apps/web/public/data/regencies/74.07.geojson</a:t>
            </a:r>
          </a:p>
          <a:p>
            <a:pPr>
              <a:defRPr sz="1200"/>
            </a:pPr>
            <a:r>
              <a:t>D:/pasar_fix/apps/web/public/data/regencies/74.08.geojson</a:t>
            </a:r>
          </a:p>
          <a:p>
            <a:pPr>
              <a:defRPr sz="1200"/>
            </a:pPr>
            <a:r>
              <a:t>D:/pasar_fix/apps/web/public/data/regencies/74.09.geojson</a:t>
            </a:r>
          </a:p>
          <a:p>
            <a:pPr>
              <a:defRPr sz="1200"/>
            </a:pPr>
            <a:r>
              <a:t>D:/pasar_fix/apps/web/public/data/regencies/74.10.geojson</a:t>
            </a:r>
          </a:p>
          <a:p>
            <a:pPr>
              <a:defRPr sz="1200"/>
            </a:pPr>
            <a:r>
              <a:t>D:/pasar_fix/apps/web/public/data/regencies/74.11.geojson</a:t>
            </a:r>
          </a:p>
          <a:p>
            <a:pPr>
              <a:defRPr sz="1200"/>
            </a:pPr>
            <a:r>
              <a:t>D:/pasar_fix/apps/web/public/data/regencies/74.12.geojson</a:t>
            </a:r>
          </a:p>
          <a:p>
            <a:pPr>
              <a:defRPr sz="1200"/>
            </a:pPr>
            <a:r>
              <a:t>D:/pasar_fix/apps/web/public/data/regencies/74.13.geojson</a:t>
            </a:r>
          </a:p>
          <a:p>
            <a:pPr>
              <a:defRPr sz="1200"/>
            </a:pPr>
            <a:r>
              <a:t>D:/pasar_fix/apps/web/public/data/regencies/74.14.geojson</a:t>
            </a:r>
          </a:p>
          <a:p>
            <a:pPr>
              <a:defRPr sz="1200"/>
            </a:pPr>
            <a:r>
              <a:t>D:/pasar_fix/apps/web/public/data/regencies/74.15.geojson</a:t>
            </a:r>
          </a:p>
          <a:p>
            <a:pPr>
              <a:defRPr sz="1200"/>
            </a:pPr>
            <a:r>
              <a:t>D:/pasar_fix/apps/web/public/data/regencies/74.71.geojson</a:t>
            </a:r>
          </a:p>
          <a:p>
            <a:pPr>
              <a:defRPr sz="1200"/>
            </a:pPr>
            <a:r>
              <a:t>D:/pasar_fix/apps/web/public/data/regencies/74.72.geojson</a:t>
            </a:r>
          </a:p>
          <a:p>
            <a:pPr>
              <a:defRPr sz="1200"/>
            </a:pPr>
            <a:r>
              <a:t>D:/pasar_fix/apps/web/public/data/regencies/75.01.geojson</a:t>
            </a:r>
          </a:p>
          <a:p>
            <a:pPr>
              <a:defRPr sz="1200"/>
            </a:pPr>
            <a:r>
              <a:t>D:/pasar_fix/apps/web/public/data/regencies/75.02.geojson</a:t>
            </a:r>
          </a:p>
          <a:p>
            <a:pPr>
              <a:defRPr sz="1200"/>
            </a:pPr>
            <a:r>
              <a:t>D:/pasar_fix/apps/web/public/data/regencies/75.03.geojson</a:t>
            </a:r>
          </a:p>
          <a:p>
            <a:pPr>
              <a:defRPr sz="1200"/>
            </a:pPr>
            <a:r>
              <a:t>D:/pasar_fix/apps/web/public/data/regencies/75.04.geojson</a:t>
            </a:r>
          </a:p>
          <a:p>
            <a:pPr>
              <a:defRPr sz="1200"/>
            </a:pPr>
            <a:r>
              <a:t>D:/pasar_fix/apps/web/public/data/regencies/75.05.geojson</a:t>
            </a:r>
          </a:p>
          <a:p>
            <a:pPr>
              <a:defRPr sz="1200"/>
            </a:pPr>
            <a:r>
              <a:t>D:/pasar_fix/apps/web/public/data/regencies/75.71.geojson</a:t>
            </a:r>
          </a:p>
          <a:p>
            <a:pPr>
              <a:defRPr sz="1200"/>
            </a:pPr>
            <a:r>
              <a:t>D:/pasar_fix/apps/web/public/data/regencies/76.01.geojson</a:t>
            </a:r>
          </a:p>
          <a:p>
            <a:pPr>
              <a:defRPr sz="1200"/>
            </a:pPr>
            <a:r>
              <a:t>D:/pasar_fix/apps/web/public/data/regencies/76.02.geojson</a:t>
            </a:r>
          </a:p>
          <a:p>
            <a:pPr>
              <a:defRPr sz="1200"/>
            </a:pPr>
            <a:r>
              <a:t>D:/pasar_fix/apps/web/public/data/regencies/76.03.geojson</a:t>
            </a:r>
          </a:p>
          <a:p>
            <a:pPr>
              <a:defRPr sz="1200"/>
            </a:pPr>
            <a:r>
              <a:t>D:/pasar_fix/apps/web/public/data/regencies/76.04.geojson</a:t>
            </a:r>
          </a:p>
          <a:p>
            <a:pPr>
              <a:defRPr sz="1200"/>
            </a:pPr>
            <a:r>
              <a:t>D:/pasar_fix/apps/web/public/data/regencies/76.05.geojson</a:t>
            </a:r>
          </a:p>
          <a:p>
            <a:pPr>
              <a:defRPr sz="1200"/>
            </a:pPr>
            <a:r>
              <a:t>D:/pasar_fix/apps/web/public/data/regencies/76.06.geojson</a:t>
            </a:r>
          </a:p>
          <a:p>
            <a:pPr>
              <a:defRPr sz="1200"/>
            </a:pPr>
            <a:r>
              <a:t>D:/pasar_fix/apps/web/public/data/regencies/81.01.geojson</a:t>
            </a:r>
          </a:p>
          <a:p>
            <a:pPr>
              <a:defRPr sz="1200"/>
            </a:pPr>
            <a:r>
              <a:t>D:/pasar_fix/apps/web/public/data/regencies/81.02.geojson</a:t>
            </a:r>
          </a:p>
          <a:p>
            <a:pPr>
              <a:defRPr sz="1200"/>
            </a:pPr>
            <a:r>
              <a:t>D:/pasar_fix/apps/web/public/data/regencies/81.03.geojson</a:t>
            </a:r>
          </a:p>
          <a:p>
            <a:pPr>
              <a:defRPr sz="1200"/>
            </a:pPr>
            <a:r>
              <a:t>D:/pasar_fix/apps/web/public/data/regencies/81.04.geojson</a:t>
            </a:r>
          </a:p>
          <a:p>
            <a:pPr>
              <a:defRPr sz="1200"/>
            </a:pPr>
            <a:r>
              <a:t>D:/pasar_fix/apps/web/public/data/regencies/81.05.geojson</a:t>
            </a:r>
          </a:p>
          <a:p>
            <a:pPr>
              <a:defRPr sz="1200"/>
            </a:pPr>
            <a:r>
              <a:t>D:/pasar_fix/apps/web/public/data/regencies/81.06.geojson</a:t>
            </a:r>
          </a:p>
          <a:p>
            <a:pPr>
              <a:defRPr sz="1200"/>
            </a:pPr>
            <a:r>
              <a:t>D:/pasar_fix/apps/web/public/data/regencies/81.07.geojson</a:t>
            </a:r>
          </a:p>
          <a:p>
            <a:pPr>
              <a:defRPr sz="1200"/>
            </a:pPr>
            <a:r>
              <a:t>D:/pasar_fix/apps/web/public/data/regencies/81.08.geojson</a:t>
            </a:r>
          </a:p>
          <a:p>
            <a:pPr>
              <a:defRPr sz="1200"/>
            </a:pPr>
            <a:r>
              <a:t>D:/pasar_fix/apps/web/public/data/regencies/81.09.geojson</a:t>
            </a:r>
          </a:p>
          <a:p>
            <a:pPr>
              <a:defRPr sz="1200"/>
            </a:pPr>
            <a:r>
              <a:t>D:/pasar_fix/apps/web/public/data/regencies/81.71.geojson</a:t>
            </a:r>
          </a:p>
          <a:p>
            <a:pPr>
              <a:defRPr sz="1200"/>
            </a:pPr>
            <a:r>
              <a:t>D:/pasar_fix/apps/web/public/data/regencies/81.72.geojson</a:t>
            </a:r>
          </a:p>
          <a:p>
            <a:pPr>
              <a:defRPr sz="1200"/>
            </a:pPr>
            <a:r>
              <a:t>D:/pasar_fix/apps/web/public/data/regencies/82.01.geojson</a:t>
            </a:r>
          </a:p>
          <a:p>
            <a:pPr>
              <a:defRPr sz="1200"/>
            </a:pPr>
            <a:r>
              <a:t>D:/pasar_fix/apps/web/public/data/regencies/82.02.geojson</a:t>
            </a:r>
          </a:p>
          <a:p>
            <a:pPr>
              <a:defRPr sz="1200"/>
            </a:pPr>
            <a:r>
              <a:t>D:/pasar_fix/apps/web/public/data/regencies/82.03.geojson</a:t>
            </a:r>
          </a:p>
          <a:p>
            <a:pPr>
              <a:defRPr sz="1200"/>
            </a:pPr>
            <a:r>
              <a:t>D:/pasar_fix/apps/web/public/data/regencies/82.04.geojson</a:t>
            </a:r>
          </a:p>
          <a:p>
            <a:pPr>
              <a:defRPr sz="1200"/>
            </a:pPr>
            <a:r>
              <a:t>D:/pasar_fix/apps/web/public/data/regencies/82.05.geojson</a:t>
            </a:r>
          </a:p>
          <a:p>
            <a:pPr>
              <a:defRPr sz="1200"/>
            </a:pPr>
            <a:r>
              <a:t>D:/pasar_fix/apps/web/public/data/regencies/82.06.geojson</a:t>
            </a:r>
          </a:p>
          <a:p>
            <a:pPr>
              <a:defRPr sz="1200"/>
            </a:pPr>
            <a:r>
              <a:t>D:/pasar_fix/apps/web/public/data/regencies/82.07.geojson</a:t>
            </a:r>
          </a:p>
          <a:p>
            <a:pPr>
              <a:defRPr sz="1200"/>
            </a:pPr>
            <a:r>
              <a:t>D:/pasar_fix/apps/web/public/data/regencies/82.08.geojson</a:t>
            </a:r>
          </a:p>
          <a:p>
            <a:pPr>
              <a:defRPr sz="1200"/>
            </a:pPr>
            <a:r>
              <a:t>D:/pasar_fix/apps/web/public/data/regencies/82.71.geojson</a:t>
            </a:r>
          </a:p>
          <a:p>
            <a:pPr>
              <a:defRPr sz="1200"/>
            </a:pPr>
            <a:r>
              <a:t>D:/pasar_fix/apps/web/public/data/regencies/82.72.geojson</a:t>
            </a:r>
          </a:p>
          <a:p>
            <a:pPr>
              <a:defRPr sz="1200"/>
            </a:pPr>
            <a:r>
              <a:t>D:/pasar_fix/apps/web/public/data/regencies/91.03.geojson</a:t>
            </a:r>
          </a:p>
          <a:p>
            <a:pPr>
              <a:defRPr sz="1200"/>
            </a:pPr>
            <a:r>
              <a:t>D:/pasar_fix/apps/web/public/data/regencies/91.05.geojson</a:t>
            </a:r>
          </a:p>
          <a:p>
            <a:pPr>
              <a:defRPr sz="1200"/>
            </a:pPr>
            <a:r>
              <a:t>D:/pasar_fix/apps/web/public/data/regencies/91.06.geojson</a:t>
            </a:r>
          </a:p>
          <a:p>
            <a:pPr>
              <a:defRPr sz="1200"/>
            </a:pPr>
            <a:r>
              <a:t>D:/pasar_fix/apps/web/public/data/regencies/91.10.geojson</a:t>
            </a:r>
          </a:p>
          <a:p>
            <a:pPr>
              <a:defRPr sz="1200"/>
            </a:pPr>
            <a:r>
              <a:t>D:/pasar_fix/apps/web/public/data/regencies/91.11.geojson</a:t>
            </a:r>
          </a:p>
          <a:p>
            <a:pPr>
              <a:defRPr sz="1200"/>
            </a:pPr>
            <a:r>
              <a:t>D:/pasar_fix/apps/web/public/data/regencies/91.15.geojson</a:t>
            </a:r>
          </a:p>
          <a:p>
            <a:pPr>
              <a:defRPr sz="1200"/>
            </a:pPr>
            <a:r>
              <a:t>D:/pasar_fix/apps/web/public/data/regencies/91.19.geojson</a:t>
            </a:r>
          </a:p>
          <a:p>
            <a:pPr>
              <a:defRPr sz="1200"/>
            </a:pPr>
            <a:r>
              <a:t>D:/pasar_fix/apps/web/public/data/regencies/91.20.geojson</a:t>
            </a:r>
          </a:p>
          <a:p>
            <a:pPr>
              <a:defRPr sz="1200"/>
            </a:pPr>
            <a:r>
              <a:t>D:/pasar_fix/apps/web/public/data/regencies/91.71.geojson</a:t>
            </a:r>
          </a:p>
          <a:p>
            <a:pPr>
              <a:defRPr sz="1200"/>
            </a:pPr>
            <a:r>
              <a:t>D:/pasar_fix/apps/web/public/data/regencies/92.02.geojson</a:t>
            </a:r>
          </a:p>
          <a:p>
            <a:pPr>
              <a:defRPr sz="1200"/>
            </a:pPr>
            <a:r>
              <a:t>D:/pasar_fix/apps/web/public/data/regencies/92.03.geojson</a:t>
            </a:r>
          </a:p>
          <a:p>
            <a:pPr>
              <a:defRPr sz="1200"/>
            </a:pPr>
            <a:r>
              <a:t>D:/pasar_fix/apps/web/public/data/regencies/92.06.geojson</a:t>
            </a:r>
          </a:p>
          <a:p>
            <a:pPr>
              <a:defRPr sz="1200"/>
            </a:pPr>
            <a:r>
              <a:t>D:/pasar_fix/apps/web/public/data/regencies/92.07.geojson</a:t>
            </a:r>
          </a:p>
          <a:p>
            <a:pPr>
              <a:defRPr sz="1200"/>
            </a:pPr>
            <a:r>
              <a:t>D:/pasar_fix/apps/web/public/data/regencies/92.08.geojson</a:t>
            </a:r>
          </a:p>
          <a:p>
            <a:pPr>
              <a:defRPr sz="1200"/>
            </a:pPr>
            <a:r>
              <a:t>D:/pasar_fix/apps/web/public/data/regencies/92.11.geojson</a:t>
            </a:r>
          </a:p>
          <a:p>
            <a:pPr>
              <a:defRPr sz="1200"/>
            </a:pPr>
            <a:r>
              <a:t>D:/pasar_fix/apps/web/public/data/regencies/92.12.geojson</a:t>
            </a:r>
          </a:p>
          <a:p>
            <a:pPr>
              <a:defRPr sz="1200"/>
            </a:pPr>
            <a:r>
              <a:t>D:/pasar_fix/apps/web/public/data/regencies/93.01.geojson</a:t>
            </a:r>
          </a:p>
          <a:p>
            <a:pPr>
              <a:defRPr sz="1200"/>
            </a:pPr>
            <a:r>
              <a:t>D:/pasar_fix/apps/web/public/data/regencies/93.02.geojson</a:t>
            </a:r>
          </a:p>
          <a:p>
            <a:pPr>
              <a:defRPr sz="1200"/>
            </a:pPr>
            <a:r>
              <a:t>D:/pasar_fix/apps/web/public/data/regencies/93.03.geojson</a:t>
            </a:r>
          </a:p>
          <a:p>
            <a:pPr>
              <a:defRPr sz="1200"/>
            </a:pPr>
            <a:r>
              <a:t>D:/pasar_fix/apps/web/public/data/regencies/93.04.geojson</a:t>
            </a:r>
          </a:p>
          <a:p>
            <a:pPr>
              <a:defRPr sz="1200"/>
            </a:pPr>
            <a:r>
              <a:t>D:/pasar_fix/apps/web/public/data/regencies/94.01.geojson</a:t>
            </a:r>
          </a:p>
          <a:p>
            <a:pPr>
              <a:defRPr sz="1200"/>
            </a:pPr>
            <a:r>
              <a:t>D:/pasar_fix/apps/web/public/data/regencies/94.02.geojson</a:t>
            </a:r>
          </a:p>
          <a:p>
            <a:pPr>
              <a:defRPr sz="1200"/>
            </a:pPr>
            <a:r>
              <a:t>D:/pasar_fix/apps/web/public/data/regencies/94.03.geojson</a:t>
            </a:r>
          </a:p>
          <a:p>
            <a:pPr>
              <a:defRPr sz="1200"/>
            </a:pPr>
            <a:r>
              <a:t>D:/pasar_fix/apps/web/public/data/regencies/94.04.geojson</a:t>
            </a:r>
          </a:p>
          <a:p>
            <a:pPr>
              <a:defRPr sz="1200"/>
            </a:pPr>
            <a:r>
              <a:t>D:/pasar_fix/apps/web/public/data/regencies/94.05.geojson</a:t>
            </a:r>
          </a:p>
          <a:p>
            <a:pPr>
              <a:defRPr sz="1200"/>
            </a:pPr>
            <a:r>
              <a:t>D:/pasar_fix/apps/web/public/data/regencies/94.06.geojson</a:t>
            </a:r>
          </a:p>
          <a:p>
            <a:pPr>
              <a:defRPr sz="1200"/>
            </a:pPr>
            <a:r>
              <a:t>D:/pasar_fix/apps/web/public/data/regencies/94.07.geojson</a:t>
            </a:r>
          </a:p>
          <a:p>
            <a:pPr>
              <a:defRPr sz="1200"/>
            </a:pPr>
            <a:r>
              <a:t>D:/pasar_fix/apps/web/public/data/regencies/94.08.geojson</a:t>
            </a:r>
          </a:p>
          <a:p>
            <a:pPr>
              <a:defRPr sz="1200"/>
            </a:pPr>
            <a:r>
              <a:t>D:/pasar_fix/apps/web/public/data/regencies/95.01.geojson</a:t>
            </a:r>
          </a:p>
          <a:p>
            <a:pPr>
              <a:defRPr sz="1200"/>
            </a:pPr>
            <a:r>
              <a:t>D:/pasar_fix/apps/web/public/data/regencies/95.02.geojson</a:t>
            </a:r>
          </a:p>
          <a:p>
            <a:pPr>
              <a:defRPr sz="1200"/>
            </a:pPr>
            <a:r>
              <a:t>D:/pasar_fix/apps/web/public/data/regencies/95.03.geojson</a:t>
            </a:r>
          </a:p>
          <a:p>
            <a:pPr>
              <a:defRPr sz="1200"/>
            </a:pPr>
            <a:r>
              <a:t>D:/pasar_fix/apps/web/public/data/regencies/95.04.geojson</a:t>
            </a:r>
          </a:p>
          <a:p>
            <a:pPr>
              <a:defRPr sz="1200"/>
            </a:pPr>
            <a:r>
              <a:t>D:/pasar_fix/apps/web/public/data/regencies/95.05.geojson</a:t>
            </a:r>
          </a:p>
          <a:p>
            <a:pPr>
              <a:defRPr sz="1200"/>
            </a:pPr>
            <a:r>
              <a:t>D:/pasar_fix/apps/web/public/data/regencies/95.06.geojson</a:t>
            </a:r>
          </a:p>
          <a:p>
            <a:pPr>
              <a:defRPr sz="1200"/>
            </a:pPr>
            <a:r>
              <a:t>D:/pasar_fix/apps/web/public/data/regencies/95.07.geojson</a:t>
            </a:r>
          </a:p>
          <a:p>
            <a:pPr>
              <a:defRPr sz="1200"/>
            </a:pPr>
            <a:r>
              <a:t>D:/pasar_fix/apps/web/public/data/regencies/95.08.geojson</a:t>
            </a:r>
          </a:p>
          <a:p>
            <a:pPr>
              <a:defRPr sz="1200"/>
            </a:pPr>
            <a:r>
              <a:t>D:/pasar_fix/apps/web/public/data/regencies/96.01.geojson</a:t>
            </a:r>
          </a:p>
          <a:p>
            <a:pPr>
              <a:defRPr sz="1200"/>
            </a:pPr>
            <a:r>
              <a:t>D:/pasar_fix/apps/web/public/data/regencies/96.02.geojson</a:t>
            </a:r>
          </a:p>
          <a:p>
            <a:pPr>
              <a:defRPr sz="1200"/>
            </a:pPr>
            <a:r>
              <a:t>D:/pasar_fix/apps/web/public/data/regencies/96.03.geojson</a:t>
            </a:r>
          </a:p>
          <a:p>
            <a:pPr>
              <a:defRPr sz="1200"/>
            </a:pPr>
            <a:r>
              <a:t>D:/pasar_fix/apps/web/public/data/regencies/96.04.geojson</a:t>
            </a:r>
          </a:p>
          <a:p>
            <a:pPr>
              <a:defRPr sz="1200"/>
            </a:pPr>
            <a:r>
              <a:t>D:/pasar_fix/apps/web/public/data/regencies/96.05.geojson</a:t>
            </a:r>
          </a:p>
          <a:p>
            <a:pPr>
              <a:defRPr sz="1200"/>
            </a:pPr>
            <a:r>
              <a:t>D:/pasar_fix/apps/web/public/data/regencies/96.71.geojson</a:t>
            </a:r>
          </a:p>
          <a:p>
            <a:pPr>
              <a:defRPr sz="1200"/>
            </a:pPr>
            <a:r>
              <a:t>D:/pasar_fix/apps/web/src/client.tsx</a:t>
            </a:r>
          </a:p>
          <a:p>
            <a:pPr>
              <a:defRPr sz="1200"/>
            </a:pPr>
            <a:r>
              <a:t>D:/pasar_fix/apps/web/src/logo.svg</a:t>
            </a:r>
          </a:p>
          <a:p>
            <a:pPr>
              <a:defRPr sz="1200"/>
            </a:pPr>
            <a:r>
              <a:t>D:/pasar_fix/apps/web/src/polyfill.ts</a:t>
            </a:r>
          </a:p>
          <a:p>
            <a:pPr>
              <a:defRPr sz="1200"/>
            </a:pPr>
            <a:r>
              <a:t>D:/pasar_fix/apps/web/src/router.tsx</a:t>
            </a:r>
          </a:p>
          <a:p>
            <a:pPr>
              <a:defRPr sz="1200"/>
            </a:pPr>
            <a:r>
              <a:t>D:/pasar_fix/apps/web/src/routeTree.gen.ts</a:t>
            </a:r>
          </a:p>
          <a:p>
            <a:pPr>
              <a:defRPr sz="1200"/>
            </a:pPr>
            <a:r>
              <a:t>D:/pasar_fix/apps/web/src/server.ts</a:t>
            </a:r>
          </a:p>
          <a:p>
            <a:pPr>
              <a:defRPr sz="1200"/>
            </a:pPr>
            <a:r>
              <a:t>D:/pasar_fix/apps/web/src/components/header.tsx</a:t>
            </a:r>
          </a:p>
          <a:p>
            <a:pPr>
              <a:defRPr sz="1200"/>
            </a:pPr>
            <a:r>
              <a:t>D:/pasar_fix/apps/web/src/components/language-switcher.tsx</a:t>
            </a:r>
          </a:p>
          <a:p>
            <a:pPr>
              <a:defRPr sz="1200"/>
            </a:pPr>
            <a:r>
              <a:t>D:/pasar_fix/apps/web/src/components/ui/avatar.tsx</a:t>
            </a:r>
          </a:p>
          <a:p>
            <a:pPr>
              <a:defRPr sz="1200"/>
            </a:pPr>
            <a:r>
              <a:t>D:/pasar_fix/apps/web/src/components/ui/badge.tsx</a:t>
            </a:r>
          </a:p>
          <a:p>
            <a:pPr>
              <a:defRPr sz="1200"/>
            </a:pPr>
            <a:r>
              <a:t>D:/pasar_fix/apps/web/src/components/ui/button.tsx</a:t>
            </a:r>
          </a:p>
          <a:p>
            <a:pPr>
              <a:defRPr sz="1200"/>
            </a:pPr>
            <a:r>
              <a:t>D:/pasar_fix/apps/web/src/components/ui/card.tsx</a:t>
            </a:r>
          </a:p>
          <a:p>
            <a:pPr>
              <a:defRPr sz="1200"/>
            </a:pPr>
            <a:r>
              <a:t>D:/pasar_fix/apps/web/src/components/ui/checkbox.tsx</a:t>
            </a:r>
          </a:p>
          <a:p>
            <a:pPr>
              <a:defRPr sz="1200"/>
            </a:pPr>
            <a:r>
              <a:t>D:/pasar_fix/apps/web/src/components/ui/collapsible.tsx</a:t>
            </a:r>
          </a:p>
          <a:p>
            <a:pPr>
              <a:defRPr sz="1200"/>
            </a:pPr>
            <a:r>
              <a:t>D:/pasar_fix/apps/web/src/components/ui/dialog.tsx</a:t>
            </a:r>
          </a:p>
          <a:p>
            <a:pPr>
              <a:defRPr sz="1200"/>
            </a:pPr>
            <a:r>
              <a:t>D:/pasar_fix/apps/web/src/components/ui/dropdown-menu.tsx</a:t>
            </a:r>
          </a:p>
          <a:p>
            <a:pPr>
              <a:defRPr sz="1200"/>
            </a:pPr>
            <a:r>
              <a:t>D:/pasar_fix/apps/web/src/components/ui/form.tsx</a:t>
            </a:r>
          </a:p>
          <a:p>
            <a:pPr>
              <a:defRPr sz="1200"/>
            </a:pPr>
            <a:r>
              <a:t>D:/pasar_fix/apps/web/src/components/ui/input.tsx</a:t>
            </a:r>
          </a:p>
          <a:p>
            <a:pPr>
              <a:defRPr sz="1200"/>
            </a:pPr>
            <a:r>
              <a:t>D:/pasar_fix/apps/web/src/components/ui/label.tsx</a:t>
            </a:r>
          </a:p>
          <a:p>
            <a:pPr>
              <a:defRPr sz="1200"/>
            </a:pPr>
            <a:r>
              <a:t>D:/pasar_fix/apps/web/src/components/ui/select.tsx</a:t>
            </a:r>
          </a:p>
          <a:p>
            <a:pPr>
              <a:defRPr sz="1200"/>
            </a:pPr>
            <a:r>
              <a:t>D:/pasar_fix/apps/web/src/components/ui/separator.tsx</a:t>
            </a:r>
          </a:p>
          <a:p>
            <a:pPr>
              <a:defRPr sz="1200"/>
            </a:pPr>
            <a:r>
              <a:t>D:/pasar_fix/apps/web/src/components/ui/sheet.tsx</a:t>
            </a:r>
          </a:p>
          <a:p>
            <a:pPr>
              <a:defRPr sz="1200"/>
            </a:pPr>
            <a:r>
              <a:t>D:/pasar_fix/apps/web/src/components/ui/sidebar.tsx</a:t>
            </a:r>
          </a:p>
          <a:p>
            <a:pPr>
              <a:defRPr sz="1200"/>
            </a:pPr>
            <a:r>
              <a:t>D:/pasar_fix/apps/web/src/components/ui/skeleton.tsx</a:t>
            </a:r>
          </a:p>
          <a:p>
            <a:pPr>
              <a:defRPr sz="1200"/>
            </a:pPr>
            <a:r>
              <a:t>D:/pasar_fix/apps/web/src/components/ui/slider.tsx</a:t>
            </a:r>
          </a:p>
          <a:p>
            <a:pPr>
              <a:defRPr sz="1200"/>
            </a:pPr>
            <a:r>
              <a:t>D:/pasar_fix/apps/web/src/components/ui/switch.tsx</a:t>
            </a:r>
          </a:p>
          <a:p>
            <a:pPr>
              <a:defRPr sz="1200"/>
            </a:pPr>
            <a:r>
              <a:t>D:/pasar_fix/apps/web/src/components/ui/textarea.tsx</a:t>
            </a:r>
          </a:p>
          <a:p>
            <a:pPr>
              <a:defRPr sz="1200"/>
            </a:pPr>
            <a:r>
              <a:t>D:/pasar_fix/apps/web/src/components/ui/tooltip.tsx</a:t>
            </a:r>
          </a:p>
          <a:p>
            <a:pPr>
              <a:defRPr sz="1200"/>
            </a:pPr>
            <a:r>
              <a:t>D:/pasar_fix/apps/web/src/env/client.ts</a:t>
            </a:r>
          </a:p>
          <a:p>
            <a:pPr>
              <a:defRPr sz="1200"/>
            </a:pPr>
            <a:r>
              <a:t>D:/pasar_fix/apps/web/src/env/server.ts</a:t>
            </a:r>
          </a:p>
          <a:p>
            <a:pPr>
              <a:defRPr sz="1200"/>
            </a:pPr>
            <a:r>
              <a:t>D:/pasar_fix/apps/web/src/hooks/use-debounce.ts</a:t>
            </a:r>
          </a:p>
          <a:p>
            <a:pPr>
              <a:defRPr sz="1200"/>
            </a:pPr>
            <a:r>
              <a:t>D:/pasar_fix/apps/web/src/hooks/use-mobile.ts</a:t>
            </a:r>
          </a:p>
          <a:p>
            <a:pPr>
              <a:defRPr sz="1200"/>
            </a:pPr>
            <a:r>
              <a:t>D:/pasar_fix/apps/web/src/hooks/use-toast.ts</a:t>
            </a:r>
          </a:p>
          <a:p>
            <a:pPr>
              <a:defRPr sz="1200"/>
            </a:pPr>
            <a:r>
              <a:t>D:/pasar_fix/apps/web/src/lib/utils.ts</a:t>
            </a:r>
          </a:p>
          <a:p>
            <a:pPr>
              <a:defRPr sz="1200"/>
            </a:pPr>
            <a:r>
              <a:t>D:/pasar_fix/apps/web/src/lib/auth/auth-client.ts</a:t>
            </a:r>
          </a:p>
          <a:p>
            <a:pPr>
              <a:defRPr sz="1200"/>
            </a:pPr>
            <a:r>
              <a:t>D:/pasar_fix/apps/web/src/lib/auth/index.ts</a:t>
            </a:r>
          </a:p>
          <a:p>
            <a:pPr>
              <a:defRPr sz="1200"/>
            </a:pPr>
            <a:r>
              <a:t>D:/pasar_fix/apps/web/src/lib/auth/middleware/auth-guard.ts</a:t>
            </a:r>
          </a:p>
          <a:p>
            <a:pPr>
              <a:defRPr sz="1200"/>
            </a:pPr>
            <a:r>
              <a:t>D:/pasar_fix/apps/web/src/lib/db/index.ts</a:t>
            </a:r>
          </a:p>
          <a:p>
            <a:pPr>
              <a:defRPr sz="1200"/>
            </a:pPr>
            <a:r>
              <a:t>D:/pasar_fix/apps/web/src/lib/db/migrations/0000_moaning_kinsey_walden.sql</a:t>
            </a:r>
          </a:p>
          <a:p>
            <a:pPr>
              <a:defRPr sz="1200"/>
            </a:pPr>
            <a:r>
              <a:t>D:/pasar_fix/apps/web/src/lib/db/migrations/0001_nice_mongoose.sql</a:t>
            </a:r>
          </a:p>
          <a:p>
            <a:pPr>
              <a:defRPr sz="1200"/>
            </a:pPr>
            <a:r>
              <a:t>D:/pasar_fix/apps/web/src/lib/db/migrations/meta/0000_snapshot.json</a:t>
            </a:r>
          </a:p>
          <a:p>
            <a:pPr>
              <a:defRPr sz="1200"/>
            </a:pPr>
            <a:r>
              <a:t>D:/pasar_fix/apps/web/src/lib/db/migrations/meta/0001_snapshot.json</a:t>
            </a:r>
          </a:p>
          <a:p>
            <a:pPr>
              <a:defRPr sz="1200"/>
            </a:pPr>
            <a:r>
              <a:t>D:/pasar_fix/apps/web/src/lib/db/migrations/meta/_journal.json</a:t>
            </a:r>
          </a:p>
          <a:p>
            <a:pPr>
              <a:defRPr sz="1200"/>
            </a:pPr>
            <a:r>
              <a:t>D:/pasar_fix/apps/web/src/lib/db/schema/auth.ts</a:t>
            </a:r>
          </a:p>
          <a:p>
            <a:pPr>
              <a:defRPr sz="1200"/>
            </a:pPr>
            <a:r>
              <a:t>D:/pasar_fix/apps/web/src/lib/db/schema/index.ts</a:t>
            </a:r>
          </a:p>
          <a:p>
            <a:pPr>
              <a:defRPr sz="1200"/>
            </a:pPr>
            <a:r>
              <a:t>D:/pasar_fix/apps/web/src/lib/db/schema/map-product.ts</a:t>
            </a:r>
          </a:p>
          <a:p>
            <a:pPr>
              <a:defRPr sz="1200"/>
            </a:pPr>
            <a:r>
              <a:t>D:/pasar_fix/apps/web/src/lib/db/schema/sale.ts</a:t>
            </a:r>
          </a:p>
          <a:p>
            <a:pPr>
              <a:defRPr sz="1200"/>
            </a:pPr>
            <a:r>
              <a:t>D:/pasar_fix/apps/web/src/lib/db/schema/stall.ts</a:t>
            </a:r>
          </a:p>
          <a:p>
            <a:pPr>
              <a:defRPr sz="1200"/>
            </a:pPr>
            <a:r>
              <a:t>D:/pasar_fix/apps/web/src/lib/db/schema/todo.ts</a:t>
            </a:r>
          </a:p>
          <a:p>
            <a:pPr>
              <a:defRPr sz="1200"/>
            </a:pPr>
            <a:r>
              <a:t>D:/pasar_fix/apps/web/src/lib/db/schema/utils.ts</a:t>
            </a:r>
          </a:p>
          <a:p>
            <a:pPr>
              <a:defRPr sz="1200"/>
            </a:pPr>
            <a:r>
              <a:t>D:/pasar_fix/apps/web/src/lib/lingui/i18n-middleware.ts</a:t>
            </a:r>
          </a:p>
          <a:p>
            <a:pPr>
              <a:defRPr sz="1200"/>
            </a:pPr>
            <a:r>
              <a:t>D:/pasar_fix/apps/web/src/lib/lingui/i18n-router-plugin.tsx</a:t>
            </a:r>
          </a:p>
          <a:p>
            <a:pPr>
              <a:defRPr sz="1200"/>
            </a:pPr>
            <a:r>
              <a:t>D:/pasar_fix/apps/web/src/lib/lingui/i18n-server.ts</a:t>
            </a:r>
          </a:p>
          <a:p>
            <a:pPr>
              <a:defRPr sz="1200"/>
            </a:pPr>
            <a:r>
              <a:t>D:/pasar_fix/apps/web/src/lib/lingui/i18n.ts</a:t>
            </a:r>
          </a:p>
          <a:p>
            <a:pPr>
              <a:defRPr sz="1200"/>
            </a:pPr>
            <a:r>
              <a:t>D:/pasar_fix/apps/web/src/lib/orpc/client.ts</a:t>
            </a:r>
          </a:p>
          <a:p>
            <a:pPr>
              <a:defRPr sz="1200"/>
            </a:pPr>
            <a:r>
              <a:t>D:/pasar_fix/apps/web/src/lib/orpc/context.ts</a:t>
            </a:r>
          </a:p>
          <a:p>
            <a:pPr>
              <a:defRPr sz="1200"/>
            </a:pPr>
            <a:r>
              <a:t>D:/pasar_fix/apps/web/src/lib/orpc/index.ts</a:t>
            </a:r>
          </a:p>
          <a:p>
            <a:pPr>
              <a:defRPr sz="1200"/>
            </a:pPr>
            <a:r>
              <a:t>D:/pasar_fix/apps/web/src/lib/orpc/schema.ts</a:t>
            </a:r>
          </a:p>
          <a:p>
            <a:pPr>
              <a:defRPr sz="1200"/>
            </a:pPr>
            <a:r>
              <a:t>D:/pasar_fix/apps/web/src/lib/orpc/router/index.ts</a:t>
            </a:r>
          </a:p>
          <a:p>
            <a:pPr>
              <a:defRPr sz="1200"/>
            </a:pPr>
            <a:r>
              <a:t>D:/pasar_fix/apps/web/src/lib/tanstack-query/layout.tsx</a:t>
            </a:r>
          </a:p>
          <a:p>
            <a:pPr>
              <a:defRPr sz="1200"/>
            </a:pPr>
            <a:r>
              <a:t>D:/pasar_fix/apps/web/src/lib/tanstack-query/root-provider.tsx</a:t>
            </a:r>
          </a:p>
          <a:p>
            <a:pPr>
              <a:defRPr sz="1200"/>
            </a:pPr>
            <a:r>
              <a:t>D:/pasar_fix/apps/web/src/lib/utils/geojson-utils.ts</a:t>
            </a:r>
          </a:p>
          <a:p>
            <a:pPr>
              <a:defRPr sz="1200"/>
            </a:pPr>
            <a:r>
              <a:t>D:/pasar_fix/apps/web/src/locales/global-en.js</a:t>
            </a:r>
          </a:p>
          <a:p>
            <a:pPr>
              <a:defRPr sz="1200"/>
            </a:pPr>
            <a:r>
              <a:t>D:/pasar_fix/apps/web/src/locales/global-en.po</a:t>
            </a:r>
          </a:p>
          <a:p>
            <a:pPr>
              <a:defRPr sz="1200"/>
            </a:pPr>
            <a:r>
              <a:t>D:/pasar_fix/apps/web/src/locales/global-id.js</a:t>
            </a:r>
          </a:p>
          <a:p>
            <a:pPr>
              <a:defRPr sz="1200"/>
            </a:pPr>
            <a:r>
              <a:t>D:/pasar_fix/apps/web/src/locales/global-id.po</a:t>
            </a:r>
          </a:p>
          <a:p>
            <a:pPr>
              <a:defRPr sz="1200"/>
            </a:pPr>
            <a:r>
              <a:t>D:/pasar_fix/apps/web/src/routes/dashboard.tsx</a:t>
            </a:r>
          </a:p>
          <a:p>
            <a:pPr>
              <a:defRPr sz="1200"/>
            </a:pPr>
            <a:r>
              <a:t>D:/pasar_fix/apps/web/src/routes/index.tsx</a:t>
            </a:r>
          </a:p>
          <a:p>
            <a:pPr>
              <a:defRPr sz="1200"/>
            </a:pPr>
            <a:r>
              <a:t>D:/pasar_fix/apps/web/src/routes/test.tsx</a:t>
            </a:r>
          </a:p>
          <a:p>
            <a:pPr>
              <a:defRPr sz="1200"/>
            </a:pPr>
            <a:r>
              <a:t>D:/pasar_fix/apps/web/src/routes/__root.tsx</a:t>
            </a:r>
          </a:p>
          <a:p>
            <a:pPr>
              <a:defRPr sz="1200"/>
            </a:pPr>
            <a:r>
              <a:t>D:/pasar_fix/apps/web/src/routes/-locales/pages-en.js</a:t>
            </a:r>
          </a:p>
          <a:p>
            <a:pPr>
              <a:defRPr sz="1200"/>
            </a:pPr>
            <a:r>
              <a:t>D:/pasar_fix/apps/web/src/routes/-locales/pages-en.po</a:t>
            </a:r>
          </a:p>
          <a:p>
            <a:pPr>
              <a:defRPr sz="1200"/>
            </a:pPr>
            <a:r>
              <a:t>D:/pasar_fix/apps/web/src/routes/-locales/pages-id.js</a:t>
            </a:r>
          </a:p>
          <a:p>
            <a:pPr>
              <a:defRPr sz="1200"/>
            </a:pPr>
            <a:r>
              <a:t>D:/pasar_fix/apps/web/src/routes/-locales/pages-id.po</a:t>
            </a:r>
          </a:p>
          <a:p>
            <a:pPr>
              <a:defRPr sz="1200"/>
            </a:pPr>
            <a:r>
              <a:t>D:/pasar_fix/apps/web/src/routes/admin/index.tsx</a:t>
            </a:r>
          </a:p>
          <a:p>
            <a:pPr>
              <a:defRPr sz="1200"/>
            </a:pPr>
            <a:r>
              <a:t>D:/pasar_fix/apps/web/src/routes/admin/route.tsx</a:t>
            </a:r>
          </a:p>
          <a:p>
            <a:pPr>
              <a:defRPr sz="1200"/>
            </a:pPr>
            <a:r>
              <a:t>D:/pasar_fix/apps/web/src/routes/admin/-app/get-dashboard-summary.ts</a:t>
            </a:r>
          </a:p>
          <a:p>
            <a:pPr>
              <a:defRPr sz="1200"/>
            </a:pPr>
            <a:r>
              <a:t>D:/pasar_fix/apps/web/src/routes/admin/-components/admin-layout.tsx</a:t>
            </a:r>
          </a:p>
          <a:p>
            <a:pPr>
              <a:defRPr sz="1200"/>
            </a:pPr>
            <a:r>
              <a:t>D:/pasar_fix/apps/web/src/routes/admin/-components/admin-sidebar.tsx</a:t>
            </a:r>
          </a:p>
          <a:p>
            <a:pPr>
              <a:defRPr sz="1200"/>
            </a:pPr>
            <a:r>
              <a:t>D:/pasar_fix/apps/web/src/routes/admin/-components/form-components.tsx</a:t>
            </a:r>
          </a:p>
          <a:p>
            <a:pPr>
              <a:defRPr sz="1200"/>
            </a:pPr>
            <a:r>
              <a:t>D:/pasar_fix/apps/web/src/routes/admin/-components/nav-main.tsx</a:t>
            </a:r>
          </a:p>
          <a:p>
            <a:pPr>
              <a:defRPr sz="1200"/>
            </a:pPr>
            <a:r>
              <a:t>D:/pasar_fix/apps/web/src/routes/admin/-components/nav-user.tsx</a:t>
            </a:r>
          </a:p>
          <a:p>
            <a:pPr>
              <a:defRPr sz="1200"/>
            </a:pPr>
            <a:r>
              <a:t>D:/pasar_fix/apps/web/src/routes/admin/-domain/navigation-items.ts</a:t>
            </a:r>
          </a:p>
          <a:p>
            <a:pPr>
              <a:defRPr sz="1200"/>
            </a:pPr>
            <a:r>
              <a:t>D:/pasar_fix/apps/web/src/routes/admin/-domain/navigation.ts</a:t>
            </a:r>
          </a:p>
          <a:p>
            <a:pPr>
              <a:defRPr sz="1200"/>
            </a:pPr>
            <a:r>
              <a:t>D:/pasar_fix/apps/web/src/routes/admin/-hooks/form-context.ts</a:t>
            </a:r>
          </a:p>
          <a:p>
            <a:pPr>
              <a:defRPr sz="1200"/>
            </a:pPr>
            <a:r>
              <a:t>D:/pasar_fix/apps/web/src/routes/admin/-libs/admin-atoms.ts</a:t>
            </a:r>
          </a:p>
          <a:p>
            <a:pPr>
              <a:defRPr sz="1200"/>
            </a:pPr>
            <a:r>
              <a:t>D:/pasar_fix/apps/web/src/routes/admin/-libs/admin-options.ts</a:t>
            </a:r>
          </a:p>
          <a:p>
            <a:pPr>
              <a:defRPr sz="1200"/>
            </a:pPr>
            <a:r>
              <a:t>D:/pasar_fix/apps/web/src/routes/admin/-locales/admin-en.js</a:t>
            </a:r>
          </a:p>
          <a:p>
            <a:pPr>
              <a:defRPr sz="1200"/>
            </a:pPr>
            <a:r>
              <a:t>D:/pasar_fix/apps/web/src/routes/admin/-locales/admin-en.po</a:t>
            </a:r>
          </a:p>
          <a:p>
            <a:pPr>
              <a:defRPr sz="1200"/>
            </a:pPr>
            <a:r>
              <a:t>D:/pasar_fix/apps/web/src/routes/admin/-locales/admin-id.js</a:t>
            </a:r>
          </a:p>
          <a:p>
            <a:pPr>
              <a:defRPr sz="1200"/>
            </a:pPr>
            <a:r>
              <a:t>D:/pasar_fix/apps/web/src/routes/admin/-locales/admin-id.po</a:t>
            </a:r>
          </a:p>
          <a:p>
            <a:pPr>
              <a:defRPr sz="1200"/>
            </a:pPr>
            <a:r>
              <a:t>D:/pasar_fix/apps/web/src/routes/admin/commodity/index.tsx</a:t>
            </a:r>
          </a:p>
          <a:p>
            <a:pPr>
              <a:defRPr sz="1200"/>
            </a:pPr>
            <a:r>
              <a:t>D:/pasar_fix/apps/web/src/routes/admin/commodity/-app/create-commodity-type.ts</a:t>
            </a:r>
          </a:p>
          <a:p>
            <a:pPr>
              <a:defRPr sz="1200"/>
            </a:pPr>
            <a:r>
              <a:t>D:/pasar_fix/apps/web/src/routes/admin/commodity/-app/delete-commodity-type.ts</a:t>
            </a:r>
          </a:p>
          <a:p>
            <a:pPr>
              <a:defRPr sz="1200"/>
            </a:pPr>
            <a:r>
              <a:t>D:/pasar_fix/apps/web/src/routes/admin/commodity/-app/get-commodity-types.ts</a:t>
            </a:r>
          </a:p>
          <a:p>
            <a:pPr>
              <a:defRPr sz="1200"/>
            </a:pPr>
            <a:r>
              <a:t>D:/pasar_fix/apps/web/src/routes/admin/commodity/-app/update-commodity-type.ts</a:t>
            </a:r>
          </a:p>
          <a:p>
            <a:pPr>
              <a:defRPr sz="1200"/>
            </a:pPr>
            <a:r>
              <a:t>D:/pasar_fix/apps/web/src/routes/admin/commodity/-components/create-commodity-type-form.tsx</a:t>
            </a:r>
          </a:p>
          <a:p>
            <a:pPr>
              <a:defRPr sz="1200"/>
            </a:pPr>
            <a:r>
              <a:t>D:/pasar_fix/apps/web/src/routes/admin/commodity/-components/delete-commodity-type-form.tsx</a:t>
            </a:r>
          </a:p>
          <a:p>
            <a:pPr>
              <a:defRPr sz="1200"/>
            </a:pPr>
            <a:r>
              <a:t>D:/pasar_fix/apps/web/src/routes/admin/commodity/-components/edit-commodity-type-form.tsx</a:t>
            </a:r>
          </a:p>
          <a:p>
            <a:pPr>
              <a:defRPr sz="1200"/>
            </a:pPr>
            <a:r>
              <a:t>D:/pasar_fix/apps/web/src/routes/admin/commodity/-domain/schema.ts</a:t>
            </a:r>
          </a:p>
          <a:p>
            <a:pPr>
              <a:defRPr sz="1200"/>
            </a:pPr>
            <a:r>
              <a:t>D:/pasar_fix/apps/web/src/routes/admin/commodity/-hooks/form.ts</a:t>
            </a:r>
          </a:p>
          <a:p>
            <a:pPr>
              <a:defRPr sz="1200"/>
            </a:pPr>
            <a:r>
              <a:t>D:/pasar_fix/apps/web/src/routes/admin/commodity/province-commodity/index.tsx</a:t>
            </a:r>
          </a:p>
          <a:p>
            <a:pPr>
              <a:defRPr sz="1200"/>
            </a:pPr>
            <a:r>
              <a:t>D:/pasar_fix/apps/web/src/routes/admin/commodity/province-commodity/-app/create-province-commodity.ts</a:t>
            </a:r>
          </a:p>
          <a:p>
            <a:pPr>
              <a:defRPr sz="1200"/>
            </a:pPr>
            <a:r>
              <a:t>D:/pasar_fix/apps/web/src/routes/admin/commodity/province-commodity/-app/delete-province-commodity.ts</a:t>
            </a:r>
          </a:p>
          <a:p>
            <a:pPr>
              <a:defRPr sz="1200"/>
            </a:pPr>
            <a:r>
              <a:t>D:/pasar_fix/apps/web/src/routes/admin/commodity/province-commodity/-app/get-province-commodities.ts</a:t>
            </a:r>
          </a:p>
          <a:p>
            <a:pPr>
              <a:defRPr sz="1200"/>
            </a:pPr>
            <a:r>
              <a:t>D:/pasar_fix/apps/web/src/routes/admin/commodity/province-commodity/-app/update-province-commodity.ts</a:t>
            </a:r>
          </a:p>
          <a:p>
            <a:pPr>
              <a:defRPr sz="1200"/>
            </a:pPr>
            <a:r>
              <a:t>D:/pasar_fix/apps/web/src/routes/admin/commodity/province-commodity/-components/province-commodity-form.tsx</a:t>
            </a:r>
          </a:p>
          <a:p>
            <a:pPr>
              <a:defRPr sz="1200"/>
            </a:pPr>
            <a:r>
              <a:t>D:/pasar_fix/apps/web/src/routes/admin/commodity/province-commodity/-domain/schema.ts</a:t>
            </a:r>
          </a:p>
          <a:p>
            <a:pPr>
              <a:defRPr sz="1200"/>
            </a:pPr>
            <a:r>
              <a:t>D:/pasar_fix/apps/web/src/routes/admin/commodity/province-commodity/-hooks/form.ts</a:t>
            </a:r>
          </a:p>
          <a:p>
            <a:pPr>
              <a:defRPr sz="1200"/>
            </a:pPr>
            <a:r>
              <a:t>D:/pasar_fix/apps/web/src/routes/admin/commodity/regency-commodity/$commodityType.tsx</a:t>
            </a:r>
          </a:p>
          <a:p>
            <a:pPr>
              <a:defRPr sz="1200"/>
            </a:pPr>
            <a:r>
              <a:t>D:/pasar_fix/apps/web/src/routes/admin/commodity/regency-commodity/index.tsx</a:t>
            </a:r>
          </a:p>
          <a:p>
            <a:pPr>
              <a:defRPr sz="1200"/>
            </a:pPr>
            <a:r>
              <a:t>D:/pasar_fix/apps/web/src/routes/admin/commodity/regency-commodity/-app/create-regency-commodity.ts</a:t>
            </a:r>
          </a:p>
          <a:p>
            <a:pPr>
              <a:defRPr sz="1200"/>
            </a:pPr>
            <a:r>
              <a:t>D:/pasar_fix/apps/web/src/routes/admin/commodity/regency-commodity/-app/delete-regency-commodity.ts</a:t>
            </a:r>
          </a:p>
          <a:p>
            <a:pPr>
              <a:defRPr sz="1200"/>
            </a:pPr>
            <a:r>
              <a:t>D:/pasar_fix/apps/web/src/routes/admin/commodity/regency-commodity/-app/get-regency-commodities.ts</a:t>
            </a:r>
          </a:p>
          <a:p>
            <a:pPr>
              <a:defRPr sz="1200"/>
            </a:pPr>
            <a:r>
              <a:t>D:/pasar_fix/apps/web/src/routes/admin/commodity/regency-commodity/-app/get-regency-lands.ts</a:t>
            </a:r>
          </a:p>
          <a:p>
            <a:pPr>
              <a:defRPr sz="1200"/>
            </a:pPr>
            <a:r>
              <a:t>D:/pasar_fix/apps/web/src/routes/admin/commodity/regency-commodity/-app/update-regency-commodity.ts</a:t>
            </a:r>
          </a:p>
          <a:p>
            <a:pPr>
              <a:defRPr sz="1200"/>
            </a:pPr>
            <a:r>
              <a:t>D:/pasar_fix/apps/web/src/routes/admin/commodity/regency-commodity/-components/create-regency-commodity-form.tsx</a:t>
            </a:r>
          </a:p>
          <a:p>
            <a:pPr>
              <a:defRPr sz="1200"/>
            </a:pPr>
            <a:r>
              <a:t>D:/pasar_fix/apps/web/src/routes/admin/commodity/regency-commodity/-components/delete-regency-commodity-form.tsx</a:t>
            </a:r>
          </a:p>
          <a:p>
            <a:pPr>
              <a:defRPr sz="1200"/>
            </a:pPr>
            <a:r>
              <a:t>D:/pasar_fix/apps/web/src/routes/admin/commodity/regency-commodity/-components/edit-regency-commodity-form.tsx</a:t>
            </a:r>
          </a:p>
          <a:p>
            <a:pPr>
              <a:defRPr sz="1200"/>
            </a:pPr>
            <a:r>
              <a:t>D:/pasar_fix/apps/web/src/routes/admin/commodity/regency-commodity/-domain/schema.ts</a:t>
            </a:r>
          </a:p>
          <a:p>
            <a:pPr>
              <a:defRPr sz="1200"/>
            </a:pPr>
            <a:r>
              <a:t>D:/pasar_fix/apps/web/src/routes/admin/commodity/regency-commodity/-hooks/form.ts</a:t>
            </a:r>
          </a:p>
          <a:p>
            <a:pPr>
              <a:defRPr sz="1200"/>
            </a:pPr>
            <a:r>
              <a:t>D:/pasar_fix/apps/web/src/routes/admin/land/index.tsx</a:t>
            </a:r>
          </a:p>
          <a:p>
            <a:pPr>
              <a:defRPr sz="1200"/>
            </a:pPr>
            <a:r>
              <a:t>D:/pasar_fix/apps/web/src/routes/admin/land/-app/create-land-type.ts</a:t>
            </a:r>
          </a:p>
          <a:p>
            <a:pPr>
              <a:defRPr sz="1200"/>
            </a:pPr>
            <a:r>
              <a:t>D:/pasar_fix/apps/web/src/routes/admin/land/-app/delete-land-type.ts</a:t>
            </a:r>
          </a:p>
          <a:p>
            <a:pPr>
              <a:defRPr sz="1200"/>
            </a:pPr>
            <a:r>
              <a:t>D:/pasar_fix/apps/web/src/routes/admin/land/-app/get-land-types.ts</a:t>
            </a:r>
          </a:p>
          <a:p>
            <a:pPr>
              <a:defRPr sz="1200"/>
            </a:pPr>
            <a:r>
              <a:t>D:/pasar_fix/apps/web/src/routes/admin/land/-app/update-land-type.ts</a:t>
            </a:r>
          </a:p>
          <a:p>
            <a:pPr>
              <a:defRPr sz="1200"/>
            </a:pPr>
            <a:r>
              <a:t>D:/pasar_fix/apps/web/src/routes/admin/land/-components/create-land-type-form.tsx</a:t>
            </a:r>
          </a:p>
          <a:p>
            <a:pPr>
              <a:defRPr sz="1200"/>
            </a:pPr>
            <a:r>
              <a:t>D:/pasar_fix/apps/web/src/routes/admin/land/-components/delete-land-type-form.tsx</a:t>
            </a:r>
          </a:p>
          <a:p>
            <a:pPr>
              <a:defRPr sz="1200"/>
            </a:pPr>
            <a:r>
              <a:t>D:/pasar_fix/apps/web/src/routes/admin/land/-components/edit-land-type-form.tsx</a:t>
            </a:r>
          </a:p>
          <a:p>
            <a:pPr>
              <a:defRPr sz="1200"/>
            </a:pPr>
            <a:r>
              <a:t>D:/pasar_fix/apps/web/src/routes/admin/land/-domain/schema.ts</a:t>
            </a:r>
          </a:p>
          <a:p>
            <a:pPr>
              <a:defRPr sz="1200"/>
            </a:pPr>
            <a:r>
              <a:t>D:/pasar_fix/apps/web/src/routes/admin/land/-hooks/form.ts</a:t>
            </a:r>
          </a:p>
          <a:p>
            <a:pPr>
              <a:defRPr sz="1200"/>
            </a:pPr>
            <a:r>
              <a:t>D:/pasar_fix/apps/web/src/routes/admin/land/province-land/$landType.tsx</a:t>
            </a:r>
          </a:p>
          <a:p>
            <a:pPr>
              <a:defRPr sz="1200"/>
            </a:pPr>
            <a:r>
              <a:t>D:/pasar_fix/apps/web/src/routes/admin/land/province-land/index.tsx</a:t>
            </a:r>
          </a:p>
          <a:p>
            <a:pPr>
              <a:defRPr sz="1200"/>
            </a:pPr>
            <a:r>
              <a:t>D:/pasar_fix/apps/web/src/routes/admin/land/province-land/-app/create-province-land.ts</a:t>
            </a:r>
          </a:p>
          <a:p>
            <a:pPr>
              <a:defRPr sz="1200"/>
            </a:pPr>
            <a:r>
              <a:t>D:/pasar_fix/apps/web/src/routes/admin/land/province-land/-app/delete-province-land.ts</a:t>
            </a:r>
          </a:p>
          <a:p>
            <a:pPr>
              <a:defRPr sz="1200"/>
            </a:pPr>
            <a:r>
              <a:t>D:/pasar_fix/apps/web/src/routes/admin/land/province-land/-app/get-province-lands.ts</a:t>
            </a:r>
          </a:p>
          <a:p>
            <a:pPr>
              <a:defRPr sz="1200"/>
            </a:pPr>
            <a:r>
              <a:t>D:/pasar_fix/apps/web/src/routes/admin/land/province-land/-app/update-province-land.ts</a:t>
            </a:r>
          </a:p>
          <a:p>
            <a:pPr>
              <a:defRPr sz="1200"/>
            </a:pPr>
            <a:r>
              <a:t>D:/pasar_fix/apps/web/src/routes/admin/land/province-land/-components/create-province-land-form.tsx</a:t>
            </a:r>
          </a:p>
          <a:p>
            <a:pPr>
              <a:defRPr sz="1200"/>
            </a:pPr>
            <a:r>
              <a:t>D:/pasar_fix/apps/web/src/routes/admin/land/province-land/-components/delete-province-land-form.tsx</a:t>
            </a:r>
          </a:p>
          <a:p>
            <a:pPr>
              <a:defRPr sz="1200"/>
            </a:pPr>
            <a:r>
              <a:t>D:/pasar_fix/apps/web/src/routes/admin/land/province-land/-components/edit-province-land-form.tsx</a:t>
            </a:r>
          </a:p>
          <a:p>
            <a:pPr>
              <a:defRPr sz="1200"/>
            </a:pPr>
            <a:r>
              <a:t>D:/pasar_fix/apps/web/src/routes/admin/land/province-land/-domain/schema.ts</a:t>
            </a:r>
          </a:p>
          <a:p>
            <a:pPr>
              <a:defRPr sz="1200"/>
            </a:pPr>
            <a:r>
              <a:t>D:/pasar_fix/apps/web/src/routes/admin/land/province-land/-hooks/form.ts</a:t>
            </a:r>
          </a:p>
          <a:p>
            <a:pPr>
              <a:defRPr sz="1200"/>
            </a:pPr>
            <a:r>
              <a:t>D:/pasar_fix/apps/web/src/routes/admin/land/regency-land/index.tsx</a:t>
            </a:r>
          </a:p>
          <a:p>
            <a:pPr>
              <a:defRPr sz="1200"/>
            </a:pPr>
            <a:r>
              <a:t>D:/pasar_fix/apps/web/src/routes/admin/land/regency-land/-app/create-regency-land.ts</a:t>
            </a:r>
          </a:p>
          <a:p>
            <a:pPr>
              <a:defRPr sz="1200"/>
            </a:pPr>
            <a:r>
              <a:t>D:/pasar_fix/apps/web/src/routes/admin/land/regency-land/-app/delete-regency-land.ts</a:t>
            </a:r>
          </a:p>
          <a:p>
            <a:pPr>
              <a:defRPr sz="1200"/>
            </a:pPr>
            <a:r>
              <a:t>D:/pasar_fix/apps/web/src/routes/admin/land/regency-land/-app/get-regency-lands.ts</a:t>
            </a:r>
          </a:p>
          <a:p>
            <a:pPr>
              <a:defRPr sz="1200"/>
            </a:pPr>
            <a:r>
              <a:t>D:/pasar_fix/apps/web/src/routes/admin/land/regency-land/-app/update-regency-land.ts</a:t>
            </a:r>
          </a:p>
          <a:p>
            <a:pPr>
              <a:defRPr sz="1200"/>
            </a:pPr>
            <a:r>
              <a:t>D:/pasar_fix/apps/web/src/routes/admin/land/regency-land/-components/regency-land-form.tsx</a:t>
            </a:r>
          </a:p>
          <a:p>
            <a:pPr>
              <a:defRPr sz="1200"/>
            </a:pPr>
            <a:r>
              <a:t>D:/pasar_fix/apps/web/src/routes/admin/land/regency-land/-domain/schema.ts</a:t>
            </a:r>
          </a:p>
          <a:p>
            <a:pPr>
              <a:defRPr sz="1200"/>
            </a:pPr>
            <a:r>
              <a:t>D:/pasar_fix/apps/web/src/routes/admin/land/regency-land/-hooks/form.ts</a:t>
            </a:r>
          </a:p>
          <a:p>
            <a:pPr>
              <a:defRPr sz="1200"/>
            </a:pPr>
            <a:r>
              <a:t>D:/pasar_fix/apps/web/src/routes/admin/potential/province_potential/index.tsx</a:t>
            </a:r>
          </a:p>
          <a:p>
            <a:pPr>
              <a:defRPr sz="1200"/>
            </a:pPr>
            <a:r>
              <a:t>D:/pasar_fix/apps/web/src/routes/admin/potential/province_potential/-app/create-province-potential.ts</a:t>
            </a:r>
          </a:p>
          <a:p>
            <a:pPr>
              <a:defRPr sz="1200"/>
            </a:pPr>
            <a:r>
              <a:t>D:/pasar_fix/apps/web/src/routes/admin/potential/province_potential/-app/delete-province-potential.ts</a:t>
            </a:r>
          </a:p>
          <a:p>
            <a:pPr>
              <a:defRPr sz="1200"/>
            </a:pPr>
            <a:r>
              <a:t>D:/pasar_fix/apps/web/src/routes/admin/potential/province_potential/-app/get-province-potentials.ts</a:t>
            </a:r>
          </a:p>
          <a:p>
            <a:pPr>
              <a:defRPr sz="1200"/>
            </a:pPr>
            <a:r>
              <a:t>D:/pasar_fix/apps/web/src/routes/admin/potential/province_potential/-app/update-province-potential.ts</a:t>
            </a:r>
          </a:p>
          <a:p>
            <a:pPr>
              <a:defRPr sz="1200"/>
            </a:pPr>
            <a:r>
              <a:t>D:/pasar_fix/apps/web/src/routes/admin/potential/province_potential/-components/create-province-potential-form.tsx</a:t>
            </a:r>
          </a:p>
          <a:p>
            <a:pPr>
              <a:defRPr sz="1200"/>
            </a:pPr>
            <a:r>
              <a:t>D:/pasar_fix/apps/web/src/routes/admin/potential/province_potential/-components/delete-province-potential-form.tsx</a:t>
            </a:r>
          </a:p>
          <a:p>
            <a:pPr>
              <a:defRPr sz="1200"/>
            </a:pPr>
            <a:r>
              <a:t>D:/pasar_fix/apps/web/src/routes/admin/potential/province_potential/-components/edit-province-potential-form.tsx</a:t>
            </a:r>
          </a:p>
          <a:p>
            <a:pPr>
              <a:defRPr sz="1200"/>
            </a:pPr>
            <a:r>
              <a:t>D:/pasar_fix/apps/web/src/routes/admin/potential/province_potential/-domain/schema.ts</a:t>
            </a:r>
          </a:p>
          <a:p>
            <a:pPr>
              <a:defRPr sz="1200"/>
            </a:pPr>
            <a:r>
              <a:t>D:/pasar_fix/apps/web/src/routes/admin/potential/province_potential/-hooks/form.ts</a:t>
            </a:r>
          </a:p>
          <a:p>
            <a:pPr>
              <a:defRPr sz="1200"/>
            </a:pPr>
            <a:r>
              <a:t>D:/pasar_fix/apps/web/src/routes/admin/potential/regency_potential/index.tsx</a:t>
            </a:r>
          </a:p>
          <a:p>
            <a:pPr>
              <a:defRPr sz="1200"/>
            </a:pPr>
            <a:r>
              <a:t>D:/pasar_fix/apps/web/src/routes/admin/potential/regency_potential/-app/create-regency-potential.ts</a:t>
            </a:r>
          </a:p>
          <a:p>
            <a:pPr>
              <a:defRPr sz="1200"/>
            </a:pPr>
            <a:r>
              <a:t>D:/pasar_fix/apps/web/src/routes/admin/potential/regency_potential/-app/delete-regency-potential.ts</a:t>
            </a:r>
          </a:p>
          <a:p>
            <a:pPr>
              <a:defRPr sz="1200"/>
            </a:pPr>
            <a:r>
              <a:t>D:/pasar_fix/apps/web/src/routes/admin/potential/regency_potential/-app/get-regency-potentials.ts</a:t>
            </a:r>
          </a:p>
          <a:p>
            <a:pPr>
              <a:defRPr sz="1200"/>
            </a:pPr>
            <a:r>
              <a:t>D:/pasar_fix/apps/web/src/routes/admin/potential/regency_potential/-app/update-regency-potential.ts</a:t>
            </a:r>
          </a:p>
          <a:p>
            <a:pPr>
              <a:defRPr sz="1200"/>
            </a:pPr>
            <a:r>
              <a:t>D:/pasar_fix/apps/web/src/routes/admin/potential/regency_potential/-components/delete-regency-potential-form.tsx</a:t>
            </a:r>
          </a:p>
          <a:p>
            <a:pPr>
              <a:defRPr sz="1200"/>
            </a:pPr>
            <a:r>
              <a:t>D:/pasar_fix/apps/web/src/routes/admin/potential/regency_potential/-components/regency-potential-form.tsx</a:t>
            </a:r>
          </a:p>
          <a:p>
            <a:pPr>
              <a:defRPr sz="1200"/>
            </a:pPr>
            <a:r>
              <a:t>D:/pasar_fix/apps/web/src/routes/admin/potential/regency_potential/-domain/schema.ts</a:t>
            </a:r>
          </a:p>
          <a:p>
            <a:pPr>
              <a:defRPr sz="1200"/>
            </a:pPr>
            <a:r>
              <a:t>D:/pasar_fix/apps/web/src/routes/admin/product/index.tsx</a:t>
            </a:r>
          </a:p>
          <a:p>
            <a:pPr>
              <a:defRPr sz="1200"/>
            </a:pPr>
            <a:r>
              <a:t>D:/pasar_fix/apps/web/src/routes/admin/product/-app/create-product-type.ts</a:t>
            </a:r>
          </a:p>
          <a:p>
            <a:pPr>
              <a:defRPr sz="1200"/>
            </a:pPr>
            <a:r>
              <a:t>D:/pasar_fix/apps/web/src/routes/admin/product/-app/delete-product-type.ts</a:t>
            </a:r>
          </a:p>
          <a:p>
            <a:pPr>
              <a:defRPr sz="1200"/>
            </a:pPr>
            <a:r>
              <a:t>D:/pasar_fix/apps/web/src/routes/admin/product/-app/get-product-types.ts</a:t>
            </a:r>
          </a:p>
          <a:p>
            <a:pPr>
              <a:defRPr sz="1200"/>
            </a:pPr>
            <a:r>
              <a:t>D:/pasar_fix/apps/web/src/routes/admin/product/-app/update-product-type.ts</a:t>
            </a:r>
          </a:p>
          <a:p>
            <a:pPr>
              <a:defRPr sz="1200"/>
            </a:pPr>
            <a:r>
              <a:t>D:/pasar_fix/apps/web/src/routes/admin/product/-components/create-product-type-form.tsx</a:t>
            </a:r>
          </a:p>
          <a:p>
            <a:pPr>
              <a:defRPr sz="1200"/>
            </a:pPr>
            <a:r>
              <a:t>D:/pasar_fix/apps/web/src/routes/admin/product/-components/delete-product-type-form.tsx</a:t>
            </a:r>
          </a:p>
          <a:p>
            <a:pPr>
              <a:defRPr sz="1200"/>
            </a:pPr>
            <a:r>
              <a:t>D:/pasar_fix/apps/web/src/routes/admin/product/-components/edit-product-type-form.tsx</a:t>
            </a:r>
          </a:p>
          <a:p>
            <a:pPr>
              <a:defRPr sz="1200"/>
            </a:pPr>
            <a:r>
              <a:t>D:/pasar_fix/apps/web/src/routes/admin/product/-domain/schema.ts</a:t>
            </a:r>
          </a:p>
          <a:p>
            <a:pPr>
              <a:defRPr sz="1200"/>
            </a:pPr>
            <a:r>
              <a:t>D:/pasar_fix/apps/web/src/routes/admin/product/-hooks/form.ts</a:t>
            </a:r>
          </a:p>
          <a:p>
            <a:pPr>
              <a:defRPr sz="1200"/>
            </a:pPr>
            <a:r>
              <a:t>D:/pasar_fix/apps/web/src/routes/admin/product/product-brand/index.tsx</a:t>
            </a:r>
          </a:p>
          <a:p>
            <a:pPr>
              <a:defRPr sz="1200"/>
            </a:pPr>
            <a:r>
              <a:t>D:/pasar_fix/apps/web/src/routes/admin/product/product-brand/-app/create-product-brand.ts</a:t>
            </a:r>
          </a:p>
          <a:p>
            <a:pPr>
              <a:defRPr sz="1200"/>
            </a:pPr>
            <a:r>
              <a:t>D:/pasar_fix/apps/web/src/routes/admin/product/product-brand/-app/delete-product-brand.ts</a:t>
            </a:r>
          </a:p>
          <a:p>
            <a:pPr>
              <a:defRPr sz="1200"/>
            </a:pPr>
            <a:r>
              <a:t>D:/pasar_fix/apps/web/src/routes/admin/product/product-brand/-app/get-product-brands.ts</a:t>
            </a:r>
          </a:p>
          <a:p>
            <a:pPr>
              <a:defRPr sz="1200"/>
            </a:pPr>
            <a:r>
              <a:t>D:/pasar_fix/apps/web/src/routes/admin/product/product-brand/-app/update-product-brand.ts</a:t>
            </a:r>
          </a:p>
          <a:p>
            <a:pPr>
              <a:defRPr sz="1200"/>
            </a:pPr>
            <a:r>
              <a:t>D:/pasar_fix/apps/web/src/routes/admin/product/product-brand/-components/create-product-brand-form.tsx</a:t>
            </a:r>
          </a:p>
          <a:p>
            <a:pPr>
              <a:defRPr sz="1200"/>
            </a:pPr>
            <a:r>
              <a:t>D:/pasar_fix/apps/web/src/routes/admin/product/product-brand/-components/delete-product-brand-form.tsx</a:t>
            </a:r>
          </a:p>
          <a:p>
            <a:pPr>
              <a:defRPr sz="1200"/>
            </a:pPr>
            <a:r>
              <a:t>D:/pasar_fix/apps/web/src/routes/admin/product/product-brand/-components/edit-product-brand-form.tsx</a:t>
            </a:r>
          </a:p>
          <a:p>
            <a:pPr>
              <a:defRPr sz="1200"/>
            </a:pPr>
            <a:r>
              <a:t>D:/pasar_fix/apps/web/src/routes/admin/product/product-brand/-domain/schema.ts</a:t>
            </a:r>
          </a:p>
          <a:p>
            <a:pPr>
              <a:defRPr sz="1200"/>
            </a:pPr>
            <a:r>
              <a:t>D:/pasar_fix/apps/web/src/routes/admin/product/product-brand/-hooks/form.ts</a:t>
            </a:r>
          </a:p>
          <a:p>
            <a:pPr>
              <a:defRPr sz="1200"/>
            </a:pPr>
            <a:r>
              <a:t>D:/pasar_fix/apps/web/src/routes/admin/product/product-dosage/$productBrand.tsx</a:t>
            </a:r>
          </a:p>
          <a:p>
            <a:pPr>
              <a:defRPr sz="1200"/>
            </a:pPr>
            <a:r>
              <a:t>D:/pasar_fix/apps/web/src/routes/admin/product/product-dosage/index.tsx</a:t>
            </a:r>
          </a:p>
          <a:p>
            <a:pPr>
              <a:defRPr sz="1200"/>
            </a:pPr>
            <a:r>
              <a:t>D:/pasar_fix/apps/web/src/routes/admin/product/product-dosage/-app/create-product-dosage.ts</a:t>
            </a:r>
          </a:p>
          <a:p>
            <a:pPr>
              <a:defRPr sz="1200"/>
            </a:pPr>
            <a:r>
              <a:t>D:/pasar_fix/apps/web/src/routes/admin/product/product-dosage/-app/delete-product-dosage.ts</a:t>
            </a:r>
          </a:p>
          <a:p>
            <a:pPr>
              <a:defRPr sz="1200"/>
            </a:pPr>
            <a:r>
              <a:t>D:/pasar_fix/apps/web/src/routes/admin/product/product-dosage/-app/get-product-dosages.ts</a:t>
            </a:r>
          </a:p>
          <a:p>
            <a:pPr>
              <a:defRPr sz="1200"/>
            </a:pPr>
            <a:r>
              <a:t>D:/pasar_fix/apps/web/src/routes/admin/product/product-dosage/-app/update-product-dosage.ts</a:t>
            </a:r>
          </a:p>
          <a:p>
            <a:pPr>
              <a:defRPr sz="1200"/>
            </a:pPr>
            <a:r>
              <a:t>D:/pasar_fix/apps/web/src/routes/admin/product/product-dosage/-components/create-product-dosage-form.tsx</a:t>
            </a:r>
          </a:p>
          <a:p>
            <a:pPr>
              <a:defRPr sz="1200"/>
            </a:pPr>
            <a:r>
              <a:t>D:/pasar_fix/apps/web/src/routes/admin/product/product-dosage/-components/delete-product-dosage-form.tsx</a:t>
            </a:r>
          </a:p>
          <a:p>
            <a:pPr>
              <a:defRPr sz="1200"/>
            </a:pPr>
            <a:r>
              <a:t>D:/pasar_fix/apps/web/src/routes/admin/product/product-dosage/-components/edit-product-dosage-form.tsx</a:t>
            </a:r>
          </a:p>
          <a:p>
            <a:pPr>
              <a:defRPr sz="1200"/>
            </a:pPr>
            <a:r>
              <a:t>D:/pasar_fix/apps/web/src/routes/admin/product/product-dosage/-domain/schema.ts</a:t>
            </a:r>
          </a:p>
          <a:p>
            <a:pPr>
              <a:defRPr sz="1200"/>
            </a:pPr>
            <a:r>
              <a:t>D:/pasar_fix/apps/web/src/routes/admin/product/product-dosage/-hooks/form.ts</a:t>
            </a:r>
          </a:p>
          <a:p>
            <a:pPr>
              <a:defRPr sz="1200"/>
            </a:pPr>
            <a:r>
              <a:t>D:/pasar_fix/apps/web/src/routes/admin/region/province/index.tsx</a:t>
            </a:r>
          </a:p>
          <a:p>
            <a:pPr>
              <a:defRPr sz="1200"/>
            </a:pPr>
            <a:r>
              <a:t>D:/pasar_fix/apps/web/src/routes/admin/region/province/-app/create-province.ts</a:t>
            </a:r>
          </a:p>
          <a:p>
            <a:pPr>
              <a:defRPr sz="1200"/>
            </a:pPr>
            <a:r>
              <a:t>D:/pasar_fix/apps/web/src/routes/admin/region/province/-app/delete-province.ts</a:t>
            </a:r>
          </a:p>
          <a:p>
            <a:pPr>
              <a:defRPr sz="1200"/>
            </a:pPr>
            <a:r>
              <a:t>D:/pasar_fix/apps/web/src/routes/admin/region/province/-app/get-all-provinces.ts</a:t>
            </a:r>
          </a:p>
          <a:p>
            <a:pPr>
              <a:defRPr sz="1200"/>
            </a:pPr>
            <a:r>
              <a:t>D:/pasar_fix/apps/web/src/routes/admin/region/province/-app/get-provinces.ts</a:t>
            </a:r>
          </a:p>
          <a:p>
            <a:pPr>
              <a:defRPr sz="1200"/>
            </a:pPr>
            <a:r>
              <a:t>D:/pasar_fix/apps/web/src/routes/admin/region/province/-app/update-province.ts</a:t>
            </a:r>
          </a:p>
          <a:p>
            <a:pPr>
              <a:defRPr sz="1200"/>
            </a:pPr>
            <a:r>
              <a:t>D:/pasar_fix/apps/web/src/routes/admin/region/province/-components/create-province-form.tsx</a:t>
            </a:r>
          </a:p>
          <a:p>
            <a:pPr>
              <a:defRPr sz="1200"/>
            </a:pPr>
            <a:r>
              <a:t>D:/pasar_fix/apps/web/src/routes/admin/region/province/-components/delete-province-form.tsx</a:t>
            </a:r>
          </a:p>
          <a:p>
            <a:pPr>
              <a:defRPr sz="1200"/>
            </a:pPr>
            <a:r>
              <a:t>D:/pasar_fix/apps/web/src/routes/admin/region/province/-components/edit-province-form.tsx</a:t>
            </a:r>
          </a:p>
          <a:p>
            <a:pPr>
              <a:defRPr sz="1200"/>
            </a:pPr>
            <a:r>
              <a:t>D:/pasar_fix/apps/web/src/routes/admin/region/province/-domain/schema.ts</a:t>
            </a:r>
          </a:p>
          <a:p>
            <a:pPr>
              <a:defRPr sz="1200"/>
            </a:pPr>
            <a:r>
              <a:t>D:/pasar_fix/apps/web/src/routes/admin/region/province/-hooks/form.ts</a:t>
            </a:r>
          </a:p>
          <a:p>
            <a:pPr>
              <a:defRPr sz="1200"/>
            </a:pPr>
            <a:r>
              <a:t>D:/pasar_fix/apps/web/src/routes/admin/region/regency/index.tsx</a:t>
            </a:r>
          </a:p>
          <a:p>
            <a:pPr>
              <a:defRPr sz="1200"/>
            </a:pPr>
            <a:r>
              <a:t>D:/pasar_fix/apps/web/src/routes/admin/region/regency/-app/create-regency.ts</a:t>
            </a:r>
          </a:p>
          <a:p>
            <a:pPr>
              <a:defRPr sz="1200"/>
            </a:pPr>
            <a:r>
              <a:t>D:/pasar_fix/apps/web/src/routes/admin/region/regency/-app/delete-regency.ts</a:t>
            </a:r>
          </a:p>
          <a:p>
            <a:pPr>
              <a:defRPr sz="1200"/>
            </a:pPr>
            <a:r>
              <a:t>D:/pasar_fix/apps/web/src/routes/admin/region/regency/-app/get-regencies.ts</a:t>
            </a:r>
          </a:p>
          <a:p>
            <a:pPr>
              <a:defRPr sz="1200"/>
            </a:pPr>
            <a:r>
              <a:t>D:/pasar_fix/apps/web/src/routes/admin/region/regency/-app/update-regency.ts</a:t>
            </a:r>
          </a:p>
          <a:p>
            <a:pPr>
              <a:defRPr sz="1200"/>
            </a:pPr>
            <a:r>
              <a:t>D:/pasar_fix/apps/web/src/routes/admin/region/regency/-components/create-regency-form.tsx</a:t>
            </a:r>
          </a:p>
          <a:p>
            <a:pPr>
              <a:defRPr sz="1200"/>
            </a:pPr>
            <a:r>
              <a:t>D:/pasar_fix/apps/web/src/routes/admin/region/regency/-components/delete-regency-form.tsx</a:t>
            </a:r>
          </a:p>
          <a:p>
            <a:pPr>
              <a:defRPr sz="1200"/>
            </a:pPr>
            <a:r>
              <a:t>D:/pasar_fix/apps/web/src/routes/admin/region/regency/-components/edit-regency-form.tsx</a:t>
            </a:r>
          </a:p>
          <a:p>
            <a:pPr>
              <a:defRPr sz="1200"/>
            </a:pPr>
            <a:r>
              <a:t>D:/pasar_fix/apps/web/src/routes/admin/region/regency/-domain/schema.ts</a:t>
            </a:r>
          </a:p>
          <a:p>
            <a:pPr>
              <a:defRPr sz="1200"/>
            </a:pPr>
            <a:r>
              <a:t>D:/pasar_fix/apps/web/src/routes/admin/region/regency/-hooks/form.ts</a:t>
            </a:r>
          </a:p>
          <a:p>
            <a:pPr>
              <a:defRPr sz="1200"/>
            </a:pPr>
            <a:r>
              <a:t>D:/pasar_fix/apps/web/src/routes/admin/sale/index.tsx</a:t>
            </a:r>
          </a:p>
          <a:p>
            <a:pPr>
              <a:defRPr sz="1200"/>
            </a:pPr>
            <a:r>
              <a:t>D:/pasar_fix/apps/web/src/routes/admin/sale/-app/create-sales-realization.ts</a:t>
            </a:r>
          </a:p>
          <a:p>
            <a:pPr>
              <a:defRPr sz="1200"/>
            </a:pPr>
            <a:r>
              <a:t>D:/pasar_fix/apps/web/src/routes/admin/sale/-app/delete-sales-realization.ts</a:t>
            </a:r>
          </a:p>
          <a:p>
            <a:pPr>
              <a:defRPr sz="1200"/>
            </a:pPr>
            <a:r>
              <a:t>D:/pasar_fix/apps/web/src/routes/admin/sale/-app/get-sales-overview.ts</a:t>
            </a:r>
          </a:p>
          <a:p>
            <a:pPr>
              <a:defRPr sz="1200"/>
            </a:pPr>
            <a:r>
              <a:t>D:/pasar_fix/apps/web/src/routes/admin/sale/-app/get-sales-realizations.ts</a:t>
            </a:r>
          </a:p>
          <a:p>
            <a:pPr>
              <a:defRPr sz="1200"/>
            </a:pPr>
            <a:r>
              <a:t>D:/pasar_fix/apps/web/src/routes/admin/sale/-app/update-sales-realization.ts</a:t>
            </a:r>
          </a:p>
          <a:p>
            <a:pPr>
              <a:defRPr sz="1200"/>
            </a:pPr>
            <a:r>
              <a:t>D:/pasar_fix/apps/web/src/routes/admin/sale/-components/create-sales-realization-form.tsx</a:t>
            </a:r>
          </a:p>
          <a:p>
            <a:pPr>
              <a:defRPr sz="1200"/>
            </a:pPr>
            <a:r>
              <a:t>D:/pasar_fix/apps/web/src/routes/admin/sale/-components/create-sales-realization-modal.tsx</a:t>
            </a:r>
          </a:p>
          <a:p>
            <a:pPr>
              <a:defRPr sz="1200"/>
            </a:pPr>
            <a:r>
              <a:t>D:/pasar_fix/apps/web/src/routes/admin/sale/-components/edit-sales-realization-modal.tsx</a:t>
            </a:r>
          </a:p>
          <a:p>
            <a:pPr>
              <a:defRPr sz="1200"/>
            </a:pPr>
            <a:r>
              <a:t>D:/pasar_fix/apps/web/src/routes/admin/sale/-components/sales-realization-table.tsx</a:t>
            </a:r>
          </a:p>
          <a:p>
            <a:pPr>
              <a:defRPr sz="1200"/>
            </a:pPr>
            <a:r>
              <a:t>D:/pasar_fix/apps/web/src/routes/admin/sale/-domain/schema.ts</a:t>
            </a:r>
          </a:p>
          <a:p>
            <a:pPr>
              <a:defRPr sz="1200"/>
            </a:pPr>
            <a:r>
              <a:t>D:/pasar_fix/apps/web/src/routes/admin/sale/-hooks/form.ts</a:t>
            </a:r>
          </a:p>
          <a:p>
            <a:pPr>
              <a:defRPr sz="1200"/>
            </a:pPr>
            <a:r>
              <a:t>D:/pasar_fix/apps/web/src/routes/admin/sale/sale-daily/index.tsx</a:t>
            </a:r>
          </a:p>
          <a:p>
            <a:pPr>
              <a:defRPr sz="1200"/>
            </a:pPr>
            <a:r>
              <a:t>D:/pasar_fix/apps/web/src/routes/admin/sale/sale-daily/-app/create-daily-sales.ts</a:t>
            </a:r>
          </a:p>
          <a:p>
            <a:pPr>
              <a:defRPr sz="1200"/>
            </a:pPr>
            <a:r>
              <a:t>D:/pasar_fix/apps/web/src/routes/admin/sale/sale-daily/-app/delete-daily-sales.ts</a:t>
            </a:r>
          </a:p>
          <a:p>
            <a:pPr>
              <a:defRPr sz="1200"/>
            </a:pPr>
            <a:r>
              <a:t>D:/pasar_fix/apps/web/src/routes/admin/sale/sale-daily/-app/get-daily-sales.ts</a:t>
            </a:r>
          </a:p>
          <a:p>
            <a:pPr>
              <a:defRPr sz="1200"/>
            </a:pPr>
            <a:r>
              <a:t>D:/pasar_fix/apps/web/src/routes/admin/sale/sale-daily/-app/update-daily-sales.ts</a:t>
            </a:r>
          </a:p>
          <a:p>
            <a:pPr>
              <a:defRPr sz="1200"/>
            </a:pPr>
            <a:r>
              <a:t>D:/pasar_fix/apps/web/src/routes/admin/sale/sale-daily/-components/create-daily-sales-form.tsx</a:t>
            </a:r>
          </a:p>
          <a:p>
            <a:pPr>
              <a:defRPr sz="1200"/>
            </a:pPr>
            <a:r>
              <a:t>D:/pasar_fix/apps/web/src/routes/admin/sale/sale-daily/-components/create-daily-sales-modal.tsx</a:t>
            </a:r>
          </a:p>
          <a:p>
            <a:pPr>
              <a:defRPr sz="1200"/>
            </a:pPr>
            <a:r>
              <a:t>D:/pasar_fix/apps/web/src/routes/admin/sale/sale-daily/-components/edit-daily-sales-modal.tsx</a:t>
            </a:r>
          </a:p>
          <a:p>
            <a:pPr>
              <a:defRPr sz="1200"/>
            </a:pPr>
            <a:r>
              <a:t>D:/pasar_fix/apps/web/src/routes/admin/sale/sale-daily/-domain/schema.ts</a:t>
            </a:r>
          </a:p>
          <a:p>
            <a:pPr>
              <a:defRPr sz="1200"/>
            </a:pPr>
            <a:r>
              <a:t>D:/pasar_fix/apps/web/src/routes/admin/sale/sale-daily/-hooks/form.ts</a:t>
            </a:r>
          </a:p>
          <a:p>
            <a:pPr>
              <a:defRPr sz="1200"/>
            </a:pPr>
            <a:r>
              <a:t>D:/pasar_fix/apps/web/src/routes/admin/stall/index.tsx</a:t>
            </a:r>
          </a:p>
          <a:p>
            <a:pPr>
              <a:defRPr sz="1200"/>
            </a:pPr>
            <a:r>
              <a:t>D:/pasar_fix/apps/web/src/routes/admin/stall/-app/assign-product-brand.ts</a:t>
            </a:r>
          </a:p>
          <a:p>
            <a:pPr>
              <a:defRPr sz="1200"/>
            </a:pPr>
            <a:r>
              <a:t>D:/pasar_fix/apps/web/src/routes/admin/stall/-app/create-stall.ts</a:t>
            </a:r>
          </a:p>
          <a:p>
            <a:pPr>
              <a:defRPr sz="1200"/>
            </a:pPr>
            <a:r>
              <a:t>D:/pasar_fix/apps/web/src/routes/admin/stall/-app/delete-stall.ts</a:t>
            </a:r>
          </a:p>
          <a:p>
            <a:pPr>
              <a:defRPr sz="1200"/>
            </a:pPr>
            <a:r>
              <a:t>D:/pasar_fix/apps/web/src/routes/admin/stall/-app/get-stall-product-brand.ts</a:t>
            </a:r>
          </a:p>
          <a:p>
            <a:pPr>
              <a:defRPr sz="1200"/>
            </a:pPr>
            <a:r>
              <a:t>D:/pasar_fix/apps/web/src/routes/admin/stall/-app/get-stalls.ts</a:t>
            </a:r>
          </a:p>
          <a:p>
            <a:pPr>
              <a:defRPr sz="1200"/>
            </a:pPr>
            <a:r>
              <a:t>D:/pasar_fix/apps/web/src/routes/admin/stall/-app/update-stall.ts</a:t>
            </a:r>
          </a:p>
          <a:p>
            <a:pPr>
              <a:defRPr sz="1200"/>
            </a:pPr>
            <a:r>
              <a:t>D:/pasar_fix/apps/web/src/routes/admin/stall/-components/assign-product-modal.tsx</a:t>
            </a:r>
          </a:p>
          <a:p>
            <a:pPr>
              <a:defRPr sz="1200"/>
            </a:pPr>
            <a:r>
              <a:t>D:/pasar_fix/apps/web/src/routes/admin/stall/-components/create-stall-form.tsx</a:t>
            </a:r>
          </a:p>
          <a:p>
            <a:pPr>
              <a:defRPr sz="1200"/>
            </a:pPr>
            <a:r>
              <a:t>D:/pasar_fix/apps/web/src/routes/admin/stall/-components/create-stall-modal.tsx</a:t>
            </a:r>
          </a:p>
          <a:p>
            <a:pPr>
              <a:defRPr sz="1200"/>
            </a:pPr>
            <a:r>
              <a:t>D:/pasar_fix/apps/web/src/routes/admin/stall/-components/edit-stall-form.tsx</a:t>
            </a:r>
          </a:p>
          <a:p>
            <a:pPr>
              <a:defRPr sz="1200"/>
            </a:pPr>
            <a:r>
              <a:t>D:/pasar_fix/apps/web/src/routes/admin/stall/-components/edit-stall-modal.tsx</a:t>
            </a:r>
          </a:p>
          <a:p>
            <a:pPr>
              <a:defRPr sz="1200"/>
            </a:pPr>
            <a:r>
              <a:t>D:/pasar_fix/apps/web/src/routes/admin/stall/-components/manage-stall-products.tsx</a:t>
            </a:r>
          </a:p>
          <a:p>
            <a:pPr>
              <a:defRPr sz="1200"/>
            </a:pPr>
            <a:r>
              <a:t>D:/pasar_fix/apps/web/src/routes/admin/stall/-components/stall-table.tsx</a:t>
            </a:r>
          </a:p>
          <a:p>
            <a:pPr>
              <a:defRPr sz="1200"/>
            </a:pPr>
            <a:r>
              <a:t>D:/pasar_fix/apps/web/src/routes/admin/stall/-domain/schema.ts</a:t>
            </a:r>
          </a:p>
          <a:p>
            <a:pPr>
              <a:defRPr sz="1200"/>
            </a:pPr>
            <a:r>
              <a:t>D:/pasar_fix/apps/web/src/routes/admin/stall/-hooks/form.ts</a:t>
            </a:r>
          </a:p>
          <a:p>
            <a:pPr>
              <a:defRPr sz="1200"/>
            </a:pPr>
            <a:r>
              <a:t>D:/pasar_fix/apps/web/src/routes/admin/user/index.tsx</a:t>
            </a:r>
          </a:p>
          <a:p>
            <a:pPr>
              <a:defRPr sz="1200"/>
            </a:pPr>
            <a:r>
              <a:t>D:/pasar_fix/apps/web/src/routes/admin/user/-app/create-user.ts</a:t>
            </a:r>
          </a:p>
          <a:p>
            <a:pPr>
              <a:defRPr sz="1200"/>
            </a:pPr>
            <a:r>
              <a:t>D:/pasar_fix/apps/web/src/routes/admin/user/-app/delete-user.ts</a:t>
            </a:r>
          </a:p>
          <a:p>
            <a:pPr>
              <a:defRPr sz="1200"/>
            </a:pPr>
            <a:r>
              <a:t>D:/pasar_fix/apps/web/src/routes/admin/user/-app/get-user-by-id.ts</a:t>
            </a:r>
          </a:p>
          <a:p>
            <a:pPr>
              <a:defRPr sz="1200"/>
            </a:pPr>
            <a:r>
              <a:t>D:/pasar_fix/apps/web/src/routes/admin/user/-app/get-users.ts</a:t>
            </a:r>
          </a:p>
          <a:p>
            <a:pPr>
              <a:defRPr sz="1200"/>
            </a:pPr>
            <a:r>
              <a:t>D:/pasar_fix/apps/web/src/routes/admin/user/-app/update-user.ts</a:t>
            </a:r>
          </a:p>
          <a:p>
            <a:pPr>
              <a:defRPr sz="1200"/>
            </a:pPr>
            <a:r>
              <a:t>D:/pasar_fix/apps/web/src/routes/admin/user/-components/create-user-form.tsx</a:t>
            </a:r>
          </a:p>
          <a:p>
            <a:pPr>
              <a:defRPr sz="1200"/>
            </a:pPr>
            <a:r>
              <a:t>D:/pasar_fix/apps/web/src/routes/admin/user/-components/delete-user-form.tsx</a:t>
            </a:r>
          </a:p>
          <a:p>
            <a:pPr>
              <a:defRPr sz="1200"/>
            </a:pPr>
            <a:r>
              <a:t>D:/pasar_fix/apps/web/src/routes/admin/user/-components/edit-user-form.tsx</a:t>
            </a:r>
          </a:p>
          <a:p>
            <a:pPr>
              <a:defRPr sz="1200"/>
            </a:pPr>
            <a:r>
              <a:t>D:/pasar_fix/apps/web/src/routes/admin/user/-hooks/form.ts</a:t>
            </a:r>
          </a:p>
          <a:p>
            <a:pPr>
              <a:defRPr sz="1200"/>
            </a:pPr>
            <a:r>
              <a:t>D:/pasar_fix/apps/web/src/routes/api/$.ts</a:t>
            </a:r>
          </a:p>
          <a:p>
            <a:pPr>
              <a:defRPr sz="1200"/>
            </a:pPr>
            <a:r>
              <a:t>D:/pasar_fix/apps/web/src/routes/api/auth.$.ts</a:t>
            </a:r>
          </a:p>
          <a:p>
            <a:pPr>
              <a:defRPr sz="1200"/>
            </a:pPr>
            <a:r>
              <a:t>D:/pasar_fix/apps/web/src/routes/api/rpc.$.ts</a:t>
            </a:r>
          </a:p>
          <a:p>
            <a:pPr>
              <a:defRPr sz="1200"/>
            </a:pPr>
            <a:r>
              <a:t>D:/pasar_fix/apps/web/src/routes/auth/login.tsx</a:t>
            </a:r>
          </a:p>
          <a:p>
            <a:pPr>
              <a:defRPr sz="1200"/>
            </a:pPr>
            <a:r>
              <a:t>D:/pasar_fix/apps/web/src/routes/auth/signup.tsx</a:t>
            </a:r>
          </a:p>
          <a:p>
            <a:pPr>
              <a:defRPr sz="1200"/>
            </a:pPr>
            <a:r>
              <a:t>D:/pasar_fix/apps/web/src/routes/auth/-app/get-session.ts</a:t>
            </a:r>
          </a:p>
          <a:p>
            <a:pPr>
              <a:defRPr sz="1200"/>
            </a:pPr>
            <a:r>
              <a:t>D:/pasar_fix/apps/web/src/routes/auth/-components/login-form.tsx</a:t>
            </a:r>
          </a:p>
          <a:p>
            <a:pPr>
              <a:defRPr sz="1200"/>
            </a:pPr>
            <a:r>
              <a:t>D:/pasar_fix/apps/web/src/routes/auth/-components/signup-form.tsx</a:t>
            </a:r>
          </a:p>
          <a:p>
            <a:pPr>
              <a:defRPr sz="1200"/>
            </a:pPr>
            <a:r>
              <a:t>D:/pasar_fix/apps/web/src/routes/auth/-locales/auth-en.js</a:t>
            </a:r>
          </a:p>
          <a:p>
            <a:pPr>
              <a:defRPr sz="1200"/>
            </a:pPr>
            <a:r>
              <a:t>D:/pasar_fix/apps/web/src/routes/auth/-locales/auth-en.po</a:t>
            </a:r>
          </a:p>
          <a:p>
            <a:pPr>
              <a:defRPr sz="1200"/>
            </a:pPr>
            <a:r>
              <a:t>D:/pasar_fix/apps/web/src/routes/auth/-locales/auth-id.js</a:t>
            </a:r>
          </a:p>
          <a:p>
            <a:pPr>
              <a:defRPr sz="1200"/>
            </a:pPr>
            <a:r>
              <a:t>D:/pasar_fix/apps/web/src/routes/auth/-locales/auth-id.po</a:t>
            </a:r>
          </a:p>
          <a:p>
            <a:pPr>
              <a:defRPr sz="1200"/>
            </a:pPr>
            <a:r>
              <a:t>D:/pasar_fix/apps/web/src/routes/demo/form.address.tsx</a:t>
            </a:r>
          </a:p>
          <a:p>
            <a:pPr>
              <a:defRPr sz="1200"/>
            </a:pPr>
            <a:r>
              <a:t>D:/pasar_fix/apps/web/src/routes/demo/form.simple.tsx</a:t>
            </a:r>
          </a:p>
          <a:p>
            <a:pPr>
              <a:defRPr sz="1200"/>
            </a:pPr>
            <a:r>
              <a:t>D:/pasar_fix/apps/web/src/routes/demo/orpc-todo.tsx</a:t>
            </a:r>
          </a:p>
          <a:p>
            <a:pPr>
              <a:defRPr sz="1200"/>
            </a:pPr>
            <a:r>
              <a:t>D:/pasar_fix/apps/web/src/routes/demo/-components/form-components.tsx</a:t>
            </a:r>
          </a:p>
          <a:p>
            <a:pPr>
              <a:defRPr sz="1200"/>
            </a:pPr>
            <a:r>
              <a:t>D:/pasar_fix/apps/web/src/routes/demo/-hooks/form-context.ts</a:t>
            </a:r>
          </a:p>
          <a:p>
            <a:pPr>
              <a:defRPr sz="1200"/>
            </a:pPr>
            <a:r>
              <a:t>D:/pasar_fix/apps/web/src/routes/demo/-hooks/form.ts</a:t>
            </a:r>
          </a:p>
          <a:p>
            <a:pPr>
              <a:defRPr sz="1200"/>
            </a:pPr>
            <a:r>
              <a:t>D:/pasar_fix/apps/web/src/routes/map/index.tsx</a:t>
            </a:r>
          </a:p>
          <a:p>
            <a:pPr>
              <a:defRPr sz="1200"/>
            </a:pPr>
            <a:r>
              <a:t>D:/pasar_fix/apps/web/src/routes/map/route.tsx</a:t>
            </a:r>
          </a:p>
          <a:p>
            <a:pPr>
              <a:defRPr sz="1200"/>
            </a:pPr>
            <a:r>
              <a:t>D:/pasar_fix/apps/web/src/routes/map/-app/administrative-boundaries-service.ts</a:t>
            </a:r>
          </a:p>
          <a:p>
            <a:pPr>
              <a:defRPr sz="1200"/>
            </a:pPr>
            <a:r>
              <a:t>D:/pasar_fix/apps/web/src/routes/map/-app/get-map-stalls.ts</a:t>
            </a:r>
          </a:p>
          <a:p>
            <a:pPr>
              <a:defRPr sz="1200"/>
            </a:pPr>
            <a:r>
              <a:t>D:/pasar_fix/apps/web/src/routes/map/-components/choropleth-map.tsx</a:t>
            </a:r>
          </a:p>
          <a:p>
            <a:pPr>
              <a:defRPr sz="1200"/>
            </a:pPr>
            <a:r>
              <a:t>D:/pasar_fix/apps/web/src/routes/map/-components/dynamic-map.tsx</a:t>
            </a:r>
          </a:p>
          <a:p>
            <a:pPr>
              <a:defRPr sz="1200"/>
            </a:pPr>
            <a:r>
              <a:t>D:/pasar_fix/apps/web/src/routes/map/-components/map-context.tsx</a:t>
            </a:r>
          </a:p>
          <a:p>
            <a:pPr>
              <a:defRPr sz="1200"/>
            </a:pPr>
            <a:r>
              <a:t>D:/pasar_fix/apps/web/src/routes/map/-components/map-layout.tsx</a:t>
            </a:r>
          </a:p>
          <a:p>
            <a:pPr>
              <a:defRPr sz="1200"/>
            </a:pPr>
            <a:r>
              <a:t>D:/pasar_fix/apps/web/src/routes/map/-components/map-sidebar.tsx</a:t>
            </a:r>
          </a:p>
          <a:p>
            <a:pPr>
              <a:defRPr sz="1200"/>
            </a:pPr>
            <a:r>
              <a:t>D:/pasar_fix/apps/web/src/routes/map/-components/marketing-map-page.tsx</a:t>
            </a:r>
          </a:p>
          <a:p>
            <a:pPr>
              <a:defRPr sz="1200"/>
            </a:pPr>
            <a:r>
              <a:t>D:/pasar_fix/apps/web/src/routes/map/-components/marketing-map.tsx</a:t>
            </a:r>
          </a:p>
          <a:p>
            <a:pPr>
              <a:defRPr sz="1200"/>
            </a:pPr>
            <a:r>
              <a:t>D:/pasar_fix/apps/web/src/routes/map/-components/stall-markers.tsx</a:t>
            </a:r>
          </a:p>
          <a:p>
            <a:pPr>
              <a:defRPr sz="1200"/>
            </a:pPr>
            <a:r>
              <a:t>D:/pasar_fix/apps/web/src/routes/map/-domain/marketing.ts</a:t>
            </a:r>
          </a:p>
          <a:p>
            <a:pPr>
              <a:defRPr sz="1200"/>
            </a:pPr>
            <a:r>
              <a:t>D:/pasar_fix/apps/web/src/routes/map/-locales/map-en.js</a:t>
            </a:r>
          </a:p>
          <a:p>
            <a:pPr>
              <a:defRPr sz="1200"/>
            </a:pPr>
            <a:r>
              <a:t>D:/pasar_fix/apps/web/src/routes/map/-locales/map-en.po</a:t>
            </a:r>
          </a:p>
          <a:p>
            <a:pPr>
              <a:defRPr sz="1200"/>
            </a:pPr>
            <a:r>
              <a:t>D:/pasar_fix/apps/web/src/routes/map/-locales/map-id.js</a:t>
            </a:r>
          </a:p>
          <a:p>
            <a:pPr>
              <a:defRPr sz="1200"/>
            </a:pPr>
            <a:r>
              <a:t>D:/pasar_fix/apps/web/src/routes/map/-locales/map-id.po</a:t>
            </a:r>
          </a:p>
          <a:p>
            <a:pPr>
              <a:defRPr sz="1200"/>
            </a:pPr>
            <a:r>
              <a:t>D:/pasar_fix/apps/web/src/routes/product-knowledge/index.tsx</a:t>
            </a:r>
          </a:p>
          <a:p>
            <a:pPr>
              <a:defRPr sz="1200"/>
            </a:pPr>
            <a:r>
              <a:t>D:/pasar_fix/apps/web/src/routes/product-potential/index.tsx</a:t>
            </a:r>
          </a:p>
          <a:p>
            <a:pPr>
              <a:defRPr sz="1200"/>
            </a:pPr>
            <a:r>
              <a:t>D:/pasar_fix/apps/web/src/routes/sales-realization/index.tsx</a:t>
            </a:r>
          </a:p>
          <a:p>
            <a:pPr>
              <a:defRPr sz="1200"/>
            </a:pPr>
            <a:r>
              <a:t>D:/pasar_fix/apps/web/src/routes/stall/$id.tsx</a:t>
            </a:r>
          </a:p>
          <a:p>
            <a:pPr>
              <a:defRPr sz="1200"/>
            </a:pPr>
            <a:r>
              <a:t>D:/pasar_fix/apps/web/src/routes/stall/index.tsx</a:t>
            </a:r>
          </a:p>
          <a:p>
            <a:pPr>
              <a:defRPr sz="1200"/>
            </a:pPr>
            <a:r>
              <a:t>D:/pasar_fix/apps/web/src/routes/todos/-app/create-todo.ts</a:t>
            </a:r>
          </a:p>
          <a:p>
            <a:pPr>
              <a:defRPr sz="1200"/>
            </a:pPr>
            <a:r>
              <a:t>D:/pasar_fix/apps/web/src/routes/todos/-app/delete-todo.ts</a:t>
            </a:r>
          </a:p>
          <a:p>
            <a:pPr>
              <a:defRPr sz="1200"/>
            </a:pPr>
            <a:r>
              <a:t>D:/pasar_fix/apps/web/src/routes/todos/-app/get-todos.ts</a:t>
            </a:r>
          </a:p>
          <a:p>
            <a:pPr>
              <a:defRPr sz="1200"/>
            </a:pPr>
            <a:r>
              <a:t>D:/pasar_fix/apps/web/src/routes/todos/-app/toggle-todo.ts</a:t>
            </a:r>
          </a:p>
          <a:p>
            <a:pPr>
              <a:defRPr sz="1200"/>
            </a:pPr>
            <a:r>
              <a:t>D:/pasar_fix/apps/web/src/routes/todos/-components/todo-form.tsx</a:t>
            </a:r>
          </a:p>
          <a:p>
            <a:pPr>
              <a:defRPr sz="1200"/>
            </a:pPr>
            <a:r>
              <a:t>D:/pasar_fix/apps/web/src/routes/todos/-components/todo-list.tsx</a:t>
            </a:r>
          </a:p>
          <a:p>
            <a:pPr>
              <a:defRPr sz="1200"/>
            </a:pPr>
            <a:r>
              <a:t>D:/pasar_fix/apps/web/src/routes/todos/-domain/todo-entity.ts</a:t>
            </a:r>
          </a:p>
          <a:p>
            <a:pPr>
              <a:defRPr sz="1200"/>
            </a:pPr>
            <a:r>
              <a:t>D:/pasar_fix/apps/web/src/routes/todos/-domain/validation.ts</a:t>
            </a:r>
          </a:p>
          <a:p>
            <a:pPr>
              <a:defRPr sz="1200"/>
            </a:pPr>
            <a:r>
              <a:t>D:/pasar_fix/apps/web/src/routes/todos/-locales/todos-en.js</a:t>
            </a:r>
          </a:p>
          <a:p>
            <a:pPr>
              <a:defRPr sz="1200"/>
            </a:pPr>
            <a:r>
              <a:t>D:/pasar_fix/apps/web/src/routes/todos/-locales/todos-en.po</a:t>
            </a:r>
          </a:p>
          <a:p>
            <a:pPr>
              <a:defRPr sz="1200"/>
            </a:pPr>
            <a:r>
              <a:t>D:/pasar_fix/apps/web/src/routes/todos/-locales/todos-id.js</a:t>
            </a:r>
          </a:p>
          <a:p>
            <a:pPr>
              <a:defRPr sz="1200"/>
            </a:pPr>
            <a:r>
              <a:t>D:/pasar_fix/apps/web/src/routes/todos/-locales/todos-id.po</a:t>
            </a:r>
          </a:p>
          <a:p>
            <a:pPr>
              <a:defRPr sz="1200"/>
            </a:pPr>
            <a:r>
              <a:t>D:/pasar_fix/apps/web/src/styles/globals.css</a:t>
            </a:r>
          </a:p>
          <a:p>
            <a:pPr>
              <a:defRPr sz="1200"/>
            </a:pPr>
            <a:r>
              <a:t>D:/pasar_fix/data/SURVEY PASAR KIOS (Jawaban).xlsx</a:t>
            </a:r>
          </a:p>
          <a:p>
            <a:pPr>
              <a:defRPr sz="1200"/>
            </a:pPr>
            <a:r>
              <a:t>D:/pasar_fix/diagrams/diagram_01.mmd</a:t>
            </a:r>
          </a:p>
          <a:p>
            <a:pPr>
              <a:defRPr sz="1200"/>
            </a:pPr>
            <a:r>
              <a:t>D:/pasar_fix/diagrams/diagram_01.png</a:t>
            </a:r>
          </a:p>
          <a:p>
            <a:pPr>
              <a:defRPr sz="1200"/>
            </a:pPr>
            <a:r>
              <a:t>D:/pasar_fix/diagrams/diagram_02.mmd</a:t>
            </a:r>
          </a:p>
          <a:p>
            <a:pPr>
              <a:defRPr sz="1200"/>
            </a:pPr>
            <a:r>
              <a:t>D:/pasar_fix/diagrams/diagram_02.png</a:t>
            </a:r>
          </a:p>
          <a:p>
            <a:pPr>
              <a:defRPr sz="1200"/>
            </a:pPr>
            <a:r>
              <a:t>D:/pasar_fix/diagrams/diagram_03.mmd</a:t>
            </a:r>
          </a:p>
          <a:p>
            <a:pPr>
              <a:defRPr sz="1200"/>
            </a:pPr>
            <a:r>
              <a:t>D:/pasar_fix/diagrams/diagram_03.png</a:t>
            </a:r>
          </a:p>
          <a:p>
            <a:pPr>
              <a:defRPr sz="1200"/>
            </a:pPr>
            <a:r>
              <a:t>D:/pasar_fix/diagrams/diagram_04.mmd</a:t>
            </a:r>
          </a:p>
          <a:p>
            <a:pPr>
              <a:defRPr sz="1200"/>
            </a:pPr>
            <a:r>
              <a:t>D:/pasar_fix/diagrams/diagram_04.png</a:t>
            </a:r>
          </a:p>
          <a:p>
            <a:pPr>
              <a:defRPr sz="1200"/>
            </a:pPr>
            <a:r>
              <a:t>D:/pasar_fix/diagrams/diagram_05.mmd</a:t>
            </a:r>
          </a:p>
          <a:p>
            <a:pPr>
              <a:defRPr sz="1200"/>
            </a:pPr>
            <a:r>
              <a:t>D:/pasar_fix/diagrams/diagram_05.png</a:t>
            </a:r>
          </a:p>
          <a:p>
            <a:pPr>
              <a:defRPr sz="1200"/>
            </a:pPr>
            <a:r>
              <a:t>D:/pasar_fix/diagrams/diagram_06.mmd</a:t>
            </a:r>
          </a:p>
          <a:p>
            <a:pPr>
              <a:defRPr sz="1200"/>
            </a:pPr>
            <a:r>
              <a:t>D:/pasar_fix/diagrams/diagram_06.png</a:t>
            </a:r>
          </a:p>
          <a:p>
            <a:pPr>
              <a:defRPr sz="1200"/>
            </a:pPr>
            <a:r>
              <a:t>D:/pasar_fix/diagrams/diagram_07.mmd</a:t>
            </a:r>
          </a:p>
          <a:p>
            <a:pPr>
              <a:defRPr sz="1200"/>
            </a:pPr>
            <a:r>
              <a:t>D:/pasar_fix/diagrams/diagram_07.png</a:t>
            </a:r>
          </a:p>
          <a:p>
            <a:pPr>
              <a:defRPr sz="1200"/>
            </a:pPr>
            <a:r>
              <a:t>D:/pasar_fix/diagrams/diagram_08.mmd</a:t>
            </a:r>
          </a:p>
          <a:p>
            <a:pPr>
              <a:defRPr sz="1200"/>
            </a:pPr>
            <a:r>
              <a:t>D:/pasar_fix/diagrams/diagram_08.png</a:t>
            </a:r>
          </a:p>
          <a:p>
            <a:pPr>
              <a:defRPr sz="1200"/>
            </a:pPr>
            <a:r>
              <a:t>D:/pasar_fix/diagrams/diagram_09.mmd</a:t>
            </a:r>
          </a:p>
          <a:p>
            <a:pPr>
              <a:defRPr sz="1200"/>
            </a:pPr>
            <a:r>
              <a:t>D:/pasar_fix/diagrams/diagram_09.png</a:t>
            </a:r>
          </a:p>
          <a:p>
            <a:pPr>
              <a:defRPr sz="1200"/>
            </a:pPr>
            <a:r>
              <a:t>D:/pasar_fix/diagrams/diagram_10.mmd</a:t>
            </a:r>
          </a:p>
          <a:p>
            <a:pPr>
              <a:defRPr sz="1200"/>
            </a:pPr>
            <a:r>
              <a:t>D:/pasar_fix/diagrams/diagram_10.png</a:t>
            </a:r>
          </a:p>
          <a:p>
            <a:pPr>
              <a:defRPr sz="1200"/>
            </a:pPr>
            <a:r>
              <a:t>D:/pasar_fix/diagrams/diagram_11.mmd</a:t>
            </a:r>
          </a:p>
          <a:p>
            <a:pPr>
              <a:defRPr sz="1200"/>
            </a:pPr>
            <a:r>
              <a:t>D:/pasar_fix/diagrams/diagram_11.png</a:t>
            </a:r>
          </a:p>
          <a:p>
            <a:pPr>
              <a:defRPr sz="1200"/>
            </a:pPr>
            <a:r>
              <a:t>D:/pasar_fix/diagrams/diagram_12.mmd</a:t>
            </a:r>
          </a:p>
          <a:p>
            <a:pPr>
              <a:defRPr sz="1200"/>
            </a:pPr>
            <a:r>
              <a:t>D:/pasar_fix/diagrams/diagram_12.png</a:t>
            </a:r>
          </a:p>
          <a:p>
            <a:pPr>
              <a:defRPr sz="1200"/>
            </a:pPr>
            <a:r>
              <a:t>D:/pasar_fix/diagrams/diagram_13.mmd</a:t>
            </a:r>
          </a:p>
          <a:p>
            <a:pPr>
              <a:defRPr sz="1200"/>
            </a:pPr>
            <a:r>
              <a:t>D:/pasar_fix/diagrams/diagram_13.png</a:t>
            </a:r>
          </a:p>
          <a:p>
            <a:pPr>
              <a:defRPr sz="1200"/>
            </a:pPr>
            <a:r>
              <a:t>D:/pasar_fix/diagrams/diagram_14.mmd</a:t>
            </a:r>
          </a:p>
          <a:p>
            <a:pPr>
              <a:defRPr sz="1200"/>
            </a:pPr>
            <a:r>
              <a:t>D:/pasar_fix/diagrams/diagram_14.png</a:t>
            </a:r>
          </a:p>
          <a:p>
            <a:pPr>
              <a:defRPr sz="1200"/>
            </a:pPr>
            <a:r>
              <a:t>D:/pasar_fix/diagrams/diagram_15.mmd</a:t>
            </a:r>
          </a:p>
          <a:p>
            <a:pPr>
              <a:defRPr sz="1200"/>
            </a:pPr>
            <a:r>
              <a:t>D:/pasar_fix/diagrams/diagram_15.png</a:t>
            </a:r>
          </a:p>
          <a:p>
            <a:pPr>
              <a:defRPr sz="1200"/>
            </a:pPr>
            <a:r>
              <a:t>D:/pasar_fix/docs/BAB_III_BAGIAN_1.md</a:t>
            </a:r>
          </a:p>
          <a:p>
            <a:pPr>
              <a:defRPr sz="1200"/>
            </a:pPr>
            <a:r>
              <a:t>D:/pasar_fix/docs/BAB_III_BAGIAN_2.md</a:t>
            </a:r>
          </a:p>
          <a:p>
            <a:pPr>
              <a:defRPr sz="1200"/>
            </a:pPr>
            <a:r>
              <a:t>D:/pasar_fix/docs/BAB_III_BAGIAN_3.md</a:t>
            </a:r>
          </a:p>
          <a:p>
            <a:pPr>
              <a:defRPr sz="1200"/>
            </a:pPr>
            <a:r>
              <a:t>D:/pasar_fix/docs/BAB_II_GAMBARAN_UMUM.md</a:t>
            </a:r>
          </a:p>
          <a:p>
            <a:pPr>
              <a:defRPr sz="1200"/>
            </a:pPr>
            <a:r>
              <a:t>D:/pasar_fix/docs/BAB_IV_KESIMPULAN.md</a:t>
            </a:r>
          </a:p>
          <a:p>
            <a:pPr>
              <a:defRPr sz="1200"/>
            </a:pPr>
            <a:r>
              <a:t>D:/pasar_fix/docs/BAB_I_PENDAHULUAN.md</a:t>
            </a:r>
          </a:p>
          <a:p>
            <a:pPr>
              <a:defRPr sz="1200"/>
            </a:pPr>
            <a:r>
              <a:t>D:/pasar_fix/docs/BAGIAN_AWAL.md</a:t>
            </a:r>
          </a:p>
          <a:p>
            <a:pPr>
              <a:defRPr sz="1200"/>
            </a:pPr>
            <a:r>
              <a:t>D:/pasar_fix/docs/DIAGRAM_MASTERLIST.md</a:t>
            </a:r>
          </a:p>
          <a:p>
            <a:pPr>
              <a:defRPr sz="1200"/>
            </a:pPr>
            <a:r>
              <a:t>D:/pasar_fix/docs/DIAGRAM_MERMAID.md</a:t>
            </a:r>
          </a:p>
          <a:p>
            <a:pPr>
              <a:defRPr sz="1200"/>
            </a:pPr>
            <a:r>
              <a:t>D:/pasar_fix/docs/DOCX_ASSEMBLY_CHECKLIST.md</a:t>
            </a:r>
          </a:p>
          <a:p>
            <a:pPr>
              <a:defRPr sz="1200"/>
            </a:pPr>
            <a:r>
              <a:t>D:/pasar_fix/docs/DOCX_GENERATION_GUIDE.md</a:t>
            </a:r>
          </a:p>
          <a:p>
            <a:pPr>
              <a:defRPr sz="1200"/>
            </a:pPr>
            <a:r>
              <a:t>D:/pasar_fix/docs/LAMPIRAN.md</a:t>
            </a:r>
          </a:p>
          <a:p>
            <a:pPr>
              <a:defRPr sz="1200"/>
            </a:pPr>
            <a:r>
              <a:t>D:/pasar_fix/docs/REPORT_IMAGE_MAPPING.md</a:t>
            </a:r>
          </a:p>
          <a:p>
            <a:pPr>
              <a:defRPr sz="1200"/>
            </a:pPr>
            <a:r>
              <a:t>D:/pasar_fix/docs/REPORT_OUTLINE.md</a:t>
            </a:r>
          </a:p>
          <a:p>
            <a:pPr>
              <a:defRPr sz="1200"/>
            </a:pPr>
            <a:r>
              <a:t>D:/pasar_fix/docs/SCREENSHOT_EXECUTION_GUIDE.md</a:t>
            </a:r>
          </a:p>
          <a:p>
            <a:pPr>
              <a:defRPr sz="1200"/>
            </a:pPr>
            <a:r>
              <a:t>D:/pasar_fix/docs/SCREENSHOT_MASTERLIST.md</a:t>
            </a:r>
          </a:p>
          <a:p>
            <a:pPr>
              <a:defRPr sz="1200"/>
            </a:pPr>
            <a:r>
              <a:t>D:/pasar_fix/docs/SCREENSHOT_PRIORITY_40.md</a:t>
            </a:r>
          </a:p>
          <a:p>
            <a:pPr>
              <a:defRPr sz="1200"/>
            </a:pPr>
            <a:r>
              <a:t>D:/pasar_fix/docs/WORD_ASSEMBLY_GUIDE.md</a:t>
            </a:r>
          </a:p>
          <a:p>
            <a:pPr>
              <a:defRPr sz="1200"/>
            </a:pPr>
            <a:r>
              <a:t>D:/pasar_fix/node_modules/.bin/biome.bunx</a:t>
            </a:r>
          </a:p>
          <a:p>
            <a:pPr>
              <a:defRPr sz="1200"/>
            </a:pPr>
            <a:r>
              <a:t>D:/pasar_fix/node_modules/.bin/biome.exe</a:t>
            </a:r>
          </a:p>
          <a:p>
            <a:pPr>
              <a:defRPr sz="1200"/>
            </a:pPr>
            <a:r>
              <a:t>D:/pasar_fix/node_modules/.bin/lefthook.bunx</a:t>
            </a:r>
          </a:p>
          <a:p>
            <a:pPr>
              <a:defRPr sz="1200"/>
            </a:pPr>
            <a:r>
              <a:t>D:/pasar_fix/node_modules/.bin/lefthook.exe</a:t>
            </a:r>
          </a:p>
          <a:p>
            <a:pPr>
              <a:defRPr sz="1200"/>
            </a:pPr>
            <a:r>
              <a:t>D:/pasar_fix/node_modules/.bin/mmdc.bunx</a:t>
            </a:r>
          </a:p>
          <a:p>
            <a:pPr>
              <a:defRPr sz="1200"/>
            </a:pPr>
            <a:r>
              <a:t>D:/pasar_fix/node_modules/.bin/mmdc.exe</a:t>
            </a:r>
          </a:p>
          <a:p>
            <a:pPr>
              <a:defRPr sz="1200"/>
            </a:pPr>
            <a:r>
              <a:t>D:/pasar_fix/node_modules/.bin/playwright.bunx</a:t>
            </a:r>
          </a:p>
          <a:p>
            <a:pPr>
              <a:defRPr sz="1200"/>
            </a:pPr>
            <a:r>
              <a:t>D:/pasar_fix/node_modules/.bin/playwright.exe</a:t>
            </a:r>
          </a:p>
          <a:p>
            <a:pPr>
              <a:defRPr sz="1200"/>
            </a:pPr>
            <a:r>
              <a:t>D:/pasar_fix/node_modules/.bin/turbo.bunx</a:t>
            </a:r>
          </a:p>
          <a:p>
            <a:pPr>
              <a:defRPr sz="1200"/>
            </a:pPr>
            <a:r>
              <a:t>D:/pasar_fix/node_modules/.bin/turbo.exe</a:t>
            </a:r>
          </a:p>
          <a:p>
            <a:pPr>
              <a:defRPr sz="1200"/>
            </a:pPr>
            <a:r>
              <a:t>D:/pasar_fix/node_modules/.bin/ultracite.bunx</a:t>
            </a:r>
          </a:p>
          <a:p>
            <a:pPr>
              <a:defRPr sz="1200"/>
            </a:pPr>
            <a:r>
              <a:t>D:/pasar_fix/node_modules/.bin/ultracite.exe</a:t>
            </a:r>
          </a:p>
          <a:p>
            <a:pPr>
              <a:defRPr sz="1200"/>
            </a:pPr>
            <a:r>
              <a:t>D:/pasar_fix/node_modules/.bin/xlsx.bunx</a:t>
            </a:r>
          </a:p>
          <a:p>
            <a:pPr>
              <a:defRPr sz="1200"/>
            </a:pPr>
            <a:r>
              <a:t>D:/pasar_fix/node_modules/.bin/xlsx.exe</a:t>
            </a:r>
          </a:p>
          <a:p>
            <a:pPr>
              <a:defRPr sz="1200"/>
            </a:pPr>
            <a:r>
              <a:t>D:/pasar_fix/node_modules/.bun/@antfu+install-pkg@1.1.0/node_modules/@antfu/install-pkg/LICENSE</a:t>
            </a:r>
          </a:p>
          <a:p>
            <a:pPr>
              <a:defRPr sz="1200"/>
            </a:pPr>
            <a:r>
              <a:t>D:/pasar_fix/node_modules/.bun/@antfu+install-pkg@1.1.0/node_modules/@antfu/install-pkg/package.json</a:t>
            </a:r>
          </a:p>
          <a:p>
            <a:pPr>
              <a:defRPr sz="1200"/>
            </a:pPr>
            <a:r>
              <a:t>D:/pasar_fix/node_modules/.bun/@antfu+install-pkg@1.1.0/node_modules/@antfu/install-pkg/README.md</a:t>
            </a:r>
          </a:p>
          <a:p>
            <a:pPr>
              <a:defRPr sz="1200"/>
            </a:pPr>
            <a:r>
              <a:t>D:/pasar_fix/node_modules/.bun/@antfu+install-pkg@1.1.0/node_modules/@antfu/install-pkg/dist/index.cjs</a:t>
            </a:r>
          </a:p>
          <a:p>
            <a:pPr>
              <a:defRPr sz="1200"/>
            </a:pPr>
            <a:r>
              <a:t>D:/pasar_fix/node_modules/.bun/@antfu+install-pkg@1.1.0/node_modules/@antfu/install-pkg/dist/index.d.cts</a:t>
            </a:r>
          </a:p>
          <a:p>
            <a:pPr>
              <a:defRPr sz="1200"/>
            </a:pPr>
            <a:r>
              <a:t>D:/pasar_fix/node_modules/.bun/@antfu+install-pkg@1.1.0/node_modules/@antfu/install-pkg/dist/index.d.ts</a:t>
            </a:r>
          </a:p>
          <a:p>
            <a:pPr>
              <a:defRPr sz="1200"/>
            </a:pPr>
            <a:r>
              <a:t>D:/pasar_fix/node_modules/.bun/@antfu+install-pkg@1.1.0/node_modules/@antfu/install-pkg/dist/index.js</a:t>
            </a:r>
          </a:p>
          <a:p>
            <a:pPr>
              <a:defRPr sz="1200"/>
            </a:pPr>
            <a:r>
              <a:t>D:/pasar_fix/node_modules/.bun/@asamuzakjp+css-color@3.2.0/node_modules/@asamuzakjp/css-color/LICENSE</a:t>
            </a:r>
          </a:p>
          <a:p>
            <a:pPr>
              <a:defRPr sz="1200"/>
            </a:pPr>
            <a:r>
              <a:t>D:/pasar_fix/node_modules/.bun/@asamuzakjp+css-color@3.2.0/node_modules/@asamuzakjp/css-color/package.json</a:t>
            </a:r>
          </a:p>
          <a:p>
            <a:pPr>
              <a:defRPr sz="1200"/>
            </a:pPr>
            <a:r>
              <a:t>D:/pasar_fix/node_modules/.bun/@asamuzakjp+css-color@3.2.0/node_modules/@asamuzakjp/css-color/README.md</a:t>
            </a:r>
          </a:p>
          <a:p>
            <a:pPr>
              <a:defRPr sz="1200"/>
            </a:pPr>
            <a:r>
              <a:t>D:/pasar_fix/node_modules/.bun/@asamuzakjp+css-color@3.2.0/node_modules/@asamuzakjp/css-color/dist/browser/css-color.min.js</a:t>
            </a:r>
          </a:p>
          <a:p>
            <a:pPr>
              <a:defRPr sz="1200"/>
            </a:pPr>
            <a:r>
              <a:t>D:/pasar_fix/node_modules/.bun/@asamuzakjp+css-color@3.2.0/node_modules/@asamuzakjp/css-color/dist/browser/css-color.min.js.map</a:t>
            </a:r>
          </a:p>
          <a:p>
            <a:pPr>
              <a:defRPr sz="1200"/>
            </a:pPr>
            <a:r>
              <a:t>D:/pasar_fix/node_modules/.bun/@asamuzakjp+css-color@3.2.0/node_modules/@asamuzakjp/css-color/dist/cjs/index.cjs</a:t>
            </a:r>
          </a:p>
          <a:p>
            <a:pPr>
              <a:defRPr sz="1200"/>
            </a:pPr>
            <a:r>
              <a:t>D:/pasar_fix/node_modules/.bun/@asamuzakjp+css-color@3.2.0/node_modules/@asamuzakjp/css-color/dist/cjs/index.cjs.map</a:t>
            </a:r>
          </a:p>
          <a:p>
            <a:pPr>
              <a:defRPr sz="1200"/>
            </a:pPr>
            <a:r>
              <a:t>D:/pasar_fix/node_modules/.bun/@asamuzakjp+css-color@3.2.0/node_modules/@asamuzakjp/css-color/dist/cjs/index.d.cts</a:t>
            </a:r>
          </a:p>
          <a:p>
            <a:pPr>
              <a:defRPr sz="1200"/>
            </a:pPr>
            <a:r>
              <a:t>D:/pasar_fix/node_modules/.bun/@asamuzakjp+css-color@3.2.0/node_modules/@asamuzakjp/css-color/dist/esm/index.d.ts</a:t>
            </a:r>
          </a:p>
          <a:p>
            <a:pPr>
              <a:defRPr sz="1200"/>
            </a:pPr>
            <a:r>
              <a:t>D:/pasar_fix/node_modules/.bun/@asamuzakjp+css-color@3.2.0/node_modules/@asamuzakjp/css-color/dist/esm/index.js</a:t>
            </a:r>
          </a:p>
          <a:p>
            <a:pPr>
              <a:defRPr sz="1200"/>
            </a:pPr>
            <a:r>
              <a:t>D:/pasar_fix/node_modules/.bun/@asamuzakjp+css-color@3.2.0/node_modules/@asamuzakjp/css-color/dist/esm/index.js.map</a:t>
            </a:r>
          </a:p>
          <a:p>
            <a:pPr>
              <a:defRPr sz="1200"/>
            </a:pPr>
            <a:r>
              <a:t>D:/pasar_fix/node_modules/.bun/@asamuzakjp+css-color@3.2.0/node_modules/@asamuzakjp/css-color/dist/esm/js/cache.d.ts</a:t>
            </a:r>
          </a:p>
          <a:p>
            <a:pPr>
              <a:defRPr sz="1200"/>
            </a:pPr>
            <a:r>
              <a:t>D:/pasar_fix/node_modules/.bun/@asamuzakjp+css-color@3.2.0/node_modules/@asamuzakjp/css-color/dist/esm/js/cache.js</a:t>
            </a:r>
          </a:p>
          <a:p>
            <a:pPr>
              <a:defRPr sz="1200"/>
            </a:pPr>
            <a:r>
              <a:t>D:/pasar_fix/node_modules/.bun/@asamuzakjp+css-color@3.2.0/node_modules/@asamuzakjp/css-color/dist/esm/js/cache.js.map</a:t>
            </a:r>
          </a:p>
          <a:p>
            <a:pPr>
              <a:defRPr sz="1200"/>
            </a:pPr>
            <a:r>
              <a:t>D:/pasar_fix/node_modules/.bun/@asamuzakjp+css-color@3.2.0/node_modules/@asamuzakjp/css-color/dist/esm/js/color.d.ts</a:t>
            </a:r>
          </a:p>
          <a:p>
            <a:pPr>
              <a:defRPr sz="1200"/>
            </a:pPr>
            <a:r>
              <a:t>D:/pasar_fix/node_modules/.bun/@asamuzakjp+css-color@3.2.0/node_modules/@asamuzakjp/css-color/dist/esm/js/color.js</a:t>
            </a:r>
          </a:p>
          <a:p>
            <a:pPr>
              <a:defRPr sz="1200"/>
            </a:pPr>
            <a:r>
              <a:t>D:/pasar_fix/node_modules/.bun/@asamuzakjp+css-color@3.2.0/node_modules/@asamuzakjp/css-color/dist/esm/js/color.js.map</a:t>
            </a:r>
          </a:p>
          <a:p>
            <a:pPr>
              <a:defRPr sz="1200"/>
            </a:pPr>
            <a:r>
              <a:t>D:/pasar_fix/node_modules/.bun/@asamuzakjp+css-color@3.2.0/node_modules/@asamuzakjp/css-color/dist/esm/js/common.d.ts</a:t>
            </a:r>
          </a:p>
          <a:p>
            <a:pPr>
              <a:defRPr sz="1200"/>
            </a:pPr>
            <a:r>
              <a:t>D:/pasar_fix/node_modules/.bun/@asamuzakjp+css-color@3.2.0/node_modules/@asamuzakjp/css-color/dist/esm/js/common.js</a:t>
            </a:r>
          </a:p>
          <a:p>
            <a:pPr>
              <a:defRPr sz="1200"/>
            </a:pPr>
            <a:r>
              <a:t>D:/pasar_fix/node_modules/.bun/@asamuzakjp+css-color@3.2.0/node_modules/@asamuzakjp/css-color/dist/esm/js/common.js.map</a:t>
            </a:r>
          </a:p>
          <a:p>
            <a:pPr>
              <a:defRPr sz="1200"/>
            </a:pPr>
            <a:r>
              <a:t>D:/pasar_fix/node_modules/.bun/@asamuzakjp+css-color@3.2.0/node_modules/@asamuzakjp/css-color/dist/esm/js/constant.d.ts</a:t>
            </a:r>
          </a:p>
          <a:p>
            <a:pPr>
              <a:defRPr sz="1200"/>
            </a:pPr>
            <a:r>
              <a:t>D:/pasar_fix/node_modules/.bun/@asamuzakjp+css-color@3.2.0/node_modules/@asamuzakjp/css-color/dist/esm/js/constant.js</a:t>
            </a:r>
          </a:p>
          <a:p>
            <a:pPr>
              <a:defRPr sz="1200"/>
            </a:pPr>
            <a:r>
              <a:t>D:/pasar_fix/node_modules/.bun/@asamuzakjp+css-color@3.2.0/node_modules/@asamuzakjp/css-color/dist/esm/js/constant.js.map</a:t>
            </a:r>
          </a:p>
          <a:p>
            <a:pPr>
              <a:defRPr sz="1200"/>
            </a:pPr>
            <a:r>
              <a:t>D:/pasar_fix/node_modules/.bun/@asamuzakjp+css-color@3.2.0/node_modules/@asamuzakjp/css-color/dist/esm/js/convert.d.ts</a:t>
            </a:r>
          </a:p>
          <a:p>
            <a:pPr>
              <a:defRPr sz="1200"/>
            </a:pPr>
            <a:r>
              <a:t>D:/pasar_fix/node_modules/.bun/@asamuzakjp+css-color@3.2.0/node_modules/@asamuzakjp/css-color/dist/esm/js/convert.js</a:t>
            </a:r>
          </a:p>
          <a:p>
            <a:pPr>
              <a:defRPr sz="1200"/>
            </a:pPr>
            <a:r>
              <a:t>D:/pasar_fix/node_modules/.bun/@asamuzakjp+css-color@3.2.0/node_modules/@asamuzakjp/css-color/dist/esm/js/convert.js.map</a:t>
            </a:r>
          </a:p>
          <a:p>
            <a:pPr>
              <a:defRPr sz="1200"/>
            </a:pPr>
            <a:r>
              <a:t>D:/pasar_fix/node_modules/.bun/@asamuzakjp+css-color@3.2.0/node_modules/@asamuzakjp/css-color/dist/esm/js/css-calc.d.ts</a:t>
            </a:r>
          </a:p>
          <a:p>
            <a:pPr>
              <a:defRPr sz="1200"/>
            </a:pPr>
            <a:r>
              <a:t>D:/pasar_fix/node_modules/.bun/@asamuzakjp+css-color@3.2.0/node_modules/@asamuzakjp/css-color/dist/esm/js/css-calc.js</a:t>
            </a:r>
          </a:p>
          <a:p>
            <a:pPr>
              <a:defRPr sz="1200"/>
            </a:pPr>
            <a:r>
              <a:t>D:/pasar_fix/node_modules/.bun/@asamuzakjp+css-color@3.2.0/node_modules/@asamuzakjp/css-color/dist/esm/js/css-calc.js.map</a:t>
            </a:r>
          </a:p>
          <a:p>
            <a:pPr>
              <a:defRPr sz="1200"/>
            </a:pPr>
            <a:r>
              <a:t>D:/pasar_fix/node_modules/.bun/@asamuzakjp+css-color@3.2.0/node_modules/@asamuzakjp/css-color/dist/esm/js/css-gradient.d.ts</a:t>
            </a:r>
          </a:p>
          <a:p>
            <a:pPr>
              <a:defRPr sz="1200"/>
            </a:pPr>
            <a:r>
              <a:t>D:/pasar_fix/node_modules/.bun/@asamuzakjp+css-color@3.2.0/node_modules/@asamuzakjp/css-color/dist/esm/js/css-gradient.js</a:t>
            </a:r>
          </a:p>
          <a:p>
            <a:pPr>
              <a:defRPr sz="1200"/>
            </a:pPr>
            <a:r>
              <a:t>D:/pasar_fix/node_modules/.bun/@asamuzakjp+css-color@3.2.0/node_modules/@asamuzakjp/css-color/dist/esm/js/css-gradient.js.map</a:t>
            </a:r>
          </a:p>
          <a:p>
            <a:pPr>
              <a:defRPr sz="1200"/>
            </a:pPr>
            <a:r>
              <a:t>D:/pasar_fix/node_modules/.bun/@asamuzakjp+css-color@3.2.0/node_modules/@asamuzakjp/css-color/dist/esm/js/css-var.d.ts</a:t>
            </a:r>
          </a:p>
          <a:p>
            <a:pPr>
              <a:defRPr sz="1200"/>
            </a:pPr>
            <a:r>
              <a:t>D:/pasar_fix/node_modules/.bun/@asamuzakjp+css-color@3.2.0/node_modules/@asamuzakjp/css-color/dist/esm/js/css-var.js</a:t>
            </a:r>
          </a:p>
          <a:p>
            <a:pPr>
              <a:defRPr sz="1200"/>
            </a:pPr>
            <a:r>
              <a:t>D:/pasar_fix/node_modules/.bun/@asamuzakjp+css-color@3.2.0/node_modules/@asamuzakjp/css-color/dist/esm/js/css-var.js.map</a:t>
            </a:r>
          </a:p>
          <a:p>
            <a:pPr>
              <a:defRPr sz="1200"/>
            </a:pPr>
            <a:r>
              <a:t>D:/pasar_fix/node_modules/.bun/@asamuzakjp+css-color@3.2.0/node_modules/@asamuzakjp/css-color/dist/esm/js/relative-color.d.ts</a:t>
            </a:r>
          </a:p>
          <a:p>
            <a:pPr>
              <a:defRPr sz="1200"/>
            </a:pPr>
            <a:r>
              <a:t>D:/pasar_fix/node_modules/.bun/@asamuzakjp+css-color@3.2.0/node_modules/@asamuzakjp/css-color/dist/esm/js/relative-color.js</a:t>
            </a:r>
          </a:p>
          <a:p>
            <a:pPr>
              <a:defRPr sz="1200"/>
            </a:pPr>
            <a:r>
              <a:t>D:/pasar_fix/node_modules/.bun/@asamuzakjp+css-color@3.2.0/node_modules/@asamuzakjp/css-color/dist/esm/js/relative-color.js.map</a:t>
            </a:r>
          </a:p>
          <a:p>
            <a:pPr>
              <a:defRPr sz="1200"/>
            </a:pPr>
            <a:r>
              <a:t>D:/pasar_fix/node_modules/.bun/@asamuzakjp+css-color@3.2.0/node_modules/@asamuzakjp/css-color/dist/esm/js/resolve.d.ts</a:t>
            </a:r>
          </a:p>
          <a:p>
            <a:pPr>
              <a:defRPr sz="1200"/>
            </a:pPr>
            <a:r>
              <a:t>D:/pasar_fix/node_modules/.bun/@asamuzakjp+css-color@3.2.0/node_modules/@asamuzakjp/css-color/dist/esm/js/resolve.js</a:t>
            </a:r>
          </a:p>
          <a:p>
            <a:pPr>
              <a:defRPr sz="1200"/>
            </a:pPr>
            <a:r>
              <a:t>D:/pasar_fix/node_modules/.bun/@asamuzakjp+css-color@3.2.0/node_modules/@asamuzakjp/css-color/dist/esm/js/resolve.js.map</a:t>
            </a:r>
          </a:p>
          <a:p>
            <a:pPr>
              <a:defRPr sz="1200"/>
            </a:pPr>
            <a:r>
              <a:t>D:/pasar_fix/node_modules/.bun/@asamuzakjp+css-color@3.2.0/node_modules/@asamuzakjp/css-color/dist/esm/js/typedef.d.ts</a:t>
            </a:r>
          </a:p>
          <a:p>
            <a:pPr>
              <a:defRPr sz="1200"/>
            </a:pPr>
            <a:r>
              <a:t>D:/pasar_fix/node_modules/.bun/@asamuzakjp+css-color@3.2.0/node_modules/@asamuzakjp/css-color/dist/esm/js/util.d.ts</a:t>
            </a:r>
          </a:p>
          <a:p>
            <a:pPr>
              <a:defRPr sz="1200"/>
            </a:pPr>
            <a:r>
              <a:t>D:/pasar_fix/node_modules/.bun/@asamuzakjp+css-color@3.2.0/node_modules/@asamuzakjp/css-color/dist/esm/js/util.js</a:t>
            </a:r>
          </a:p>
          <a:p>
            <a:pPr>
              <a:defRPr sz="1200"/>
            </a:pPr>
            <a:r>
              <a:t>D:/pasar_fix/node_modules/.bun/@asamuzakjp+css-color@3.2.0/node_modules/@asamuzakjp/css-color/dist/esm/js/util.js.map</a:t>
            </a:r>
          </a:p>
          <a:p>
            <a:pPr>
              <a:defRPr sz="1200"/>
            </a:pPr>
            <a:r>
              <a:t>D:/pasar_fix/node_modules/.bun/@asamuzakjp+css-color@3.2.0/node_modules/@asamuzakjp/css-color/src/index.ts</a:t>
            </a:r>
          </a:p>
          <a:p>
            <a:pPr>
              <a:defRPr sz="1200"/>
            </a:pPr>
            <a:r>
              <a:t>D:/pasar_fix/node_modules/.bun/@asamuzakjp+css-color@3.2.0/node_modules/@asamuzakjp/css-color/src/js/cache.ts</a:t>
            </a:r>
          </a:p>
          <a:p>
            <a:pPr>
              <a:defRPr sz="1200"/>
            </a:pPr>
            <a:r>
              <a:t>D:/pasar_fix/node_modules/.bun/@asamuzakjp+css-color@3.2.0/node_modules/@asamuzakjp/css-color/src/js/color.ts</a:t>
            </a:r>
          </a:p>
          <a:p>
            <a:pPr>
              <a:defRPr sz="1200"/>
            </a:pPr>
            <a:r>
              <a:t>D:/pasar_fix/node_modules/.bun/@asamuzakjp+css-color@3.2.0/node_modules/@asamuzakjp/css-color/src/js/common.ts</a:t>
            </a:r>
          </a:p>
          <a:p>
            <a:pPr>
              <a:defRPr sz="1200"/>
            </a:pPr>
            <a:r>
              <a:t>D:/pasar_fix/node_modules/.bun/@asamuzakjp+css-color@3.2.0/node_modules/@asamuzakjp/css-color/src/js/constant.ts</a:t>
            </a:r>
          </a:p>
          <a:p>
            <a:pPr>
              <a:defRPr sz="1200"/>
            </a:pPr>
            <a:r>
              <a:t>D:/pasar_fix/node_modules/.bun/@asamuzakjp+css-color@3.2.0/node_modules/@asamuzakjp/css-color/src/js/convert.ts</a:t>
            </a:r>
          </a:p>
          <a:p>
            <a:pPr>
              <a:defRPr sz="1200"/>
            </a:pPr>
            <a:r>
              <a:t>D:/pasar_fix/node_modules/.bun/@asamuzakjp+css-color@3.2.0/node_modules/@asamuzakjp/css-color/src/js/css-calc.ts</a:t>
            </a:r>
          </a:p>
          <a:p>
            <a:pPr>
              <a:defRPr sz="1200"/>
            </a:pPr>
            <a:r>
              <a:t>D:/pasar_fix/node_modules/.bun/@asamuzakjp+css-color@3.2.0/node_modules/@asamuzakjp/css-color/src/js/css-gradient.ts</a:t>
            </a:r>
          </a:p>
          <a:p>
            <a:pPr>
              <a:defRPr sz="1200"/>
            </a:pPr>
            <a:r>
              <a:t>D:/pasar_fix/node_modules/.bun/@asamuzakjp+css-color@3.2.0/node_modules/@asamuzakjp/css-color/src/js/css-var.ts</a:t>
            </a:r>
          </a:p>
          <a:p>
            <a:pPr>
              <a:defRPr sz="1200"/>
            </a:pPr>
            <a:r>
              <a:t>D:/pasar_fix/node_modules/.bun/@asamuzakjp+css-color@3.2.0/node_modules/@asamuzakjp/css-color/src/js/relative-color.ts</a:t>
            </a:r>
          </a:p>
          <a:p>
            <a:pPr>
              <a:defRPr sz="1200"/>
            </a:pPr>
            <a:r>
              <a:t>D:/pasar_fix/node_modules/.bun/@asamuzakjp+css-color@3.2.0/node_modules/@asamuzakjp/css-color/src/js/resolve.ts</a:t>
            </a:r>
          </a:p>
          <a:p>
            <a:pPr>
              <a:defRPr sz="1200"/>
            </a:pPr>
            <a:r>
              <a:t>D:/pasar_fix/node_modules/.bun/@asamuzakjp+css-color@3.2.0/node_modules/@asamuzakjp/css-color/src/js/typedef.ts</a:t>
            </a:r>
          </a:p>
          <a:p>
            <a:pPr>
              <a:defRPr sz="1200"/>
            </a:pPr>
            <a:r>
              <a:t>D:/pasar_fix/node_modules/.bun/@asamuzakjp+css-color@3.2.0/node_modules/@asamuzakjp/css-color/src/js/util.ts</a:t>
            </a:r>
          </a:p>
          <a:p>
            <a:pPr>
              <a:defRPr sz="1200"/>
            </a:pPr>
            <a:r>
              <a:t>D:/pasar_fix/node_modules/.bun/@babel+code-frame@7.26.2/node_modules/@babel/code-frame/LICENSE</a:t>
            </a:r>
          </a:p>
          <a:p>
            <a:pPr>
              <a:defRPr sz="1200"/>
            </a:pPr>
            <a:r>
              <a:t>D:/pasar_fix/node_modules/.bun/@babel+code-frame@7.26.2/node_modules/@babel/code-frame/package.json</a:t>
            </a:r>
          </a:p>
          <a:p>
            <a:pPr>
              <a:defRPr sz="1200"/>
            </a:pPr>
            <a:r>
              <a:t>D:/pasar_fix/node_modules/.bun/@babel+code-frame@7.26.2/node_modules/@babel/code-frame/README.md</a:t>
            </a:r>
          </a:p>
          <a:p>
            <a:pPr>
              <a:defRPr sz="1200"/>
            </a:pPr>
            <a:r>
              <a:t>D:/pasar_fix/node_modules/.bun/@babel+code-frame@7.26.2/node_modules/@babel/code-frame/lib/index.js</a:t>
            </a:r>
          </a:p>
          <a:p>
            <a:pPr>
              <a:defRPr sz="1200"/>
            </a:pPr>
            <a:r>
              <a:t>D:/pasar_fix/node_modules/.bun/@babel+code-frame@7.26.2/node_modules/@babel/code-frame/lib/index.js.map</a:t>
            </a:r>
          </a:p>
          <a:p>
            <a:pPr>
              <a:defRPr sz="1200"/>
            </a:pPr>
            <a:r>
              <a:t>D:/pasar_fix/node_modules/.bun/@babel+code-frame@7.27.1/node_modules/@babel/code-frame/LICENSE</a:t>
            </a:r>
          </a:p>
          <a:p>
            <a:pPr>
              <a:defRPr sz="1200"/>
            </a:pPr>
            <a:r>
              <a:t>D:/pasar_fix/node_modules/.bun/@babel+code-frame@7.27.1/node_modules/@babel/code-frame/package.json</a:t>
            </a:r>
          </a:p>
          <a:p>
            <a:pPr>
              <a:defRPr sz="1200"/>
            </a:pPr>
            <a:r>
              <a:t>D:/pasar_fix/node_modules/.bun/@babel+code-frame@7.27.1/node_modules/@babel/code-frame/README.md</a:t>
            </a:r>
          </a:p>
          <a:p>
            <a:pPr>
              <a:defRPr sz="1200"/>
            </a:pPr>
            <a:r>
              <a:t>D:/pasar_fix/node_modules/.bun/@babel+code-frame@7.27.1/node_modules/@babel/code-frame/lib/index.js</a:t>
            </a:r>
          </a:p>
          <a:p>
            <a:pPr>
              <a:defRPr sz="1200"/>
            </a:pPr>
            <a:r>
              <a:t>D:/pasar_fix/node_modules/.bun/@babel+code-frame@7.27.1/node_modules/@babel/code-frame/lib/index.js.map</a:t>
            </a:r>
          </a:p>
          <a:p>
            <a:pPr>
              <a:defRPr sz="1200"/>
            </a:pPr>
            <a:r>
              <a:t>D:/pasar_fix/node_modules/.bun/@babel+code-frame@7.29.0/node_modules/@babel/code-frame/LICENSE</a:t>
            </a:r>
          </a:p>
          <a:p>
            <a:pPr>
              <a:defRPr sz="1200"/>
            </a:pPr>
            <a:r>
              <a:t>D:/pasar_fix/node_modules/.bun/@babel+code-frame@7.29.0/node_modules/@babel/code-frame/package.json</a:t>
            </a:r>
          </a:p>
          <a:p>
            <a:pPr>
              <a:defRPr sz="1200"/>
            </a:pPr>
            <a:r>
              <a:t>D:/pasar_fix/node_modules/.bun/@babel+code-frame@7.29.0/node_modules/@babel/code-frame/README.md</a:t>
            </a:r>
          </a:p>
          <a:p>
            <a:pPr>
              <a:defRPr sz="1200"/>
            </a:pPr>
            <a:r>
              <a:t>D:/pasar_fix/node_modules/.bun/@babel+code-frame@7.29.0/node_modules/@babel/code-frame/lib/index.js</a:t>
            </a:r>
          </a:p>
          <a:p>
            <a:pPr>
              <a:defRPr sz="1200"/>
            </a:pPr>
            <a:r>
              <a:t>D:/pasar_fix/node_modules/.bun/@babel+code-frame@7.29.0/node_modules/@babel/code-frame/lib/index.js.map</a:t>
            </a:r>
          </a:p>
          <a:p>
            <a:pPr>
              <a:defRPr sz="1200"/>
            </a:pPr>
            <a:r>
              <a:t>D:/pasar_fix/node_modules/.bun/@babel+compat-data@7.29.3/node_modules/@babel/compat-data/corejs2-built-ins.js</a:t>
            </a:r>
          </a:p>
          <a:p>
            <a:pPr>
              <a:defRPr sz="1200"/>
            </a:pPr>
            <a:r>
              <a:t>D:/pasar_fix/node_modules/.bun/@babel+compat-data@7.29.3/node_modules/@babel/compat-data/corejs3-shipped-proposals.js</a:t>
            </a:r>
          </a:p>
          <a:p>
            <a:pPr>
              <a:defRPr sz="1200"/>
            </a:pPr>
            <a:r>
              <a:t>D:/pasar_fix/node_modules/.bun/@babel+compat-data@7.29.3/node_modules/@babel/compat-data/LICENSE</a:t>
            </a:r>
          </a:p>
          <a:p>
            <a:pPr>
              <a:defRPr sz="1200"/>
            </a:pPr>
            <a:r>
              <a:t>D:/pasar_fix/node_modules/.bun/@babel+compat-data@7.29.3/node_modules/@babel/compat-data/native-modules.js</a:t>
            </a:r>
          </a:p>
          <a:p>
            <a:pPr>
              <a:defRPr sz="1200"/>
            </a:pPr>
            <a:r>
              <a:t>D:/pasar_fix/node_modules/.bun/@babel+compat-data@7.29.3/node_modules/@babel/compat-data/overlapping-plugins.js</a:t>
            </a:r>
          </a:p>
          <a:p>
            <a:pPr>
              <a:defRPr sz="1200"/>
            </a:pPr>
            <a:r>
              <a:t>D:/pasar_fix/node_modules/.bun/@babel+compat-data@7.29.3/node_modules/@babel/compat-data/package.json</a:t>
            </a:r>
          </a:p>
          <a:p>
            <a:pPr>
              <a:defRPr sz="1200"/>
            </a:pPr>
            <a:r>
              <a:t>D:/pasar_fix/node_modules/.bun/@babel+compat-data@7.29.3/node_modules/@babel/compat-data/plugin-bugfixes.js</a:t>
            </a:r>
          </a:p>
          <a:p>
            <a:pPr>
              <a:defRPr sz="1200"/>
            </a:pPr>
            <a:r>
              <a:t>D:/pasar_fix/node_modules/.bun/@babel+compat-data@7.29.3/node_modules/@babel/compat-data/plugins.js</a:t>
            </a:r>
          </a:p>
          <a:p>
            <a:pPr>
              <a:defRPr sz="1200"/>
            </a:pPr>
            <a:r>
              <a:t>D:/pasar_fix/node_modules/.bun/@babel+compat-data@7.29.3/node_modules/@babel/compat-data/README.md</a:t>
            </a:r>
          </a:p>
          <a:p>
            <a:pPr>
              <a:defRPr sz="1200"/>
            </a:pPr>
            <a:r>
              <a:t>D:/pasar_fix/node_modules/.bun/@babel+compat-data@7.29.3/node_modules/@babel/compat-data/data/corejs2-built-ins.json</a:t>
            </a:r>
          </a:p>
          <a:p>
            <a:pPr>
              <a:defRPr sz="1200"/>
            </a:pPr>
            <a:r>
              <a:t>D:/pasar_fix/node_modules/.bun/@babel+compat-data@7.29.3/node_modules/@babel/compat-data/data/corejs3-shipped-proposals.json</a:t>
            </a:r>
          </a:p>
          <a:p>
            <a:pPr>
              <a:defRPr sz="1200"/>
            </a:pPr>
            <a:r>
              <a:t>D:/pasar_fix/node_modules/.bun/@babel+compat-data@7.29.3/node_modules/@babel/compat-data/data/native-modules.json</a:t>
            </a:r>
          </a:p>
          <a:p>
            <a:pPr>
              <a:defRPr sz="1200"/>
            </a:pPr>
            <a:r>
              <a:t>D:/pasar_fix/node_modules/.bun/@babel+compat-data@7.29.3/node_modules/@babel/compat-data/data/overlapping-plugins.json</a:t>
            </a:r>
          </a:p>
          <a:p>
            <a:pPr>
              <a:defRPr sz="1200"/>
            </a:pPr>
            <a:r>
              <a:t>D:/pasar_fix/node_modules/.bun/@babel+compat-data@7.29.3/node_modules/@babel/compat-data/data/plugin-bugfixes.json</a:t>
            </a:r>
          </a:p>
          <a:p>
            <a:pPr>
              <a:defRPr sz="1200"/>
            </a:pPr>
            <a:r>
              <a:t>D:/pasar_fix/node_modules/.bun/@babel+compat-data@7.29.3/node_modules/@babel/compat-data/data/plugins.json</a:t>
            </a:r>
          </a:p>
          <a:p>
            <a:pPr>
              <a:defRPr sz="1200"/>
            </a:pPr>
            <a:r>
              <a:t>D:/pasar_fix/node_modules/.bun/@babel+core@7.29.0+b097dd6c05d04ee2/node_modules/.bin/json5.bunx</a:t>
            </a:r>
          </a:p>
          <a:p>
            <a:pPr>
              <a:defRPr sz="1200"/>
            </a:pPr>
            <a:r>
              <a:t>D:/pasar_fix/node_modules/.bun/@babel+core@7.29.0+b097dd6c05d04ee2/node_modules/.bin/json5.exe</a:t>
            </a:r>
          </a:p>
          <a:p>
            <a:pPr>
              <a:defRPr sz="1200"/>
            </a:pPr>
            <a:r>
              <a:t>D:/pasar_fix/node_modules/.bun/@babel+core@7.29.0+b097dd6c05d04ee2/node_modules/.bin/parser.bunx</a:t>
            </a:r>
          </a:p>
          <a:p>
            <a:pPr>
              <a:defRPr sz="1200"/>
            </a:pPr>
            <a:r>
              <a:t>D:/pasar_fix/node_modules/.bun/@babel+core@7.29.0+b097dd6c05d04ee2/node_modules/.bin/parser.exe</a:t>
            </a:r>
          </a:p>
          <a:p>
            <a:pPr>
              <a:defRPr sz="1200"/>
            </a:pPr>
            <a:r>
              <a:t>D:/pasar_fix/node_modules/.bun/@babel+core@7.29.0+b097dd6c05d04ee2/node_modules/.bin/semver.bunx</a:t>
            </a:r>
          </a:p>
          <a:p>
            <a:pPr>
              <a:defRPr sz="1200"/>
            </a:pPr>
            <a:r>
              <a:t>D:/pasar_fix/node_modules/.bun/@babel+core@7.29.0+b097dd6c05d04ee2/node_modules/.bin/semver.exe</a:t>
            </a:r>
          </a:p>
          <a:p>
            <a:pPr>
              <a:defRPr sz="1200"/>
            </a:pPr>
            <a:r>
              <a:t>D:/pasar_fix/node_modules/.bun/@babel+core@7.29.0+b097dd6c05d04ee2/node_modules/@babel/core/LICENSE</a:t>
            </a:r>
          </a:p>
          <a:p>
            <a:pPr>
              <a:defRPr sz="1200"/>
            </a:pPr>
            <a:r>
              <a:t>D:/pasar_fix/node_modules/.bun/@babel+core@7.29.0+b097dd6c05d04ee2/node_modules/@babel/core/package.json</a:t>
            </a:r>
          </a:p>
          <a:p>
            <a:pPr>
              <a:defRPr sz="1200"/>
            </a:pPr>
            <a:r>
              <a:t>D:/pasar_fix/node_modules/.bun/@babel+core@7.29.0+b097dd6c05d04ee2/node_modules/@babel/core/README.md</a:t>
            </a:r>
          </a:p>
          <a:p>
            <a:pPr>
              <a:defRPr sz="1200"/>
            </a:pPr>
            <a:r>
              <a:t>D:/pasar_fix/node_modules/.bun/@babel+core@7.29.0+b097dd6c05d04ee2/node_modules/@babel/core/lib/index.js</a:t>
            </a:r>
          </a:p>
          <a:p>
            <a:pPr>
              <a:defRPr sz="1200"/>
            </a:pPr>
            <a:r>
              <a:t>D:/pasar_fix/node_modules/.bun/@babel+core@7.29.0+b097dd6c05d04ee2/node_modules/@babel/core/lib/index.js.map</a:t>
            </a:r>
          </a:p>
          <a:p>
            <a:pPr>
              <a:defRPr sz="1200"/>
            </a:pPr>
            <a:r>
              <a:t>D:/pasar_fix/node_modules/.bun/@babel+core@7.29.0+b097dd6c05d04ee2/node_modules/@babel/core/lib/parse.js</a:t>
            </a:r>
          </a:p>
          <a:p>
            <a:pPr>
              <a:defRPr sz="1200"/>
            </a:pPr>
            <a:r>
              <a:t>D:/pasar_fix/node_modules/.bun/@babel+core@7.29.0+b097dd6c05d04ee2/node_modules/@babel/core/lib/parse.js.map</a:t>
            </a:r>
          </a:p>
          <a:p>
            <a:pPr>
              <a:defRPr sz="1200"/>
            </a:pPr>
            <a:r>
              <a:t>D:/pasar_fix/node_modules/.bun/@babel+core@7.29.0+b097dd6c05d04ee2/node_modules/@babel/core/lib/transform-ast.js</a:t>
            </a:r>
          </a:p>
          <a:p>
            <a:pPr>
              <a:defRPr sz="1200"/>
            </a:pPr>
            <a:r>
              <a:t>D:/pasar_fix/node_modules/.bun/@babel+core@7.29.0+b097dd6c05d04ee2/node_modules/@babel/core/lib/transform-ast.js.map</a:t>
            </a:r>
          </a:p>
          <a:p>
            <a:pPr>
              <a:defRPr sz="1200"/>
            </a:pPr>
            <a:r>
              <a:t>D:/pasar_fix/node_modules/.bun/@babel+core@7.29.0+b097dd6c05d04ee2/node_modules/@babel/core/lib/transform-file-browser.js</a:t>
            </a:r>
          </a:p>
          <a:p>
            <a:pPr>
              <a:defRPr sz="1200"/>
            </a:pPr>
            <a:r>
              <a:t>D:/pasar_fix/node_modules/.bun/@babel+core@7.29.0+b097dd6c05d04ee2/node_modules/@babel/core/lib/transform-file-browser.js.map</a:t>
            </a:r>
          </a:p>
          <a:p>
            <a:pPr>
              <a:defRPr sz="1200"/>
            </a:pPr>
            <a:r>
              <a:t>D:/pasar_fix/node_modules/.bun/@babel+core@7.29.0+b097dd6c05d04ee2/node_modules/@babel/core/lib/transform-file.js</a:t>
            </a:r>
          </a:p>
          <a:p>
            <a:pPr>
              <a:defRPr sz="1200"/>
            </a:pPr>
            <a:r>
              <a:t>D:/pasar_fix/node_modules/.bun/@babel+core@7.29.0+b097dd6c05d04ee2/node_modules/@babel/core/lib/transform-file.js.map</a:t>
            </a:r>
          </a:p>
          <a:p>
            <a:pPr>
              <a:defRPr sz="1200"/>
            </a:pPr>
            <a:r>
              <a:t>D:/pasar_fix/node_modules/.bun/@babel+core@7.29.0+b097dd6c05d04ee2/node_modules/@babel/core/lib/transform.js</a:t>
            </a:r>
          </a:p>
          <a:p>
            <a:pPr>
              <a:defRPr sz="1200"/>
            </a:pPr>
            <a:r>
              <a:t>D:/pasar_fix/node_modules/.bun/@babel+core@7.29.0+b097dd6c05d04ee2/node_modules/@babel/core/lib/transform.js.map</a:t>
            </a:r>
          </a:p>
          <a:p>
            <a:pPr>
              <a:defRPr sz="1200"/>
            </a:pPr>
            <a:r>
              <a:t>D:/pasar_fix/node_modules/.bun/@babel+core@7.29.0+b097dd6c05d04ee2/node_modules/@babel/core/lib/config/cache-contexts.js</a:t>
            </a:r>
          </a:p>
          <a:p>
            <a:pPr>
              <a:defRPr sz="1200"/>
            </a:pPr>
            <a:r>
              <a:t>D:/pasar_fix/node_modules/.bun/@babel+core@7.29.0+b097dd6c05d04ee2/node_modules/@babel/core/lib/config/cache-contexts.js.map</a:t>
            </a:r>
          </a:p>
          <a:p>
            <a:pPr>
              <a:defRPr sz="1200"/>
            </a:pPr>
            <a:r>
              <a:t>D:/pasar_fix/node_modules/.bun/@babel+core@7.29.0+b097dd6c05d04ee2/node_modules/@babel/core/lib/config/caching.js</a:t>
            </a:r>
          </a:p>
          <a:p>
            <a:pPr>
              <a:defRPr sz="1200"/>
            </a:pPr>
            <a:r>
              <a:t>D:/pasar_fix/node_modules/.bun/@babel+core@7.29.0+b097dd6c05d04ee2/node_modules/@babel/core/lib/config/caching.js.map</a:t>
            </a:r>
          </a:p>
          <a:p>
            <a:pPr>
              <a:defRPr sz="1200"/>
            </a:pPr>
            <a:r>
              <a:t>D:/pasar_fix/node_modules/.bun/@babel+core@7.29.0+b097dd6c05d04ee2/node_modules/@babel/core/lib/config/config-chain.js</a:t>
            </a:r>
          </a:p>
          <a:p>
            <a:pPr>
              <a:defRPr sz="1200"/>
            </a:pPr>
            <a:r>
              <a:t>D:/pasar_fix/node_modules/.bun/@babel+core@7.29.0+b097dd6c05d04ee2/node_modules/@babel/core/lib/config/config-chain.js.map</a:t>
            </a:r>
          </a:p>
          <a:p>
            <a:pPr>
              <a:defRPr sz="1200"/>
            </a:pPr>
            <a:r>
              <a:t>D:/pasar_fix/node_modules/.bun/@babel+core@7.29.0+b097dd6c05d04ee2/node_modules/@babel/core/lib/config/config-descriptors.js</a:t>
            </a:r>
          </a:p>
          <a:p>
            <a:pPr>
              <a:defRPr sz="1200"/>
            </a:pPr>
            <a:r>
              <a:t>D:/pasar_fix/node_modules/.bun/@babel+core@7.29.0+b097dd6c05d04ee2/node_modules/@babel/core/lib/config/config-descriptors.js.map</a:t>
            </a:r>
          </a:p>
          <a:p>
            <a:pPr>
              <a:defRPr sz="1200"/>
            </a:pPr>
            <a:r>
              <a:t>D:/pasar_fix/node_modules/.bun/@babel+core@7.29.0+b097dd6c05d04ee2/node_modules/@babel/core/lib/config/full.js</a:t>
            </a:r>
          </a:p>
          <a:p>
            <a:pPr>
              <a:defRPr sz="1200"/>
            </a:pPr>
            <a:r>
              <a:t>D:/pasar_fix/node_modules/.bun/@babel+core@7.29.0+b097dd6c05d04ee2/node_modules/@babel/core/lib/config/full.js.map</a:t>
            </a:r>
          </a:p>
          <a:p>
            <a:pPr>
              <a:defRPr sz="1200"/>
            </a:pPr>
            <a:r>
              <a:t>D:/pasar_fix/node_modules/.bun/@babel+core@7.29.0+b097dd6c05d04ee2/node_modules/@babel/core/lib/config/index.js</a:t>
            </a:r>
          </a:p>
          <a:p>
            <a:pPr>
              <a:defRPr sz="1200"/>
            </a:pPr>
            <a:r>
              <a:t>D:/pasar_fix/node_modules/.bun/@babel+core@7.29.0+b097dd6c05d04ee2/node_modules/@babel/core/lib/config/index.js.map</a:t>
            </a:r>
          </a:p>
          <a:p>
            <a:pPr>
              <a:defRPr sz="1200"/>
            </a:pPr>
            <a:r>
              <a:t>D:/pasar_fix/node_modules/.bun/@babel+core@7.29.0+b097dd6c05d04ee2/node_modules/@babel/core/lib/config/item.js</a:t>
            </a:r>
          </a:p>
          <a:p>
            <a:pPr>
              <a:defRPr sz="1200"/>
            </a:pPr>
            <a:r>
              <a:t>D:/pasar_fix/node_modules/.bun/@babel+core@7.29.0+b097dd6c05d04ee2/node_modules/@babel/core/lib/config/item.js.map</a:t>
            </a:r>
          </a:p>
          <a:p>
            <a:pPr>
              <a:defRPr sz="1200"/>
            </a:pPr>
            <a:r>
              <a:t>D:/pasar_fix/node_modules/.bun/@babel+core@7.29.0+b097dd6c05d04ee2/node_modules/@babel/core/lib/config/partial.js</a:t>
            </a:r>
          </a:p>
          <a:p>
            <a:pPr>
              <a:defRPr sz="1200"/>
            </a:pPr>
            <a:r>
              <a:t>D:/pasar_fix/node_modules/.bun/@babel+core@7.29.0+b097dd6c05d04ee2/node_modules/@babel/core/lib/config/partial.js.map</a:t>
            </a:r>
          </a:p>
          <a:p>
            <a:pPr>
              <a:defRPr sz="1200"/>
            </a:pPr>
            <a:r>
              <a:t>D:/pasar_fix/node_modules/.bun/@babel+core@7.29.0+b097dd6c05d04ee2/node_modules/@babel/core/lib/config/pattern-to-regex.js</a:t>
            </a:r>
          </a:p>
          <a:p>
            <a:pPr>
              <a:defRPr sz="1200"/>
            </a:pPr>
            <a:r>
              <a:t>D:/pasar_fix/node_modules/.bun/@babel+core@7.29.0+b097dd6c05d04ee2/node_modules/@babel/core/lib/config/pattern-to-regex.js.map</a:t>
            </a:r>
          </a:p>
          <a:p>
            <a:pPr>
              <a:defRPr sz="1200"/>
            </a:pPr>
            <a:r>
              <a:t>D:/pasar_fix/node_modules/.bun/@babel+core@7.29.0+b097dd6c05d04ee2/node_modules/@babel/core/lib/config/plugin.js</a:t>
            </a:r>
          </a:p>
          <a:p>
            <a:pPr>
              <a:defRPr sz="1200"/>
            </a:pPr>
            <a:r>
              <a:t>D:/pasar_fix/node_modules/.bun/@babel+core@7.29.0+b097dd6c05d04ee2/node_modules/@babel/core/lib/config/plugin.js.map</a:t>
            </a:r>
          </a:p>
          <a:p>
            <a:pPr>
              <a:defRPr sz="1200"/>
            </a:pPr>
            <a:r>
              <a:t>D:/pasar_fix/node_modules/.bun/@babel+core@7.29.0+b097dd6c05d04ee2/node_modules/@babel/core/lib/config/printer.js</a:t>
            </a:r>
          </a:p>
          <a:p>
            <a:pPr>
              <a:defRPr sz="1200"/>
            </a:pPr>
            <a:r>
              <a:t>D:/pasar_fix/node_modules/.bun/@babel+core@7.29.0+b097dd6c05d04ee2/node_modules/@babel/core/lib/config/printer.js.map</a:t>
            </a:r>
          </a:p>
          <a:p>
            <a:pPr>
              <a:defRPr sz="1200"/>
            </a:pPr>
            <a:r>
              <a:t>D:/pasar_fix/node_modules/.bun/@babel+core@7.29.0+b097dd6c05d04ee2/node_modules/@babel/core/lib/config/resolve-targets-browser.js</a:t>
            </a:r>
          </a:p>
          <a:p>
            <a:pPr>
              <a:defRPr sz="1200"/>
            </a:pPr>
            <a:r>
              <a:t>D:/pasar_fix/node_modules/.bun/@babel+core@7.29.0+b097dd6c05d04ee2/node_modules/@babel/core/lib/config/resolve-targets-browser.js.map</a:t>
            </a:r>
          </a:p>
          <a:p>
            <a:pPr>
              <a:defRPr sz="1200"/>
            </a:pPr>
            <a:r>
              <a:t>D:/pasar_fix/node_modules/.bun/@babel+core@7.29.0+b097dd6c05d04ee2/node_modules/@babel/core/lib/config/resolve-targets.js</a:t>
            </a:r>
          </a:p>
          <a:p>
            <a:pPr>
              <a:defRPr sz="1200"/>
            </a:pPr>
            <a:r>
              <a:t>D:/pasar_fix/node_modules/.bun/@babel+core@7.29.0+b097dd6c05d04ee2/node_modules/@babel/core/lib/config/resolve-targets.js.map</a:t>
            </a:r>
          </a:p>
          <a:p>
            <a:pPr>
              <a:defRPr sz="1200"/>
            </a:pPr>
            <a:r>
              <a:t>D:/pasar_fix/node_modules/.bun/@babel+core@7.29.0+b097dd6c05d04ee2/node_modules/@babel/core/lib/config/util.js</a:t>
            </a:r>
          </a:p>
          <a:p>
            <a:pPr>
              <a:defRPr sz="1200"/>
            </a:pPr>
            <a:r>
              <a:t>D:/pasar_fix/node_modules/.bun/@babel+core@7.29.0+b097dd6c05d04ee2/node_modules/@babel/core/lib/config/util.js.map</a:t>
            </a:r>
          </a:p>
          <a:p>
            <a:pPr>
              <a:defRPr sz="1200"/>
            </a:pPr>
            <a:r>
              <a:t>D:/pasar_fix/node_modules/.bun/@babel+core@7.29.0+b097dd6c05d04ee2/node_modules/@babel/core/lib/config/files/configuration.js</a:t>
            </a:r>
          </a:p>
          <a:p>
            <a:pPr>
              <a:defRPr sz="1200"/>
            </a:pPr>
            <a:r>
              <a:t>D:/pasar_fix/node_modules/.bun/@babel+core@7.29.0+b097dd6c05d04ee2/node_modules/@babel/core/lib/config/files/configuration.js.map</a:t>
            </a:r>
          </a:p>
          <a:p>
            <a:pPr>
              <a:defRPr sz="1200"/>
            </a:pPr>
            <a:r>
              <a:t>D:/pasar_fix/node_modules/.bun/@babel+core@7.29.0+b097dd6c05d04ee2/node_modules/@babel/core/lib/config/files/import.cjs</a:t>
            </a:r>
          </a:p>
          <a:p>
            <a:pPr>
              <a:defRPr sz="1200"/>
            </a:pPr>
            <a:r>
              <a:t>D:/pasar_fix/node_modules/.bun/@babel+core@7.29.0+b097dd6c05d04ee2/node_modules/@babel/core/lib/config/files/import.cjs.map</a:t>
            </a:r>
          </a:p>
          <a:p>
            <a:pPr>
              <a:defRPr sz="1200"/>
            </a:pPr>
            <a:r>
              <a:t>D:/pasar_fix/node_modules/.bun/@babel+core@7.29.0+b097dd6c05d04ee2/node_modules/@babel/core/lib/config/files/index-browser.js</a:t>
            </a:r>
          </a:p>
          <a:p>
            <a:pPr>
              <a:defRPr sz="1200"/>
            </a:pPr>
            <a:r>
              <a:t>D:/pasar_fix/node_modules/.bun/@babel+core@7.29.0+b097dd6c05d04ee2/node_modules/@babel/core/lib/config/files/index-browser.js.map</a:t>
            </a:r>
          </a:p>
          <a:p>
            <a:pPr>
              <a:defRPr sz="1200"/>
            </a:pPr>
            <a:r>
              <a:t>D:/pasar_fix/node_modules/.bun/@babel+core@7.29.0+b097dd6c05d04ee2/node_modules/@babel/core/lib/config/files/index.js</a:t>
            </a:r>
          </a:p>
          <a:p>
            <a:pPr>
              <a:defRPr sz="1200"/>
            </a:pPr>
            <a:r>
              <a:t>D:/pasar_fix/node_modules/.bun/@babel+core@7.29.0+b097dd6c05d04ee2/node_modules/@babel/core/lib/config/files/index.js.map</a:t>
            </a:r>
          </a:p>
          <a:p>
            <a:pPr>
              <a:defRPr sz="1200"/>
            </a:pPr>
            <a:r>
              <a:t>D:/pasar_fix/node_modules/.bun/@babel+core@7.29.0+b097dd6c05d04ee2/node_modules/@babel/core/lib/config/files/module-types.js</a:t>
            </a:r>
          </a:p>
          <a:p>
            <a:pPr>
              <a:defRPr sz="1200"/>
            </a:pPr>
            <a:r>
              <a:t>D:/pasar_fix/node_modules/.bun/@babel+core@7.29.0+b097dd6c05d04ee2/node_modules/@babel/core/lib/config/files/module-types.js.map</a:t>
            </a:r>
          </a:p>
          <a:p>
            <a:pPr>
              <a:defRPr sz="1200"/>
            </a:pPr>
            <a:r>
              <a:t>D:/pasar_fix/node_modules/.bun/@babel+core@7.29.0+b097dd6c05d04ee2/node_modules/@babel/core/lib/config/files/package.js</a:t>
            </a:r>
          </a:p>
          <a:p>
            <a:pPr>
              <a:defRPr sz="1200"/>
            </a:pPr>
            <a:r>
              <a:t>D:/pasar_fix/node_modules/.bun/@babel+core@7.29.0+b097dd6c05d04ee2/node_modules/@babel/core/lib/config/files/package.js.map</a:t>
            </a:r>
          </a:p>
          <a:p>
            <a:pPr>
              <a:defRPr sz="1200"/>
            </a:pPr>
            <a:r>
              <a:t>D:/pasar_fix/node_modules/.bun/@babel+core@7.29.0+b097dd6c05d04ee2/node_modules/@babel/core/lib/config/files/plugins.js</a:t>
            </a:r>
          </a:p>
          <a:p>
            <a:pPr>
              <a:defRPr sz="1200"/>
            </a:pPr>
            <a:r>
              <a:t>D:/pasar_fix/node_modules/.bun/@babel+core@7.29.0+b097dd6c05d04ee2/node_modules/@babel/core/lib/config/files/plugins.js.map</a:t>
            </a:r>
          </a:p>
          <a:p>
            <a:pPr>
              <a:defRPr sz="1200"/>
            </a:pPr>
            <a:r>
              <a:t>D:/pasar_fix/node_modules/.bun/@babel+core@7.29.0+b097dd6c05d04ee2/node_modules/@babel/core/lib/config/files/types.js</a:t>
            </a:r>
          </a:p>
          <a:p>
            <a:pPr>
              <a:defRPr sz="1200"/>
            </a:pPr>
            <a:r>
              <a:t>D:/pasar_fix/node_modules/.bun/@babel+core@7.29.0+b097dd6c05d04ee2/node_modules/@babel/core/lib/config/files/types.js.map</a:t>
            </a:r>
          </a:p>
          <a:p>
            <a:pPr>
              <a:defRPr sz="1200"/>
            </a:pPr>
            <a:r>
              <a:t>D:/pasar_fix/node_modules/.bun/@babel+core@7.29.0+b097dd6c05d04ee2/node_modules/@babel/core/lib/config/files/utils.js</a:t>
            </a:r>
          </a:p>
          <a:p>
            <a:pPr>
              <a:defRPr sz="1200"/>
            </a:pPr>
            <a:r>
              <a:t>D:/pasar_fix/node_modules/.bun/@babel+core@7.29.0+b097dd6c05d04ee2/node_modules/@babel/core/lib/config/files/utils.js.map</a:t>
            </a:r>
          </a:p>
          <a:p>
            <a:pPr>
              <a:defRPr sz="1200"/>
            </a:pPr>
            <a:r>
              <a:t>D:/pasar_fix/node_modules/.bun/@babel+core@7.29.0+b097dd6c05d04ee2/node_modules/@babel/core/lib/config/helpers/config-api.js</a:t>
            </a:r>
          </a:p>
          <a:p>
            <a:pPr>
              <a:defRPr sz="1200"/>
            </a:pPr>
            <a:r>
              <a:t>D:/pasar_fix/node_modules/.bun/@babel+core@7.29.0+b097dd6c05d04ee2/node_modules/@babel/core/lib/config/helpers/config-api.js.map</a:t>
            </a:r>
          </a:p>
          <a:p>
            <a:pPr>
              <a:defRPr sz="1200"/>
            </a:pPr>
            <a:r>
              <a:t>D:/pasar_fix/node_modules/.bun/@babel+core@7.29.0+b097dd6c05d04ee2/node_modules/@babel/core/lib/config/helpers/deep-array.js</a:t>
            </a:r>
          </a:p>
          <a:p>
            <a:pPr>
              <a:defRPr sz="1200"/>
            </a:pPr>
            <a:r>
              <a:t>D:/pasar_fix/node_modules/.bun/@babel+core@7.29.0+b097dd6c05d04ee2/node_modules/@babel/core/lib/config/helpers/deep-array.js.map</a:t>
            </a:r>
          </a:p>
          <a:p>
            <a:pPr>
              <a:defRPr sz="1200"/>
            </a:pPr>
            <a:r>
              <a:t>D:/pasar_fix/node_modules/.bun/@babel+core@7.29.0+b097dd6c05d04ee2/node_modules/@babel/core/lib/config/helpers/environment.js</a:t>
            </a:r>
          </a:p>
          <a:p>
            <a:pPr>
              <a:defRPr sz="1200"/>
            </a:pPr>
            <a:r>
              <a:t>D:/pasar_fix/node_modules/.bun/@babel+core@7.29.0+b097dd6c05d04ee2/node_modules/@babel/core/lib/config/helpers/environment.js.map</a:t>
            </a:r>
          </a:p>
          <a:p>
            <a:pPr>
              <a:defRPr sz="1200"/>
            </a:pPr>
            <a:r>
              <a:t>D:/pasar_fix/node_modules/.bun/@babel+core@7.29.0+b097dd6c05d04ee2/node_modules/@babel/core/lib/config/validation/option-assertions.js</a:t>
            </a:r>
          </a:p>
          <a:p>
            <a:pPr>
              <a:defRPr sz="1200"/>
            </a:pPr>
            <a:r>
              <a:t>D:/pasar_fix/node_modules/.bun/@babel+core@7.29.0+b097dd6c05d04ee2/node_modules/@babel/core/lib/config/validation/option-assertions.js.map</a:t>
            </a:r>
          </a:p>
          <a:p>
            <a:pPr>
              <a:defRPr sz="1200"/>
            </a:pPr>
            <a:r>
              <a:t>D:/pasar_fix/node_modules/.bun/@babel+core@7.29.0+b097dd6c05d04ee2/node_modules/@babel/core/lib/config/validation/options.js</a:t>
            </a:r>
          </a:p>
          <a:p>
            <a:pPr>
              <a:defRPr sz="1200"/>
            </a:pPr>
            <a:r>
              <a:t>D:/pasar_fix/node_modules/.bun/@babel+core@7.29.0+b097dd6c05d04ee2/node_modules/@babel/core/lib/config/validation/options.js.map</a:t>
            </a:r>
          </a:p>
          <a:p>
            <a:pPr>
              <a:defRPr sz="1200"/>
            </a:pPr>
            <a:r>
              <a:t>D:/pasar_fix/node_modules/.bun/@babel+core@7.29.0+b097dd6c05d04ee2/node_modules/@babel/core/lib/config/validation/plugins.js</a:t>
            </a:r>
          </a:p>
          <a:p>
            <a:pPr>
              <a:defRPr sz="1200"/>
            </a:pPr>
            <a:r>
              <a:t>D:/pasar_fix/node_modules/.bun/@babel+core@7.29.0+b097dd6c05d04ee2/node_modules/@babel/core/lib/config/validation/plugins.js.map</a:t>
            </a:r>
          </a:p>
          <a:p>
            <a:pPr>
              <a:defRPr sz="1200"/>
            </a:pPr>
            <a:r>
              <a:t>D:/pasar_fix/node_modules/.bun/@babel+core@7.29.0+b097dd6c05d04ee2/node_modules/@babel/core/lib/config/validation/removed.js</a:t>
            </a:r>
          </a:p>
          <a:p>
            <a:pPr>
              <a:defRPr sz="1200"/>
            </a:pPr>
            <a:r>
              <a:t>D:/pasar_fix/node_modules/.bun/@babel+core@7.29.0+b097dd6c05d04ee2/node_modules/@babel/core/lib/config/validation/removed.js.map</a:t>
            </a:r>
          </a:p>
          <a:p>
            <a:pPr>
              <a:defRPr sz="1200"/>
            </a:pPr>
            <a:r>
              <a:t>D:/pasar_fix/node_modules/.bun/@babel+core@7.29.0+b097dd6c05d04ee2/node_modules/@babel/core/lib/errors/config-error.js</a:t>
            </a:r>
          </a:p>
          <a:p>
            <a:pPr>
              <a:defRPr sz="1200"/>
            </a:pPr>
            <a:r>
              <a:t>D:/pasar_fix/node_modules/.bun/@babel+core@7.29.0+b097dd6c05d04ee2/node_modules/@babel/core/lib/errors/config-error.js.map</a:t>
            </a:r>
          </a:p>
          <a:p>
            <a:pPr>
              <a:defRPr sz="1200"/>
            </a:pPr>
            <a:r>
              <a:t>D:/pasar_fix/node_modules/.bun/@babel+core@7.29.0+b097dd6c05d04ee2/node_modules/@babel/core/lib/errors/rewrite-stack-trace.js</a:t>
            </a:r>
          </a:p>
          <a:p>
            <a:pPr>
              <a:defRPr sz="1200"/>
            </a:pPr>
            <a:r>
              <a:t>D:/pasar_fix/node_modules/.bun/@babel+core@7.29.0+b097dd6c05d04ee2/node_modules/@babel/core/lib/errors/rewrite-stack-trace.js.map</a:t>
            </a:r>
          </a:p>
          <a:p>
            <a:pPr>
              <a:defRPr sz="1200"/>
            </a:pPr>
            <a:r>
              <a:t>D:/pasar_fix/node_modules/.bun/@babel+core@7.29.0+b097dd6c05d04ee2/node_modules/@babel/core/lib/gensync-utils/async.js</a:t>
            </a:r>
          </a:p>
          <a:p>
            <a:pPr>
              <a:defRPr sz="1200"/>
            </a:pPr>
            <a:r>
              <a:t>D:/pasar_fix/node_modules/.bun/@babel+core@7.29.0+b097dd6c05d04ee2/node_modules/@babel/core/lib/gensync-utils/async.js.map</a:t>
            </a:r>
          </a:p>
          <a:p>
            <a:pPr>
              <a:defRPr sz="1200"/>
            </a:pPr>
            <a:r>
              <a:t>D:/pasar_fix/node_modules/.bun/@babel+core@7.29.0+b097dd6c05d04ee2/node_modules/@babel/core/lib/gensync-utils/fs.js</a:t>
            </a:r>
          </a:p>
          <a:p>
            <a:pPr>
              <a:defRPr sz="1200"/>
            </a:pPr>
            <a:r>
              <a:t>D:/pasar_fix/node_modules/.bun/@babel+core@7.29.0+b097dd6c05d04ee2/node_modules/@babel/core/lib/gensync-utils/fs.js.map</a:t>
            </a:r>
          </a:p>
          <a:p>
            <a:pPr>
              <a:defRPr sz="1200"/>
            </a:pPr>
            <a:r>
              <a:t>D:/pasar_fix/node_modules/.bun/@babel+core@7.29.0+b097dd6c05d04ee2/node_modules/@babel/core/lib/gensync-utils/functional.js</a:t>
            </a:r>
          </a:p>
          <a:p>
            <a:pPr>
              <a:defRPr sz="1200"/>
            </a:pPr>
            <a:r>
              <a:t>D:/pasar_fix/node_modules/.bun/@babel+core@7.29.0+b097dd6c05d04ee2/node_modules/@babel/core/lib/gensync-utils/functional.js.map</a:t>
            </a:r>
          </a:p>
          <a:p>
            <a:pPr>
              <a:defRPr sz="1200"/>
            </a:pPr>
            <a:r>
              <a:t>D:/pasar_fix/node_modules/.bun/@babel+core@7.29.0+b097dd6c05d04ee2/node_modules/@babel/core/lib/parser/index.js</a:t>
            </a:r>
          </a:p>
          <a:p>
            <a:pPr>
              <a:defRPr sz="1200"/>
            </a:pPr>
            <a:r>
              <a:t>D:/pasar_fix/node_modules/.bun/@babel+core@7.29.0+b097dd6c05d04ee2/node_modules/@babel/core/lib/parser/index.js.map</a:t>
            </a:r>
          </a:p>
          <a:p>
            <a:pPr>
              <a:defRPr sz="1200"/>
            </a:pPr>
            <a:r>
              <a:t>D:/pasar_fix/node_modules/.bun/@babel+core@7.29.0+b097dd6c05d04ee2/node_modules/@babel/core/lib/parser/util/missing-plugin-helper.js</a:t>
            </a:r>
          </a:p>
          <a:p>
            <a:pPr>
              <a:defRPr sz="1200"/>
            </a:pPr>
            <a:r>
              <a:t>D:/pasar_fix/node_modules/.bun/@babel+core@7.29.0+b097dd6c05d04ee2/node_modules/@babel/core/lib/parser/util/missing-plugin-helper.js.map</a:t>
            </a:r>
          </a:p>
          <a:p>
            <a:pPr>
              <a:defRPr sz="1200"/>
            </a:pPr>
            <a:r>
              <a:t>D:/pasar_fix/node_modules/.bun/@babel+core@7.29.0+b097dd6c05d04ee2/node_modules/@babel/core/lib/tools/build-external-helpers.js</a:t>
            </a:r>
          </a:p>
          <a:p>
            <a:pPr>
              <a:defRPr sz="1200"/>
            </a:pPr>
            <a:r>
              <a:t>D:/pasar_fix/node_modules/.bun/@babel+core@7.29.0+b097dd6c05d04ee2/node_modules/@babel/core/lib/tools/build-external-helpers.js.map</a:t>
            </a:r>
          </a:p>
          <a:p>
            <a:pPr>
              <a:defRPr sz="1200"/>
            </a:pPr>
            <a:r>
              <a:t>D:/pasar_fix/node_modules/.bun/@babel+core@7.29.0+b097dd6c05d04ee2/node_modules/@babel/core/lib/transformation/block-hoist-plugin.js</a:t>
            </a:r>
          </a:p>
          <a:p>
            <a:pPr>
              <a:defRPr sz="1200"/>
            </a:pPr>
            <a:r>
              <a:t>D:/pasar_fix/node_modules/.bun/@babel+core@7.29.0+b097dd6c05d04ee2/node_modules/@babel/core/lib/transformation/block-hoist-plugin.js.map</a:t>
            </a:r>
          </a:p>
          <a:p>
            <a:pPr>
              <a:defRPr sz="1200"/>
            </a:pPr>
            <a:r>
              <a:t>D:/pasar_fix/node_modules/.bun/@babel+core@7.29.0+b097dd6c05d04ee2/node_modules/@babel/core/lib/transformation/index.js</a:t>
            </a:r>
          </a:p>
          <a:p>
            <a:pPr>
              <a:defRPr sz="1200"/>
            </a:pPr>
            <a:r>
              <a:t>D:/pasar_fix/node_modules/.bun/@babel+core@7.29.0+b097dd6c05d04ee2/node_modules/@babel/core/lib/transformation/index.js.map</a:t>
            </a:r>
          </a:p>
          <a:p>
            <a:pPr>
              <a:defRPr sz="1200"/>
            </a:pPr>
            <a:r>
              <a:t>D:/pasar_fix/node_modules/.bun/@babel+core@7.29.0+b097dd6c05d04ee2/node_modules/@babel/core/lib/transformation/normalize-file.js</a:t>
            </a:r>
          </a:p>
          <a:p>
            <a:pPr>
              <a:defRPr sz="1200"/>
            </a:pPr>
            <a:r>
              <a:t>D:/pasar_fix/node_modules/.bun/@babel+core@7.29.0+b097dd6c05d04ee2/node_modules/@babel/core/lib/transformation/normalize-file.js.map</a:t>
            </a:r>
          </a:p>
          <a:p>
            <a:pPr>
              <a:defRPr sz="1200"/>
            </a:pPr>
            <a:r>
              <a:t>D:/pasar_fix/node_modules/.bun/@babel+core@7.29.0+b097dd6c05d04ee2/node_modules/@babel/core/lib/transformation/normalize-opts.js</a:t>
            </a:r>
          </a:p>
          <a:p>
            <a:pPr>
              <a:defRPr sz="1200"/>
            </a:pPr>
            <a:r>
              <a:t>D:/pasar_fix/node_modules/.bun/@babel+core@7.29.0+b097dd6c05d04ee2/node_modules/@babel/core/lib/transformation/normalize-opts.js.map</a:t>
            </a:r>
          </a:p>
          <a:p>
            <a:pPr>
              <a:defRPr sz="1200"/>
            </a:pPr>
            <a:r>
              <a:t>D:/pasar_fix/node_modules/.bun/@babel+core@7.29.0+b097dd6c05d04ee2/node_modules/@babel/core/lib/transformation/plugin-pass.js</a:t>
            </a:r>
          </a:p>
          <a:p>
            <a:pPr>
              <a:defRPr sz="1200"/>
            </a:pPr>
            <a:r>
              <a:t>D:/pasar_fix/node_modules/.bun/@babel+core@7.29.0+b097dd6c05d04ee2/node_modules/@babel/core/lib/transformation/plugin-pass.js.map</a:t>
            </a:r>
          </a:p>
          <a:p>
            <a:pPr>
              <a:defRPr sz="1200"/>
            </a:pPr>
            <a:r>
              <a:t>D:/pasar_fix/node_modules/.bun/@babel+core@7.29.0+b097dd6c05d04ee2/node_modules/@babel/core/lib/transformation/file/babel-7-helpers.cjs</a:t>
            </a:r>
          </a:p>
          <a:p>
            <a:pPr>
              <a:defRPr sz="1200"/>
            </a:pPr>
            <a:r>
              <a:t>D:/pasar_fix/node_modules/.bun/@babel+core@7.29.0+b097dd6c05d04ee2/node_modules/@babel/core/lib/transformation/file/babel-7-helpers.cjs.map</a:t>
            </a:r>
          </a:p>
          <a:p>
            <a:pPr>
              <a:defRPr sz="1200"/>
            </a:pPr>
            <a:r>
              <a:t>D:/pasar_fix/node_modules/.bun/@babel+core@7.29.0+b097dd6c05d04ee2/node_modules/@babel/core/lib/transformation/file/file.js</a:t>
            </a:r>
          </a:p>
          <a:p>
            <a:pPr>
              <a:defRPr sz="1200"/>
            </a:pPr>
            <a:r>
              <a:t>D:/pasar_fix/node_modules/.bun/@babel+core@7.29.0+b097dd6c05d04ee2/node_modules/@babel/core/lib/transformation/file/file.js.map</a:t>
            </a:r>
          </a:p>
          <a:p>
            <a:pPr>
              <a:defRPr sz="1200"/>
            </a:pPr>
            <a:r>
              <a:t>D:/pasar_fix/node_modules/.bun/@babel+core@7.29.0+b097dd6c05d04ee2/node_modules/@babel/core/lib/transformation/file/generate.js</a:t>
            </a:r>
          </a:p>
          <a:p>
            <a:pPr>
              <a:defRPr sz="1200"/>
            </a:pPr>
            <a:r>
              <a:t>D:/pasar_fix/node_modules/.bun/@babel+core@7.29.0+b097dd6c05d04ee2/node_modules/@babel/core/lib/transformation/file/generate.js.map</a:t>
            </a:r>
          </a:p>
          <a:p>
            <a:pPr>
              <a:defRPr sz="1200"/>
            </a:pPr>
            <a:r>
              <a:t>D:/pasar_fix/node_modules/.bun/@babel+core@7.29.0+b097dd6c05d04ee2/node_modules/@babel/core/lib/transformation/file/merge-map.js</a:t>
            </a:r>
          </a:p>
          <a:p>
            <a:pPr>
              <a:defRPr sz="1200"/>
            </a:pPr>
            <a:r>
              <a:t>D:/pasar_fix/node_modules/.bun/@babel+core@7.29.0+b097dd6c05d04ee2/node_modules/@babel/core/lib/transformation/file/merge-map.js.map</a:t>
            </a:r>
          </a:p>
          <a:p>
            <a:pPr>
              <a:defRPr sz="1200"/>
            </a:pPr>
            <a:r>
              <a:t>D:/pasar_fix/node_modules/.bun/@babel+core@7.29.0+b097dd6c05d04ee2/node_modules/@babel/core/lib/transformation/util/clone-deep.js</a:t>
            </a:r>
          </a:p>
          <a:p>
            <a:pPr>
              <a:defRPr sz="1200"/>
            </a:pPr>
            <a:r>
              <a:t>D:/pasar_fix/node_modules/.bun/@babel+core@7.29.0+b097dd6c05d04ee2/node_modules/@babel/core/lib/transformation/util/clone-deep.js.map</a:t>
            </a:r>
          </a:p>
          <a:p>
            <a:pPr>
              <a:defRPr sz="1200"/>
            </a:pPr>
            <a:r>
              <a:t>D:/pasar_fix/node_modules/.bun/@babel+core@7.29.0+b097dd6c05d04ee2/node_modules/@babel/core/lib/vendor/import-meta-resolve.js</a:t>
            </a:r>
          </a:p>
          <a:p>
            <a:pPr>
              <a:defRPr sz="1200"/>
            </a:pPr>
            <a:r>
              <a:t>D:/pasar_fix/node_modules/.bun/@babel+core@7.29.0+b097dd6c05d04ee2/node_modules/@babel/core/lib/vendor/import-meta-resolve.js.map</a:t>
            </a:r>
          </a:p>
          <a:p>
            <a:pPr>
              <a:defRPr sz="1200"/>
            </a:pPr>
            <a:r>
              <a:t>D:/pasar_fix/node_modules/.bun/@babel+core@7.29.0+b097dd6c05d04ee2/node_modules/@babel/core/src/transform-file-browser.ts</a:t>
            </a:r>
          </a:p>
          <a:p>
            <a:pPr>
              <a:defRPr sz="1200"/>
            </a:pPr>
            <a:r>
              <a:t>D:/pasar_fix/node_modules/.bun/@babel+core@7.29.0+b097dd6c05d04ee2/node_modules/@babel/core/src/transform-file.ts</a:t>
            </a:r>
          </a:p>
          <a:p>
            <a:pPr>
              <a:defRPr sz="1200"/>
            </a:pPr>
            <a:r>
              <a:t>D:/pasar_fix/node_modules/.bun/@babel+core@7.29.0+b097dd6c05d04ee2/node_modules/@babel/core/src/config/resolve-targets-browser.ts</a:t>
            </a:r>
          </a:p>
          <a:p>
            <a:pPr>
              <a:defRPr sz="1200"/>
            </a:pPr>
            <a:r>
              <a:t>D:/pasar_fix/node_modules/.bun/@babel+core@7.29.0+b097dd6c05d04ee2/node_modules/@babel/core/src/config/resolve-targets.ts</a:t>
            </a:r>
          </a:p>
          <a:p>
            <a:pPr>
              <a:defRPr sz="1200"/>
            </a:pPr>
            <a:r>
              <a:t>D:/pasar_fix/node_modules/.bun/@babel+core@7.29.0+b097dd6c05d04ee2/node_modules/@babel/core/src/config/files/index-browser.ts</a:t>
            </a:r>
          </a:p>
          <a:p>
            <a:pPr>
              <a:defRPr sz="1200"/>
            </a:pPr>
            <a:r>
              <a:t>D:/pasar_fix/node_modules/.bun/@babel+core@7.29.0+b097dd6c05d04ee2/node_modules/@babel/core/src/config/files/index.ts</a:t>
            </a:r>
          </a:p>
          <a:p>
            <a:pPr>
              <a:defRPr sz="1200"/>
            </a:pPr>
            <a:r>
              <a:t>D:/pasar_fix/node_modules/.bun/@babel+generator@7.29.1/node_modules/.bin/jsesc.bunx</a:t>
            </a:r>
          </a:p>
          <a:p>
            <a:pPr>
              <a:defRPr sz="1200"/>
            </a:pPr>
            <a:r>
              <a:t>D:/pasar_fix/node_modules/.bun/@babel+generator@7.29.1/node_modules/.bin/jsesc.exe</a:t>
            </a:r>
          </a:p>
          <a:p>
            <a:pPr>
              <a:defRPr sz="1200"/>
            </a:pPr>
            <a:r>
              <a:t>D:/pasar_fix/node_modules/.bun/@babel+generator@7.29.1/node_modules/.bin/parser.bunx</a:t>
            </a:r>
          </a:p>
          <a:p>
            <a:pPr>
              <a:defRPr sz="1200"/>
            </a:pPr>
            <a:r>
              <a:t>D:/pasar_fix/node_modules/.bun/@babel+generator@7.29.1/node_modules/.bin/parser.exe</a:t>
            </a:r>
          </a:p>
          <a:p>
            <a:pPr>
              <a:defRPr sz="1200"/>
            </a:pPr>
            <a:r>
              <a:t>D:/pasar_fix/node_modules/.bun/@babel+generator@7.29.1/node_modules/@babel/generator/LICENSE</a:t>
            </a:r>
          </a:p>
          <a:p>
            <a:pPr>
              <a:defRPr sz="1200"/>
            </a:pPr>
            <a:r>
              <a:t>D:/pasar_fix/node_modules/.bun/@babel+generator@7.29.1/node_modules/@babel/generator/package.json</a:t>
            </a:r>
          </a:p>
          <a:p>
            <a:pPr>
              <a:defRPr sz="1200"/>
            </a:pPr>
            <a:r>
              <a:t>D:/pasar_fix/node_modules/.bun/@babel+generator@7.29.1/node_modules/@babel/generator/README.md</a:t>
            </a:r>
          </a:p>
          <a:p>
            <a:pPr>
              <a:defRPr sz="1200"/>
            </a:pPr>
            <a:r>
              <a:t>D:/pasar_fix/node_modules/.bun/@babel+generator@7.29.1/node_modules/@babel/generator/lib/buffer.js</a:t>
            </a:r>
          </a:p>
          <a:p>
            <a:pPr>
              <a:defRPr sz="1200"/>
            </a:pPr>
            <a:r>
              <a:t>D:/pasar_fix/node_modules/.bun/@babel+generator@7.29.1/node_modules/@babel/generator/lib/buffer.js.map</a:t>
            </a:r>
          </a:p>
          <a:p>
            <a:pPr>
              <a:defRPr sz="1200"/>
            </a:pPr>
            <a:r>
              <a:t>D:/pasar_fix/node_modules/.bun/@babel+generator@7.29.1/node_modules/@babel/generator/lib/index.js</a:t>
            </a:r>
          </a:p>
          <a:p>
            <a:pPr>
              <a:defRPr sz="1200"/>
            </a:pPr>
            <a:r>
              <a:t>D:/pasar_fix/node_modules/.bun/@babel+generator@7.29.1/node_modules/@babel/generator/lib/index.js.map</a:t>
            </a:r>
          </a:p>
          <a:p>
            <a:pPr>
              <a:defRPr sz="1200"/>
            </a:pPr>
            <a:r>
              <a:t>D:/pasar_fix/node_modules/.bun/@babel+generator@7.29.1/node_modules/@babel/generator/lib/nodes.js</a:t>
            </a:r>
          </a:p>
          <a:p>
            <a:pPr>
              <a:defRPr sz="1200"/>
            </a:pPr>
            <a:r>
              <a:t>D:/pasar_fix/node_modules/.bun/@babel+generator@7.29.1/node_modules/@babel/generator/lib/nodes.js.map</a:t>
            </a:r>
          </a:p>
          <a:p>
            <a:pPr>
              <a:defRPr sz="1200"/>
            </a:pPr>
            <a:r>
              <a:t>D:/pasar_fix/node_modules/.bun/@babel+generator@7.29.1/node_modules/@babel/generator/lib/printer.js</a:t>
            </a:r>
          </a:p>
          <a:p>
            <a:pPr>
              <a:defRPr sz="1200"/>
            </a:pPr>
            <a:r>
              <a:t>D:/pasar_fix/node_modules/.bun/@babel+generator@7.29.1/node_modules/@babel/generator/lib/printer.js.map</a:t>
            </a:r>
          </a:p>
          <a:p>
            <a:pPr>
              <a:defRPr sz="1200"/>
            </a:pPr>
            <a:r>
              <a:t>D:/pasar_fix/node_modules/.bun/@babel+generator@7.29.1/node_modules/@babel/generator/lib/source-map.js</a:t>
            </a:r>
          </a:p>
          <a:p>
            <a:pPr>
              <a:defRPr sz="1200"/>
            </a:pPr>
            <a:r>
              <a:t>D:/pasar_fix/node_modules/.bun/@babel+generator@7.29.1/node_modules/@babel/generator/lib/source-map.js.map</a:t>
            </a:r>
          </a:p>
          <a:p>
            <a:pPr>
              <a:defRPr sz="1200"/>
            </a:pPr>
            <a:r>
              <a:t>D:/pasar_fix/node_modules/.bun/@babel+generator@7.29.1/node_modules/@babel/generator/lib/token-map.js</a:t>
            </a:r>
          </a:p>
          <a:p>
            <a:pPr>
              <a:defRPr sz="1200"/>
            </a:pPr>
            <a:r>
              <a:t>D:/pasar_fix/node_modules/.bun/@babel+generator@7.29.1/node_modules/@babel/generator/lib/token-map.js.map</a:t>
            </a:r>
          </a:p>
          <a:p>
            <a:pPr>
              <a:defRPr sz="1200"/>
            </a:pPr>
            <a:r>
              <a:t>D:/pasar_fix/node_modules/.bun/@babel+generator@7.29.1/node_modules/@babel/generator/lib/generators/base.js</a:t>
            </a:r>
          </a:p>
          <a:p>
            <a:pPr>
              <a:defRPr sz="1200"/>
            </a:pPr>
            <a:r>
              <a:t>D:/pasar_fix/node_modules/.bun/@babel+generator@7.29.1/node_modules/@babel/generator/lib/generators/base.js.map</a:t>
            </a:r>
          </a:p>
          <a:p>
            <a:pPr>
              <a:defRPr sz="1200"/>
            </a:pPr>
            <a:r>
              <a:t>D:/pasar_fix/node_modules/.bun/@babel+generator@7.29.1/node_modules/@babel/generator/lib/generators/classes.js</a:t>
            </a:r>
          </a:p>
          <a:p>
            <a:pPr>
              <a:defRPr sz="1200"/>
            </a:pPr>
            <a:r>
              <a:t>D:/pasar_fix/node_modules/.bun/@babel+generator@7.29.1/node_modules/@babel/generator/lib/generators/classes.js.map</a:t>
            </a:r>
          </a:p>
          <a:p>
            <a:pPr>
              <a:defRPr sz="1200"/>
            </a:pPr>
            <a:r>
              <a:t>D:/pasar_fix/node_modules/.bun/@babel+generator@7.29.1/node_modules/@babel/generator/lib/generators/deprecated.js</a:t>
            </a:r>
          </a:p>
          <a:p>
            <a:pPr>
              <a:defRPr sz="1200"/>
            </a:pPr>
            <a:r>
              <a:t>D:/pasar_fix/node_modules/.bun/@babel+generator@7.29.1/node_modules/@babel/generator/lib/generators/deprecated.js.map</a:t>
            </a:r>
          </a:p>
          <a:p>
            <a:pPr>
              <a:defRPr sz="1200"/>
            </a:pPr>
            <a:r>
              <a:t>D:/pasar_fix/node_modules/.bun/@babel+generator@7.29.1/node_modules/@babel/generator/lib/generators/expressions.js</a:t>
            </a:r>
          </a:p>
          <a:p>
            <a:pPr>
              <a:defRPr sz="1200"/>
            </a:pPr>
            <a:r>
              <a:t>D:/pasar_fix/node_modules/.bun/@babel+generator@7.29.1/node_modules/@babel/generator/lib/generators/expressions.js.map</a:t>
            </a:r>
          </a:p>
          <a:p>
            <a:pPr>
              <a:defRPr sz="1200"/>
            </a:pPr>
            <a:r>
              <a:t>D:/pasar_fix/node_modules/.bun/@babel+generator@7.29.1/node_modules/@babel/generator/lib/generators/flow.js</a:t>
            </a:r>
          </a:p>
          <a:p>
            <a:pPr>
              <a:defRPr sz="1200"/>
            </a:pPr>
            <a:r>
              <a:t>D:/pasar_fix/node_modules/.bun/@babel+generator@7.29.1/node_modules/@babel/generator/lib/generators/flow.js.map</a:t>
            </a:r>
          </a:p>
          <a:p>
            <a:pPr>
              <a:defRPr sz="1200"/>
            </a:pPr>
            <a:r>
              <a:t>D:/pasar_fix/node_modules/.bun/@babel+generator@7.29.1/node_modules/@babel/generator/lib/generators/index.js</a:t>
            </a:r>
          </a:p>
          <a:p>
            <a:pPr>
              <a:defRPr sz="1200"/>
            </a:pPr>
            <a:r>
              <a:t>D:/pasar_fix/node_modules/.bun/@babel+generator@7.29.1/node_modules/@babel/generator/lib/generators/index.js.map</a:t>
            </a:r>
          </a:p>
          <a:p>
            <a:pPr>
              <a:defRPr sz="1200"/>
            </a:pPr>
            <a:r>
              <a:t>D:/pasar_fix/node_modules/.bun/@babel+generator@7.29.1/node_modules/@babel/generator/lib/generators/jsx.js</a:t>
            </a:r>
          </a:p>
          <a:p>
            <a:pPr>
              <a:defRPr sz="1200"/>
            </a:pPr>
            <a:r>
              <a:t>D:/pasar_fix/node_modules/.bun/@babel+generator@7.29.1/node_modules/@babel/generator/lib/generators/jsx.js.map</a:t>
            </a:r>
          </a:p>
          <a:p>
            <a:pPr>
              <a:defRPr sz="1200"/>
            </a:pPr>
            <a:r>
              <a:t>D:/pasar_fix/node_modules/.bun/@babel+generator@7.29.1/node_modules/@babel/generator/lib/generators/methods.js</a:t>
            </a:r>
          </a:p>
          <a:p>
            <a:pPr>
              <a:defRPr sz="1200"/>
            </a:pPr>
            <a:r>
              <a:t>D:/pasar_fix/node_modules/.bun/@babel+generator@7.29.1/node_modules/@babel/generator/lib/generators/methods.js.map</a:t>
            </a:r>
          </a:p>
          <a:p>
            <a:pPr>
              <a:defRPr sz="1200"/>
            </a:pPr>
            <a:r>
              <a:t>D:/pasar_fix/node_modules/.bun/@babel+generator@7.29.1/node_modules/@babel/generator/lib/generators/modules.js</a:t>
            </a:r>
          </a:p>
          <a:p>
            <a:pPr>
              <a:defRPr sz="1200"/>
            </a:pPr>
            <a:r>
              <a:t>D:/pasar_fix/node_modules/.bun/@babel+generator@7.29.1/node_modules/@babel/generator/lib/generators/modules.js.map</a:t>
            </a:r>
          </a:p>
          <a:p>
            <a:pPr>
              <a:defRPr sz="1200"/>
            </a:pPr>
            <a:r>
              <a:t>D:/pasar_fix/node_modules/.bun/@babel+generator@7.29.1/node_modules/@babel/generator/lib/generators/statements.js</a:t>
            </a:r>
          </a:p>
          <a:p>
            <a:pPr>
              <a:defRPr sz="1200"/>
            </a:pPr>
            <a:r>
              <a:t>D:/pasar_fix/node_modules/.bun/@babel+generator@7.29.1/node_modules/@babel/generator/lib/generators/statements.js.map</a:t>
            </a:r>
          </a:p>
          <a:p>
            <a:pPr>
              <a:defRPr sz="1200"/>
            </a:pPr>
            <a:r>
              <a:t>D:/pasar_fix/node_modules/.bun/@babel+generator@7.29.1/node_modules/@babel/generator/lib/generators/template-literals.js</a:t>
            </a:r>
          </a:p>
          <a:p>
            <a:pPr>
              <a:defRPr sz="1200"/>
            </a:pPr>
            <a:r>
              <a:t>D:/pasar_fix/node_modules/.bun/@babel+generator@7.29.1/node_modules/@babel/generator/lib/generators/template-literals.js.map</a:t>
            </a:r>
          </a:p>
          <a:p>
            <a:pPr>
              <a:defRPr sz="1200"/>
            </a:pPr>
            <a:r>
              <a:t>D:/pasar_fix/node_modules/.bun/@babel+generator@7.29.1/node_modules/@babel/generator/lib/generators/types.js</a:t>
            </a:r>
          </a:p>
          <a:p>
            <a:pPr>
              <a:defRPr sz="1200"/>
            </a:pPr>
            <a:r>
              <a:t>D:/pasar_fix/node_modules/.bun/@babel+generator@7.29.1/node_modules/@babel/generator/lib/generators/types.js.map</a:t>
            </a:r>
          </a:p>
          <a:p>
            <a:pPr>
              <a:defRPr sz="1200"/>
            </a:pPr>
            <a:r>
              <a:t>D:/pasar_fix/node_modules/.bun/@babel+generator@7.29.1/node_modules/@babel/generator/lib/generators/typescript.js</a:t>
            </a:r>
          </a:p>
          <a:p>
            <a:pPr>
              <a:defRPr sz="1200"/>
            </a:pPr>
            <a:r>
              <a:t>D:/pasar_fix/node_modules/.bun/@babel+generator@7.29.1/node_modules/@babel/generator/lib/generators/typescript.js.map</a:t>
            </a:r>
          </a:p>
          <a:p>
            <a:pPr>
              <a:defRPr sz="1200"/>
            </a:pPr>
            <a:r>
              <a:t>D:/pasar_fix/node_modules/.bun/@babel+generator@7.29.1/node_modules/@babel/generator/lib/node/index.js</a:t>
            </a:r>
          </a:p>
          <a:p>
            <a:pPr>
              <a:defRPr sz="1200"/>
            </a:pPr>
            <a:r>
              <a:t>D:/pasar_fix/node_modules/.bun/@babel+generator@7.29.1/node_modules/@babel/generator/lib/node/index.js.map</a:t>
            </a:r>
          </a:p>
          <a:p>
            <a:pPr>
              <a:defRPr sz="1200"/>
            </a:pPr>
            <a:r>
              <a:t>D:/pasar_fix/node_modules/.bun/@babel+generator@7.29.1/node_modules/@babel/generator/lib/node/parentheses.js</a:t>
            </a:r>
          </a:p>
          <a:p>
            <a:pPr>
              <a:defRPr sz="1200"/>
            </a:pPr>
            <a:r>
              <a:t>D:/pasar_fix/node_modules/.bun/@babel+generator@7.29.1/node_modules/@babel/generator/lib/node/parentheses.js.map</a:t>
            </a:r>
          </a:p>
          <a:p>
            <a:pPr>
              <a:defRPr sz="1200"/>
            </a:pPr>
            <a:r>
              <a:t>D:/pasar_fix/node_modules/.bun/@babel+helper-annotate-as-pure@7.27.3/node_modules/@babel/helper-annotate-as-pure/LICENSE</a:t>
            </a:r>
          </a:p>
          <a:p>
            <a:pPr>
              <a:defRPr sz="1200"/>
            </a:pPr>
            <a:r>
              <a:t>D:/pasar_fix/node_modules/.bun/@babel+helper-annotate-as-pure@7.27.3/node_modules/@babel/helper-annotate-as-pure/package.json</a:t>
            </a:r>
          </a:p>
          <a:p>
            <a:pPr>
              <a:defRPr sz="1200"/>
            </a:pPr>
            <a:r>
              <a:t>D:/pasar_fix/node_modules/.bun/@babel+helper-annotate-as-pure@7.27.3/node_modules/@babel/helper-annotate-as-pure/README.md</a:t>
            </a:r>
          </a:p>
          <a:p>
            <a:pPr>
              <a:defRPr sz="1200"/>
            </a:pPr>
            <a:r>
              <a:t>D:/pasar_fix/node_modules/.bun/@babel+helper-annotate-as-pure@7.27.3/node_modules/@babel/helper-annotate-as-pure/lib/index.js</a:t>
            </a:r>
          </a:p>
          <a:p>
            <a:pPr>
              <a:defRPr sz="1200"/>
            </a:pPr>
            <a:r>
              <a:t>D:/pasar_fix/node_modules/.bun/@babel+helper-annotate-as-pure@7.27.3/node_modules/@babel/helper-annotate-as-pure/lib/index.js.map</a:t>
            </a:r>
          </a:p>
          <a:p>
            <a:pPr>
              <a:defRPr sz="1200"/>
            </a:pPr>
            <a:r>
              <a:t>D:/pasar_fix/node_modules/.bun/@babel+helper-compilation-targets@7.28.6/node_modules/.bin/browserslist.bunx</a:t>
            </a:r>
          </a:p>
          <a:p>
            <a:pPr>
              <a:defRPr sz="1200"/>
            </a:pPr>
            <a:r>
              <a:t>D:/pasar_fix/node_modules/.bun/@babel+helper-compilation-targets@7.28.6/node_modules/.bin/browserslist.exe</a:t>
            </a:r>
          </a:p>
          <a:p>
            <a:pPr>
              <a:defRPr sz="1200"/>
            </a:pPr>
            <a:r>
              <a:t>D:/pasar_fix/node_modules/.bun/@babel+helper-compilation-targets@7.28.6/node_modules/.bin/semver.bunx</a:t>
            </a:r>
          </a:p>
          <a:p>
            <a:pPr>
              <a:defRPr sz="1200"/>
            </a:pPr>
            <a:r>
              <a:t>D:/pasar_fix/node_modules/.bun/@babel+helper-compilation-targets@7.28.6/node_modules/.bin/semver.exe</a:t>
            </a:r>
          </a:p>
          <a:p>
            <a:pPr>
              <a:defRPr sz="1200"/>
            </a:pPr>
            <a:r>
              <a:t>D:/pasar_fix/node_modules/.bun/@babel+helper-compilation-targets@7.28.6/node_modules/@babel/helper-compilation-targets/LICENSE</a:t>
            </a:r>
          </a:p>
          <a:p>
            <a:pPr>
              <a:defRPr sz="1200"/>
            </a:pPr>
            <a:r>
              <a:t>D:/pasar_fix/node_modules/.bun/@babel+helper-compilation-targets@7.28.6/node_modules/@babel/helper-compilation-targets/package.json</a:t>
            </a:r>
          </a:p>
          <a:p>
            <a:pPr>
              <a:defRPr sz="1200"/>
            </a:pPr>
            <a:r>
              <a:t>D:/pasar_fix/node_modules/.bun/@babel+helper-compilation-targets@7.28.6/node_modules/@babel/helper-compilation-targets/README.md</a:t>
            </a:r>
          </a:p>
          <a:p>
            <a:pPr>
              <a:defRPr sz="1200"/>
            </a:pPr>
            <a:r>
              <a:t>D:/pasar_fix/node_modules/.bun/@babel+helper-compilation-targets@7.28.6/node_modules/@babel/helper-compilation-targets/lib/debug.js</a:t>
            </a:r>
          </a:p>
          <a:p>
            <a:pPr>
              <a:defRPr sz="1200"/>
            </a:pPr>
            <a:r>
              <a:t>D:/pasar_fix/node_modules/.bun/@babel+helper-compilation-targets@7.28.6/node_modules/@babel/helper-compilation-targets/lib/debug.js.map</a:t>
            </a:r>
          </a:p>
          <a:p>
            <a:pPr>
              <a:defRPr sz="1200"/>
            </a:pPr>
            <a:r>
              <a:t>D:/pasar_fix/node_modules/.bun/@babel+helper-compilation-targets@7.28.6/node_modules/@babel/helper-compilation-targets/lib/filter-items.js</a:t>
            </a:r>
          </a:p>
          <a:p>
            <a:pPr>
              <a:defRPr sz="1200"/>
            </a:pPr>
            <a:r>
              <a:t>D:/pasar_fix/node_modules/.bun/@babel+helper-compilation-targets@7.28.6/node_modules/@babel/helper-compilation-targets/lib/filter-items.js.map</a:t>
            </a:r>
          </a:p>
          <a:p>
            <a:pPr>
              <a:defRPr sz="1200"/>
            </a:pPr>
            <a:r>
              <a:t>D:/pasar_fix/node_modules/.bun/@babel+helper-compilation-targets@7.28.6/node_modules/@babel/helper-compilation-targets/lib/index.js</a:t>
            </a:r>
          </a:p>
          <a:p>
            <a:pPr>
              <a:defRPr sz="1200"/>
            </a:pPr>
            <a:r>
              <a:t>D:/pasar_fix/node_modules/.bun/@babel+helper-compilation-targets@7.28.6/node_modules/@babel/helper-compilation-targets/lib/index.js.map</a:t>
            </a:r>
          </a:p>
          <a:p>
            <a:pPr>
              <a:defRPr sz="1200"/>
            </a:pPr>
            <a:r>
              <a:t>D:/pasar_fix/node_modules/.bun/@babel+helper-compilation-targets@7.28.6/node_modules/@babel/helper-compilation-targets/lib/options.js</a:t>
            </a:r>
          </a:p>
          <a:p>
            <a:pPr>
              <a:defRPr sz="1200"/>
            </a:pPr>
            <a:r>
              <a:t>D:/pasar_fix/node_modules/.bun/@babel+helper-compilation-targets@7.28.6/node_modules/@babel/helper-compilation-targets/lib/options.js.map</a:t>
            </a:r>
          </a:p>
          <a:p>
            <a:pPr>
              <a:defRPr sz="1200"/>
            </a:pPr>
            <a:r>
              <a:t>D:/pasar_fix/node_modules/.bun/@babel+helper-compilation-targets@7.28.6/node_modules/@babel/helper-compilation-targets/lib/pretty.js</a:t>
            </a:r>
          </a:p>
          <a:p>
            <a:pPr>
              <a:defRPr sz="1200"/>
            </a:pPr>
            <a:r>
              <a:t>D:/pasar_fix/node_modules/.bun/@babel+helper-compilation-targets@7.28.6/node_modules/@babel/helper-compilation-targets/lib/pretty.js.map</a:t>
            </a:r>
          </a:p>
          <a:p>
            <a:pPr>
              <a:defRPr sz="1200"/>
            </a:pPr>
            <a:r>
              <a:t>D:/pasar_fix/node_modules/.bun/@babel+helper-compilation-targets@7.28.6/node_modules/@babel/helper-compilation-targets/lib/targets.js</a:t>
            </a:r>
          </a:p>
          <a:p>
            <a:pPr>
              <a:defRPr sz="1200"/>
            </a:pPr>
            <a:r>
              <a:t>D:/pasar_fix/node_modules/.bun/@babel+helper-compilation-targets@7.28.6/node_modules/@babel/helper-compilation-targets/lib/targets.js.map</a:t>
            </a:r>
          </a:p>
          <a:p>
            <a:pPr>
              <a:defRPr sz="1200"/>
            </a:pPr>
            <a:r>
              <a:t>D:/pasar_fix/node_modules/.bun/@babel+helper-compilation-targets@7.28.6/node_modules/@babel/helper-compilation-targets/lib/utils.js</a:t>
            </a:r>
          </a:p>
          <a:p>
            <a:pPr>
              <a:defRPr sz="1200"/>
            </a:pPr>
            <a:r>
              <a:t>D:/pasar_fix/node_modules/.bun/@babel+helper-compilation-targets@7.28.6/node_modules/@babel/helper-compilation-targets/lib/utils.js.map</a:t>
            </a:r>
          </a:p>
          <a:p>
            <a:pPr>
              <a:defRPr sz="1200"/>
            </a:pPr>
            <a:r>
              <a:t>D:/pasar_fix/node_modules/.bun/@babel+helper-create-class-features-plugin@7.29.3+b097dd6c05d04ee2/node_modules/.bin/semver.bunx</a:t>
            </a:r>
          </a:p>
          <a:p>
            <a:pPr>
              <a:defRPr sz="1200"/>
            </a:pPr>
            <a:r>
              <a:t>D:/pasar_fix/node_modules/.bun/@babel+helper-create-class-features-plugin@7.29.3+b097dd6c05d04ee2/node_modules/.bin/semver.exe</a:t>
            </a:r>
          </a:p>
          <a:p>
            <a:pPr>
              <a:defRPr sz="1200"/>
            </a:pPr>
            <a:r>
              <a:t>D:/pasar_fix/node_modules/.bun/@babel+helper-create-class-features-plugin@7.29.3+b097dd6c05d04ee2/node_modules/@babel/helper-create-class-features-plugin/LICENSE</a:t>
            </a:r>
          </a:p>
          <a:p>
            <a:pPr>
              <a:defRPr sz="1200"/>
            </a:pPr>
            <a:r>
              <a:t>D:/pasar_fix/node_modules/.bun/@babel+helper-create-class-features-plugin@7.29.3+b097dd6c05d04ee2/node_modules/@babel/helper-create-class-features-plugin/package.json</a:t>
            </a:r>
          </a:p>
          <a:p>
            <a:pPr>
              <a:defRPr sz="1200"/>
            </a:pPr>
            <a:r>
              <a:t>D:/pasar_fix/node_modules/.bun/@babel+helper-create-class-features-plugin@7.29.3+b097dd6c05d04ee2/node_modules/@babel/helper-create-class-features-plugin/README.md</a:t>
            </a:r>
          </a:p>
          <a:p>
            <a:pPr>
              <a:defRPr sz="1200"/>
            </a:pPr>
            <a:r>
              <a:t>D:/pasar_fix/node_modules/.bun/@babel+helper-create-class-features-plugin@7.29.3+b097dd6c05d04ee2/node_modules/@babel/helper-create-class-features-plugin/lib/decorators-2018-09.js</a:t>
            </a:r>
          </a:p>
          <a:p>
            <a:pPr>
              <a:defRPr sz="1200"/>
            </a:pPr>
            <a:r>
              <a:t>D:/pasar_fix/node_modules/.bun/@babel+helper-create-class-features-plugin@7.29.3+b097dd6c05d04ee2/node_modules/@babel/helper-create-class-features-plugin/lib/decorators-2018-09.js.map</a:t>
            </a:r>
          </a:p>
          <a:p>
            <a:pPr>
              <a:defRPr sz="1200"/>
            </a:pPr>
            <a:r>
              <a:t>D:/pasar_fix/node_modules/.bun/@babel+helper-create-class-features-plugin@7.29.3+b097dd6c05d04ee2/node_modules/@babel/helper-create-class-features-plugin/lib/decorators.js</a:t>
            </a:r>
          </a:p>
          <a:p>
            <a:pPr>
              <a:defRPr sz="1200"/>
            </a:pPr>
            <a:r>
              <a:t>D:/pasar_fix/node_modules/.bun/@babel+helper-create-class-features-plugin@7.29.3+b097dd6c05d04ee2/node_modules/@babel/helper-create-class-features-plugin/lib/decorators.js.map</a:t>
            </a:r>
          </a:p>
          <a:p>
            <a:pPr>
              <a:defRPr sz="1200"/>
            </a:pPr>
            <a:r>
              <a:t>D:/pasar_fix/node_modules/.bun/@babel+helper-create-class-features-plugin@7.29.3+b097dd6c05d04ee2/node_modules/@babel/helper-create-class-features-plugin/lib/features.js</a:t>
            </a:r>
          </a:p>
          <a:p>
            <a:pPr>
              <a:defRPr sz="1200"/>
            </a:pPr>
            <a:r>
              <a:t>D:/pasar_fix/node_modules/.bun/@babel+helper-create-class-features-plugin@7.29.3+b097dd6c05d04ee2/node_modules/@babel/helper-create-class-features-plugin/lib/features.js.map</a:t>
            </a:r>
          </a:p>
          <a:p>
            <a:pPr>
              <a:defRPr sz="1200"/>
            </a:pPr>
            <a:r>
              <a:t>D:/pasar_fix/node_modules/.bun/@babel+helper-create-class-features-plugin@7.29.3+b097dd6c05d04ee2/node_modules/@babel/helper-create-class-features-plugin/lib/fields.js</a:t>
            </a:r>
          </a:p>
          <a:p>
            <a:pPr>
              <a:defRPr sz="1200"/>
            </a:pPr>
            <a:r>
              <a:t>D:/pasar_fix/node_modules/.bun/@babel+helper-create-class-features-plugin@7.29.3+b097dd6c05d04ee2/node_modules/@babel/helper-create-class-features-plugin/lib/fields.js.map</a:t>
            </a:r>
          </a:p>
          <a:p>
            <a:pPr>
              <a:defRPr sz="1200"/>
            </a:pPr>
            <a:r>
              <a:t>D:/pasar_fix/node_modules/.bun/@babel+helper-create-class-features-plugin@7.29.3+b097dd6c05d04ee2/node_modules/@babel/helper-create-class-features-plugin/lib/index.js</a:t>
            </a:r>
          </a:p>
          <a:p>
            <a:pPr>
              <a:defRPr sz="1200"/>
            </a:pPr>
            <a:r>
              <a:t>D:/pasar_fix/node_modules/.bun/@babel+helper-create-class-features-plugin@7.29.3+b097dd6c05d04ee2/node_modules/@babel/helper-create-class-features-plugin/lib/index.js.map</a:t>
            </a:r>
          </a:p>
          <a:p>
            <a:pPr>
              <a:defRPr sz="1200"/>
            </a:pPr>
            <a:r>
              <a:t>D:/pasar_fix/node_modules/.bun/@babel+helper-create-class-features-plugin@7.29.3+b097dd6c05d04ee2/node_modules/@babel/helper-create-class-features-plugin/lib/misc.js</a:t>
            </a:r>
          </a:p>
          <a:p>
            <a:pPr>
              <a:defRPr sz="1200"/>
            </a:pPr>
            <a:r>
              <a:t>D:/pasar_fix/node_modules/.bun/@babel+helper-create-class-features-plugin@7.29.3+b097dd6c05d04ee2/node_modules/@babel/helper-create-class-features-plugin/lib/misc.js.map</a:t>
            </a:r>
          </a:p>
          <a:p>
            <a:pPr>
              <a:defRPr sz="1200"/>
            </a:pPr>
            <a:r>
              <a:t>D:/pasar_fix/node_modules/.bun/@babel+helper-create-class-features-plugin@7.29.3+b097dd6c05d04ee2/node_modules/@babel/helper-create-class-features-plugin/lib/typescript.js</a:t>
            </a:r>
          </a:p>
          <a:p>
            <a:pPr>
              <a:defRPr sz="1200"/>
            </a:pPr>
            <a:r>
              <a:t>D:/pasar_fix/node_modules/.bun/@babel+helper-create-class-features-plugin@7.29.3+b097dd6c05d04ee2/node_modules/@babel/helper-create-class-features-plugin/lib/typescript.js.map</a:t>
            </a:r>
          </a:p>
          <a:p>
            <a:pPr>
              <a:defRPr sz="1200"/>
            </a:pPr>
            <a:r>
              <a:t>D:/pasar_fix/node_modules/.bun/@babel+helper-globals@7.28.0/node_modules/@babel/helper-globals/LICENSE</a:t>
            </a:r>
          </a:p>
          <a:p>
            <a:pPr>
              <a:defRPr sz="1200"/>
            </a:pPr>
            <a:r>
              <a:t>D:/pasar_fix/node_modules/.bun/@babel+helper-globals@7.28.0/node_modules/@babel/helper-globals/package.json</a:t>
            </a:r>
          </a:p>
          <a:p>
            <a:pPr>
              <a:defRPr sz="1200"/>
            </a:pPr>
            <a:r>
              <a:t>D:/pasar_fix/node_modules/.bun/@babel+helper-globals@7.28.0/node_modules/@babel/helper-globals/README.md</a:t>
            </a:r>
          </a:p>
          <a:p>
            <a:pPr>
              <a:defRPr sz="1200"/>
            </a:pPr>
            <a:r>
              <a:t>D:/pasar_fix/node_modules/.bun/@babel+helper-globals@7.28.0/node_modules/@babel/helper-globals/data/browser-upper.json</a:t>
            </a:r>
          </a:p>
          <a:p>
            <a:pPr>
              <a:defRPr sz="1200"/>
            </a:pPr>
            <a:r>
              <a:t>D:/pasar_fix/node_modules/.bun/@babel+helper-globals@7.28.0/node_modules/@babel/helper-globals/data/builtin-lower.json</a:t>
            </a:r>
          </a:p>
          <a:p>
            <a:pPr>
              <a:defRPr sz="1200"/>
            </a:pPr>
            <a:r>
              <a:t>D:/pasar_fix/node_modules/.bun/@babel+helper-globals@7.28.0/node_modules/@babel/helper-globals/data/builtin-upper.json</a:t>
            </a:r>
          </a:p>
          <a:p>
            <a:pPr>
              <a:defRPr sz="1200"/>
            </a:pPr>
            <a:r>
              <a:t>D:/pasar_fix/node_modules/.bun/@babel+helper-member-expression-to-functions@7.28.5/node_modules/@babel/helper-member-expression-to-functions/LICENSE</a:t>
            </a:r>
          </a:p>
          <a:p>
            <a:pPr>
              <a:defRPr sz="1200"/>
            </a:pPr>
            <a:r>
              <a:t>D:/pasar_fix/node_modules/.bun/@babel+helper-member-expression-to-functions@7.28.5/node_modules/@babel/helper-member-expression-to-functions/package.json</a:t>
            </a:r>
          </a:p>
          <a:p>
            <a:pPr>
              <a:defRPr sz="1200"/>
            </a:pPr>
            <a:r>
              <a:t>D:/pasar_fix/node_modules/.bun/@babel+helper-member-expression-to-functions@7.28.5/node_modules/@babel/helper-member-expression-to-functions/README.md</a:t>
            </a:r>
          </a:p>
          <a:p>
            <a:pPr>
              <a:defRPr sz="1200"/>
            </a:pPr>
            <a:r>
              <a:t>D:/pasar_fix/node_modules/.bun/@babel+helper-member-expression-to-functions@7.28.5/node_modules/@babel/helper-member-expression-to-functions/lib/index.js</a:t>
            </a:r>
          </a:p>
          <a:p>
            <a:pPr>
              <a:defRPr sz="1200"/>
            </a:pPr>
            <a:r>
              <a:t>D:/pasar_fix/node_modules/.bun/@babel+helper-member-expression-to-functions@7.28.5/node_modules/@babel/helper-member-expression-to-functions/lib/index.js.map</a:t>
            </a:r>
          </a:p>
          <a:p>
            <a:pPr>
              <a:defRPr sz="1200"/>
            </a:pPr>
            <a:r>
              <a:t>D:/pasar_fix/node_modules/.bun/@babel+helper-module-imports@7.28.6/node_modules/@babel/helper-module-imports/LICENSE</a:t>
            </a:r>
          </a:p>
          <a:p>
            <a:pPr>
              <a:defRPr sz="1200"/>
            </a:pPr>
            <a:r>
              <a:t>D:/pasar_fix/node_modules/.bun/@babel+helper-module-imports@7.28.6/node_modules/@babel/helper-module-imports/package.json</a:t>
            </a:r>
          </a:p>
          <a:p>
            <a:pPr>
              <a:defRPr sz="1200"/>
            </a:pPr>
            <a:r>
              <a:t>D:/pasar_fix/node_modules/.bun/@babel+helper-module-imports@7.28.6/node_modules/@babel/helper-module-imports/README.md</a:t>
            </a:r>
          </a:p>
          <a:p>
            <a:pPr>
              <a:defRPr sz="1200"/>
            </a:pPr>
            <a:r>
              <a:t>D:/pasar_fix/node_modules/.bun/@babel+helper-module-imports@7.28.6/node_modules/@babel/helper-module-imports/lib/import-builder.js</a:t>
            </a:r>
          </a:p>
          <a:p>
            <a:pPr>
              <a:defRPr sz="1200"/>
            </a:pPr>
            <a:r>
              <a:t>D:/pasar_fix/node_modules/.bun/@babel+helper-module-imports@7.28.6/node_modules/@babel/helper-module-imports/lib/import-builder.js.map</a:t>
            </a:r>
          </a:p>
          <a:p>
            <a:pPr>
              <a:defRPr sz="1200"/>
            </a:pPr>
            <a:r>
              <a:t>D:/pasar_fix/node_modules/.bun/@babel+helper-module-imports@7.28.6/node_modules/@babel/helper-module-imports/lib/import-injector.js</a:t>
            </a:r>
          </a:p>
          <a:p>
            <a:pPr>
              <a:defRPr sz="1200"/>
            </a:pPr>
            <a:r>
              <a:t>D:/pasar_fix/node_modules/.bun/@babel+helper-module-imports@7.28.6/node_modules/@babel/helper-module-imports/lib/import-injector.js.map</a:t>
            </a:r>
          </a:p>
          <a:p>
            <a:pPr>
              <a:defRPr sz="1200"/>
            </a:pPr>
            <a:r>
              <a:t>D:/pasar_fix/node_modules/.bun/@babel+helper-module-imports@7.28.6/node_modules/@babel/helper-module-imports/lib/index.js</a:t>
            </a:r>
          </a:p>
          <a:p>
            <a:pPr>
              <a:defRPr sz="1200"/>
            </a:pPr>
            <a:r>
              <a:t>D:/pasar_fix/node_modules/.bun/@babel+helper-module-imports@7.28.6/node_modules/@babel/helper-module-imports/lib/index.js.map</a:t>
            </a:r>
          </a:p>
          <a:p>
            <a:pPr>
              <a:defRPr sz="1200"/>
            </a:pPr>
            <a:r>
              <a:t>D:/pasar_fix/node_modules/.bun/@babel+helper-module-imports@7.28.6/node_modules/@babel/helper-module-imports/lib/is-module.js</a:t>
            </a:r>
          </a:p>
          <a:p>
            <a:pPr>
              <a:defRPr sz="1200"/>
            </a:pPr>
            <a:r>
              <a:t>D:/pasar_fix/node_modules/.bun/@babel+helper-module-imports@7.28.6/node_modules/@babel/helper-module-imports/lib/is-module.js.map</a:t>
            </a:r>
          </a:p>
          <a:p>
            <a:pPr>
              <a:defRPr sz="1200"/>
            </a:pPr>
            <a:r>
              <a:t>D:/pasar_fix/node_modules/.bun/@babel+helper-module-transforms@7.28.6+b097dd6c05d04ee2/node_modules/@babel/helper-module-transforms/LICENSE</a:t>
            </a:r>
          </a:p>
          <a:p>
            <a:pPr>
              <a:defRPr sz="1200"/>
            </a:pPr>
            <a:r>
              <a:t>D:/pasar_fix/node_modules/.bun/@babel+helper-module-transforms@7.28.6+b097dd6c05d04ee2/node_modules/@babel/helper-module-transforms/package.json</a:t>
            </a:r>
          </a:p>
          <a:p>
            <a:pPr>
              <a:defRPr sz="1200"/>
            </a:pPr>
            <a:r>
              <a:t>D:/pasar_fix/node_modules/.bun/@babel+helper-module-transforms@7.28.6+b097dd6c05d04ee2/node_modules/@babel/helper-module-transforms/README.md</a:t>
            </a:r>
          </a:p>
          <a:p>
            <a:pPr>
              <a:defRPr sz="1200"/>
            </a:pPr>
            <a:r>
              <a:t>D:/pasar_fix/node_modules/.bun/@babel+helper-module-transforms@7.28.6+b097dd6c05d04ee2/node_modules/@babel/helper-module-transforms/lib/dynamic-import.js</a:t>
            </a:r>
          </a:p>
          <a:p>
            <a:pPr>
              <a:defRPr sz="1200"/>
            </a:pPr>
            <a:r>
              <a:t>D:/pasar_fix/node_modules/.bun/@babel+helper-module-transforms@7.28.6+b097dd6c05d04ee2/node_modules/@babel/helper-module-transforms/lib/dynamic-import.js.map</a:t>
            </a:r>
          </a:p>
          <a:p>
            <a:pPr>
              <a:defRPr sz="1200"/>
            </a:pPr>
            <a:r>
              <a:t>D:/pasar_fix/node_modules/.bun/@babel+helper-module-transforms@7.28.6+b097dd6c05d04ee2/node_modules/@babel/helper-module-transforms/lib/get-module-name.js</a:t>
            </a:r>
          </a:p>
          <a:p>
            <a:pPr>
              <a:defRPr sz="1200"/>
            </a:pPr>
            <a:r>
              <a:t>D:/pasar_fix/node_modules/.bun/@babel+helper-module-transforms@7.28.6+b097dd6c05d04ee2/node_modules/@babel/helper-module-transforms/lib/get-module-name.js.map</a:t>
            </a:r>
          </a:p>
          <a:p>
            <a:pPr>
              <a:defRPr sz="1200"/>
            </a:pPr>
            <a:r>
              <a:t>D:/pasar_fix/node_modules/.bun/@babel+helper-module-transforms@7.28.6+b097dd6c05d04ee2/node_modules/@babel/helper-module-transforms/lib/index.js</a:t>
            </a:r>
          </a:p>
          <a:p>
            <a:pPr>
              <a:defRPr sz="1200"/>
            </a:pPr>
            <a:r>
              <a:t>D:/pasar_fix/node_modules/.bun/@babel+helper-module-transforms@7.28.6+b097dd6c05d04ee2/node_modules/@babel/helper-module-transforms/lib/index.js.map</a:t>
            </a:r>
          </a:p>
          <a:p>
            <a:pPr>
              <a:defRPr sz="1200"/>
            </a:pPr>
            <a:r>
              <a:t>D:/pasar_fix/node_modules/.bun/@babel+helper-module-transforms@7.28.6+b097dd6c05d04ee2/node_modules/@babel/helper-module-transforms/lib/lazy-modules.js</a:t>
            </a:r>
          </a:p>
          <a:p>
            <a:pPr>
              <a:defRPr sz="1200"/>
            </a:pPr>
            <a:r>
              <a:t>D:/pasar_fix/node_modules/.bun/@babel+helper-module-transforms@7.28.6+b097dd6c05d04ee2/node_modules/@babel/helper-module-transforms/lib/lazy-modules.js.map</a:t>
            </a:r>
          </a:p>
          <a:p>
            <a:pPr>
              <a:defRPr sz="1200"/>
            </a:pPr>
            <a:r>
              <a:t>D:/pasar_fix/node_modules/.bun/@babel+helper-module-transforms@7.28.6+b097dd6c05d04ee2/node_modules/@babel/helper-module-transforms/lib/normalize-and-load-metadata.js</a:t>
            </a:r>
          </a:p>
          <a:p>
            <a:pPr>
              <a:defRPr sz="1200"/>
            </a:pPr>
            <a:r>
              <a:t>D:/pasar_fix/node_modules/.bun/@babel+helper-module-transforms@7.28.6+b097dd6c05d04ee2/node_modules/@babel/helper-module-transforms/lib/normalize-and-load-metadata.js.map</a:t>
            </a:r>
          </a:p>
          <a:p>
            <a:pPr>
              <a:defRPr sz="1200"/>
            </a:pPr>
            <a:r>
              <a:t>D:/pasar_fix/node_modules/.bun/@babel+helper-module-transforms@7.28.6+b097dd6c05d04ee2/node_modules/@babel/helper-module-transforms/lib/rewrite-live-references.js</a:t>
            </a:r>
          </a:p>
          <a:p>
            <a:pPr>
              <a:defRPr sz="1200"/>
            </a:pPr>
            <a:r>
              <a:t>D:/pasar_fix/node_modules/.bun/@babel+helper-module-transforms@7.28.6+b097dd6c05d04ee2/node_modules/@babel/helper-module-transforms/lib/rewrite-live-references.js.map</a:t>
            </a:r>
          </a:p>
          <a:p>
            <a:pPr>
              <a:defRPr sz="1200"/>
            </a:pPr>
            <a:r>
              <a:t>D:/pasar_fix/node_modules/.bun/@babel+helper-module-transforms@7.28.6+b097dd6c05d04ee2/node_modules/@babel/helper-module-transforms/lib/rewrite-this.js</a:t>
            </a:r>
          </a:p>
          <a:p>
            <a:pPr>
              <a:defRPr sz="1200"/>
            </a:pPr>
            <a:r>
              <a:t>D:/pasar_fix/node_modules/.bun/@babel+helper-module-transforms@7.28.6+b097dd6c05d04ee2/node_modules/@babel/helper-module-transforms/lib/rewrite-this.js.map</a:t>
            </a:r>
          </a:p>
          <a:p>
            <a:pPr>
              <a:defRPr sz="1200"/>
            </a:pPr>
            <a:r>
              <a:t>D:/pasar_fix/node_modules/.bun/@babel+helper-optimise-call-expression@7.27.1/node_modules/@babel/helper-optimise-call-expression/LICENSE</a:t>
            </a:r>
          </a:p>
          <a:p>
            <a:pPr>
              <a:defRPr sz="1200"/>
            </a:pPr>
            <a:r>
              <a:t>D:/pasar_fix/node_modules/.bun/@babel+helper-optimise-call-expression@7.27.1/node_modules/@babel/helper-optimise-call-expression/package.json</a:t>
            </a:r>
          </a:p>
          <a:p>
            <a:pPr>
              <a:defRPr sz="1200"/>
            </a:pPr>
            <a:r>
              <a:t>D:/pasar_fix/node_modules/.bun/@babel+helper-optimise-call-expression@7.27.1/node_modules/@babel/helper-optimise-call-expression/README.md</a:t>
            </a:r>
          </a:p>
          <a:p>
            <a:pPr>
              <a:defRPr sz="1200"/>
            </a:pPr>
            <a:r>
              <a:t>D:/pasar_fix/node_modules/.bun/@babel+helper-optimise-call-expression@7.27.1/node_modules/@babel/helper-optimise-call-expression/lib/index.js</a:t>
            </a:r>
          </a:p>
          <a:p>
            <a:pPr>
              <a:defRPr sz="1200"/>
            </a:pPr>
            <a:r>
              <a:t>D:/pasar_fix/node_modules/.bun/@babel+helper-optimise-call-expression@7.27.1/node_modules/@babel/helper-optimise-call-expression/lib/index.js.map</a:t>
            </a:r>
          </a:p>
          <a:p>
            <a:pPr>
              <a:defRPr sz="1200"/>
            </a:pPr>
            <a:r>
              <a:t>D:/pasar_fix/node_modules/.bun/@babel+helper-plugin-utils@7.28.6/node_modules/@babel/helper-plugin-utils/LICENSE</a:t>
            </a:r>
          </a:p>
          <a:p>
            <a:pPr>
              <a:defRPr sz="1200"/>
            </a:pPr>
            <a:r>
              <a:t>D:/pasar_fix/node_modules/.bun/@babel+helper-plugin-utils@7.28.6/node_modules/@babel/helper-plugin-utils/package.json</a:t>
            </a:r>
          </a:p>
          <a:p>
            <a:pPr>
              <a:defRPr sz="1200"/>
            </a:pPr>
            <a:r>
              <a:t>D:/pasar_fix/node_modules/.bun/@babel+helper-plugin-utils@7.28.6/node_modules/@babel/helper-plugin-utils/README.md</a:t>
            </a:r>
          </a:p>
          <a:p>
            <a:pPr>
              <a:defRPr sz="1200"/>
            </a:pPr>
            <a:r>
              <a:t>D:/pasar_fix/node_modules/.bun/@babel+helper-plugin-utils@7.28.6/node_modules/@babel/helper-plugin-utils/lib/index.js</a:t>
            </a:r>
          </a:p>
          <a:p>
            <a:pPr>
              <a:defRPr sz="1200"/>
            </a:pPr>
            <a:r>
              <a:t>D:/pasar_fix/node_modules/.bun/@babel+helper-plugin-utils@7.28.6/node_modules/@babel/helper-plugin-utils/lib/index.js.map</a:t>
            </a:r>
          </a:p>
          <a:p>
            <a:pPr>
              <a:defRPr sz="1200"/>
            </a:pPr>
            <a:r>
              <a:t>D:/pasar_fix/node_modules/.bun/@babel+helper-replace-supers@7.28.6+b097dd6c05d04ee2/node_modules/@babel/helper-replace-supers/LICENSE</a:t>
            </a:r>
          </a:p>
          <a:p>
            <a:pPr>
              <a:defRPr sz="1200"/>
            </a:pPr>
            <a:r>
              <a:t>D:/pasar_fix/node_modules/.bun/@babel+helper-replace-supers@7.28.6+b097dd6c05d04ee2/node_modules/@babel/helper-replace-supers/package.json</a:t>
            </a:r>
          </a:p>
          <a:p>
            <a:pPr>
              <a:defRPr sz="1200"/>
            </a:pPr>
            <a:r>
              <a:t>D:/pasar_fix/node_modules/.bun/@babel+helper-replace-supers@7.28.6+b097dd6c05d04ee2/node_modules/@babel/helper-replace-supers/README.md</a:t>
            </a:r>
          </a:p>
          <a:p>
            <a:pPr>
              <a:defRPr sz="1200"/>
            </a:pPr>
            <a:r>
              <a:t>D:/pasar_fix/node_modules/.bun/@babel+helper-replace-supers@7.28.6+b097dd6c05d04ee2/node_modules/@babel/helper-replace-supers/lib/index.js</a:t>
            </a:r>
          </a:p>
          <a:p>
            <a:pPr>
              <a:defRPr sz="1200"/>
            </a:pPr>
            <a:r>
              <a:t>D:/pasar_fix/node_modules/.bun/@babel+helper-replace-supers@7.28.6+b097dd6c05d04ee2/node_modules/@babel/helper-replace-supers/lib/index.js.map</a:t>
            </a:r>
          </a:p>
          <a:p>
            <a:pPr>
              <a:defRPr sz="1200"/>
            </a:pPr>
            <a:r>
              <a:t>D:/pasar_fix/node_modules/.bun/@babel+helper-skip-transparent-expression-wrappers@7.27.1/node_modules/@babel/helper-skip-transparent-expression-wrappers/LICENSE</a:t>
            </a:r>
          </a:p>
          <a:p>
            <a:pPr>
              <a:defRPr sz="1200"/>
            </a:pPr>
            <a:r>
              <a:t>D:/pasar_fix/node_modules/.bun/@babel+helper-skip-transparent-expression-wrappers@7.27.1/node_modules/@babel/helper-skip-transparent-expression-wrappers/package.json</a:t>
            </a:r>
          </a:p>
          <a:p>
            <a:pPr>
              <a:defRPr sz="1200"/>
            </a:pPr>
            <a:r>
              <a:t>D:/pasar_fix/node_modules/.bun/@babel+helper-skip-transparent-expression-wrappers@7.27.1/node_modules/@babel/helper-skip-transparent-expression-wrappers/README.md</a:t>
            </a:r>
          </a:p>
          <a:p>
            <a:pPr>
              <a:defRPr sz="1200"/>
            </a:pPr>
            <a:r>
              <a:t>D:/pasar_fix/node_modules/.bun/@babel+helper-skip-transparent-expression-wrappers@7.27.1/node_modules/@babel/helper-skip-transparent-expression-wrappers/lib/index.js</a:t>
            </a:r>
          </a:p>
          <a:p>
            <a:pPr>
              <a:defRPr sz="1200"/>
            </a:pPr>
            <a:r>
              <a:t>D:/pasar_fix/node_modules/.bun/@babel+helper-skip-transparent-expression-wrappers@7.27.1/node_modules/@babel/helper-skip-transparent-expression-wrappers/lib/index.js.map</a:t>
            </a:r>
          </a:p>
          <a:p>
            <a:pPr>
              <a:defRPr sz="1200"/>
            </a:pPr>
            <a:r>
              <a:t>D:/pasar_fix/node_modules/.bun/@babel+helper-string-parser@7.27.1/node_modules/@babel/helper-string-parser/LICENSE</a:t>
            </a:r>
          </a:p>
          <a:p>
            <a:pPr>
              <a:defRPr sz="1200"/>
            </a:pPr>
            <a:r>
              <a:t>D:/pasar_fix/node_modules/.bun/@babel+helper-string-parser@7.27.1/node_modules/@babel/helper-string-parser/package.json</a:t>
            </a:r>
          </a:p>
          <a:p>
            <a:pPr>
              <a:defRPr sz="1200"/>
            </a:pPr>
            <a:r>
              <a:t>D:/pasar_fix/node_modules/.bun/@babel+helper-string-parser@7.27.1/node_modules/@babel/helper-string-parser/README.md</a:t>
            </a:r>
          </a:p>
          <a:p>
            <a:pPr>
              <a:defRPr sz="1200"/>
            </a:pPr>
            <a:r>
              <a:t>D:/pasar_fix/node_modules/.bun/@babel+helper-string-parser@7.27.1/node_modules/@babel/helper-string-parser/lib/index.js</a:t>
            </a:r>
          </a:p>
          <a:p>
            <a:pPr>
              <a:defRPr sz="1200"/>
            </a:pPr>
            <a:r>
              <a:t>D:/pasar_fix/node_modules/.bun/@babel+helper-string-parser@7.27.1/node_modules/@babel/helper-string-parser/lib/index.js.map</a:t>
            </a:r>
          </a:p>
          <a:p>
            <a:pPr>
              <a:defRPr sz="1200"/>
            </a:pPr>
            <a:r>
              <a:t>D:/pasar_fix/node_modules/.bun/@babel+helper-validator-identifier@7.28.5/node_modules/@babel/helper-validator-identifier/LICENSE</a:t>
            </a:r>
          </a:p>
          <a:p>
            <a:pPr>
              <a:defRPr sz="1200"/>
            </a:pPr>
            <a:r>
              <a:t>D:/pasar_fix/node_modules/.bun/@babel+helper-validator-identifier@7.28.5/node_modules/@babel/helper-validator-identifier/package.json</a:t>
            </a:r>
          </a:p>
          <a:p>
            <a:pPr>
              <a:defRPr sz="1200"/>
            </a:pPr>
            <a:r>
              <a:t>D:/pasar_fix/node_modules/.bun/@babel+helper-validator-identifier@7.28.5/node_modules/@babel/helper-validator-identifier/README.md</a:t>
            </a:r>
          </a:p>
          <a:p>
            <a:pPr>
              <a:defRPr sz="1200"/>
            </a:pPr>
            <a:r>
              <a:t>D:/pasar_fix/node_modules/.bun/@babel+helper-validator-identifier@7.28.5/node_modules/@babel/helper-validator-identifier/lib/identifier.js</a:t>
            </a:r>
          </a:p>
          <a:p>
            <a:pPr>
              <a:defRPr sz="1200"/>
            </a:pPr>
            <a:r>
              <a:t>D:/pasar_fix/node_modules/.bun/@babel+helper-validator-identifier@7.28.5/node_modules/@babel/helper-validator-identifier/lib/identifier.js.map</a:t>
            </a:r>
          </a:p>
          <a:p>
            <a:pPr>
              <a:defRPr sz="1200"/>
            </a:pPr>
            <a:r>
              <a:t>D:/pasar_fix/node_modules/.bun/@babel+helper-validator-identifier@7.28.5/node_modules/@babel/helper-validator-identifier/lib/index.js</a:t>
            </a:r>
          </a:p>
          <a:p>
            <a:pPr>
              <a:defRPr sz="1200"/>
            </a:pPr>
            <a:r>
              <a:t>D:/pasar_fix/node_modules/.bun/@babel+helper-validator-identifier@7.28.5/node_modules/@babel/helper-validator-identifier/lib/index.js.map</a:t>
            </a:r>
          </a:p>
          <a:p>
            <a:pPr>
              <a:defRPr sz="1200"/>
            </a:pPr>
            <a:r>
              <a:t>D:/pasar_fix/node_modules/.bun/@babel+helper-validator-identifier@7.28.5/node_modules/@babel/helper-validator-identifier/lib/keyword.js</a:t>
            </a:r>
          </a:p>
          <a:p>
            <a:pPr>
              <a:defRPr sz="1200"/>
            </a:pPr>
            <a:r>
              <a:t>D:/pasar_fix/node_modules/.bun/@babel+helper-validator-identifier@7.28.5/node_modules/@babel/helper-validator-identifier/lib/keyword.js.map</a:t>
            </a:r>
          </a:p>
          <a:p>
            <a:pPr>
              <a:defRPr sz="1200"/>
            </a:pPr>
            <a:r>
              <a:t>D:/pasar_fix/node_modules/.bun/@babel+helper-validator-option@7.27.1/node_modules/@babel/helper-validator-option/LICENSE</a:t>
            </a:r>
          </a:p>
          <a:p>
            <a:pPr>
              <a:defRPr sz="1200"/>
            </a:pPr>
            <a:r>
              <a:t>D:/pasar_fix/node_modules/.bun/@babel+helper-validator-option@7.27.1/node_modules/@babel/helper-validator-option/package.json</a:t>
            </a:r>
          </a:p>
          <a:p>
            <a:pPr>
              <a:defRPr sz="1200"/>
            </a:pPr>
            <a:r>
              <a:t>D:/pasar_fix/node_modules/.bun/@babel+helper-validator-option@7.27.1/node_modules/@babel/helper-validator-option/README.md</a:t>
            </a:r>
          </a:p>
          <a:p>
            <a:pPr>
              <a:defRPr sz="1200"/>
            </a:pPr>
            <a:r>
              <a:t>D:/pasar_fix/node_modules/.bun/@babel+helper-validator-option@7.27.1/node_modules/@babel/helper-validator-option/lib/find-suggestion.js</a:t>
            </a:r>
          </a:p>
          <a:p>
            <a:pPr>
              <a:defRPr sz="1200"/>
            </a:pPr>
            <a:r>
              <a:t>D:/pasar_fix/node_modules/.bun/@babel+helper-validator-option@7.27.1/node_modules/@babel/helper-validator-option/lib/find-suggestion.js.map</a:t>
            </a:r>
          </a:p>
          <a:p>
            <a:pPr>
              <a:defRPr sz="1200"/>
            </a:pPr>
            <a:r>
              <a:t>D:/pasar_fix/node_modules/.bun/@babel+helper-validator-option@7.27.1/node_modules/@babel/helper-validator-option/lib/index.js</a:t>
            </a:r>
          </a:p>
          <a:p>
            <a:pPr>
              <a:defRPr sz="1200"/>
            </a:pPr>
            <a:r>
              <a:t>D:/pasar_fix/node_modules/.bun/@babel+helper-validator-option@7.27.1/node_modules/@babel/helper-validator-option/lib/index.js.map</a:t>
            </a:r>
          </a:p>
          <a:p>
            <a:pPr>
              <a:defRPr sz="1200"/>
            </a:pPr>
            <a:r>
              <a:t>D:/pasar_fix/node_modules/.bun/@babel+helper-validator-option@7.27.1/node_modules/@babel/helper-validator-option/lib/validator.js</a:t>
            </a:r>
          </a:p>
          <a:p>
            <a:pPr>
              <a:defRPr sz="1200"/>
            </a:pPr>
            <a:r>
              <a:t>D:/pasar_fix/node_modules/.bun/@babel+helper-validator-option@7.27.1/node_modules/@babel/helper-validator-option/lib/validator.js.map</a:t>
            </a:r>
          </a:p>
          <a:p>
            <a:pPr>
              <a:defRPr sz="1200"/>
            </a:pPr>
            <a:r>
              <a:t>D:/pasar_fix/node_modules/.bun/@babel+helpers@7.29.2/node_modules/@babel/helpers/LICENSE</a:t>
            </a:r>
          </a:p>
          <a:p>
            <a:pPr>
              <a:defRPr sz="1200"/>
            </a:pPr>
            <a:r>
              <a:t>D:/pasar_fix/node_modules/.bun/@babel+helpers@7.29.2/node_modules/@babel/helpers/package.json</a:t>
            </a:r>
          </a:p>
          <a:p>
            <a:pPr>
              <a:defRPr sz="1200"/>
            </a:pPr>
            <a:r>
              <a:t>D:/pasar_fix/node_modules/.bun/@babel+helpers@7.29.2/node_modules/@babel/helpers/README.md</a:t>
            </a:r>
          </a:p>
          <a:p>
            <a:pPr>
              <a:defRPr sz="1200"/>
            </a:pPr>
            <a:r>
              <a:t>D:/pasar_fix/node_modules/.bun/@babel+helpers@7.29.2/node_modules/@babel/helpers/lib/helpers-generated.js</a:t>
            </a:r>
          </a:p>
          <a:p>
            <a:pPr>
              <a:defRPr sz="1200"/>
            </a:pPr>
            <a:r>
              <a:t>D:/pasar_fix/node_modules/.bun/@babel+helpers@7.29.2/node_modules/@babel/helpers/lib/helpers-generated.js.map</a:t>
            </a:r>
          </a:p>
          <a:p>
            <a:pPr>
              <a:defRPr sz="1200"/>
            </a:pPr>
            <a:r>
              <a:t>D:/pasar_fix/node_modules/.bun/@babel+helpers@7.29.2/node_modules/@babel/helpers/lib/index.js</a:t>
            </a:r>
          </a:p>
          <a:p>
            <a:pPr>
              <a:defRPr sz="1200"/>
            </a:pPr>
            <a:r>
              <a:t>D:/pasar_fix/node_modules/.bun/@babel+helpers@7.29.2/node_modules/@babel/helpers/lib/index.js.map</a:t>
            </a:r>
          </a:p>
          <a:p>
            <a:pPr>
              <a:defRPr sz="1200"/>
            </a:pPr>
            <a:r>
              <a:t>D:/pasar_fix/node_modules/.bun/@babel+helpers@7.29.2/node_modules/@babel/helpers/lib/helpers/applyDecoratedDescriptor.js</a:t>
            </a:r>
          </a:p>
          <a:p>
            <a:pPr>
              <a:defRPr sz="1200"/>
            </a:pPr>
            <a:r>
              <a:t>D:/pasar_fix/node_modules/.bun/@babel+helpers@7.29.2/node_modules/@babel/helpers/lib/helpers/applyDecoratedDescriptor.js.map</a:t>
            </a:r>
          </a:p>
          <a:p>
            <a:pPr>
              <a:defRPr sz="1200"/>
            </a:pPr>
            <a:r>
              <a:t>D:/pasar_fix/node_modules/.bun/@babel+helpers@7.29.2/node_modules/@babel/helpers/lib/helpers/applyDecs.js</a:t>
            </a:r>
          </a:p>
          <a:p>
            <a:pPr>
              <a:defRPr sz="1200"/>
            </a:pPr>
            <a:r>
              <a:t>D:/pasar_fix/node_modules/.bun/@babel+helpers@7.29.2/node_modules/@babel/helpers/lib/helpers/applyDecs.js.map</a:t>
            </a:r>
          </a:p>
          <a:p>
            <a:pPr>
              <a:defRPr sz="1200"/>
            </a:pPr>
            <a:r>
              <a:t>D:/pasar_fix/node_modules/.bun/@babel+helpers@7.29.2/node_modules/@babel/helpers/lib/helpers/applyDecs2203.js</a:t>
            </a:r>
          </a:p>
          <a:p>
            <a:pPr>
              <a:defRPr sz="1200"/>
            </a:pPr>
            <a:r>
              <a:t>D:/pasar_fix/node_modules/.bun/@babel+helpers@7.29.2/node_modules/@babel/helpers/lib/helpers/applyDecs2203.js.map</a:t>
            </a:r>
          </a:p>
          <a:p>
            <a:pPr>
              <a:defRPr sz="1200"/>
            </a:pPr>
            <a:r>
              <a:t>D:/pasar_fix/node_modules/.bun/@babel+helpers@7.29.2/node_modules/@babel/helpers/lib/helpers/applyDecs2203R.js</a:t>
            </a:r>
          </a:p>
          <a:p>
            <a:pPr>
              <a:defRPr sz="1200"/>
            </a:pPr>
            <a:r>
              <a:t>D:/pasar_fix/node_modules/.bun/@babel+helpers@7.29.2/node_modules/@babel/helpers/lib/helpers/applyDecs2203R.js.map</a:t>
            </a:r>
          </a:p>
          <a:p>
            <a:pPr>
              <a:defRPr sz="1200"/>
            </a:pPr>
            <a:r>
              <a:t>D:/pasar_fix/node_modules/.bun/@babel+helpers@7.29.2/node_modules/@babel/helpers/lib/helpers/applyDecs2301.js</a:t>
            </a:r>
          </a:p>
          <a:p>
            <a:pPr>
              <a:defRPr sz="1200"/>
            </a:pPr>
            <a:r>
              <a:t>D:/pasar_fix/node_modules/.bun/@babel+helpers@7.29.2/node_modules/@babel/helpers/lib/helpers/applyDecs2301.js.map</a:t>
            </a:r>
          </a:p>
          <a:p>
            <a:pPr>
              <a:defRPr sz="1200"/>
            </a:pPr>
            <a:r>
              <a:t>D:/pasar_fix/node_modules/.bun/@babel+helpers@7.29.2/node_modules/@babel/helpers/lib/helpers/applyDecs2305.js</a:t>
            </a:r>
          </a:p>
          <a:p>
            <a:pPr>
              <a:defRPr sz="1200"/>
            </a:pPr>
            <a:r>
              <a:t>D:/pasar_fix/node_modules/.bun/@babel+helpers@7.29.2/node_modules/@babel/helpers/lib/helpers/applyDecs2305.js.map</a:t>
            </a:r>
          </a:p>
          <a:p>
            <a:pPr>
              <a:defRPr sz="1200"/>
            </a:pPr>
            <a:r>
              <a:t>D:/pasar_fix/node_modules/.bun/@babel+helpers@7.29.2/node_modules/@babel/helpers/lib/helpers/applyDecs2311.js</a:t>
            </a:r>
          </a:p>
          <a:p>
            <a:pPr>
              <a:defRPr sz="1200"/>
            </a:pPr>
            <a:r>
              <a:t>D:/pasar_fix/node_modules/.bun/@babel+helpers@7.29.2/node_modules/@babel/helpers/lib/helpers/applyDecs2311.js.map</a:t>
            </a:r>
          </a:p>
          <a:p>
            <a:pPr>
              <a:defRPr sz="1200"/>
            </a:pPr>
            <a:r>
              <a:t>D:/pasar_fix/node_modules/.bun/@babel+helpers@7.29.2/node_modules/@babel/helpers/lib/helpers/arrayLikeToArray.js</a:t>
            </a:r>
          </a:p>
          <a:p>
            <a:pPr>
              <a:defRPr sz="1200"/>
            </a:pPr>
            <a:r>
              <a:t>D:/pasar_fix/node_modules/.bun/@babel+helpers@7.29.2/node_modules/@babel/helpers/lib/helpers/arrayLikeToArray.js.map</a:t>
            </a:r>
          </a:p>
          <a:p>
            <a:pPr>
              <a:defRPr sz="1200"/>
            </a:pPr>
            <a:r>
              <a:t>D:/pasar_fix/node_modules/.bun/@babel+helpers@7.29.2/node_modules/@babel/helpers/lib/helpers/arrayWithHoles.js</a:t>
            </a:r>
          </a:p>
          <a:p>
            <a:pPr>
              <a:defRPr sz="1200"/>
            </a:pPr>
            <a:r>
              <a:t>D:/pasar_fix/node_modules/.bun/@babel+helpers@7.29.2/node_modules/@babel/helpers/lib/helpers/arrayWithHoles.js.map</a:t>
            </a:r>
          </a:p>
          <a:p>
            <a:pPr>
              <a:defRPr sz="1200"/>
            </a:pPr>
            <a:r>
              <a:t>D:/pasar_fix/node_modules/.bun/@babel+helpers@7.29.2/node_modules/@babel/helpers/lib/helpers/arrayWithoutHoles.js</a:t>
            </a:r>
          </a:p>
          <a:p>
            <a:pPr>
              <a:defRPr sz="1200"/>
            </a:pPr>
            <a:r>
              <a:t>D:/pasar_fix/node_modules/.bun/@babel+helpers@7.29.2/node_modules/@babel/helpers/lib/helpers/arrayWithoutHoles.js.map</a:t>
            </a:r>
          </a:p>
          <a:p>
            <a:pPr>
              <a:defRPr sz="1200"/>
            </a:pPr>
            <a:r>
              <a:t>D:/pasar_fix/node_modules/.bun/@babel+helpers@7.29.2/node_modules/@babel/helpers/lib/helpers/assertClassBrand.js</a:t>
            </a:r>
          </a:p>
          <a:p>
            <a:pPr>
              <a:defRPr sz="1200"/>
            </a:pPr>
            <a:r>
              <a:t>D:/pasar_fix/node_modules/.bun/@babel+helpers@7.29.2/node_modules/@babel/helpers/lib/helpers/assertClassBrand.js.map</a:t>
            </a:r>
          </a:p>
          <a:p>
            <a:pPr>
              <a:defRPr sz="1200"/>
            </a:pPr>
            <a:r>
              <a:t>D:/pasar_fix/node_modules/.bun/@babel+helpers@7.29.2/node_modules/@babel/helpers/lib/helpers/assertThisInitialized.js</a:t>
            </a:r>
          </a:p>
          <a:p>
            <a:pPr>
              <a:defRPr sz="1200"/>
            </a:pPr>
            <a:r>
              <a:t>D:/pasar_fix/node_modules/.bun/@babel+helpers@7.29.2/node_modules/@babel/helpers/lib/helpers/assertThisInitialized.js.map</a:t>
            </a:r>
          </a:p>
          <a:p>
            <a:pPr>
              <a:defRPr sz="1200"/>
            </a:pPr>
            <a:r>
              <a:t>D:/pasar_fix/node_modules/.bun/@babel+helpers@7.29.2/node_modules/@babel/helpers/lib/helpers/asyncGeneratorDelegate.js</a:t>
            </a:r>
          </a:p>
          <a:p>
            <a:pPr>
              <a:defRPr sz="1200"/>
            </a:pPr>
            <a:r>
              <a:t>D:/pasar_fix/node_modules/.bun/@babel+helpers@7.29.2/node_modules/@babel/helpers/lib/helpers/asyncGeneratorDelegate.js.map</a:t>
            </a:r>
          </a:p>
          <a:p>
            <a:pPr>
              <a:defRPr sz="1200"/>
            </a:pPr>
            <a:r>
              <a:t>D:/pasar_fix/node_modules/.bun/@babel+helpers@7.29.2/node_modules/@babel/helpers/lib/helpers/asyncIterator.js</a:t>
            </a:r>
          </a:p>
          <a:p>
            <a:pPr>
              <a:defRPr sz="1200"/>
            </a:pPr>
            <a:r>
              <a:t>D:/pasar_fix/node_modules/.bun/@babel+helpers@7.29.2/node_modules/@babel/helpers/lib/helpers/asyncIterator.js.map</a:t>
            </a:r>
          </a:p>
          <a:p>
            <a:pPr>
              <a:defRPr sz="1200"/>
            </a:pPr>
            <a:r>
              <a:t>D:/pasar_fix/node_modules/.bun/@babel+helpers@7.29.2/node_modules/@babel/helpers/lib/helpers/asyncToGenerator.js</a:t>
            </a:r>
          </a:p>
          <a:p>
            <a:pPr>
              <a:defRPr sz="1200"/>
            </a:pPr>
            <a:r>
              <a:t>D:/pasar_fix/node_modules/.bun/@babel+helpers@7.29.2/node_modules/@babel/helpers/lib/helpers/asyncToGenerator.js.map</a:t>
            </a:r>
          </a:p>
          <a:p>
            <a:pPr>
              <a:defRPr sz="1200"/>
            </a:pPr>
            <a:r>
              <a:t>D:/pasar_fix/node_modules/.bun/@babel+helpers@7.29.2/node_modules/@babel/helpers/lib/helpers/awaitAsyncGenerator.js</a:t>
            </a:r>
          </a:p>
          <a:p>
            <a:pPr>
              <a:defRPr sz="1200"/>
            </a:pPr>
            <a:r>
              <a:t>D:/pasar_fix/node_modules/.bun/@babel+helpers@7.29.2/node_modules/@babel/helpers/lib/helpers/awaitAsyncGenerator.js.map</a:t>
            </a:r>
          </a:p>
          <a:p>
            <a:pPr>
              <a:defRPr sz="1200"/>
            </a:pPr>
            <a:r>
              <a:t>D:/pasar_fix/node_modules/.bun/@babel+helpers@7.29.2/node_modules/@babel/helpers/lib/helpers/AwaitValue.js</a:t>
            </a:r>
          </a:p>
          <a:p>
            <a:pPr>
              <a:defRPr sz="1200"/>
            </a:pPr>
            <a:r>
              <a:t>D:/pasar_fix/node_modules/.bun/@babel+helpers@7.29.2/node_modules/@babel/helpers/lib/helpers/AwaitValue.js.map</a:t>
            </a:r>
          </a:p>
          <a:p>
            <a:pPr>
              <a:defRPr sz="1200"/>
            </a:pPr>
            <a:r>
              <a:t>D:/pasar_fix/node_modules/.bun/@babel+helpers@7.29.2/node_modules/@babel/helpers/lib/helpers/callSuper.js</a:t>
            </a:r>
          </a:p>
          <a:p>
            <a:pPr>
              <a:defRPr sz="1200"/>
            </a:pPr>
            <a:r>
              <a:t>D:/pasar_fix/node_modules/.bun/@babel+helpers@7.29.2/node_modules/@babel/helpers/lib/helpers/callSuper.js.map</a:t>
            </a:r>
          </a:p>
          <a:p>
            <a:pPr>
              <a:defRPr sz="1200"/>
            </a:pPr>
            <a:r>
              <a:t>D:/pasar_fix/node_modules/.bun/@babel+helpers@7.29.2/node_modules/@babel/helpers/lib/helpers/checkInRHS.js</a:t>
            </a:r>
          </a:p>
          <a:p>
            <a:pPr>
              <a:defRPr sz="1200"/>
            </a:pPr>
            <a:r>
              <a:t>D:/pasar_fix/node_modules/.bun/@babel+helpers@7.29.2/node_modules/@babel/helpers/lib/helpers/checkInRHS.js.map</a:t>
            </a:r>
          </a:p>
          <a:p>
            <a:pPr>
              <a:defRPr sz="1200"/>
            </a:pPr>
            <a:r>
              <a:t>D:/pasar_fix/node_modules/.bun/@babel+helpers@7.29.2/node_modules/@babel/helpers/lib/helpers/checkPrivateRedeclaration.js</a:t>
            </a:r>
          </a:p>
          <a:p>
            <a:pPr>
              <a:defRPr sz="1200"/>
            </a:pPr>
            <a:r>
              <a:t>D:/pasar_fix/node_modules/.bun/@babel+helpers@7.29.2/node_modules/@babel/helpers/lib/helpers/checkPrivateRedeclaration.js.map</a:t>
            </a:r>
          </a:p>
          <a:p>
            <a:pPr>
              <a:defRPr sz="1200"/>
            </a:pPr>
            <a:r>
              <a:t>D:/pasar_fix/node_modules/.bun/@babel+helpers@7.29.2/node_modules/@babel/helpers/lib/helpers/classApplyDescriptorDestructureSet.js</a:t>
            </a:r>
          </a:p>
          <a:p>
            <a:pPr>
              <a:defRPr sz="1200"/>
            </a:pPr>
            <a:r>
              <a:t>D:/pasar_fix/node_modules/.bun/@babel+helpers@7.29.2/node_modules/@babel/helpers/lib/helpers/classApplyDescriptorDestructureSet.js.map</a:t>
            </a:r>
          </a:p>
          <a:p>
            <a:pPr>
              <a:defRPr sz="1200"/>
            </a:pPr>
            <a:r>
              <a:t>D:/pasar_fix/node_modules/.bun/@babel+helpers@7.29.2/node_modules/@babel/helpers/lib/helpers/classApplyDescriptorGet.js</a:t>
            </a:r>
          </a:p>
          <a:p>
            <a:pPr>
              <a:defRPr sz="1200"/>
            </a:pPr>
            <a:r>
              <a:t>D:/pasar_fix/node_modules/.bun/@babel+helpers@7.29.2/node_modules/@babel/helpers/lib/helpers/classApplyDescriptorGet.js.map</a:t>
            </a:r>
          </a:p>
          <a:p>
            <a:pPr>
              <a:defRPr sz="1200"/>
            </a:pPr>
            <a:r>
              <a:t>D:/pasar_fix/node_modules/.bun/@babel+helpers@7.29.2/node_modules/@babel/helpers/lib/helpers/classApplyDescriptorSet.js</a:t>
            </a:r>
          </a:p>
          <a:p>
            <a:pPr>
              <a:defRPr sz="1200"/>
            </a:pPr>
            <a:r>
              <a:t>D:/pasar_fix/node_modules/.bun/@babel+helpers@7.29.2/node_modules/@babel/helpers/lib/helpers/classApplyDescriptorSet.js.map</a:t>
            </a:r>
          </a:p>
          <a:p>
            <a:pPr>
              <a:defRPr sz="1200"/>
            </a:pPr>
            <a:r>
              <a:t>D:/pasar_fix/node_modules/.bun/@babel+helpers@7.29.2/node_modules/@babel/helpers/lib/helpers/classCallCheck.js</a:t>
            </a:r>
          </a:p>
          <a:p>
            <a:pPr>
              <a:defRPr sz="1200"/>
            </a:pPr>
            <a:r>
              <a:t>D:/pasar_fix/node_modules/.bun/@babel+helpers@7.29.2/node_modules/@babel/helpers/lib/helpers/classCallCheck.js.map</a:t>
            </a:r>
          </a:p>
          <a:p>
            <a:pPr>
              <a:defRPr sz="1200"/>
            </a:pPr>
            <a:r>
              <a:t>D:/pasar_fix/node_modules/.bun/@babel+helpers@7.29.2/node_modules/@babel/helpers/lib/helpers/classCheckPrivateStaticAccess.js</a:t>
            </a:r>
          </a:p>
          <a:p>
            <a:pPr>
              <a:defRPr sz="1200"/>
            </a:pPr>
            <a:r>
              <a:t>D:/pasar_fix/node_modules/.bun/@babel+helpers@7.29.2/node_modules/@babel/helpers/lib/helpers/classCheckPrivateStaticAccess.js.map</a:t>
            </a:r>
          </a:p>
          <a:p>
            <a:pPr>
              <a:defRPr sz="1200"/>
            </a:pPr>
            <a:r>
              <a:t>D:/pasar_fix/node_modules/.bun/@babel+helpers@7.29.2/node_modules/@babel/helpers/lib/helpers/classCheckPrivateStaticFieldDescriptor.js</a:t>
            </a:r>
          </a:p>
          <a:p>
            <a:pPr>
              <a:defRPr sz="1200"/>
            </a:pPr>
            <a:r>
              <a:t>D:/pasar_fix/node_modules/.bun/@babel+helpers@7.29.2/node_modules/@babel/helpers/lib/helpers/classCheckPrivateStaticFieldDescriptor.js.map</a:t>
            </a:r>
          </a:p>
          <a:p>
            <a:pPr>
              <a:defRPr sz="1200"/>
            </a:pPr>
            <a:r>
              <a:t>D:/pasar_fix/node_modules/.bun/@babel+helpers@7.29.2/node_modules/@babel/helpers/lib/helpers/classExtractFieldDescriptor.js</a:t>
            </a:r>
          </a:p>
          <a:p>
            <a:pPr>
              <a:defRPr sz="1200"/>
            </a:pPr>
            <a:r>
              <a:t>D:/pasar_fix/node_modules/.bun/@babel+helpers@7.29.2/node_modules/@babel/helpers/lib/helpers/classExtractFieldDescriptor.js.map</a:t>
            </a:r>
          </a:p>
          <a:p>
            <a:pPr>
              <a:defRPr sz="1200"/>
            </a:pPr>
            <a:r>
              <a:t>D:/pasar_fix/node_modules/.bun/@babel+helpers@7.29.2/node_modules/@babel/helpers/lib/helpers/classNameTDZError.js</a:t>
            </a:r>
          </a:p>
          <a:p>
            <a:pPr>
              <a:defRPr sz="1200"/>
            </a:pPr>
            <a:r>
              <a:t>D:/pasar_fix/node_modules/.bun/@babel+helpers@7.29.2/node_modules/@babel/helpers/lib/helpers/classNameTDZError.js.map</a:t>
            </a:r>
          </a:p>
          <a:p>
            <a:pPr>
              <a:defRPr sz="1200"/>
            </a:pPr>
            <a:r>
              <a:t>D:/pasar_fix/node_modules/.bun/@babel+helpers@7.29.2/node_modules/@babel/helpers/lib/helpers/classPrivateFieldDestructureSet.js</a:t>
            </a:r>
          </a:p>
          <a:p>
            <a:pPr>
              <a:defRPr sz="1200"/>
            </a:pPr>
            <a:r>
              <a:t>D:/pasar_fix/node_modules/.bun/@babel+helpers@7.29.2/node_modules/@babel/helpers/lib/helpers/classPrivateFieldDestructureSet.js.map</a:t>
            </a:r>
          </a:p>
          <a:p>
            <a:pPr>
              <a:defRPr sz="1200"/>
            </a:pPr>
            <a:r>
              <a:t>D:/pasar_fix/node_modules/.bun/@babel+helpers@7.29.2/node_modules/@babel/helpers/lib/helpers/classPrivateFieldGet.js</a:t>
            </a:r>
          </a:p>
          <a:p>
            <a:pPr>
              <a:defRPr sz="1200"/>
            </a:pPr>
            <a:r>
              <a:t>D:/pasar_fix/node_modules/.bun/@babel+helpers@7.29.2/node_modules/@babel/helpers/lib/helpers/classPrivateFieldGet.js.map</a:t>
            </a:r>
          </a:p>
          <a:p>
            <a:pPr>
              <a:defRPr sz="1200"/>
            </a:pPr>
            <a:r>
              <a:t>D:/pasar_fix/node_modules/.bun/@babel+helpers@7.29.2/node_modules/@babel/helpers/lib/helpers/classPrivateFieldGet2.js</a:t>
            </a:r>
          </a:p>
          <a:p>
            <a:pPr>
              <a:defRPr sz="1200"/>
            </a:pPr>
            <a:r>
              <a:t>D:/pasar_fix/node_modules/.bun/@babel+helpers@7.29.2/node_modules/@babel/helpers/lib/helpers/classPrivateFieldGet2.js.map</a:t>
            </a:r>
          </a:p>
          <a:p>
            <a:pPr>
              <a:defRPr sz="1200"/>
            </a:pPr>
            <a:r>
              <a:t>D:/pasar_fix/node_modules/.bun/@babel+helpers@7.29.2/node_modules/@babel/helpers/lib/helpers/classPrivateFieldInitSpec.js</a:t>
            </a:r>
          </a:p>
          <a:p>
            <a:pPr>
              <a:defRPr sz="1200"/>
            </a:pPr>
            <a:r>
              <a:t>D:/pasar_fix/node_modules/.bun/@babel+helpers@7.29.2/node_modules/@babel/helpers/lib/helpers/classPrivateFieldInitSpec.js.map</a:t>
            </a:r>
          </a:p>
          <a:p>
            <a:pPr>
              <a:defRPr sz="1200"/>
            </a:pPr>
            <a:r>
              <a:t>D:/pasar_fix/node_modules/.bun/@babel+helpers@7.29.2/node_modules/@babel/helpers/lib/helpers/classPrivateFieldLooseBase.js</a:t>
            </a:r>
          </a:p>
          <a:p>
            <a:pPr>
              <a:defRPr sz="1200"/>
            </a:pPr>
            <a:r>
              <a:t>D:/pasar_fix/node_modules/.bun/@babel+helpers@7.29.2/node_modules/@babel/helpers/lib/helpers/classPrivateFieldLooseBase.js.map</a:t>
            </a:r>
          </a:p>
          <a:p>
            <a:pPr>
              <a:defRPr sz="1200"/>
            </a:pPr>
            <a:r>
              <a:t>D:/pasar_fix/node_modules/.bun/@babel+helpers@7.29.2/node_modules/@babel/helpers/lib/helpers/classPrivateFieldLooseKey.js</a:t>
            </a:r>
          </a:p>
          <a:p>
            <a:pPr>
              <a:defRPr sz="1200"/>
            </a:pPr>
            <a:r>
              <a:t>D:/pasar_fix/node_modules/.bun/@babel+helpers@7.29.2/node_modules/@babel/helpers/lib/helpers/classPrivateFieldLooseKey.js.map</a:t>
            </a:r>
          </a:p>
          <a:p>
            <a:pPr>
              <a:defRPr sz="1200"/>
            </a:pPr>
            <a:r>
              <a:t>D:/pasar_fix/node_modules/.bun/@babel+helpers@7.29.2/node_modules/@babel/helpers/lib/helpers/classPrivateFieldSet.js</a:t>
            </a:r>
          </a:p>
          <a:p>
            <a:pPr>
              <a:defRPr sz="1200"/>
            </a:pPr>
            <a:r>
              <a:t>D:/pasar_fix/node_modules/.bun/@babel+helpers@7.29.2/node_modules/@babel/helpers/lib/helpers/classPrivateFieldSet.js.map</a:t>
            </a:r>
          </a:p>
          <a:p>
            <a:pPr>
              <a:defRPr sz="1200"/>
            </a:pPr>
            <a:r>
              <a:t>D:/pasar_fix/node_modules/.bun/@babel+helpers@7.29.2/node_modules/@babel/helpers/lib/helpers/classPrivateFieldSet2.js</a:t>
            </a:r>
          </a:p>
          <a:p>
            <a:pPr>
              <a:defRPr sz="1200"/>
            </a:pPr>
            <a:r>
              <a:t>D:/pasar_fix/node_modules/.bun/@babel+helpers@7.29.2/node_modules/@babel/helpers/lib/helpers/classPrivateFieldSet2.js.map</a:t>
            </a:r>
          </a:p>
          <a:p>
            <a:pPr>
              <a:defRPr sz="1200"/>
            </a:pPr>
            <a:r>
              <a:t>D:/pasar_fix/node_modules/.bun/@babel+helpers@7.29.2/node_modules/@babel/helpers/lib/helpers/classPrivateGetter.js</a:t>
            </a:r>
          </a:p>
          <a:p>
            <a:pPr>
              <a:defRPr sz="1200"/>
            </a:pPr>
            <a:r>
              <a:t>D:/pasar_fix/node_modules/.bun/@babel+helpers@7.29.2/node_modules/@babel/helpers/lib/helpers/classPrivateGetter.js.map</a:t>
            </a:r>
          </a:p>
          <a:p>
            <a:pPr>
              <a:defRPr sz="1200"/>
            </a:pPr>
            <a:r>
              <a:t>D:/pasar_fix/node_modules/.bun/@babel+helpers@7.29.2/node_modules/@babel/helpers/lib/helpers/classPrivateMethodGet.js</a:t>
            </a:r>
          </a:p>
          <a:p>
            <a:pPr>
              <a:defRPr sz="1200"/>
            </a:pPr>
            <a:r>
              <a:t>D:/pasar_fix/node_modules/.bun/@babel+helpers@7.29.2/node_modules/@babel/helpers/lib/helpers/classPrivateMethodGet.js.map</a:t>
            </a:r>
          </a:p>
          <a:p>
            <a:pPr>
              <a:defRPr sz="1200"/>
            </a:pPr>
            <a:r>
              <a:t>D:/pasar_fix/node_modules/.bun/@babel+helpers@7.29.2/node_modules/@babel/helpers/lib/helpers/classPrivateMethodInitSpec.js</a:t>
            </a:r>
          </a:p>
          <a:p>
            <a:pPr>
              <a:defRPr sz="1200"/>
            </a:pPr>
            <a:r>
              <a:t>D:/pasar_fix/node_modules/.bun/@babel+helpers@7.29.2/node_modules/@babel/helpers/lib/helpers/classPrivateMethodInitSpec.js.map</a:t>
            </a:r>
          </a:p>
          <a:p>
            <a:pPr>
              <a:defRPr sz="1200"/>
            </a:pPr>
            <a:r>
              <a:t>D:/pasar_fix/node_modules/.bun/@babel+helpers@7.29.2/node_modules/@babel/helpers/lib/helpers/classPrivateMethodSet.js</a:t>
            </a:r>
          </a:p>
          <a:p>
            <a:pPr>
              <a:defRPr sz="1200"/>
            </a:pPr>
            <a:r>
              <a:t>D:/pasar_fix/node_modules/.bun/@babel+helpers@7.29.2/node_modules/@babel/helpers/lib/helpers/classPrivateMethodSet.js.map</a:t>
            </a:r>
          </a:p>
          <a:p>
            <a:pPr>
              <a:defRPr sz="1200"/>
            </a:pPr>
            <a:r>
              <a:t>D:/pasar_fix/node_modules/.bun/@babel+helpers@7.29.2/node_modules/@babel/helpers/lib/helpers/classPrivateSetter.js</a:t>
            </a:r>
          </a:p>
          <a:p>
            <a:pPr>
              <a:defRPr sz="1200"/>
            </a:pPr>
            <a:r>
              <a:t>D:/pasar_fix/node_modules/.bun/@babel+helpers@7.29.2/node_modules/@babel/helpers/lib/helpers/classPrivateSetter.js.map</a:t>
            </a:r>
          </a:p>
          <a:p>
            <a:pPr>
              <a:defRPr sz="1200"/>
            </a:pPr>
            <a:r>
              <a:t>D:/pasar_fix/node_modules/.bun/@babel+helpers@7.29.2/node_modules/@babel/helpers/lib/helpers/classStaticPrivateFieldDestructureSet.js</a:t>
            </a:r>
          </a:p>
          <a:p>
            <a:pPr>
              <a:defRPr sz="1200"/>
            </a:pPr>
            <a:r>
              <a:t>D:/pasar_fix/node_modules/.bun/@babel+helpers@7.29.2/node_modules/@babel/helpers/lib/helpers/classStaticPrivateFieldDestructureSet.js.map</a:t>
            </a:r>
          </a:p>
          <a:p>
            <a:pPr>
              <a:defRPr sz="1200"/>
            </a:pPr>
            <a:r>
              <a:t>D:/pasar_fix/node_modules/.bun/@babel+helpers@7.29.2/node_modules/@babel/helpers/lib/helpers/classStaticPrivateFieldSpecGet.js</a:t>
            </a:r>
          </a:p>
          <a:p>
            <a:pPr>
              <a:defRPr sz="1200"/>
            </a:pPr>
            <a:r>
              <a:t>D:/pasar_fix/node_modules/.bun/@babel+helpers@7.29.2/node_modules/@babel/helpers/lib/helpers/classStaticPrivateFieldSpecGet.js.map</a:t>
            </a:r>
          </a:p>
          <a:p>
            <a:pPr>
              <a:defRPr sz="1200"/>
            </a:pPr>
            <a:r>
              <a:t>D:/pasar_fix/node_modules/.bun/@babel+helpers@7.29.2/node_modules/@babel/helpers/lib/helpers/classStaticPrivateFieldSpecSet.js</a:t>
            </a:r>
          </a:p>
          <a:p>
            <a:pPr>
              <a:defRPr sz="1200"/>
            </a:pPr>
            <a:r>
              <a:t>D:/pasar_fix/node_modules/.bun/@babel+helpers@7.29.2/node_modules/@babel/helpers/lib/helpers/classStaticPrivateFieldSpecSet.js.map</a:t>
            </a:r>
          </a:p>
          <a:p>
            <a:pPr>
              <a:defRPr sz="1200"/>
            </a:pPr>
            <a:r>
              <a:t>D:/pasar_fix/node_modules/.bun/@babel+helpers@7.29.2/node_modules/@babel/helpers/lib/helpers/classStaticPrivateMethodGet.js</a:t>
            </a:r>
          </a:p>
          <a:p>
            <a:pPr>
              <a:defRPr sz="1200"/>
            </a:pPr>
            <a:r>
              <a:t>D:/pasar_fix/node_modules/.bun/@babel+helpers@7.29.2/node_modules/@babel/helpers/lib/helpers/classStaticPrivateMethodGet.js.map</a:t>
            </a:r>
          </a:p>
          <a:p>
            <a:pPr>
              <a:defRPr sz="1200"/>
            </a:pPr>
            <a:r>
              <a:t>D:/pasar_fix/node_modules/.bun/@babel+helpers@7.29.2/node_modules/@babel/helpers/lib/helpers/classStaticPrivateMethodSet.js</a:t>
            </a:r>
          </a:p>
          <a:p>
            <a:pPr>
              <a:defRPr sz="1200"/>
            </a:pPr>
            <a:r>
              <a:t>D:/pasar_fix/node_modules/.bun/@babel+helpers@7.29.2/node_modules/@babel/helpers/lib/helpers/classStaticPrivateMethodSet.js.map</a:t>
            </a:r>
          </a:p>
          <a:p>
            <a:pPr>
              <a:defRPr sz="1200"/>
            </a:pPr>
            <a:r>
              <a:t>D:/pasar_fix/node_modules/.bun/@babel+helpers@7.29.2/node_modules/@babel/helpers/lib/helpers/construct.js</a:t>
            </a:r>
          </a:p>
          <a:p>
            <a:pPr>
              <a:defRPr sz="1200"/>
            </a:pPr>
            <a:r>
              <a:t>D:/pasar_fix/node_modules/.bun/@babel+helpers@7.29.2/node_modules/@babel/helpers/lib/helpers/construct.js.map</a:t>
            </a:r>
          </a:p>
          <a:p>
            <a:pPr>
              <a:defRPr sz="1200"/>
            </a:pPr>
            <a:r>
              <a:t>D:/pasar_fix/node_modules/.bun/@babel+helpers@7.29.2/node_modules/@babel/helpers/lib/helpers/createClass.js</a:t>
            </a:r>
          </a:p>
          <a:p>
            <a:pPr>
              <a:defRPr sz="1200"/>
            </a:pPr>
            <a:r>
              <a:t>D:/pasar_fix/node_modules/.bun/@babel+helpers@7.29.2/node_modules/@babel/helpers/lib/helpers/createClass.js.map</a:t>
            </a:r>
          </a:p>
          <a:p>
            <a:pPr>
              <a:defRPr sz="1200"/>
            </a:pPr>
            <a:r>
              <a:t>D:/pasar_fix/node_modules/.bun/@babel+helpers@7.29.2/node_modules/@babel/helpers/lib/helpers/createForOfIteratorHelper.js</a:t>
            </a:r>
          </a:p>
          <a:p>
            <a:pPr>
              <a:defRPr sz="1200"/>
            </a:pPr>
            <a:r>
              <a:t>D:/pasar_fix/node_modules/.bun/@babel+helpers@7.29.2/node_modules/@babel/helpers/lib/helpers/createForOfIteratorHelper.js.map</a:t>
            </a:r>
          </a:p>
          <a:p>
            <a:pPr>
              <a:defRPr sz="1200"/>
            </a:pPr>
            <a:r>
              <a:t>D:/pasar_fix/node_modules/.bun/@babel+helpers@7.29.2/node_modules/@babel/helpers/lib/helpers/createForOfIteratorHelperLoose.js</a:t>
            </a:r>
          </a:p>
          <a:p>
            <a:pPr>
              <a:defRPr sz="1200"/>
            </a:pPr>
            <a:r>
              <a:t>D:/pasar_fix/node_modules/.bun/@babel+helpers@7.29.2/node_modules/@babel/helpers/lib/helpers/createForOfIteratorHelperLoose.js.map</a:t>
            </a:r>
          </a:p>
          <a:p>
            <a:pPr>
              <a:defRPr sz="1200"/>
            </a:pPr>
            <a:r>
              <a:t>D:/pasar_fix/node_modules/.bun/@babel+helpers@7.29.2/node_modules/@babel/helpers/lib/helpers/createSuper.js</a:t>
            </a:r>
          </a:p>
          <a:p>
            <a:pPr>
              <a:defRPr sz="1200"/>
            </a:pPr>
            <a:r>
              <a:t>D:/pasar_fix/node_modules/.bun/@babel+helpers@7.29.2/node_modules/@babel/helpers/lib/helpers/createSuper.js.map</a:t>
            </a:r>
          </a:p>
          <a:p>
            <a:pPr>
              <a:defRPr sz="1200"/>
            </a:pPr>
            <a:r>
              <a:t>D:/pasar_fix/node_modules/.bun/@babel+helpers@7.29.2/node_modules/@babel/helpers/lib/helpers/decorate.js</a:t>
            </a:r>
          </a:p>
          <a:p>
            <a:pPr>
              <a:defRPr sz="1200"/>
            </a:pPr>
            <a:r>
              <a:t>D:/pasar_fix/node_modules/.bun/@babel+helpers@7.29.2/node_modules/@babel/helpers/lib/helpers/decorate.js.map</a:t>
            </a:r>
          </a:p>
          <a:p>
            <a:pPr>
              <a:defRPr sz="1200"/>
            </a:pPr>
            <a:r>
              <a:t>D:/pasar_fix/node_modules/.bun/@babel+helpers@7.29.2/node_modules/@babel/helpers/lib/helpers/defaults.js</a:t>
            </a:r>
          </a:p>
          <a:p>
            <a:pPr>
              <a:defRPr sz="1200"/>
            </a:pPr>
            <a:r>
              <a:t>D:/pasar_fix/node_modules/.bun/@babel+helpers@7.29.2/node_modules/@babel/helpers/lib/helpers/defaults.js.map</a:t>
            </a:r>
          </a:p>
          <a:p>
            <a:pPr>
              <a:defRPr sz="1200"/>
            </a:pPr>
            <a:r>
              <a:t>D:/pasar_fix/node_modules/.bun/@babel+helpers@7.29.2/node_modules/@babel/helpers/lib/helpers/defineAccessor.js</a:t>
            </a:r>
          </a:p>
          <a:p>
            <a:pPr>
              <a:defRPr sz="1200"/>
            </a:pPr>
            <a:r>
              <a:t>D:/pasar_fix/node_modules/.bun/@babel+helpers@7.29.2/node_modules/@babel/helpers/lib/helpers/defineAccessor.js.map</a:t>
            </a:r>
          </a:p>
          <a:p>
            <a:pPr>
              <a:defRPr sz="1200"/>
            </a:pPr>
            <a:r>
              <a:t>D:/pasar_fix/node_modules/.bun/@babel+helpers@7.29.2/node_modules/@babel/helpers/lib/helpers/defineEnumerableProperties.js</a:t>
            </a:r>
          </a:p>
          <a:p>
            <a:pPr>
              <a:defRPr sz="1200"/>
            </a:pPr>
            <a:r>
              <a:t>D:/pasar_fix/node_modules/.bun/@babel+helpers@7.29.2/node_modules/@babel/helpers/lib/helpers/defineEnumerableProperties.js.map</a:t>
            </a:r>
          </a:p>
          <a:p>
            <a:pPr>
              <a:defRPr sz="1200"/>
            </a:pPr>
            <a:r>
              <a:t>D:/pasar_fix/node_modules/.bun/@babel+helpers@7.29.2/node_modules/@babel/helpers/lib/helpers/defineProperty.js</a:t>
            </a:r>
          </a:p>
          <a:p>
            <a:pPr>
              <a:defRPr sz="1200"/>
            </a:pPr>
            <a:r>
              <a:t>D:/pasar_fix/node_modules/.bun/@babel+helpers@7.29.2/node_modules/@babel/helpers/lib/helpers/defineProperty.js.map</a:t>
            </a:r>
          </a:p>
          <a:p>
            <a:pPr>
              <a:defRPr sz="1200"/>
            </a:pPr>
            <a:r>
              <a:t>D:/pasar_fix/node_modules/.bun/@babel+helpers@7.29.2/node_modules/@babel/helpers/lib/helpers/dispose.js</a:t>
            </a:r>
          </a:p>
          <a:p>
            <a:pPr>
              <a:defRPr sz="1200"/>
            </a:pPr>
            <a:r>
              <a:t>D:/pasar_fix/node_modules/.bun/@babel+helpers@7.29.2/node_modules/@babel/helpers/lib/helpers/dispose.js.map</a:t>
            </a:r>
          </a:p>
          <a:p>
            <a:pPr>
              <a:defRPr sz="1200"/>
            </a:pPr>
            <a:r>
              <a:t>D:/pasar_fix/node_modules/.bun/@babel+helpers@7.29.2/node_modules/@babel/helpers/lib/helpers/extends.js</a:t>
            </a:r>
          </a:p>
          <a:p>
            <a:pPr>
              <a:defRPr sz="1200"/>
            </a:pPr>
            <a:r>
              <a:t>D:/pasar_fix/node_modules/.bun/@babel+helpers@7.29.2/node_modules/@babel/helpers/lib/helpers/extends.js.map</a:t>
            </a:r>
          </a:p>
          <a:p>
            <a:pPr>
              <a:defRPr sz="1200"/>
            </a:pPr>
            <a:r>
              <a:t>D:/pasar_fix/node_modules/.bun/@babel+helpers@7.29.2/node_modules/@babel/helpers/lib/helpers/get.js</a:t>
            </a:r>
          </a:p>
          <a:p>
            <a:pPr>
              <a:defRPr sz="1200"/>
            </a:pPr>
            <a:r>
              <a:t>D:/pasar_fix/node_modules/.bun/@babel+helpers@7.29.2/node_modules/@babel/helpers/lib/helpers/get.js.map</a:t>
            </a:r>
          </a:p>
          <a:p>
            <a:pPr>
              <a:defRPr sz="1200"/>
            </a:pPr>
            <a:r>
              <a:t>D:/pasar_fix/node_modules/.bun/@babel+helpers@7.29.2/node_modules/@babel/helpers/lib/helpers/getPrototypeOf.js</a:t>
            </a:r>
          </a:p>
          <a:p>
            <a:pPr>
              <a:defRPr sz="1200"/>
            </a:pPr>
            <a:r>
              <a:t>D:/pasar_fix/node_modules/.bun/@babel+helpers@7.29.2/node_modules/@babel/helpers/lib/helpers/getPrototypeOf.js.map</a:t>
            </a:r>
          </a:p>
          <a:p>
            <a:pPr>
              <a:defRPr sz="1200"/>
            </a:pPr>
            <a:r>
              <a:t>D:/pasar_fix/node_modules/.bun/@babel+helpers@7.29.2/node_modules/@babel/helpers/lib/helpers/identity.js</a:t>
            </a:r>
          </a:p>
          <a:p>
            <a:pPr>
              <a:defRPr sz="1200"/>
            </a:pPr>
            <a:r>
              <a:t>D:/pasar_fix/node_modules/.bun/@babel+helpers@7.29.2/node_modules/@babel/helpers/lib/helpers/identity.js.map</a:t>
            </a:r>
          </a:p>
          <a:p>
            <a:pPr>
              <a:defRPr sz="1200"/>
            </a:pPr>
            <a:r>
              <a:t>D:/pasar_fix/node_modules/.bun/@babel+helpers@7.29.2/node_modules/@babel/helpers/lib/helpers/importDeferProxy.js</a:t>
            </a:r>
          </a:p>
          <a:p>
            <a:pPr>
              <a:defRPr sz="1200"/>
            </a:pPr>
            <a:r>
              <a:t>D:/pasar_fix/node_modules/.bun/@babel+helpers@7.29.2/node_modules/@babel/helpers/lib/helpers/importDeferProxy.js.map</a:t>
            </a:r>
          </a:p>
          <a:p>
            <a:pPr>
              <a:defRPr sz="1200"/>
            </a:pPr>
            <a:r>
              <a:t>D:/pasar_fix/node_modules/.bun/@babel+helpers@7.29.2/node_modules/@babel/helpers/lib/helpers/inherits.js</a:t>
            </a:r>
          </a:p>
          <a:p>
            <a:pPr>
              <a:defRPr sz="1200"/>
            </a:pPr>
            <a:r>
              <a:t>D:/pasar_fix/node_modules/.bun/@babel+helpers@7.29.2/node_modules/@babel/helpers/lib/helpers/inherits.js.map</a:t>
            </a:r>
          </a:p>
          <a:p>
            <a:pPr>
              <a:defRPr sz="1200"/>
            </a:pPr>
            <a:r>
              <a:t>D:/pasar_fix/node_modules/.bun/@babel+helpers@7.29.2/node_modules/@babel/helpers/lib/helpers/inheritsLoose.js</a:t>
            </a:r>
          </a:p>
          <a:p>
            <a:pPr>
              <a:defRPr sz="1200"/>
            </a:pPr>
            <a:r>
              <a:t>D:/pasar_fix/node_modules/.bun/@babel+helpers@7.29.2/node_modules/@babel/helpers/lib/helpers/inheritsLoose.js.map</a:t>
            </a:r>
          </a:p>
          <a:p>
            <a:pPr>
              <a:defRPr sz="1200"/>
            </a:pPr>
            <a:r>
              <a:t>D:/pasar_fix/node_modules/.bun/@babel+helpers@7.29.2/node_modules/@babel/helpers/lib/helpers/initializerDefineProperty.js</a:t>
            </a:r>
          </a:p>
          <a:p>
            <a:pPr>
              <a:defRPr sz="1200"/>
            </a:pPr>
            <a:r>
              <a:t>D:/pasar_fix/node_modules/.bun/@babel+helpers@7.29.2/node_modules/@babel/helpers/lib/helpers/initializerDefineProperty.js.map</a:t>
            </a:r>
          </a:p>
          <a:p>
            <a:pPr>
              <a:defRPr sz="1200"/>
            </a:pPr>
            <a:r>
              <a:t>D:/pasar_fix/node_modules/.bun/@babel+helpers@7.29.2/node_modules/@babel/helpers/lib/helpers/initializerWarningHelper.js</a:t>
            </a:r>
          </a:p>
          <a:p>
            <a:pPr>
              <a:defRPr sz="1200"/>
            </a:pPr>
            <a:r>
              <a:t>D:/pasar_fix/node_modules/.bun/@babel+helpers@7.29.2/node_modules/@babel/helpers/lib/helpers/initializerWarningHelper.js.map</a:t>
            </a:r>
          </a:p>
          <a:p>
            <a:pPr>
              <a:defRPr sz="1200"/>
            </a:pPr>
            <a:r>
              <a:t>D:/pasar_fix/node_modules/.bun/@babel+helpers@7.29.2/node_modules/@babel/helpers/lib/helpers/instanceof.js</a:t>
            </a:r>
          </a:p>
          <a:p>
            <a:pPr>
              <a:defRPr sz="1200"/>
            </a:pPr>
            <a:r>
              <a:t>D:/pasar_fix/node_modules/.bun/@babel+helpers@7.29.2/node_modules/@babel/helpers/lib/helpers/instanceof.js.map</a:t>
            </a:r>
          </a:p>
          <a:p>
            <a:pPr>
              <a:defRPr sz="1200"/>
            </a:pPr>
            <a:r>
              <a:t>D:/pasar_fix/node_modules/.bun/@babel+helpers@7.29.2/node_modules/@babel/helpers/lib/helpers/interopRequireDefault.js</a:t>
            </a:r>
          </a:p>
          <a:p>
            <a:pPr>
              <a:defRPr sz="1200"/>
            </a:pPr>
            <a:r>
              <a:t>D:/pasar_fix/node_modules/.bun/@babel+helpers@7.29.2/node_modules/@babel/helpers/lib/helpers/interopRequireDefault.js.map</a:t>
            </a:r>
          </a:p>
          <a:p>
            <a:pPr>
              <a:defRPr sz="1200"/>
            </a:pPr>
            <a:r>
              <a:t>D:/pasar_fix/node_modules/.bun/@babel+helpers@7.29.2/node_modules/@babel/helpers/lib/helpers/interopRequireWildcard.js</a:t>
            </a:r>
          </a:p>
          <a:p>
            <a:pPr>
              <a:defRPr sz="1200"/>
            </a:pPr>
            <a:r>
              <a:t>D:/pasar_fix/node_modules/.bun/@babel+helpers@7.29.2/node_modules/@babel/helpers/lib/helpers/interopRequireWildcard.js.map</a:t>
            </a:r>
          </a:p>
          <a:p>
            <a:pPr>
              <a:defRPr sz="1200"/>
            </a:pPr>
            <a:r>
              <a:t>D:/pasar_fix/node_modules/.bun/@babel+helpers@7.29.2/node_modules/@babel/helpers/lib/helpers/isNativeFunction.js</a:t>
            </a:r>
          </a:p>
          <a:p>
            <a:pPr>
              <a:defRPr sz="1200"/>
            </a:pPr>
            <a:r>
              <a:t>D:/pasar_fix/node_modules/.bun/@babel+helpers@7.29.2/node_modules/@babel/helpers/lib/helpers/isNativeFunction.js.map</a:t>
            </a:r>
          </a:p>
          <a:p>
            <a:pPr>
              <a:defRPr sz="1200"/>
            </a:pPr>
            <a:r>
              <a:t>D:/pasar_fix/node_modules/.bun/@babel+helpers@7.29.2/node_modules/@babel/helpers/lib/helpers/isNativeReflectConstruct.js</a:t>
            </a:r>
          </a:p>
          <a:p>
            <a:pPr>
              <a:defRPr sz="1200"/>
            </a:pPr>
            <a:r>
              <a:t>D:/pasar_fix/node_modules/.bun/@babel+helpers@7.29.2/node_modules/@babel/helpers/lib/helpers/isNativeReflectConstruct.js.map</a:t>
            </a:r>
          </a:p>
          <a:p>
            <a:pPr>
              <a:defRPr sz="1200"/>
            </a:pPr>
            <a:r>
              <a:t>D:/pasar_fix/node_modules/.bun/@babel+helpers@7.29.2/node_modules/@babel/helpers/lib/helpers/iterableToArray.js</a:t>
            </a:r>
          </a:p>
          <a:p>
            <a:pPr>
              <a:defRPr sz="1200"/>
            </a:pPr>
            <a:r>
              <a:t>D:/pasar_fix/node_modules/.bun/@babel+helpers@7.29.2/node_modules/@babel/helpers/lib/helpers/iterableToArray.js.map</a:t>
            </a:r>
          </a:p>
          <a:p>
            <a:pPr>
              <a:defRPr sz="1200"/>
            </a:pPr>
            <a:r>
              <a:t>D:/pasar_fix/node_modules/.bun/@babel+helpers@7.29.2/node_modules/@babel/helpers/lib/helpers/iterableToArrayLimit.js</a:t>
            </a:r>
          </a:p>
          <a:p>
            <a:pPr>
              <a:defRPr sz="1200"/>
            </a:pPr>
            <a:r>
              <a:t>D:/pasar_fix/node_modules/.bun/@babel+helpers@7.29.2/node_modules/@babel/helpers/lib/helpers/iterableToArrayLimit.js.map</a:t>
            </a:r>
          </a:p>
          <a:p>
            <a:pPr>
              <a:defRPr sz="1200"/>
            </a:pPr>
            <a:r>
              <a:t>D:/pasar_fix/node_modules/.bun/@babel+helpers@7.29.2/node_modules/@babel/helpers/lib/helpers/jsx.js</a:t>
            </a:r>
          </a:p>
          <a:p>
            <a:pPr>
              <a:defRPr sz="1200"/>
            </a:pPr>
            <a:r>
              <a:t>D:/pasar_fix/node_modules/.bun/@babel+helpers@7.29.2/node_modules/@babel/helpers/lib/helpers/jsx.js.map</a:t>
            </a:r>
          </a:p>
          <a:p>
            <a:pPr>
              <a:defRPr sz="1200"/>
            </a:pPr>
            <a:r>
              <a:t>D:/pasar_fix/node_modules/.bun/@babel+helpers@7.29.2/node_modules/@babel/helpers/lib/helpers/maybeArrayLike.js</a:t>
            </a:r>
          </a:p>
          <a:p>
            <a:pPr>
              <a:defRPr sz="1200"/>
            </a:pPr>
            <a:r>
              <a:t>D:/pasar_fix/node_modules/.bun/@babel+helpers@7.29.2/node_modules/@babel/helpers/lib/helpers/maybeArrayLike.js.map</a:t>
            </a:r>
          </a:p>
          <a:p>
            <a:pPr>
              <a:defRPr sz="1200"/>
            </a:pPr>
            <a:r>
              <a:t>D:/pasar_fix/node_modules/.bun/@babel+helpers@7.29.2/node_modules/@babel/helpers/lib/helpers/newArrowCheck.js</a:t>
            </a:r>
          </a:p>
          <a:p>
            <a:pPr>
              <a:defRPr sz="1200"/>
            </a:pPr>
            <a:r>
              <a:t>D:/pasar_fix/node_modules/.bun/@babel+helpers@7.29.2/node_modules/@babel/helpers/lib/helpers/newArrowCheck.js.map</a:t>
            </a:r>
          </a:p>
          <a:p>
            <a:pPr>
              <a:defRPr sz="1200"/>
            </a:pPr>
            <a:r>
              <a:t>D:/pasar_fix/node_modules/.bun/@babel+helpers@7.29.2/node_modules/@babel/helpers/lib/helpers/nonIterableRest.js</a:t>
            </a:r>
          </a:p>
          <a:p>
            <a:pPr>
              <a:defRPr sz="1200"/>
            </a:pPr>
            <a:r>
              <a:t>D:/pasar_fix/node_modules/.bun/@babel+helpers@7.29.2/node_modules/@babel/helpers/lib/helpers/nonIterableRest.js.map</a:t>
            </a:r>
          </a:p>
          <a:p>
            <a:pPr>
              <a:defRPr sz="1200"/>
            </a:pPr>
            <a:r>
              <a:t>D:/pasar_fix/node_modules/.bun/@babel+helpers@7.29.2/node_modules/@babel/helpers/lib/helpers/nonIterableSpread.js</a:t>
            </a:r>
          </a:p>
          <a:p>
            <a:pPr>
              <a:defRPr sz="1200"/>
            </a:pPr>
            <a:r>
              <a:t>D:/pasar_fix/node_modules/.bun/@babel+helpers@7.29.2/node_modules/@babel/helpers/lib/helpers/nonIterableSpread.js.map</a:t>
            </a:r>
          </a:p>
          <a:p>
            <a:pPr>
              <a:defRPr sz="1200"/>
            </a:pPr>
            <a:r>
              <a:t>D:/pasar_fix/node_modules/.bun/@babel+helpers@7.29.2/node_modules/@babel/helpers/lib/helpers/nullishReceiverError.js</a:t>
            </a:r>
          </a:p>
          <a:p>
            <a:pPr>
              <a:defRPr sz="1200"/>
            </a:pPr>
            <a:r>
              <a:t>D:/pasar_fix/node_modules/.bun/@babel+helpers@7.29.2/node_modules/@babel/helpers/lib/helpers/nullishReceiverError.js.map</a:t>
            </a:r>
          </a:p>
          <a:p>
            <a:pPr>
              <a:defRPr sz="1200"/>
            </a:pPr>
            <a:r>
              <a:t>D:/pasar_fix/node_modules/.bun/@babel+helpers@7.29.2/node_modules/@babel/helpers/lib/helpers/objectDestructuringEmpty.js</a:t>
            </a:r>
          </a:p>
          <a:p>
            <a:pPr>
              <a:defRPr sz="1200"/>
            </a:pPr>
            <a:r>
              <a:t>D:/pasar_fix/node_modules/.bun/@babel+helpers@7.29.2/node_modules/@babel/helpers/lib/helpers/objectDestructuringEmpty.js.map</a:t>
            </a:r>
          </a:p>
          <a:p>
            <a:pPr>
              <a:defRPr sz="1200"/>
            </a:pPr>
            <a:r>
              <a:t>D:/pasar_fix/node_modules/.bun/@babel+helpers@7.29.2/node_modules/@babel/helpers/lib/helpers/objectSpread.js</a:t>
            </a:r>
          </a:p>
          <a:p>
            <a:pPr>
              <a:defRPr sz="1200"/>
            </a:pPr>
            <a:r>
              <a:t>D:/pasar_fix/node_modules/.bun/@babel+helpers@7.29.2/node_modules/@babel/helpers/lib/helpers/objectSpread.js.map</a:t>
            </a:r>
          </a:p>
          <a:p>
            <a:pPr>
              <a:defRPr sz="1200"/>
            </a:pPr>
            <a:r>
              <a:t>D:/pasar_fix/node_modules/.bun/@babel+helpers@7.29.2/node_modules/@babel/helpers/lib/helpers/objectSpread2.js</a:t>
            </a:r>
          </a:p>
          <a:p>
            <a:pPr>
              <a:defRPr sz="1200"/>
            </a:pPr>
            <a:r>
              <a:t>D:/pasar_fix/node_modules/.bun/@babel+helpers@7.29.2/node_modules/@babel/helpers/lib/helpers/objectSpread2.js.map</a:t>
            </a:r>
          </a:p>
          <a:p>
            <a:pPr>
              <a:defRPr sz="1200"/>
            </a:pPr>
            <a:r>
              <a:t>D:/pasar_fix/node_modules/.bun/@babel+helpers@7.29.2/node_modules/@babel/helpers/lib/helpers/objectWithoutProperties.js</a:t>
            </a:r>
          </a:p>
          <a:p>
            <a:pPr>
              <a:defRPr sz="1200"/>
            </a:pPr>
            <a:r>
              <a:t>D:/pasar_fix/node_modules/.bun/@babel+helpers@7.29.2/node_modules/@babel/helpers/lib/helpers/objectWithoutProperties.js.map</a:t>
            </a:r>
          </a:p>
          <a:p>
            <a:pPr>
              <a:defRPr sz="1200"/>
            </a:pPr>
            <a:r>
              <a:t>D:/pasar_fix/node_modules/.bun/@babel+helpers@7.29.2/node_modules/@babel/helpers/lib/helpers/objectWithoutPropertiesLoose.js</a:t>
            </a:r>
          </a:p>
          <a:p>
            <a:pPr>
              <a:defRPr sz="1200"/>
            </a:pPr>
            <a:r>
              <a:t>D:/pasar_fix/node_modules/.bun/@babel+helpers@7.29.2/node_modules/@babel/helpers/lib/helpers/objectWithoutPropertiesLoose.js.map</a:t>
            </a:r>
          </a:p>
          <a:p>
            <a:pPr>
              <a:defRPr sz="1200"/>
            </a:pPr>
            <a:r>
              <a:t>D:/pasar_fix/node_modules/.bun/@babel+helpers@7.29.2/node_modules/@babel/helpers/lib/helpers/OverloadYield.js</a:t>
            </a:r>
          </a:p>
          <a:p>
            <a:pPr>
              <a:defRPr sz="1200"/>
            </a:pPr>
            <a:r>
              <a:t>D:/pasar_fix/node_modules/.bun/@babel+helpers@7.29.2/node_modules/@babel/helpers/lib/helpers/OverloadYield.js.map</a:t>
            </a:r>
          </a:p>
          <a:p>
            <a:pPr>
              <a:defRPr sz="1200"/>
            </a:pPr>
            <a:r>
              <a:t>D:/pasar_fix/node_modules/.bun/@babel+helpers@7.29.2/node_modules/@babel/helpers/lib/helpers/possibleConstructorReturn.js</a:t>
            </a:r>
          </a:p>
          <a:p>
            <a:pPr>
              <a:defRPr sz="1200"/>
            </a:pPr>
            <a:r>
              <a:t>D:/pasar_fix/node_modules/.bun/@babel+helpers@7.29.2/node_modules/@babel/helpers/lib/helpers/possibleConstructorReturn.js.map</a:t>
            </a:r>
          </a:p>
          <a:p>
            <a:pPr>
              <a:defRPr sz="1200"/>
            </a:pPr>
            <a:r>
              <a:t>D:/pasar_fix/node_modules/.bun/@babel+helpers@7.29.2/node_modules/@babel/helpers/lib/helpers/readOnlyError.js</a:t>
            </a:r>
          </a:p>
          <a:p>
            <a:pPr>
              <a:defRPr sz="1200"/>
            </a:pPr>
            <a:r>
              <a:t>D:/pasar_fix/node_modules/.bun/@babel+helpers@7.29.2/node_modules/@babel/helpers/lib/helpers/readOnlyError.js.map</a:t>
            </a:r>
          </a:p>
          <a:p>
            <a:pPr>
              <a:defRPr sz="1200"/>
            </a:pPr>
            <a:r>
              <a:t>D:/pasar_fix/node_modules/.bun/@babel+helpers@7.29.2/node_modules/@babel/helpers/lib/helpers/regenerator.js</a:t>
            </a:r>
          </a:p>
          <a:p>
            <a:pPr>
              <a:defRPr sz="1200"/>
            </a:pPr>
            <a:r>
              <a:t>D:/pasar_fix/node_modules/.bun/@babel+helpers@7.29.2/node_modules/@babel/helpers/lib/helpers/regenerator.js.map</a:t>
            </a:r>
          </a:p>
          <a:p>
            <a:pPr>
              <a:defRPr sz="1200"/>
            </a:pPr>
            <a:r>
              <a:t>D:/pasar_fix/node_modules/.bun/@babel+helpers@7.29.2/node_modules/@babel/helpers/lib/helpers/regeneratorAsync.js</a:t>
            </a:r>
          </a:p>
          <a:p>
            <a:pPr>
              <a:defRPr sz="1200"/>
            </a:pPr>
            <a:r>
              <a:t>D:/pasar_fix/node_modules/.bun/@babel+helpers@7.29.2/node_modules/@babel/helpers/lib/helpers/regeneratorAsync.js.map</a:t>
            </a:r>
          </a:p>
          <a:p>
            <a:pPr>
              <a:defRPr sz="1200"/>
            </a:pPr>
            <a:r>
              <a:t>D:/pasar_fix/node_modules/.bun/@babel+helpers@7.29.2/node_modules/@babel/helpers/lib/helpers/regeneratorAsyncGen.js</a:t>
            </a:r>
          </a:p>
          <a:p>
            <a:pPr>
              <a:defRPr sz="1200"/>
            </a:pPr>
            <a:r>
              <a:t>D:/pasar_fix/node_modules/.bun/@babel+helpers@7.29.2/node_modules/@babel/helpers/lib/helpers/regeneratorAsyncGen.js.map</a:t>
            </a:r>
          </a:p>
          <a:p>
            <a:pPr>
              <a:defRPr sz="1200"/>
            </a:pPr>
            <a:r>
              <a:t>D:/pasar_fix/node_modules/.bun/@babel+helpers@7.29.2/node_modules/@babel/helpers/lib/helpers/regeneratorAsyncIterator.js</a:t>
            </a:r>
          </a:p>
          <a:p>
            <a:pPr>
              <a:defRPr sz="1200"/>
            </a:pPr>
            <a:r>
              <a:t>D:/pasar_fix/node_modules/.bun/@babel+helpers@7.29.2/node_modules/@babel/helpers/lib/helpers/regeneratorAsyncIterator.js.map</a:t>
            </a:r>
          </a:p>
          <a:p>
            <a:pPr>
              <a:defRPr sz="1200"/>
            </a:pPr>
            <a:r>
              <a:t>D:/pasar_fix/node_modules/.bun/@babel+helpers@7.29.2/node_modules/@babel/helpers/lib/helpers/regeneratorDefine.js</a:t>
            </a:r>
          </a:p>
          <a:p>
            <a:pPr>
              <a:defRPr sz="1200"/>
            </a:pPr>
            <a:r>
              <a:t>D:/pasar_fix/node_modules/.bun/@babel+helpers@7.29.2/node_modules/@babel/helpers/lib/helpers/regeneratorDefine.js.map</a:t>
            </a:r>
          </a:p>
          <a:p>
            <a:pPr>
              <a:defRPr sz="1200"/>
            </a:pPr>
            <a:r>
              <a:t>D:/pasar_fix/node_modules/.bun/@babel+helpers@7.29.2/node_modules/@babel/helpers/lib/helpers/regeneratorKeys.js</a:t>
            </a:r>
          </a:p>
          <a:p>
            <a:pPr>
              <a:defRPr sz="1200"/>
            </a:pPr>
            <a:r>
              <a:t>D:/pasar_fix/node_modules/.bun/@babel+helpers@7.29.2/node_modules/@babel/helpers/lib/helpers/regeneratorKeys.js.map</a:t>
            </a:r>
          </a:p>
          <a:p>
            <a:pPr>
              <a:defRPr sz="1200"/>
            </a:pPr>
            <a:r>
              <a:t>D:/pasar_fix/node_modules/.bun/@babel+helpers@7.29.2/node_modules/@babel/helpers/lib/helpers/regeneratorRuntime.js</a:t>
            </a:r>
          </a:p>
          <a:p>
            <a:pPr>
              <a:defRPr sz="1200"/>
            </a:pPr>
            <a:r>
              <a:t>D:/pasar_fix/node_modules/.bun/@babel+helpers@7.29.2/node_modules/@babel/helpers/lib/helpers/regeneratorRuntime.js.map</a:t>
            </a:r>
          </a:p>
          <a:p>
            <a:pPr>
              <a:defRPr sz="1200"/>
            </a:pPr>
            <a:r>
              <a:t>D:/pasar_fix/node_modules/.bun/@babel+helpers@7.29.2/node_modules/@babel/helpers/lib/helpers/regeneratorValues.js</a:t>
            </a:r>
          </a:p>
          <a:p>
            <a:pPr>
              <a:defRPr sz="1200"/>
            </a:pPr>
            <a:r>
              <a:t>D:/pasar_fix/node_modules/.bun/@babel+helpers@7.29.2/node_modules/@babel/helpers/lib/helpers/regeneratorValues.js.map</a:t>
            </a:r>
          </a:p>
          <a:p>
            <a:pPr>
              <a:defRPr sz="1200"/>
            </a:pPr>
            <a:r>
              <a:t>D:/pasar_fix/node_modules/.bun/@babel+helpers@7.29.2/node_modules/@babel/helpers/lib/helpers/set.js</a:t>
            </a:r>
          </a:p>
          <a:p>
            <a:pPr>
              <a:defRPr sz="1200"/>
            </a:pPr>
            <a:r>
              <a:t>D:/pasar_fix/node_modules/.bun/@babel+helpers@7.29.2/node_modules/@babel/helpers/lib/helpers/set.js.map</a:t>
            </a:r>
          </a:p>
          <a:p>
            <a:pPr>
              <a:defRPr sz="1200"/>
            </a:pPr>
            <a:r>
              <a:t>D:/pasar_fix/node_modules/.bun/@babel+helpers@7.29.2/node_modules/@babel/helpers/lib/helpers/setFunctionName.js</a:t>
            </a:r>
          </a:p>
          <a:p>
            <a:pPr>
              <a:defRPr sz="1200"/>
            </a:pPr>
            <a:r>
              <a:t>D:/pasar_fix/node_modules/.bun/@babel+helpers@7.29.2/node_modules/@babel/helpers/lib/helpers/setFunctionName.js.map</a:t>
            </a:r>
          </a:p>
          <a:p>
            <a:pPr>
              <a:defRPr sz="1200"/>
            </a:pPr>
            <a:r>
              <a:t>D:/pasar_fix/node_modules/.bun/@babel+helpers@7.29.2/node_modules/@babel/helpers/lib/helpers/setPrototypeOf.js</a:t>
            </a:r>
          </a:p>
          <a:p>
            <a:pPr>
              <a:defRPr sz="1200"/>
            </a:pPr>
            <a:r>
              <a:t>D:/pasar_fix/node_modules/.bun/@babel+helpers@7.29.2/node_modules/@babel/helpers/lib/helpers/setPrototypeOf.js.map</a:t>
            </a:r>
          </a:p>
          <a:p>
            <a:pPr>
              <a:defRPr sz="1200"/>
            </a:pPr>
            <a:r>
              <a:t>D:/pasar_fix/node_modules/.bun/@babel+helpers@7.29.2/node_modules/@babel/helpers/lib/helpers/skipFirstGeneratorNext.js</a:t>
            </a:r>
          </a:p>
          <a:p>
            <a:pPr>
              <a:defRPr sz="1200"/>
            </a:pPr>
            <a:r>
              <a:t>D:/pasar_fix/node_modules/.bun/@babel+helpers@7.29.2/node_modules/@babel/helpers/lib/helpers/skipFirstGeneratorNext.js.map</a:t>
            </a:r>
          </a:p>
          <a:p>
            <a:pPr>
              <a:defRPr sz="1200"/>
            </a:pPr>
            <a:r>
              <a:t>D:/pasar_fix/node_modules/.bun/@babel+helpers@7.29.2/node_modules/@babel/helpers/lib/helpers/slicedToArray.js</a:t>
            </a:r>
          </a:p>
          <a:p>
            <a:pPr>
              <a:defRPr sz="1200"/>
            </a:pPr>
            <a:r>
              <a:t>D:/pasar_fix/node_modules/.bun/@babel+helpers@7.29.2/node_modules/@babel/helpers/lib/helpers/slicedToArray.js.map</a:t>
            </a:r>
          </a:p>
          <a:p>
            <a:pPr>
              <a:defRPr sz="1200"/>
            </a:pPr>
            <a:r>
              <a:t>D:/pasar_fix/node_modules/.bun/@babel+helpers@7.29.2/node_modules/@babel/helpers/lib/helpers/superPropBase.js</a:t>
            </a:r>
          </a:p>
          <a:p>
            <a:pPr>
              <a:defRPr sz="1200"/>
            </a:pPr>
            <a:r>
              <a:t>D:/pasar_fix/node_modules/.bun/@babel+helpers@7.29.2/node_modules/@babel/helpers/lib/helpers/superPropBase.js.map</a:t>
            </a:r>
          </a:p>
          <a:p>
            <a:pPr>
              <a:defRPr sz="1200"/>
            </a:pPr>
            <a:r>
              <a:t>D:/pasar_fix/node_modules/.bun/@babel+helpers@7.29.2/node_modules/@babel/helpers/lib/helpers/superPropGet.js</a:t>
            </a:r>
          </a:p>
          <a:p>
            <a:pPr>
              <a:defRPr sz="1200"/>
            </a:pPr>
            <a:r>
              <a:t>D:/pasar_fix/node_modules/.bun/@babel+helpers@7.29.2/node_modules/@babel/helpers/lib/helpers/superPropGet.js.map</a:t>
            </a:r>
          </a:p>
          <a:p>
            <a:pPr>
              <a:defRPr sz="1200"/>
            </a:pPr>
            <a:r>
              <a:t>D:/pasar_fix/node_modules/.bun/@babel+helpers@7.29.2/node_modules/@babel/helpers/lib/helpers/superPropSet.js</a:t>
            </a:r>
          </a:p>
          <a:p>
            <a:pPr>
              <a:defRPr sz="1200"/>
            </a:pPr>
            <a:r>
              <a:t>D:/pasar_fix/node_modules/.bun/@babel+helpers@7.29.2/node_modules/@babel/helpers/lib/helpers/superPropSet.js.map</a:t>
            </a:r>
          </a:p>
          <a:p>
            <a:pPr>
              <a:defRPr sz="1200"/>
            </a:pPr>
            <a:r>
              <a:t>D:/pasar_fix/node_modules/.bun/@babel+helpers@7.29.2/node_modules/@babel/helpers/lib/helpers/taggedTemplateLiteral.js</a:t>
            </a:r>
          </a:p>
          <a:p>
            <a:pPr>
              <a:defRPr sz="1200"/>
            </a:pPr>
            <a:r>
              <a:t>D:/pasar_fix/node_modules/.bun/@babel+helpers@7.29.2/node_modules/@babel/helpers/lib/helpers/taggedTemplateLiteral.js.map</a:t>
            </a:r>
          </a:p>
          <a:p>
            <a:pPr>
              <a:defRPr sz="1200"/>
            </a:pPr>
            <a:r>
              <a:t>D:/pasar_fix/node_modules/.bun/@babel+helpers@7.29.2/node_modules/@babel/helpers/lib/helpers/taggedTemplateLiteralLoose.js</a:t>
            </a:r>
          </a:p>
          <a:p>
            <a:pPr>
              <a:defRPr sz="1200"/>
            </a:pPr>
            <a:r>
              <a:t>D:/pasar_fix/node_modules/.bun/@babel+helpers@7.29.2/node_modules/@babel/helpers/lib/helpers/taggedTemplateLiteralLoose.js.map</a:t>
            </a:r>
          </a:p>
          <a:p>
            <a:pPr>
              <a:defRPr sz="1200"/>
            </a:pPr>
            <a:r>
              <a:t>D:/pasar_fix/node_modules/.bun/@babel+helpers@7.29.2/node_modules/@babel/helpers/lib/helpers/tdz.js</a:t>
            </a:r>
          </a:p>
          <a:p>
            <a:pPr>
              <a:defRPr sz="1200"/>
            </a:pPr>
            <a:r>
              <a:t>D:/pasar_fix/node_modules/.bun/@babel+helpers@7.29.2/node_modules/@babel/helpers/lib/helpers/tdz.js.map</a:t>
            </a:r>
          </a:p>
          <a:p>
            <a:pPr>
              <a:defRPr sz="1200"/>
            </a:pPr>
            <a:r>
              <a:t>D:/pasar_fix/node_modules/.bun/@babel+helpers@7.29.2/node_modules/@babel/helpers/lib/helpers/temporalRef.js</a:t>
            </a:r>
          </a:p>
          <a:p>
            <a:pPr>
              <a:defRPr sz="1200"/>
            </a:pPr>
            <a:r>
              <a:t>D:/pasar_fix/node_modules/.bun/@babel+helpers@7.29.2/node_modules/@babel/helpers/lib/helpers/temporalRef.js.map</a:t>
            </a:r>
          </a:p>
          <a:p>
            <a:pPr>
              <a:defRPr sz="1200"/>
            </a:pPr>
            <a:r>
              <a:t>D:/pasar_fix/node_modules/.bun/@babel+helpers@7.29.2/node_modules/@babel/helpers/lib/helpers/temporalUndefined.js</a:t>
            </a:r>
          </a:p>
          <a:p>
            <a:pPr>
              <a:defRPr sz="1200"/>
            </a:pPr>
            <a:r>
              <a:t>D:/pasar_fix/node_modules/.bun/@babel+helpers@7.29.2/node_modules/@babel/helpers/lib/helpers/temporalUndefined.js.map</a:t>
            </a:r>
          </a:p>
          <a:p>
            <a:pPr>
              <a:defRPr sz="1200"/>
            </a:pPr>
            <a:r>
              <a:t>D:/pasar_fix/node_modules/.bun/@babel+helpers@7.29.2/node_modules/@babel/helpers/lib/helpers/toArray.js</a:t>
            </a:r>
          </a:p>
          <a:p>
            <a:pPr>
              <a:defRPr sz="1200"/>
            </a:pPr>
            <a:r>
              <a:t>D:/pasar_fix/node_modules/.bun/@babel+helpers@7.29.2/node_modules/@babel/helpers/lib/helpers/toArray.js.map</a:t>
            </a:r>
          </a:p>
          <a:p>
            <a:pPr>
              <a:defRPr sz="1200"/>
            </a:pPr>
            <a:r>
              <a:t>D:/pasar_fix/node_modules/.bun/@babel+helpers@7.29.2/node_modules/@babel/helpers/lib/helpers/toConsumableArray.js</a:t>
            </a:r>
          </a:p>
          <a:p>
            <a:pPr>
              <a:defRPr sz="1200"/>
            </a:pPr>
            <a:r>
              <a:t>D:/pasar_fix/node_modules/.bun/@babel+helpers@7.29.2/node_modules/@babel/helpers/lib/helpers/toConsumableArray.js.map</a:t>
            </a:r>
          </a:p>
          <a:p>
            <a:pPr>
              <a:defRPr sz="1200"/>
            </a:pPr>
            <a:r>
              <a:t>D:/pasar_fix/node_modules/.bun/@babel+helpers@7.29.2/node_modules/@babel/helpers/lib/helpers/toPrimitive.js</a:t>
            </a:r>
          </a:p>
          <a:p>
            <a:pPr>
              <a:defRPr sz="1200"/>
            </a:pPr>
            <a:r>
              <a:t>D:/pasar_fix/node_modules/.bun/@babel+helpers@7.29.2/node_modules/@babel/helpers/lib/helpers/toPrimitive.js.map</a:t>
            </a:r>
          </a:p>
          <a:p>
            <a:pPr>
              <a:defRPr sz="1200"/>
            </a:pPr>
            <a:r>
              <a:t>D:/pasar_fix/node_modules/.bun/@babel+helpers@7.29.2/node_modules/@babel/helpers/lib/helpers/toPropertyKey.js</a:t>
            </a:r>
          </a:p>
          <a:p>
            <a:pPr>
              <a:defRPr sz="1200"/>
            </a:pPr>
            <a:r>
              <a:t>D:/pasar_fix/node_modules/.bun/@babel+helpers@7.29.2/node_modules/@babel/helpers/lib/helpers/toPropertyKey.js.map</a:t>
            </a:r>
          </a:p>
          <a:p>
            <a:pPr>
              <a:defRPr sz="1200"/>
            </a:pPr>
            <a:r>
              <a:t>D:/pasar_fix/node_modules/.bun/@babel+helpers@7.29.2/node_modules/@babel/helpers/lib/helpers/toSetter.js</a:t>
            </a:r>
          </a:p>
          <a:p>
            <a:pPr>
              <a:defRPr sz="1200"/>
            </a:pPr>
            <a:r>
              <a:t>D:/pasar_fix/node_modules/.bun/@babel+helpers@7.29.2/node_modules/@babel/helpers/lib/helpers/toSetter.js.map</a:t>
            </a:r>
          </a:p>
          <a:p>
            <a:pPr>
              <a:defRPr sz="1200"/>
            </a:pPr>
            <a:r>
              <a:t>D:/pasar_fix/node_modules/.bun/@babel+helpers@7.29.2/node_modules/@babel/helpers/lib/helpers/tsRewriteRelativeImportExtensions.js</a:t>
            </a:r>
          </a:p>
          <a:p>
            <a:pPr>
              <a:defRPr sz="1200"/>
            </a:pPr>
            <a:r>
              <a:t>D:/pasar_fix/node_modules/.bun/@babel+helpers@7.29.2/node_modules/@babel/helpers/lib/helpers/tsRewriteRelativeImportExtensions.js.map</a:t>
            </a:r>
          </a:p>
          <a:p>
            <a:pPr>
              <a:defRPr sz="1200"/>
            </a:pPr>
            <a:r>
              <a:t>D:/pasar_fix/node_modules/.bun/@babel+helpers@7.29.2/node_modules/@babel/helpers/lib/helpers/typeof.js</a:t>
            </a:r>
          </a:p>
          <a:p>
            <a:pPr>
              <a:defRPr sz="1200"/>
            </a:pPr>
            <a:r>
              <a:t>D:/pasar_fix/node_modules/.bun/@babel+helpers@7.29.2/node_modules/@babel/helpers/lib/helpers/typeof.js.map</a:t>
            </a:r>
          </a:p>
          <a:p>
            <a:pPr>
              <a:defRPr sz="1200"/>
            </a:pPr>
            <a:r>
              <a:t>D:/pasar_fix/node_modules/.bun/@babel+helpers@7.29.2/node_modules/@babel/helpers/lib/helpers/unsupportedIterableToArray.js</a:t>
            </a:r>
          </a:p>
          <a:p>
            <a:pPr>
              <a:defRPr sz="1200"/>
            </a:pPr>
            <a:r>
              <a:t>D:/pasar_fix/node_modules/.bun/@babel+helpers@7.29.2/node_modules/@babel/helpers/lib/helpers/unsupportedIterableToArray.js.map</a:t>
            </a:r>
          </a:p>
          <a:p>
            <a:pPr>
              <a:defRPr sz="1200"/>
            </a:pPr>
            <a:r>
              <a:t>D:/pasar_fix/node_modules/.bun/@babel+helpers@7.29.2/node_modules/@babel/helpers/lib/helpers/using.js</a:t>
            </a:r>
          </a:p>
          <a:p>
            <a:pPr>
              <a:defRPr sz="1200"/>
            </a:pPr>
            <a:r>
              <a:t>D:/pasar_fix/node_modules/.bun/@babel+helpers@7.29.2/node_modules/@babel/helpers/lib/helpers/using.js.map</a:t>
            </a:r>
          </a:p>
          <a:p>
            <a:pPr>
              <a:defRPr sz="1200"/>
            </a:pPr>
            <a:r>
              <a:t>D:/pasar_fix/node_modules/.bun/@babel+helpers@7.29.2/node_modules/@babel/helpers/lib/helpers/usingCtx.js</a:t>
            </a:r>
          </a:p>
          <a:p>
            <a:pPr>
              <a:defRPr sz="1200"/>
            </a:pPr>
            <a:r>
              <a:t>D:/pasar_fix/node_modules/.bun/@babel+helpers@7.29.2/node_modules/@babel/helpers/lib/helpers/usingCtx.js.map</a:t>
            </a:r>
          </a:p>
          <a:p>
            <a:pPr>
              <a:defRPr sz="1200"/>
            </a:pPr>
            <a:r>
              <a:t>D:/pasar_fix/node_modules/.bun/@babel+helpers@7.29.2/node_modules/@babel/helpers/lib/helpers/wrapAsyncGenerator.js</a:t>
            </a:r>
          </a:p>
          <a:p>
            <a:pPr>
              <a:defRPr sz="1200"/>
            </a:pPr>
            <a:r>
              <a:t>D:/pasar_fix/node_modules/.bun/@babel+helpers@7.29.2/node_modules/@babel/helpers/lib/helpers/wrapAsyncGenerator.js.map</a:t>
            </a:r>
          </a:p>
          <a:p>
            <a:pPr>
              <a:defRPr sz="1200"/>
            </a:pPr>
            <a:r>
              <a:t>D:/pasar_fix/node_modules/.bun/@babel+helpers@7.29.2/node_modules/@babel/helpers/lib/helpers/wrapNativeSuper.js</a:t>
            </a:r>
          </a:p>
          <a:p>
            <a:pPr>
              <a:defRPr sz="1200"/>
            </a:pPr>
            <a:r>
              <a:t>D:/pasar_fix/node_modules/.bun/@babel+helpers@7.29.2/node_modules/@babel/helpers/lib/helpers/wrapNativeSuper.js.map</a:t>
            </a:r>
          </a:p>
          <a:p>
            <a:pPr>
              <a:defRPr sz="1200"/>
            </a:pPr>
            <a:r>
              <a:t>D:/pasar_fix/node_modules/.bun/@babel+helpers@7.29.2/node_modules/@babel/helpers/lib/helpers/wrapRegExp.js</a:t>
            </a:r>
          </a:p>
          <a:p>
            <a:pPr>
              <a:defRPr sz="1200"/>
            </a:pPr>
            <a:r>
              <a:t>D:/pasar_fix/node_modules/.bun/@babel+helpers@7.29.2/node_modules/@babel/helpers/lib/helpers/wrapRegExp.js.map</a:t>
            </a:r>
          </a:p>
          <a:p>
            <a:pPr>
              <a:defRPr sz="1200"/>
            </a:pPr>
            <a:r>
              <a:t>D:/pasar_fix/node_modules/.bun/@babel+helpers@7.29.2/node_modules/@babel/helpers/lib/helpers/writeOnlyError.js</a:t>
            </a:r>
          </a:p>
          <a:p>
            <a:pPr>
              <a:defRPr sz="1200"/>
            </a:pPr>
            <a:r>
              <a:t>D:/pasar_fix/node_modules/.bun/@babel+helpers@7.29.2/node_modules/@babel/helpers/lib/helpers/writeOnlyError.js.map</a:t>
            </a:r>
          </a:p>
          <a:p>
            <a:pPr>
              <a:defRPr sz="1200"/>
            </a:pPr>
            <a:r>
              <a:t>D:/pasar_fix/node_modules/.bun/@babel+parser@7.29.3/node_modules/.bin/parser.bunx</a:t>
            </a:r>
          </a:p>
          <a:p>
            <a:pPr>
              <a:defRPr sz="1200"/>
            </a:pPr>
            <a:r>
              <a:t>D:/pasar_fix/node_modules/.bun/@babel+parser@7.29.3/node_modules/.bin/parser.exe</a:t>
            </a:r>
          </a:p>
          <a:p>
            <a:pPr>
              <a:defRPr sz="1200"/>
            </a:pPr>
            <a:r>
              <a:t>D:/pasar_fix/node_modules/.bun/@babel+parser@7.29.3/node_modules/@babel/parser/CHANGELOG.md</a:t>
            </a:r>
          </a:p>
          <a:p>
            <a:pPr>
              <a:defRPr sz="1200"/>
            </a:pPr>
            <a:r>
              <a:t>D:/pasar_fix/node_modules/.bun/@babel+parser@7.29.3/node_modules/@babel/parser/LICENSE</a:t>
            </a:r>
          </a:p>
          <a:p>
            <a:pPr>
              <a:defRPr sz="1200"/>
            </a:pPr>
            <a:r>
              <a:t>D:/pasar_fix/node_modules/.bun/@babel+parser@7.29.3/node_modules/@babel/parser/package.json</a:t>
            </a:r>
          </a:p>
          <a:p>
            <a:pPr>
              <a:defRPr sz="1200"/>
            </a:pPr>
            <a:r>
              <a:t>D:/pasar_fix/node_modules/.bun/@babel+parser@7.29.3/node_modules/@babel/parser/README.md</a:t>
            </a:r>
          </a:p>
          <a:p>
            <a:pPr>
              <a:defRPr sz="1200"/>
            </a:pPr>
            <a:r>
              <a:t>D:/pasar_fix/node_modules/.bun/@babel+parser@7.29.3/node_modules/@babel/parser/bin/babel-parser.js</a:t>
            </a:r>
          </a:p>
          <a:p>
            <a:pPr>
              <a:defRPr sz="1200"/>
            </a:pPr>
            <a:r>
              <a:t>D:/pasar_fix/node_modules/.bun/@babel+parser@7.29.3/node_modules/@babel/parser/lib/index.js</a:t>
            </a:r>
          </a:p>
          <a:p>
            <a:pPr>
              <a:defRPr sz="1200"/>
            </a:pPr>
            <a:r>
              <a:t>D:/pasar_fix/node_modules/.bun/@babel+parser@7.29.3/node_modules/@babel/parser/lib/index.js.map</a:t>
            </a:r>
          </a:p>
          <a:p>
            <a:pPr>
              <a:defRPr sz="1200"/>
            </a:pPr>
            <a:r>
              <a:t>D:/pasar_fix/node_modules/.bun/@babel+parser@7.29.3/node_modules/@babel/parser/typings/babel-parser.d.ts</a:t>
            </a:r>
          </a:p>
          <a:p>
            <a:pPr>
              <a:defRPr sz="1200"/>
            </a:pPr>
            <a:r>
              <a:t>D:/pasar_fix/node_modules/.bun/@babel+plugin-syntax-jsx@7.28.6+b097dd6c05d04ee2/node_modules/@babel/plugin-syntax-jsx/LICENSE</a:t>
            </a:r>
          </a:p>
          <a:p>
            <a:pPr>
              <a:defRPr sz="1200"/>
            </a:pPr>
            <a:r>
              <a:t>D:/pasar_fix/node_modules/.bun/@babel+plugin-syntax-jsx@7.28.6+b097dd6c05d04ee2/node_modules/@babel/plugin-syntax-jsx/package.json</a:t>
            </a:r>
          </a:p>
          <a:p>
            <a:pPr>
              <a:defRPr sz="1200"/>
            </a:pPr>
            <a:r>
              <a:t>D:/pasar_fix/node_modules/.bun/@babel+plugin-syntax-jsx@7.28.6+b097dd6c05d04ee2/node_modules/@babel/plugin-syntax-jsx/README.md</a:t>
            </a:r>
          </a:p>
          <a:p>
            <a:pPr>
              <a:defRPr sz="1200"/>
            </a:pPr>
            <a:r>
              <a:t>D:/pasar_fix/node_modules/.bun/@babel+plugin-syntax-jsx@7.28.6+b097dd6c05d04ee2/node_modules/@babel/plugin-syntax-jsx/lib/index.js</a:t>
            </a:r>
          </a:p>
          <a:p>
            <a:pPr>
              <a:defRPr sz="1200"/>
            </a:pPr>
            <a:r>
              <a:t>D:/pasar_fix/node_modules/.bun/@babel+plugin-syntax-jsx@7.28.6+b097dd6c05d04ee2/node_modules/@babel/plugin-syntax-jsx/lib/index.js.map</a:t>
            </a:r>
          </a:p>
          <a:p>
            <a:pPr>
              <a:defRPr sz="1200"/>
            </a:pPr>
            <a:r>
              <a:t>D:/pasar_fix/node_modules/.bun/@babel+plugin-syntax-typescript@7.28.6+b097dd6c05d04ee2/node_modules/@babel/plugin-syntax-typescript/LICENSE</a:t>
            </a:r>
          </a:p>
          <a:p>
            <a:pPr>
              <a:defRPr sz="1200"/>
            </a:pPr>
            <a:r>
              <a:t>D:/pasar_fix/node_modules/.bun/@babel+plugin-syntax-typescript@7.28.6+b097dd6c05d04ee2/node_modules/@babel/plugin-syntax-typescript/package.json</a:t>
            </a:r>
          </a:p>
          <a:p>
            <a:pPr>
              <a:defRPr sz="1200"/>
            </a:pPr>
            <a:r>
              <a:t>D:/pasar_fix/node_modules/.bun/@babel+plugin-syntax-typescript@7.28.6+b097dd6c05d04ee2/node_modules/@babel/plugin-syntax-typescript/README.md</a:t>
            </a:r>
          </a:p>
          <a:p>
            <a:pPr>
              <a:defRPr sz="1200"/>
            </a:pPr>
            <a:r>
              <a:t>D:/pasar_fix/node_modules/.bun/@babel+plugin-syntax-typescript@7.28.6+b097dd6c05d04ee2/node_modules/@babel/plugin-syntax-typescript/lib/index.js</a:t>
            </a:r>
          </a:p>
          <a:p>
            <a:pPr>
              <a:defRPr sz="1200"/>
            </a:pPr>
            <a:r>
              <a:t>D:/pasar_fix/node_modules/.bun/@babel+plugin-syntax-typescript@7.28.6+b097dd6c05d04ee2/node_modules/@babel/plugin-syntax-typescript/lib/index.js.map</a:t>
            </a:r>
          </a:p>
          <a:p>
            <a:pPr>
              <a:defRPr sz="1200"/>
            </a:pPr>
            <a:r>
              <a:t>D:/pasar_fix/node_modules/.bun/@babel+plugin-transform-modules-commonjs@7.28.6+b097dd6c05d04ee2/node_modules/@babel/plugin-transform-modules-commonjs/LICENSE</a:t>
            </a:r>
          </a:p>
          <a:p>
            <a:pPr>
              <a:defRPr sz="1200"/>
            </a:pPr>
            <a:r>
              <a:t>D:/pasar_fix/node_modules/.bun/@babel+plugin-transform-modules-commonjs@7.28.6+b097dd6c05d04ee2/node_modules/@babel/plugin-transform-modules-commonjs/package.json</a:t>
            </a:r>
          </a:p>
          <a:p>
            <a:pPr>
              <a:defRPr sz="1200"/>
            </a:pPr>
            <a:r>
              <a:t>D:/pasar_fix/node_modules/.bun/@babel+plugin-transform-modules-commonjs@7.28.6+b097dd6c05d04ee2/node_modules/@babel/plugin-transform-modules-commonjs/README.md</a:t>
            </a:r>
          </a:p>
          <a:p>
            <a:pPr>
              <a:defRPr sz="1200"/>
            </a:pPr>
            <a:r>
              <a:t>D:/pasar_fix/node_modules/.bun/@babel+plugin-transform-modules-commonjs@7.28.6+b097dd6c05d04ee2/node_modules/@babel/plugin-transform-modules-commonjs/lib/dynamic-import.js</a:t>
            </a:r>
          </a:p>
          <a:p>
            <a:pPr>
              <a:defRPr sz="1200"/>
            </a:pPr>
            <a:r>
              <a:t>D:/pasar_fix/node_modules/.bun/@babel+plugin-transform-modules-commonjs@7.28.6+b097dd6c05d04ee2/node_modules/@babel/plugin-transform-modules-commonjs/lib/dynamic-import.js.map</a:t>
            </a:r>
          </a:p>
          <a:p>
            <a:pPr>
              <a:defRPr sz="1200"/>
            </a:pPr>
            <a:r>
              <a:t>D:/pasar_fix/node_modules/.bun/@babel+plugin-transform-modules-commonjs@7.28.6+b097dd6c05d04ee2/node_modules/@babel/plugin-transform-modules-commonjs/lib/hooks.js</a:t>
            </a:r>
          </a:p>
          <a:p>
            <a:pPr>
              <a:defRPr sz="1200"/>
            </a:pPr>
            <a:r>
              <a:t>D:/pasar_fix/node_modules/.bun/@babel+plugin-transform-modules-commonjs@7.28.6+b097dd6c05d04ee2/node_modules/@babel/plugin-transform-modules-commonjs/lib/hooks.js.map</a:t>
            </a:r>
          </a:p>
          <a:p>
            <a:pPr>
              <a:defRPr sz="1200"/>
            </a:pPr>
            <a:r>
              <a:t>D:/pasar_fix/node_modules/.bun/@babel+plugin-transform-modules-commonjs@7.28.6+b097dd6c05d04ee2/node_modules/@babel/plugin-transform-modules-commonjs/lib/index.js</a:t>
            </a:r>
          </a:p>
          <a:p>
            <a:pPr>
              <a:defRPr sz="1200"/>
            </a:pPr>
            <a:r>
              <a:t>D:/pasar_fix/node_modules/.bun/@babel+plugin-transform-modules-commonjs@7.28.6+b097dd6c05d04ee2/node_modules/@babel/plugin-transform-modules-commonjs/lib/index.js.map</a:t>
            </a:r>
          </a:p>
          <a:p>
            <a:pPr>
              <a:defRPr sz="1200"/>
            </a:pPr>
            <a:r>
              <a:t>D:/pasar_fix/node_modules/.bun/@babel+plugin-transform-modules-commonjs@7.28.6+b097dd6c05d04ee2/node_modules/@babel/plugin-transform-modules-commonjs/lib/lazy.js</a:t>
            </a:r>
          </a:p>
          <a:p>
            <a:pPr>
              <a:defRPr sz="1200"/>
            </a:pPr>
            <a:r>
              <a:t>D:/pasar_fix/node_modules/.bun/@babel+plugin-transform-modules-commonjs@7.28.6+b097dd6c05d04ee2/node_modules/@babel/plugin-transform-modules-commonjs/lib/lazy.js.map</a:t>
            </a:r>
          </a:p>
          <a:p>
            <a:pPr>
              <a:defRPr sz="1200"/>
            </a:pPr>
            <a:r>
              <a:t>D:/pasar_fix/node_modules/.bun/@babel+plugin-transform-react-jsx-self@7.27.1+b097dd6c05d04ee2/node_modules/@babel/plugin-transform-react-jsx-self/LICENSE</a:t>
            </a:r>
          </a:p>
          <a:p>
            <a:pPr>
              <a:defRPr sz="1200"/>
            </a:pPr>
            <a:r>
              <a:t>D:/pasar_fix/node_modules/.bun/@babel+plugin-transform-react-jsx-self@7.27.1+b097dd6c05d04ee2/node_modules/@babel/plugin-transform-react-jsx-self/package.json</a:t>
            </a:r>
          </a:p>
          <a:p>
            <a:pPr>
              <a:defRPr sz="1200"/>
            </a:pPr>
            <a:r>
              <a:t>D:/pasar_fix/node_modules/.bun/@babel+plugin-transform-react-jsx-self@7.27.1+b097dd6c05d04ee2/node_modules/@babel/plugin-transform-react-jsx-self/README.md</a:t>
            </a:r>
          </a:p>
          <a:p>
            <a:pPr>
              <a:defRPr sz="1200"/>
            </a:pPr>
            <a:r>
              <a:t>D:/pasar_fix/node_modules/.bun/@babel+plugin-transform-react-jsx-self@7.27.1+b097dd6c05d04ee2/node_modules/@babel/plugin-transform-react-jsx-self/lib/index.js</a:t>
            </a:r>
          </a:p>
          <a:p>
            <a:pPr>
              <a:defRPr sz="1200"/>
            </a:pPr>
            <a:r>
              <a:t>D:/pasar_fix/node_modules/.bun/@babel+plugin-transform-react-jsx-self@7.27.1+b097dd6c05d04ee2/node_modules/@babel/plugin-transform-react-jsx-self/lib/index.js.map</a:t>
            </a:r>
          </a:p>
          <a:p>
            <a:pPr>
              <a:defRPr sz="1200"/>
            </a:pPr>
            <a:r>
              <a:t>D:/pasar_fix/node_modules/.bun/@babel+plugin-transform-react-jsx-source@7.27.1+b097dd6c05d04ee2/node_modules/@babel/plugin-transform-react-jsx-source/LICENSE</a:t>
            </a:r>
          </a:p>
          <a:p>
            <a:pPr>
              <a:defRPr sz="1200"/>
            </a:pPr>
            <a:r>
              <a:t>D:/pasar_fix/node_modules/.bun/@babel+plugin-transform-react-jsx-source@7.27.1+b097dd6c05d04ee2/node_modules/@babel/plugin-transform-react-jsx-source/package.json</a:t>
            </a:r>
          </a:p>
          <a:p>
            <a:pPr>
              <a:defRPr sz="1200"/>
            </a:pPr>
            <a:r>
              <a:t>D:/pasar_fix/node_modules/.bun/@babel+plugin-transform-react-jsx-source@7.27.1+b097dd6c05d04ee2/node_modules/@babel/plugin-transform-react-jsx-source/README.md</a:t>
            </a:r>
          </a:p>
          <a:p>
            <a:pPr>
              <a:defRPr sz="1200"/>
            </a:pPr>
            <a:r>
              <a:t>D:/pasar_fix/node_modules/.bun/@babel+plugin-transform-react-jsx-source@7.27.1+b097dd6c05d04ee2/node_modules/@babel/plugin-transform-react-jsx-source/lib/index.js</a:t>
            </a:r>
          </a:p>
          <a:p>
            <a:pPr>
              <a:defRPr sz="1200"/>
            </a:pPr>
            <a:r>
              <a:t>D:/pasar_fix/node_modules/.bun/@babel+plugin-transform-react-jsx-source@7.27.1+b097dd6c05d04ee2/node_modules/@babel/plugin-transform-react-jsx-source/lib/index.js.map</a:t>
            </a:r>
          </a:p>
          <a:p>
            <a:pPr>
              <a:defRPr sz="1200"/>
            </a:pPr>
            <a:r>
              <a:t>D:/pasar_fix/node_modules/.bun/@babel+plugin-transform-typescript@7.28.6+b097dd6c05d04ee2/node_modules/@babel/plugin-transform-typescript/LICENSE</a:t>
            </a:r>
          </a:p>
          <a:p>
            <a:pPr>
              <a:defRPr sz="1200"/>
            </a:pPr>
            <a:r>
              <a:t>D:/pasar_fix/node_modules/.bun/@babel+plugin-transform-typescript@7.28.6+b097dd6c05d04ee2/node_modules/@babel/plugin-transform-typescript/package.json</a:t>
            </a:r>
          </a:p>
          <a:p>
            <a:pPr>
              <a:defRPr sz="1200"/>
            </a:pPr>
            <a:r>
              <a:t>D:/pasar_fix/node_modules/.bun/@babel+plugin-transform-typescript@7.28.6+b097dd6c05d04ee2/node_modules/@babel/plugin-transform-typescript/README.md</a:t>
            </a:r>
          </a:p>
          <a:p>
            <a:pPr>
              <a:defRPr sz="1200"/>
            </a:pPr>
            <a:r>
              <a:t>D:/pasar_fix/node_modules/.bun/@babel+plugin-transform-typescript@7.28.6+b097dd6c05d04ee2/node_modules/@babel/plugin-transform-typescript/lib/const-enum.js</a:t>
            </a:r>
          </a:p>
          <a:p>
            <a:pPr>
              <a:defRPr sz="1200"/>
            </a:pPr>
            <a:r>
              <a:t>D:/pasar_fix/node_modules/.bun/@babel+plugin-transform-typescript@7.28.6+b097dd6c05d04ee2/node_modules/@babel/plugin-transform-typescript/lib/const-enum.js.map</a:t>
            </a:r>
          </a:p>
          <a:p>
            <a:pPr>
              <a:defRPr sz="1200"/>
            </a:pPr>
            <a:r>
              <a:t>D:/pasar_fix/node_modules/.bun/@babel+plugin-transform-typescript@7.28.6+b097dd6c05d04ee2/node_modules/@babel/plugin-transform-typescript/lib/enum.js</a:t>
            </a:r>
          </a:p>
          <a:p>
            <a:pPr>
              <a:defRPr sz="1200"/>
            </a:pPr>
            <a:r>
              <a:t>D:/pasar_fix/node_modules/.bun/@babel+plugin-transform-typescript@7.28.6+b097dd6c05d04ee2/node_modules/@babel/plugin-transform-typescript/lib/enum.js.map</a:t>
            </a:r>
          </a:p>
          <a:p>
            <a:pPr>
              <a:defRPr sz="1200"/>
            </a:pPr>
            <a:r>
              <a:t>D:/pasar_fix/node_modules/.bun/@babel+plugin-transform-typescript@7.28.6+b097dd6c05d04ee2/node_modules/@babel/plugin-transform-typescript/lib/global-types.js</a:t>
            </a:r>
          </a:p>
          <a:p>
            <a:pPr>
              <a:defRPr sz="1200"/>
            </a:pPr>
            <a:r>
              <a:t>D:/pasar_fix/node_modules/.bun/@babel+plugin-transform-typescript@7.28.6+b097dd6c05d04ee2/node_modules/@babel/plugin-transform-typescript/lib/global-types.js.map</a:t>
            </a:r>
          </a:p>
          <a:p>
            <a:pPr>
              <a:defRPr sz="1200"/>
            </a:pPr>
            <a:r>
              <a:t>D:/pasar_fix/node_modules/.bun/@babel+plugin-transform-typescript@7.28.6+b097dd6c05d04ee2/node_modules/@babel/plugin-transform-typescript/lib/index.js</a:t>
            </a:r>
          </a:p>
          <a:p>
            <a:pPr>
              <a:defRPr sz="1200"/>
            </a:pPr>
            <a:r>
              <a:t>D:/pasar_fix/node_modules/.bun/@babel+plugin-transform-typescript@7.28.6+b097dd6c05d04ee2/node_modules/@babel/plugin-transform-typescript/lib/index.js.map</a:t>
            </a:r>
          </a:p>
          <a:p>
            <a:pPr>
              <a:defRPr sz="1200"/>
            </a:pPr>
            <a:r>
              <a:t>D:/pasar_fix/node_modules/.bun/@babel+plugin-transform-typescript@7.28.6+b097dd6c05d04ee2/node_modules/@babel/plugin-transform-typescript/lib/namespace.js</a:t>
            </a:r>
          </a:p>
          <a:p>
            <a:pPr>
              <a:defRPr sz="1200"/>
            </a:pPr>
            <a:r>
              <a:t>D:/pasar_fix/node_modules/.bun/@babel+plugin-transform-typescript@7.28.6+b097dd6c05d04ee2/node_modules/@babel/plugin-transform-typescript/lib/namespace.js.map</a:t>
            </a:r>
          </a:p>
          <a:p>
            <a:pPr>
              <a:defRPr sz="1200"/>
            </a:pPr>
            <a:r>
              <a:t>D:/pasar_fix/node_modules/.bun/@babel+preset-typescript@7.28.5+b097dd6c05d04ee2/node_modules/@babel/preset-typescript/LICENSE</a:t>
            </a:r>
          </a:p>
          <a:p>
            <a:pPr>
              <a:defRPr sz="1200"/>
            </a:pPr>
            <a:r>
              <a:t>D:/pasar_fix/node_modules/.bun/@babel+preset-typescript@7.28.5+b097dd6c05d04ee2/node_modules/@babel/preset-typescript/package.json</a:t>
            </a:r>
          </a:p>
          <a:p>
            <a:pPr>
              <a:defRPr sz="1200"/>
            </a:pPr>
            <a:r>
              <a:t>D:/pasar_fix/node_modules/.bun/@babel+preset-typescript@7.28.5+b097dd6c05d04ee2/node_modules/@babel/preset-typescript/README.md</a:t>
            </a:r>
          </a:p>
          <a:p>
            <a:pPr>
              <a:defRPr sz="1200"/>
            </a:pPr>
            <a:r>
              <a:t>D:/pasar_fix/node_modules/.bun/@babel+preset-typescript@7.28.5+b097dd6c05d04ee2/node_modules/@babel/preset-typescript/lib/index.js</a:t>
            </a:r>
          </a:p>
          <a:p>
            <a:pPr>
              <a:defRPr sz="1200"/>
            </a:pPr>
            <a:r>
              <a:t>D:/pasar_fix/node_modules/.bun/@babel+preset-typescript@7.28.5+b097dd6c05d04ee2/node_modules/@babel/preset-typescript/lib/index.js.map</a:t>
            </a:r>
          </a:p>
          <a:p>
            <a:pPr>
              <a:defRPr sz="1200"/>
            </a:pPr>
            <a:r>
              <a:t>D:/pasar_fix/node_modules/.bun/@babel+runtime@7.29.2/node_modules/@babel/runtime/LICENSE</a:t>
            </a:r>
          </a:p>
          <a:p>
            <a:pPr>
              <a:defRPr sz="1200"/>
            </a:pPr>
            <a:r>
              <a:t>D:/pasar_fix/node_modules/.bun/@babel+runtime@7.29.2/node_modules/@babel/runtime/package.json</a:t>
            </a:r>
          </a:p>
          <a:p>
            <a:pPr>
              <a:defRPr sz="1200"/>
            </a:pPr>
            <a:r>
              <a:t>D:/pasar_fix/node_modules/.bun/@babel+runtime@7.29.2/node_modules/@babel/runtime/README.md</a:t>
            </a:r>
          </a:p>
          <a:p>
            <a:pPr>
              <a:defRPr sz="1200"/>
            </a:pPr>
            <a:r>
              <a:t>D:/pasar_fix/node_modules/.bun/@babel+runtime@7.29.2/node_modules/@babel/runtime/helpers/applyDecoratedDescriptor.js</a:t>
            </a:r>
          </a:p>
          <a:p>
            <a:pPr>
              <a:defRPr sz="1200"/>
            </a:pPr>
            <a:r>
              <a:t>D:/pasar_fix/node_modules/.bun/@babel+runtime@7.29.2/node_modules/@babel/runtime/helpers/applyDecs.js</a:t>
            </a:r>
          </a:p>
          <a:p>
            <a:pPr>
              <a:defRPr sz="1200"/>
            </a:pPr>
            <a:r>
              <a:t>D:/pasar_fix/node_modules/.bun/@babel+runtime@7.29.2/node_modules/@babel/runtime/helpers/applyDecs2203.js</a:t>
            </a:r>
          </a:p>
          <a:p>
            <a:pPr>
              <a:defRPr sz="1200"/>
            </a:pPr>
            <a:r>
              <a:t>D:/pasar_fix/node_modules/.bun/@babel+runtime@7.29.2/node_modules/@babel/runtime/helpers/applyDecs2203R.js</a:t>
            </a:r>
          </a:p>
          <a:p>
            <a:pPr>
              <a:defRPr sz="1200"/>
            </a:pPr>
            <a:r>
              <a:t>D:/pasar_fix/node_modules/.bun/@babel+runtime@7.29.2/node_modules/@babel/runtime/helpers/applyDecs2301.js</a:t>
            </a:r>
          </a:p>
          <a:p>
            <a:pPr>
              <a:defRPr sz="1200"/>
            </a:pPr>
            <a:r>
              <a:t>D:/pasar_fix/node_modules/.bun/@babel+runtime@7.29.2/node_modules/@babel/runtime/helpers/applyDecs2305.js</a:t>
            </a:r>
          </a:p>
          <a:p>
            <a:pPr>
              <a:defRPr sz="1200"/>
            </a:pPr>
            <a:r>
              <a:t>D:/pasar_fix/node_modules/.bun/@babel+runtime@7.29.2/node_modules/@babel/runtime/helpers/applyDecs2311.js</a:t>
            </a:r>
          </a:p>
          <a:p>
            <a:pPr>
              <a:defRPr sz="1200"/>
            </a:pPr>
            <a:r>
              <a:t>D:/pasar_fix/node_modules/.bun/@babel+runtime@7.29.2/node_modules/@babel/runtime/helpers/arrayLikeToArray.js</a:t>
            </a:r>
          </a:p>
          <a:p>
            <a:pPr>
              <a:defRPr sz="1200"/>
            </a:pPr>
            <a:r>
              <a:t>D:/pasar_fix/node_modules/.bun/@babel+runtime@7.29.2/node_modules/@babel/runtime/helpers/arrayWithHoles.js</a:t>
            </a:r>
          </a:p>
          <a:p>
            <a:pPr>
              <a:defRPr sz="1200"/>
            </a:pPr>
            <a:r>
              <a:t>D:/pasar_fix/node_modules/.bun/@babel+runtime@7.29.2/node_modules/@babel/runtime/helpers/arrayWithoutHoles.js</a:t>
            </a:r>
          </a:p>
          <a:p>
            <a:pPr>
              <a:defRPr sz="1200"/>
            </a:pPr>
            <a:r>
              <a:t>D:/pasar_fix/node_modules/.bun/@babel+runtime@7.29.2/node_modules/@babel/runtime/helpers/assertClassBrand.js</a:t>
            </a:r>
          </a:p>
          <a:p>
            <a:pPr>
              <a:defRPr sz="1200"/>
            </a:pPr>
            <a:r>
              <a:t>D:/pasar_fix/node_modules/.bun/@babel+runtime@7.29.2/node_modules/@babel/runtime/helpers/assertThisInitialized.js</a:t>
            </a:r>
          </a:p>
          <a:p>
            <a:pPr>
              <a:defRPr sz="1200"/>
            </a:pPr>
            <a:r>
              <a:t>D:/pasar_fix/node_modules/.bun/@babel+runtime@7.29.2/node_modules/@babel/runtime/helpers/asyncGeneratorDelegate.js</a:t>
            </a:r>
          </a:p>
          <a:p>
            <a:pPr>
              <a:defRPr sz="1200"/>
            </a:pPr>
            <a:r>
              <a:t>D:/pasar_fix/node_modules/.bun/@babel+runtime@7.29.2/node_modules/@babel/runtime/helpers/asyncIterator.js</a:t>
            </a:r>
          </a:p>
          <a:p>
            <a:pPr>
              <a:defRPr sz="1200"/>
            </a:pPr>
            <a:r>
              <a:t>D:/pasar_fix/node_modules/.bun/@babel+runtime@7.29.2/node_modules/@babel/runtime/helpers/asyncToGenerator.js</a:t>
            </a:r>
          </a:p>
          <a:p>
            <a:pPr>
              <a:defRPr sz="1200"/>
            </a:pPr>
            <a:r>
              <a:t>D:/pasar_fix/node_modules/.bun/@babel+runtime@7.29.2/node_modules/@babel/runtime/helpers/awaitAsyncGenerator.js</a:t>
            </a:r>
          </a:p>
          <a:p>
            <a:pPr>
              <a:defRPr sz="1200"/>
            </a:pPr>
            <a:r>
              <a:t>D:/pasar_fix/node_modules/.bun/@babel+runtime@7.29.2/node_modules/@babel/runtime/helpers/AwaitValue.js</a:t>
            </a:r>
          </a:p>
          <a:p>
            <a:pPr>
              <a:defRPr sz="1200"/>
            </a:pPr>
            <a:r>
              <a:t>D:/pasar_fix/node_modules/.bun/@babel+runtime@7.29.2/node_modules/@babel/runtime/helpers/callSuper.js</a:t>
            </a:r>
          </a:p>
          <a:p>
            <a:pPr>
              <a:defRPr sz="1200"/>
            </a:pPr>
            <a:r>
              <a:t>D:/pasar_fix/node_modules/.bun/@babel+runtime@7.29.2/node_modules/@babel/runtime/helpers/checkInRHS.js</a:t>
            </a:r>
          </a:p>
          <a:p>
            <a:pPr>
              <a:defRPr sz="1200"/>
            </a:pPr>
            <a:r>
              <a:t>D:/pasar_fix/node_modules/.bun/@babel+runtime@7.29.2/node_modules/@babel/runtime/helpers/checkPrivateRedeclaration.js</a:t>
            </a:r>
          </a:p>
          <a:p>
            <a:pPr>
              <a:defRPr sz="1200"/>
            </a:pPr>
            <a:r>
              <a:t>D:/pasar_fix/node_modules/.bun/@babel+runtime@7.29.2/node_modules/@babel/runtime/helpers/classApplyDescriptorDestructureSet.js</a:t>
            </a:r>
          </a:p>
          <a:p>
            <a:pPr>
              <a:defRPr sz="1200"/>
            </a:pPr>
            <a:r>
              <a:t>D:/pasar_fix/node_modules/.bun/@babel+runtime@7.29.2/node_modules/@babel/runtime/helpers/classApplyDescriptorGet.js</a:t>
            </a:r>
          </a:p>
          <a:p>
            <a:pPr>
              <a:defRPr sz="1200"/>
            </a:pPr>
            <a:r>
              <a:t>D:/pasar_fix/node_modules/.bun/@babel+runtime@7.29.2/node_modules/@babel/runtime/helpers/classApplyDescriptorSet.js</a:t>
            </a:r>
          </a:p>
          <a:p>
            <a:pPr>
              <a:defRPr sz="1200"/>
            </a:pPr>
            <a:r>
              <a:t>D:/pasar_fix/node_modules/.bun/@babel+runtime@7.29.2/node_modules/@babel/runtime/helpers/classCallCheck.js</a:t>
            </a:r>
          </a:p>
          <a:p>
            <a:pPr>
              <a:defRPr sz="1200"/>
            </a:pPr>
            <a:r>
              <a:t>D:/pasar_fix/node_modules/.bun/@babel+runtime@7.29.2/node_modules/@babel/runtime/helpers/classCheckPrivateStaticAccess.js</a:t>
            </a:r>
          </a:p>
          <a:p>
            <a:pPr>
              <a:defRPr sz="1200"/>
            </a:pPr>
            <a:r>
              <a:t>D:/pasar_fix/node_modules/.bun/@babel+runtime@7.29.2/node_modules/@babel/runtime/helpers/classCheckPrivateStaticFieldDescriptor.js</a:t>
            </a:r>
          </a:p>
          <a:p>
            <a:pPr>
              <a:defRPr sz="1200"/>
            </a:pPr>
            <a:r>
              <a:t>D:/pasar_fix/node_modules/.bun/@babel+runtime@7.29.2/node_modules/@babel/runtime/helpers/classExtractFieldDescriptor.js</a:t>
            </a:r>
          </a:p>
          <a:p>
            <a:pPr>
              <a:defRPr sz="1200"/>
            </a:pPr>
            <a:r>
              <a:t>D:/pasar_fix/node_modules/.bun/@babel+runtime@7.29.2/node_modules/@babel/runtime/helpers/classNameTDZError.js</a:t>
            </a:r>
          </a:p>
          <a:p>
            <a:pPr>
              <a:defRPr sz="1200"/>
            </a:pPr>
            <a:r>
              <a:t>D:/pasar_fix/node_modules/.bun/@babel+runtime@7.29.2/node_modules/@babel/runtime/helpers/classPrivateFieldDestructureSet.js</a:t>
            </a:r>
          </a:p>
          <a:p>
            <a:pPr>
              <a:defRPr sz="1200"/>
            </a:pPr>
            <a:r>
              <a:t>D:/pasar_fix/node_modules/.bun/@babel+runtime@7.29.2/node_modules/@babel/runtime/helpers/classPrivateFieldGet.js</a:t>
            </a:r>
          </a:p>
          <a:p>
            <a:pPr>
              <a:defRPr sz="1200"/>
            </a:pPr>
            <a:r>
              <a:t>D:/pasar_fix/node_modules/.bun/@babel+runtime@7.29.2/node_modules/@babel/runtime/helpers/classPrivateFieldGet2.js</a:t>
            </a:r>
          </a:p>
          <a:p>
            <a:pPr>
              <a:defRPr sz="1200"/>
            </a:pPr>
            <a:r>
              <a:t>D:/pasar_fix/node_modules/.bun/@babel+runtime@7.29.2/node_modules/@babel/runtime/helpers/classPrivateFieldInitSpec.js</a:t>
            </a:r>
          </a:p>
          <a:p>
            <a:pPr>
              <a:defRPr sz="1200"/>
            </a:pPr>
            <a:r>
              <a:t>D:/pasar_fix/node_modules/.bun/@babel+runtime@7.29.2/node_modules/@babel/runtime/helpers/classPrivateFieldLooseBase.js</a:t>
            </a:r>
          </a:p>
          <a:p>
            <a:pPr>
              <a:defRPr sz="1200"/>
            </a:pPr>
            <a:r>
              <a:t>D:/pasar_fix/node_modules/.bun/@babel+runtime@7.29.2/node_modules/@babel/runtime/helpers/classPrivateFieldLooseKey.js</a:t>
            </a:r>
          </a:p>
          <a:p>
            <a:pPr>
              <a:defRPr sz="1200"/>
            </a:pPr>
            <a:r>
              <a:t>D:/pasar_fix/node_modules/.bun/@babel+runtime@7.29.2/node_modules/@babel/runtime/helpers/classPrivateFieldSet.js</a:t>
            </a:r>
          </a:p>
          <a:p>
            <a:pPr>
              <a:defRPr sz="1200"/>
            </a:pPr>
            <a:r>
              <a:t>D:/pasar_fix/node_modules/.bun/@babel+runtime@7.29.2/node_modules/@babel/runtime/helpers/classPrivateFieldSet2.js</a:t>
            </a:r>
          </a:p>
          <a:p>
            <a:pPr>
              <a:defRPr sz="1200"/>
            </a:pPr>
            <a:r>
              <a:t>D:/pasar_fix/node_modules/.bun/@babel+runtime@7.29.2/node_modules/@babel/runtime/helpers/classPrivateGetter.js</a:t>
            </a:r>
          </a:p>
          <a:p>
            <a:pPr>
              <a:defRPr sz="1200"/>
            </a:pPr>
            <a:r>
              <a:t>D:/pasar_fix/node_modules/.bun/@babel+runtime@7.29.2/node_modules/@babel/runtime/helpers/classPrivateMethodGet.js</a:t>
            </a:r>
          </a:p>
          <a:p>
            <a:pPr>
              <a:defRPr sz="1200"/>
            </a:pPr>
            <a:r>
              <a:t>D:/pasar_fix/node_modules/.bun/@babel+runtime@7.29.2/node_modules/@babel/runtime/helpers/classPrivateMethodInitSpec.js</a:t>
            </a:r>
          </a:p>
          <a:p>
            <a:pPr>
              <a:defRPr sz="1200"/>
            </a:pPr>
            <a:r>
              <a:t>D:/pasar_fix/node_modules/.bun/@babel+runtime@7.29.2/node_modules/@babel/runtime/helpers/classPrivateMethodSet.js</a:t>
            </a:r>
          </a:p>
          <a:p>
            <a:pPr>
              <a:defRPr sz="1200"/>
            </a:pPr>
            <a:r>
              <a:t>D:/pasar_fix/node_modules/.bun/@babel+runtime@7.29.2/node_modules/@babel/runtime/helpers/classPrivateSetter.js</a:t>
            </a:r>
          </a:p>
          <a:p>
            <a:pPr>
              <a:defRPr sz="1200"/>
            </a:pPr>
            <a:r>
              <a:t>D:/pasar_fix/node_modules/.bun/@babel+runtime@7.29.2/node_modules/@babel/runtime/helpers/classStaticPrivateFieldDestructureSet.js</a:t>
            </a:r>
          </a:p>
          <a:p>
            <a:pPr>
              <a:defRPr sz="1200"/>
            </a:pPr>
            <a:r>
              <a:t>D:/pasar_fix/node_modules/.bun/@babel+runtime@7.29.2/node_modules/@babel/runtime/helpers/classStaticPrivateFieldSpecGet.js</a:t>
            </a:r>
          </a:p>
          <a:p>
            <a:pPr>
              <a:defRPr sz="1200"/>
            </a:pPr>
            <a:r>
              <a:t>D:/pasar_fix/node_modules/.bun/@babel+runtime@7.29.2/node_modules/@babel/runtime/helpers/classStaticPrivateFieldSpecSet.js</a:t>
            </a:r>
          </a:p>
          <a:p>
            <a:pPr>
              <a:defRPr sz="1200"/>
            </a:pPr>
            <a:r>
              <a:t>D:/pasar_fix/node_modules/.bun/@babel+runtime@7.29.2/node_modules/@babel/runtime/helpers/classStaticPrivateMethodGet.js</a:t>
            </a:r>
          </a:p>
          <a:p>
            <a:pPr>
              <a:defRPr sz="1200"/>
            </a:pPr>
            <a:r>
              <a:t>D:/pasar_fix/node_modules/.bun/@babel+runtime@7.29.2/node_modules/@babel/runtime/helpers/classStaticPrivateMethodSet.js</a:t>
            </a:r>
          </a:p>
          <a:p>
            <a:pPr>
              <a:defRPr sz="1200"/>
            </a:pPr>
            <a:r>
              <a:t>D:/pasar_fix/node_modules/.bun/@babel+runtime@7.29.2/node_modules/@babel/runtime/helpers/construct.js</a:t>
            </a:r>
          </a:p>
          <a:p>
            <a:pPr>
              <a:defRPr sz="1200"/>
            </a:pPr>
            <a:r>
              <a:t>D:/pasar_fix/node_modules/.bun/@babel+runtime@7.29.2/node_modules/@babel/runtime/helpers/createClass.js</a:t>
            </a:r>
          </a:p>
          <a:p>
            <a:pPr>
              <a:defRPr sz="1200"/>
            </a:pPr>
            <a:r>
              <a:t>D:/pasar_fix/node_modules/.bun/@babel+runtime@7.29.2/node_modules/@babel/runtime/helpers/createForOfIteratorHelper.js</a:t>
            </a:r>
          </a:p>
          <a:p>
            <a:pPr>
              <a:defRPr sz="1200"/>
            </a:pPr>
            <a:r>
              <a:t>D:/pasar_fix/node_modules/.bun/@babel+runtime@7.29.2/node_modules/@babel/runtime/helpers/createForOfIteratorHelperLoose.js</a:t>
            </a:r>
          </a:p>
          <a:p>
            <a:pPr>
              <a:defRPr sz="1200"/>
            </a:pPr>
            <a:r>
              <a:t>D:/pasar_fix/node_modules/.bun/@babel+runtime@7.29.2/node_modules/@babel/runtime/helpers/createSuper.js</a:t>
            </a:r>
          </a:p>
          <a:p>
            <a:pPr>
              <a:defRPr sz="1200"/>
            </a:pPr>
            <a:r>
              <a:t>D:/pasar_fix/node_modules/.bun/@babel+runtime@7.29.2/node_modules/@babel/runtime/helpers/decorate.js</a:t>
            </a:r>
          </a:p>
          <a:p>
            <a:pPr>
              <a:defRPr sz="1200"/>
            </a:pPr>
            <a:r>
              <a:t>D:/pasar_fix/node_modules/.bun/@babel+runtime@7.29.2/node_modules/@babel/runtime/helpers/defaults.js</a:t>
            </a:r>
          </a:p>
          <a:p>
            <a:pPr>
              <a:defRPr sz="1200"/>
            </a:pPr>
            <a:r>
              <a:t>D:/pasar_fix/node_modules/.bun/@babel+runtime@7.29.2/node_modules/@babel/runtime/helpers/defineAccessor.js</a:t>
            </a:r>
          </a:p>
          <a:p>
            <a:pPr>
              <a:defRPr sz="1200"/>
            </a:pPr>
            <a:r>
              <a:t>D:/pasar_fix/node_modules/.bun/@babel+runtime@7.29.2/node_modules/@babel/runtime/helpers/defineEnumerableProperties.js</a:t>
            </a:r>
          </a:p>
          <a:p>
            <a:pPr>
              <a:defRPr sz="1200"/>
            </a:pPr>
            <a:r>
              <a:t>D:/pasar_fix/node_modules/.bun/@babel+runtime@7.29.2/node_modules/@babel/runtime/helpers/defineProperty.js</a:t>
            </a:r>
          </a:p>
          <a:p>
            <a:pPr>
              <a:defRPr sz="1200"/>
            </a:pPr>
            <a:r>
              <a:t>D:/pasar_fix/node_modules/.bun/@babel+runtime@7.29.2/node_modules/@babel/runtime/helpers/dispose.js</a:t>
            </a:r>
          </a:p>
          <a:p>
            <a:pPr>
              <a:defRPr sz="1200"/>
            </a:pPr>
            <a:r>
              <a:t>D:/pasar_fix/node_modules/.bun/@babel+runtime@7.29.2/node_modules/@babel/runtime/helpers/extends.js</a:t>
            </a:r>
          </a:p>
          <a:p>
            <a:pPr>
              <a:defRPr sz="1200"/>
            </a:pPr>
            <a:r>
              <a:t>D:/pasar_fix/node_modules/.bun/@babel+runtime@7.29.2/node_modules/@babel/runtime/helpers/get.js</a:t>
            </a:r>
          </a:p>
          <a:p>
            <a:pPr>
              <a:defRPr sz="1200"/>
            </a:pPr>
            <a:r>
              <a:t>D:/pasar_fix/node_modules/.bun/@babel+runtime@7.29.2/node_modules/@babel/runtime/helpers/getPrototypeOf.js</a:t>
            </a:r>
          </a:p>
          <a:p>
            <a:pPr>
              <a:defRPr sz="1200"/>
            </a:pPr>
            <a:r>
              <a:t>D:/pasar_fix/node_modules/.bun/@babel+runtime@7.29.2/node_modules/@babel/runtime/helpers/identity.js</a:t>
            </a:r>
          </a:p>
          <a:p>
            <a:pPr>
              <a:defRPr sz="1200"/>
            </a:pPr>
            <a:r>
              <a:t>D:/pasar_fix/node_modules/.bun/@babel+runtime@7.29.2/node_modules/@babel/runtime/helpers/importDeferProxy.js</a:t>
            </a:r>
          </a:p>
          <a:p>
            <a:pPr>
              <a:defRPr sz="1200"/>
            </a:pPr>
            <a:r>
              <a:t>D:/pasar_fix/node_modules/.bun/@babel+runtime@7.29.2/node_modules/@babel/runtime/helpers/inherits.js</a:t>
            </a:r>
          </a:p>
          <a:p>
            <a:pPr>
              <a:defRPr sz="1200"/>
            </a:pPr>
            <a:r>
              <a:t>D:/pasar_fix/node_modules/.bun/@babel+runtime@7.29.2/node_modules/@babel/runtime/helpers/inheritsLoose.js</a:t>
            </a:r>
          </a:p>
          <a:p>
            <a:pPr>
              <a:defRPr sz="1200"/>
            </a:pPr>
            <a:r>
              <a:t>D:/pasar_fix/node_modules/.bun/@babel+runtime@7.29.2/node_modules/@babel/runtime/helpers/initializerDefineProperty.js</a:t>
            </a:r>
          </a:p>
          <a:p>
            <a:pPr>
              <a:defRPr sz="1200"/>
            </a:pPr>
            <a:r>
              <a:t>D:/pasar_fix/node_modules/.bun/@babel+runtime@7.29.2/node_modules/@babel/runtime/helpers/initializerWarningHelper.js</a:t>
            </a:r>
          </a:p>
          <a:p>
            <a:pPr>
              <a:defRPr sz="1200"/>
            </a:pPr>
            <a:r>
              <a:t>D:/pasar_fix/node_modules/.bun/@babel+runtime@7.29.2/node_modules/@babel/runtime/helpers/instanceof.js</a:t>
            </a:r>
          </a:p>
          <a:p>
            <a:pPr>
              <a:defRPr sz="1200"/>
            </a:pPr>
            <a:r>
              <a:t>D:/pasar_fix/node_modules/.bun/@babel+runtime@7.29.2/node_modules/@babel/runtime/helpers/interopRequireDefault.js</a:t>
            </a:r>
          </a:p>
          <a:p>
            <a:pPr>
              <a:defRPr sz="1200"/>
            </a:pPr>
            <a:r>
              <a:t>D:/pasar_fix/node_modules/.bun/@babel+runtime@7.29.2/node_modules/@babel/runtime/helpers/interopRequireWildcard.js</a:t>
            </a:r>
          </a:p>
          <a:p>
            <a:pPr>
              <a:defRPr sz="1200"/>
            </a:pPr>
            <a:r>
              <a:t>D:/pasar_fix/node_modules/.bun/@babel+runtime@7.29.2/node_modules/@babel/runtime/helpers/isNativeFunction.js</a:t>
            </a:r>
          </a:p>
          <a:p>
            <a:pPr>
              <a:defRPr sz="1200"/>
            </a:pPr>
            <a:r>
              <a:t>D:/pasar_fix/node_modules/.bun/@babel+runtime@7.29.2/node_modules/@babel/runtime/helpers/isNativeReflectConstruct.js</a:t>
            </a:r>
          </a:p>
          <a:p>
            <a:pPr>
              <a:defRPr sz="1200"/>
            </a:pPr>
            <a:r>
              <a:t>D:/pasar_fix/node_modules/.bun/@babel+runtime@7.29.2/node_modules/@babel/runtime/helpers/iterableToArray.js</a:t>
            </a:r>
          </a:p>
          <a:p>
            <a:pPr>
              <a:defRPr sz="1200"/>
            </a:pPr>
            <a:r>
              <a:t>D:/pasar_fix/node_modules/.bun/@babel+runtime@7.29.2/node_modules/@babel/runtime/helpers/iterableToArrayLimit.js</a:t>
            </a:r>
          </a:p>
          <a:p>
            <a:pPr>
              <a:defRPr sz="1200"/>
            </a:pPr>
            <a:r>
              <a:t>D:/pasar_fix/node_modules/.bun/@babel+runtime@7.29.2/node_modules/@babel/runtime/helpers/jsx.js</a:t>
            </a:r>
          </a:p>
          <a:p>
            <a:pPr>
              <a:defRPr sz="1200"/>
            </a:pPr>
            <a:r>
              <a:t>D:/pasar_fix/node_modules/.bun/@babel+runtime@7.29.2/node_modules/@babel/runtime/helpers/maybeArrayLike.js</a:t>
            </a:r>
          </a:p>
          <a:p>
            <a:pPr>
              <a:defRPr sz="1200"/>
            </a:pPr>
            <a:r>
              <a:t>D:/pasar_fix/node_modules/.bun/@babel+runtime@7.29.2/node_modules/@babel/runtime/helpers/newArrowCheck.js</a:t>
            </a:r>
          </a:p>
          <a:p>
            <a:pPr>
              <a:defRPr sz="1200"/>
            </a:pPr>
            <a:r>
              <a:t>D:/pasar_fix/node_modules/.bun/@babel+runtime@7.29.2/node_modules/@babel/runtime/helpers/nonIterableRest.js</a:t>
            </a:r>
          </a:p>
          <a:p>
            <a:pPr>
              <a:defRPr sz="1200"/>
            </a:pPr>
            <a:r>
              <a:t>D:/pasar_fix/node_modules/.bun/@babel+runtime@7.29.2/node_modules/@babel/runtime/helpers/nonIterableSpread.js</a:t>
            </a:r>
          </a:p>
          <a:p>
            <a:pPr>
              <a:defRPr sz="1200"/>
            </a:pPr>
            <a:r>
              <a:t>D:/pasar_fix/node_modules/.bun/@babel+runtime@7.29.2/node_modules/@babel/runtime/helpers/nullishReceiverError.js</a:t>
            </a:r>
          </a:p>
          <a:p>
            <a:pPr>
              <a:defRPr sz="1200"/>
            </a:pPr>
            <a:r>
              <a:t>D:/pasar_fix/node_modules/.bun/@babel+runtime@7.29.2/node_modules/@babel/runtime/helpers/objectDestructuringEmpty.js</a:t>
            </a:r>
          </a:p>
          <a:p>
            <a:pPr>
              <a:defRPr sz="1200"/>
            </a:pPr>
            <a:r>
              <a:t>D:/pasar_fix/node_modules/.bun/@babel+runtime@7.29.2/node_modules/@babel/runtime/helpers/objectSpread.js</a:t>
            </a:r>
          </a:p>
          <a:p>
            <a:pPr>
              <a:defRPr sz="1200"/>
            </a:pPr>
            <a:r>
              <a:t>D:/pasar_fix/node_modules/.bun/@babel+runtime@7.29.2/node_modules/@babel/runtime/helpers/objectSpread2.js</a:t>
            </a:r>
          </a:p>
          <a:p>
            <a:pPr>
              <a:defRPr sz="1200"/>
            </a:pPr>
            <a:r>
              <a:t>D:/pasar_fix/node_modules/.bun/@babel+runtime@7.29.2/node_modules/@babel/runtime/helpers/objectWithoutProperties.js</a:t>
            </a:r>
          </a:p>
          <a:p>
            <a:pPr>
              <a:defRPr sz="1200"/>
            </a:pPr>
            <a:r>
              <a:t>D:/pasar_fix/node_modules/.bun/@babel+runtime@7.29.2/node_modules/@babel/runtime/helpers/objectWithoutPropertiesLoose.js</a:t>
            </a:r>
          </a:p>
          <a:p>
            <a:pPr>
              <a:defRPr sz="1200"/>
            </a:pPr>
            <a:r>
              <a:t>D:/pasar_fix/node_modules/.bun/@babel+runtime@7.29.2/node_modules/@babel/runtime/helpers/OverloadYield.js</a:t>
            </a:r>
          </a:p>
          <a:p>
            <a:pPr>
              <a:defRPr sz="1200"/>
            </a:pPr>
            <a:r>
              <a:t>D:/pasar_fix/node_modules/.bun/@babel+runtime@7.29.2/node_modules/@babel/runtime/helpers/possibleConstructorReturn.js</a:t>
            </a:r>
          </a:p>
          <a:p>
            <a:pPr>
              <a:defRPr sz="1200"/>
            </a:pPr>
            <a:r>
              <a:t>D:/pasar_fix/node_modules/.bun/@babel+runtime@7.29.2/node_modules/@babel/runtime/helpers/readOnlyError.js</a:t>
            </a:r>
          </a:p>
          <a:p>
            <a:pPr>
              <a:defRPr sz="1200"/>
            </a:pPr>
            <a:r>
              <a:t>D:/pasar_fix/node_modules/.bun/@babel+runtime@7.29.2/node_modules/@babel/runtime/helpers/regenerator.js</a:t>
            </a:r>
          </a:p>
          <a:p>
            <a:pPr>
              <a:defRPr sz="1200"/>
            </a:pPr>
            <a:r>
              <a:t>D:/pasar_fix/node_modules/.bun/@babel+runtime@7.29.2/node_modules/@babel/runtime/helpers/regeneratorAsync.js</a:t>
            </a:r>
          </a:p>
          <a:p>
            <a:pPr>
              <a:defRPr sz="1200"/>
            </a:pPr>
            <a:r>
              <a:t>D:/pasar_fix/node_modules/.bun/@babel+runtime@7.29.2/node_modules/@babel/runtime/helpers/regeneratorAsyncGen.js</a:t>
            </a:r>
          </a:p>
          <a:p>
            <a:pPr>
              <a:defRPr sz="1200"/>
            </a:pPr>
            <a:r>
              <a:t>D:/pasar_fix/node_modules/.bun/@babel+runtime@7.29.2/node_modules/@babel/runtime/helpers/regeneratorAsyncIterator.js</a:t>
            </a:r>
          </a:p>
          <a:p>
            <a:pPr>
              <a:defRPr sz="1200"/>
            </a:pPr>
            <a:r>
              <a:t>D:/pasar_fix/node_modules/.bun/@babel+runtime@7.29.2/node_modules/@babel/runtime/helpers/regeneratorDefine.js</a:t>
            </a:r>
          </a:p>
          <a:p>
            <a:pPr>
              <a:defRPr sz="1200"/>
            </a:pPr>
            <a:r>
              <a:t>D:/pasar_fix/node_modules/.bun/@babel+runtime@7.29.2/node_modules/@babel/runtime/helpers/regeneratorKeys.js</a:t>
            </a:r>
          </a:p>
          <a:p>
            <a:pPr>
              <a:defRPr sz="1200"/>
            </a:pPr>
            <a:r>
              <a:t>D:/pasar_fix/node_modules/.bun/@babel+runtime@7.29.2/node_modules/@babel/runtime/helpers/regeneratorRuntime.js</a:t>
            </a:r>
          </a:p>
          <a:p>
            <a:pPr>
              <a:defRPr sz="1200"/>
            </a:pPr>
            <a:r>
              <a:t>D:/pasar_fix/node_modules/.bun/@babel+runtime@7.29.2/node_modules/@babel/runtime/helpers/regeneratorValues.js</a:t>
            </a:r>
          </a:p>
          <a:p>
            <a:pPr>
              <a:defRPr sz="1200"/>
            </a:pPr>
            <a:r>
              <a:t>D:/pasar_fix/node_modules/.bun/@babel+runtime@7.29.2/node_modules/@babel/runtime/helpers/set.js</a:t>
            </a:r>
          </a:p>
          <a:p>
            <a:pPr>
              <a:defRPr sz="1200"/>
            </a:pPr>
            <a:r>
              <a:t>D:/pasar_fix/node_modules/.bun/@babel+runtime@7.29.2/node_modules/@babel/runtime/helpers/setFunctionName.js</a:t>
            </a:r>
          </a:p>
          <a:p>
            <a:pPr>
              <a:defRPr sz="1200"/>
            </a:pPr>
            <a:r>
              <a:t>D:/pasar_fix/node_modules/.bun/@babel+runtime@7.29.2/node_modules/@babel/runtime/helpers/setPrototypeOf.js</a:t>
            </a:r>
          </a:p>
          <a:p>
            <a:pPr>
              <a:defRPr sz="1200"/>
            </a:pPr>
            <a:r>
              <a:t>D:/pasar_fix/node_modules/.bun/@babel+runtime@7.29.2/node_modules/@babel/runtime/helpers/skipFirstGeneratorNext.js</a:t>
            </a:r>
          </a:p>
          <a:p>
            <a:pPr>
              <a:defRPr sz="1200"/>
            </a:pPr>
            <a:r>
              <a:t>D:/pasar_fix/node_modules/.bun/@babel+runtime@7.29.2/node_modules/@babel/runtime/helpers/slicedToArray.js</a:t>
            </a:r>
          </a:p>
          <a:p>
            <a:pPr>
              <a:defRPr sz="1200"/>
            </a:pPr>
            <a:r>
              <a:t>D:/pasar_fix/node_modules/.bun/@babel+runtime@7.29.2/node_modules/@babel/runtime/helpers/superPropBase.js</a:t>
            </a:r>
          </a:p>
          <a:p>
            <a:pPr>
              <a:defRPr sz="1200"/>
            </a:pPr>
            <a:r>
              <a:t>D:/pasar_fix/node_modules/.bun/@babel+runtime@7.29.2/node_modules/@babel/runtime/helpers/superPropGet.js</a:t>
            </a:r>
          </a:p>
          <a:p>
            <a:pPr>
              <a:defRPr sz="1200"/>
            </a:pPr>
            <a:r>
              <a:t>D:/pasar_fix/node_modules/.bun/@babel+runtime@7.29.2/node_modules/@babel/runtime/helpers/superPropSet.js</a:t>
            </a:r>
          </a:p>
          <a:p>
            <a:pPr>
              <a:defRPr sz="1200"/>
            </a:pPr>
            <a:r>
              <a:t>D:/pasar_fix/node_modules/.bun/@babel+runtime@7.29.2/node_modules/@babel/runtime/helpers/taggedTemplateLiteral.js</a:t>
            </a:r>
          </a:p>
          <a:p>
            <a:pPr>
              <a:defRPr sz="1200"/>
            </a:pPr>
            <a:r>
              <a:t>D:/pasar_fix/node_modules/.bun/@babel+runtime@7.29.2/node_modules/@babel/runtime/helpers/taggedTemplateLiteralLoose.js</a:t>
            </a:r>
          </a:p>
          <a:p>
            <a:pPr>
              <a:defRPr sz="1200"/>
            </a:pPr>
            <a:r>
              <a:t>D:/pasar_fix/node_modules/.bun/@babel+runtime@7.29.2/node_modules/@babel/runtime/helpers/tdz.js</a:t>
            </a:r>
          </a:p>
          <a:p>
            <a:pPr>
              <a:defRPr sz="1200"/>
            </a:pPr>
            <a:r>
              <a:t>D:/pasar_fix/node_modules/.bun/@babel+runtime@7.29.2/node_modules/@babel/runtime/helpers/temporalRef.js</a:t>
            </a:r>
          </a:p>
          <a:p>
            <a:pPr>
              <a:defRPr sz="1200"/>
            </a:pPr>
            <a:r>
              <a:t>D:/pasar_fix/node_modules/.bun/@babel+runtime@7.29.2/node_modules/@babel/runtime/helpers/temporalUndefined.js</a:t>
            </a:r>
          </a:p>
          <a:p>
            <a:pPr>
              <a:defRPr sz="1200"/>
            </a:pPr>
            <a:r>
              <a:t>D:/pasar_fix/node_modules/.bun/@babel+runtime@7.29.2/node_modules/@babel/runtime/helpers/toArray.js</a:t>
            </a:r>
          </a:p>
          <a:p>
            <a:pPr>
              <a:defRPr sz="1200"/>
            </a:pPr>
            <a:r>
              <a:t>D:/pasar_fix/node_modules/.bun/@babel+runtime@7.29.2/node_modules/@babel/runtime/helpers/toConsumableArray.js</a:t>
            </a:r>
          </a:p>
          <a:p>
            <a:pPr>
              <a:defRPr sz="1200"/>
            </a:pPr>
            <a:r>
              <a:t>D:/pasar_fix/node_modules/.bun/@babel+runtime@7.29.2/node_modules/@babel/runtime/helpers/toPrimitive.js</a:t>
            </a:r>
          </a:p>
          <a:p>
            <a:pPr>
              <a:defRPr sz="1200"/>
            </a:pPr>
            <a:r>
              <a:t>D:/pasar_fix/node_modules/.bun/@babel+runtime@7.29.2/node_modules/@babel/runtime/helpers/toPropertyKey.js</a:t>
            </a:r>
          </a:p>
          <a:p>
            <a:pPr>
              <a:defRPr sz="1200"/>
            </a:pPr>
            <a:r>
              <a:t>D:/pasar_fix/node_modules/.bun/@babel+runtime@7.29.2/node_modules/@babel/runtime/helpers/toSetter.js</a:t>
            </a:r>
          </a:p>
          <a:p>
            <a:pPr>
              <a:defRPr sz="1200"/>
            </a:pPr>
            <a:r>
              <a:t>D:/pasar_fix/node_modules/.bun/@babel+runtime@7.29.2/node_modules/@babel/runtime/helpers/tsRewriteRelativeImportExtensions.js</a:t>
            </a:r>
          </a:p>
          <a:p>
            <a:pPr>
              <a:defRPr sz="1200"/>
            </a:pPr>
            <a:r>
              <a:t>D:/pasar_fix/node_modules/.bun/@babel+runtime@7.29.2/node_modules/@babel/runtime/helpers/typeof.js</a:t>
            </a:r>
          </a:p>
          <a:p>
            <a:pPr>
              <a:defRPr sz="1200"/>
            </a:pPr>
            <a:r>
              <a:t>D:/pasar_fix/node_modules/.bun/@babel+runtime@7.29.2/node_modules/@babel/runtime/helpers/unsupportedIterableToArray.js</a:t>
            </a:r>
          </a:p>
          <a:p>
            <a:pPr>
              <a:defRPr sz="1200"/>
            </a:pPr>
            <a:r>
              <a:t>D:/pasar_fix/node_modules/.bun/@babel+runtime@7.29.2/node_modules/@babel/runtime/helpers/using.js</a:t>
            </a:r>
          </a:p>
          <a:p>
            <a:pPr>
              <a:defRPr sz="1200"/>
            </a:pPr>
            <a:r>
              <a:t>D:/pasar_fix/node_modules/.bun/@babel+runtime@7.29.2/node_modules/@babel/runtime/helpers/usingCtx.js</a:t>
            </a:r>
          </a:p>
          <a:p>
            <a:pPr>
              <a:defRPr sz="1200"/>
            </a:pPr>
            <a:r>
              <a:t>D:/pasar_fix/node_modules/.bun/@babel+runtime@7.29.2/node_modules/@babel/runtime/helpers/wrapAsyncGenerator.js</a:t>
            </a:r>
          </a:p>
          <a:p>
            <a:pPr>
              <a:defRPr sz="1200"/>
            </a:pPr>
            <a:r>
              <a:t>D:/pasar_fix/node_modules/.bun/@babel+runtime@7.29.2/node_modules/@babel/runtime/helpers/wrapNativeSuper.js</a:t>
            </a:r>
          </a:p>
          <a:p>
            <a:pPr>
              <a:defRPr sz="1200"/>
            </a:pPr>
            <a:r>
              <a:t>D:/pasar_fix/node_modules/.bun/@babel+runtime@7.29.2/node_modules/@babel/runtime/helpers/wrapRegExp.js</a:t>
            </a:r>
          </a:p>
          <a:p>
            <a:pPr>
              <a:defRPr sz="1200"/>
            </a:pPr>
            <a:r>
              <a:t>D:/pasar_fix/node_modules/.bun/@babel+runtime@7.29.2/node_modules/@babel/runtime/helpers/writeOnlyError.js</a:t>
            </a:r>
          </a:p>
          <a:p>
            <a:pPr>
              <a:defRPr sz="1200"/>
            </a:pPr>
            <a:r>
              <a:t>D:/pasar_fix/node_modules/.bun/@babel+runtime@7.29.2/node_modules/@babel/runtime/helpers/esm/applyDecoratedDescriptor.js</a:t>
            </a:r>
          </a:p>
          <a:p>
            <a:pPr>
              <a:defRPr sz="1200"/>
            </a:pPr>
            <a:r>
              <a:t>D:/pasar_fix/node_modules/.bun/@babel+runtime@7.29.2/node_modules/@babel/runtime/helpers/esm/applyDecs.js</a:t>
            </a:r>
          </a:p>
          <a:p>
            <a:pPr>
              <a:defRPr sz="1200"/>
            </a:pPr>
            <a:r>
              <a:t>D:/pasar_fix/node_modules/.bun/@babel+runtime@7.29.2/node_modules/@babel/runtime/helpers/esm/applyDecs2203.js</a:t>
            </a:r>
          </a:p>
          <a:p>
            <a:pPr>
              <a:defRPr sz="1200"/>
            </a:pPr>
            <a:r>
              <a:t>D:/pasar_fix/node_modules/.bun/@babel+runtime@7.29.2/node_modules/@babel/runtime/helpers/esm/applyDecs2203R.js</a:t>
            </a:r>
          </a:p>
          <a:p>
            <a:pPr>
              <a:defRPr sz="1200"/>
            </a:pPr>
            <a:r>
              <a:t>D:/pasar_fix/node_modules/.bun/@babel+runtime@7.29.2/node_modules/@babel/runtime/helpers/esm/applyDecs2301.js</a:t>
            </a:r>
          </a:p>
          <a:p>
            <a:pPr>
              <a:defRPr sz="1200"/>
            </a:pPr>
            <a:r>
              <a:t>D:/pasar_fix/node_modules/.bun/@babel+runtime@7.29.2/node_modules/@babel/runtime/helpers/esm/applyDecs2305.js</a:t>
            </a:r>
          </a:p>
          <a:p>
            <a:pPr>
              <a:defRPr sz="1200"/>
            </a:pPr>
            <a:r>
              <a:t>D:/pasar_fix/node_modules/.bun/@babel+runtime@7.29.2/node_modules/@babel/runtime/helpers/esm/applyDecs2311.js</a:t>
            </a:r>
          </a:p>
          <a:p>
            <a:pPr>
              <a:defRPr sz="1200"/>
            </a:pPr>
            <a:r>
              <a:t>D:/pasar_fix/node_modules/.bun/@babel+runtime@7.29.2/node_modules/@babel/runtime/helpers/esm/arrayLikeToArray.js</a:t>
            </a:r>
          </a:p>
          <a:p>
            <a:pPr>
              <a:defRPr sz="1200"/>
            </a:pPr>
            <a:r>
              <a:t>D:/pasar_fix/node_modules/.bun/@babel+runtime@7.29.2/node_modules/@babel/runtime/helpers/esm/arrayWithHoles.js</a:t>
            </a:r>
          </a:p>
          <a:p>
            <a:pPr>
              <a:defRPr sz="1200"/>
            </a:pPr>
            <a:r>
              <a:t>D:/pasar_fix/node_modules/.bun/@babel+runtime@7.29.2/node_modules/@babel/runtime/helpers/esm/arrayWithoutHoles.js</a:t>
            </a:r>
          </a:p>
          <a:p>
            <a:pPr>
              <a:defRPr sz="1200"/>
            </a:pPr>
            <a:r>
              <a:t>D:/pasar_fix/node_modules/.bun/@babel+runtime@7.29.2/node_modules/@babel/runtime/helpers/esm/assertClassBrand.js</a:t>
            </a:r>
          </a:p>
          <a:p>
            <a:pPr>
              <a:defRPr sz="1200"/>
            </a:pPr>
            <a:r>
              <a:t>D:/pasar_fix/node_modules/.bun/@babel+runtime@7.29.2/node_modules/@babel/runtime/helpers/esm/assertThisInitialized.js</a:t>
            </a:r>
          </a:p>
          <a:p>
            <a:pPr>
              <a:defRPr sz="1200"/>
            </a:pPr>
            <a:r>
              <a:t>D:/pasar_fix/node_modules/.bun/@babel+runtime@7.29.2/node_modules/@babel/runtime/helpers/esm/asyncGeneratorDelegate.js</a:t>
            </a:r>
          </a:p>
          <a:p>
            <a:pPr>
              <a:defRPr sz="1200"/>
            </a:pPr>
            <a:r>
              <a:t>D:/pasar_fix/node_modules/.bun/@babel+runtime@7.29.2/node_modules/@babel/runtime/helpers/esm/asyncIterator.js</a:t>
            </a:r>
          </a:p>
          <a:p>
            <a:pPr>
              <a:defRPr sz="1200"/>
            </a:pPr>
            <a:r>
              <a:t>D:/pasar_fix/node_modules/.bun/@babel+runtime@7.29.2/node_modules/@babel/runtime/helpers/esm/asyncToGenerator.js</a:t>
            </a:r>
          </a:p>
          <a:p>
            <a:pPr>
              <a:defRPr sz="1200"/>
            </a:pPr>
            <a:r>
              <a:t>D:/pasar_fix/node_modules/.bun/@babel+runtime@7.29.2/node_modules/@babel/runtime/helpers/esm/awaitAsyncGenerator.js</a:t>
            </a:r>
          </a:p>
          <a:p>
            <a:pPr>
              <a:defRPr sz="1200"/>
            </a:pPr>
            <a:r>
              <a:t>D:/pasar_fix/node_modules/.bun/@babel+runtime@7.29.2/node_modules/@babel/runtime/helpers/esm/AwaitValue.js</a:t>
            </a:r>
          </a:p>
          <a:p>
            <a:pPr>
              <a:defRPr sz="1200"/>
            </a:pPr>
            <a:r>
              <a:t>D:/pasar_fix/node_modules/.bun/@babel+runtime@7.29.2/node_modules/@babel/runtime/helpers/esm/callSuper.js</a:t>
            </a:r>
          </a:p>
          <a:p>
            <a:pPr>
              <a:defRPr sz="1200"/>
            </a:pPr>
            <a:r>
              <a:t>D:/pasar_fix/node_modules/.bun/@babel+runtime@7.29.2/node_modules/@babel/runtime/helpers/esm/checkInRHS.js</a:t>
            </a:r>
          </a:p>
          <a:p>
            <a:pPr>
              <a:defRPr sz="1200"/>
            </a:pPr>
            <a:r>
              <a:t>D:/pasar_fix/node_modules/.bun/@babel+runtime@7.29.2/node_modules/@babel/runtime/helpers/esm/checkPrivateRedeclaration.js</a:t>
            </a:r>
          </a:p>
          <a:p>
            <a:pPr>
              <a:defRPr sz="1200"/>
            </a:pPr>
            <a:r>
              <a:t>D:/pasar_fix/node_modules/.bun/@babel+runtime@7.29.2/node_modules/@babel/runtime/helpers/esm/classApplyDescriptorDestructureSet.js</a:t>
            </a:r>
          </a:p>
          <a:p>
            <a:pPr>
              <a:defRPr sz="1200"/>
            </a:pPr>
            <a:r>
              <a:t>D:/pasar_fix/node_modules/.bun/@babel+runtime@7.29.2/node_modules/@babel/runtime/helpers/esm/classApplyDescriptorGet.js</a:t>
            </a:r>
          </a:p>
          <a:p>
            <a:pPr>
              <a:defRPr sz="1200"/>
            </a:pPr>
            <a:r>
              <a:t>D:/pasar_fix/node_modules/.bun/@babel+runtime@7.29.2/node_modules/@babel/runtime/helpers/esm/classApplyDescriptorSet.js</a:t>
            </a:r>
          </a:p>
          <a:p>
            <a:pPr>
              <a:defRPr sz="1200"/>
            </a:pPr>
            <a:r>
              <a:t>D:/pasar_fix/node_modules/.bun/@babel+runtime@7.29.2/node_modules/@babel/runtime/helpers/esm/classCallCheck.js</a:t>
            </a:r>
          </a:p>
          <a:p>
            <a:pPr>
              <a:defRPr sz="1200"/>
            </a:pPr>
            <a:r>
              <a:t>D:/pasar_fix/node_modules/.bun/@babel+runtime@7.29.2/node_modules/@babel/runtime/helpers/esm/classCheckPrivateStaticAccess.js</a:t>
            </a:r>
          </a:p>
          <a:p>
            <a:pPr>
              <a:defRPr sz="1200"/>
            </a:pPr>
            <a:r>
              <a:t>D:/pasar_fix/node_modules/.bun/@babel+runtime@7.29.2/node_modules/@babel/runtime/helpers/esm/classCheckPrivateStaticFieldDescriptor.js</a:t>
            </a:r>
          </a:p>
          <a:p>
            <a:pPr>
              <a:defRPr sz="1200"/>
            </a:pPr>
            <a:r>
              <a:t>D:/pasar_fix/node_modules/.bun/@babel+runtime@7.29.2/node_modules/@babel/runtime/helpers/esm/classExtractFieldDescriptor.js</a:t>
            </a:r>
          </a:p>
          <a:p>
            <a:pPr>
              <a:defRPr sz="1200"/>
            </a:pPr>
            <a:r>
              <a:t>D:/pasar_fix/node_modules/.bun/@babel+runtime@7.29.2/node_modules/@babel/runtime/helpers/esm/classNameTDZError.js</a:t>
            </a:r>
          </a:p>
          <a:p>
            <a:pPr>
              <a:defRPr sz="1200"/>
            </a:pPr>
            <a:r>
              <a:t>D:/pasar_fix/node_modules/.bun/@babel+runtime@7.29.2/node_modules/@babel/runtime/helpers/esm/classPrivateFieldDestructureSet.js</a:t>
            </a:r>
          </a:p>
          <a:p>
            <a:pPr>
              <a:defRPr sz="1200"/>
            </a:pPr>
            <a:r>
              <a:t>D:/pasar_fix/node_modules/.bun/@babel+runtime@7.29.2/node_modules/@babel/runtime/helpers/esm/classPrivateFieldGet.js</a:t>
            </a:r>
          </a:p>
          <a:p>
            <a:pPr>
              <a:defRPr sz="1200"/>
            </a:pPr>
            <a:r>
              <a:t>D:/pasar_fix/node_modules/.bun/@babel+runtime@7.29.2/node_modules/@babel/runtime/helpers/esm/classPrivateFieldGet2.js</a:t>
            </a:r>
          </a:p>
          <a:p>
            <a:pPr>
              <a:defRPr sz="1200"/>
            </a:pPr>
            <a:r>
              <a:t>D:/pasar_fix/node_modules/.bun/@babel+runtime@7.29.2/node_modules/@babel/runtime/helpers/esm/classPrivateFieldInitSpec.js</a:t>
            </a:r>
          </a:p>
          <a:p>
            <a:pPr>
              <a:defRPr sz="1200"/>
            </a:pPr>
            <a:r>
              <a:t>D:/pasar_fix/node_modules/.bun/@babel+runtime@7.29.2/node_modules/@babel/runtime/helpers/esm/classPrivateFieldLooseBase.js</a:t>
            </a:r>
          </a:p>
          <a:p>
            <a:pPr>
              <a:defRPr sz="1200"/>
            </a:pPr>
            <a:r>
              <a:t>D:/pasar_fix/node_modules/.bun/@babel+runtime@7.29.2/node_modules/@babel/runtime/helpers/esm/classPrivateFieldLooseKey.js</a:t>
            </a:r>
          </a:p>
          <a:p>
            <a:pPr>
              <a:defRPr sz="1200"/>
            </a:pPr>
            <a:r>
              <a:t>D:/pasar_fix/node_modules/.bun/@babel+runtime@7.29.2/node_modules/@babel/runtime/helpers/esm/classPrivateFieldSet.js</a:t>
            </a:r>
          </a:p>
          <a:p>
            <a:pPr>
              <a:defRPr sz="1200"/>
            </a:pPr>
            <a:r>
              <a:t>D:/pasar_fix/node_modules/.bun/@babel+runtime@7.29.2/node_modules/@babel/runtime/helpers/esm/classPrivateFieldSet2.js</a:t>
            </a:r>
          </a:p>
          <a:p>
            <a:pPr>
              <a:defRPr sz="1200"/>
            </a:pPr>
            <a:r>
              <a:t>D:/pasar_fix/node_modules/.bun/@babel+runtime@7.29.2/node_modules/@babel/runtime/helpers/esm/classPrivateGetter.js</a:t>
            </a:r>
          </a:p>
          <a:p>
            <a:pPr>
              <a:defRPr sz="1200"/>
            </a:pPr>
            <a:r>
              <a:t>D:/pasar_fix/node_modules/.bun/@babel+runtime@7.29.2/node_modules/@babel/runtime/helpers/esm/classPrivateMethodGet.js</a:t>
            </a:r>
          </a:p>
          <a:p>
            <a:pPr>
              <a:defRPr sz="1200"/>
            </a:pPr>
            <a:r>
              <a:t>D:/pasar_fix/node_modules/.bun/@babel+runtime@7.29.2/node_modules/@babel/runtime/helpers/esm/classPrivateMethodInitSpec.js</a:t>
            </a:r>
          </a:p>
          <a:p>
            <a:pPr>
              <a:defRPr sz="1200"/>
            </a:pPr>
            <a:r>
              <a:t>D:/pasar_fix/node_modules/.bun/@babel+runtime@7.29.2/node_modules/@babel/runtime/helpers/esm/classPrivateMethodSet.js</a:t>
            </a:r>
          </a:p>
          <a:p>
            <a:pPr>
              <a:defRPr sz="1200"/>
            </a:pPr>
            <a:r>
              <a:t>D:/pasar_fix/node_modules/.bun/@babel+runtime@7.29.2/node_modules/@babel/runtime/helpers/esm/classPrivateSetter.js</a:t>
            </a:r>
          </a:p>
          <a:p>
            <a:pPr>
              <a:defRPr sz="1200"/>
            </a:pPr>
            <a:r>
              <a:t>D:/pasar_fix/node_modules/.bun/@babel+runtime@7.29.2/node_modules/@babel/runtime/helpers/esm/classStaticPrivateFieldDestructureSet.js</a:t>
            </a:r>
          </a:p>
          <a:p>
            <a:pPr>
              <a:defRPr sz="1200"/>
            </a:pPr>
            <a:r>
              <a:t>D:/pasar_fix/node_modules/.bun/@babel+runtime@7.29.2/node_modules/@babel/runtime/helpers/esm/classStaticPrivateFieldSpecGet.js</a:t>
            </a:r>
          </a:p>
          <a:p>
            <a:pPr>
              <a:defRPr sz="1200"/>
            </a:pPr>
            <a:r>
              <a:t>D:/pasar_fix/node_modules/.bun/@babel+runtime@7.29.2/node_modules/@babel/runtime/helpers/esm/classStaticPrivateFieldSpecSet.js</a:t>
            </a:r>
          </a:p>
          <a:p>
            <a:pPr>
              <a:defRPr sz="1200"/>
            </a:pPr>
            <a:r>
              <a:t>D:/pasar_fix/node_modules/.bun/@babel+runtime@7.29.2/node_modules/@babel/runtime/helpers/esm/classStaticPrivateMethodGet.js</a:t>
            </a:r>
          </a:p>
          <a:p>
            <a:pPr>
              <a:defRPr sz="1200"/>
            </a:pPr>
            <a:r>
              <a:t>D:/pasar_fix/node_modules/.bun/@babel+runtime@7.29.2/node_modules/@babel/runtime/helpers/esm/classStaticPrivateMethodSet.js</a:t>
            </a:r>
          </a:p>
          <a:p>
            <a:pPr>
              <a:defRPr sz="1200"/>
            </a:pPr>
            <a:r>
              <a:t>D:/pasar_fix/node_modules/.bun/@babel+runtime@7.29.2/node_modules/@babel/runtime/helpers/esm/construct.js</a:t>
            </a:r>
          </a:p>
          <a:p>
            <a:pPr>
              <a:defRPr sz="1200"/>
            </a:pPr>
            <a:r>
              <a:t>D:/pasar_fix/node_modules/.bun/@babel+runtime@7.29.2/node_modules/@babel/runtime/helpers/esm/createClass.js</a:t>
            </a:r>
          </a:p>
          <a:p>
            <a:pPr>
              <a:defRPr sz="1200"/>
            </a:pPr>
            <a:r>
              <a:t>D:/pasar_fix/node_modules/.bun/@babel+runtime@7.29.2/node_modules/@babel/runtime/helpers/esm/createForOfIteratorHelper.js</a:t>
            </a:r>
          </a:p>
          <a:p>
            <a:pPr>
              <a:defRPr sz="1200"/>
            </a:pPr>
            <a:r>
              <a:t>D:/pasar_fix/node_modules/.bun/@babel+runtime@7.29.2/node_modules/@babel/runtime/helpers/esm/createForOfIteratorHelperLoose.js</a:t>
            </a:r>
          </a:p>
          <a:p>
            <a:pPr>
              <a:defRPr sz="1200"/>
            </a:pPr>
            <a:r>
              <a:t>D:/pasar_fix/node_modules/.bun/@babel+runtime@7.29.2/node_modules/@babel/runtime/helpers/esm/createSuper.js</a:t>
            </a:r>
          </a:p>
          <a:p>
            <a:pPr>
              <a:defRPr sz="1200"/>
            </a:pPr>
            <a:r>
              <a:t>D:/pasar_fix/node_modules/.bun/@babel+runtime@7.29.2/node_modules/@babel/runtime/helpers/esm/decorate.js</a:t>
            </a:r>
          </a:p>
          <a:p>
            <a:pPr>
              <a:defRPr sz="1200"/>
            </a:pPr>
            <a:r>
              <a:t>D:/pasar_fix/node_modules/.bun/@babel+runtime@7.29.2/node_modules/@babel/runtime/helpers/esm/defaults.js</a:t>
            </a:r>
          </a:p>
          <a:p>
            <a:pPr>
              <a:defRPr sz="1200"/>
            </a:pPr>
            <a:r>
              <a:t>D:/pasar_fix/node_modules/.bun/@babel+runtime@7.29.2/node_modules/@babel/runtime/helpers/esm/defineAccessor.js</a:t>
            </a:r>
          </a:p>
          <a:p>
            <a:pPr>
              <a:defRPr sz="1200"/>
            </a:pPr>
            <a:r>
              <a:t>D:/pasar_fix/node_modules/.bun/@babel+runtime@7.29.2/node_modules/@babel/runtime/helpers/esm/defineEnumerableProperties.js</a:t>
            </a:r>
          </a:p>
          <a:p>
            <a:pPr>
              <a:defRPr sz="1200"/>
            </a:pPr>
            <a:r>
              <a:t>D:/pasar_fix/node_modules/.bun/@babel+runtime@7.29.2/node_modules/@babel/runtime/helpers/esm/defineProperty.js</a:t>
            </a:r>
          </a:p>
          <a:p>
            <a:pPr>
              <a:defRPr sz="1200"/>
            </a:pPr>
            <a:r>
              <a:t>D:/pasar_fix/node_modules/.bun/@babel+runtime@7.29.2/node_modules/@babel/runtime/helpers/esm/dispose.js</a:t>
            </a:r>
          </a:p>
          <a:p>
            <a:pPr>
              <a:defRPr sz="1200"/>
            </a:pPr>
            <a:r>
              <a:t>D:/pasar_fix/node_modules/.bun/@babel+runtime@7.29.2/node_modules/@babel/runtime/helpers/esm/extends.js</a:t>
            </a:r>
          </a:p>
          <a:p>
            <a:pPr>
              <a:defRPr sz="1200"/>
            </a:pPr>
            <a:r>
              <a:t>D:/pasar_fix/node_modules/.bun/@babel+runtime@7.29.2/node_modules/@babel/runtime/helpers/esm/get.js</a:t>
            </a:r>
          </a:p>
          <a:p>
            <a:pPr>
              <a:defRPr sz="1200"/>
            </a:pPr>
            <a:r>
              <a:t>D:/pasar_fix/node_modules/.bun/@babel+runtime@7.29.2/node_modules/@babel/runtime/helpers/esm/getPrototypeOf.js</a:t>
            </a:r>
          </a:p>
          <a:p>
            <a:pPr>
              <a:defRPr sz="1200"/>
            </a:pPr>
            <a:r>
              <a:t>D:/pasar_fix/node_modules/.bun/@babel+runtime@7.29.2/node_modules/@babel/runtime/helpers/esm/identity.js</a:t>
            </a:r>
          </a:p>
          <a:p>
            <a:pPr>
              <a:defRPr sz="1200"/>
            </a:pPr>
            <a:r>
              <a:t>D:/pasar_fix/node_modules/.bun/@babel+runtime@7.29.2/node_modules/@babel/runtime/helpers/esm/importDeferProxy.js</a:t>
            </a:r>
          </a:p>
          <a:p>
            <a:pPr>
              <a:defRPr sz="1200"/>
            </a:pPr>
            <a:r>
              <a:t>D:/pasar_fix/node_modules/.bun/@babel+runtime@7.29.2/node_modules/@babel/runtime/helpers/esm/inherits.js</a:t>
            </a:r>
          </a:p>
          <a:p>
            <a:pPr>
              <a:defRPr sz="1200"/>
            </a:pPr>
            <a:r>
              <a:t>D:/pasar_fix/node_modules/.bun/@babel+runtime@7.29.2/node_modules/@babel/runtime/helpers/esm/inheritsLoose.js</a:t>
            </a:r>
          </a:p>
          <a:p>
            <a:pPr>
              <a:defRPr sz="1200"/>
            </a:pPr>
            <a:r>
              <a:t>D:/pasar_fix/node_modules/.bun/@babel+runtime@7.29.2/node_modules/@babel/runtime/helpers/esm/initializerDefineProperty.js</a:t>
            </a:r>
          </a:p>
          <a:p>
            <a:pPr>
              <a:defRPr sz="1200"/>
            </a:pPr>
            <a:r>
              <a:t>D:/pasar_fix/node_modules/.bun/@babel+runtime@7.29.2/node_modules/@babel/runtime/helpers/esm/initializerWarningHelper.js</a:t>
            </a:r>
          </a:p>
          <a:p>
            <a:pPr>
              <a:defRPr sz="1200"/>
            </a:pPr>
            <a:r>
              <a:t>D:/pasar_fix/node_modules/.bun/@babel+runtime@7.29.2/node_modules/@babel/runtime/helpers/esm/instanceof.js</a:t>
            </a:r>
          </a:p>
          <a:p>
            <a:pPr>
              <a:defRPr sz="1200"/>
            </a:pPr>
            <a:r>
              <a:t>D:/pasar_fix/node_modules/.bun/@babel+runtime@7.29.2/node_modules/@babel/runtime/helpers/esm/interopRequireDefault.js</a:t>
            </a:r>
          </a:p>
          <a:p>
            <a:pPr>
              <a:defRPr sz="1200"/>
            </a:pPr>
            <a:r>
              <a:t>D:/pasar_fix/node_modules/.bun/@babel+runtime@7.29.2/node_modules/@babel/runtime/helpers/esm/interopRequireWildcard.js</a:t>
            </a:r>
          </a:p>
          <a:p>
            <a:pPr>
              <a:defRPr sz="1200"/>
            </a:pPr>
            <a:r>
              <a:t>D:/pasar_fix/node_modules/.bun/@babel+runtime@7.29.2/node_modules/@babel/runtime/helpers/esm/isNativeFunction.js</a:t>
            </a:r>
          </a:p>
          <a:p>
            <a:pPr>
              <a:defRPr sz="1200"/>
            </a:pPr>
            <a:r>
              <a:t>D:/pasar_fix/node_modules/.bun/@babel+runtime@7.29.2/node_modules/@babel/runtime/helpers/esm/isNativeReflectConstruct.js</a:t>
            </a:r>
          </a:p>
          <a:p>
            <a:pPr>
              <a:defRPr sz="1200"/>
            </a:pPr>
            <a:r>
              <a:t>D:/pasar_fix/node_modules/.bun/@babel+runtime@7.29.2/node_modules/@babel/runtime/helpers/esm/iterableToArray.js</a:t>
            </a:r>
          </a:p>
          <a:p>
            <a:pPr>
              <a:defRPr sz="1200"/>
            </a:pPr>
            <a:r>
              <a:t>D:/pasar_fix/node_modules/.bun/@babel+runtime@7.29.2/node_modules/@babel/runtime/helpers/esm/iterableToArrayLimit.js</a:t>
            </a:r>
          </a:p>
          <a:p>
            <a:pPr>
              <a:defRPr sz="1200"/>
            </a:pPr>
            <a:r>
              <a:t>D:/pasar_fix/node_modules/.bun/@babel+runtime@7.29.2/node_modules/@babel/runtime/helpers/esm/jsx.js</a:t>
            </a:r>
          </a:p>
          <a:p>
            <a:pPr>
              <a:defRPr sz="1200"/>
            </a:pPr>
            <a:r>
              <a:t>D:/pasar_fix/node_modules/.bun/@babel+runtime@7.29.2/node_modules/@babel/runtime/helpers/esm/maybeArrayLike.js</a:t>
            </a:r>
          </a:p>
          <a:p>
            <a:pPr>
              <a:defRPr sz="1200"/>
            </a:pPr>
            <a:r>
              <a:t>D:/pasar_fix/node_modules/.bun/@babel+runtime@7.29.2/node_modules/@babel/runtime/helpers/esm/newArrowCheck.js</a:t>
            </a:r>
          </a:p>
          <a:p>
            <a:pPr>
              <a:defRPr sz="1200"/>
            </a:pPr>
            <a:r>
              <a:t>D:/pasar_fix/node_modules/.bun/@babel+runtime@7.29.2/node_modules/@babel/runtime/helpers/esm/nonIterableRest.js</a:t>
            </a:r>
          </a:p>
          <a:p>
            <a:pPr>
              <a:defRPr sz="1200"/>
            </a:pPr>
            <a:r>
              <a:t>D:/pasar_fix/node_modules/.bun/@babel+runtime@7.29.2/node_modules/@babel/runtime/helpers/esm/nonIterableSpread.js</a:t>
            </a:r>
          </a:p>
          <a:p>
            <a:pPr>
              <a:defRPr sz="1200"/>
            </a:pPr>
            <a:r>
              <a:t>D:/pasar_fix/node_modules/.bun/@babel+runtime@7.29.2/node_modules/@babel/runtime/helpers/esm/nullishReceiverError.js</a:t>
            </a:r>
          </a:p>
          <a:p>
            <a:pPr>
              <a:defRPr sz="1200"/>
            </a:pPr>
            <a:r>
              <a:t>D:/pasar_fix/node_modules/.bun/@babel+runtime@7.29.2/node_modules/@babel/runtime/helpers/esm/objectDestructuringEmpty.js</a:t>
            </a:r>
          </a:p>
          <a:p>
            <a:pPr>
              <a:defRPr sz="1200"/>
            </a:pPr>
            <a:r>
              <a:t>D:/pasar_fix/node_modules/.bun/@babel+runtime@7.29.2/node_modules/@babel/runtime/helpers/esm/objectSpread.js</a:t>
            </a:r>
          </a:p>
          <a:p>
            <a:pPr>
              <a:defRPr sz="1200"/>
            </a:pPr>
            <a:r>
              <a:t>D:/pasar_fix/node_modules/.bun/@babel+runtime@7.29.2/node_modules/@babel/runtime/helpers/esm/objectSpread2.js</a:t>
            </a:r>
          </a:p>
          <a:p>
            <a:pPr>
              <a:defRPr sz="1200"/>
            </a:pPr>
            <a:r>
              <a:t>D:/pasar_fix/node_modules/.bun/@babel+runtime@7.29.2/node_modules/@babel/runtime/helpers/esm/objectWithoutProperties.js</a:t>
            </a:r>
          </a:p>
          <a:p>
            <a:pPr>
              <a:defRPr sz="1200"/>
            </a:pPr>
            <a:r>
              <a:t>D:/pasar_fix/node_modules/.bun/@babel+runtime@7.29.2/node_modules/@babel/runtime/helpers/esm/objectWithoutPropertiesLoose.js</a:t>
            </a:r>
          </a:p>
          <a:p>
            <a:pPr>
              <a:defRPr sz="1200"/>
            </a:pPr>
            <a:r>
              <a:t>D:/pasar_fix/node_modules/.bun/@babel+runtime@7.29.2/node_modules/@babel/runtime/helpers/esm/OverloadYield.js</a:t>
            </a:r>
          </a:p>
          <a:p>
            <a:pPr>
              <a:defRPr sz="1200"/>
            </a:pPr>
            <a:r>
              <a:t>D:/pasar_fix/node_modules/.bun/@babel+runtime@7.29.2/node_modules/@babel/runtime/helpers/esm/package.json</a:t>
            </a:r>
          </a:p>
          <a:p>
            <a:pPr>
              <a:defRPr sz="1200"/>
            </a:pPr>
            <a:r>
              <a:t>D:/pasar_fix/node_modules/.bun/@babel+runtime@7.29.2/node_modules/@babel/runtime/helpers/esm/possibleConstructorReturn.js</a:t>
            </a:r>
          </a:p>
          <a:p>
            <a:pPr>
              <a:defRPr sz="1200"/>
            </a:pPr>
            <a:r>
              <a:t>D:/pasar_fix/node_modules/.bun/@babel+runtime@7.29.2/node_modules/@babel/runtime/helpers/esm/readOnlyError.js</a:t>
            </a:r>
          </a:p>
          <a:p>
            <a:pPr>
              <a:defRPr sz="1200"/>
            </a:pPr>
            <a:r>
              <a:t>D:/pasar_fix/node_modules/.bun/@babel+runtime@7.29.2/node_modules/@babel/runtime/helpers/esm/regenerator.js</a:t>
            </a:r>
          </a:p>
          <a:p>
            <a:pPr>
              <a:defRPr sz="1200"/>
            </a:pPr>
            <a:r>
              <a:t>D:/pasar_fix/node_modules/.bun/@babel+runtime@7.29.2/node_modules/@babel/runtime/helpers/esm/regeneratorAsync.js</a:t>
            </a:r>
          </a:p>
          <a:p>
            <a:pPr>
              <a:defRPr sz="1200"/>
            </a:pPr>
            <a:r>
              <a:t>D:/pasar_fix/node_modules/.bun/@babel+runtime@7.29.2/node_modules/@babel/runtime/helpers/esm/regeneratorAsyncGen.js</a:t>
            </a:r>
          </a:p>
          <a:p>
            <a:pPr>
              <a:defRPr sz="1200"/>
            </a:pPr>
            <a:r>
              <a:t>D:/pasar_fix/node_modules/.bun/@babel+runtime@7.29.2/node_modules/@babel/runtime/helpers/esm/regeneratorAsyncIterator.js</a:t>
            </a:r>
          </a:p>
          <a:p>
            <a:pPr>
              <a:defRPr sz="1200"/>
            </a:pPr>
            <a:r>
              <a:t>D:/pasar_fix/node_modules/.bun/@babel+runtime@7.29.2/node_modules/@babel/runtime/helpers/esm/regeneratorDefine.js</a:t>
            </a:r>
          </a:p>
          <a:p>
            <a:pPr>
              <a:defRPr sz="1200"/>
            </a:pPr>
            <a:r>
              <a:t>D:/pasar_fix/node_modules/.bun/@babel+runtime@7.29.2/node_modules/@babel/runtime/helpers/esm/regeneratorKeys.js</a:t>
            </a:r>
          </a:p>
          <a:p>
            <a:pPr>
              <a:defRPr sz="1200"/>
            </a:pPr>
            <a:r>
              <a:t>D:/pasar_fix/node_modules/.bun/@babel+runtime@7.29.2/node_modules/@babel/runtime/helpers/esm/regeneratorRuntime.js</a:t>
            </a:r>
          </a:p>
          <a:p>
            <a:pPr>
              <a:defRPr sz="1200"/>
            </a:pPr>
            <a:r>
              <a:t>D:/pasar_fix/node_modules/.bun/@babel+runtime@7.29.2/node_modules/@babel/runtime/helpers/esm/regeneratorValues.js</a:t>
            </a:r>
          </a:p>
          <a:p>
            <a:pPr>
              <a:defRPr sz="1200"/>
            </a:pPr>
            <a:r>
              <a:t>D:/pasar_fix/node_modules/.bun/@babel+runtime@7.29.2/node_modules/@babel/runtime/helpers/esm/set.js</a:t>
            </a:r>
          </a:p>
          <a:p>
            <a:pPr>
              <a:defRPr sz="1200"/>
            </a:pPr>
            <a:r>
              <a:t>D:/pasar_fix/node_modules/.bun/@babel+runtime@7.29.2/node_modules/@babel/runtime/helpers/esm/setFunctionName.js</a:t>
            </a:r>
          </a:p>
          <a:p>
            <a:pPr>
              <a:defRPr sz="1200"/>
            </a:pPr>
            <a:r>
              <a:t>D:/pasar_fix/node_modules/.bun/@babel+runtime@7.29.2/node_modules/@babel/runtime/helpers/esm/setPrototypeOf.js</a:t>
            </a:r>
          </a:p>
          <a:p>
            <a:pPr>
              <a:defRPr sz="1200"/>
            </a:pPr>
            <a:r>
              <a:t>D:/pasar_fix/node_modules/.bun/@babel+runtime@7.29.2/node_modules/@babel/runtime/helpers/esm/skipFirstGeneratorNext.js</a:t>
            </a:r>
          </a:p>
          <a:p>
            <a:pPr>
              <a:defRPr sz="1200"/>
            </a:pPr>
            <a:r>
              <a:t>D:/pasar_fix/node_modules/.bun/@babel+runtime@7.29.2/node_modules/@babel/runtime/helpers/esm/slicedToArray.js</a:t>
            </a:r>
          </a:p>
          <a:p>
            <a:pPr>
              <a:defRPr sz="1200"/>
            </a:pPr>
            <a:r>
              <a:t>D:/pasar_fix/node_modules/.bun/@babel+runtime@7.29.2/node_modules/@babel/runtime/helpers/esm/superPropBase.js</a:t>
            </a:r>
          </a:p>
          <a:p>
            <a:pPr>
              <a:defRPr sz="1200"/>
            </a:pPr>
            <a:r>
              <a:t>D:/pasar_fix/node_modules/.bun/@babel+runtime@7.29.2/node_modules/@babel/runtime/helpers/esm/superPropGet.js</a:t>
            </a:r>
          </a:p>
          <a:p>
            <a:pPr>
              <a:defRPr sz="1200"/>
            </a:pPr>
            <a:r>
              <a:t>D:/pasar_fix/node_modules/.bun/@babel+runtime@7.29.2/node_modules/@babel/runtime/helpers/esm/superPropSet.js</a:t>
            </a:r>
          </a:p>
          <a:p>
            <a:pPr>
              <a:defRPr sz="1200"/>
            </a:pPr>
            <a:r>
              <a:t>D:/pasar_fix/node_modules/.bun/@babel+runtime@7.29.2/node_modules/@babel/runtime/helpers/esm/taggedTemplateLiteral.js</a:t>
            </a:r>
          </a:p>
          <a:p>
            <a:pPr>
              <a:defRPr sz="1200"/>
            </a:pPr>
            <a:r>
              <a:t>D:/pasar_fix/node_modules/.bun/@babel+runtime@7.29.2/node_modules/@babel/runtime/helpers/esm/taggedTemplateLiteralLoose.js</a:t>
            </a:r>
          </a:p>
          <a:p>
            <a:pPr>
              <a:defRPr sz="1200"/>
            </a:pPr>
            <a:r>
              <a:t>D:/pasar_fix/node_modules/.bun/@babel+runtime@7.29.2/node_modules/@babel/runtime/helpers/esm/tdz.js</a:t>
            </a:r>
          </a:p>
          <a:p>
            <a:pPr>
              <a:defRPr sz="1200"/>
            </a:pPr>
            <a:r>
              <a:t>D:/pasar_fix/node_modules/.bun/@babel+runtime@7.29.2/node_modules/@babel/runtime/helpers/esm/temporalRef.js</a:t>
            </a:r>
          </a:p>
          <a:p>
            <a:pPr>
              <a:defRPr sz="1200"/>
            </a:pPr>
            <a:r>
              <a:t>D:/pasar_fix/node_modules/.bun/@babel+runtime@7.29.2/node_modules/@babel/runtime/helpers/esm/temporalUndefined.js</a:t>
            </a:r>
          </a:p>
          <a:p>
            <a:pPr>
              <a:defRPr sz="1200"/>
            </a:pPr>
            <a:r>
              <a:t>D:/pasar_fix/node_modules/.bun/@babel+runtime@7.29.2/node_modules/@babel/runtime/helpers/esm/toArray.js</a:t>
            </a:r>
          </a:p>
          <a:p>
            <a:pPr>
              <a:defRPr sz="1200"/>
            </a:pPr>
            <a:r>
              <a:t>D:/pasar_fix/node_modules/.bun/@babel+runtime@7.29.2/node_modules/@babel/runtime/helpers/esm/toConsumableArray.js</a:t>
            </a:r>
          </a:p>
          <a:p>
            <a:pPr>
              <a:defRPr sz="1200"/>
            </a:pPr>
            <a:r>
              <a:t>D:/pasar_fix/node_modules/.bun/@babel+runtime@7.29.2/node_modules/@babel/runtime/helpers/esm/toPrimitive.js</a:t>
            </a:r>
          </a:p>
          <a:p>
            <a:pPr>
              <a:defRPr sz="1200"/>
            </a:pPr>
            <a:r>
              <a:t>D:/pasar_fix/node_modules/.bun/@babel+runtime@7.29.2/node_modules/@babel/runtime/helpers/esm/toPropertyKey.js</a:t>
            </a:r>
          </a:p>
          <a:p>
            <a:pPr>
              <a:defRPr sz="1200"/>
            </a:pPr>
            <a:r>
              <a:t>D:/pasar_fix/node_modules/.bun/@babel+runtime@7.29.2/node_modules/@babel/runtime/helpers/esm/toSetter.js</a:t>
            </a:r>
          </a:p>
          <a:p>
            <a:pPr>
              <a:defRPr sz="1200"/>
            </a:pPr>
            <a:r>
              <a:t>D:/pasar_fix/node_modules/.bun/@babel+runtime@7.29.2/node_modules/@babel/runtime/helpers/esm/tsRewriteRelativeImportExtensions.js</a:t>
            </a:r>
          </a:p>
          <a:p>
            <a:pPr>
              <a:defRPr sz="1200"/>
            </a:pPr>
            <a:r>
              <a:t>D:/pasar_fix/node_modules/.bun/@babel+runtime@7.29.2/node_modules/@babel/runtime/helpers/esm/typeof.js</a:t>
            </a:r>
          </a:p>
          <a:p>
            <a:pPr>
              <a:defRPr sz="1200"/>
            </a:pPr>
            <a:r>
              <a:t>D:/pasar_fix/node_modules/.bun/@babel+runtime@7.29.2/node_modules/@babel/runtime/helpers/esm/unsupportedIterableToArray.js</a:t>
            </a:r>
          </a:p>
          <a:p>
            <a:pPr>
              <a:defRPr sz="1200"/>
            </a:pPr>
            <a:r>
              <a:t>D:/pasar_fix/node_modules/.bun/@babel+runtime@7.29.2/node_modules/@babel/runtime/helpers/esm/using.js</a:t>
            </a:r>
          </a:p>
          <a:p>
            <a:pPr>
              <a:defRPr sz="1200"/>
            </a:pPr>
            <a:r>
              <a:t>D:/pasar_fix/node_modules/.bun/@babel+runtime@7.29.2/node_modules/@babel/runtime/helpers/esm/usingCtx.js</a:t>
            </a:r>
          </a:p>
          <a:p>
            <a:pPr>
              <a:defRPr sz="1200"/>
            </a:pPr>
            <a:r>
              <a:t>D:/pasar_fix/node_modules/.bun/@babel+runtime@7.29.2/node_modules/@babel/runtime/helpers/esm/wrapAsyncGenerator.js</a:t>
            </a:r>
          </a:p>
          <a:p>
            <a:pPr>
              <a:defRPr sz="1200"/>
            </a:pPr>
            <a:r>
              <a:t>D:/pasar_fix/node_modules/.bun/@babel+runtime@7.29.2/node_modules/@babel/runtime/helpers/esm/wrapNativeSuper.js</a:t>
            </a:r>
          </a:p>
          <a:p>
            <a:pPr>
              <a:defRPr sz="1200"/>
            </a:pPr>
            <a:r>
              <a:t>D:/pasar_fix/node_modules/.bun/@babel+runtime@7.29.2/node_modules/@babel/runtime/helpers/esm/wrapRegExp.js</a:t>
            </a:r>
          </a:p>
          <a:p>
            <a:pPr>
              <a:defRPr sz="1200"/>
            </a:pPr>
            <a:r>
              <a:t>D:/pasar_fix/node_modules/.bun/@babel+runtime@7.29.2/node_modules/@babel/runtime/helpers/esm/writeOnlyError.js</a:t>
            </a:r>
          </a:p>
          <a:p>
            <a:pPr>
              <a:defRPr sz="1200"/>
            </a:pPr>
            <a:r>
              <a:t>D:/pasar_fix/node_modules/.bun/@babel+runtime@7.29.2/node_modules/@babel/runtime/regenerator/index.js</a:t>
            </a:r>
          </a:p>
          <a:p>
            <a:pPr>
              <a:defRPr sz="1200"/>
            </a:pPr>
            <a:r>
              <a:t>D:/pasar_fix/node_modules/.bun/@babel+template@7.28.6/node_modules/.bin/parser.bunx</a:t>
            </a:r>
          </a:p>
          <a:p>
            <a:pPr>
              <a:defRPr sz="1200"/>
            </a:pPr>
            <a:r>
              <a:t>D:/pasar_fix/node_modules/.bun/@babel+template@7.28.6/node_modules/.bin/parser.exe</a:t>
            </a:r>
          </a:p>
          <a:p>
            <a:pPr>
              <a:defRPr sz="1200"/>
            </a:pPr>
            <a:r>
              <a:t>D:/pasar_fix/node_modules/.bun/@babel+template@7.28.6/node_modules/@babel/template/LICENSE</a:t>
            </a:r>
          </a:p>
          <a:p>
            <a:pPr>
              <a:defRPr sz="1200"/>
            </a:pPr>
            <a:r>
              <a:t>D:/pasar_fix/node_modules/.bun/@babel+template@7.28.6/node_modules/@babel/template/package.json</a:t>
            </a:r>
          </a:p>
          <a:p>
            <a:pPr>
              <a:defRPr sz="1200"/>
            </a:pPr>
            <a:r>
              <a:t>D:/pasar_fix/node_modules/.bun/@babel+template@7.28.6/node_modules/@babel/template/README.md</a:t>
            </a:r>
          </a:p>
          <a:p>
            <a:pPr>
              <a:defRPr sz="1200"/>
            </a:pPr>
            <a:r>
              <a:t>D:/pasar_fix/node_modules/.bun/@babel+template@7.28.6/node_modules/@babel/template/lib/builder.js</a:t>
            </a:r>
          </a:p>
          <a:p>
            <a:pPr>
              <a:defRPr sz="1200"/>
            </a:pPr>
            <a:r>
              <a:t>D:/pasar_fix/node_modules/.bun/@babel+template@7.28.6/node_modules/@babel/template/lib/builder.js.map</a:t>
            </a:r>
          </a:p>
          <a:p>
            <a:pPr>
              <a:defRPr sz="1200"/>
            </a:pPr>
            <a:r>
              <a:t>D:/pasar_fix/node_modules/.bun/@babel+template@7.28.6/node_modules/@babel/template/lib/formatters.js</a:t>
            </a:r>
          </a:p>
          <a:p>
            <a:pPr>
              <a:defRPr sz="1200"/>
            </a:pPr>
            <a:r>
              <a:t>D:/pasar_fix/node_modules/.bun/@babel+template@7.28.6/node_modules/@babel/template/lib/formatters.js.map</a:t>
            </a:r>
          </a:p>
          <a:p>
            <a:pPr>
              <a:defRPr sz="1200"/>
            </a:pPr>
            <a:r>
              <a:t>D:/pasar_fix/node_modules/.bun/@babel+template@7.28.6/node_modules/@babel/template/lib/index.js</a:t>
            </a:r>
          </a:p>
          <a:p>
            <a:pPr>
              <a:defRPr sz="1200"/>
            </a:pPr>
            <a:r>
              <a:t>D:/pasar_fix/node_modules/.bun/@babel+template@7.28.6/node_modules/@babel/template/lib/index.js.map</a:t>
            </a:r>
          </a:p>
          <a:p>
            <a:pPr>
              <a:defRPr sz="1200"/>
            </a:pPr>
            <a:r>
              <a:t>D:/pasar_fix/node_modules/.bun/@babel+template@7.28.6/node_modules/@babel/template/lib/literal.js</a:t>
            </a:r>
          </a:p>
          <a:p>
            <a:pPr>
              <a:defRPr sz="1200"/>
            </a:pPr>
            <a:r>
              <a:t>D:/pasar_fix/node_modules/.bun/@babel+template@7.28.6/node_modules/@babel/template/lib/literal.js.map</a:t>
            </a:r>
          </a:p>
          <a:p>
            <a:pPr>
              <a:defRPr sz="1200"/>
            </a:pPr>
            <a:r>
              <a:t>D:/pasar_fix/node_modules/.bun/@babel+template@7.28.6/node_modules/@babel/template/lib/options.js</a:t>
            </a:r>
          </a:p>
          <a:p>
            <a:pPr>
              <a:defRPr sz="1200"/>
            </a:pPr>
            <a:r>
              <a:t>D:/pasar_fix/node_modules/.bun/@babel+template@7.28.6/node_modules/@babel/template/lib/options.js.map</a:t>
            </a:r>
          </a:p>
          <a:p>
            <a:pPr>
              <a:defRPr sz="1200"/>
            </a:pPr>
            <a:r>
              <a:t>D:/pasar_fix/node_modules/.bun/@babel+template@7.28.6/node_modules/@babel/template/lib/parse.js</a:t>
            </a:r>
          </a:p>
          <a:p>
            <a:pPr>
              <a:defRPr sz="1200"/>
            </a:pPr>
            <a:r>
              <a:t>D:/pasar_fix/node_modules/.bun/@babel+template@7.28.6/node_modules/@babel/template/lib/parse.js.map</a:t>
            </a:r>
          </a:p>
          <a:p>
            <a:pPr>
              <a:defRPr sz="1200"/>
            </a:pPr>
            <a:r>
              <a:t>D:/pasar_fix/node_modules/.bun/@babel+template@7.28.6/node_modules/@babel/template/lib/populate.js</a:t>
            </a:r>
          </a:p>
          <a:p>
            <a:pPr>
              <a:defRPr sz="1200"/>
            </a:pPr>
            <a:r>
              <a:t>D:/pasar_fix/node_modules/.bun/@babel+template@7.28.6/node_modules/@babel/template/lib/populate.js.map</a:t>
            </a:r>
          </a:p>
          <a:p>
            <a:pPr>
              <a:defRPr sz="1200"/>
            </a:pPr>
            <a:r>
              <a:t>D:/pasar_fix/node_modules/.bun/@babel+template@7.28.6/node_modules/@babel/template/lib/string.js</a:t>
            </a:r>
          </a:p>
          <a:p>
            <a:pPr>
              <a:defRPr sz="1200"/>
            </a:pPr>
            <a:r>
              <a:t>D:/pasar_fix/node_modules/.bun/@babel+template@7.28.6/node_modules/@babel/template/lib/string.js.map</a:t>
            </a:r>
          </a:p>
          <a:p>
            <a:pPr>
              <a:defRPr sz="1200"/>
            </a:pPr>
            <a:r>
              <a:t>D:/pasar_fix/node_modules/.bun/@babel+traverse@7.29.0/node_modules/.bin/parser.bunx</a:t>
            </a:r>
          </a:p>
          <a:p>
            <a:pPr>
              <a:defRPr sz="1200"/>
            </a:pPr>
            <a:r>
              <a:t>D:/pasar_fix/node_modules/.bun/@babel+traverse@7.29.0/node_modules/.bin/parser.exe</a:t>
            </a:r>
          </a:p>
          <a:p>
            <a:pPr>
              <a:defRPr sz="1200"/>
            </a:pPr>
            <a:r>
              <a:t>D:/pasar_fix/node_modules/.bun/@babel+traverse@7.29.0/node_modules/@babel/traverse/LICENSE</a:t>
            </a:r>
          </a:p>
          <a:p>
            <a:pPr>
              <a:defRPr sz="1200"/>
            </a:pPr>
            <a:r>
              <a:t>D:/pasar_fix/node_modules/.bun/@babel+traverse@7.29.0/node_modules/@babel/traverse/package.json</a:t>
            </a:r>
          </a:p>
          <a:p>
            <a:pPr>
              <a:defRPr sz="1200"/>
            </a:pPr>
            <a:r>
              <a:t>D:/pasar_fix/node_modules/.bun/@babel+traverse@7.29.0/node_modules/@babel/traverse/README.md</a:t>
            </a:r>
          </a:p>
          <a:p>
            <a:pPr>
              <a:defRPr sz="1200"/>
            </a:pPr>
            <a:r>
              <a:t>D:/pasar_fix/node_modules/.bun/@babel+traverse@7.29.0/node_modules/@babel/traverse/tsconfig.overrides.json</a:t>
            </a:r>
          </a:p>
          <a:p>
            <a:pPr>
              <a:defRPr sz="1200"/>
            </a:pPr>
            <a:r>
              <a:t>D:/pasar_fix/node_modules/.bun/@babel+traverse@7.29.0/node_modules/@babel/traverse/lib/cache.js</a:t>
            </a:r>
          </a:p>
          <a:p>
            <a:pPr>
              <a:defRPr sz="1200"/>
            </a:pPr>
            <a:r>
              <a:t>D:/pasar_fix/node_modules/.bun/@babel+traverse@7.29.0/node_modules/@babel/traverse/lib/cache.js.map</a:t>
            </a:r>
          </a:p>
          <a:p>
            <a:pPr>
              <a:defRPr sz="1200"/>
            </a:pPr>
            <a:r>
              <a:t>D:/pasar_fix/node_modules/.bun/@babel+traverse@7.29.0/node_modules/@babel/traverse/lib/context.js</a:t>
            </a:r>
          </a:p>
          <a:p>
            <a:pPr>
              <a:defRPr sz="1200"/>
            </a:pPr>
            <a:r>
              <a:t>D:/pasar_fix/node_modules/.bun/@babel+traverse@7.29.0/node_modules/@babel/traverse/lib/context.js.map</a:t>
            </a:r>
          </a:p>
          <a:p>
            <a:pPr>
              <a:defRPr sz="1200"/>
            </a:pPr>
            <a:r>
              <a:t>D:/pasar_fix/node_modules/.bun/@babel+traverse@7.29.0/node_modules/@babel/traverse/lib/hub.js</a:t>
            </a:r>
          </a:p>
          <a:p>
            <a:pPr>
              <a:defRPr sz="1200"/>
            </a:pPr>
            <a:r>
              <a:t>D:/pasar_fix/node_modules/.bun/@babel+traverse@7.29.0/node_modules/@babel/traverse/lib/hub.js.map</a:t>
            </a:r>
          </a:p>
          <a:p>
            <a:pPr>
              <a:defRPr sz="1200"/>
            </a:pPr>
            <a:r>
              <a:t>D:/pasar_fix/node_modules/.bun/@babel+traverse@7.29.0/node_modules/@babel/traverse/lib/index.js</a:t>
            </a:r>
          </a:p>
          <a:p>
            <a:pPr>
              <a:defRPr sz="1200"/>
            </a:pPr>
            <a:r>
              <a:t>D:/pasar_fix/node_modules/.bun/@babel+traverse@7.29.0/node_modules/@babel/traverse/lib/index.js.map</a:t>
            </a:r>
          </a:p>
          <a:p>
            <a:pPr>
              <a:defRPr sz="1200"/>
            </a:pPr>
            <a:r>
              <a:t>D:/pasar_fix/node_modules/.bun/@babel+traverse@7.29.0/node_modules/@babel/traverse/lib/traverse-node.js</a:t>
            </a:r>
          </a:p>
          <a:p>
            <a:pPr>
              <a:defRPr sz="1200"/>
            </a:pPr>
            <a:r>
              <a:t>D:/pasar_fix/node_modules/.bun/@babel+traverse@7.29.0/node_modules/@babel/traverse/lib/traverse-node.js.map</a:t>
            </a:r>
          </a:p>
          <a:p>
            <a:pPr>
              <a:defRPr sz="1200"/>
            </a:pPr>
            <a:r>
              <a:t>D:/pasar_fix/node_modules/.bun/@babel+traverse@7.29.0/node_modules/@babel/traverse/lib/types.js</a:t>
            </a:r>
          </a:p>
          <a:p>
            <a:pPr>
              <a:defRPr sz="1200"/>
            </a:pPr>
            <a:r>
              <a:t>D:/pasar_fix/node_modules/.bun/@babel+traverse@7.29.0/node_modules/@babel/traverse/lib/types.js.map</a:t>
            </a:r>
          </a:p>
          <a:p>
            <a:pPr>
              <a:defRPr sz="1200"/>
            </a:pPr>
            <a:r>
              <a:t>D:/pasar_fix/node_modules/.bun/@babel+traverse@7.29.0/node_modules/@babel/traverse/lib/visitors.js</a:t>
            </a:r>
          </a:p>
          <a:p>
            <a:pPr>
              <a:defRPr sz="1200"/>
            </a:pPr>
            <a:r>
              <a:t>D:/pasar_fix/node_modules/.bun/@babel+traverse@7.29.0/node_modules/@babel/traverse/lib/visitors.js.map</a:t>
            </a:r>
          </a:p>
          <a:p>
            <a:pPr>
              <a:defRPr sz="1200"/>
            </a:pPr>
            <a:r>
              <a:t>D:/pasar_fix/node_modules/.bun/@babel+traverse@7.29.0/node_modules/@babel/traverse/lib/path/ancestry.js</a:t>
            </a:r>
          </a:p>
          <a:p>
            <a:pPr>
              <a:defRPr sz="1200"/>
            </a:pPr>
            <a:r>
              <a:t>D:/pasar_fix/node_modules/.bun/@babel+traverse@7.29.0/node_modules/@babel/traverse/lib/path/ancestry.js.map</a:t>
            </a:r>
          </a:p>
          <a:p>
            <a:pPr>
              <a:defRPr sz="1200"/>
            </a:pPr>
            <a:r>
              <a:t>D:/pasar_fix/node_modules/.bun/@babel+traverse@7.29.0/node_modules/@babel/traverse/lib/path/comments.js</a:t>
            </a:r>
          </a:p>
          <a:p>
            <a:pPr>
              <a:defRPr sz="1200"/>
            </a:pPr>
            <a:r>
              <a:t>D:/pasar_fix/node_modules/.bun/@babel+traverse@7.29.0/node_modules/@babel/traverse/lib/path/comments.js.map</a:t>
            </a:r>
          </a:p>
          <a:p>
            <a:pPr>
              <a:defRPr sz="1200"/>
            </a:pPr>
            <a:r>
              <a:t>D:/pasar_fix/node_modules/.bun/@babel+traverse@7.29.0/node_modules/@babel/traverse/lib/path/context.js</a:t>
            </a:r>
          </a:p>
          <a:p>
            <a:pPr>
              <a:defRPr sz="1200"/>
            </a:pPr>
            <a:r>
              <a:t>D:/pasar_fix/node_modules/.bun/@babel+traverse@7.29.0/node_modules/@babel/traverse/lib/path/context.js.map</a:t>
            </a:r>
          </a:p>
          <a:p>
            <a:pPr>
              <a:defRPr sz="1200"/>
            </a:pPr>
            <a:r>
              <a:t>D:/pasar_fix/node_modules/.bun/@babel+traverse@7.29.0/node_modules/@babel/traverse/lib/path/conversion.js</a:t>
            </a:r>
          </a:p>
          <a:p>
            <a:pPr>
              <a:defRPr sz="1200"/>
            </a:pPr>
            <a:r>
              <a:t>D:/pasar_fix/node_modules/.bun/@babel+traverse@7.29.0/node_modules/@babel/traverse/lib/path/conversion.js.map</a:t>
            </a:r>
          </a:p>
          <a:p>
            <a:pPr>
              <a:defRPr sz="1200"/>
            </a:pPr>
            <a:r>
              <a:t>D:/pasar_fix/node_modules/.bun/@babel+traverse@7.29.0/node_modules/@babel/traverse/lib/path/evaluation.js</a:t>
            </a:r>
          </a:p>
          <a:p>
            <a:pPr>
              <a:defRPr sz="1200"/>
            </a:pPr>
            <a:r>
              <a:t>D:/pasar_fix/node_modules/.bun/@babel+traverse@7.29.0/node_modules/@babel/traverse/lib/path/evaluation.js.map</a:t>
            </a:r>
          </a:p>
          <a:p>
            <a:pPr>
              <a:defRPr sz="1200"/>
            </a:pPr>
            <a:r>
              <a:t>D:/pasar_fix/node_modules/.bun/@babel+traverse@7.29.0/node_modules/@babel/traverse/lib/path/family.js</a:t>
            </a:r>
          </a:p>
          <a:p>
            <a:pPr>
              <a:defRPr sz="1200"/>
            </a:pPr>
            <a:r>
              <a:t>D:/pasar_fix/node_modules/.bun/@babel+traverse@7.29.0/node_modules/@babel/traverse/lib/path/family.js.map</a:t>
            </a:r>
          </a:p>
          <a:p>
            <a:pPr>
              <a:defRPr sz="1200"/>
            </a:pPr>
            <a:r>
              <a:t>D:/pasar_fix/node_modules/.bun/@babel+traverse@7.29.0/node_modules/@babel/traverse/lib/path/index.js</a:t>
            </a:r>
          </a:p>
          <a:p>
            <a:pPr>
              <a:defRPr sz="1200"/>
            </a:pPr>
            <a:r>
              <a:t>D:/pasar_fix/node_modules/.bun/@babel+traverse@7.29.0/node_modules/@babel/traverse/lib/path/index.js.map</a:t>
            </a:r>
          </a:p>
          <a:p>
            <a:pPr>
              <a:defRPr sz="1200"/>
            </a:pPr>
            <a:r>
              <a:t>D:/pasar_fix/node_modules/.bun/@babel+traverse@7.29.0/node_modules/@babel/traverse/lib/path/introspection.js</a:t>
            </a:r>
          </a:p>
          <a:p>
            <a:pPr>
              <a:defRPr sz="1200"/>
            </a:pPr>
            <a:r>
              <a:t>D:/pasar_fix/node_modules/.bun/@babel+traverse@7.29.0/node_modules/@babel/traverse/lib/path/introspection.js.map</a:t>
            </a:r>
          </a:p>
          <a:p>
            <a:pPr>
              <a:defRPr sz="1200"/>
            </a:pPr>
            <a:r>
              <a:t>D:/pasar_fix/node_modules/.bun/@babel+traverse@7.29.0/node_modules/@babel/traverse/lib/path/modification.js</a:t>
            </a:r>
          </a:p>
          <a:p>
            <a:pPr>
              <a:defRPr sz="1200"/>
            </a:pPr>
            <a:r>
              <a:t>D:/pasar_fix/node_modules/.bun/@babel+traverse@7.29.0/node_modules/@babel/traverse/lib/path/modification.js.map</a:t>
            </a:r>
          </a:p>
          <a:p>
            <a:pPr>
              <a:defRPr sz="1200"/>
            </a:pPr>
            <a:r>
              <a:t>D:/pasar_fix/node_modules/.bun/@babel+traverse@7.29.0/node_modules/@babel/traverse/lib/path/removal.js</a:t>
            </a:r>
          </a:p>
          <a:p>
            <a:pPr>
              <a:defRPr sz="1200"/>
            </a:pPr>
            <a:r>
              <a:t>D:/pasar_fix/node_modules/.bun/@babel+traverse@7.29.0/node_modules/@babel/traverse/lib/path/removal.js.map</a:t>
            </a:r>
          </a:p>
          <a:p>
            <a:pPr>
              <a:defRPr sz="1200"/>
            </a:pPr>
            <a:r>
              <a:t>D:/pasar_fix/node_modules/.bun/@babel+traverse@7.29.0/node_modules/@babel/traverse/lib/path/replacement.js</a:t>
            </a:r>
          </a:p>
          <a:p>
            <a:pPr>
              <a:defRPr sz="1200"/>
            </a:pPr>
            <a:r>
              <a:t>D:/pasar_fix/node_modules/.bun/@babel+traverse@7.29.0/node_modules/@babel/traverse/lib/path/replacement.js.map</a:t>
            </a:r>
          </a:p>
          <a:p>
            <a:pPr>
              <a:defRPr sz="1200"/>
            </a:pPr>
            <a:r>
              <a:t>D:/pasar_fix/node_modules/.bun/@babel+traverse@7.29.0/node_modules/@babel/traverse/lib/path/inference/index.js</a:t>
            </a:r>
          </a:p>
          <a:p>
            <a:pPr>
              <a:defRPr sz="1200"/>
            </a:pPr>
            <a:r>
              <a:t>D:/pasar_fix/node_modules/.bun/@babel+traverse@7.29.0/node_modules/@babel/traverse/lib/path/inference/index.js.map</a:t>
            </a:r>
          </a:p>
          <a:p>
            <a:pPr>
              <a:defRPr sz="1200"/>
            </a:pPr>
            <a:r>
              <a:t>D:/pasar_fix/node_modules/.bun/@babel+traverse@7.29.0/node_modules/@babel/traverse/lib/path/inference/inferer-reference.js</a:t>
            </a:r>
          </a:p>
          <a:p>
            <a:pPr>
              <a:defRPr sz="1200"/>
            </a:pPr>
            <a:r>
              <a:t>D:/pasar_fix/node_modules/.bun/@babel+traverse@7.29.0/node_modules/@babel/traverse/lib/path/inference/inferer-reference.js.map</a:t>
            </a:r>
          </a:p>
          <a:p>
            <a:pPr>
              <a:defRPr sz="1200"/>
            </a:pPr>
            <a:r>
              <a:t>D:/pasar_fix/node_modules/.bun/@babel+traverse@7.29.0/node_modules/@babel/traverse/lib/path/inference/inferers.js</a:t>
            </a:r>
          </a:p>
          <a:p>
            <a:pPr>
              <a:defRPr sz="1200"/>
            </a:pPr>
            <a:r>
              <a:t>D:/pasar_fix/node_modules/.bun/@babel+traverse@7.29.0/node_modules/@babel/traverse/lib/path/inference/inferers.js.map</a:t>
            </a:r>
          </a:p>
          <a:p>
            <a:pPr>
              <a:defRPr sz="1200"/>
            </a:pPr>
            <a:r>
              <a:t>D:/pasar_fix/node_modules/.bun/@babel+traverse@7.29.0/node_modules/@babel/traverse/lib/path/inference/util.js</a:t>
            </a:r>
          </a:p>
          <a:p>
            <a:pPr>
              <a:defRPr sz="1200"/>
            </a:pPr>
            <a:r>
              <a:t>D:/pasar_fix/node_modules/.bun/@babel+traverse@7.29.0/node_modules/@babel/traverse/lib/path/inference/util.js.map</a:t>
            </a:r>
          </a:p>
          <a:p>
            <a:pPr>
              <a:defRPr sz="1200"/>
            </a:pPr>
            <a:r>
              <a:t>D:/pasar_fix/node_modules/.bun/@babel+traverse@7.29.0/node_modules/@babel/traverse/lib/path/lib/hoister.js</a:t>
            </a:r>
          </a:p>
          <a:p>
            <a:pPr>
              <a:defRPr sz="1200"/>
            </a:pPr>
            <a:r>
              <a:t>D:/pasar_fix/node_modules/.bun/@babel+traverse@7.29.0/node_modules/@babel/traverse/lib/path/lib/hoister.js.map</a:t>
            </a:r>
          </a:p>
          <a:p>
            <a:pPr>
              <a:defRPr sz="1200"/>
            </a:pPr>
            <a:r>
              <a:t>D:/pasar_fix/node_modules/.bun/@babel+traverse@7.29.0/node_modules/@babel/traverse/lib/path/lib/removal-hooks.js</a:t>
            </a:r>
          </a:p>
          <a:p>
            <a:pPr>
              <a:defRPr sz="1200"/>
            </a:pPr>
            <a:r>
              <a:t>D:/pasar_fix/node_modules/.bun/@babel+traverse@7.29.0/node_modules/@babel/traverse/lib/path/lib/removal-hooks.js.map</a:t>
            </a:r>
          </a:p>
          <a:p>
            <a:pPr>
              <a:defRPr sz="1200"/>
            </a:pPr>
            <a:r>
              <a:t>D:/pasar_fix/node_modules/.bun/@babel+traverse@7.29.0/node_modules/@babel/traverse/lib/path/lib/virtual-types-validator.js</a:t>
            </a:r>
          </a:p>
          <a:p>
            <a:pPr>
              <a:defRPr sz="1200"/>
            </a:pPr>
            <a:r>
              <a:t>D:/pasar_fix/node_modules/.bun/@babel+traverse@7.29.0/node_modules/@babel/traverse/lib/path/lib/virtual-types-validator.js.map</a:t>
            </a:r>
          </a:p>
          <a:p>
            <a:pPr>
              <a:defRPr sz="1200"/>
            </a:pPr>
            <a:r>
              <a:t>D:/pasar_fix/node_modules/.bun/@babel+traverse@7.29.0/node_modules/@babel/traverse/lib/path/lib/virtual-types.js</a:t>
            </a:r>
          </a:p>
          <a:p>
            <a:pPr>
              <a:defRPr sz="1200"/>
            </a:pPr>
            <a:r>
              <a:t>D:/pasar_fix/node_modules/.bun/@babel+traverse@7.29.0/node_modules/@babel/traverse/lib/path/lib/virtual-types.js.map</a:t>
            </a:r>
          </a:p>
          <a:p>
            <a:pPr>
              <a:defRPr sz="1200"/>
            </a:pPr>
            <a:r>
              <a:t>D:/pasar_fix/node_modules/.bun/@babel+traverse@7.29.0/node_modules/@babel/traverse/lib/scope/binding.js</a:t>
            </a:r>
          </a:p>
          <a:p>
            <a:pPr>
              <a:defRPr sz="1200"/>
            </a:pPr>
            <a:r>
              <a:t>D:/pasar_fix/node_modules/.bun/@babel+traverse@7.29.0/node_modules/@babel/traverse/lib/scope/binding.js.map</a:t>
            </a:r>
          </a:p>
          <a:p>
            <a:pPr>
              <a:defRPr sz="1200"/>
            </a:pPr>
            <a:r>
              <a:t>D:/pasar_fix/node_modules/.bun/@babel+traverse@7.29.0/node_modules/@babel/traverse/lib/scope/index.js</a:t>
            </a:r>
          </a:p>
          <a:p>
            <a:pPr>
              <a:defRPr sz="1200"/>
            </a:pPr>
            <a:r>
              <a:t>D:/pasar_fix/node_modules/.bun/@babel+traverse@7.29.0/node_modules/@babel/traverse/lib/scope/index.js.map</a:t>
            </a:r>
          </a:p>
          <a:p>
            <a:pPr>
              <a:defRPr sz="1200"/>
            </a:pPr>
            <a:r>
              <a:t>D:/pasar_fix/node_modules/.bun/@babel+traverse@7.29.0/node_modules/@babel/traverse/lib/scope/traverseForScope.js</a:t>
            </a:r>
          </a:p>
          <a:p>
            <a:pPr>
              <a:defRPr sz="1200"/>
            </a:pPr>
            <a:r>
              <a:t>D:/pasar_fix/node_modules/.bun/@babel+traverse@7.29.0/node_modules/@babel/traverse/lib/scope/traverseForScope.js.map</a:t>
            </a:r>
          </a:p>
          <a:p>
            <a:pPr>
              <a:defRPr sz="1200"/>
            </a:pPr>
            <a:r>
              <a:t>D:/pasar_fix/node_modules/.bun/@babel+traverse@7.29.0/node_modules/@babel/traverse/lib/scope/lib/renamer.js</a:t>
            </a:r>
          </a:p>
          <a:p>
            <a:pPr>
              <a:defRPr sz="1200"/>
            </a:pPr>
            <a:r>
              <a:t>D:/pasar_fix/node_modules/.bun/@babel+traverse@7.29.0/node_modules/@babel/traverse/lib/scope/lib/renamer.js.map</a:t>
            </a:r>
          </a:p>
          <a:p>
            <a:pPr>
              <a:defRPr sz="1200"/>
            </a:pPr>
            <a:r>
              <a:t>D:/pasar_fix/node_modules/.bun/@babel+types@7.29.0/node_modules/@babel/types/LICENSE</a:t>
            </a:r>
          </a:p>
          <a:p>
            <a:pPr>
              <a:defRPr sz="1200"/>
            </a:pPr>
            <a:r>
              <a:t>D:/pasar_fix/node_modules/.bun/@babel+types@7.29.0/node_modules/@babel/types/package.json</a:t>
            </a:r>
          </a:p>
          <a:p>
            <a:pPr>
              <a:defRPr sz="1200"/>
            </a:pPr>
            <a:r>
              <a:t>D:/pasar_fix/node_modules/.bun/@babel+types@7.29.0/node_modules/@babel/types/README.md</a:t>
            </a:r>
          </a:p>
          <a:p>
            <a:pPr>
              <a:defRPr sz="1200"/>
            </a:pPr>
            <a:r>
              <a:t>D:/pasar_fix/node_modules/.bun/@babel+types@7.29.0/node_modules/@babel/types/lib/index-legacy.d.ts</a:t>
            </a:r>
          </a:p>
          <a:p>
            <a:pPr>
              <a:defRPr sz="1200"/>
            </a:pPr>
            <a:r>
              <a:t>D:/pasar_fix/node_modules/.bun/@babel+types@7.29.0/node_modules/@babel/types/lib/index.d.ts</a:t>
            </a:r>
          </a:p>
          <a:p>
            <a:pPr>
              <a:defRPr sz="1200"/>
            </a:pPr>
            <a:r>
              <a:t>D:/pasar_fix/node_modules/.bun/@babel+types@7.29.0/node_modules/@babel/types/lib/index.js</a:t>
            </a:r>
          </a:p>
          <a:p>
            <a:pPr>
              <a:defRPr sz="1200"/>
            </a:pPr>
            <a:r>
              <a:t>D:/pasar_fix/node_modules/.bun/@babel+types@7.29.0/node_modules/@babel/types/lib/index.js.flow</a:t>
            </a:r>
          </a:p>
          <a:p>
            <a:pPr>
              <a:defRPr sz="1200"/>
            </a:pPr>
            <a:r>
              <a:t>D:/pasar_fix/node_modules/.bun/@babel+types@7.29.0/node_modules/@babel/types/lib/index.js.map</a:t>
            </a:r>
          </a:p>
          <a:p>
            <a:pPr>
              <a:defRPr sz="1200"/>
            </a:pPr>
            <a:r>
              <a:t>D:/pasar_fix/node_modules/.bun/@babel+types@7.29.0/node_modules/@babel/types/lib/asserts/assertNode.js</a:t>
            </a:r>
          </a:p>
          <a:p>
            <a:pPr>
              <a:defRPr sz="1200"/>
            </a:pPr>
            <a:r>
              <a:t>D:/pasar_fix/node_modules/.bun/@babel+types@7.29.0/node_modules/@babel/types/lib/asserts/assertNode.js.map</a:t>
            </a:r>
          </a:p>
          <a:p>
            <a:pPr>
              <a:defRPr sz="1200"/>
            </a:pPr>
            <a:r>
              <a:t>D:/pasar_fix/node_modules/.bun/@babel+types@7.29.0/node_modules/@babel/types/lib/asserts/generated/index.js</a:t>
            </a:r>
          </a:p>
          <a:p>
            <a:pPr>
              <a:defRPr sz="1200"/>
            </a:pPr>
            <a:r>
              <a:t>D:/pasar_fix/node_modules/.bun/@babel+types@7.29.0/node_modules/@babel/types/lib/asserts/generated/index.js.map</a:t>
            </a:r>
          </a:p>
          <a:p>
            <a:pPr>
              <a:defRPr sz="1200"/>
            </a:pPr>
            <a:r>
              <a:t>D:/pasar_fix/node_modules/.bun/@babel+types@7.29.0/node_modules/@babel/types/lib/ast-types/generated/index.js</a:t>
            </a:r>
          </a:p>
          <a:p>
            <a:pPr>
              <a:defRPr sz="1200"/>
            </a:pPr>
            <a:r>
              <a:t>D:/pasar_fix/node_modules/.bun/@babel+types@7.29.0/node_modules/@babel/types/lib/ast-types/generated/index.js.map</a:t>
            </a:r>
          </a:p>
          <a:p>
            <a:pPr>
              <a:defRPr sz="1200"/>
            </a:pPr>
            <a:r>
              <a:t>D:/pasar_fix/node_modules/.bun/@babel+types@7.29.0/node_modules/@babel/types/lib/builders/productions.js</a:t>
            </a:r>
          </a:p>
          <a:p>
            <a:pPr>
              <a:defRPr sz="1200"/>
            </a:pPr>
            <a:r>
              <a:t>D:/pasar_fix/node_modules/.bun/@babel+types@7.29.0/node_modules/@babel/types/lib/builders/productions.js.map</a:t>
            </a:r>
          </a:p>
          <a:p>
            <a:pPr>
              <a:defRPr sz="1200"/>
            </a:pPr>
            <a:r>
              <a:t>D:/pasar_fix/node_modules/.bun/@babel+types@7.29.0/node_modules/@babel/types/lib/builders/validateNode.js</a:t>
            </a:r>
          </a:p>
          <a:p>
            <a:pPr>
              <a:defRPr sz="1200"/>
            </a:pPr>
            <a:r>
              <a:t>D:/pasar_fix/node_modules/.bun/@babel+types@7.29.0/node_modules/@babel/types/lib/builders/validateNode.js.map</a:t>
            </a:r>
          </a:p>
          <a:p>
            <a:pPr>
              <a:defRPr sz="1200"/>
            </a:pPr>
            <a:r>
              <a:t>D:/pasar_fix/node_modules/.bun/@babel+types@7.29.0/node_modules/@babel/types/lib/builders/flow/createFlowUnionType.js</a:t>
            </a:r>
          </a:p>
          <a:p>
            <a:pPr>
              <a:defRPr sz="1200"/>
            </a:pPr>
            <a:r>
              <a:t>D:/pasar_fix/node_modules/.bun/@babel+types@7.29.0/node_modules/@babel/types/lib/builders/flow/createFlowUnionType.js.map</a:t>
            </a:r>
          </a:p>
          <a:p>
            <a:pPr>
              <a:defRPr sz="1200"/>
            </a:pPr>
            <a:r>
              <a:t>D:/pasar_fix/node_modules/.bun/@babel+types@7.29.0/node_modules/@babel/types/lib/builders/flow/createTypeAnnotationBasedOnTypeof.js</a:t>
            </a:r>
          </a:p>
          <a:p>
            <a:pPr>
              <a:defRPr sz="1200"/>
            </a:pPr>
            <a:r>
              <a:t>D:/pasar_fix/node_modules/.bun/@babel+types@7.29.0/node_modules/@babel/types/lib/builders/flow/createTypeAnnotationBasedOnTypeof.js.map</a:t>
            </a:r>
          </a:p>
          <a:p>
            <a:pPr>
              <a:defRPr sz="1200"/>
            </a:pPr>
            <a:r>
              <a:t>D:/pasar_fix/node_modules/.bun/@babel+types@7.29.0/node_modules/@babel/types/lib/builders/generated/index.js</a:t>
            </a:r>
          </a:p>
          <a:p>
            <a:pPr>
              <a:defRPr sz="1200"/>
            </a:pPr>
            <a:r>
              <a:t>D:/pasar_fix/node_modules/.bun/@babel+types@7.29.0/node_modules/@babel/types/lib/builders/generated/index.js.map</a:t>
            </a:r>
          </a:p>
          <a:p>
            <a:pPr>
              <a:defRPr sz="1200"/>
            </a:pPr>
            <a:r>
              <a:t>D:/pasar_fix/node_modules/.bun/@babel+types@7.29.0/node_modules/@babel/types/lib/builders/generated/lowercase.js</a:t>
            </a:r>
          </a:p>
          <a:p>
            <a:pPr>
              <a:defRPr sz="1200"/>
            </a:pPr>
            <a:r>
              <a:t>D:/pasar_fix/node_modules/.bun/@babel+types@7.29.0/node_modules/@babel/types/lib/builders/generated/lowercase.js.map</a:t>
            </a:r>
          </a:p>
          <a:p>
            <a:pPr>
              <a:defRPr sz="1200"/>
            </a:pPr>
            <a:r>
              <a:t>D:/pasar_fix/node_modules/.bun/@babel+types@7.29.0/node_modules/@babel/types/lib/builders/generated/uppercase.js</a:t>
            </a:r>
          </a:p>
          <a:p>
            <a:pPr>
              <a:defRPr sz="1200"/>
            </a:pPr>
            <a:r>
              <a:t>D:/pasar_fix/node_modules/.bun/@babel+types@7.29.0/node_modules/@babel/types/lib/builders/generated/uppercase.js.map</a:t>
            </a:r>
          </a:p>
          <a:p>
            <a:pPr>
              <a:defRPr sz="1200"/>
            </a:pPr>
            <a:r>
              <a:t>D:/pasar_fix/node_modules/.bun/@babel+types@7.29.0/node_modules/@babel/types/lib/builders/react/buildChildren.js</a:t>
            </a:r>
          </a:p>
          <a:p>
            <a:pPr>
              <a:defRPr sz="1200"/>
            </a:pPr>
            <a:r>
              <a:t>D:/pasar_fix/node_modules/.bun/@babel+types@7.29.0/node_modules/@babel/types/lib/builders/react/buildChildren.js.map</a:t>
            </a:r>
          </a:p>
          <a:p>
            <a:pPr>
              <a:defRPr sz="1200"/>
            </a:pPr>
            <a:r>
              <a:t>D:/pasar_fix/node_modules/.bun/@babel+types@7.29.0/node_modules/@babel/types/lib/builders/typescript/createTSUnionType.js</a:t>
            </a:r>
          </a:p>
          <a:p>
            <a:pPr>
              <a:defRPr sz="1200"/>
            </a:pPr>
            <a:r>
              <a:t>D:/pasar_fix/node_modules/.bun/@babel+types@7.29.0/node_modules/@babel/types/lib/builders/typescript/createTSUnionType.js.map</a:t>
            </a:r>
          </a:p>
          <a:p>
            <a:pPr>
              <a:defRPr sz="1200"/>
            </a:pPr>
            <a:r>
              <a:t>D:/pasar_fix/node_modules/.bun/@babel+types@7.29.0/node_modules/@babel/types/lib/clone/clone.js</a:t>
            </a:r>
          </a:p>
          <a:p>
            <a:pPr>
              <a:defRPr sz="1200"/>
            </a:pPr>
            <a:r>
              <a:t>D:/pasar_fix/node_modules/.bun/@babel+types@7.29.0/node_modules/@babel/types/lib/clone/clone.js.map</a:t>
            </a:r>
          </a:p>
          <a:p>
            <a:pPr>
              <a:defRPr sz="1200"/>
            </a:pPr>
            <a:r>
              <a:t>D:/pasar_fix/node_modules/.bun/@babel+types@7.29.0/node_modules/@babel/types/lib/clone/cloneDeep.js</a:t>
            </a:r>
          </a:p>
          <a:p>
            <a:pPr>
              <a:defRPr sz="1200"/>
            </a:pPr>
            <a:r>
              <a:t>D:/pasar_fix/node_modules/.bun/@babel+types@7.29.0/node_modules/@babel/types/lib/clone/cloneDeep.js.map</a:t>
            </a:r>
          </a:p>
          <a:p>
            <a:pPr>
              <a:defRPr sz="1200"/>
            </a:pPr>
            <a:r>
              <a:t>D:/pasar_fix/node_modules/.bun/@babel+types@7.29.0/node_modules/@babel/types/lib/clone/cloneDeepWithoutLoc.js</a:t>
            </a:r>
          </a:p>
          <a:p>
            <a:pPr>
              <a:defRPr sz="1200"/>
            </a:pPr>
            <a:r>
              <a:t>D:/pasar_fix/node_modules/.bun/@babel+types@7.29.0/node_modules/@babel/types/lib/clone/cloneDeepWithoutLoc.js.map</a:t>
            </a:r>
          </a:p>
          <a:p>
            <a:pPr>
              <a:defRPr sz="1200"/>
            </a:pPr>
            <a:r>
              <a:t>D:/pasar_fix/node_modules/.bun/@babel+types@7.29.0/node_modules/@babel/types/lib/clone/cloneNode.js</a:t>
            </a:r>
          </a:p>
          <a:p>
            <a:pPr>
              <a:defRPr sz="1200"/>
            </a:pPr>
            <a:r>
              <a:t>D:/pasar_fix/node_modules/.bun/@babel+types@7.29.0/node_modules/@babel/types/lib/clone/cloneNode.js.map</a:t>
            </a:r>
          </a:p>
          <a:p>
            <a:pPr>
              <a:defRPr sz="1200"/>
            </a:pPr>
            <a:r>
              <a:t>D:/pasar_fix/node_modules/.bun/@babel+types@7.29.0/node_modules/@babel/types/lib/clone/cloneWithoutLoc.js</a:t>
            </a:r>
          </a:p>
          <a:p>
            <a:pPr>
              <a:defRPr sz="1200"/>
            </a:pPr>
            <a:r>
              <a:t>D:/pasar_fix/node_modules/.bun/@babel+types@7.29.0/node_modules/@babel/types/lib/clone/cloneWithoutLoc.js.map</a:t>
            </a:r>
          </a:p>
          <a:p>
            <a:pPr>
              <a:defRPr sz="1200"/>
            </a:pPr>
            <a:r>
              <a:t>D:/pasar_fix/node_modules/.bun/@babel+types@7.29.0/node_modules/@babel/types/lib/comments/addComment.js</a:t>
            </a:r>
          </a:p>
          <a:p>
            <a:pPr>
              <a:defRPr sz="1200"/>
            </a:pPr>
            <a:r>
              <a:t>D:/pasar_fix/node_modules/.bun/@babel+types@7.29.0/node_modules/@babel/types/lib/comments/addComment.js.map</a:t>
            </a:r>
          </a:p>
          <a:p>
            <a:pPr>
              <a:defRPr sz="1200"/>
            </a:pPr>
            <a:r>
              <a:t>D:/pasar_fix/node_modules/.bun/@babel+types@7.29.0/node_modules/@babel/types/lib/comments/addComments.js</a:t>
            </a:r>
          </a:p>
          <a:p>
            <a:pPr>
              <a:defRPr sz="1200"/>
            </a:pPr>
            <a:r>
              <a:t>D:/pasar_fix/node_modules/.bun/@babel+types@7.29.0/node_modules/@babel/types/lib/comments/addComments.js.map</a:t>
            </a:r>
          </a:p>
          <a:p>
            <a:pPr>
              <a:defRPr sz="1200"/>
            </a:pPr>
            <a:r>
              <a:t>D:/pasar_fix/node_modules/.bun/@babel+types@7.29.0/node_modules/@babel/types/lib/comments/inheritInnerComments.js</a:t>
            </a:r>
          </a:p>
          <a:p>
            <a:pPr>
              <a:defRPr sz="1200"/>
            </a:pPr>
            <a:r>
              <a:t>D:/pasar_fix/node_modules/.bun/@babel+types@7.29.0/node_modules/@babel/types/lib/comments/inheritInnerComments.js.map</a:t>
            </a:r>
          </a:p>
          <a:p>
            <a:pPr>
              <a:defRPr sz="1200"/>
            </a:pPr>
            <a:r>
              <a:t>D:/pasar_fix/node_modules/.bun/@babel+types@7.29.0/node_modules/@babel/types/lib/comments/inheritLeadingComments.js</a:t>
            </a:r>
          </a:p>
          <a:p>
            <a:pPr>
              <a:defRPr sz="1200"/>
            </a:pPr>
            <a:r>
              <a:t>D:/pasar_fix/node_modules/.bun/@babel+types@7.29.0/node_modules/@babel/types/lib/comments/inheritLeadingComments.js.map</a:t>
            </a:r>
          </a:p>
          <a:p>
            <a:pPr>
              <a:defRPr sz="1200"/>
            </a:pPr>
            <a:r>
              <a:t>D:/pasar_fix/node_modules/.bun/@babel+types@7.29.0/node_modules/@babel/types/lib/comments/inheritsComments.js</a:t>
            </a:r>
          </a:p>
          <a:p>
            <a:pPr>
              <a:defRPr sz="1200"/>
            </a:pPr>
            <a:r>
              <a:t>D:/pasar_fix/node_modules/.bun/@babel+types@7.29.0/node_modules/@babel/types/lib/comments/inheritsComments.js.map</a:t>
            </a:r>
          </a:p>
          <a:p>
            <a:pPr>
              <a:defRPr sz="1200"/>
            </a:pPr>
            <a:r>
              <a:t>D:/pasar_fix/node_modules/.bun/@babel+types@7.29.0/node_modules/@babel/types/lib/comments/inheritTrailingComments.js</a:t>
            </a:r>
          </a:p>
          <a:p>
            <a:pPr>
              <a:defRPr sz="1200"/>
            </a:pPr>
            <a:r>
              <a:t>D:/pasar_fix/node_modules/.bun/@babel+types@7.29.0/node_modules/@babel/types/lib/comments/inheritTrailingComments.js.map</a:t>
            </a:r>
          </a:p>
          <a:p>
            <a:pPr>
              <a:defRPr sz="1200"/>
            </a:pPr>
            <a:r>
              <a:t>D:/pasar_fix/node_modules/.bun/@babel+types@7.29.0/node_modules/@babel/types/lib/comments/removeComments.js</a:t>
            </a:r>
          </a:p>
          <a:p>
            <a:pPr>
              <a:defRPr sz="1200"/>
            </a:pPr>
            <a:r>
              <a:t>D:/pasar_fix/node_modules/.bun/@babel+types@7.29.0/node_modules/@babel/types/lib/comments/removeComments.js.map</a:t>
            </a:r>
          </a:p>
          <a:p>
            <a:pPr>
              <a:defRPr sz="1200"/>
            </a:pPr>
            <a:r>
              <a:t>D:/pasar_fix/node_modules/.bun/@babel+types@7.29.0/node_modules/@babel/types/lib/constants/index.js</a:t>
            </a:r>
          </a:p>
          <a:p>
            <a:pPr>
              <a:defRPr sz="1200"/>
            </a:pPr>
            <a:r>
              <a:t>D:/pasar_fix/node_modules/.bun/@babel+types@7.29.0/node_modules/@babel/types/lib/constants/index.js.map</a:t>
            </a:r>
          </a:p>
          <a:p>
            <a:pPr>
              <a:defRPr sz="1200"/>
            </a:pPr>
            <a:r>
              <a:t>D:/pasar_fix/node_modules/.bun/@babel+types@7.29.0/node_modules/@babel/types/lib/constants/generated/index.js</a:t>
            </a:r>
          </a:p>
          <a:p>
            <a:pPr>
              <a:defRPr sz="1200"/>
            </a:pPr>
            <a:r>
              <a:t>D:/pasar_fix/node_modules/.bun/@babel+types@7.29.0/node_modules/@babel/types/lib/constants/generated/index.js.map</a:t>
            </a:r>
          </a:p>
          <a:p>
            <a:pPr>
              <a:defRPr sz="1200"/>
            </a:pPr>
            <a:r>
              <a:t>D:/pasar_fix/node_modules/.bun/@babel+types@7.29.0/node_modules/@babel/types/lib/converters/ensureBlock.js</a:t>
            </a:r>
          </a:p>
          <a:p>
            <a:pPr>
              <a:defRPr sz="1200"/>
            </a:pPr>
            <a:r>
              <a:t>D:/pasar_fix/node_modules/.bun/@babel+types@7.29.0/node_modules/@babel/types/lib/converters/ensureBlock.js.map</a:t>
            </a:r>
          </a:p>
          <a:p>
            <a:pPr>
              <a:defRPr sz="1200"/>
            </a:pPr>
            <a:r>
              <a:t>D:/pasar_fix/node_modules/.bun/@babel+types@7.29.0/node_modules/@babel/types/lib/converters/gatherSequenceExpressions.js</a:t>
            </a:r>
          </a:p>
          <a:p>
            <a:pPr>
              <a:defRPr sz="1200"/>
            </a:pPr>
            <a:r>
              <a:t>D:/pasar_fix/node_modules/.bun/@babel+types@7.29.0/node_modules/@babel/types/lib/converters/gatherSequenceExpressions.js.map</a:t>
            </a:r>
          </a:p>
          <a:p>
            <a:pPr>
              <a:defRPr sz="1200"/>
            </a:pPr>
            <a:r>
              <a:t>D:/pasar_fix/node_modules/.bun/@babel+types@7.29.0/node_modules/@babel/types/lib/converters/toBindingIdentifierName.js</a:t>
            </a:r>
          </a:p>
          <a:p>
            <a:pPr>
              <a:defRPr sz="1200"/>
            </a:pPr>
            <a:r>
              <a:t>D:/pasar_fix/node_modules/.bun/@babel+types@7.29.0/node_modules/@babel/types/lib/converters/toBindingIdentifierName.js.map</a:t>
            </a:r>
          </a:p>
          <a:p>
            <a:pPr>
              <a:defRPr sz="1200"/>
            </a:pPr>
            <a:r>
              <a:t>D:/pasar_fix/node_modules/.bun/@babel+types@7.29.0/node_modules/@babel/types/lib/converters/toBlock.js</a:t>
            </a:r>
          </a:p>
          <a:p>
            <a:pPr>
              <a:defRPr sz="1200"/>
            </a:pPr>
            <a:r>
              <a:t>D:/pasar_fix/node_modules/.bun/@babel+types@7.29.0/node_modules/@babel/types/lib/converters/toBlock.js.map</a:t>
            </a:r>
          </a:p>
          <a:p>
            <a:pPr>
              <a:defRPr sz="1200"/>
            </a:pPr>
            <a:r>
              <a:t>D:/pasar_fix/node_modules/.bun/@babel+types@7.29.0/node_modules/@babel/types/lib/converters/toComputedKey.js</a:t>
            </a:r>
          </a:p>
          <a:p>
            <a:pPr>
              <a:defRPr sz="1200"/>
            </a:pPr>
            <a:r>
              <a:t>D:/pasar_fix/node_modules/.bun/@babel+types@7.29.0/node_modules/@babel/types/lib/converters/toComputedKey.js.map</a:t>
            </a:r>
          </a:p>
          <a:p>
            <a:pPr>
              <a:defRPr sz="1200"/>
            </a:pPr>
            <a:r>
              <a:t>D:/pasar_fix/node_modules/.bun/@babel+types@7.29.0/node_modules/@babel/types/lib/converters/toExpression.js</a:t>
            </a:r>
          </a:p>
          <a:p>
            <a:pPr>
              <a:defRPr sz="1200"/>
            </a:pPr>
            <a:r>
              <a:t>D:/pasar_fix/node_modules/.bun/@babel+types@7.29.0/node_modules/@babel/types/lib/converters/toExpression.js.map</a:t>
            </a:r>
          </a:p>
          <a:p>
            <a:pPr>
              <a:defRPr sz="1200"/>
            </a:pPr>
            <a:r>
              <a:t>D:/pasar_fix/node_modules/.bun/@babel+types@7.29.0/node_modules/@babel/types/lib/converters/toIdentifier.js</a:t>
            </a:r>
          </a:p>
          <a:p>
            <a:pPr>
              <a:defRPr sz="1200"/>
            </a:pPr>
            <a:r>
              <a:t>D:/pasar_fix/node_modules/.bun/@babel+types@7.29.0/node_modules/@babel/types/lib/converters/toIdentifier.js.map</a:t>
            </a:r>
          </a:p>
          <a:p>
            <a:pPr>
              <a:defRPr sz="1200"/>
            </a:pPr>
            <a:r>
              <a:t>D:/pasar_fix/node_modules/.bun/@babel+types@7.29.0/node_modules/@babel/types/lib/converters/toKeyAlias.js</a:t>
            </a:r>
          </a:p>
          <a:p>
            <a:pPr>
              <a:defRPr sz="1200"/>
            </a:pPr>
            <a:r>
              <a:t>D:/pasar_fix/node_modules/.bun/@babel+types@7.29.0/node_modules/@babel/types/lib/converters/toKeyAlias.js.map</a:t>
            </a:r>
          </a:p>
          <a:p>
            <a:pPr>
              <a:defRPr sz="1200"/>
            </a:pPr>
            <a:r>
              <a:t>D:/pasar_fix/node_modules/.bun/@babel+types@7.29.0/node_modules/@babel/types/lib/converters/toSequenceExpression.js</a:t>
            </a:r>
          </a:p>
          <a:p>
            <a:pPr>
              <a:defRPr sz="1200"/>
            </a:pPr>
            <a:r>
              <a:t>D:/pasar_fix/node_modules/.bun/@babel+types@7.29.0/node_modules/@babel/types/lib/converters/toSequenceExpression.js.map</a:t>
            </a:r>
          </a:p>
          <a:p>
            <a:pPr>
              <a:defRPr sz="1200"/>
            </a:pPr>
            <a:r>
              <a:t>D:/pasar_fix/node_modules/.bun/@babel+types@7.29.0/node_modules/@babel/types/lib/converters/toStatement.js</a:t>
            </a:r>
          </a:p>
          <a:p>
            <a:pPr>
              <a:defRPr sz="1200"/>
            </a:pPr>
            <a:r>
              <a:t>D:/pasar_fix/node_modules/.bun/@babel+types@7.29.0/node_modules/@babel/types/lib/converters/toStatement.js.map</a:t>
            </a:r>
          </a:p>
          <a:p>
            <a:pPr>
              <a:defRPr sz="1200"/>
            </a:pPr>
            <a:r>
              <a:t>D:/pasar_fix/node_modules/.bun/@babel+types@7.29.0/node_modules/@babel/types/lib/converters/valueToNode.js</a:t>
            </a:r>
          </a:p>
          <a:p>
            <a:pPr>
              <a:defRPr sz="1200"/>
            </a:pPr>
            <a:r>
              <a:t>D:/pasar_fix/node_modules/.bun/@babel+types@7.29.0/node_modules/@babel/types/lib/converters/valueToNode.js.map</a:t>
            </a:r>
          </a:p>
          <a:p>
            <a:pPr>
              <a:defRPr sz="1200"/>
            </a:pPr>
            <a:r>
              <a:t>D:/pasar_fix/node_modules/.bun/@babel+types@7.29.0/node_modules/@babel/types/lib/definitions/core.js</a:t>
            </a:r>
          </a:p>
          <a:p>
            <a:pPr>
              <a:defRPr sz="1200"/>
            </a:pPr>
            <a:r>
              <a:t>D:/pasar_fix/node_modules/.bun/@babel+types@7.29.0/node_modules/@babel/types/lib/definitions/core.js.map</a:t>
            </a:r>
          </a:p>
          <a:p>
            <a:pPr>
              <a:defRPr sz="1200"/>
            </a:pPr>
            <a:r>
              <a:t>D:/pasar_fix/node_modules/.bun/@babel+types@7.29.0/node_modules/@babel/types/lib/definitions/deprecated-aliases.js</a:t>
            </a:r>
          </a:p>
          <a:p>
            <a:pPr>
              <a:defRPr sz="1200"/>
            </a:pPr>
            <a:r>
              <a:t>D:/pasar_fix/node_modules/.bun/@babel+types@7.29.0/node_modules/@babel/types/lib/definitions/deprecated-aliases.js.map</a:t>
            </a:r>
          </a:p>
          <a:p>
            <a:pPr>
              <a:defRPr sz="1200"/>
            </a:pPr>
            <a:r>
              <a:t>D:/pasar_fix/node_modules/.bun/@babel+types@7.29.0/node_modules/@babel/types/lib/definitions/experimental.js</a:t>
            </a:r>
          </a:p>
          <a:p>
            <a:pPr>
              <a:defRPr sz="1200"/>
            </a:pPr>
            <a:r>
              <a:t>D:/pasar_fix/node_modules/.bun/@babel+types@7.29.0/node_modules/@babel/types/lib/definitions/experimental.js.map</a:t>
            </a:r>
          </a:p>
          <a:p>
            <a:pPr>
              <a:defRPr sz="1200"/>
            </a:pPr>
            <a:r>
              <a:t>D:/pasar_fix/node_modules/.bun/@babel+types@7.29.0/node_modules/@babel/types/lib/definitions/flow.js</a:t>
            </a:r>
          </a:p>
          <a:p>
            <a:pPr>
              <a:defRPr sz="1200"/>
            </a:pPr>
            <a:r>
              <a:t>D:/pasar_fix/node_modules/.bun/@babel+types@7.29.0/node_modules/@babel/types/lib/definitions/flow.js.map</a:t>
            </a:r>
          </a:p>
          <a:p>
            <a:pPr>
              <a:defRPr sz="1200"/>
            </a:pPr>
            <a:r>
              <a:t>D:/pasar_fix/node_modules/.bun/@babel+types@7.29.0/node_modules/@babel/types/lib/definitions/index.js</a:t>
            </a:r>
          </a:p>
          <a:p>
            <a:pPr>
              <a:defRPr sz="1200"/>
            </a:pPr>
            <a:r>
              <a:t>D:/pasar_fix/node_modules/.bun/@babel+types@7.29.0/node_modules/@babel/types/lib/definitions/index.js.map</a:t>
            </a:r>
          </a:p>
          <a:p>
            <a:pPr>
              <a:defRPr sz="1200"/>
            </a:pPr>
            <a:r>
              <a:t>D:/pasar_fix/node_modules/.bun/@babel+types@7.29.0/node_modules/@babel/types/lib/definitions/jsx.js</a:t>
            </a:r>
          </a:p>
          <a:p>
            <a:pPr>
              <a:defRPr sz="1200"/>
            </a:pPr>
            <a:r>
              <a:t>D:/pasar_fix/node_modules/.bun/@babel+types@7.29.0/node_modules/@babel/types/lib/definitions/jsx.js.map</a:t>
            </a:r>
          </a:p>
          <a:p>
            <a:pPr>
              <a:defRPr sz="1200"/>
            </a:pPr>
            <a:r>
              <a:t>D:/pasar_fix/node_modules/.bun/@babel+types@7.29.0/node_modules/@babel/types/lib/definitions/misc.js</a:t>
            </a:r>
          </a:p>
          <a:p>
            <a:pPr>
              <a:defRPr sz="1200"/>
            </a:pPr>
            <a:r>
              <a:t>D:/pasar_fix/node_modules/.bun/@babel+types@7.29.0/node_modules/@babel/types/lib/definitions/misc.js.map</a:t>
            </a:r>
          </a:p>
          <a:p>
            <a:pPr>
              <a:defRPr sz="1200"/>
            </a:pPr>
            <a:r>
              <a:t>D:/pasar_fix/node_modules/.bun/@babel+types@7.29.0/node_modules/@babel/types/lib/definitions/placeholders.js</a:t>
            </a:r>
          </a:p>
          <a:p>
            <a:pPr>
              <a:defRPr sz="1200"/>
            </a:pPr>
            <a:r>
              <a:t>D:/pasar_fix/node_modules/.bun/@babel+types@7.29.0/node_modules/@babel/types/lib/definitions/placeholders.js.map</a:t>
            </a:r>
          </a:p>
          <a:p>
            <a:pPr>
              <a:defRPr sz="1200"/>
            </a:pPr>
            <a:r>
              <a:t>D:/pasar_fix/node_modules/.bun/@babel+types@7.29.0/node_modules/@babel/types/lib/definitions/typescript.js</a:t>
            </a:r>
          </a:p>
          <a:p>
            <a:pPr>
              <a:defRPr sz="1200"/>
            </a:pPr>
            <a:r>
              <a:t>D:/pasar_fix/node_modules/.bun/@babel+types@7.29.0/node_modules/@babel/types/lib/definitions/typescript.js.map</a:t>
            </a:r>
          </a:p>
          <a:p>
            <a:pPr>
              <a:defRPr sz="1200"/>
            </a:pPr>
            <a:r>
              <a:t>D:/pasar_fix/node_modules/.bun/@babel+types@7.29.0/node_modules/@babel/types/lib/definitions/utils.js</a:t>
            </a:r>
          </a:p>
          <a:p>
            <a:pPr>
              <a:defRPr sz="1200"/>
            </a:pPr>
            <a:r>
              <a:t>D:/pasar_fix/node_modules/.bun/@babel+types@7.29.0/node_modules/@babel/types/lib/definitions/utils.js.map</a:t>
            </a:r>
          </a:p>
          <a:p>
            <a:pPr>
              <a:defRPr sz="1200"/>
            </a:pPr>
            <a:r>
              <a:t>D:/pasar_fix/node_modules/.bun/@babel+types@7.29.0/node_modules/@babel/types/lib/modifications/appendToMemberExpression.js</a:t>
            </a:r>
          </a:p>
          <a:p>
            <a:pPr>
              <a:defRPr sz="1200"/>
            </a:pPr>
            <a:r>
              <a:t>D:/pasar_fix/node_modules/.bun/@babel+types@7.29.0/node_modules/@babel/types/lib/modifications/appendToMemberExpression.js.map</a:t>
            </a:r>
          </a:p>
          <a:p>
            <a:pPr>
              <a:defRPr sz="1200"/>
            </a:pPr>
            <a:r>
              <a:t>D:/pasar_fix/node_modules/.bun/@babel+types@7.29.0/node_modules/@babel/types/lib/modifications/inherits.js</a:t>
            </a:r>
          </a:p>
          <a:p>
            <a:pPr>
              <a:defRPr sz="1200"/>
            </a:pPr>
            <a:r>
              <a:t>D:/pasar_fix/node_modules/.bun/@babel+types@7.29.0/node_modules/@babel/types/lib/modifications/inherits.js.map</a:t>
            </a:r>
          </a:p>
          <a:p>
            <a:pPr>
              <a:defRPr sz="1200"/>
            </a:pPr>
            <a:r>
              <a:t>D:/pasar_fix/node_modules/.bun/@babel+types@7.29.0/node_modules/@babel/types/lib/modifications/prependToMemberExpression.js</a:t>
            </a:r>
          </a:p>
          <a:p>
            <a:pPr>
              <a:defRPr sz="1200"/>
            </a:pPr>
            <a:r>
              <a:t>D:/pasar_fix/node_modules/.bun/@babel+types@7.29.0/node_modules/@babel/types/lib/modifications/prependToMemberExpression.js.map</a:t>
            </a:r>
          </a:p>
          <a:p>
            <a:pPr>
              <a:defRPr sz="1200"/>
            </a:pPr>
            <a:r>
              <a:t>D:/pasar_fix/node_modules/.bun/@babel+types@7.29.0/node_modules/@babel/types/lib/modifications/removeProperties.js</a:t>
            </a:r>
          </a:p>
          <a:p>
            <a:pPr>
              <a:defRPr sz="1200"/>
            </a:pPr>
            <a:r>
              <a:t>D:/pasar_fix/node_modules/.bun/@babel+types@7.29.0/node_modules/@babel/types/lib/modifications/removeProperties.js.map</a:t>
            </a:r>
          </a:p>
          <a:p>
            <a:pPr>
              <a:defRPr sz="1200"/>
            </a:pPr>
            <a:r>
              <a:t>D:/pasar_fix/node_modules/.bun/@babel+types@7.29.0/node_modules/@babel/types/lib/modifications/removePropertiesDeep.js</a:t>
            </a:r>
          </a:p>
          <a:p>
            <a:pPr>
              <a:defRPr sz="1200"/>
            </a:pPr>
            <a:r>
              <a:t>D:/pasar_fix/node_modules/.bun/@babel+types@7.29.0/node_modules/@babel/types/lib/modifications/removePropertiesDeep.js.map</a:t>
            </a:r>
          </a:p>
          <a:p>
            <a:pPr>
              <a:defRPr sz="1200"/>
            </a:pPr>
            <a:r>
              <a:t>D:/pasar_fix/node_modules/.bun/@babel+types@7.29.0/node_modules/@babel/types/lib/modifications/flow/removeTypeDuplicates.js</a:t>
            </a:r>
          </a:p>
          <a:p>
            <a:pPr>
              <a:defRPr sz="1200"/>
            </a:pPr>
            <a:r>
              <a:t>D:/pasar_fix/node_modules/.bun/@babel+types@7.29.0/node_modules/@babel/types/lib/modifications/flow/removeTypeDuplicates.js.map</a:t>
            </a:r>
          </a:p>
          <a:p>
            <a:pPr>
              <a:defRPr sz="1200"/>
            </a:pPr>
            <a:r>
              <a:t>D:/pasar_fix/node_modules/.bun/@babel+types@7.29.0/node_modules/@babel/types/lib/modifications/typescript/removeTypeDuplicates.js</a:t>
            </a:r>
          </a:p>
          <a:p>
            <a:pPr>
              <a:defRPr sz="1200"/>
            </a:pPr>
            <a:r>
              <a:t>D:/pasar_fix/node_modules/.bun/@babel+types@7.29.0/node_modules/@babel/types/lib/modifications/typescript/removeTypeDuplicates.js.map</a:t>
            </a:r>
          </a:p>
          <a:p>
            <a:pPr>
              <a:defRPr sz="1200"/>
            </a:pPr>
            <a:r>
              <a:t>D:/pasar_fix/node_modules/.bun/@babel+types@7.29.0/node_modules/@babel/types/lib/retrievers/getAssignmentIdentifiers.js</a:t>
            </a:r>
          </a:p>
          <a:p>
            <a:pPr>
              <a:defRPr sz="1200"/>
            </a:pPr>
            <a:r>
              <a:t>D:/pasar_fix/node_modules/.bun/@babel+types@7.29.0/node_modules/@babel/types/lib/retrievers/getAssignmentIdentifiers.js.map</a:t>
            </a:r>
          </a:p>
          <a:p>
            <a:pPr>
              <a:defRPr sz="1200"/>
            </a:pPr>
            <a:r>
              <a:t>D:/pasar_fix/node_modules/.bun/@babel+types@7.29.0/node_modules/@babel/types/lib/retrievers/getBindingIdentifiers.js</a:t>
            </a:r>
          </a:p>
          <a:p>
            <a:pPr>
              <a:defRPr sz="1200"/>
            </a:pPr>
            <a:r>
              <a:t>D:/pasar_fix/node_modules/.bun/@babel+types@7.29.0/node_modules/@babel/types/lib/retrievers/getBindingIdentifiers.js.map</a:t>
            </a:r>
          </a:p>
          <a:p>
            <a:pPr>
              <a:defRPr sz="1200"/>
            </a:pPr>
            <a:r>
              <a:t>D:/pasar_fix/node_modules/.bun/@babel+types@7.29.0/node_modules/@babel/types/lib/retrievers/getFunctionName.js</a:t>
            </a:r>
          </a:p>
          <a:p>
            <a:pPr>
              <a:defRPr sz="1200"/>
            </a:pPr>
            <a:r>
              <a:t>D:/pasar_fix/node_modules/.bun/@babel+types@7.29.0/node_modules/@babel/types/lib/retrievers/getFunctionName.js.map</a:t>
            </a:r>
          </a:p>
          <a:p>
            <a:pPr>
              <a:defRPr sz="1200"/>
            </a:pPr>
            <a:r>
              <a:t>D:/pasar_fix/node_modules/.bun/@babel+types@7.29.0/node_modules/@babel/types/lib/retrievers/getOuterBindingIdentifiers.js</a:t>
            </a:r>
          </a:p>
          <a:p>
            <a:pPr>
              <a:defRPr sz="1200"/>
            </a:pPr>
            <a:r>
              <a:t>D:/pasar_fix/node_modules/.bun/@babel+types@7.29.0/node_modules/@babel/types/lib/retrievers/getOuterBindingIdentifiers.js.map</a:t>
            </a:r>
          </a:p>
          <a:p>
            <a:pPr>
              <a:defRPr sz="1200"/>
            </a:pPr>
            <a:r>
              <a:t>D:/pasar_fix/node_modules/.bun/@babel+types@7.29.0/node_modules/@babel/types/lib/traverse/traverse.js</a:t>
            </a:r>
          </a:p>
          <a:p>
            <a:pPr>
              <a:defRPr sz="1200"/>
            </a:pPr>
            <a:r>
              <a:t>D:/pasar_fix/node_modules/.bun/@babel+types@7.29.0/node_modules/@babel/types/lib/traverse/traverse.js.map</a:t>
            </a:r>
          </a:p>
          <a:p>
            <a:pPr>
              <a:defRPr sz="1200"/>
            </a:pPr>
            <a:r>
              <a:t>D:/pasar_fix/node_modules/.bun/@babel+types@7.29.0/node_modules/@babel/types/lib/traverse/traverseFast.js</a:t>
            </a:r>
          </a:p>
          <a:p>
            <a:pPr>
              <a:defRPr sz="1200"/>
            </a:pPr>
            <a:r>
              <a:t>D:/pasar_fix/node_modules/.bun/@babel+types@7.29.0/node_modules/@babel/types/lib/traverse/traverseFast.js.map</a:t>
            </a:r>
          </a:p>
          <a:p>
            <a:pPr>
              <a:defRPr sz="1200"/>
            </a:pPr>
            <a:r>
              <a:t>D:/pasar_fix/node_modules/.bun/@babel+types@7.29.0/node_modules/@babel/types/lib/utils/deprecationWarning.js</a:t>
            </a:r>
          </a:p>
          <a:p>
            <a:pPr>
              <a:defRPr sz="1200"/>
            </a:pPr>
            <a:r>
              <a:t>D:/pasar_fix/node_modules/.bun/@babel+types@7.29.0/node_modules/@babel/types/lib/utils/deprecationWarning.js.map</a:t>
            </a:r>
          </a:p>
          <a:p>
            <a:pPr>
              <a:defRPr sz="1200"/>
            </a:pPr>
            <a:r>
              <a:t>D:/pasar_fix/node_modules/.bun/@babel+types@7.29.0/node_modules/@babel/types/lib/utils/inherit.js</a:t>
            </a:r>
          </a:p>
          <a:p>
            <a:pPr>
              <a:defRPr sz="1200"/>
            </a:pPr>
            <a:r>
              <a:t>D:/pasar_fix/node_modules/.bun/@babel+types@7.29.0/node_modules/@babel/types/lib/utils/inherit.js.map</a:t>
            </a:r>
          </a:p>
          <a:p>
            <a:pPr>
              <a:defRPr sz="1200"/>
            </a:pPr>
            <a:r>
              <a:t>D:/pasar_fix/node_modules/.bun/@babel+types@7.29.0/node_modules/@babel/types/lib/utils/shallowEqual.js</a:t>
            </a:r>
          </a:p>
          <a:p>
            <a:pPr>
              <a:defRPr sz="1200"/>
            </a:pPr>
            <a:r>
              <a:t>D:/pasar_fix/node_modules/.bun/@babel+types@7.29.0/node_modules/@babel/types/lib/utils/shallowEqual.js.map</a:t>
            </a:r>
          </a:p>
          <a:p>
            <a:pPr>
              <a:defRPr sz="1200"/>
            </a:pPr>
            <a:r>
              <a:t>D:/pasar_fix/node_modules/.bun/@babel+types@7.29.0/node_modules/@babel/types/lib/utils/react/cleanJSXElementLiteralChild.js</a:t>
            </a:r>
          </a:p>
          <a:p>
            <a:pPr>
              <a:defRPr sz="1200"/>
            </a:pPr>
            <a:r>
              <a:t>D:/pasar_fix/node_modules/.bun/@babel+types@7.29.0/node_modules/@babel/types/lib/utils/react/cleanJSXElementLiteralChild.js.map</a:t>
            </a:r>
          </a:p>
          <a:p>
            <a:pPr>
              <a:defRPr sz="1200"/>
            </a:pPr>
            <a:r>
              <a:t>D:/pasar_fix/node_modules/.bun/@babel+types@7.29.0/node_modules/@babel/types/lib/validators/buildMatchMemberExpression.js</a:t>
            </a:r>
          </a:p>
          <a:p>
            <a:pPr>
              <a:defRPr sz="1200"/>
            </a:pPr>
            <a:r>
              <a:t>D:/pasar_fix/node_modules/.bun/@babel+types@7.29.0/node_modules/@babel/types/lib/validators/buildMatchMemberExpression.js.map</a:t>
            </a:r>
          </a:p>
          <a:p>
            <a:pPr>
              <a:defRPr sz="1200"/>
            </a:pPr>
            <a:r>
              <a:t>D:/pasar_fix/node_modules/.bun/@babel+types@7.29.0/node_modules/@babel/types/lib/validators/is.js</a:t>
            </a:r>
          </a:p>
          <a:p>
            <a:pPr>
              <a:defRPr sz="1200"/>
            </a:pPr>
            <a:r>
              <a:t>D:/pasar_fix/node_modules/.bun/@babel+types@7.29.0/node_modules/@babel/types/lib/validators/is.js.map</a:t>
            </a:r>
          </a:p>
          <a:p>
            <a:pPr>
              <a:defRPr sz="1200"/>
            </a:pPr>
            <a:r>
              <a:t>D:/pasar_fix/node_modules/.bun/@babel+types@7.29.0/node_modules/@babel/types/lib/validators/isBinding.js</a:t>
            </a:r>
          </a:p>
          <a:p>
            <a:pPr>
              <a:defRPr sz="1200"/>
            </a:pPr>
            <a:r>
              <a:t>D:/pasar_fix/node_modules/.bun/@babel+types@7.29.0/node_modules/@babel/types/lib/validators/isBinding.js.map</a:t>
            </a:r>
          </a:p>
          <a:p>
            <a:pPr>
              <a:defRPr sz="1200"/>
            </a:pPr>
            <a:r>
              <a:t>D:/pasar_fix/node_modules/.bun/@babel+types@7.29.0/node_modules/@babel/types/lib/validators/isBlockScoped.js</a:t>
            </a:r>
          </a:p>
          <a:p>
            <a:pPr>
              <a:defRPr sz="1200"/>
            </a:pPr>
            <a:r>
              <a:t>D:/pasar_fix/node_modules/.bun/@babel+types@7.29.0/node_modules/@babel/types/lib/validators/isBlockScoped.js.map</a:t>
            </a:r>
          </a:p>
          <a:p>
            <a:pPr>
              <a:defRPr sz="1200"/>
            </a:pPr>
            <a:r>
              <a:t>D:/pasar_fix/node_modules/.bun/@babel+types@7.29.0/node_modules/@babel/types/lib/validators/isImmutable.js</a:t>
            </a:r>
          </a:p>
          <a:p>
            <a:pPr>
              <a:defRPr sz="1200"/>
            </a:pPr>
            <a:r>
              <a:t>D:/pasar_fix/node_modules/.bun/@babel+types@7.29.0/node_modules/@babel/types/lib/validators/isImmutable.js.map</a:t>
            </a:r>
          </a:p>
          <a:p>
            <a:pPr>
              <a:defRPr sz="1200"/>
            </a:pPr>
            <a:r>
              <a:t>D:/pasar_fix/node_modules/.bun/@babel+types@7.29.0/node_modules/@babel/types/lib/validators/isLet.js</a:t>
            </a:r>
          </a:p>
          <a:p>
            <a:pPr>
              <a:defRPr sz="1200"/>
            </a:pPr>
            <a:r>
              <a:t>D:/pasar_fix/node_modules/.bun/@babel+types@7.29.0/node_modules/@babel/types/lib/validators/isLet.js.map</a:t>
            </a:r>
          </a:p>
          <a:p>
            <a:pPr>
              <a:defRPr sz="1200"/>
            </a:pPr>
            <a:r>
              <a:t>D:/pasar_fix/node_modules/.bun/@babel+types@7.29.0/node_modules/@babel/types/lib/validators/isNode.js</a:t>
            </a:r>
          </a:p>
          <a:p>
            <a:pPr>
              <a:defRPr sz="1200"/>
            </a:pPr>
            <a:r>
              <a:t>D:/pasar_fix/node_modules/.bun/@babel+types@7.29.0/node_modules/@babel/types/lib/validators/isNode.js.map</a:t>
            </a:r>
          </a:p>
          <a:p>
            <a:pPr>
              <a:defRPr sz="1200"/>
            </a:pPr>
            <a:r>
              <a:t>D:/pasar_fix/node_modules/.bun/@babel+types@7.29.0/node_modules/@babel/types/lib/validators/isNodesEquivalent.js</a:t>
            </a:r>
          </a:p>
          <a:p>
            <a:pPr>
              <a:defRPr sz="1200"/>
            </a:pPr>
            <a:r>
              <a:t>D:/pasar_fix/node_modules/.bun/@babel+types@7.29.0/node_modules/@babel/types/lib/validators/isNodesEquivalent.js.map</a:t>
            </a:r>
          </a:p>
          <a:p>
            <a:pPr>
              <a:defRPr sz="1200"/>
            </a:pPr>
            <a:r>
              <a:t>D:/pasar_fix/node_modules/.bun/@babel+types@7.29.0/node_modules/@babel/types/lib/validators/isPlaceholderType.js</a:t>
            </a:r>
          </a:p>
          <a:p>
            <a:pPr>
              <a:defRPr sz="1200"/>
            </a:pPr>
            <a:r>
              <a:t>D:/pasar_fix/node_modules/.bun/@babel+types@7.29.0/node_modules/@babel/types/lib/validators/isPlaceholderType.js.map</a:t>
            </a:r>
          </a:p>
          <a:p>
            <a:pPr>
              <a:defRPr sz="1200"/>
            </a:pPr>
            <a:r>
              <a:t>D:/pasar_fix/node_modules/.bun/@babel+types@7.29.0/node_modules/@babel/types/lib/validators/isReferenced.js</a:t>
            </a:r>
          </a:p>
          <a:p>
            <a:pPr>
              <a:defRPr sz="1200"/>
            </a:pPr>
            <a:r>
              <a:t>D:/pasar_fix/node_modules/.bun/@babel+types@7.29.0/node_modules/@babel/types/lib/validators/isReferenced.js.map</a:t>
            </a:r>
          </a:p>
          <a:p>
            <a:pPr>
              <a:defRPr sz="1200"/>
            </a:pPr>
            <a:r>
              <a:t>D:/pasar_fix/node_modules/.bun/@babel+types@7.29.0/node_modules/@babel/types/lib/validators/isScope.js</a:t>
            </a:r>
          </a:p>
          <a:p>
            <a:pPr>
              <a:defRPr sz="1200"/>
            </a:pPr>
            <a:r>
              <a:t>D:/pasar_fix/node_modules/.bun/@babel+types@7.29.0/node_modules/@babel/types/lib/validators/isScope.js.map</a:t>
            </a:r>
          </a:p>
          <a:p>
            <a:pPr>
              <a:defRPr sz="1200"/>
            </a:pPr>
            <a:r>
              <a:t>D:/pasar_fix/node_modules/.bun/@babel+types@7.29.0/node_modules/@babel/types/lib/validators/isSpecifierDefault.js</a:t>
            </a:r>
          </a:p>
          <a:p>
            <a:pPr>
              <a:defRPr sz="1200"/>
            </a:pPr>
            <a:r>
              <a:t>D:/pasar_fix/node_modules/.bun/@babel+types@7.29.0/node_modules/@babel/types/lib/validators/isSpecifierDefault.js.map</a:t>
            </a:r>
          </a:p>
          <a:p>
            <a:pPr>
              <a:defRPr sz="1200"/>
            </a:pPr>
            <a:r>
              <a:t>D:/pasar_fix/node_modules/.bun/@babel+types@7.29.0/node_modules/@babel/types/lib/validators/isType.js</a:t>
            </a:r>
          </a:p>
          <a:p>
            <a:pPr>
              <a:defRPr sz="1200"/>
            </a:pPr>
            <a:r>
              <a:t>D:/pasar_fix/node_modules/.bun/@babel+types@7.29.0/node_modules/@babel/types/lib/validators/isType.js.map</a:t>
            </a:r>
          </a:p>
          <a:p>
            <a:pPr>
              <a:defRPr sz="1200"/>
            </a:pPr>
            <a:r>
              <a:t>D:/pasar_fix/node_modules/.bun/@babel+types@7.29.0/node_modules/@babel/types/lib/validators/isValidES3Identifier.js</a:t>
            </a:r>
          </a:p>
          <a:p>
            <a:pPr>
              <a:defRPr sz="1200"/>
            </a:pPr>
            <a:r>
              <a:t>D:/pasar_fix/node_modules/.bun/@babel+types@7.29.0/node_modules/@babel/types/lib/validators/isValidES3Identifier.js.map</a:t>
            </a:r>
          </a:p>
          <a:p>
            <a:pPr>
              <a:defRPr sz="1200"/>
            </a:pPr>
            <a:r>
              <a:t>D:/pasar_fix/node_modules/.bun/@babel+types@7.29.0/node_modules/@babel/types/lib/validators/isValidIdentifier.js</a:t>
            </a:r>
          </a:p>
          <a:p>
            <a:pPr>
              <a:defRPr sz="1200"/>
            </a:pPr>
            <a:r>
              <a:t>D:/pasar_fix/node_modules/.bun/@babel+types@7.29.0/node_modules/@babel/types/lib/validators/isValidIdentifier.js.map</a:t>
            </a:r>
          </a:p>
          <a:p>
            <a:pPr>
              <a:defRPr sz="1200"/>
            </a:pPr>
            <a:r>
              <a:t>D:/pasar_fix/node_modules/.bun/@babel+types@7.29.0/node_modules/@babel/types/lib/validators/isVar.js</a:t>
            </a:r>
          </a:p>
          <a:p>
            <a:pPr>
              <a:defRPr sz="1200"/>
            </a:pPr>
            <a:r>
              <a:t>D:/pasar_fix/node_modules/.bun/@babel+types@7.29.0/node_modules/@babel/types/lib/validators/isVar.js.map</a:t>
            </a:r>
          </a:p>
          <a:p>
            <a:pPr>
              <a:defRPr sz="1200"/>
            </a:pPr>
            <a:r>
              <a:t>D:/pasar_fix/node_modules/.bun/@babel+types@7.29.0/node_modules/@babel/types/lib/validators/matchesPattern.js</a:t>
            </a:r>
          </a:p>
          <a:p>
            <a:pPr>
              <a:defRPr sz="1200"/>
            </a:pPr>
            <a:r>
              <a:t>D:/pasar_fix/node_modules/.bun/@babel+types@7.29.0/node_modules/@babel/types/lib/validators/matchesPattern.js.map</a:t>
            </a:r>
          </a:p>
          <a:p>
            <a:pPr>
              <a:defRPr sz="1200"/>
            </a:pPr>
            <a:r>
              <a:t>D:/pasar_fix/node_modules/.bun/@babel+types@7.29.0/node_modules/@babel/types/lib/validators/validate.js</a:t>
            </a:r>
          </a:p>
          <a:p>
            <a:pPr>
              <a:defRPr sz="1200"/>
            </a:pPr>
            <a:r>
              <a:t>D:/pasar_fix/node_modules/.bun/@babel+types@7.29.0/node_modules/@babel/types/lib/validators/validate.js.map</a:t>
            </a:r>
          </a:p>
          <a:p>
            <a:pPr>
              <a:defRPr sz="1200"/>
            </a:pPr>
            <a:r>
              <a:t>D:/pasar_fix/node_modules/.bun/@babel+types@7.29.0/node_modules/@babel/types/lib/validators/generated/index.js</a:t>
            </a:r>
          </a:p>
          <a:p>
            <a:pPr>
              <a:defRPr sz="1200"/>
            </a:pPr>
            <a:r>
              <a:t>D:/pasar_fix/node_modules/.bun/@babel+types@7.29.0/node_modules/@babel/types/lib/validators/generated/index.js.map</a:t>
            </a:r>
          </a:p>
          <a:p>
            <a:pPr>
              <a:defRPr sz="1200"/>
            </a:pPr>
            <a:r>
              <a:t>D:/pasar_fix/node_modules/.bun/@babel+types@7.29.0/node_modules/@babel/types/lib/validators/react/isCompatTag.js</a:t>
            </a:r>
          </a:p>
          <a:p>
            <a:pPr>
              <a:defRPr sz="1200"/>
            </a:pPr>
            <a:r>
              <a:t>D:/pasar_fix/node_modules/.bun/@babel+types@7.29.0/node_modules/@babel/types/lib/validators/react/isCompatTag.js.map</a:t>
            </a:r>
          </a:p>
          <a:p>
            <a:pPr>
              <a:defRPr sz="1200"/>
            </a:pPr>
            <a:r>
              <a:t>D:/pasar_fix/node_modules/.bun/@babel+types@7.29.0/node_modules/@babel/types/lib/validators/react/isReactComponent.js</a:t>
            </a:r>
          </a:p>
          <a:p>
            <a:pPr>
              <a:defRPr sz="1200"/>
            </a:pPr>
            <a:r>
              <a:t>D:/pasar_fix/node_modules/.bun/@babel+types@7.29.0/node_modules/@babel/types/lib/validators/react/isReactComponent.js.map</a:t>
            </a:r>
          </a:p>
          <a:p>
            <a:pPr>
              <a:defRPr sz="1200"/>
            </a:pPr>
            <a:r>
              <a:t>D:/pasar_fix/node_modules/.bun/@better-auth+utils@0.2.5/node_modules/.bin/tsc.bunx</a:t>
            </a:r>
          </a:p>
          <a:p>
            <a:pPr>
              <a:defRPr sz="1200"/>
            </a:pPr>
            <a:r>
              <a:t>D:/pasar_fix/node_modules/.bun/@better-auth+utils@0.2.5/node_modules/.bin/tsc.exe</a:t>
            </a:r>
          </a:p>
          <a:p>
            <a:pPr>
              <a:defRPr sz="1200"/>
            </a:pPr>
            <a:r>
              <a:t>D:/pasar_fix/node_modules/.bun/@better-auth+utils@0.2.5/node_modules/.bin/tsserver.bunx</a:t>
            </a:r>
          </a:p>
          <a:p>
            <a:pPr>
              <a:defRPr sz="1200"/>
            </a:pPr>
            <a:r>
              <a:t>D:/pasar_fix/node_modules/.bun/@better-auth+utils@0.2.5/node_modules/.bin/tsserver.exe</a:t>
            </a:r>
          </a:p>
          <a:p>
            <a:pPr>
              <a:defRPr sz="1200"/>
            </a:pPr>
            <a:r>
              <a:t>D:/pasar_fix/node_modules/.bun/@better-auth+utils@0.2.5/node_modules/@better-auth/utils/package.json</a:t>
            </a:r>
          </a:p>
          <a:p>
            <a:pPr>
              <a:defRPr sz="1200"/>
            </a:pPr>
            <a:r>
              <a:t>D:/pasar_fix/node_modules/.bun/@better-auth+utils@0.2.5/node_modules/@better-auth/utils/README.md</a:t>
            </a:r>
          </a:p>
          <a:p>
            <a:pPr>
              <a:defRPr sz="1200"/>
            </a:pPr>
            <a:r>
              <a:t>D:/pasar_fix/node_modules/.bun/@better-auth+utils@0.2.5/node_modules/@better-auth/utils/dist/base32.cjs</a:t>
            </a:r>
          </a:p>
          <a:p>
            <a:pPr>
              <a:defRPr sz="1200"/>
            </a:pPr>
            <a:r>
              <a:t>D:/pasar_fix/node_modules/.bun/@better-auth+utils@0.2.5/node_modules/@better-auth/utils/dist/base32.d.cts</a:t>
            </a:r>
          </a:p>
          <a:p>
            <a:pPr>
              <a:defRPr sz="1200"/>
            </a:pPr>
            <a:r>
              <a:t>D:/pasar_fix/node_modules/.bun/@better-auth+utils@0.2.5/node_modules/@better-auth/utils/dist/base32.d.mts</a:t>
            </a:r>
          </a:p>
          <a:p>
            <a:pPr>
              <a:defRPr sz="1200"/>
            </a:pPr>
            <a:r>
              <a:t>D:/pasar_fix/node_modules/.bun/@better-auth+utils@0.2.5/node_modules/@better-auth/utils/dist/base32.d.ts</a:t>
            </a:r>
          </a:p>
          <a:p>
            <a:pPr>
              <a:defRPr sz="1200"/>
            </a:pPr>
            <a:r>
              <a:t>D:/pasar_fix/node_modules/.bun/@better-auth+utils@0.2.5/node_modules/@better-auth/utils/dist/base32.mjs</a:t>
            </a:r>
          </a:p>
          <a:p>
            <a:pPr>
              <a:defRPr sz="1200"/>
            </a:pPr>
            <a:r>
              <a:t>D:/pasar_fix/node_modules/.bun/@better-auth+utils@0.2.5/node_modules/@better-auth/utils/dist/base64.cjs</a:t>
            </a:r>
          </a:p>
          <a:p>
            <a:pPr>
              <a:defRPr sz="1200"/>
            </a:pPr>
            <a:r>
              <a:t>D:/pasar_fix/node_modules/.bun/@better-auth+utils@0.2.5/node_modules/@better-auth/utils/dist/base64.d.cts</a:t>
            </a:r>
          </a:p>
          <a:p>
            <a:pPr>
              <a:defRPr sz="1200"/>
            </a:pPr>
            <a:r>
              <a:t>D:/pasar_fix/node_modules/.bun/@better-auth+utils@0.2.5/node_modules/@better-auth/utils/dist/base64.d.mts</a:t>
            </a:r>
          </a:p>
          <a:p>
            <a:pPr>
              <a:defRPr sz="1200"/>
            </a:pPr>
            <a:r>
              <a:t>D:/pasar_fix/node_modules/.bun/@better-auth+utils@0.2.5/node_modules/@better-auth/utils/dist/base64.d.ts</a:t>
            </a:r>
          </a:p>
          <a:p>
            <a:pPr>
              <a:defRPr sz="1200"/>
            </a:pPr>
            <a:r>
              <a:t>D:/pasar_fix/node_modules/.bun/@better-auth+utils@0.2.5/node_modules/@better-auth/utils/dist/base64.mjs</a:t>
            </a:r>
          </a:p>
          <a:p>
            <a:pPr>
              <a:defRPr sz="1200"/>
            </a:pPr>
            <a:r>
              <a:t>D:/pasar_fix/node_modules/.bun/@better-auth+utils@0.2.5/node_modules/@better-auth/utils/dist/binary.cjs</a:t>
            </a:r>
          </a:p>
          <a:p>
            <a:pPr>
              <a:defRPr sz="1200"/>
            </a:pPr>
            <a:r>
              <a:t>D:/pasar_fix/node_modules/.bun/@better-auth+utils@0.2.5/node_modules/@better-auth/utils/dist/binary.d.cts</a:t>
            </a:r>
          </a:p>
          <a:p>
            <a:pPr>
              <a:defRPr sz="1200"/>
            </a:pPr>
            <a:r>
              <a:t>D:/pasar_fix/node_modules/.bun/@better-auth+utils@0.2.5/node_modules/@better-auth/utils/dist/binary.d.mts</a:t>
            </a:r>
          </a:p>
          <a:p>
            <a:pPr>
              <a:defRPr sz="1200"/>
            </a:pPr>
            <a:r>
              <a:t>D:/pasar_fix/node_modules/.bun/@better-auth+utils@0.2.5/node_modules/@better-auth/utils/dist/binary.d.ts</a:t>
            </a:r>
          </a:p>
          <a:p>
            <a:pPr>
              <a:defRPr sz="1200"/>
            </a:pPr>
            <a:r>
              <a:t>D:/pasar_fix/node_modules/.bun/@better-auth+utils@0.2.5/node_modules/@better-auth/utils/dist/binary.mjs</a:t>
            </a:r>
          </a:p>
          <a:p>
            <a:pPr>
              <a:defRPr sz="1200"/>
            </a:pPr>
            <a:r>
              <a:t>D:/pasar_fix/node_modules/.bun/@better-auth+utils@0.2.5/node_modules/@better-auth/utils/dist/ecdsa.cjs</a:t>
            </a:r>
          </a:p>
          <a:p>
            <a:pPr>
              <a:defRPr sz="1200"/>
            </a:pPr>
            <a:r>
              <a:t>D:/pasar_fix/node_modules/.bun/@better-auth+utils@0.2.5/node_modules/@better-auth/utils/dist/ecdsa.d.cts</a:t>
            </a:r>
          </a:p>
          <a:p>
            <a:pPr>
              <a:defRPr sz="1200"/>
            </a:pPr>
            <a:r>
              <a:t>D:/pasar_fix/node_modules/.bun/@better-auth+utils@0.2.5/node_modules/@better-auth/utils/dist/ecdsa.d.mts</a:t>
            </a:r>
          </a:p>
          <a:p>
            <a:pPr>
              <a:defRPr sz="1200"/>
            </a:pPr>
            <a:r>
              <a:t>D:/pasar_fix/node_modules/.bun/@better-auth+utils@0.2.5/node_modules/@better-auth/utils/dist/ecdsa.d.ts</a:t>
            </a:r>
          </a:p>
          <a:p>
            <a:pPr>
              <a:defRPr sz="1200"/>
            </a:pPr>
            <a:r>
              <a:t>D:/pasar_fix/node_modules/.bun/@better-auth+utils@0.2.5/node_modules/@better-auth/utils/dist/ecdsa.mjs</a:t>
            </a:r>
          </a:p>
          <a:p>
            <a:pPr>
              <a:defRPr sz="1200"/>
            </a:pPr>
            <a:r>
              <a:t>D:/pasar_fix/node_modules/.bun/@better-auth+utils@0.2.5/node_modules/@better-auth/utils/dist/hash.cjs</a:t>
            </a:r>
          </a:p>
          <a:p>
            <a:pPr>
              <a:defRPr sz="1200"/>
            </a:pPr>
            <a:r>
              <a:t>D:/pasar_fix/node_modules/.bun/@better-auth+utils@0.2.5/node_modules/@better-auth/utils/dist/hash.d.cts</a:t>
            </a:r>
          </a:p>
          <a:p>
            <a:pPr>
              <a:defRPr sz="1200"/>
            </a:pPr>
            <a:r>
              <a:t>D:/pasar_fix/node_modules/.bun/@better-auth+utils@0.2.5/node_modules/@better-auth/utils/dist/hash.d.mts</a:t>
            </a:r>
          </a:p>
          <a:p>
            <a:pPr>
              <a:defRPr sz="1200"/>
            </a:pPr>
            <a:r>
              <a:t>D:/pasar_fix/node_modules/.bun/@better-auth+utils@0.2.5/node_modules/@better-auth/utils/dist/hash.d.ts</a:t>
            </a:r>
          </a:p>
          <a:p>
            <a:pPr>
              <a:defRPr sz="1200"/>
            </a:pPr>
            <a:r>
              <a:t>D:/pasar_fix/node_modules/.bun/@better-auth+utils@0.2.5/node_modules/@better-auth/utils/dist/hash.mjs</a:t>
            </a:r>
          </a:p>
          <a:p>
            <a:pPr>
              <a:defRPr sz="1200"/>
            </a:pPr>
            <a:r>
              <a:t>D:/pasar_fix/node_modules/.bun/@better-auth+utils@0.2.5/node_modules/@better-auth/utils/dist/hex.cjs</a:t>
            </a:r>
          </a:p>
          <a:p>
            <a:pPr>
              <a:defRPr sz="1200"/>
            </a:pPr>
            <a:r>
              <a:t>D:/pasar_fix/node_modules/.bun/@better-auth+utils@0.2.5/node_modules/@better-auth/utils/dist/hex.d.cts</a:t>
            </a:r>
          </a:p>
          <a:p>
            <a:pPr>
              <a:defRPr sz="1200"/>
            </a:pPr>
            <a:r>
              <a:t>D:/pasar_fix/node_modules/.bun/@better-auth+utils@0.2.5/node_modules/@better-auth/utils/dist/hex.d.mts</a:t>
            </a:r>
          </a:p>
          <a:p>
            <a:pPr>
              <a:defRPr sz="1200"/>
            </a:pPr>
            <a:r>
              <a:t>D:/pasar_fix/node_modules/.bun/@better-auth+utils@0.2.5/node_modules/@better-auth/utils/dist/hex.d.ts</a:t>
            </a:r>
          </a:p>
          <a:p>
            <a:pPr>
              <a:defRPr sz="1200"/>
            </a:pPr>
            <a:r>
              <a:t>D:/pasar_fix/node_modules/.bun/@better-auth+utils@0.2.5/node_modules/@better-auth/utils/dist/hex.mjs</a:t>
            </a:r>
          </a:p>
          <a:p>
            <a:pPr>
              <a:defRPr sz="1200"/>
            </a:pPr>
            <a:r>
              <a:t>D:/pasar_fix/node_modules/.bun/@better-auth+utils@0.2.5/node_modules/@better-auth/utils/dist/hmac.cjs</a:t>
            </a:r>
          </a:p>
          <a:p>
            <a:pPr>
              <a:defRPr sz="1200"/>
            </a:pPr>
            <a:r>
              <a:t>D:/pasar_fix/node_modules/.bun/@better-auth+utils@0.2.5/node_modules/@better-auth/utils/dist/hmac.d.cts</a:t>
            </a:r>
          </a:p>
          <a:p>
            <a:pPr>
              <a:defRPr sz="1200"/>
            </a:pPr>
            <a:r>
              <a:t>D:/pasar_fix/node_modules/.bun/@better-auth+utils@0.2.5/node_modules/@better-auth/utils/dist/hmac.d.mts</a:t>
            </a:r>
          </a:p>
          <a:p>
            <a:pPr>
              <a:defRPr sz="1200"/>
            </a:pPr>
            <a:r>
              <a:t>D:/pasar_fix/node_modules/.bun/@better-auth+utils@0.2.5/node_modules/@better-auth/utils/dist/hmac.d.ts</a:t>
            </a:r>
          </a:p>
          <a:p>
            <a:pPr>
              <a:defRPr sz="1200"/>
            </a:pPr>
            <a:r>
              <a:t>D:/pasar_fix/node_modules/.bun/@better-auth+utils@0.2.5/node_modules/@better-auth/utils/dist/hmac.mjs</a:t>
            </a:r>
          </a:p>
          <a:p>
            <a:pPr>
              <a:defRPr sz="1200"/>
            </a:pPr>
            <a:r>
              <a:t>D:/pasar_fix/node_modules/.bun/@better-auth+utils@0.2.5/node_modules/@better-auth/utils/dist/index.cjs</a:t>
            </a:r>
          </a:p>
          <a:p>
            <a:pPr>
              <a:defRPr sz="1200"/>
            </a:pPr>
            <a:r>
              <a:t>D:/pasar_fix/node_modules/.bun/@better-auth+utils@0.2.5/node_modules/@better-auth/utils/dist/index.d.cts</a:t>
            </a:r>
          </a:p>
          <a:p>
            <a:pPr>
              <a:defRPr sz="1200"/>
            </a:pPr>
            <a:r>
              <a:t>D:/pasar_fix/node_modules/.bun/@better-auth+utils@0.2.5/node_modules/@better-auth/utils/dist/index.d.mts</a:t>
            </a:r>
          </a:p>
          <a:p>
            <a:pPr>
              <a:defRPr sz="1200"/>
            </a:pPr>
            <a:r>
              <a:t>D:/pasar_fix/node_modules/.bun/@better-auth+utils@0.2.5/node_modules/@better-auth/utils/dist/index.d.ts</a:t>
            </a:r>
          </a:p>
          <a:p>
            <a:pPr>
              <a:defRPr sz="1200"/>
            </a:pPr>
            <a:r>
              <a:t>D:/pasar_fix/node_modules/.bun/@better-auth+utils@0.2.5/node_modules/@better-auth/utils/dist/index.mjs</a:t>
            </a:r>
          </a:p>
          <a:p>
            <a:pPr>
              <a:defRPr sz="1200"/>
            </a:pPr>
            <a:r>
              <a:t>D:/pasar_fix/node_modules/.bun/@better-auth+utils@0.2.5/node_modules/@better-auth/utils/dist/otp.cjs</a:t>
            </a:r>
          </a:p>
          <a:p>
            <a:pPr>
              <a:defRPr sz="1200"/>
            </a:pPr>
            <a:r>
              <a:t>D:/pasar_fix/node_modules/.bun/@better-auth+utils@0.2.5/node_modules/@better-auth/utils/dist/otp.d.cts</a:t>
            </a:r>
          </a:p>
          <a:p>
            <a:pPr>
              <a:defRPr sz="1200"/>
            </a:pPr>
            <a:r>
              <a:t>D:/pasar_fix/node_modules/.bun/@better-auth+utils@0.2.5/node_modules/@better-auth/utils/dist/otp.d.mts</a:t>
            </a:r>
          </a:p>
          <a:p>
            <a:pPr>
              <a:defRPr sz="1200"/>
            </a:pPr>
            <a:r>
              <a:t>D:/pasar_fix/node_modules/.bun/@better-auth+utils@0.2.5/node_modules/@better-auth/utils/dist/otp.d.ts</a:t>
            </a:r>
          </a:p>
          <a:p>
            <a:pPr>
              <a:defRPr sz="1200"/>
            </a:pPr>
            <a:r>
              <a:t>D:/pasar_fix/node_modules/.bun/@better-auth+utils@0.2.5/node_modules/@better-auth/utils/dist/otp.mjs</a:t>
            </a:r>
          </a:p>
          <a:p>
            <a:pPr>
              <a:defRPr sz="1200"/>
            </a:pPr>
            <a:r>
              <a:t>D:/pasar_fix/node_modules/.bun/@better-auth+utils@0.2.5/node_modules/@better-auth/utils/dist/random.cjs</a:t>
            </a:r>
          </a:p>
          <a:p>
            <a:pPr>
              <a:defRPr sz="1200"/>
            </a:pPr>
            <a:r>
              <a:t>D:/pasar_fix/node_modules/.bun/@better-auth+utils@0.2.5/node_modules/@better-auth/utils/dist/random.d.cts</a:t>
            </a:r>
          </a:p>
          <a:p>
            <a:pPr>
              <a:defRPr sz="1200"/>
            </a:pPr>
            <a:r>
              <a:t>D:/pasar_fix/node_modules/.bun/@better-auth+utils@0.2.5/node_modules/@better-auth/utils/dist/random.d.mts</a:t>
            </a:r>
          </a:p>
          <a:p>
            <a:pPr>
              <a:defRPr sz="1200"/>
            </a:pPr>
            <a:r>
              <a:t>D:/pasar_fix/node_modules/.bun/@better-auth+utils@0.2.5/node_modules/@better-auth/utils/dist/random.d.ts</a:t>
            </a:r>
          </a:p>
          <a:p>
            <a:pPr>
              <a:defRPr sz="1200"/>
            </a:pPr>
            <a:r>
              <a:t>D:/pasar_fix/node_modules/.bun/@better-auth+utils@0.2.5/node_modules/@better-auth/utils/dist/random.mjs</a:t>
            </a:r>
          </a:p>
          <a:p>
            <a:pPr>
              <a:defRPr sz="1200"/>
            </a:pPr>
            <a:r>
              <a:t>D:/pasar_fix/node_modules/.bun/@better-auth+utils@0.2.5/node_modules/@better-auth/utils/dist/rsa.cjs</a:t>
            </a:r>
          </a:p>
          <a:p>
            <a:pPr>
              <a:defRPr sz="1200"/>
            </a:pPr>
            <a:r>
              <a:t>D:/pasar_fix/node_modules/.bun/@better-auth+utils@0.2.5/node_modules/@better-auth/utils/dist/rsa.d.cts</a:t>
            </a:r>
          </a:p>
          <a:p>
            <a:pPr>
              <a:defRPr sz="1200"/>
            </a:pPr>
            <a:r>
              <a:t>D:/pasar_fix/node_modules/.bun/@better-auth+utils@0.2.5/node_modules/@better-auth/utils/dist/rsa.d.mts</a:t>
            </a:r>
          </a:p>
          <a:p>
            <a:pPr>
              <a:defRPr sz="1200"/>
            </a:pPr>
            <a:r>
              <a:t>D:/pasar_fix/node_modules/.bun/@better-auth+utils@0.2.5/node_modules/@better-auth/utils/dist/rsa.d.ts</a:t>
            </a:r>
          </a:p>
          <a:p>
            <a:pPr>
              <a:defRPr sz="1200"/>
            </a:pPr>
            <a:r>
              <a:t>D:/pasar_fix/node_modules/.bun/@better-auth+utils@0.2.5/node_modules/@better-auth/utils/dist/rsa.mjs</a:t>
            </a:r>
          </a:p>
          <a:p>
            <a:pPr>
              <a:defRPr sz="1200"/>
            </a:pPr>
            <a:r>
              <a:t>D:/pasar_fix/node_modules/.bun/@better-auth+utils@0.2.5/node_modules/@better-auth/utils/dist/shared/utils.0ddb0a7a.d.cts</a:t>
            </a:r>
          </a:p>
          <a:p>
            <a:pPr>
              <a:defRPr sz="1200"/>
            </a:pPr>
            <a:r>
              <a:t>D:/pasar_fix/node_modules/.bun/@better-auth+utils@0.2.5/node_modules/@better-auth/utils/dist/shared/utils.0ddb0a7a.d.mts</a:t>
            </a:r>
          </a:p>
          <a:p>
            <a:pPr>
              <a:defRPr sz="1200"/>
            </a:pPr>
            <a:r>
              <a:t>D:/pasar_fix/node_modules/.bun/@better-auth+utils@0.2.5/node_modules/@better-auth/utils/dist/shared/utils.0ddb0a7a.d.ts</a:t>
            </a:r>
          </a:p>
          <a:p>
            <a:pPr>
              <a:defRPr sz="1200"/>
            </a:pPr>
            <a:r>
              <a:t>D:/pasar_fix/node_modules/.bun/@better-auth+utils@0.4.0/node_modules/@better-auth/utils/package.json</a:t>
            </a:r>
          </a:p>
          <a:p>
            <a:pPr>
              <a:defRPr sz="1200"/>
            </a:pPr>
            <a:r>
              <a:t>D:/pasar_fix/node_modules/.bun/@better-auth+utils@0.4.0/node_modules/@better-auth/utils/README.md</a:t>
            </a:r>
          </a:p>
          <a:p>
            <a:pPr>
              <a:defRPr sz="1200"/>
            </a:pPr>
            <a:r>
              <a:t>D:/pasar_fix/node_modules/.bun/@better-auth+utils@0.4.0/node_modules/@better-auth/utils/dist/base32.cjs</a:t>
            </a:r>
          </a:p>
          <a:p>
            <a:pPr>
              <a:defRPr sz="1200"/>
            </a:pPr>
            <a:r>
              <a:t>D:/pasar_fix/node_modules/.bun/@better-auth+utils@0.4.0/node_modules/@better-auth/utils/dist/base32.d.cts</a:t>
            </a:r>
          </a:p>
          <a:p>
            <a:pPr>
              <a:defRPr sz="1200"/>
            </a:pPr>
            <a:r>
              <a:t>D:/pasar_fix/node_modules/.bun/@better-auth+utils@0.4.0/node_modules/@better-auth/utils/dist/base32.d.mts</a:t>
            </a:r>
          </a:p>
          <a:p>
            <a:pPr>
              <a:defRPr sz="1200"/>
            </a:pPr>
            <a:r>
              <a:t>D:/pasar_fix/node_modules/.bun/@better-auth+utils@0.4.0/node_modules/@better-auth/utils/dist/base32.d.ts</a:t>
            </a:r>
          </a:p>
          <a:p>
            <a:pPr>
              <a:defRPr sz="1200"/>
            </a:pPr>
            <a:r>
              <a:t>D:/pasar_fix/node_modules/.bun/@better-auth+utils@0.4.0/node_modules/@better-auth/utils/dist/base32.mjs</a:t>
            </a:r>
          </a:p>
          <a:p>
            <a:pPr>
              <a:defRPr sz="1200"/>
            </a:pPr>
            <a:r>
              <a:t>D:/pasar_fix/node_modules/.bun/@better-auth+utils@0.4.0/node_modules/@better-auth/utils/dist/base64.cjs</a:t>
            </a:r>
          </a:p>
          <a:p>
            <a:pPr>
              <a:defRPr sz="1200"/>
            </a:pPr>
            <a:r>
              <a:t>D:/pasar_fix/node_modules/.bun/@better-auth+utils@0.4.0/node_modules/@better-auth/utils/dist/base64.d.cts</a:t>
            </a:r>
          </a:p>
          <a:p>
            <a:pPr>
              <a:defRPr sz="1200"/>
            </a:pPr>
            <a:r>
              <a:t>D:/pasar_fix/node_modules/.bun/@better-auth+utils@0.4.0/node_modules/@better-auth/utils/dist/base64.d.mts</a:t>
            </a:r>
          </a:p>
          <a:p>
            <a:pPr>
              <a:defRPr sz="1200"/>
            </a:pPr>
            <a:r>
              <a:t>D:/pasar_fix/node_modules/.bun/@better-auth+utils@0.4.0/node_modules/@better-auth/utils/dist/base64.d.ts</a:t>
            </a:r>
          </a:p>
          <a:p>
            <a:pPr>
              <a:defRPr sz="1200"/>
            </a:pPr>
            <a:r>
              <a:t>D:/pasar_fix/node_modules/.bun/@better-auth+utils@0.4.0/node_modules/@better-auth/utils/dist/base64.mjs</a:t>
            </a:r>
          </a:p>
          <a:p>
            <a:pPr>
              <a:defRPr sz="1200"/>
            </a:pPr>
            <a:r>
              <a:t>D:/pasar_fix/node_modules/.bun/@better-auth+utils@0.4.0/node_modules/@better-auth/utils/dist/binary.cjs</a:t>
            </a:r>
          </a:p>
          <a:p>
            <a:pPr>
              <a:defRPr sz="1200"/>
            </a:pPr>
            <a:r>
              <a:t>D:/pasar_fix/node_modules/.bun/@better-auth+utils@0.4.0/node_modules/@better-auth/utils/dist/binary.d.cts</a:t>
            </a:r>
          </a:p>
          <a:p>
            <a:pPr>
              <a:defRPr sz="1200"/>
            </a:pPr>
            <a:r>
              <a:t>D:/pasar_fix/node_modules/.bun/@better-auth+utils@0.4.0/node_modules/@better-auth/utils/dist/binary.d.mts</a:t>
            </a:r>
          </a:p>
          <a:p>
            <a:pPr>
              <a:defRPr sz="1200"/>
            </a:pPr>
            <a:r>
              <a:t>D:/pasar_fix/node_modules/.bun/@better-auth+utils@0.4.0/node_modules/@better-auth/utils/dist/binary.d.ts</a:t>
            </a:r>
          </a:p>
          <a:p>
            <a:pPr>
              <a:defRPr sz="1200"/>
            </a:pPr>
            <a:r>
              <a:t>D:/pasar_fix/node_modules/.bun/@better-auth+utils@0.4.0/node_modules/@better-auth/utils/dist/binary.mjs</a:t>
            </a:r>
          </a:p>
          <a:p>
            <a:pPr>
              <a:defRPr sz="1200"/>
            </a:pPr>
            <a:r>
              <a:t>D:/pasar_fix/node_modules/.bun/@better-auth+utils@0.4.0/node_modules/@better-auth/utils/dist/ecdsa.cjs</a:t>
            </a:r>
          </a:p>
          <a:p>
            <a:pPr>
              <a:defRPr sz="1200"/>
            </a:pPr>
            <a:r>
              <a:t>D:/pasar_fix/node_modules/.bun/@better-auth+utils@0.4.0/node_modules/@better-auth/utils/dist/ecdsa.d.cts</a:t>
            </a:r>
          </a:p>
          <a:p>
            <a:pPr>
              <a:defRPr sz="1200"/>
            </a:pPr>
            <a:r>
              <a:t>D:/pasar_fix/node_modules/.bun/@better-auth+utils@0.4.0/node_modules/@better-auth/utils/dist/ecdsa.d.mts</a:t>
            </a:r>
          </a:p>
          <a:p>
            <a:pPr>
              <a:defRPr sz="1200"/>
            </a:pPr>
            <a:r>
              <a:t>D:/pasar_fix/node_modules/.bun/@better-auth+utils@0.4.0/node_modules/@better-auth/utils/dist/ecdsa.d.ts</a:t>
            </a:r>
          </a:p>
          <a:p>
            <a:pPr>
              <a:defRPr sz="1200"/>
            </a:pPr>
            <a:r>
              <a:t>D:/pasar_fix/node_modules/.bun/@better-auth+utils@0.4.0/node_modules/@better-auth/utils/dist/ecdsa.mjs</a:t>
            </a:r>
          </a:p>
          <a:p>
            <a:pPr>
              <a:defRPr sz="1200"/>
            </a:pPr>
            <a:r>
              <a:t>D:/pasar_fix/node_modules/.bun/@better-auth+utils@0.4.0/node_modules/@better-auth/utils/dist/hash.cjs</a:t>
            </a:r>
          </a:p>
          <a:p>
            <a:pPr>
              <a:defRPr sz="1200"/>
            </a:pPr>
            <a:r>
              <a:t>D:/pasar_fix/node_modules/.bun/@better-auth+utils@0.4.0/node_modules/@better-auth/utils/dist/hash.d.cts</a:t>
            </a:r>
          </a:p>
          <a:p>
            <a:pPr>
              <a:defRPr sz="1200"/>
            </a:pPr>
            <a:r>
              <a:t>D:/pasar_fix/node_modules/.bun/@better-auth+utils@0.4.0/node_modules/@better-auth/utils/dist/hash.d.mts</a:t>
            </a:r>
          </a:p>
          <a:p>
            <a:pPr>
              <a:defRPr sz="1200"/>
            </a:pPr>
            <a:r>
              <a:t>D:/pasar_fix/node_modules/.bun/@better-auth+utils@0.4.0/node_modules/@better-auth/utils/dist/hash.d.ts</a:t>
            </a:r>
          </a:p>
          <a:p>
            <a:pPr>
              <a:defRPr sz="1200"/>
            </a:pPr>
            <a:r>
              <a:t>D:/pasar_fix/node_modules/.bun/@better-auth+utils@0.4.0/node_modules/@better-auth/utils/dist/hash.mjs</a:t>
            </a:r>
          </a:p>
          <a:p>
            <a:pPr>
              <a:defRPr sz="1200"/>
            </a:pPr>
            <a:r>
              <a:t>D:/pasar_fix/node_modules/.bun/@better-auth+utils@0.4.0/node_modules/@better-auth/utils/dist/hex.cjs</a:t>
            </a:r>
          </a:p>
          <a:p>
            <a:pPr>
              <a:defRPr sz="1200"/>
            </a:pPr>
            <a:r>
              <a:t>D:/pasar_fix/node_modules/.bun/@better-auth+utils@0.4.0/node_modules/@better-auth/utils/dist/hex.d.cts</a:t>
            </a:r>
          </a:p>
          <a:p>
            <a:pPr>
              <a:defRPr sz="1200"/>
            </a:pPr>
            <a:r>
              <a:t>D:/pasar_fix/node_modules/.bun/@better-auth+utils@0.4.0/node_modules/@better-auth/utils/dist/hex.d.mts</a:t>
            </a:r>
          </a:p>
          <a:p>
            <a:pPr>
              <a:defRPr sz="1200"/>
            </a:pPr>
            <a:r>
              <a:t>D:/pasar_fix/node_modules/.bun/@better-auth+utils@0.4.0/node_modules/@better-auth/utils/dist/hex.d.ts</a:t>
            </a:r>
          </a:p>
          <a:p>
            <a:pPr>
              <a:defRPr sz="1200"/>
            </a:pPr>
            <a:r>
              <a:t>D:/pasar_fix/node_modules/.bun/@better-auth+utils@0.4.0/node_modules/@better-auth/utils/dist/hex.mjs</a:t>
            </a:r>
          </a:p>
          <a:p>
            <a:pPr>
              <a:defRPr sz="1200"/>
            </a:pPr>
            <a:r>
              <a:t>D:/pasar_fix/node_modules/.bun/@better-auth+utils@0.4.0/node_modules/@better-auth/utils/dist/hmac.cjs</a:t>
            </a:r>
          </a:p>
          <a:p>
            <a:pPr>
              <a:defRPr sz="1200"/>
            </a:pPr>
            <a:r>
              <a:t>D:/pasar_fix/node_modules/.bun/@better-auth+utils@0.4.0/node_modules/@better-auth/utils/dist/hmac.d.cts</a:t>
            </a:r>
          </a:p>
          <a:p>
            <a:pPr>
              <a:defRPr sz="1200"/>
            </a:pPr>
            <a:r>
              <a:t>D:/pasar_fix/node_modules/.bun/@better-auth+utils@0.4.0/node_modules/@better-auth/utils/dist/hmac.d.mts</a:t>
            </a:r>
          </a:p>
          <a:p>
            <a:pPr>
              <a:defRPr sz="1200"/>
            </a:pPr>
            <a:r>
              <a:t>D:/pasar_fix/node_modules/.bun/@better-auth+utils@0.4.0/node_modules/@better-auth/utils/dist/hmac.d.ts</a:t>
            </a:r>
          </a:p>
          <a:p>
            <a:pPr>
              <a:defRPr sz="1200"/>
            </a:pPr>
            <a:r>
              <a:t>D:/pasar_fix/node_modules/.bun/@better-auth+utils@0.4.0/node_modules/@better-auth/utils/dist/hmac.mjs</a:t>
            </a:r>
          </a:p>
          <a:p>
            <a:pPr>
              <a:defRPr sz="1200"/>
            </a:pPr>
            <a:r>
              <a:t>D:/pasar_fix/node_modules/.bun/@better-auth+utils@0.4.0/node_modules/@better-auth/utils/dist/index.cjs</a:t>
            </a:r>
          </a:p>
          <a:p>
            <a:pPr>
              <a:defRPr sz="1200"/>
            </a:pPr>
            <a:r>
              <a:t>D:/pasar_fix/node_modules/.bun/@better-auth+utils@0.4.0/node_modules/@better-auth/utils/dist/index.d.cts</a:t>
            </a:r>
          </a:p>
          <a:p>
            <a:pPr>
              <a:defRPr sz="1200"/>
            </a:pPr>
            <a:r>
              <a:t>D:/pasar_fix/node_modules/.bun/@better-auth+utils@0.4.0/node_modules/@better-auth/utils/dist/index.d.mts</a:t>
            </a:r>
          </a:p>
          <a:p>
            <a:pPr>
              <a:defRPr sz="1200"/>
            </a:pPr>
            <a:r>
              <a:t>D:/pasar_fix/node_modules/.bun/@better-auth+utils@0.4.0/node_modules/@better-auth/utils/dist/index.d.ts</a:t>
            </a:r>
          </a:p>
          <a:p>
            <a:pPr>
              <a:defRPr sz="1200"/>
            </a:pPr>
            <a:r>
              <a:t>D:/pasar_fix/node_modules/.bun/@better-auth+utils@0.4.0/node_modules/@better-auth/utils/dist/index.mjs</a:t>
            </a:r>
          </a:p>
          <a:p>
            <a:pPr>
              <a:defRPr sz="1200"/>
            </a:pPr>
            <a:r>
              <a:t>D:/pasar_fix/node_modules/.bun/@better-auth+utils@0.4.0/node_modules/@better-auth/utils/dist/otp.cjs</a:t>
            </a:r>
          </a:p>
          <a:p>
            <a:pPr>
              <a:defRPr sz="1200"/>
            </a:pPr>
            <a:r>
              <a:t>D:/pasar_fix/node_modules/.bun/@better-auth+utils@0.4.0/node_modules/@better-auth/utils/dist/otp.d.cts</a:t>
            </a:r>
          </a:p>
          <a:p>
            <a:pPr>
              <a:defRPr sz="1200"/>
            </a:pPr>
            <a:r>
              <a:t>D:/pasar_fix/node_modules/.bun/@better-auth+utils@0.4.0/node_modules/@better-auth/utils/dist/otp.d.mts</a:t>
            </a:r>
          </a:p>
          <a:p>
            <a:pPr>
              <a:defRPr sz="1200"/>
            </a:pPr>
            <a:r>
              <a:t>D:/pasar_fix/node_modules/.bun/@better-auth+utils@0.4.0/node_modules/@better-auth/utils/dist/otp.d.ts</a:t>
            </a:r>
          </a:p>
          <a:p>
            <a:pPr>
              <a:defRPr sz="1200"/>
            </a:pPr>
            <a:r>
              <a:t>D:/pasar_fix/node_modules/.bun/@better-auth+utils@0.4.0/node_modules/@better-auth/utils/dist/otp.mjs</a:t>
            </a:r>
          </a:p>
          <a:p>
            <a:pPr>
              <a:defRPr sz="1200"/>
            </a:pPr>
            <a:r>
              <a:t>D:/pasar_fix/node_modules/.bun/@better-auth+utils@0.4.0/node_modules/@better-auth/utils/dist/password.cjs</a:t>
            </a:r>
          </a:p>
          <a:p>
            <a:pPr>
              <a:defRPr sz="1200"/>
            </a:pPr>
            <a:r>
              <a:t>D:/pasar_fix/node_modules/.bun/@better-auth+utils@0.4.0/node_modules/@better-auth/utils/dist/password.d.cts</a:t>
            </a:r>
          </a:p>
          <a:p>
            <a:pPr>
              <a:defRPr sz="1200"/>
            </a:pPr>
            <a:r>
              <a:t>D:/pasar_fix/node_modules/.bun/@better-auth+utils@0.4.0/node_modules/@better-auth/utils/dist/password.d.mts</a:t>
            </a:r>
          </a:p>
          <a:p>
            <a:pPr>
              <a:defRPr sz="1200"/>
            </a:pPr>
            <a:r>
              <a:t>D:/pasar_fix/node_modules/.bun/@better-auth+utils@0.4.0/node_modules/@better-auth/utils/dist/password.d.ts</a:t>
            </a:r>
          </a:p>
          <a:p>
            <a:pPr>
              <a:defRPr sz="1200"/>
            </a:pPr>
            <a:r>
              <a:t>D:/pasar_fix/node_modules/.bun/@better-auth+utils@0.4.0/node_modules/@better-auth/utils/dist/password.mjs</a:t>
            </a:r>
          </a:p>
          <a:p>
            <a:pPr>
              <a:defRPr sz="1200"/>
            </a:pPr>
            <a:r>
              <a:t>D:/pasar_fix/node_modules/.bun/@better-auth+utils@0.4.0/node_modules/@better-auth/utils/dist/password.node.cjs</a:t>
            </a:r>
          </a:p>
          <a:p>
            <a:pPr>
              <a:defRPr sz="1200"/>
            </a:pPr>
            <a:r>
              <a:t>D:/pasar_fix/node_modules/.bun/@better-auth+utils@0.4.0/node_modules/@better-auth/utils/dist/password.node.d.cts</a:t>
            </a:r>
          </a:p>
          <a:p>
            <a:pPr>
              <a:defRPr sz="1200"/>
            </a:pPr>
            <a:r>
              <a:t>D:/pasar_fix/node_modules/.bun/@better-auth+utils@0.4.0/node_modules/@better-auth/utils/dist/password.node.d.mts</a:t>
            </a:r>
          </a:p>
          <a:p>
            <a:pPr>
              <a:defRPr sz="1200"/>
            </a:pPr>
            <a:r>
              <a:t>D:/pasar_fix/node_modules/.bun/@better-auth+utils@0.4.0/node_modules/@better-auth/utils/dist/password.node.d.ts</a:t>
            </a:r>
          </a:p>
          <a:p>
            <a:pPr>
              <a:defRPr sz="1200"/>
            </a:pPr>
            <a:r>
              <a:t>D:/pasar_fix/node_modules/.bun/@better-auth+utils@0.4.0/node_modules/@better-auth/utils/dist/password.node.mjs</a:t>
            </a:r>
          </a:p>
          <a:p>
            <a:pPr>
              <a:defRPr sz="1200"/>
            </a:pPr>
            <a:r>
              <a:t>D:/pasar_fix/node_modules/.bun/@better-auth+utils@0.4.0/node_modules/@better-auth/utils/dist/random.cjs</a:t>
            </a:r>
          </a:p>
          <a:p>
            <a:pPr>
              <a:defRPr sz="1200"/>
            </a:pPr>
            <a:r>
              <a:t>D:/pasar_fix/node_modules/.bun/@better-auth+utils@0.4.0/node_modules/@better-auth/utils/dist/random.d.cts</a:t>
            </a:r>
          </a:p>
          <a:p>
            <a:pPr>
              <a:defRPr sz="1200"/>
            </a:pPr>
            <a:r>
              <a:t>D:/pasar_fix/node_modules/.bun/@better-auth+utils@0.4.0/node_modules/@better-auth/utils/dist/random.d.mts</a:t>
            </a:r>
          </a:p>
          <a:p>
            <a:pPr>
              <a:defRPr sz="1200"/>
            </a:pPr>
            <a:r>
              <a:t>D:/pasar_fix/node_modules/.bun/@better-auth+utils@0.4.0/node_modules/@better-auth/utils/dist/random.d.ts</a:t>
            </a:r>
          </a:p>
          <a:p>
            <a:pPr>
              <a:defRPr sz="1200"/>
            </a:pPr>
            <a:r>
              <a:t>D:/pasar_fix/node_modules/.bun/@better-auth+utils@0.4.0/node_modules/@better-auth/utils/dist/random.mjs</a:t>
            </a:r>
          </a:p>
          <a:p>
            <a:pPr>
              <a:defRPr sz="1200"/>
            </a:pPr>
            <a:r>
              <a:t>D:/pasar_fix/node_modules/.bun/@better-auth+utils@0.4.0/node_modules/@better-auth/utils/dist/rsa.cjs</a:t>
            </a:r>
          </a:p>
          <a:p>
            <a:pPr>
              <a:defRPr sz="1200"/>
            </a:pPr>
            <a:r>
              <a:t>D:/pasar_fix/node_modules/.bun/@better-auth+utils@0.4.0/node_modules/@better-auth/utils/dist/rsa.d.cts</a:t>
            </a:r>
          </a:p>
          <a:p>
            <a:pPr>
              <a:defRPr sz="1200"/>
            </a:pPr>
            <a:r>
              <a:t>D:/pasar_fix/node_modules/.bun/@better-auth+utils@0.4.0/node_modules/@better-auth/utils/dist/rsa.d.mts</a:t>
            </a:r>
          </a:p>
          <a:p>
            <a:pPr>
              <a:defRPr sz="1200"/>
            </a:pPr>
            <a:r>
              <a:t>D:/pasar_fix/node_modules/.bun/@better-auth+utils@0.4.0/node_modules/@better-auth/utils/dist/rsa.d.ts</a:t>
            </a:r>
          </a:p>
          <a:p>
            <a:pPr>
              <a:defRPr sz="1200"/>
            </a:pPr>
            <a:r>
              <a:t>D:/pasar_fix/node_modules/.bun/@better-auth+utils@0.4.0/node_modules/@better-auth/utils/dist/rsa.mjs</a:t>
            </a:r>
          </a:p>
          <a:p>
            <a:pPr>
              <a:defRPr sz="1200"/>
            </a:pPr>
            <a:r>
              <a:t>D:/pasar_fix/node_modules/.bun/@better-auth+utils@0.4.0/node_modules/@better-auth/utils/dist/shared/utils.ecd028f7.d.cts</a:t>
            </a:r>
          </a:p>
          <a:p>
            <a:pPr>
              <a:defRPr sz="1200"/>
            </a:pPr>
            <a:r>
              <a:t>D:/pasar_fix/node_modules/.bun/@better-auth+utils@0.4.0/node_modules/@better-auth/utils/dist/shared/utils.ecd028f7.d.mts</a:t>
            </a:r>
          </a:p>
          <a:p>
            <a:pPr>
              <a:defRPr sz="1200"/>
            </a:pPr>
            <a:r>
              <a:t>D:/pasar_fix/node_modules/.bun/@better-auth+utils@0.4.0/node_modules/@better-auth/utils/dist/shared/utils.ecd028f7.d.ts</a:t>
            </a:r>
          </a:p>
          <a:p>
            <a:pPr>
              <a:defRPr sz="1200"/>
            </a:pPr>
            <a:r>
              <a:t>D:/pasar_fix/node_modules/.bun/@better-fetch+fetch@1.1.21/node_modules/@better-fetch/fetch/LICENSE</a:t>
            </a:r>
          </a:p>
          <a:p>
            <a:pPr>
              <a:defRPr sz="1200"/>
            </a:pPr>
            <a:r>
              <a:t>D:/pasar_fix/node_modules/.bun/@better-fetch+fetch@1.1.21/node_modules/@better-fetch/fetch/package.json</a:t>
            </a:r>
          </a:p>
          <a:p>
            <a:pPr>
              <a:defRPr sz="1200"/>
            </a:pPr>
            <a:r>
              <a:t>D:/pasar_fix/node_modules/.bun/@better-fetch+fetch@1.1.21/node_modules/@better-fetch/fetch/README.md</a:t>
            </a:r>
          </a:p>
          <a:p>
            <a:pPr>
              <a:defRPr sz="1200"/>
            </a:pPr>
            <a:r>
              <a:t>D:/pasar_fix/node_modules/.bun/@better-fetch+fetch@1.1.21/node_modules/@better-fetch/fetch/dist/index.cjs</a:t>
            </a:r>
          </a:p>
          <a:p>
            <a:pPr>
              <a:defRPr sz="1200"/>
            </a:pPr>
            <a:r>
              <a:t>D:/pasar_fix/node_modules/.bun/@better-fetch+fetch@1.1.21/node_modules/@better-fetch/fetch/dist/index.cjs.map</a:t>
            </a:r>
          </a:p>
          <a:p>
            <a:pPr>
              <a:defRPr sz="1200"/>
            </a:pPr>
            <a:r>
              <a:t>D:/pasar_fix/node_modules/.bun/@better-fetch+fetch@1.1.21/node_modules/@better-fetch/fetch/dist/index.d.cts</a:t>
            </a:r>
          </a:p>
          <a:p>
            <a:pPr>
              <a:defRPr sz="1200"/>
            </a:pPr>
            <a:r>
              <a:t>D:/pasar_fix/node_modules/.bun/@better-fetch+fetch@1.1.21/node_modules/@better-fetch/fetch/dist/index.d.ts</a:t>
            </a:r>
          </a:p>
          <a:p>
            <a:pPr>
              <a:defRPr sz="1200"/>
            </a:pPr>
            <a:r>
              <a:t>D:/pasar_fix/node_modules/.bun/@better-fetch+fetch@1.1.21/node_modules/@better-fetch/fetch/dist/index.js</a:t>
            </a:r>
          </a:p>
          <a:p>
            <a:pPr>
              <a:defRPr sz="1200"/>
            </a:pPr>
            <a:r>
              <a:t>D:/pasar_fix/node_modules/.bun/@better-fetch+fetch@1.1.21/node_modules/@better-fetch/fetch/dist/index.js.map</a:t>
            </a:r>
          </a:p>
          <a:p>
            <a:pPr>
              <a:defRPr sz="1200"/>
            </a:pPr>
            <a:r>
              <a:t>D:/pasar_fix/node_modules/.bun/@biomejs+biome@2.1.2/node_modules/.bin/biome.bunx</a:t>
            </a:r>
          </a:p>
          <a:p>
            <a:pPr>
              <a:defRPr sz="1200"/>
            </a:pPr>
            <a:r>
              <a:t>D:/pasar_fix/node_modules/.bun/@biomejs+biome@2.1.2/node_modules/.bin/biome.exe</a:t>
            </a:r>
          </a:p>
          <a:p>
            <a:pPr>
              <a:defRPr sz="1200"/>
            </a:pPr>
            <a:r>
              <a:t>D:/pasar_fix/node_modules/.bun/@biomejs+biome@2.1.2/node_modules/@biomejs/biome/configuration_schema.json</a:t>
            </a:r>
          </a:p>
          <a:p>
            <a:pPr>
              <a:defRPr sz="1200"/>
            </a:pPr>
            <a:r>
              <a:t>D:/pasar_fix/node_modules/.bun/@biomejs+biome@2.1.2/node_modules/@biomejs/biome/LICENSE-APACHE</a:t>
            </a:r>
          </a:p>
          <a:p>
            <a:pPr>
              <a:defRPr sz="1200"/>
            </a:pPr>
            <a:r>
              <a:t>D:/pasar_fix/node_modules/.bun/@biomejs+biome@2.1.2/node_modules/@biomejs/biome/LICENSE-MIT</a:t>
            </a:r>
          </a:p>
          <a:p>
            <a:pPr>
              <a:defRPr sz="1200"/>
            </a:pPr>
            <a:r>
              <a:t>D:/pasar_fix/node_modules/.bun/@biomejs+biome@2.1.2/node_modules/@biomejs/biome/package.json</a:t>
            </a:r>
          </a:p>
          <a:p>
            <a:pPr>
              <a:defRPr sz="1200"/>
            </a:pPr>
            <a:r>
              <a:t>D:/pasar_fix/node_modules/.bun/@biomejs+biome@2.1.2/node_modules/@biomejs/biome/README.fr.md</a:t>
            </a:r>
          </a:p>
          <a:p>
            <a:pPr>
              <a:defRPr sz="1200"/>
            </a:pPr>
            <a:r>
              <a:t>D:/pasar_fix/node_modules/.bun/@biomejs+biome@2.1.2/node_modules/@biomejs/biome/README.hi.md</a:t>
            </a:r>
          </a:p>
          <a:p>
            <a:pPr>
              <a:defRPr sz="1200"/>
            </a:pPr>
            <a:r>
              <a:t>D:/pasar_fix/node_modules/.bun/@biomejs+biome@2.1.2/node_modules/@biomejs/biome/README.ja.md</a:t>
            </a:r>
          </a:p>
          <a:p>
            <a:pPr>
              <a:defRPr sz="1200"/>
            </a:pPr>
            <a:r>
              <a:t>D:/pasar_fix/node_modules/.bun/@biomejs+biome@2.1.2/node_modules/@biomejs/biome/README.kr.md</a:t>
            </a:r>
          </a:p>
          <a:p>
            <a:pPr>
              <a:defRPr sz="1200"/>
            </a:pPr>
            <a:r>
              <a:t>D:/pasar_fix/node_modules/.bun/@biomejs+biome@2.1.2/node_modules/@biomejs/biome/README.md</a:t>
            </a:r>
          </a:p>
          <a:p>
            <a:pPr>
              <a:defRPr sz="1200"/>
            </a:pPr>
            <a:r>
              <a:t>D:/pasar_fix/node_modules/.bun/@biomejs+biome@2.1.2/node_modules/@biomejs/biome/README.pt-BR.md</a:t>
            </a:r>
          </a:p>
          <a:p>
            <a:pPr>
              <a:defRPr sz="1200"/>
            </a:pPr>
            <a:r>
              <a:t>D:/pasar_fix/node_modules/.bun/@biomejs+biome@2.1.2/node_modules/@biomejs/biome/README.ru.md</a:t>
            </a:r>
          </a:p>
          <a:p>
            <a:pPr>
              <a:defRPr sz="1200"/>
            </a:pPr>
            <a:r>
              <a:t>D:/pasar_fix/node_modules/.bun/@biomejs+biome@2.1.2/node_modules/@biomejs/biome/README.uk.md</a:t>
            </a:r>
          </a:p>
          <a:p>
            <a:pPr>
              <a:defRPr sz="1200"/>
            </a:pPr>
            <a:r>
              <a:t>D:/pasar_fix/node_modules/.bun/@biomejs+biome@2.1.2/node_modules/@biomejs/biome/README.zh-CN.md</a:t>
            </a:r>
          </a:p>
          <a:p>
            <a:pPr>
              <a:defRPr sz="1200"/>
            </a:pPr>
            <a:r>
              <a:t>D:/pasar_fix/node_modules/.bun/@biomejs+biome@2.1.2/node_modules/@biomejs/biome/README.zh-TW.md</a:t>
            </a:r>
          </a:p>
          <a:p>
            <a:pPr>
              <a:defRPr sz="1200"/>
            </a:pPr>
            <a:r>
              <a:t>D:/pasar_fix/node_modules/.bun/@biomejs+biome@2.1.2/node_modules/@biomejs/biome/ROME-LICENSE-MIT</a:t>
            </a:r>
          </a:p>
          <a:p>
            <a:pPr>
              <a:defRPr sz="1200"/>
            </a:pPr>
            <a:r>
              <a:t>D:/pasar_fix/node_modules/.bun/@biomejs+biome@2.1.2/node_modules/@biomejs/biome/bin/biome</a:t>
            </a:r>
          </a:p>
          <a:p>
            <a:pPr>
              <a:defRPr sz="1200"/>
            </a:pPr>
            <a:r>
              <a:t>D:/pasar_fix/node_modules/.bun/@biomejs+cli-win32-x64@2.1.2/node_modules/@biomejs/cli-win32-x64/biome.exe</a:t>
            </a:r>
          </a:p>
          <a:p>
            <a:pPr>
              <a:defRPr sz="1200"/>
            </a:pPr>
            <a:r>
              <a:t>D:/pasar_fix/node_modules/.bun/@biomejs+cli-win32-x64@2.1.2/node_modules/@biomejs/cli-win32-x64/CHANGELOG.md</a:t>
            </a:r>
          </a:p>
          <a:p>
            <a:pPr>
              <a:defRPr sz="1200"/>
            </a:pPr>
            <a:r>
              <a:t>D:/pasar_fix/node_modules/.bun/@biomejs+cli-win32-x64@2.1.2/node_modules/@biomejs/cli-win32-x64/package.json</a:t>
            </a:r>
          </a:p>
          <a:p>
            <a:pPr>
              <a:defRPr sz="1200"/>
            </a:pPr>
            <a:r>
              <a:t>D:/pasar_fix/node_modules/.bun/@braintree+sanitize-url@7.1.2/node_modules/@braintree/sanitize-url/.eslintignore</a:t>
            </a:r>
          </a:p>
          <a:p>
            <a:pPr>
              <a:defRPr sz="1200"/>
            </a:pPr>
            <a:r>
              <a:t>D:/pasar_fix/node_modules/.bun/@braintree+sanitize-url@7.1.2/node_modules/@braintree/sanitize-url/.eslintrc</a:t>
            </a:r>
          </a:p>
          <a:p>
            <a:pPr>
              <a:defRPr sz="1200"/>
            </a:pPr>
            <a:r>
              <a:t>D:/pasar_fix/node_modules/.bun/@braintree+sanitize-url@7.1.2/node_modules/@braintree/sanitize-url/.nvmrc</a:t>
            </a:r>
          </a:p>
          <a:p>
            <a:pPr>
              <a:defRPr sz="1200"/>
            </a:pPr>
            <a:r>
              <a:t>D:/pasar_fix/node_modules/.bun/@braintree+sanitize-url@7.1.2/node_modules/@braintree/sanitize-url/.prettierignore</a:t>
            </a:r>
          </a:p>
          <a:p>
            <a:pPr>
              <a:defRPr sz="1200"/>
            </a:pPr>
            <a:r>
              <a:t>D:/pasar_fix/node_modules/.bun/@braintree+sanitize-url@7.1.2/node_modules/@braintree/sanitize-url/CHANGELOG.md</a:t>
            </a:r>
          </a:p>
          <a:p>
            <a:pPr>
              <a:defRPr sz="1200"/>
            </a:pPr>
            <a:r>
              <a:t>D:/pasar_fix/node_modules/.bun/@braintree+sanitize-url@7.1.2/node_modules/@braintree/sanitize-url/LICENSE</a:t>
            </a:r>
          </a:p>
          <a:p>
            <a:pPr>
              <a:defRPr sz="1200"/>
            </a:pPr>
            <a:r>
              <a:t>D:/pasar_fix/node_modules/.bun/@braintree+sanitize-url@7.1.2/node_modules/@braintree/sanitize-url/package.json</a:t>
            </a:r>
          </a:p>
          <a:p>
            <a:pPr>
              <a:defRPr sz="1200"/>
            </a:pPr>
            <a:r>
              <a:t>D:/pasar_fix/node_modules/.bun/@braintree+sanitize-url@7.1.2/node_modules/@braintree/sanitize-url/README.md</a:t>
            </a:r>
          </a:p>
          <a:p>
            <a:pPr>
              <a:defRPr sz="1200"/>
            </a:pPr>
            <a:r>
              <a:t>D:/pasar_fix/node_modules/.bun/@braintree+sanitize-url@7.1.2/node_modules/@braintree/sanitize-url/tsconfig.json</a:t>
            </a:r>
          </a:p>
          <a:p>
            <a:pPr>
              <a:defRPr sz="1200"/>
            </a:pPr>
            <a:r>
              <a:t>D:/pasar_fix/node_modules/.bun/@braintree+sanitize-url@7.1.2/node_modules/@braintree/sanitize-url/vitest.config.ts</a:t>
            </a:r>
          </a:p>
          <a:p>
            <a:pPr>
              <a:defRPr sz="1200"/>
            </a:pPr>
            <a:r>
              <a:t>D:/pasar_fix/node_modules/.bun/@braintree+sanitize-url@7.1.2/node_modules/@braintree/sanitize-url/.github/CODEOWNERS</a:t>
            </a:r>
          </a:p>
          <a:p>
            <a:pPr>
              <a:defRPr sz="1200"/>
            </a:pPr>
            <a:r>
              <a:t>D:/pasar_fix/node_modules/.bun/@braintree+sanitize-url@7.1.2/node_modules/@braintree/sanitize-url/.github/pull_request_template.md</a:t>
            </a:r>
          </a:p>
          <a:p>
            <a:pPr>
              <a:defRPr sz="1200"/>
            </a:pPr>
            <a:r>
              <a:t>D:/pasar_fix/node_modules/.bun/@braintree+sanitize-url@7.1.2/node_modules/@braintree/sanitize-url/.github/ISSUE_TEMPLATE/bug_report_form.yml</a:t>
            </a:r>
          </a:p>
          <a:p>
            <a:pPr>
              <a:defRPr sz="1200"/>
            </a:pPr>
            <a:r>
              <a:t>D:/pasar_fix/node_modules/.bun/@braintree+sanitize-url@7.1.2/node_modules/@braintree/sanitize-url/.github/ISSUE_TEMPLATE/config.yml</a:t>
            </a:r>
          </a:p>
          <a:p>
            <a:pPr>
              <a:defRPr sz="1200"/>
            </a:pPr>
            <a:r>
              <a:t>D:/pasar_fix/node_modules/.bun/@braintree+sanitize-url@7.1.2/node_modules/@braintree/sanitize-url/.github/ISSUE_TEMPLATE/feature_request_form.yml</a:t>
            </a:r>
          </a:p>
          <a:p>
            <a:pPr>
              <a:defRPr sz="1200"/>
            </a:pPr>
            <a:r>
              <a:t>D:/pasar_fix/node_modules/.bun/@braintree+sanitize-url@7.1.2/node_modules/@braintree/sanitize-url/.github/workflows/ci.yml</a:t>
            </a:r>
          </a:p>
          <a:p>
            <a:pPr>
              <a:defRPr sz="1200"/>
            </a:pPr>
            <a:r>
              <a:t>D:/pasar_fix/node_modules/.bun/@braintree+sanitize-url@7.1.2/node_modules/@braintree/sanitize-url/.github/workflows/security.yml</a:t>
            </a:r>
          </a:p>
          <a:p>
            <a:pPr>
              <a:defRPr sz="1200"/>
            </a:pPr>
            <a:r>
              <a:t>D:/pasar_fix/node_modules/.bun/@braintree+sanitize-url@7.1.2/node_modules/@braintree/sanitize-url/dist/constants.d.ts</a:t>
            </a:r>
          </a:p>
          <a:p>
            <a:pPr>
              <a:defRPr sz="1200"/>
            </a:pPr>
            <a:r>
              <a:t>D:/pasar_fix/node_modules/.bun/@braintree+sanitize-url@7.1.2/node_modules/@braintree/sanitize-url/dist/constants.js</a:t>
            </a:r>
          </a:p>
          <a:p>
            <a:pPr>
              <a:defRPr sz="1200"/>
            </a:pPr>
            <a:r>
              <a:t>D:/pasar_fix/node_modules/.bun/@braintree+sanitize-url@7.1.2/node_modules/@braintree/sanitize-url/dist/index.d.ts</a:t>
            </a:r>
          </a:p>
          <a:p>
            <a:pPr>
              <a:defRPr sz="1200"/>
            </a:pPr>
            <a:r>
              <a:t>D:/pasar_fix/node_modules/.bun/@braintree+sanitize-url@7.1.2/node_modules/@braintree/sanitize-url/dist/index.js</a:t>
            </a:r>
          </a:p>
          <a:p>
            <a:pPr>
              <a:defRPr sz="1200"/>
            </a:pPr>
            <a:r>
              <a:t>D:/pasar_fix/node_modules/.bun/@braintree+sanitize-url@7.1.2/node_modules/@braintree/sanitize-url/src/constants.ts</a:t>
            </a:r>
          </a:p>
          <a:p>
            <a:pPr>
              <a:defRPr sz="1200"/>
            </a:pPr>
            <a:r>
              <a:t>D:/pasar_fix/node_modules/.bun/@braintree+sanitize-url@7.1.2/node_modules/@braintree/sanitize-url/src/index.ts</a:t>
            </a:r>
          </a:p>
          <a:p>
            <a:pPr>
              <a:defRPr sz="1200"/>
            </a:pPr>
            <a:r>
              <a:t>D:/pasar_fix/node_modules/.bun/@braintree+sanitize-url@7.1.2/node_modules/@braintree/sanitize-url/src/__tests__/index.test.ts</a:t>
            </a:r>
          </a:p>
          <a:p>
            <a:pPr>
              <a:defRPr sz="1200"/>
            </a:pPr>
            <a:r>
              <a:t>D:/pasar_fix/node_modules/.bun/@chevrotain+types@11.1.2/node_modules/@chevrotain/types/api.d.ts</a:t>
            </a:r>
          </a:p>
          <a:p>
            <a:pPr>
              <a:defRPr sz="1200"/>
            </a:pPr>
            <a:r>
              <a:t>D:/pasar_fix/node_modules/.bun/@chevrotain+types@11.1.2/node_modules/@chevrotain/types/LICENSE.txt</a:t>
            </a:r>
          </a:p>
          <a:p>
            <a:pPr>
              <a:defRPr sz="1200"/>
            </a:pPr>
            <a:r>
              <a:t>D:/pasar_fix/node_modules/.bun/@chevrotain+types@11.1.2/node_modules/@chevrotain/types/package.json</a:t>
            </a:r>
          </a:p>
          <a:p>
            <a:pPr>
              <a:defRPr sz="1200"/>
            </a:pPr>
            <a:r>
              <a:t>D:/pasar_fix/node_modules/.bun/@clack+core@0.5.0/node_modules/@clack/core/CHANGELOG.md</a:t>
            </a:r>
          </a:p>
          <a:p>
            <a:pPr>
              <a:defRPr sz="1200"/>
            </a:pPr>
            <a:r>
              <a:t>D:/pasar_fix/node_modules/.bun/@clack+core@0.5.0/node_modules/@clack/core/LICENSE</a:t>
            </a:r>
          </a:p>
          <a:p>
            <a:pPr>
              <a:defRPr sz="1200"/>
            </a:pPr>
            <a:r>
              <a:t>D:/pasar_fix/node_modules/.bun/@clack+core@0.5.0/node_modules/@clack/core/package.json</a:t>
            </a:r>
          </a:p>
          <a:p>
            <a:pPr>
              <a:defRPr sz="1200"/>
            </a:pPr>
            <a:r>
              <a:t>D:/pasar_fix/node_modules/.bun/@clack+core@0.5.0/node_modules/@clack/core/README.md</a:t>
            </a:r>
          </a:p>
          <a:p>
            <a:pPr>
              <a:defRPr sz="1200"/>
            </a:pPr>
            <a:r>
              <a:t>D:/pasar_fix/node_modules/.bun/@clack+core@0.5.0/node_modules/@clack/core/dist/index.cjs</a:t>
            </a:r>
          </a:p>
          <a:p>
            <a:pPr>
              <a:defRPr sz="1200"/>
            </a:pPr>
            <a:r>
              <a:t>D:/pasar_fix/node_modules/.bun/@clack+core@0.5.0/node_modules/@clack/core/dist/index.cjs.map</a:t>
            </a:r>
          </a:p>
          <a:p>
            <a:pPr>
              <a:defRPr sz="1200"/>
            </a:pPr>
            <a:r>
              <a:t>D:/pasar_fix/node_modules/.bun/@clack+core@0.5.0/node_modules/@clack/core/dist/index.d.cts</a:t>
            </a:r>
          </a:p>
          <a:p>
            <a:pPr>
              <a:defRPr sz="1200"/>
            </a:pPr>
            <a:r>
              <a:t>D:/pasar_fix/node_modules/.bun/@clack+core@0.5.0/node_modules/@clack/core/dist/index.d.mts</a:t>
            </a:r>
          </a:p>
          <a:p>
            <a:pPr>
              <a:defRPr sz="1200"/>
            </a:pPr>
            <a:r>
              <a:t>D:/pasar_fix/node_modules/.bun/@clack+core@0.5.0/node_modules/@clack/core/dist/index.d.ts</a:t>
            </a:r>
          </a:p>
          <a:p>
            <a:pPr>
              <a:defRPr sz="1200"/>
            </a:pPr>
            <a:r>
              <a:t>D:/pasar_fix/node_modules/.bun/@clack+core@0.5.0/node_modules/@clack/core/dist/index.mjs</a:t>
            </a:r>
          </a:p>
          <a:p>
            <a:pPr>
              <a:defRPr sz="1200"/>
            </a:pPr>
            <a:r>
              <a:t>D:/pasar_fix/node_modules/.bun/@clack+core@0.5.0/node_modules/@clack/core/dist/index.mjs.map</a:t>
            </a:r>
          </a:p>
          <a:p>
            <a:pPr>
              <a:defRPr sz="1200"/>
            </a:pPr>
            <a:r>
              <a:t>D:/pasar_fix/node_modules/.bun/@clack+prompts@0.11.0/node_modules/@clack/prompts/CHANGELOG.md</a:t>
            </a:r>
          </a:p>
          <a:p>
            <a:pPr>
              <a:defRPr sz="1200"/>
            </a:pPr>
            <a:r>
              <a:t>D:/pasar_fix/node_modules/.bun/@clack+prompts@0.11.0/node_modules/@clack/prompts/LICENSE</a:t>
            </a:r>
          </a:p>
          <a:p>
            <a:pPr>
              <a:defRPr sz="1200"/>
            </a:pPr>
            <a:r>
              <a:t>D:/pasar_fix/node_modules/.bun/@clack+prompts@0.11.0/node_modules/@clack/prompts/package.json</a:t>
            </a:r>
          </a:p>
          <a:p>
            <a:pPr>
              <a:defRPr sz="1200"/>
            </a:pPr>
            <a:r>
              <a:t>D:/pasar_fix/node_modules/.bun/@clack+prompts@0.11.0/node_modules/@clack/prompts/README.md</a:t>
            </a:r>
          </a:p>
          <a:p>
            <a:pPr>
              <a:defRPr sz="1200"/>
            </a:pPr>
            <a:r>
              <a:t>D:/pasar_fix/node_modules/.bun/@clack+prompts@0.11.0/node_modules/@clack/prompts/dist/index.cjs</a:t>
            </a:r>
          </a:p>
          <a:p>
            <a:pPr>
              <a:defRPr sz="1200"/>
            </a:pPr>
            <a:r>
              <a:t>D:/pasar_fix/node_modules/.bun/@clack+prompts@0.11.0/node_modules/@clack/prompts/dist/index.cjs.map</a:t>
            </a:r>
          </a:p>
          <a:p>
            <a:pPr>
              <a:defRPr sz="1200"/>
            </a:pPr>
            <a:r>
              <a:t>D:/pasar_fix/node_modules/.bun/@clack+prompts@0.11.0/node_modules/@clack/prompts/dist/index.d.cts</a:t>
            </a:r>
          </a:p>
          <a:p>
            <a:pPr>
              <a:defRPr sz="1200"/>
            </a:pPr>
            <a:r>
              <a:t>D:/pasar_fix/node_modules/.bun/@clack+prompts@0.11.0/node_modules/@clack/prompts/dist/index.d.mts</a:t>
            </a:r>
          </a:p>
          <a:p>
            <a:pPr>
              <a:defRPr sz="1200"/>
            </a:pPr>
            <a:r>
              <a:t>D:/pasar_fix/node_modules/.bun/@clack+prompts@0.11.0/node_modules/@clack/prompts/dist/index.d.ts</a:t>
            </a:r>
          </a:p>
          <a:p>
            <a:pPr>
              <a:defRPr sz="1200"/>
            </a:pPr>
            <a:r>
              <a:t>D:/pasar_fix/node_modules/.bun/@clack+prompts@0.11.0/node_modules/@clack/prompts/dist/index.mjs</a:t>
            </a:r>
          </a:p>
          <a:p>
            <a:pPr>
              <a:defRPr sz="1200"/>
            </a:pPr>
            <a:r>
              <a:t>D:/pasar_fix/node_modules/.bun/@clack+prompts@0.11.0/node_modules/@clack/prompts/dist/index.mjs.map</a:t>
            </a:r>
          </a:p>
          <a:p>
            <a:pPr>
              <a:defRPr sz="1200"/>
            </a:pPr>
            <a:r>
              <a:t>D:/pasar_fix/node_modules/.bun/@cloudflare+kv-asset-handler@0.4.2/node_modules/@cloudflare/kv-asset-handler/package.json</a:t>
            </a:r>
          </a:p>
          <a:p>
            <a:pPr>
              <a:defRPr sz="1200"/>
            </a:pPr>
            <a:r>
              <a:t>D:/pasar_fix/node_modules/.bun/@cloudflare+kv-asset-handler@0.4.2/node_modules/@cloudflare/kv-asset-handler/README.md</a:t>
            </a:r>
          </a:p>
          <a:p>
            <a:pPr>
              <a:defRPr sz="1200"/>
            </a:pPr>
            <a:r>
              <a:t>D:/pasar_fix/node_modules/.bun/@cloudflare+kv-asset-handler@0.4.2/node_modules/@cloudflare/kv-asset-handler/dist/index.d.ts</a:t>
            </a:r>
          </a:p>
          <a:p>
            <a:pPr>
              <a:defRPr sz="1200"/>
            </a:pPr>
            <a:r>
              <a:t>D:/pasar_fix/node_modules/.bun/@cloudflare+kv-asset-handler@0.4.2/node_modules/@cloudflare/kv-asset-handler/dist/index.js</a:t>
            </a:r>
          </a:p>
          <a:p>
            <a:pPr>
              <a:defRPr sz="1200"/>
            </a:pPr>
            <a:r>
              <a:t>D:/pasar_fix/node_modules/.bun/@cloudflare+kv-asset-handler@0.4.2/node_modules/@cloudflare/kv-asset-handler/dist/index.js.map</a:t>
            </a:r>
          </a:p>
          <a:p>
            <a:pPr>
              <a:defRPr sz="1200"/>
            </a:pPr>
            <a:r>
              <a:t>D:/pasar_fix/node_modules/.bun/@cloudflare+kv-asset-handler@0.4.2/node_modules/@cloudflare/kv-asset-handler/dist/metafile-esm.json</a:t>
            </a:r>
          </a:p>
          <a:p>
            <a:pPr>
              <a:defRPr sz="1200"/>
            </a:pPr>
            <a:r>
              <a:t>D:/pasar_fix/node_modules/.bun/@cloudflare+kv-asset-handler@0.4.2/node_modules/@cloudflare/kv-asset-handler/src/index.ts</a:t>
            </a:r>
          </a:p>
          <a:p>
            <a:pPr>
              <a:defRPr sz="1200"/>
            </a:pPr>
            <a:r>
              <a:t>D:/pasar_fix/node_modules/.bun/@cloudflare+kv-asset-handler@0.4.2/node_modules/@cloudflare/kv-asset-handler/src/types.ts</a:t>
            </a:r>
          </a:p>
          <a:p>
            <a:pPr>
              <a:defRPr sz="1200"/>
            </a:pPr>
            <a:r>
              <a:t>D:/pasar_fix/node_modules/.bun/@csstools+color-helpers@5.1.0/node_modules/@csstools/color-helpers/CHANGELOG.md</a:t>
            </a:r>
          </a:p>
          <a:p>
            <a:pPr>
              <a:defRPr sz="1200"/>
            </a:pPr>
            <a:r>
              <a:t>D:/pasar_fix/node_modules/.bun/@csstools+color-helpers@5.1.0/node_modules/@csstools/color-helpers/LICENSE.md</a:t>
            </a:r>
          </a:p>
          <a:p>
            <a:pPr>
              <a:defRPr sz="1200"/>
            </a:pPr>
            <a:r>
              <a:t>D:/pasar_fix/node_modules/.bun/@csstools+color-helpers@5.1.0/node_modules/@csstools/color-helpers/package.json</a:t>
            </a:r>
          </a:p>
          <a:p>
            <a:pPr>
              <a:defRPr sz="1200"/>
            </a:pPr>
            <a:r>
              <a:t>D:/pasar_fix/node_modules/.bun/@csstools+color-helpers@5.1.0/node_modules/@csstools/color-helpers/README.md</a:t>
            </a:r>
          </a:p>
          <a:p>
            <a:pPr>
              <a:defRPr sz="1200"/>
            </a:pPr>
            <a:r>
              <a:t>D:/pasar_fix/node_modules/.bun/@csstools+color-helpers@5.1.0/node_modules/@csstools/color-helpers/dist/index.cjs</a:t>
            </a:r>
          </a:p>
          <a:p>
            <a:pPr>
              <a:defRPr sz="1200"/>
            </a:pPr>
            <a:r>
              <a:t>D:/pasar_fix/node_modules/.bun/@csstools+color-helpers@5.1.0/node_modules/@csstools/color-helpers/dist/index.d.ts</a:t>
            </a:r>
          </a:p>
          <a:p>
            <a:pPr>
              <a:defRPr sz="1200"/>
            </a:pPr>
            <a:r>
              <a:t>D:/pasar_fix/node_modules/.bun/@csstools+color-helpers@5.1.0/node_modules/@csstools/color-helpers/dist/index.mjs</a:t>
            </a:r>
          </a:p>
          <a:p>
            <a:pPr>
              <a:defRPr sz="1200"/>
            </a:pPr>
            <a:r>
              <a:t>D:/pasar_fix/node_modules/.bun/@csstools+css-calc@2.1.4+f4b439280a9e35bc/node_modules/@csstools/css-calc/CHANGELOG.md</a:t>
            </a:r>
          </a:p>
          <a:p>
            <a:pPr>
              <a:defRPr sz="1200"/>
            </a:pPr>
            <a:r>
              <a:t>D:/pasar_fix/node_modules/.bun/@csstools+css-calc@2.1.4+f4b439280a9e35bc/node_modules/@csstools/css-calc/LICENSE.md</a:t>
            </a:r>
          </a:p>
          <a:p>
            <a:pPr>
              <a:defRPr sz="1200"/>
            </a:pPr>
            <a:r>
              <a:t>D:/pasar_fix/node_modules/.bun/@csstools+css-calc@2.1.4+f4b439280a9e35bc/node_modules/@csstools/css-calc/package.json</a:t>
            </a:r>
          </a:p>
          <a:p>
            <a:pPr>
              <a:defRPr sz="1200"/>
            </a:pPr>
            <a:r>
              <a:t>D:/pasar_fix/node_modules/.bun/@csstools+css-calc@2.1.4+f4b439280a9e35bc/node_modules/@csstools/css-calc/README.md</a:t>
            </a:r>
          </a:p>
          <a:p>
            <a:pPr>
              <a:defRPr sz="1200"/>
            </a:pPr>
            <a:r>
              <a:t>D:/pasar_fix/node_modules/.bun/@csstools+css-calc@2.1.4+f4b439280a9e35bc/node_modules/@csstools/css-calc/dist/index.cjs</a:t>
            </a:r>
          </a:p>
          <a:p>
            <a:pPr>
              <a:defRPr sz="1200"/>
            </a:pPr>
            <a:r>
              <a:t>D:/pasar_fix/node_modules/.bun/@csstools+css-calc@2.1.4+f4b439280a9e35bc/node_modules/@csstools/css-calc/dist/index.d.ts</a:t>
            </a:r>
          </a:p>
          <a:p>
            <a:pPr>
              <a:defRPr sz="1200"/>
            </a:pPr>
            <a:r>
              <a:t>D:/pasar_fix/node_modules/.bun/@csstools+css-calc@2.1.4+f4b439280a9e35bc/node_modules/@csstools/css-calc/dist/index.mjs</a:t>
            </a:r>
          </a:p>
          <a:p>
            <a:pPr>
              <a:defRPr sz="1200"/>
            </a:pPr>
            <a:r>
              <a:t>D:/pasar_fix/node_modules/.bun/@csstools+css-color-parser@3.1.0+f4b439280a9e35bc/node_modules/@csstools/css-color-parser/CHANGELOG.md</a:t>
            </a:r>
          </a:p>
          <a:p>
            <a:pPr>
              <a:defRPr sz="1200"/>
            </a:pPr>
            <a:r>
              <a:t>D:/pasar_fix/node_modules/.bun/@csstools+css-color-parser@3.1.0+f4b439280a9e35bc/node_modules/@csstools/css-color-parser/LICENSE.md</a:t>
            </a:r>
          </a:p>
          <a:p>
            <a:pPr>
              <a:defRPr sz="1200"/>
            </a:pPr>
            <a:r>
              <a:t>D:/pasar_fix/node_modules/.bun/@csstools+css-color-parser@3.1.0+f4b439280a9e35bc/node_modules/@csstools/css-color-parser/package.json</a:t>
            </a:r>
          </a:p>
          <a:p>
            <a:pPr>
              <a:defRPr sz="1200"/>
            </a:pPr>
            <a:r>
              <a:t>D:/pasar_fix/node_modules/.bun/@csstools+css-color-parser@3.1.0+f4b439280a9e35bc/node_modules/@csstools/css-color-parser/README.md</a:t>
            </a:r>
          </a:p>
          <a:p>
            <a:pPr>
              <a:defRPr sz="1200"/>
            </a:pPr>
            <a:r>
              <a:t>D:/pasar_fix/node_modules/.bun/@csstools+css-color-parser@3.1.0+f4b439280a9e35bc/node_modules/@csstools/css-color-parser/dist/index.cjs</a:t>
            </a:r>
          </a:p>
          <a:p>
            <a:pPr>
              <a:defRPr sz="1200"/>
            </a:pPr>
            <a:r>
              <a:t>D:/pasar_fix/node_modules/.bun/@csstools+css-color-parser@3.1.0+f4b439280a9e35bc/node_modules/@csstools/css-color-parser/dist/index.d.ts</a:t>
            </a:r>
          </a:p>
          <a:p>
            <a:pPr>
              <a:defRPr sz="1200"/>
            </a:pPr>
            <a:r>
              <a:t>D:/pasar_fix/node_modules/.bun/@csstools+css-color-parser@3.1.0+f4b439280a9e35bc/node_modules/@csstools/css-color-parser/dist/index.mjs</a:t>
            </a:r>
          </a:p>
          <a:p>
            <a:pPr>
              <a:defRPr sz="1200"/>
            </a:pPr>
            <a:r>
              <a:t>D:/pasar_fix/node_modules/.bun/@csstools+css-parser-algorithms@3.0.5+b34bf28202c33da7/node_modules/@csstools/css-parser-algorithms/CHANGELOG.md</a:t>
            </a:r>
          </a:p>
          <a:p>
            <a:pPr>
              <a:defRPr sz="1200"/>
            </a:pPr>
            <a:r>
              <a:t>D:/pasar_fix/node_modules/.bun/@csstools+css-parser-algorithms@3.0.5+b34bf28202c33da7/node_modules/@csstools/css-parser-algorithms/LICENSE.md</a:t>
            </a:r>
          </a:p>
          <a:p>
            <a:pPr>
              <a:defRPr sz="1200"/>
            </a:pPr>
            <a:r>
              <a:t>D:/pasar_fix/node_modules/.bun/@csstools+css-parser-algorithms@3.0.5+b34bf28202c33da7/node_modules/@csstools/css-parser-algorithms/package.json</a:t>
            </a:r>
          </a:p>
          <a:p>
            <a:pPr>
              <a:defRPr sz="1200"/>
            </a:pPr>
            <a:r>
              <a:t>D:/pasar_fix/node_modules/.bun/@csstools+css-parser-algorithms@3.0.5+b34bf28202c33da7/node_modules/@csstools/css-parser-algorithms/README.md</a:t>
            </a:r>
          </a:p>
          <a:p>
            <a:pPr>
              <a:defRPr sz="1200"/>
            </a:pPr>
            <a:r>
              <a:t>D:/pasar_fix/node_modules/.bun/@csstools+css-parser-algorithms@3.0.5+b34bf28202c33da7/node_modules/@csstools/css-parser-algorithms/dist/index.cjs</a:t>
            </a:r>
          </a:p>
          <a:p>
            <a:pPr>
              <a:defRPr sz="1200"/>
            </a:pPr>
            <a:r>
              <a:t>D:/pasar_fix/node_modules/.bun/@csstools+css-parser-algorithms@3.0.5+b34bf28202c33da7/node_modules/@csstools/css-parser-algorithms/dist/index.d.ts</a:t>
            </a:r>
          </a:p>
          <a:p>
            <a:pPr>
              <a:defRPr sz="1200"/>
            </a:pPr>
            <a:r>
              <a:t>D:/pasar_fix/node_modules/.bun/@csstools+css-parser-algorithms@3.0.5+b34bf28202c33da7/node_modules/@csstools/css-parser-algorithms/dist/index.mjs</a:t>
            </a:r>
          </a:p>
          <a:p>
            <a:pPr>
              <a:defRPr sz="1200"/>
            </a:pPr>
            <a:r>
              <a:t>D:/pasar_fix/node_modules/.bun/@csstools+css-tokenizer@3.0.4/node_modules/@csstools/css-tokenizer/CHANGELOG.md</a:t>
            </a:r>
          </a:p>
          <a:p>
            <a:pPr>
              <a:defRPr sz="1200"/>
            </a:pPr>
            <a:r>
              <a:t>D:/pasar_fix/node_modules/.bun/@csstools+css-tokenizer@3.0.4/node_modules/@csstools/css-tokenizer/LICENSE.md</a:t>
            </a:r>
          </a:p>
          <a:p>
            <a:pPr>
              <a:defRPr sz="1200"/>
            </a:pPr>
            <a:r>
              <a:t>D:/pasar_fix/node_modules/.bun/@csstools+css-tokenizer@3.0.4/node_modules/@csstools/css-tokenizer/package.json</a:t>
            </a:r>
          </a:p>
          <a:p>
            <a:pPr>
              <a:defRPr sz="1200"/>
            </a:pPr>
            <a:r>
              <a:t>D:/pasar_fix/node_modules/.bun/@csstools+css-tokenizer@3.0.4/node_modules/@csstools/css-tokenizer/README.md</a:t>
            </a:r>
          </a:p>
          <a:p>
            <a:pPr>
              <a:defRPr sz="1200"/>
            </a:pPr>
            <a:r>
              <a:t>D:/pasar_fix/node_modules/.bun/@csstools+css-tokenizer@3.0.4/node_modules/@csstools/css-tokenizer/dist/index.cjs</a:t>
            </a:r>
          </a:p>
          <a:p>
            <a:pPr>
              <a:defRPr sz="1200"/>
            </a:pPr>
            <a:r>
              <a:t>D:/pasar_fix/node_modules/.bun/@csstools+css-tokenizer@3.0.4/node_modules/@csstools/css-tokenizer/dist/index.d.ts</a:t>
            </a:r>
          </a:p>
          <a:p>
            <a:pPr>
              <a:defRPr sz="1200"/>
            </a:pPr>
            <a:r>
              <a:t>D:/pasar_fix/node_modules/.bun/@csstools+css-tokenizer@3.0.4/node_modules/@csstools/css-tokenizer/dist/index.mjs</a:t>
            </a:r>
          </a:p>
          <a:p>
            <a:pPr>
              <a:defRPr sz="1200"/>
            </a:pPr>
            <a:r>
              <a:t>D:/pasar_fix/node_modules/.bun/@drizzle-team+brocli@0.10.2/node_modules/@drizzle-team/brocli/index.cjs</a:t>
            </a:r>
          </a:p>
          <a:p>
            <a:pPr>
              <a:defRPr sz="1200"/>
            </a:pPr>
            <a:r>
              <a:t>D:/pasar_fix/node_modules/.bun/@drizzle-team+brocli@0.10.2/node_modules/@drizzle-team/brocli/index.cjs.map</a:t>
            </a:r>
          </a:p>
          <a:p>
            <a:pPr>
              <a:defRPr sz="1200"/>
            </a:pPr>
            <a:r>
              <a:t>D:/pasar_fix/node_modules/.bun/@drizzle-team+brocli@0.10.2/node_modules/@drizzle-team/brocli/index.d.cts</a:t>
            </a:r>
          </a:p>
          <a:p>
            <a:pPr>
              <a:defRPr sz="1200"/>
            </a:pPr>
            <a:r>
              <a:t>D:/pasar_fix/node_modules/.bun/@drizzle-team+brocli@0.10.2/node_modules/@drizzle-team/brocli/index.d.ts</a:t>
            </a:r>
          </a:p>
          <a:p>
            <a:pPr>
              <a:defRPr sz="1200"/>
            </a:pPr>
            <a:r>
              <a:t>D:/pasar_fix/node_modules/.bun/@drizzle-team+brocli@0.10.2/node_modules/@drizzle-team/brocli/index.js</a:t>
            </a:r>
          </a:p>
          <a:p>
            <a:pPr>
              <a:defRPr sz="1200"/>
            </a:pPr>
            <a:r>
              <a:t>D:/pasar_fix/node_modules/.bun/@drizzle-team+brocli@0.10.2/node_modules/@drizzle-team/brocli/index.js.map</a:t>
            </a:r>
          </a:p>
          <a:p>
            <a:pPr>
              <a:defRPr sz="1200"/>
            </a:pPr>
            <a:r>
              <a:t>D:/pasar_fix/node_modules/.bun/@drizzle-team+brocli@0.10.2/node_modules/@drizzle-team/brocli/package.json</a:t>
            </a:r>
          </a:p>
          <a:p>
            <a:pPr>
              <a:defRPr sz="1200"/>
            </a:pPr>
            <a:r>
              <a:t>D:/pasar_fix/node_modules/.bun/@drizzle-team+brocli@0.10.2/node_modules/@drizzle-team/brocli/README.md</a:t>
            </a:r>
          </a:p>
          <a:p>
            <a:pPr>
              <a:defRPr sz="1200"/>
            </a:pPr>
            <a:r>
              <a:t>D:/pasar_fix/node_modules/.bun/@esbuild+win32-x64@0.18.20/node_modules/@esbuild/win32-x64/esbuild.exe</a:t>
            </a:r>
          </a:p>
          <a:p>
            <a:pPr>
              <a:defRPr sz="1200"/>
            </a:pPr>
            <a:r>
              <a:t>D:/pasar_fix/node_modules/.bun/@esbuild+win32-x64@0.18.20/node_modules/@esbuild/win32-x64/package.json</a:t>
            </a:r>
          </a:p>
          <a:p>
            <a:pPr>
              <a:defRPr sz="1200"/>
            </a:pPr>
            <a:r>
              <a:t>D:/pasar_fix/node_modules/.bun/@esbuild+win32-x64@0.18.20/node_modules/@esbuild/win32-x64/README.md</a:t>
            </a:r>
          </a:p>
          <a:p>
            <a:pPr>
              <a:defRPr sz="1200"/>
            </a:pPr>
            <a:r>
              <a:t>D:/pasar_fix/node_modules/.bun/@esbuild+win32-x64@0.25.12/node_modules/@esbuild/win32-x64/esbuild.exe</a:t>
            </a:r>
          </a:p>
          <a:p>
            <a:pPr>
              <a:defRPr sz="1200"/>
            </a:pPr>
            <a:r>
              <a:t>D:/pasar_fix/node_modules/.bun/@esbuild+win32-x64@0.25.12/node_modules/@esbuild/win32-x64/package.json</a:t>
            </a:r>
          </a:p>
          <a:p>
            <a:pPr>
              <a:defRPr sz="1200"/>
            </a:pPr>
            <a:r>
              <a:t>D:/pasar_fix/node_modules/.bun/@esbuild+win32-x64@0.25.12/node_modules/@esbuild/win32-x64/README.md</a:t>
            </a:r>
          </a:p>
          <a:p>
            <a:pPr>
              <a:defRPr sz="1200"/>
            </a:pPr>
            <a:r>
              <a:t>D:/pasar_fix/node_modules/.bun/@esbuild+win32-x64@0.27.7/node_modules/@esbuild/win32-x64/esbuild.exe</a:t>
            </a:r>
          </a:p>
          <a:p>
            <a:pPr>
              <a:defRPr sz="1200"/>
            </a:pPr>
            <a:r>
              <a:t>D:/pasar_fix/node_modules/.bun/@esbuild+win32-x64@0.27.7/node_modules/@esbuild/win32-x64/package.json</a:t>
            </a:r>
          </a:p>
          <a:p>
            <a:pPr>
              <a:defRPr sz="1200"/>
            </a:pPr>
            <a:r>
              <a:t>D:/pasar_fix/node_modules/.bun/@esbuild+win32-x64@0.27.7/node_modules/@esbuild/win32-x64/README.md</a:t>
            </a:r>
          </a:p>
          <a:p>
            <a:pPr>
              <a:defRPr sz="1200"/>
            </a:pPr>
            <a:r>
              <a:t>D:/pasar_fix/node_modules/.bun/@esbuild+win32-x64@0.28.0/node_modules/@esbuild/win32-x64/esbuild.exe</a:t>
            </a:r>
          </a:p>
          <a:p>
            <a:pPr>
              <a:defRPr sz="1200"/>
            </a:pPr>
            <a:r>
              <a:t>D:/pasar_fix/node_modules/.bun/@esbuild+win32-x64@0.28.0/node_modules/@esbuild/win32-x64/package.json</a:t>
            </a:r>
          </a:p>
          <a:p>
            <a:pPr>
              <a:defRPr sz="1200"/>
            </a:pPr>
            <a:r>
              <a:t>D:/pasar_fix/node_modules/.bun/@esbuild+win32-x64@0.28.0/node_modules/@esbuild/win32-x64/README.md</a:t>
            </a:r>
          </a:p>
          <a:p>
            <a:pPr>
              <a:defRPr sz="1200"/>
            </a:pPr>
            <a:r>
              <a:t>D:/pasar_fix/node_modules/.bun/@esbuild-kit+core-utils@3.3.2/node_modules/.bin/esbuild.bunx</a:t>
            </a:r>
          </a:p>
          <a:p>
            <a:pPr>
              <a:defRPr sz="1200"/>
            </a:pPr>
            <a:r>
              <a:t>D:/pasar_fix/node_modules/.bun/@esbuild-kit+core-utils@3.3.2/node_modules/.bin/esbuild.exe</a:t>
            </a:r>
          </a:p>
          <a:p>
            <a:pPr>
              <a:defRPr sz="1200"/>
            </a:pPr>
            <a:r>
              <a:t>D:/pasar_fix/node_modules/.bun/@esbuild-kit+core-utils@3.3.2/node_modules/@esbuild-kit/core-utils/LICENSE</a:t>
            </a:r>
          </a:p>
          <a:p>
            <a:pPr>
              <a:defRPr sz="1200"/>
            </a:pPr>
            <a:r>
              <a:t>D:/pasar_fix/node_modules/.bun/@esbuild-kit+core-utils@3.3.2/node_modules/@esbuild-kit/core-utils/package.json</a:t>
            </a:r>
          </a:p>
          <a:p>
            <a:pPr>
              <a:defRPr sz="1200"/>
            </a:pPr>
            <a:r>
              <a:t>D:/pasar_fix/node_modules/.bun/@esbuild-kit+core-utils@3.3.2/node_modules/@esbuild-kit/core-utils/README.md</a:t>
            </a:r>
          </a:p>
          <a:p>
            <a:pPr>
              <a:defRPr sz="1200"/>
            </a:pPr>
            <a:r>
              <a:t>D:/pasar_fix/node_modules/.bun/@esbuild-kit+core-utils@3.3.2/node_modules/@esbuild-kit/core-utils/dist/index.d.ts</a:t>
            </a:r>
          </a:p>
          <a:p>
            <a:pPr>
              <a:defRPr sz="1200"/>
            </a:pPr>
            <a:r>
              <a:t>D:/pasar_fix/node_modules/.bun/@esbuild-kit+core-utils@3.3.2/node_modules/@esbuild-kit/core-utils/dist/index.js</a:t>
            </a:r>
          </a:p>
          <a:p>
            <a:pPr>
              <a:defRPr sz="1200"/>
            </a:pPr>
            <a:r>
              <a:t>D:/pasar_fix/node_modules/.bun/@esbuild-kit+esm-loader@2.6.5/node_modules/@esbuild-kit/esm-loader/LICENSE</a:t>
            </a:r>
          </a:p>
          <a:p>
            <a:pPr>
              <a:defRPr sz="1200"/>
            </a:pPr>
            <a:r>
              <a:t>D:/pasar_fix/node_modules/.bun/@esbuild-kit+esm-loader@2.6.5/node_modules/@esbuild-kit/esm-loader/package.json</a:t>
            </a:r>
          </a:p>
          <a:p>
            <a:pPr>
              <a:defRPr sz="1200"/>
            </a:pPr>
            <a:r>
              <a:t>D:/pasar_fix/node_modules/.bun/@esbuild-kit+esm-loader@2.6.5/node_modules/@esbuild-kit/esm-loader/README.md</a:t>
            </a:r>
          </a:p>
          <a:p>
            <a:pPr>
              <a:defRPr sz="1200"/>
            </a:pPr>
            <a:r>
              <a:t>D:/pasar_fix/node_modules/.bun/@esbuild-kit+esm-loader@2.6.5/node_modules/@esbuild-kit/esm-loader/dist/index.js</a:t>
            </a:r>
          </a:p>
          <a:p>
            <a:pPr>
              <a:defRPr sz="1200"/>
            </a:pPr>
            <a:r>
              <a:t>D:/pasar_fix/node_modules/.bun/@floating-ui+core@1.7.5/node_modules/@floating-ui/core/LICENSE</a:t>
            </a:r>
          </a:p>
          <a:p>
            <a:pPr>
              <a:defRPr sz="1200"/>
            </a:pPr>
            <a:r>
              <a:t>D:/pasar_fix/node_modules/.bun/@floating-ui+core@1.7.5/node_modules/@floating-ui/core/package.json</a:t>
            </a:r>
          </a:p>
          <a:p>
            <a:pPr>
              <a:defRPr sz="1200"/>
            </a:pPr>
            <a:r>
              <a:t>D:/pasar_fix/node_modules/.bun/@floating-ui+core@1.7.5/node_modules/@floating-ui/core/README.md</a:t>
            </a:r>
          </a:p>
          <a:p>
            <a:pPr>
              <a:defRPr sz="1200"/>
            </a:pPr>
            <a:r>
              <a:t>D:/pasar_fix/node_modules/.bun/@floating-ui+core@1.7.5/node_modules/@floating-ui/core/dist/floating-ui.core.browser.min.mjs</a:t>
            </a:r>
          </a:p>
          <a:p>
            <a:pPr>
              <a:defRPr sz="1200"/>
            </a:pPr>
            <a:r>
              <a:t>D:/pasar_fix/node_modules/.bun/@floating-ui+core@1.7.5/node_modules/@floating-ui/core/dist/floating-ui.core.browser.mjs</a:t>
            </a:r>
          </a:p>
          <a:p>
            <a:pPr>
              <a:defRPr sz="1200"/>
            </a:pPr>
            <a:r>
              <a:t>D:/pasar_fix/node_modules/.bun/@floating-ui+core@1.7.5/node_modules/@floating-ui/core/dist/floating-ui.core.d.mts</a:t>
            </a:r>
          </a:p>
          <a:p>
            <a:pPr>
              <a:defRPr sz="1200"/>
            </a:pPr>
            <a:r>
              <a:t>D:/pasar_fix/node_modules/.bun/@floating-ui+core@1.7.5/node_modules/@floating-ui/core/dist/floating-ui.core.d.ts</a:t>
            </a:r>
          </a:p>
          <a:p>
            <a:pPr>
              <a:defRPr sz="1200"/>
            </a:pPr>
            <a:r>
              <a:t>D:/pasar_fix/node_modules/.bun/@floating-ui+core@1.7.5/node_modules/@floating-ui/core/dist/floating-ui.core.esm.js</a:t>
            </a:r>
          </a:p>
          <a:p>
            <a:pPr>
              <a:defRPr sz="1200"/>
            </a:pPr>
            <a:r>
              <a:t>D:/pasar_fix/node_modules/.bun/@floating-ui+core@1.7.5/node_modules/@floating-ui/core/dist/floating-ui.core.mjs</a:t>
            </a:r>
          </a:p>
          <a:p>
            <a:pPr>
              <a:defRPr sz="1200"/>
            </a:pPr>
            <a:r>
              <a:t>D:/pasar_fix/node_modules/.bun/@floating-ui+core@1.7.5/node_modules/@floating-ui/core/dist/floating-ui.core.umd.js</a:t>
            </a:r>
          </a:p>
          <a:p>
            <a:pPr>
              <a:defRPr sz="1200"/>
            </a:pPr>
            <a:r>
              <a:t>D:/pasar_fix/node_modules/.bun/@floating-ui+core@1.7.5/node_modules/@floating-ui/core/dist/floating-ui.core.umd.min.js</a:t>
            </a:r>
          </a:p>
          <a:p>
            <a:pPr>
              <a:defRPr sz="1200"/>
            </a:pPr>
            <a:r>
              <a:t>D:/pasar_fix/node_modules/.bun/@floating-ui+dom@1.7.6/node_modules/@floating-ui/dom/LICENSE</a:t>
            </a:r>
          </a:p>
          <a:p>
            <a:pPr>
              <a:defRPr sz="1200"/>
            </a:pPr>
            <a:r>
              <a:t>D:/pasar_fix/node_modules/.bun/@floating-ui+dom@1.7.6/node_modules/@floating-ui/dom/package.json</a:t>
            </a:r>
          </a:p>
          <a:p>
            <a:pPr>
              <a:defRPr sz="1200"/>
            </a:pPr>
            <a:r>
              <a:t>D:/pasar_fix/node_modules/.bun/@floating-ui+dom@1.7.6/node_modules/@floating-ui/dom/README.md</a:t>
            </a:r>
          </a:p>
          <a:p>
            <a:pPr>
              <a:defRPr sz="1200"/>
            </a:pPr>
            <a:r>
              <a:t>D:/pasar_fix/node_modules/.bun/@floating-ui+dom@1.7.6/node_modules/@floating-ui/dom/dist/floating-ui.dom.browser.min.mjs</a:t>
            </a:r>
          </a:p>
          <a:p>
            <a:pPr>
              <a:defRPr sz="1200"/>
            </a:pPr>
            <a:r>
              <a:t>D:/pasar_fix/node_modules/.bun/@floating-ui+dom@1.7.6/node_modules/@floating-ui/dom/dist/floating-ui.dom.browser.mjs</a:t>
            </a:r>
          </a:p>
          <a:p>
            <a:pPr>
              <a:defRPr sz="1200"/>
            </a:pPr>
            <a:r>
              <a:t>D:/pasar_fix/node_modules/.bun/@floating-ui+dom@1.7.6/node_modules/@floating-ui/dom/dist/floating-ui.dom.d.mts</a:t>
            </a:r>
          </a:p>
          <a:p>
            <a:pPr>
              <a:defRPr sz="1200"/>
            </a:pPr>
            <a:r>
              <a:t>D:/pasar_fix/node_modules/.bun/@floating-ui+dom@1.7.6/node_modules/@floating-ui/dom/dist/floating-ui.dom.d.ts</a:t>
            </a:r>
          </a:p>
          <a:p>
            <a:pPr>
              <a:defRPr sz="1200"/>
            </a:pPr>
            <a:r>
              <a:t>D:/pasar_fix/node_modules/.bun/@floating-ui+dom@1.7.6/node_modules/@floating-ui/dom/dist/floating-ui.dom.esm.js</a:t>
            </a:r>
          </a:p>
          <a:p>
            <a:pPr>
              <a:defRPr sz="1200"/>
            </a:pPr>
            <a:r>
              <a:t>D:/pasar_fix/node_modules/.bun/@floating-ui+dom@1.7.6/node_modules/@floating-ui/dom/dist/floating-ui.dom.mjs</a:t>
            </a:r>
          </a:p>
          <a:p>
            <a:pPr>
              <a:defRPr sz="1200"/>
            </a:pPr>
            <a:r>
              <a:t>D:/pasar_fix/node_modules/.bun/@floating-ui+dom@1.7.6/node_modules/@floating-ui/dom/dist/floating-ui.dom.umd.js</a:t>
            </a:r>
          </a:p>
          <a:p>
            <a:pPr>
              <a:defRPr sz="1200"/>
            </a:pPr>
            <a:r>
              <a:t>D:/pasar_fix/node_modules/.bun/@floating-ui+dom@1.7.6/node_modules/@floating-ui/dom/dist/floating-ui.dom.umd.min.js</a:t>
            </a:r>
          </a:p>
          <a:p>
            <a:pPr>
              <a:defRPr sz="1200"/>
            </a:pPr>
            <a:r>
              <a:t>D:/pasar_fix/node_modules/.bun/@floating-ui+react-dom@2.1.8+d0e719b86e9808b5/node_modules/@floating-ui/react-dom/LICENSE</a:t>
            </a:r>
          </a:p>
          <a:p>
            <a:pPr>
              <a:defRPr sz="1200"/>
            </a:pPr>
            <a:r>
              <a:t>D:/pasar_fix/node_modules/.bun/@floating-ui+react-dom@2.1.8+d0e719b86e9808b5/node_modules/@floating-ui/react-dom/package.json</a:t>
            </a:r>
          </a:p>
          <a:p>
            <a:pPr>
              <a:defRPr sz="1200"/>
            </a:pPr>
            <a:r>
              <a:t>D:/pasar_fix/node_modules/.bun/@floating-ui+react-dom@2.1.8+d0e719b86e9808b5/node_modules/@floating-ui/react-dom/README.md</a:t>
            </a:r>
          </a:p>
          <a:p>
            <a:pPr>
              <a:defRPr sz="1200"/>
            </a:pPr>
            <a:r>
              <a:t>D:/pasar_fix/node_modules/.bun/@floating-ui+react-dom@2.1.8+d0e719b86e9808b5/node_modules/@floating-ui/react-dom/dist/floating-ui.react-dom.d.mts</a:t>
            </a:r>
          </a:p>
          <a:p>
            <a:pPr>
              <a:defRPr sz="1200"/>
            </a:pPr>
            <a:r>
              <a:t>D:/pasar_fix/node_modules/.bun/@floating-ui+react-dom@2.1.8+d0e719b86e9808b5/node_modules/@floating-ui/react-dom/dist/floating-ui.react-dom.d.ts</a:t>
            </a:r>
          </a:p>
          <a:p>
            <a:pPr>
              <a:defRPr sz="1200"/>
            </a:pPr>
            <a:r>
              <a:t>D:/pasar_fix/node_modules/.bun/@floating-ui+react-dom@2.1.8+d0e719b86e9808b5/node_modules/@floating-ui/react-dom/dist/floating-ui.react-dom.esm.js</a:t>
            </a:r>
          </a:p>
          <a:p>
            <a:pPr>
              <a:defRPr sz="1200"/>
            </a:pPr>
            <a:r>
              <a:t>D:/pasar_fix/node_modules/.bun/@floating-ui+react-dom@2.1.8+d0e719b86e9808b5/node_modules/@floating-ui/react-dom/dist/floating-ui.react-dom.mjs</a:t>
            </a:r>
          </a:p>
          <a:p>
            <a:pPr>
              <a:defRPr sz="1200"/>
            </a:pPr>
            <a:r>
              <a:t>D:/pasar_fix/node_modules/.bun/@floating-ui+react-dom@2.1.8+d0e719b86e9808b5/node_modules/@floating-ui/react-dom/dist/floating-ui.react-dom.umd.js</a:t>
            </a:r>
          </a:p>
          <a:p>
            <a:pPr>
              <a:defRPr sz="1200"/>
            </a:pPr>
            <a:r>
              <a:t>D:/pasar_fix/node_modules/.bun/@floating-ui+react-dom@2.1.8+d0e719b86e9808b5/node_modules/@floating-ui/react-dom/dist/floating-ui.react-dom.umd.min.js</a:t>
            </a:r>
          </a:p>
          <a:p>
            <a:pPr>
              <a:defRPr sz="1200"/>
            </a:pPr>
            <a:r>
              <a:t>D:/pasar_fix/node_modules/.bun/@floating-ui+react@0.26.28+d0e719b86e9808b5/node_modules/@floating-ui/react/LICENSE</a:t>
            </a:r>
          </a:p>
          <a:p>
            <a:pPr>
              <a:defRPr sz="1200"/>
            </a:pPr>
            <a:r>
              <a:t>D:/pasar_fix/node_modules/.bun/@floating-ui+react@0.26.28+d0e719b86e9808b5/node_modules/@floating-ui/react/package.json</a:t>
            </a:r>
          </a:p>
          <a:p>
            <a:pPr>
              <a:defRPr sz="1200"/>
            </a:pPr>
            <a:r>
              <a:t>D:/pasar_fix/node_modules/.bun/@floating-ui+react@0.26.28+d0e719b86e9808b5/node_modules/@floating-ui/react/README.md</a:t>
            </a:r>
          </a:p>
          <a:p>
            <a:pPr>
              <a:defRPr sz="1200"/>
            </a:pPr>
            <a:r>
              <a:t>D:/pasar_fix/node_modules/.bun/@floating-ui+react@0.26.28+d0e719b86e9808b5/node_modules/@floating-ui/react/dist/floating-ui.react.d.mts</a:t>
            </a:r>
          </a:p>
          <a:p>
            <a:pPr>
              <a:defRPr sz="1200"/>
            </a:pPr>
            <a:r>
              <a:t>D:/pasar_fix/node_modules/.bun/@floating-ui+react@0.26.28+d0e719b86e9808b5/node_modules/@floating-ui/react/dist/floating-ui.react.d.ts</a:t>
            </a:r>
          </a:p>
          <a:p>
            <a:pPr>
              <a:defRPr sz="1200"/>
            </a:pPr>
            <a:r>
              <a:t>D:/pasar_fix/node_modules/.bun/@floating-ui+react@0.26.28+d0e719b86e9808b5/node_modules/@floating-ui/react/dist/floating-ui.react.esm.js</a:t>
            </a:r>
          </a:p>
          <a:p>
            <a:pPr>
              <a:defRPr sz="1200"/>
            </a:pPr>
            <a:r>
              <a:t>D:/pasar_fix/node_modules/.bun/@floating-ui+react@0.26.28+d0e719b86e9808b5/node_modules/@floating-ui/react/dist/floating-ui.react.mjs</a:t>
            </a:r>
          </a:p>
          <a:p>
            <a:pPr>
              <a:defRPr sz="1200"/>
            </a:pPr>
            <a:r>
              <a:t>D:/pasar_fix/node_modules/.bun/@floating-ui+react@0.26.28+d0e719b86e9808b5/node_modules/@floating-ui/react/dist/floating-ui.react.umd.js</a:t>
            </a:r>
          </a:p>
          <a:p>
            <a:pPr>
              <a:defRPr sz="1200"/>
            </a:pPr>
            <a:r>
              <a:t>D:/pasar_fix/node_modules/.bun/@floating-ui+react@0.26.28+d0e719b86e9808b5/node_modules/@floating-ui/react/dist/floating-ui.react.umd.min.js</a:t>
            </a:r>
          </a:p>
          <a:p>
            <a:pPr>
              <a:defRPr sz="1200"/>
            </a:pPr>
            <a:r>
              <a:t>D:/pasar_fix/node_modules/.bun/@floating-ui+react@0.26.28+d0e719b86e9808b5/node_modules/@floating-ui/react/dist/floating-ui.react.utils.d.mts</a:t>
            </a:r>
          </a:p>
          <a:p>
            <a:pPr>
              <a:defRPr sz="1200"/>
            </a:pPr>
            <a:r>
              <a:t>D:/pasar_fix/node_modules/.bun/@floating-ui+react@0.26.28+d0e719b86e9808b5/node_modules/@floating-ui/react/dist/floating-ui.react.utils.d.ts</a:t>
            </a:r>
          </a:p>
          <a:p>
            <a:pPr>
              <a:defRPr sz="1200"/>
            </a:pPr>
            <a:r>
              <a:t>D:/pasar_fix/node_modules/.bun/@floating-ui+react@0.26.28+d0e719b86e9808b5/node_modules/@floating-ui/react/dist/floating-ui.react.utils.esm.js</a:t>
            </a:r>
          </a:p>
          <a:p>
            <a:pPr>
              <a:defRPr sz="1200"/>
            </a:pPr>
            <a:r>
              <a:t>D:/pasar_fix/node_modules/.bun/@floating-ui+react@0.26.28+d0e719b86e9808b5/node_modules/@floating-ui/react/dist/floating-ui.react.utils.mjs</a:t>
            </a:r>
          </a:p>
          <a:p>
            <a:pPr>
              <a:defRPr sz="1200"/>
            </a:pPr>
            <a:r>
              <a:t>D:/pasar_fix/node_modules/.bun/@floating-ui+react@0.26.28+d0e719b86e9808b5/node_modules/@floating-ui/react/dist/floating-ui.react.utils.umd.js</a:t>
            </a:r>
          </a:p>
          <a:p>
            <a:pPr>
              <a:defRPr sz="1200"/>
            </a:pPr>
            <a:r>
              <a:t>D:/pasar_fix/node_modules/.bun/@floating-ui+react@0.26.28+d0e719b86e9808b5/node_modules/@floating-ui/react/dist/floating-ui.react.utils.umd.min.js</a:t>
            </a:r>
          </a:p>
          <a:p>
            <a:pPr>
              <a:defRPr sz="1200"/>
            </a:pPr>
            <a:r>
              <a:t>D:/pasar_fix/node_modules/.bun/@floating-ui+react@0.26.28+d0e719b86e9808b5/node_modules/@floating-ui/react/utils/floating-ui.react.utils.d.ts</a:t>
            </a:r>
          </a:p>
          <a:p>
            <a:pPr>
              <a:defRPr sz="1200"/>
            </a:pPr>
            <a:r>
              <a:t>D:/pasar_fix/node_modules/.bun/@floating-ui+react@0.26.28+d0e719b86e9808b5/node_modules/@floating-ui/react/utils/floating-ui.react.utils.esm.js</a:t>
            </a:r>
          </a:p>
          <a:p>
            <a:pPr>
              <a:defRPr sz="1200"/>
            </a:pPr>
            <a:r>
              <a:t>D:/pasar_fix/node_modules/.bun/@floating-ui+react@0.26.28+d0e719b86e9808b5/node_modules/@floating-ui/react/utils/floating-ui.react.utils.umd.js</a:t>
            </a:r>
          </a:p>
          <a:p>
            <a:pPr>
              <a:defRPr sz="1200"/>
            </a:pPr>
            <a:r>
              <a:t>D:/pasar_fix/node_modules/.bun/@floating-ui+react@0.26.28+d0e719b86e9808b5/node_modules/@floating-ui/react/utils/package.json</a:t>
            </a:r>
          </a:p>
          <a:p>
            <a:pPr>
              <a:defRPr sz="1200"/>
            </a:pPr>
            <a:r>
              <a:t>D:/pasar_fix/node_modules/.bun/@floating-ui+react@0.27.19+d0e719b86e9808b5/node_modules/@floating-ui/react/LICENSE</a:t>
            </a:r>
          </a:p>
          <a:p>
            <a:pPr>
              <a:defRPr sz="1200"/>
            </a:pPr>
            <a:r>
              <a:t>D:/pasar_fix/node_modules/.bun/@floating-ui+react@0.27.19+d0e719b86e9808b5/node_modules/@floating-ui/react/package.json</a:t>
            </a:r>
          </a:p>
          <a:p>
            <a:pPr>
              <a:defRPr sz="1200"/>
            </a:pPr>
            <a:r>
              <a:t>D:/pasar_fix/node_modules/.bun/@floating-ui+react@0.27.19+d0e719b86e9808b5/node_modules/@floating-ui/react/README.md</a:t>
            </a:r>
          </a:p>
          <a:p>
            <a:pPr>
              <a:defRPr sz="1200"/>
            </a:pPr>
            <a:r>
              <a:t>D:/pasar_fix/node_modules/.bun/@floating-ui+react@0.27.19+d0e719b86e9808b5/node_modules/@floating-ui/react/dist/floating-ui.react.d.mts</a:t>
            </a:r>
          </a:p>
          <a:p>
            <a:pPr>
              <a:defRPr sz="1200"/>
            </a:pPr>
            <a:r>
              <a:t>D:/pasar_fix/node_modules/.bun/@floating-ui+react@0.27.19+d0e719b86e9808b5/node_modules/@floating-ui/react/dist/floating-ui.react.d.ts</a:t>
            </a:r>
          </a:p>
          <a:p>
            <a:pPr>
              <a:defRPr sz="1200"/>
            </a:pPr>
            <a:r>
              <a:t>D:/pasar_fix/node_modules/.bun/@floating-ui+react@0.27.19+d0e719b86e9808b5/node_modules/@floating-ui/react/dist/floating-ui.react.esm.js</a:t>
            </a:r>
          </a:p>
          <a:p>
            <a:pPr>
              <a:defRPr sz="1200"/>
            </a:pPr>
            <a:r>
              <a:t>D:/pasar_fix/node_modules/.bun/@floating-ui+react@0.27.19+d0e719b86e9808b5/node_modules/@floating-ui/react/dist/floating-ui.react.mjs</a:t>
            </a:r>
          </a:p>
          <a:p>
            <a:pPr>
              <a:defRPr sz="1200"/>
            </a:pPr>
            <a:r>
              <a:t>D:/pasar_fix/node_modules/.bun/@floating-ui+react@0.27.19+d0e719b86e9808b5/node_modules/@floating-ui/react/dist/floating-ui.react.umd.js</a:t>
            </a:r>
          </a:p>
          <a:p>
            <a:pPr>
              <a:defRPr sz="1200"/>
            </a:pPr>
            <a:r>
              <a:t>D:/pasar_fix/node_modules/.bun/@floating-ui+react@0.27.19+d0e719b86e9808b5/node_modules/@floating-ui/react/dist/floating-ui.react.umd.min.js</a:t>
            </a:r>
          </a:p>
          <a:p>
            <a:pPr>
              <a:defRPr sz="1200"/>
            </a:pPr>
            <a:r>
              <a:t>D:/pasar_fix/node_modules/.bun/@floating-ui+react@0.27.19+d0e719b86e9808b5/node_modules/@floating-ui/react/dist/floating-ui.react.utils.d.mts</a:t>
            </a:r>
          </a:p>
          <a:p>
            <a:pPr>
              <a:defRPr sz="1200"/>
            </a:pPr>
            <a:r>
              <a:t>D:/pasar_fix/node_modules/.bun/@floating-ui+react@0.27.19+d0e719b86e9808b5/node_modules/@floating-ui/react/dist/floating-ui.react.utils.d.ts</a:t>
            </a:r>
          </a:p>
          <a:p>
            <a:pPr>
              <a:defRPr sz="1200"/>
            </a:pPr>
            <a:r>
              <a:t>D:/pasar_fix/node_modules/.bun/@floating-ui+react@0.27.19+d0e719b86e9808b5/node_modules/@floating-ui/react/dist/floating-ui.react.utils.esm.js</a:t>
            </a:r>
          </a:p>
          <a:p>
            <a:pPr>
              <a:defRPr sz="1200"/>
            </a:pPr>
            <a:r>
              <a:t>D:/pasar_fix/node_modules/.bun/@floating-ui+react@0.27.19+d0e719b86e9808b5/node_modules/@floating-ui/react/dist/floating-ui.react.utils.mjs</a:t>
            </a:r>
          </a:p>
          <a:p>
            <a:pPr>
              <a:defRPr sz="1200"/>
            </a:pPr>
            <a:r>
              <a:t>D:/pasar_fix/node_modules/.bun/@floating-ui+react@0.27.19+d0e719b86e9808b5/node_modules/@floating-ui/react/dist/floating-ui.react.utils.umd.js</a:t>
            </a:r>
          </a:p>
          <a:p>
            <a:pPr>
              <a:defRPr sz="1200"/>
            </a:pPr>
            <a:r>
              <a:t>D:/pasar_fix/node_modules/.bun/@floating-ui+react@0.27.19+d0e719b86e9808b5/node_modules/@floating-ui/react/dist/floating-ui.react.utils.umd.min.js</a:t>
            </a:r>
          </a:p>
          <a:p>
            <a:pPr>
              <a:defRPr sz="1200"/>
            </a:pPr>
            <a:r>
              <a:t>D:/pasar_fix/node_modules/.bun/@floating-ui+react@0.27.19+d0e719b86e9808b5/node_modules/@floating-ui/react/utils/floating-ui.react.utils.d.ts</a:t>
            </a:r>
          </a:p>
          <a:p>
            <a:pPr>
              <a:defRPr sz="1200"/>
            </a:pPr>
            <a:r>
              <a:t>D:/pasar_fix/node_modules/.bun/@floating-ui+react@0.27.19+d0e719b86e9808b5/node_modules/@floating-ui/react/utils/floating-ui.react.utils.esm.js</a:t>
            </a:r>
          </a:p>
          <a:p>
            <a:pPr>
              <a:defRPr sz="1200"/>
            </a:pPr>
            <a:r>
              <a:t>D:/pasar_fix/node_modules/.bun/@floating-ui+react@0.27.19+d0e719b86e9808b5/node_modules/@floating-ui/react/utils/floating-ui.react.utils.umd.js</a:t>
            </a:r>
          </a:p>
          <a:p>
            <a:pPr>
              <a:defRPr sz="1200"/>
            </a:pPr>
            <a:r>
              <a:t>D:/pasar_fix/node_modules/.bun/@floating-ui+react@0.27.19+d0e719b86e9808b5/node_modules/@floating-ui/react/utils/package.json</a:t>
            </a:r>
          </a:p>
          <a:p>
            <a:pPr>
              <a:defRPr sz="1200"/>
            </a:pPr>
            <a:r>
              <a:t>D:/pasar_fix/node_modules/.bun/@floating-ui+utils@0.2.11/node_modules/@floating-ui/utils/LICENSE</a:t>
            </a:r>
          </a:p>
          <a:p>
            <a:pPr>
              <a:defRPr sz="1200"/>
            </a:pPr>
            <a:r>
              <a:t>D:/pasar_fix/node_modules/.bun/@floating-ui+utils@0.2.11/node_modules/@floating-ui/utils/package.json</a:t>
            </a:r>
          </a:p>
          <a:p>
            <a:pPr>
              <a:defRPr sz="1200"/>
            </a:pPr>
            <a:r>
              <a:t>D:/pasar_fix/node_modules/.bun/@floating-ui+utils@0.2.11/node_modules/@floating-ui/utils/README.md</a:t>
            </a:r>
          </a:p>
          <a:p>
            <a:pPr>
              <a:defRPr sz="1200"/>
            </a:pPr>
            <a:r>
              <a:t>D:/pasar_fix/node_modules/.bun/@floating-ui+utils@0.2.11/node_modules/@floating-ui/utils/dist/floating-ui.utils.d.mts</a:t>
            </a:r>
          </a:p>
          <a:p>
            <a:pPr>
              <a:defRPr sz="1200"/>
            </a:pPr>
            <a:r>
              <a:t>D:/pasar_fix/node_modules/.bun/@floating-ui+utils@0.2.11/node_modules/@floating-ui/utils/dist/floating-ui.utils.d.ts</a:t>
            </a:r>
          </a:p>
          <a:p>
            <a:pPr>
              <a:defRPr sz="1200"/>
            </a:pPr>
            <a:r>
              <a:t>D:/pasar_fix/node_modules/.bun/@floating-ui+utils@0.2.11/node_modules/@floating-ui/utils/dist/floating-ui.utils.dom.d.mts</a:t>
            </a:r>
          </a:p>
          <a:p>
            <a:pPr>
              <a:defRPr sz="1200"/>
            </a:pPr>
            <a:r>
              <a:t>D:/pasar_fix/node_modules/.bun/@floating-ui+utils@0.2.11/node_modules/@floating-ui/utils/dist/floating-ui.utils.dom.d.ts</a:t>
            </a:r>
          </a:p>
          <a:p>
            <a:pPr>
              <a:defRPr sz="1200"/>
            </a:pPr>
            <a:r>
              <a:t>D:/pasar_fix/node_modules/.bun/@floating-ui+utils@0.2.11/node_modules/@floating-ui/utils/dist/floating-ui.utils.dom.esm.js</a:t>
            </a:r>
          </a:p>
          <a:p>
            <a:pPr>
              <a:defRPr sz="1200"/>
            </a:pPr>
            <a:r>
              <a:t>D:/pasar_fix/node_modules/.bun/@floating-ui+utils@0.2.11/node_modules/@floating-ui/utils/dist/floating-ui.utils.dom.mjs</a:t>
            </a:r>
          </a:p>
          <a:p>
            <a:pPr>
              <a:defRPr sz="1200"/>
            </a:pPr>
            <a:r>
              <a:t>D:/pasar_fix/node_modules/.bun/@floating-ui+utils@0.2.11/node_modules/@floating-ui/utils/dist/floating-ui.utils.dom.umd.js</a:t>
            </a:r>
          </a:p>
          <a:p>
            <a:pPr>
              <a:defRPr sz="1200"/>
            </a:pPr>
            <a:r>
              <a:t>D:/pasar_fix/node_modules/.bun/@floating-ui+utils@0.2.11/node_modules/@floating-ui/utils/dist/floating-ui.utils.dom.umd.min.js</a:t>
            </a:r>
          </a:p>
          <a:p>
            <a:pPr>
              <a:defRPr sz="1200"/>
            </a:pPr>
            <a:r>
              <a:t>D:/pasar_fix/node_modules/.bun/@floating-ui+utils@0.2.11/node_modules/@floating-ui/utils/dist/floating-ui.utils.esm.js</a:t>
            </a:r>
          </a:p>
          <a:p>
            <a:pPr>
              <a:defRPr sz="1200"/>
            </a:pPr>
            <a:r>
              <a:t>D:/pasar_fix/node_modules/.bun/@floating-ui+utils@0.2.11/node_modules/@floating-ui/utils/dist/floating-ui.utils.mjs</a:t>
            </a:r>
          </a:p>
          <a:p>
            <a:pPr>
              <a:defRPr sz="1200"/>
            </a:pPr>
            <a:r>
              <a:t>D:/pasar_fix/node_modules/.bun/@floating-ui+utils@0.2.11/node_modules/@floating-ui/utils/dist/floating-ui.utils.umd.js</a:t>
            </a:r>
          </a:p>
          <a:p>
            <a:pPr>
              <a:defRPr sz="1200"/>
            </a:pPr>
            <a:r>
              <a:t>D:/pasar_fix/node_modules/.bun/@floating-ui+utils@0.2.11/node_modules/@floating-ui/utils/dist/floating-ui.utils.umd.min.js</a:t>
            </a:r>
          </a:p>
          <a:p>
            <a:pPr>
              <a:defRPr sz="1200"/>
            </a:pPr>
            <a:r>
              <a:t>D:/pasar_fix/node_modules/.bun/@floating-ui+utils@0.2.11/node_modules/@floating-ui/utils/dom/floating-ui.utils.dom.d.ts</a:t>
            </a:r>
          </a:p>
          <a:p>
            <a:pPr>
              <a:defRPr sz="1200"/>
            </a:pPr>
            <a:r>
              <a:t>D:/pasar_fix/node_modules/.bun/@floating-ui+utils@0.2.11/node_modules/@floating-ui/utils/dom/floating-ui.utils.dom.esm.js</a:t>
            </a:r>
          </a:p>
          <a:p>
            <a:pPr>
              <a:defRPr sz="1200"/>
            </a:pPr>
            <a:r>
              <a:t>D:/pasar_fix/node_modules/.bun/@floating-ui+utils@0.2.11/node_modules/@floating-ui/utils/dom/floating-ui.utils.dom.umd.js</a:t>
            </a:r>
          </a:p>
          <a:p>
            <a:pPr>
              <a:defRPr sz="1200"/>
            </a:pPr>
            <a:r>
              <a:t>D:/pasar_fix/node_modules/.bun/@floating-ui+utils@0.2.11/node_modules/@floating-ui/utils/dom/package.json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D:/pasar_fix/node_modules/.bun/@fortawesome+fontawesome-free@7.2.0/node_modules/@fortawesome/fontawesome-free/LICENSE.txt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D:/pasar_fix/node_modules/.bun/@fortawesome+fontawesome-free@7.2.0/node_modules/@fortawesome/fontawesome-free/package.json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D:/pasar_fix/node_modules/.bun/@fortawesome+fontawesome-free@7.2.0/node_modules/@fortawesome/fontawesome-free/README.md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D:/pasar_fix/node_modules/.bun/@fortawesome+fontawesome-free@7.2.0/node_modules/@fortawesome/fontawesome-free/css/all.css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D:/pasar_fix/node_modules/.bun/@fortawesome+fontawesome-free@7.2.0/node_modules/@fortawesome/fontawesome-free/css/all.min.css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D:/pasar_fix/node_modules/.bun/@fortawesome+fontawesome-free@7.2.0/node_modules/@fortawesome/fontawesome-free/css/brands.css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D:/pasar_fix/node_modules/.bun/@fortawesome+fontawesome-free@7.2.0/node_modules/@fortawesome/fontawesome-free/css/brands.min.css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D:/pasar_fix/node_modules/.bun/@fortawesome+fontawesome-free@7.2.0/node_modules/@fortawesome/fontawesome-free/css/fontawesome.css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D:/pasar_fix/node_modules/.bun/@fortawesome+fontawesome-free@7.2.0/node_modules/@fortawesome/fontawesome-free/css/fontawesome.min.css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D:/pasar_fix/node_modules/.bun/@fortawesome+fontawesome-free@7.2.0/node_modules/@fortawesome/fontawesome-free/css/regular.css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D:/pasar_fix/node_modules/.bun/@fortawesome+fontawesome-free@7.2.0/node_modules/@fortawesome/fontawesome-free/css/regular.min.css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D:/pasar_fix/node_modules/.bun/@fortawesome+fontawesome-free@7.2.0/node_modules/@fortawesome/fontawesome-free/css/solid.css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D:/pasar_fix/node_modules/.bun/@fortawesome+fontawesome-free@7.2.0/node_modules/@fortawesome/fontawesome-free/css/solid.min.css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D:/pasar_fix/node_modules/.bun/@fortawesome+fontawesome-free@7.2.0/node_modules/@fortawesome/fontawesome-free/css/svg-with-js.css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D:/pasar_fix/node_modules/.bun/@fortawesome+fontawesome-free@7.2.0/node_modules/@fortawesome/fontawesome-free/css/svg-with-js.min.css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D:/pasar_fix/node_modules/.bun/@fortawesome+fontawesome-free@7.2.0/node_modules/@fortawesome/fontawesome-free/css/svg.css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D:/pasar_fix/node_modules/.bun/@fortawesome+fontawesome-free@7.2.0/node_modules/@fortawesome/fontawesome-free/css/svg.min.css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D:/pasar_fix/node_modules/.bun/@fortawesome+fontawesome-free@7.2.0/node_modules/@fortawesome/fontawesome-free/css/v4-font-face.css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D:/pasar_fix/node_modules/.bun/@fortawesome+fontawesome-free@7.2.0/node_modules/@fortawesome/fontawesome-free/css/v4-font-face.min.css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D:/pasar_fix/node_modules/.bun/@fortawesome+fontawesome-free@7.2.0/node_modules/@fortawesome/fontawesome-free/css/v4-shims.css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D:/pasar_fix/node_modules/.bun/@fortawesome+fontawesome-free@7.2.0/node_modules/@fortawesome/fontawesome-free/css/v4-shims.min.css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D:/pasar_fix/node_modules/.bun/@fortawesome+fontawesome-free@7.2.0/node_modules/@fortawesome/fontawesome-free/css/v5-font-face.css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D:/pasar_fix/node_modules/.bun/@fortawesome+fontawesome-free@7.2.0/node_modules/@fortawesome/fontawesome-free/css/v5-font-face.min.css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D:/pasar_fix/node_modules/.bun/@fortawesome+fontawesome-free@7.2.0/node_modules/@fortawesome/fontawesome-free/js/all.js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D:/pasar_fix/node_modules/.bun/@fortawesome+fontawesome-free@7.2.0/node_modules/@fortawesome/fontawesome-free/js/all.min.js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D:/pasar_fix/node_modules/.bun/@fortawesome+fontawesome-free@7.2.0/node_modules/@fortawesome/fontawesome-free/js/brands.js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D:/pasar_fix/node_modules/.bun/@fortawesome+fontawesome-free@7.2.0/node_modules/@fortawesome/fontawesome-free/js/brands.min.js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D:/pasar_fix/node_modules/.bun/@fortawesome+fontawesome-free@7.2.0/node_modules/@fortawesome/fontawesome-free/js/conflict-detection.js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D:/pasar_fix/node_modules/.bun/@fortawesome+fontawesome-free@7.2.0/node_modules/@fortawesome/fontawesome-free/js/conflict-detection.min.js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D:/pasar_fix/node_modules/.bun/@fortawesome+fontawesome-free@7.2.0/node_modules/@fortawesome/fontawesome-free/js/fontawesome.js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D:/pasar_fix/node_modules/.bun/@fortawesome+fontawesome-free@7.2.0/node_modules/@fortawesome/fontawesome-free/js/fontawesome.min.js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D:/pasar_fix/node_modules/.bun/@fortawesome+fontawesome-free@7.2.0/node_modules/@fortawesome/fontawesome-free/js/regular.js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D:/pasar_fix/node_modules/.bun/@fortawesome+fontawesome-free@7.2.0/node_modules/@fortawesome/fontawesome-free/js/regular.min.js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D:/pasar_fix/node_modules/.bun/@fortawesome+fontawesome-free@7.2.0/node_modules/@fortawesome/fontawesome-free/js/solid.js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D:/pasar_fix/node_modules/.bun/@fortawesome+fontawesome-free@7.2.0/node_modules/@fortawesome/fontawesome-free/js/solid.min.js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D:/pasar_fix/node_modules/.bun/@fortawesome+fontawesome-free@7.2.0/node_modules/@fortawesome/fontawesome-free/js/v4-shims.js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D:/pasar_fix/node_modules/.bun/@fortawesome+fontawesome-free@7.2.0/node_modules/@fortawesome/fontawesome-free/js/v4-shims.min.js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D:/pasar_fix/node_modules/.bun/@fortawesome+fontawesome-free@7.2.0/node_modules/@fortawesome/fontawesome-free/metadata/categories.yml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D:/pasar_fix/node_modules/.bun/@fortawesome+fontawesome-free@7.2.0/node_modules/@fortawesome/fontawesome-free/metadata/icon-families.json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D:/pasar_fix/node_modules/.bun/@fortawesome+fontawesome-free@7.2.0/node_modules/@fortawesome/fontawesome-free/metadata/icon-families.yml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D:/pasar_fix/node_modules/.bun/@fortawesome+fontawesome-free@7.2.0/node_modules/@fortawesome/fontawesome-free/metadata/icons.yml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D:/pasar_fix/node_modules/.bun/@fortawesome+fontawesome-free@7.2.0/node_modules/@fortawesome/fontawesome-free/metadata/shims.yml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D:/pasar_fix/node_modules/.bun/@fortawesome+fontawesome-free@7.2.0/node_modules/@fortawesome/fontawesome-free/metadata/sponsors.yml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D:/pasar_fix/node_modules/.bun/@fortawesome+fontawesome-free@7.2.0/node_modules/@fortawesome/fontawesome-free/scss/brands.scss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D:/pasar_fix/node_modules/.bun/@fortawesome+fontawesome-free@7.2.0/node_modules/@fortawesome/fontawesome-free/scss/fontawesome.scss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D:/pasar_fix/node_modules/.bun/@fortawesome+fontawesome-free@7.2.0/node_modules/@fortawesome/fontawesome-free/scss/regular.scss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D:/pasar_fix/node_modules/.bun/@fortawesome+fontawesome-free@7.2.0/node_modules/@fortawesome/fontawesome-free/scss/solid.scss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D:/pasar_fix/node_modules/.bun/@fortawesome+fontawesome-free@7.2.0/node_modules/@fortawesome/fontawesome-free/scss/v4-shims.scss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D:/pasar_fix/node_modules/.bun/@fortawesome+fontawesome-free@7.2.0/node_modules/@fortawesome/fontawesome-free/scss/_animated.scss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D:/pasar_fix/node_modules/.bun/@fortawesome+fontawesome-free@7.2.0/node_modules/@fortawesome/fontawesome-free/scss/_bordered.scss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D:/pasar_fix/node_modules/.bun/@fortawesome+fontawesome-free@7.2.0/node_modules/@fortawesome/fontawesome-free/scss/_core.scss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D:/pasar_fix/node_modules/.bun/@fortawesome+fontawesome-free@7.2.0/node_modules/@fortawesome/fontawesome-free/scss/_fa.scss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D:/pasar_fix/node_modules/.bun/@fortawesome+fontawesome-free@7.2.0/node_modules/@fortawesome/fontawesome-free/scss/_functions.scss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D:/pasar_fix/node_modules/.bun/@fortawesome+fontawesome-free@7.2.0/node_modules/@fortawesome/fontawesome-free/scss/_icons.scss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D:/pasar_fix/node_modules/.bun/@fortawesome+fontawesome-free@7.2.0/node_modules/@fortawesome/fontawesome-free/scss/_list.scss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D:/pasar_fix/node_modules/.bun/@fortawesome+fontawesome-free@7.2.0/node_modules/@fortawesome/fontawesome-free/scss/_mixins.scss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D:/pasar_fix/node_modules/.bun/@fortawesome+fontawesome-free@7.2.0/node_modules/@fortawesome/fontawesome-free/scss/_pulled.scss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D:/pasar_fix/node_modules/.bun/@fortawesome+fontawesome-free@7.2.0/node_modules/@fortawesome/fontawesome-free/scss/_rotated-flipped.scss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D:/pasar_fix/node_modules/.bun/@fortawesome+fontawesome-free@7.2.0/node_modules/@fortawesome/fontawesome-free/scss/_shims.scss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D:/pasar_fix/node_modules/.bun/@fortawesome+fontawesome-free@7.2.0/node_modules/@fortawesome/fontawesome-free/scss/_sizing.scss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D:/pasar_fix/node_modules/.bun/@fortawesome+fontawesome-free@7.2.0/node_modules/@fortawesome/fontawesome-free/scss/_stacked.scss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D:/pasar_fix/node_modules/.bun/@fortawesome+fontawesome-free@7.2.0/node_modules/@fortawesome/fontawesome-free/scss/_variables.scss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D:/pasar_fix/node_modules/.bun/@fortawesome+fontawesome-free@7.2.0/node_modules/@fortawesome/fontawesome-free/scss/_widths.scss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D:/pasar_fix/node_modules/.bun/@fortawesome+fontawesome-free@7.2.0/node_modules/@fortawesome/fontawesome-free/sprites/brands.svg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D:/pasar_fix/node_modules/.bun/@fortawesome+fontawesome-free@7.2.0/node_modules/@fortawesome/fontawesome-free/sprites/regular.svg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D:/pasar_fix/node_modules/.bun/@fortawesome+fontawesome-free@7.2.0/node_modules/@fortawesome/fontawesome-free/sprites/solid.svg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D:/pasar_fix/node_modules/.bun/@fortawesome+fontawesome-free@7.2.0/node_modules/@fortawesome/fontawesome-free/sprites-full/brands.svg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D:/pasar_fix/node_modules/.bun/@fortawesome+fontawesome-free@7.2.0/node_modules/@fortawesome/fontawesome-free/sprites-full/regular.svg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D:/pasar_fix/node_modules/.bun/@fortawesome+fontawesome-free@7.2.0/node_modules/@fortawesome/fontawesome-free/sprites-full/solid.svg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D:/pasar_fix/node_modules/.bun/@fortawesome+fontawesome-free@7.2.0/node_modules/@fortawesome/fontawesome-free/svgs/brands/11ty.svg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D:/pasar_fix/node_modules/.bun/@fortawesome+fontawesome-free@7.2.0/node_modules/@fortawesome/fontawesome-free/svgs/brands/42-group.svg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D:/pasar_fix/node_modules/.bun/@fortawesome+fontawesome-free@7.2.0/node_modules/@fortawesome/fontawesome-free/svgs/brands/500px.svg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D:/pasar_fix/node_modules/.bun/@fortawesome+fontawesome-free@7.2.0/node_modules/@fortawesome/fontawesome-free/svgs/brands/accessible-icon.svg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D:/pasar_fix/node_modules/.bun/@fortawesome+fontawesome-free@7.2.0/node_modules/@fortawesome/fontawesome-free/svgs/brands/accusoft.svg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D:/pasar_fix/node_modules/.bun/@fortawesome+fontawesome-free@7.2.0/node_modules/@fortawesome/fontawesome-free/svgs/brands/adn.svg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D:/pasar_fix/node_modules/.bun/@fortawesome+fontawesome-free@7.2.0/node_modules/@fortawesome/fontawesome-free/svgs/brands/adversal.svg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D:/pasar_fix/node_modules/.bun/@fortawesome+fontawesome-free@7.2.0/node_modules/@fortawesome/fontawesome-free/svgs/brands/affiliatetheme.svg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D:/pasar_fix/node_modules/.bun/@fortawesome+fontawesome-free@7.2.0/node_modules/@fortawesome/fontawesome-free/svgs/brands/airbnb.svg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D:/pasar_fix/node_modules/.bun/@fortawesome+fontawesome-free@7.2.0/node_modules/@fortawesome/fontawesome-free/svgs/brands/algolia.svg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D:/pasar_fix/node_modules/.bun/@fortawesome+fontawesome-free@7.2.0/node_modules/@fortawesome/fontawesome-free/svgs/brands/alipay.svg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D:/pasar_fix/node_modules/.bun/@fortawesome+fontawesome-free@7.2.0/node_modules/@fortawesome/fontawesome-free/svgs/brands/amazon-pay.svg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D:/pasar_fix/node_modules/.bun/@fortawesome+fontawesome-free@7.2.0/node_modules/@fortawesome/fontawesome-free/svgs/brands/amazon.svg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D:/pasar_fix/node_modules/.bun/@fortawesome+fontawesome-free@7.2.0/node_modules/@fortawesome/fontawesome-free/svgs/brands/amilia.svg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D:/pasar_fix/node_modules/.bun/@fortawesome+fontawesome-free@7.2.0/node_modules/@fortawesome/fontawesome-free/svgs/brands/android.svg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D:/pasar_fix/node_modules/.bun/@fortawesome+fontawesome-free@7.2.0/node_modules/@fortawesome/fontawesome-free/svgs/brands/angellist.svg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D:/pasar_fix/node_modules/.bun/@fortawesome+fontawesome-free@7.2.0/node_modules/@fortawesome/fontawesome-free/svgs/brands/angrycreative.svg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D:/pasar_fix/node_modules/.bun/@fortawesome+fontawesome-free@7.2.0/node_modules/@fortawesome/fontawesome-free/svgs/brands/angular.svg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D:/pasar_fix/node_modules/.bun/@fortawesome+fontawesome-free@7.2.0/node_modules/@fortawesome/fontawesome-free/svgs/brands/app-store-ios.svg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D:/pasar_fix/node_modules/.bun/@fortawesome+fontawesome-free@7.2.0/node_modules/@fortawesome/fontawesome-free/svgs/brands/app-store.svg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D:/pasar_fix/node_modules/.bun/@fortawesome+fontawesome-free@7.2.0/node_modules/@fortawesome/fontawesome-free/svgs/brands/apper.svg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D:/pasar_fix/node_modules/.bun/@fortawesome+fontawesome-free@7.2.0/node_modules/@fortawesome/fontawesome-free/svgs/brands/apple-pay.svg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D:/pasar_fix/node_modules/.bun/@fortawesome+fontawesome-free@7.2.0/node_modules/@fortawesome/fontawesome-free/svgs/brands/apple.svg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D:/pasar_fix/node_modules/.bun/@fortawesome+fontawesome-free@7.2.0/node_modules/@fortawesome/fontawesome-free/svgs/brands/arch-linux.svg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D:/pasar_fix/node_modules/.bun/@fortawesome+fontawesome-free@7.2.0/node_modules/@fortawesome/fontawesome-free/svgs/brands/artstation.svg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D:/pasar_fix/node_modules/.bun/@fortawesome+fontawesome-free@7.2.0/node_modules/@fortawesome/fontawesome-free/svgs/brands/asymmetrik.svg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D:/pasar_fix/node_modules/.bun/@fortawesome+fontawesome-free@7.2.0/node_modules/@fortawesome/fontawesome-free/svgs/brands/atlassian.svg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D:/pasar_fix/node_modules/.bun/@fortawesome+fontawesome-free@7.2.0/node_modules/@fortawesome/fontawesome-free/svgs/brands/audible.svg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D:/pasar_fix/node_modules/.bun/@fortawesome+fontawesome-free@7.2.0/node_modules/@fortawesome/fontawesome-free/svgs/brands/autoprefixer.svg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D:/pasar_fix/node_modules/.bun/@fortawesome+fontawesome-free@7.2.0/node_modules/@fortawesome/fontawesome-free/svgs/brands/avianex.svg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D:/pasar_fix/node_modules/.bun/@fortawesome+fontawesome-free@7.2.0/node_modules/@fortawesome/fontawesome-free/svgs/brands/aviato.svg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D:/pasar_fix/node_modules/.bun/@fortawesome+fontawesome-free@7.2.0/node_modules/@fortawesome/fontawesome-free/svgs/brands/aws.svg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D:/pasar_fix/node_modules/.bun/@fortawesome+fontawesome-free@7.2.0/node_modules/@fortawesome/fontawesome-free/svgs/brands/bandcamp.svg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D:/pasar_fix/node_modules/.bun/@fortawesome+fontawesome-free@7.2.0/node_modules/@fortawesome/fontawesome-free/svgs/brands/battle-net.svg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D:/pasar_fix/node_modules/.bun/@fortawesome+fontawesome-free@7.2.0/node_modules/@fortawesome/fontawesome-free/svgs/brands/behance-square.svg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D:/pasar_fix/node_modules/.bun/@fortawesome+fontawesome-free@7.2.0/node_modules/@fortawesome/fontawesome-free/svgs/brands/behance.svg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D:/pasar_fix/node_modules/.bun/@fortawesome+fontawesome-free@7.2.0/node_modules/@fortawesome/fontawesome-free/svgs/brands/bgg.svg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D:/pasar_fix/node_modules/.bun/@fortawesome+fontawesome-free@7.2.0/node_modules/@fortawesome/fontawesome-free/svgs/brands/bilibili.svg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D:/pasar_fix/node_modules/.bun/@fortawesome+fontawesome-free@7.2.0/node_modules/@fortawesome/fontawesome-free/svgs/brands/bimobject.svg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D:/pasar_fix/node_modules/.bun/@fortawesome+fontawesome-free@7.2.0/node_modules/@fortawesome/fontawesome-free/svgs/brands/bitbucket.svg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D:/pasar_fix/node_modules/.bun/@fortawesome+fontawesome-free@7.2.0/node_modules/@fortawesome/fontawesome-free/svgs/brands/bitcoin.svg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D:/pasar_fix/node_modules/.bun/@fortawesome+fontawesome-free@7.2.0/node_modules/@fortawesome/fontawesome-free/svgs/brands/bity.svg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D:/pasar_fix/node_modules/.bun/@fortawesome+fontawesome-free@7.2.0/node_modules/@fortawesome/fontawesome-free/svgs/brands/black-tie.svg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D:/pasar_fix/node_modules/.bun/@fortawesome+fontawesome-free@7.2.0/node_modules/@fortawesome/fontawesome-free/svgs/brands/blackberry.svg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D:/pasar_fix/node_modules/.bun/@fortawesome+fontawesome-free@7.2.0/node_modules/@fortawesome/fontawesome-free/svgs/brands/blogger-b.svg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D:/pasar_fix/node_modules/.bun/@fortawesome+fontawesome-free@7.2.0/node_modules/@fortawesome/fontawesome-free/svgs/brands/blogger.svg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D:/pasar_fix/node_modules/.bun/@fortawesome+fontawesome-free@7.2.0/node_modules/@fortawesome/fontawesome-free/svgs/brands/bluesky.svg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D:/pasar_fix/node_modules/.bun/@fortawesome+fontawesome-free@7.2.0/node_modules/@fortawesome/fontawesome-free/svgs/brands/bluetooth-b.svg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D:/pasar_fix/node_modules/.bun/@fortawesome+fontawesome-free@7.2.0/node_modules/@fortawesome/fontawesome-free/svgs/brands/bluetooth.svg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D:/pasar_fix/node_modules/.bun/@fortawesome+fontawesome-free@7.2.0/node_modules/@fortawesome/fontawesome-free/svgs/brands/board-game-geek.svg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D:/pasar_fix/node_modules/.bun/@fortawesome+fontawesome-free@7.2.0/node_modules/@fortawesome/fontawesome-free/svgs/brands/bootstrap.svg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D:/pasar_fix/node_modules/.bun/@fortawesome+fontawesome-free@7.2.0/node_modules/@fortawesome/fontawesome-free/svgs/brands/bots.svg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D:/pasar_fix/node_modules/.bun/@fortawesome+fontawesome-free@7.2.0/node_modules/@fortawesome/fontawesome-free/svgs/brands/brave-reverse.svg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D:/pasar_fix/node_modules/.bun/@fortawesome+fontawesome-free@7.2.0/node_modules/@fortawesome/fontawesome-free/svgs/brands/brave.svg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D:/pasar_fix/node_modules/.bun/@fortawesome+fontawesome-free@7.2.0/node_modules/@fortawesome/fontawesome-free/svgs/brands/btc.svg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D:/pasar_fix/node_modules/.bun/@fortawesome+fontawesome-free@7.2.0/node_modules/@fortawesome/fontawesome-free/svgs/brands/buffer.svg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D:/pasar_fix/node_modules/.bun/@fortawesome+fontawesome-free@7.2.0/node_modules/@fortawesome/fontawesome-free/svgs/brands/buromobelexperte.svg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D:/pasar_fix/node_modules/.bun/@fortawesome+fontawesome-free@7.2.0/node_modules/@fortawesome/fontawesome-free/svgs/brands/buy-n-large.svg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D:/pasar_fix/node_modules/.bun/@fortawesome+fontawesome-free@7.2.0/node_modules/@fortawesome/fontawesome-free/svgs/brands/buysellads.svg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D:/pasar_fix/node_modules/.bun/@fortawesome+fontawesome-free@7.2.0/node_modules/@fortawesome/fontawesome-free/svgs/brands/canadian-maple-leaf.svg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D:/pasar_fix/node_modules/.bun/@fortawesome+fontawesome-free@7.2.0/node_modules/@fortawesome/fontawesome-free/svgs/brands/cash-app.svg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D:/pasar_fix/node_modules/.bun/@fortawesome+fontawesome-free@7.2.0/node_modules/@fortawesome/fontawesome-free/svgs/brands/cc-amazon-pay.svg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D:/pasar_fix/node_modules/.bun/@fortawesome+fontawesome-free@7.2.0/node_modules/@fortawesome/fontawesome-free/svgs/brands/cc-amex.svg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D:/pasar_fix/node_modules/.bun/@fortawesome+fontawesome-free@7.2.0/node_modules/@fortawesome/fontawesome-free/svgs/brands/cc-apple-pay.svg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D:/pasar_fix/node_modules/.bun/@fortawesome+fontawesome-free@7.2.0/node_modules/@fortawesome/fontawesome-free/svgs/brands/cc-diners-club.svg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D:/pasar_fix/node_modules/.bun/@fortawesome+fontawesome-free@7.2.0/node_modules/@fortawesome/fontawesome-free/svgs/brands/cc-discover.svg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D:/pasar_fix/node_modules/.bun/@fortawesome+fontawesome-free@7.2.0/node_modules/@fortawesome/fontawesome-free/svgs/brands/cc-jcb.svg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D:/pasar_fix/node_modules/.bun/@fortawesome+fontawesome-free@7.2.0/node_modules/@fortawesome/fontawesome-free/svgs/brands/cc-mastercard.svg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D:/pasar_fix/node_modules/.bun/@fortawesome+fontawesome-free@7.2.0/node_modules/@fortawesome/fontawesome-free/svgs/brands/cc-paypal.svg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D:/pasar_fix/node_modules/.bun/@fortawesome+fontawesome-free@7.2.0/node_modules/@fortawesome/fontawesome-free/svgs/brands/cc-stripe.svg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D:/pasar_fix/node_modules/.bun/@fortawesome+fontawesome-free@7.2.0/node_modules/@fortawesome/fontawesome-free/svgs/brands/cc-visa.svg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D:/pasar_fix/node_modules/.bun/@fortawesome+fontawesome-free@7.2.0/node_modules/@fortawesome/fontawesome-free/svgs/brands/centercode.svg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D:/pasar_fix/node_modules/.bun/@fortawesome+fontawesome-free@7.2.0/node_modules/@fortawesome/fontawesome-free/svgs/brands/centos.svg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D:/pasar_fix/node_modules/.bun/@fortawesome+fontawesome-free@7.2.0/node_modules/@fortawesome/fontawesome-free/svgs/brands/chrome.svg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D:/pasar_fix/node_modules/.bun/@fortawesome+fontawesome-free@7.2.0/node_modules/@fortawesome/fontawesome-free/svgs/brands/chromecast.svg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D:/pasar_fix/node_modules/.bun/@fortawesome+fontawesome-free@7.2.0/node_modules/@fortawesome/fontawesome-free/svgs/brands/circle-zulip.svg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D:/pasar_fix/node_modules/.bun/@fortawesome+fontawesome-free@7.2.0/node_modules/@fortawesome/fontawesome-free/svgs/brands/claude.svg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D:/pasar_fix/node_modules/.bun/@fortawesome+fontawesome-free@7.2.0/node_modules/@fortawesome/fontawesome-free/svgs/brands/cloudflare.svg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D:/pasar_fix/node_modules/.bun/@fortawesome+fontawesome-free@7.2.0/node_modules/@fortawesome/fontawesome-free/svgs/brands/cloudscale.svg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D:/pasar_fix/node_modules/.bun/@fortawesome+fontawesome-free@7.2.0/node_modules/@fortawesome/fontawesome-free/svgs/brands/cloudsmith.svg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D:/pasar_fix/node_modules/.bun/@fortawesome+fontawesome-free@7.2.0/node_modules/@fortawesome/fontawesome-free/svgs/brands/cloudversify.svg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D:/pasar_fix/node_modules/.bun/@fortawesome+fontawesome-free@7.2.0/node_modules/@fortawesome/fontawesome-free/svgs/brands/cmplid.svg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D:/pasar_fix/node_modules/.bun/@fortawesome+fontawesome-free@7.2.0/node_modules/@fortawesome/fontawesome-free/svgs/brands/codepen.svg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D:/pasar_fix/node_modules/.bun/@fortawesome+fontawesome-free@7.2.0/node_modules/@fortawesome/fontawesome-free/svgs/brands/codiepie.svg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D:/pasar_fix/node_modules/.bun/@fortawesome+fontawesome-free@7.2.0/node_modules/@fortawesome/fontawesome-free/svgs/brands/confluence.svg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D:/pasar_fix/node_modules/.bun/@fortawesome+fontawesome-free@7.2.0/node_modules/@fortawesome/fontawesome-free/svgs/brands/connectdevelop.svg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D:/pasar_fix/node_modules/.bun/@fortawesome+fontawesome-free@7.2.0/node_modules/@fortawesome/fontawesome-free/svgs/brands/contao.svg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D:/pasar_fix/node_modules/.bun/@fortawesome+fontawesome-free@7.2.0/node_modules/@fortawesome/fontawesome-free/svgs/brands/cotton-bureau.svg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D:/pasar_fix/node_modules/.bun/@fortawesome+fontawesome-free@7.2.0/node_modules/@fortawesome/fontawesome-free/svgs/brands/cpanel.svg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D:/pasar_fix/node_modules/.bun/@fortawesome+fontawesome-free@7.2.0/node_modules/@fortawesome/fontawesome-free/svgs/brands/creative-commons-by.svg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D:/pasar_fix/node_modules/.bun/@fortawesome+fontawesome-free@7.2.0/node_modules/@fortawesome/fontawesome-free/svgs/brands/creative-commons-nc-eu.svg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D:/pasar_fix/node_modules/.bun/@fortawesome+fontawesome-free@7.2.0/node_modules/@fortawesome/fontawesome-free/svgs/brands/creative-commons-nc-jp.svg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D:/pasar_fix/node_modules/.bun/@fortawesome+fontawesome-free@7.2.0/node_modules/@fortawesome/fontawesome-free/svgs/brands/creative-commons-nc.svg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D:/pasar_fix/node_modules/.bun/@fortawesome+fontawesome-free@7.2.0/node_modules/@fortawesome/fontawesome-free/svgs/brands/creative-commons-nd.svg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D:/pasar_fix/node_modules/.bun/@fortawesome+fontawesome-free@7.2.0/node_modules/@fortawesome/fontawesome-free/svgs/brands/creative-commons-pd-alt.svg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D:/pasar_fix/node_modules/.bun/@fortawesome+fontawesome-free@7.2.0/node_modules/@fortawesome/fontawesome-free/svgs/brands/creative-commons-pd.svg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D:/pasar_fix/node_modules/.bun/@fortawesome+fontawesome-free@7.2.0/node_modules/@fortawesome/fontawesome-free/svgs/brands/creative-commons-remix.svg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D:/pasar_fix/node_modules/.bun/@fortawesome+fontawesome-free@7.2.0/node_modules/@fortawesome/fontawesome-free/svgs/brands/creative-commons-sa.svg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D:/pasar_fix/node_modules/.bun/@fortawesome+fontawesome-free@7.2.0/node_modules/@fortawesome/fontawesome-free/svgs/brands/creative-commons-sampling-plus.svg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D:/pasar_fix/node_modules/.bun/@fortawesome+fontawesome-free@7.2.0/node_modules/@fortawesome/fontawesome-free/svgs/brands/creative-commons-sampling.svg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D:/pasar_fix/node_modules/.bun/@fortawesome+fontawesome-free@7.2.0/node_modules/@fortawesome/fontawesome-free/svgs/brands/creative-commons-share.svg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D:/pasar_fix/node_modules/.bun/@fortawesome+fontawesome-free@7.2.0/node_modules/@fortawesome/fontawesome-free/svgs/brands/creative-commons-zero.svg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D:/pasar_fix/node_modules/.bun/@fortawesome+fontawesome-free@7.2.0/node_modules/@fortawesome/fontawesome-free/svgs/brands/creative-commons.svg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D:/pasar_fix/node_modules/.bun/@fortawesome+fontawesome-free@7.2.0/node_modules/@fortawesome/fontawesome-free/svgs/brands/critical-role.svg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D:/pasar_fix/node_modules/.bun/@fortawesome+fontawesome-free@7.2.0/node_modules/@fortawesome/fontawesome-free/svgs/brands/css.svg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D:/pasar_fix/node_modules/.bun/@fortawesome+fontawesome-free@7.2.0/node_modules/@fortawesome/fontawesome-free/svgs/brands/css3-alt.svg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D:/pasar_fix/node_modules/.bun/@fortawesome+fontawesome-free@7.2.0/node_modules/@fortawesome/fontawesome-free/svgs/brands/css3.svg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D:/pasar_fix/node_modules/.bun/@fortawesome+fontawesome-free@7.2.0/node_modules/@fortawesome/fontawesome-free/svgs/brands/cuttlefish.svg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D:/pasar_fix/node_modules/.bun/@fortawesome+fontawesome-free@7.2.0/node_modules/@fortawesome/fontawesome-free/svgs/brands/d-and-d-beyond.svg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D:/pasar_fix/node_modules/.bun/@fortawesome+fontawesome-free@7.2.0/node_modules/@fortawesome/fontawesome-free/svgs/brands/d-and-d.svg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D:/pasar_fix/node_modules/.bun/@fortawesome+fontawesome-free@7.2.0/node_modules/@fortawesome/fontawesome-free/svgs/brands/dailymotion.svg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D:/pasar_fix/node_modules/.bun/@fortawesome+fontawesome-free@7.2.0/node_modules/@fortawesome/fontawesome-free/svgs/brands/dart-lang.svg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D:/pasar_fix/node_modules/.bun/@fortawesome+fontawesome-free@7.2.0/node_modules/@fortawesome/fontawesome-free/svgs/brands/dashcube.svg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D:/pasar_fix/node_modules/.bun/@fortawesome+fontawesome-free@7.2.0/node_modules/@fortawesome/fontawesome-free/svgs/brands/debian.svg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D:/pasar_fix/node_modules/.bun/@fortawesome+fontawesome-free@7.2.0/node_modules/@fortawesome/fontawesome-free/svgs/brands/deezer.svg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D:/pasar_fix/node_modules/.bun/@fortawesome+fontawesome-free@7.2.0/node_modules/@fortawesome/fontawesome-free/svgs/brands/delicious.svg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D:/pasar_fix/node_modules/.bun/@fortawesome+fontawesome-free@7.2.0/node_modules/@fortawesome/fontawesome-free/svgs/brands/deploydog.svg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D:/pasar_fix/node_modules/.bun/@fortawesome+fontawesome-free@7.2.0/node_modules/@fortawesome/fontawesome-free/svgs/brands/deskpro.svg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D:/pasar_fix/node_modules/.bun/@fortawesome+fontawesome-free@7.2.0/node_modules/@fortawesome/fontawesome-free/svgs/brands/dev.svg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D:/pasar_fix/node_modules/.bun/@fortawesome+fontawesome-free@7.2.0/node_modules/@fortawesome/fontawesome-free/svgs/brands/deviantart.svg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D:/pasar_fix/node_modules/.bun/@fortawesome+fontawesome-free@7.2.0/node_modules/@fortawesome/fontawesome-free/svgs/brands/dhl.svg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D:/pasar_fix/node_modules/.bun/@fortawesome+fontawesome-free@7.2.0/node_modules/@fortawesome/fontawesome-free/svgs/brands/diaspora.svg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D:/pasar_fix/node_modules/.bun/@fortawesome+fontawesome-free@7.2.0/node_modules/@fortawesome/fontawesome-free/svgs/brands/digg.svg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D:/pasar_fix/node_modules/.bun/@fortawesome+fontawesome-free@7.2.0/node_modules/@fortawesome/fontawesome-free/svgs/brands/digital-ocean.svg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D:/pasar_fix/node_modules/.bun/@fortawesome+fontawesome-free@7.2.0/node_modules/@fortawesome/fontawesome-free/svgs/brands/discord.svg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D:/pasar_fix/node_modules/.bun/@fortawesome+fontawesome-free@7.2.0/node_modules/@fortawesome/fontawesome-free/svgs/brands/discourse.svg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D:/pasar_fix/node_modules/.bun/@fortawesome+fontawesome-free@7.2.0/node_modules/@fortawesome/fontawesome-free/svgs/brands/disqus.svg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D:/pasar_fix/node_modules/.bun/@fortawesome+fontawesome-free@7.2.0/node_modules/@fortawesome/fontawesome-free/svgs/brands/dochub.svg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D:/pasar_fix/node_modules/.bun/@fortawesome+fontawesome-free@7.2.0/node_modules/@fortawesome/fontawesome-free/svgs/brands/docker.svg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D:/pasar_fix/node_modules/.bun/@fortawesome+fontawesome-free@7.2.0/node_modules/@fortawesome/fontawesome-free/svgs/brands/draft2digital.svg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D:/pasar_fix/node_modules/.bun/@fortawesome+fontawesome-free@7.2.0/node_modules/@fortawesome/fontawesome-free/svgs/brands/dribbble-square.svg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D:/pasar_fix/node_modules/.bun/@fortawesome+fontawesome-free@7.2.0/node_modules/@fortawesome/fontawesome-free/svgs/brands/dribbble.svg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D:/pasar_fix/node_modules/.bun/@fortawesome+fontawesome-free@7.2.0/node_modules/@fortawesome/fontawesome-free/svgs/brands/dropbox.svg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D:/pasar_fix/node_modules/.bun/@fortawesome+fontawesome-free@7.2.0/node_modules/@fortawesome/fontawesome-free/svgs/brands/drupal.svg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D:/pasar_fix/node_modules/.bun/@fortawesome+fontawesome-free@7.2.0/node_modules/@fortawesome/fontawesome-free/svgs/brands/duolingo.svg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D:/pasar_fix/node_modules/.bun/@fortawesome+fontawesome-free@7.2.0/node_modules/@fortawesome/fontawesome-free/svgs/brands/dyalog.svg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D:/pasar_fix/node_modules/.bun/@fortawesome+fontawesome-free@7.2.0/node_modules/@fortawesome/fontawesome-free/svgs/brands/earlybirds.svg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D:/pasar_fix/node_modules/.bun/@fortawesome+fontawesome-free@7.2.0/node_modules/@fortawesome/fontawesome-free/svgs/brands/ebay.svg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D:/pasar_fix/node_modules/.bun/@fortawesome+fontawesome-free@7.2.0/node_modules/@fortawesome/fontawesome-free/svgs/brands/edge-legacy.svg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D:/pasar_fix/node_modules/.bun/@fortawesome+fontawesome-free@7.2.0/node_modules/@fortawesome/fontawesome-free/svgs/brands/edge.svg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D:/pasar_fix/node_modules/.bun/@fortawesome+fontawesome-free@7.2.0/node_modules/@fortawesome/fontawesome-free/svgs/brands/elementor.svg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D:/pasar_fix/node_modules/.bun/@fortawesome+fontawesome-free@7.2.0/node_modules/@fortawesome/fontawesome-free/svgs/brands/eleventy.svg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D:/pasar_fix/node_modules/.bun/@fortawesome+fontawesome-free@7.2.0/node_modules/@fortawesome/fontawesome-free/svgs/brands/ello.svg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D:/pasar_fix/node_modules/.bun/@fortawesome+fontawesome-free@7.2.0/node_modules/@fortawesome/fontawesome-free/svgs/brands/ember.svg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D:/pasar_fix/node_modules/.bun/@fortawesome+fontawesome-free@7.2.0/node_modules/@fortawesome/fontawesome-free/svgs/brands/empire.svg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D:/pasar_fix/node_modules/.bun/@fortawesome+fontawesome-free@7.2.0/node_modules/@fortawesome/fontawesome-free/svgs/brands/envira.svg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D:/pasar_fix/node_modules/.bun/@fortawesome+fontawesome-free@7.2.0/node_modules/@fortawesome/fontawesome-free/svgs/brands/erlang.svg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D:/pasar_fix/node_modules/.bun/@fortawesome+fontawesome-free@7.2.0/node_modules/@fortawesome/fontawesome-free/svgs/brands/ethereum.svg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D:/pasar_fix/node_modules/.bun/@fortawesome+fontawesome-free@7.2.0/node_modules/@fortawesome/fontawesome-free/svgs/brands/etsy.svg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D:/pasar_fix/node_modules/.bun/@fortawesome+fontawesome-free@7.2.0/node_modules/@fortawesome/fontawesome-free/svgs/brands/evernote.svg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D:/pasar_fix/node_modules/.bun/@fortawesome+fontawesome-free@7.2.0/node_modules/@fortawesome/fontawesome-free/svgs/brands/expeditedssl.svg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D:/pasar_fix/node_modules/.bun/@fortawesome+fontawesome-free@7.2.0/node_modules/@fortawesome/fontawesome-free/svgs/brands/facebook-f.svg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D:/pasar_fix/node_modules/.bun/@fortawesome+fontawesome-free@7.2.0/node_modules/@fortawesome/fontawesome-free/svgs/brands/facebook-messenger.svg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D:/pasar_fix/node_modules/.bun/@fortawesome+fontawesome-free@7.2.0/node_modules/@fortawesome/fontawesome-free/svgs/brands/facebook-square.svg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D:/pasar_fix/node_modules/.bun/@fortawesome+fontawesome-free@7.2.0/node_modules/@fortawesome/fontawesome-free/svgs/brands/facebook.svg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D:/pasar_fix/node_modules/.bun/@fortawesome+fontawesome-free@7.2.0/node_modules/@fortawesome/fontawesome-free/svgs/brands/fantasy-flight-games.svg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D:/pasar_fix/node_modules/.bun/@fortawesome+fontawesome-free@7.2.0/node_modules/@fortawesome/fontawesome-free/svgs/brands/fedex.svg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D:/pasar_fix/node_modules/.bun/@fortawesome+fontawesome-free@7.2.0/node_modules/@fortawesome/fontawesome-free/svgs/brands/fediverse.svg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D:/pasar_fix/node_modules/.bun/@fortawesome+fontawesome-free@7.2.0/node_modules/@fortawesome/fontawesome-free/svgs/brands/fedora.svg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D:/pasar_fix/node_modules/.bun/@fortawesome+fontawesome-free@7.2.0/node_modules/@fortawesome/fontawesome-free/svgs/brands/figma.svg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D:/pasar_fix/node_modules/.bun/@fortawesome+fontawesome-free@7.2.0/node_modules/@fortawesome/fontawesome-free/svgs/brands/files-pinwheel.svg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D:/pasar_fix/node_modules/.bun/@fortawesome+fontawesome-free@7.2.0/node_modules/@fortawesome/fontawesome-free/svgs/brands/firefox-browser.svg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D:/pasar_fix/node_modules/.bun/@fortawesome+fontawesome-free@7.2.0/node_modules/@fortawesome/fontawesome-free/svgs/brands/firefox.svg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D:/pasar_fix/node_modules/.bun/@fortawesome+fontawesome-free@7.2.0/node_modules/@fortawesome/fontawesome-free/svgs/brands/first-order-alt.svg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D:/pasar_fix/node_modules/.bun/@fortawesome+fontawesome-free@7.2.0/node_modules/@fortawesome/fontawesome-free/svgs/brands/first-order.svg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D:/pasar_fix/node_modules/.bun/@fortawesome+fontawesome-free@7.2.0/node_modules/@fortawesome/fontawesome-free/svgs/brands/firstdraft.svg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D:/pasar_fix/node_modules/.bun/@fortawesome+fontawesome-free@7.2.0/node_modules/@fortawesome/fontawesome-free/svgs/brands/flickr.svg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D:/pasar_fix/node_modules/.bun/@fortawesome+fontawesome-free@7.2.0/node_modules/@fortawesome/fontawesome-free/svgs/brands/flipboard.svg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D:/pasar_fix/node_modules/.bun/@fortawesome+fontawesome-free@7.2.0/node_modules/@fortawesome/fontawesome-free/svgs/brands/flutter.svg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D:/pasar_fix/node_modules/.bun/@fortawesome+fontawesome-free@7.2.0/node_modules/@fortawesome/fontawesome-free/svgs/brands/fly.svg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D:/pasar_fix/node_modules/.bun/@fortawesome+fontawesome-free@7.2.0/node_modules/@fortawesome/fontawesome-free/svgs/brands/font-awesome-alt.svg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D:/pasar_fix/node_modules/.bun/@fortawesome+fontawesome-free@7.2.0/node_modules/@fortawesome/fontawesome-free/svgs/brands/font-awesome-flag.svg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D:/pasar_fix/node_modules/.bun/@fortawesome+fontawesome-free@7.2.0/node_modules/@fortawesome/fontawesome-free/svgs/brands/font-awesome-logo-full.svg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D:/pasar_fix/node_modules/.bun/@fortawesome+fontawesome-free@7.2.0/node_modules/@fortawesome/fontawesome-free/svgs/brands/font-awesome.svg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D:/pasar_fix/node_modules/.bun/@fortawesome+fontawesome-free@7.2.0/node_modules/@fortawesome/fontawesome-free/svgs/brands/fonticons-fi.svg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D:/pasar_fix/node_modules/.bun/@fortawesome+fontawesome-free@7.2.0/node_modules/@fortawesome/fontawesome-free/svgs/brands/fonticons.svg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D:/pasar_fix/node_modules/.bun/@fortawesome+fontawesome-free@7.2.0/node_modules/@fortawesome/fontawesome-free/svgs/brands/forgejo.svg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D:/pasar_fix/node_modules/.bun/@fortawesome+fontawesome-free@7.2.0/node_modules/@fortawesome/fontawesome-free/svgs/brands/fort-awesome-alt.svg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D:/pasar_fix/node_modules/.bun/@fortawesome+fontawesome-free@7.2.0/node_modules/@fortawesome/fontawesome-free/svgs/brands/fort-awesome.svg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D:/pasar_fix/node_modules/.bun/@fortawesome+fontawesome-free@7.2.0/node_modules/@fortawesome/fontawesome-free/svgs/brands/forumbee.svg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D:/pasar_fix/node_modules/.bun/@fortawesome+fontawesome-free@7.2.0/node_modules/@fortawesome/fontawesome-free/svgs/brands/foursquare.svg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D:/pasar_fix/node_modules/.bun/@fortawesome+fontawesome-free@7.2.0/node_modules/@fortawesome/fontawesome-free/svgs/brands/free-code-camp.svg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D:/pasar_fix/node_modules/.bun/@fortawesome+fontawesome-free@7.2.0/node_modules/@fortawesome/fontawesome-free/svgs/brands/freebsd.svg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D:/pasar_fix/node_modules/.bun/@fortawesome+fontawesome-free@7.2.0/node_modules/@fortawesome/fontawesome-free/svgs/brands/fulcrum.svg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D:/pasar_fix/node_modules/.bun/@fortawesome+fontawesome-free@7.2.0/node_modules/@fortawesome/fontawesome-free/svgs/brands/galactic-republic.svg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D:/pasar_fix/node_modules/.bun/@fortawesome+fontawesome-free@7.2.0/node_modules/@fortawesome/fontawesome-free/svgs/brands/galactic-senate.svg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D:/pasar_fix/node_modules/.bun/@fortawesome+fontawesome-free@7.2.0/node_modules/@fortawesome/fontawesome-free/svgs/brands/get-pocket.svg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D:/pasar_fix/node_modules/.bun/@fortawesome+fontawesome-free@7.2.0/node_modules/@fortawesome/fontawesome-free/svgs/brands/gg-circle.svg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D:/pasar_fix/node_modules/.bun/@fortawesome+fontawesome-free@7.2.0/node_modules/@fortawesome/fontawesome-free/svgs/brands/gg.svg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D:/pasar_fix/node_modules/.bun/@fortawesome+fontawesome-free@7.2.0/node_modules/@fortawesome/fontawesome-free/svgs/brands/git-alt.svg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D:/pasar_fix/node_modules/.bun/@fortawesome+fontawesome-free@7.2.0/node_modules/@fortawesome/fontawesome-free/svgs/brands/git-square.svg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D:/pasar_fix/node_modules/.bun/@fortawesome+fontawesome-free@7.2.0/node_modules/@fortawesome/fontawesome-free/svgs/brands/git.svg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D:/pasar_fix/node_modules/.bun/@fortawesome+fontawesome-free@7.2.0/node_modules/@fortawesome/fontawesome-free/svgs/brands/gitee.svg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D:/pasar_fix/node_modules/.bun/@fortawesome+fontawesome-free@7.2.0/node_modules/@fortawesome/fontawesome-free/svgs/brands/github-alt.svg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D:/pasar_fix/node_modules/.bun/@fortawesome+fontawesome-free@7.2.0/node_modules/@fortawesome/fontawesome-free/svgs/brands/github-square.svg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D:/pasar_fix/node_modules/.bun/@fortawesome+fontawesome-free@7.2.0/node_modules/@fortawesome/fontawesome-free/svgs/brands/github.svg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D:/pasar_fix/node_modules/.bun/@fortawesome+fontawesome-free@7.2.0/node_modules/@fortawesome/fontawesome-free/svgs/brands/gitkraken.svg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D:/pasar_fix/node_modules/.bun/@fortawesome+fontawesome-free@7.2.0/node_modules/@fortawesome/fontawesome-free/svgs/brands/gitlab-square.svg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D:/pasar_fix/node_modules/.bun/@fortawesome+fontawesome-free@7.2.0/node_modules/@fortawesome/fontawesome-free/svgs/brands/gitlab.svg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D:/pasar_fix/node_modules/.bun/@fortawesome+fontawesome-free@7.2.0/node_modules/@fortawesome/fontawesome-free/svgs/brands/gitter.svg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D:/pasar_fix/node_modules/.bun/@fortawesome+fontawesome-free@7.2.0/node_modules/@fortawesome/fontawesome-free/svgs/brands/glide-g.svg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D:/pasar_fix/node_modules/.bun/@fortawesome+fontawesome-free@7.2.0/node_modules/@fortawesome/fontawesome-free/svgs/brands/glide.svg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D:/pasar_fix/node_modules/.bun/@fortawesome+fontawesome-free@7.2.0/node_modules/@fortawesome/fontawesome-free/svgs/brands/globaleaks.svg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D:/pasar_fix/node_modules/.bun/@fortawesome+fontawesome-free@7.2.0/node_modules/@fortawesome/fontawesome-free/svgs/brands/gofore.svg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D:/pasar_fix/node_modules/.bun/@fortawesome+fontawesome-free@7.2.0/node_modules/@fortawesome/fontawesome-free/svgs/brands/golang.svg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D:/pasar_fix/node_modules/.bun/@fortawesome+fontawesome-free@7.2.0/node_modules/@fortawesome/fontawesome-free/svgs/brands/goodreads-g.svg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D:/pasar_fix/node_modules/.bun/@fortawesome+fontawesome-free@7.2.0/node_modules/@fortawesome/fontawesome-free/svgs/brands/goodreads.svg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D:/pasar_fix/node_modules/.bun/@fortawesome+fontawesome-free@7.2.0/node_modules/@fortawesome/fontawesome-free/svgs/brands/google-drive.svg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D:/pasar_fix/node_modules/.bun/@fortawesome+fontawesome-free@7.2.0/node_modules/@fortawesome/fontawesome-free/svgs/brands/google-pay.svg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D:/pasar_fix/node_modules/.bun/@fortawesome+fontawesome-free@7.2.0/node_modules/@fortawesome/fontawesome-free/svgs/brands/google-play.svg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D:/pasar_fix/node_modules/.bun/@fortawesome+fontawesome-free@7.2.0/node_modules/@fortawesome/fontawesome-free/svgs/brands/google-plus-g.svg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D:/pasar_fix/node_modules/.bun/@fortawesome+fontawesome-free@7.2.0/node_modules/@fortawesome/fontawesome-free/svgs/brands/google-plus-square.svg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D:/pasar_fix/node_modules/.bun/@fortawesome+fontawesome-free@7.2.0/node_modules/@fortawesome/fontawesome-free/svgs/brands/google-plus.svg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D:/pasar_fix/node_modules/.bun/@fortawesome+fontawesome-free@7.2.0/node_modules/@fortawesome/fontawesome-free/svgs/brands/google-scholar.svg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D:/pasar_fix/node_modules/.bun/@fortawesome+fontawesome-free@7.2.0/node_modules/@fortawesome/fontawesome-free/svgs/brands/google-wallet.svg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D:/pasar_fix/node_modules/.bun/@fortawesome+fontawesome-free@7.2.0/node_modules/@fortawesome/fontawesome-free/svgs/brands/google.svg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D:/pasar_fix/node_modules/.bun/@fortawesome+fontawesome-free@7.2.0/node_modules/@fortawesome/fontawesome-free/svgs/brands/gratipay.svg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D:/pasar_fix/node_modules/.bun/@fortawesome+fontawesome-free@7.2.0/node_modules/@fortawesome/fontawesome-free/svgs/brands/grav.svg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D:/pasar_fix/node_modules/.bun/@fortawesome+fontawesome-free@7.2.0/node_modules/@fortawesome/fontawesome-free/svgs/brands/gripfire.svg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D:/pasar_fix/node_modules/.bun/@fortawesome+fontawesome-free@7.2.0/node_modules/@fortawesome/fontawesome-free/svgs/brands/grunt.svg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D:/pasar_fix/node_modules/.bun/@fortawesome+fontawesome-free@7.2.0/node_modules/@fortawesome/fontawesome-free/svgs/brands/guilded.svg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D:/pasar_fix/node_modules/.bun/@fortawesome+fontawesome-free@7.2.0/node_modules/@fortawesome/fontawesome-free/svgs/brands/gulp.svg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D:/pasar_fix/node_modules/.bun/@fortawesome+fontawesome-free@7.2.0/node_modules/@fortawesome/fontawesome-free/svgs/brands/hacker-news-square.svg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D:/pasar_fix/node_modules/.bun/@fortawesome+fontawesome-free@7.2.0/node_modules/@fortawesome/fontawesome-free/svgs/brands/hacker-news.svg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D:/pasar_fix/node_modules/.bun/@fortawesome+fontawesome-free@7.2.0/node_modules/@fortawesome/fontawesome-free/svgs/brands/hackerrank.svg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D:/pasar_fix/node_modules/.bun/@fortawesome+fontawesome-free@7.2.0/node_modules/@fortawesome/fontawesome-free/svgs/brands/hashnode.svg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D:/pasar_fix/node_modules/.bun/@fortawesome+fontawesome-free@7.2.0/node_modules/@fortawesome/fontawesome-free/svgs/brands/hips.svg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D:/pasar_fix/node_modules/.bun/@fortawesome+fontawesome-free@7.2.0/node_modules/@fortawesome/fontawesome-free/svgs/brands/hire-a-helper.svg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D:/pasar_fix/node_modules/.bun/@fortawesome+fontawesome-free@7.2.0/node_modules/@fortawesome/fontawesome-free/svgs/brands/hive.svg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D:/pasar_fix/node_modules/.bun/@fortawesome+fontawesome-free@7.2.0/node_modules/@fortawesome/fontawesome-free/svgs/brands/hooli.svg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D:/pasar_fix/node_modules/.bun/@fortawesome+fontawesome-free@7.2.0/node_modules/@fortawesome/fontawesome-free/svgs/brands/hornbill.svg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D:/pasar_fix/node_modules/.bun/@fortawesome+fontawesome-free@7.2.0/node_modules/@fortawesome/fontawesome-free/svgs/brands/hotjar.svg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D:/pasar_fix/node_modules/.bun/@fortawesome+fontawesome-free@7.2.0/node_modules/@fortawesome/fontawesome-free/svgs/brands/houzz.svg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D:/pasar_fix/node_modules/.bun/@fortawesome+fontawesome-free@7.2.0/node_modules/@fortawesome/fontawesome-free/svgs/brands/html5.svg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D:/pasar_fix/node_modules/.bun/@fortawesome+fontawesome-free@7.2.0/node_modules/@fortawesome/fontawesome-free/svgs/brands/hubspot.svg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D:/pasar_fix/node_modules/.bun/@fortawesome+fontawesome-free@7.2.0/node_modules/@fortawesome/fontawesome-free/svgs/brands/hugging-face.svg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D:/pasar_fix/node_modules/.bun/@fortawesome+fontawesome-free@7.2.0/node_modules/@fortawesome/fontawesome-free/svgs/brands/ideal.svg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D:/pasar_fix/node_modules/.bun/@fortawesome+fontawesome-free@7.2.0/node_modules/@fortawesome/fontawesome-free/svgs/brands/imdb.svg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D:/pasar_fix/node_modules/.bun/@fortawesome+fontawesome-free@7.2.0/node_modules/@fortawesome/fontawesome-free/svgs/brands/innosoft.svg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D:/pasar_fix/node_modules/.bun/@fortawesome+fontawesome-free@7.2.0/node_modules/@fortawesome/fontawesome-free/svgs/brands/instagram-square.svg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D:/pasar_fix/node_modules/.bun/@fortawesome+fontawesome-free@7.2.0/node_modules/@fortawesome/fontawesome-free/svgs/brands/instagram.svg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D:/pasar_fix/node_modules/.bun/@fortawesome+fontawesome-free@7.2.0/node_modules/@fortawesome/fontawesome-free/svgs/brands/instalod.svg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D:/pasar_fix/node_modules/.bun/@fortawesome+fontawesome-free@7.2.0/node_modules/@fortawesome/fontawesome-free/svgs/brands/intercom.svg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D:/pasar_fix/node_modules/.bun/@fortawesome+fontawesome-free@7.2.0/node_modules/@fortawesome/fontawesome-free/svgs/brands/internet-explorer.svg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D:/pasar_fix/node_modules/.bun/@fortawesome+fontawesome-free@7.2.0/node_modules/@fortawesome/fontawesome-free/svgs/brands/invision.svg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D:/pasar_fix/node_modules/.bun/@fortawesome+fontawesome-free@7.2.0/node_modules/@fortawesome/fontawesome-free/svgs/brands/ioxhost.svg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D:/pasar_fix/node_modules/.bun/@fortawesome+fontawesome-free@7.2.0/node_modules/@fortawesome/fontawesome-free/svgs/brands/itch-io.svg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D:/pasar_fix/node_modules/.bun/@fortawesome+fontawesome-free@7.2.0/node_modules/@fortawesome/fontawesome-free/svgs/brands/itunes-note.svg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D:/pasar_fix/node_modules/.bun/@fortawesome+fontawesome-free@7.2.0/node_modules/@fortawesome/fontawesome-free/svgs/brands/itunes.svg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D:/pasar_fix/node_modules/.bun/@fortawesome+fontawesome-free@7.2.0/node_modules/@fortawesome/fontawesome-free/svgs/brands/java.svg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D:/pasar_fix/node_modules/.bun/@fortawesome+fontawesome-free@7.2.0/node_modules/@fortawesome/fontawesome-free/svgs/brands/jedi-order.svg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D:/pasar_fix/node_modules/.bun/@fortawesome+fontawesome-free@7.2.0/node_modules/@fortawesome/fontawesome-free/svgs/brands/jenkins.svg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D:/pasar_fix/node_modules/.bun/@fortawesome+fontawesome-free@7.2.0/node_modules/@fortawesome/fontawesome-free/svgs/brands/jira.svg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D:/pasar_fix/node_modules/.bun/@fortawesome+fontawesome-free@7.2.0/node_modules/@fortawesome/fontawesome-free/svgs/brands/joget.svg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D:/pasar_fix/node_modules/.bun/@fortawesome+fontawesome-free@7.2.0/node_modules/@fortawesome/fontawesome-free/svgs/brands/joomla.svg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D:/pasar_fix/node_modules/.bun/@fortawesome+fontawesome-free@7.2.0/node_modules/@fortawesome/fontawesome-free/svgs/brands/js-square.svg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D:/pasar_fix/node_modules/.bun/@fortawesome+fontawesome-free@7.2.0/node_modules/@fortawesome/fontawesome-free/svgs/brands/js.svg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D:/pasar_fix/node_modules/.bun/@fortawesome+fontawesome-free@7.2.0/node_modules/@fortawesome/fontawesome-free/svgs/brands/jsfiddle.svg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D:/pasar_fix/node_modules/.bun/@fortawesome+fontawesome-free@7.2.0/node_modules/@fortawesome/fontawesome-free/svgs/brands/julia.svg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D:/pasar_fix/node_modules/.bun/@fortawesome+fontawesome-free@7.2.0/node_modules/@fortawesome/fontawesome-free/svgs/brands/jxl.svg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D:/pasar_fix/node_modules/.bun/@fortawesome+fontawesome-free@7.2.0/node_modules/@fortawesome/fontawesome-free/svgs/brands/kaggle.svg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D:/pasar_fix/node_modules/.bun/@fortawesome+fontawesome-free@7.2.0/node_modules/@fortawesome/fontawesome-free/svgs/brands/kakao-talk.svg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D:/pasar_fix/node_modules/.bun/@fortawesome+fontawesome-free@7.2.0/node_modules/@fortawesome/fontawesome-free/svgs/brands/keybase.svg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D:/pasar_fix/node_modules/.bun/@fortawesome+fontawesome-free@7.2.0/node_modules/@fortawesome/fontawesome-free/svgs/brands/keycdn.svg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D:/pasar_fix/node_modules/.bun/@fortawesome+fontawesome-free@7.2.0/node_modules/@fortawesome/fontawesome-free/svgs/brands/kickstarter-k.svg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D:/pasar_fix/node_modules/.bun/@fortawesome+fontawesome-free@7.2.0/node_modules/@fortawesome/fontawesome-free/svgs/brands/kickstarter.svg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D:/pasar_fix/node_modules/.bun/@fortawesome+fontawesome-free@7.2.0/node_modules/@fortawesome/fontawesome-free/svgs/brands/ko-fi.svg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D:/pasar_fix/node_modules/.bun/@fortawesome+fontawesome-free@7.2.0/node_modules/@fortawesome/fontawesome-free/svgs/brands/korvue.svg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D:/pasar_fix/node_modules/.bun/@fortawesome+fontawesome-free@7.2.0/node_modules/@fortawesome/fontawesome-free/svgs/brands/kubernetes.svg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D:/pasar_fix/node_modules/.bun/@fortawesome+fontawesome-free@7.2.0/node_modules/@fortawesome/fontawesome-free/svgs/brands/laravel.svg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D:/pasar_fix/node_modules/.bun/@fortawesome+fontawesome-free@7.2.0/node_modules/@fortawesome/fontawesome-free/svgs/brands/lastfm-square.svg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D:/pasar_fix/node_modules/.bun/@fortawesome+fontawesome-free@7.2.0/node_modules/@fortawesome/fontawesome-free/svgs/brands/lastfm.svg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D:/pasar_fix/node_modules/.bun/@fortawesome+fontawesome-free@7.2.0/node_modules/@fortawesome/fontawesome-free/svgs/brands/leanpub.svg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D:/pasar_fix/node_modules/.bun/@fortawesome+fontawesome-free@7.2.0/node_modules/@fortawesome/fontawesome-free/svgs/brands/leetcode.svg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D:/pasar_fix/node_modules/.bun/@fortawesome+fontawesome-free@7.2.0/node_modules/@fortawesome/fontawesome-free/svgs/brands/less.svg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D:/pasar_fix/node_modules/.bun/@fortawesome+fontawesome-free@7.2.0/node_modules/@fortawesome/fontawesome-free/svgs/brands/letterboxd.svg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D:/pasar_fix/node_modules/.bun/@fortawesome+fontawesome-free@7.2.0/node_modules/@fortawesome/fontawesome-free/svgs/brands/line.svg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D:/pasar_fix/node_modules/.bun/@fortawesome+fontawesome-free@7.2.0/node_modules/@fortawesome/fontawesome-free/svgs/brands/linkedin-in.svg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D:/pasar_fix/node_modules/.bun/@fortawesome+fontawesome-free@7.2.0/node_modules/@fortawesome/fontawesome-free/svgs/brands/linkedin.svg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D:/pasar_fix/node_modules/.bun/@fortawesome+fontawesome-free@7.2.0/node_modules/@fortawesome/fontawesome-free/svgs/brands/linktree.svg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D:/pasar_fix/node_modules/.bun/@fortawesome+fontawesome-free@7.2.0/node_modules/@fortawesome/fontawesome-free/svgs/brands/linode.svg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D:/pasar_fix/node_modules/.bun/@fortawesome+fontawesome-free@7.2.0/node_modules/@fortawesome/fontawesome-free/svgs/brands/linux.svg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D:/pasar_fix/node_modules/.bun/@fortawesome+fontawesome-free@7.2.0/node_modules/@fortawesome/fontawesome-free/svgs/brands/lumon-drop.svg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D:/pasar_fix/node_modules/.bun/@fortawesome+fontawesome-free@7.2.0/node_modules/@fortawesome/fontawesome-free/svgs/brands/lumon.svg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D:/pasar_fix/node_modules/.bun/@fortawesome+fontawesome-free@7.2.0/node_modules/@fortawesome/fontawesome-free/svgs/brands/lyft.svg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D:/pasar_fix/node_modules/.bun/@fortawesome+fontawesome-free@7.2.0/node_modules/@fortawesome/fontawesome-free/svgs/brands/magento.svg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D:/pasar_fix/node_modules/.bun/@fortawesome+fontawesome-free@7.2.0/node_modules/@fortawesome/fontawesome-free/svgs/brands/mailchimp.svg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D:/pasar_fix/node_modules/.bun/@fortawesome+fontawesome-free@7.2.0/node_modules/@fortawesome/fontawesome-free/svgs/brands/mandalorian.svg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D:/pasar_fix/node_modules/.bun/@fortawesome+fontawesome-free@7.2.0/node_modules/@fortawesome/fontawesome-free/svgs/brands/markdown.svg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D:/pasar_fix/node_modules/.bun/@fortawesome+fontawesome-free@7.2.0/node_modules/@fortawesome/fontawesome-free/svgs/brands/mastodon.svg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D:/pasar_fix/node_modules/.bun/@fortawesome+fontawesome-free@7.2.0/node_modules/@fortawesome/fontawesome-free/svgs/brands/maxcdn.svg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D:/pasar_fix/node_modules/.bun/@fortawesome+fontawesome-free@7.2.0/node_modules/@fortawesome/fontawesome-free/svgs/brands/mdb.svg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D:/pasar_fix/node_modules/.bun/@fortawesome+fontawesome-free@7.2.0/node_modules/@fortawesome/fontawesome-free/svgs/brands/medapps.svg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D:/pasar_fix/node_modules/.bun/@fortawesome+fontawesome-free@7.2.0/node_modules/@fortawesome/fontawesome-free/svgs/brands/medium-m.svg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D:/pasar_fix/node_modules/.bun/@fortawesome+fontawesome-free@7.2.0/node_modules/@fortawesome/fontawesome-free/svgs/brands/medium.svg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D:/pasar_fix/node_modules/.bun/@fortawesome+fontawesome-free@7.2.0/node_modules/@fortawesome/fontawesome-free/svgs/brands/medrt.svg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D:/pasar_fix/node_modules/.bun/@fortawesome+fontawesome-free@7.2.0/node_modules/@fortawesome/fontawesome-free/svgs/brands/meetup.svg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D:/pasar_fix/node_modules/.bun/@fortawesome+fontawesome-free@7.2.0/node_modules/@fortawesome/fontawesome-free/svgs/brands/megaport.svg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D:/pasar_fix/node_modules/.bun/@fortawesome+fontawesome-free@7.2.0/node_modules/@fortawesome/fontawesome-free/svgs/brands/mendeley.svg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D:/pasar_fix/node_modules/.bun/@fortawesome+fontawesome-free@7.2.0/node_modules/@fortawesome/fontawesome-free/svgs/brands/meta.svg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D:/pasar_fix/node_modules/.bun/@fortawesome+fontawesome-free@7.2.0/node_modules/@fortawesome/fontawesome-free/svgs/brands/microblog.svg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D:/pasar_fix/node_modules/.bun/@fortawesome+fontawesome-free@7.2.0/node_modules/@fortawesome/fontawesome-free/svgs/brands/microsoft.svg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D:/pasar_fix/node_modules/.bun/@fortawesome+fontawesome-free@7.2.0/node_modules/@fortawesome/fontawesome-free/svgs/brands/mintbit.svg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D:/pasar_fix/node_modules/.bun/@fortawesome+fontawesome-free@7.2.0/node_modules/@fortawesome/fontawesome-free/svgs/brands/mix.svg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D:/pasar_fix/node_modules/.bun/@fortawesome+fontawesome-free@7.2.0/node_modules/@fortawesome/fontawesome-free/svgs/brands/mixcloud.svg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D:/pasar_fix/node_modules/.bun/@fortawesome+fontawesome-free@7.2.0/node_modules/@fortawesome/fontawesome-free/svgs/brands/mixer.svg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D:/pasar_fix/node_modules/.bun/@fortawesome+fontawesome-free@7.2.0/node_modules/@fortawesome/fontawesome-free/svgs/brands/mizuni.svg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D:/pasar_fix/node_modules/.bun/@fortawesome+fontawesome-free@7.2.0/node_modules/@fortawesome/fontawesome-free/svgs/brands/modx.svg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D:/pasar_fix/node_modules/.bun/@fortawesome+fontawesome-free@7.2.0/node_modules/@fortawesome/fontawesome-free/svgs/brands/monero.svg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D:/pasar_fix/node_modules/.bun/@fortawesome+fontawesome-free@7.2.0/node_modules/@fortawesome/fontawesome-free/svgs/brands/napster.svg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D:/pasar_fix/node_modules/.bun/@fortawesome+fontawesome-free@7.2.0/node_modules/@fortawesome/fontawesome-free/svgs/brands/neos.svg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D:/pasar_fix/node_modules/.bun/@fortawesome+fontawesome-free@7.2.0/node_modules/@fortawesome/fontawesome-free/svgs/brands/nfc-directional.svg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D:/pasar_fix/node_modules/.bun/@fortawesome+fontawesome-free@7.2.0/node_modules/@fortawesome/fontawesome-free/svgs/brands/nfc-symbol.svg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D:/pasar_fix/node_modules/.bun/@fortawesome+fontawesome-free@7.2.0/node_modules/@fortawesome/fontawesome-free/svgs/brands/nimblr.svg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D:/pasar_fix/node_modules/.bun/@fortawesome+fontawesome-free@7.2.0/node_modules/@fortawesome/fontawesome-free/svgs/brands/node-js.svg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D:/pasar_fix/node_modules/.bun/@fortawesome+fontawesome-free@7.2.0/node_modules/@fortawesome/fontawesome-free/svgs/brands/node.svg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D:/pasar_fix/node_modules/.bun/@fortawesome+fontawesome-free@7.2.0/node_modules/@fortawesome/fontawesome-free/svgs/brands/notion.svg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D:/pasar_fix/node_modules/.bun/@fortawesome+fontawesome-free@7.2.0/node_modules/@fortawesome/fontawesome-free/svgs/brands/npm.svg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D:/pasar_fix/node_modules/.bun/@fortawesome+fontawesome-free@7.2.0/node_modules/@fortawesome/fontawesome-free/svgs/brands/ns8.svg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D:/pasar_fix/node_modules/.bun/@fortawesome+fontawesome-free@7.2.0/node_modules/@fortawesome/fontawesome-free/svgs/brands/nutritionix.svg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D:/pasar_fix/node_modules/.bun/@fortawesome+fontawesome-free@7.2.0/node_modules/@fortawesome/fontawesome-free/svgs/brands/obsidian.svg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D:/pasar_fix/node_modules/.bun/@fortawesome+fontawesome-free@7.2.0/node_modules/@fortawesome/fontawesome-free/svgs/brands/octopus-deploy.svg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D:/pasar_fix/node_modules/.bun/@fortawesome+fontawesome-free@7.2.0/node_modules/@fortawesome/fontawesome-free/svgs/brands/odnoklassniki-square.svg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D:/pasar_fix/node_modules/.bun/@fortawesome+fontawesome-free@7.2.0/node_modules/@fortawesome/fontawesome-free/svgs/brands/odnoklassniki.svg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D:/pasar_fix/node_modules/.bun/@fortawesome+fontawesome-free@7.2.0/node_modules/@fortawesome/fontawesome-free/svgs/brands/odysee.svg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D:/pasar_fix/node_modules/.bun/@fortawesome+fontawesome-free@7.2.0/node_modules/@fortawesome/fontawesome-free/svgs/brands/old-republic.svg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D:/pasar_fix/node_modules/.bun/@fortawesome+fontawesome-free@7.2.0/node_modules/@fortawesome/fontawesome-free/svgs/brands/openai.svg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D:/pasar_fix/node_modules/.bun/@fortawesome+fontawesome-free@7.2.0/node_modules/@fortawesome/fontawesome-free/svgs/brands/opencart.svg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D:/pasar_fix/node_modules/.bun/@fortawesome+fontawesome-free@7.2.0/node_modules/@fortawesome/fontawesome-free/svgs/brands/openid.svg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D:/pasar_fix/node_modules/.bun/@fortawesome+fontawesome-free@7.2.0/node_modules/@fortawesome/fontawesome-free/svgs/brands/openstreetmap.svg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D:/pasar_fix/node_modules/.bun/@fortawesome+fontawesome-free@7.2.0/node_modules/@fortawesome/fontawesome-free/svgs/brands/opensuse.svg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D:/pasar_fix/node_modules/.bun/@fortawesome+fontawesome-free@7.2.0/node_modules/@fortawesome/fontawesome-free/svgs/brands/opera.svg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D:/pasar_fix/node_modules/.bun/@fortawesome+fontawesome-free@7.2.0/node_modules/@fortawesome/fontawesome-free/svgs/brands/optin-monster.svg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D:/pasar_fix/node_modules/.bun/@fortawesome+fontawesome-free@7.2.0/node_modules/@fortawesome/fontawesome-free/svgs/brands/orcid.svg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D:/pasar_fix/node_modules/.bun/@fortawesome+fontawesome-free@7.2.0/node_modules/@fortawesome/fontawesome-free/svgs/brands/osi.svg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D:/pasar_fix/node_modules/.bun/@fortawesome+fontawesome-free@7.2.0/node_modules/@fortawesome/fontawesome-free/svgs/brands/padlet.svg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D:/pasar_fix/node_modules/.bun/@fortawesome+fontawesome-free@7.2.0/node_modules/@fortawesome/fontawesome-free/svgs/brands/page4.svg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D:/pasar_fix/node_modules/.bun/@fortawesome+fontawesome-free@7.2.0/node_modules/@fortawesome/fontawesome-free/svgs/brands/pagelines.svg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D:/pasar_fix/node_modules/.bun/@fortawesome+fontawesome-free@7.2.0/node_modules/@fortawesome/fontawesome-free/svgs/brands/palfed.svg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D:/pasar_fix/node_modules/.bun/@fortawesome+fontawesome-free@7.2.0/node_modules/@fortawesome/fontawesome-free/svgs/brands/pandora.svg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D:/pasar_fix/node_modules/.bun/@fortawesome+fontawesome-free@7.2.0/node_modules/@fortawesome/fontawesome-free/svgs/brands/patreon.svg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D:/pasar_fix/node_modules/.bun/@fortawesome+fontawesome-free@7.2.0/node_modules/@fortawesome/fontawesome-free/svgs/brands/paypal.svg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D:/pasar_fix/node_modules/.bun/@fortawesome+fontawesome-free@7.2.0/node_modules/@fortawesome/fontawesome-free/svgs/brands/perbyte.svg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D:/pasar_fix/node_modules/.bun/@fortawesome+fontawesome-free@7.2.0/node_modules/@fortawesome/fontawesome-free/svgs/brands/periscope.svg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D:/pasar_fix/node_modules/.bun/@fortawesome+fontawesome-free@7.2.0/node_modules/@fortawesome/fontawesome-free/svgs/brands/phabricator.svg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D:/pasar_fix/node_modules/.bun/@fortawesome+fontawesome-free@7.2.0/node_modules/@fortawesome/fontawesome-free/svgs/brands/phoenix-framework.svg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D:/pasar_fix/node_modules/.bun/@fortawesome+fontawesome-free@7.2.0/node_modules/@fortawesome/fontawesome-free/svgs/brands/phoenix-squadron.svg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D:/pasar_fix/node_modules/.bun/@fortawesome+fontawesome-free@7.2.0/node_modules/@fortawesome/fontawesome-free/svgs/brands/php.svg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D:/pasar_fix/node_modules/.bun/@fortawesome+fontawesome-free@7.2.0/node_modules/@fortawesome/fontawesome-free/svgs/brands/pied-piper-alt.svg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D:/pasar_fix/node_modules/.bun/@fortawesome+fontawesome-free@7.2.0/node_modules/@fortawesome/fontawesome-free/svgs/brands/pied-piper-hat.svg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D:/pasar_fix/node_modules/.bun/@fortawesome+fontawesome-free@7.2.0/node_modules/@fortawesome/fontawesome-free/svgs/brands/pied-piper-pp.svg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D:/pasar_fix/node_modules/.bun/@fortawesome+fontawesome-free@7.2.0/node_modules/@fortawesome/fontawesome-free/svgs/brands/pied-piper-square.svg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D:/pasar_fix/node_modules/.bun/@fortawesome+fontawesome-free@7.2.0/node_modules/@fortawesome/fontawesome-free/svgs/brands/pied-piper.svg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D:/pasar_fix/node_modules/.bun/@fortawesome+fontawesome-free@7.2.0/node_modules/@fortawesome/fontawesome-free/svgs/brands/pinterest-p.svg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D:/pasar_fix/node_modules/.bun/@fortawesome+fontawesome-free@7.2.0/node_modules/@fortawesome/fontawesome-free/svgs/brands/pinterest-square.svg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D:/pasar_fix/node_modules/.bun/@fortawesome+fontawesome-free@7.2.0/node_modules/@fortawesome/fontawesome-free/svgs/brands/pinterest.svg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D:/pasar_fix/node_modules/.bun/@fortawesome+fontawesome-free@7.2.0/node_modules/@fortawesome/fontawesome-free/svgs/brands/pix.svg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D:/pasar_fix/node_modules/.bun/@fortawesome+fontawesome-free@7.2.0/node_modules/@fortawesome/fontawesome-free/svgs/brands/pixelfed.svg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D:/pasar_fix/node_modules/.bun/@fortawesome+fontawesome-free@7.2.0/node_modules/@fortawesome/fontawesome-free/svgs/brands/pixiv.svg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D:/pasar_fix/node_modules/.bun/@fortawesome+fontawesome-free@7.2.0/node_modules/@fortawesome/fontawesome-free/svgs/brands/playstation.svg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D:/pasar_fix/node_modules/.bun/@fortawesome+fontawesome-free@7.2.0/node_modules/@fortawesome/fontawesome-free/svgs/brands/postgresql.svg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D:/pasar_fix/node_modules/.bun/@fortawesome+fontawesome-free@7.2.0/node_modules/@fortawesome/fontawesome-free/svgs/brands/product-hunt.svg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D:/pasar_fix/node_modules/.bun/@fortawesome+fontawesome-free@7.2.0/node_modules/@fortawesome/fontawesome-free/svgs/brands/pushed.svg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D:/pasar_fix/node_modules/.bun/@fortawesome+fontawesome-free@7.2.0/node_modules/@fortawesome/fontawesome-free/svgs/brands/python.svg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D:/pasar_fix/node_modules/.bun/@fortawesome+fontawesome-free@7.2.0/node_modules/@fortawesome/fontawesome-free/svgs/brands/qq.svg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D:/pasar_fix/node_modules/.bun/@fortawesome+fontawesome-free@7.2.0/node_modules/@fortawesome/fontawesome-free/svgs/brands/quinscape.svg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D:/pasar_fix/node_modules/.bun/@fortawesome+fontawesome-free@7.2.0/node_modules/@fortawesome/fontawesome-free/svgs/brands/quora.svg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D:/pasar_fix/node_modules/.bun/@fortawesome+fontawesome-free@7.2.0/node_modules/@fortawesome/fontawesome-free/svgs/brands/r-project.svg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D:/pasar_fix/node_modules/.bun/@fortawesome+fontawesome-free@7.2.0/node_modules/@fortawesome/fontawesome-free/svgs/brands/raspberry-pi.svg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D:/pasar_fix/node_modules/.bun/@fortawesome+fontawesome-free@7.2.0/node_modules/@fortawesome/fontawesome-free/svgs/brands/ravelry.svg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D:/pasar_fix/node_modules/.bun/@fortawesome+fontawesome-free@7.2.0/node_modules/@fortawesome/fontawesome-free/svgs/brands/react.svg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D:/pasar_fix/node_modules/.bun/@fortawesome+fontawesome-free@7.2.0/node_modules/@fortawesome/fontawesome-free/svgs/brands/reacteurope.svg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D:/pasar_fix/node_modules/.bun/@fortawesome+fontawesome-free@7.2.0/node_modules/@fortawesome/fontawesome-free/svgs/brands/readme.svg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D:/pasar_fix/node_modules/.bun/@fortawesome+fontawesome-free@7.2.0/node_modules/@fortawesome/fontawesome-free/svgs/brands/rebel.svg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D:/pasar_fix/node_modules/.bun/@fortawesome+fontawesome-free@7.2.0/node_modules/@fortawesome/fontawesome-free/svgs/brands/red-river.svg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D:/pasar_fix/node_modules/.bun/@fortawesome+fontawesome-free@7.2.0/node_modules/@fortawesome/fontawesome-free/svgs/brands/reddit-alien.svg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D:/pasar_fix/node_modules/.bun/@fortawesome+fontawesome-free@7.2.0/node_modules/@fortawesome/fontawesome-free/svgs/brands/reddit-square.svg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D:/pasar_fix/node_modules/.bun/@fortawesome+fontawesome-free@7.2.0/node_modules/@fortawesome/fontawesome-free/svgs/brands/reddit.svg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D:/pasar_fix/node_modules/.bun/@fortawesome+fontawesome-free@7.2.0/node_modules/@fortawesome/fontawesome-free/svgs/brands/redhat.svg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D:/pasar_fix/node_modules/.bun/@fortawesome+fontawesome-free@7.2.0/node_modules/@fortawesome/fontawesome-free/svgs/brands/rendact.svg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D:/pasar_fix/node_modules/.bun/@fortawesome+fontawesome-free@7.2.0/node_modules/@fortawesome/fontawesome-free/svgs/brands/renren.svg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D:/pasar_fix/node_modules/.bun/@fortawesome+fontawesome-free@7.2.0/node_modules/@fortawesome/fontawesome-free/svgs/brands/replyd.svg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D:/pasar_fix/node_modules/.bun/@fortawesome+fontawesome-free@7.2.0/node_modules/@fortawesome/fontawesome-free/svgs/brands/researchgate.svg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D:/pasar_fix/node_modules/.bun/@fortawesome+fontawesome-free@7.2.0/node_modules/@fortawesome/fontawesome-free/svgs/brands/resolving.svg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D:/pasar_fix/node_modules/.bun/@fortawesome+fontawesome-free@7.2.0/node_modules/@fortawesome/fontawesome-free/svgs/brands/rev.svg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D:/pasar_fix/node_modules/.bun/@fortawesome+fontawesome-free@7.2.0/node_modules/@fortawesome/fontawesome-free/svgs/brands/rocketchat.svg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D:/pasar_fix/node_modules/.bun/@fortawesome+fontawesome-free@7.2.0/node_modules/@fortawesome/fontawesome-free/svgs/brands/rockrms.svg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D:/pasar_fix/node_modules/.bun/@fortawesome+fontawesome-free@7.2.0/node_modules/@fortawesome/fontawesome-free/svgs/brands/rust.svg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D:/pasar_fix/node_modules/.bun/@fortawesome+fontawesome-free@7.2.0/node_modules/@fortawesome/fontawesome-free/svgs/brands/safari.svg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D:/pasar_fix/node_modules/.bun/@fortawesome+fontawesome-free@7.2.0/node_modules/@fortawesome/fontawesome-free/svgs/brands/salesforce.svg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D:/pasar_fix/node_modules/.bun/@fortawesome+fontawesome-free@7.2.0/node_modules/@fortawesome/fontawesome-free/svgs/brands/sass.svg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D:/pasar_fix/node_modules/.bun/@fortawesome+fontawesome-free@7.2.0/node_modules/@fortawesome/fontawesome-free/svgs/brands/scaleway.svg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D:/pasar_fix/node_modules/.bun/@fortawesome+fontawesome-free@7.2.0/node_modules/@fortawesome/fontawesome-free/svgs/brands/schlix.svg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D:/pasar_fix/node_modules/.bun/@fortawesome+fontawesome-free@7.2.0/node_modules/@fortawesome/fontawesome-free/svgs/brands/screenpal.svg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D:/pasar_fix/node_modules/.bun/@fortawesome+fontawesome-free@7.2.0/node_modules/@fortawesome/fontawesome-free/svgs/brands/scribd.svg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D:/pasar_fix/node_modules/.bun/@fortawesome+fontawesome-free@7.2.0/node_modules/@fortawesome/fontawesome-free/svgs/brands/searchengin.svg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D:/pasar_fix/node_modules/.bun/@fortawesome+fontawesome-free@7.2.0/node_modules/@fortawesome/fontawesome-free/svgs/brands/sellcast.svg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D:/pasar_fix/node_modules/.bun/@fortawesome+fontawesome-free@7.2.0/node_modules/@fortawesome/fontawesome-free/svgs/brands/sellsy.svg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D:/pasar_fix/node_modules/.bun/@fortawesome+fontawesome-free@7.2.0/node_modules/@fortawesome/fontawesome-free/svgs/brands/servicestack.svg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D:/pasar_fix/node_modules/.bun/@fortawesome+fontawesome-free@7.2.0/node_modules/@fortawesome/fontawesome-free/svgs/brands/shirtsinbulk.svg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D:/pasar_fix/node_modules/.bun/@fortawesome+fontawesome-free@7.2.0/node_modules/@fortawesome/fontawesome-free/svgs/brands/shoelace.svg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D:/pasar_fix/node_modules/.bun/@fortawesome+fontawesome-free@7.2.0/node_modules/@fortawesome/fontawesome-free/svgs/brands/shopify.svg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D:/pasar_fix/node_modules/.bun/@fortawesome+fontawesome-free@7.2.0/node_modules/@fortawesome/fontawesome-free/svgs/brands/shopware.svg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D:/pasar_fix/node_modules/.bun/@fortawesome+fontawesome-free@7.2.0/node_modules/@fortawesome/fontawesome-free/svgs/brands/signal-messenger.svg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D:/pasar_fix/node_modules/.bun/@fortawesome+fontawesome-free@7.2.0/node_modules/@fortawesome/fontawesome-free/svgs/brands/simplybuilt.svg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D:/pasar_fix/node_modules/.bun/@fortawesome+fontawesome-free@7.2.0/node_modules/@fortawesome/fontawesome-free/svgs/brands/sistrix.svg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D:/pasar_fix/node_modules/.bun/@fortawesome+fontawesome-free@7.2.0/node_modules/@fortawesome/fontawesome-free/svgs/brands/sith.svg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D:/pasar_fix/node_modules/.bun/@fortawesome+fontawesome-free@7.2.0/node_modules/@fortawesome/fontawesome-free/svgs/brands/sitrox.svg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D:/pasar_fix/node_modules/.bun/@fortawesome+fontawesome-free@7.2.0/node_modules/@fortawesome/fontawesome-free/svgs/brands/sketch.svg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D:/pasar_fix/node_modules/.bun/@fortawesome+fontawesome-free@7.2.0/node_modules/@fortawesome/fontawesome-free/svgs/brands/skyatlas.svg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D:/pasar_fix/node_modules/.bun/@fortawesome+fontawesome-free@7.2.0/node_modules/@fortawesome/fontawesome-free/svgs/brands/skype.svg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D:/pasar_fix/node_modules/.bun/@fortawesome+fontawesome-free@7.2.0/node_modules/@fortawesome/fontawesome-free/svgs/brands/slack-hash.svg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D:/pasar_fix/node_modules/.bun/@fortawesome+fontawesome-free@7.2.0/node_modules/@fortawesome/fontawesome-free/svgs/brands/slack.svg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D:/pasar_fix/node_modules/.bun/@fortawesome+fontawesome-free@7.2.0/node_modules/@fortawesome/fontawesome-free/svgs/brands/slideshare.svg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D:/pasar_fix/node_modules/.bun/@fortawesome+fontawesome-free@7.2.0/node_modules/@fortawesome/fontawesome-free/svgs/brands/snapchat-ghost.svg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D:/pasar_fix/node_modules/.bun/@fortawesome+fontawesome-free@7.2.0/node_modules/@fortawesome/fontawesome-free/svgs/brands/snapchat-square.svg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D:/pasar_fix/node_modules/.bun/@fortawesome+fontawesome-free@7.2.0/node_modules/@fortawesome/fontawesome-free/svgs/brands/snapchat.svg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D:/pasar_fix/node_modules/.bun/@fortawesome+fontawesome-free@7.2.0/node_modules/@fortawesome/fontawesome-free/svgs/brands/solana.svg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D:/pasar_fix/node_modules/.bun/@fortawesome+fontawesome-free@7.2.0/node_modules/@fortawesome/fontawesome-free/svgs/brands/soundcloud.svg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D:/pasar_fix/node_modules/.bun/@fortawesome+fontawesome-free@7.2.0/node_modules/@fortawesome/fontawesome-free/svgs/brands/sourcetree.svg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D:/pasar_fix/node_modules/.bun/@fortawesome+fontawesome-free@7.2.0/node_modules/@fortawesome/fontawesome-free/svgs/brands/space-awesome.svg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D:/pasar_fix/node_modules/.bun/@fortawesome+fontawesome-free@7.2.0/node_modules/@fortawesome/fontawesome-free/svgs/brands/speakap.svg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D:/pasar_fix/node_modules/.bun/@fortawesome+fontawesome-free@7.2.0/node_modules/@fortawesome/fontawesome-free/svgs/brands/speaker-deck.svg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D:/pasar_fix/node_modules/.bun/@fortawesome+fontawesome-free@7.2.0/node_modules/@fortawesome/fontawesome-free/svgs/brands/spotify.svg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D:/pasar_fix/node_modules/.bun/@fortawesome+fontawesome-free@7.2.0/node_modules/@fortawesome/fontawesome-free/svgs/brands/square-behance.svg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D:/pasar_fix/node_modules/.bun/@fortawesome+fontawesome-free@7.2.0/node_modules/@fortawesome/fontawesome-free/svgs/brands/square-bluesky.svg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D:/pasar_fix/node_modules/.bun/@fortawesome+fontawesome-free@7.2.0/node_modules/@fortawesome/fontawesome-free/svgs/brands/square-deskpro.svg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D:/pasar_fix/node_modules/.bun/@fortawesome+fontawesome-free@7.2.0/node_modules/@fortawesome/fontawesome-free/svgs/brands/square-dribbble.svg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D:/pasar_fix/node_modules/.bun/@fortawesome+fontawesome-free@7.2.0/node_modules/@fortawesome/fontawesome-free/svgs/brands/square-facebook.svg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D:/pasar_fix/node_modules/.bun/@fortawesome+fontawesome-free@7.2.0/node_modules/@fortawesome/fontawesome-free/svgs/brands/square-figma.svg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D:/pasar_fix/node_modules/.bun/@fortawesome+fontawesome-free@7.2.0/node_modules/@fortawesome/fontawesome-free/svgs/brands/square-font-awesome-stroke.svg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D:/pasar_fix/node_modules/.bun/@fortawesome+fontawesome-free@7.2.0/node_modules/@fortawesome/fontawesome-free/svgs/brands/square-font-awesome.svg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D:/pasar_fix/node_modules/.bun/@fortawesome+fontawesome-free@7.2.0/node_modules/@fortawesome/fontawesome-free/svgs/brands/square-git.svg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D:/pasar_fix/node_modules/.bun/@fortawesome+fontawesome-free@7.2.0/node_modules/@fortawesome/fontawesome-free/svgs/brands/square-github.svg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D:/pasar_fix/node_modules/.bun/@fortawesome+fontawesome-free@7.2.0/node_modules/@fortawesome/fontawesome-free/svgs/brands/square-gitlab.svg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D:/pasar_fix/node_modules/.bun/@fortawesome+fontawesome-free@7.2.0/node_modules/@fortawesome/fontawesome-free/svgs/brands/square-google-plus.svg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D:/pasar_fix/node_modules/.bun/@fortawesome+fontawesome-free@7.2.0/node_modules/@fortawesome/fontawesome-free/svgs/brands/square-hacker-news.svg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D:/pasar_fix/node_modules/.bun/@fortawesome+fontawesome-free@7.2.0/node_modules/@fortawesome/fontawesome-free/svgs/brands/square-instagram.svg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D:/pasar_fix/node_modules/.bun/@fortawesome+fontawesome-free@7.2.0/node_modules/@fortawesome/fontawesome-free/svgs/brands/square-js.svg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D:/pasar_fix/node_modules/.bun/@fortawesome+fontawesome-free@7.2.0/node_modules/@fortawesome/fontawesome-free/svgs/brands/square-kickstarter.svg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D:/pasar_fix/node_modules/.bun/@fortawesome+fontawesome-free@7.2.0/node_modules/@fortawesome/fontawesome-free/svgs/brands/square-lastfm.svg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D:/pasar_fix/node_modules/.bun/@fortawesome+fontawesome-free@7.2.0/node_modules/@fortawesome/fontawesome-free/svgs/brands/square-letterboxd.svg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D:/pasar_fix/node_modules/.bun/@fortawesome+fontawesome-free@7.2.0/node_modules/@fortawesome/fontawesome-free/svgs/brands/square-linkedin.svg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D:/pasar_fix/node_modules/.bun/@fortawesome+fontawesome-free@7.2.0/node_modules/@fortawesome/fontawesome-free/svgs/brands/square-odnoklassniki.svg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D:/pasar_fix/node_modules/.bun/@fortawesome+fontawesome-free@7.2.0/node_modules/@fortawesome/fontawesome-free/svgs/brands/square-pied-piper.svg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D:/pasar_fix/node_modules/.bun/@fortawesome+fontawesome-free@7.2.0/node_modules/@fortawesome/fontawesome-free/svgs/brands/square-pinterest.svg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D:/pasar_fix/node_modules/.bun/@fortawesome+fontawesome-free@7.2.0/node_modules/@fortawesome/fontawesome-free/svgs/brands/square-reddit.svg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D:/pasar_fix/node_modules/.bun/@fortawesome+fontawesome-free@7.2.0/node_modules/@fortawesome/fontawesome-free/svgs/brands/square-snapchat.svg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D:/pasar_fix/node_modules/.bun/@fortawesome+fontawesome-free@7.2.0/node_modules/@fortawesome/fontawesome-free/svgs/brands/square-steam.svg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D:/pasar_fix/node_modules/.bun/@fortawesome+fontawesome-free@7.2.0/node_modules/@fortawesome/fontawesome-free/svgs/brands/square-threads.svg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D:/pasar_fix/node_modules/.bun/@fortawesome+fontawesome-free@7.2.0/node_modules/@fortawesome/fontawesome-free/svgs/brands/square-tumblr.svg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D:/pasar_fix/node_modules/.bun/@fortawesome+fontawesome-free@7.2.0/node_modules/@fortawesome/fontawesome-free/svgs/brands/square-twitter.svg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D:/pasar_fix/node_modules/.bun/@fortawesome+fontawesome-free@7.2.0/node_modules/@fortawesome/fontawesome-free/svgs/brands/square-upwork.svg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D:/pasar_fix/node_modules/.bun/@fortawesome+fontawesome-free@7.2.0/node_modules/@fortawesome/fontawesome-free/svgs/brands/square-viadeo.svg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D:/pasar_fix/node_modules/.bun/@fortawesome+fontawesome-free@7.2.0/node_modules/@fortawesome/fontawesome-free/svgs/brands/square-vimeo.svg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D:/pasar_fix/node_modules/.bun/@fortawesome+fontawesome-free@7.2.0/node_modules/@fortawesome/fontawesome-free/svgs/brands/square-web-awesome-stroke.svg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D:/pasar_fix/node_modules/.bun/@fortawesome+fontawesome-free@7.2.0/node_modules/@fortawesome/fontawesome-free/svgs/brands/square-web-awesome.svg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D:/pasar_fix/node_modules/.bun/@fortawesome+fontawesome-free@7.2.0/node_modules/@fortawesome/fontawesome-free/svgs/brands/square-whatsapp.svg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D:/pasar_fix/node_modules/.bun/@fortawesome+fontawesome-free@7.2.0/node_modules/@fortawesome/fontawesome-free/svgs/brands/square-x-twitter.svg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D:/pasar_fix/node_modules/.bun/@fortawesome+fontawesome-free@7.2.0/node_modules/@fortawesome/fontawesome-free/svgs/brands/square-xing.svg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D:/pasar_fix/node_modules/.bun/@fortawesome+fontawesome-free@7.2.0/node_modules/@fortawesome/fontawesome-free/svgs/brands/square-youtube.svg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D:/pasar_fix/node_modules/.bun/@fortawesome+fontawesome-free@7.2.0/node_modules/@fortawesome/fontawesome-free/svgs/brands/squarespace.svg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D:/pasar_fix/node_modules/.bun/@fortawesome+fontawesome-free@7.2.0/node_modules/@fortawesome/fontawesome-free/svgs/brands/stack-exchange.svg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D:/pasar_fix/node_modules/.bun/@fortawesome+fontawesome-free@7.2.0/node_modules/@fortawesome/fontawesome-free/svgs/brands/stack-overflow.svg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D:/pasar_fix/node_modules/.bun/@fortawesome+fontawesome-free@7.2.0/node_modules/@fortawesome/fontawesome-free/svgs/brands/stackpath.svg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D:/pasar_fix/node_modules/.bun/@fortawesome+fontawesome-free@7.2.0/node_modules/@fortawesome/fontawesome-free/svgs/brands/staylinked.svg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D:/pasar_fix/node_modules/.bun/@fortawesome+fontawesome-free@7.2.0/node_modules/@fortawesome/fontawesome-free/svgs/brands/steam-square.svg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D:/pasar_fix/node_modules/.bun/@fortawesome+fontawesome-free@7.2.0/node_modules/@fortawesome/fontawesome-free/svgs/brands/steam-symbol.svg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D:/pasar_fix/node_modules/.bun/@fortawesome+fontawesome-free@7.2.0/node_modules/@fortawesome/fontawesome-free/svgs/brands/steam.svg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D:/pasar_fix/node_modules/.bun/@fortawesome+fontawesome-free@7.2.0/node_modules/@fortawesome/fontawesome-free/svgs/brands/sticker-mule.svg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D:/pasar_fix/node_modules/.bun/@fortawesome+fontawesome-free@7.2.0/node_modules/@fortawesome/fontawesome-free/svgs/brands/strava.svg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D:/pasar_fix/node_modules/.bun/@fortawesome+fontawesome-free@7.2.0/node_modules/@fortawesome/fontawesome-free/svgs/brands/stripe-s.svg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D:/pasar_fix/node_modules/.bun/@fortawesome+fontawesome-free@7.2.0/node_modules/@fortawesome/fontawesome-free/svgs/brands/stripe.svg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D:/pasar_fix/node_modules/.bun/@fortawesome+fontawesome-free@7.2.0/node_modules/@fortawesome/fontawesome-free/svgs/brands/stubber.svg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D:/pasar_fix/node_modules/.bun/@fortawesome+fontawesome-free@7.2.0/node_modules/@fortawesome/fontawesome-free/svgs/brands/studiovinari.svg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D:/pasar_fix/node_modules/.bun/@fortawesome+fontawesome-free@7.2.0/node_modules/@fortawesome/fontawesome-free/svgs/brands/stumbleupon-circle.svg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D:/pasar_fix/node_modules/.bun/@fortawesome+fontawesome-free@7.2.0/node_modules/@fortawesome/fontawesome-free/svgs/brands/stumbleupon.svg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D:/pasar_fix/node_modules/.bun/@fortawesome+fontawesome-free@7.2.0/node_modules/@fortawesome/fontawesome-free/svgs/brands/superpowers.svg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D:/pasar_fix/node_modules/.bun/@fortawesome+fontawesome-free@7.2.0/node_modules/@fortawesome/fontawesome-free/svgs/brands/supple.svg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D:/pasar_fix/node_modules/.bun/@fortawesome+fontawesome-free@7.2.0/node_modules/@fortawesome/fontawesome-free/svgs/brands/supportnow.svg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D:/pasar_fix/node_modules/.bun/@fortawesome+fontawesome-free@7.2.0/node_modules/@fortawesome/fontawesome-free/svgs/brands/suse.svg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D:/pasar_fix/node_modules/.bun/@fortawesome+fontawesome-free@7.2.0/node_modules/@fortawesome/fontawesome-free/svgs/brands/svelte.svg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D:/pasar_fix/node_modules/.bun/@fortawesome+fontawesome-free@7.2.0/node_modules/@fortawesome/fontawesome-free/svgs/brands/swift.svg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D:/pasar_fix/node_modules/.bun/@fortawesome+fontawesome-free@7.2.0/node_modules/@fortawesome/fontawesome-free/svgs/brands/symfony.svg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D:/pasar_fix/node_modules/.bun/@fortawesome+fontawesome-free@7.2.0/node_modules/@fortawesome/fontawesome-free/svgs/brands/symfonycasts.svg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D:/pasar_fix/node_modules/.bun/@fortawesome+fontawesome-free@7.2.0/node_modules/@fortawesome/fontawesome-free/svgs/brands/tailwind-css.svg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D:/pasar_fix/node_modules/.bun/@fortawesome+fontawesome-free@7.2.0/node_modules/@fortawesome/fontawesome-free/svgs/brands/teamspeak.svg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D:/pasar_fix/node_modules/.bun/@fortawesome+fontawesome-free@7.2.0/node_modules/@fortawesome/fontawesome-free/svgs/brands/telegram-plane.svg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D:/pasar_fix/node_modules/.bun/@fortawesome+fontawesome-free@7.2.0/node_modules/@fortawesome/fontawesome-free/svgs/brands/telegram.svg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D:/pasar_fix/node_modules/.bun/@fortawesome+fontawesome-free@7.2.0/node_modules/@fortawesome/fontawesome-free/svgs/brands/tencent-weibo.svg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D:/pasar_fix/node_modules/.bun/@fortawesome+fontawesome-free@7.2.0/node_modules/@fortawesome/fontawesome-free/svgs/brands/tex.svg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D:/pasar_fix/node_modules/.bun/@fortawesome+fontawesome-free@7.2.0/node_modules/@fortawesome/fontawesome-free/svgs/brands/the-red-yeti.svg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D:/pasar_fix/node_modules/.bun/@fortawesome+fontawesome-free@7.2.0/node_modules/@fortawesome/fontawesome-free/svgs/brands/themeco.svg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D:/pasar_fix/node_modules/.bun/@fortawesome+fontawesome-free@7.2.0/node_modules/@fortawesome/fontawesome-free/svgs/brands/themeisle.svg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D:/pasar_fix/node_modules/.bun/@fortawesome+fontawesome-free@7.2.0/node_modules/@fortawesome/fontawesome-free/svgs/brands/think-peaks.svg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D:/pasar_fix/node_modules/.bun/@fortawesome+fontawesome-free@7.2.0/node_modules/@fortawesome/fontawesome-free/svgs/brands/threads.svg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D:/pasar_fix/node_modules/.bun/@fortawesome+fontawesome-free@7.2.0/node_modules/@fortawesome/fontawesome-free/svgs/brands/threema.svg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D:/pasar_fix/node_modules/.bun/@fortawesome+fontawesome-free@7.2.0/node_modules/@fortawesome/fontawesome-free/svgs/brands/tidal.svg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D:/pasar_fix/node_modules/.bun/@fortawesome+fontawesome-free@7.2.0/node_modules/@fortawesome/fontawesome-free/svgs/brands/tiktok.svg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D:/pasar_fix/node_modules/.bun/@fortawesome+fontawesome-free@7.2.0/node_modules/@fortawesome/fontawesome-free/svgs/brands/tor-browser.svg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D:/pasar_fix/node_modules/.bun/@fortawesome+fontawesome-free@7.2.0/node_modules/@fortawesome/fontawesome-free/svgs/brands/trade-federation.svg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D:/pasar_fix/node_modules/.bun/@fortawesome+fontawesome-free@7.2.0/node_modules/@fortawesome/fontawesome-free/svgs/brands/trello.svg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D:/pasar_fix/node_modules/.bun/@fortawesome+fontawesome-free@7.2.0/node_modules/@fortawesome/fontawesome-free/svgs/brands/tumblr-square.svg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D:/pasar_fix/node_modules/.bun/@fortawesome+fontawesome-free@7.2.0/node_modules/@fortawesome/fontawesome-free/svgs/brands/tumblr.svg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D:/pasar_fix/node_modules/.bun/@fortawesome+fontawesome-free@7.2.0/node_modules/@fortawesome/fontawesome-free/svgs/brands/twitch.svg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D:/pasar_fix/node_modules/.bun/@fortawesome+fontawesome-free@7.2.0/node_modules/@fortawesome/fontawesome-free/svgs/brands/twitter-square.svg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D:/pasar_fix/node_modules/.bun/@fortawesome+fontawesome-free@7.2.0/node_modules/@fortawesome/fontawesome-free/svgs/brands/twitter.svg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D:/pasar_fix/node_modules/.bun/@fortawesome+fontawesome-free@7.2.0/node_modules/@fortawesome/fontawesome-free/svgs/brands/typescript.svg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D:/pasar_fix/node_modules/.bun/@fortawesome+fontawesome-free@7.2.0/node_modules/@fortawesome/fontawesome-free/svgs/brands/typo3.svg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D:/pasar_fix/node_modules/.bun/@fortawesome+fontawesome-free@7.2.0/node_modules/@fortawesome/fontawesome-free/svgs/brands/uber.svg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D:/pasar_fix/node_modules/.bun/@fortawesome+fontawesome-free@7.2.0/node_modules/@fortawesome/fontawesome-free/svgs/brands/ubuntu.svg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D:/pasar_fix/node_modules/.bun/@fortawesome+fontawesome-free@7.2.0/node_modules/@fortawesome/fontawesome-free/svgs/brands/uikit.svg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D:/pasar_fix/node_modules/.bun/@fortawesome+fontawesome-free@7.2.0/node_modules/@fortawesome/fontawesome-free/svgs/brands/ultralytics-hub.svg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D:/pasar_fix/node_modules/.bun/@fortawesome+fontawesome-free@7.2.0/node_modules/@fortawesome/fontawesome-free/svgs/brands/ultralytics-yolo.svg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D:/pasar_fix/node_modules/.bun/@fortawesome+fontawesome-free@7.2.0/node_modules/@fortawesome/fontawesome-free/svgs/brands/ultralytics.svg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D:/pasar_fix/node_modules/.bun/@fortawesome+fontawesome-free@7.2.0/node_modules/@fortawesome/fontawesome-free/svgs/brands/umbraco.svg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D:/pasar_fix/node_modules/.bun/@fortawesome+fontawesome-free@7.2.0/node_modules/@fortawesome/fontawesome-free/svgs/brands/uncharted.svg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D:/pasar_fix/node_modules/.bun/@fortawesome+fontawesome-free@7.2.0/node_modules/@fortawesome/fontawesome-free/svgs/brands/uniregistry.svg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D:/pasar_fix/node_modules/.bun/@fortawesome+fontawesome-free@7.2.0/node_modules/@fortawesome/fontawesome-free/svgs/brands/unison.svg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D:/pasar_fix/node_modules/.bun/@fortawesome+fontawesome-free@7.2.0/node_modules/@fortawesome/fontawesome-free/svgs/brands/unity.svg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D:/pasar_fix/node_modules/.bun/@fortawesome+fontawesome-free@7.2.0/node_modules/@fortawesome/fontawesome-free/svgs/brands/unreal-engine.svg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D:/pasar_fix/node_modules/.bun/@fortawesome+fontawesome-free@7.2.0/node_modules/@fortawesome/fontawesome-free/svgs/brands/unsplash.svg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D:/pasar_fix/node_modules/.bun/@fortawesome+fontawesome-free@7.2.0/node_modules/@fortawesome/fontawesome-free/svgs/brands/untappd.svg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D:/pasar_fix/node_modules/.bun/@fortawesome+fontawesome-free@7.2.0/node_modules/@fortawesome/fontawesome-free/svgs/brands/ups.svg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D:/pasar_fix/node_modules/.bun/@fortawesome+fontawesome-free@7.2.0/node_modules/@fortawesome/fontawesome-free/svgs/brands/upwork.svg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D:/pasar_fix/node_modules/.bun/@fortawesome+fontawesome-free@7.2.0/node_modules/@fortawesome/fontawesome-free/svgs/brands/usb.svg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D:/pasar_fix/node_modules/.bun/@fortawesome+fontawesome-free@7.2.0/node_modules/@fortawesome/fontawesome-free/svgs/brands/usps.svg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D:/pasar_fix/node_modules/.bun/@fortawesome+fontawesome-free@7.2.0/node_modules/@fortawesome/fontawesome-free/svgs/brands/ussunnah.svg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D:/pasar_fix/node_modules/.bun/@fortawesome+fontawesome-free@7.2.0/node_modules/@fortawesome/fontawesome-free/svgs/brands/vaadin.svg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D:/pasar_fix/node_modules/.bun/@fortawesome+fontawesome-free@7.2.0/node_modules/@fortawesome/fontawesome-free/svgs/brands/venmo-v.svg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D:/pasar_fix/node_modules/.bun/@fortawesome+fontawesome-free@7.2.0/node_modules/@fortawesome/fontawesome-free/svgs/brands/venmo.svg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D:/pasar_fix/node_modules/.bun/@fortawesome+fontawesome-free@7.2.0/node_modules/@fortawesome/fontawesome-free/svgs/brands/viacoin.svg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D:/pasar_fix/node_modules/.bun/@fortawesome+fontawesome-free@7.2.0/node_modules/@fortawesome/fontawesome-free/svgs/brands/viadeo-square.svg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D:/pasar_fix/node_modules/.bun/@fortawesome+fontawesome-free@7.2.0/node_modules/@fortawesome/fontawesome-free/svgs/brands/viadeo.svg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D:/pasar_fix/node_modules/.bun/@fortawesome+fontawesome-free@7.2.0/node_modules/@fortawesome/fontawesome-free/svgs/brands/viber.svg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D:/pasar_fix/node_modules/.bun/@fortawesome+fontawesome-free@7.2.0/node_modules/@fortawesome/fontawesome-free/svgs/brands/vim.svg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D:/pasar_fix/node_modules/.bun/@fortawesome+fontawesome-free@7.2.0/node_modules/@fortawesome/fontawesome-free/svgs/brands/vimeo-square.svg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D:/pasar_fix/node_modules/.bun/@fortawesome+fontawesome-free@7.2.0/node_modules/@fortawesome/fontawesome-free/svgs/brands/vimeo-v.svg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D:/pasar_fix/node_modules/.bun/@fortawesome+fontawesome-free@7.2.0/node_modules/@fortawesome/fontawesome-free/svgs/brands/vimeo.svg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D:/pasar_fix/node_modules/.bun/@fortawesome+fontawesome-free@7.2.0/node_modules/@fortawesome/fontawesome-free/svgs/brands/vine.svg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D:/pasar_fix/node_modules/.bun/@fortawesome+fontawesome-free@7.2.0/node_modules/@fortawesome/fontawesome-free/svgs/brands/vk.svg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D:/pasar_fix/node_modules/.bun/@fortawesome+fontawesome-free@7.2.0/node_modules/@fortawesome/fontawesome-free/svgs/brands/vnv.svg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D:/pasar_fix/node_modules/.bun/@fortawesome+fontawesome-free@7.2.0/node_modules/@fortawesome/fontawesome-free/svgs/brands/vsco.svg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D:/pasar_fix/node_modules/.bun/@fortawesome+fontawesome-free@7.2.0/node_modules/@fortawesome/fontawesome-free/svgs/brands/vuejs.svg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D:/pasar_fix/node_modules/.bun/@fortawesome+fontawesome-free@7.2.0/node_modules/@fortawesome/fontawesome-free/svgs/brands/w3c.svg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D:/pasar_fix/node_modules/.bun/@fortawesome+fontawesome-free@7.2.0/node_modules/@fortawesome/fontawesome-free/svgs/brands/watchman-monitoring.svg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D:/pasar_fix/node_modules/.bun/@fortawesome+fontawesome-free@7.2.0/node_modules/@fortawesome/fontawesome-free/svgs/brands/waze.svg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D:/pasar_fix/node_modules/.bun/@fortawesome+fontawesome-free@7.2.0/node_modules/@fortawesome/fontawesome-free/svgs/brands/web-awesome.svg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D:/pasar_fix/node_modules/.bun/@fortawesome+fontawesome-free@7.2.0/node_modules/@fortawesome/fontawesome-free/svgs/brands/webflow.svg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D:/pasar_fix/node_modules/.bun/@fortawesome+fontawesome-free@7.2.0/node_modules/@fortawesome/fontawesome-free/svgs/brands/weebly.svg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D:/pasar_fix/node_modules/.bun/@fortawesome+fontawesome-free@7.2.0/node_modules/@fortawesome/fontawesome-free/svgs/brands/weibo.svg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D:/pasar_fix/node_modules/.bun/@fortawesome+fontawesome-free@7.2.0/node_modules/@fortawesome/fontawesome-free/svgs/brands/weixin.svg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D:/pasar_fix/node_modules/.bun/@fortawesome+fontawesome-free@7.2.0/node_modules/@fortawesome/fontawesome-free/svgs/brands/whatsapp-square.svg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D:/pasar_fix/node_modules/.bun/@fortawesome+fontawesome-free@7.2.0/node_modules/@fortawesome/fontawesome-free/svgs/brands/whatsapp.svg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D:/pasar_fix/node_modules/.bun/@fortawesome+fontawesome-free@7.2.0/node_modules/@fortawesome/fontawesome-free/svgs/brands/whmcs.svg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D:/pasar_fix/node_modules/.bun/@fortawesome+fontawesome-free@7.2.0/node_modules/@fortawesome/fontawesome-free/svgs/brands/wikipedia-w.svg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D:/pasar_fix/node_modules/.bun/@fortawesome+fontawesome-free@7.2.0/node_modules/@fortawesome/fontawesome-free/svgs/brands/windows.svg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D:/pasar_fix/node_modules/.bun/@fortawesome+fontawesome-free@7.2.0/node_modules/@fortawesome/fontawesome-free/svgs/brands/wirsindhandwerk.svg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D:/pasar_fix/node_modules/.bun/@fortawesome+fontawesome-free@7.2.0/node_modules/@fortawesome/fontawesome-free/svgs/brands/wix.svg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D:/pasar_fix/node_modules/.bun/@fortawesome+fontawesome-free@7.2.0/node_modules/@fortawesome/fontawesome-free/svgs/brands/wizards-of-the-coast.svg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D:/pasar_fix/node_modules/.bun/@fortawesome+fontawesome-free@7.2.0/node_modules/@fortawesome/fontawesome-free/svgs/brands/wodu.svg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D:/pasar_fix/node_modules/.bun/@fortawesome+fontawesome-free@7.2.0/node_modules/@fortawesome/fontawesome-free/svgs/brands/wolf-pack-battalion.svg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D:/pasar_fix/node_modules/.bun/@fortawesome+fontawesome-free@7.2.0/node_modules/@fortawesome/fontawesome-free/svgs/brands/wordpress-simple.svg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D:/pasar_fix/node_modules/.bun/@fortawesome+fontawesome-free@7.2.0/node_modules/@fortawesome/fontawesome-free/svgs/brands/wordpress.svg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D:/pasar_fix/node_modules/.bun/@fortawesome+fontawesome-free@7.2.0/node_modules/@fortawesome/fontawesome-free/svgs/brands/wpbeginner.svg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D:/pasar_fix/node_modules/.bun/@fortawesome+fontawesome-free@7.2.0/node_modules/@fortawesome/fontawesome-free/svgs/brands/wpexplorer.svg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D:/pasar_fix/node_modules/.bun/@fortawesome+fontawesome-free@7.2.0/node_modules/@fortawesome/fontawesome-free/svgs/brands/wpforms.svg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D:/pasar_fix/node_modules/.bun/@fortawesome+fontawesome-free@7.2.0/node_modules/@fortawesome/fontawesome-free/svgs/brands/wpressr.svg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D:/pasar_fix/node_modules/.bun/@fortawesome+fontawesome-free@7.2.0/node_modules/@fortawesome/fontawesome-free/svgs/brands/wsh.svg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D:/pasar_fix/node_modules/.bun/@fortawesome+fontawesome-free@7.2.0/node_modules/@fortawesome/fontawesome-free/svgs/brands/x-twitter.svg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D:/pasar_fix/node_modules/.bun/@fortawesome+fontawesome-free@7.2.0/node_modules/@fortawesome/fontawesome-free/svgs/brands/xbox.svg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D:/pasar_fix/node_modules/.bun/@fortawesome+fontawesome-free@7.2.0/node_modules/@fortawesome/fontawesome-free/svgs/brands/xing-square.svg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D:/pasar_fix/node_modules/.bun/@fortawesome+fontawesome-free@7.2.0/node_modules/@fortawesome/fontawesome-free/svgs/brands/xing.svg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D:/pasar_fix/node_modules/.bun/@fortawesome+fontawesome-free@7.2.0/node_modules/@fortawesome/fontawesome-free/svgs/brands/xmpp.svg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D:/pasar_fix/node_modules/.bun/@fortawesome+fontawesome-free@7.2.0/node_modules/@fortawesome/fontawesome-free/svgs/brands/y-combinator.svg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D:/pasar_fix/node_modules/.bun/@fortawesome+fontawesome-free@7.2.0/node_modules/@fortawesome/fontawesome-free/svgs/brands/yahoo.svg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D:/pasar_fix/node_modules/.bun/@fortawesome+fontawesome-free@7.2.0/node_modules/@fortawesome/fontawesome-free/svgs/brands/yammer.svg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D:/pasar_fix/node_modules/.bun/@fortawesome+fontawesome-free@7.2.0/node_modules/@fortawesome/fontawesome-free/svgs/brands/yandex-international.svg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D:/pasar_fix/node_modules/.bun/@fortawesome+fontawesome-free@7.2.0/node_modules/@fortawesome/fontawesome-free/svgs/brands/yandex.svg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D:/pasar_fix/node_modules/.bun/@fortawesome+fontawesome-free@7.2.0/node_modules/@fortawesome/fontawesome-free/svgs/brands/yarn.svg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D:/pasar_fix/node_modules/.bun/@fortawesome+fontawesome-free@7.2.0/node_modules/@fortawesome/fontawesome-free/svgs/brands/yelp.svg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D:/pasar_fix/node_modules/.bun/@fortawesome+fontawesome-free@7.2.0/node_modules/@fortawesome/fontawesome-free/svgs/brands/yoast.svg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D:/pasar_fix/node_modules/.bun/@fortawesome+fontawesome-free@7.2.0/node_modules/@fortawesome/fontawesome-free/svgs/brands/youtube-square.svg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D:/pasar_fix/node_modules/.bun/@fortawesome+fontawesome-free@7.2.0/node_modules/@fortawesome/fontawesome-free/svgs/brands/youtube.svg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D:/pasar_fix/node_modules/.bun/@fortawesome+fontawesome-free@7.2.0/node_modules/@fortawesome/fontawesome-free/svgs/brands/zhihu.svg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D:/pasar_fix/node_modules/.bun/@fortawesome+fontawesome-free@7.2.0/node_modules/@fortawesome/fontawesome-free/svgs/brands/zoom.svg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D:/pasar_fix/node_modules/.bun/@fortawesome+fontawesome-free@7.2.0/node_modules/@fortawesome/fontawesome-free/svgs/brands/zulip.svg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D:/pasar_fix/node_modules/.bun/@fortawesome+fontawesome-free@7.2.0/node_modules/@fortawesome/fontawesome-free/svgs/regular/address-book.svg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D:/pasar_fix/node_modules/.bun/@fortawesome+fontawesome-free@7.2.0/node_modules/@fortawesome/fontawesome-free/svgs/regular/address-card.svg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D:/pasar_fix/node_modules/.bun/@fortawesome+fontawesome-free@7.2.0/node_modules/@fortawesome/fontawesome-free/svgs/regular/alarm-clock.svg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D:/pasar_fix/node_modules/.bun/@fortawesome+fontawesome-free@7.2.0/node_modules/@fortawesome/fontawesome-free/svgs/regular/angry.svg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D:/pasar_fix/node_modules/.bun/@fortawesome+fontawesome-free@7.2.0/node_modules/@fortawesome/fontawesome-free/svgs/regular/arrow-alt-circle-down.svg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D:/pasar_fix/node_modules/.bun/@fortawesome+fontawesome-free@7.2.0/node_modules/@fortawesome/fontawesome-free/svgs/regular/arrow-alt-circle-left.svg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D:/pasar_fix/node_modules/.bun/@fortawesome+fontawesome-free@7.2.0/node_modules/@fortawesome/fontawesome-free/svgs/regular/arrow-alt-circle-right.svg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D:/pasar_fix/node_modules/.bun/@fortawesome+fontawesome-free@7.2.0/node_modules/@fortawesome/fontawesome-free/svgs/regular/arrow-alt-circle-up.svg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D:/pasar_fix/node_modules/.bun/@fortawesome+fontawesome-free@7.2.0/node_modules/@fortawesome/fontawesome-free/svgs/regular/bar-chart.svg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D:/pasar_fix/node_modules/.bun/@fortawesome+fontawesome-free@7.2.0/node_modules/@fortawesome/fontawesome-free/svgs/regular/bell-slash.svg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D:/pasar_fix/node_modules/.bun/@fortawesome+fontawesome-free@7.2.0/node_modules/@fortawesome/fontawesome-free/svgs/regular/bell.svg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D:/pasar_fix/node_modules/.bun/@fortawesome+fontawesome-free@7.2.0/node_modules/@fortawesome/fontawesome-free/svgs/regular/bookmark.svg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D:/pasar_fix/node_modules/.bun/@fortawesome+fontawesome-free@7.2.0/node_modules/@fortawesome/fontawesome-free/svgs/regular/building.svg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D:/pasar_fix/node_modules/.bun/@fortawesome+fontawesome-free@7.2.0/node_modules/@fortawesome/fontawesome-free/svgs/regular/calendar-alt.svg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D:/pasar_fix/node_modules/.bun/@fortawesome+fontawesome-free@7.2.0/node_modules/@fortawesome/fontawesome-free/svgs/regular/calendar-check.svg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D:/pasar_fix/node_modules/.bun/@fortawesome+fontawesome-free@7.2.0/node_modules/@fortawesome/fontawesome-free/svgs/regular/calendar-days.svg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D:/pasar_fix/node_modules/.bun/@fortawesome+fontawesome-free@7.2.0/node_modules/@fortawesome/fontawesome-free/svgs/regular/calendar-minus.svg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D:/pasar_fix/node_modules/.bun/@fortawesome+fontawesome-free@7.2.0/node_modules/@fortawesome/fontawesome-free/svgs/regular/calendar-plus.svg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D:/pasar_fix/node_modules/.bun/@fortawesome+fontawesome-free@7.2.0/node_modules/@fortawesome/fontawesome-free/svgs/regular/calendar-times.svg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D:/pasar_fix/node_modules/.bun/@fortawesome+fontawesome-free@7.2.0/node_modules/@fortawesome/fontawesome-free/svgs/regular/calendar-xmark.svg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D:/pasar_fix/node_modules/.bun/@fortawesome+fontawesome-free@7.2.0/node_modules/@fortawesome/fontawesome-free/svgs/regular/calendar.svg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D:/pasar_fix/node_modules/.bun/@fortawesome+fontawesome-free@7.2.0/node_modules/@fortawesome/fontawesome-free/svgs/regular/camera-alt.svg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D:/pasar_fix/node_modules/.bun/@fortawesome+fontawesome-free@7.2.0/node_modules/@fortawesome/fontawesome-free/svgs/regular/camera.svg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D:/pasar_fix/node_modules/.bun/@fortawesome+fontawesome-free@7.2.0/node_modules/@fortawesome/fontawesome-free/svgs/regular/caret-square-down.svg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D:/pasar_fix/node_modules/.bun/@fortawesome+fontawesome-free@7.2.0/node_modules/@fortawesome/fontawesome-free/svgs/regular/caret-square-left.svg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D:/pasar_fix/node_modules/.bun/@fortawesome+fontawesome-free@7.2.0/node_modules/@fortawesome/fontawesome-free/svgs/regular/caret-square-right.svg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D:/pasar_fix/node_modules/.bun/@fortawesome+fontawesome-free@7.2.0/node_modules/@fortawesome/fontawesome-free/svgs/regular/caret-square-up.svg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D:/pasar_fix/node_modules/.bun/@fortawesome+fontawesome-free@7.2.0/node_modules/@fortawesome/fontawesome-free/svgs/regular/chart-bar.svg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D:/pasar_fix/node_modules/.bun/@fortawesome+fontawesome-free@7.2.0/node_modules/@fortawesome/fontawesome-free/svgs/regular/check-circle.svg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D:/pasar_fix/node_modules/.bun/@fortawesome+fontawesome-free@7.2.0/node_modules/@fortawesome/fontawesome-free/svgs/regular/check-square.svg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D:/pasar_fix/node_modules/.bun/@fortawesome+fontawesome-free@7.2.0/node_modules/@fortawesome/fontawesome-free/svgs/regular/chess-bishop.svg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D:/pasar_fix/node_modules/.bun/@fortawesome+fontawesome-free@7.2.0/node_modules/@fortawesome/fontawesome-free/svgs/regular/chess-king.svg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D:/pasar_fix/node_modules/.bun/@fortawesome+fontawesome-free@7.2.0/node_modules/@fortawesome/fontawesome-free/svgs/regular/chess-knight.svg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D:/pasar_fix/node_modules/.bun/@fortawesome+fontawesome-free@7.2.0/node_modules/@fortawesome/fontawesome-free/svgs/regular/chess-pawn.svg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D:/pasar_fix/node_modules/.bun/@fortawesome+fontawesome-free@7.2.0/node_modules/@fortawesome/fontawesome-free/svgs/regular/chess-queen.svg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D:/pasar_fix/node_modules/.bun/@fortawesome+fontawesome-free@7.2.0/node_modules/@fortawesome/fontawesome-free/svgs/regular/chess-rook.svg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D:/pasar_fix/node_modules/.bun/@fortawesome+fontawesome-free@7.2.0/node_modules/@fortawesome/fontawesome-free/svgs/regular/circle-check.svg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D:/pasar_fix/node_modules/.bun/@fortawesome+fontawesome-free@7.2.0/node_modules/@fortawesome/fontawesome-free/svgs/regular/circle-dot.svg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D:/pasar_fix/node_modules/.bun/@fortawesome+fontawesome-free@7.2.0/node_modules/@fortawesome/fontawesome-free/svgs/regular/circle-down.svg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D:/pasar_fix/node_modules/.bun/@fortawesome+fontawesome-free@7.2.0/node_modules/@fortawesome/fontawesome-free/svgs/regular/circle-left.svg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D:/pasar_fix/node_modules/.bun/@fortawesome+fontawesome-free@7.2.0/node_modules/@fortawesome/fontawesome-free/svgs/regular/circle-pause.svg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D:/pasar_fix/node_modules/.bun/@fortawesome+fontawesome-free@7.2.0/node_modules/@fortawesome/fontawesome-free/svgs/regular/circle-play.svg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D:/pasar_fix/node_modules/.bun/@fortawesome+fontawesome-free@7.2.0/node_modules/@fortawesome/fontawesome-free/svgs/regular/circle-question.svg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D:/pasar_fix/node_modules/.bun/@fortawesome+fontawesome-free@7.2.0/node_modules/@fortawesome/fontawesome-free/svgs/regular/circle-right.svg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D:/pasar_fix/node_modules/.bun/@fortawesome+fontawesome-free@7.2.0/node_modules/@fortawesome/fontawesome-free/svgs/regular/circle-stop.svg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D:/pasar_fix/node_modules/.bun/@fortawesome+fontawesome-free@7.2.0/node_modules/@fortawesome/fontawesome-free/svgs/regular/circle-up.svg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D:/pasar_fix/node_modules/.bun/@fortawesome+fontawesome-free@7.2.0/node_modules/@fortawesome/fontawesome-free/svgs/regular/circle-user.svg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D:/pasar_fix/node_modules/.bun/@fortawesome+fontawesome-free@7.2.0/node_modules/@fortawesome/fontawesome-free/svgs/regular/circle-xmark.svg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D:/pasar_fix/node_modules/.bun/@fortawesome+fontawesome-free@7.2.0/node_modules/@fortawesome/fontawesome-free/svgs/regular/circle.svg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D:/pasar_fix/node_modules/.bun/@fortawesome+fontawesome-free@7.2.0/node_modules/@fortawesome/fontawesome-free/svgs/regular/clipboard.svg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D:/pasar_fix/node_modules/.bun/@fortawesome+fontawesome-free@7.2.0/node_modules/@fortawesome/fontawesome-free/svgs/regular/clock-four.svg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D:/pasar_fix/node_modules/.bun/@fortawesome+fontawesome-free@7.2.0/node_modules/@fortawesome/fontawesome-free/svgs/regular/clock.svg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D:/pasar_fix/node_modules/.bun/@fortawesome+fontawesome-free@7.2.0/node_modules/@fortawesome/fontawesome-free/svgs/regular/clone.svg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D:/pasar_fix/node_modules/.bun/@fortawesome+fontawesome-free@7.2.0/node_modules/@fortawesome/fontawesome-free/svgs/regular/closed-captioning.svg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D:/pasar_fix/node_modules/.bun/@fortawesome+fontawesome-free@7.2.0/node_modules/@fortawesome/fontawesome-free/svgs/regular/cloud.svg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D:/pasar_fix/node_modules/.bun/@fortawesome+fontawesome-free@7.2.0/node_modules/@fortawesome/fontawesome-free/svgs/regular/comment-alt.svg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D:/pasar_fix/node_modules/.bun/@fortawesome+fontawesome-free@7.2.0/node_modules/@fortawesome/fontawesome-free/svgs/regular/comment-dots.svg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D:/pasar_fix/node_modules/.bun/@fortawesome+fontawesome-free@7.2.0/node_modules/@fortawesome/fontawesome-free/svgs/regular/comment.svg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D:/pasar_fix/node_modules/.bun/@fortawesome+fontawesome-free@7.2.0/node_modules/@fortawesome/fontawesome-free/svgs/regular/commenting.svg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D:/pasar_fix/node_modules/.bun/@fortawesome+fontawesome-free@7.2.0/node_modules/@fortawesome/fontawesome-free/svgs/regular/comments.svg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D:/pasar_fix/node_modules/.bun/@fortawesome+fontawesome-free@7.2.0/node_modules/@fortawesome/fontawesome-free/svgs/regular/compass.svg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D:/pasar_fix/node_modules/.bun/@fortawesome+fontawesome-free@7.2.0/node_modules/@fortawesome/fontawesome-free/svgs/regular/contact-book.svg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D:/pasar_fix/node_modules/.bun/@fortawesome+fontawesome-free@7.2.0/node_modules/@fortawesome/fontawesome-free/svgs/regular/contact-card.svg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D:/pasar_fix/node_modules/.bun/@fortawesome+fontawesome-free@7.2.0/node_modules/@fortawesome/fontawesome-free/svgs/regular/copy.svg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D:/pasar_fix/node_modules/.bun/@fortawesome+fontawesome-free@7.2.0/node_modules/@fortawesome/fontawesome-free/svgs/regular/copyright.svg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D:/pasar_fix/node_modules/.bun/@fortawesome+fontawesome-free@7.2.0/node_modules/@fortawesome/fontawesome-free/svgs/regular/credit-card-alt.svg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D:/pasar_fix/node_modules/.bun/@fortawesome+fontawesome-free@7.2.0/node_modules/@fortawesome/fontawesome-free/svgs/regular/credit-card.svg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D:/pasar_fix/node_modules/.bun/@fortawesome+fontawesome-free@7.2.0/node_modules/@fortawesome/fontawesome-free/svgs/regular/dizzy.svg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D:/pasar_fix/node_modules/.bun/@fortawesome+fontawesome-free@7.2.0/node_modules/@fortawesome/fontawesome-free/svgs/regular/dot-circle.svg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D:/pasar_fix/node_modules/.bun/@fortawesome+fontawesome-free@7.2.0/node_modules/@fortawesome/fontawesome-free/svgs/regular/drivers-license.svg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D:/pasar_fix/node_modules/.bun/@fortawesome+fontawesome-free@7.2.0/node_modules/@fortawesome/fontawesome-free/svgs/regular/edit.svg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D:/pasar_fix/node_modules/.bun/@fortawesome+fontawesome-free@7.2.0/node_modules/@fortawesome/fontawesome-free/svgs/regular/envelope-open.svg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D:/pasar_fix/node_modules/.bun/@fortawesome+fontawesome-free@7.2.0/node_modules/@fortawesome/fontawesome-free/svgs/regular/envelope.svg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D:/pasar_fix/node_modules/.bun/@fortawesome+fontawesome-free@7.2.0/node_modules/@fortawesome/fontawesome-free/svgs/regular/eye-slash.svg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D:/pasar_fix/node_modules/.bun/@fortawesome+fontawesome-free@7.2.0/node_modules/@fortawesome/fontawesome-free/svgs/regular/eye.svg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D:/pasar_fix/node_modules/.bun/@fortawesome+fontawesome-free@7.2.0/node_modules/@fortawesome/fontawesome-free/svgs/regular/face-angry.svg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D:/pasar_fix/node_modules/.bun/@fortawesome+fontawesome-free@7.2.0/node_modules/@fortawesome/fontawesome-free/svgs/regular/face-dizzy.svg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D:/pasar_fix/node_modules/.bun/@fortawesome+fontawesome-free@7.2.0/node_modules/@fortawesome/fontawesome-free/svgs/regular/face-flushed.svg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D:/pasar_fix/node_modules/.bun/@fortawesome+fontawesome-free@7.2.0/node_modules/@fortawesome/fontawesome-free/svgs/regular/face-frown-open.svg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D:/pasar_fix/node_modules/.bun/@fortawesome+fontawesome-free@7.2.0/node_modules/@fortawesome/fontawesome-free/svgs/regular/face-frown.svg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D:/pasar_fix/node_modules/.bun/@fortawesome+fontawesome-free@7.2.0/node_modules/@fortawesome/fontawesome-free/svgs/regular/face-grimace.svg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D:/pasar_fix/node_modules/.bun/@fortawesome+fontawesome-free@7.2.0/node_modules/@fortawesome/fontawesome-free/svgs/regular/face-grin-beam-sweat.svg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D:/pasar_fix/node_modules/.bun/@fortawesome+fontawesome-free@7.2.0/node_modules/@fortawesome/fontawesome-free/svgs/regular/face-grin-beam.svg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D:/pasar_fix/node_modules/.bun/@fortawesome+fontawesome-free@7.2.0/node_modules/@fortawesome/fontawesome-free/svgs/regular/face-grin-hearts.svg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D:/pasar_fix/node_modules/.bun/@fortawesome+fontawesome-free@7.2.0/node_modules/@fortawesome/fontawesome-free/svgs/regular/face-grin-squint-tears.svg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D:/pasar_fix/node_modules/.bun/@fortawesome+fontawesome-free@7.2.0/node_modules/@fortawesome/fontawesome-free/svgs/regular/face-grin-squint.svg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D:/pasar_fix/node_modules/.bun/@fortawesome+fontawesome-free@7.2.0/node_modules/@fortawesome/fontawesome-free/svgs/regular/face-grin-stars.svg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D:/pasar_fix/node_modules/.bun/@fortawesome+fontawesome-free@7.2.0/node_modules/@fortawesome/fontawesome-free/svgs/regular/face-grin-tears.svg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D:/pasar_fix/node_modules/.bun/@fortawesome+fontawesome-free@7.2.0/node_modules/@fortawesome/fontawesome-free/svgs/regular/face-grin-tongue-squint.svg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D:/pasar_fix/node_modules/.bun/@fortawesome+fontawesome-free@7.2.0/node_modules/@fortawesome/fontawesome-free/svgs/regular/face-grin-tongue-wink.svg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D:/pasar_fix/node_modules/.bun/@fortawesome+fontawesome-free@7.2.0/node_modules/@fortawesome/fontawesome-free/svgs/regular/face-grin-tongue.svg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D:/pasar_fix/node_modules/.bun/@fortawesome+fontawesome-free@7.2.0/node_modules/@fortawesome/fontawesome-free/svgs/regular/face-grin-wide.svg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D:/pasar_fix/node_modules/.bun/@fortawesome+fontawesome-free@7.2.0/node_modules/@fortawesome/fontawesome-free/svgs/regular/face-grin-wink.svg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D:/pasar_fix/node_modules/.bun/@fortawesome+fontawesome-free@7.2.0/node_modules/@fortawesome/fontawesome-free/svgs/regular/face-grin.svg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D:/pasar_fix/node_modules/.bun/@fortawesome+fontawesome-free@7.2.0/node_modules/@fortawesome/fontawesome-free/svgs/regular/face-kiss-beam.svg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D:/pasar_fix/node_modules/.bun/@fortawesome+fontawesome-free@7.2.0/node_modules/@fortawesome/fontawesome-free/svgs/regular/face-kiss-wink-heart.svg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D:/pasar_fix/node_modules/.bun/@fortawesome+fontawesome-free@7.2.0/node_modules/@fortawesome/fontawesome-free/svgs/regular/face-kiss.svg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D:/pasar_fix/node_modules/.bun/@fortawesome+fontawesome-free@7.2.0/node_modules/@fortawesome/fontawesome-free/svgs/regular/face-laugh-beam.svg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D:/pasar_fix/node_modules/.bun/@fortawesome+fontawesome-free@7.2.0/node_modules/@fortawesome/fontawesome-free/svgs/regular/face-laugh-squint.svg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D:/pasar_fix/node_modules/.bun/@fortawesome+fontawesome-free@7.2.0/node_modules/@fortawesome/fontawesome-free/svgs/regular/face-laugh-wink.svg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D:/pasar_fix/node_modules/.bun/@fortawesome+fontawesome-free@7.2.0/node_modules/@fortawesome/fontawesome-free/svgs/regular/face-laugh.svg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D:/pasar_fix/node_modules/.bun/@fortawesome+fontawesome-free@7.2.0/node_modules/@fortawesome/fontawesome-free/svgs/regular/face-meh-blank.svg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D:/pasar_fix/node_modules/.bun/@fortawesome+fontawesome-free@7.2.0/node_modules/@fortawesome/fontawesome-free/svgs/regular/face-meh.svg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D:/pasar_fix/node_modules/.bun/@fortawesome+fontawesome-free@7.2.0/node_modules/@fortawesome/fontawesome-free/svgs/regular/face-rolling-eyes.svg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D:/pasar_fix/node_modules/.bun/@fortawesome+fontawesome-free@7.2.0/node_modules/@fortawesome/fontawesome-free/svgs/regular/face-sad-cry.svg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D:/pasar_fix/node_modules/.bun/@fortawesome+fontawesome-free@7.2.0/node_modules/@fortawesome/fontawesome-free/svgs/regular/face-sad-tear.svg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D:/pasar_fix/node_modules/.bun/@fortawesome+fontawesome-free@7.2.0/node_modules/@fortawesome/fontawesome-free/svgs/regular/face-smile-beam.svg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D:/pasar_fix/node_modules/.bun/@fortawesome+fontawesome-free@7.2.0/node_modules/@fortawesome/fontawesome-free/svgs/regular/face-smile-wink.svg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D:/pasar_fix/node_modules/.bun/@fortawesome+fontawesome-free@7.2.0/node_modules/@fortawesome/fontawesome-free/svgs/regular/face-smile.svg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D:/pasar_fix/node_modules/.bun/@fortawesome+fontawesome-free@7.2.0/node_modules/@fortawesome/fontawesome-free/svgs/regular/face-surprise.svg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D:/pasar_fix/node_modules/.bun/@fortawesome+fontawesome-free@7.2.0/node_modules/@fortawesome/fontawesome-free/svgs/regular/face-tired.svg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D:/pasar_fix/node_modules/.bun/@fortawesome+fontawesome-free@7.2.0/node_modules/@fortawesome/fontawesome-free/svgs/regular/file-alt.svg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D:/pasar_fix/node_modules/.bun/@fortawesome+fontawesome-free@7.2.0/node_modules/@fortawesome/fontawesome-free/svgs/regular/file-archive.svg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D:/pasar_fix/node_modules/.bun/@fortawesome+fontawesome-free@7.2.0/node_modules/@fortawesome/fontawesome-free/svgs/regular/file-audio.svg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D:/pasar_fix/node_modules/.bun/@fortawesome+fontawesome-free@7.2.0/node_modules/@fortawesome/fontawesome-free/svgs/regular/file-clipboard.svg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D:/pasar_fix/node_modules/.bun/@fortawesome+fontawesome-free@7.2.0/node_modules/@fortawesome/fontawesome-free/svgs/regular/file-code.svg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D:/pasar_fix/node_modules/.bun/@fortawesome+fontawesome-free@7.2.0/node_modules/@fortawesome/fontawesome-free/svgs/regular/file-excel.svg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D:/pasar_fix/node_modules/.bun/@fortawesome+fontawesome-free@7.2.0/node_modules/@fortawesome/fontawesome-free/svgs/regular/file-image.svg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D:/pasar_fix/node_modules/.bun/@fortawesome+fontawesome-free@7.2.0/node_modules/@fortawesome/fontawesome-free/svgs/regular/file-lines.svg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D:/pasar_fix/node_modules/.bun/@fortawesome+fontawesome-free@7.2.0/node_modules/@fortawesome/fontawesome-free/svgs/regular/file-pdf.svg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D:/pasar_fix/node_modules/.bun/@fortawesome+fontawesome-free@7.2.0/node_modules/@fortawesome/fontawesome-free/svgs/regular/file-powerpoint.svg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D:/pasar_fix/node_modules/.bun/@fortawesome+fontawesome-free@7.2.0/node_modules/@fortawesome/fontawesome-free/svgs/regular/file-text.svg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D:/pasar_fix/node_modules/.bun/@fortawesome+fontawesome-free@7.2.0/node_modules/@fortawesome/fontawesome-free/svgs/regular/file-video.svg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D:/pasar_fix/node_modules/.bun/@fortawesome+fontawesome-free@7.2.0/node_modules/@fortawesome/fontawesome-free/svgs/regular/file-word.svg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D:/pasar_fix/node_modules/.bun/@fortawesome+fontawesome-free@7.2.0/node_modules/@fortawesome/fontawesome-free/svgs/regular/file-zipper.svg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D:/pasar_fix/node_modules/.bun/@fortawesome+fontawesome-free@7.2.0/node_modules/@fortawesome/fontawesome-free/svgs/regular/file.svg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D:/pasar_fix/node_modules/.bun/@fortawesome+fontawesome-free@7.2.0/node_modules/@fortawesome/fontawesome-free/svgs/regular/flag.svg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D:/pasar_fix/node_modules/.bun/@fortawesome+fontawesome-free@7.2.0/node_modules/@fortawesome/fontawesome-free/svgs/regular/floppy-disk.svg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D:/pasar_fix/node_modules/.bun/@fortawesome+fontawesome-free@7.2.0/node_modules/@fortawesome/fontawesome-free/svgs/regular/flushed.svg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D:/pasar_fix/node_modules/.bun/@fortawesome+fontawesome-free@7.2.0/node_modules/@fortawesome/fontawesome-free/svgs/regular/folder-blank.svg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D:/pasar_fix/node_modules/.bun/@fortawesome+fontawesome-free@7.2.0/node_modules/@fortawesome/fontawesome-free/svgs/regular/folder-closed.svg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D:/pasar_fix/node_modules/.bun/@fortawesome+fontawesome-free@7.2.0/node_modules/@fortawesome/fontawesome-free/svgs/regular/folder-open.svg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D:/pasar_fix/node_modules/.bun/@fortawesome+fontawesome-free@7.2.0/node_modules/@fortawesome/fontawesome-free/svgs/regular/folder.svg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D:/pasar_fix/node_modules/.bun/@fortawesome+fontawesome-free@7.2.0/node_modules/@fortawesome/fontawesome-free/svgs/regular/font-awesome-flag.svg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D:/pasar_fix/node_modules/.bun/@fortawesome+fontawesome-free@7.2.0/node_modules/@fortawesome/fontawesome-free/svgs/regular/font-awesome-logo-full.svg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D:/pasar_fix/node_modules/.bun/@fortawesome+fontawesome-free@7.2.0/node_modules/@fortawesome/fontawesome-free/svgs/regular/font-awesome.svg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D:/pasar_fix/node_modules/.bun/@fortawesome+fontawesome-free@7.2.0/node_modules/@fortawesome/fontawesome-free/svgs/regular/frown-open.svg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D:/pasar_fix/node_modules/.bun/@fortawesome+fontawesome-free@7.2.0/node_modules/@fortawesome/fontawesome-free/svgs/regular/frown.svg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D:/pasar_fix/node_modules/.bun/@fortawesome+fontawesome-free@7.2.0/node_modules/@fortawesome/fontawesome-free/svgs/regular/futbol-ball.svg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D:/pasar_fix/node_modules/.bun/@fortawesome+fontawesome-free@7.2.0/node_modules/@fortawesome/fontawesome-free/svgs/regular/futbol.svg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D:/pasar_fix/node_modules/.bun/@fortawesome+fontawesome-free@7.2.0/node_modules/@fortawesome/fontawesome-free/svgs/regular/gem.svg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D:/pasar_fix/node_modules/.bun/@fortawesome+fontawesome-free@7.2.0/node_modules/@fortawesome/fontawesome-free/svgs/regular/grimace.svg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D:/pasar_fix/node_modules/.bun/@fortawesome+fontawesome-free@7.2.0/node_modules/@fortawesome/fontawesome-free/svgs/regular/grin-alt.svg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D:/pasar_fix/node_modules/.bun/@fortawesome+fontawesome-free@7.2.0/node_modules/@fortawesome/fontawesome-free/svgs/regular/grin-beam-sweat.svg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D:/pasar_fix/node_modules/.bun/@fortawesome+fontawesome-free@7.2.0/node_modules/@fortawesome/fontawesome-free/svgs/regular/grin-beam.svg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D:/pasar_fix/node_modules/.bun/@fortawesome+fontawesome-free@7.2.0/node_modules/@fortawesome/fontawesome-free/svgs/regular/grin-hearts.svg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D:/pasar_fix/node_modules/.bun/@fortawesome+fontawesome-free@7.2.0/node_modules/@fortawesome/fontawesome-free/svgs/regular/grin-squint-tears.svg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D:/pasar_fix/node_modules/.bun/@fortawesome+fontawesome-free@7.2.0/node_modules/@fortawesome/fontawesome-free/svgs/regular/grin-squint.svg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D:/pasar_fix/node_modules/.bun/@fortawesome+fontawesome-free@7.2.0/node_modules/@fortawesome/fontawesome-free/svgs/regular/grin-stars.svg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D:/pasar_fix/node_modules/.bun/@fortawesome+fontawesome-free@7.2.0/node_modules/@fortawesome/fontawesome-free/svgs/regular/grin-tears.svg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D:/pasar_fix/node_modules/.bun/@fortawesome+fontawesome-free@7.2.0/node_modules/@fortawesome/fontawesome-free/svgs/regular/grin-tongue-squint.svg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D:/pasar_fix/node_modules/.bun/@fortawesome+fontawesome-free@7.2.0/node_modules/@fortawesome/fontawesome-free/svgs/regular/grin-tongue-wink.svg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D:/pasar_fix/node_modules/.bun/@fortawesome+fontawesome-free@7.2.0/node_modules/@fortawesome/fontawesome-free/svgs/regular/grin-tongue.svg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D:/pasar_fix/node_modules/.bun/@fortawesome+fontawesome-free@7.2.0/node_modules/@fortawesome/fontawesome-free/svgs/regular/grin-wink.svg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D:/pasar_fix/node_modules/.bun/@fortawesome+fontawesome-free@7.2.0/node_modules/@fortawesome/fontawesome-free/svgs/regular/grin.svg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D:/pasar_fix/node_modules/.bun/@fortawesome+fontawesome-free@7.2.0/node_modules/@fortawesome/fontawesome-free/svgs/regular/hand-back-fist.svg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D:/pasar_fix/node_modules/.bun/@fortawesome+fontawesome-free@7.2.0/node_modules/@fortawesome/fontawesome-free/svgs/regular/hand-lizard.svg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D:/pasar_fix/node_modules/.bun/@fortawesome+fontawesome-free@7.2.0/node_modules/@fortawesome/fontawesome-free/svgs/regular/hand-paper.svg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D:/pasar_fix/node_modules/.bun/@fortawesome+fontawesome-free@7.2.0/node_modules/@fortawesome/fontawesome-free/svgs/regular/hand-peace.svg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D:/pasar_fix/node_modules/.bun/@fortawesome+fontawesome-free@7.2.0/node_modules/@fortawesome/fontawesome-free/svgs/regular/hand-point-down.svg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D:/pasar_fix/node_modules/.bun/@fortawesome+fontawesome-free@7.2.0/node_modules/@fortawesome/fontawesome-free/svgs/regular/hand-point-left.svg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D:/pasar_fix/node_modules/.bun/@fortawesome+fontawesome-free@7.2.0/node_modules/@fortawesome/fontawesome-free/svgs/regular/hand-point-right.svg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D:/pasar_fix/node_modules/.bun/@fortawesome+fontawesome-free@7.2.0/node_modules/@fortawesome/fontawesome-free/svgs/regular/hand-point-up.svg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D:/pasar_fix/node_modules/.bun/@fortawesome+fontawesome-free@7.2.0/node_modules/@fortawesome/fontawesome-free/svgs/regular/hand-pointer.svg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D:/pasar_fix/node_modules/.bun/@fortawesome+fontawesome-free@7.2.0/node_modules/@fortawesome/fontawesome-free/svgs/regular/hand-rock.svg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D:/pasar_fix/node_modules/.bun/@fortawesome+fontawesome-free@7.2.0/node_modules/@fortawesome/fontawesome-free/svgs/regular/hand-scissors.svg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D:/pasar_fix/node_modules/.bun/@fortawesome+fontawesome-free@7.2.0/node_modules/@fortawesome/fontawesome-free/svgs/regular/hand-spock.svg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D:/pasar_fix/node_modules/.bun/@fortawesome+fontawesome-free@7.2.0/node_modules/@fortawesome/fontawesome-free/svgs/regular/hand.svg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D:/pasar_fix/node_modules/.bun/@fortawesome+fontawesome-free@7.2.0/node_modules/@fortawesome/fontawesome-free/svgs/regular/handshake-alt.svg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D:/pasar_fix/node_modules/.bun/@fortawesome+fontawesome-free@7.2.0/node_modules/@fortawesome/fontawesome-free/svgs/regular/handshake-simple.svg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D:/pasar_fix/node_modules/.bun/@fortawesome+fontawesome-free@7.2.0/node_modules/@fortawesome/fontawesome-free/svgs/regular/handshake.svg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D:/pasar_fix/node_modules/.bun/@fortawesome+fontawesome-free@7.2.0/node_modules/@fortawesome/fontawesome-free/svgs/regular/hard-drive.svg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D:/pasar_fix/node_modules/.bun/@fortawesome+fontawesome-free@7.2.0/node_modules/@fortawesome/fontawesome-free/svgs/regular/hdd.svg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D:/pasar_fix/node_modules/.bun/@fortawesome+fontawesome-free@7.2.0/node_modules/@fortawesome/fontawesome-free/svgs/regular/headphones-alt.svg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D:/pasar_fix/node_modules/.bun/@fortawesome+fontawesome-free@7.2.0/node_modules/@fortawesome/fontawesome-free/svgs/regular/headphones-simple.svg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D:/pasar_fix/node_modules/.bun/@fortawesome+fontawesome-free@7.2.0/node_modules/@fortawesome/fontawesome-free/svgs/regular/headphones.svg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D:/pasar_fix/node_modules/.bun/@fortawesome+fontawesome-free@7.2.0/node_modules/@fortawesome/fontawesome-free/svgs/regular/heart.svg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D:/pasar_fix/node_modules/.bun/@fortawesome+fontawesome-free@7.2.0/node_modules/@fortawesome/fontawesome-free/svgs/regular/home-alt.svg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D:/pasar_fix/node_modules/.bun/@fortawesome+fontawesome-free@7.2.0/node_modules/@fortawesome/fontawesome-free/svgs/regular/home-lg-alt.svg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D:/pasar_fix/node_modules/.bun/@fortawesome+fontawesome-free@7.2.0/node_modules/@fortawesome/fontawesome-free/svgs/regular/home.svg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D:/pasar_fix/node_modules/.bun/@fortawesome+fontawesome-free@7.2.0/node_modules/@fortawesome/fontawesome-free/svgs/regular/hospital-alt.svg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D:/pasar_fix/node_modules/.bun/@fortawesome+fontawesome-free@7.2.0/node_modules/@fortawesome/fontawesome-free/svgs/regular/hospital-wide.svg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D:/pasar_fix/node_modules/.bun/@fortawesome+fontawesome-free@7.2.0/node_modules/@fortawesome/fontawesome-free/svgs/regular/hospital.svg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D:/pasar_fix/node_modules/.bun/@fortawesome+fontawesome-free@7.2.0/node_modules/@fortawesome/fontawesome-free/svgs/regular/hourglass-2.svg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D:/pasar_fix/node_modules/.bun/@fortawesome+fontawesome-free@7.2.0/node_modules/@fortawesome/fontawesome-free/svgs/regular/hourglass-empty.svg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D:/pasar_fix/node_modules/.bun/@fortawesome+fontawesome-free@7.2.0/node_modules/@fortawesome/fontawesome-free/svgs/regular/hourglass-half.svg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D:/pasar_fix/node_modules/.bun/@fortawesome+fontawesome-free@7.2.0/node_modules/@fortawesome/fontawesome-free/svgs/regular/hourglass.svg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D:/pasar_fix/node_modules/.bun/@fortawesome+fontawesome-free@7.2.0/node_modules/@fortawesome/fontawesome-free/svgs/regular/house.svg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D:/pasar_fix/node_modules/.bun/@fortawesome+fontawesome-free@7.2.0/node_modules/@fortawesome/fontawesome-free/svgs/regular/id-badge.svg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D:/pasar_fix/node_modules/.bun/@fortawesome+fontawesome-free@7.2.0/node_modules/@fortawesome/fontawesome-free/svgs/regular/id-card.svg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D:/pasar_fix/node_modules/.bun/@fortawesome+fontawesome-free@7.2.0/node_modules/@fortawesome/fontawesome-free/svgs/regular/image.svg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D:/pasar_fix/node_modules/.bun/@fortawesome+fontawesome-free@7.2.0/node_modules/@fortawesome/fontawesome-free/svgs/regular/images.svg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D:/pasar_fix/node_modules/.bun/@fortawesome+fontawesome-free@7.2.0/node_modules/@fortawesome/fontawesome-free/svgs/regular/keyboard.svg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D:/pasar_fix/node_modules/.bun/@fortawesome+fontawesome-free@7.2.0/node_modules/@fortawesome/fontawesome-free/svgs/regular/kiss-beam.svg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D:/pasar_fix/node_modules/.bun/@fortawesome+fontawesome-free@7.2.0/node_modules/@fortawesome/fontawesome-free/svgs/regular/kiss-wink-heart.svg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D:/pasar_fix/node_modules/.bun/@fortawesome+fontawesome-free@7.2.0/node_modules/@fortawesome/fontawesome-free/svgs/regular/kiss.svg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D:/pasar_fix/node_modules/.bun/@fortawesome+fontawesome-free@7.2.0/node_modules/@fortawesome/fontawesome-free/svgs/regular/laugh-beam.svg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D:/pasar_fix/node_modules/.bun/@fortawesome+fontawesome-free@7.2.0/node_modules/@fortawesome/fontawesome-free/svgs/regular/laugh-squint.svg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D:/pasar_fix/node_modules/.bun/@fortawesome+fontawesome-free@7.2.0/node_modules/@fortawesome/fontawesome-free/svgs/regular/laugh-wink.svg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D:/pasar_fix/node_modules/.bun/@fortawesome+fontawesome-free@7.2.0/node_modules/@fortawesome/fontawesome-free/svgs/regular/laugh.svg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D:/pasar_fix/node_modules/.bun/@fortawesome+fontawesome-free@7.2.0/node_modules/@fortawesome/fontawesome-free/svgs/regular/lemon.svg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D:/pasar_fix/node_modules/.bun/@fortawesome+fontawesome-free@7.2.0/node_modules/@fortawesome/fontawesome-free/svgs/regular/life-ring.svg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D:/pasar_fix/node_modules/.bun/@fortawesome+fontawesome-free@7.2.0/node_modules/@fortawesome/fontawesome-free/svgs/regular/lightbulb.svg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D:/pasar_fix/node_modules/.bun/@fortawesome+fontawesome-free@7.2.0/node_modules/@fortawesome/fontawesome-free/svgs/regular/list-alt.svg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D:/pasar_fix/node_modules/.bun/@fortawesome+fontawesome-free@7.2.0/node_modules/@fortawesome/fontawesome-free/svgs/regular/map.svg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D:/pasar_fix/node_modules/.bun/@fortawesome+fontawesome-free@7.2.0/node_modules/@fortawesome/fontawesome-free/svgs/regular/meh-blank.svg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D:/pasar_fix/node_modules/.bun/@fortawesome+fontawesome-free@7.2.0/node_modules/@fortawesome/fontawesome-free/svgs/regular/meh-rolling-eyes.svg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D:/pasar_fix/node_modules/.bun/@fortawesome+fontawesome-free@7.2.0/node_modules/@fortawesome/fontawesome-free/svgs/regular/meh.svg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D:/pasar_fix/node_modules/.bun/@fortawesome+fontawesome-free@7.2.0/node_modules/@fortawesome/fontawesome-free/svgs/regular/message.svg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D:/pasar_fix/node_modules/.bun/@fortawesome+fontawesome-free@7.2.0/node_modules/@fortawesome/fontawesome-free/svgs/regular/minus-square.svg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D:/pasar_fix/node_modules/.bun/@fortawesome+fontawesome-free@7.2.0/node_modules/@fortawesome/fontawesome-free/svgs/regular/money-bill-1.svg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D:/pasar_fix/node_modules/.bun/@fortawesome+fontawesome-free@7.2.0/node_modules/@fortawesome/fontawesome-free/svgs/regular/money-bill-alt.svg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D:/pasar_fix/node_modules/.bun/@fortawesome+fontawesome-free@7.2.0/node_modules/@fortawesome/fontawesome-free/svgs/regular/moon.svg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D:/pasar_fix/node_modules/.bun/@fortawesome+fontawesome-free@7.2.0/node_modules/@fortawesome/fontawesome-free/svgs/regular/newspaper.svg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D:/pasar_fix/node_modules/.bun/@fortawesome+fontawesome-free@7.2.0/node_modules/@fortawesome/fontawesome-free/svgs/regular/note-sticky.svg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D:/pasar_fix/node_modules/.bun/@fortawesome+fontawesome-free@7.2.0/node_modules/@fortawesome/fontawesome-free/svgs/regular/object-group.svg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D:/pasar_fix/node_modules/.bun/@fortawesome+fontawesome-free@7.2.0/node_modules/@fortawesome/fontawesome-free/svgs/regular/object-ungroup.svg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D:/pasar_fix/node_modules/.bun/@fortawesome+fontawesome-free@7.2.0/node_modules/@fortawesome/fontawesome-free/svgs/regular/paper-plane.svg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D:/pasar_fix/node_modules/.bun/@fortawesome+fontawesome-free@7.2.0/node_modules/@fortawesome/fontawesome-free/svgs/regular/paste.svg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D:/pasar_fix/node_modules/.bun/@fortawesome+fontawesome-free@7.2.0/node_modules/@fortawesome/fontawesome-free/svgs/regular/pause-circle.svg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D:/pasar_fix/node_modules/.bun/@fortawesome+fontawesome-free@7.2.0/node_modules/@fortawesome/fontawesome-free/svgs/regular/pen-to-square.svg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D:/pasar_fix/node_modules/.bun/@fortawesome+fontawesome-free@7.2.0/node_modules/@fortawesome/fontawesome-free/svgs/regular/play-circle.svg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D:/pasar_fix/node_modules/.bun/@fortawesome+fontawesome-free@7.2.0/node_modules/@fortawesome/fontawesome-free/svgs/regular/plus-square.svg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D:/pasar_fix/node_modules/.bun/@fortawesome+fontawesome-free@7.2.0/node_modules/@fortawesome/fontawesome-free/svgs/regular/question-circle.svg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D:/pasar_fix/node_modules/.bun/@fortawesome+fontawesome-free@7.2.0/node_modules/@fortawesome/fontawesome-free/svgs/regular/rectangle-list.svg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D:/pasar_fix/node_modules/.bun/@fortawesome+fontawesome-free@7.2.0/node_modules/@fortawesome/fontawesome-free/svgs/regular/rectangle-times.svg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D:/pasar_fix/node_modules/.bun/@fortawesome+fontawesome-free@7.2.0/node_modules/@fortawesome/fontawesome-free/svgs/regular/rectangle-xmark.svg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D:/pasar_fix/node_modules/.bun/@fortawesome+fontawesome-free@7.2.0/node_modules/@fortawesome/fontawesome-free/svgs/regular/registered.svg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D:/pasar_fix/node_modules/.bun/@fortawesome+fontawesome-free@7.2.0/node_modules/@fortawesome/fontawesome-free/svgs/regular/sad-cry.svg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D:/pasar_fix/node_modules/.bun/@fortawesome+fontawesome-free@7.2.0/node_modules/@fortawesome/fontawesome-free/svgs/regular/sad-tear.svg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D:/pasar_fix/node_modules/.bun/@fortawesome+fontawesome-free@7.2.0/node_modules/@fortawesome/fontawesome-free/svgs/regular/save.svg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D:/pasar_fix/node_modules/.bun/@fortawesome+fontawesome-free@7.2.0/node_modules/@fortawesome/fontawesome-free/svgs/regular/share-from-square.svg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D:/pasar_fix/node_modules/.bun/@fortawesome+fontawesome-free@7.2.0/node_modules/@fortawesome/fontawesome-free/svgs/regular/share-square.svg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D:/pasar_fix/node_modules/.bun/@fortawesome+fontawesome-free@7.2.0/node_modules/@fortawesome/fontawesome-free/svgs/regular/smile-beam.svg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D:/pasar_fix/node_modules/.bun/@fortawesome+fontawesome-free@7.2.0/node_modules/@fortawesome/fontawesome-free/svgs/regular/smile-wink.svg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D:/pasar_fix/node_modules/.bun/@fortawesome+fontawesome-free@7.2.0/node_modules/@fortawesome/fontawesome-free/svgs/regular/smile.svg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D:/pasar_fix/node_modules/.bun/@fortawesome+fontawesome-free@7.2.0/node_modules/@fortawesome/fontawesome-free/svgs/regular/snowflake.svg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D:/pasar_fix/node_modules/.bun/@fortawesome+fontawesome-free@7.2.0/node_modules/@fortawesome/fontawesome-free/svgs/regular/soccer-ball.svg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D:/pasar_fix/node_modules/.bun/@fortawesome+fontawesome-free@7.2.0/node_modules/@fortawesome/fontawesome-free/svgs/regular/square-caret-down.svg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D:/pasar_fix/node_modules/.bun/@fortawesome+fontawesome-free@7.2.0/node_modules/@fortawesome/fontawesome-free/svgs/regular/square-caret-left.svg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D:/pasar_fix/node_modules/.bun/@fortawesome+fontawesome-free@7.2.0/node_modules/@fortawesome/fontawesome-free/svgs/regular/square-caret-right.svg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D:/pasar_fix/node_modules/.bun/@fortawesome+fontawesome-free@7.2.0/node_modules/@fortawesome/fontawesome-free/svgs/regular/square-caret-up.svg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D:/pasar_fix/node_modules/.bun/@fortawesome+fontawesome-free@7.2.0/node_modules/@fortawesome/fontawesome-free/svgs/regular/square-check.svg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D:/pasar_fix/node_modules/.bun/@fortawesome+fontawesome-free@7.2.0/node_modules/@fortawesome/fontawesome-free/svgs/regular/square-full.svg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D:/pasar_fix/node_modules/.bun/@fortawesome+fontawesome-free@7.2.0/node_modules/@fortawesome/fontawesome-free/svgs/regular/square-minus.svg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D:/pasar_fix/node_modules/.bun/@fortawesome+fontawesome-free@7.2.0/node_modules/@fortawesome/fontawesome-free/svgs/regular/square-plus.svg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D:/pasar_fix/node_modules/.bun/@fortawesome+fontawesome-free@7.2.0/node_modules/@fortawesome/fontawesome-free/svgs/regular/star-half-alt.svg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D:/pasar_fix/node_modules/.bun/@fortawesome+fontawesome-free@7.2.0/node_modules/@fortawesome/fontawesome-free/svgs/regular/star-half-stroke.svg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D:/pasar_fix/node_modules/.bun/@fortawesome+fontawesome-free@7.2.0/node_modules/@fortawesome/fontawesome-free/svgs/regular/star-half.svg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D:/pasar_fix/node_modules/.bun/@fortawesome+fontawesome-free@7.2.0/node_modules/@fortawesome/fontawesome-free/svgs/regular/star.svg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D:/pasar_fix/node_modules/.bun/@fortawesome+fontawesome-free@7.2.0/node_modules/@fortawesome/fontawesome-free/svgs/regular/sticky-note.svg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D:/pasar_fix/node_modules/.bun/@fortawesome+fontawesome-free@7.2.0/node_modules/@fortawesome/fontawesome-free/svgs/regular/stop-circle.svg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D:/pasar_fix/node_modules/.bun/@fortawesome+fontawesome-free@7.2.0/node_modules/@fortawesome/fontawesome-free/svgs/regular/sun.svg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D:/pasar_fix/node_modules/.bun/@fortawesome+fontawesome-free@7.2.0/node_modules/@fortawesome/fontawesome-free/svgs/regular/surprise.svg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D:/pasar_fix/node_modules/.bun/@fortawesome+fontawesome-free@7.2.0/node_modules/@fortawesome/fontawesome-free/svgs/regular/thumbs-down.svg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D:/pasar_fix/node_modules/.bun/@fortawesome+fontawesome-free@7.2.0/node_modules/@fortawesome/fontawesome-free/svgs/regular/thumbs-up.svg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D:/pasar_fix/node_modules/.bun/@fortawesome+fontawesome-free@7.2.0/node_modules/@fortawesome/fontawesome-free/svgs/regular/times-circle.svg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D:/pasar_fix/node_modules/.bun/@fortawesome+fontawesome-free@7.2.0/node_modules/@fortawesome/fontawesome-free/svgs/regular/times-rectangle.svg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D:/pasar_fix/node_modules/.bun/@fortawesome+fontawesome-free@7.2.0/node_modules/@fortawesome/fontawesome-free/svgs/regular/tired.svg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D:/pasar_fix/node_modules/.bun/@fortawesome+fontawesome-free@7.2.0/node_modules/@fortawesome/fontawesome-free/svgs/regular/trash-alt.svg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D:/pasar_fix/node_modules/.bun/@fortawesome+fontawesome-free@7.2.0/node_modules/@fortawesome/fontawesome-free/svgs/regular/trash-can.svg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D:/pasar_fix/node_modules/.bun/@fortawesome+fontawesome-free@7.2.0/node_modules/@fortawesome/fontawesome-free/svgs/regular/truck.svg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D:/pasar_fix/node_modules/.bun/@fortawesome+fontawesome-free@7.2.0/node_modules/@fortawesome/fontawesome-free/svgs/regular/user-alt.svg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D:/pasar_fix/node_modules/.bun/@fortawesome+fontawesome-free@7.2.0/node_modules/@fortawesome/fontawesome-free/svgs/regular/user-circle.svg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D:/pasar_fix/node_modules/.bun/@fortawesome+fontawesome-free@7.2.0/node_modules/@fortawesome/fontawesome-free/svgs/regular/user-large.svg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D:/pasar_fix/node_modules/.bun/@fortawesome+fontawesome-free@7.2.0/node_modules/@fortawesome/fontawesome-free/svgs/regular/user.svg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D:/pasar_fix/node_modules/.bun/@fortawesome+fontawesome-free@7.2.0/node_modules/@fortawesome/fontawesome-free/svgs/regular/vcard.svg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D:/pasar_fix/node_modules/.bun/@fortawesome+fontawesome-free@7.2.0/node_modules/@fortawesome/fontawesome-free/svgs/regular/window-close.svg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D:/pasar_fix/node_modules/.bun/@fortawesome+fontawesome-free@7.2.0/node_modules/@fortawesome/fontawesome-free/svgs/regular/window-maximize.svg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D:/pasar_fix/node_modules/.bun/@fortawesome+fontawesome-free@7.2.0/node_modules/@fortawesome/fontawesome-free/svgs/regular/window-minimize.svg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D:/pasar_fix/node_modules/.bun/@fortawesome+fontawesome-free@7.2.0/node_modules/@fortawesome/fontawesome-free/svgs/regular/window-restore.svg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D:/pasar_fix/node_modules/.bun/@fortawesome+fontawesome-free@7.2.0/node_modules/@fortawesome/fontawesome-free/svgs/regular/xmark-circle.svg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D:/pasar_fix/node_modules/.bun/@fortawesome+fontawesome-free@7.2.0/node_modules/@fortawesome/fontawesome-free/svgs/solid/0.svg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D:/pasar_fix/node_modules/.bun/@fortawesome+fontawesome-free@7.2.0/node_modules/@fortawesome/fontawesome-free/svgs/solid/1.svg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D:/pasar_fix/node_modules/.bun/@fortawesome+fontawesome-free@7.2.0/node_modules/@fortawesome/fontawesome-free/svgs/solid/2.svg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D:/pasar_fix/node_modules/.bun/@fortawesome+fontawesome-free@7.2.0/node_modules/@fortawesome/fontawesome-free/svgs/solid/3.svg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D:/pasar_fix/node_modules/.bun/@fortawesome+fontawesome-free@7.2.0/node_modules/@fortawesome/fontawesome-free/svgs/solid/4.svg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D:/pasar_fix/node_modules/.bun/@fortawesome+fontawesome-free@7.2.0/node_modules/@fortawesome/fontawesome-free/svgs/solid/5.svg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D:/pasar_fix/node_modules/.bun/@fortawesome+fontawesome-free@7.2.0/node_modules/@fortawesome/fontawesome-free/svgs/solid/6.svg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D:/pasar_fix/node_modules/.bun/@fortawesome+fontawesome-free@7.2.0/node_modules/@fortawesome/fontawesome-free/svgs/solid/7.svg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D:/pasar_fix/node_modules/.bun/@fortawesome+fontawesome-free@7.2.0/node_modules/@fortawesome/fontawesome-free/svgs/solid/8.svg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D:/pasar_fix/node_modules/.bun/@fortawesome+fontawesome-free@7.2.0/node_modules/@fortawesome/fontawesome-free/svgs/solid/9.svg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D:/pasar_fix/node_modules/.bun/@fortawesome+fontawesome-free@7.2.0/node_modules/@fortawesome/fontawesome-free/svgs/solid/add.svg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D:/pasar_fix/node_modules/.bun/@fortawesome+fontawesome-free@7.2.0/node_modules/@fortawesome/fontawesome-free/svgs/solid/address-book.svg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D:/pasar_fix/node_modules/.bun/@fortawesome+fontawesome-free@7.2.0/node_modules/@fortawesome/fontawesome-free/svgs/solid/address-card.svg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D:/pasar_fix/node_modules/.bun/@fortawesome+fontawesome-free@7.2.0/node_modules/@fortawesome/fontawesome-free/svgs/solid/adjust.svg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D:/pasar_fix/node_modules/.bun/@fortawesome+fontawesome-free@7.2.0/node_modules/@fortawesome/fontawesome-free/svgs/solid/air-freshener.svg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D:/pasar_fix/node_modules/.bun/@fortawesome+fontawesome-free@7.2.0/node_modules/@fortawesome/fontawesome-free/svgs/solid/alarm-clock.svg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D:/pasar_fix/node_modules/.bun/@fortawesome+fontawesome-free@7.2.0/node_modules/@fortawesome/fontawesome-free/svgs/solid/align-center.svg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D:/pasar_fix/node_modules/.bun/@fortawesome+fontawesome-free@7.2.0/node_modules/@fortawesome/fontawesome-free/svgs/solid/align-justify.svg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D:/pasar_fix/node_modules/.bun/@fortawesome+fontawesome-free@7.2.0/node_modules/@fortawesome/fontawesome-free/svgs/solid/align-left.svg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D:/pasar_fix/node_modules/.bun/@fortawesome+fontawesome-free@7.2.0/node_modules/@fortawesome/fontawesome-free/svgs/solid/align-right.svg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D:/pasar_fix/node_modules/.bun/@fortawesome+fontawesome-free@7.2.0/node_modules/@fortawesome/fontawesome-free/svgs/solid/allergies.svg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D:/pasar_fix/node_modules/.bun/@fortawesome+fontawesome-free@7.2.0/node_modules/@fortawesome/fontawesome-free/svgs/solid/ambulance.svg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D:/pasar_fix/node_modules/.bun/@fortawesome+fontawesome-free@7.2.0/node_modules/@fortawesome/fontawesome-free/svgs/solid/american-sign-language-interpreting.svg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D:/pasar_fix/node_modules/.bun/@fortawesome+fontawesome-free@7.2.0/node_modules/@fortawesome/fontawesome-free/svgs/solid/anchor-circle-check.svg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D:/pasar_fix/node_modules/.bun/@fortawesome+fontawesome-free@7.2.0/node_modules/@fortawesome/fontawesome-free/svgs/solid/anchor-circle-exclamation.svg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D:/pasar_fix/node_modules/.bun/@fortawesome+fontawesome-free@7.2.0/node_modules/@fortawesome/fontawesome-free/svgs/solid/anchor-circle-xmark.svg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D:/pasar_fix/node_modules/.bun/@fortawesome+fontawesome-free@7.2.0/node_modules/@fortawesome/fontawesome-free/svgs/solid/anchor-lock.svg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D:/pasar_fix/node_modules/.bun/@fortawesome+fontawesome-free@7.2.0/node_modules/@fortawesome/fontawesome-free/svgs/solid/anchor.svg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D:/pasar_fix/node_modules/.bun/@fortawesome+fontawesome-free@7.2.0/node_modules/@fortawesome/fontawesome-free/svgs/solid/angle-double-down.svg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D:/pasar_fix/node_modules/.bun/@fortawesome+fontawesome-free@7.2.0/node_modules/@fortawesome/fontawesome-free/svgs/solid/angle-double-left.svg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D:/pasar_fix/node_modules/.bun/@fortawesome+fontawesome-free@7.2.0/node_modules/@fortawesome/fontawesome-free/svgs/solid/angle-double-right.svg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D:/pasar_fix/node_modules/.bun/@fortawesome+fontawesome-free@7.2.0/node_modules/@fortawesome/fontawesome-free/svgs/solid/angle-double-up.svg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D:/pasar_fix/node_modules/.bun/@fortawesome+fontawesome-free@7.2.0/node_modules/@fortawesome/fontawesome-free/svgs/solid/angle-down.svg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D:/pasar_fix/node_modules/.bun/@fortawesome+fontawesome-free@7.2.0/node_modules/@fortawesome/fontawesome-free/svgs/solid/angle-left.svg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D:/pasar_fix/node_modules/.bun/@fortawesome+fontawesome-free@7.2.0/node_modules/@fortawesome/fontawesome-free/svgs/solid/angle-right.svg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D:/pasar_fix/node_modules/.bun/@fortawesome+fontawesome-free@7.2.0/node_modules/@fortawesome/fontawesome-free/svgs/solid/angle-up.svg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D:/pasar_fix/node_modules/.bun/@fortawesome+fontawesome-free@7.2.0/node_modules/@fortawesome/fontawesome-free/svgs/solid/angles-down.svg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D:/pasar_fix/node_modules/.bun/@fortawesome+fontawesome-free@7.2.0/node_modules/@fortawesome/fontawesome-free/svgs/solid/angles-left.svg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D:/pasar_fix/node_modules/.bun/@fortawesome+fontawesome-free@7.2.0/node_modules/@fortawesome/fontawesome-free/svgs/solid/angles-right.svg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D:/pasar_fix/node_modules/.bun/@fortawesome+fontawesome-free@7.2.0/node_modules/@fortawesome/fontawesome-free/svgs/solid/angles-up.svg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D:/pasar_fix/node_modules/.bun/@fortawesome+fontawesome-free@7.2.0/node_modules/@fortawesome/fontawesome-free/svgs/solid/angry.svg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D:/pasar_fix/node_modules/.bun/@fortawesome+fontawesome-free@7.2.0/node_modules/@fortawesome/fontawesome-free/svgs/solid/ankh.svg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D:/pasar_fix/node_modules/.bun/@fortawesome+fontawesome-free@7.2.0/node_modules/@fortawesome/fontawesome-free/svgs/solid/apple-alt.svg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D:/pasar_fix/node_modules/.bun/@fortawesome+fontawesome-free@7.2.0/node_modules/@fortawesome/fontawesome-free/svgs/solid/apple-whole.svg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D:/pasar_fix/node_modules/.bun/@fortawesome+fontawesome-free@7.2.0/node_modules/@fortawesome/fontawesome-free/svgs/solid/aquarius.svg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D:/pasar_fix/node_modules/.bun/@fortawesome+fontawesome-free@7.2.0/node_modules/@fortawesome/fontawesome-free/svgs/solid/archive.svg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D:/pasar_fix/node_modules/.bun/@fortawesome+fontawesome-free@7.2.0/node_modules/@fortawesome/fontawesome-free/svgs/solid/archway.svg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D:/pasar_fix/node_modules/.bun/@fortawesome+fontawesome-free@7.2.0/node_modules/@fortawesome/fontawesome-free/svgs/solid/area-chart.svg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D:/pasar_fix/node_modules/.bun/@fortawesome+fontawesome-free@7.2.0/node_modules/@fortawesome/fontawesome-free/svgs/solid/aries.svg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D:/pasar_fix/node_modules/.bun/@fortawesome+fontawesome-free@7.2.0/node_modules/@fortawesome/fontawesome-free/svgs/solid/arrow-alt-circle-down.svg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D:/pasar_fix/node_modules/.bun/@fortawesome+fontawesome-free@7.2.0/node_modules/@fortawesome/fontawesome-free/svgs/solid/arrow-alt-circle-left.svg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D:/pasar_fix/node_modules/.bun/@fortawesome+fontawesome-free@7.2.0/node_modules/@fortawesome/fontawesome-free/svgs/solid/arrow-alt-circle-right.svg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D:/pasar_fix/node_modules/.bun/@fortawesome+fontawesome-free@7.2.0/node_modules/@fortawesome/fontawesome-free/svgs/solid/arrow-alt-circle-up.svg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D:/pasar_fix/node_modules/.bun/@fortawesome+fontawesome-free@7.2.0/node_modules/@fortawesome/fontawesome-free/svgs/solid/arrow-circle-down.svg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D:/pasar_fix/node_modules/.bun/@fortawesome+fontawesome-free@7.2.0/node_modules/@fortawesome/fontawesome-free/svgs/solid/arrow-circle-left.svg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D:/pasar_fix/node_modules/.bun/@fortawesome+fontawesome-free@7.2.0/node_modules/@fortawesome/fontawesome-free/svgs/solid/arrow-circle-right.svg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D:/pasar_fix/node_modules/.bun/@fortawesome+fontawesome-free@7.2.0/node_modules/@fortawesome/fontawesome-free/svgs/solid/arrow-circle-up.svg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D:/pasar_fix/node_modules/.bun/@fortawesome+fontawesome-free@7.2.0/node_modules/@fortawesome/fontawesome-free/svgs/solid/arrow-down-1-9.svg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D:/pasar_fix/node_modules/.bun/@fortawesome+fontawesome-free@7.2.0/node_modules/@fortawesome/fontawesome-free/svgs/solid/arrow-down-9-1.svg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D:/pasar_fix/node_modules/.bun/@fortawesome+fontawesome-free@7.2.0/node_modules/@fortawesome/fontawesome-free/svgs/solid/arrow-down-a-z.svg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D:/pasar_fix/node_modules/.bun/@fortawesome+fontawesome-free@7.2.0/node_modules/@fortawesome/fontawesome-free/svgs/solid/arrow-down-long.svg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D:/pasar_fix/node_modules/.bun/@fortawesome+fontawesome-free@7.2.0/node_modules/@fortawesome/fontawesome-free/svgs/solid/arrow-down-short-wide.svg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D:/pasar_fix/node_modules/.bun/@fortawesome+fontawesome-free@7.2.0/node_modules/@fortawesome/fontawesome-free/svgs/solid/arrow-down-up-across-line.svg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D:/pasar_fix/node_modules/.bun/@fortawesome+fontawesome-free@7.2.0/node_modules/@fortawesome/fontawesome-free/svgs/solid/arrow-down-up-lock.svg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D:/pasar_fix/node_modules/.bun/@fortawesome+fontawesome-free@7.2.0/node_modules/@fortawesome/fontawesome-free/svgs/solid/arrow-down-wide-short.svg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D:/pasar_fix/node_modules/.bun/@fortawesome+fontawesome-free@7.2.0/node_modules/@fortawesome/fontawesome-free/svgs/solid/arrow-down-z-a.svg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D:/pasar_fix/node_modules/.bun/@fortawesome+fontawesome-free@7.2.0/node_modules/@fortawesome/fontawesome-free/svgs/solid/arrow-down.svg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D:/pasar_fix/node_modules/.bun/@fortawesome+fontawesome-free@7.2.0/node_modules/@fortawesome/fontawesome-free/svgs/solid/arrow-left-long.svg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D:/pasar_fix/node_modules/.bun/@fortawesome+fontawesome-free@7.2.0/node_modules/@fortawesome/fontawesome-free/svgs/solid/arrow-left-rotate.svg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D:/pasar_fix/node_modules/.bun/@fortawesome+fontawesome-free@7.2.0/node_modules/@fortawesome/fontawesome-free/svgs/solid/arrow-left.svg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D:/pasar_fix/node_modules/.bun/@fortawesome+fontawesome-free@7.2.0/node_modules/@fortawesome/fontawesome-free/svgs/solid/arrow-pointer.svg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D:/pasar_fix/node_modules/.bun/@fortawesome+fontawesome-free@7.2.0/node_modules/@fortawesome/fontawesome-free/svgs/solid/arrow-right-arrow-left.svg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D:/pasar_fix/node_modules/.bun/@fortawesome+fontawesome-free@7.2.0/node_modules/@fortawesome/fontawesome-free/svgs/solid/arrow-right-from-bracket.svg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D:/pasar_fix/node_modules/.bun/@fortawesome+fontawesome-free@7.2.0/node_modules/@fortawesome/fontawesome-free/svgs/solid/arrow-right-from-file.svg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D:/pasar_fix/node_modules/.bun/@fortawesome+fontawesome-free@7.2.0/node_modules/@fortawesome/fontawesome-free/svgs/solid/arrow-right-long.svg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D:/pasar_fix/node_modules/.bun/@fortawesome+fontawesome-free@7.2.0/node_modules/@fortawesome/fontawesome-free/svgs/solid/arrow-right-rotate.svg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D:/pasar_fix/node_modules/.bun/@fortawesome+fontawesome-free@7.2.0/node_modules/@fortawesome/fontawesome-free/svgs/solid/arrow-right-to-bracket.svg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D:/pasar_fix/node_modules/.bun/@fortawesome+fontawesome-free@7.2.0/node_modules/@fortawesome/fontawesome-free/svgs/solid/arrow-right-to-city.svg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D:/pasar_fix/node_modules/.bun/@fortawesome+fontawesome-free@7.2.0/node_modules/@fortawesome/fontawesome-free/svgs/solid/arrow-right-to-file.svg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D:/pasar_fix/node_modules/.bun/@fortawesome+fontawesome-free@7.2.0/node_modules/@fortawesome/fontawesome-free/svgs/solid/arrow-right.svg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D:/pasar_fix/node_modules/.bun/@fortawesome+fontawesome-free@7.2.0/node_modules/@fortawesome/fontawesome-free/svgs/solid/arrow-rotate-back.svg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D:/pasar_fix/node_modules/.bun/@fortawesome+fontawesome-free@7.2.0/node_modules/@fortawesome/fontawesome-free/svgs/solid/arrow-rotate-backward.svg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D:/pasar_fix/node_modules/.bun/@fortawesome+fontawesome-free@7.2.0/node_modules/@fortawesome/fontawesome-free/svgs/solid/arrow-rotate-forward.svg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D:/pasar_fix/node_modules/.bun/@fortawesome+fontawesome-free@7.2.0/node_modules/@fortawesome/fontawesome-free/svgs/solid/arrow-rotate-left.svg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D:/pasar_fix/node_modules/.bun/@fortawesome+fontawesome-free@7.2.0/node_modules/@fortawesome/fontawesome-free/svgs/solid/arrow-rotate-right.svg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D:/pasar_fix/node_modules/.bun/@fortawesome+fontawesome-free@7.2.0/node_modules/@fortawesome/fontawesome-free/svgs/solid/arrow-trend-down.svg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D:/pasar_fix/node_modules/.bun/@fortawesome+fontawesome-free@7.2.0/node_modules/@fortawesome/fontawesome-free/svgs/solid/arrow-trend-up.svg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D:/pasar_fix/node_modules/.bun/@fortawesome+fontawesome-free@7.2.0/node_modules/@fortawesome/fontawesome-free/svgs/solid/arrow-turn-down.svg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D:/pasar_fix/node_modules/.bun/@fortawesome+fontawesome-free@7.2.0/node_modules/@fortawesome/fontawesome-free/svgs/solid/arrow-turn-up.svg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D:/pasar_fix/node_modules/.bun/@fortawesome+fontawesome-free@7.2.0/node_modules/@fortawesome/fontawesome-free/svgs/solid/arrow-up-1-9.svg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D:/pasar_fix/node_modules/.bun/@fortawesome+fontawesome-free@7.2.0/node_modules/@fortawesome/fontawesome-free/svgs/solid/arrow-up-9-1.svg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D:/pasar_fix/node_modules/.bun/@fortawesome+fontawesome-free@7.2.0/node_modules/@fortawesome/fontawesome-free/svgs/solid/arrow-up-a-z.svg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D:/pasar_fix/node_modules/.bun/@fortawesome+fontawesome-free@7.2.0/node_modules/@fortawesome/fontawesome-free/svgs/solid/arrow-up-from-bracket.svg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D:/pasar_fix/node_modules/.bun/@fortawesome+fontawesome-free@7.2.0/node_modules/@fortawesome/fontawesome-free/svgs/solid/arrow-up-from-ground-water.svg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D:/pasar_fix/node_modules/.bun/@fortawesome+fontawesome-free@7.2.0/node_modules/@fortawesome/fontawesome-free/svgs/solid/arrow-up-from-water-pump.svg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D:/pasar_fix/node_modules/.bun/@fortawesome+fontawesome-free@7.2.0/node_modules/@fortawesome/fontawesome-free/svgs/solid/arrow-up-long.svg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D:/pasar_fix/node_modules/.bun/@fortawesome+fontawesome-free@7.2.0/node_modules/@fortawesome/fontawesome-free/svgs/solid/arrow-up-right-dots.svg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D:/pasar_fix/node_modules/.bun/@fortawesome+fontawesome-free@7.2.0/node_modules/@fortawesome/fontawesome-free/svgs/solid/arrow-up-right-from-square.svg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D:/pasar_fix/node_modules/.bun/@fortawesome+fontawesome-free@7.2.0/node_modules/@fortawesome/fontawesome-free/svgs/solid/arrow-up-short-wide.svg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D:/pasar_fix/node_modules/.bun/@fortawesome+fontawesome-free@7.2.0/node_modules/@fortawesome/fontawesome-free/svgs/solid/arrow-up-wide-short.svg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D:/pasar_fix/node_modules/.bun/@fortawesome+fontawesome-free@7.2.0/node_modules/@fortawesome/fontawesome-free/svgs/solid/arrow-up-z-a.svg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D:/pasar_fix/node_modules/.bun/@fortawesome+fontawesome-free@7.2.0/node_modules/@fortawesome/fontawesome-free/svgs/solid/arrow-up.svg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D:/pasar_fix/node_modules/.bun/@fortawesome+fontawesome-free@7.2.0/node_modules/@fortawesome/fontawesome-free/svgs/solid/arrows-alt-h.svg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D:/pasar_fix/node_modules/.bun/@fortawesome+fontawesome-free@7.2.0/node_modules/@fortawesome/fontawesome-free/svgs/solid/arrows-alt-v.svg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D:/pasar_fix/node_modules/.bun/@fortawesome+fontawesome-free@7.2.0/node_modules/@fortawesome/fontawesome-free/svgs/solid/arrows-alt.svg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D:/pasar_fix/node_modules/.bun/@fortawesome+fontawesome-free@7.2.0/node_modules/@fortawesome/fontawesome-free/svgs/solid/arrows-down-to-line.svg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D:/pasar_fix/node_modules/.bun/@fortawesome+fontawesome-free@7.2.0/node_modules/@fortawesome/fontawesome-free/svgs/solid/arrows-down-to-people.svg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D:/pasar_fix/node_modules/.bun/@fortawesome+fontawesome-free@7.2.0/node_modules/@fortawesome/fontawesome-free/svgs/solid/arrows-h.svg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D:/pasar_fix/node_modules/.bun/@fortawesome+fontawesome-free@7.2.0/node_modules/@fortawesome/fontawesome-free/svgs/solid/arrows-left-right-to-line.svg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D:/pasar_fix/node_modules/.bun/@fortawesome+fontawesome-free@7.2.0/node_modules/@fortawesome/fontawesome-free/svgs/solid/arrows-left-right.svg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D:/pasar_fix/node_modules/.bun/@fortawesome+fontawesome-free@7.2.0/node_modules/@fortawesome/fontawesome-free/svgs/solid/arrows-rotate.svg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D:/pasar_fix/node_modules/.bun/@fortawesome+fontawesome-free@7.2.0/node_modules/@fortawesome/fontawesome-free/svgs/solid/arrows-spin.svg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D:/pasar_fix/node_modules/.bun/@fortawesome+fontawesome-free@7.2.0/node_modules/@fortawesome/fontawesome-free/svgs/solid/arrows-split-up-and-left.svg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D:/pasar_fix/node_modules/.bun/@fortawesome+fontawesome-free@7.2.0/node_modules/@fortawesome/fontawesome-free/svgs/solid/arrows-to-circle.svg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D:/pasar_fix/node_modules/.bun/@fortawesome+fontawesome-free@7.2.0/node_modules/@fortawesome/fontawesome-free/svgs/solid/arrows-to-dot.svg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D:/pasar_fix/node_modules/.bun/@fortawesome+fontawesome-free@7.2.0/node_modules/@fortawesome/fontawesome-free/svgs/solid/arrows-to-eye.svg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D:/pasar_fix/node_modules/.bun/@fortawesome+fontawesome-free@7.2.0/node_modules/@fortawesome/fontawesome-free/svgs/solid/arrows-turn-right.svg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D:/pasar_fix/node_modules/.bun/@fortawesome+fontawesome-free@7.2.0/node_modules/@fortawesome/fontawesome-free/svgs/solid/arrows-turn-to-dots.svg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D:/pasar_fix/node_modules/.bun/@fortawesome+fontawesome-free@7.2.0/node_modules/@fortawesome/fontawesome-free/svgs/solid/arrows-up-down-left-right.svg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D:/pasar_fix/node_modules/.bun/@fortawesome+fontawesome-free@7.2.0/node_modules/@fortawesome/fontawesome-free/svgs/solid/arrows-up-down.svg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D:/pasar_fix/node_modules/.bun/@fortawesome+fontawesome-free@7.2.0/node_modules/@fortawesome/fontawesome-free/svgs/solid/arrows-up-to-line.svg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D:/pasar_fix/node_modules/.bun/@fortawesome+fontawesome-free@7.2.0/node_modules/@fortawesome/fontawesome-free/svgs/solid/arrows-v.svg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D:/pasar_fix/node_modules/.bun/@fortawesome+fontawesome-free@7.2.0/node_modules/@fortawesome/fontawesome-free/svgs/solid/arrows.svg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D:/pasar_fix/node_modules/.bun/@fortawesome+fontawesome-free@7.2.0/node_modules/@fortawesome/fontawesome-free/svgs/solid/asl-interpreting.svg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D:/pasar_fix/node_modules/.bun/@fortawesome+fontawesome-free@7.2.0/node_modules/@fortawesome/fontawesome-free/svgs/solid/assistive-listening-systems.svg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D:/pasar_fix/node_modules/.bun/@fortawesome+fontawesome-free@7.2.0/node_modules/@fortawesome/fontawesome-free/svgs/solid/asterisk.svg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D:/pasar_fix/node_modules/.bun/@fortawesome+fontawesome-free@7.2.0/node_modules/@fortawesome/fontawesome-free/svgs/solid/atlas.svg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D:/pasar_fix/node_modules/.bun/@fortawesome+fontawesome-free@7.2.0/node_modules/@fortawesome/fontawesome-free/svgs/solid/atom.svg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D:/pasar_fix/node_modules/.bun/@fortawesome+fontawesome-free@7.2.0/node_modules/@fortawesome/fontawesome-free/svgs/solid/audio-description.svg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D:/pasar_fix/node_modules/.bun/@fortawesome+fontawesome-free@7.2.0/node_modules/@fortawesome/fontawesome-free/svgs/solid/austral-sign.svg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D:/pasar_fix/node_modules/.bun/@fortawesome+fontawesome-free@7.2.0/node_modules/@fortawesome/fontawesome-free/svgs/solid/automobile.svg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D:/pasar_fix/node_modules/.bun/@fortawesome+fontawesome-free@7.2.0/node_modules/@fortawesome/fontawesome-free/svgs/solid/award.svg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D:/pasar_fix/node_modules/.bun/@fortawesome+fontawesome-free@7.2.0/node_modules/@fortawesome/fontawesome-free/svgs/solid/baby-carriage.svg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D:/pasar_fix/node_modules/.bun/@fortawesome+fontawesome-free@7.2.0/node_modules/@fortawesome/fontawesome-free/svgs/solid/baby.svg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D:/pasar_fix/node_modules/.bun/@fortawesome+fontawesome-free@7.2.0/node_modules/@fortawesome/fontawesome-free/svgs/solid/backspace.svg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D:/pasar_fix/node_modules/.bun/@fortawesome+fontawesome-free@7.2.0/node_modules/@fortawesome/fontawesome-free/svgs/solid/backward-fast.svg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D:/pasar_fix/node_modules/.bun/@fortawesome+fontawesome-free@7.2.0/node_modules/@fortawesome/fontawesome-free/svgs/solid/backward-step.svg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D:/pasar_fix/node_modules/.bun/@fortawesome+fontawesome-free@7.2.0/node_modules/@fortawesome/fontawesome-free/svgs/solid/backward.svg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D:/pasar_fix/node_modules/.bun/@fortawesome+fontawesome-free@7.2.0/node_modules/@fortawesome/fontawesome-free/svgs/solid/bacon.svg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D:/pasar_fix/node_modules/.bun/@fortawesome+fontawesome-free@7.2.0/node_modules/@fortawesome/fontawesome-free/svgs/solid/bacteria.svg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D:/pasar_fix/node_modules/.bun/@fortawesome+fontawesome-free@7.2.0/node_modules/@fortawesome/fontawesome-free/svgs/solid/bacterium.svg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D:/pasar_fix/node_modules/.bun/@fortawesome+fontawesome-free@7.2.0/node_modules/@fortawesome/fontawesome-free/svgs/solid/bag-shopping.svg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D:/pasar_fix/node_modules/.bun/@fortawesome+fontawesome-free@7.2.0/node_modules/@fortawesome/fontawesome-free/svgs/solid/bahai.svg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D:/pasar_fix/node_modules/.bun/@fortawesome+fontawesome-free@7.2.0/node_modules/@fortawesome/fontawesome-free/svgs/solid/baht-sign.svg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D:/pasar_fix/node_modules/.bun/@fortawesome+fontawesome-free@7.2.0/node_modules/@fortawesome/fontawesome-free/svgs/solid/balance-scale-left.svg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D:/pasar_fix/node_modules/.bun/@fortawesome+fontawesome-free@7.2.0/node_modules/@fortawesome/fontawesome-free/svgs/solid/balance-scale-right.svg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D:/pasar_fix/node_modules/.bun/@fortawesome+fontawesome-free@7.2.0/node_modules/@fortawesome/fontawesome-free/svgs/solid/balance-scale.svg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D:/pasar_fix/node_modules/.bun/@fortawesome+fontawesome-free@7.2.0/node_modules/@fortawesome/fontawesome-free/svgs/solid/ban-smoking.svg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D:/pasar_fix/node_modules/.bun/@fortawesome+fontawesome-free@7.2.0/node_modules/@fortawesome/fontawesome-free/svgs/solid/ban.svg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D:/pasar_fix/node_modules/.bun/@fortawesome+fontawesome-free@7.2.0/node_modules/@fortawesome/fontawesome-free/svgs/solid/band-aid.svg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D:/pasar_fix/node_modules/.bun/@fortawesome+fontawesome-free@7.2.0/node_modules/@fortawesome/fontawesome-free/svgs/solid/bandage.svg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D:/pasar_fix/node_modules/.bun/@fortawesome+fontawesome-free@7.2.0/node_modules/@fortawesome/fontawesome-free/svgs/solid/bangladeshi-taka-sign.svg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D:/pasar_fix/node_modules/.bun/@fortawesome+fontawesome-free@7.2.0/node_modules/@fortawesome/fontawesome-free/svgs/solid/bank.svg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D:/pasar_fix/node_modules/.bun/@fortawesome+fontawesome-free@7.2.0/node_modules/@fortawesome/fontawesome-free/svgs/solid/bar-chart.svg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D:/pasar_fix/node_modules/.bun/@fortawesome+fontawesome-free@7.2.0/node_modules/@fortawesome/fontawesome-free/svgs/solid/barcode.svg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D:/pasar_fix/node_modules/.bun/@fortawesome+fontawesome-free@7.2.0/node_modules/@fortawesome/fontawesome-free/svgs/solid/bars-progress.svg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D:/pasar_fix/node_modules/.bun/@fortawesome+fontawesome-free@7.2.0/node_modules/@fortawesome/fontawesome-free/svgs/solid/bars-staggered.svg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D:/pasar_fix/node_modules/.bun/@fortawesome+fontawesome-free@7.2.0/node_modules/@fortawesome/fontawesome-free/svgs/solid/bars.svg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D:/pasar_fix/node_modules/.bun/@fortawesome+fontawesome-free@7.2.0/node_modules/@fortawesome/fontawesome-free/svgs/solid/baseball-ball.svg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D:/pasar_fix/node_modules/.bun/@fortawesome+fontawesome-free@7.2.0/node_modules/@fortawesome/fontawesome-free/svgs/solid/baseball-bat-ball.svg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D:/pasar_fix/node_modules/.bun/@fortawesome+fontawesome-free@7.2.0/node_modules/@fortawesome/fontawesome-free/svgs/solid/baseball.svg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D:/pasar_fix/node_modules/.bun/@fortawesome+fontawesome-free@7.2.0/node_modules/@fortawesome/fontawesome-free/svgs/solid/basket-shopping.svg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D:/pasar_fix/node_modules/.bun/@fortawesome+fontawesome-free@7.2.0/node_modules/@fortawesome/fontawesome-free/svgs/solid/basketball-ball.svg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D:/pasar_fix/node_modules/.bun/@fortawesome+fontawesome-free@7.2.0/node_modules/@fortawesome/fontawesome-free/svgs/solid/basketball.svg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D:/pasar_fix/node_modules/.bun/@fortawesome+fontawesome-free@7.2.0/node_modules/@fortawesome/fontawesome-free/svgs/solid/bath.svg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D:/pasar_fix/node_modules/.bun/@fortawesome+fontawesome-free@7.2.0/node_modules/@fortawesome/fontawesome-free/svgs/solid/bathtub.svg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D:/pasar_fix/node_modules/.bun/@fortawesome+fontawesome-free@7.2.0/node_modules/@fortawesome/fontawesome-free/svgs/solid/battery-0.svg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D:/pasar_fix/node_modules/.bun/@fortawesome+fontawesome-free@7.2.0/node_modules/@fortawesome/fontawesome-free/svgs/solid/battery-2.svg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D:/pasar_fix/node_modules/.bun/@fortawesome+fontawesome-free@7.2.0/node_modules/@fortawesome/fontawesome-free/svgs/solid/battery-3.svg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D:/pasar_fix/node_modules/.bun/@fortawesome+fontawesome-free@7.2.0/node_modules/@fortawesome/fontawesome-free/svgs/solid/battery-4.svg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D:/pasar_fix/node_modules/.bun/@fortawesome+fontawesome-free@7.2.0/node_modules/@fortawesome/fontawesome-free/svgs/solid/battery-5.svg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D:/pasar_fix/node_modules/.bun/@fortawesome+fontawesome-free@7.2.0/node_modules/@fortawesome/fontawesome-free/svgs/solid/battery-car.svg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D:/pasar_fix/node_modules/.bun/@fortawesome+fontawesome-free@7.2.0/node_modules/@fortawesome/fontawesome-free/svgs/solid/battery-empty.svg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D:/pasar_fix/node_modules/.bun/@fortawesome+fontawesome-free@7.2.0/node_modules/@fortawesome/fontawesome-free/svgs/solid/battery-full.svg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D:/pasar_fix/node_modules/.bun/@fortawesome+fontawesome-free@7.2.0/node_modules/@fortawesome/fontawesome-free/svgs/solid/battery-half.svg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D:/pasar_fix/node_modules/.bun/@fortawesome+fontawesome-free@7.2.0/node_modules/@fortawesome/fontawesome-free/svgs/solid/battery-quarter.svg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D:/pasar_fix/node_modules/.bun/@fortawesome+fontawesome-free@7.2.0/node_modules/@fortawesome/fontawesome-free/svgs/solid/battery-three-quarters.svg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D:/pasar_fix/node_modules/.bun/@fortawesome+fontawesome-free@7.2.0/node_modules/@fortawesome/fontawesome-free/svgs/solid/battery.svg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D:/pasar_fix/node_modules/.bun/@fortawesome+fontawesome-free@7.2.0/node_modules/@fortawesome/fontawesome-free/svgs/solid/bed-pulse.svg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D:/pasar_fix/node_modules/.bun/@fortawesome+fontawesome-free@7.2.0/node_modules/@fortawesome/fontawesome-free/svgs/solid/beer-mug-empty.svg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D:/pasar_fix/node_modules/.bun/@fortawesome+fontawesome-free@7.2.0/node_modules/@fortawesome/fontawesome-free/svgs/solid/beer.svg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D:/pasar_fix/node_modules/.bun/@fortawesome+fontawesome-free@7.2.0/node_modules/@fortawesome/fontawesome-free/svgs/solid/bell-concierge.svg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D:/pasar_fix/node_modules/.bun/@fortawesome+fontawesome-free@7.2.0/node_modules/@fortawesome/fontawesome-free/svgs/solid/bell-slash.svg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D:/pasar_fix/node_modules/.bun/@fortawesome+fontawesome-free@7.2.0/node_modules/@fortawesome/fontawesome-free/svgs/solid/bell.svg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D:/pasar_fix/node_modules/.bun/@fortawesome+fontawesome-free@7.2.0/node_modules/@fortawesome/fontawesome-free/svgs/solid/bezier-curve.svg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D:/pasar_fix/node_modules/.bun/@fortawesome+fontawesome-free@7.2.0/node_modules/@fortawesome/fontawesome-free/svgs/solid/bible.svg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D:/pasar_fix/node_modules/.bun/@fortawesome+fontawesome-free@7.2.0/node_modules/@fortawesome/fontawesome-free/svgs/solid/bicycle.svg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D:/pasar_fix/node_modules/.bun/@fortawesome+fontawesome-free@7.2.0/node_modules/@fortawesome/fontawesome-free/svgs/solid/biking.svg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D:/pasar_fix/node_modules/.bun/@fortawesome+fontawesome-free@7.2.0/node_modules/@fortawesome/fontawesome-free/svgs/solid/binoculars.svg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D:/pasar_fix/node_modules/.bun/@fortawesome+fontawesome-free@7.2.0/node_modules/@fortawesome/fontawesome-free/svgs/solid/biohazard.svg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D:/pasar_fix/node_modules/.bun/@fortawesome+fontawesome-free@7.2.0/node_modules/@fortawesome/fontawesome-free/svgs/solid/birthday-cake.svg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D:/pasar_fix/node_modules/.bun/@fortawesome+fontawesome-free@7.2.0/node_modules/@fortawesome/fontawesome-free/svgs/solid/bitcoin-sign.svg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D:/pasar_fix/node_modules/.bun/@fortawesome+fontawesome-free@7.2.0/node_modules/@fortawesome/fontawesome-free/svgs/solid/blackboard.svg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D:/pasar_fix/node_modules/.bun/@fortawesome+fontawesome-free@7.2.0/node_modules/@fortawesome/fontawesome-free/svgs/solid/blender-phone.svg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D:/pasar_fix/node_modules/.bun/@fortawesome+fontawesome-free@7.2.0/node_modules/@fortawesome/fontawesome-free/svgs/solid/blender.svg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D:/pasar_fix/node_modules/.bun/@fortawesome+fontawesome-free@7.2.0/node_modules/@fortawesome/fontawesome-free/svgs/solid/blind.svg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D:/pasar_fix/node_modules/.bun/@fortawesome+fontawesome-free@7.2.0/node_modules/@fortawesome/fontawesome-free/svgs/solid/blog.svg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D:/pasar_fix/node_modules/.bun/@fortawesome+fontawesome-free@7.2.0/node_modules/@fortawesome/fontawesome-free/svgs/solid/bold.svg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D:/pasar_fix/node_modules/.bun/@fortawesome+fontawesome-free@7.2.0/node_modules/@fortawesome/fontawesome-free/svgs/solid/bolt-lightning.svg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D:/pasar_fix/node_modules/.bun/@fortawesome+fontawesome-free@7.2.0/node_modules/@fortawesome/fontawesome-free/svgs/solid/bolt.svg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D:/pasar_fix/node_modules/.bun/@fortawesome+fontawesome-free@7.2.0/node_modules/@fortawesome/fontawesome-free/svgs/solid/bomb.svg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D:/pasar_fix/node_modules/.bun/@fortawesome+fontawesome-free@7.2.0/node_modules/@fortawesome/fontawesome-free/svgs/solid/bone.svg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D:/pasar_fix/node_modules/.bun/@fortawesome+fontawesome-free@7.2.0/node_modules/@fortawesome/fontawesome-free/svgs/solid/bong.svg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D:/pasar_fix/node_modules/.bun/@fortawesome+fontawesome-free@7.2.0/node_modules/@fortawesome/fontawesome-free/svgs/solid/book-atlas.svg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D:/pasar_fix/node_modules/.bun/@fortawesome+fontawesome-free@7.2.0/node_modules/@fortawesome/fontawesome-free/svgs/solid/book-bible.svg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D:/pasar_fix/node_modules/.bun/@fortawesome+fontawesome-free@7.2.0/node_modules/@fortawesome/fontawesome-free/svgs/solid/book-bookmark.svg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D:/pasar_fix/node_modules/.bun/@fortawesome+fontawesome-free@7.2.0/node_modules/@fortawesome/fontawesome-free/svgs/solid/book-dead.svg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D:/pasar_fix/node_modules/.bun/@fortawesome+fontawesome-free@7.2.0/node_modules/@fortawesome/fontawesome-free/svgs/solid/book-journal-whills.svg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D:/pasar_fix/node_modules/.bun/@fortawesome+fontawesome-free@7.2.0/node_modules/@fortawesome/fontawesome-free/svgs/solid/book-medical.svg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D:/pasar_fix/node_modules/.bun/@fortawesome+fontawesome-free@7.2.0/node_modules/@fortawesome/fontawesome-free/svgs/solid/book-open-reader.svg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D:/pasar_fix/node_modules/.bun/@fortawesome+fontawesome-free@7.2.0/node_modules/@fortawesome/fontawesome-free/svgs/solid/book-open.svg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D:/pasar_fix/node_modules/.bun/@fortawesome+fontawesome-free@7.2.0/node_modules/@fortawesome/fontawesome-free/svgs/solid/book-quran.svg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D:/pasar_fix/node_modules/.bun/@fortawesome+fontawesome-free@7.2.0/node_modules/@fortawesome/fontawesome-free/svgs/solid/book-reader.svg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D:/pasar_fix/node_modules/.bun/@fortawesome+fontawesome-free@7.2.0/node_modules/@fortawesome/fontawesome-free/svgs/solid/book-skull.svg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D:/pasar_fix/node_modules/.bun/@fortawesome+fontawesome-free@7.2.0/node_modules/@fortawesome/fontawesome-free/svgs/solid/book-tanakh.svg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D:/pasar_fix/node_modules/.bun/@fortawesome+fontawesome-free@7.2.0/node_modules/@fortawesome/fontawesome-free/svgs/solid/book.svg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D:/pasar_fix/node_modules/.bun/@fortawesome+fontawesome-free@7.2.0/node_modules/@fortawesome/fontawesome-free/svgs/solid/bookmark.svg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D:/pasar_fix/node_modules/.bun/@fortawesome+fontawesome-free@7.2.0/node_modules/@fortawesome/fontawesome-free/svgs/solid/border-all.svg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D:/pasar_fix/node_modules/.bun/@fortawesome+fontawesome-free@7.2.0/node_modules/@fortawesome/fontawesome-free/svgs/solid/border-none.svg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D:/pasar_fix/node_modules/.bun/@fortawesome+fontawesome-free@7.2.0/node_modules/@fortawesome/fontawesome-free/svgs/solid/border-style.svg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D:/pasar_fix/node_modules/.bun/@fortawesome+fontawesome-free@7.2.0/node_modules/@fortawesome/fontawesome-free/svgs/solid/border-top-left.svg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D:/pasar_fix/node_modules/.bun/@fortawesome+fontawesome-free@7.2.0/node_modules/@fortawesome/fontawesome-free/svgs/solid/bore-hole.svg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D:/pasar_fix/node_modules/.bun/@fortawesome+fontawesome-free@7.2.0/node_modules/@fortawesome/fontawesome-free/svgs/solid/bottle-droplet.svg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D:/pasar_fix/node_modules/.bun/@fortawesome+fontawesome-free@7.2.0/node_modules/@fortawesome/fontawesome-free/svgs/solid/bottle-water.svg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D:/pasar_fix/node_modules/.bun/@fortawesome+fontawesome-free@7.2.0/node_modules/@fortawesome/fontawesome-free/svgs/solid/bowl-food.svg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D:/pasar_fix/node_modules/.bun/@fortawesome+fontawesome-free@7.2.0/node_modules/@fortawesome/fontawesome-free/svgs/solid/bowl-rice.svg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D:/pasar_fix/node_modules/.bun/@fortawesome+fontawesome-free@7.2.0/node_modules/@fortawesome/fontawesome-free/svgs/solid/bowling-ball.svg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D:/pasar_fix/node_modules/.bun/@fortawesome+fontawesome-free@7.2.0/node_modules/@fortawesome/fontawesome-free/svgs/solid/box-archive.svg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D:/pasar_fix/node_modules/.bun/@fortawesome+fontawesome-free@7.2.0/node_modules/@fortawesome/fontawesome-free/svgs/solid/box-open.svg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D:/pasar_fix/node_modules/.bun/@fortawesome+fontawesome-free@7.2.0/node_modules/@fortawesome/fontawesome-free/svgs/solid/box-tissue.svg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D:/pasar_fix/node_modules/.bun/@fortawesome+fontawesome-free@7.2.0/node_modules/@fortawesome/fontawesome-free/svgs/solid/box.svg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D:/pasar_fix/node_modules/.bun/@fortawesome+fontawesome-free@7.2.0/node_modules/@fortawesome/fontawesome-free/svgs/solid/boxes-alt.svg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D:/pasar_fix/node_modules/.bun/@fortawesome+fontawesome-free@7.2.0/node_modules/@fortawesome/fontawesome-free/svgs/solid/boxes-packing.svg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D:/pasar_fix/node_modules/.bun/@fortawesome+fontawesome-free@7.2.0/node_modules/@fortawesome/fontawesome-free/svgs/solid/boxes-stacked.svg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D:/pasar_fix/node_modules/.bun/@fortawesome+fontawesome-free@7.2.0/node_modules/@fortawesome/fontawesome-free/svgs/solid/boxes.svg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D:/pasar_fix/node_modules/.bun/@fortawesome+fontawesome-free@7.2.0/node_modules/@fortawesome/fontawesome-free/svgs/solid/braille.svg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D:/pasar_fix/node_modules/.bun/@fortawesome+fontawesome-free@7.2.0/node_modules/@fortawesome/fontawesome-free/svgs/solid/brain.svg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D:/pasar_fix/node_modules/.bun/@fortawesome+fontawesome-free@7.2.0/node_modules/@fortawesome/fontawesome-free/svgs/solid/brazilian-real-sign.svg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D:/pasar_fix/node_modules/.bun/@fortawesome+fontawesome-free@7.2.0/node_modules/@fortawesome/fontawesome-free/svgs/solid/bread-slice.svg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D:/pasar_fix/node_modules/.bun/@fortawesome+fontawesome-free@7.2.0/node_modules/@fortawesome/fontawesome-free/svgs/solid/bridge-circle-check.svg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D:/pasar_fix/node_modules/.bun/@fortawesome+fontawesome-free@7.2.0/node_modules/@fortawesome/fontawesome-free/svgs/solid/bridge-circle-exclamation.svg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D:/pasar_fix/node_modules/.bun/@fortawesome+fontawesome-free@7.2.0/node_modules/@fortawesome/fontawesome-free/svgs/solid/bridge-circle-xmark.svg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D:/pasar_fix/node_modules/.bun/@fortawesome+fontawesome-free@7.2.0/node_modules/@fortawesome/fontawesome-free/svgs/solid/bridge-lock.svg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D:/pasar_fix/node_modules/.bun/@fortawesome+fontawesome-free@7.2.0/node_modules/@fortawesome/fontawesome-free/svgs/solid/bridge-water.svg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D:/pasar_fix/node_modules/.bun/@fortawesome+fontawesome-free@7.2.0/node_modules/@fortawesome/fontawesome-free/svgs/solid/bridge.svg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D:/pasar_fix/node_modules/.bun/@fortawesome+fontawesome-free@7.2.0/node_modules/@fortawesome/fontawesome-free/svgs/solid/briefcase-clock.svg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D:/pasar_fix/node_modules/.bun/@fortawesome+fontawesome-free@7.2.0/node_modules/@fortawesome/fontawesome-free/svgs/solid/briefcase-medical.svg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D:/pasar_fix/node_modules/.bun/@fortawesome+fontawesome-free@7.2.0/node_modules/@fortawesome/fontawesome-free/svgs/solid/briefcase.svg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D:/pasar_fix/node_modules/.bun/@fortawesome+fontawesome-free@7.2.0/node_modules/@fortawesome/fontawesome-free/svgs/solid/broadcast-tower.svg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D:/pasar_fix/node_modules/.bun/@fortawesome+fontawesome-free@7.2.0/node_modules/@fortawesome/fontawesome-free/svgs/solid/broom-ball.svg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D:/pasar_fix/node_modules/.bun/@fortawesome+fontawesome-free@7.2.0/node_modules/@fortawesome/fontawesome-free/svgs/solid/broom.svg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D:/pasar_fix/node_modules/.bun/@fortawesome+fontawesome-free@7.2.0/node_modules/@fortawesome/fontawesome-free/svgs/solid/brush.svg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D:/pasar_fix/node_modules/.bun/@fortawesome+fontawesome-free@7.2.0/node_modules/@fortawesome/fontawesome-free/svgs/solid/bucket.svg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D:/pasar_fix/node_modules/.bun/@fortawesome+fontawesome-free@7.2.0/node_modules/@fortawesome/fontawesome-free/svgs/solid/bug-slash.svg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D:/pasar_fix/node_modules/.bun/@fortawesome+fontawesome-free@7.2.0/node_modules/@fortawesome/fontawesome-free/svgs/solid/bug.svg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D:/pasar_fix/node_modules/.bun/@fortawesome+fontawesome-free@7.2.0/node_modules/@fortawesome/fontawesome-free/svgs/solid/bugs.svg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D:/pasar_fix/node_modules/.bun/@fortawesome+fontawesome-free@7.2.0/node_modules/@fortawesome/fontawesome-free/svgs/solid/building-circle-arrow-right.svg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D:/pasar_fix/node_modules/.bun/@fortawesome+fontawesome-free@7.2.0/node_modules/@fortawesome/fontawesome-free/svgs/solid/building-circle-check.svg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D:/pasar_fix/node_modules/.bun/@fortawesome+fontawesome-free@7.2.0/node_modules/@fortawesome/fontawesome-free/svgs/solid/building-circle-exclamation.svg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D:/pasar_fix/node_modules/.bun/@fortawesome+fontawesome-free@7.2.0/node_modules/@fortawesome/fontawesome-free/svgs/solid/building-circle-xmark.svg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D:/pasar_fix/node_modules/.bun/@fortawesome+fontawesome-free@7.2.0/node_modules/@fortawesome/fontawesome-free/svgs/solid/building-columns.svg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D:/pasar_fix/node_modules/.bun/@fortawesome+fontawesome-free@7.2.0/node_modules/@fortawesome/fontawesome-free/svgs/solid/building-flag.svg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D:/pasar_fix/node_modules/.bun/@fortawesome+fontawesome-free@7.2.0/node_modules/@fortawesome/fontawesome-free/svgs/solid/building-lock.svg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D:/pasar_fix/node_modules/.bun/@fortawesome+fontawesome-free@7.2.0/node_modules/@fortawesome/fontawesome-free/svgs/solid/building-ngo.svg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D:/pasar_fix/node_modules/.bun/@fortawesome+fontawesome-free@7.2.0/node_modules/@fortawesome/fontawesome-free/svgs/solid/building-shield.svg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D:/pasar_fix/node_modules/.bun/@fortawesome+fontawesome-free@7.2.0/node_modules/@fortawesome/fontawesome-free/svgs/solid/building-un.svg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D:/pasar_fix/node_modules/.bun/@fortawesome+fontawesome-free@7.2.0/node_modules/@fortawesome/fontawesome-free/svgs/solid/building-user.svg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D:/pasar_fix/node_modules/.bun/@fortawesome+fontawesome-free@7.2.0/node_modules/@fortawesome/fontawesome-free/svgs/solid/building-wheat.svg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D:/pasar_fix/node_modules/.bun/@fortawesome+fontawesome-free@7.2.0/node_modules/@fortawesome/fontawesome-free/svgs/solid/building.svg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D:/pasar_fix/node_modules/.bun/@fortawesome+fontawesome-free@7.2.0/node_modules/@fortawesome/fontawesome-free/svgs/solid/bullhorn.svg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D:/pasar_fix/node_modules/.bun/@fortawesome+fontawesome-free@7.2.0/node_modules/@fortawesome/fontawesome-free/svgs/solid/bullseye.svg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D:/pasar_fix/node_modules/.bun/@fortawesome+fontawesome-free@7.2.0/node_modules/@fortawesome/fontawesome-free/svgs/solid/burger.svg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D:/pasar_fix/node_modules/.bun/@fortawesome+fontawesome-free@7.2.0/node_modules/@fortawesome/fontawesome-free/svgs/solid/burn.svg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D:/pasar_fix/node_modules/.bun/@fortawesome+fontawesome-free@7.2.0/node_modules/@fortawesome/fontawesome-free/svgs/solid/burst.svg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D:/pasar_fix/node_modules/.bun/@fortawesome+fontawesome-free@7.2.0/node_modules/@fortawesome/fontawesome-free/svgs/solid/bus-alt.svg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D:/pasar_fix/node_modules/.bun/@fortawesome+fontawesome-free@7.2.0/node_modules/@fortawesome/fontawesome-free/svgs/solid/bus-side.svg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D:/pasar_fix/node_modules/.bun/@fortawesome+fontawesome-free@7.2.0/node_modules/@fortawesome/fontawesome-free/svgs/solid/bus-simple.svg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D:/pasar_fix/node_modules/.bun/@fortawesome+fontawesome-free@7.2.0/node_modules/@fortawesome/fontawesome-free/svgs/solid/business-time.svg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D:/pasar_fix/node_modules/.bun/@fortawesome+fontawesome-free@7.2.0/node_modules/@fortawesome/fontawesome-free/svgs/solid/cab.svg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D:/pasar_fix/node_modules/.bun/@fortawesome+fontawesome-free@7.2.0/node_modules/@fortawesome/fontawesome-free/svgs/solid/cable-car.svg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D:/pasar_fix/node_modules/.bun/@fortawesome+fontawesome-free@7.2.0/node_modules/@fortawesome/fontawesome-free/svgs/solid/cake-candles.svg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D:/pasar_fix/node_modules/.bun/@fortawesome+fontawesome-free@7.2.0/node_modules/@fortawesome/fontawesome-free/svgs/solid/cake.svg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D:/pasar_fix/node_modules/.bun/@fortawesome+fontawesome-free@7.2.0/node_modules/@fortawesome/fontawesome-free/svgs/solid/calculator.svg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D:/pasar_fix/node_modules/.bun/@fortawesome+fontawesome-free@7.2.0/node_modules/@fortawesome/fontawesome-free/svgs/solid/calendar-alt.svg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D:/pasar_fix/node_modules/.bun/@fortawesome+fontawesome-free@7.2.0/node_modules/@fortawesome/fontawesome-free/svgs/solid/calendar-check.svg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D:/pasar_fix/node_modules/.bun/@fortawesome+fontawesome-free@7.2.0/node_modules/@fortawesome/fontawesome-free/svgs/solid/calendar-day.svg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D:/pasar_fix/node_modules/.bun/@fortawesome+fontawesome-free@7.2.0/node_modules/@fortawesome/fontawesome-free/svgs/solid/calendar-days.svg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D:/pasar_fix/node_modules/.bun/@fortawesome+fontawesome-free@7.2.0/node_modules/@fortawesome/fontawesome-free/svgs/solid/calendar-minus.svg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D:/pasar_fix/node_modules/.bun/@fortawesome+fontawesome-free@7.2.0/node_modules/@fortawesome/fontawesome-free/svgs/solid/calendar-plus.svg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D:/pasar_fix/node_modules/.bun/@fortawesome+fontawesome-free@7.2.0/node_modules/@fortawesome/fontawesome-free/svgs/solid/calendar-times.svg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D:/pasar_fix/node_modules/.bun/@fortawesome+fontawesome-free@7.2.0/node_modules/@fortawesome/fontawesome-free/svgs/solid/calendar-week.svg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D:/pasar_fix/node_modules/.bun/@fortawesome+fontawesome-free@7.2.0/node_modules/@fortawesome/fontawesome-free/svgs/solid/calendar-xmark.svg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D:/pasar_fix/node_modules/.bun/@fortawesome+fontawesome-free@7.2.0/node_modules/@fortawesome/fontawesome-free/svgs/solid/calendar.svg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D:/pasar_fix/node_modules/.bun/@fortawesome+fontawesome-free@7.2.0/node_modules/@fortawesome/fontawesome-free/svgs/solid/camera-alt.svg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D:/pasar_fix/node_modules/.bun/@fortawesome+fontawesome-free@7.2.0/node_modules/@fortawesome/fontawesome-free/svgs/solid/camera-retro.svg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D:/pasar_fix/node_modules/.bun/@fortawesome+fontawesome-free@7.2.0/node_modules/@fortawesome/fontawesome-free/svgs/solid/camera-rotate.svg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D:/pasar_fix/node_modules/.bun/@fortawesome+fontawesome-free@7.2.0/node_modules/@fortawesome/fontawesome-free/svgs/solid/camera.svg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D:/pasar_fix/node_modules/.bun/@fortawesome+fontawesome-free@7.2.0/node_modules/@fortawesome/fontawesome-free/svgs/solid/campground.svg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D:/pasar_fix/node_modules/.bun/@fortawesome+fontawesome-free@7.2.0/node_modules/@fortawesome/fontawesome-free/svgs/solid/cancel.svg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D:/pasar_fix/node_modules/.bun/@fortawesome+fontawesome-free@7.2.0/node_modules/@fortawesome/fontawesome-free/svgs/solid/cancer.svg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D:/pasar_fix/node_modules/.bun/@fortawesome+fontawesome-free@7.2.0/node_modules/@fortawesome/fontawesome-free/svgs/solid/candy-cane.svg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D:/pasar_fix/node_modules/.bun/@fortawesome+fontawesome-free@7.2.0/node_modules/@fortawesome/fontawesome-free/svgs/solid/cannabis.svg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D:/pasar_fix/node_modules/.bun/@fortawesome+fontawesome-free@7.2.0/node_modules/@fortawesome/fontawesome-free/svgs/solid/capricorn.svg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D:/pasar_fix/node_modules/.bun/@fortawesome+fontawesome-free@7.2.0/node_modules/@fortawesome/fontawesome-free/svgs/solid/capsules.svg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D:/pasar_fix/node_modules/.bun/@fortawesome+fontawesome-free@7.2.0/node_modules/@fortawesome/fontawesome-free/svgs/solid/car-alt.svg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D:/pasar_fix/node_modules/.bun/@fortawesome+fontawesome-free@7.2.0/node_modules/@fortawesome/fontawesome-free/svgs/solid/car-battery.svg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D:/pasar_fix/node_modules/.bun/@fortawesome+fontawesome-free@7.2.0/node_modules/@fortawesome/fontawesome-free/svgs/solid/car-burst.svg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D:/pasar_fix/node_modules/.bun/@fortawesome+fontawesome-free@7.2.0/node_modules/@fortawesome/fontawesome-free/svgs/solid/car-crash.svg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D:/pasar_fix/node_modules/.bun/@fortawesome+fontawesome-free@7.2.0/node_modules/@fortawesome/fontawesome-free/svgs/solid/car-on.svg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D:/pasar_fix/node_modules/.bun/@fortawesome+fontawesome-free@7.2.0/node_modules/@fortawesome/fontawesome-free/svgs/solid/car-rear.svg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D:/pasar_fix/node_modules/.bun/@fortawesome+fontawesome-free@7.2.0/node_modules/@fortawesome/fontawesome-free/svgs/solid/car-side.svg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D:/pasar_fix/node_modules/.bun/@fortawesome+fontawesome-free@7.2.0/node_modules/@fortawesome/fontawesome-free/svgs/solid/car-tunnel.svg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D:/pasar_fix/node_modules/.bun/@fortawesome+fontawesome-free@7.2.0/node_modules/@fortawesome/fontawesome-free/svgs/solid/car.svg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D:/pasar_fix/node_modules/.bun/@fortawesome+fontawesome-free@7.2.0/node_modules/@fortawesome/fontawesome-free/svgs/solid/caravan.svg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D:/pasar_fix/node_modules/.bun/@fortawesome+fontawesome-free@7.2.0/node_modules/@fortawesome/fontawesome-free/svgs/solid/caret-down.svg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D:/pasar_fix/node_modules/.bun/@fortawesome+fontawesome-free@7.2.0/node_modules/@fortawesome/fontawesome-free/svgs/solid/caret-left.svg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D:/pasar_fix/node_modules/.bun/@fortawesome+fontawesome-free@7.2.0/node_modules/@fortawesome/fontawesome-free/svgs/solid/caret-right.svg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D:/pasar_fix/node_modules/.bun/@fortawesome+fontawesome-free@7.2.0/node_modules/@fortawesome/fontawesome-free/svgs/solid/caret-square-down.svg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D:/pasar_fix/node_modules/.bun/@fortawesome+fontawesome-free@7.2.0/node_modules/@fortawesome/fontawesome-free/svgs/solid/caret-square-left.svg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D:/pasar_fix/node_modules/.bun/@fortawesome+fontawesome-free@7.2.0/node_modules/@fortawesome/fontawesome-free/svgs/solid/caret-square-right.svg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D:/pasar_fix/node_modules/.bun/@fortawesome+fontawesome-free@7.2.0/node_modules/@fortawesome/fontawesome-free/svgs/solid/caret-square-up.svg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D:/pasar_fix/node_modules/.bun/@fortawesome+fontawesome-free@7.2.0/node_modules/@fortawesome/fontawesome-free/svgs/solid/caret-up.svg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D:/pasar_fix/node_modules/.bun/@fortawesome+fontawesome-free@7.2.0/node_modules/@fortawesome/fontawesome-free/svgs/solid/carriage-baby.svg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D:/pasar_fix/node_modules/.bun/@fortawesome+fontawesome-free@7.2.0/node_modules/@fortawesome/fontawesome-free/svgs/solid/carrot.svg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D:/pasar_fix/node_modules/.bun/@fortawesome+fontawesome-free@7.2.0/node_modules/@fortawesome/fontawesome-free/svgs/solid/cart-arrow-down.svg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D:/pasar_fix/node_modules/.bun/@fortawesome+fontawesome-free@7.2.0/node_modules/@fortawesome/fontawesome-free/svgs/solid/cart-flatbed-suitcase.svg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D:/pasar_fix/node_modules/.bun/@fortawesome+fontawesome-free@7.2.0/node_modules/@fortawesome/fontawesome-free/svgs/solid/cart-flatbed.svg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D:/pasar_fix/node_modules/.bun/@fortawesome+fontawesome-free@7.2.0/node_modules/@fortawesome/fontawesome-free/svgs/solid/cart-plus.svg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D:/pasar_fix/node_modules/.bun/@fortawesome+fontawesome-free@7.2.0/node_modules/@fortawesome/fontawesome-free/svgs/solid/cart-shopping.svg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D:/pasar_fix/node_modules/.bun/@fortawesome+fontawesome-free@7.2.0/node_modules/@fortawesome/fontawesome-free/svgs/solid/cash-register.svg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D:/pasar_fix/node_modules/.bun/@fortawesome+fontawesome-free@7.2.0/node_modules/@fortawesome/fontawesome-free/svgs/solid/cat.svg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D:/pasar_fix/node_modules/.bun/@fortawesome+fontawesome-free@7.2.0/node_modules/@fortawesome/fontawesome-free/svgs/solid/cedi-sign.svg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D:/pasar_fix/node_modules/.bun/@fortawesome+fontawesome-free@7.2.0/node_modules/@fortawesome/fontawesome-free/svgs/solid/cent-sign.svg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D:/pasar_fix/node_modules/.bun/@fortawesome+fontawesome-free@7.2.0/node_modules/@fortawesome/fontawesome-free/svgs/solid/certificate.svg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D:/pasar_fix/node_modules/.bun/@fortawesome+fontawesome-free@7.2.0/node_modules/@fortawesome/fontawesome-free/svgs/solid/chain-broken.svg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D:/pasar_fix/node_modules/.bun/@fortawesome+fontawesome-free@7.2.0/node_modules/@fortawesome/fontawesome-free/svgs/solid/chain-slash.svg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D:/pasar_fix/node_modules/.bun/@fortawesome+fontawesome-free@7.2.0/node_modules/@fortawesome/fontawesome-free/svgs/solid/chain.svg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D:/pasar_fix/node_modules/.bun/@fortawesome+fontawesome-free@7.2.0/node_modules/@fortawesome/fontawesome-free/svgs/solid/chair.svg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D:/pasar_fix/node_modules/.bun/@fortawesome+fontawesome-free@7.2.0/node_modules/@fortawesome/fontawesome-free/svgs/solid/chalkboard-teacher.svg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D:/pasar_fix/node_modules/.bun/@fortawesome+fontawesome-free@7.2.0/node_modules/@fortawesome/fontawesome-free/svgs/solid/chalkboard-user.svg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D:/pasar_fix/node_modules/.bun/@fortawesome+fontawesome-free@7.2.0/node_modules/@fortawesome/fontawesome-free/svgs/solid/chalkboard.svg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D:/pasar_fix/node_modules/.bun/@fortawesome+fontawesome-free@7.2.0/node_modules/@fortawesome/fontawesome-free/svgs/solid/champagne-glasses.svg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D:/pasar_fix/node_modules/.bun/@fortawesome+fontawesome-free@7.2.0/node_modules/@fortawesome/fontawesome-free/svgs/solid/charging-station.svg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D:/pasar_fix/node_modules/.bun/@fortawesome+fontawesome-free@7.2.0/node_modules/@fortawesome/fontawesome-free/svgs/solid/chart-area.svg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D:/pasar_fix/node_modules/.bun/@fortawesome+fontawesome-free@7.2.0/node_modules/@fortawesome/fontawesome-free/svgs/solid/chart-bar.svg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D:/pasar_fix/node_modules/.bun/@fortawesome+fontawesome-free@7.2.0/node_modules/@fortawesome/fontawesome-free/svgs/solid/chart-column.svg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D:/pasar_fix/node_modules/.bun/@fortawesome+fontawesome-free@7.2.0/node_modules/@fortawesome/fontawesome-free/svgs/solid/chart-diagram.svg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D:/pasar_fix/node_modules/.bun/@fortawesome+fontawesome-free@7.2.0/node_modules/@fortawesome/fontawesome-free/svgs/solid/chart-gantt.svg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D:/pasar_fix/node_modules/.bun/@fortawesome+fontawesome-free@7.2.0/node_modules/@fortawesome/fontawesome-free/svgs/solid/chart-line.svg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D:/pasar_fix/node_modules/.bun/@fortawesome+fontawesome-free@7.2.0/node_modules/@fortawesome/fontawesome-free/svgs/solid/chart-pie.svg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D:/pasar_fix/node_modules/.bun/@fortawesome+fontawesome-free@7.2.0/node_modules/@fortawesome/fontawesome-free/svgs/solid/chart-simple.svg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D:/pasar_fix/node_modules/.bun/@fortawesome+fontawesome-free@7.2.0/node_modules/@fortawesome/fontawesome-free/svgs/solid/check-circle.svg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D:/pasar_fix/node_modules/.bun/@fortawesome+fontawesome-free@7.2.0/node_modules/@fortawesome/fontawesome-free/svgs/solid/check-double.svg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D:/pasar_fix/node_modules/.bun/@fortawesome+fontawesome-free@7.2.0/node_modules/@fortawesome/fontawesome-free/svgs/solid/check-square.svg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D:/pasar_fix/node_modules/.bun/@fortawesome+fontawesome-free@7.2.0/node_modules/@fortawesome/fontawesome-free/svgs/solid/check-to-slot.svg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D:/pasar_fix/node_modules/.bun/@fortawesome+fontawesome-free@7.2.0/node_modules/@fortawesome/fontawesome-free/svgs/solid/check.svg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D:/pasar_fix/node_modules/.bun/@fortawesome+fontawesome-free@7.2.0/node_modules/@fortawesome/fontawesome-free/svgs/solid/cheese.svg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D:/pasar_fix/node_modules/.bun/@fortawesome+fontawesome-free@7.2.0/node_modules/@fortawesome/fontawesome-free/svgs/solid/chess-bishop.svg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D:/pasar_fix/node_modules/.bun/@fortawesome+fontawesome-free@7.2.0/node_modules/@fortawesome/fontawesome-free/svgs/solid/chess-board.svg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D:/pasar_fix/node_modules/.bun/@fortawesome+fontawesome-free@7.2.0/node_modules/@fortawesome/fontawesome-free/svgs/solid/chess-king.svg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D:/pasar_fix/node_modules/.bun/@fortawesome+fontawesome-free@7.2.0/node_modules/@fortawesome/fontawesome-free/svgs/solid/chess-knight.svg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D:/pasar_fix/node_modules/.bun/@fortawesome+fontawesome-free@7.2.0/node_modules/@fortawesome/fontawesome-free/svgs/solid/chess-pawn.svg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D:/pasar_fix/node_modules/.bun/@fortawesome+fontawesome-free@7.2.0/node_modules/@fortawesome/fontawesome-free/svgs/solid/chess-queen.svg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D:/pasar_fix/node_modules/.bun/@fortawesome+fontawesome-free@7.2.0/node_modules/@fortawesome/fontawesome-free/svgs/solid/chess-rook.svg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D:/pasar_fix/node_modules/.bun/@fortawesome+fontawesome-free@7.2.0/node_modules/@fortawesome/fontawesome-free/svgs/solid/chess.svg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D:/pasar_fix/node_modules/.bun/@fortawesome+fontawesome-free@7.2.0/node_modules/@fortawesome/fontawesome-free/svgs/solid/chevron-circle-down.svg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D:/pasar_fix/node_modules/.bun/@fortawesome+fontawesome-free@7.2.0/node_modules/@fortawesome/fontawesome-free/svgs/solid/chevron-circle-left.svg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D:/pasar_fix/node_modules/.bun/@fortawesome+fontawesome-free@7.2.0/node_modules/@fortawesome/fontawesome-free/svgs/solid/chevron-circle-right.svg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D:/pasar_fix/node_modules/.bun/@fortawesome+fontawesome-free@7.2.0/node_modules/@fortawesome/fontawesome-free/svgs/solid/chevron-circle-up.svg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D:/pasar_fix/node_modules/.bun/@fortawesome+fontawesome-free@7.2.0/node_modules/@fortawesome/fontawesome-free/svgs/solid/chevron-down.svg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D:/pasar_fix/node_modules/.bun/@fortawesome+fontawesome-free@7.2.0/node_modules/@fortawesome/fontawesome-free/svgs/solid/chevron-left.svg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D:/pasar_fix/node_modules/.bun/@fortawesome+fontawesome-free@7.2.0/node_modules/@fortawesome/fontawesome-free/svgs/solid/chevron-right.svg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D:/pasar_fix/node_modules/.bun/@fortawesome+fontawesome-free@7.2.0/node_modules/@fortawesome/fontawesome-free/svgs/solid/chevron-up.svg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D:/pasar_fix/node_modules/.bun/@fortawesome+fontawesome-free@7.2.0/node_modules/@fortawesome/fontawesome-free/svgs/solid/child-combatant.svg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D:/pasar_fix/node_modules/.bun/@fortawesome+fontawesome-free@7.2.0/node_modules/@fortawesome/fontawesome-free/svgs/solid/child-dress.svg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D:/pasar_fix/node_modules/.bun/@fortawesome+fontawesome-free@7.2.0/node_modules/@fortawesome/fontawesome-free/svgs/solid/child-reaching.svg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D:/pasar_fix/node_modules/.bun/@fortawesome+fontawesome-free@7.2.0/node_modules/@fortawesome/fontawesome-free/svgs/solid/child-rifle.svg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D:/pasar_fix/node_modules/.bun/@fortawesome+fontawesome-free@7.2.0/node_modules/@fortawesome/fontawesome-free/svgs/solid/child.svg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D:/pasar_fix/node_modules/.bun/@fortawesome+fontawesome-free@7.2.0/node_modules/@fortawesome/fontawesome-free/svgs/solid/children.svg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D:/pasar_fix/node_modules/.bun/@fortawesome+fontawesome-free@7.2.0/node_modules/@fortawesome/fontawesome-free/svgs/solid/church.svg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D:/pasar_fix/node_modules/.bun/@fortawesome+fontawesome-free@7.2.0/node_modules/@fortawesome/fontawesome-free/svgs/solid/circle-arrow-down.svg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D:/pasar_fix/node_modules/.bun/@fortawesome+fontawesome-free@7.2.0/node_modules/@fortawesome/fontawesome-free/svgs/solid/circle-arrow-left.svg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D:/pasar_fix/node_modules/.bun/@fortawesome+fontawesome-free@7.2.0/node_modules/@fortawesome/fontawesome-free/svgs/solid/circle-arrow-right.svg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D:/pasar_fix/node_modules/.bun/@fortawesome+fontawesome-free@7.2.0/node_modules/@fortawesome/fontawesome-free/svgs/solid/circle-arrow-up.svg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D:/pasar_fix/node_modules/.bun/@fortawesome+fontawesome-free@7.2.0/node_modules/@fortawesome/fontawesome-free/svgs/solid/circle-check.svg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D:/pasar_fix/node_modules/.bun/@fortawesome+fontawesome-free@7.2.0/node_modules/@fortawesome/fontawesome-free/svgs/solid/circle-chevron-down.svg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D:/pasar_fix/node_modules/.bun/@fortawesome+fontawesome-free@7.2.0/node_modules/@fortawesome/fontawesome-free/svgs/solid/circle-chevron-left.svg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D:/pasar_fix/node_modules/.bun/@fortawesome+fontawesome-free@7.2.0/node_modules/@fortawesome/fontawesome-free/svgs/solid/circle-chevron-right.svg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D:/pasar_fix/node_modules/.bun/@fortawesome+fontawesome-free@7.2.0/node_modules/@fortawesome/fontawesome-free/svgs/solid/circle-chevron-up.svg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D:/pasar_fix/node_modules/.bun/@fortawesome+fontawesome-free@7.2.0/node_modules/@fortawesome/fontawesome-free/svgs/solid/circle-dollar-to-slot.svg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D:/pasar_fix/node_modules/.bun/@fortawesome+fontawesome-free@7.2.0/node_modules/@fortawesome/fontawesome-free/svgs/solid/circle-dot.svg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D:/pasar_fix/node_modules/.bun/@fortawesome+fontawesome-free@7.2.0/node_modules/@fortawesome/fontawesome-free/svgs/solid/circle-down.svg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D:/pasar_fix/node_modules/.bun/@fortawesome+fontawesome-free@7.2.0/node_modules/@fortawesome/fontawesome-free/svgs/solid/circle-exclamation.svg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D:/pasar_fix/node_modules/.bun/@fortawesome+fontawesome-free@7.2.0/node_modules/@fortawesome/fontawesome-free/svgs/solid/circle-h.svg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D:/pasar_fix/node_modules/.bun/@fortawesome+fontawesome-free@7.2.0/node_modules/@fortawesome/fontawesome-free/svgs/solid/circle-half-stroke.svg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D:/pasar_fix/node_modules/.bun/@fortawesome+fontawesome-free@7.2.0/node_modules/@fortawesome/fontawesome-free/svgs/solid/circle-info.svg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D:/pasar_fix/node_modules/.bun/@fortawesome+fontawesome-free@7.2.0/node_modules/@fortawesome/fontawesome-free/svgs/solid/circle-left.svg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D:/pasar_fix/node_modules/.bun/@fortawesome+fontawesome-free@7.2.0/node_modules/@fortawesome/fontawesome-free/svgs/solid/circle-minus.svg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D:/pasar_fix/node_modules/.bun/@fortawesome+fontawesome-free@7.2.0/node_modules/@fortawesome/fontawesome-free/svgs/solid/circle-nodes.svg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D:/pasar_fix/node_modules/.bun/@fortawesome+fontawesome-free@7.2.0/node_modules/@fortawesome/fontawesome-free/svgs/solid/circle-notch.svg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D:/pasar_fix/node_modules/.bun/@fortawesome+fontawesome-free@7.2.0/node_modules/@fortawesome/fontawesome-free/svgs/solid/circle-pause.svg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D:/pasar_fix/node_modules/.bun/@fortawesome+fontawesome-free@7.2.0/node_modules/@fortawesome/fontawesome-free/svgs/solid/circle-play.svg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D:/pasar_fix/node_modules/.bun/@fortawesome+fontawesome-free@7.2.0/node_modules/@fortawesome/fontawesome-free/svgs/solid/circle-plus.svg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D:/pasar_fix/node_modules/.bun/@fortawesome+fontawesome-free@7.2.0/node_modules/@fortawesome/fontawesome-free/svgs/solid/circle-question.svg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D:/pasar_fix/node_modules/.bun/@fortawesome+fontawesome-free@7.2.0/node_modules/@fortawesome/fontawesome-free/svgs/solid/circle-radiation.svg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D:/pasar_fix/node_modules/.bun/@fortawesome+fontawesome-free@7.2.0/node_modules/@fortawesome/fontawesome-free/svgs/solid/circle-right.svg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D:/pasar_fix/node_modules/.bun/@fortawesome+fontawesome-free@7.2.0/node_modules/@fortawesome/fontawesome-free/svgs/solid/circle-stop.svg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D:/pasar_fix/node_modules/.bun/@fortawesome+fontawesome-free@7.2.0/node_modules/@fortawesome/fontawesome-free/svgs/solid/circle-up.svg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D:/pasar_fix/node_modules/.bun/@fortawesome+fontawesome-free@7.2.0/node_modules/@fortawesome/fontawesome-free/svgs/solid/circle-user.svg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D:/pasar_fix/node_modules/.bun/@fortawesome+fontawesome-free@7.2.0/node_modules/@fortawesome/fontawesome-free/svgs/solid/circle-xmark.svg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D:/pasar_fix/node_modules/.bun/@fortawesome+fontawesome-free@7.2.0/node_modules/@fortawesome/fontawesome-free/svgs/solid/circle.svg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D:/pasar_fix/node_modules/.bun/@fortawesome+fontawesome-free@7.2.0/node_modules/@fortawesome/fontawesome-free/svgs/solid/city.svg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D:/pasar_fix/node_modules/.bun/@fortawesome+fontawesome-free@7.2.0/node_modules/@fortawesome/fontawesome-free/svgs/solid/clapperboard.svg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D:/pasar_fix/node_modules/.bun/@fortawesome+fontawesome-free@7.2.0/node_modules/@fortawesome/fontawesome-free/svgs/solid/clinic-medical.svg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D:/pasar_fix/node_modules/.bun/@fortawesome+fontawesome-free@7.2.0/node_modules/@fortawesome/fontawesome-free/svgs/solid/clipboard-check.svg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D:/pasar_fix/node_modules/.bun/@fortawesome+fontawesome-free@7.2.0/node_modules/@fortawesome/fontawesome-free/svgs/solid/clipboard-list.svg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D:/pasar_fix/node_modules/.bun/@fortawesome+fontawesome-free@7.2.0/node_modules/@fortawesome/fontawesome-free/svgs/solid/clipboard-question.svg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D:/pasar_fix/node_modules/.bun/@fortawesome+fontawesome-free@7.2.0/node_modules/@fortawesome/fontawesome-free/svgs/solid/clipboard-user.svg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D:/pasar_fix/node_modules/.bun/@fortawesome+fontawesome-free@7.2.0/node_modules/@fortawesome/fontawesome-free/svgs/solid/clipboard.svg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D:/pasar_fix/node_modules/.bun/@fortawesome+fontawesome-free@7.2.0/node_modules/@fortawesome/fontawesome-free/svgs/solid/clock-four.svg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D:/pasar_fix/node_modules/.bun/@fortawesome+fontawesome-free@7.2.0/node_modules/@fortawesome/fontawesome-free/svgs/solid/clock-rotate-left.svg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D:/pasar_fix/node_modules/.bun/@fortawesome+fontawesome-free@7.2.0/node_modules/@fortawesome/fontawesome-free/svgs/solid/clock.svg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D:/pasar_fix/node_modules/.bun/@fortawesome+fontawesome-free@7.2.0/node_modules/@fortawesome/fontawesome-free/svgs/solid/clone.svg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D:/pasar_fix/node_modules/.bun/@fortawesome+fontawesome-free@7.2.0/node_modules/@fortawesome/fontawesome-free/svgs/solid/close.svg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D:/pasar_fix/node_modules/.bun/@fortawesome+fontawesome-free@7.2.0/node_modules/@fortawesome/fontawesome-free/svgs/solid/closed-captioning-slash.svg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D:/pasar_fix/node_modules/.bun/@fortawesome+fontawesome-free@7.2.0/node_modules/@fortawesome/fontawesome-free/svgs/solid/closed-captioning.svg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D:/pasar_fix/node_modules/.bun/@fortawesome+fontawesome-free@7.2.0/node_modules/@fortawesome/fontawesome-free/svgs/solid/cloud-arrow-down.svg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D:/pasar_fix/node_modules/.bun/@fortawesome+fontawesome-free@7.2.0/node_modules/@fortawesome/fontawesome-free/svgs/solid/cloud-arrow-up.svg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D:/pasar_fix/node_modules/.bun/@fortawesome+fontawesome-free@7.2.0/node_modules/@fortawesome/fontawesome-free/svgs/solid/cloud-bolt.svg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D:/pasar_fix/node_modules/.bun/@fortawesome+fontawesome-free@7.2.0/node_modules/@fortawesome/fontawesome-free/svgs/solid/cloud-download-alt.svg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D:/pasar_fix/node_modules/.bun/@fortawesome+fontawesome-free@7.2.0/node_modules/@fortawesome/fontawesome-free/svgs/solid/cloud-download.svg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D:/pasar_fix/node_modules/.bun/@fortawesome+fontawesome-free@7.2.0/node_modules/@fortawesome/fontawesome-free/svgs/solid/cloud-meatball.svg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D:/pasar_fix/node_modules/.bun/@fortawesome+fontawesome-free@7.2.0/node_modules/@fortawesome/fontawesome-free/svgs/solid/cloud-moon-rain.svg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D:/pasar_fix/node_modules/.bun/@fortawesome+fontawesome-free@7.2.0/node_modules/@fortawesome/fontawesome-free/svgs/solid/cloud-moon.svg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D:/pasar_fix/node_modules/.bun/@fortawesome+fontawesome-free@7.2.0/node_modules/@fortawesome/fontawesome-free/svgs/solid/cloud-rain.svg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D:/pasar_fix/node_modules/.bun/@fortawesome+fontawesome-free@7.2.0/node_modules/@fortawesome/fontawesome-free/svgs/solid/cloud-showers-heavy.svg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D:/pasar_fix/node_modules/.bun/@fortawesome+fontawesome-free@7.2.0/node_modules/@fortawesome/fontawesome-free/svgs/solid/cloud-showers-water.svg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D:/pasar_fix/node_modules/.bun/@fortawesome+fontawesome-free@7.2.0/node_modules/@fortawesome/fontawesome-free/svgs/solid/cloud-sun-rain.svg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D:/pasar_fix/node_modules/.bun/@fortawesome+fontawesome-free@7.2.0/node_modules/@fortawesome/fontawesome-free/svgs/solid/cloud-sun.svg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D:/pasar_fix/node_modules/.bun/@fortawesome+fontawesome-free@7.2.0/node_modules/@fortawesome/fontawesome-free/svgs/solid/cloud-upload-alt.svg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D:/pasar_fix/node_modules/.bun/@fortawesome+fontawesome-free@7.2.0/node_modules/@fortawesome/fontawesome-free/svgs/solid/cloud-upload.svg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D:/pasar_fix/node_modules/.bun/@fortawesome+fontawesome-free@7.2.0/node_modules/@fortawesome/fontawesome-free/svgs/solid/cloud.svg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D:/pasar_fix/node_modules/.bun/@fortawesome+fontawesome-free@7.2.0/node_modules/@fortawesome/fontawesome-free/svgs/solid/clover.svg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D:/pasar_fix/node_modules/.bun/@fortawesome+fontawesome-free@7.2.0/node_modules/@fortawesome/fontawesome-free/svgs/solid/cny.svg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D:/pasar_fix/node_modules/.bun/@fortawesome+fontawesome-free@7.2.0/node_modules/@fortawesome/fontawesome-free/svgs/solid/cocktail.svg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D:/pasar_fix/node_modules/.bun/@fortawesome+fontawesome-free@7.2.0/node_modules/@fortawesome/fontawesome-free/svgs/solid/code-branch.svg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D:/pasar_fix/node_modules/.bun/@fortawesome+fontawesome-free@7.2.0/node_modules/@fortawesome/fontawesome-free/svgs/solid/code-commit.svg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D:/pasar_fix/node_modules/.bun/@fortawesome+fontawesome-free@7.2.0/node_modules/@fortawesome/fontawesome-free/svgs/solid/code-compare.svg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D:/pasar_fix/node_modules/.bun/@fortawesome+fontawesome-free@7.2.0/node_modules/@fortawesome/fontawesome-free/svgs/solid/code-fork.svg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D:/pasar_fix/node_modules/.bun/@fortawesome+fontawesome-free@7.2.0/node_modules/@fortawesome/fontawesome-free/svgs/solid/code-merge.svg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D:/pasar_fix/node_modules/.bun/@fortawesome+fontawesome-free@7.2.0/node_modules/@fortawesome/fontawesome-free/svgs/solid/code-pull-request.svg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D:/pasar_fix/node_modules/.bun/@fortawesome+fontawesome-free@7.2.0/node_modules/@fortawesome/fontawesome-free/svgs/solid/code.svg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D:/pasar_fix/node_modules/.bun/@fortawesome+fontawesome-free@7.2.0/node_modules/@fortawesome/fontawesome-free/svgs/solid/coffee.svg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D:/pasar_fix/node_modules/.bun/@fortawesome+fontawesome-free@7.2.0/node_modules/@fortawesome/fontawesome-free/svgs/solid/cog.svg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D:/pasar_fix/node_modules/.bun/@fortawesome+fontawesome-free@7.2.0/node_modules/@fortawesome/fontawesome-free/svgs/solid/cogs.svg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D:/pasar_fix/node_modules/.bun/@fortawesome+fontawesome-free@7.2.0/node_modules/@fortawesome/fontawesome-free/svgs/solid/coins.svg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D:/pasar_fix/node_modules/.bun/@fortawesome+fontawesome-free@7.2.0/node_modules/@fortawesome/fontawesome-free/svgs/solid/colon-sign.svg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D:/pasar_fix/node_modules/.bun/@fortawesome+fontawesome-free@7.2.0/node_modules/@fortawesome/fontawesome-free/svgs/solid/columns.svg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D:/pasar_fix/node_modules/.bun/@fortawesome+fontawesome-free@7.2.0/node_modules/@fortawesome/fontawesome-free/svgs/solid/comment-alt.svg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D:/pasar_fix/node_modules/.bun/@fortawesome+fontawesome-free@7.2.0/node_modules/@fortawesome/fontawesome-free/svgs/solid/comment-dollar.svg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D:/pasar_fix/node_modules/.bun/@fortawesome+fontawesome-free@7.2.0/node_modules/@fortawesome/fontawesome-free/svgs/solid/comment-dots.svg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D:/pasar_fix/node_modules/.bun/@fortawesome+fontawesome-free@7.2.0/node_modules/@fortawesome/fontawesome-free/svgs/solid/comment-medical.svg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D:/pasar_fix/node_modules/.bun/@fortawesome+fontawesome-free@7.2.0/node_modules/@fortawesome/fontawesome-free/svgs/solid/comment-nodes.svg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D:/pasar_fix/node_modules/.bun/@fortawesome+fontawesome-free@7.2.0/node_modules/@fortawesome/fontawesome-free/svgs/solid/comment-slash.svg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D:/pasar_fix/node_modules/.bun/@fortawesome+fontawesome-free@7.2.0/node_modules/@fortawesome/fontawesome-free/svgs/solid/comment-sms.svg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D:/pasar_fix/node_modules/.bun/@fortawesome+fontawesome-free@7.2.0/node_modules/@fortawesome/fontawesome-free/svgs/solid/comment.svg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D:/pasar_fix/node_modules/.bun/@fortawesome+fontawesome-free@7.2.0/node_modules/@fortawesome/fontawesome-free/svgs/solid/commenting.svg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D:/pasar_fix/node_modules/.bun/@fortawesome+fontawesome-free@7.2.0/node_modules/@fortawesome/fontawesome-free/svgs/solid/comments-dollar.svg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D:/pasar_fix/node_modules/.bun/@fortawesome+fontawesome-free@7.2.0/node_modules/@fortawesome/fontawesome-free/svgs/solid/comments.svg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D:/pasar_fix/node_modules/.bun/@fortawesome+fontawesome-free@7.2.0/node_modules/@fortawesome/fontawesome-free/svgs/solid/compact-disc.svg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D:/pasar_fix/node_modules/.bun/@fortawesome+fontawesome-free@7.2.0/node_modules/@fortawesome/fontawesome-free/svgs/solid/compass-drafting.svg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D:/pasar_fix/node_modules/.bun/@fortawesome+fontawesome-free@7.2.0/node_modules/@fortawesome/fontawesome-free/svgs/solid/compass.svg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D:/pasar_fix/node_modules/.bun/@fortawesome+fontawesome-free@7.2.0/node_modules/@fortawesome/fontawesome-free/svgs/solid/compress-alt.svg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D:/pasar_fix/node_modules/.bun/@fortawesome+fontawesome-free@7.2.0/node_modules/@fortawesome/fontawesome-free/svgs/solid/compress-arrows-alt.svg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D:/pasar_fix/node_modules/.bun/@fortawesome+fontawesome-free@7.2.0/node_modules/@fortawesome/fontawesome-free/svgs/solid/compress.svg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D:/pasar_fix/node_modules/.bun/@fortawesome+fontawesome-free@7.2.0/node_modules/@fortawesome/fontawesome-free/svgs/solid/computer-mouse.svg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D:/pasar_fix/node_modules/.bun/@fortawesome+fontawesome-free@7.2.0/node_modules/@fortawesome/fontawesome-free/svgs/solid/computer.svg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D:/pasar_fix/node_modules/.bun/@fortawesome+fontawesome-free@7.2.0/node_modules/@fortawesome/fontawesome-free/svgs/solid/concierge-bell.svg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D:/pasar_fix/node_modules/.bun/@fortawesome+fontawesome-free@7.2.0/node_modules/@fortawesome/fontawesome-free/svgs/solid/contact-book.svg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D:/pasar_fix/node_modules/.bun/@fortawesome+fontawesome-free@7.2.0/node_modules/@fortawesome/fontawesome-free/svgs/solid/contact-card.svg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D:/pasar_fix/node_modules/.bun/@fortawesome+fontawesome-free@7.2.0/node_modules/@fortawesome/fontawesome-free/svgs/solid/cookie-bite.svg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D:/pasar_fix/node_modules/.bun/@fortawesome+fontawesome-free@7.2.0/node_modules/@fortawesome/fontawesome-free/svgs/solid/cookie.svg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D:/pasar_fix/node_modules/.bun/@fortawesome+fontawesome-free@7.2.0/node_modules/@fortawesome/fontawesome-free/svgs/solid/copy.svg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D:/pasar_fix/node_modules/.bun/@fortawesome+fontawesome-free@7.2.0/node_modules/@fortawesome/fontawesome-free/svgs/solid/copyright.svg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D:/pasar_fix/node_modules/.bun/@fortawesome+fontawesome-free@7.2.0/node_modules/@fortawesome/fontawesome-free/svgs/solid/couch.svg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D:/pasar_fix/node_modules/.bun/@fortawesome+fontawesome-free@7.2.0/node_modules/@fortawesome/fontawesome-free/svgs/solid/cow.svg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D:/pasar_fix/node_modules/.bun/@fortawesome+fontawesome-free@7.2.0/node_modules/@fortawesome/fontawesome-free/svgs/solid/credit-card-alt.svg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D:/pasar_fix/node_modules/.bun/@fortawesome+fontawesome-free@7.2.0/node_modules/@fortawesome/fontawesome-free/svgs/solid/credit-card.svg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D:/pasar_fix/node_modules/.bun/@fortawesome+fontawesome-free@7.2.0/node_modules/@fortawesome/fontawesome-free/svgs/solid/crop-alt.svg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D:/pasar_fix/node_modules/.bun/@fortawesome+fontawesome-free@7.2.0/node_modules/@fortawesome/fontawesome-free/svgs/solid/crop-simple.svg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D:/pasar_fix/node_modules/.bun/@fortawesome+fontawesome-free@7.2.0/node_modules/@fortawesome/fontawesome-free/svgs/solid/crop.svg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D:/pasar_fix/node_modules/.bun/@fortawesome+fontawesome-free@7.2.0/node_modules/@fortawesome/fontawesome-free/svgs/solid/cross.svg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D:/pasar_fix/node_modules/.bun/@fortawesome+fontawesome-free@7.2.0/node_modules/@fortawesome/fontawesome-free/svgs/solid/crosshairs.svg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D:/pasar_fix/node_modules/.bun/@fortawesome+fontawesome-free@7.2.0/node_modules/@fortawesome/fontawesome-free/svgs/solid/crow.svg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D:/pasar_fix/node_modules/.bun/@fortawesome+fontawesome-free@7.2.0/node_modules/@fortawesome/fontawesome-free/svgs/solid/crown.svg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D:/pasar_fix/node_modules/.bun/@fortawesome+fontawesome-free@7.2.0/node_modules/@fortawesome/fontawesome-free/svgs/solid/crutch.svg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D:/pasar_fix/node_modules/.bun/@fortawesome+fontawesome-free@7.2.0/node_modules/@fortawesome/fontawesome-free/svgs/solid/cruzeiro-sign.svg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D:/pasar_fix/node_modules/.bun/@fortawesome+fontawesome-free@7.2.0/node_modules/@fortawesome/fontawesome-free/svgs/solid/cube.svg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D:/pasar_fix/node_modules/.bun/@fortawesome+fontawesome-free@7.2.0/node_modules/@fortawesome/fontawesome-free/svgs/solid/cubes-stacked.svg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D:/pasar_fix/node_modules/.bun/@fortawesome+fontawesome-free@7.2.0/node_modules/@fortawesome/fontawesome-free/svgs/solid/cubes.svg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D:/pasar_fix/node_modules/.bun/@fortawesome+fontawesome-free@7.2.0/node_modules/@fortawesome/fontawesome-free/svgs/solid/cut.svg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D:/pasar_fix/node_modules/.bun/@fortawesome+fontawesome-free@7.2.0/node_modules/@fortawesome/fontawesome-free/svgs/solid/cutlery.svg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D:/pasar_fix/node_modules/.bun/@fortawesome+fontawesome-free@7.2.0/node_modules/@fortawesome/fontawesome-free/svgs/solid/dashboard.svg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D:/pasar_fix/node_modules/.bun/@fortawesome+fontawesome-free@7.2.0/node_modules/@fortawesome/fontawesome-free/svgs/solid/database.svg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D:/pasar_fix/node_modules/.bun/@fortawesome+fontawesome-free@7.2.0/node_modules/@fortawesome/fontawesome-free/svgs/solid/deaf.svg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D:/pasar_fix/node_modules/.bun/@fortawesome+fontawesome-free@7.2.0/node_modules/@fortawesome/fontawesome-free/svgs/solid/deafness.svg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D:/pasar_fix/node_modules/.bun/@fortawesome+fontawesome-free@7.2.0/node_modules/@fortawesome/fontawesome-free/svgs/solid/dedent.svg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D:/pasar_fix/node_modules/.bun/@fortawesome+fontawesome-free@7.2.0/node_modules/@fortawesome/fontawesome-free/svgs/solid/delete-left.svg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D:/pasar_fix/node_modules/.bun/@fortawesome+fontawesome-free@7.2.0/node_modules/@fortawesome/fontawesome-free/svgs/solid/democrat.svg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D:/pasar_fix/node_modules/.bun/@fortawesome+fontawesome-free@7.2.0/node_modules/@fortawesome/fontawesome-free/svgs/solid/desktop-alt.svg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D:/pasar_fix/node_modules/.bun/@fortawesome+fontawesome-free@7.2.0/node_modules/@fortawesome/fontawesome-free/svgs/solid/desktop.svg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D:/pasar_fix/node_modules/.bun/@fortawesome+fontawesome-free@7.2.0/node_modules/@fortawesome/fontawesome-free/svgs/solid/dharmachakra.svg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D:/pasar_fix/node_modules/.bun/@fortawesome+fontawesome-free@7.2.0/node_modules/@fortawesome/fontawesome-free/svgs/solid/diagnoses.svg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D:/pasar_fix/node_modules/.bun/@fortawesome+fontawesome-free@7.2.0/node_modules/@fortawesome/fontawesome-free/svgs/solid/diagram-next.svg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D:/pasar_fix/node_modules/.bun/@fortawesome+fontawesome-free@7.2.0/node_modules/@fortawesome/fontawesome-free/svgs/solid/diagram-predecessor.svg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D:/pasar_fix/node_modules/.bun/@fortawesome+fontawesome-free@7.2.0/node_modules/@fortawesome/fontawesome-free/svgs/solid/diagram-project.svg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D:/pasar_fix/node_modules/.bun/@fortawesome+fontawesome-free@7.2.0/node_modules/@fortawesome/fontawesome-free/svgs/solid/diagram-successor.svg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D:/pasar_fix/node_modules/.bun/@fortawesome+fontawesome-free@7.2.0/node_modules/@fortawesome/fontawesome-free/svgs/solid/diamond-turn-right.svg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D:/pasar_fix/node_modules/.bun/@fortawesome+fontawesome-free@7.2.0/node_modules/@fortawesome/fontawesome-free/svgs/solid/diamond.svg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D:/pasar_fix/node_modules/.bun/@fortawesome+fontawesome-free@7.2.0/node_modules/@fortawesome/fontawesome-free/svgs/solid/dice-d20.svg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D:/pasar_fix/node_modules/.bun/@fortawesome+fontawesome-free@7.2.0/node_modules/@fortawesome/fontawesome-free/svgs/solid/dice-d6.svg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D:/pasar_fix/node_modules/.bun/@fortawesome+fontawesome-free@7.2.0/node_modules/@fortawesome/fontawesome-free/svgs/solid/dice-five.svg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D:/pasar_fix/node_modules/.bun/@fortawesome+fontawesome-free@7.2.0/node_modules/@fortawesome/fontawesome-free/svgs/solid/dice-four.svg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D:/pasar_fix/node_modules/.bun/@fortawesome+fontawesome-free@7.2.0/node_modules/@fortawesome/fontawesome-free/svgs/solid/dice-one.svg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D:/pasar_fix/node_modules/.bun/@fortawesome+fontawesome-free@7.2.0/node_modules/@fortawesome/fontawesome-free/svgs/solid/dice-six.svg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D:/pasar_fix/node_modules/.bun/@fortawesome+fontawesome-free@7.2.0/node_modules/@fortawesome/fontawesome-free/svgs/solid/dice-three.svg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D:/pasar_fix/node_modules/.bun/@fortawesome+fontawesome-free@7.2.0/node_modules/@fortawesome/fontawesome-free/svgs/solid/dice-two.svg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D:/pasar_fix/node_modules/.bun/@fortawesome+fontawesome-free@7.2.0/node_modules/@fortawesome/fontawesome-free/svgs/solid/dice.svg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D:/pasar_fix/node_modules/.bun/@fortawesome+fontawesome-free@7.2.0/node_modules/@fortawesome/fontawesome-free/svgs/solid/digging.svg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D:/pasar_fix/node_modules/.bun/@fortawesome+fontawesome-free@7.2.0/node_modules/@fortawesome/fontawesome-free/svgs/solid/digital-tachograph.svg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D:/pasar_fix/node_modules/.bun/@fortawesome+fontawesome-free@7.2.0/node_modules/@fortawesome/fontawesome-free/svgs/solid/directions.svg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D:/pasar_fix/node_modules/.bun/@fortawesome+fontawesome-free@7.2.0/node_modules/@fortawesome/fontawesome-free/svgs/solid/disease.svg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D:/pasar_fix/node_modules/.bun/@fortawesome+fontawesome-free@7.2.0/node_modules/@fortawesome/fontawesome-free/svgs/solid/display.svg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D:/pasar_fix/node_modules/.bun/@fortawesome+fontawesome-free@7.2.0/node_modules/@fortawesome/fontawesome-free/svgs/solid/divide.svg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D:/pasar_fix/node_modules/.bun/@fortawesome+fontawesome-free@7.2.0/node_modules/@fortawesome/fontawesome-free/svgs/solid/dizzy.svg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D:/pasar_fix/node_modules/.bun/@fortawesome+fontawesome-free@7.2.0/node_modules/@fortawesome/fontawesome-free/svgs/solid/dna.svg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D:/pasar_fix/node_modules/.bun/@fortawesome+fontawesome-free@7.2.0/node_modules/@fortawesome/fontawesome-free/svgs/solid/dog.svg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D:/pasar_fix/node_modules/.bun/@fortawesome+fontawesome-free@7.2.0/node_modules/@fortawesome/fontawesome-free/svgs/solid/dollar-sign.svg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D:/pasar_fix/node_modules/.bun/@fortawesome+fontawesome-free@7.2.0/node_modules/@fortawesome/fontawesome-free/svgs/solid/dollar.svg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D:/pasar_fix/node_modules/.bun/@fortawesome+fontawesome-free@7.2.0/node_modules/@fortawesome/fontawesome-free/svgs/solid/dolly-box.svg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D:/pasar_fix/node_modules/.bun/@fortawesome+fontawesome-free@7.2.0/node_modules/@fortawesome/fontawesome-free/svgs/solid/dolly-flatbed.svg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D:/pasar_fix/node_modules/.bun/@fortawesome+fontawesome-free@7.2.0/node_modules/@fortawesome/fontawesome-free/svgs/solid/dolly.svg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D:/pasar_fix/node_modules/.bun/@fortawesome+fontawesome-free@7.2.0/node_modules/@fortawesome/fontawesome-free/svgs/solid/donate.svg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D:/pasar_fix/node_modules/.bun/@fortawesome+fontawesome-free@7.2.0/node_modules/@fortawesome/fontawesome-free/svgs/solid/dong-sign.svg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D:/pasar_fix/node_modules/.bun/@fortawesome+fontawesome-free@7.2.0/node_modules/@fortawesome/fontawesome-free/svgs/solid/door-closed.svg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D:/pasar_fix/node_modules/.bun/@fortawesome+fontawesome-free@7.2.0/node_modules/@fortawesome/fontawesome-free/svgs/solid/door-open.svg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D:/pasar_fix/node_modules/.bun/@fortawesome+fontawesome-free@7.2.0/node_modules/@fortawesome/fontawesome-free/svgs/solid/dot-circle.svg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D:/pasar_fix/node_modules/.bun/@fortawesome+fontawesome-free@7.2.0/node_modules/@fortawesome/fontawesome-free/svgs/solid/dove.svg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D:/pasar_fix/node_modules/.bun/@fortawesome+fontawesome-free@7.2.0/node_modules/@fortawesome/fontawesome-free/svgs/solid/down-left-and-up-right-to-center.svg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D:/pasar_fix/node_modules/.bun/@fortawesome+fontawesome-free@7.2.0/node_modules/@fortawesome/fontawesome-free/svgs/solid/down-long.svg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D:/pasar_fix/node_modules/.bun/@fortawesome+fontawesome-free@7.2.0/node_modules/@fortawesome/fontawesome-free/svgs/solid/download.svg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D:/pasar_fix/node_modules/.bun/@fortawesome+fontawesome-free@7.2.0/node_modules/@fortawesome/fontawesome-free/svgs/solid/drafting-compass.svg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D:/pasar_fix/node_modules/.bun/@fortawesome+fontawesome-free@7.2.0/node_modules/@fortawesome/fontawesome-free/svgs/solid/dragon.svg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D:/pasar_fix/node_modules/.bun/@fortawesome+fontawesome-free@7.2.0/node_modules/@fortawesome/fontawesome-free/svgs/solid/draw-polygon.svg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D:/pasar_fix/node_modules/.bun/@fortawesome+fontawesome-free@7.2.0/node_modules/@fortawesome/fontawesome-free/svgs/solid/drivers-license.svg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D:/pasar_fix/node_modules/.bun/@fortawesome+fontawesome-free@7.2.0/node_modules/@fortawesome/fontawesome-free/svgs/solid/droplet-slash.svg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D:/pasar_fix/node_modules/.bun/@fortawesome+fontawesome-free@7.2.0/node_modules/@fortawesome/fontawesome-free/svgs/solid/droplet.svg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D:/pasar_fix/node_modules/.bun/@fortawesome+fontawesome-free@7.2.0/node_modules/@fortawesome/fontawesome-free/svgs/solid/drum-steelpan.svg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D:/pasar_fix/node_modules/.bun/@fortawesome+fontawesome-free@7.2.0/node_modules/@fortawesome/fontawesome-free/svgs/solid/drum.svg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D:/pasar_fix/node_modules/.bun/@fortawesome+fontawesome-free@7.2.0/node_modules/@fortawesome/fontawesome-free/svgs/solid/drumstick-bite.svg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D:/pasar_fix/node_modules/.bun/@fortawesome+fontawesome-free@7.2.0/node_modules/@fortawesome/fontawesome-free/svgs/solid/dumbbell.svg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D:/pasar_fix/node_modules/.bun/@fortawesome+fontawesome-free@7.2.0/node_modules/@fortawesome/fontawesome-free/svgs/solid/dumpster-fire.svg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D:/pasar_fix/node_modules/.bun/@fortawesome+fontawesome-free@7.2.0/node_modules/@fortawesome/fontawesome-free/svgs/solid/dumpster.svg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D:/pasar_fix/node_modules/.bun/@fortawesome+fontawesome-free@7.2.0/node_modules/@fortawesome/fontawesome-free/svgs/solid/dungeon.svg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D:/pasar_fix/node_modules/.bun/@fortawesome+fontawesome-free@7.2.0/node_modules/@fortawesome/fontawesome-free/svgs/solid/ear-deaf.svg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D:/pasar_fix/node_modules/.bun/@fortawesome+fontawesome-free@7.2.0/node_modules/@fortawesome/fontawesome-free/svgs/solid/ear-listen.svg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D:/pasar_fix/node_modules/.bun/@fortawesome+fontawesome-free@7.2.0/node_modules/@fortawesome/fontawesome-free/svgs/solid/earth-africa.svg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D:/pasar_fix/node_modules/.bun/@fortawesome+fontawesome-free@7.2.0/node_modules/@fortawesome/fontawesome-free/svgs/solid/earth-america.svg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D:/pasar_fix/node_modules/.bun/@fortawesome+fontawesome-free@7.2.0/node_modules/@fortawesome/fontawesome-free/svgs/solid/earth-americas.svg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D:/pasar_fix/node_modules/.bun/@fortawesome+fontawesome-free@7.2.0/node_modules/@fortawesome/fontawesome-free/svgs/solid/earth-asia.svg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D:/pasar_fix/node_modules/.bun/@fortawesome+fontawesome-free@7.2.0/node_modules/@fortawesome/fontawesome-free/svgs/solid/earth-europe.svg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D:/pasar_fix/node_modules/.bun/@fortawesome+fontawesome-free@7.2.0/node_modules/@fortawesome/fontawesome-free/svgs/solid/earth-oceania.svg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D:/pasar_fix/node_modules/.bun/@fortawesome+fontawesome-free@7.2.0/node_modules/@fortawesome/fontawesome-free/svgs/solid/earth.svg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D:/pasar_fix/node_modules/.bun/@fortawesome+fontawesome-free@7.2.0/node_modules/@fortawesome/fontawesome-free/svgs/solid/edit.svg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D:/pasar_fix/node_modules/.bun/@fortawesome+fontawesome-free@7.2.0/node_modules/@fortawesome/fontawesome-free/svgs/solid/egg.svg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D:/pasar_fix/node_modules/.bun/@fortawesome+fontawesome-free@7.2.0/node_modules/@fortawesome/fontawesome-free/svgs/solid/eject.svg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D:/pasar_fix/node_modules/.bun/@fortawesome+fontawesome-free@7.2.0/node_modules/@fortawesome/fontawesome-free/svgs/solid/elevator.svg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D:/pasar_fix/node_modules/.bun/@fortawesome+fontawesome-free@7.2.0/node_modules/@fortawesome/fontawesome-free/svgs/solid/ellipsis-h.svg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D:/pasar_fix/node_modules/.bun/@fortawesome+fontawesome-free@7.2.0/node_modules/@fortawesome/fontawesome-free/svgs/solid/ellipsis-v.svg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D:/pasar_fix/node_modules/.bun/@fortawesome+fontawesome-free@7.2.0/node_modules/@fortawesome/fontawesome-free/svgs/solid/ellipsis-vertical.svg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D:/pasar_fix/node_modules/.bun/@fortawesome+fontawesome-free@7.2.0/node_modules/@fortawesome/fontawesome-free/svgs/solid/ellipsis.svg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D:/pasar_fix/node_modules/.bun/@fortawesome+fontawesome-free@7.2.0/node_modules/@fortawesome/fontawesome-free/svgs/solid/envelope-circle-check.svg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D:/pasar_fix/node_modules/.bun/@fortawesome+fontawesome-free@7.2.0/node_modules/@fortawesome/fontawesome-free/svgs/solid/envelope-open-text.svg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D:/pasar_fix/node_modules/.bun/@fortawesome+fontawesome-free@7.2.0/node_modules/@fortawesome/fontawesome-free/svgs/solid/envelope-open.svg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D:/pasar_fix/node_modules/.bun/@fortawesome+fontawesome-free@7.2.0/node_modules/@fortawesome/fontawesome-free/svgs/solid/envelope-square.svg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D:/pasar_fix/node_modules/.bun/@fortawesome+fontawesome-free@7.2.0/node_modules/@fortawesome/fontawesome-free/svgs/solid/envelope.svg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D:/pasar_fix/node_modules/.bun/@fortawesome+fontawesome-free@7.2.0/node_modules/@fortawesome/fontawesome-free/svgs/solid/envelopes-bulk.svg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D:/pasar_fix/node_modules/.bun/@fortawesome+fontawesome-free@7.2.0/node_modules/@fortawesome/fontawesome-free/svgs/solid/equals.svg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D:/pasar_fix/node_modules/.bun/@fortawesome+fontawesome-free@7.2.0/node_modules/@fortawesome/fontawesome-free/svgs/solid/eraser.svg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D:/pasar_fix/node_modules/.bun/@fortawesome+fontawesome-free@7.2.0/node_modules/@fortawesome/fontawesome-free/svgs/solid/ethernet.svg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D:/pasar_fix/node_modules/.bun/@fortawesome+fontawesome-free@7.2.0/node_modules/@fortawesome/fontawesome-free/svgs/solid/eur.svg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D:/pasar_fix/node_modules/.bun/@fortawesome+fontawesome-free@7.2.0/node_modules/@fortawesome/fontawesome-free/svgs/solid/euro-sign.svg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D:/pasar_fix/node_modules/.bun/@fortawesome+fontawesome-free@7.2.0/node_modules/@fortawesome/fontawesome-free/svgs/solid/euro.svg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D:/pasar_fix/node_modules/.bun/@fortawesome+fontawesome-free@7.2.0/node_modules/@fortawesome/fontawesome-free/svgs/solid/exchange-alt.svg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D:/pasar_fix/node_modules/.bun/@fortawesome+fontawesome-free@7.2.0/node_modules/@fortawesome/fontawesome-free/svgs/solid/exchange.svg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D:/pasar_fix/node_modules/.bun/@fortawesome+fontawesome-free@7.2.0/node_modules/@fortawesome/fontawesome-free/svgs/solid/exclamation-circle.svg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D:/pasar_fix/node_modules/.bun/@fortawesome+fontawesome-free@7.2.0/node_modules/@fortawesome/fontawesome-free/svgs/solid/exclamation-triangle.svg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D:/pasar_fix/node_modules/.bun/@fortawesome+fontawesome-free@7.2.0/node_modules/@fortawesome/fontawesome-free/svgs/solid/exclamation.svg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D:/pasar_fix/node_modules/.bun/@fortawesome+fontawesome-free@7.2.0/node_modules/@fortawesome/fontawesome-free/svgs/solid/expand-alt.svg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D:/pasar_fix/node_modules/.bun/@fortawesome+fontawesome-free@7.2.0/node_modules/@fortawesome/fontawesome-free/svgs/solid/expand-arrows-alt.svg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D:/pasar_fix/node_modules/.bun/@fortawesome+fontawesome-free@7.2.0/node_modules/@fortawesome/fontawesome-free/svgs/solid/expand.svg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D:/pasar_fix/node_modules/.bun/@fortawesome+fontawesome-free@7.2.0/node_modules/@fortawesome/fontawesome-free/svgs/solid/explosion.svg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D:/pasar_fix/node_modules/.bun/@fortawesome+fontawesome-free@7.2.0/node_modules/@fortawesome/fontawesome-free/svgs/solid/external-link-alt.svg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D:/pasar_fix/node_modules/.bun/@fortawesome+fontawesome-free@7.2.0/node_modules/@fortawesome/fontawesome-free/svgs/solid/external-link-square-alt.svg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D:/pasar_fix/node_modules/.bun/@fortawesome+fontawesome-free@7.2.0/node_modules/@fortawesome/fontawesome-free/svgs/solid/external-link-square.svg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D:/pasar_fix/node_modules/.bun/@fortawesome+fontawesome-free@7.2.0/node_modules/@fortawesome/fontawesome-free/svgs/solid/external-link.svg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D:/pasar_fix/node_modules/.bun/@fortawesome+fontawesome-free@7.2.0/node_modules/@fortawesome/fontawesome-free/svgs/solid/eye-dropper-empty.svg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D:/pasar_fix/node_modules/.bun/@fortawesome+fontawesome-free@7.2.0/node_modules/@fortawesome/fontawesome-free/svgs/solid/eye-dropper.svg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D:/pasar_fix/node_modules/.bun/@fortawesome+fontawesome-free@7.2.0/node_modules/@fortawesome/fontawesome-free/svgs/solid/eye-low-vision.svg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D:/pasar_fix/node_modules/.bun/@fortawesome+fontawesome-free@7.2.0/node_modules/@fortawesome/fontawesome-free/svgs/solid/eye-slash.svg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D:/pasar_fix/node_modules/.bun/@fortawesome+fontawesome-free@7.2.0/node_modules/@fortawesome/fontawesome-free/svgs/solid/eye.svg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D:/pasar_fix/node_modules/.bun/@fortawesome+fontawesome-free@7.2.0/node_modules/@fortawesome/fontawesome-free/svgs/solid/eyedropper.svg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D:/pasar_fix/node_modules/.bun/@fortawesome+fontawesome-free@7.2.0/node_modules/@fortawesome/fontawesome-free/svgs/solid/face-angry.svg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D:/pasar_fix/node_modules/.bun/@fortawesome+fontawesome-free@7.2.0/node_modules/@fortawesome/fontawesome-free/svgs/solid/face-dizzy.svg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D:/pasar_fix/node_modules/.bun/@fortawesome+fontawesome-free@7.2.0/node_modules/@fortawesome/fontawesome-free/svgs/solid/face-flushed.svg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D:/pasar_fix/node_modules/.bun/@fortawesome+fontawesome-free@7.2.0/node_modules/@fortawesome/fontawesome-free/svgs/solid/face-frown-open.svg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D:/pasar_fix/node_modules/.bun/@fortawesome+fontawesome-free@7.2.0/node_modules/@fortawesome/fontawesome-free/svgs/solid/face-frown.svg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D:/pasar_fix/node_modules/.bun/@fortawesome+fontawesome-free@7.2.0/node_modules/@fortawesome/fontawesome-free/svgs/solid/face-grimace.svg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D:/pasar_fix/node_modules/.bun/@fortawesome+fontawesome-free@7.2.0/node_modules/@fortawesome/fontawesome-free/svgs/solid/face-grin-beam-sweat.svg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D:/pasar_fix/node_modules/.bun/@fortawesome+fontawesome-free@7.2.0/node_modules/@fortawesome/fontawesome-free/svgs/solid/face-grin-beam.svg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D:/pasar_fix/node_modules/.bun/@fortawesome+fontawesome-free@7.2.0/node_modules/@fortawesome/fontawesome-free/svgs/solid/face-grin-hearts.svg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D:/pasar_fix/node_modules/.bun/@fortawesome+fontawesome-free@7.2.0/node_modules/@fortawesome/fontawesome-free/svgs/solid/face-grin-squint-tears.svg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D:/pasar_fix/node_modules/.bun/@fortawesome+fontawesome-free@7.2.0/node_modules/@fortawesome/fontawesome-free/svgs/solid/face-grin-squint.svg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D:/pasar_fix/node_modules/.bun/@fortawesome+fontawesome-free@7.2.0/node_modules/@fortawesome/fontawesome-free/svgs/solid/face-grin-stars.svg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D:/pasar_fix/node_modules/.bun/@fortawesome+fontawesome-free@7.2.0/node_modules/@fortawesome/fontawesome-free/svgs/solid/face-grin-tears.svg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D:/pasar_fix/node_modules/.bun/@fortawesome+fontawesome-free@7.2.0/node_modules/@fortawesome/fontawesome-free/svgs/solid/face-grin-tongue-squint.svg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D:/pasar_fix/node_modules/.bun/@fortawesome+fontawesome-free@7.2.0/node_modules/@fortawesome/fontawesome-free/svgs/solid/face-grin-tongue-wink.svg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D:/pasar_fix/node_modules/.bun/@fortawesome+fontawesome-free@7.2.0/node_modules/@fortawesome/fontawesome-free/svgs/solid/face-grin-tongue.svg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D:/pasar_fix/node_modules/.bun/@fortawesome+fontawesome-free@7.2.0/node_modules/@fortawesome/fontawesome-free/svgs/solid/face-grin-wide.svg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D:/pasar_fix/node_modules/.bun/@fortawesome+fontawesome-free@7.2.0/node_modules/@fortawesome/fontawesome-free/svgs/solid/face-grin-wink.svg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D:/pasar_fix/node_modules/.bun/@fortawesome+fontawesome-free@7.2.0/node_modules/@fortawesome/fontawesome-free/svgs/solid/face-grin.svg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D:/pasar_fix/node_modules/.bun/@fortawesome+fontawesome-free@7.2.0/node_modules/@fortawesome/fontawesome-free/svgs/solid/face-kiss-beam.svg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D:/pasar_fix/node_modules/.bun/@fortawesome+fontawesome-free@7.2.0/node_modules/@fortawesome/fontawesome-free/svgs/solid/face-kiss-wink-heart.svg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D:/pasar_fix/node_modules/.bun/@fortawesome+fontawesome-free@7.2.0/node_modules/@fortawesome/fontawesome-free/svgs/solid/face-kiss.svg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D:/pasar_fix/node_modules/.bun/@fortawesome+fontawesome-free@7.2.0/node_modules/@fortawesome/fontawesome-free/svgs/solid/face-laugh-beam.svg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D:/pasar_fix/node_modules/.bun/@fortawesome+fontawesome-free@7.2.0/node_modules/@fortawesome/fontawesome-free/svgs/solid/face-laugh-squint.svg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D:/pasar_fix/node_modules/.bun/@fortawesome+fontawesome-free@7.2.0/node_modules/@fortawesome/fontawesome-free/svgs/solid/face-laugh-wink.svg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D:/pasar_fix/node_modules/.bun/@fortawesome+fontawesome-free@7.2.0/node_modules/@fortawesome/fontawesome-free/svgs/solid/face-laugh.svg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D:/pasar_fix/node_modules/.bun/@fortawesome+fontawesome-free@7.2.0/node_modules/@fortawesome/fontawesome-free/svgs/solid/face-meh-blank.svg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D:/pasar_fix/node_modules/.bun/@fortawesome+fontawesome-free@7.2.0/node_modules/@fortawesome/fontawesome-free/svgs/solid/face-meh.svg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D:/pasar_fix/node_modules/.bun/@fortawesome+fontawesome-free@7.2.0/node_modules/@fortawesome/fontawesome-free/svgs/solid/face-rolling-eyes.svg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D:/pasar_fix/node_modules/.bun/@fortawesome+fontawesome-free@7.2.0/node_modules/@fortawesome/fontawesome-free/svgs/solid/face-sad-cry.svg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D:/pasar_fix/node_modules/.bun/@fortawesome+fontawesome-free@7.2.0/node_modules/@fortawesome/fontawesome-free/svgs/solid/face-sad-tear.svg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D:/pasar_fix/node_modules/.bun/@fortawesome+fontawesome-free@7.2.0/node_modules/@fortawesome/fontawesome-free/svgs/solid/face-smile-beam.svg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D:/pasar_fix/node_modules/.bun/@fortawesome+fontawesome-free@7.2.0/node_modules/@fortawesome/fontawesome-free/svgs/solid/face-smile-wink.svg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D:/pasar_fix/node_modules/.bun/@fortawesome+fontawesome-free@7.2.0/node_modules/@fortawesome/fontawesome-free/svgs/solid/face-smile.svg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D:/pasar_fix/node_modules/.bun/@fortawesome+fontawesome-free@7.2.0/node_modules/@fortawesome/fontawesome-free/svgs/solid/face-surprise.svg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D:/pasar_fix/node_modules/.bun/@fortawesome+fontawesome-free@7.2.0/node_modules/@fortawesome/fontawesome-free/svgs/solid/face-tired.svg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D:/pasar_fix/node_modules/.bun/@fortawesome+fontawesome-free@7.2.0/node_modules/@fortawesome/fontawesome-free/svgs/solid/fan.svg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D:/pasar_fix/node_modules/.bun/@fortawesome+fontawesome-free@7.2.0/node_modules/@fortawesome/fontawesome-free/svgs/solid/fast-backward.svg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D:/pasar_fix/node_modules/.bun/@fortawesome+fontawesome-free@7.2.0/node_modules/@fortawesome/fontawesome-free/svgs/solid/fast-forward.svg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D:/pasar_fix/node_modules/.bun/@fortawesome+fontawesome-free@7.2.0/node_modules/@fortawesome/fontawesome-free/svgs/solid/faucet-drip.svg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D:/pasar_fix/node_modules/.bun/@fortawesome+fontawesome-free@7.2.0/node_modules/@fortawesome/fontawesome-free/svgs/solid/faucet.svg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D:/pasar_fix/node_modules/.bun/@fortawesome+fontawesome-free@7.2.0/node_modules/@fortawesome/fontawesome-free/svgs/solid/fax.svg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D:/pasar_fix/node_modules/.bun/@fortawesome+fontawesome-free@7.2.0/node_modules/@fortawesome/fontawesome-free/svgs/solid/feather-alt.svg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D:/pasar_fix/node_modules/.bun/@fortawesome+fontawesome-free@7.2.0/node_modules/@fortawesome/fontawesome-free/svgs/solid/feather-pointed.svg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D:/pasar_fix/node_modules/.bun/@fortawesome+fontawesome-free@7.2.0/node_modules/@fortawesome/fontawesome-free/svgs/solid/feather.svg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D:/pasar_fix/node_modules/.bun/@fortawesome+fontawesome-free@7.2.0/node_modules/@fortawesome/fontawesome-free/svgs/solid/feed.svg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D:/pasar_fix/node_modules/.bun/@fortawesome+fontawesome-free@7.2.0/node_modules/@fortawesome/fontawesome-free/svgs/solid/female.svg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D:/pasar_fix/node_modules/.bun/@fortawesome+fontawesome-free@7.2.0/node_modules/@fortawesome/fontawesome-free/svgs/solid/ferry.svg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D:/pasar_fix/node_modules/.bun/@fortawesome+fontawesome-free@7.2.0/node_modules/@fortawesome/fontawesome-free/svgs/solid/fighter-jet.svg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D:/pasar_fix/node_modules/.bun/@fortawesome+fontawesome-free@7.2.0/node_modules/@fortawesome/fontawesome-free/svgs/solid/file-alt.svg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D:/pasar_fix/node_modules/.bun/@fortawesome+fontawesome-free@7.2.0/node_modules/@fortawesome/fontawesome-free/svgs/solid/file-archive.svg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D:/pasar_fix/node_modules/.bun/@fortawesome+fontawesome-free@7.2.0/node_modules/@fortawesome/fontawesome-free/svgs/solid/file-arrow-down.svg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D:/pasar_fix/node_modules/.bun/@fortawesome+fontawesome-free@7.2.0/node_modules/@fortawesome/fontawesome-free/svgs/solid/file-arrow-up.svg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D:/pasar_fix/node_modules/.bun/@fortawesome+fontawesome-free@7.2.0/node_modules/@fortawesome/fontawesome-free/svgs/solid/file-audio.svg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D:/pasar_fix/node_modules/.bun/@fortawesome+fontawesome-free@7.2.0/node_modules/@fortawesome/fontawesome-free/svgs/solid/file-circle-check.svg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D:/pasar_fix/node_modules/.bun/@fortawesome+fontawesome-free@7.2.0/node_modules/@fortawesome/fontawesome-free/svgs/solid/file-circle-exclamation.svg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D:/pasar_fix/node_modules/.bun/@fortawesome+fontawesome-free@7.2.0/node_modules/@fortawesome/fontawesome-free/svgs/solid/file-circle-minus.svg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D:/pasar_fix/node_modules/.bun/@fortawesome+fontawesome-free@7.2.0/node_modules/@fortawesome/fontawesome-free/svgs/solid/file-circle-plus.svg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D:/pasar_fix/node_modules/.bun/@fortawesome+fontawesome-free@7.2.0/node_modules/@fortawesome/fontawesome-free/svgs/solid/file-circle-question.svg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D:/pasar_fix/node_modules/.bun/@fortawesome+fontawesome-free@7.2.0/node_modules/@fortawesome/fontawesome-free/svgs/solid/file-circle-xmark.svg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D:/pasar_fix/node_modules/.bun/@fortawesome+fontawesome-free@7.2.0/node_modules/@fortawesome/fontawesome-free/svgs/solid/file-clipboard.svg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D:/pasar_fix/node_modules/.bun/@fortawesome+fontawesome-free@7.2.0/node_modules/@fortawesome/fontawesome-free/svgs/solid/file-code.svg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D:/pasar_fix/node_modules/.bun/@fortawesome+fontawesome-free@7.2.0/node_modules/@fortawesome/fontawesome-free/svgs/solid/file-contract.svg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D:/pasar_fix/node_modules/.bun/@fortawesome+fontawesome-free@7.2.0/node_modules/@fortawesome/fontawesome-free/svgs/solid/file-csv.svg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D:/pasar_fix/node_modules/.bun/@fortawesome+fontawesome-free@7.2.0/node_modules/@fortawesome/fontawesome-free/svgs/solid/file-download.svg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D:/pasar_fix/node_modules/.bun/@fortawesome+fontawesome-free@7.2.0/node_modules/@fortawesome/fontawesome-free/svgs/solid/file-edit.svg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D:/pasar_fix/node_modules/.bun/@fortawesome+fontawesome-free@7.2.0/node_modules/@fortawesome/fontawesome-free/svgs/solid/file-excel.svg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D:/pasar_fix/node_modules/.bun/@fortawesome+fontawesome-free@7.2.0/node_modules/@fortawesome/fontawesome-free/svgs/solid/file-export.svg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D:/pasar_fix/node_modules/.bun/@fortawesome+fontawesome-free@7.2.0/node_modules/@fortawesome/fontawesome-free/svgs/solid/file-fragment.svg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D:/pasar_fix/node_modules/.bun/@fortawesome+fontawesome-free@7.2.0/node_modules/@fortawesome/fontawesome-free/svgs/solid/file-half-dashed.svg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D:/pasar_fix/node_modules/.bun/@fortawesome+fontawesome-free@7.2.0/node_modules/@fortawesome/fontawesome-free/svgs/solid/file-image.svg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D:/pasar_fix/node_modules/.bun/@fortawesome+fontawesome-free@7.2.0/node_modules/@fortawesome/fontawesome-free/svgs/solid/file-import.svg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D:/pasar_fix/node_modules/.bun/@fortawesome+fontawesome-free@7.2.0/node_modules/@fortawesome/fontawesome-free/svgs/solid/file-invoice-dollar.svg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D:/pasar_fix/node_modules/.bun/@fortawesome+fontawesome-free@7.2.0/node_modules/@fortawesome/fontawesome-free/svgs/solid/file-invoice.svg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D:/pasar_fix/node_modules/.bun/@fortawesome+fontawesome-free@7.2.0/node_modules/@fortawesome/fontawesome-free/svgs/solid/file-lines.svg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D:/pasar_fix/node_modules/.bun/@fortawesome+fontawesome-free@7.2.0/node_modules/@fortawesome/fontawesome-free/svgs/solid/file-medical-alt.svg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D:/pasar_fix/node_modules/.bun/@fortawesome+fontawesome-free@7.2.0/node_modules/@fortawesome/fontawesome-free/svgs/solid/file-medical.svg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D:/pasar_fix/node_modules/.bun/@fortawesome+fontawesome-free@7.2.0/node_modules/@fortawesome/fontawesome-free/svgs/solid/file-pdf.svg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D:/pasar_fix/node_modules/.bun/@fortawesome+fontawesome-free@7.2.0/node_modules/@fortawesome/fontawesome-free/svgs/solid/file-pen.svg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D:/pasar_fix/node_modules/.bun/@fortawesome+fontawesome-free@7.2.0/node_modules/@fortawesome/fontawesome-free/svgs/solid/file-powerpoint.svg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D:/pasar_fix/node_modules/.bun/@fortawesome+fontawesome-free@7.2.0/node_modules/@fortawesome/fontawesome-free/svgs/solid/file-prescription.svg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D:/pasar_fix/node_modules/.bun/@fortawesome+fontawesome-free@7.2.0/node_modules/@fortawesome/fontawesome-free/svgs/solid/file-shield.svg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D:/pasar_fix/node_modules/.bun/@fortawesome+fontawesome-free@7.2.0/node_modules/@fortawesome/fontawesome-free/svgs/solid/file-signature.svg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D:/pasar_fix/node_modules/.bun/@fortawesome+fontawesome-free@7.2.0/node_modules/@fortawesome/fontawesome-free/svgs/solid/file-text.svg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D:/pasar_fix/node_modules/.bun/@fortawesome+fontawesome-free@7.2.0/node_modules/@fortawesome/fontawesome-free/svgs/solid/file-upload.svg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D:/pasar_fix/node_modules/.bun/@fortawesome+fontawesome-free@7.2.0/node_modules/@fortawesome/fontawesome-free/svgs/solid/file-video.svg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D:/pasar_fix/node_modules/.bun/@fortawesome+fontawesome-free@7.2.0/node_modules/@fortawesome/fontawesome-free/svgs/solid/file-waveform.svg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D:/pasar_fix/node_modules/.bun/@fortawesome+fontawesome-free@7.2.0/node_modules/@fortawesome/fontawesome-free/svgs/solid/file-word.svg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D:/pasar_fix/node_modules/.bun/@fortawesome+fontawesome-free@7.2.0/node_modules/@fortawesome/fontawesome-free/svgs/solid/file-zipper.svg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D:/pasar_fix/node_modules/.bun/@fortawesome+fontawesome-free@7.2.0/node_modules/@fortawesome/fontawesome-free/svgs/solid/file.svg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D:/pasar_fix/node_modules/.bun/@fortawesome+fontawesome-free@7.2.0/node_modules/@fortawesome/fontawesome-free/svgs/solid/fill-drip.svg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D:/pasar_fix/node_modules/.bun/@fortawesome+fontawesome-free@7.2.0/node_modules/@fortawesome/fontawesome-free/svgs/solid/fill.svg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D:/pasar_fix/node_modules/.bun/@fortawesome+fontawesome-free@7.2.0/node_modules/@fortawesome/fontawesome-free/svgs/solid/film-alt.svg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D:/pasar_fix/node_modules/.bun/@fortawesome+fontawesome-free@7.2.0/node_modules/@fortawesome/fontawesome-free/svgs/solid/film-simple.svg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D:/pasar_fix/node_modules/.bun/@fortawesome+fontawesome-free@7.2.0/node_modules/@fortawesome/fontawesome-free/svgs/solid/film.svg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D:/pasar_fix/node_modules/.bun/@fortawesome+fontawesome-free@7.2.0/node_modules/@fortawesome/fontawesome-free/svgs/solid/filter-circle-dollar.svg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D:/pasar_fix/node_modules/.bun/@fortawesome+fontawesome-free@7.2.0/node_modules/@fortawesome/fontawesome-free/svgs/solid/filter-circle-xmark.svg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D:/pasar_fix/node_modules/.bun/@fortawesome+fontawesome-free@7.2.0/node_modules/@fortawesome/fontawesome-free/svgs/solid/filter.svg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D:/pasar_fix/node_modules/.bun/@fortawesome+fontawesome-free@7.2.0/node_modules/@fortawesome/fontawesome-free/svgs/solid/fingerprint.svg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D:/pasar_fix/node_modules/.bun/@fortawesome+fontawesome-free@7.2.0/node_modules/@fortawesome/fontawesome-free/svgs/solid/fire-alt.svg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D:/pasar_fix/node_modules/.bun/@fortawesome+fontawesome-free@7.2.0/node_modules/@fortawesome/fontawesome-free/svgs/solid/fire-burner.svg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D:/pasar_fix/node_modules/.bun/@fortawesome+fontawesome-free@7.2.0/node_modules/@fortawesome/fontawesome-free/svgs/solid/fire-extinguisher.svg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D:/pasar_fix/node_modules/.bun/@fortawesome+fontawesome-free@7.2.0/node_modules/@fortawesome/fontawesome-free/svgs/solid/fire-flame-curved.svg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D:/pasar_fix/node_modules/.bun/@fortawesome+fontawesome-free@7.2.0/node_modules/@fortawesome/fontawesome-free/svgs/solid/fire-flame-simple.svg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D:/pasar_fix/node_modules/.bun/@fortawesome+fontawesome-free@7.2.0/node_modules/@fortawesome/fontawesome-free/svgs/solid/fire.svg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D:/pasar_fix/node_modules/.bun/@fortawesome+fontawesome-free@7.2.0/node_modules/@fortawesome/fontawesome-free/svgs/solid/first-aid.svg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D:/pasar_fix/node_modules/.bun/@fortawesome+fontawesome-free@7.2.0/node_modules/@fortawesome/fontawesome-free/svgs/solid/fish-fins.svg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D:/pasar_fix/node_modules/.bun/@fortawesome+fontawesome-free@7.2.0/node_modules/@fortawesome/fontawesome-free/svgs/solid/fish.svg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D:/pasar_fix/node_modules/.bun/@fortawesome+fontawesome-free@7.2.0/node_modules/@fortawesome/fontawesome-free/svgs/solid/fist-raised.svg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D:/pasar_fix/node_modules/.bun/@fortawesome+fontawesome-free@7.2.0/node_modules/@fortawesome/fontawesome-free/svgs/solid/flag-checkered.svg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D:/pasar_fix/node_modules/.bun/@fortawesome+fontawesome-free@7.2.0/node_modules/@fortawesome/fontawesome-free/svgs/solid/flag-usa.svg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D:/pasar_fix/node_modules/.bun/@fortawesome+fontawesome-free@7.2.0/node_modules/@fortawesome/fontawesome-free/svgs/solid/flag.svg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D:/pasar_fix/node_modules/.bun/@fortawesome+fontawesome-free@7.2.0/node_modules/@fortawesome/fontawesome-free/svgs/solid/flask-vial.svg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D:/pasar_fix/node_modules/.bun/@fortawesome+fontawesome-free@7.2.0/node_modules/@fortawesome/fontawesome-free/svgs/solid/flask.svg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D:/pasar_fix/node_modules/.bun/@fortawesome+fontawesome-free@7.2.0/node_modules/@fortawesome/fontawesome-free/svgs/solid/floppy-disk.svg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D:/pasar_fix/node_modules/.bun/@fortawesome+fontawesome-free@7.2.0/node_modules/@fortawesome/fontawesome-free/svgs/solid/florin-sign.svg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D:/pasar_fix/node_modules/.bun/@fortawesome+fontawesome-free@7.2.0/node_modules/@fortawesome/fontawesome-free/svgs/solid/flushed.svg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D:/pasar_fix/node_modules/.bun/@fortawesome+fontawesome-free@7.2.0/node_modules/@fortawesome/fontawesome-free/svgs/solid/folder-blank.svg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D:/pasar_fix/node_modules/.bun/@fortawesome+fontawesome-free@7.2.0/node_modules/@fortawesome/fontawesome-free/svgs/solid/folder-closed.svg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D:/pasar_fix/node_modules/.bun/@fortawesome+fontawesome-free@7.2.0/node_modules/@fortawesome/fontawesome-free/svgs/solid/folder-minus.svg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D:/pasar_fix/node_modules/.bun/@fortawesome+fontawesome-free@7.2.0/node_modules/@fortawesome/fontawesome-free/svgs/solid/folder-open.svg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D:/pasar_fix/node_modules/.bun/@fortawesome+fontawesome-free@7.2.0/node_modules/@fortawesome/fontawesome-free/svgs/solid/folder-plus.svg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D:/pasar_fix/node_modules/.bun/@fortawesome+fontawesome-free@7.2.0/node_modules/@fortawesome/fontawesome-free/svgs/solid/folder-tree.svg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D:/pasar_fix/node_modules/.bun/@fortawesome+fontawesome-free@7.2.0/node_modules/@fortawesome/fontawesome-free/svgs/solid/folder.svg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D:/pasar_fix/node_modules/.bun/@fortawesome+fontawesome-free@7.2.0/node_modules/@fortawesome/fontawesome-free/svgs/solid/font-awesome-flag.svg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D:/pasar_fix/node_modules/.bun/@fortawesome+fontawesome-free@7.2.0/node_modules/@fortawesome/fontawesome-free/svgs/solid/font-awesome-logo-full.svg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D:/pasar_fix/node_modules/.bun/@fortawesome+fontawesome-free@7.2.0/node_modules/@fortawesome/fontawesome-free/svgs/solid/font-awesome.svg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D:/pasar_fix/node_modules/.bun/@fortawesome+fontawesome-free@7.2.0/node_modules/@fortawesome/fontawesome-free/svgs/solid/font.svg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D:/pasar_fix/node_modules/.bun/@fortawesome+fontawesome-free@7.2.0/node_modules/@fortawesome/fontawesome-free/svgs/solid/football-ball.svg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D:/pasar_fix/node_modules/.bun/@fortawesome+fontawesome-free@7.2.0/node_modules/@fortawesome/fontawesome-free/svgs/solid/football.svg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D:/pasar_fix/node_modules/.bun/@fortawesome+fontawesome-free@7.2.0/node_modules/@fortawesome/fontawesome-free/svgs/solid/forward-fast.svg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D:/pasar_fix/node_modules/.bun/@fortawesome+fontawesome-free@7.2.0/node_modules/@fortawesome/fontawesome-free/svgs/solid/forward-step.svg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D:/pasar_fix/node_modules/.bun/@fortawesome+fontawesome-free@7.2.0/node_modules/@fortawesome/fontawesome-free/svgs/solid/forward.svg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D:/pasar_fix/node_modules/.bun/@fortawesome+fontawesome-free@7.2.0/node_modules/@fortawesome/fontawesome-free/svgs/solid/franc-sign.svg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D:/pasar_fix/node_modules/.bun/@fortawesome+fontawesome-free@7.2.0/node_modules/@fortawesome/fontawesome-free/svgs/solid/frog.svg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D:/pasar_fix/node_modules/.bun/@fortawesome+fontawesome-free@7.2.0/node_modules/@fortawesome/fontawesome-free/svgs/solid/frown-open.svg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D:/pasar_fix/node_modules/.bun/@fortawesome+fontawesome-free@7.2.0/node_modules/@fortawesome/fontawesome-free/svgs/solid/frown.svg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D:/pasar_fix/node_modules/.bun/@fortawesome+fontawesome-free@7.2.0/node_modules/@fortawesome/fontawesome-free/svgs/solid/funnel-dollar.svg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D:/pasar_fix/node_modules/.bun/@fortawesome+fontawesome-free@7.2.0/node_modules/@fortawesome/fontawesome-free/svgs/solid/futbol-ball.svg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D:/pasar_fix/node_modules/.bun/@fortawesome+fontawesome-free@7.2.0/node_modules/@fortawesome/fontawesome-free/svgs/solid/futbol.svg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D:/pasar_fix/node_modules/.bun/@fortawesome+fontawesome-free@7.2.0/node_modules/@fortawesome/fontawesome-free/svgs/solid/gamepad.svg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D:/pasar_fix/node_modules/.bun/@fortawesome+fontawesome-free@7.2.0/node_modules/@fortawesome/fontawesome-free/svgs/solid/gas-pump.svg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D:/pasar_fix/node_modules/.bun/@fortawesome+fontawesome-free@7.2.0/node_modules/@fortawesome/fontawesome-free/svgs/solid/gauge-high.svg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D:/pasar_fix/node_modules/.bun/@fortawesome+fontawesome-free@7.2.0/node_modules/@fortawesome/fontawesome-free/svgs/solid/gauge-med.svg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D:/pasar_fix/node_modules/.bun/@fortawesome+fontawesome-free@7.2.0/node_modules/@fortawesome/fontawesome-free/svgs/solid/gauge-simple-high.svg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D:/pasar_fix/node_modules/.bun/@fortawesome+fontawesome-free@7.2.0/node_modules/@fortawesome/fontawesome-free/svgs/solid/gauge-simple-med.svg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D:/pasar_fix/node_modules/.bun/@fortawesome+fontawesome-free@7.2.0/node_modules/@fortawesome/fontawesome-free/svgs/solid/gauge-simple.svg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D:/pasar_fix/node_modules/.bun/@fortawesome+fontawesome-free@7.2.0/node_modules/@fortawesome/fontawesome-free/svgs/solid/gauge.svg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D:/pasar_fix/node_modules/.bun/@fortawesome+fontawesome-free@7.2.0/node_modules/@fortawesome/fontawesome-free/svgs/solid/gavel.svg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D:/pasar_fix/node_modules/.bun/@fortawesome+fontawesome-free@7.2.0/node_modules/@fortawesome/fontawesome-free/svgs/solid/gbp.svg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D:/pasar_fix/node_modules/.bun/@fortawesome+fontawesome-free@7.2.0/node_modules/@fortawesome/fontawesome-free/svgs/solid/gear.svg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D:/pasar_fix/node_modules/.bun/@fortawesome+fontawesome-free@7.2.0/node_modules/@fortawesome/fontawesome-free/svgs/solid/gears.svg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D:/pasar_fix/node_modules/.bun/@fortawesome+fontawesome-free@7.2.0/node_modules/@fortawesome/fontawesome-free/svgs/solid/gem.svg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D:/pasar_fix/node_modules/.bun/@fortawesome+fontawesome-free@7.2.0/node_modules/@fortawesome/fontawesome-free/svgs/solid/gemini.svg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D:/pasar_fix/node_modules/.bun/@fortawesome+fontawesome-free@7.2.0/node_modules/@fortawesome/fontawesome-free/svgs/solid/genderless.svg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D:/pasar_fix/node_modules/.bun/@fortawesome+fontawesome-free@7.2.0/node_modules/@fortawesome/fontawesome-free/svgs/solid/ghost.svg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D:/pasar_fix/node_modules/.bun/@fortawesome+fontawesome-free@7.2.0/node_modules/@fortawesome/fontawesome-free/svgs/solid/gift.svg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D:/pasar_fix/node_modules/.bun/@fortawesome+fontawesome-free@7.2.0/node_modules/@fortawesome/fontawesome-free/svgs/solid/gifts.svg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D:/pasar_fix/node_modules/.bun/@fortawesome+fontawesome-free@7.2.0/node_modules/@fortawesome/fontawesome-free/svgs/solid/glass-cheers.svg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D:/pasar_fix/node_modules/.bun/@fortawesome+fontawesome-free@7.2.0/node_modules/@fortawesome/fontawesome-free/svgs/solid/glass-martini-alt.svg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D:/pasar_fix/node_modules/.bun/@fortawesome+fontawesome-free@7.2.0/node_modules/@fortawesome/fontawesome-free/svgs/solid/glass-martini.svg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D:/pasar_fix/node_modules/.bun/@fortawesome+fontawesome-free@7.2.0/node_modules/@fortawesome/fontawesome-free/svgs/solid/glass-water-droplet.svg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D:/pasar_fix/node_modules/.bun/@fortawesome+fontawesome-free@7.2.0/node_modules/@fortawesome/fontawesome-free/svgs/solid/glass-water.svg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D:/pasar_fix/node_modules/.bun/@fortawesome+fontawesome-free@7.2.0/node_modules/@fortawesome/fontawesome-free/svgs/solid/glass-whiskey.svg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D:/pasar_fix/node_modules/.bun/@fortawesome+fontawesome-free@7.2.0/node_modules/@fortawesome/fontawesome-free/svgs/solid/glasses.svg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D:/pasar_fix/node_modules/.bun/@fortawesome+fontawesome-free@7.2.0/node_modules/@fortawesome/fontawesome-free/svgs/solid/globe-africa.svg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D:/pasar_fix/node_modules/.bun/@fortawesome+fontawesome-free@7.2.0/node_modules/@fortawesome/fontawesome-free/svgs/solid/globe-americas.svg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D:/pasar_fix/node_modules/.bun/@fortawesome+fontawesome-free@7.2.0/node_modules/@fortawesome/fontawesome-free/svgs/solid/globe-asia.svg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D:/pasar_fix/node_modules/.bun/@fortawesome+fontawesome-free@7.2.0/node_modules/@fortawesome/fontawesome-free/svgs/solid/globe-europe.svg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D:/pasar_fix/node_modules/.bun/@fortawesome+fontawesome-free@7.2.0/node_modules/@fortawesome/fontawesome-free/svgs/solid/globe-oceania.svg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D:/pasar_fix/node_modules/.bun/@fortawesome+fontawesome-free@7.2.0/node_modules/@fortawesome/fontawesome-free/svgs/solid/globe.svg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D:/pasar_fix/node_modules/.bun/@fortawesome+fontawesome-free@7.2.0/node_modules/@fortawesome/fontawesome-free/svgs/solid/golf-ball-tee.svg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D:/pasar_fix/node_modules/.bun/@fortawesome+fontawesome-free@7.2.0/node_modules/@fortawesome/fontawesome-free/svgs/solid/golf-ball.svg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D:/pasar_fix/node_modules/.bun/@fortawesome+fontawesome-free@7.2.0/node_modules/@fortawesome/fontawesome-free/svgs/solid/gopuram.svg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D:/pasar_fix/node_modules/.bun/@fortawesome+fontawesome-free@7.2.0/node_modules/@fortawesome/fontawesome-free/svgs/solid/graduation-cap.svg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D:/pasar_fix/node_modules/.bun/@fortawesome+fontawesome-free@7.2.0/node_modules/@fortawesome/fontawesome-free/svgs/solid/greater-than-equal.svg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D:/pasar_fix/node_modules/.bun/@fortawesome+fontawesome-free@7.2.0/node_modules/@fortawesome/fontawesome-free/svgs/solid/greater-than.svg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D:/pasar_fix/node_modules/.bun/@fortawesome+fontawesome-free@7.2.0/node_modules/@fortawesome/fontawesome-free/svgs/solid/grid-horizontal.svg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D:/pasar_fix/node_modules/.bun/@fortawesome+fontawesome-free@7.2.0/node_modules/@fortawesome/fontawesome-free/svgs/solid/grid-vertical.svg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D:/pasar_fix/node_modules/.bun/@fortawesome+fontawesome-free@7.2.0/node_modules/@fortawesome/fontawesome-free/svgs/solid/grimace.svg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D:/pasar_fix/node_modules/.bun/@fortawesome+fontawesome-free@7.2.0/node_modules/@fortawesome/fontawesome-free/svgs/solid/grin-alt.svg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D:/pasar_fix/node_modules/.bun/@fortawesome+fontawesome-free@7.2.0/node_modules/@fortawesome/fontawesome-free/svgs/solid/grin-beam-sweat.svg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D:/pasar_fix/node_modules/.bun/@fortawesome+fontawesome-free@7.2.0/node_modules/@fortawesome/fontawesome-free/svgs/solid/grin-beam.svg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D:/pasar_fix/node_modules/.bun/@fortawesome+fontawesome-free@7.2.0/node_modules/@fortawesome/fontawesome-free/svgs/solid/grin-hearts.svg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D:/pasar_fix/node_modules/.bun/@fortawesome+fontawesome-free@7.2.0/node_modules/@fortawesome/fontawesome-free/svgs/solid/grin-squint-tears.svg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D:/pasar_fix/node_modules/.bun/@fortawesome+fontawesome-free@7.2.0/node_modules/@fortawesome/fontawesome-free/svgs/solid/grin-squint.svg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D:/pasar_fix/node_modules/.bun/@fortawesome+fontawesome-free@7.2.0/node_modules/@fortawesome/fontawesome-free/svgs/solid/grin-stars.svg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D:/pasar_fix/node_modules/.bun/@fortawesome+fontawesome-free@7.2.0/node_modules/@fortawesome/fontawesome-free/svgs/solid/grin-tears.svg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D:/pasar_fix/node_modules/.bun/@fortawesome+fontawesome-free@7.2.0/node_modules/@fortawesome/fontawesome-free/svgs/solid/grin-tongue-squint.svg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D:/pasar_fix/node_modules/.bun/@fortawesome+fontawesome-free@7.2.0/node_modules/@fortawesome/fontawesome-free/svgs/solid/grin-tongue-wink.svg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D:/pasar_fix/node_modules/.bun/@fortawesome+fontawesome-free@7.2.0/node_modules/@fortawesome/fontawesome-free/svgs/solid/grin-tongue.svg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D:/pasar_fix/node_modules/.bun/@fortawesome+fontawesome-free@7.2.0/node_modules/@fortawesome/fontawesome-free/svgs/solid/grin-wink.svg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D:/pasar_fix/node_modules/.bun/@fortawesome+fontawesome-free@7.2.0/node_modules/@fortawesome/fontawesome-free/svgs/solid/grin.svg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D:/pasar_fix/node_modules/.bun/@fortawesome+fontawesome-free@7.2.0/node_modules/@fortawesome/fontawesome-free/svgs/solid/grip-horizontal.svg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D:/pasar_fix/node_modules/.bun/@fortawesome+fontawesome-free@7.2.0/node_modules/@fortawesome/fontawesome-free/svgs/solid/grip-lines-vertical.svg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D:/pasar_fix/node_modules/.bun/@fortawesome+fontawesome-free@7.2.0/node_modules/@fortawesome/fontawesome-free/svgs/solid/grip-lines.svg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D:/pasar_fix/node_modules/.bun/@fortawesome+fontawesome-free@7.2.0/node_modules/@fortawesome/fontawesome-free/svgs/solid/grip-vertical.svg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D:/pasar_fix/node_modules/.bun/@fortawesome+fontawesome-free@7.2.0/node_modules/@fortawesome/fontawesome-free/svgs/solid/grip.svg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D:/pasar_fix/node_modules/.bun/@fortawesome+fontawesome-free@7.2.0/node_modules/@fortawesome/fontawesome-free/svgs/solid/group-arrows-rotate.svg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D:/pasar_fix/node_modules/.bun/@fortawesome+fontawesome-free@7.2.0/node_modules/@fortawesome/fontawesome-free/svgs/solid/guarani-sign.svg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D:/pasar_fix/node_modules/.bun/@fortawesome+fontawesome-free@7.2.0/node_modules/@fortawesome/fontawesome-free/svgs/solid/guitar.svg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D:/pasar_fix/node_modules/.bun/@fortawesome+fontawesome-free@7.2.0/node_modules/@fortawesome/fontawesome-free/svgs/solid/gun.svg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D:/pasar_fix/node_modules/.bun/@fortawesome+fontawesome-free@7.2.0/node_modules/@fortawesome/fontawesome-free/svgs/solid/hamburger.svg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D:/pasar_fix/node_modules/.bun/@fortawesome+fontawesome-free@7.2.0/node_modules/@fortawesome/fontawesome-free/svgs/solid/hammer.svg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D:/pasar_fix/node_modules/.bun/@fortawesome+fontawesome-free@7.2.0/node_modules/@fortawesome/fontawesome-free/svgs/solid/hamsa.svg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D:/pasar_fix/node_modules/.bun/@fortawesome+fontawesome-free@7.2.0/node_modules/@fortawesome/fontawesome-free/svgs/solid/hand-back-fist.svg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D:/pasar_fix/node_modules/.bun/@fortawesome+fontawesome-free@7.2.0/node_modules/@fortawesome/fontawesome-free/svgs/solid/hand-dots.svg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D:/pasar_fix/node_modules/.bun/@fortawesome+fontawesome-free@7.2.0/node_modules/@fortawesome/fontawesome-free/svgs/solid/hand-fist.svg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D:/pasar_fix/node_modules/.bun/@fortawesome+fontawesome-free@7.2.0/node_modules/@fortawesome/fontawesome-free/svgs/solid/hand-holding-dollar.svg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D:/pasar_fix/node_modules/.bun/@fortawesome+fontawesome-free@7.2.0/node_modules/@fortawesome/fontawesome-free/svgs/solid/hand-holding-droplet.svg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D:/pasar_fix/node_modules/.bun/@fortawesome+fontawesome-free@7.2.0/node_modules/@fortawesome/fontawesome-free/svgs/solid/hand-holding-hand.svg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D:/pasar_fix/node_modules/.bun/@fortawesome+fontawesome-free@7.2.0/node_modules/@fortawesome/fontawesome-free/svgs/solid/hand-holding-heart.svg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D:/pasar_fix/node_modules/.bun/@fortawesome+fontawesome-free@7.2.0/node_modules/@fortawesome/fontawesome-free/svgs/solid/hand-holding-medical.svg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D:/pasar_fix/node_modules/.bun/@fortawesome+fontawesome-free@7.2.0/node_modules/@fortawesome/fontawesome-free/svgs/solid/hand-holding-usd.svg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D:/pasar_fix/node_modules/.bun/@fortawesome+fontawesome-free@7.2.0/node_modules/@fortawesome/fontawesome-free/svgs/solid/hand-holding-water.svg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D:/pasar_fix/node_modules/.bun/@fortawesome+fontawesome-free@7.2.0/node_modules/@fortawesome/fontawesome-free/svgs/solid/hand-holding.svg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D:/pasar_fix/node_modules/.bun/@fortawesome+fontawesome-free@7.2.0/node_modules/@fortawesome/fontawesome-free/svgs/solid/hand-lizard.svg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D:/pasar_fix/node_modules/.bun/@fortawesome+fontawesome-free@7.2.0/node_modules/@fortawesome/fontawesome-free/svgs/solid/hand-middle-finger.svg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D:/pasar_fix/node_modules/.bun/@fortawesome+fontawesome-free@7.2.0/node_modules/@fortawesome/fontawesome-free/svgs/solid/hand-paper.svg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D:/pasar_fix/node_modules/.bun/@fortawesome+fontawesome-free@7.2.0/node_modules/@fortawesome/fontawesome-free/svgs/solid/hand-peace.svg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D:/pasar_fix/node_modules/.bun/@fortawesome+fontawesome-free@7.2.0/node_modules/@fortawesome/fontawesome-free/svgs/solid/hand-point-down.svg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D:/pasar_fix/node_modules/.bun/@fortawesome+fontawesome-free@7.2.0/node_modules/@fortawesome/fontawesome-free/svgs/solid/hand-point-left.svg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D:/pasar_fix/node_modules/.bun/@fortawesome+fontawesome-free@7.2.0/node_modules/@fortawesome/fontawesome-free/svgs/solid/hand-point-right.svg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D:/pasar_fix/node_modules/.bun/@fortawesome+fontawesome-free@7.2.0/node_modules/@fortawesome/fontawesome-free/svgs/solid/hand-point-up.svg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D:/pasar_fix/node_modules/.bun/@fortawesome+fontawesome-free@7.2.0/node_modules/@fortawesome/fontawesome-free/svgs/solid/hand-pointer.svg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D:/pasar_fix/node_modules/.bun/@fortawesome+fontawesome-free@7.2.0/node_modules/@fortawesome/fontawesome-free/svgs/solid/hand-rock.svg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D:/pasar_fix/node_modules/.bun/@fortawesome+fontawesome-free@7.2.0/node_modules/@fortawesome/fontawesome-free/svgs/solid/hand-scissors.svg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D:/pasar_fix/node_modules/.bun/@fortawesome+fontawesome-free@7.2.0/node_modules/@fortawesome/fontawesome-free/svgs/solid/hand-sparkles.svg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D:/pasar_fix/node_modules/.bun/@fortawesome+fontawesome-free@7.2.0/node_modules/@fortawesome/fontawesome-free/svgs/solid/hand-spock.svg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D:/pasar_fix/node_modules/.bun/@fortawesome+fontawesome-free@7.2.0/node_modules/@fortawesome/fontawesome-free/svgs/solid/hand.svg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D:/pasar_fix/node_modules/.bun/@fortawesome+fontawesome-free@7.2.0/node_modules/@fortawesome/fontawesome-free/svgs/solid/handcuffs.svg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D:/pasar_fix/node_modules/.bun/@fortawesome+fontawesome-free@7.2.0/node_modules/@fortawesome/fontawesome-free/svgs/solid/hands-american-sign-language-interpreting.svg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D:/pasar_fix/node_modules/.bun/@fortawesome+fontawesome-free@7.2.0/node_modules/@fortawesome/fontawesome-free/svgs/solid/hands-asl-interpreting.svg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D:/pasar_fix/node_modules/.bun/@fortawesome+fontawesome-free@7.2.0/node_modules/@fortawesome/fontawesome-free/svgs/solid/hands-bound.svg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D:/pasar_fix/node_modules/.bun/@fortawesome+fontawesome-free@7.2.0/node_modules/@fortawesome/fontawesome-free/svgs/solid/hands-bubbles.svg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D:/pasar_fix/node_modules/.bun/@fortawesome+fontawesome-free@7.2.0/node_modules/@fortawesome/fontawesome-free/svgs/solid/hands-clapping.svg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D:/pasar_fix/node_modules/.bun/@fortawesome+fontawesome-free@7.2.0/node_modules/@fortawesome/fontawesome-free/svgs/solid/hands-helping.svg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D:/pasar_fix/node_modules/.bun/@fortawesome+fontawesome-free@7.2.0/node_modules/@fortawesome/fontawesome-free/svgs/solid/hands-holding-child.svg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D:/pasar_fix/node_modules/.bun/@fortawesome+fontawesome-free@7.2.0/node_modules/@fortawesome/fontawesome-free/svgs/solid/hands-holding-circle.svg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D:/pasar_fix/node_modules/.bun/@fortawesome+fontawesome-free@7.2.0/node_modules/@fortawesome/fontawesome-free/svgs/solid/hands-holding.svg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D:/pasar_fix/node_modules/.bun/@fortawesome+fontawesome-free@7.2.0/node_modules/@fortawesome/fontawesome-free/svgs/solid/hands-praying.svg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D:/pasar_fix/node_modules/.bun/@fortawesome+fontawesome-free@7.2.0/node_modules/@fortawesome/fontawesome-free/svgs/solid/hands-wash.svg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D:/pasar_fix/node_modules/.bun/@fortawesome+fontawesome-free@7.2.0/node_modules/@fortawesome/fontawesome-free/svgs/solid/hands.svg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D:/pasar_fix/node_modules/.bun/@fortawesome+fontawesome-free@7.2.0/node_modules/@fortawesome/fontawesome-free/svgs/solid/handshake-alt-slash.svg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D:/pasar_fix/node_modules/.bun/@fortawesome+fontawesome-free@7.2.0/node_modules/@fortawesome/fontawesome-free/svgs/solid/handshake-alt.svg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D:/pasar_fix/node_modules/.bun/@fortawesome+fontawesome-free@7.2.0/node_modules/@fortawesome/fontawesome-free/svgs/solid/handshake-angle.svg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D:/pasar_fix/node_modules/.bun/@fortawesome+fontawesome-free@7.2.0/node_modules/@fortawesome/fontawesome-free/svgs/solid/handshake-simple-slash.svg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D:/pasar_fix/node_modules/.bun/@fortawesome+fontawesome-free@7.2.0/node_modules/@fortawesome/fontawesome-free/svgs/solid/handshake-simple.svg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D:/pasar_fix/node_modules/.bun/@fortawesome+fontawesome-free@7.2.0/node_modules/@fortawesome/fontawesome-free/svgs/solid/handshake-slash.svg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D:/pasar_fix/node_modules/.bun/@fortawesome+fontawesome-free@7.2.0/node_modules/@fortawesome/fontawesome-free/svgs/solid/handshake.svg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D:/pasar_fix/node_modules/.bun/@fortawesome+fontawesome-free@7.2.0/node_modules/@fortawesome/fontawesome-free/svgs/solid/hanukiah.svg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D:/pasar_fix/node_modules/.bun/@fortawesome+fontawesome-free@7.2.0/node_modules/@fortawesome/fontawesome-free/svgs/solid/hard-drive.svg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D:/pasar_fix/node_modules/.bun/@fortawesome+fontawesome-free@7.2.0/node_modules/@fortawesome/fontawesome-free/svgs/solid/hard-hat.svg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D:/pasar_fix/node_modules/.bun/@fortawesome+fontawesome-free@7.2.0/node_modules/@fortawesome/fontawesome-free/svgs/solid/hard-of-hearing.svg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D:/pasar_fix/node_modules/.bun/@fortawesome+fontawesome-free@7.2.0/node_modules/@fortawesome/fontawesome-free/svgs/solid/hashtag.svg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D:/pasar_fix/node_modules/.bun/@fortawesome+fontawesome-free@7.2.0/node_modules/@fortawesome/fontawesome-free/svgs/solid/hat-cowboy-side.svg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D:/pasar_fix/node_modules/.bun/@fortawesome+fontawesome-free@7.2.0/node_modules/@fortawesome/fontawesome-free/svgs/solid/hat-cowboy.svg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D:/pasar_fix/node_modules/.bun/@fortawesome+fontawesome-free@7.2.0/node_modules/@fortawesome/fontawesome-free/svgs/solid/hat-hard.svg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D:/pasar_fix/node_modules/.bun/@fortawesome+fontawesome-free@7.2.0/node_modules/@fortawesome/fontawesome-free/svgs/solid/hat-wizard.svg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D:/pasar_fix/node_modules/.bun/@fortawesome+fontawesome-free@7.2.0/node_modules/@fortawesome/fontawesome-free/svgs/solid/haykal.svg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D:/pasar_fix/node_modules/.bun/@fortawesome+fontawesome-free@7.2.0/node_modules/@fortawesome/fontawesome-free/svgs/solid/hdd.svg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D:/pasar_fix/node_modules/.bun/@fortawesome+fontawesome-free@7.2.0/node_modules/@fortawesome/fontawesome-free/svgs/solid/head-side-cough-slash.svg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D:/pasar_fix/node_modules/.bun/@fortawesome+fontawesome-free@7.2.0/node_modules/@fortawesome/fontawesome-free/svgs/solid/head-side-cough.svg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D:/pasar_fix/node_modules/.bun/@fortawesome+fontawesome-free@7.2.0/node_modules/@fortawesome/fontawesome-free/svgs/solid/head-side-mask.svg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D:/pasar_fix/node_modules/.bun/@fortawesome+fontawesome-free@7.2.0/node_modules/@fortawesome/fontawesome-free/svgs/solid/head-side-virus.svg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D:/pasar_fix/node_modules/.bun/@fortawesome+fontawesome-free@7.2.0/node_modules/@fortawesome/fontawesome-free/svgs/solid/header.svg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D:/pasar_fix/node_modules/.bun/@fortawesome+fontawesome-free@7.2.0/node_modules/@fortawesome/fontawesome-free/svgs/solid/heading.svg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D:/pasar_fix/node_modules/.bun/@fortawesome+fontawesome-free@7.2.0/node_modules/@fortawesome/fontawesome-free/svgs/solid/headphones-alt.svg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D:/pasar_fix/node_modules/.bun/@fortawesome+fontawesome-free@7.2.0/node_modules/@fortawesome/fontawesome-free/svgs/solid/headphones-simple.svg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D:/pasar_fix/node_modules/.bun/@fortawesome+fontawesome-free@7.2.0/node_modules/@fortawesome/fontawesome-free/svgs/solid/headphones.svg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D:/pasar_fix/node_modules/.bun/@fortawesome+fontawesome-free@7.2.0/node_modules/@fortawesome/fontawesome-free/svgs/solid/headset.svg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D:/pasar_fix/node_modules/.bun/@fortawesome+fontawesome-free@7.2.0/node_modules/@fortawesome/fontawesome-free/svgs/solid/heart-broken.svg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D:/pasar_fix/node_modules/.bun/@fortawesome+fontawesome-free@7.2.0/node_modules/@fortawesome/fontawesome-free/svgs/solid/heart-circle-bolt.svg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D:/pasar_fix/node_modules/.bun/@fortawesome+fontawesome-free@7.2.0/node_modules/@fortawesome/fontawesome-free/svgs/solid/heart-circle-check.svg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D:/pasar_fix/node_modules/.bun/@fortawesome+fontawesome-free@7.2.0/node_modules/@fortawesome/fontawesome-free/svgs/solid/heart-circle-exclamation.svg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D:/pasar_fix/node_modules/.bun/@fortawesome+fontawesome-free@7.2.0/node_modules/@fortawesome/fontawesome-free/svgs/solid/heart-circle-minus.svg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D:/pasar_fix/node_modules/.bun/@fortawesome+fontawesome-free@7.2.0/node_modules/@fortawesome/fontawesome-free/svgs/solid/heart-circle-plus.svg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D:/pasar_fix/node_modules/.bun/@fortawesome+fontawesome-free@7.2.0/node_modules/@fortawesome/fontawesome-free/svgs/solid/heart-circle-xmark.svg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D:/pasar_fix/node_modules/.bun/@fortawesome+fontawesome-free@7.2.0/node_modules/@fortawesome/fontawesome-free/svgs/solid/heart-crack.svg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D:/pasar_fix/node_modules/.bun/@fortawesome+fontawesome-free@7.2.0/node_modules/@fortawesome/fontawesome-free/svgs/solid/heart-music-camera-bolt.svg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D:/pasar_fix/node_modules/.bun/@fortawesome+fontawesome-free@7.2.0/node_modules/@fortawesome/fontawesome-free/svgs/solid/heart-pulse.svg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D:/pasar_fix/node_modules/.bun/@fortawesome+fontawesome-free@7.2.0/node_modules/@fortawesome/fontawesome-free/svgs/solid/heart.svg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D:/pasar_fix/node_modules/.bun/@fortawesome+fontawesome-free@7.2.0/node_modules/@fortawesome/fontawesome-free/svgs/solid/heartbeat.svg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D:/pasar_fix/node_modules/.bun/@fortawesome+fontawesome-free@7.2.0/node_modules/@fortawesome/fontawesome-free/svgs/solid/helicopter-symbol.svg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D:/pasar_fix/node_modules/.bun/@fortawesome+fontawesome-free@7.2.0/node_modules/@fortawesome/fontawesome-free/svgs/solid/helicopter.svg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D:/pasar_fix/node_modules/.bun/@fortawesome+fontawesome-free@7.2.0/node_modules/@fortawesome/fontawesome-free/svgs/solid/helmet-safety.svg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D:/pasar_fix/node_modules/.bun/@fortawesome+fontawesome-free@7.2.0/node_modules/@fortawesome/fontawesome-free/svgs/solid/helmet-un.svg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D:/pasar_fix/node_modules/.bun/@fortawesome+fontawesome-free@7.2.0/node_modules/@fortawesome/fontawesome-free/svgs/solid/heptagon.svg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D:/pasar_fix/node_modules/.bun/@fortawesome+fontawesome-free@7.2.0/node_modules/@fortawesome/fontawesome-free/svgs/solid/hexagon-nodes-bolt.svg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D:/pasar_fix/node_modules/.bun/@fortawesome+fontawesome-free@7.2.0/node_modules/@fortawesome/fontawesome-free/svgs/solid/hexagon-nodes.svg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D:/pasar_fix/node_modules/.bun/@fortawesome+fontawesome-free@7.2.0/node_modules/@fortawesome/fontawesome-free/svgs/solid/hexagon.svg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D:/pasar_fix/node_modules/.bun/@fortawesome+fontawesome-free@7.2.0/node_modules/@fortawesome/fontawesome-free/svgs/solid/highlighter.svg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D:/pasar_fix/node_modules/.bun/@fortawesome+fontawesome-free@7.2.0/node_modules/@fortawesome/fontawesome-free/svgs/solid/hiking.svg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D:/pasar_fix/node_modules/.bun/@fortawesome+fontawesome-free@7.2.0/node_modules/@fortawesome/fontawesome-free/svgs/solid/hill-avalanche.svg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D:/pasar_fix/node_modules/.bun/@fortawesome+fontawesome-free@7.2.0/node_modules/@fortawesome/fontawesome-free/svgs/solid/hill-rockslide.svg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D:/pasar_fix/node_modules/.bun/@fortawesome+fontawesome-free@7.2.0/node_modules/@fortawesome/fontawesome-free/svgs/solid/hippo.svg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D:/pasar_fix/node_modules/.bun/@fortawesome+fontawesome-free@7.2.0/node_modules/@fortawesome/fontawesome-free/svgs/solid/history.svg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D:/pasar_fix/node_modules/.bun/@fortawesome+fontawesome-free@7.2.0/node_modules/@fortawesome/fontawesome-free/svgs/solid/hockey-puck.svg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D:/pasar_fix/node_modules/.bun/@fortawesome+fontawesome-free@7.2.0/node_modules/@fortawesome/fontawesome-free/svgs/solid/holly-berry.svg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D:/pasar_fix/node_modules/.bun/@fortawesome+fontawesome-free@7.2.0/node_modules/@fortawesome/fontawesome-free/svgs/solid/home-alt.svg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D:/pasar_fix/node_modules/.bun/@fortawesome+fontawesome-free@7.2.0/node_modules/@fortawesome/fontawesome-free/svgs/solid/home-lg-alt.svg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D:/pasar_fix/node_modules/.bun/@fortawesome+fontawesome-free@7.2.0/node_modules/@fortawesome/fontawesome-free/svgs/solid/home-lg.svg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D:/pasar_fix/node_modules/.bun/@fortawesome+fontawesome-free@7.2.0/node_modules/@fortawesome/fontawesome-free/svgs/solid/home-user.svg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D:/pasar_fix/node_modules/.bun/@fortawesome+fontawesome-free@7.2.0/node_modules/@fortawesome/fontawesome-free/svgs/solid/home.svg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D:/pasar_fix/node_modules/.bun/@fortawesome+fontawesome-free@7.2.0/node_modules/@fortawesome/fontawesome-free/svgs/solid/horse-head.svg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D:/pasar_fix/node_modules/.bun/@fortawesome+fontawesome-free@7.2.0/node_modules/@fortawesome/fontawesome-free/svgs/solid/horse.svg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D:/pasar_fix/node_modules/.bun/@fortawesome+fontawesome-free@7.2.0/node_modules/@fortawesome/fontawesome-free/svgs/solid/hospital-alt.svg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D:/pasar_fix/node_modules/.bun/@fortawesome+fontawesome-free@7.2.0/node_modules/@fortawesome/fontawesome-free/svgs/solid/hospital-symbol.svg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D:/pasar_fix/node_modules/.bun/@fortawesome+fontawesome-free@7.2.0/node_modules/@fortawesome/fontawesome-free/svgs/solid/hospital-user.svg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D:/pasar_fix/node_modules/.bun/@fortawesome+fontawesome-free@7.2.0/node_modules/@fortawesome/fontawesome-free/svgs/solid/hospital-wide.svg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D:/pasar_fix/node_modules/.bun/@fortawesome+fontawesome-free@7.2.0/node_modules/@fortawesome/fontawesome-free/svgs/solid/hospital.svg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D:/pasar_fix/node_modules/.bun/@fortawesome+fontawesome-free@7.2.0/node_modules/@fortawesome/fontawesome-free/svgs/solid/hot-tub-person.svg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D:/pasar_fix/node_modules/.bun/@fortawesome+fontawesome-free@7.2.0/node_modules/@fortawesome/fontawesome-free/svgs/solid/hot-tub.svg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D:/pasar_fix/node_modules/.bun/@fortawesome+fontawesome-free@7.2.0/node_modules/@fortawesome/fontawesome-free/svgs/solid/hotdog.svg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D:/pasar_fix/node_modules/.bun/@fortawesome+fontawesome-free@7.2.0/node_modules/@fortawesome/fontawesome-free/svgs/solid/hotel.svg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D:/pasar_fix/node_modules/.bun/@fortawesome+fontawesome-free@7.2.0/node_modules/@fortawesome/fontawesome-free/svgs/solid/hourglass-1.svg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D:/pasar_fix/node_modules/.bun/@fortawesome+fontawesome-free@7.2.0/node_modules/@fortawesome/fontawesome-free/svgs/solid/hourglass-2.svg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D:/pasar_fix/node_modules/.bun/@fortawesome+fontawesome-free@7.2.0/node_modules/@fortawesome/fontawesome-free/svgs/solid/hourglass-3.svg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D:/pasar_fix/node_modules/.bun/@fortawesome+fontawesome-free@7.2.0/node_modules/@fortawesome/fontawesome-free/svgs/solid/hourglass-empty.svg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D:/pasar_fix/node_modules/.bun/@fortawesome+fontawesome-free@7.2.0/node_modules/@fortawesome/fontawesome-free/svgs/solid/hourglass-end.svg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D:/pasar_fix/node_modules/.bun/@fortawesome+fontawesome-free@7.2.0/node_modules/@fortawesome/fontawesome-free/svgs/solid/hourglass-half.svg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D:/pasar_fix/node_modules/.bun/@fortawesome+fontawesome-free@7.2.0/node_modules/@fortawesome/fontawesome-free/svgs/solid/hourglass-start.svg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D:/pasar_fix/node_modules/.bun/@fortawesome+fontawesome-free@7.2.0/node_modules/@fortawesome/fontawesome-free/svgs/solid/hourglass.svg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D:/pasar_fix/node_modules/.bun/@fortawesome+fontawesome-free@7.2.0/node_modules/@fortawesome/fontawesome-free/svgs/solid/house-chimney-crack.svg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D:/pasar_fix/node_modules/.bun/@fortawesome+fontawesome-free@7.2.0/node_modules/@fortawesome/fontawesome-free/svgs/solid/house-chimney-medical.svg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D:/pasar_fix/node_modules/.bun/@fortawesome+fontawesome-free@7.2.0/node_modules/@fortawesome/fontawesome-free/svgs/solid/house-chimney-user.svg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D:/pasar_fix/node_modules/.bun/@fortawesome+fontawesome-free@7.2.0/node_modules/@fortawesome/fontawesome-free/svgs/solid/house-chimney-window.svg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D:/pasar_fix/node_modules/.bun/@fortawesome+fontawesome-free@7.2.0/node_modules/@fortawesome/fontawesome-free/svgs/solid/house-chimney.svg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D:/pasar_fix/node_modules/.bun/@fortawesome+fontawesome-free@7.2.0/node_modules/@fortawesome/fontawesome-free/svgs/solid/house-circle-check.svg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D:/pasar_fix/node_modules/.bun/@fortawesome+fontawesome-free@7.2.0/node_modules/@fortawesome/fontawesome-free/svgs/solid/house-circle-exclamation.svg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D:/pasar_fix/node_modules/.bun/@fortawesome+fontawesome-free@7.2.0/node_modules/@fortawesome/fontawesome-free/svgs/solid/house-circle-xmark.svg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D:/pasar_fix/node_modules/.bun/@fortawesome+fontawesome-free@7.2.0/node_modules/@fortawesome/fontawesome-free/svgs/solid/house-crack.svg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D:/pasar_fix/node_modules/.bun/@fortawesome+fontawesome-free@7.2.0/node_modules/@fortawesome/fontawesome-free/svgs/solid/house-damage.svg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D:/pasar_fix/node_modules/.bun/@fortawesome+fontawesome-free@7.2.0/node_modules/@fortawesome/fontawesome-free/svgs/solid/house-fire.svg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D:/pasar_fix/node_modules/.bun/@fortawesome+fontawesome-free@7.2.0/node_modules/@fortawesome/fontawesome-free/svgs/solid/house-flag.svg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D:/pasar_fix/node_modules/.bun/@fortawesome+fontawesome-free@7.2.0/node_modules/@fortawesome/fontawesome-free/svgs/solid/house-flood-water-circle-arrow-right.svg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D:/pasar_fix/node_modules/.bun/@fortawesome+fontawesome-free@7.2.0/node_modules/@fortawesome/fontawesome-free/svgs/solid/house-flood-water.svg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D:/pasar_fix/node_modules/.bun/@fortawesome+fontawesome-free@7.2.0/node_modules/@fortawesome/fontawesome-free/svgs/solid/house-laptop.svg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D:/pasar_fix/node_modules/.bun/@fortawesome+fontawesome-free@7.2.0/node_modules/@fortawesome/fontawesome-free/svgs/solid/house-lock.svg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D:/pasar_fix/node_modules/.bun/@fortawesome+fontawesome-free@7.2.0/node_modules/@fortawesome/fontawesome-free/svgs/solid/house-medical-circle-check.svg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D:/pasar_fix/node_modules/.bun/@fortawesome+fontawesome-free@7.2.0/node_modules/@fortawesome/fontawesome-free/svgs/solid/house-medical-circle-exclamation.svg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D:/pasar_fix/node_modules/.bun/@fortawesome+fontawesome-free@7.2.0/node_modules/@fortawesome/fontawesome-free/svgs/solid/house-medical-circle-xmark.svg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D:/pasar_fix/node_modules/.bun/@fortawesome+fontawesome-free@7.2.0/node_modules/@fortawesome/fontawesome-free/svgs/solid/house-medical-flag.svg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D:/pasar_fix/node_modules/.bun/@fortawesome+fontawesome-free@7.2.0/node_modules/@fortawesome/fontawesome-free/svgs/solid/house-medical.svg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D:/pasar_fix/node_modules/.bun/@fortawesome+fontawesome-free@7.2.0/node_modules/@fortawesome/fontawesome-free/svgs/solid/house-signal.svg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D:/pasar_fix/node_modules/.bun/@fortawesome+fontawesome-free@7.2.0/node_modules/@fortawesome/fontawesome-free/svgs/solid/house-tsunami.svg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D:/pasar_fix/node_modules/.bun/@fortawesome+fontawesome-free@7.2.0/node_modules/@fortawesome/fontawesome-free/svgs/solid/house-user.svg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D:/pasar_fix/node_modules/.bun/@fortawesome+fontawesome-free@7.2.0/node_modules/@fortawesome/fontawesome-free/svgs/solid/house.svg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D:/pasar_fix/node_modules/.bun/@fortawesome+fontawesome-free@7.2.0/node_modules/@fortawesome/fontawesome-free/svgs/solid/hryvnia-sign.svg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D:/pasar_fix/node_modules/.bun/@fortawesome+fontawesome-free@7.2.0/node_modules/@fortawesome/fontawesome-free/svgs/solid/hryvnia.svg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D:/pasar_fix/node_modules/.bun/@fortawesome+fontawesome-free@7.2.0/node_modules/@fortawesome/fontawesome-free/svgs/solid/hurricane.svg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D:/pasar_fix/node_modules/.bun/@fortawesome+fontawesome-free@7.2.0/node_modules/@fortawesome/fontawesome-free/svgs/solid/i-cursor.svg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D:/pasar_fix/node_modules/.bun/@fortawesome+fontawesome-free@7.2.0/node_modules/@fortawesome/fontawesome-free/svgs/solid/i.svg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D:/pasar_fix/node_modules/.bun/@fortawesome+fontawesome-free@7.2.0/node_modules/@fortawesome/fontawesome-free/svgs/solid/ice-cream.svg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D:/pasar_fix/node_modules/.bun/@fortawesome+fontawesome-free@7.2.0/node_modules/@fortawesome/fontawesome-free/svgs/solid/icicles.svg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D:/pasar_fix/node_modules/.bun/@fortawesome+fontawesome-free@7.2.0/node_modules/@fortawesome/fontawesome-free/svgs/solid/icons.svg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D:/pasar_fix/node_modules/.bun/@fortawesome+fontawesome-free@7.2.0/node_modules/@fortawesome/fontawesome-free/svgs/solid/id-badge.svg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D:/pasar_fix/node_modules/.bun/@fortawesome+fontawesome-free@7.2.0/node_modules/@fortawesome/fontawesome-free/svgs/solid/id-card-alt.svg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D:/pasar_fix/node_modules/.bun/@fortawesome+fontawesome-free@7.2.0/node_modules/@fortawesome/fontawesome-free/svgs/solid/id-card-clip.svg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D:/pasar_fix/node_modules/.bun/@fortawesome+fontawesome-free@7.2.0/node_modules/@fortawesome/fontawesome-free/svgs/solid/id-card.svg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D:/pasar_fix/node_modules/.bun/@fortawesome+fontawesome-free@7.2.0/node_modules/@fortawesome/fontawesome-free/svgs/solid/igloo.svg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D:/pasar_fix/node_modules/.bun/@fortawesome+fontawesome-free@7.2.0/node_modules/@fortawesome/fontawesome-free/svgs/solid/ils.svg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D:/pasar_fix/node_modules/.bun/@fortawesome+fontawesome-free@7.2.0/node_modules/@fortawesome/fontawesome-free/svgs/solid/image-portrait.svg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D:/pasar_fix/node_modules/.bun/@fortawesome+fontawesome-free@7.2.0/node_modules/@fortawesome/fontawesome-free/svgs/solid/image.svg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D:/pasar_fix/node_modules/.bun/@fortawesome+fontawesome-free@7.2.0/node_modules/@fortawesome/fontawesome-free/svgs/solid/images.svg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D:/pasar_fix/node_modules/.bun/@fortawesome+fontawesome-free@7.2.0/node_modules/@fortawesome/fontawesome-free/svgs/solid/inbox.svg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D:/pasar_fix/node_modules/.bun/@fortawesome+fontawesome-free@7.2.0/node_modules/@fortawesome/fontawesome-free/svgs/solid/indent.svg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D:/pasar_fix/node_modules/.bun/@fortawesome+fontawesome-free@7.2.0/node_modules/@fortawesome/fontawesome-free/svgs/solid/indian-rupee-sign.svg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D:/pasar_fix/node_modules/.bun/@fortawesome+fontawesome-free@7.2.0/node_modules/@fortawesome/fontawesome-free/svgs/solid/indian-rupee.svg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D:/pasar_fix/node_modules/.bun/@fortawesome+fontawesome-free@7.2.0/node_modules/@fortawesome/fontawesome-free/svgs/solid/industry.svg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D:/pasar_fix/node_modules/.bun/@fortawesome+fontawesome-free@7.2.0/node_modules/@fortawesome/fontawesome-free/svgs/solid/infinity.svg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D:/pasar_fix/node_modules/.bun/@fortawesome+fontawesome-free@7.2.0/node_modules/@fortawesome/fontawesome-free/svgs/solid/info-circle.svg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D:/pasar_fix/node_modules/.bun/@fortawesome+fontawesome-free@7.2.0/node_modules/@fortawesome/fontawesome-free/svgs/solid/info.svg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D:/pasar_fix/node_modules/.bun/@fortawesome+fontawesome-free@7.2.0/node_modules/@fortawesome/fontawesome-free/svgs/solid/inr.svg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D:/pasar_fix/node_modules/.bun/@fortawesome+fontawesome-free@7.2.0/node_modules/@fortawesome/fontawesome-free/svgs/solid/institution.svg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D:/pasar_fix/node_modules/.bun/@fortawesome+fontawesome-free@7.2.0/node_modules/@fortawesome/fontawesome-free/svgs/solid/italic.svg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D:/pasar_fix/node_modules/.bun/@fortawesome+fontawesome-free@7.2.0/node_modules/@fortawesome/fontawesome-free/svgs/solid/j.svg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D:/pasar_fix/node_modules/.bun/@fortawesome+fontawesome-free@7.2.0/node_modules/@fortawesome/fontawesome-free/svgs/solid/jar-wheat.svg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D:/pasar_fix/node_modules/.bun/@fortawesome+fontawesome-free@7.2.0/node_modules/@fortawesome/fontawesome-free/svgs/solid/jar.svg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D:/pasar_fix/node_modules/.bun/@fortawesome+fontawesome-free@7.2.0/node_modules/@fortawesome/fontawesome-free/svgs/solid/jedi.svg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D:/pasar_fix/node_modules/.bun/@fortawesome+fontawesome-free@7.2.0/node_modules/@fortawesome/fontawesome-free/svgs/solid/jet-fighter-up.svg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D:/pasar_fix/node_modules/.bun/@fortawesome+fontawesome-free@7.2.0/node_modules/@fortawesome/fontawesome-free/svgs/solid/jet-fighter.svg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D:/pasar_fix/node_modules/.bun/@fortawesome+fontawesome-free@7.2.0/node_modules/@fortawesome/fontawesome-free/svgs/solid/joint.svg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D:/pasar_fix/node_modules/.bun/@fortawesome+fontawesome-free@7.2.0/node_modules/@fortawesome/fontawesome-free/svgs/solid/journal-whills.svg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D:/pasar_fix/node_modules/.bun/@fortawesome+fontawesome-free@7.2.0/node_modules/@fortawesome/fontawesome-free/svgs/solid/jpy.svg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D:/pasar_fix/node_modules/.bun/@fortawesome+fontawesome-free@7.2.0/node_modules/@fortawesome/fontawesome-free/svgs/solid/jug-detergent.svg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D:/pasar_fix/node_modules/.bun/@fortawesome+fontawesome-free@7.2.0/node_modules/@fortawesome/fontawesome-free/svgs/solid/kaaba.svg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D:/pasar_fix/node_modules/.bun/@fortawesome+fontawesome-free@7.2.0/node_modules/@fortawesome/fontawesome-free/svgs/solid/key.svg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D:/pasar_fix/node_modules/.bun/@fortawesome+fontawesome-free@7.2.0/node_modules/@fortawesome/fontawesome-free/svgs/solid/keyboard.svg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D:/pasar_fix/node_modules/.bun/@fortawesome+fontawesome-free@7.2.0/node_modules/@fortawesome/fontawesome-free/svgs/solid/khanda.svg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D:/pasar_fix/node_modules/.bun/@fortawesome+fontawesome-free@7.2.0/node_modules/@fortawesome/fontawesome-free/svgs/solid/kip-sign.svg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D:/pasar_fix/node_modules/.bun/@fortawesome+fontawesome-free@7.2.0/node_modules/@fortawesome/fontawesome-free/svgs/solid/kiss-beam.svg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D:/pasar_fix/node_modules/.bun/@fortawesome+fontawesome-free@7.2.0/node_modules/@fortawesome/fontawesome-free/svgs/solid/kiss-wink-heart.svg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D:/pasar_fix/node_modules/.bun/@fortawesome+fontawesome-free@7.2.0/node_modules/@fortawesome/fontawesome-free/svgs/solid/kiss.svg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D:/pasar_fix/node_modules/.bun/@fortawesome+fontawesome-free@7.2.0/node_modules/@fortawesome/fontawesome-free/svgs/solid/kit-medical.svg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D:/pasar_fix/node_modules/.bun/@fortawesome+fontawesome-free@7.2.0/node_modules/@fortawesome/fontawesome-free/svgs/solid/kitchen-set.svg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D:/pasar_fix/node_modules/.bun/@fortawesome+fontawesome-free@7.2.0/node_modules/@fortawesome/fontawesome-free/svgs/solid/kiwi-bird.svg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D:/pasar_fix/node_modules/.bun/@fortawesome+fontawesome-free@7.2.0/node_modules/@fortawesome/fontawesome-free/svgs/solid/krw.svg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D:/pasar_fix/node_modules/.bun/@fortawesome+fontawesome-free@7.2.0/node_modules/@fortawesome/fontawesome-free/svgs/solid/ladder-water.svg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D:/pasar_fix/node_modules/.bun/@fortawesome+fontawesome-free@7.2.0/node_modules/@fortawesome/fontawesome-free/svgs/solid/land-mine-on.svg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D:/pasar_fix/node_modules/.bun/@fortawesome+fontawesome-free@7.2.0/node_modules/@fortawesome/fontawesome-free/svgs/solid/landmark-alt.svg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D:/pasar_fix/node_modules/.bun/@fortawesome+fontawesome-free@7.2.0/node_modules/@fortawesome/fontawesome-free/svgs/solid/landmark-dome.svg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D:/pasar_fix/node_modules/.bun/@fortawesome+fontawesome-free@7.2.0/node_modules/@fortawesome/fontawesome-free/svgs/solid/landmark-flag.svg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D:/pasar_fix/node_modules/.bun/@fortawesome+fontawesome-free@7.2.0/node_modules/@fortawesome/fontawesome-free/svgs/solid/landmark.svg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D:/pasar_fix/node_modules/.bun/@fortawesome+fontawesome-free@7.2.0/node_modules/@fortawesome/fontawesome-free/svgs/solid/language.svg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D:/pasar_fix/node_modules/.bun/@fortawesome+fontawesome-free@7.2.0/node_modules/@fortawesome/fontawesome-free/svgs/solid/laptop-code.svg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D:/pasar_fix/node_modules/.bun/@fortawesome+fontawesome-free@7.2.0/node_modules/@fortawesome/fontawesome-free/svgs/solid/laptop-file.svg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D:/pasar_fix/node_modules/.bun/@fortawesome+fontawesome-free@7.2.0/node_modules/@fortawesome/fontawesome-free/svgs/solid/laptop-house.svg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D:/pasar_fix/node_modules/.bun/@fortawesome+fontawesome-free@7.2.0/node_modules/@fortawesome/fontawesome-free/svgs/solid/laptop-medical.svg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D:/pasar_fix/node_modules/.bun/@fortawesome+fontawesome-free@7.2.0/node_modules/@fortawesome/fontawesome-free/svgs/solid/laptop.svg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D:/pasar_fix/node_modules/.bun/@fortawesome+fontawesome-free@7.2.0/node_modules/@fortawesome/fontawesome-free/svgs/solid/lari-sign.svg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D:/pasar_fix/node_modules/.bun/@fortawesome+fontawesome-free@7.2.0/node_modules/@fortawesome/fontawesome-free/svgs/solid/laugh-beam.svg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D:/pasar_fix/node_modules/.bun/@fortawesome+fontawesome-free@7.2.0/node_modules/@fortawesome/fontawesome-free/svgs/solid/laugh-squint.svg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D:/pasar_fix/node_modules/.bun/@fortawesome+fontawesome-free@7.2.0/node_modules/@fortawesome/fontawesome-free/svgs/solid/laugh-wink.svg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D:/pasar_fix/node_modules/.bun/@fortawesome+fontawesome-free@7.2.0/node_modules/@fortawesome/fontawesome-free/svgs/solid/laugh.svg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D:/pasar_fix/node_modules/.bun/@fortawesome+fontawesome-free@7.2.0/node_modules/@fortawesome/fontawesome-free/svgs/solid/layer-group.svg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D:/pasar_fix/node_modules/.bun/@fortawesome+fontawesome-free@7.2.0/node_modules/@fortawesome/fontawesome-free/svgs/solid/leaf.svg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D:/pasar_fix/node_modules/.bun/@fortawesome+fontawesome-free@7.2.0/node_modules/@fortawesome/fontawesome-free/svgs/solid/left-long.svg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D:/pasar_fix/node_modules/.bun/@fortawesome+fontawesome-free@7.2.0/node_modules/@fortawesome/fontawesome-free/svgs/solid/left-right.svg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D:/pasar_fix/node_modules/.bun/@fortawesome+fontawesome-free@7.2.0/node_modules/@fortawesome/fontawesome-free/svgs/solid/legal.svg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D:/pasar_fix/node_modules/.bun/@fortawesome+fontawesome-free@7.2.0/node_modules/@fortawesome/fontawesome-free/svgs/solid/lemon.svg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D:/pasar_fix/node_modules/.bun/@fortawesome+fontawesome-free@7.2.0/node_modules/@fortawesome/fontawesome-free/svgs/solid/leo.svg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D:/pasar_fix/node_modules/.bun/@fortawesome+fontawesome-free@7.2.0/node_modules/@fortawesome/fontawesome-free/svgs/solid/less-than-equal.svg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D:/pasar_fix/node_modules/.bun/@fortawesome+fontawesome-free@7.2.0/node_modules/@fortawesome/fontawesome-free/svgs/solid/less-than.svg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D:/pasar_fix/node_modules/.bun/@fortawesome+fontawesome-free@7.2.0/node_modules/@fortawesome/fontawesome-free/svgs/solid/level-down-alt.svg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D:/pasar_fix/node_modules/.bun/@fortawesome+fontawesome-free@7.2.0/node_modules/@fortawesome/fontawesome-free/svgs/solid/level-down.svg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D:/pasar_fix/node_modules/.bun/@fortawesome+fontawesome-free@7.2.0/node_modules/@fortawesome/fontawesome-free/svgs/solid/level-up-alt.svg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D:/pasar_fix/node_modules/.bun/@fortawesome+fontawesome-free@7.2.0/node_modules/@fortawesome/fontawesome-free/svgs/solid/level-up.svg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D:/pasar_fix/node_modules/.bun/@fortawesome+fontawesome-free@7.2.0/node_modules/@fortawesome/fontawesome-free/svgs/solid/libra.svg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D:/pasar_fix/node_modules/.bun/@fortawesome+fontawesome-free@7.2.0/node_modules/@fortawesome/fontawesome-free/svgs/solid/life-ring.svg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D:/pasar_fix/node_modules/.bun/@fortawesome+fontawesome-free@7.2.0/node_modules/@fortawesome/fontawesome-free/svgs/solid/lightbulb.svg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D:/pasar_fix/node_modules/.bun/@fortawesome+fontawesome-free@7.2.0/node_modules/@fortawesome/fontawesome-free/svgs/solid/line-chart.svg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D:/pasar_fix/node_modules/.bun/@fortawesome+fontawesome-free@7.2.0/node_modules/@fortawesome/fontawesome-free/svgs/solid/lines-leaning.svg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D:/pasar_fix/node_modules/.bun/@fortawesome+fontawesome-free@7.2.0/node_modules/@fortawesome/fontawesome-free/svgs/solid/link-slash.svg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D:/pasar_fix/node_modules/.bun/@fortawesome+fontawesome-free@7.2.0/node_modules/@fortawesome/fontawesome-free/svgs/solid/link.svg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D:/pasar_fix/node_modules/.bun/@fortawesome+fontawesome-free@7.2.0/node_modules/@fortawesome/fontawesome-free/svgs/solid/lira-sign.svg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D:/pasar_fix/node_modules/.bun/@fortawesome+fontawesome-free@7.2.0/node_modules/@fortawesome/fontawesome-free/svgs/solid/list-1-2.svg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D:/pasar_fix/node_modules/.bun/@fortawesome+fontawesome-free@7.2.0/node_modules/@fortawesome/fontawesome-free/svgs/solid/list-alt.svg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D:/pasar_fix/node_modules/.bun/@fortawesome+fontawesome-free@7.2.0/node_modules/@fortawesome/fontawesome-free/svgs/solid/list-check.svg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D:/pasar_fix/node_modules/.bun/@fortawesome+fontawesome-free@7.2.0/node_modules/@fortawesome/fontawesome-free/svgs/solid/list-dots.svg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D:/pasar_fix/node_modules/.bun/@fortawesome+fontawesome-free@7.2.0/node_modules/@fortawesome/fontawesome-free/svgs/solid/list-numeric.svg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D:/pasar_fix/node_modules/.bun/@fortawesome+fontawesome-free@7.2.0/node_modules/@fortawesome/fontawesome-free/svgs/solid/list-ol.svg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D:/pasar_fix/node_modules/.bun/@fortawesome+fontawesome-free@7.2.0/node_modules/@fortawesome/fontawesome-free/svgs/solid/list-squares.svg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D:/pasar_fix/node_modules/.bun/@fortawesome+fontawesome-free@7.2.0/node_modules/@fortawesome/fontawesome-free/svgs/solid/list-ul.svg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D:/pasar_fix/node_modules/.bun/@fortawesome+fontawesome-free@7.2.0/node_modules/@fortawesome/fontawesome-free/svgs/solid/list.svg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D:/pasar_fix/node_modules/.bun/@fortawesome+fontawesome-free@7.2.0/node_modules/@fortawesome/fontawesome-free/svgs/solid/litecoin-sign.svg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D:/pasar_fix/node_modules/.bun/@fortawesome+fontawesome-free@7.2.0/node_modules/@fortawesome/fontawesome-free/svgs/solid/location-arrow.svg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D:/pasar_fix/node_modules/.bun/@fortawesome+fontawesome-free@7.2.0/node_modules/@fortawesome/fontawesome-free/svgs/solid/location-crosshairs.svg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D:/pasar_fix/node_modules/.bun/@fortawesome+fontawesome-free@7.2.0/node_modules/@fortawesome/fontawesome-free/svgs/solid/location-dot.svg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D:/pasar_fix/node_modules/.bun/@fortawesome+fontawesome-free@7.2.0/node_modules/@fortawesome/fontawesome-free/svgs/solid/location-pin-lock.svg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D:/pasar_fix/node_modules/.bun/@fortawesome+fontawesome-free@7.2.0/node_modules/@fortawesome/fontawesome-free/svgs/solid/location-pin.svg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D:/pasar_fix/node_modules/.bun/@fortawesome+fontawesome-free@7.2.0/node_modules/@fortawesome/fontawesome-free/svgs/solid/location.svg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D:/pasar_fix/node_modules/.bun/@fortawesome+fontawesome-free@7.2.0/node_modules/@fortawesome/fontawesome-free/svgs/solid/lock-open.svg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D:/pasar_fix/node_modules/.bun/@fortawesome+fontawesome-free@7.2.0/node_modules/@fortawesome/fontawesome-free/svgs/solid/lock.svg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D:/pasar_fix/node_modules/.bun/@fortawesome+fontawesome-free@7.2.0/node_modules/@fortawesome/fontawesome-free/svgs/solid/locust.svg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D:/pasar_fix/node_modules/.bun/@fortawesome+fontawesome-free@7.2.0/node_modules/@fortawesome/fontawesome-free/svgs/solid/long-arrow-alt-down.svg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D:/pasar_fix/node_modules/.bun/@fortawesome+fontawesome-free@7.2.0/node_modules/@fortawesome/fontawesome-free/svgs/solid/long-arrow-alt-left.svg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D:/pasar_fix/node_modules/.bun/@fortawesome+fontawesome-free@7.2.0/node_modules/@fortawesome/fontawesome-free/svgs/solid/long-arrow-alt-right.svg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D:/pasar_fix/node_modules/.bun/@fortawesome+fontawesome-free@7.2.0/node_modules/@fortawesome/fontawesome-free/svgs/solid/long-arrow-alt-up.svg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D:/pasar_fix/node_modules/.bun/@fortawesome+fontawesome-free@7.2.0/node_modules/@fortawesome/fontawesome-free/svgs/solid/long-arrow-down.svg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D:/pasar_fix/node_modules/.bun/@fortawesome+fontawesome-free@7.2.0/node_modules/@fortawesome/fontawesome-free/svgs/solid/long-arrow-left.svg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D:/pasar_fix/node_modules/.bun/@fortawesome+fontawesome-free@7.2.0/node_modules/@fortawesome/fontawesome-free/svgs/solid/long-arrow-right.svg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D:/pasar_fix/node_modules/.bun/@fortawesome+fontawesome-free@7.2.0/node_modules/@fortawesome/fontawesome-free/svgs/solid/long-arrow-up.svg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D:/pasar_fix/node_modules/.bun/@fortawesome+fontawesome-free@7.2.0/node_modules/@fortawesome/fontawesome-free/svgs/solid/low-vision.svg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D:/pasar_fix/node_modules/.bun/@fortawesome+fontawesome-free@7.2.0/node_modules/@fortawesome/fontawesome-free/svgs/solid/luggage-cart.svg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D:/pasar_fix/node_modules/.bun/@fortawesome+fontawesome-free@7.2.0/node_modules/@fortawesome/fontawesome-free/svgs/solid/lungs-virus.svg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D:/pasar_fix/node_modules/.bun/@fortawesome+fontawesome-free@7.2.0/node_modules/@fortawesome/fontawesome-free/svgs/solid/lungs.svg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D:/pasar_fix/node_modules/.bun/@fortawesome+fontawesome-free@7.2.0/node_modules/@fortawesome/fontawesome-free/svgs/solid/magic-wand-sparkles.svg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D:/pasar_fix/node_modules/.bun/@fortawesome+fontawesome-free@7.2.0/node_modules/@fortawesome/fontawesome-free/svgs/solid/magic.svg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D:/pasar_fix/node_modules/.bun/@fortawesome+fontawesome-free@7.2.0/node_modules/@fortawesome/fontawesome-free/svgs/solid/magnet.svg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D:/pasar_fix/node_modules/.bun/@fortawesome+fontawesome-free@7.2.0/node_modules/@fortawesome/fontawesome-free/svgs/solid/magnifying-glass-arrow-right.svg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D:/pasar_fix/node_modules/.bun/@fortawesome+fontawesome-free@7.2.0/node_modules/@fortawesome/fontawesome-free/svgs/solid/magnifying-glass-chart.svg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D:/pasar_fix/node_modules/.bun/@fortawesome+fontawesome-free@7.2.0/node_modules/@fortawesome/fontawesome-free/svgs/solid/magnifying-glass-dollar.svg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D:/pasar_fix/node_modules/.bun/@fortawesome+fontawesome-free@7.2.0/node_modules/@fortawesome/fontawesome-free/svgs/solid/magnifying-glass-location.svg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D:/pasar_fix/node_modules/.bun/@fortawesome+fontawesome-free@7.2.0/node_modules/@fortawesome/fontawesome-free/svgs/solid/magnifying-glass-minus.svg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D:/pasar_fix/node_modules/.bun/@fortawesome+fontawesome-free@7.2.0/node_modules/@fortawesome/fontawesome-free/svgs/solid/magnifying-glass-plus.svg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D:/pasar_fix/node_modules/.bun/@fortawesome+fontawesome-free@7.2.0/node_modules/@fortawesome/fontawesome-free/svgs/solid/magnifying-glass.svg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D:/pasar_fix/node_modules/.bun/@fortawesome+fontawesome-free@7.2.0/node_modules/@fortawesome/fontawesome-free/svgs/solid/mail-bulk.svg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D:/pasar_fix/node_modules/.bun/@fortawesome+fontawesome-free@7.2.0/node_modules/@fortawesome/fontawesome-free/svgs/solid/mail-forward.svg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D:/pasar_fix/node_modules/.bun/@fortawesome+fontawesome-free@7.2.0/node_modules/@fortawesome/fontawesome-free/svgs/solid/mail-reply-all.svg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D:/pasar_fix/node_modules/.bun/@fortawesome+fontawesome-free@7.2.0/node_modules/@fortawesome/fontawesome-free/svgs/solid/mail-reply.svg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D:/pasar_fix/node_modules/.bun/@fortawesome+fontawesome-free@7.2.0/node_modules/@fortawesome/fontawesome-free/svgs/solid/male.svg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D:/pasar_fix/node_modules/.bun/@fortawesome+fontawesome-free@7.2.0/node_modules/@fortawesome/fontawesome-free/svgs/solid/manat-sign.svg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D:/pasar_fix/node_modules/.bun/@fortawesome+fontawesome-free@7.2.0/node_modules/@fortawesome/fontawesome-free/svgs/solid/map-location-dot.svg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D:/pasar_fix/node_modules/.bun/@fortawesome+fontawesome-free@7.2.0/node_modules/@fortawesome/fontawesome-free/svgs/solid/map-location.svg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D:/pasar_fix/node_modules/.bun/@fortawesome+fontawesome-free@7.2.0/node_modules/@fortawesome/fontawesome-free/svgs/solid/map-marked-alt.svg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D:/pasar_fix/node_modules/.bun/@fortawesome+fontawesome-free@7.2.0/node_modules/@fortawesome/fontawesome-free/svgs/solid/map-marked.svg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D:/pasar_fix/node_modules/.bun/@fortawesome+fontawesome-free@7.2.0/node_modules/@fortawesome/fontawesome-free/svgs/solid/map-marker-alt.svg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D:/pasar_fix/node_modules/.bun/@fortawesome+fontawesome-free@7.2.0/node_modules/@fortawesome/fontawesome-free/svgs/solid/map-marker.svg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D:/pasar_fix/node_modules/.bun/@fortawesome+fontawesome-free@7.2.0/node_modules/@fortawesome/fontawesome-free/svgs/solid/map-pin.svg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D:/pasar_fix/node_modules/.bun/@fortawesome+fontawesome-free@7.2.0/node_modules/@fortawesome/fontawesome-free/svgs/solid/map-signs.svg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D:/pasar_fix/node_modules/.bun/@fortawesome+fontawesome-free@7.2.0/node_modules/@fortawesome/fontawesome-free/svgs/solid/map.svg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D:/pasar_fix/node_modules/.bun/@fortawesome+fontawesome-free@7.2.0/node_modules/@fortawesome/fontawesome-free/svgs/solid/marker.svg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D:/pasar_fix/node_modules/.bun/@fortawesome+fontawesome-free@7.2.0/node_modules/@fortawesome/fontawesome-free/svgs/solid/mars-and-venus-burst.svg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D:/pasar_fix/node_modules/.bun/@fortawesome+fontawesome-free@7.2.0/node_modules/@fortawesome/fontawesome-free/svgs/solid/mars-and-venus.svg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D:/pasar_fix/node_modules/.bun/@fortawesome+fontawesome-free@7.2.0/node_modules/@fortawesome/fontawesome-free/svgs/solid/mars-double.svg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D:/pasar_fix/node_modules/.bun/@fortawesome+fontawesome-free@7.2.0/node_modules/@fortawesome/fontawesome-free/svgs/solid/mars-stroke-h.svg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D:/pasar_fix/node_modules/.bun/@fortawesome+fontawesome-free@7.2.0/node_modules/@fortawesome/fontawesome-free/svgs/solid/mars-stroke-right.svg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D:/pasar_fix/node_modules/.bun/@fortawesome+fontawesome-free@7.2.0/node_modules/@fortawesome/fontawesome-free/svgs/solid/mars-stroke-up.svg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D:/pasar_fix/node_modules/.bun/@fortawesome+fontawesome-free@7.2.0/node_modules/@fortawesome/fontawesome-free/svgs/solid/mars-stroke-v.svg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D:/pasar_fix/node_modules/.bun/@fortawesome+fontawesome-free@7.2.0/node_modules/@fortawesome/fontawesome-free/svgs/solid/mars-stroke.svg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D:/pasar_fix/node_modules/.bun/@fortawesome+fontawesome-free@7.2.0/node_modules/@fortawesome/fontawesome-free/svgs/solid/mars.svg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D:/pasar_fix/node_modules/.bun/@fortawesome+fontawesome-free@7.2.0/node_modules/@fortawesome/fontawesome-free/svgs/solid/martini-glass-citrus.svg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D:/pasar_fix/node_modules/.bun/@fortawesome+fontawesome-free@7.2.0/node_modules/@fortawesome/fontawesome-free/svgs/solid/martini-glass-empty.svg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D:/pasar_fix/node_modules/.bun/@fortawesome+fontawesome-free@7.2.0/node_modules/@fortawesome/fontawesome-free/svgs/solid/martini-glass.svg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D:/pasar_fix/node_modules/.bun/@fortawesome+fontawesome-free@7.2.0/node_modules/@fortawesome/fontawesome-free/svgs/solid/mask-face.svg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D:/pasar_fix/node_modules/.bun/@fortawesome+fontawesome-free@7.2.0/node_modules/@fortawesome/fontawesome-free/svgs/solid/mask-ventilator.svg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D:/pasar_fix/node_modules/.bun/@fortawesome+fontawesome-free@7.2.0/node_modules/@fortawesome/fontawesome-free/svgs/solid/mask.svg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D:/pasar_fix/node_modules/.bun/@fortawesome+fontawesome-free@7.2.0/node_modules/@fortawesome/fontawesome-free/svgs/solid/masks-theater.svg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D:/pasar_fix/node_modules/.bun/@fortawesome+fontawesome-free@7.2.0/node_modules/@fortawesome/fontawesome-free/svgs/solid/mattress-pillow.svg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D:/pasar_fix/node_modules/.bun/@fortawesome+fontawesome-free@7.2.0/node_modules/@fortawesome/fontawesome-free/svgs/solid/maximize.svg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D:/pasar_fix/node_modules/.bun/@fortawesome+fontawesome-free@7.2.0/node_modules/@fortawesome/fontawesome-free/svgs/solid/medal.svg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D:/pasar_fix/node_modules/.bun/@fortawesome+fontawesome-free@7.2.0/node_modules/@fortawesome/fontawesome-free/svgs/solid/medkit.svg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D:/pasar_fix/node_modules/.bun/@fortawesome+fontawesome-free@7.2.0/node_modules/@fortawesome/fontawesome-free/svgs/solid/meh-blank.svg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D:/pasar_fix/node_modules/.bun/@fortawesome+fontawesome-free@7.2.0/node_modules/@fortawesome/fontawesome-free/svgs/solid/meh-rolling-eyes.svg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D:/pasar_fix/node_modules/.bun/@fortawesome+fontawesome-free@7.2.0/node_modules/@fortawesome/fontawesome-free/svgs/solid/meh.svg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D:/pasar_fix/node_modules/.bun/@fortawesome+fontawesome-free@7.2.0/node_modules/@fortawesome/fontawesome-free/svgs/solid/memory.svg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D:/pasar_fix/node_modules/.bun/@fortawesome+fontawesome-free@7.2.0/node_modules/@fortawesome/fontawesome-free/svgs/solid/menorah.svg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D:/pasar_fix/node_modules/.bun/@fortawesome+fontawesome-free@7.2.0/node_modules/@fortawesome/fontawesome-free/svgs/solid/mercury.svg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D:/pasar_fix/node_modules/.bun/@fortawesome+fontawesome-free@7.2.0/node_modules/@fortawesome/fontawesome-free/svgs/solid/message.svg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D:/pasar_fix/node_modules/.bun/@fortawesome+fontawesome-free@7.2.0/node_modules/@fortawesome/fontawesome-free/svgs/solid/meteor.svg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D:/pasar_fix/node_modules/.bun/@fortawesome+fontawesome-free@7.2.0/node_modules/@fortawesome/fontawesome-free/svgs/solid/microchip.svg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D:/pasar_fix/node_modules/.bun/@fortawesome+fontawesome-free@7.2.0/node_modules/@fortawesome/fontawesome-free/svgs/solid/microphone-alt-slash.svg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D:/pasar_fix/node_modules/.bun/@fortawesome+fontawesome-free@7.2.0/node_modules/@fortawesome/fontawesome-free/svgs/solid/microphone-alt.svg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D:/pasar_fix/node_modules/.bun/@fortawesome+fontawesome-free@7.2.0/node_modules/@fortawesome/fontawesome-free/svgs/solid/microphone-lines-slash.svg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D:/pasar_fix/node_modules/.bun/@fortawesome+fontawesome-free@7.2.0/node_modules/@fortawesome/fontawesome-free/svgs/solid/microphone-lines.svg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D:/pasar_fix/node_modules/.bun/@fortawesome+fontawesome-free@7.2.0/node_modules/@fortawesome/fontawesome-free/svgs/solid/microphone-slash.svg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D:/pasar_fix/node_modules/.bun/@fortawesome+fontawesome-free@7.2.0/node_modules/@fortawesome/fontawesome-free/svgs/solid/microphone.svg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D:/pasar_fix/node_modules/.bun/@fortawesome+fontawesome-free@7.2.0/node_modules/@fortawesome/fontawesome-free/svgs/solid/microscope.svg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D:/pasar_fix/node_modules/.bun/@fortawesome+fontawesome-free@7.2.0/node_modules/@fortawesome/fontawesome-free/svgs/solid/mill-sign.svg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D:/pasar_fix/node_modules/.bun/@fortawesome+fontawesome-free@7.2.0/node_modules/@fortawesome/fontawesome-free/svgs/solid/minimize.svg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D:/pasar_fix/node_modules/.bun/@fortawesome+fontawesome-free@7.2.0/node_modules/@fortawesome/fontawesome-free/svgs/solid/minus-circle.svg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D:/pasar_fix/node_modules/.bun/@fortawesome+fontawesome-free@7.2.0/node_modules/@fortawesome/fontawesome-free/svgs/solid/minus-square.svg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D:/pasar_fix/node_modules/.bun/@fortawesome+fontawesome-free@7.2.0/node_modules/@fortawesome/fontawesome-free/svgs/solid/minus.svg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D:/pasar_fix/node_modules/.bun/@fortawesome+fontawesome-free@7.2.0/node_modules/@fortawesome/fontawesome-free/svgs/solid/mitten.svg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D:/pasar_fix/node_modules/.bun/@fortawesome+fontawesome-free@7.2.0/node_modules/@fortawesome/fontawesome-free/svgs/solid/mobile-alt.svg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D:/pasar_fix/node_modules/.bun/@fortawesome+fontawesome-free@7.2.0/node_modules/@fortawesome/fontawesome-free/svgs/solid/mobile-android-alt.svg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D:/pasar_fix/node_modules/.bun/@fortawesome+fontawesome-free@7.2.0/node_modules/@fortawesome/fontawesome-free/svgs/solid/mobile-android.svg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D:/pasar_fix/node_modules/.bun/@fortawesome+fontawesome-free@7.2.0/node_modules/@fortawesome/fontawesome-free/svgs/solid/mobile-button.svg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D:/pasar_fix/node_modules/.bun/@fortawesome+fontawesome-free@7.2.0/node_modules/@fortawesome/fontawesome-free/svgs/solid/mobile-phone.svg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D:/pasar_fix/node_modules/.bun/@fortawesome+fontawesome-free@7.2.0/node_modules/@fortawesome/fontawesome-free/svgs/solid/mobile-retro.svg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D:/pasar_fix/node_modules/.bun/@fortawesome+fontawesome-free@7.2.0/node_modules/@fortawesome/fontawesome-free/svgs/solid/mobile-screen-button.svg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D:/pasar_fix/node_modules/.bun/@fortawesome+fontawesome-free@7.2.0/node_modules/@fortawesome/fontawesome-free/svgs/solid/mobile-screen.svg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D:/pasar_fix/node_modules/.bun/@fortawesome+fontawesome-free@7.2.0/node_modules/@fortawesome/fontawesome-free/svgs/solid/mobile-vibrate.svg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D:/pasar_fix/node_modules/.bun/@fortawesome+fontawesome-free@7.2.0/node_modules/@fortawesome/fontawesome-free/svgs/solid/mobile.svg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D:/pasar_fix/node_modules/.bun/@fortawesome+fontawesome-free@7.2.0/node_modules/@fortawesome/fontawesome-free/svgs/solid/money-bill-1-wave.svg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D:/pasar_fix/node_modules/.bun/@fortawesome+fontawesome-free@7.2.0/node_modules/@fortawesome/fontawesome-free/svgs/solid/money-bill-1.svg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D:/pasar_fix/node_modules/.bun/@fortawesome+fontawesome-free@7.2.0/node_modules/@fortawesome/fontawesome-free/svgs/solid/money-bill-alt.svg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D:/pasar_fix/node_modules/.bun/@fortawesome+fontawesome-free@7.2.0/node_modules/@fortawesome/fontawesome-free/svgs/solid/money-bill-transfer.svg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D:/pasar_fix/node_modules/.bun/@fortawesome+fontawesome-free@7.2.0/node_modules/@fortawesome/fontawesome-free/svgs/solid/money-bill-trend-up.svg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D:/pasar_fix/node_modules/.bun/@fortawesome+fontawesome-free@7.2.0/node_modules/@fortawesome/fontawesome-free/svgs/solid/money-bill-wave-alt.svg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D:/pasar_fix/node_modules/.bun/@fortawesome+fontawesome-free@7.2.0/node_modules/@fortawesome/fontawesome-free/svgs/solid/money-bill-wave.svg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D:/pasar_fix/node_modules/.bun/@fortawesome+fontawesome-free@7.2.0/node_modules/@fortawesome/fontawesome-free/svgs/solid/money-bill-wheat.svg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D:/pasar_fix/node_modules/.bun/@fortawesome+fontawesome-free@7.2.0/node_modules/@fortawesome/fontawesome-free/svgs/solid/money-bill.svg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D:/pasar_fix/node_modules/.bun/@fortawesome+fontawesome-free@7.2.0/node_modules/@fortawesome/fontawesome-free/svgs/solid/money-bills.svg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D:/pasar_fix/node_modules/.bun/@fortawesome+fontawesome-free@7.2.0/node_modules/@fortawesome/fontawesome-free/svgs/solid/money-check-alt.svg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D:/pasar_fix/node_modules/.bun/@fortawesome+fontawesome-free@7.2.0/node_modules/@fortawesome/fontawesome-free/svgs/solid/money-check-dollar.svg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D:/pasar_fix/node_modules/.bun/@fortawesome+fontawesome-free@7.2.0/node_modules/@fortawesome/fontawesome-free/svgs/solid/money-check.svg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D:/pasar_fix/node_modules/.bun/@fortawesome+fontawesome-free@7.2.0/node_modules/@fortawesome/fontawesome-free/svgs/solid/monument.svg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D:/pasar_fix/node_modules/.bun/@fortawesome+fontawesome-free@7.2.0/node_modules/@fortawesome/fontawesome-free/svgs/solid/moon.svg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D:/pasar_fix/node_modules/.bun/@fortawesome+fontawesome-free@7.2.0/node_modules/@fortawesome/fontawesome-free/svgs/solid/mortar-board.svg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D:/pasar_fix/node_modules/.bun/@fortawesome+fontawesome-free@7.2.0/node_modules/@fortawesome/fontawesome-free/svgs/solid/mortar-pestle.svg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D:/pasar_fix/node_modules/.bun/@fortawesome+fontawesome-free@7.2.0/node_modules/@fortawesome/fontawesome-free/svgs/solid/mosque.svg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D:/pasar_fix/node_modules/.bun/@fortawesome+fontawesome-free@7.2.0/node_modules/@fortawesome/fontawesome-free/svgs/solid/mosquito-net.svg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D:/pasar_fix/node_modules/.bun/@fortawesome+fontawesome-free@7.2.0/node_modules/@fortawesome/fontawesome-free/svgs/solid/mosquito.svg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D:/pasar_fix/node_modules/.bun/@fortawesome+fontawesome-free@7.2.0/node_modules/@fortawesome/fontawesome-free/svgs/solid/motorcycle.svg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D:/pasar_fix/node_modules/.bun/@fortawesome+fontawesome-free@7.2.0/node_modules/@fortawesome/fontawesome-free/svgs/solid/mound.svg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D:/pasar_fix/node_modules/.bun/@fortawesome+fontawesome-free@7.2.0/node_modules/@fortawesome/fontawesome-free/svgs/solid/mountain-city.svg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D:/pasar_fix/node_modules/.bun/@fortawesome+fontawesome-free@7.2.0/node_modules/@fortawesome/fontawesome-free/svgs/solid/mountain-sun.svg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D:/pasar_fix/node_modules/.bun/@fortawesome+fontawesome-free@7.2.0/node_modules/@fortawesome/fontawesome-free/svgs/solid/mountain.svg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D:/pasar_fix/node_modules/.bun/@fortawesome+fontawesome-free@7.2.0/node_modules/@fortawesome/fontawesome-free/svgs/solid/mouse-pointer.svg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D:/pasar_fix/node_modules/.bun/@fortawesome+fontawesome-free@7.2.0/node_modules/@fortawesome/fontawesome-free/svgs/solid/mouse.svg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D:/pasar_fix/node_modules/.bun/@fortawesome+fontawesome-free@7.2.0/node_modules/@fortawesome/fontawesome-free/svgs/solid/mug-hot.svg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D:/pasar_fix/node_modules/.bun/@fortawesome+fontawesome-free@7.2.0/node_modules/@fortawesome/fontawesome-free/svgs/solid/mug-saucer.svg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D:/pasar_fix/node_modules/.bun/@fortawesome+fontawesome-free@7.2.0/node_modules/@fortawesome/fontawesome-free/svgs/solid/multiply.svg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D:/pasar_fix/node_modules/.bun/@fortawesome+fontawesome-free@7.2.0/node_modules/@fortawesome/fontawesome-free/svgs/solid/museum.svg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D:/pasar_fix/node_modules/.bun/@fortawesome+fontawesome-free@7.2.0/node_modules/@fortawesome/fontawesome-free/svgs/solid/music.svg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D:/pasar_fix/node_modules/.bun/@fortawesome+fontawesome-free@7.2.0/node_modules/@fortawesome/fontawesome-free/svgs/solid/naira-sign.svg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D:/pasar_fix/node_modules/.bun/@fortawesome+fontawesome-free@7.2.0/node_modules/@fortawesome/fontawesome-free/svgs/solid/navicon.svg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D:/pasar_fix/node_modules/.bun/@fortawesome+fontawesome-free@7.2.0/node_modules/@fortawesome/fontawesome-free/svgs/solid/network-wired.svg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D:/pasar_fix/node_modules/.bun/@fortawesome+fontawesome-free@7.2.0/node_modules/@fortawesome/fontawesome-free/svgs/solid/neuter.svg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D:/pasar_fix/node_modules/.bun/@fortawesome+fontawesome-free@7.2.0/node_modules/@fortawesome/fontawesome-free/svgs/solid/newspaper.svg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D:/pasar_fix/node_modules/.bun/@fortawesome+fontawesome-free@7.2.0/node_modules/@fortawesome/fontawesome-free/svgs/solid/non-binary.svg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D:/pasar_fix/node_modules/.bun/@fortawesome+fontawesome-free@7.2.0/node_modules/@fortawesome/fontawesome-free/svgs/solid/not-equal.svg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D:/pasar_fix/node_modules/.bun/@fortawesome+fontawesome-free@7.2.0/node_modules/@fortawesome/fontawesome-free/svgs/solid/notdef.svg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D:/pasar_fix/node_modules/.bun/@fortawesome+fontawesome-free@7.2.0/node_modules/@fortawesome/fontawesome-free/svgs/solid/note-sticky.svg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D:/pasar_fix/node_modules/.bun/@fortawesome+fontawesome-free@7.2.0/node_modules/@fortawesome/fontawesome-free/svgs/solid/notes-medical.svg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D:/pasar_fix/node_modules/.bun/@fortawesome+fontawesome-free@7.2.0/node_modules/@fortawesome/fontawesome-free/svgs/solid/object-group.svg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D:/pasar_fix/node_modules/.bun/@fortawesome+fontawesome-free@7.2.0/node_modules/@fortawesome/fontawesome-free/svgs/solid/object-ungroup.svg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D:/pasar_fix/node_modules/.bun/@fortawesome+fontawesome-free@7.2.0/node_modules/@fortawesome/fontawesome-free/svgs/solid/octagon.svg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D:/pasar_fix/node_modules/.bun/@fortawesome+fontawesome-free@7.2.0/node_modules/@fortawesome/fontawesome-free/svgs/solid/oil-can.svg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D:/pasar_fix/node_modules/.bun/@fortawesome+fontawesome-free@7.2.0/node_modules/@fortawesome/fontawesome-free/svgs/solid/oil-well.svg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D:/pasar_fix/node_modules/.bun/@fortawesome+fontawesome-free@7.2.0/node_modules/@fortawesome/fontawesome-free/svgs/solid/om.svg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D:/pasar_fix/node_modules/.bun/@fortawesome+fontawesome-free@7.2.0/node_modules/@fortawesome/fontawesome-free/svgs/solid/otter.svg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D:/pasar_fix/node_modules/.bun/@fortawesome+fontawesome-free@7.2.0/node_modules/@fortawesome/fontawesome-free/svgs/solid/outdent.svg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D:/pasar_fix/node_modules/.bun/@fortawesome+fontawesome-free@7.2.0/node_modules/@fortawesome/fontawesome-free/svgs/solid/pager.svg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D:/pasar_fix/node_modules/.bun/@fortawesome+fontawesome-free@7.2.0/node_modules/@fortawesome/fontawesome-free/svgs/solid/paint-brush.svg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D:/pasar_fix/node_modules/.bun/@fortawesome+fontawesome-free@7.2.0/node_modules/@fortawesome/fontawesome-free/svgs/solid/paint-roller.svg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D:/pasar_fix/node_modules/.bun/@fortawesome+fontawesome-free@7.2.0/node_modules/@fortawesome/fontawesome-free/svgs/solid/paintbrush.svg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D:/pasar_fix/node_modules/.bun/@fortawesome+fontawesome-free@7.2.0/node_modules/@fortawesome/fontawesome-free/svgs/solid/palette.svg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D:/pasar_fix/node_modules/.bun/@fortawesome+fontawesome-free@7.2.0/node_modules/@fortawesome/fontawesome-free/svgs/solid/pallet.svg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D:/pasar_fix/node_modules/.bun/@fortawesome+fontawesome-free@7.2.0/node_modules/@fortawesome/fontawesome-free/svgs/solid/panorama.svg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D:/pasar_fix/node_modules/.bun/@fortawesome+fontawesome-free@7.2.0/node_modules/@fortawesome/fontawesome-free/svgs/solid/paper-plane.svg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D:/pasar_fix/node_modules/.bun/@fortawesome+fontawesome-free@7.2.0/node_modules/@fortawesome/fontawesome-free/svgs/solid/paperclip.svg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D:/pasar_fix/node_modules/.bun/@fortawesome+fontawesome-free@7.2.0/node_modules/@fortawesome/fontawesome-free/svgs/solid/parachute-box.svg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D:/pasar_fix/node_modules/.bun/@fortawesome+fontawesome-free@7.2.0/node_modules/@fortawesome/fontawesome-free/svgs/solid/paragraph.svg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D:/pasar_fix/node_modules/.bun/@fortawesome+fontawesome-free@7.2.0/node_modules/@fortawesome/fontawesome-free/svgs/solid/parking.svg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D:/pasar_fix/node_modules/.bun/@fortawesome+fontawesome-free@7.2.0/node_modules/@fortawesome/fontawesome-free/svgs/solid/passport.svg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D:/pasar_fix/node_modules/.bun/@fortawesome+fontawesome-free@7.2.0/node_modules/@fortawesome/fontawesome-free/svgs/solid/pastafarianism.svg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D:/pasar_fix/node_modules/.bun/@fortawesome+fontawesome-free@7.2.0/node_modules/@fortawesome/fontawesome-free/svgs/solid/paste.svg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D:/pasar_fix/node_modules/.bun/@fortawesome+fontawesome-free@7.2.0/node_modules/@fortawesome/fontawesome-free/svgs/solid/pause-circle.svg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D:/pasar_fix/node_modules/.bun/@fortawesome+fontawesome-free@7.2.0/node_modules/@fortawesome/fontawesome-free/svgs/solid/pause.svg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D:/pasar_fix/node_modules/.bun/@fortawesome+fontawesome-free@7.2.0/node_modules/@fortawesome/fontawesome-free/svgs/solid/paw.svg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D:/pasar_fix/node_modules/.bun/@fortawesome+fontawesome-free@7.2.0/node_modules/@fortawesome/fontawesome-free/svgs/solid/peace.svg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D:/pasar_fix/node_modules/.bun/@fortawesome+fontawesome-free@7.2.0/node_modules/@fortawesome/fontawesome-free/svgs/solid/pen-alt.svg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D:/pasar_fix/node_modules/.bun/@fortawesome+fontawesome-free@7.2.0/node_modules/@fortawesome/fontawesome-free/svgs/solid/pen-clip.svg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D:/pasar_fix/node_modules/.bun/@fortawesome+fontawesome-free@7.2.0/node_modules/@fortawesome/fontawesome-free/svgs/solid/pen-fancy.svg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D:/pasar_fix/node_modules/.bun/@fortawesome+fontawesome-free@7.2.0/node_modules/@fortawesome/fontawesome-free/svgs/solid/pen-nib.svg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D:/pasar_fix/node_modules/.bun/@fortawesome+fontawesome-free@7.2.0/node_modules/@fortawesome/fontawesome-free/svgs/solid/pen-ruler.svg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D:/pasar_fix/node_modules/.bun/@fortawesome+fontawesome-free@7.2.0/node_modules/@fortawesome/fontawesome-free/svgs/solid/pen-square.svg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D:/pasar_fix/node_modules/.bun/@fortawesome+fontawesome-free@7.2.0/node_modules/@fortawesome/fontawesome-free/svgs/solid/pen-to-square.svg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D:/pasar_fix/node_modules/.bun/@fortawesome+fontawesome-free@7.2.0/node_modules/@fortawesome/fontawesome-free/svgs/solid/pen.svg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D:/pasar_fix/node_modules/.bun/@fortawesome+fontawesome-free@7.2.0/node_modules/@fortawesome/fontawesome-free/svgs/solid/pencil-alt.svg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D:/pasar_fix/node_modules/.bun/@fortawesome+fontawesome-free@7.2.0/node_modules/@fortawesome/fontawesome-free/svgs/solid/pencil-ruler.svg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D:/pasar_fix/node_modules/.bun/@fortawesome+fontawesome-free@7.2.0/node_modules/@fortawesome/fontawesome-free/svgs/solid/pencil-square.svg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D:/pasar_fix/node_modules/.bun/@fortawesome+fontawesome-free@7.2.0/node_modules/@fortawesome/fontawesome-free/svgs/solid/pencil.svg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D:/pasar_fix/node_modules/.bun/@fortawesome+fontawesome-free@7.2.0/node_modules/@fortawesome/fontawesome-free/svgs/solid/pentagon.svg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D:/pasar_fix/node_modules/.bun/@fortawesome+fontawesome-free@7.2.0/node_modules/@fortawesome/fontawesome-free/svgs/solid/people-arrows-left-right.svg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D:/pasar_fix/node_modules/.bun/@fortawesome+fontawesome-free@7.2.0/node_modules/@fortawesome/fontawesome-free/svgs/solid/people-arrows.svg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D:/pasar_fix/node_modules/.bun/@fortawesome+fontawesome-free@7.2.0/node_modules/@fortawesome/fontawesome-free/svgs/solid/people-carry-box.svg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D:/pasar_fix/node_modules/.bun/@fortawesome+fontawesome-free@7.2.0/node_modules/@fortawesome/fontawesome-free/svgs/solid/people-carry.svg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D:/pasar_fix/node_modules/.bun/@fortawesome+fontawesome-free@7.2.0/node_modules/@fortawesome/fontawesome-free/svgs/solid/people-group.svg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D:/pasar_fix/node_modules/.bun/@fortawesome+fontawesome-free@7.2.0/node_modules/@fortawesome/fontawesome-free/svgs/solid/people-line.svg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D:/pasar_fix/node_modules/.bun/@fortawesome+fontawesome-free@7.2.0/node_modules/@fortawesome/fontawesome-free/svgs/solid/people-pulling.svg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D:/pasar_fix/node_modules/.bun/@fortawesome+fontawesome-free@7.2.0/node_modules/@fortawesome/fontawesome-free/svgs/solid/people-robbery.svg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D:/pasar_fix/node_modules/.bun/@fortawesome+fontawesome-free@7.2.0/node_modules/@fortawesome/fontawesome-free/svgs/solid/people-roof.svg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D:/pasar_fix/node_modules/.bun/@fortawesome+fontawesome-free@7.2.0/node_modules/@fortawesome/fontawesome-free/svgs/solid/pepper-hot.svg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D:/pasar_fix/node_modules/.bun/@fortawesome+fontawesome-free@7.2.0/node_modules/@fortawesome/fontawesome-free/svgs/solid/percent.svg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D:/pasar_fix/node_modules/.bun/@fortawesome+fontawesome-free@7.2.0/node_modules/@fortawesome/fontawesome-free/svgs/solid/percentage.svg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D:/pasar_fix/node_modules/.bun/@fortawesome+fontawesome-free@7.2.0/node_modules/@fortawesome/fontawesome-free/svgs/solid/person-arrow-down-to-line.svg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D:/pasar_fix/node_modules/.bun/@fortawesome+fontawesome-free@7.2.0/node_modules/@fortawesome/fontawesome-free/svgs/solid/person-arrow-up-from-line.svg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D:/pasar_fix/node_modules/.bun/@fortawesome+fontawesome-free@7.2.0/node_modules/@fortawesome/fontawesome-free/svgs/solid/person-biking.svg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D:/pasar_fix/node_modules/.bun/@fortawesome+fontawesome-free@7.2.0/node_modules/@fortawesome/fontawesome-free/svgs/solid/person-booth.svg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D:/pasar_fix/node_modules/.bun/@fortawesome+fontawesome-free@7.2.0/node_modules/@fortawesome/fontawesome-free/svgs/solid/person-breastfeeding.svg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D:/pasar_fix/node_modules/.bun/@fortawesome+fontawesome-free@7.2.0/node_modules/@fortawesome/fontawesome-free/svgs/solid/person-burst.svg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D:/pasar_fix/node_modules/.bun/@fortawesome+fontawesome-free@7.2.0/node_modules/@fortawesome/fontawesome-free/svgs/solid/person-cane.svg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D:/pasar_fix/node_modules/.bun/@fortawesome+fontawesome-free@7.2.0/node_modules/@fortawesome/fontawesome-free/svgs/solid/person-chalkboard.svg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D:/pasar_fix/node_modules/.bun/@fortawesome+fontawesome-free@7.2.0/node_modules/@fortawesome/fontawesome-free/svgs/solid/person-circle-check.svg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D:/pasar_fix/node_modules/.bun/@fortawesome+fontawesome-free@7.2.0/node_modules/@fortawesome/fontawesome-free/svgs/solid/person-circle-exclamation.svg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D:/pasar_fix/node_modules/.bun/@fortawesome+fontawesome-free@7.2.0/node_modules/@fortawesome/fontawesome-free/svgs/solid/person-circle-minus.svg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D:/pasar_fix/node_modules/.bun/@fortawesome+fontawesome-free@7.2.0/node_modules/@fortawesome/fontawesome-free/svgs/solid/person-circle-plus.svg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D:/pasar_fix/node_modules/.bun/@fortawesome+fontawesome-free@7.2.0/node_modules/@fortawesome/fontawesome-free/svgs/solid/person-circle-question.svg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D:/pasar_fix/node_modules/.bun/@fortawesome+fontawesome-free@7.2.0/node_modules/@fortawesome/fontawesome-free/svgs/solid/person-circle-xmark.svg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D:/pasar_fix/node_modules/.bun/@fortawesome+fontawesome-free@7.2.0/node_modules/@fortawesome/fontawesome-free/svgs/solid/person-digging.svg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D:/pasar_fix/node_modules/.bun/@fortawesome+fontawesome-free@7.2.0/node_modules/@fortawesome/fontawesome-free/svgs/solid/person-dots-from-line.svg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D:/pasar_fix/node_modules/.bun/@fortawesome+fontawesome-free@7.2.0/node_modules/@fortawesome/fontawesome-free/svgs/solid/person-dress-burst.svg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D:/pasar_fix/node_modules/.bun/@fortawesome+fontawesome-free@7.2.0/node_modules/@fortawesome/fontawesome-free/svgs/solid/person-dress.svg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D:/pasar_fix/node_modules/.bun/@fortawesome+fontawesome-free@7.2.0/node_modules/@fortawesome/fontawesome-free/svgs/solid/person-drowning.svg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D:/pasar_fix/node_modules/.bun/@fortawesome+fontawesome-free@7.2.0/node_modules/@fortawesome/fontawesome-free/svgs/solid/person-falling-burst.svg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D:/pasar_fix/node_modules/.bun/@fortawesome+fontawesome-free@7.2.0/node_modules/@fortawesome/fontawesome-free/svgs/solid/person-falling.svg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D:/pasar_fix/node_modules/.bun/@fortawesome+fontawesome-free@7.2.0/node_modules/@fortawesome/fontawesome-free/svgs/solid/person-half-dress.svg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D:/pasar_fix/node_modules/.bun/@fortawesome+fontawesome-free@7.2.0/node_modules/@fortawesome/fontawesome-free/svgs/solid/person-harassing.svg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D:/pasar_fix/node_modules/.bun/@fortawesome+fontawesome-free@7.2.0/node_modules/@fortawesome/fontawesome-free/svgs/solid/person-hiking.svg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D:/pasar_fix/node_modules/.bun/@fortawesome+fontawesome-free@7.2.0/node_modules/@fortawesome/fontawesome-free/svgs/solid/person-military-pointing.svg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D:/pasar_fix/node_modules/.bun/@fortawesome+fontawesome-free@7.2.0/node_modules/@fortawesome/fontawesome-free/svgs/solid/person-military-rifle.svg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D:/pasar_fix/node_modules/.bun/@fortawesome+fontawesome-free@7.2.0/node_modules/@fortawesome/fontawesome-free/svgs/solid/person-military-to-person.svg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D:/pasar_fix/node_modules/.bun/@fortawesome+fontawesome-free@7.2.0/node_modules/@fortawesome/fontawesome-free/svgs/solid/person-praying.svg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D:/pasar_fix/node_modules/.bun/@fortawesome+fontawesome-free@7.2.0/node_modules/@fortawesome/fontawesome-free/svgs/solid/person-pregnant.svg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D:/pasar_fix/node_modules/.bun/@fortawesome+fontawesome-free@7.2.0/node_modules/@fortawesome/fontawesome-free/svgs/solid/person-rays.svg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D:/pasar_fix/node_modules/.bun/@fortawesome+fontawesome-free@7.2.0/node_modules/@fortawesome/fontawesome-free/svgs/solid/person-rifle.svg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D:/pasar_fix/node_modules/.bun/@fortawesome+fontawesome-free@7.2.0/node_modules/@fortawesome/fontawesome-free/svgs/solid/person-running.svg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D:/pasar_fix/node_modules/.bun/@fortawesome+fontawesome-free@7.2.0/node_modules/@fortawesome/fontawesome-free/svgs/solid/person-shelter.svg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D:/pasar_fix/node_modules/.bun/@fortawesome+fontawesome-free@7.2.0/node_modules/@fortawesome/fontawesome-free/svgs/solid/person-skating.svg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D:/pasar_fix/node_modules/.bun/@fortawesome+fontawesome-free@7.2.0/node_modules/@fortawesome/fontawesome-free/svgs/solid/person-skiing-nordic.svg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D:/pasar_fix/node_modules/.bun/@fortawesome+fontawesome-free@7.2.0/node_modules/@fortawesome/fontawesome-free/svgs/solid/person-skiing.svg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D:/pasar_fix/node_modules/.bun/@fortawesome+fontawesome-free@7.2.0/node_modules/@fortawesome/fontawesome-free/svgs/solid/person-snowboarding.svg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D:/pasar_fix/node_modules/.bun/@fortawesome+fontawesome-free@7.2.0/node_modules/@fortawesome/fontawesome-free/svgs/solid/person-swimming.svg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D:/pasar_fix/node_modules/.bun/@fortawesome+fontawesome-free@7.2.0/node_modules/@fortawesome/fontawesome-free/svgs/solid/person-through-window.svg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D:/pasar_fix/node_modules/.bun/@fortawesome+fontawesome-free@7.2.0/node_modules/@fortawesome/fontawesome-free/svgs/solid/person-walking-arrow-loop-left.svg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D:/pasar_fix/node_modules/.bun/@fortawesome+fontawesome-free@7.2.0/node_modules/@fortawesome/fontawesome-free/svgs/solid/person-walking-arrow-right.svg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D:/pasar_fix/node_modules/.bun/@fortawesome+fontawesome-free@7.2.0/node_modules/@fortawesome/fontawesome-free/svgs/solid/person-walking-dashed-line-arrow-right.svg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D:/pasar_fix/node_modules/.bun/@fortawesome+fontawesome-free@7.2.0/node_modules/@fortawesome/fontawesome-free/svgs/solid/person-walking-luggage.svg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D:/pasar_fix/node_modules/.bun/@fortawesome+fontawesome-free@7.2.0/node_modules/@fortawesome/fontawesome-free/svgs/solid/person-walking-with-cane.svg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D:/pasar_fix/node_modules/.bun/@fortawesome+fontawesome-free@7.2.0/node_modules/@fortawesome/fontawesome-free/svgs/solid/person-walking.svg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D:/pasar_fix/node_modules/.bun/@fortawesome+fontawesome-free@7.2.0/node_modules/@fortawesome/fontawesome-free/svgs/solid/person.svg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D:/pasar_fix/node_modules/.bun/@fortawesome+fontawesome-free@7.2.0/node_modules/@fortawesome/fontawesome-free/svgs/solid/peseta-sign.svg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D:/pasar_fix/node_modules/.bun/@fortawesome+fontawesome-free@7.2.0/node_modules/@fortawesome/fontawesome-free/svgs/solid/peso-sign.svg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D:/pasar_fix/node_modules/.bun/@fortawesome+fontawesome-free@7.2.0/node_modules/@fortawesome/fontawesome-free/svgs/solid/phone-alt.svg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D:/pasar_fix/node_modules/.bun/@fortawesome+fontawesome-free@7.2.0/node_modules/@fortawesome/fontawesome-free/svgs/solid/phone-flip.svg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D:/pasar_fix/node_modules/.bun/@fortawesome+fontawesome-free@7.2.0/node_modules/@fortawesome/fontawesome-free/svgs/solid/phone-slash.svg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D:/pasar_fix/node_modules/.bun/@fortawesome+fontawesome-free@7.2.0/node_modules/@fortawesome/fontawesome-free/svgs/solid/phone-square-alt.svg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D:/pasar_fix/node_modules/.bun/@fortawesome+fontawesome-free@7.2.0/node_modules/@fortawesome/fontawesome-free/svgs/solid/phone-square.svg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D:/pasar_fix/node_modules/.bun/@fortawesome+fontawesome-free@7.2.0/node_modules/@fortawesome/fontawesome-free/svgs/solid/phone-volume.svg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D:/pasar_fix/node_modules/.bun/@fortawesome+fontawesome-free@7.2.0/node_modules/@fortawesome/fontawesome-free/svgs/solid/phone.svg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D:/pasar_fix/node_modules/.bun/@fortawesome+fontawesome-free@7.2.0/node_modules/@fortawesome/fontawesome-free/svgs/solid/photo-film.svg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D:/pasar_fix/node_modules/.bun/@fortawesome+fontawesome-free@7.2.0/node_modules/@fortawesome/fontawesome-free/svgs/solid/photo-video.svg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D:/pasar_fix/node_modules/.bun/@fortawesome+fontawesome-free@7.2.0/node_modules/@fortawesome/fontawesome-free/svgs/solid/picture-in-picture.svg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D:/pasar_fix/node_modules/.bun/@fortawesome+fontawesome-free@7.2.0/node_modules/@fortawesome/fontawesome-free/svgs/solid/pie-chart.svg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D:/pasar_fix/node_modules/.bun/@fortawesome+fontawesome-free@7.2.0/node_modules/@fortawesome/fontawesome-free/svgs/solid/piggy-bank.svg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D:/pasar_fix/node_modules/.bun/@fortawesome+fontawesome-free@7.2.0/node_modules/@fortawesome/fontawesome-free/svgs/solid/pills.svg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D:/pasar_fix/node_modules/.bun/@fortawesome+fontawesome-free@7.2.0/node_modules/@fortawesome/fontawesome-free/svgs/solid/ping-pong-paddle-ball.svg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D:/pasar_fix/node_modules/.bun/@fortawesome+fontawesome-free@7.2.0/node_modules/@fortawesome/fontawesome-free/svgs/solid/pisces.svg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D:/pasar_fix/node_modules/.bun/@fortawesome+fontawesome-free@7.2.0/node_modules/@fortawesome/fontawesome-free/svgs/solid/pizza-slice.svg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D:/pasar_fix/node_modules/.bun/@fortawesome+fontawesome-free@7.2.0/node_modules/@fortawesome/fontawesome-free/svgs/solid/place-of-worship.svg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D:/pasar_fix/node_modules/.bun/@fortawesome+fontawesome-free@7.2.0/node_modules/@fortawesome/fontawesome-free/svgs/solid/plane-arrival.svg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D:/pasar_fix/node_modules/.bun/@fortawesome+fontawesome-free@7.2.0/node_modules/@fortawesome/fontawesome-free/svgs/solid/plane-circle-check.svg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D:/pasar_fix/node_modules/.bun/@fortawesome+fontawesome-free@7.2.0/node_modules/@fortawesome/fontawesome-free/svgs/solid/plane-circle-exclamation.svg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D:/pasar_fix/node_modules/.bun/@fortawesome+fontawesome-free@7.2.0/node_modules/@fortawesome/fontawesome-free/svgs/solid/plane-circle-xmark.svg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D:/pasar_fix/node_modules/.bun/@fortawesome+fontawesome-free@7.2.0/node_modules/@fortawesome/fontawesome-free/svgs/solid/plane-departure.svg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D:/pasar_fix/node_modules/.bun/@fortawesome+fontawesome-free@7.2.0/node_modules/@fortawesome/fontawesome-free/svgs/solid/plane-lock.svg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D:/pasar_fix/node_modules/.bun/@fortawesome+fontawesome-free@7.2.0/node_modules/@fortawesome/fontawesome-free/svgs/solid/plane-slash.svg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D:/pasar_fix/node_modules/.bun/@fortawesome+fontawesome-free@7.2.0/node_modules/@fortawesome/fontawesome-free/svgs/solid/plane-up.svg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D:/pasar_fix/node_modules/.bun/@fortawesome+fontawesome-free@7.2.0/node_modules/@fortawesome/fontawesome-free/svgs/solid/plane.svg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D:/pasar_fix/node_modules/.bun/@fortawesome+fontawesome-free@7.2.0/node_modules/@fortawesome/fontawesome-free/svgs/solid/plant-wilt.svg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D:/pasar_fix/node_modules/.bun/@fortawesome+fontawesome-free@7.2.0/node_modules/@fortawesome/fontawesome-free/svgs/solid/plate-wheat.svg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D:/pasar_fix/node_modules/.bun/@fortawesome+fontawesome-free@7.2.0/node_modules/@fortawesome/fontawesome-free/svgs/solid/play-circle.svg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D:/pasar_fix/node_modules/.bun/@fortawesome+fontawesome-free@7.2.0/node_modules/@fortawesome/fontawesome-free/svgs/solid/play.svg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D:/pasar_fix/node_modules/.bun/@fortawesome+fontawesome-free@7.2.0/node_modules/@fortawesome/fontawesome-free/svgs/solid/plug-circle-bolt.svg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D:/pasar_fix/node_modules/.bun/@fortawesome+fontawesome-free@7.2.0/node_modules/@fortawesome/fontawesome-free/svgs/solid/plug-circle-check.svg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D:/pasar_fix/node_modules/.bun/@fortawesome+fontawesome-free@7.2.0/node_modules/@fortawesome/fontawesome-free/svgs/solid/plug-circle-exclamation.svg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D:/pasar_fix/node_modules/.bun/@fortawesome+fontawesome-free@7.2.0/node_modules/@fortawesome/fontawesome-free/svgs/solid/plug-circle-minus.svg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D:/pasar_fix/node_modules/.bun/@fortawesome+fontawesome-free@7.2.0/node_modules/@fortawesome/fontawesome-free/svgs/solid/plug-circle-plus.svg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D:/pasar_fix/node_modules/.bun/@fortawesome+fontawesome-free@7.2.0/node_modules/@fortawesome/fontawesome-free/svgs/solid/plug-circle-xmark.svg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D:/pasar_fix/node_modules/.bun/@fortawesome+fontawesome-free@7.2.0/node_modules/@fortawesome/fontawesome-free/svgs/solid/plug.svg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D:/pasar_fix/node_modules/.bun/@fortawesome+fontawesome-free@7.2.0/node_modules/@fortawesome/fontawesome-free/svgs/solid/plus-circle.svg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D:/pasar_fix/node_modules/.bun/@fortawesome+fontawesome-free@7.2.0/node_modules/@fortawesome/fontawesome-free/svgs/solid/plus-minus.svg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D:/pasar_fix/node_modules/.bun/@fortawesome+fontawesome-free@7.2.0/node_modules/@fortawesome/fontawesome-free/svgs/solid/plus-square.svg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D:/pasar_fix/node_modules/.bun/@fortawesome+fontawesome-free@7.2.0/node_modules/@fortawesome/fontawesome-free/svgs/solid/plus.svg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D:/pasar_fix/node_modules/.bun/@fortawesome+fontawesome-free@7.2.0/node_modules/@fortawesome/fontawesome-free/svgs/solid/podcast.svg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D:/pasar_fix/node_modules/.bun/@fortawesome+fontawesome-free@7.2.0/node_modules/@fortawesome/fontawesome-free/svgs/solid/poll-h.svg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D:/pasar_fix/node_modules/.bun/@fortawesome+fontawesome-free@7.2.0/node_modules/@fortawesome/fontawesome-free/svgs/solid/poll.svg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D:/pasar_fix/node_modules/.bun/@fortawesome+fontawesome-free@7.2.0/node_modules/@fortawesome/fontawesome-free/svgs/solid/poo-bolt.svg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D:/pasar_fix/node_modules/.bun/@fortawesome+fontawesome-free@7.2.0/node_modules/@fortawesome/fontawesome-free/svgs/solid/poo-storm.svg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D:/pasar_fix/node_modules/.bun/@fortawesome+fontawesome-free@7.2.0/node_modules/@fortawesome/fontawesome-free/svgs/solid/poo.svg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D:/pasar_fix/node_modules/.bun/@fortawesome+fontawesome-free@7.2.0/node_modules/@fortawesome/fontawesome-free/svgs/solid/poop.svg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D:/pasar_fix/node_modules/.bun/@fortawesome+fontawesome-free@7.2.0/node_modules/@fortawesome/fontawesome-free/svgs/solid/portrait.svg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D:/pasar_fix/node_modules/.bun/@fortawesome+fontawesome-free@7.2.0/node_modules/@fortawesome/fontawesome-free/svgs/solid/pound-sign.svg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D:/pasar_fix/node_modules/.bun/@fortawesome+fontawesome-free@7.2.0/node_modules/@fortawesome/fontawesome-free/svgs/solid/power-off.svg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D:/pasar_fix/node_modules/.bun/@fortawesome+fontawesome-free@7.2.0/node_modules/@fortawesome/fontawesome-free/svgs/solid/pray.svg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D:/pasar_fix/node_modules/.bun/@fortawesome+fontawesome-free@7.2.0/node_modules/@fortawesome/fontawesome-free/svgs/solid/praying-hands.svg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D:/pasar_fix/node_modules/.bun/@fortawesome+fontawesome-free@7.2.0/node_modules/@fortawesome/fontawesome-free/svgs/solid/prescription-bottle-alt.svg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D:/pasar_fix/node_modules/.bun/@fortawesome+fontawesome-free@7.2.0/node_modules/@fortawesome/fontawesome-free/svgs/solid/prescription-bottle-medical.svg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D:/pasar_fix/node_modules/.bun/@fortawesome+fontawesome-free@7.2.0/node_modules/@fortawesome/fontawesome-free/svgs/solid/prescription-bottle.svg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D:/pasar_fix/node_modules/.bun/@fortawesome+fontawesome-free@7.2.0/node_modules/@fortawesome/fontawesome-free/svgs/solid/prescription.svg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D:/pasar_fix/node_modules/.bun/@fortawesome+fontawesome-free@7.2.0/node_modules/@fortawesome/fontawesome-free/svgs/solid/print.svg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D:/pasar_fix/node_modules/.bun/@fortawesome+fontawesome-free@7.2.0/node_modules/@fortawesome/fontawesome-free/svgs/solid/procedures.svg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D:/pasar_fix/node_modules/.bun/@fortawesome+fontawesome-free@7.2.0/node_modules/@fortawesome/fontawesome-free/svgs/solid/project-diagram.svg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D:/pasar_fix/node_modules/.bun/@fortawesome+fontawesome-free@7.2.0/node_modules/@fortawesome/fontawesome-free/svgs/solid/pump-medical.svg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D:/pasar_fix/node_modules/.bun/@fortawesome+fontawesome-free@7.2.0/node_modules/@fortawesome/fontawesome-free/svgs/solid/pump-soap.svg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D:/pasar_fix/node_modules/.bun/@fortawesome+fontawesome-free@7.2.0/node_modules/@fortawesome/fontawesome-free/svgs/solid/puzzle-piece.svg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D:/pasar_fix/node_modules/.bun/@fortawesome+fontawesome-free@7.2.0/node_modules/@fortawesome/fontawesome-free/svgs/solid/q.svg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D:/pasar_fix/node_modules/.bun/@fortawesome+fontawesome-free@7.2.0/node_modules/@fortawesome/fontawesome-free/svgs/solid/qrcode.svg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D:/pasar_fix/node_modules/.bun/@fortawesome+fontawesome-free@7.2.0/node_modules/@fortawesome/fontawesome-free/svgs/solid/question-circle.svg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D:/pasar_fix/node_modules/.bun/@fortawesome+fontawesome-free@7.2.0/node_modules/@fortawesome/fontawesome-free/svgs/solid/question.svg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D:/pasar_fix/node_modules/.bun/@fortawesome+fontawesome-free@7.2.0/node_modules/@fortawesome/fontawesome-free/svgs/solid/quidditch-broom-ball.svg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D:/pasar_fix/node_modules/.bun/@fortawesome+fontawesome-free@7.2.0/node_modules/@fortawesome/fontawesome-free/svgs/solid/quidditch.svg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D:/pasar_fix/node_modules/.bun/@fortawesome+fontawesome-free@7.2.0/node_modules/@fortawesome/fontawesome-free/svgs/solid/quote-left-alt.svg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D:/pasar_fix/node_modules/.bun/@fortawesome+fontawesome-free@7.2.0/node_modules/@fortawesome/fontawesome-free/svgs/solid/quote-left.svg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D:/pasar_fix/node_modules/.bun/@fortawesome+fontawesome-free@7.2.0/node_modules/@fortawesome/fontawesome-free/svgs/solid/quote-right-alt.svg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D:/pasar_fix/node_modules/.bun/@fortawesome+fontawesome-free@7.2.0/node_modules/@fortawesome/fontawesome-free/svgs/solid/quote-right.svg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D:/pasar_fix/node_modules/.bun/@fortawesome+fontawesome-free@7.2.0/node_modules/@fortawesome/fontawesome-free/svgs/solid/quran.svg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D:/pasar_fix/node_modules/.bun/@fortawesome+fontawesome-free@7.2.0/node_modules/@fortawesome/fontawesome-free/svgs/solid/radiation-alt.svg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D:/pasar_fix/node_modules/.bun/@fortawesome+fontawesome-free@7.2.0/node_modules/@fortawesome/fontawesome-free/svgs/solid/radiation.svg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D:/pasar_fix/node_modules/.bun/@fortawesome+fontawesome-free@7.2.0/node_modules/@fortawesome/fontawesome-free/svgs/solid/radio.svg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D:/pasar_fix/node_modules/.bun/@fortawesome+fontawesome-free@7.2.0/node_modules/@fortawesome/fontawesome-free/svgs/solid/rainbow.svg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D:/pasar_fix/node_modules/.bun/@fortawesome+fontawesome-free@7.2.0/node_modules/@fortawesome/fontawesome-free/svgs/solid/random.svg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D:/pasar_fix/node_modules/.bun/@fortawesome+fontawesome-free@7.2.0/node_modules/@fortawesome/fontawesome-free/svgs/solid/ranking-star.svg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D:/pasar_fix/node_modules/.bun/@fortawesome+fontawesome-free@7.2.0/node_modules/@fortawesome/fontawesome-free/svgs/solid/receipt.svg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D:/pasar_fix/node_modules/.bun/@fortawesome+fontawesome-free@7.2.0/node_modules/@fortawesome/fontawesome-free/svgs/solid/record-vinyl.svg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D:/pasar_fix/node_modules/.bun/@fortawesome+fontawesome-free@7.2.0/node_modules/@fortawesome/fontawesome-free/svgs/solid/rectangle-ad.svg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D:/pasar_fix/node_modules/.bun/@fortawesome+fontawesome-free@7.2.0/node_modules/@fortawesome/fontawesome-free/svgs/solid/rectangle-list.svg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D:/pasar_fix/node_modules/.bun/@fortawesome+fontawesome-free@7.2.0/node_modules/@fortawesome/fontawesome-free/svgs/solid/rectangle-times.svg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D:/pasar_fix/node_modules/.bun/@fortawesome+fontawesome-free@7.2.0/node_modules/@fortawesome/fontawesome-free/svgs/solid/rectangle-xmark.svg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D:/pasar_fix/node_modules/.bun/@fortawesome+fontawesome-free@7.2.0/node_modules/@fortawesome/fontawesome-free/svgs/solid/recycle.svg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D:/pasar_fix/node_modules/.bun/@fortawesome+fontawesome-free@7.2.0/node_modules/@fortawesome/fontawesome-free/svgs/solid/redo-alt.svg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D:/pasar_fix/node_modules/.bun/@fortawesome+fontawesome-free@7.2.0/node_modules/@fortawesome/fontawesome-free/svgs/solid/redo.svg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D:/pasar_fix/node_modules/.bun/@fortawesome+fontawesome-free@7.2.0/node_modules/@fortawesome/fontawesome-free/svgs/solid/refresh.svg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D:/pasar_fix/node_modules/.bun/@fortawesome+fontawesome-free@7.2.0/node_modules/@fortawesome/fontawesome-free/svgs/solid/registered.svg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D:/pasar_fix/node_modules/.bun/@fortawesome+fontawesome-free@7.2.0/node_modules/@fortawesome/fontawesome-free/svgs/solid/remove-format.svg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D:/pasar_fix/node_modules/.bun/@fortawesome+fontawesome-free@7.2.0/node_modules/@fortawesome/fontawesome-free/svgs/solid/remove.svg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D:/pasar_fix/node_modules/.bun/@fortawesome+fontawesome-free@7.2.0/node_modules/@fortawesome/fontawesome-free/svgs/solid/reorder.svg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D:/pasar_fix/node_modules/.bun/@fortawesome+fontawesome-free@7.2.0/node_modules/@fortawesome/fontawesome-free/svgs/solid/repeat.svg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D:/pasar_fix/node_modules/.bun/@fortawesome+fontawesome-free@7.2.0/node_modules/@fortawesome/fontawesome-free/svgs/solid/reply-all.svg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D:/pasar_fix/node_modules/.bun/@fortawesome+fontawesome-free@7.2.0/node_modules/@fortawesome/fontawesome-free/svgs/solid/reply.svg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D:/pasar_fix/node_modules/.bun/@fortawesome+fontawesome-free@7.2.0/node_modules/@fortawesome/fontawesome-free/svgs/solid/republican.svg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D:/pasar_fix/node_modules/.bun/@fortawesome+fontawesome-free@7.2.0/node_modules/@fortawesome/fontawesome-free/svgs/solid/restroom.svg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D:/pasar_fix/node_modules/.bun/@fortawesome+fontawesome-free@7.2.0/node_modules/@fortawesome/fontawesome-free/svgs/solid/retweet.svg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D:/pasar_fix/node_modules/.bun/@fortawesome+fontawesome-free@7.2.0/node_modules/@fortawesome/fontawesome-free/svgs/solid/ribbon.svg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D:/pasar_fix/node_modules/.bun/@fortawesome+fontawesome-free@7.2.0/node_modules/@fortawesome/fontawesome-free/svgs/solid/right-from-bracket.svg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D:/pasar_fix/node_modules/.bun/@fortawesome+fontawesome-free@7.2.0/node_modules/@fortawesome/fontawesome-free/svgs/solid/right-left.svg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D:/pasar_fix/node_modules/.bun/@fortawesome+fontawesome-free@7.2.0/node_modules/@fortawesome/fontawesome-free/svgs/solid/right-long.svg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D:/pasar_fix/node_modules/.bun/@fortawesome+fontawesome-free@7.2.0/node_modules/@fortawesome/fontawesome-free/svgs/solid/right-to-bracket.svg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D:/pasar_fix/node_modules/.bun/@fortawesome+fontawesome-free@7.2.0/node_modules/@fortawesome/fontawesome-free/svgs/solid/ring.svg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D:/pasar_fix/node_modules/.bun/@fortawesome+fontawesome-free@7.2.0/node_modules/@fortawesome/fontawesome-free/svgs/solid/rmb.svg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D:/pasar_fix/node_modules/.bun/@fortawesome+fontawesome-free@7.2.0/node_modules/@fortawesome/fontawesome-free/svgs/solid/road-barrier.svg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D:/pasar_fix/node_modules/.bun/@fortawesome+fontawesome-free@7.2.0/node_modules/@fortawesome/fontawesome-free/svgs/solid/road-bridge.svg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D:/pasar_fix/node_modules/.bun/@fortawesome+fontawesome-free@7.2.0/node_modules/@fortawesome/fontawesome-free/svgs/solid/road-circle-check.svg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D:/pasar_fix/node_modules/.bun/@fortawesome+fontawesome-free@7.2.0/node_modules/@fortawesome/fontawesome-free/svgs/solid/road-circle-exclamation.svg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D:/pasar_fix/node_modules/.bun/@fortawesome+fontawesome-free@7.2.0/node_modules/@fortawesome/fontawesome-free/svgs/solid/road-circle-xmark.svg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D:/pasar_fix/node_modules/.bun/@fortawesome+fontawesome-free@7.2.0/node_modules/@fortawesome/fontawesome-free/svgs/solid/road-lock.svg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D:/pasar_fix/node_modules/.bun/@fortawesome+fontawesome-free@7.2.0/node_modules/@fortawesome/fontawesome-free/svgs/solid/road-spikes.svg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D:/pasar_fix/node_modules/.bun/@fortawesome+fontawesome-free@7.2.0/node_modules/@fortawesome/fontawesome-free/svgs/solid/road.svg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D:/pasar_fix/node_modules/.bun/@fortawesome+fontawesome-free@7.2.0/node_modules/@fortawesome/fontawesome-free/svgs/solid/robot.svg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D:/pasar_fix/node_modules/.bun/@fortawesome+fontawesome-free@7.2.0/node_modules/@fortawesome/fontawesome-free/svgs/solid/rocket.svg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D:/pasar_fix/node_modules/.bun/@fortawesome+fontawesome-free@7.2.0/node_modules/@fortawesome/fontawesome-free/svgs/solid/rod-asclepius.svg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D:/pasar_fix/node_modules/.bun/@fortawesome+fontawesome-free@7.2.0/node_modules/@fortawesome/fontawesome-free/svgs/solid/rod-snake.svg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D:/pasar_fix/node_modules/.bun/@fortawesome+fontawesome-free@7.2.0/node_modules/@fortawesome/fontawesome-free/svgs/solid/rotate-back.svg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D:/pasar_fix/node_modules/.bun/@fortawesome+fontawesome-free@7.2.0/node_modules/@fortawesome/fontawesome-free/svgs/solid/rotate-backward.svg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D:/pasar_fix/node_modules/.bun/@fortawesome+fontawesome-free@7.2.0/node_modules/@fortawesome/fontawesome-free/svgs/solid/rotate-forward.svg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D:/pasar_fix/node_modules/.bun/@fortawesome+fontawesome-free@7.2.0/node_modules/@fortawesome/fontawesome-free/svgs/solid/rotate-left.svg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D:/pasar_fix/node_modules/.bun/@fortawesome+fontawesome-free@7.2.0/node_modules/@fortawesome/fontawesome-free/svgs/solid/rotate-right.svg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D:/pasar_fix/node_modules/.bun/@fortawesome+fontawesome-free@7.2.0/node_modules/@fortawesome/fontawesome-free/svgs/solid/rotate.svg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D:/pasar_fix/node_modules/.bun/@fortawesome+fontawesome-free@7.2.0/node_modules/@fortawesome/fontawesome-free/svgs/solid/rouble.svg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D:/pasar_fix/node_modules/.bun/@fortawesome+fontawesome-free@7.2.0/node_modules/@fortawesome/fontawesome-free/svgs/solid/route.svg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D:/pasar_fix/node_modules/.bun/@fortawesome+fontawesome-free@7.2.0/node_modules/@fortawesome/fontawesome-free/svgs/solid/rss-square.svg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D:/pasar_fix/node_modules/.bun/@fortawesome+fontawesome-free@7.2.0/node_modules/@fortawesome/fontawesome-free/svgs/solid/rss.svg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D:/pasar_fix/node_modules/.bun/@fortawesome+fontawesome-free@7.2.0/node_modules/@fortawesome/fontawesome-free/svgs/solid/rub.svg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D:/pasar_fix/node_modules/.bun/@fortawesome+fontawesome-free@7.2.0/node_modules/@fortawesome/fontawesome-free/svgs/solid/ruble-sign.svg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D:/pasar_fix/node_modules/.bun/@fortawesome+fontawesome-free@7.2.0/node_modules/@fortawesome/fontawesome-free/svgs/solid/ruble.svg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D:/pasar_fix/node_modules/.bun/@fortawesome+fontawesome-free@7.2.0/node_modules/@fortawesome/fontawesome-free/svgs/solid/rug.svg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D:/pasar_fix/node_modules/.bun/@fortawesome+fontawesome-free@7.2.0/node_modules/@fortawesome/fontawesome-free/svgs/solid/ruler-combined.svg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D:/pasar_fix/node_modules/.bun/@fortawesome+fontawesome-free@7.2.0/node_modules/@fortawesome/fontawesome-free/svgs/solid/ruler-horizontal.svg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D:/pasar_fix/node_modules/.bun/@fortawesome+fontawesome-free@7.2.0/node_modules/@fortawesome/fontawesome-free/svgs/solid/ruler-vertical.svg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D:/pasar_fix/node_modules/.bun/@fortawesome+fontawesome-free@7.2.0/node_modules/@fortawesome/fontawesome-free/svgs/solid/ruler.svg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D:/pasar_fix/node_modules/.bun/@fortawesome+fontawesome-free@7.2.0/node_modules/@fortawesome/fontawesome-free/svgs/solid/running.svg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D:/pasar_fix/node_modules/.bun/@fortawesome+fontawesome-free@7.2.0/node_modules/@fortawesome/fontawesome-free/svgs/solid/rupee-sign.svg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D:/pasar_fix/node_modules/.bun/@fortawesome+fontawesome-free@7.2.0/node_modules/@fortawesome/fontawesome-free/svgs/solid/rupee.svg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D:/pasar_fix/node_modules/.bun/@fortawesome+fontawesome-free@7.2.0/node_modules/@fortawesome/fontawesome-free/svgs/solid/rupiah-sign.svg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D:/pasar_fix/node_modules/.bun/@fortawesome+fontawesome-free@7.2.0/node_modules/@fortawesome/fontawesome-free/svgs/solid/sack-dollar.svg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D:/pasar_fix/node_modules/.bun/@fortawesome+fontawesome-free@7.2.0/node_modules/@fortawesome/fontawesome-free/svgs/solid/sack-xmark.svg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D:/pasar_fix/node_modules/.bun/@fortawesome+fontawesome-free@7.2.0/node_modules/@fortawesome/fontawesome-free/svgs/solid/sad-cry.svg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D:/pasar_fix/node_modules/.bun/@fortawesome+fontawesome-free@7.2.0/node_modules/@fortawesome/fontawesome-free/svgs/solid/sad-tear.svg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D:/pasar_fix/node_modules/.bun/@fortawesome+fontawesome-free@7.2.0/node_modules/@fortawesome/fontawesome-free/svgs/solid/sagittarius.svg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D:/pasar_fix/node_modules/.bun/@fortawesome+fontawesome-free@7.2.0/node_modules/@fortawesome/fontawesome-free/svgs/solid/sailboat.svg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D:/pasar_fix/node_modules/.bun/@fortawesome+fontawesome-free@7.2.0/node_modules/@fortawesome/fontawesome-free/svgs/solid/satellite-dish.svg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D:/pasar_fix/node_modules/.bun/@fortawesome+fontawesome-free@7.2.0/node_modules/@fortawesome/fontawesome-free/svgs/solid/satellite.svg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D:/pasar_fix/node_modules/.bun/@fortawesome+fontawesome-free@7.2.0/node_modules/@fortawesome/fontawesome-free/svgs/solid/save.svg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D:/pasar_fix/node_modules/.bun/@fortawesome+fontawesome-free@7.2.0/node_modules/@fortawesome/fontawesome-free/svgs/solid/scale-balanced.svg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D:/pasar_fix/node_modules/.bun/@fortawesome+fontawesome-free@7.2.0/node_modules/@fortawesome/fontawesome-free/svgs/solid/scale-unbalanced-flip.svg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D:/pasar_fix/node_modules/.bun/@fortawesome+fontawesome-free@7.2.0/node_modules/@fortawesome/fontawesome-free/svgs/solid/scale-unbalanced.svg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D:/pasar_fix/node_modules/.bun/@fortawesome+fontawesome-free@7.2.0/node_modules/@fortawesome/fontawesome-free/svgs/solid/school-circle-check.svg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D:/pasar_fix/node_modules/.bun/@fortawesome+fontawesome-free@7.2.0/node_modules/@fortawesome/fontawesome-free/svgs/solid/school-circle-exclamation.svg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D:/pasar_fix/node_modules/.bun/@fortawesome+fontawesome-free@7.2.0/node_modules/@fortawesome/fontawesome-free/svgs/solid/school-circle-xmark.svg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D:/pasar_fix/node_modules/.bun/@fortawesome+fontawesome-free@7.2.0/node_modules/@fortawesome/fontawesome-free/svgs/solid/school-flag.svg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D:/pasar_fix/node_modules/.bun/@fortawesome+fontawesome-free@7.2.0/node_modules/@fortawesome/fontawesome-free/svgs/solid/school-lock.svg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D:/pasar_fix/node_modules/.bun/@fortawesome+fontawesome-free@7.2.0/node_modules/@fortawesome/fontawesome-free/svgs/solid/school.svg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D:/pasar_fix/node_modules/.bun/@fortawesome+fontawesome-free@7.2.0/node_modules/@fortawesome/fontawesome-free/svgs/solid/scissors.svg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D:/pasar_fix/node_modules/.bun/@fortawesome+fontawesome-free@7.2.0/node_modules/@fortawesome/fontawesome-free/svgs/solid/scorpio.svg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D:/pasar_fix/node_modules/.bun/@fortawesome+fontawesome-free@7.2.0/node_modules/@fortawesome/fontawesome-free/svgs/solid/screwdriver-wrench.svg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D:/pasar_fix/node_modules/.bun/@fortawesome+fontawesome-free@7.2.0/node_modules/@fortawesome/fontawesome-free/svgs/solid/screwdriver.svg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D:/pasar_fix/node_modules/.bun/@fortawesome+fontawesome-free@7.2.0/node_modules/@fortawesome/fontawesome-free/svgs/solid/scroll-torah.svg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D:/pasar_fix/node_modules/.bun/@fortawesome+fontawesome-free@7.2.0/node_modules/@fortawesome/fontawesome-free/svgs/solid/scroll.svg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D:/pasar_fix/node_modules/.bun/@fortawesome+fontawesome-free@7.2.0/node_modules/@fortawesome/fontawesome-free/svgs/solid/sd-card.svg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D:/pasar_fix/node_modules/.bun/@fortawesome+fontawesome-free@7.2.0/node_modules/@fortawesome/fontawesome-free/svgs/solid/search-dollar.svg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D:/pasar_fix/node_modules/.bun/@fortawesome+fontawesome-free@7.2.0/node_modules/@fortawesome/fontawesome-free/svgs/solid/search-location.svg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D:/pasar_fix/node_modules/.bun/@fortawesome+fontawesome-free@7.2.0/node_modules/@fortawesome/fontawesome-free/svgs/solid/search-minus.svg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D:/pasar_fix/node_modules/.bun/@fortawesome+fontawesome-free@7.2.0/node_modules/@fortawesome/fontawesome-free/svgs/solid/search-plus.svg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D:/pasar_fix/node_modules/.bun/@fortawesome+fontawesome-free@7.2.0/node_modules/@fortawesome/fontawesome-free/svgs/solid/search.svg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D:/pasar_fix/node_modules/.bun/@fortawesome+fontawesome-free@7.2.0/node_modules/@fortawesome/fontawesome-free/svgs/solid/section.svg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D:/pasar_fix/node_modules/.bun/@fortawesome+fontawesome-free@7.2.0/node_modules/@fortawesome/fontawesome-free/svgs/solid/seedling.svg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D:/pasar_fix/node_modules/.bun/@fortawesome+fontawesome-free@7.2.0/node_modules/@fortawesome/fontawesome-free/svgs/solid/septagon.svg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D:/pasar_fix/node_modules/.bun/@fortawesome+fontawesome-free@7.2.0/node_modules/@fortawesome/fontawesome-free/svgs/solid/server.svg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D:/pasar_fix/node_modules/.bun/@fortawesome+fontawesome-free@7.2.0/node_modules/@fortawesome/fontawesome-free/svgs/solid/shapes.svg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D:/pasar_fix/node_modules/.bun/@fortawesome+fontawesome-free@7.2.0/node_modules/@fortawesome/fontawesome-free/svgs/solid/share-alt-square.svg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D:/pasar_fix/node_modules/.bun/@fortawesome+fontawesome-free@7.2.0/node_modules/@fortawesome/fontawesome-free/svgs/solid/share-alt.svg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D:/pasar_fix/node_modules/.bun/@fortawesome+fontawesome-free@7.2.0/node_modules/@fortawesome/fontawesome-free/svgs/solid/share-from-square.svg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D:/pasar_fix/node_modules/.bun/@fortawesome+fontawesome-free@7.2.0/node_modules/@fortawesome/fontawesome-free/svgs/solid/share-nodes.svg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D:/pasar_fix/node_modules/.bun/@fortawesome+fontawesome-free@7.2.0/node_modules/@fortawesome/fontawesome-free/svgs/solid/share-square.svg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D:/pasar_fix/node_modules/.bun/@fortawesome+fontawesome-free@7.2.0/node_modules/@fortawesome/fontawesome-free/svgs/solid/share.svg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D:/pasar_fix/node_modules/.bun/@fortawesome+fontawesome-free@7.2.0/node_modules/@fortawesome/fontawesome-free/svgs/solid/sheet-plastic.svg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D:/pasar_fix/node_modules/.bun/@fortawesome+fontawesome-free@7.2.0/node_modules/@fortawesome/fontawesome-free/svgs/solid/shekel-sign.svg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D:/pasar_fix/node_modules/.bun/@fortawesome+fontawesome-free@7.2.0/node_modules/@fortawesome/fontawesome-free/svgs/solid/shekel.svg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D:/pasar_fix/node_modules/.bun/@fortawesome+fontawesome-free@7.2.0/node_modules/@fortawesome/fontawesome-free/svgs/solid/sheqel-sign.svg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D:/pasar_fix/node_modules/.bun/@fortawesome+fontawesome-free@7.2.0/node_modules/@fortawesome/fontawesome-free/svgs/solid/sheqel.svg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D:/pasar_fix/node_modules/.bun/@fortawesome+fontawesome-free@7.2.0/node_modules/@fortawesome/fontawesome-free/svgs/solid/shield-alt.svg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D:/pasar_fix/node_modules/.bun/@fortawesome+fontawesome-free@7.2.0/node_modules/@fortawesome/fontawesome-free/svgs/solid/shield-blank.svg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D:/pasar_fix/node_modules/.bun/@fortawesome+fontawesome-free@7.2.0/node_modules/@fortawesome/fontawesome-free/svgs/solid/shield-cat.svg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D:/pasar_fix/node_modules/.bun/@fortawesome+fontawesome-free@7.2.0/node_modules/@fortawesome/fontawesome-free/svgs/solid/shield-dog.svg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D:/pasar_fix/node_modules/.bun/@fortawesome+fontawesome-free@7.2.0/node_modules/@fortawesome/fontawesome-free/svgs/solid/shield-halved.svg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D:/pasar_fix/node_modules/.bun/@fortawesome+fontawesome-free@7.2.0/node_modules/@fortawesome/fontawesome-free/svgs/solid/shield-heart.svg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D:/pasar_fix/node_modules/.bun/@fortawesome+fontawesome-free@7.2.0/node_modules/@fortawesome/fontawesome-free/svgs/solid/shield-virus.svg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D:/pasar_fix/node_modules/.bun/@fortawesome+fontawesome-free@7.2.0/node_modules/@fortawesome/fontawesome-free/svgs/solid/shield.svg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D:/pasar_fix/node_modules/.bun/@fortawesome+fontawesome-free@7.2.0/node_modules/@fortawesome/fontawesome-free/svgs/solid/ship.svg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D:/pasar_fix/node_modules/.bun/@fortawesome+fontawesome-free@7.2.0/node_modules/@fortawesome/fontawesome-free/svgs/solid/shipping-fast.svg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D:/pasar_fix/node_modules/.bun/@fortawesome+fontawesome-free@7.2.0/node_modules/@fortawesome/fontawesome-free/svgs/solid/shirt.svg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D:/pasar_fix/node_modules/.bun/@fortawesome+fontawesome-free@7.2.0/node_modules/@fortawesome/fontawesome-free/svgs/solid/shoe-prints.svg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D:/pasar_fix/node_modules/.bun/@fortawesome+fontawesome-free@7.2.0/node_modules/@fortawesome/fontawesome-free/svgs/solid/shop-lock.svg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D:/pasar_fix/node_modules/.bun/@fortawesome+fontawesome-free@7.2.0/node_modules/@fortawesome/fontawesome-free/svgs/solid/shop-slash.svg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D:/pasar_fix/node_modules/.bun/@fortawesome+fontawesome-free@7.2.0/node_modules/@fortawesome/fontawesome-free/svgs/solid/shop.svg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D:/pasar_fix/node_modules/.bun/@fortawesome+fontawesome-free@7.2.0/node_modules/@fortawesome/fontawesome-free/svgs/solid/shopping-bag.svg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D:/pasar_fix/node_modules/.bun/@fortawesome+fontawesome-free@7.2.0/node_modules/@fortawesome/fontawesome-free/svgs/solid/shopping-basket.svg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D:/pasar_fix/node_modules/.bun/@fortawesome+fontawesome-free@7.2.0/node_modules/@fortawesome/fontawesome-free/svgs/solid/shopping-cart.svg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D:/pasar_fix/node_modules/.bun/@fortawesome+fontawesome-free@7.2.0/node_modules/@fortawesome/fontawesome-free/svgs/solid/shower.svg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D:/pasar_fix/node_modules/.bun/@fortawesome+fontawesome-free@7.2.0/node_modules/@fortawesome/fontawesome-free/svgs/solid/shrimp.svg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D:/pasar_fix/node_modules/.bun/@fortawesome+fontawesome-free@7.2.0/node_modules/@fortawesome/fontawesome-free/svgs/solid/shuffle.svg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D:/pasar_fix/node_modules/.bun/@fortawesome+fontawesome-free@7.2.0/node_modules/@fortawesome/fontawesome-free/svgs/solid/shuttle-space.svg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D:/pasar_fix/node_modules/.bun/@fortawesome+fontawesome-free@7.2.0/node_modules/@fortawesome/fontawesome-free/svgs/solid/shuttle-van.svg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D:/pasar_fix/node_modules/.bun/@fortawesome+fontawesome-free@7.2.0/node_modules/@fortawesome/fontawesome-free/svgs/solid/sign-hanging.svg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D:/pasar_fix/node_modules/.bun/@fortawesome+fontawesome-free@7.2.0/node_modules/@fortawesome/fontawesome-free/svgs/solid/sign-in-alt.svg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D:/pasar_fix/node_modules/.bun/@fortawesome+fontawesome-free@7.2.0/node_modules/@fortawesome/fontawesome-free/svgs/solid/sign-in.svg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D:/pasar_fix/node_modules/.bun/@fortawesome+fontawesome-free@7.2.0/node_modules/@fortawesome/fontawesome-free/svgs/solid/sign-language.svg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D:/pasar_fix/node_modules/.bun/@fortawesome+fontawesome-free@7.2.0/node_modules/@fortawesome/fontawesome-free/svgs/solid/sign-out-alt.svg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D:/pasar_fix/node_modules/.bun/@fortawesome+fontawesome-free@7.2.0/node_modules/@fortawesome/fontawesome-free/svgs/solid/sign-out.svg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D:/pasar_fix/node_modules/.bun/@fortawesome+fontawesome-free@7.2.0/node_modules/@fortawesome/fontawesome-free/svgs/solid/signal-5.svg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D:/pasar_fix/node_modules/.bun/@fortawesome+fontawesome-free@7.2.0/node_modules/@fortawesome/fontawesome-free/svgs/solid/signal-perfect.svg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D:/pasar_fix/node_modules/.bun/@fortawesome+fontawesome-free@7.2.0/node_modules/@fortawesome/fontawesome-free/svgs/solid/signal.svg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D:/pasar_fix/node_modules/.bun/@fortawesome+fontawesome-free@7.2.0/node_modules/@fortawesome/fontawesome-free/svgs/solid/signature.svg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D:/pasar_fix/node_modules/.bun/@fortawesome+fontawesome-free@7.2.0/node_modules/@fortawesome/fontawesome-free/svgs/solid/signing.svg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D:/pasar_fix/node_modules/.bun/@fortawesome+fontawesome-free@7.2.0/node_modules/@fortawesome/fontawesome-free/svgs/solid/signs-post.svg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D:/pasar_fix/node_modules/.bun/@fortawesome+fontawesome-free@7.2.0/node_modules/@fortawesome/fontawesome-free/svgs/solid/sim-card.svg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D:/pasar_fix/node_modules/.bun/@fortawesome+fontawesome-free@7.2.0/node_modules/@fortawesome/fontawesome-free/svgs/solid/single-quote-left.svg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D:/pasar_fix/node_modules/.bun/@fortawesome+fontawesome-free@7.2.0/node_modules/@fortawesome/fontawesome-free/svgs/solid/single-quote-right.svg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D:/pasar_fix/node_modules/.bun/@fortawesome+fontawesome-free@7.2.0/node_modules/@fortawesome/fontawesome-free/svgs/solid/sink.svg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D:/pasar_fix/node_modules/.bun/@fortawesome+fontawesome-free@7.2.0/node_modules/@fortawesome/fontawesome-free/svgs/solid/sitemap.svg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D:/pasar_fix/node_modules/.bun/@fortawesome+fontawesome-free@7.2.0/node_modules/@fortawesome/fontawesome-free/svgs/solid/skating.svg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D:/pasar_fix/node_modules/.bun/@fortawesome+fontawesome-free@7.2.0/node_modules/@fortawesome/fontawesome-free/svgs/solid/skiing-nordic.svg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D:/pasar_fix/node_modules/.bun/@fortawesome+fontawesome-free@7.2.0/node_modules/@fortawesome/fontawesome-free/svgs/solid/skiing.svg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D:/pasar_fix/node_modules/.bun/@fortawesome+fontawesome-free@7.2.0/node_modules/@fortawesome/fontawesome-free/svgs/solid/skull-crossbones.svg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D:/pasar_fix/node_modules/.bun/@fortawesome+fontawesome-free@7.2.0/node_modules/@fortawesome/fontawesome-free/svgs/solid/skull.svg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D:/pasar_fix/node_modules/.bun/@fortawesome+fontawesome-free@7.2.0/node_modules/@fortawesome/fontawesome-free/svgs/solid/slash.svg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D:/pasar_fix/node_modules/.bun/@fortawesome+fontawesome-free@7.2.0/node_modules/@fortawesome/fontawesome-free/svgs/solid/sleigh.svg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D:/pasar_fix/node_modules/.bun/@fortawesome+fontawesome-free@7.2.0/node_modules/@fortawesome/fontawesome-free/svgs/solid/sliders-h.svg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D:/pasar_fix/node_modules/.bun/@fortawesome+fontawesome-free@7.2.0/node_modules/@fortawesome/fontawesome-free/svgs/solid/sliders.svg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D:/pasar_fix/node_modules/.bun/@fortawesome+fontawesome-free@7.2.0/node_modules/@fortawesome/fontawesome-free/svgs/solid/smile-beam.svg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D:/pasar_fix/node_modules/.bun/@fortawesome+fontawesome-free@7.2.0/node_modules/@fortawesome/fontawesome-free/svgs/solid/smile-wink.svg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D:/pasar_fix/node_modules/.bun/@fortawesome+fontawesome-free@7.2.0/node_modules/@fortawesome/fontawesome-free/svgs/solid/smile.svg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D:/pasar_fix/node_modules/.bun/@fortawesome+fontawesome-free@7.2.0/node_modules/@fortawesome/fontawesome-free/svgs/solid/smog.svg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D:/pasar_fix/node_modules/.bun/@fortawesome+fontawesome-free@7.2.0/node_modules/@fortawesome/fontawesome-free/svgs/solid/smoking-ban.svg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D:/pasar_fix/node_modules/.bun/@fortawesome+fontawesome-free@7.2.0/node_modules/@fortawesome/fontawesome-free/svgs/solid/smoking.svg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D:/pasar_fix/node_modules/.bun/@fortawesome+fontawesome-free@7.2.0/node_modules/@fortawesome/fontawesome-free/svgs/solid/sms.svg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D:/pasar_fix/node_modules/.bun/@fortawesome+fontawesome-free@7.2.0/node_modules/@fortawesome/fontawesome-free/svgs/solid/snowboarding.svg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D:/pasar_fix/node_modules/.bun/@fortawesome+fontawesome-free@7.2.0/node_modules/@fortawesome/fontawesome-free/svgs/solid/snowflake.svg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D:/pasar_fix/node_modules/.bun/@fortawesome+fontawesome-free@7.2.0/node_modules/@fortawesome/fontawesome-free/svgs/solid/snowman.svg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D:/pasar_fix/node_modules/.bun/@fortawesome+fontawesome-free@7.2.0/node_modules/@fortawesome/fontawesome-free/svgs/solid/snowplow.svg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D:/pasar_fix/node_modules/.bun/@fortawesome+fontawesome-free@7.2.0/node_modules/@fortawesome/fontawesome-free/svgs/solid/soap.svg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D:/pasar_fix/node_modules/.bun/@fortawesome+fontawesome-free@7.2.0/node_modules/@fortawesome/fontawesome-free/svgs/solid/soccer-ball.svg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D:/pasar_fix/node_modules/.bun/@fortawesome+fontawesome-free@7.2.0/node_modules/@fortawesome/fontawesome-free/svgs/solid/socks.svg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D:/pasar_fix/node_modules/.bun/@fortawesome+fontawesome-free@7.2.0/node_modules/@fortawesome/fontawesome-free/svgs/solid/solar-panel.svg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D:/pasar_fix/node_modules/.bun/@fortawesome+fontawesome-free@7.2.0/node_modules/@fortawesome/fontawesome-free/svgs/solid/sort-alpha-asc.svg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D:/pasar_fix/node_modules/.bun/@fortawesome+fontawesome-free@7.2.0/node_modules/@fortawesome/fontawesome-free/svgs/solid/sort-alpha-desc.svg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D:/pasar_fix/node_modules/.bun/@fortawesome+fontawesome-free@7.2.0/node_modules/@fortawesome/fontawesome-free/svgs/solid/sort-alpha-down-alt.svg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D:/pasar_fix/node_modules/.bun/@fortawesome+fontawesome-free@7.2.0/node_modules/@fortawesome/fontawesome-free/svgs/solid/sort-alpha-down.svg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D:/pasar_fix/node_modules/.bun/@fortawesome+fontawesome-free@7.2.0/node_modules/@fortawesome/fontawesome-free/svgs/solid/sort-alpha-up-alt.svg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D:/pasar_fix/node_modules/.bun/@fortawesome+fontawesome-free@7.2.0/node_modules/@fortawesome/fontawesome-free/svgs/solid/sort-alpha-up.svg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D:/pasar_fix/node_modules/.bun/@fortawesome+fontawesome-free@7.2.0/node_modules/@fortawesome/fontawesome-free/svgs/solid/sort-amount-asc.svg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D:/pasar_fix/node_modules/.bun/@fortawesome+fontawesome-free@7.2.0/node_modules/@fortawesome/fontawesome-free/svgs/solid/sort-amount-desc.svg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D:/pasar_fix/node_modules/.bun/@fortawesome+fontawesome-free@7.2.0/node_modules/@fortawesome/fontawesome-free/svgs/solid/sort-amount-down-alt.svg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D:/pasar_fix/node_modules/.bun/@fortawesome+fontawesome-free@7.2.0/node_modules/@fortawesome/fontawesome-free/svgs/solid/sort-amount-down.svg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D:/pasar_fix/node_modules/.bun/@fortawesome+fontawesome-free@7.2.0/node_modules/@fortawesome/fontawesome-free/svgs/solid/sort-amount-up-alt.svg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D:/pasar_fix/node_modules/.bun/@fortawesome+fontawesome-free@7.2.0/node_modules/@fortawesome/fontawesome-free/svgs/solid/sort-amount-up.svg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D:/pasar_fix/node_modules/.bun/@fortawesome+fontawesome-free@7.2.0/node_modules/@fortawesome/fontawesome-free/svgs/solid/sort-asc.svg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D:/pasar_fix/node_modules/.bun/@fortawesome+fontawesome-free@7.2.0/node_modules/@fortawesome/fontawesome-free/svgs/solid/sort-desc.svg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D:/pasar_fix/node_modules/.bun/@fortawesome+fontawesome-free@7.2.0/node_modules/@fortawesome/fontawesome-free/svgs/solid/sort-down.svg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D:/pasar_fix/node_modules/.bun/@fortawesome+fontawesome-free@7.2.0/node_modules/@fortawesome/fontawesome-free/svgs/solid/sort-numeric-asc.svg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D:/pasar_fix/node_modules/.bun/@fortawesome+fontawesome-free@7.2.0/node_modules/@fortawesome/fontawesome-free/svgs/solid/sort-numeric-desc.svg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D:/pasar_fix/node_modules/.bun/@fortawesome+fontawesome-free@7.2.0/node_modules/@fortawesome/fontawesome-free/svgs/solid/sort-numeric-down-alt.svg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D:/pasar_fix/node_modules/.bun/@fortawesome+fontawesome-free@7.2.0/node_modules/@fortawesome/fontawesome-free/svgs/solid/sort-numeric-down.svg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D:/pasar_fix/node_modules/.bun/@fortawesome+fontawesome-free@7.2.0/node_modules/@fortawesome/fontawesome-free/svgs/solid/sort-numeric-up-alt.svg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D:/pasar_fix/node_modules/.bun/@fortawesome+fontawesome-free@7.2.0/node_modules/@fortawesome/fontawesome-free/svgs/solid/sort-numeric-up.svg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D:/pasar_fix/node_modules/.bun/@fortawesome+fontawesome-free@7.2.0/node_modules/@fortawesome/fontawesome-free/svgs/solid/sort-up.svg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D:/pasar_fix/node_modules/.bun/@fortawesome+fontawesome-free@7.2.0/node_modules/@fortawesome/fontawesome-free/svgs/solid/sort.svg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D:/pasar_fix/node_modules/.bun/@fortawesome+fontawesome-free@7.2.0/node_modules/@fortawesome/fontawesome-free/svgs/solid/spa.svg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D:/pasar_fix/node_modules/.bun/@fortawesome+fontawesome-free@7.2.0/node_modules/@fortawesome/fontawesome-free/svgs/solid/space-shuttle.svg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D:/pasar_fix/node_modules/.bun/@fortawesome+fontawesome-free@7.2.0/node_modules/@fortawesome/fontawesome-free/svgs/solid/spaghetti-monster-flying.svg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D:/pasar_fix/node_modules/.bun/@fortawesome+fontawesome-free@7.2.0/node_modules/@fortawesome/fontawesome-free/svgs/solid/spell-check.svg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D:/pasar_fix/node_modules/.bun/@fortawesome+fontawesome-free@7.2.0/node_modules/@fortawesome/fontawesome-free/svgs/solid/spider.svg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D:/pasar_fix/node_modules/.bun/@fortawesome+fontawesome-free@7.2.0/node_modules/@fortawesome/fontawesome-free/svgs/solid/spinner.svg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D:/pasar_fix/node_modules/.bun/@fortawesome+fontawesome-free@7.2.0/node_modules/@fortawesome/fontawesome-free/svgs/solid/spiral.svg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D:/pasar_fix/node_modules/.bun/@fortawesome+fontawesome-free@7.2.0/node_modules/@fortawesome/fontawesome-free/svgs/solid/splotch.svg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D:/pasar_fix/node_modules/.bun/@fortawesome+fontawesome-free@7.2.0/node_modules/@fortawesome/fontawesome-free/svgs/solid/spoon.svg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D:/pasar_fix/node_modules/.bun/@fortawesome+fontawesome-free@7.2.0/node_modules/@fortawesome/fontawesome-free/svgs/solid/spray-can-sparkles.svg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D:/pasar_fix/node_modules/.bun/@fortawesome+fontawesome-free@7.2.0/node_modules/@fortawesome/fontawesome-free/svgs/solid/spray-can.svg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D:/pasar_fix/node_modules/.bun/@fortawesome+fontawesome-free@7.2.0/node_modules/@fortawesome/fontawesome-free/svgs/solid/sprout.svg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D:/pasar_fix/node_modules/.bun/@fortawesome+fontawesome-free@7.2.0/node_modules/@fortawesome/fontawesome-free/svgs/solid/square-arrow-up-right.svg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D:/pasar_fix/node_modules/.bun/@fortawesome+fontawesome-free@7.2.0/node_modules/@fortawesome/fontawesome-free/svgs/solid/square-binary.svg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D:/pasar_fix/node_modules/.bun/@fortawesome+fontawesome-free@7.2.0/node_modules/@fortawesome/fontawesome-free/svgs/solid/square-caret-down.svg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D:/pasar_fix/node_modules/.bun/@fortawesome+fontawesome-free@7.2.0/node_modules/@fortawesome/fontawesome-free/svgs/solid/square-caret-left.svg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D:/pasar_fix/node_modules/.bun/@fortawesome+fontawesome-free@7.2.0/node_modules/@fortawesome/fontawesome-free/svgs/solid/square-caret-right.svg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D:/pasar_fix/node_modules/.bun/@fortawesome+fontawesome-free@7.2.0/node_modules/@fortawesome/fontawesome-free/svgs/solid/square-caret-up.svg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D:/pasar_fix/node_modules/.bun/@fortawesome+fontawesome-free@7.2.0/node_modules/@fortawesome/fontawesome-free/svgs/solid/square-check.svg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D:/pasar_fix/node_modules/.bun/@fortawesome+fontawesome-free@7.2.0/node_modules/@fortawesome/fontawesome-free/svgs/solid/square-envelope.svg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D:/pasar_fix/node_modules/.bun/@fortawesome+fontawesome-free@7.2.0/node_modules/@fortawesome/fontawesome-free/svgs/solid/square-full.svg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D:/pasar_fix/node_modules/.bun/@fortawesome+fontawesome-free@7.2.0/node_modules/@fortawesome/fontawesome-free/svgs/solid/square-h.svg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D:/pasar_fix/node_modules/.bun/@fortawesome+fontawesome-free@7.2.0/node_modules/@fortawesome/fontawesome-free/svgs/solid/square-minus.svg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D:/pasar_fix/node_modules/.bun/@fortawesome+fontawesome-free@7.2.0/node_modules/@fortawesome/fontawesome-free/svgs/solid/square-nfi.svg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D:/pasar_fix/node_modules/.bun/@fortawesome+fontawesome-free@7.2.0/node_modules/@fortawesome/fontawesome-free/svgs/solid/square-parking.svg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D:/pasar_fix/node_modules/.bun/@fortawesome+fontawesome-free@7.2.0/node_modules/@fortawesome/fontawesome-free/svgs/solid/square-pen.svg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D:/pasar_fix/node_modules/.bun/@fortawesome+fontawesome-free@7.2.0/node_modules/@fortawesome/fontawesome-free/svgs/solid/square-person-confined.svg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D:/pasar_fix/node_modules/.bun/@fortawesome+fontawesome-free@7.2.0/node_modules/@fortawesome/fontawesome-free/svgs/solid/square-phone-flip.svg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D:/pasar_fix/node_modules/.bun/@fortawesome+fontawesome-free@7.2.0/node_modules/@fortawesome/fontawesome-free/svgs/solid/square-phone.svg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D:/pasar_fix/node_modules/.bun/@fortawesome+fontawesome-free@7.2.0/node_modules/@fortawesome/fontawesome-free/svgs/solid/square-plus.svg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D:/pasar_fix/node_modules/.bun/@fortawesome+fontawesome-free@7.2.0/node_modules/@fortawesome/fontawesome-free/svgs/solid/square-poll-horizontal.svg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D:/pasar_fix/node_modules/.bun/@fortawesome+fontawesome-free@7.2.0/node_modules/@fortawesome/fontawesome-free/svgs/solid/square-poll-vertical.svg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D:/pasar_fix/node_modules/.bun/@fortawesome+fontawesome-free@7.2.0/node_modules/@fortawesome/fontawesome-free/svgs/solid/square-root-alt.svg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D:/pasar_fix/node_modules/.bun/@fortawesome+fontawesome-free@7.2.0/node_modules/@fortawesome/fontawesome-free/svgs/solid/square-root-variable.svg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D:/pasar_fix/node_modules/.bun/@fortawesome+fontawesome-free@7.2.0/node_modules/@fortawesome/fontawesome-free/svgs/solid/square-rss.svg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D:/pasar_fix/node_modules/.bun/@fortawesome+fontawesome-free@7.2.0/node_modules/@fortawesome/fontawesome-free/svgs/solid/square-share-nodes.svg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D:/pasar_fix/node_modules/.bun/@fortawesome+fontawesome-free@7.2.0/node_modules/@fortawesome/fontawesome-free/svgs/solid/square-up-right.svg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D:/pasar_fix/node_modules/.bun/@fortawesome+fontawesome-free@7.2.0/node_modules/@fortawesome/fontawesome-free/svgs/solid/square-virus.svg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D:/pasar_fix/node_modules/.bun/@fortawesome+fontawesome-free@7.2.0/node_modules/@fortawesome/fontawesome-free/svgs/solid/square-xmark.svg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D:/pasar_fix/node_modules/.bun/@fortawesome+fontawesome-free@7.2.0/node_modules/@fortawesome/fontawesome-free/svgs/solid/staff-aesculapius.svg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D:/pasar_fix/node_modules/.bun/@fortawesome+fontawesome-free@7.2.0/node_modules/@fortawesome/fontawesome-free/svgs/solid/staff-snake.svg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D:/pasar_fix/node_modules/.bun/@fortawesome+fontawesome-free@7.2.0/node_modules/@fortawesome/fontawesome-free/svgs/solid/stairs.svg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D:/pasar_fix/node_modules/.bun/@fortawesome+fontawesome-free@7.2.0/node_modules/@fortawesome/fontawesome-free/svgs/solid/stamp.svg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D:/pasar_fix/node_modules/.bun/@fortawesome+fontawesome-free@7.2.0/node_modules/@fortawesome/fontawesome-free/svgs/solid/stapler.svg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D:/pasar_fix/node_modules/.bun/@fortawesome+fontawesome-free@7.2.0/node_modules/@fortawesome/fontawesome-free/svgs/solid/star-and-crescent.svg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D:/pasar_fix/node_modules/.bun/@fortawesome+fontawesome-free@7.2.0/node_modules/@fortawesome/fontawesome-free/svgs/solid/star-half-alt.svg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D:/pasar_fix/node_modules/.bun/@fortawesome+fontawesome-free@7.2.0/node_modules/@fortawesome/fontawesome-free/svgs/solid/star-half-stroke.svg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D:/pasar_fix/node_modules/.bun/@fortawesome+fontawesome-free@7.2.0/node_modules/@fortawesome/fontawesome-free/svgs/solid/star-half.svg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D:/pasar_fix/node_modules/.bun/@fortawesome+fontawesome-free@7.2.0/node_modules/@fortawesome/fontawesome-free/svgs/solid/star-of-david.svg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D:/pasar_fix/node_modules/.bun/@fortawesome+fontawesome-free@7.2.0/node_modules/@fortawesome/fontawesome-free/svgs/solid/star-of-life.svg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D:/pasar_fix/node_modules/.bun/@fortawesome+fontawesome-free@7.2.0/node_modules/@fortawesome/fontawesome-free/svgs/solid/star.svg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D:/pasar_fix/node_modules/.bun/@fortawesome+fontawesome-free@7.2.0/node_modules/@fortawesome/fontawesome-free/svgs/solid/step-backward.svg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D:/pasar_fix/node_modules/.bun/@fortawesome+fontawesome-free@7.2.0/node_modules/@fortawesome/fontawesome-free/svgs/solid/step-forward.svg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D:/pasar_fix/node_modules/.bun/@fortawesome+fontawesome-free@7.2.0/node_modules/@fortawesome/fontawesome-free/svgs/solid/sterling-sign.svg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D:/pasar_fix/node_modules/.bun/@fortawesome+fontawesome-free@7.2.0/node_modules/@fortawesome/fontawesome-free/svgs/solid/stethoscope.svg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D:/pasar_fix/node_modules/.bun/@fortawesome+fontawesome-free@7.2.0/node_modules/@fortawesome/fontawesome-free/svgs/solid/sticky-note.svg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D:/pasar_fix/node_modules/.bun/@fortawesome+fontawesome-free@7.2.0/node_modules/@fortawesome/fontawesome-free/svgs/solid/stop-circle.svg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D:/pasar_fix/node_modules/.bun/@fortawesome+fontawesome-free@7.2.0/node_modules/@fortawesome/fontawesome-free/svgs/solid/stop.svg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D:/pasar_fix/node_modules/.bun/@fortawesome+fontawesome-free@7.2.0/node_modules/@fortawesome/fontawesome-free/svgs/solid/stopwatch-20.svg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D:/pasar_fix/node_modules/.bun/@fortawesome+fontawesome-free@7.2.0/node_modules/@fortawesome/fontawesome-free/svgs/solid/stopwatch.svg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D:/pasar_fix/node_modules/.bun/@fortawesome+fontawesome-free@7.2.0/node_modules/@fortawesome/fontawesome-free/svgs/solid/store-alt-slash.svg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D:/pasar_fix/node_modules/.bun/@fortawesome+fontawesome-free@7.2.0/node_modules/@fortawesome/fontawesome-free/svgs/solid/store-alt.svg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D:/pasar_fix/node_modules/.bun/@fortawesome+fontawesome-free@7.2.0/node_modules/@fortawesome/fontawesome-free/svgs/solid/store-slash.svg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D:/pasar_fix/node_modules/.bun/@fortawesome+fontawesome-free@7.2.0/node_modules/@fortawesome/fontawesome-free/svgs/solid/store.svg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D:/pasar_fix/node_modules/.bun/@fortawesome+fontawesome-free@7.2.0/node_modules/@fortawesome/fontawesome-free/svgs/solid/stream.svg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D:/pasar_fix/node_modules/.bun/@fortawesome+fontawesome-free@7.2.0/node_modules/@fortawesome/fontawesome-free/svgs/solid/street-view.svg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D:/pasar_fix/node_modules/.bun/@fortawesome+fontawesome-free@7.2.0/node_modules/@fortawesome/fontawesome-free/svgs/solid/strikethrough.svg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D:/pasar_fix/node_modules/.bun/@fortawesome+fontawesome-free@7.2.0/node_modules/@fortawesome/fontawesome-free/svgs/solid/stroopwafel.svg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D:/pasar_fix/node_modules/.bun/@fortawesome+fontawesome-free@7.2.0/node_modules/@fortawesome/fontawesome-free/svgs/solid/subscript.svg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D:/pasar_fix/node_modules/.bun/@fortawesome+fontawesome-free@7.2.0/node_modules/@fortawesome/fontawesome-free/svgs/solid/subtract.svg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D:/pasar_fix/node_modules/.bun/@fortawesome+fontawesome-free@7.2.0/node_modules/@fortawesome/fontawesome-free/svgs/solid/subway.svg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D:/pasar_fix/node_modules/.bun/@fortawesome+fontawesome-free@7.2.0/node_modules/@fortawesome/fontawesome-free/svgs/solid/suitcase-medical.svg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D:/pasar_fix/node_modules/.bun/@fortawesome+fontawesome-free@7.2.0/node_modules/@fortawesome/fontawesome-free/svgs/solid/suitcase-rolling.svg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D:/pasar_fix/node_modules/.bun/@fortawesome+fontawesome-free@7.2.0/node_modules/@fortawesome/fontawesome-free/svgs/solid/suitcase.svg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D:/pasar_fix/node_modules/.bun/@fortawesome+fontawesome-free@7.2.0/node_modules/@fortawesome/fontawesome-free/svgs/solid/sun-plant-wilt.svg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D:/pasar_fix/node_modules/.bun/@fortawesome+fontawesome-free@7.2.0/node_modules/@fortawesome/fontawesome-free/svgs/solid/sun.svg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D:/pasar_fix/node_modules/.bun/@fortawesome+fontawesome-free@7.2.0/node_modules/@fortawesome/fontawesome-free/svgs/solid/superscript.svg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D:/pasar_fix/node_modules/.bun/@fortawesome+fontawesome-free@7.2.0/node_modules/@fortawesome/fontawesome-free/svgs/solid/surprise.svg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D:/pasar_fix/node_modules/.bun/@fortawesome+fontawesome-free@7.2.0/node_modules/@fortawesome/fontawesome-free/svgs/solid/swatchbook.svg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D:/pasar_fix/node_modules/.bun/@fortawesome+fontawesome-free@7.2.0/node_modules/@fortawesome/fontawesome-free/svgs/solid/swimmer.svg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D:/pasar_fix/node_modules/.bun/@fortawesome+fontawesome-free@7.2.0/node_modules/@fortawesome/fontawesome-free/svgs/solid/swimming-pool.svg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D:/pasar_fix/node_modules/.bun/@fortawesome+fontawesome-free@7.2.0/node_modules/@fortawesome/fontawesome-free/svgs/solid/synagogue.svg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D:/pasar_fix/node_modules/.bun/@fortawesome+fontawesome-free@7.2.0/node_modules/@fortawesome/fontawesome-free/svgs/solid/sync-alt.svg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D:/pasar_fix/node_modules/.bun/@fortawesome+fontawesome-free@7.2.0/node_modules/@fortawesome/fontawesome-free/svgs/solid/sync.svg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D:/pasar_fix/node_modules/.bun/@fortawesome+fontawesome-free@7.2.0/node_modules/@fortawesome/fontawesome-free/svgs/solid/syringe.svg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D:/pasar_fix/node_modules/.bun/@fortawesome+fontawesome-free@7.2.0/node_modules/@fortawesome/fontawesome-free/svgs/solid/t-shirt.svg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D:/pasar_fix/node_modules/.bun/@fortawesome+fontawesome-free@7.2.0/node_modules/@fortawesome/fontawesome-free/svgs/solid/table-cells-column-lock.svg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D:/pasar_fix/node_modules/.bun/@fortawesome+fontawesome-free@7.2.0/node_modules/@fortawesome/fontawesome-free/svgs/solid/table-cells-large.svg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D:/pasar_fix/node_modules/.bun/@fortawesome+fontawesome-free@7.2.0/node_modules/@fortawesome/fontawesome-free/svgs/solid/table-cells-row-lock.svg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D:/pasar_fix/node_modules/.bun/@fortawesome+fontawesome-free@7.2.0/node_modules/@fortawesome/fontawesome-free/svgs/solid/table-cells-row-unlock.svg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D:/pasar_fix/node_modules/.bun/@fortawesome+fontawesome-free@7.2.0/node_modules/@fortawesome/fontawesome-free/svgs/solid/table-cells.svg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D:/pasar_fix/node_modules/.bun/@fortawesome+fontawesome-free@7.2.0/node_modules/@fortawesome/fontawesome-free/svgs/solid/table-columns.svg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D:/pasar_fix/node_modules/.bun/@fortawesome+fontawesome-free@7.2.0/node_modules/@fortawesome/fontawesome-free/svgs/solid/table-list.svg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D:/pasar_fix/node_modules/.bun/@fortawesome+fontawesome-free@7.2.0/node_modules/@fortawesome/fontawesome-free/svgs/solid/table-tennis-paddle-ball.svg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D:/pasar_fix/node_modules/.bun/@fortawesome+fontawesome-free@7.2.0/node_modules/@fortawesome/fontawesome-free/svgs/solid/table-tennis.svg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D:/pasar_fix/node_modules/.bun/@fortawesome+fontawesome-free@7.2.0/node_modules/@fortawesome/fontawesome-free/svgs/solid/table.svg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D:/pasar_fix/node_modules/.bun/@fortawesome+fontawesome-free@7.2.0/node_modules/@fortawesome/fontawesome-free/svgs/solid/tablet-alt.svg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D:/pasar_fix/node_modules/.bun/@fortawesome+fontawesome-free@7.2.0/node_modules/@fortawesome/fontawesome-free/svgs/solid/tablet-android.svg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D:/pasar_fix/node_modules/.bun/@fortawesome+fontawesome-free@7.2.0/node_modules/@fortawesome/fontawesome-free/svgs/solid/tablet-button.svg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D:/pasar_fix/node_modules/.bun/@fortawesome+fontawesome-free@7.2.0/node_modules/@fortawesome/fontawesome-free/svgs/solid/tablet-screen-button.svg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D:/pasar_fix/node_modules/.bun/@fortawesome+fontawesome-free@7.2.0/node_modules/@fortawesome/fontawesome-free/svgs/solid/tablet.svg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D:/pasar_fix/node_modules/.bun/@fortawesome+fontawesome-free@7.2.0/node_modules/@fortawesome/fontawesome-free/svgs/solid/tablets.svg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D:/pasar_fix/node_modules/.bun/@fortawesome+fontawesome-free@7.2.0/node_modules/@fortawesome/fontawesome-free/svgs/solid/tachograph-digital.svg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D:/pasar_fix/node_modules/.bun/@fortawesome+fontawesome-free@7.2.0/node_modules/@fortawesome/fontawesome-free/svgs/solid/tachometer-alt-average.svg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D:/pasar_fix/node_modules/.bun/@fortawesome+fontawesome-free@7.2.0/node_modules/@fortawesome/fontawesome-free/svgs/solid/tachometer-alt-fast.svg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D:/pasar_fix/node_modules/.bun/@fortawesome+fontawesome-free@7.2.0/node_modules/@fortawesome/fontawesome-free/svgs/solid/tachometer-alt.svg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D:/pasar_fix/node_modules/.bun/@fortawesome+fontawesome-free@7.2.0/node_modules/@fortawesome/fontawesome-free/svgs/solid/tachometer-average.svg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D:/pasar_fix/node_modules/.bun/@fortawesome+fontawesome-free@7.2.0/node_modules/@fortawesome/fontawesome-free/svgs/solid/tachometer-fast.svg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D:/pasar_fix/node_modules/.bun/@fortawesome+fontawesome-free@7.2.0/node_modules/@fortawesome/fontawesome-free/svgs/solid/tachometer.svg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D:/pasar_fix/node_modules/.bun/@fortawesome+fontawesome-free@7.2.0/node_modules/@fortawesome/fontawesome-free/svgs/solid/tag.svg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D:/pasar_fix/node_modules/.bun/@fortawesome+fontawesome-free@7.2.0/node_modules/@fortawesome/fontawesome-free/svgs/solid/tags.svg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D:/pasar_fix/node_modules/.bun/@fortawesome+fontawesome-free@7.2.0/node_modules/@fortawesome/fontawesome-free/svgs/solid/tanakh.svg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D:/pasar_fix/node_modules/.bun/@fortawesome+fontawesome-free@7.2.0/node_modules/@fortawesome/fontawesome-free/svgs/solid/tape.svg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D:/pasar_fix/node_modules/.bun/@fortawesome+fontawesome-free@7.2.0/node_modules/@fortawesome/fontawesome-free/svgs/solid/tarp-droplet.svg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D:/pasar_fix/node_modules/.bun/@fortawesome+fontawesome-free@7.2.0/node_modules/@fortawesome/fontawesome-free/svgs/solid/tarp.svg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D:/pasar_fix/node_modules/.bun/@fortawesome+fontawesome-free@7.2.0/node_modules/@fortawesome/fontawesome-free/svgs/solid/tasks-alt.svg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D:/pasar_fix/node_modules/.bun/@fortawesome+fontawesome-free@7.2.0/node_modules/@fortawesome/fontawesome-free/svgs/solid/tasks.svg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D:/pasar_fix/node_modules/.bun/@fortawesome+fontawesome-free@7.2.0/node_modules/@fortawesome/fontawesome-free/svgs/solid/taurus.svg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D:/pasar_fix/node_modules/.bun/@fortawesome+fontawesome-free@7.2.0/node_modules/@fortawesome/fontawesome-free/svgs/solid/taxi.svg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D:/pasar_fix/node_modules/.bun/@fortawesome+fontawesome-free@7.2.0/node_modules/@fortawesome/fontawesome-free/svgs/solid/teeth-open.svg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D:/pasar_fix/node_modules/.bun/@fortawesome+fontawesome-free@7.2.0/node_modules/@fortawesome/fontawesome-free/svgs/solid/teeth.svg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D:/pasar_fix/node_modules/.bun/@fortawesome+fontawesome-free@7.2.0/node_modules/@fortawesome/fontawesome-free/svgs/solid/teletype.svg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D:/pasar_fix/node_modules/.bun/@fortawesome+fontawesome-free@7.2.0/node_modules/@fortawesome/fontawesome-free/svgs/solid/television.svg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D:/pasar_fix/node_modules/.bun/@fortawesome+fontawesome-free@7.2.0/node_modules/@fortawesome/fontawesome-free/svgs/solid/temperature-0.svg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D:/pasar_fix/node_modules/.bun/@fortawesome+fontawesome-free@7.2.0/node_modules/@fortawesome/fontawesome-free/svgs/solid/temperature-1.svg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D:/pasar_fix/node_modules/.bun/@fortawesome+fontawesome-free@7.2.0/node_modules/@fortawesome/fontawesome-free/svgs/solid/temperature-2.svg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D:/pasar_fix/node_modules/.bun/@fortawesome+fontawesome-free@7.2.0/node_modules/@fortawesome/fontawesome-free/svgs/solid/temperature-3.svg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D:/pasar_fix/node_modules/.bun/@fortawesome+fontawesome-free@7.2.0/node_modules/@fortawesome/fontawesome-free/svgs/solid/temperature-4.svg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D:/pasar_fix/node_modules/.bun/@fortawesome+fontawesome-free@7.2.0/node_modules/@fortawesome/fontawesome-free/svgs/solid/temperature-arrow-down.svg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D:/pasar_fix/node_modules/.bun/@fortawesome+fontawesome-free@7.2.0/node_modules/@fortawesome/fontawesome-free/svgs/solid/temperature-arrow-up.svg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D:/pasar_fix/node_modules/.bun/@fortawesome+fontawesome-free@7.2.0/node_modules/@fortawesome/fontawesome-free/svgs/solid/temperature-down.svg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D:/pasar_fix/node_modules/.bun/@fortawesome+fontawesome-free@7.2.0/node_modules/@fortawesome/fontawesome-free/svgs/solid/temperature-empty.svg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D:/pasar_fix/node_modules/.bun/@fortawesome+fontawesome-free@7.2.0/node_modules/@fortawesome/fontawesome-free/svgs/solid/temperature-full.svg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D:/pasar_fix/node_modules/.bun/@fortawesome+fontawesome-free@7.2.0/node_modules/@fortawesome/fontawesome-free/svgs/solid/temperature-half.svg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D:/pasar_fix/node_modules/.bun/@fortawesome+fontawesome-free@7.2.0/node_modules/@fortawesome/fontawesome-free/svgs/solid/temperature-high.svg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D:/pasar_fix/node_modules/.bun/@fortawesome+fontawesome-free@7.2.0/node_modules/@fortawesome/fontawesome-free/svgs/solid/temperature-low.svg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D:/pasar_fix/node_modules/.bun/@fortawesome+fontawesome-free@7.2.0/node_modules/@fortawesome/fontawesome-free/svgs/solid/temperature-quarter.svg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D:/pasar_fix/node_modules/.bun/@fortawesome+fontawesome-free@7.2.0/node_modules/@fortawesome/fontawesome-free/svgs/solid/temperature-three-quarters.svg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D:/pasar_fix/node_modules/.bun/@fortawesome+fontawesome-free@7.2.0/node_modules/@fortawesome/fontawesome-free/svgs/solid/temperature-up.svg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D:/pasar_fix/node_modules/.bun/@fortawesome+fontawesome-free@7.2.0/node_modules/@fortawesome/fontawesome-free/svgs/solid/tenge-sign.svg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D:/pasar_fix/node_modules/.bun/@fortawesome+fontawesome-free@7.2.0/node_modules/@fortawesome/fontawesome-free/svgs/solid/tenge.svg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D:/pasar_fix/node_modules/.bun/@fortawesome+fontawesome-free@7.2.0/node_modules/@fortawesome/fontawesome-free/svgs/solid/tent-arrow-down-to-line.svg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D:/pasar_fix/node_modules/.bun/@fortawesome+fontawesome-free@7.2.0/node_modules/@fortawesome/fontawesome-free/svgs/solid/tent-arrow-left-right.svg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D:/pasar_fix/node_modules/.bun/@fortawesome+fontawesome-free@7.2.0/node_modules/@fortawesome/fontawesome-free/svgs/solid/tent-arrow-turn-left.svg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D:/pasar_fix/node_modules/.bun/@fortawesome+fontawesome-free@7.2.0/node_modules/@fortawesome/fontawesome-free/svgs/solid/tent-arrows-down.svg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D:/pasar_fix/node_modules/.bun/@fortawesome+fontawesome-free@7.2.0/node_modules/@fortawesome/fontawesome-free/svgs/solid/tent.svg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D:/pasar_fix/node_modules/.bun/@fortawesome+fontawesome-free@7.2.0/node_modules/@fortawesome/fontawesome-free/svgs/solid/tents.svg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D:/pasar_fix/node_modules/.bun/@fortawesome+fontawesome-free@7.2.0/node_modules/@fortawesome/fontawesome-free/svgs/solid/terminal.svg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D:/pasar_fix/node_modules/.bun/@fortawesome+fontawesome-free@7.2.0/node_modules/@fortawesome/fontawesome-free/svgs/solid/text-height.svg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D:/pasar_fix/node_modules/.bun/@fortawesome+fontawesome-free@7.2.0/node_modules/@fortawesome/fontawesome-free/svgs/solid/text-slash.svg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D:/pasar_fix/node_modules/.bun/@fortawesome+fontawesome-free@7.2.0/node_modules/@fortawesome/fontawesome-free/svgs/solid/text-width.svg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D:/pasar_fix/node_modules/.bun/@fortawesome+fontawesome-free@7.2.0/node_modules/@fortawesome/fontawesome-free/svgs/solid/th-large.svg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D:/pasar_fix/node_modules/.bun/@fortawesome+fontawesome-free@7.2.0/node_modules/@fortawesome/fontawesome-free/svgs/solid/th-list.svg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D:/pasar_fix/node_modules/.bun/@fortawesome+fontawesome-free@7.2.0/node_modules/@fortawesome/fontawesome-free/svgs/solid/theater-masks.svg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D:/pasar_fix/node_modules/.bun/@fortawesome+fontawesome-free@7.2.0/node_modules/@fortawesome/fontawesome-free/svgs/solid/thermometer-0.svg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D:/pasar_fix/node_modules/.bun/@fortawesome+fontawesome-free@7.2.0/node_modules/@fortawesome/fontawesome-free/svgs/solid/thermometer-1.svg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D:/pasar_fix/node_modules/.bun/@fortawesome+fontawesome-free@7.2.0/node_modules/@fortawesome/fontawesome-free/svgs/solid/thermometer-2.svg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D:/pasar_fix/node_modules/.bun/@fortawesome+fontawesome-free@7.2.0/node_modules/@fortawesome/fontawesome-free/svgs/solid/thermometer-3.svg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D:/pasar_fix/node_modules/.bun/@fortawesome+fontawesome-free@7.2.0/node_modules/@fortawesome/fontawesome-free/svgs/solid/thermometer-4.svg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D:/pasar_fix/node_modules/.bun/@fortawesome+fontawesome-free@7.2.0/node_modules/@fortawesome/fontawesome-free/svgs/solid/thermometer-empty.svg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D:/pasar_fix/node_modules/.bun/@fortawesome+fontawesome-free@7.2.0/node_modules/@fortawesome/fontawesome-free/svgs/solid/thermometer-full.svg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D:/pasar_fix/node_modules/.bun/@fortawesome+fontawesome-free@7.2.0/node_modules/@fortawesome/fontawesome-free/svgs/solid/thermometer-half.svg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D:/pasar_fix/node_modules/.bun/@fortawesome+fontawesome-free@7.2.0/node_modules/@fortawesome/fontawesome-free/svgs/solid/thermometer-quarter.svg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D:/pasar_fix/node_modules/.bun/@fortawesome+fontawesome-free@7.2.0/node_modules/@fortawesome/fontawesome-free/svgs/solid/thermometer-three-quarters.svg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D:/pasar_fix/node_modules/.bun/@fortawesome+fontawesome-free@7.2.0/node_modules/@fortawesome/fontawesome-free/svgs/solid/thermometer.svg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D:/pasar_fix/node_modules/.bun/@fortawesome+fontawesome-free@7.2.0/node_modules/@fortawesome/fontawesome-free/svgs/solid/thumb-tack-slash.svg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D:/pasar_fix/node_modules/.bun/@fortawesome+fontawesome-free@7.2.0/node_modules/@fortawesome/fontawesome-free/svgs/solid/thumb-tack.svg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D:/pasar_fix/node_modules/.bun/@fortawesome+fontawesome-free@7.2.0/node_modules/@fortawesome/fontawesome-free/svgs/solid/thumbs-down.svg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D:/pasar_fix/node_modules/.bun/@fortawesome+fontawesome-free@7.2.0/node_modules/@fortawesome/fontawesome-free/svgs/solid/thumbs-up.svg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D:/pasar_fix/node_modules/.bun/@fortawesome+fontawesome-free@7.2.0/node_modules/@fortawesome/fontawesome-free/svgs/solid/thumbtack-slash.svg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D:/pasar_fix/node_modules/.bun/@fortawesome+fontawesome-free@7.2.0/node_modules/@fortawesome/fontawesome-free/svgs/solid/thumbtack.svg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D:/pasar_fix/node_modules/.bun/@fortawesome+fontawesome-free@7.2.0/node_modules/@fortawesome/fontawesome-free/svgs/solid/thunderstorm.svg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D:/pasar_fix/node_modules/.bun/@fortawesome+fontawesome-free@7.2.0/node_modules/@fortawesome/fontawesome-free/svgs/solid/ticket-alt.svg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D:/pasar_fix/node_modules/.bun/@fortawesome+fontawesome-free@7.2.0/node_modules/@fortawesome/fontawesome-free/svgs/solid/ticket-simple.svg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D:/pasar_fix/node_modules/.bun/@fortawesome+fontawesome-free@7.2.0/node_modules/@fortawesome/fontawesome-free/svgs/solid/ticket.svg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D:/pasar_fix/node_modules/.bun/@fortawesome+fontawesome-free@7.2.0/node_modules/@fortawesome/fontawesome-free/svgs/solid/timeline.svg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D:/pasar_fix/node_modules/.bun/@fortawesome+fontawesome-free@7.2.0/node_modules/@fortawesome/fontawesome-free/svgs/solid/times-circle.svg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D:/pasar_fix/node_modules/.bun/@fortawesome+fontawesome-free@7.2.0/node_modules/@fortawesome/fontawesome-free/svgs/solid/times-rectangle.svg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D:/pasar_fix/node_modules/.bun/@fortawesome+fontawesome-free@7.2.0/node_modules/@fortawesome/fontawesome-free/svgs/solid/times-square.svg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D:/pasar_fix/node_modules/.bun/@fortawesome+fontawesome-free@7.2.0/node_modules/@fortawesome/fontawesome-free/svgs/solid/times.svg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D:/pasar_fix/node_modules/.bun/@fortawesome+fontawesome-free@7.2.0/node_modules/@fortawesome/fontawesome-free/svgs/solid/tint-slash.svg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D:/pasar_fix/node_modules/.bun/@fortawesome+fontawesome-free@7.2.0/node_modules/@fortawesome/fontawesome-free/svgs/solid/tint.svg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D:/pasar_fix/node_modules/.bun/@fortawesome+fontawesome-free@7.2.0/node_modules/@fortawesome/fontawesome-free/svgs/solid/tired.svg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D:/pasar_fix/node_modules/.bun/@fortawesome+fontawesome-free@7.2.0/node_modules/@fortawesome/fontawesome-free/svgs/solid/toggle-off.svg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D:/pasar_fix/node_modules/.bun/@fortawesome+fontawesome-free@7.2.0/node_modules/@fortawesome/fontawesome-free/svgs/solid/toggle-on.svg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D:/pasar_fix/node_modules/.bun/@fortawesome+fontawesome-free@7.2.0/node_modules/@fortawesome/fontawesome-free/svgs/solid/toilet-paper-alt.svg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D:/pasar_fix/node_modules/.bun/@fortawesome+fontawesome-free@7.2.0/node_modules/@fortawesome/fontawesome-free/svgs/solid/toilet-paper-blank.svg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D:/pasar_fix/node_modules/.bun/@fortawesome+fontawesome-free@7.2.0/node_modules/@fortawesome/fontawesome-free/svgs/solid/toilet-paper-slash.svg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D:/pasar_fix/node_modules/.bun/@fortawesome+fontawesome-free@7.2.0/node_modules/@fortawesome/fontawesome-free/svgs/solid/toilet-paper.svg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D:/pasar_fix/node_modules/.bun/@fortawesome+fontawesome-free@7.2.0/node_modules/@fortawesome/fontawesome-free/svgs/solid/toilet-portable.svg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D:/pasar_fix/node_modules/.bun/@fortawesome+fontawesome-free@7.2.0/node_modules/@fortawesome/fontawesome-free/svgs/solid/toilet.svg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D:/pasar_fix/node_modules/.bun/@fortawesome+fontawesome-free@7.2.0/node_modules/@fortawesome/fontawesome-free/svgs/solid/toilets-portable.svg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D:/pasar_fix/node_modules/.bun/@fortawesome+fontawesome-free@7.2.0/node_modules/@fortawesome/fontawesome-free/svgs/solid/toolbox.svg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D:/pasar_fix/node_modules/.bun/@fortawesome+fontawesome-free@7.2.0/node_modules/@fortawesome/fontawesome-free/svgs/solid/tools.svg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D:/pasar_fix/node_modules/.bun/@fortawesome+fontawesome-free@7.2.0/node_modules/@fortawesome/fontawesome-free/svgs/solid/tooth.svg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D:/pasar_fix/node_modules/.bun/@fortawesome+fontawesome-free@7.2.0/node_modules/@fortawesome/fontawesome-free/svgs/solid/torah.svg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D:/pasar_fix/node_modules/.bun/@fortawesome+fontawesome-free@7.2.0/node_modules/@fortawesome/fontawesome-free/svgs/solid/torii-gate.svg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D:/pasar_fix/node_modules/.bun/@fortawesome+fontawesome-free@7.2.0/node_modules/@fortawesome/fontawesome-free/svgs/solid/tornado.svg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D:/pasar_fix/node_modules/.bun/@fortawesome+fontawesome-free@7.2.0/node_modules/@fortawesome/fontawesome-free/svgs/solid/tower-broadcast.svg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D:/pasar_fix/node_modules/.bun/@fortawesome+fontawesome-free@7.2.0/node_modules/@fortawesome/fontawesome-free/svgs/solid/tower-cell.svg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D:/pasar_fix/node_modules/.bun/@fortawesome+fontawesome-free@7.2.0/node_modules/@fortawesome/fontawesome-free/svgs/solid/tower-observation.svg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D:/pasar_fix/node_modules/.bun/@fortawesome+fontawesome-free@7.2.0/node_modules/@fortawesome/fontawesome-free/svgs/solid/tractor.svg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D:/pasar_fix/node_modules/.bun/@fortawesome+fontawesome-free@7.2.0/node_modules/@fortawesome/fontawesome-free/svgs/solid/trademark.svg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D:/pasar_fix/node_modules/.bun/@fortawesome+fontawesome-free@7.2.0/node_modules/@fortawesome/fontawesome-free/svgs/solid/traffic-light.svg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D:/pasar_fix/node_modules/.bun/@fortawesome+fontawesome-free@7.2.0/node_modules/@fortawesome/fontawesome-free/svgs/solid/trailer.svg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D:/pasar_fix/node_modules/.bun/@fortawesome+fontawesome-free@7.2.0/node_modules/@fortawesome/fontawesome-free/svgs/solid/train-subway.svg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D:/pasar_fix/node_modules/.bun/@fortawesome+fontawesome-free@7.2.0/node_modules/@fortawesome/fontawesome-free/svgs/solid/train-tram.svg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D:/pasar_fix/node_modules/.bun/@fortawesome+fontawesome-free@7.2.0/node_modules/@fortawesome/fontawesome-free/svgs/solid/train.svg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D:/pasar_fix/node_modules/.bun/@fortawesome+fontawesome-free@7.2.0/node_modules/@fortawesome/fontawesome-free/svgs/solid/tram.svg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D:/pasar_fix/node_modules/.bun/@fortawesome+fontawesome-free@7.2.0/node_modules/@fortawesome/fontawesome-free/svgs/solid/transgender-alt.svg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D:/pasar_fix/node_modules/.bun/@fortawesome+fontawesome-free@7.2.0/node_modules/@fortawesome/fontawesome-free/svgs/solid/transgender.svg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D:/pasar_fix/node_modules/.bun/@fortawesome+fontawesome-free@7.2.0/node_modules/@fortawesome/fontawesome-free/svgs/solid/trash-alt.svg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D:/pasar_fix/node_modules/.bun/@fortawesome+fontawesome-free@7.2.0/node_modules/@fortawesome/fontawesome-free/svgs/solid/trash-arrow-up.svg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D:/pasar_fix/node_modules/.bun/@fortawesome+fontawesome-free@7.2.0/node_modules/@fortawesome/fontawesome-free/svgs/solid/trash-can-arrow-up.svg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D:/pasar_fix/node_modules/.bun/@fortawesome+fontawesome-free@7.2.0/node_modules/@fortawesome/fontawesome-free/svgs/solid/trash-can.svg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D:/pasar_fix/node_modules/.bun/@fortawesome+fontawesome-free@7.2.0/node_modules/@fortawesome/fontawesome-free/svgs/solid/trash-restore-alt.svg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D:/pasar_fix/node_modules/.bun/@fortawesome+fontawesome-free@7.2.0/node_modules/@fortawesome/fontawesome-free/svgs/solid/trash-restore.svg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D:/pasar_fix/node_modules/.bun/@fortawesome+fontawesome-free@7.2.0/node_modules/@fortawesome/fontawesome-free/svgs/solid/trash.svg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D:/pasar_fix/node_modules/.bun/@fortawesome+fontawesome-free@7.2.0/node_modules/@fortawesome/fontawesome-free/svgs/solid/tree-city.svg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D:/pasar_fix/node_modules/.bun/@fortawesome+fontawesome-free@7.2.0/node_modules/@fortawesome/fontawesome-free/svgs/solid/tree.svg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D:/pasar_fix/node_modules/.bun/@fortawesome+fontawesome-free@7.2.0/node_modules/@fortawesome/fontawesome-free/svgs/solid/triangle-circle-square.svg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D:/pasar_fix/node_modules/.bun/@fortawesome+fontawesome-free@7.2.0/node_modules/@fortawesome/fontawesome-free/svgs/solid/triangle-exclamation.svg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D:/pasar_fix/node_modules/.bun/@fortawesome+fontawesome-free@7.2.0/node_modules/@fortawesome/fontawesome-free/svgs/solid/trophy.svg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D:/pasar_fix/node_modules/.bun/@fortawesome+fontawesome-free@7.2.0/node_modules/@fortawesome/fontawesome-free/svgs/solid/trowel-bricks.svg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D:/pasar_fix/node_modules/.bun/@fortawesome+fontawesome-free@7.2.0/node_modules/@fortawesome/fontawesome-free/svgs/solid/trowel.svg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D:/pasar_fix/node_modules/.bun/@fortawesome+fontawesome-free@7.2.0/node_modules/@fortawesome/fontawesome-free/svgs/solid/truck-arrow-right.svg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D:/pasar_fix/node_modules/.bun/@fortawesome+fontawesome-free@7.2.0/node_modules/@fortawesome/fontawesome-free/svgs/solid/truck-droplet.svg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D:/pasar_fix/node_modules/.bun/@fortawesome+fontawesome-free@7.2.0/node_modules/@fortawesome/fontawesome-free/svgs/solid/truck-fast.svg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D:/pasar_fix/node_modules/.bun/@fortawesome+fontawesome-free@7.2.0/node_modules/@fortawesome/fontawesome-free/svgs/solid/truck-field-un.svg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D:/pasar_fix/node_modules/.bun/@fortawesome+fontawesome-free@7.2.0/node_modules/@fortawesome/fontawesome-free/svgs/solid/truck-field.svg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D:/pasar_fix/node_modules/.bun/@fortawesome+fontawesome-free@7.2.0/node_modules/@fortawesome/fontawesome-free/svgs/solid/truck-front.svg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D:/pasar_fix/node_modules/.bun/@fortawesome+fontawesome-free@7.2.0/node_modules/@fortawesome/fontawesome-free/svgs/solid/truck-loading.svg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D:/pasar_fix/node_modules/.bun/@fortawesome+fontawesome-free@7.2.0/node_modules/@fortawesome/fontawesome-free/svgs/solid/truck-medical.svg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D:/pasar_fix/node_modules/.bun/@fortawesome+fontawesome-free@7.2.0/node_modules/@fortawesome/fontawesome-free/svgs/solid/truck-monster.svg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D:/pasar_fix/node_modules/.bun/@fortawesome+fontawesome-free@7.2.0/node_modules/@fortawesome/fontawesome-free/svgs/solid/truck-moving.svg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D:/pasar_fix/node_modules/.bun/@fortawesome+fontawesome-free@7.2.0/node_modules/@fortawesome/fontawesome-free/svgs/solid/truck-pickup.svg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D:/pasar_fix/node_modules/.bun/@fortawesome+fontawesome-free@7.2.0/node_modules/@fortawesome/fontawesome-free/svgs/solid/truck-plane.svg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D:/pasar_fix/node_modules/.bun/@fortawesome+fontawesome-free@7.2.0/node_modules/@fortawesome/fontawesome-free/svgs/solid/truck-ramp-box.svg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D:/pasar_fix/node_modules/.bun/@fortawesome+fontawesome-free@7.2.0/node_modules/@fortawesome/fontawesome-free/svgs/solid/truck.svg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D:/pasar_fix/node_modules/.bun/@fortawesome+fontawesome-free@7.2.0/node_modules/@fortawesome/fontawesome-free/svgs/solid/try.svg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D:/pasar_fix/node_modules/.bun/@fortawesome+fontawesome-free@7.2.0/node_modules/@fortawesome/fontawesome-free/svgs/solid/tshirt.svg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D:/pasar_fix/node_modules/.bun/@fortawesome+fontawesome-free@7.2.0/node_modules/@fortawesome/fontawesome-free/svgs/solid/tty.svg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D:/pasar_fix/node_modules/.bun/@fortawesome+fontawesome-free@7.2.0/node_modules/@fortawesome/fontawesome-free/svgs/solid/turkish-lira-sign.svg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D:/pasar_fix/node_modules/.bun/@fortawesome+fontawesome-free@7.2.0/node_modules/@fortawesome/fontawesome-free/svgs/solid/turkish-lira.svg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D:/pasar_fix/node_modules/.bun/@fortawesome+fontawesome-free@7.2.0/node_modules/@fortawesome/fontawesome-free/svgs/solid/turn-down.svg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D:/pasar_fix/node_modules/.bun/@fortawesome+fontawesome-free@7.2.0/node_modules/@fortawesome/fontawesome-free/svgs/solid/turn-up.svg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D:/pasar_fix/node_modules/.bun/@fortawesome+fontawesome-free@7.2.0/node_modules/@fortawesome/fontawesome-free/svgs/solid/tv-alt.svg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D:/pasar_fix/node_modules/.bun/@fortawesome+fontawesome-free@7.2.0/node_modules/@fortawesome/fontawesome-free/svgs/solid/tv.svg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D:/pasar_fix/node_modules/.bun/@fortawesome+fontawesome-free@7.2.0/node_modules/@fortawesome/fontawesome-free/svgs/solid/u.svg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D:/pasar_fix/node_modules/.bun/@fortawesome+fontawesome-free@7.2.0/node_modules/@fortawesome/fontawesome-free/svgs/solid/umbrella-beach.svg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D:/pasar_fix/node_modules/.bun/@fortawesome+fontawesome-free@7.2.0/node_modules/@fortawesome/fontawesome-free/svgs/solid/umbrella.svg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D:/pasar_fix/node_modules/.bun/@fortawesome+fontawesome-free@7.2.0/node_modules/@fortawesome/fontawesome-free/svgs/solid/underline.svg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D:/pasar_fix/node_modules/.bun/@fortawesome+fontawesome-free@7.2.0/node_modules/@fortawesome/fontawesome-free/svgs/solid/undo-alt.svg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D:/pasar_fix/node_modules/.bun/@fortawesome+fontawesome-free@7.2.0/node_modules/@fortawesome/fontawesome-free/svgs/solid/undo.svg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D:/pasar_fix/node_modules/.bun/@fortawesome+fontawesome-free@7.2.0/node_modules/@fortawesome/fontawesome-free/svgs/solid/universal-access.svg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D:/pasar_fix/node_modules/.bun/@fortawesome+fontawesome-free@7.2.0/node_modules/@fortawesome/fontawesome-free/svgs/solid/university.svg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D:/pasar_fix/node_modules/.bun/@fortawesome+fontawesome-free@7.2.0/node_modules/@fortawesome/fontawesome-free/svgs/solid/unlink.svg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D:/pasar_fix/node_modules/.bun/@fortawesome+fontawesome-free@7.2.0/node_modules/@fortawesome/fontawesome-free/svgs/solid/unlock-alt.svg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D:/pasar_fix/node_modules/.bun/@fortawesome+fontawesome-free@7.2.0/node_modules/@fortawesome/fontawesome-free/svgs/solid/unlock-keyhole.svg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D:/pasar_fix/node_modules/.bun/@fortawesome+fontawesome-free@7.2.0/node_modules/@fortawesome/fontawesome-free/svgs/solid/unlock.svg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D:/pasar_fix/node_modules/.bun/@fortawesome+fontawesome-free@7.2.0/node_modules/@fortawesome/fontawesome-free/svgs/solid/unsorted.svg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D:/pasar_fix/node_modules/.bun/@fortawesome+fontawesome-free@7.2.0/node_modules/@fortawesome/fontawesome-free/svgs/solid/up-down-left-right.svg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D:/pasar_fix/node_modules/.bun/@fortawesome+fontawesome-free@7.2.0/node_modules/@fortawesome/fontawesome-free/svgs/solid/up-down.svg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D:/pasar_fix/node_modules/.bun/@fortawesome+fontawesome-free@7.2.0/node_modules/@fortawesome/fontawesome-free/svgs/solid/up-long.svg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D:/pasar_fix/node_modules/.bun/@fortawesome+fontawesome-free@7.2.0/node_modules/@fortawesome/fontawesome-free/svgs/solid/up-right-and-down-left-from-center.svg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D:/pasar_fix/node_modules/.bun/@fortawesome+fontawesome-free@7.2.0/node_modules/@fortawesome/fontawesome-free/svgs/solid/up-right-from-square.svg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D:/pasar_fix/node_modules/.bun/@fortawesome+fontawesome-free@7.2.0/node_modules/@fortawesome/fontawesome-free/svgs/solid/upload.svg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D:/pasar_fix/node_modules/.bun/@fortawesome+fontawesome-free@7.2.0/node_modules/@fortawesome/fontawesome-free/svgs/solid/usd.svg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D:/pasar_fix/node_modules/.bun/@fortawesome+fontawesome-free@7.2.0/node_modules/@fortawesome/fontawesome-free/svgs/solid/user-alt-slash.svg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D:/pasar_fix/node_modules/.bun/@fortawesome+fontawesome-free@7.2.0/node_modules/@fortawesome/fontawesome-free/svgs/solid/user-alt.svg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D:/pasar_fix/node_modules/.bun/@fortawesome+fontawesome-free@7.2.0/node_modules/@fortawesome/fontawesome-free/svgs/solid/user-astronaut.svg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D:/pasar_fix/node_modules/.bun/@fortawesome+fontawesome-free@7.2.0/node_modules/@fortawesome/fontawesome-free/svgs/solid/user-check.svg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D:/pasar_fix/node_modules/.bun/@fortawesome+fontawesome-free@7.2.0/node_modules/@fortawesome/fontawesome-free/svgs/solid/user-circle.svg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D:/pasar_fix/node_modules/.bun/@fortawesome+fontawesome-free@7.2.0/node_modules/@fortawesome/fontawesome-free/svgs/solid/user-clock.svg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D:/pasar_fix/node_modules/.bun/@fortawesome+fontawesome-free@7.2.0/node_modules/@fortawesome/fontawesome-free/svgs/solid/user-cog.svg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D:/pasar_fix/node_modules/.bun/@fortawesome+fontawesome-free@7.2.0/node_modules/@fortawesome/fontawesome-free/svgs/solid/user-doctor.svg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D:/pasar_fix/node_modules/.bun/@fortawesome+fontawesome-free@7.2.0/node_modules/@fortawesome/fontawesome-free/svgs/solid/user-edit.svg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D:/pasar_fix/node_modules/.bun/@fortawesome+fontawesome-free@7.2.0/node_modules/@fortawesome/fontawesome-free/svgs/solid/user-friends.svg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D:/pasar_fix/node_modules/.bun/@fortawesome+fontawesome-free@7.2.0/node_modules/@fortawesome/fontawesome-free/svgs/solid/user-gear.svg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D:/pasar_fix/node_modules/.bun/@fortawesome+fontawesome-free@7.2.0/node_modules/@fortawesome/fontawesome-free/svgs/solid/user-graduate.svg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D:/pasar_fix/node_modules/.bun/@fortawesome+fontawesome-free@7.2.0/node_modules/@fortawesome/fontawesome-free/svgs/solid/user-group.svg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D:/pasar_fix/node_modules/.bun/@fortawesome+fontawesome-free@7.2.0/node_modules/@fortawesome/fontawesome-free/svgs/solid/user-injured.svg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D:/pasar_fix/node_modules/.bun/@fortawesome+fontawesome-free@7.2.0/node_modules/@fortawesome/fontawesome-free/svgs/solid/user-large-slash.svg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D:/pasar_fix/node_modules/.bun/@fortawesome+fontawesome-free@7.2.0/node_modules/@fortawesome/fontawesome-free/svgs/solid/user-large.svg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D:/pasar_fix/node_modules/.bun/@fortawesome+fontawesome-free@7.2.0/node_modules/@fortawesome/fontawesome-free/svgs/solid/user-lock.svg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D:/pasar_fix/node_modules/.bun/@fortawesome+fontawesome-free@7.2.0/node_modules/@fortawesome/fontawesome-free/svgs/solid/user-md.svg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D:/pasar_fix/node_modules/.bun/@fortawesome+fontawesome-free@7.2.0/node_modules/@fortawesome/fontawesome-free/svgs/solid/user-minus.svg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D:/pasar_fix/node_modules/.bun/@fortawesome+fontawesome-free@7.2.0/node_modules/@fortawesome/fontawesome-free/svgs/solid/user-ninja.svg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D:/pasar_fix/node_modules/.bun/@fortawesome+fontawesome-free@7.2.0/node_modules/@fortawesome/fontawesome-free/svgs/solid/user-nurse.svg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D:/pasar_fix/node_modules/.bun/@fortawesome+fontawesome-free@7.2.0/node_modules/@fortawesome/fontawesome-free/svgs/solid/user-pen.svg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D:/pasar_fix/node_modules/.bun/@fortawesome+fontawesome-free@7.2.0/node_modules/@fortawesome/fontawesome-free/svgs/solid/user-plus.svg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D:/pasar_fix/node_modules/.bun/@fortawesome+fontawesome-free@7.2.0/node_modules/@fortawesome/fontawesome-free/svgs/solid/user-secret.svg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D:/pasar_fix/node_modules/.bun/@fortawesome+fontawesome-free@7.2.0/node_modules/@fortawesome/fontawesome-free/svgs/solid/user-shield.svg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D:/pasar_fix/node_modules/.bun/@fortawesome+fontawesome-free@7.2.0/node_modules/@fortawesome/fontawesome-free/svgs/solid/user-slash.svg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D:/pasar_fix/node_modules/.bun/@fortawesome+fontawesome-free@7.2.0/node_modules/@fortawesome/fontawesome-free/svgs/solid/user-tag.svg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D:/pasar_fix/node_modules/.bun/@fortawesome+fontawesome-free@7.2.0/node_modules/@fortawesome/fontawesome-free/svgs/solid/user-tie.svg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D:/pasar_fix/node_modules/.bun/@fortawesome+fontawesome-free@7.2.0/node_modules/@fortawesome/fontawesome-free/svgs/solid/user-times.svg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D:/pasar_fix/node_modules/.bun/@fortawesome+fontawesome-free@7.2.0/node_modules/@fortawesome/fontawesome-free/svgs/solid/user-xmark.svg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D:/pasar_fix/node_modules/.bun/@fortawesome+fontawesome-free@7.2.0/node_modules/@fortawesome/fontawesome-free/svgs/solid/user.svg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D:/pasar_fix/node_modules/.bun/@fortawesome+fontawesome-free@7.2.0/node_modules/@fortawesome/fontawesome-free/svgs/solid/users-between-lines.svg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D:/pasar_fix/node_modules/.bun/@fortawesome+fontawesome-free@7.2.0/node_modules/@fortawesome/fontawesome-free/svgs/solid/users-cog.svg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D:/pasar_fix/node_modules/.bun/@fortawesome+fontawesome-free@7.2.0/node_modules/@fortawesome/fontawesome-free/svgs/solid/users-gear.svg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D:/pasar_fix/node_modules/.bun/@fortawesome+fontawesome-free@7.2.0/node_modules/@fortawesome/fontawesome-free/svgs/solid/users-line.svg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D:/pasar_fix/node_modules/.bun/@fortawesome+fontawesome-free@7.2.0/node_modules/@fortawesome/fontawesome-free/svgs/solid/users-rays.svg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D:/pasar_fix/node_modules/.bun/@fortawesome+fontawesome-free@7.2.0/node_modules/@fortawesome/fontawesome-free/svgs/solid/users-rectangle.svg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D:/pasar_fix/node_modules/.bun/@fortawesome+fontawesome-free@7.2.0/node_modules/@fortawesome/fontawesome-free/svgs/solid/users-slash.svg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D:/pasar_fix/node_modules/.bun/@fortawesome+fontawesome-free@7.2.0/node_modules/@fortawesome/fontawesome-free/svgs/solid/users-viewfinder.svg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D:/pasar_fix/node_modules/.bun/@fortawesome+fontawesome-free@7.2.0/node_modules/@fortawesome/fontawesome-free/svgs/solid/users.svg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D:/pasar_fix/node_modules/.bun/@fortawesome+fontawesome-free@7.2.0/node_modules/@fortawesome/fontawesome-free/svgs/solid/utensil-spoon.svg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D:/pasar_fix/node_modules/.bun/@fortawesome+fontawesome-free@7.2.0/node_modules/@fortawesome/fontawesome-free/svgs/solid/utensils.svg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D:/pasar_fix/node_modules/.bun/@fortawesome+fontawesome-free@7.2.0/node_modules/@fortawesome/fontawesome-free/svgs/solid/v.svg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D:/pasar_fix/node_modules/.bun/@fortawesome+fontawesome-free@7.2.0/node_modules/@fortawesome/fontawesome-free/svgs/solid/van-shuttle.svg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D:/pasar_fix/node_modules/.bun/@fortawesome+fontawesome-free@7.2.0/node_modules/@fortawesome/fontawesome-free/svgs/solid/vault.svg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D:/pasar_fix/node_modules/.bun/@fortawesome+fontawesome-free@7.2.0/node_modules/@fortawesome/fontawesome-free/svgs/solid/vcard.svg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D:/pasar_fix/node_modules/.bun/@fortawesome+fontawesome-free@7.2.0/node_modules/@fortawesome/fontawesome-free/svgs/solid/vector-polygon.svg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D:/pasar_fix/node_modules/.bun/@fortawesome+fontawesome-free@7.2.0/node_modules/@fortawesome/fontawesome-free/svgs/solid/venus-double.svg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D:/pasar_fix/node_modules/.bun/@fortawesome+fontawesome-free@7.2.0/node_modules/@fortawesome/fontawesome-free/svgs/solid/venus-mars.svg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D:/pasar_fix/node_modules/.bun/@fortawesome+fontawesome-free@7.2.0/node_modules/@fortawesome/fontawesome-free/svgs/solid/venus.svg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D:/pasar_fix/node_modules/.bun/@fortawesome+fontawesome-free@7.2.0/node_modules/@fortawesome/fontawesome-free/svgs/solid/vest-patches.svg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D:/pasar_fix/node_modules/.bun/@fortawesome+fontawesome-free@7.2.0/node_modules/@fortawesome/fontawesome-free/svgs/solid/vest.svg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D:/pasar_fix/node_modules/.bun/@fortawesome+fontawesome-free@7.2.0/node_modules/@fortawesome/fontawesome-free/svgs/solid/vial-circle-check.svg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D:/pasar_fix/node_modules/.bun/@fortawesome+fontawesome-free@7.2.0/node_modules/@fortawesome/fontawesome-free/svgs/solid/vial-virus.svg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D:/pasar_fix/node_modules/.bun/@fortawesome+fontawesome-free@7.2.0/node_modules/@fortawesome/fontawesome-free/svgs/solid/vial.svg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D:/pasar_fix/node_modules/.bun/@fortawesome+fontawesome-free@7.2.0/node_modules/@fortawesome/fontawesome-free/svgs/solid/vials.svg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D:/pasar_fix/node_modules/.bun/@fortawesome+fontawesome-free@7.2.0/node_modules/@fortawesome/fontawesome-free/svgs/solid/video-camera.svg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D:/pasar_fix/node_modules/.bun/@fortawesome+fontawesome-free@7.2.0/node_modules/@fortawesome/fontawesome-free/svgs/solid/video-slash.svg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D:/pasar_fix/node_modules/.bun/@fortawesome+fontawesome-free@7.2.0/node_modules/@fortawesome/fontawesome-free/svgs/solid/video.svg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D:/pasar_fix/node_modules/.bun/@fortawesome+fontawesome-free@7.2.0/node_modules/@fortawesome/fontawesome-free/svgs/solid/vihara.svg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D:/pasar_fix/node_modules/.bun/@fortawesome+fontawesome-free@7.2.0/node_modules/@fortawesome/fontawesome-free/svgs/solid/virgo.svg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D:/pasar_fix/node_modules/.bun/@fortawesome+fontawesome-free@7.2.0/node_modules/@fortawesome/fontawesome-free/svgs/solid/virus-covid-slash.svg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D:/pasar_fix/node_modules/.bun/@fortawesome+fontawesome-free@7.2.0/node_modules/@fortawesome/fontawesome-free/svgs/solid/virus-covid.svg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D:/pasar_fix/node_modules/.bun/@fortawesome+fontawesome-free@7.2.0/node_modules/@fortawesome/fontawesome-free/svgs/solid/virus-slash.svg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D:/pasar_fix/node_modules/.bun/@fortawesome+fontawesome-free@7.2.0/node_modules/@fortawesome/fontawesome-free/svgs/solid/virus.svg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D:/pasar_fix/node_modules/.bun/@fortawesome+fontawesome-free@7.2.0/node_modules/@fortawesome/fontawesome-free/svgs/solid/viruses.svg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D:/pasar_fix/node_modules/.bun/@fortawesome+fontawesome-free@7.2.0/node_modules/@fortawesome/fontawesome-free/svgs/solid/voicemail.svg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D:/pasar_fix/node_modules/.bun/@fortawesome+fontawesome-free@7.2.0/node_modules/@fortawesome/fontawesome-free/svgs/solid/volcano.svg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D:/pasar_fix/node_modules/.bun/@fortawesome+fontawesome-free@7.2.0/node_modules/@fortawesome/fontawesome-free/svgs/solid/volleyball-ball.svg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D:/pasar_fix/node_modules/.bun/@fortawesome+fontawesome-free@7.2.0/node_modules/@fortawesome/fontawesome-free/svgs/solid/volleyball.svg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D:/pasar_fix/node_modules/.bun/@fortawesome+fontawesome-free@7.2.0/node_modules/@fortawesome/fontawesome-free/svgs/solid/volume-control-phone.svg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D:/pasar_fix/node_modules/.bun/@fortawesome+fontawesome-free@7.2.0/node_modules/@fortawesome/fontawesome-free/svgs/solid/volume-down.svg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D:/pasar_fix/node_modules/.bun/@fortawesome+fontawesome-free@7.2.0/node_modules/@fortawesome/fontawesome-free/svgs/solid/volume-high.svg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D:/pasar_fix/node_modules/.bun/@fortawesome+fontawesome-free@7.2.0/node_modules/@fortawesome/fontawesome-free/svgs/solid/volume-low.svg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D:/pasar_fix/node_modules/.bun/@fortawesome+fontawesome-free@7.2.0/node_modules/@fortawesome/fontawesome-free/svgs/solid/volume-medium.svg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D:/pasar_fix/node_modules/.bun/@fortawesome+fontawesome-free@7.2.0/node_modules/@fortawesome/fontawesome-free/svgs/solid/volume-mute.svg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D:/pasar_fix/node_modules/.bun/@fortawesome+fontawesome-free@7.2.0/node_modules/@fortawesome/fontawesome-free/svgs/solid/volume-off.svg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D:/pasar_fix/node_modules/.bun/@fortawesome+fontawesome-free@7.2.0/node_modules/@fortawesome/fontawesome-free/svgs/solid/volume-times.svg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D:/pasar_fix/node_modules/.bun/@fortawesome+fontawesome-free@7.2.0/node_modules/@fortawesome/fontawesome-free/svgs/solid/volume-up.svg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D:/pasar_fix/node_modules/.bun/@fortawesome+fontawesome-free@7.2.0/node_modules/@fortawesome/fontawesome-free/svgs/solid/volume-xmark.svg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D:/pasar_fix/node_modules/.bun/@fortawesome+fontawesome-free@7.2.0/node_modules/@fortawesome/fontawesome-free/svgs/solid/volume.svg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D:/pasar_fix/node_modules/.bun/@fortawesome+fontawesome-free@7.2.0/node_modules/@fortawesome/fontawesome-free/svgs/solid/vote-yea.svg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D:/pasar_fix/node_modules/.bun/@fortawesome+fontawesome-free@7.2.0/node_modules/@fortawesome/fontawesome-free/svgs/solid/vr-cardboard.svg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D:/pasar_fix/node_modules/.bun/@fortawesome+fontawesome-free@7.2.0/node_modules/@fortawesome/fontawesome-free/svgs/solid/w.svg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D:/pasar_fix/node_modules/.bun/@fortawesome+fontawesome-free@7.2.0/node_modules/@fortawesome/fontawesome-free/svgs/solid/walkie-talkie.svg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D:/pasar_fix/node_modules/.bun/@fortawesome+fontawesome-free@7.2.0/node_modules/@fortawesome/fontawesome-free/svgs/solid/walking.svg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D:/pasar_fix/node_modules/.bun/@fortawesome+fontawesome-free@7.2.0/node_modules/@fortawesome/fontawesome-free/svgs/solid/wallet.svg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D:/pasar_fix/node_modules/.bun/@fortawesome+fontawesome-free@7.2.0/node_modules/@fortawesome/fontawesome-free/svgs/solid/wand-magic-sparkles.svg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D:/pasar_fix/node_modules/.bun/@fortawesome+fontawesome-free@7.2.0/node_modules/@fortawesome/fontawesome-free/svgs/solid/wand-magic.svg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D:/pasar_fix/node_modules/.bun/@fortawesome+fontawesome-free@7.2.0/node_modules/@fortawesome/fontawesome-free/svgs/solid/wand-sparkles.svg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D:/pasar_fix/node_modules/.bun/@fortawesome+fontawesome-free@7.2.0/node_modules/@fortawesome/fontawesome-free/svgs/solid/warehouse.svg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D:/pasar_fix/node_modules/.bun/@fortawesome+fontawesome-free@7.2.0/node_modules/@fortawesome/fontawesome-free/svgs/solid/warning.svg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D:/pasar_fix/node_modules/.bun/@fortawesome+fontawesome-free@7.2.0/node_modules/@fortawesome/fontawesome-free/svgs/solid/water-ladder.svg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D:/pasar_fix/node_modules/.bun/@fortawesome+fontawesome-free@7.2.0/node_modules/@fortawesome/fontawesome-free/svgs/solid/water.svg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D:/pasar_fix/node_modules/.bun/@fortawesome+fontawesome-free@7.2.0/node_modules/@fortawesome/fontawesome-free/svgs/solid/wave-square.svg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D:/pasar_fix/node_modules/.bun/@fortawesome+fontawesome-free@7.2.0/node_modules/@fortawesome/fontawesome-free/svgs/solid/web-awesome.svg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D:/pasar_fix/node_modules/.bun/@fortawesome+fontawesome-free@7.2.0/node_modules/@fortawesome/fontawesome-free/svgs/solid/weight-hanging.svg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D:/pasar_fix/node_modules/.bun/@fortawesome+fontawesome-free@7.2.0/node_modules/@fortawesome/fontawesome-free/svgs/solid/weight-scale.svg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D:/pasar_fix/node_modules/.bun/@fortawesome+fontawesome-free@7.2.0/node_modules/@fortawesome/fontawesome-free/svgs/solid/weight.svg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D:/pasar_fix/node_modules/.bun/@fortawesome+fontawesome-free@7.2.0/node_modules/@fortawesome/fontawesome-free/svgs/solid/wheat-alt.svg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D:/pasar_fix/node_modules/.bun/@fortawesome+fontawesome-free@7.2.0/node_modules/@fortawesome/fontawesome-free/svgs/solid/wheat-awn-circle-exclamation.svg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D:/pasar_fix/node_modules/.bun/@fortawesome+fontawesome-free@7.2.0/node_modules/@fortawesome/fontawesome-free/svgs/solid/wheat-awn.svg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D:/pasar_fix/node_modules/.bun/@fortawesome+fontawesome-free@7.2.0/node_modules/@fortawesome/fontawesome-free/svgs/solid/wheelchair-alt.svg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D:/pasar_fix/node_modules/.bun/@fortawesome+fontawesome-free@7.2.0/node_modules/@fortawesome/fontawesome-free/svgs/solid/wheelchair-move.svg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D:/pasar_fix/node_modules/.bun/@fortawesome+fontawesome-free@7.2.0/node_modules/@fortawesome/fontawesome-free/svgs/solid/wheelchair.svg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D:/pasar_fix/node_modules/.bun/@fortawesome+fontawesome-free@7.2.0/node_modules/@fortawesome/fontawesome-free/svgs/solid/whiskey-glass.svg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D:/pasar_fix/node_modules/.bun/@fortawesome+fontawesome-free@7.2.0/node_modules/@fortawesome/fontawesome-free/svgs/solid/wifi-3.svg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D:/pasar_fix/node_modules/.bun/@fortawesome+fontawesome-free@7.2.0/node_modules/@fortawesome/fontawesome-free/svgs/solid/wifi-strong.svg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D:/pasar_fix/node_modules/.bun/@fortawesome+fontawesome-free@7.2.0/node_modules/@fortawesome/fontawesome-free/svgs/solid/wifi.svg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D:/pasar_fix/node_modules/.bun/@fortawesome+fontawesome-free@7.2.0/node_modules/@fortawesome/fontawesome-free/svgs/solid/wind.svg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D:/pasar_fix/node_modules/.bun/@fortawesome+fontawesome-free@7.2.0/node_modules/@fortawesome/fontawesome-free/svgs/solid/window-close.svg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D:/pasar_fix/node_modules/.bun/@fortawesome+fontawesome-free@7.2.0/node_modules/@fortawesome/fontawesome-free/svgs/solid/window-maximize.svg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D:/pasar_fix/node_modules/.bun/@fortawesome+fontawesome-free@7.2.0/node_modules/@fortawesome/fontawesome-free/svgs/solid/window-minimize.svg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D:/pasar_fix/node_modules/.bun/@fortawesome+fontawesome-free@7.2.0/node_modules/@fortawesome/fontawesome-free/svgs/solid/window-restore.svg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D:/pasar_fix/node_modules/.bun/@fortawesome+fontawesome-free@7.2.0/node_modules/@fortawesome/fontawesome-free/svgs/solid/wine-bottle.svg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D:/pasar_fix/node_modules/.bun/@fortawesome+fontawesome-free@7.2.0/node_modules/@fortawesome/fontawesome-free/svgs/solid/wine-glass-alt.svg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D:/pasar_fix/node_modules/.bun/@fortawesome+fontawesome-free@7.2.0/node_modules/@fortawesome/fontawesome-free/svgs/solid/wine-glass-empty.svg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D:/pasar_fix/node_modules/.bun/@fortawesome+fontawesome-free@7.2.0/node_modules/@fortawesome/fontawesome-free/svgs/solid/wine-glass.svg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D:/pasar_fix/node_modules/.bun/@fortawesome+fontawesome-free@7.2.0/node_modules/@fortawesome/fontawesome-free/svgs/solid/won-sign.svg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D:/pasar_fix/node_modules/.bun/@fortawesome+fontawesome-free@7.2.0/node_modules/@fortawesome/fontawesome-free/svgs/solid/won.svg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D:/pasar_fix/node_modules/.bun/@fortawesome+fontawesome-free@7.2.0/node_modules/@fortawesome/fontawesome-free/svgs/solid/worm.svg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D:/pasar_fix/node_modules/.bun/@fortawesome+fontawesome-free@7.2.0/node_modules/@fortawesome/fontawesome-free/svgs/solid/wrench.svg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D:/pasar_fix/node_modules/.bun/@fortawesome+fontawesome-free@7.2.0/node_modules/@fortawesome/fontawesome-free/svgs/solid/x-ray.svg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D:/pasar_fix/node_modules/.bun/@fortawesome+fontawesome-free@7.2.0/node_modules/@fortawesome/fontawesome-free/svgs/solid/x.svg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D:/pasar_fix/node_modules/.bun/@fortawesome+fontawesome-free@7.2.0/node_modules/@fortawesome/fontawesome-free/svgs/solid/xmark-circle.svg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D:/pasar_fix/node_modules/.bun/@fortawesome+fontawesome-free@7.2.0/node_modules/@fortawesome/fontawesome-free/svgs/solid/xmark-square.svg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D:/pasar_fix/node_modules/.bun/@fortawesome+fontawesome-free@7.2.0/node_modules/@fortawesome/fontawesome-free/svgs/solid/xmark.svg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D:/pasar_fix/node_modules/.bun/@fortawesome+fontawesome-free@7.2.0/node_modules/@fortawesome/fontawesome-free/svgs/solid/xmarks-lines.svg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D:/pasar_fix/node_modules/.bun/@fortawesome+fontawesome-free@7.2.0/node_modules/@fortawesome/fontawesome-free/svgs/solid/yen-sign.svg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D:/pasar_fix/node_modules/.bun/@fortawesome+fontawesome-free@7.2.0/node_modules/@fortawesome/fontawesome-free/svgs/solid/yen.svg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D:/pasar_fix/node_modules/.bun/@fortawesome+fontawesome-free@7.2.0/node_modules/@fortawesome/fontawesome-free/svgs/solid/yin-yang.svg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D:/pasar_fix/node_modules/.bun/@fortawesome+fontawesome-free@7.2.0/node_modules/@fortawesome/fontawesome-free/svgs/solid/z.svg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D:/pasar_fix/node_modules/.bun/@fortawesome+fontawesome-free@7.2.0/node_modules/@fortawesome/fontawesome-free/svgs/solid/zap.svg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D:/pasar_fix/node_modules/.bun/@fortawesome+fontawesome-free@7.2.0/node_modules/@fortawesome/fontawesome-free/svgs-full/brands/11ty.svg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D:/pasar_fix/node_modules/.bun/@fortawesome+fontawesome-free@7.2.0/node_modules/@fortawesome/fontawesome-free/svgs-full/brands/42-group.svg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D:/pasar_fix/node_modules/.bun/@fortawesome+fontawesome-free@7.2.0/node_modules/@fortawesome/fontawesome-free/svgs-full/brands/500px.svg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D:/pasar_fix/node_modules/.bun/@fortawesome+fontawesome-free@7.2.0/node_modules/@fortawesome/fontawesome-free/svgs-full/brands/accessible-icon.svg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D:/pasar_fix/node_modules/.bun/@fortawesome+fontawesome-free@7.2.0/node_modules/@fortawesome/fontawesome-free/svgs-full/brands/accusoft.svg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D:/pasar_fix/node_modules/.bun/@fortawesome+fontawesome-free@7.2.0/node_modules/@fortawesome/fontawesome-free/svgs-full/brands/adn.svg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D:/pasar_fix/node_modules/.bun/@fortawesome+fontawesome-free@7.2.0/node_modules/@fortawesome/fontawesome-free/svgs-full/brands/adversal.svg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D:/pasar_fix/node_modules/.bun/@fortawesome+fontawesome-free@7.2.0/node_modules/@fortawesome/fontawesome-free/svgs-full/brands/affiliatetheme.svg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D:/pasar_fix/node_modules/.bun/@fortawesome+fontawesome-free@7.2.0/node_modules/@fortawesome/fontawesome-free/svgs-full/brands/airbnb.svg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D:/pasar_fix/node_modules/.bun/@fortawesome+fontawesome-free@7.2.0/node_modules/@fortawesome/fontawesome-free/svgs-full/brands/algolia.svg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D:/pasar_fix/node_modules/.bun/@fortawesome+fontawesome-free@7.2.0/node_modules/@fortawesome/fontawesome-free/svgs-full/brands/alipay.svg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D:/pasar_fix/node_modules/.bun/@fortawesome+fontawesome-free@7.2.0/node_modules/@fortawesome/fontawesome-free/svgs-full/brands/amazon-pay.svg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D:/pasar_fix/node_modules/.bun/@fortawesome+fontawesome-free@7.2.0/node_modules/@fortawesome/fontawesome-free/svgs-full/brands/amazon.svg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D:/pasar_fix/node_modules/.bun/@fortawesome+fontawesome-free@7.2.0/node_modules/@fortawesome/fontawesome-free/svgs-full/brands/amilia.svg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D:/pasar_fix/node_modules/.bun/@fortawesome+fontawesome-free@7.2.0/node_modules/@fortawesome/fontawesome-free/svgs-full/brands/android.svg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D:/pasar_fix/node_modules/.bun/@fortawesome+fontawesome-free@7.2.0/node_modules/@fortawesome/fontawesome-free/svgs-full/brands/angellist.svg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D:/pasar_fix/node_modules/.bun/@fortawesome+fontawesome-free@7.2.0/node_modules/@fortawesome/fontawesome-free/svgs-full/brands/angrycreative.svg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D:/pasar_fix/node_modules/.bun/@fortawesome+fontawesome-free@7.2.0/node_modules/@fortawesome/fontawesome-free/svgs-full/brands/angular.svg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D:/pasar_fix/node_modules/.bun/@fortawesome+fontawesome-free@7.2.0/node_modules/@fortawesome/fontawesome-free/svgs-full/brands/app-store-ios.svg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D:/pasar_fix/node_modules/.bun/@fortawesome+fontawesome-free@7.2.0/node_modules/@fortawesome/fontawesome-free/svgs-full/brands/app-store.svg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D:/pasar_fix/node_modules/.bun/@fortawesome+fontawesome-free@7.2.0/node_modules/@fortawesome/fontawesome-free/svgs-full/brands/apper.svg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D:/pasar_fix/node_modules/.bun/@fortawesome+fontawesome-free@7.2.0/node_modules/@fortawesome/fontawesome-free/svgs-full/brands/apple-pay.svg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D:/pasar_fix/node_modules/.bun/@fortawesome+fontawesome-free@7.2.0/node_modules/@fortawesome/fontawesome-free/svgs-full/brands/apple.svg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D:/pasar_fix/node_modules/.bun/@fortawesome+fontawesome-free@7.2.0/node_modules/@fortawesome/fontawesome-free/svgs-full/brands/arch-linux.svg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D:/pasar_fix/node_modules/.bun/@fortawesome+fontawesome-free@7.2.0/node_modules/@fortawesome/fontawesome-free/svgs-full/brands/artstation.svg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D:/pasar_fix/node_modules/.bun/@fortawesome+fontawesome-free@7.2.0/node_modules/@fortawesome/fontawesome-free/svgs-full/brands/asymmetrik.svg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D:/pasar_fix/node_modules/.bun/@fortawesome+fontawesome-free@7.2.0/node_modules/@fortawesome/fontawesome-free/svgs-full/brands/atlassian.svg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D:/pasar_fix/node_modules/.bun/@fortawesome+fontawesome-free@7.2.0/node_modules/@fortawesome/fontawesome-free/svgs-full/brands/audible.svg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D:/pasar_fix/node_modules/.bun/@fortawesome+fontawesome-free@7.2.0/node_modules/@fortawesome/fontawesome-free/svgs-full/brands/autoprefixer.svg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D:/pasar_fix/node_modules/.bun/@fortawesome+fontawesome-free@7.2.0/node_modules/@fortawesome/fontawesome-free/svgs-full/brands/avianex.svg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D:/pasar_fix/node_modules/.bun/@fortawesome+fontawesome-free@7.2.0/node_modules/@fortawesome/fontawesome-free/svgs-full/brands/aviato.svg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D:/pasar_fix/node_modules/.bun/@fortawesome+fontawesome-free@7.2.0/node_modules/@fortawesome/fontawesome-free/svgs-full/brands/aws.svg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D:/pasar_fix/node_modules/.bun/@fortawesome+fontawesome-free@7.2.0/node_modules/@fortawesome/fontawesome-free/svgs-full/brands/bandcamp.svg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D:/pasar_fix/node_modules/.bun/@fortawesome+fontawesome-free@7.2.0/node_modules/@fortawesome/fontawesome-free/svgs-full/brands/battle-net.svg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D:/pasar_fix/node_modules/.bun/@fortawesome+fontawesome-free@7.2.0/node_modules/@fortawesome/fontawesome-free/svgs-full/brands/behance-square.svg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D:/pasar_fix/node_modules/.bun/@fortawesome+fontawesome-free@7.2.0/node_modules/@fortawesome/fontawesome-free/svgs-full/brands/behance.svg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D:/pasar_fix/node_modules/.bun/@fortawesome+fontawesome-free@7.2.0/node_modules/@fortawesome/fontawesome-free/svgs-full/brands/bgg.svg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D:/pasar_fix/node_modules/.bun/@fortawesome+fontawesome-free@7.2.0/node_modules/@fortawesome/fontawesome-free/svgs-full/brands/bilibili.svg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D:/pasar_fix/node_modules/.bun/@fortawesome+fontawesome-free@7.2.0/node_modules/@fortawesome/fontawesome-free/svgs-full/brands/bimobject.svg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D:/pasar_fix/node_modules/.bun/@fortawesome+fontawesome-free@7.2.0/node_modules/@fortawesome/fontawesome-free/svgs-full/brands/bitbucket.svg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D:/pasar_fix/node_modules/.bun/@fortawesome+fontawesome-free@7.2.0/node_modules/@fortawesome/fontawesome-free/svgs-full/brands/bitcoin.svg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D:/pasar_fix/node_modules/.bun/@fortawesome+fontawesome-free@7.2.0/node_modules/@fortawesome/fontawesome-free/svgs-full/brands/bity.svg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D:/pasar_fix/node_modules/.bun/@fortawesome+fontawesome-free@7.2.0/node_modules/@fortawesome/fontawesome-free/svgs-full/brands/black-tie.svg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D:/pasar_fix/node_modules/.bun/@fortawesome+fontawesome-free@7.2.0/node_modules/@fortawesome/fontawesome-free/svgs-full/brands/blackberry.svg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D:/pasar_fix/node_modules/.bun/@fortawesome+fontawesome-free@7.2.0/node_modules/@fortawesome/fontawesome-free/svgs-full/brands/blogger-b.svg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D:/pasar_fix/node_modules/.bun/@fortawesome+fontawesome-free@7.2.0/node_modules/@fortawesome/fontawesome-free/svgs-full/brands/blogger.svg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D:/pasar_fix/node_modules/.bun/@fortawesome+fontawesome-free@7.2.0/node_modules/@fortawesome/fontawesome-free/svgs-full/brands/bluesky.svg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D:/pasar_fix/node_modules/.bun/@fortawesome+fontawesome-free@7.2.0/node_modules/@fortawesome/fontawesome-free/svgs-full/brands/bluetooth-b.svg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D:/pasar_fix/node_modules/.bun/@fortawesome+fontawesome-free@7.2.0/node_modules/@fortawesome/fontawesome-free/svgs-full/brands/bluetooth.svg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D:/pasar_fix/node_modules/.bun/@fortawesome+fontawesome-free@7.2.0/node_modules/@fortawesome/fontawesome-free/svgs-full/brands/board-game-geek.svg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D:/pasar_fix/node_modules/.bun/@fortawesome+fontawesome-free@7.2.0/node_modules/@fortawesome/fontawesome-free/svgs-full/brands/bootstrap.svg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D:/pasar_fix/node_modules/.bun/@fortawesome+fontawesome-free@7.2.0/node_modules/@fortawesome/fontawesome-free/svgs-full/brands/bots.svg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D:/pasar_fix/node_modules/.bun/@fortawesome+fontawesome-free@7.2.0/node_modules/@fortawesome/fontawesome-free/svgs-full/brands/brave-reverse.svg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D:/pasar_fix/node_modules/.bun/@fortawesome+fontawesome-free@7.2.0/node_modules/@fortawesome/fontawesome-free/svgs-full/brands/brave.svg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D:/pasar_fix/node_modules/.bun/@fortawesome+fontawesome-free@7.2.0/node_modules/@fortawesome/fontawesome-free/svgs-full/brands/btc.svg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D:/pasar_fix/node_modules/.bun/@fortawesome+fontawesome-free@7.2.0/node_modules/@fortawesome/fontawesome-free/svgs-full/brands/buffer.svg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D:/pasar_fix/node_modules/.bun/@fortawesome+fontawesome-free@7.2.0/node_modules/@fortawesome/fontawesome-free/svgs-full/brands/buromobelexperte.svg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D:/pasar_fix/node_modules/.bun/@fortawesome+fontawesome-free@7.2.0/node_modules/@fortawesome/fontawesome-free/svgs-full/brands/buy-n-large.svg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D:/pasar_fix/node_modules/.bun/@fortawesome+fontawesome-free@7.2.0/node_modules/@fortawesome/fontawesome-free/svgs-full/brands/buysellads.svg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D:/pasar_fix/node_modules/.bun/@fortawesome+fontawesome-free@7.2.0/node_modules/@fortawesome/fontawesome-free/svgs-full/brands/canadian-maple-leaf.svg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D:/pasar_fix/node_modules/.bun/@fortawesome+fontawesome-free@7.2.0/node_modules/@fortawesome/fontawesome-free/svgs-full/brands/cash-app.svg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D:/pasar_fix/node_modules/.bun/@fortawesome+fontawesome-free@7.2.0/node_modules/@fortawesome/fontawesome-free/svgs-full/brands/cc-amazon-pay.svg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D:/pasar_fix/node_modules/.bun/@fortawesome+fontawesome-free@7.2.0/node_modules/@fortawesome/fontawesome-free/svgs-full/brands/cc-amex.svg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D:/pasar_fix/node_modules/.bun/@fortawesome+fontawesome-free@7.2.0/node_modules/@fortawesome/fontawesome-free/svgs-full/brands/cc-apple-pay.svg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D:/pasar_fix/node_modules/.bun/@fortawesome+fontawesome-free@7.2.0/node_modules/@fortawesome/fontawesome-free/svgs-full/brands/cc-diners-club.svg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D:/pasar_fix/node_modules/.bun/@fortawesome+fontawesome-free@7.2.0/node_modules/@fortawesome/fontawesome-free/svgs-full/brands/cc-discover.svg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D:/pasar_fix/node_modules/.bun/@fortawesome+fontawesome-free@7.2.0/node_modules/@fortawesome/fontawesome-free/svgs-full/brands/cc-jcb.svg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D:/pasar_fix/node_modules/.bun/@fortawesome+fontawesome-free@7.2.0/node_modules/@fortawesome/fontawesome-free/svgs-full/brands/cc-mastercard.svg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D:/pasar_fix/node_modules/.bun/@fortawesome+fontawesome-free@7.2.0/node_modules/@fortawesome/fontawesome-free/svgs-full/brands/cc-paypal.svg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D:/pasar_fix/node_modules/.bun/@fortawesome+fontawesome-free@7.2.0/node_modules/@fortawesome/fontawesome-free/svgs-full/brands/cc-stripe.svg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D:/pasar_fix/node_modules/.bun/@fortawesome+fontawesome-free@7.2.0/node_modules/@fortawesome/fontawesome-free/svgs-full/brands/cc-visa.svg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D:/pasar_fix/node_modules/.bun/@fortawesome+fontawesome-free@7.2.0/node_modules/@fortawesome/fontawesome-free/svgs-full/brands/centercode.svg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D:/pasar_fix/node_modules/.bun/@fortawesome+fontawesome-free@7.2.0/node_modules/@fortawesome/fontawesome-free/svgs-full/brands/centos.svg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D:/pasar_fix/node_modules/.bun/@fortawesome+fontawesome-free@7.2.0/node_modules/@fortawesome/fontawesome-free/svgs-full/brands/chrome.svg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D:/pasar_fix/node_modules/.bun/@fortawesome+fontawesome-free@7.2.0/node_modules/@fortawesome/fontawesome-free/svgs-full/brands/chromecast.svg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D:/pasar_fix/node_modules/.bun/@fortawesome+fontawesome-free@7.2.0/node_modules/@fortawesome/fontawesome-free/svgs-full/brands/circle-zulip.svg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D:/pasar_fix/node_modules/.bun/@fortawesome+fontawesome-free@7.2.0/node_modules/@fortawesome/fontawesome-free/svgs-full/brands/claude.svg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D:/pasar_fix/node_modules/.bun/@fortawesome+fontawesome-free@7.2.0/node_modules/@fortawesome/fontawesome-free/svgs-full/brands/cloudflare.svg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D:/pasar_fix/node_modules/.bun/@fortawesome+fontawesome-free@7.2.0/node_modules/@fortawesome/fontawesome-free/svgs-full/brands/cloudscale.svg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D:/pasar_fix/node_modules/.bun/@fortawesome+fontawesome-free@7.2.0/node_modules/@fortawesome/fontawesome-free/svgs-full/brands/cloudsmith.svg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D:/pasar_fix/node_modules/.bun/@fortawesome+fontawesome-free@7.2.0/node_modules/@fortawesome/fontawesome-free/svgs-full/brands/cloudversify.svg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D:/pasar_fix/node_modules/.bun/@fortawesome+fontawesome-free@7.2.0/node_modules/@fortawesome/fontawesome-free/svgs-full/brands/cmplid.svg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D:/pasar_fix/node_modules/.bun/@fortawesome+fontawesome-free@7.2.0/node_modules/@fortawesome/fontawesome-free/svgs-full/brands/codepen.svg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D:/pasar_fix/node_modules/.bun/@fortawesome+fontawesome-free@7.2.0/node_modules/@fortawesome/fontawesome-free/svgs-full/brands/codiepie.svg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D:/pasar_fix/node_modules/.bun/@fortawesome+fontawesome-free@7.2.0/node_modules/@fortawesome/fontawesome-free/svgs-full/brands/confluence.svg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D:/pasar_fix/node_modules/.bun/@fortawesome+fontawesome-free@7.2.0/node_modules/@fortawesome/fontawesome-free/svgs-full/brands/connectdevelop.svg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D:/pasar_fix/node_modules/.bun/@fortawesome+fontawesome-free@7.2.0/node_modules/@fortawesome/fontawesome-free/svgs-full/brands/contao.svg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D:/pasar_fix/node_modules/.bun/@fortawesome+fontawesome-free@7.2.0/node_modules/@fortawesome/fontawesome-free/svgs-full/brands/cotton-bureau.svg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D:/pasar_fix/node_modules/.bun/@fortawesome+fontawesome-free@7.2.0/node_modules/@fortawesome/fontawesome-free/svgs-full/brands/cpanel.svg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D:/pasar_fix/node_modules/.bun/@fortawesome+fontawesome-free@7.2.0/node_modules/@fortawesome/fontawesome-free/svgs-full/brands/creative-commons-by.svg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D:/pasar_fix/node_modules/.bun/@fortawesome+fontawesome-free@7.2.0/node_modules/@fortawesome/fontawesome-free/svgs-full/brands/creative-commons-nc-eu.svg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D:/pasar_fix/node_modules/.bun/@fortawesome+fontawesome-free@7.2.0/node_modules/@fortawesome/fontawesome-free/svgs-full/brands/creative-commons-nc-jp.svg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D:/pasar_fix/node_modules/.bun/@fortawesome+fontawesome-free@7.2.0/node_modules/@fortawesome/fontawesome-free/svgs-full/brands/creative-commons-nc.svg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D:/pasar_fix/node_modules/.bun/@fortawesome+fontawesome-free@7.2.0/node_modules/@fortawesome/fontawesome-free/svgs-full/brands/creative-commons-nd.svg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D:/pasar_fix/node_modules/.bun/@fortawesome+fontawesome-free@7.2.0/node_modules/@fortawesome/fontawesome-free/svgs-full/brands/creative-commons-pd-alt.svg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D:/pasar_fix/node_modules/.bun/@fortawesome+fontawesome-free@7.2.0/node_modules/@fortawesome/fontawesome-free/svgs-full/brands/creative-commons-pd.svg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D:/pasar_fix/node_modules/.bun/@fortawesome+fontawesome-free@7.2.0/node_modules/@fortawesome/fontawesome-free/svgs-full/brands/creative-commons-remix.svg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D:/pasar_fix/node_modules/.bun/@fortawesome+fontawesome-free@7.2.0/node_modules/@fortawesome/fontawesome-free/svgs-full/brands/creative-commons-sa.svg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D:/pasar_fix/node_modules/.bun/@fortawesome+fontawesome-free@7.2.0/node_modules/@fortawesome/fontawesome-free/svgs-full/brands/creative-commons-sampling-plus.svg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D:/pasar_fix/node_modules/.bun/@fortawesome+fontawesome-free@7.2.0/node_modules/@fortawesome/fontawesome-free/svgs-full/brands/creative-commons-sampling.svg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D:/pasar_fix/node_modules/.bun/@fortawesome+fontawesome-free@7.2.0/node_modules/@fortawesome/fontawesome-free/svgs-full/brands/creative-commons-share.svg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D:/pasar_fix/node_modules/.bun/@fortawesome+fontawesome-free@7.2.0/node_modules/@fortawesome/fontawesome-free/svgs-full/brands/creative-commons-zero.svg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D:/pasar_fix/node_modules/.bun/@fortawesome+fontawesome-free@7.2.0/node_modules/@fortawesome/fontawesome-free/svgs-full/brands/creative-commons.svg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D:/pasar_fix/node_modules/.bun/@fortawesome+fontawesome-free@7.2.0/node_modules/@fortawesome/fontawesome-free/svgs-full/brands/critical-role.svg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D:/pasar_fix/node_modules/.bun/@fortawesome+fontawesome-free@7.2.0/node_modules/@fortawesome/fontawesome-free/svgs-full/brands/css.svg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D:/pasar_fix/node_modules/.bun/@fortawesome+fontawesome-free@7.2.0/node_modules/@fortawesome/fontawesome-free/svgs-full/brands/css3-alt.svg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D:/pasar_fix/node_modules/.bun/@fortawesome+fontawesome-free@7.2.0/node_modules/@fortawesome/fontawesome-free/svgs-full/brands/css3.svg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D:/pasar_fix/node_modules/.bun/@fortawesome+fontawesome-free@7.2.0/node_modules/@fortawesome/fontawesome-free/svgs-full/brands/cuttlefish.svg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D:/pasar_fix/node_modules/.bun/@fortawesome+fontawesome-free@7.2.0/node_modules/@fortawesome/fontawesome-free/svgs-full/brands/d-and-d-beyond.svg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D:/pasar_fix/node_modules/.bun/@fortawesome+fontawesome-free@7.2.0/node_modules/@fortawesome/fontawesome-free/svgs-full/brands/d-and-d.svg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D:/pasar_fix/node_modules/.bun/@fortawesome+fontawesome-free@7.2.0/node_modules/@fortawesome/fontawesome-free/svgs-full/brands/dailymotion.svg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D:/pasar_fix/node_modules/.bun/@fortawesome+fontawesome-free@7.2.0/node_modules/@fortawesome/fontawesome-free/svgs-full/brands/dart-lang.svg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D:/pasar_fix/node_modules/.bun/@fortawesome+fontawesome-free@7.2.0/node_modules/@fortawesome/fontawesome-free/svgs-full/brands/dashcube.svg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D:/pasar_fix/node_modules/.bun/@fortawesome+fontawesome-free@7.2.0/node_modules/@fortawesome/fontawesome-free/svgs-full/brands/debian.svg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D:/pasar_fix/node_modules/.bun/@fortawesome+fontawesome-free@7.2.0/node_modules/@fortawesome/fontawesome-free/svgs-full/brands/deezer.svg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D:/pasar_fix/node_modules/.bun/@fortawesome+fontawesome-free@7.2.0/node_modules/@fortawesome/fontawesome-free/svgs-full/brands/delicious.svg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D:/pasar_fix/node_modules/.bun/@fortawesome+fontawesome-free@7.2.0/node_modules/@fortawesome/fontawesome-free/svgs-full/brands/deploydog.svg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D:/pasar_fix/node_modules/.bun/@fortawesome+fontawesome-free@7.2.0/node_modules/@fortawesome/fontawesome-free/svgs-full/brands/deskpro.svg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D:/pasar_fix/node_modules/.bun/@fortawesome+fontawesome-free@7.2.0/node_modules/@fortawesome/fontawesome-free/svgs-full/brands/dev.svg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D:/pasar_fix/node_modules/.bun/@fortawesome+fontawesome-free@7.2.0/node_modules/@fortawesome/fontawesome-free/svgs-full/brands/deviantart.svg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D:/pasar_fix/node_modules/.bun/@fortawesome+fontawesome-free@7.2.0/node_modules/@fortawesome/fontawesome-free/svgs-full/brands/dhl.svg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D:/pasar_fix/node_modules/.bun/@fortawesome+fontawesome-free@7.2.0/node_modules/@fortawesome/fontawesome-free/svgs-full/brands/diaspora.svg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D:/pasar_fix/node_modules/.bun/@fortawesome+fontawesome-free@7.2.0/node_modules/@fortawesome/fontawesome-free/svgs-full/brands/digg.svg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D:/pasar_fix/node_modules/.bun/@fortawesome+fontawesome-free@7.2.0/node_modules/@fortawesome/fontawesome-free/svgs-full/brands/digital-ocean.svg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D:/pasar_fix/node_modules/.bun/@fortawesome+fontawesome-free@7.2.0/node_modules/@fortawesome/fontawesome-free/svgs-full/brands/discord.svg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D:/pasar_fix/node_modules/.bun/@fortawesome+fontawesome-free@7.2.0/node_modules/@fortawesome/fontawesome-free/svgs-full/brands/discourse.svg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D:/pasar_fix/node_modules/.bun/@fortawesome+fontawesome-free@7.2.0/node_modules/@fortawesome/fontawesome-free/svgs-full/brands/disqus.svg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D:/pasar_fix/node_modules/.bun/@fortawesome+fontawesome-free@7.2.0/node_modules/@fortawesome/fontawesome-free/svgs-full/brands/dochub.svg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D:/pasar_fix/node_modules/.bun/@fortawesome+fontawesome-free@7.2.0/node_modules/@fortawesome/fontawesome-free/svgs-full/brands/docker.svg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D:/pasar_fix/node_modules/.bun/@fortawesome+fontawesome-free@7.2.0/node_modules/@fortawesome/fontawesome-free/svgs-full/brands/draft2digital.svg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D:/pasar_fix/node_modules/.bun/@fortawesome+fontawesome-free@7.2.0/node_modules/@fortawesome/fontawesome-free/svgs-full/brands/dribbble-square.svg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D:/pasar_fix/node_modules/.bun/@fortawesome+fontawesome-free@7.2.0/node_modules/@fortawesome/fontawesome-free/svgs-full/brands/dribbble.svg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D:/pasar_fix/node_modules/.bun/@fortawesome+fontawesome-free@7.2.0/node_modules/@fortawesome/fontawesome-free/svgs-full/brands/dropbox.svg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D:/pasar_fix/node_modules/.bun/@fortawesome+fontawesome-free@7.2.0/node_modules/@fortawesome/fontawesome-free/svgs-full/brands/drupal.svg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D:/pasar_fix/node_modules/.bun/@fortawesome+fontawesome-free@7.2.0/node_modules/@fortawesome/fontawesome-free/svgs-full/brands/duolingo.svg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D:/pasar_fix/node_modules/.bun/@fortawesome+fontawesome-free@7.2.0/node_modules/@fortawesome/fontawesome-free/svgs-full/brands/dyalog.svg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D:/pasar_fix/node_modules/.bun/@fortawesome+fontawesome-free@7.2.0/node_modules/@fortawesome/fontawesome-free/svgs-full/brands/earlybirds.svg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D:/pasar_fix/node_modules/.bun/@fortawesome+fontawesome-free@7.2.0/node_modules/@fortawesome/fontawesome-free/svgs-full/brands/ebay.svg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D:/pasar_fix/node_modules/.bun/@fortawesome+fontawesome-free@7.2.0/node_modules/@fortawesome/fontawesome-free/svgs-full/brands/edge-legacy.svg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D:/pasar_fix/node_modules/.bun/@fortawesome+fontawesome-free@7.2.0/node_modules/@fortawesome/fontawesome-free/svgs-full/brands/edge.svg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D:/pasar_fix/node_modules/.bun/@fortawesome+fontawesome-free@7.2.0/node_modules/@fortawesome/fontawesome-free/svgs-full/brands/elementor.svg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D:/pasar_fix/node_modules/.bun/@fortawesome+fontawesome-free@7.2.0/node_modules/@fortawesome/fontawesome-free/svgs-full/brands/eleventy.svg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D:/pasar_fix/node_modules/.bun/@fortawesome+fontawesome-free@7.2.0/node_modules/@fortawesome/fontawesome-free/svgs-full/brands/ello.svg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D:/pasar_fix/node_modules/.bun/@fortawesome+fontawesome-free@7.2.0/node_modules/@fortawesome/fontawesome-free/svgs-full/brands/ember.svg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D:/pasar_fix/node_modules/.bun/@fortawesome+fontawesome-free@7.2.0/node_modules/@fortawesome/fontawesome-free/svgs-full/brands/empire.svg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D:/pasar_fix/node_modules/.bun/@fortawesome+fontawesome-free@7.2.0/node_modules/@fortawesome/fontawesome-free/svgs-full/brands/envira.svg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D:/pasar_fix/node_modules/.bun/@fortawesome+fontawesome-free@7.2.0/node_modules/@fortawesome/fontawesome-free/svgs-full/brands/erlang.svg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D:/pasar_fix/node_modules/.bun/@fortawesome+fontawesome-free@7.2.0/node_modules/@fortawesome/fontawesome-free/svgs-full/brands/ethereum.svg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D:/pasar_fix/node_modules/.bun/@fortawesome+fontawesome-free@7.2.0/node_modules/@fortawesome/fontawesome-free/svgs-full/brands/etsy.svg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D:/pasar_fix/node_modules/.bun/@fortawesome+fontawesome-free@7.2.0/node_modules/@fortawesome/fontawesome-free/svgs-full/brands/evernote.svg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D:/pasar_fix/node_modules/.bun/@fortawesome+fontawesome-free@7.2.0/node_modules/@fortawesome/fontawesome-free/svgs-full/brands/expeditedssl.svg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D:/pasar_fix/node_modules/.bun/@fortawesome+fontawesome-free@7.2.0/node_modules/@fortawesome/fontawesome-free/svgs-full/brands/facebook-f.svg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D:/pasar_fix/node_modules/.bun/@fortawesome+fontawesome-free@7.2.0/node_modules/@fortawesome/fontawesome-free/svgs-full/brands/facebook-messenger.svg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D:/pasar_fix/node_modules/.bun/@fortawesome+fontawesome-free@7.2.0/node_modules/@fortawesome/fontawesome-free/svgs-full/brands/facebook-square.svg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D:/pasar_fix/node_modules/.bun/@fortawesome+fontawesome-free@7.2.0/node_modules/@fortawesome/fontawesome-free/svgs-full/brands/facebook.svg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D:/pasar_fix/node_modules/.bun/@fortawesome+fontawesome-free@7.2.0/node_modules/@fortawesome/fontawesome-free/svgs-full/brands/fantasy-flight-games.svg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D:/pasar_fix/node_modules/.bun/@fortawesome+fontawesome-free@7.2.0/node_modules/@fortawesome/fontawesome-free/svgs-full/brands/fedex.svg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D:/pasar_fix/node_modules/.bun/@fortawesome+fontawesome-free@7.2.0/node_modules/@fortawesome/fontawesome-free/svgs-full/brands/fediverse.svg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D:/pasar_fix/node_modules/.bun/@fortawesome+fontawesome-free@7.2.0/node_modules/@fortawesome/fontawesome-free/svgs-full/brands/fedora.svg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D:/pasar_fix/node_modules/.bun/@fortawesome+fontawesome-free@7.2.0/node_modules/@fortawesome/fontawesome-free/svgs-full/brands/figma.svg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D:/pasar_fix/node_modules/.bun/@fortawesome+fontawesome-free@7.2.0/node_modules/@fortawesome/fontawesome-free/svgs-full/brands/files-pinwheel.svg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D:/pasar_fix/node_modules/.bun/@fortawesome+fontawesome-free@7.2.0/node_modules/@fortawesome/fontawesome-free/svgs-full/brands/firefox-browser.svg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D:/pasar_fix/node_modules/.bun/@fortawesome+fontawesome-free@7.2.0/node_modules/@fortawesome/fontawesome-free/svgs-full/brands/firefox.svg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D:/pasar_fix/node_modules/.bun/@fortawesome+fontawesome-free@7.2.0/node_modules/@fortawesome/fontawesome-free/svgs-full/brands/first-order-alt.svg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D:/pasar_fix/node_modules/.bun/@fortawesome+fontawesome-free@7.2.0/node_modules/@fortawesome/fontawesome-free/svgs-full/brands/first-order.svg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D:/pasar_fix/node_modules/.bun/@fortawesome+fontawesome-free@7.2.0/node_modules/@fortawesome/fontawesome-free/svgs-full/brands/firstdraft.svg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D:/pasar_fix/node_modules/.bun/@fortawesome+fontawesome-free@7.2.0/node_modules/@fortawesome/fontawesome-free/svgs-full/brands/flickr.svg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D:/pasar_fix/node_modules/.bun/@fortawesome+fontawesome-free@7.2.0/node_modules/@fortawesome/fontawesome-free/svgs-full/brands/flipboard.svg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D:/pasar_fix/node_modules/.bun/@fortawesome+fontawesome-free@7.2.0/node_modules/@fortawesome/fontawesome-free/svgs-full/brands/flutter.svg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D:/pasar_fix/node_modules/.bun/@fortawesome+fontawesome-free@7.2.0/node_modules/@fortawesome/fontawesome-free/svgs-full/brands/fly.svg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D:/pasar_fix/node_modules/.bun/@fortawesome+fontawesome-free@7.2.0/node_modules/@fortawesome/fontawesome-free/svgs-full/brands/font-awesome-alt.svg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D:/pasar_fix/node_modules/.bun/@fortawesome+fontawesome-free@7.2.0/node_modules/@fortawesome/fontawesome-free/svgs-full/brands/font-awesome-flag.svg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D:/pasar_fix/node_modules/.bun/@fortawesome+fontawesome-free@7.2.0/node_modules/@fortawesome/fontawesome-free/svgs-full/brands/font-awesome-logo-full.svg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D:/pasar_fix/node_modules/.bun/@fortawesome+fontawesome-free@7.2.0/node_modules/@fortawesome/fontawesome-free/svgs-full/brands/font-awesome.svg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D:/pasar_fix/node_modules/.bun/@fortawesome+fontawesome-free@7.2.0/node_modules/@fortawesome/fontawesome-free/svgs-full/brands/fonticons-fi.svg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D:/pasar_fix/node_modules/.bun/@fortawesome+fontawesome-free@7.2.0/node_modules/@fortawesome/fontawesome-free/svgs-full/brands/fonticons.svg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D:/pasar_fix/node_modules/.bun/@fortawesome+fontawesome-free@7.2.0/node_modules/@fortawesome/fontawesome-free/svgs-full/brands/forgejo.svg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D:/pasar_fix/node_modules/.bun/@fortawesome+fontawesome-free@7.2.0/node_modules/@fortawesome/fontawesome-free/svgs-full/brands/fort-awesome-alt.svg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D:/pasar_fix/node_modules/.bun/@fortawesome+fontawesome-free@7.2.0/node_modules/@fortawesome/fontawesome-free/svgs-full/brands/fort-awesome.svg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D:/pasar_fix/node_modules/.bun/@fortawesome+fontawesome-free@7.2.0/node_modules/@fortawesome/fontawesome-free/svgs-full/brands/forumbee.svg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D:/pasar_fix/node_modules/.bun/@fortawesome+fontawesome-free@7.2.0/node_modules/@fortawesome/fontawesome-free/svgs-full/brands/foursquare.svg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D:/pasar_fix/node_modules/.bun/@fortawesome+fontawesome-free@7.2.0/node_modules/@fortawesome/fontawesome-free/svgs-full/brands/free-code-camp.svg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D:/pasar_fix/node_modules/.bun/@fortawesome+fontawesome-free@7.2.0/node_modules/@fortawesome/fontawesome-free/svgs-full/brands/freebsd.svg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D:/pasar_fix/node_modules/.bun/@fortawesome+fontawesome-free@7.2.0/node_modules/@fortawesome/fontawesome-free/svgs-full/brands/fulcrum.svg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D:/pasar_fix/node_modules/.bun/@fortawesome+fontawesome-free@7.2.0/node_modules/@fortawesome/fontawesome-free/svgs-full/brands/galactic-republic.svg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D:/pasar_fix/node_modules/.bun/@fortawesome+fontawesome-free@7.2.0/node_modules/@fortawesome/fontawesome-free/svgs-full/brands/galactic-senate.svg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D:/pasar_fix/node_modules/.bun/@fortawesome+fontawesome-free@7.2.0/node_modules/@fortawesome/fontawesome-free/svgs-full/brands/get-pocket.svg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D:/pasar_fix/node_modules/.bun/@fortawesome+fontawesome-free@7.2.0/node_modules/@fortawesome/fontawesome-free/svgs-full/brands/gg-circle.svg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D:/pasar_fix/node_modules/.bun/@fortawesome+fontawesome-free@7.2.0/node_modules/@fortawesome/fontawesome-free/svgs-full/brands/gg.svg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D:/pasar_fix/node_modules/.bun/@fortawesome+fontawesome-free@7.2.0/node_modules/@fortawesome/fontawesome-free/svgs-full/brands/git-alt.svg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D:/pasar_fix/node_modules/.bun/@fortawesome+fontawesome-free@7.2.0/node_modules/@fortawesome/fontawesome-free/svgs-full/brands/git-square.svg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D:/pasar_fix/node_modules/.bun/@fortawesome+fontawesome-free@7.2.0/node_modules/@fortawesome/fontawesome-free/svgs-full/brands/git.svg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D:/pasar_fix/node_modules/.bun/@fortawesome+fontawesome-free@7.2.0/node_modules/@fortawesome/fontawesome-free/svgs-full/brands/gitee.svg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D:/pasar_fix/node_modules/.bun/@fortawesome+fontawesome-free@7.2.0/node_modules/@fortawesome/fontawesome-free/svgs-full/brands/github-alt.svg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D:/pasar_fix/node_modules/.bun/@fortawesome+fontawesome-free@7.2.0/node_modules/@fortawesome/fontawesome-free/svgs-full/brands/github-square.svg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D:/pasar_fix/node_modules/.bun/@fortawesome+fontawesome-free@7.2.0/node_modules/@fortawesome/fontawesome-free/svgs-full/brands/github.svg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D:/pasar_fix/node_modules/.bun/@fortawesome+fontawesome-free@7.2.0/node_modules/@fortawesome/fontawesome-free/svgs-full/brands/gitkraken.svg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D:/pasar_fix/node_modules/.bun/@fortawesome+fontawesome-free@7.2.0/node_modules/@fortawesome/fontawesome-free/svgs-full/brands/gitlab-square.svg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D:/pasar_fix/node_modules/.bun/@fortawesome+fontawesome-free@7.2.0/node_modules/@fortawesome/fontawesome-free/svgs-full/brands/gitlab.svg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D:/pasar_fix/node_modules/.bun/@fortawesome+fontawesome-free@7.2.0/node_modules/@fortawesome/fontawesome-free/svgs-full/brands/gitter.svg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D:/pasar_fix/node_modules/.bun/@fortawesome+fontawesome-free@7.2.0/node_modules/@fortawesome/fontawesome-free/svgs-full/brands/glide-g.svg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D:/pasar_fix/node_modules/.bun/@fortawesome+fontawesome-free@7.2.0/node_modules/@fortawesome/fontawesome-free/svgs-full/brands/glide.svg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D:/pasar_fix/node_modules/.bun/@fortawesome+fontawesome-free@7.2.0/node_modules/@fortawesome/fontawesome-free/svgs-full/brands/globaleaks.svg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D:/pasar_fix/node_modules/.bun/@fortawesome+fontawesome-free@7.2.0/node_modules/@fortawesome/fontawesome-free/svgs-full/brands/gofore.svg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D:/pasar_fix/node_modules/.bun/@fortawesome+fontawesome-free@7.2.0/node_modules/@fortawesome/fontawesome-free/svgs-full/brands/golang.svg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D:/pasar_fix/node_modules/.bun/@fortawesome+fontawesome-free@7.2.0/node_modules/@fortawesome/fontawesome-free/svgs-full/brands/goodreads-g.svg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D:/pasar_fix/node_modules/.bun/@fortawesome+fontawesome-free@7.2.0/node_modules/@fortawesome/fontawesome-free/svgs-full/brands/goodreads.svg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D:/pasar_fix/node_modules/.bun/@fortawesome+fontawesome-free@7.2.0/node_modules/@fortawesome/fontawesome-free/svgs-full/brands/google-drive.svg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D:/pasar_fix/node_modules/.bun/@fortawesome+fontawesome-free@7.2.0/node_modules/@fortawesome/fontawesome-free/svgs-full/brands/google-pay.svg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D:/pasar_fix/node_modules/.bun/@fortawesome+fontawesome-free@7.2.0/node_modules/@fortawesome/fontawesome-free/svgs-full/brands/google-play.svg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D:/pasar_fix/node_modules/.bun/@fortawesome+fontawesome-free@7.2.0/node_modules/@fortawesome/fontawesome-free/svgs-full/brands/google-plus-g.svg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D:/pasar_fix/node_modules/.bun/@fortawesome+fontawesome-free@7.2.0/node_modules/@fortawesome/fontawesome-free/svgs-full/brands/google-plus-square.svg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D:/pasar_fix/node_modules/.bun/@fortawesome+fontawesome-free@7.2.0/node_modules/@fortawesome/fontawesome-free/svgs-full/brands/google-plus.svg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D:/pasar_fix/node_modules/.bun/@fortawesome+fontawesome-free@7.2.0/node_modules/@fortawesome/fontawesome-free/svgs-full/brands/google-scholar.svg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D:/pasar_fix/node_modules/.bun/@fortawesome+fontawesome-free@7.2.0/node_modules/@fortawesome/fontawesome-free/svgs-full/brands/google-wallet.svg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D:/pasar_fix/node_modules/.bun/@fortawesome+fontawesome-free@7.2.0/node_modules/@fortawesome/fontawesome-free/svgs-full/brands/google.svg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D:/pasar_fix/node_modules/.bun/@fortawesome+fontawesome-free@7.2.0/node_modules/@fortawesome/fontawesome-free/svgs-full/brands/gratipay.svg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D:/pasar_fix/node_modules/.bun/@fortawesome+fontawesome-free@7.2.0/node_modules/@fortawesome/fontawesome-free/svgs-full/brands/grav.svg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D:/pasar_fix/node_modules/.bun/@fortawesome+fontawesome-free@7.2.0/node_modules/@fortawesome/fontawesome-free/svgs-full/brands/gripfire.svg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D:/pasar_fix/node_modules/.bun/@fortawesome+fontawesome-free@7.2.0/node_modules/@fortawesome/fontawesome-free/svgs-full/brands/grunt.svg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D:/pasar_fix/node_modules/.bun/@fortawesome+fontawesome-free@7.2.0/node_modules/@fortawesome/fontawesome-free/svgs-full/brands/guilded.svg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D:/pasar_fix/node_modules/.bun/@fortawesome+fontawesome-free@7.2.0/node_modules/@fortawesome/fontawesome-free/svgs-full/brands/gulp.svg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D:/pasar_fix/node_modules/.bun/@fortawesome+fontawesome-free@7.2.0/node_modules/@fortawesome/fontawesome-free/svgs-full/brands/hacker-news-square.svg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D:/pasar_fix/node_modules/.bun/@fortawesome+fontawesome-free@7.2.0/node_modules/@fortawesome/fontawesome-free/svgs-full/brands/hacker-news.svg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D:/pasar_fix/node_modules/.bun/@fortawesome+fontawesome-free@7.2.0/node_modules/@fortawesome/fontawesome-free/svgs-full/brands/hackerrank.svg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D:/pasar_fix/node_modules/.bun/@fortawesome+fontawesome-free@7.2.0/node_modules/@fortawesome/fontawesome-free/svgs-full/brands/hashnode.svg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D:/pasar_fix/node_modules/.bun/@fortawesome+fontawesome-free@7.2.0/node_modules/@fortawesome/fontawesome-free/svgs-full/brands/hips.svg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D:/pasar_fix/node_modules/.bun/@fortawesome+fontawesome-free@7.2.0/node_modules/@fortawesome/fontawesome-free/svgs-full/brands/hire-a-helper.svg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D:/pasar_fix/node_modules/.bun/@fortawesome+fontawesome-free@7.2.0/node_modules/@fortawesome/fontawesome-free/svgs-full/brands/hive.svg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D:/pasar_fix/node_modules/.bun/@fortawesome+fontawesome-free@7.2.0/node_modules/@fortawesome/fontawesome-free/svgs-full/brands/hooli.svg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D:/pasar_fix/node_modules/.bun/@fortawesome+fontawesome-free@7.2.0/node_modules/@fortawesome/fontawesome-free/svgs-full/brands/hornbill.svg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D:/pasar_fix/node_modules/.bun/@fortawesome+fontawesome-free@7.2.0/node_modules/@fortawesome/fontawesome-free/svgs-full/brands/hotjar.svg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D:/pasar_fix/node_modules/.bun/@fortawesome+fontawesome-free@7.2.0/node_modules/@fortawesome/fontawesome-free/svgs-full/brands/houzz.svg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D:/pasar_fix/node_modules/.bun/@fortawesome+fontawesome-free@7.2.0/node_modules/@fortawesome/fontawesome-free/svgs-full/brands/html5.svg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D:/pasar_fix/node_modules/.bun/@fortawesome+fontawesome-free@7.2.0/node_modules/@fortawesome/fontawesome-free/svgs-full/brands/hubspot.svg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D:/pasar_fix/node_modules/.bun/@fortawesome+fontawesome-free@7.2.0/node_modules/@fortawesome/fontawesome-free/svgs-full/brands/hugging-face.svg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D:/pasar_fix/node_modules/.bun/@fortawesome+fontawesome-free@7.2.0/node_modules/@fortawesome/fontawesome-free/svgs-full/brands/ideal.svg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D:/pasar_fix/node_modules/.bun/@fortawesome+fontawesome-free@7.2.0/node_modules/@fortawesome/fontawesome-free/svgs-full/brands/imdb.svg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D:/pasar_fix/node_modules/.bun/@fortawesome+fontawesome-free@7.2.0/node_modules/@fortawesome/fontawesome-free/svgs-full/brands/innosoft.svg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D:/pasar_fix/node_modules/.bun/@fortawesome+fontawesome-free@7.2.0/node_modules/@fortawesome/fontawesome-free/svgs-full/brands/instagram-square.svg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D:/pasar_fix/node_modules/.bun/@fortawesome+fontawesome-free@7.2.0/node_modules/@fortawesome/fontawesome-free/svgs-full/brands/instagram.svg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D:/pasar_fix/node_modules/.bun/@fortawesome+fontawesome-free@7.2.0/node_modules/@fortawesome/fontawesome-free/svgs-full/brands/instalod.svg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D:/pasar_fix/node_modules/.bun/@fortawesome+fontawesome-free@7.2.0/node_modules/@fortawesome/fontawesome-free/svgs-full/brands/intercom.svg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D:/pasar_fix/node_modules/.bun/@fortawesome+fontawesome-free@7.2.0/node_modules/@fortawesome/fontawesome-free/svgs-full/brands/internet-explorer.svg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D:/pasar_fix/node_modules/.bun/@fortawesome+fontawesome-free@7.2.0/node_modules/@fortawesome/fontawesome-free/svgs-full/brands/invision.svg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D:/pasar_fix/node_modules/.bun/@fortawesome+fontawesome-free@7.2.0/node_modules/@fortawesome/fontawesome-free/svgs-full/brands/ioxhost.svg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D:/pasar_fix/node_modules/.bun/@fortawesome+fontawesome-free@7.2.0/node_modules/@fortawesome/fontawesome-free/svgs-full/brands/itch-io.svg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D:/pasar_fix/node_modules/.bun/@fortawesome+fontawesome-free@7.2.0/node_modules/@fortawesome/fontawesome-free/svgs-full/brands/itunes-note.svg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D:/pasar_fix/node_modules/.bun/@fortawesome+fontawesome-free@7.2.0/node_modules/@fortawesome/fontawesome-free/svgs-full/brands/itunes.svg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D:/pasar_fix/node_modules/.bun/@fortawesome+fontawesome-free@7.2.0/node_modules/@fortawesome/fontawesome-free/svgs-full/brands/java.svg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D:/pasar_fix/node_modules/.bun/@fortawesome+fontawesome-free@7.2.0/node_modules/@fortawesome/fontawesome-free/svgs-full/brands/jedi-order.svg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D:/pasar_fix/node_modules/.bun/@fortawesome+fontawesome-free@7.2.0/node_modules/@fortawesome/fontawesome-free/svgs-full/brands/jenkins.svg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D:/pasar_fix/node_modules/.bun/@fortawesome+fontawesome-free@7.2.0/node_modules/@fortawesome/fontawesome-free/svgs-full/brands/jira.svg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D:/pasar_fix/node_modules/.bun/@fortawesome+fontawesome-free@7.2.0/node_modules/@fortawesome/fontawesome-free/svgs-full/brands/joget.svg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D:/pasar_fix/node_modules/.bun/@fortawesome+fontawesome-free@7.2.0/node_modules/@fortawesome/fontawesome-free/svgs-full/brands/joomla.svg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D:/pasar_fix/node_modules/.bun/@fortawesome+fontawesome-free@7.2.0/node_modules/@fortawesome/fontawesome-free/svgs-full/brands/js-square.svg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D:/pasar_fix/node_modules/.bun/@fortawesome+fontawesome-free@7.2.0/node_modules/@fortawesome/fontawesome-free/svgs-full/brands/js.svg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D:/pasar_fix/node_modules/.bun/@fortawesome+fontawesome-free@7.2.0/node_modules/@fortawesome/fontawesome-free/svgs-full/brands/jsfiddle.svg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D:/pasar_fix/node_modules/.bun/@fortawesome+fontawesome-free@7.2.0/node_modules/@fortawesome/fontawesome-free/svgs-full/brands/julia.svg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D:/pasar_fix/node_modules/.bun/@fortawesome+fontawesome-free@7.2.0/node_modules/@fortawesome/fontawesome-free/svgs-full/brands/jxl.svg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D:/pasar_fix/node_modules/.bun/@fortawesome+fontawesome-free@7.2.0/node_modules/@fortawesome/fontawesome-free/svgs-full/brands/kaggle.svg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D:/pasar_fix/node_modules/.bun/@fortawesome+fontawesome-free@7.2.0/node_modules/@fortawesome/fontawesome-free/svgs-full/brands/kakao-talk.svg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D:/pasar_fix/node_modules/.bun/@fortawesome+fontawesome-free@7.2.0/node_modules/@fortawesome/fontawesome-free/svgs-full/brands/keybase.svg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D:/pasar_fix/node_modules/.bun/@fortawesome+fontawesome-free@7.2.0/node_modules/@fortawesome/fontawesome-free/svgs-full/brands/keycdn.svg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D:/pasar_fix/node_modules/.bun/@fortawesome+fontawesome-free@7.2.0/node_modules/@fortawesome/fontawesome-free/svgs-full/brands/kickstarter-k.svg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D:/pasar_fix/node_modules/.bun/@fortawesome+fontawesome-free@7.2.0/node_modules/@fortawesome/fontawesome-free/svgs-full/brands/kickstarter.svg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D:/pasar_fix/node_modules/.bun/@fortawesome+fontawesome-free@7.2.0/node_modules/@fortawesome/fontawesome-free/svgs-full/brands/ko-fi.svg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D:/pasar_fix/node_modules/.bun/@fortawesome+fontawesome-free@7.2.0/node_modules/@fortawesome/fontawesome-free/svgs-full/brands/korvue.svg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D:/pasar_fix/node_modules/.bun/@fortawesome+fontawesome-free@7.2.0/node_modules/@fortawesome/fontawesome-free/svgs-full/brands/kubernetes.svg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D:/pasar_fix/node_modules/.bun/@fortawesome+fontawesome-free@7.2.0/node_modules/@fortawesome/fontawesome-free/svgs-full/brands/laravel.svg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D:/pasar_fix/node_modules/.bun/@fortawesome+fontawesome-free@7.2.0/node_modules/@fortawesome/fontawesome-free/svgs-full/brands/lastfm-square.svg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D:/pasar_fix/node_modules/.bun/@fortawesome+fontawesome-free@7.2.0/node_modules/@fortawesome/fontawesome-free/svgs-full/brands/lastfm.svg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D:/pasar_fix/node_modules/.bun/@fortawesome+fontawesome-free@7.2.0/node_modules/@fortawesome/fontawesome-free/svgs-full/brands/leanpub.svg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D:/pasar_fix/node_modules/.bun/@fortawesome+fontawesome-free@7.2.0/node_modules/@fortawesome/fontawesome-free/svgs-full/brands/leetcode.svg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D:/pasar_fix/node_modules/.bun/@fortawesome+fontawesome-free@7.2.0/node_modules/@fortawesome/fontawesome-free/svgs-full/brands/less.svg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D:/pasar_fix/node_modules/.bun/@fortawesome+fontawesome-free@7.2.0/node_modules/@fortawesome/fontawesome-free/svgs-full/brands/letterboxd.svg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D:/pasar_fix/node_modules/.bun/@fortawesome+fontawesome-free@7.2.0/node_modules/@fortawesome/fontawesome-free/svgs-full/brands/line.svg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D:/pasar_fix/node_modules/.bun/@fortawesome+fontawesome-free@7.2.0/node_modules/@fortawesome/fontawesome-free/svgs-full/brands/linkedin-in.svg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D:/pasar_fix/node_modules/.bun/@fortawesome+fontawesome-free@7.2.0/node_modules/@fortawesome/fontawesome-free/svgs-full/brands/linkedin.svg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D:/pasar_fix/node_modules/.bun/@fortawesome+fontawesome-free@7.2.0/node_modules/@fortawesome/fontawesome-free/svgs-full/brands/linktree.svg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D:/pasar_fix/node_modules/.bun/@fortawesome+fontawesome-free@7.2.0/node_modules/@fortawesome/fontawesome-free/svgs-full/brands/linode.svg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D:/pasar_fix/node_modules/.bun/@fortawesome+fontawesome-free@7.2.0/node_modules/@fortawesome/fontawesome-free/svgs-full/brands/linux.svg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D:/pasar_fix/node_modules/.bun/@fortawesome+fontawesome-free@7.2.0/node_modules/@fortawesome/fontawesome-free/svgs-full/brands/lumon-drop.svg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D:/pasar_fix/node_modules/.bun/@fortawesome+fontawesome-free@7.2.0/node_modules/@fortawesome/fontawesome-free/svgs-full/brands/lumon.svg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D:/pasar_fix/node_modules/.bun/@fortawesome+fontawesome-free@7.2.0/node_modules/@fortawesome/fontawesome-free/svgs-full/brands/lyft.svg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D:/pasar_fix/node_modules/.bun/@fortawesome+fontawesome-free@7.2.0/node_modules/@fortawesome/fontawesome-free/svgs-full/brands/magento.svg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D:/pasar_fix/node_modules/.bun/@fortawesome+fontawesome-free@7.2.0/node_modules/@fortawesome/fontawesome-free/svgs-full/brands/mailchimp.svg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D:/pasar_fix/node_modules/.bun/@fortawesome+fontawesome-free@7.2.0/node_modules/@fortawesome/fontawesome-free/svgs-full/brands/mandalorian.svg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D:/pasar_fix/node_modules/.bun/@fortawesome+fontawesome-free@7.2.0/node_modules/@fortawesome/fontawesome-free/svgs-full/brands/markdown.svg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D:/pasar_fix/node_modules/.bun/@fortawesome+fontawesome-free@7.2.0/node_modules/@fortawesome/fontawesome-free/svgs-full/brands/mastodon.svg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D:/pasar_fix/node_modules/.bun/@fortawesome+fontawesome-free@7.2.0/node_modules/@fortawesome/fontawesome-free/svgs-full/brands/maxcdn.svg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D:/pasar_fix/node_modules/.bun/@fortawesome+fontawesome-free@7.2.0/node_modules/@fortawesome/fontawesome-free/svgs-full/brands/mdb.svg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D:/pasar_fix/node_modules/.bun/@fortawesome+fontawesome-free@7.2.0/node_modules/@fortawesome/fontawesome-free/svgs-full/brands/medapps.svg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D:/pasar_fix/node_modules/.bun/@fortawesome+fontawesome-free@7.2.0/node_modules/@fortawesome/fontawesome-free/svgs-full/brands/medium-m.svg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D:/pasar_fix/node_modules/.bun/@fortawesome+fontawesome-free@7.2.0/node_modules/@fortawesome/fontawesome-free/svgs-full/brands/medium.svg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D:/pasar_fix/node_modules/.bun/@fortawesome+fontawesome-free@7.2.0/node_modules/@fortawesome/fontawesome-free/svgs-full/brands/medrt.svg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D:/pasar_fix/node_modules/.bun/@fortawesome+fontawesome-free@7.2.0/node_modules/@fortawesome/fontawesome-free/svgs-full/brands/meetup.svg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D:/pasar_fix/node_modules/.bun/@fortawesome+fontawesome-free@7.2.0/node_modules/@fortawesome/fontawesome-free/svgs-full/brands/megaport.svg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D:/pasar_fix/node_modules/.bun/@fortawesome+fontawesome-free@7.2.0/node_modules/@fortawesome/fontawesome-free/svgs-full/brands/mendeley.svg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D:/pasar_fix/node_modules/.bun/@fortawesome+fontawesome-free@7.2.0/node_modules/@fortawesome/fontawesome-free/svgs-full/brands/meta.svg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D:/pasar_fix/node_modules/.bun/@fortawesome+fontawesome-free@7.2.0/node_modules/@fortawesome/fontawesome-free/svgs-full/brands/microblog.svg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D:/pasar_fix/node_modules/.bun/@fortawesome+fontawesome-free@7.2.0/node_modules/@fortawesome/fontawesome-free/svgs-full/brands/microsoft.svg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D:/pasar_fix/node_modules/.bun/@fortawesome+fontawesome-free@7.2.0/node_modules/@fortawesome/fontawesome-free/svgs-full/brands/mintbit.svg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D:/pasar_fix/node_modules/.bun/@fortawesome+fontawesome-free@7.2.0/node_modules/@fortawesome/fontawesome-free/svgs-full/brands/mix.svg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D:/pasar_fix/node_modules/.bun/@fortawesome+fontawesome-free@7.2.0/node_modules/@fortawesome/fontawesome-free/svgs-full/brands/mixcloud.svg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D:/pasar_fix/node_modules/.bun/@fortawesome+fontawesome-free@7.2.0/node_modules/@fortawesome/fontawesome-free/svgs-full/brands/mixer.svg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D:/pasar_fix/node_modules/.bun/@fortawesome+fontawesome-free@7.2.0/node_modules/@fortawesome/fontawesome-free/svgs-full/brands/mizuni.svg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D:/pasar_fix/node_modules/.bun/@fortawesome+fontawesome-free@7.2.0/node_modules/@fortawesome/fontawesome-free/svgs-full/brands/modx.svg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D:/pasar_fix/node_modules/.bun/@fortawesome+fontawesome-free@7.2.0/node_modules/@fortawesome/fontawesome-free/svgs-full/brands/monero.svg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D:/pasar_fix/node_modules/.bun/@fortawesome+fontawesome-free@7.2.0/node_modules/@fortawesome/fontawesome-free/svgs-full/brands/napster.svg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D:/pasar_fix/node_modules/.bun/@fortawesome+fontawesome-free@7.2.0/node_modules/@fortawesome/fontawesome-free/svgs-full/brands/neos.svg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D:/pasar_fix/node_modules/.bun/@fortawesome+fontawesome-free@7.2.0/node_modules/@fortawesome/fontawesome-free/svgs-full/brands/nfc-directional.svg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D:/pasar_fix/node_modules/.bun/@fortawesome+fontawesome-free@7.2.0/node_modules/@fortawesome/fontawesome-free/svgs-full/brands/nfc-symbol.svg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D:/pasar_fix/node_modules/.bun/@fortawesome+fontawesome-free@7.2.0/node_modules/@fortawesome/fontawesome-free/svgs-full/brands/nimblr.svg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D:/pasar_fix/node_modules/.bun/@fortawesome+fontawesome-free@7.2.0/node_modules/@fortawesome/fontawesome-free/svgs-full/brands/node-js.svg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D:/pasar_fix/node_modules/.bun/@fortawesome+fontawesome-free@7.2.0/node_modules/@fortawesome/fontawesome-free/svgs-full/brands/node.svg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D:/pasar_fix/node_modules/.bun/@fortawesome+fontawesome-free@7.2.0/node_modules/@fortawesome/fontawesome-free/svgs-full/brands/notion.svg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D:/pasar_fix/node_modules/.bun/@fortawesome+fontawesome-free@7.2.0/node_modules/@fortawesome/fontawesome-free/svgs-full/brands/npm.svg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D:/pasar_fix/node_modules/.bun/@fortawesome+fontawesome-free@7.2.0/node_modules/@fortawesome/fontawesome-free/svgs-full/brands/ns8.svg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D:/pasar_fix/node_modules/.bun/@fortawesome+fontawesome-free@7.2.0/node_modules/@fortawesome/fontawesome-free/svgs-full/brands/nutritionix.svg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D:/pasar_fix/node_modules/.bun/@fortawesome+fontawesome-free@7.2.0/node_modules/@fortawesome/fontawesome-free/svgs-full/brands/obsidian.svg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D:/pasar_fix/node_modules/.bun/@fortawesome+fontawesome-free@7.2.0/node_modules/@fortawesome/fontawesome-free/svgs-full/brands/octopus-deploy.svg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D:/pasar_fix/node_modules/.bun/@fortawesome+fontawesome-free@7.2.0/node_modules/@fortawesome/fontawesome-free/svgs-full/brands/odnoklassniki-square.svg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D:/pasar_fix/node_modules/.bun/@fortawesome+fontawesome-free@7.2.0/node_modules/@fortawesome/fontawesome-free/svgs-full/brands/odnoklassniki.svg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D:/pasar_fix/node_modules/.bun/@fortawesome+fontawesome-free@7.2.0/node_modules/@fortawesome/fontawesome-free/svgs-full/brands/odysee.svg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D:/pasar_fix/node_modules/.bun/@fortawesome+fontawesome-free@7.2.0/node_modules/@fortawesome/fontawesome-free/svgs-full/brands/old-republic.svg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D:/pasar_fix/node_modules/.bun/@fortawesome+fontawesome-free@7.2.0/node_modules/@fortawesome/fontawesome-free/svgs-full/brands/openai.svg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D:/pasar_fix/node_modules/.bun/@fortawesome+fontawesome-free@7.2.0/node_modules/@fortawesome/fontawesome-free/svgs-full/brands/opencart.svg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D:/pasar_fix/node_modules/.bun/@fortawesome+fontawesome-free@7.2.0/node_modules/@fortawesome/fontawesome-free/svgs-full/brands/openid.svg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D:/pasar_fix/node_modules/.bun/@fortawesome+fontawesome-free@7.2.0/node_modules/@fortawesome/fontawesome-free/svgs-full/brands/openstreetmap.svg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D:/pasar_fix/node_modules/.bun/@fortawesome+fontawesome-free@7.2.0/node_modules/@fortawesome/fontawesome-free/svgs-full/brands/opensuse.svg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D:/pasar_fix/node_modules/.bun/@fortawesome+fontawesome-free@7.2.0/node_modules/@fortawesome/fontawesome-free/svgs-full/brands/opera.svg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D:/pasar_fix/node_modules/.bun/@fortawesome+fontawesome-free@7.2.0/node_modules/@fortawesome/fontawesome-free/svgs-full/brands/optin-monster.svg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D:/pasar_fix/node_modules/.bun/@fortawesome+fontawesome-free@7.2.0/node_modules/@fortawesome/fontawesome-free/svgs-full/brands/orcid.svg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D:/pasar_fix/node_modules/.bun/@fortawesome+fontawesome-free@7.2.0/node_modules/@fortawesome/fontawesome-free/svgs-full/brands/osi.svg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D:/pasar_fix/node_modules/.bun/@fortawesome+fontawesome-free@7.2.0/node_modules/@fortawesome/fontawesome-free/svgs-full/brands/padlet.svg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D:/pasar_fix/node_modules/.bun/@fortawesome+fontawesome-free@7.2.0/node_modules/@fortawesome/fontawesome-free/svgs-full/brands/page4.svg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D:/pasar_fix/node_modules/.bun/@fortawesome+fontawesome-free@7.2.0/node_modules/@fortawesome/fontawesome-free/svgs-full/brands/pagelines.svg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D:/pasar_fix/node_modules/.bun/@fortawesome+fontawesome-free@7.2.0/node_modules/@fortawesome/fontawesome-free/svgs-full/brands/palfed.svg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D:/pasar_fix/node_modules/.bun/@fortawesome+fontawesome-free@7.2.0/node_modules/@fortawesome/fontawesome-free/svgs-full/brands/pandora.svg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D:/pasar_fix/node_modules/.bun/@fortawesome+fontawesome-free@7.2.0/node_modules/@fortawesome/fontawesome-free/svgs-full/brands/patreon.svg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D:/pasar_fix/node_modules/.bun/@fortawesome+fontawesome-free@7.2.0/node_modules/@fortawesome/fontawesome-free/svgs-full/brands/paypal.svg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D:/pasar_fix/node_modules/.bun/@fortawesome+fontawesome-free@7.2.0/node_modules/@fortawesome/fontawesome-free/svgs-full/brands/perbyte.svg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D:/pasar_fix/node_modules/.bun/@fortawesome+fontawesome-free@7.2.0/node_modules/@fortawesome/fontawesome-free/svgs-full/brands/periscope.svg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D:/pasar_fix/node_modules/.bun/@fortawesome+fontawesome-free@7.2.0/node_modules/@fortawesome/fontawesome-free/svgs-full/brands/phabricator.svg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D:/pasar_fix/node_modules/.bun/@fortawesome+fontawesome-free@7.2.0/node_modules/@fortawesome/fontawesome-free/svgs-full/brands/phoenix-framework.svg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D:/pasar_fix/node_modules/.bun/@fortawesome+fontawesome-free@7.2.0/node_modules/@fortawesome/fontawesome-free/svgs-full/brands/phoenix-squadron.svg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D:/pasar_fix/node_modules/.bun/@fortawesome+fontawesome-free@7.2.0/node_modules/@fortawesome/fontawesome-free/svgs-full/brands/php.svg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D:/pasar_fix/node_modules/.bun/@fortawesome+fontawesome-free@7.2.0/node_modules/@fortawesome/fontawesome-free/svgs-full/brands/pied-piper-alt.svg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D:/pasar_fix/node_modules/.bun/@fortawesome+fontawesome-free@7.2.0/node_modules/@fortawesome/fontawesome-free/svgs-full/brands/pied-piper-hat.svg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D:/pasar_fix/node_modules/.bun/@fortawesome+fontawesome-free@7.2.0/node_modules/@fortawesome/fontawesome-free/svgs-full/brands/pied-piper-pp.svg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D:/pasar_fix/node_modules/.bun/@fortawesome+fontawesome-free@7.2.0/node_modules/@fortawesome/fontawesome-free/svgs-full/brands/pied-piper-square.svg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D:/pasar_fix/node_modules/.bun/@fortawesome+fontawesome-free@7.2.0/node_modules/@fortawesome/fontawesome-free/svgs-full/brands/pied-piper.svg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D:/pasar_fix/node_modules/.bun/@fortawesome+fontawesome-free@7.2.0/node_modules/@fortawesome/fontawesome-free/svgs-full/brands/pinterest-p.svg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D:/pasar_fix/node_modules/.bun/@fortawesome+fontawesome-free@7.2.0/node_modules/@fortawesome/fontawesome-free/svgs-full/brands/pinterest-square.svg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D:/pasar_fix/node_modules/.bun/@fortawesome+fontawesome-free@7.2.0/node_modules/@fortawesome/fontawesome-free/svgs-full/brands/pinterest.svg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D:/pasar_fix/node_modules/.bun/@fortawesome+fontawesome-free@7.2.0/node_modules/@fortawesome/fontawesome-free/svgs-full/brands/pix.svg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D:/pasar_fix/node_modules/.bun/@fortawesome+fontawesome-free@7.2.0/node_modules/@fortawesome/fontawesome-free/svgs-full/brands/pixelfed.svg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D:/pasar_fix/node_modules/.bun/@fortawesome+fontawesome-free@7.2.0/node_modules/@fortawesome/fontawesome-free/svgs-full/brands/pixiv.svg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D:/pasar_fix/node_modules/.bun/@fortawesome+fontawesome-free@7.2.0/node_modules/@fortawesome/fontawesome-free/svgs-full/brands/playstation.svg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D:/pasar_fix/node_modules/.bun/@fortawesome+fontawesome-free@7.2.0/node_modules/@fortawesome/fontawesome-free/svgs-full/brands/postgresql.svg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D:/pasar_fix/node_modules/.bun/@fortawesome+fontawesome-free@7.2.0/node_modules/@fortawesome/fontawesome-free/svgs-full/brands/product-hunt.svg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D:/pasar_fix/node_modules/.bun/@fortawesome+fontawesome-free@7.2.0/node_modules/@fortawesome/fontawesome-free/svgs-full/brands/pushed.svg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D:/pasar_fix/node_modules/.bun/@fortawesome+fontawesome-free@7.2.0/node_modules/@fortawesome/fontawesome-free/svgs-full/brands/python.svg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D:/pasar_fix/node_modules/.bun/@fortawesome+fontawesome-free@7.2.0/node_modules/@fortawesome/fontawesome-free/svgs-full/brands/qq.svg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D:/pasar_fix/node_modules/.bun/@fortawesome+fontawesome-free@7.2.0/node_modules/@fortawesome/fontawesome-free/svgs-full/brands/quinscape.svg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D:/pasar_fix/node_modules/.bun/@fortawesome+fontawesome-free@7.2.0/node_modules/@fortawesome/fontawesome-free/svgs-full/brands/quora.svg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D:/pasar_fix/node_modules/.bun/@fortawesome+fontawesome-free@7.2.0/node_modules/@fortawesome/fontawesome-free/svgs-full/brands/r-project.svg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D:/pasar_fix/node_modules/.bun/@fortawesome+fontawesome-free@7.2.0/node_modules/@fortawesome/fontawesome-free/svgs-full/brands/raspberry-pi.svg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D:/pasar_fix/node_modules/.bun/@fortawesome+fontawesome-free@7.2.0/node_modules/@fortawesome/fontawesome-free/svgs-full/brands/ravelry.svg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D:/pasar_fix/node_modules/.bun/@fortawesome+fontawesome-free@7.2.0/node_modules/@fortawesome/fontawesome-free/svgs-full/brands/react.svg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D:/pasar_fix/node_modules/.bun/@fortawesome+fontawesome-free@7.2.0/node_modules/@fortawesome/fontawesome-free/svgs-full/brands/reacteurope.svg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D:/pasar_fix/node_modules/.bun/@fortawesome+fontawesome-free@7.2.0/node_modules/@fortawesome/fontawesome-free/svgs-full/brands/readme.svg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D:/pasar_fix/node_modules/.bun/@fortawesome+fontawesome-free@7.2.0/node_modules/@fortawesome/fontawesome-free/svgs-full/brands/rebel.svg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D:/pasar_fix/node_modules/.bun/@fortawesome+fontawesome-free@7.2.0/node_modules/@fortawesome/fontawesome-free/svgs-full/brands/red-river.svg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D:/pasar_fix/node_modules/.bun/@fortawesome+fontawesome-free@7.2.0/node_modules/@fortawesome/fontawesome-free/svgs-full/brands/reddit-alien.svg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D:/pasar_fix/node_modules/.bun/@fortawesome+fontawesome-free@7.2.0/node_modules/@fortawesome/fontawesome-free/svgs-full/brands/reddit-square.svg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D:/pasar_fix/node_modules/.bun/@fortawesome+fontawesome-free@7.2.0/node_modules/@fortawesome/fontawesome-free/svgs-full/brands/reddit.svg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D:/pasar_fix/node_modules/.bun/@fortawesome+fontawesome-free@7.2.0/node_modules/@fortawesome/fontawesome-free/svgs-full/brands/redhat.svg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D:/pasar_fix/node_modules/.bun/@fortawesome+fontawesome-free@7.2.0/node_modules/@fortawesome/fontawesome-free/svgs-full/brands/rendact.svg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D:/pasar_fix/node_modules/.bun/@fortawesome+fontawesome-free@7.2.0/node_modules/@fortawesome/fontawesome-free/svgs-full/brands/renren.svg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D:/pasar_fix/node_modules/.bun/@fortawesome+fontawesome-free@7.2.0/node_modules/@fortawesome/fontawesome-free/svgs-full/brands/replyd.svg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D:/pasar_fix/node_modules/.bun/@fortawesome+fontawesome-free@7.2.0/node_modules/@fortawesome/fontawesome-free/svgs-full/brands/researchgate.svg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D:/pasar_fix/node_modules/.bun/@fortawesome+fontawesome-free@7.2.0/node_modules/@fortawesome/fontawesome-free/svgs-full/brands/resolving.svg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D:/pasar_fix/node_modules/.bun/@fortawesome+fontawesome-free@7.2.0/node_modules/@fortawesome/fontawesome-free/svgs-full/brands/rev.svg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D:/pasar_fix/node_modules/.bun/@fortawesome+fontawesome-free@7.2.0/node_modules/@fortawesome/fontawesome-free/svgs-full/brands/rocketchat.svg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D:/pasar_fix/node_modules/.bun/@fortawesome+fontawesome-free@7.2.0/node_modules/@fortawesome/fontawesome-free/svgs-full/brands/rockrms.svg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D:/pasar_fix/node_modules/.bun/@fortawesome+fontawesome-free@7.2.0/node_modules/@fortawesome/fontawesome-free/svgs-full/brands/rust.svg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D:/pasar_fix/node_modules/.bun/@fortawesome+fontawesome-free@7.2.0/node_modules/@fortawesome/fontawesome-free/svgs-full/brands/safari.svg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D:/pasar_fix/node_modules/.bun/@fortawesome+fontawesome-free@7.2.0/node_modules/@fortawesome/fontawesome-free/svgs-full/brands/salesforce.svg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D:/pasar_fix/node_modules/.bun/@fortawesome+fontawesome-free@7.2.0/node_modules/@fortawesome/fontawesome-free/svgs-full/brands/sass.svg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D:/pasar_fix/node_modules/.bun/@fortawesome+fontawesome-free@7.2.0/node_modules/@fortawesome/fontawesome-free/svgs-full/brands/scaleway.svg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D:/pasar_fix/node_modules/.bun/@fortawesome+fontawesome-free@7.2.0/node_modules/@fortawesome/fontawesome-free/svgs-full/brands/schlix.svg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D:/pasar_fix/node_modules/.bun/@fortawesome+fontawesome-free@7.2.0/node_modules/@fortawesome/fontawesome-free/svgs-full/brands/screenpal.svg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D:/pasar_fix/node_modules/.bun/@fortawesome+fontawesome-free@7.2.0/node_modules/@fortawesome/fontawesome-free/svgs-full/brands/scribd.svg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D:/pasar_fix/node_modules/.bun/@fortawesome+fontawesome-free@7.2.0/node_modules/@fortawesome/fontawesome-free/svgs-full/brands/searchengin.svg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D:/pasar_fix/node_modules/.bun/@fortawesome+fontawesome-free@7.2.0/node_modules/@fortawesome/fontawesome-free/svgs-full/brands/sellcast.svg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D:/pasar_fix/node_modules/.bun/@fortawesome+fontawesome-free@7.2.0/node_modules/@fortawesome/fontawesome-free/svgs-full/brands/sellsy.svg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D:/pasar_fix/node_modules/.bun/@fortawesome+fontawesome-free@7.2.0/node_modules/@fortawesome/fontawesome-free/svgs-full/brands/servicestack.svg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D:/pasar_fix/node_modules/.bun/@fortawesome+fontawesome-free@7.2.0/node_modules/@fortawesome/fontawesome-free/svgs-full/brands/shirtsinbulk.svg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D:/pasar_fix/node_modules/.bun/@fortawesome+fontawesome-free@7.2.0/node_modules/@fortawesome/fontawesome-free/svgs-full/brands/shoelace.svg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D:/pasar_fix/node_modules/.bun/@fortawesome+fontawesome-free@7.2.0/node_modules/@fortawesome/fontawesome-free/svgs-full/brands/shopify.svg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D:/pasar_fix/node_modules/.bun/@fortawesome+fontawesome-free@7.2.0/node_modules/@fortawesome/fontawesome-free/svgs-full/brands/shopware.svg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D:/pasar_fix/node_modules/.bun/@fortawesome+fontawesome-free@7.2.0/node_modules/@fortawesome/fontawesome-free/svgs-full/brands/signal-messenger.svg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D:/pasar_fix/node_modules/.bun/@fortawesome+fontawesome-free@7.2.0/node_modules/@fortawesome/fontawesome-free/svgs-full/brands/simplybuilt.svg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D:/pasar_fix/node_modules/.bun/@fortawesome+fontawesome-free@7.2.0/node_modules/@fortawesome/fontawesome-free/svgs-full/brands/sistrix.svg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D:/pasar_fix/node_modules/.bun/@fortawesome+fontawesome-free@7.2.0/node_modules/@fortawesome/fontawesome-free/svgs-full/brands/sith.svg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D:/pasar_fix/node_modules/.bun/@fortawesome+fontawesome-free@7.2.0/node_modules/@fortawesome/fontawesome-free/svgs-full/brands/sitrox.svg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D:/pasar_fix/node_modules/.bun/@fortawesome+fontawesome-free@7.2.0/node_modules/@fortawesome/fontawesome-free/svgs-full/brands/sketch.svg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D:/pasar_fix/node_modules/.bun/@fortawesome+fontawesome-free@7.2.0/node_modules/@fortawesome/fontawesome-free/svgs-full/brands/skyatlas.svg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D:/pasar_fix/node_modules/.bun/@fortawesome+fontawesome-free@7.2.0/node_modules/@fortawesome/fontawesome-free/svgs-full/brands/skype.svg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D:/pasar_fix/node_modules/.bun/@fortawesome+fontawesome-free@7.2.0/node_modules/@fortawesome/fontawesome-free/svgs-full/brands/slack-hash.svg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D:/pasar_fix/node_modules/.bun/@fortawesome+fontawesome-free@7.2.0/node_modules/@fortawesome/fontawesome-free/svgs-full/brands/slack.svg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D:/pasar_fix/node_modules/.bun/@fortawesome+fontawesome-free@7.2.0/node_modules/@fortawesome/fontawesome-free/svgs-full/brands/slideshare.svg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D:/pasar_fix/node_modules/.bun/@fortawesome+fontawesome-free@7.2.0/node_modules/@fortawesome/fontawesome-free/svgs-full/brands/snapchat-ghost.svg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D:/pasar_fix/node_modules/.bun/@fortawesome+fontawesome-free@7.2.0/node_modules/@fortawesome/fontawesome-free/svgs-full/brands/snapchat-square.svg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D:/pasar_fix/node_modules/.bun/@fortawesome+fontawesome-free@7.2.0/node_modules/@fortawesome/fontawesome-free/svgs-full/brands/snapchat.svg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D:/pasar_fix/node_modules/.bun/@fortawesome+fontawesome-free@7.2.0/node_modules/@fortawesome/fontawesome-free/svgs-full/brands/solana.svg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D:/pasar_fix/node_modules/.bun/@fortawesome+fontawesome-free@7.2.0/node_modules/@fortawesome/fontawesome-free/svgs-full/brands/soundcloud.svg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D:/pasar_fix/node_modules/.bun/@fortawesome+fontawesome-free@7.2.0/node_modules/@fortawesome/fontawesome-free/svgs-full/brands/sourcetree.svg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D:/pasar_fix/node_modules/.bun/@fortawesome+fontawesome-free@7.2.0/node_modules/@fortawesome/fontawesome-free/svgs-full/brands/space-awesome.svg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D:/pasar_fix/node_modules/.bun/@fortawesome+fontawesome-free@7.2.0/node_modules/@fortawesome/fontawesome-free/svgs-full/brands/speakap.svg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D:/pasar_fix/node_modules/.bun/@fortawesome+fontawesome-free@7.2.0/node_modules/@fortawesome/fontawesome-free/svgs-full/brands/speaker-deck.svg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D:/pasar_fix/node_modules/.bun/@fortawesome+fontawesome-free@7.2.0/node_modules/@fortawesome/fontawesome-free/svgs-full/brands/spotify.svg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D:/pasar_fix/node_modules/.bun/@fortawesome+fontawesome-free@7.2.0/node_modules/@fortawesome/fontawesome-free/svgs-full/brands/square-behance.svg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D:/pasar_fix/node_modules/.bun/@fortawesome+fontawesome-free@7.2.0/node_modules/@fortawesome/fontawesome-free/svgs-full/brands/square-bluesky.svg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D:/pasar_fix/node_modules/.bun/@fortawesome+fontawesome-free@7.2.0/node_modules/@fortawesome/fontawesome-free/svgs-full/brands/square-deskpro.svg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D:/pasar_fix/node_modules/.bun/@fortawesome+fontawesome-free@7.2.0/node_modules/@fortawesome/fontawesome-free/svgs-full/brands/square-dribbble.svg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D:/pasar_fix/node_modules/.bun/@fortawesome+fontawesome-free@7.2.0/node_modules/@fortawesome/fontawesome-free/svgs-full/brands/square-facebook.svg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D:/pasar_fix/node_modules/.bun/@fortawesome+fontawesome-free@7.2.0/node_modules/@fortawesome/fontawesome-free/svgs-full/brands/square-figma.svg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D:/pasar_fix/node_modules/.bun/@fortawesome+fontawesome-free@7.2.0/node_modules/@fortawesome/fontawesome-free/svgs-full/brands/square-font-awesome-stroke.svg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D:/pasar_fix/node_modules/.bun/@fortawesome+fontawesome-free@7.2.0/node_modules/@fortawesome/fontawesome-free/svgs-full/brands/square-font-awesome.svg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D:/pasar_fix/node_modules/.bun/@fortawesome+fontawesome-free@7.2.0/node_modules/@fortawesome/fontawesome-free/svgs-full/brands/square-git.svg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D:/pasar_fix/node_modules/.bun/@fortawesome+fontawesome-free@7.2.0/node_modules/@fortawesome/fontawesome-free/svgs-full/brands/square-github.svg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D:/pasar_fix/node_modules/.bun/@fortawesome+fontawesome-free@7.2.0/node_modules/@fortawesome/fontawesome-free/svgs-full/brands/square-gitlab.svg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D:/pasar_fix/node_modules/.bun/@fortawesome+fontawesome-free@7.2.0/node_modules/@fortawesome/fontawesome-free/svgs-full/brands/square-google-plus.svg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D:/pasar_fix/node_modules/.bun/@fortawesome+fontawesome-free@7.2.0/node_modules/@fortawesome/fontawesome-free/svgs-full/brands/square-hacker-news.svg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D:/pasar_fix/node_modules/.bun/@fortawesome+fontawesome-free@7.2.0/node_modules/@fortawesome/fontawesome-free/svgs-full/brands/square-instagram.svg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D:/pasar_fix/node_modules/.bun/@fortawesome+fontawesome-free@7.2.0/node_modules/@fortawesome/fontawesome-free/svgs-full/brands/square-js.svg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D:/pasar_fix/node_modules/.bun/@fortawesome+fontawesome-free@7.2.0/node_modules/@fortawesome/fontawesome-free/svgs-full/brands/square-kickstarter.svg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D:/pasar_fix/node_modules/.bun/@fortawesome+fontawesome-free@7.2.0/node_modules/@fortawesome/fontawesome-free/svgs-full/brands/square-lastfm.svg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D:/pasar_fix/node_modules/.bun/@fortawesome+fontawesome-free@7.2.0/node_modules/@fortawesome/fontawesome-free/svgs-full/brands/square-letterboxd.svg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D:/pasar_fix/node_modules/.bun/@fortawesome+fontawesome-free@7.2.0/node_modules/@fortawesome/fontawesome-free/svgs-full/brands/square-linkedin.svg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D:/pasar_fix/node_modules/.bun/@fortawesome+fontawesome-free@7.2.0/node_modules/@fortawesome/fontawesome-free/svgs-full/brands/square-odnoklassniki.svg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D:/pasar_fix/node_modules/.bun/@fortawesome+fontawesome-free@7.2.0/node_modules/@fortawesome/fontawesome-free/svgs-full/brands/square-pied-piper.svg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D:/pasar_fix/node_modules/.bun/@fortawesome+fontawesome-free@7.2.0/node_modules/@fortawesome/fontawesome-free/svgs-full/brands/square-pinterest.svg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D:/pasar_fix/node_modules/.bun/@fortawesome+fontawesome-free@7.2.0/node_modules/@fortawesome/fontawesome-free/svgs-full/brands/square-reddit.svg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D:/pasar_fix/node_modules/.bun/@fortawesome+fontawesome-free@7.2.0/node_modules/@fortawesome/fontawesome-free/svgs-full/brands/square-snapchat.svg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D:/pasar_fix/node_modules/.bun/@fortawesome+fontawesome-free@7.2.0/node_modules/@fortawesome/fontawesome-free/svgs-full/brands/square-steam.svg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D:/pasar_fix/node_modules/.bun/@fortawesome+fontawesome-free@7.2.0/node_modules/@fortawesome/fontawesome-free/svgs-full/brands/square-threads.svg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D:/pasar_fix/node_modules/.bun/@fortawesome+fontawesome-free@7.2.0/node_modules/@fortawesome/fontawesome-free/svgs-full/brands/square-tumblr.svg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D:/pasar_fix/node_modules/.bun/@fortawesome+fontawesome-free@7.2.0/node_modules/@fortawesome/fontawesome-free/svgs-full/brands/square-twitter.svg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D:/pasar_fix/node_modules/.bun/@fortawesome+fontawesome-free@7.2.0/node_modules/@fortawesome/fontawesome-free/svgs-full/brands/square-upwork.svg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D:/pasar_fix/node_modules/.bun/@fortawesome+fontawesome-free@7.2.0/node_modules/@fortawesome/fontawesome-free/svgs-full/brands/square-viadeo.svg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D:/pasar_fix/node_modules/.bun/@fortawesome+fontawesome-free@7.2.0/node_modules/@fortawesome/fontawesome-free/svgs-full/brands/square-vimeo.svg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D:/pasar_fix/node_modules/.bun/@fortawesome+fontawesome-free@7.2.0/node_modules/@fortawesome/fontawesome-free/svgs-full/brands/square-web-awesome-stroke.svg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D:/pasar_fix/node_modules/.bun/@fortawesome+fontawesome-free@7.2.0/node_modules/@fortawesome/fontawesome-free/svgs-full/brands/square-web-awesome.svg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D:/pasar_fix/node_modules/.bun/@fortawesome+fontawesome-free@7.2.0/node_modules/@fortawesome/fontawesome-free/svgs-full/brands/square-whatsapp.svg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D:/pasar_fix/node_modules/.bun/@fortawesome+fontawesome-free@7.2.0/node_modules/@fortawesome/fontawesome-free/svgs-full/brands/square-x-twitter.svg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D:/pasar_fix/node_modules/.bun/@fortawesome+fontawesome-free@7.2.0/node_modules/@fortawesome/fontawesome-free/svgs-full/brands/square-xing.svg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D:/pasar_fix/node_modules/.bun/@fortawesome+fontawesome-free@7.2.0/node_modules/@fortawesome/fontawesome-free/svgs-full/brands/square-youtube.svg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D:/pasar_fix/node_modules/.bun/@fortawesome+fontawesome-free@7.2.0/node_modules/@fortawesome/fontawesome-free/svgs-full/brands/squarespace.svg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D:/pasar_fix/node_modules/.bun/@fortawesome+fontawesome-free@7.2.0/node_modules/@fortawesome/fontawesome-free/svgs-full/brands/stack-exchange.svg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D:/pasar_fix/node_modules/.bun/@fortawesome+fontawesome-free@7.2.0/node_modules/@fortawesome/fontawesome-free/svgs-full/brands/stack-overflow.svg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D:/pasar_fix/node_modules/.bun/@fortawesome+fontawesome-free@7.2.0/node_modules/@fortawesome/fontawesome-free/svgs-full/brands/stackpath.svg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D:/pasar_fix/node_modules/.bun/@fortawesome+fontawesome-free@7.2.0/node_modules/@fortawesome/fontawesome-free/svgs-full/brands/staylinked.svg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D:/pasar_fix/node_modules/.bun/@fortawesome+fontawesome-free@7.2.0/node_modules/@fortawesome/fontawesome-free/svgs-full/brands/steam-square.svg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D:/pasar_fix/node_modules/.bun/@fortawesome+fontawesome-free@7.2.0/node_modules/@fortawesome/fontawesome-free/svgs-full/brands/steam-symbol.svg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D:/pasar_fix/node_modules/.bun/@fortawesome+fontawesome-free@7.2.0/node_modules/@fortawesome/fontawesome-free/svgs-full/brands/steam.svg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D:/pasar_fix/node_modules/.bun/@fortawesome+fontawesome-free@7.2.0/node_modules/@fortawesome/fontawesome-free/svgs-full/brands/sticker-mule.svg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D:/pasar_fix/node_modules/.bun/@fortawesome+fontawesome-free@7.2.0/node_modules/@fortawesome/fontawesome-free/svgs-full/brands/strava.svg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D:/pasar_fix/node_modules/.bun/@fortawesome+fontawesome-free@7.2.0/node_modules/@fortawesome/fontawesome-free/svgs-full/brands/stripe-s.svg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D:/pasar_fix/node_modules/.bun/@fortawesome+fontawesome-free@7.2.0/node_modules/@fortawesome/fontawesome-free/svgs-full/brands/stripe.svg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D:/pasar_fix/node_modules/.bun/@fortawesome+fontawesome-free@7.2.0/node_modules/@fortawesome/fontawesome-free/svgs-full/brands/stubber.svg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D:/pasar_fix/node_modules/.bun/@fortawesome+fontawesome-free@7.2.0/node_modules/@fortawesome/fontawesome-free/svgs-full/brands/studiovinari.svg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D:/pasar_fix/node_modules/.bun/@fortawesome+fontawesome-free@7.2.0/node_modules/@fortawesome/fontawesome-free/svgs-full/brands/stumbleupon-circle.svg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D:/pasar_fix/node_modules/.bun/@fortawesome+fontawesome-free@7.2.0/node_modules/@fortawesome/fontawesome-free/svgs-full/brands/stumbleupon.svg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D:/pasar_fix/node_modules/.bun/@fortawesome+fontawesome-free@7.2.0/node_modules/@fortawesome/fontawesome-free/svgs-full/brands/superpowers.svg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D:/pasar_fix/node_modules/.bun/@fortawesome+fontawesome-free@7.2.0/node_modules/@fortawesome/fontawesome-free/svgs-full/brands/supple.svg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D:/pasar_fix/node_modules/.bun/@fortawesome+fontawesome-free@7.2.0/node_modules/@fortawesome/fontawesome-free/svgs-full/brands/supportnow.svg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D:/pasar_fix/node_modules/.bun/@fortawesome+fontawesome-free@7.2.0/node_modules/@fortawesome/fontawesome-free/svgs-full/brands/suse.svg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D:/pasar_fix/node_modules/.bun/@fortawesome+fontawesome-free@7.2.0/node_modules/@fortawesome/fontawesome-free/svgs-full/brands/svelte.svg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D:/pasar_fix/node_modules/.bun/@fortawesome+fontawesome-free@7.2.0/node_modules/@fortawesome/fontawesome-free/svgs-full/brands/swift.svg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D:/pasar_fix/node_modules/.bun/@fortawesome+fontawesome-free@7.2.0/node_modules/@fortawesome/fontawesome-free/svgs-full/brands/symfony.svg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D:/pasar_fix/node_modules/.bun/@fortawesome+fontawesome-free@7.2.0/node_modules/@fortawesome/fontawesome-free/svgs-full/brands/symfonycasts.svg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D:/pasar_fix/node_modules/.bun/@fortawesome+fontawesome-free@7.2.0/node_modules/@fortawesome/fontawesome-free/svgs-full/brands/tailwind-css.svg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D:/pasar_fix/node_modules/.bun/@fortawesome+fontawesome-free@7.2.0/node_modules/@fortawesome/fontawesome-free/svgs-full/brands/teamspeak.svg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D:/pasar_fix/node_modules/.bun/@fortawesome+fontawesome-free@7.2.0/node_modules/@fortawesome/fontawesome-free/svgs-full/brands/telegram-plane.svg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D:/pasar_fix/node_modules/.bun/@fortawesome+fontawesome-free@7.2.0/node_modules/@fortawesome/fontawesome-free/svgs-full/brands/telegram.svg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D:/pasar_fix/node_modules/.bun/@fortawesome+fontawesome-free@7.2.0/node_modules/@fortawesome/fontawesome-free/svgs-full/brands/tencent-weibo.svg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D:/pasar_fix/node_modules/.bun/@fortawesome+fontawesome-free@7.2.0/node_modules/@fortawesome/fontawesome-free/svgs-full/brands/tex.svg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D:/pasar_fix/node_modules/.bun/@fortawesome+fontawesome-free@7.2.0/node_modules/@fortawesome/fontawesome-free/svgs-full/brands/the-red-yeti.svg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D:/pasar_fix/node_modules/.bun/@fortawesome+fontawesome-free@7.2.0/node_modules/@fortawesome/fontawesome-free/svgs-full/brands/themeco.svg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D:/pasar_fix/node_modules/.bun/@fortawesome+fontawesome-free@7.2.0/node_modules/@fortawesome/fontawesome-free/svgs-full/brands/themeisle.svg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D:/pasar_fix/node_modules/.bun/@fortawesome+fontawesome-free@7.2.0/node_modules/@fortawesome/fontawesome-free/svgs-full/brands/think-peaks.svg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D:/pasar_fix/node_modules/.bun/@fortawesome+fontawesome-free@7.2.0/node_modules/@fortawesome/fontawesome-free/svgs-full/brands/threads.svg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D:/pasar_fix/node_modules/.bun/@fortawesome+fontawesome-free@7.2.0/node_modules/@fortawesome/fontawesome-free/svgs-full/brands/threema.svg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D:/pasar_fix/node_modules/.bun/@fortawesome+fontawesome-free@7.2.0/node_modules/@fortawesome/fontawesome-free/svgs-full/brands/tidal.svg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D:/pasar_fix/node_modules/.bun/@fortawesome+fontawesome-free@7.2.0/node_modules/@fortawesome/fontawesome-free/svgs-full/brands/tiktok.svg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D:/pasar_fix/node_modules/.bun/@fortawesome+fontawesome-free@7.2.0/node_modules/@fortawesome/fontawesome-free/svgs-full/brands/tor-browser.svg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D:/pasar_fix/node_modules/.bun/@fortawesome+fontawesome-free@7.2.0/node_modules/@fortawesome/fontawesome-free/svgs-full/brands/trade-federation.svg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D:/pasar_fix/node_modules/.bun/@fortawesome+fontawesome-free@7.2.0/node_modules/@fortawesome/fontawesome-free/svgs-full/brands/trello.svg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D:/pasar_fix/node_modules/.bun/@fortawesome+fontawesome-free@7.2.0/node_modules/@fortawesome/fontawesome-free/svgs-full/brands/tumblr-square.svg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D:/pasar_fix/node_modules/.bun/@fortawesome+fontawesome-free@7.2.0/node_modules/@fortawesome/fontawesome-free/svgs-full/brands/tumblr.svg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D:/pasar_fix/node_modules/.bun/@fortawesome+fontawesome-free@7.2.0/node_modules/@fortawesome/fontawesome-free/svgs-full/brands/twitch.svg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D:/pasar_fix/node_modules/.bun/@fortawesome+fontawesome-free@7.2.0/node_modules/@fortawesome/fontawesome-free/svgs-full/brands/twitter-square.svg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D:/pasar_fix/node_modules/.bun/@fortawesome+fontawesome-free@7.2.0/node_modules/@fortawesome/fontawesome-free/svgs-full/brands/twitter.svg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D:/pasar_fix/node_modules/.bun/@fortawesome+fontawesome-free@7.2.0/node_modules/@fortawesome/fontawesome-free/svgs-full/brands/typescript.svg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D:/pasar_fix/node_modules/.bun/@fortawesome+fontawesome-free@7.2.0/node_modules/@fortawesome/fontawesome-free/svgs-full/brands/typo3.svg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D:/pasar_fix/node_modules/.bun/@fortawesome+fontawesome-free@7.2.0/node_modules/@fortawesome/fontawesome-free/svgs-full/brands/uber.svg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D:/pasar_fix/node_modules/.bun/@fortawesome+fontawesome-free@7.2.0/node_modules/@fortawesome/fontawesome-free/svgs-full/brands/ubuntu.svg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D:/pasar_fix/node_modules/.bun/@fortawesome+fontawesome-free@7.2.0/node_modules/@fortawesome/fontawesome-free/svgs-full/brands/uikit.svg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D:/pasar_fix/node_modules/.bun/@fortawesome+fontawesome-free@7.2.0/node_modules/@fortawesome/fontawesome-free/svgs-full/brands/ultralytics-hub.svg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D:/pasar_fix/node_modules/.bun/@fortawesome+fontawesome-free@7.2.0/node_modules/@fortawesome/fontawesome-free/svgs-full/brands/ultralytics-yolo.svg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D:/pasar_fix/node_modules/.bun/@fortawesome+fontawesome-free@7.2.0/node_modules/@fortawesome/fontawesome-free/svgs-full/brands/ultralytics.svg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D:/pasar_fix/node_modules/.bun/@fortawesome+fontawesome-free@7.2.0/node_modules/@fortawesome/fontawesome-free/svgs-full/brands/umbraco.svg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D:/pasar_fix/node_modules/.bun/@fortawesome+fontawesome-free@7.2.0/node_modules/@fortawesome/fontawesome-free/svgs-full/brands/uncharted.svg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D:/pasar_fix/node_modules/.bun/@fortawesome+fontawesome-free@7.2.0/node_modules/@fortawesome/fontawesome-free/svgs-full/brands/uniregistry.svg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D:/pasar_fix/node_modules/.bun/@fortawesome+fontawesome-free@7.2.0/node_modules/@fortawesome/fontawesome-free/svgs-full/brands/unison.svg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D:/pasar_fix/node_modules/.bun/@fortawesome+fontawesome-free@7.2.0/node_modules/@fortawesome/fontawesome-free/svgs-full/brands/unity.svg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D:/pasar_fix/node_modules/.bun/@fortawesome+fontawesome-free@7.2.0/node_modules/@fortawesome/fontawesome-free/svgs-full/brands/unreal-engine.svg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D:/pasar_fix/node_modules/.bun/@fortawesome+fontawesome-free@7.2.0/node_modules/@fortawesome/fontawesome-free/svgs-full/brands/unsplash.svg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D:/pasar_fix/node_modules/.bun/@fortawesome+fontawesome-free@7.2.0/node_modules/@fortawesome/fontawesome-free/svgs-full/brands/untappd.svg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D:/pasar_fix/node_modules/.bun/@fortawesome+fontawesome-free@7.2.0/node_modules/@fortawesome/fontawesome-free/svgs-full/brands/ups.svg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D:/pasar_fix/node_modules/.bun/@fortawesome+fontawesome-free@7.2.0/node_modules/@fortawesome/fontawesome-free/svgs-full/brands/upwork.svg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D:/pasar_fix/node_modules/.bun/@fortawesome+fontawesome-free@7.2.0/node_modules/@fortawesome/fontawesome-free/svgs-full/brands/usb.svg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D:/pasar_fix/node_modules/.bun/@fortawesome+fontawesome-free@7.2.0/node_modules/@fortawesome/fontawesome-free/svgs-full/brands/usps.svg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D:/pasar_fix/node_modules/.bun/@fortawesome+fontawesome-free@7.2.0/node_modules/@fortawesome/fontawesome-free/svgs-full/brands/ussunnah.svg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D:/pasar_fix/node_modules/.bun/@fortawesome+fontawesome-free@7.2.0/node_modules/@fortawesome/fontawesome-free/svgs-full/brands/vaadin.svg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D:/pasar_fix/node_modules/.bun/@fortawesome+fontawesome-free@7.2.0/node_modules/@fortawesome/fontawesome-free/svgs-full/brands/venmo-v.svg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D:/pasar_fix/node_modules/.bun/@fortawesome+fontawesome-free@7.2.0/node_modules/@fortawesome/fontawesome-free/svgs-full/brands/venmo.svg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D:/pasar_fix/node_modules/.bun/@fortawesome+fontawesome-free@7.2.0/node_modules/@fortawesome/fontawesome-free/svgs-full/brands/viacoin.svg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D:/pasar_fix/node_modules/.bun/@fortawesome+fontawesome-free@7.2.0/node_modules/@fortawesome/fontawesome-free/svgs-full/brands/viadeo-square.svg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D:/pasar_fix/node_modules/.bun/@fortawesome+fontawesome-free@7.2.0/node_modules/@fortawesome/fontawesome-free/svgs-full/brands/viadeo.svg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D:/pasar_fix/node_modules/.bun/@fortawesome+fontawesome-free@7.2.0/node_modules/@fortawesome/fontawesome-free/svgs-full/brands/viber.svg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D:/pasar_fix/node_modules/.bun/@fortawesome+fontawesome-free@7.2.0/node_modules/@fortawesome/fontawesome-free/svgs-full/brands/vim.svg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D:/pasar_fix/node_modules/.bun/@fortawesome+fontawesome-free@7.2.0/node_modules/@fortawesome/fontawesome-free/svgs-full/brands/vimeo-square.svg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D:/pasar_fix/node_modules/.bun/@fortawesome+fontawesome-free@7.2.0/node_modules/@fortawesome/fontawesome-free/svgs-full/brands/vimeo-v.svg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D:/pasar_fix/node_modules/.bun/@fortawesome+fontawesome-free@7.2.0/node_modules/@fortawesome/fontawesome-free/svgs-full/brands/vimeo.svg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D:/pasar_fix/node_modules/.bun/@fortawesome+fontawesome-free@7.2.0/node_modules/@fortawesome/fontawesome-free/svgs-full/brands/vine.svg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D:/pasar_fix/node_modules/.bun/@fortawesome+fontawesome-free@7.2.0/node_modules/@fortawesome/fontawesome-free/svgs-full/brands/vk.svg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D:/pasar_fix/node_modules/.bun/@fortawesome+fontawesome-free@7.2.0/node_modules/@fortawesome/fontawesome-free/svgs-full/brands/vnv.svg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D:/pasar_fix/node_modules/.bun/@fortawesome+fontawesome-free@7.2.0/node_modules/@fortawesome/fontawesome-free/svgs-full/brands/vsco.svg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D:/pasar_fix/node_modules/.bun/@fortawesome+fontawesome-free@7.2.0/node_modules/@fortawesome/fontawesome-free/svgs-full/brands/vuejs.svg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D:/pasar_fix/node_modules/.bun/@fortawesome+fontawesome-free@7.2.0/node_modules/@fortawesome/fontawesome-free/svgs-full/brands/w3c.svg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D:/pasar_fix/node_modules/.bun/@fortawesome+fontawesome-free@7.2.0/node_modules/@fortawesome/fontawesome-free/svgs-full/brands/watchman-monitoring.svg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D:/pasar_fix/node_modules/.bun/@fortawesome+fontawesome-free@7.2.0/node_modules/@fortawesome/fontawesome-free/svgs-full/brands/waze.svg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D:/pasar_fix/node_modules/.bun/@fortawesome+fontawesome-free@7.2.0/node_modules/@fortawesome/fontawesome-free/svgs-full/brands/web-awesome.svg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D:/pasar_fix/node_modules/.bun/@fortawesome+fontawesome-free@7.2.0/node_modules/@fortawesome/fontawesome-free/svgs-full/brands/webflow.svg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D:/pasar_fix/node_modules/.bun/@fortawesome+fontawesome-free@7.2.0/node_modules/@fortawesome/fontawesome-free/svgs-full/brands/weebly.svg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D:/pasar_fix/node_modules/.bun/@fortawesome+fontawesome-free@7.2.0/node_modules/@fortawesome/fontawesome-free/svgs-full/brands/weibo.svg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D:/pasar_fix/node_modules/.bun/@fortawesome+fontawesome-free@7.2.0/node_modules/@fortawesome/fontawesome-free/svgs-full/brands/weixin.svg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D:/pasar_fix/node_modules/.bun/@fortawesome+fontawesome-free@7.2.0/node_modules/@fortawesome/fontawesome-free/svgs-full/brands/whatsapp-square.svg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D:/pasar_fix/node_modules/.bun/@fortawesome+fontawesome-free@7.2.0/node_modules/@fortawesome/fontawesome-free/svgs-full/brands/whatsapp.svg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D:/pasar_fix/node_modules/.bun/@fortawesome+fontawesome-free@7.2.0/node_modules/@fortawesome/fontawesome-free/svgs-full/brands/whmcs.svg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D:/pasar_fix/node_modules/.bun/@fortawesome+fontawesome-free@7.2.0/node_modules/@fortawesome/fontawesome-free/svgs-full/brands/wikipedia-w.svg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D:/pasar_fix/node_modules/.bun/@fortawesome+fontawesome-free@7.2.0/node_modules/@fortawesome/fontawesome-free/svgs-full/brands/windows.svg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D:/pasar_fix/node_modules/.bun/@fortawesome+fontawesome-free@7.2.0/node_modules/@fortawesome/fontawesome-free/svgs-full/brands/wirsindhandwerk.svg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D:/pasar_fix/node_modules/.bun/@fortawesome+fontawesome-free@7.2.0/node_modules/@fortawesome/fontawesome-free/svgs-full/brands/wix.svg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D:/pasar_fix/node_modules/.bun/@fortawesome+fontawesome-free@7.2.0/node_modules/@fortawesome/fontawesome-free/svgs-full/brands/wizards-of-the-coast.svg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D:/pasar_fix/node_modules/.bun/@fortawesome+fontawesome-free@7.2.0/node_modules/@fortawesome/fontawesome-free/svgs-full/brands/wodu.svg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D:/pasar_fix/node_modules/.bun/@fortawesome+fontawesome-free@7.2.0/node_modules/@fortawesome/fontawesome-free/svgs-full/brands/wolf-pack-battalion.svg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D:/pasar_fix/node_modules/.bun/@fortawesome+fontawesome-free@7.2.0/node_modules/@fortawesome/fontawesome-free/svgs-full/brands/wordpress-simple.svg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D:/pasar_fix/node_modules/.bun/@fortawesome+fontawesome-free@7.2.0/node_modules/@fortawesome/fontawesome-free/svgs-full/brands/wordpress.svg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D:/pasar_fix/node_modules/.bun/@fortawesome+fontawesome-free@7.2.0/node_modules/@fortawesome/fontawesome-free/svgs-full/brands/wpbeginner.svg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D:/pasar_fix/node_modules/.bun/@fortawesome+fontawesome-free@7.2.0/node_modules/@fortawesome/fontawesome-free/svgs-full/brands/wpexplorer.svg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D:/pasar_fix/node_modules/.bun/@fortawesome+fontawesome-free@7.2.0/node_modules/@fortawesome/fontawesome-free/svgs-full/brands/wpforms.svg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D:/pasar_fix/node_modules/.bun/@fortawesome+fontawesome-free@7.2.0/node_modules/@fortawesome/fontawesome-free/svgs-full/brands/wpressr.svg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D:/pasar_fix/node_modules/.bun/@fortawesome+fontawesome-free@7.2.0/node_modules/@fortawesome/fontawesome-free/svgs-full/brands/wsh.svg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D:/pasar_fix/node_modules/.bun/@fortawesome+fontawesome-free@7.2.0/node_modules/@fortawesome/fontawesome-free/svgs-full/brands/x-twitter.svg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D:/pasar_fix/node_modules/.bun/@fortawesome+fontawesome-free@7.2.0/node_modules/@fortawesome/fontawesome-free/svgs-full/brands/xbox.svg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D:/pasar_fix/node_modules/.bun/@fortawesome+fontawesome-free@7.2.0/node_modules/@fortawesome/fontawesome-free/svgs-full/brands/xing-square.svg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D:/pasar_fix/node_modules/.bun/@fortawesome+fontawesome-free@7.2.0/node_modules/@fortawesome/fontawesome-free/svgs-full/brands/xing.svg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D:/pasar_fix/node_modules/.bun/@fortawesome+fontawesome-free@7.2.0/node_modules/@fortawesome/fontawesome-free/svgs-full/brands/xmpp.svg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D:/pasar_fix/node_modules/.bun/@fortawesome+fontawesome-free@7.2.0/node_modules/@fortawesome/fontawesome-free/svgs-full/brands/y-combinator.svg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D:/pasar_fix/node_modules/.bun/@fortawesome+fontawesome-free@7.2.0/node_modules/@fortawesome/fontawesome-free/svgs-full/brands/yahoo.svg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D:/pasar_fix/node_modules/.bun/@fortawesome+fontawesome-free@7.2.0/node_modules/@fortawesome/fontawesome-free/svgs-full/brands/yammer.svg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D:/pasar_fix/node_modules/.bun/@fortawesome+fontawesome-free@7.2.0/node_modules/@fortawesome/fontawesome-free/svgs-full/brands/yandex-international.svg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D:/pasar_fix/node_modules/.bun/@fortawesome+fontawesome-free@7.2.0/node_modules/@fortawesome/fontawesome-free/svgs-full/brands/yandex.svg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D:/pasar_fix/node_modules/.bun/@fortawesome+fontawesome-free@7.2.0/node_modules/@fortawesome/fontawesome-free/svgs-full/brands/yarn.svg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D:/pasar_fix/node_modules/.bun/@fortawesome+fontawesome-free@7.2.0/node_modules/@fortawesome/fontawesome-free/svgs-full/brands/yelp.svg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D:/pasar_fix/node_modules/.bun/@fortawesome+fontawesome-free@7.2.0/node_modules/@fortawesome/fontawesome-free/svgs-full/brands/yoast.svg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D:/pasar_fix/node_modules/.bun/@fortawesome+fontawesome-free@7.2.0/node_modules/@fortawesome/fontawesome-free/svgs-full/brands/youtube-square.svg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D:/pasar_fix/node_modules/.bun/@fortawesome+fontawesome-free@7.2.0/node_modules/@fortawesome/fontawesome-free/svgs-full/brands/youtube.svg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D:/pasar_fix/node_modules/.bun/@fortawesome+fontawesome-free@7.2.0/node_modules/@fortawesome/fontawesome-free/svgs-full/brands/zhihu.svg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D:/pasar_fix/node_modules/.bun/@fortawesome+fontawesome-free@7.2.0/node_modules/@fortawesome/fontawesome-free/svgs-full/brands/zoom.svg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D:/pasar_fix/node_modules/.bun/@fortawesome+fontawesome-free@7.2.0/node_modules/@fortawesome/fontawesome-free/svgs-full/brands/zulip.svg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D:/pasar_fix/node_modules/.bun/@fortawesome+fontawesome-free@7.2.0/node_modules/@fortawesome/fontawesome-free/svgs-full/regular/address-book.svg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D:/pasar_fix/node_modules/.bun/@fortawesome+fontawesome-free@7.2.0/node_modules/@fortawesome/fontawesome-free/svgs-full/regular/address-card.svg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D:/pasar_fix/node_modules/.bun/@fortawesome+fontawesome-free@7.2.0/node_modules/@fortawesome/fontawesome-free/svgs-full/regular/alarm-clock.svg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D:/pasar_fix/node_modules/.bun/@fortawesome+fontawesome-free@7.2.0/node_modules/@fortawesome/fontawesome-free/svgs-full/regular/angry.svg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D:/pasar_fix/node_modules/.bun/@fortawesome+fontawesome-free@7.2.0/node_modules/@fortawesome/fontawesome-free/svgs-full/regular/arrow-alt-circle-down.svg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D:/pasar_fix/node_modules/.bun/@fortawesome+fontawesome-free@7.2.0/node_modules/@fortawesome/fontawesome-free/svgs-full/regular/arrow-alt-circle-left.svg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D:/pasar_fix/node_modules/.bun/@fortawesome+fontawesome-free@7.2.0/node_modules/@fortawesome/fontawesome-free/svgs-full/regular/arrow-alt-circle-right.svg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D:/pasar_fix/node_modules/.bun/@fortawesome+fontawesome-free@7.2.0/node_modules/@fortawesome/fontawesome-free/svgs-full/regular/arrow-alt-circle-up.svg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D:/pasar_fix/node_modules/.bun/@fortawesome+fontawesome-free@7.2.0/node_modules/@fortawesome/fontawesome-free/svgs-full/regular/bar-chart.svg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D:/pasar_fix/node_modules/.bun/@fortawesome+fontawesome-free@7.2.0/node_modules/@fortawesome/fontawesome-free/svgs-full/regular/bell-slash.svg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D:/pasar_fix/node_modules/.bun/@fortawesome+fontawesome-free@7.2.0/node_modules/@fortawesome/fontawesome-free/svgs-full/regular/bell.svg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D:/pasar_fix/node_modules/.bun/@fortawesome+fontawesome-free@7.2.0/node_modules/@fortawesome/fontawesome-free/svgs-full/regular/bookmark.svg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D:/pasar_fix/node_modules/.bun/@fortawesome+fontawesome-free@7.2.0/node_modules/@fortawesome/fontawesome-free/svgs-full/regular/building.svg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D:/pasar_fix/node_modules/.bun/@fortawesome+fontawesome-free@7.2.0/node_modules/@fortawesome/fontawesome-free/svgs-full/regular/calendar-alt.svg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D:/pasar_fix/node_modules/.bun/@fortawesome+fontawesome-free@7.2.0/node_modules/@fortawesome/fontawesome-free/svgs-full/regular/calendar-check.svg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D:/pasar_fix/node_modules/.bun/@fortawesome+fontawesome-free@7.2.0/node_modules/@fortawesome/fontawesome-free/svgs-full/regular/calendar-days.svg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D:/pasar_fix/node_modules/.bun/@fortawesome+fontawesome-free@7.2.0/node_modules/@fortawesome/fontawesome-free/svgs-full/regular/calendar-minus.svg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D:/pasar_fix/node_modules/.bun/@fortawesome+fontawesome-free@7.2.0/node_modules/@fortawesome/fontawesome-free/svgs-full/regular/calendar-plus.svg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D:/pasar_fix/node_modules/.bun/@fortawesome+fontawesome-free@7.2.0/node_modules/@fortawesome/fontawesome-free/svgs-full/regular/calendar-times.svg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D:/pasar_fix/node_modules/.bun/@fortawesome+fontawesome-free@7.2.0/node_modules/@fortawesome/fontawesome-free/svgs-full/regular/calendar-xmark.svg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D:/pasar_fix/node_modules/.bun/@fortawesome+fontawesome-free@7.2.0/node_modules/@fortawesome/fontawesome-free/svgs-full/regular/calendar.svg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D:/pasar_fix/node_modules/.bun/@fortawesome+fontawesome-free@7.2.0/node_modules/@fortawesome/fontawesome-free/svgs-full/regular/camera-alt.svg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D:/pasar_fix/node_modules/.bun/@fortawesome+fontawesome-free@7.2.0/node_modules/@fortawesome/fontawesome-free/svgs-full/regular/camera.svg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D:/pasar_fix/node_modules/.bun/@fortawesome+fontawesome-free@7.2.0/node_modules/@fortawesome/fontawesome-free/svgs-full/regular/caret-square-down.svg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D:/pasar_fix/node_modules/.bun/@fortawesome+fontawesome-free@7.2.0/node_modules/@fortawesome/fontawesome-free/svgs-full/regular/caret-square-left.svg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D:/pasar_fix/node_modules/.bun/@fortawesome+fontawesome-free@7.2.0/node_modules/@fortawesome/fontawesome-free/svgs-full/regular/caret-square-right.svg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D:/pasar_fix/node_modules/.bun/@fortawesome+fontawesome-free@7.2.0/node_modules/@fortawesome/fontawesome-free/svgs-full/regular/caret-square-up.svg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D:/pasar_fix/node_modules/.bun/@fortawesome+fontawesome-free@7.2.0/node_modules/@fortawesome/fontawesome-free/svgs-full/regular/chart-bar.svg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D:/pasar_fix/node_modules/.bun/@fortawesome+fontawesome-free@7.2.0/node_modules/@fortawesome/fontawesome-free/svgs-full/regular/check-circle.svg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D:/pasar_fix/node_modules/.bun/@fortawesome+fontawesome-free@7.2.0/node_modules/@fortawesome/fontawesome-free/svgs-full/regular/check-square.svg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D:/pasar_fix/node_modules/.bun/@fortawesome+fontawesome-free@7.2.0/node_modules/@fortawesome/fontawesome-free/svgs-full/regular/chess-bishop.svg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D:/pasar_fix/node_modules/.bun/@fortawesome+fontawesome-free@7.2.0/node_modules/@fortawesome/fontawesome-free/svgs-full/regular/chess-king.svg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D:/pasar_fix/node_modules/.bun/@fortawesome+fontawesome-free@7.2.0/node_modules/@fortawesome/fontawesome-free/svgs-full/regular/chess-knight.svg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D:/pasar_fix/node_modules/.bun/@fortawesome+fontawesome-free@7.2.0/node_modules/@fortawesome/fontawesome-free/svgs-full/regular/chess-pawn.svg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D:/pasar_fix/node_modules/.bun/@fortawesome+fontawesome-free@7.2.0/node_modules/@fortawesome/fontawesome-free/svgs-full/regular/chess-queen.svg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D:/pasar_fix/node_modules/.bun/@fortawesome+fontawesome-free@7.2.0/node_modules/@fortawesome/fontawesome-free/svgs-full/regular/chess-rook.svg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D:/pasar_fix/node_modules/.bun/@fortawesome+fontawesome-free@7.2.0/node_modules/@fortawesome/fontawesome-free/svgs-full/regular/circle-check.svg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D:/pasar_fix/node_modules/.bun/@fortawesome+fontawesome-free@7.2.0/node_modules/@fortawesome/fontawesome-free/svgs-full/regular/circle-dot.svg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D:/pasar_fix/node_modules/.bun/@fortawesome+fontawesome-free@7.2.0/node_modules/@fortawesome/fontawesome-free/svgs-full/regular/circle-down.svg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D:/pasar_fix/node_modules/.bun/@fortawesome+fontawesome-free@7.2.0/node_modules/@fortawesome/fontawesome-free/svgs-full/regular/circle-left.svg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D:/pasar_fix/node_modules/.bun/@fortawesome+fontawesome-free@7.2.0/node_modules/@fortawesome/fontawesome-free/svgs-full/regular/circle-pause.svg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D:/pasar_fix/node_modules/.bun/@fortawesome+fontawesome-free@7.2.0/node_modules/@fortawesome/fontawesome-free/svgs-full/regular/circle-play.svg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D:/pasar_fix/node_modules/.bun/@fortawesome+fontawesome-free@7.2.0/node_modules/@fortawesome/fontawesome-free/svgs-full/regular/circle-question.svg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D:/pasar_fix/node_modules/.bun/@fortawesome+fontawesome-free@7.2.0/node_modules/@fortawesome/fontawesome-free/svgs-full/regular/circle-right.svg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D:/pasar_fix/node_modules/.bun/@fortawesome+fontawesome-free@7.2.0/node_modules/@fortawesome/fontawesome-free/svgs-full/regular/circle-stop.svg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D:/pasar_fix/node_modules/.bun/@fortawesome+fontawesome-free@7.2.0/node_modules/@fortawesome/fontawesome-free/svgs-full/regular/circle-up.svg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D:/pasar_fix/node_modules/.bun/@fortawesome+fontawesome-free@7.2.0/node_modules/@fortawesome/fontawesome-free/svgs-full/regular/circle-user.svg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D:/pasar_fix/node_modules/.bun/@fortawesome+fontawesome-free@7.2.0/node_modules/@fortawesome/fontawesome-free/svgs-full/regular/circle-xmark.svg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D:/pasar_fix/node_modules/.bun/@fortawesome+fontawesome-free@7.2.0/node_modules/@fortawesome/fontawesome-free/svgs-full/regular/circle.svg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D:/pasar_fix/node_modules/.bun/@fortawesome+fontawesome-free@7.2.0/node_modules/@fortawesome/fontawesome-free/svgs-full/regular/clipboard.svg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D:/pasar_fix/node_modules/.bun/@fortawesome+fontawesome-free@7.2.0/node_modules/@fortawesome/fontawesome-free/svgs-full/regular/clock-four.svg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D:/pasar_fix/node_modules/.bun/@fortawesome+fontawesome-free@7.2.0/node_modules/@fortawesome/fontawesome-free/svgs-full/regular/clock.svg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D:/pasar_fix/node_modules/.bun/@fortawesome+fontawesome-free@7.2.0/node_modules/@fortawesome/fontawesome-free/svgs-full/regular/clone.svg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D:/pasar_fix/node_modules/.bun/@fortawesome+fontawesome-free@7.2.0/node_modules/@fortawesome/fontawesome-free/svgs-full/regular/closed-captioning.svg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D:/pasar_fix/node_modules/.bun/@fortawesome+fontawesome-free@7.2.0/node_modules/@fortawesome/fontawesome-free/svgs-full/regular/cloud.svg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D:/pasar_fix/node_modules/.bun/@fortawesome+fontawesome-free@7.2.0/node_modules/@fortawesome/fontawesome-free/svgs-full/regular/comment-alt.svg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D:/pasar_fix/node_modules/.bun/@fortawesome+fontawesome-free@7.2.0/node_modules/@fortawesome/fontawesome-free/svgs-full/regular/comment-dots.svg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D:/pasar_fix/node_modules/.bun/@fortawesome+fontawesome-free@7.2.0/node_modules/@fortawesome/fontawesome-free/svgs-full/regular/comment.svg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D:/pasar_fix/node_modules/.bun/@fortawesome+fontawesome-free@7.2.0/node_modules/@fortawesome/fontawesome-free/svgs-full/regular/commenting.svg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D:/pasar_fix/node_modules/.bun/@fortawesome+fontawesome-free@7.2.0/node_modules/@fortawesome/fontawesome-free/svgs-full/regular/comments.svg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D:/pasar_fix/node_modules/.bun/@fortawesome+fontawesome-free@7.2.0/node_modules/@fortawesome/fontawesome-free/svgs-full/regular/compass.svg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D:/pasar_fix/node_modules/.bun/@fortawesome+fontawesome-free@7.2.0/node_modules/@fortawesome/fontawesome-free/svgs-full/regular/contact-book.svg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D:/pasar_fix/node_modules/.bun/@fortawesome+fontawesome-free@7.2.0/node_modules/@fortawesome/fontawesome-free/svgs-full/regular/contact-card.svg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D:/pasar_fix/node_modules/.bun/@fortawesome+fontawesome-free@7.2.0/node_modules/@fortawesome/fontawesome-free/svgs-full/regular/copy.svg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D:/pasar_fix/node_modules/.bun/@fortawesome+fontawesome-free@7.2.0/node_modules/@fortawesome/fontawesome-free/svgs-full/regular/copyright.svg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D:/pasar_fix/node_modules/.bun/@fortawesome+fontawesome-free@7.2.0/node_modules/@fortawesome/fontawesome-free/svgs-full/regular/credit-card-alt.svg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D:/pasar_fix/node_modules/.bun/@fortawesome+fontawesome-free@7.2.0/node_modules/@fortawesome/fontawesome-free/svgs-full/regular/credit-card.svg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D:/pasar_fix/node_modules/.bun/@fortawesome+fontawesome-free@7.2.0/node_modules/@fortawesome/fontawesome-free/svgs-full/regular/dizzy.svg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D:/pasar_fix/node_modules/.bun/@fortawesome+fontawesome-free@7.2.0/node_modules/@fortawesome/fontawesome-free/svgs-full/regular/dot-circle.svg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D:/pasar_fix/node_modules/.bun/@fortawesome+fontawesome-free@7.2.0/node_modules/@fortawesome/fontawesome-free/svgs-full/regular/drivers-license.svg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D:/pasar_fix/node_modules/.bun/@fortawesome+fontawesome-free@7.2.0/node_modules/@fortawesome/fontawesome-free/svgs-full/regular/edit.svg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D:/pasar_fix/node_modules/.bun/@fortawesome+fontawesome-free@7.2.0/node_modules/@fortawesome/fontawesome-free/svgs-full/regular/envelope-open.svg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D:/pasar_fix/node_modules/.bun/@fortawesome+fontawesome-free@7.2.0/node_modules/@fortawesome/fontawesome-free/svgs-full/regular/envelope.svg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D:/pasar_fix/node_modules/.bun/@fortawesome+fontawesome-free@7.2.0/node_modules/@fortawesome/fontawesome-free/svgs-full/regular/eye-slash.svg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D:/pasar_fix/node_modules/.bun/@fortawesome+fontawesome-free@7.2.0/node_modules/@fortawesome/fontawesome-free/svgs-full/regular/eye.svg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D:/pasar_fix/node_modules/.bun/@fortawesome+fontawesome-free@7.2.0/node_modules/@fortawesome/fontawesome-free/svgs-full/regular/face-angry.svg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D:/pasar_fix/node_modules/.bun/@fortawesome+fontawesome-free@7.2.0/node_modules/@fortawesome/fontawesome-free/svgs-full/regular/face-dizzy.svg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D:/pasar_fix/node_modules/.bun/@fortawesome+fontawesome-free@7.2.0/node_modules/@fortawesome/fontawesome-free/svgs-full/regular/face-flushed.svg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D:/pasar_fix/node_modules/.bun/@fortawesome+fontawesome-free@7.2.0/node_modules/@fortawesome/fontawesome-free/svgs-full/regular/face-frown-open.svg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D:/pasar_fix/node_modules/.bun/@fortawesome+fontawesome-free@7.2.0/node_modules/@fortawesome/fontawesome-free/svgs-full/regular/face-frown.svg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D:/pasar_fix/node_modules/.bun/@fortawesome+fontawesome-free@7.2.0/node_modules/@fortawesome/fontawesome-free/svgs-full/regular/face-grimace.svg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D:/pasar_fix/node_modules/.bun/@fortawesome+fontawesome-free@7.2.0/node_modules/@fortawesome/fontawesome-free/svgs-full/regular/face-grin-beam-sweat.svg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D:/pasar_fix/node_modules/.bun/@fortawesome+fontawesome-free@7.2.0/node_modules/@fortawesome/fontawesome-free/svgs-full/regular/face-grin-beam.svg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D:/pasar_fix/node_modules/.bun/@fortawesome+fontawesome-free@7.2.0/node_modules/@fortawesome/fontawesome-free/svgs-full/regular/face-grin-hearts.svg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D:/pasar_fix/node_modules/.bun/@fortawesome+fontawesome-free@7.2.0/node_modules/@fortawesome/fontawesome-free/svgs-full/regular/face-grin-squint-tears.svg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D:/pasar_fix/node_modules/.bun/@fortawesome+fontawesome-free@7.2.0/node_modules/@fortawesome/fontawesome-free/svgs-full/regular/face-grin-squint.svg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D:/pasar_fix/node_modules/.bun/@fortawesome+fontawesome-free@7.2.0/node_modules/@fortawesome/fontawesome-free/svgs-full/regular/face-grin-stars.svg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D:/pasar_fix/node_modules/.bun/@fortawesome+fontawesome-free@7.2.0/node_modules/@fortawesome/fontawesome-free/svgs-full/regular/face-grin-tears.svg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D:/pasar_fix/node_modules/.bun/@fortawesome+fontawesome-free@7.2.0/node_modules/@fortawesome/fontawesome-free/svgs-full/regular/face-grin-tongue-squint.svg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D:/pasar_fix/node_modules/.bun/@fortawesome+fontawesome-free@7.2.0/node_modules/@fortawesome/fontawesome-free/svgs-full/regular/face-grin-tongue-wink.svg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D:/pasar_fix/node_modules/.bun/@fortawesome+fontawesome-free@7.2.0/node_modules/@fortawesome/fontawesome-free/svgs-full/regular/face-grin-tongue.svg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D:/pasar_fix/node_modules/.bun/@fortawesome+fontawesome-free@7.2.0/node_modules/@fortawesome/fontawesome-free/svgs-full/regular/face-grin-wide.svg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D:/pasar_fix/node_modules/.bun/@fortawesome+fontawesome-free@7.2.0/node_modules/@fortawesome/fontawesome-free/svgs-full/regular/face-grin-wink.svg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D:/pasar_fix/node_modules/.bun/@fortawesome+fontawesome-free@7.2.0/node_modules/@fortawesome/fontawesome-free/svgs-full/regular/face-grin.svg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D:/pasar_fix/node_modules/.bun/@fortawesome+fontawesome-free@7.2.0/node_modules/@fortawesome/fontawesome-free/svgs-full/regular/face-kiss-beam.svg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D:/pasar_fix/node_modules/.bun/@fortawesome+fontawesome-free@7.2.0/node_modules/@fortawesome/fontawesome-free/svgs-full/regular/face-kiss-wink-heart.svg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D:/pasar_fix/node_modules/.bun/@fortawesome+fontawesome-free@7.2.0/node_modules/@fortawesome/fontawesome-free/svgs-full/regular/face-kiss.svg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D:/pasar_fix/node_modules/.bun/@fortawesome+fontawesome-free@7.2.0/node_modules/@fortawesome/fontawesome-free/svgs-full/regular/face-laugh-beam.svg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D:/pasar_fix/node_modules/.bun/@fortawesome+fontawesome-free@7.2.0/node_modules/@fortawesome/fontawesome-free/svgs-full/regular/face-laugh-squint.svg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D:/pasar_fix/node_modules/.bun/@fortawesome+fontawesome-free@7.2.0/node_modules/@fortawesome/fontawesome-free/svgs-full/regular/face-laugh-wink.svg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D:/pasar_fix/node_modules/.bun/@fortawesome+fontawesome-free@7.2.0/node_modules/@fortawesome/fontawesome-free/svgs-full/regular/face-laugh.svg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D:/pasar_fix/node_modules/.bun/@fortawesome+fontawesome-free@7.2.0/node_modules/@fortawesome/fontawesome-free/svgs-full/regular/face-meh-blank.svg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D:/pasar_fix/node_modules/.bun/@fortawesome+fontawesome-free@7.2.0/node_modules/@fortawesome/fontawesome-free/svgs-full/regular/face-meh.svg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D:/pasar_fix/node_modules/.bun/@fortawesome+fontawesome-free@7.2.0/node_modules/@fortawesome/fontawesome-free/svgs-full/regular/face-rolling-eyes.svg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D:/pasar_fix/node_modules/.bun/@fortawesome+fontawesome-free@7.2.0/node_modules/@fortawesome/fontawesome-free/svgs-full/regular/face-sad-cry.svg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D:/pasar_fix/node_modules/.bun/@fortawesome+fontawesome-free@7.2.0/node_modules/@fortawesome/fontawesome-free/svgs-full/regular/face-sad-tear.svg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D:/pasar_fix/node_modules/.bun/@fortawesome+fontawesome-free@7.2.0/node_modules/@fortawesome/fontawesome-free/svgs-full/regular/face-smile-beam.svg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D:/pasar_fix/node_modules/.bun/@fortawesome+fontawesome-free@7.2.0/node_modules/@fortawesome/fontawesome-free/svgs-full/regular/face-smile-wink.svg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D:/pasar_fix/node_modules/.bun/@fortawesome+fontawesome-free@7.2.0/node_modules/@fortawesome/fontawesome-free/svgs-full/regular/face-smile.svg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D:/pasar_fix/node_modules/.bun/@fortawesome+fontawesome-free@7.2.0/node_modules/@fortawesome/fontawesome-free/svgs-full/regular/face-surprise.svg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D:/pasar_fix/node_modules/.bun/@fortawesome+fontawesome-free@7.2.0/node_modules/@fortawesome/fontawesome-free/svgs-full/regular/face-tired.svg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D:/pasar_fix/node_modules/.bun/@fortawesome+fontawesome-free@7.2.0/node_modules/@fortawesome/fontawesome-free/svgs-full/regular/file-alt.svg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D:/pasar_fix/node_modules/.bun/@fortawesome+fontawesome-free@7.2.0/node_modules/@fortawesome/fontawesome-free/svgs-full/regular/file-archive.svg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D:/pasar_fix/node_modules/.bun/@fortawesome+fontawesome-free@7.2.0/node_modules/@fortawesome/fontawesome-free/svgs-full/regular/file-audio.svg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D:/pasar_fix/node_modules/.bun/@fortawesome+fontawesome-free@7.2.0/node_modules/@fortawesome/fontawesome-free/svgs-full/regular/file-clipboard.svg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D:/pasar_fix/node_modules/.bun/@fortawesome+fontawesome-free@7.2.0/node_modules/@fortawesome/fontawesome-free/svgs-full/regular/file-code.svg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D:/pasar_fix/node_modules/.bun/@fortawesome+fontawesome-free@7.2.0/node_modules/@fortawesome/fontawesome-free/svgs-full/regular/file-excel.svg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D:/pasar_fix/node_modules/.bun/@fortawesome+fontawesome-free@7.2.0/node_modules/@fortawesome/fontawesome-free/svgs-full/regular/file-image.svg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D:/pasar_fix/node_modules/.bun/@fortawesome+fontawesome-free@7.2.0/node_modules/@fortawesome/fontawesome-free/svgs-full/regular/file-lines.svg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D:/pasar_fix/node_modules/.bun/@fortawesome+fontawesome-free@7.2.0/node_modules/@fortawesome/fontawesome-free/svgs-full/regular/file-pdf.svg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D:/pasar_fix/node_modules/.bun/@fortawesome+fontawesome-free@7.2.0/node_modules/@fortawesome/fontawesome-free/svgs-full/regular/file-powerpoint.svg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D:/pasar_fix/node_modules/.bun/@fortawesome+fontawesome-free@7.2.0/node_modules/@fortawesome/fontawesome-free/svgs-full/regular/file-text.svg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D:/pasar_fix/node_modules/.bun/@fortawesome+fontawesome-free@7.2.0/node_modules/@fortawesome/fontawesome-free/svgs-full/regular/file-video.svg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D:/pasar_fix/node_modules/.bun/@fortawesome+fontawesome-free@7.2.0/node_modules/@fortawesome/fontawesome-free/svgs-full/regular/file-word.svg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D:/pasar_fix/node_modules/.bun/@fortawesome+fontawesome-free@7.2.0/node_modules/@fortawesome/fontawesome-free/svgs-full/regular/file-zipper.svg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D:/pasar_fix/node_modules/.bun/@fortawesome+fontawesome-free@7.2.0/node_modules/@fortawesome/fontawesome-free/svgs-full/regular/file.svg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D:/pasar_fix/node_modules/.bun/@fortawesome+fontawesome-free@7.2.0/node_modules/@fortawesome/fontawesome-free/svgs-full/regular/flag.svg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D:/pasar_fix/node_modules/.bun/@fortawesome+fontawesome-free@7.2.0/node_modules/@fortawesome/fontawesome-free/svgs-full/regular/floppy-disk.svg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D:/pasar_fix/node_modules/.bun/@fortawesome+fontawesome-free@7.2.0/node_modules/@fortawesome/fontawesome-free/svgs-full/regular/flushed.svg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D:/pasar_fix/node_modules/.bun/@fortawesome+fontawesome-free@7.2.0/node_modules/@fortawesome/fontawesome-free/svgs-full/regular/folder-blank.svg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D:/pasar_fix/node_modules/.bun/@fortawesome+fontawesome-free@7.2.0/node_modules/@fortawesome/fontawesome-free/svgs-full/regular/folder-closed.svg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D:/pasar_fix/node_modules/.bun/@fortawesome+fontawesome-free@7.2.0/node_modules/@fortawesome/fontawesome-free/svgs-full/regular/folder-open.svg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D:/pasar_fix/node_modules/.bun/@fortawesome+fontawesome-free@7.2.0/node_modules/@fortawesome/fontawesome-free/svgs-full/regular/folder.svg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D:/pasar_fix/node_modules/.bun/@fortawesome+fontawesome-free@7.2.0/node_modules/@fortawesome/fontawesome-free/svgs-full/regular/font-awesome-flag.svg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D:/pasar_fix/node_modules/.bun/@fortawesome+fontawesome-free@7.2.0/node_modules/@fortawesome/fontawesome-free/svgs-full/regular/font-awesome-logo-full.svg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D:/pasar_fix/node_modules/.bun/@fortawesome+fontawesome-free@7.2.0/node_modules/@fortawesome/fontawesome-free/svgs-full/regular/font-awesome.svg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D:/pasar_fix/node_modules/.bun/@fortawesome+fontawesome-free@7.2.0/node_modules/@fortawesome/fontawesome-free/svgs-full/regular/frown-open.svg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D:/pasar_fix/node_modules/.bun/@fortawesome+fontawesome-free@7.2.0/node_modules/@fortawesome/fontawesome-free/svgs-full/regular/frown.svg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D:/pasar_fix/node_modules/.bun/@fortawesome+fontawesome-free@7.2.0/node_modules/@fortawesome/fontawesome-free/svgs-full/regular/futbol-ball.svg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D:/pasar_fix/node_modules/.bun/@fortawesome+fontawesome-free@7.2.0/node_modules/@fortawesome/fontawesome-free/svgs-full/regular/futbol.svg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D:/pasar_fix/node_modules/.bun/@fortawesome+fontawesome-free@7.2.0/node_modules/@fortawesome/fontawesome-free/svgs-full/regular/gem.svg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D:/pasar_fix/node_modules/.bun/@fortawesome+fontawesome-free@7.2.0/node_modules/@fortawesome/fontawesome-free/svgs-full/regular/grimace.svg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D:/pasar_fix/node_modules/.bun/@fortawesome+fontawesome-free@7.2.0/node_modules/@fortawesome/fontawesome-free/svgs-full/regular/grin-alt.svg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D:/pasar_fix/node_modules/.bun/@fortawesome+fontawesome-free@7.2.0/node_modules/@fortawesome/fontawesome-free/svgs-full/regular/grin-beam-sweat.svg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D:/pasar_fix/node_modules/.bun/@fortawesome+fontawesome-free@7.2.0/node_modules/@fortawesome/fontawesome-free/svgs-full/regular/grin-beam.svg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D:/pasar_fix/node_modules/.bun/@fortawesome+fontawesome-free@7.2.0/node_modules/@fortawesome/fontawesome-free/svgs-full/regular/grin-hearts.svg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D:/pasar_fix/node_modules/.bun/@fortawesome+fontawesome-free@7.2.0/node_modules/@fortawesome/fontawesome-free/svgs-full/regular/grin-squint-tears.svg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D:/pasar_fix/node_modules/.bun/@fortawesome+fontawesome-free@7.2.0/node_modules/@fortawesome/fontawesome-free/svgs-full/regular/grin-squint.svg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D:/pasar_fix/node_modules/.bun/@fortawesome+fontawesome-free@7.2.0/node_modules/@fortawesome/fontawesome-free/svgs-full/regular/grin-stars.svg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D:/pasar_fix/node_modules/.bun/@fortawesome+fontawesome-free@7.2.0/node_modules/@fortawesome/fontawesome-free/svgs-full/regular/grin-tears.svg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D:/pasar_fix/node_modules/.bun/@fortawesome+fontawesome-free@7.2.0/node_modules/@fortawesome/fontawesome-free/svgs-full/regular/grin-tongue-squint.svg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D:/pasar_fix/node_modules/.bun/@fortawesome+fontawesome-free@7.2.0/node_modules/@fortawesome/fontawesome-free/svgs-full/regular/grin-tongue-wink.svg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D:/pasar_fix/node_modules/.bun/@fortawesome+fontawesome-free@7.2.0/node_modules/@fortawesome/fontawesome-free/svgs-full/regular/grin-tongue.svg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D:/pasar_fix/node_modules/.bun/@fortawesome+fontawesome-free@7.2.0/node_modules/@fortawesome/fontawesome-free/svgs-full/regular/grin-wink.svg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D:/pasar_fix/node_modules/.bun/@fortawesome+fontawesome-free@7.2.0/node_modules/@fortawesome/fontawesome-free/svgs-full/regular/grin.svg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D:/pasar_fix/node_modules/.bun/@fortawesome+fontawesome-free@7.2.0/node_modules/@fortawesome/fontawesome-free/svgs-full/regular/hand-back-fist.svg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D:/pasar_fix/node_modules/.bun/@fortawesome+fontawesome-free@7.2.0/node_modules/@fortawesome/fontawesome-free/svgs-full/regular/hand-lizard.svg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D:/pasar_fix/node_modules/.bun/@fortawesome+fontawesome-free@7.2.0/node_modules/@fortawesome/fontawesome-free/svgs-full/regular/hand-paper.svg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D:/pasar_fix/node_modules/.bun/@fortawesome+fontawesome-free@7.2.0/node_modules/@fortawesome/fontawesome-free/svgs-full/regular/hand-peace.svg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D:/pasar_fix/node_modules/.bun/@fortawesome+fontawesome-free@7.2.0/node_modules/@fortawesome/fontawesome-free/svgs-full/regular/hand-point-down.svg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D:/pasar_fix/node_modules/.bun/@fortawesome+fontawesome-free@7.2.0/node_modules/@fortawesome/fontawesome-free/svgs-full/regular/hand-point-left.svg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D:/pasar_fix/node_modules/.bun/@fortawesome+fontawesome-free@7.2.0/node_modules/@fortawesome/fontawesome-free/svgs-full/regular/hand-point-right.svg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D:/pasar_fix/node_modules/.bun/@fortawesome+fontawesome-free@7.2.0/node_modules/@fortawesome/fontawesome-free/svgs-full/regular/hand-point-up.svg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D:/pasar_fix/node_modules/.bun/@fortawesome+fontawesome-free@7.2.0/node_modules/@fortawesome/fontawesome-free/svgs-full/regular/hand-pointer.svg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D:/pasar_fix/node_modules/.bun/@fortawesome+fontawesome-free@7.2.0/node_modules/@fortawesome/fontawesome-free/svgs-full/regular/hand-rock.svg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D:/pasar_fix/node_modules/.bun/@fortawesome+fontawesome-free@7.2.0/node_modules/@fortawesome/fontawesome-free/svgs-full/regular/hand-scissors.svg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D:/pasar_fix/node_modules/.bun/@fortawesome+fontawesome-free@7.2.0/node_modules/@fortawesome/fontawesome-free/svgs-full/regular/hand-spock.svg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D:/pasar_fix/node_modules/.bun/@fortawesome+fontawesome-free@7.2.0/node_modules/@fortawesome/fontawesome-free/svgs-full/regular/hand.svg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D:/pasar_fix/node_modules/.bun/@fortawesome+fontawesome-free@7.2.0/node_modules/@fortawesome/fontawesome-free/svgs-full/regular/handshake-alt.svg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D:/pasar_fix/node_modules/.bun/@fortawesome+fontawesome-free@7.2.0/node_modules/@fortawesome/fontawesome-free/svgs-full/regular/handshake-simple.svg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D:/pasar_fix/node_modules/.bun/@fortawesome+fontawesome-free@7.2.0/node_modules/@fortawesome/fontawesome-free/svgs-full/regular/handshake.svg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D:/pasar_fix/node_modules/.bun/@fortawesome+fontawesome-free@7.2.0/node_modules/@fortawesome/fontawesome-free/svgs-full/regular/hard-drive.svg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D:/pasar_fix/node_modules/.bun/@fortawesome+fontawesome-free@7.2.0/node_modules/@fortawesome/fontawesome-free/svgs-full/regular/hdd.svg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D:/pasar_fix/node_modules/.bun/@fortawesome+fontawesome-free@7.2.0/node_modules/@fortawesome/fontawesome-free/svgs-full/regular/headphones-alt.svg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D:/pasar_fix/node_modules/.bun/@fortawesome+fontawesome-free@7.2.0/node_modules/@fortawesome/fontawesome-free/svgs-full/regular/headphones-simple.svg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D:/pasar_fix/node_modules/.bun/@fortawesome+fontawesome-free@7.2.0/node_modules/@fortawesome/fontawesome-free/svgs-full/regular/headphones.svg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D:/pasar_fix/node_modules/.bun/@fortawesome+fontawesome-free@7.2.0/node_modules/@fortawesome/fontawesome-free/svgs-full/regular/heart.svg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D:/pasar_fix/node_modules/.bun/@fortawesome+fontawesome-free@7.2.0/node_modules/@fortawesome/fontawesome-free/svgs-full/regular/home-alt.svg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D:/pasar_fix/node_modules/.bun/@fortawesome+fontawesome-free@7.2.0/node_modules/@fortawesome/fontawesome-free/svgs-full/regular/home-lg-alt.svg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D:/pasar_fix/node_modules/.bun/@fortawesome+fontawesome-free@7.2.0/node_modules/@fortawesome/fontawesome-free/svgs-full/regular/home.svg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D:/pasar_fix/node_modules/.bun/@fortawesome+fontawesome-free@7.2.0/node_modules/@fortawesome/fontawesome-free/svgs-full/regular/hospital-alt.svg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D:/pasar_fix/node_modules/.bun/@fortawesome+fontawesome-free@7.2.0/node_modules/@fortawesome/fontawesome-free/svgs-full/regular/hospital-wide.svg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D:/pasar_fix/node_modules/.bun/@fortawesome+fontawesome-free@7.2.0/node_modules/@fortawesome/fontawesome-free/svgs-full/regular/hospital.svg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D:/pasar_fix/node_modules/.bun/@fortawesome+fontawesome-free@7.2.0/node_modules/@fortawesome/fontawesome-free/svgs-full/regular/hourglass-2.svg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D:/pasar_fix/node_modules/.bun/@fortawesome+fontawesome-free@7.2.0/node_modules/@fortawesome/fontawesome-free/svgs-full/regular/hourglass-empty.svg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D:/pasar_fix/node_modules/.bun/@fortawesome+fontawesome-free@7.2.0/node_modules/@fortawesome/fontawesome-free/svgs-full/regular/hourglass-half.svg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D:/pasar_fix/node_modules/.bun/@fortawesome+fontawesome-free@7.2.0/node_modules/@fortawesome/fontawesome-free/svgs-full/regular/hourglass.svg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D:/pasar_fix/node_modules/.bun/@fortawesome+fontawesome-free@7.2.0/node_modules/@fortawesome/fontawesome-free/svgs-full/regular/house.svg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D:/pasar_fix/node_modules/.bun/@fortawesome+fontawesome-free@7.2.0/node_modules/@fortawesome/fontawesome-free/svgs-full/regular/id-badge.svg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D:/pasar_fix/node_modules/.bun/@fortawesome+fontawesome-free@7.2.0/node_modules/@fortawesome/fontawesome-free/svgs-full/regular/id-card.svg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D:/pasar_fix/node_modules/.bun/@fortawesome+fontawesome-free@7.2.0/node_modules/@fortawesome/fontawesome-free/svgs-full/regular/image.svg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D:/pasar_fix/node_modules/.bun/@fortawesome+fontawesome-free@7.2.0/node_modules/@fortawesome/fontawesome-free/svgs-full/regular/images.svg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D:/pasar_fix/node_modules/.bun/@fortawesome+fontawesome-free@7.2.0/node_modules/@fortawesome/fontawesome-free/svgs-full/regular/keyboard.svg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D:/pasar_fix/node_modules/.bun/@fortawesome+fontawesome-free@7.2.0/node_modules/@fortawesome/fontawesome-free/svgs-full/regular/kiss-beam.svg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D:/pasar_fix/node_modules/.bun/@fortawesome+fontawesome-free@7.2.0/node_modules/@fortawesome/fontawesome-free/svgs-full/regular/kiss-wink-heart.svg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D:/pasar_fix/node_modules/.bun/@fortawesome+fontawesome-free@7.2.0/node_modules/@fortawesome/fontawesome-free/svgs-full/regular/kiss.svg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D:/pasar_fix/node_modules/.bun/@fortawesome+fontawesome-free@7.2.0/node_modules/@fortawesome/fontawesome-free/svgs-full/regular/laugh-beam.svg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D:/pasar_fix/node_modules/.bun/@fortawesome+fontawesome-free@7.2.0/node_modules/@fortawesome/fontawesome-free/svgs-full/regular/laugh-squint.svg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D:/pasar_fix/node_modules/.bun/@fortawesome+fontawesome-free@7.2.0/node_modules/@fortawesome/fontawesome-free/svgs-full/regular/laugh-wink.svg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D:/pasar_fix/node_modules/.bun/@fortawesome+fontawesome-free@7.2.0/node_modules/@fortawesome/fontawesome-free/svgs-full/regular/laugh.svg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D:/pasar_fix/node_modules/.bun/@fortawesome+fontawesome-free@7.2.0/node_modules/@fortawesome/fontawesome-free/svgs-full/regular/lemon.svg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D:/pasar_fix/node_modules/.bun/@fortawesome+fontawesome-free@7.2.0/node_modules/@fortawesome/fontawesome-free/svgs-full/regular/life-ring.svg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D:/pasar_fix/node_modules/.bun/@fortawesome+fontawesome-free@7.2.0/node_modules/@fortawesome/fontawesome-free/svgs-full/regular/lightbulb.svg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D:/pasar_fix/node_modules/.bun/@fortawesome+fontawesome-free@7.2.0/node_modules/@fortawesome/fontawesome-free/svgs-full/regular/list-alt.svg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D:/pasar_fix/node_modules/.bun/@fortawesome+fontawesome-free@7.2.0/node_modules/@fortawesome/fontawesome-free/svgs-full/regular/map.svg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D:/pasar_fix/node_modules/.bun/@fortawesome+fontawesome-free@7.2.0/node_modules/@fortawesome/fontawesome-free/svgs-full/regular/meh-blank.svg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D:/pasar_fix/node_modules/.bun/@fortawesome+fontawesome-free@7.2.0/node_modules/@fortawesome/fontawesome-free/svgs-full/regular/meh-rolling-eyes.svg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D:/pasar_fix/node_modules/.bun/@fortawesome+fontawesome-free@7.2.0/node_modules/@fortawesome/fontawesome-free/svgs-full/regular/meh.svg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D:/pasar_fix/node_modules/.bun/@fortawesome+fontawesome-free@7.2.0/node_modules/@fortawesome/fontawesome-free/svgs-full/regular/message.svg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D:/pasar_fix/node_modules/.bun/@fortawesome+fontawesome-free@7.2.0/node_modules/@fortawesome/fontawesome-free/svgs-full/regular/minus-square.svg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D:/pasar_fix/node_modules/.bun/@fortawesome+fontawesome-free@7.2.0/node_modules/@fortawesome/fontawesome-free/svgs-full/regular/money-bill-1.svg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D:/pasar_fix/node_modules/.bun/@fortawesome+fontawesome-free@7.2.0/node_modules/@fortawesome/fontawesome-free/svgs-full/regular/money-bill-alt.svg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D:/pasar_fix/node_modules/.bun/@fortawesome+fontawesome-free@7.2.0/node_modules/@fortawesome/fontawesome-free/svgs-full/regular/moon.svg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D:/pasar_fix/node_modules/.bun/@fortawesome+fontawesome-free@7.2.0/node_modules/@fortawesome/fontawesome-free/svgs-full/regular/newspaper.svg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D:/pasar_fix/node_modules/.bun/@fortawesome+fontawesome-free@7.2.0/node_modules/@fortawesome/fontawesome-free/svgs-full/regular/note-sticky.svg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D:/pasar_fix/node_modules/.bun/@fortawesome+fontawesome-free@7.2.0/node_modules/@fortawesome/fontawesome-free/svgs-full/regular/object-group.svg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D:/pasar_fix/node_modules/.bun/@fortawesome+fontawesome-free@7.2.0/node_modules/@fortawesome/fontawesome-free/svgs-full/regular/object-ungroup.svg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D:/pasar_fix/node_modules/.bun/@fortawesome+fontawesome-free@7.2.0/node_modules/@fortawesome/fontawesome-free/svgs-full/regular/paper-plane.svg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D:/pasar_fix/node_modules/.bun/@fortawesome+fontawesome-free@7.2.0/node_modules/@fortawesome/fontawesome-free/svgs-full/regular/paste.svg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D:/pasar_fix/node_modules/.bun/@fortawesome+fontawesome-free@7.2.0/node_modules/@fortawesome/fontawesome-free/svgs-full/regular/pause-circle.svg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D:/pasar_fix/node_modules/.bun/@fortawesome+fontawesome-free@7.2.0/node_modules/@fortawesome/fontawesome-free/svgs-full/regular/pen-to-square.svg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D:/pasar_fix/node_modules/.bun/@fortawesome+fontawesome-free@7.2.0/node_modules/@fortawesome/fontawesome-free/svgs-full/regular/play-circle.svg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D:/pasar_fix/node_modules/.bun/@fortawesome+fontawesome-free@7.2.0/node_modules/@fortawesome/fontawesome-free/svgs-full/regular/plus-square.svg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D:/pasar_fix/node_modules/.bun/@fortawesome+fontawesome-free@7.2.0/node_modules/@fortawesome/fontawesome-free/svgs-full/regular/question-circle.svg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D:/pasar_fix/node_modules/.bun/@fortawesome+fontawesome-free@7.2.0/node_modules/@fortawesome/fontawesome-free/svgs-full/regular/rectangle-list.svg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D:/pasar_fix/node_modules/.bun/@fortawesome+fontawesome-free@7.2.0/node_modules/@fortawesome/fontawesome-free/svgs-full/regular/rectangle-times.svg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D:/pasar_fix/node_modules/.bun/@fortawesome+fontawesome-free@7.2.0/node_modules/@fortawesome/fontawesome-free/svgs-full/regular/rectangle-xmark.svg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D:/pasar_fix/node_modules/.bun/@fortawesome+fontawesome-free@7.2.0/node_modules/@fortawesome/fontawesome-free/svgs-full/regular/registered.svg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D:/pasar_fix/node_modules/.bun/@fortawesome+fontawesome-free@7.2.0/node_modules/@fortawesome/fontawesome-free/svgs-full/regular/sad-cry.svg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D:/pasar_fix/node_modules/.bun/@fortawesome+fontawesome-free@7.2.0/node_modules/@fortawesome/fontawesome-free/svgs-full/regular/sad-tear.svg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D:/pasar_fix/node_modules/.bun/@fortawesome+fontawesome-free@7.2.0/node_modules/@fortawesome/fontawesome-free/svgs-full/regular/save.svg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D:/pasar_fix/node_modules/.bun/@fortawesome+fontawesome-free@7.2.0/node_modules/@fortawesome/fontawesome-free/svgs-full/regular/share-from-square.svg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D:/pasar_fix/node_modules/.bun/@fortawesome+fontawesome-free@7.2.0/node_modules/@fortawesome/fontawesome-free/svgs-full/regular/share-square.svg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D:/pasar_fix/node_modules/.bun/@fortawesome+fontawesome-free@7.2.0/node_modules/@fortawesome/fontawesome-free/svgs-full/regular/smile-beam.svg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D:/pasar_fix/node_modules/.bun/@fortawesome+fontawesome-free@7.2.0/node_modules/@fortawesome/fontawesome-free/svgs-full/regular/smile-wink.svg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D:/pasar_fix/node_modules/.bun/@fortawesome+fontawesome-free@7.2.0/node_modules/@fortawesome/fontawesome-free/svgs-full/regular/smile.svg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D:/pasar_fix/node_modules/.bun/@fortawesome+fontawesome-free@7.2.0/node_modules/@fortawesome/fontawesome-free/svgs-full/regular/snowflake.svg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D:/pasar_fix/node_modules/.bun/@fortawesome+fontawesome-free@7.2.0/node_modules/@fortawesome/fontawesome-free/svgs-full/regular/soccer-ball.svg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D:/pasar_fix/node_modules/.bun/@fortawesome+fontawesome-free@7.2.0/node_modules/@fortawesome/fontawesome-free/svgs-full/regular/square-caret-down.svg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D:/pasar_fix/node_modules/.bun/@fortawesome+fontawesome-free@7.2.0/node_modules/@fortawesome/fontawesome-free/svgs-full/regular/square-caret-left.svg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D:/pasar_fix/node_modules/.bun/@fortawesome+fontawesome-free@7.2.0/node_modules/@fortawesome/fontawesome-free/svgs-full/regular/square-caret-right.svg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D:/pasar_fix/node_modules/.bun/@fortawesome+fontawesome-free@7.2.0/node_modules/@fortawesome/fontawesome-free/svgs-full/regular/square-caret-up.svg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D:/pasar_fix/node_modules/.bun/@fortawesome+fontawesome-free@7.2.0/node_modules/@fortawesome/fontawesome-free/svgs-full/regular/square-check.svg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D:/pasar_fix/node_modules/.bun/@fortawesome+fontawesome-free@7.2.0/node_modules/@fortawesome/fontawesome-free/svgs-full/regular/square-full.svg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D:/pasar_fix/node_modules/.bun/@fortawesome+fontawesome-free@7.2.0/node_modules/@fortawesome/fontawesome-free/svgs-full/regular/square-minus.svg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D:/pasar_fix/node_modules/.bun/@fortawesome+fontawesome-free@7.2.0/node_modules/@fortawesome/fontawesome-free/svgs-full/regular/square-plus.svg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D:/pasar_fix/node_modules/.bun/@fortawesome+fontawesome-free@7.2.0/node_modules/@fortawesome/fontawesome-free/svgs-full/regular/star-half-alt.svg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D:/pasar_fix/node_modules/.bun/@fortawesome+fontawesome-free@7.2.0/node_modules/@fortawesome/fontawesome-free/svgs-full/regular/star-half-stroke.svg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D:/pasar_fix/node_modules/.bun/@fortawesome+fontawesome-free@7.2.0/node_modules/@fortawesome/fontawesome-free/svgs-full/regular/star-half.svg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D:/pasar_fix/node_modules/.bun/@fortawesome+fontawesome-free@7.2.0/node_modules/@fortawesome/fontawesome-free/svgs-full/regular/star.svg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D:/pasar_fix/node_modules/.bun/@fortawesome+fontawesome-free@7.2.0/node_modules/@fortawesome/fontawesome-free/svgs-full/regular/sticky-note.svg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D:/pasar_fix/node_modules/.bun/@fortawesome+fontawesome-free@7.2.0/node_modules/@fortawesome/fontawesome-free/svgs-full/regular/stop-circle.svg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D:/pasar_fix/node_modules/.bun/@fortawesome+fontawesome-free@7.2.0/node_modules/@fortawesome/fontawesome-free/svgs-full/regular/sun.svg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D:/pasar_fix/node_modules/.bun/@fortawesome+fontawesome-free@7.2.0/node_modules/@fortawesome/fontawesome-free/svgs-full/regular/surprise.svg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D:/pasar_fix/node_modules/.bun/@fortawesome+fontawesome-free@7.2.0/node_modules/@fortawesome/fontawesome-free/svgs-full/regular/thumbs-down.svg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D:/pasar_fix/node_modules/.bun/@fortawesome+fontawesome-free@7.2.0/node_modules/@fortawesome/fontawesome-free/svgs-full/regular/thumbs-up.svg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D:/pasar_fix/node_modules/.bun/@fortawesome+fontawesome-free@7.2.0/node_modules/@fortawesome/fontawesome-free/svgs-full/regular/times-circle.svg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D:/pasar_fix/node_modules/.bun/@fortawesome+fontawesome-free@7.2.0/node_modules/@fortawesome/fontawesome-free/svgs-full/regular/times-rectangle.svg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D:/pasar_fix/node_modules/.bun/@fortawesome+fontawesome-free@7.2.0/node_modules/@fortawesome/fontawesome-free/svgs-full/regular/tired.svg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D:/pasar_fix/node_modules/.bun/@fortawesome+fontawesome-free@7.2.0/node_modules/@fortawesome/fontawesome-free/svgs-full/regular/trash-alt.svg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D:/pasar_fix/node_modules/.bun/@fortawesome+fontawesome-free@7.2.0/node_modules/@fortawesome/fontawesome-free/svgs-full/regular/trash-can.svg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D:/pasar_fix/node_modules/.bun/@fortawesome+fontawesome-free@7.2.0/node_modules/@fortawesome/fontawesome-free/svgs-full/regular/truck.svg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D:/pasar_fix/node_modules/.bun/@fortawesome+fontawesome-free@7.2.0/node_modules/@fortawesome/fontawesome-free/svgs-full/regular/user-alt.svg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D:/pasar_fix/node_modules/.bun/@fortawesome+fontawesome-free@7.2.0/node_modules/@fortawesome/fontawesome-free/svgs-full/regular/user-circle.svg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D:/pasar_fix/node_modules/.bun/@fortawesome+fontawesome-free@7.2.0/node_modules/@fortawesome/fontawesome-free/svgs-full/regular/user-large.svg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D:/pasar_fix/node_modules/.bun/@fortawesome+fontawesome-free@7.2.0/node_modules/@fortawesome/fontawesome-free/svgs-full/regular/user.svg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D:/pasar_fix/node_modules/.bun/@fortawesome+fontawesome-free@7.2.0/node_modules/@fortawesome/fontawesome-free/svgs-full/regular/vcard.svg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D:/pasar_fix/node_modules/.bun/@fortawesome+fontawesome-free@7.2.0/node_modules/@fortawesome/fontawesome-free/svgs-full/regular/window-close.svg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D:/pasar_fix/node_modules/.bun/@fortawesome+fontawesome-free@7.2.0/node_modules/@fortawesome/fontawesome-free/svgs-full/regular/window-maximize.svg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D:/pasar_fix/node_modules/.bun/@fortawesome+fontawesome-free@7.2.0/node_modules/@fortawesome/fontawesome-free/svgs-full/regular/window-minimize.svg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D:/pasar_fix/node_modules/.bun/@fortawesome+fontawesome-free@7.2.0/node_modules/@fortawesome/fontawesome-free/svgs-full/regular/window-restore.svg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D:/pasar_fix/node_modules/.bun/@fortawesome+fontawesome-free@7.2.0/node_modules/@fortawesome/fontawesome-free/svgs-full/regular/xmark-circle.svg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D:/pasar_fix/node_modules/.bun/@fortawesome+fontawesome-free@7.2.0/node_modules/@fortawesome/fontawesome-free/svgs-full/solid/0.svg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D:/pasar_fix/node_modules/.bun/@fortawesome+fontawesome-free@7.2.0/node_modules/@fortawesome/fontawesome-free/svgs-full/solid/1.svg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D:/pasar_fix/node_modules/.bun/@fortawesome+fontawesome-free@7.2.0/node_modules/@fortawesome/fontawesome-free/svgs-full/solid/2.svg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D:/pasar_fix/node_modules/.bun/@fortawesome+fontawesome-free@7.2.0/node_modules/@fortawesome/fontawesome-free/svgs-full/solid/3.svg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D:/pasar_fix/node_modules/.bun/@fortawesome+fontawesome-free@7.2.0/node_modules/@fortawesome/fontawesome-free/svgs-full/solid/4.svg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D:/pasar_fix/node_modules/.bun/@fortawesome+fontawesome-free@7.2.0/node_modules/@fortawesome/fontawesome-free/svgs-full/solid/5.svg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D:/pasar_fix/node_modules/.bun/@fortawesome+fontawesome-free@7.2.0/node_modules/@fortawesome/fontawesome-free/svgs-full/solid/6.svg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D:/pasar_fix/node_modules/.bun/@fortawesome+fontawesome-free@7.2.0/node_modules/@fortawesome/fontawesome-free/svgs-full/solid/7.svg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D:/pasar_fix/node_modules/.bun/@fortawesome+fontawesome-free@7.2.0/node_modules/@fortawesome/fontawesome-free/svgs-full/solid/8.svg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D:/pasar_fix/node_modules/.bun/@fortawesome+fontawesome-free@7.2.0/node_modules/@fortawesome/fontawesome-free/svgs-full/solid/9.svg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D:/pasar_fix/node_modules/.bun/@fortawesome+fontawesome-free@7.2.0/node_modules/@fortawesome/fontawesome-free/svgs-full/solid/add.svg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D:/pasar_fix/node_modules/.bun/@fortawesome+fontawesome-free@7.2.0/node_modules/@fortawesome/fontawesome-free/svgs-full/solid/address-book.svg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D:/pasar_fix/node_modules/.bun/@fortawesome+fontawesome-free@7.2.0/node_modules/@fortawesome/fontawesome-free/svgs-full/solid/address-card.svg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D:/pasar_fix/node_modules/.bun/@fortawesome+fontawesome-free@7.2.0/node_modules/@fortawesome/fontawesome-free/svgs-full/solid/adjust.svg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D:/pasar_fix/node_modules/.bun/@fortawesome+fontawesome-free@7.2.0/node_modules/@fortawesome/fontawesome-free/svgs-full/solid/air-freshener.svg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D:/pasar_fix/node_modules/.bun/@fortawesome+fontawesome-free@7.2.0/node_modules/@fortawesome/fontawesome-free/svgs-full/solid/alarm-clock.svg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D:/pasar_fix/node_modules/.bun/@fortawesome+fontawesome-free@7.2.0/node_modules/@fortawesome/fontawesome-free/svgs-full/solid/align-center.svg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D:/pasar_fix/node_modules/.bun/@fortawesome+fontawesome-free@7.2.0/node_modules/@fortawesome/fontawesome-free/svgs-full/solid/align-justify.svg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D:/pasar_fix/node_modules/.bun/@fortawesome+fontawesome-free@7.2.0/node_modules/@fortawesome/fontawesome-free/svgs-full/solid/align-left.svg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D:/pasar_fix/node_modules/.bun/@fortawesome+fontawesome-free@7.2.0/node_modules/@fortawesome/fontawesome-free/svgs-full/solid/align-right.svg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D:/pasar_fix/node_modules/.bun/@fortawesome+fontawesome-free@7.2.0/node_modules/@fortawesome/fontawesome-free/svgs-full/solid/allergies.svg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D:/pasar_fix/node_modules/.bun/@fortawesome+fontawesome-free@7.2.0/node_modules/@fortawesome/fontawesome-free/svgs-full/solid/ambulance.svg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D:/pasar_fix/node_modules/.bun/@fortawesome+fontawesome-free@7.2.0/node_modules/@fortawesome/fontawesome-free/svgs-full/solid/american-sign-language-interpreting.svg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D:/pasar_fix/node_modules/.bun/@fortawesome+fontawesome-free@7.2.0/node_modules/@fortawesome/fontawesome-free/svgs-full/solid/anchor-circle-check.svg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D:/pasar_fix/node_modules/.bun/@fortawesome+fontawesome-free@7.2.0/node_modules/@fortawesome/fontawesome-free/svgs-full/solid/anchor-circle-exclamation.svg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D:/pasar_fix/node_modules/.bun/@fortawesome+fontawesome-free@7.2.0/node_modules/@fortawesome/fontawesome-free/svgs-full/solid/anchor-circle-xmark.svg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D:/pasar_fix/node_modules/.bun/@fortawesome+fontawesome-free@7.2.0/node_modules/@fortawesome/fontawesome-free/svgs-full/solid/anchor-lock.svg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D:/pasar_fix/node_modules/.bun/@fortawesome+fontawesome-free@7.2.0/node_modules/@fortawesome/fontawesome-free/svgs-full/solid/anchor.svg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D:/pasar_fix/node_modules/.bun/@fortawesome+fontawesome-free@7.2.0/node_modules/@fortawesome/fontawesome-free/svgs-full/solid/angle-double-down.svg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D:/pasar_fix/node_modules/.bun/@fortawesome+fontawesome-free@7.2.0/node_modules/@fortawesome/fontawesome-free/svgs-full/solid/angle-double-left.svg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D:/pasar_fix/node_modules/.bun/@fortawesome+fontawesome-free@7.2.0/node_modules/@fortawesome/fontawesome-free/svgs-full/solid/angle-double-right.svg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D:/pasar_fix/node_modules/.bun/@fortawesome+fontawesome-free@7.2.0/node_modules/@fortawesome/fontawesome-free/svgs-full/solid/angle-double-up.svg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D:/pasar_fix/node_modules/.bun/@fortawesome+fontawesome-free@7.2.0/node_modules/@fortawesome/fontawesome-free/svgs-full/solid/angle-down.svg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D:/pasar_fix/node_modules/.bun/@fortawesome+fontawesome-free@7.2.0/node_modules/@fortawesome/fontawesome-free/svgs-full/solid/angle-left.svg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D:/pasar_fix/node_modules/.bun/@fortawesome+fontawesome-free@7.2.0/node_modules/@fortawesome/fontawesome-free/svgs-full/solid/angle-right.svg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D:/pasar_fix/node_modules/.bun/@fortawesome+fontawesome-free@7.2.0/node_modules/@fortawesome/fontawesome-free/svgs-full/solid/angle-up.svg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D:/pasar_fix/node_modules/.bun/@fortawesome+fontawesome-free@7.2.0/node_modules/@fortawesome/fontawesome-free/svgs-full/solid/angles-down.svg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D:/pasar_fix/node_modules/.bun/@fortawesome+fontawesome-free@7.2.0/node_modules/@fortawesome/fontawesome-free/svgs-full/solid/angles-left.svg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D:/pasar_fix/node_modules/.bun/@fortawesome+fontawesome-free@7.2.0/node_modules/@fortawesome/fontawesome-free/svgs-full/solid/angles-right.svg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D:/pasar_fix/node_modules/.bun/@fortawesome+fontawesome-free@7.2.0/node_modules/@fortawesome/fontawesome-free/svgs-full/solid/angles-up.svg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D:/pasar_fix/node_modules/.bun/@fortawesome+fontawesome-free@7.2.0/node_modules/@fortawesome/fontawesome-free/svgs-full/solid/angry.svg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D:/pasar_fix/node_modules/.bun/@fortawesome+fontawesome-free@7.2.0/node_modules/@fortawesome/fontawesome-free/svgs-full/solid/ankh.svg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D:/pasar_fix/node_modules/.bun/@fortawesome+fontawesome-free@7.2.0/node_modules/@fortawesome/fontawesome-free/svgs-full/solid/apple-alt.svg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D:/pasar_fix/node_modules/.bun/@fortawesome+fontawesome-free@7.2.0/node_modules/@fortawesome/fontawesome-free/svgs-full/solid/apple-whole.svg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D:/pasar_fix/node_modules/.bun/@fortawesome+fontawesome-free@7.2.0/node_modules/@fortawesome/fontawesome-free/svgs-full/solid/aquarius.svg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D:/pasar_fix/node_modules/.bun/@fortawesome+fontawesome-free@7.2.0/node_modules/@fortawesome/fontawesome-free/svgs-full/solid/archive.svg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D:/pasar_fix/node_modules/.bun/@fortawesome+fontawesome-free@7.2.0/node_modules/@fortawesome/fontawesome-free/svgs-full/solid/archway.svg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D:/pasar_fix/node_modules/.bun/@fortawesome+fontawesome-free@7.2.0/node_modules/@fortawesome/fontawesome-free/svgs-full/solid/area-chart.svg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D:/pasar_fix/node_modules/.bun/@fortawesome+fontawesome-free@7.2.0/node_modules/@fortawesome/fontawesome-free/svgs-full/solid/aries.svg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D:/pasar_fix/node_modules/.bun/@fortawesome+fontawesome-free@7.2.0/node_modules/@fortawesome/fontawesome-free/svgs-full/solid/arrow-alt-circle-down.svg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D:/pasar_fix/node_modules/.bun/@fortawesome+fontawesome-free@7.2.0/node_modules/@fortawesome/fontawesome-free/svgs-full/solid/arrow-alt-circle-left.svg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D:/pasar_fix/node_modules/.bun/@fortawesome+fontawesome-free@7.2.0/node_modules/@fortawesome/fontawesome-free/svgs-full/solid/arrow-alt-circle-right.svg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D:/pasar_fix/node_modules/.bun/@fortawesome+fontawesome-free@7.2.0/node_modules/@fortawesome/fontawesome-free/svgs-full/solid/arrow-alt-circle-up.svg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D:/pasar_fix/node_modules/.bun/@fortawesome+fontawesome-free@7.2.0/node_modules/@fortawesome/fontawesome-free/svgs-full/solid/arrow-circle-down.svg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D:/pasar_fix/node_modules/.bun/@fortawesome+fontawesome-free@7.2.0/node_modules/@fortawesome/fontawesome-free/svgs-full/solid/arrow-circle-left.svg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D:/pasar_fix/node_modules/.bun/@fortawesome+fontawesome-free@7.2.0/node_modules/@fortawesome/fontawesome-free/svgs-full/solid/arrow-circle-right.svg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D:/pasar_fix/node_modules/.bun/@fortawesome+fontawesome-free@7.2.0/node_modules/@fortawesome/fontawesome-free/svgs-full/solid/arrow-circle-up.svg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D:/pasar_fix/node_modules/.bun/@fortawesome+fontawesome-free@7.2.0/node_modules/@fortawesome/fontawesome-free/svgs-full/solid/arrow-down-1-9.svg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D:/pasar_fix/node_modules/.bun/@fortawesome+fontawesome-free@7.2.0/node_modules/@fortawesome/fontawesome-free/svgs-full/solid/arrow-down-9-1.svg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D:/pasar_fix/node_modules/.bun/@fortawesome+fontawesome-free@7.2.0/node_modules/@fortawesome/fontawesome-free/svgs-full/solid/arrow-down-a-z.svg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D:/pasar_fix/node_modules/.bun/@fortawesome+fontawesome-free@7.2.0/node_modules/@fortawesome/fontawesome-free/svgs-full/solid/arrow-down-long.svg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D:/pasar_fix/node_modules/.bun/@fortawesome+fontawesome-free@7.2.0/node_modules/@fortawesome/fontawesome-free/svgs-full/solid/arrow-down-short-wide.svg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D:/pasar_fix/node_modules/.bun/@fortawesome+fontawesome-free@7.2.0/node_modules/@fortawesome/fontawesome-free/svgs-full/solid/arrow-down-up-across-line.svg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D:/pasar_fix/node_modules/.bun/@fortawesome+fontawesome-free@7.2.0/node_modules/@fortawesome/fontawesome-free/svgs-full/solid/arrow-down-up-lock.svg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D:/pasar_fix/node_modules/.bun/@fortawesome+fontawesome-free@7.2.0/node_modules/@fortawesome/fontawesome-free/svgs-full/solid/arrow-down-wide-short.svg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D:/pasar_fix/node_modules/.bun/@fortawesome+fontawesome-free@7.2.0/node_modules/@fortawesome/fontawesome-free/svgs-full/solid/arrow-down-z-a.svg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D:/pasar_fix/node_modules/.bun/@fortawesome+fontawesome-free@7.2.0/node_modules/@fortawesome/fontawesome-free/svgs-full/solid/arrow-down.svg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D:/pasar_fix/node_modules/.bun/@fortawesome+fontawesome-free@7.2.0/node_modules/@fortawesome/fontawesome-free/svgs-full/solid/arrow-left-long.svg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D:/pasar_fix/node_modules/.bun/@fortawesome+fontawesome-free@7.2.0/node_modules/@fortawesome/fontawesome-free/svgs-full/solid/arrow-left-rotate.svg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D:/pasar_fix/node_modules/.bun/@fortawesome+fontawesome-free@7.2.0/node_modules/@fortawesome/fontawesome-free/svgs-full/solid/arrow-left.svg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D:/pasar_fix/node_modules/.bun/@fortawesome+fontawesome-free@7.2.0/node_modules/@fortawesome/fontawesome-free/svgs-full/solid/arrow-pointer.svg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D:/pasar_fix/node_modules/.bun/@fortawesome+fontawesome-free@7.2.0/node_modules/@fortawesome/fontawesome-free/svgs-full/solid/arrow-right-arrow-left.svg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D:/pasar_fix/node_modules/.bun/@fortawesome+fontawesome-free@7.2.0/node_modules/@fortawesome/fontawesome-free/svgs-full/solid/arrow-right-from-bracket.svg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D:/pasar_fix/node_modules/.bun/@fortawesome+fontawesome-free@7.2.0/node_modules/@fortawesome/fontawesome-free/svgs-full/solid/arrow-right-from-file.svg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D:/pasar_fix/node_modules/.bun/@fortawesome+fontawesome-free@7.2.0/node_modules/@fortawesome/fontawesome-free/svgs-full/solid/arrow-right-long.svg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D:/pasar_fix/node_modules/.bun/@fortawesome+fontawesome-free@7.2.0/node_modules/@fortawesome/fontawesome-free/svgs-full/solid/arrow-right-rotate.svg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D:/pasar_fix/node_modules/.bun/@fortawesome+fontawesome-free@7.2.0/node_modules/@fortawesome/fontawesome-free/svgs-full/solid/arrow-right-to-bracket.svg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D:/pasar_fix/node_modules/.bun/@fortawesome+fontawesome-free@7.2.0/node_modules/@fortawesome/fontawesome-free/svgs-full/solid/arrow-right-to-city.svg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D:/pasar_fix/node_modules/.bun/@fortawesome+fontawesome-free@7.2.0/node_modules/@fortawesome/fontawesome-free/svgs-full/solid/arrow-right-to-file.svg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D:/pasar_fix/node_modules/.bun/@fortawesome+fontawesome-free@7.2.0/node_modules/@fortawesome/fontawesome-free/svgs-full/solid/arrow-right.svg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D:/pasar_fix/node_modules/.bun/@fortawesome+fontawesome-free@7.2.0/node_modules/@fortawesome/fontawesome-free/svgs-full/solid/arrow-rotate-back.svg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D:/pasar_fix/node_modules/.bun/@fortawesome+fontawesome-free@7.2.0/node_modules/@fortawesome/fontawesome-free/svgs-full/solid/arrow-rotate-backward.svg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D:/pasar_fix/node_modules/.bun/@fortawesome+fontawesome-free@7.2.0/node_modules/@fortawesome/fontawesome-free/svgs-full/solid/arrow-rotate-forward.svg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D:/pasar_fix/node_modules/.bun/@fortawesome+fontawesome-free@7.2.0/node_modules/@fortawesome/fontawesome-free/svgs-full/solid/arrow-rotate-left.svg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D:/pasar_fix/node_modules/.bun/@fortawesome+fontawesome-free@7.2.0/node_modules/@fortawesome/fontawesome-free/svgs-full/solid/arrow-rotate-right.svg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D:/pasar_fix/node_modules/.bun/@fortawesome+fontawesome-free@7.2.0/node_modules/@fortawesome/fontawesome-free/svgs-full/solid/arrow-trend-down.svg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D:/pasar_fix/node_modules/.bun/@fortawesome+fontawesome-free@7.2.0/node_modules/@fortawesome/fontawesome-free/svgs-full/solid/arrow-trend-up.svg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D:/pasar_fix/node_modules/.bun/@fortawesome+fontawesome-free@7.2.0/node_modules/@fortawesome/fontawesome-free/svgs-full/solid/arrow-turn-down.svg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D:/pasar_fix/node_modules/.bun/@fortawesome+fontawesome-free@7.2.0/node_modules/@fortawesome/fontawesome-free/svgs-full/solid/arrow-turn-up.svg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D:/pasar_fix/node_modules/.bun/@fortawesome+fontawesome-free@7.2.0/node_modules/@fortawesome/fontawesome-free/svgs-full/solid/arrow-up-1-9.svg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D:/pasar_fix/node_modules/.bun/@fortawesome+fontawesome-free@7.2.0/node_modules/@fortawesome/fontawesome-free/svgs-full/solid/arrow-up-9-1.svg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D:/pasar_fix/node_modules/.bun/@fortawesome+fontawesome-free@7.2.0/node_modules/@fortawesome/fontawesome-free/svgs-full/solid/arrow-up-a-z.svg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D:/pasar_fix/node_modules/.bun/@fortawesome+fontawesome-free@7.2.0/node_modules/@fortawesome/fontawesome-free/svgs-full/solid/arrow-up-from-bracket.svg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D:/pasar_fix/node_modules/.bun/@fortawesome+fontawesome-free@7.2.0/node_modules/@fortawesome/fontawesome-free/svgs-full/solid/arrow-up-from-ground-water.svg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D:/pasar_fix/node_modules/.bun/@fortawesome+fontawesome-free@7.2.0/node_modules/@fortawesome/fontawesome-free/svgs-full/solid/arrow-up-from-water-pump.svg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D:/pasar_fix/node_modules/.bun/@fortawesome+fontawesome-free@7.2.0/node_modules/@fortawesome/fontawesome-free/svgs-full/solid/arrow-up-long.svg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D:/pasar_fix/node_modules/.bun/@fortawesome+fontawesome-free@7.2.0/node_modules/@fortawesome/fontawesome-free/svgs-full/solid/arrow-up-right-dots.svg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D:/pasar_fix/node_modules/.bun/@fortawesome+fontawesome-free@7.2.0/node_modules/@fortawesome/fontawesome-free/svgs-full/solid/arrow-up-right-from-square.svg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D:/pasar_fix/node_modules/.bun/@fortawesome+fontawesome-free@7.2.0/node_modules/@fortawesome/fontawesome-free/svgs-full/solid/arrow-up-short-wide.svg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D:/pasar_fix/node_modules/.bun/@fortawesome+fontawesome-free@7.2.0/node_modules/@fortawesome/fontawesome-free/svgs-full/solid/arrow-up-wide-short.svg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D:/pasar_fix/node_modules/.bun/@fortawesome+fontawesome-free@7.2.0/node_modules/@fortawesome/fontawesome-free/svgs-full/solid/arrow-up-z-a.svg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D:/pasar_fix/node_modules/.bun/@fortawesome+fontawesome-free@7.2.0/node_modules/@fortawesome/fontawesome-free/svgs-full/solid/arrow-up.svg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D:/pasar_fix/node_modules/.bun/@fortawesome+fontawesome-free@7.2.0/node_modules/@fortawesome/fontawesome-free/svgs-full/solid/arrows-alt-h.svg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D:/pasar_fix/node_modules/.bun/@fortawesome+fontawesome-free@7.2.0/node_modules/@fortawesome/fontawesome-free/svgs-full/solid/arrows-alt-v.svg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D:/pasar_fix/node_modules/.bun/@fortawesome+fontawesome-free@7.2.0/node_modules/@fortawesome/fontawesome-free/svgs-full/solid/arrows-alt.svg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D:/pasar_fix/node_modules/.bun/@fortawesome+fontawesome-free@7.2.0/node_modules/@fortawesome/fontawesome-free/svgs-full/solid/arrows-down-to-line.svg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D:/pasar_fix/node_modules/.bun/@fortawesome+fontawesome-free@7.2.0/node_modules/@fortawesome/fontawesome-free/svgs-full/solid/arrows-down-to-people.svg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D:/pasar_fix/node_modules/.bun/@fortawesome+fontawesome-free@7.2.0/node_modules/@fortawesome/fontawesome-free/svgs-full/solid/arrows-h.svg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D:/pasar_fix/node_modules/.bun/@fortawesome+fontawesome-free@7.2.0/node_modules/@fortawesome/fontawesome-free/svgs-full/solid/arrows-left-right-to-line.svg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D:/pasar_fix/node_modules/.bun/@fortawesome+fontawesome-free@7.2.0/node_modules/@fortawesome/fontawesome-free/svgs-full/solid/arrows-left-right.svg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D:/pasar_fix/node_modules/.bun/@fortawesome+fontawesome-free@7.2.0/node_modules/@fortawesome/fontawesome-free/svgs-full/solid/arrows-rotate.svg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D:/pasar_fix/node_modules/.bun/@fortawesome+fontawesome-free@7.2.0/node_modules/@fortawesome/fontawesome-free/svgs-full/solid/arrows-spin.svg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D:/pasar_fix/node_modules/.bun/@fortawesome+fontawesome-free@7.2.0/node_modules/@fortawesome/fontawesome-free/svgs-full/solid/arrows-split-up-and-left.svg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D:/pasar_fix/node_modules/.bun/@fortawesome+fontawesome-free@7.2.0/node_modules/@fortawesome/fontawesome-free/svgs-full/solid/arrows-to-circle.svg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D:/pasar_fix/node_modules/.bun/@fortawesome+fontawesome-free@7.2.0/node_modules/@fortawesome/fontawesome-free/svgs-full/solid/arrows-to-dot.svg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D:/pasar_fix/node_modules/.bun/@fortawesome+fontawesome-free@7.2.0/node_modules/@fortawesome/fontawesome-free/svgs-full/solid/arrows-to-eye.svg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D:/pasar_fix/node_modules/.bun/@fortawesome+fontawesome-free@7.2.0/node_modules/@fortawesome/fontawesome-free/svgs-full/solid/arrows-turn-right.svg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D:/pasar_fix/node_modules/.bun/@fortawesome+fontawesome-free@7.2.0/node_modules/@fortawesome/fontawesome-free/svgs-full/solid/arrows-turn-to-dots.svg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D:/pasar_fix/node_modules/.bun/@fortawesome+fontawesome-free@7.2.0/node_modules/@fortawesome/fontawesome-free/svgs-full/solid/arrows-up-down-left-right.svg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D:/pasar_fix/node_modules/.bun/@fortawesome+fontawesome-free@7.2.0/node_modules/@fortawesome/fontawesome-free/svgs-full/solid/arrows-up-down.svg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D:/pasar_fix/node_modules/.bun/@fortawesome+fontawesome-free@7.2.0/node_modules/@fortawesome/fontawesome-free/svgs-full/solid/arrows-up-to-line.svg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D:/pasar_fix/node_modules/.bun/@fortawesome+fontawesome-free@7.2.0/node_modules/@fortawesome/fontawesome-free/svgs-full/solid/arrows-v.svg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D:/pasar_fix/node_modules/.bun/@fortawesome+fontawesome-free@7.2.0/node_modules/@fortawesome/fontawesome-free/svgs-full/solid/arrows.svg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D:/pasar_fix/node_modules/.bun/@fortawesome+fontawesome-free@7.2.0/node_modules/@fortawesome/fontawesome-free/svgs-full/solid/asl-interpreting.svg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D:/pasar_fix/node_modules/.bun/@fortawesome+fontawesome-free@7.2.0/node_modules/@fortawesome/fontawesome-free/svgs-full/solid/assistive-listening-systems.svg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D:/pasar_fix/node_modules/.bun/@fortawesome+fontawesome-free@7.2.0/node_modules/@fortawesome/fontawesome-free/svgs-full/solid/asterisk.svg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D:/pasar_fix/node_modules/.bun/@fortawesome+fontawesome-free@7.2.0/node_modules/@fortawesome/fontawesome-free/svgs-full/solid/atlas.svg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D:/pasar_fix/node_modules/.bun/@fortawesome+fontawesome-free@7.2.0/node_modules/@fortawesome/fontawesome-free/svgs-full/solid/atom.svg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D:/pasar_fix/node_modules/.bun/@fortawesome+fontawesome-free@7.2.0/node_modules/@fortawesome/fontawesome-free/svgs-full/solid/audio-description.svg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D:/pasar_fix/node_modules/.bun/@fortawesome+fontawesome-free@7.2.0/node_modules/@fortawesome/fontawesome-free/svgs-full/solid/austral-sign.svg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D:/pasar_fix/node_modules/.bun/@fortawesome+fontawesome-free@7.2.0/node_modules/@fortawesome/fontawesome-free/svgs-full/solid/automobile.svg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D:/pasar_fix/node_modules/.bun/@fortawesome+fontawesome-free@7.2.0/node_modules/@fortawesome/fontawesome-free/svgs-full/solid/award.svg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D:/pasar_fix/node_modules/.bun/@fortawesome+fontawesome-free@7.2.0/node_modules/@fortawesome/fontawesome-free/svgs-full/solid/baby-carriage.svg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D:/pasar_fix/node_modules/.bun/@fortawesome+fontawesome-free@7.2.0/node_modules/@fortawesome/fontawesome-free/svgs-full/solid/baby.svg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D:/pasar_fix/node_modules/.bun/@fortawesome+fontawesome-free@7.2.0/node_modules/@fortawesome/fontawesome-free/svgs-full/solid/backspace.svg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D:/pasar_fix/node_modules/.bun/@fortawesome+fontawesome-free@7.2.0/node_modules/@fortawesome/fontawesome-free/svgs-full/solid/backward-fast.svg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D:/pasar_fix/node_modules/.bun/@fortawesome+fontawesome-free@7.2.0/node_modules/@fortawesome/fontawesome-free/svgs-full/solid/backward-step.svg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D:/pasar_fix/node_modules/.bun/@fortawesome+fontawesome-free@7.2.0/node_modules/@fortawesome/fontawesome-free/svgs-full/solid/backward.svg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D:/pasar_fix/node_modules/.bun/@fortawesome+fontawesome-free@7.2.0/node_modules/@fortawesome/fontawesome-free/svgs-full/solid/bacon.svg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D:/pasar_fix/node_modules/.bun/@fortawesome+fontawesome-free@7.2.0/node_modules/@fortawesome/fontawesome-free/svgs-full/solid/bacteria.svg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D:/pasar_fix/node_modules/.bun/@fortawesome+fontawesome-free@7.2.0/node_modules/@fortawesome/fontawesome-free/svgs-full/solid/bacterium.svg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D:/pasar_fix/node_modules/.bun/@fortawesome+fontawesome-free@7.2.0/node_modules/@fortawesome/fontawesome-free/svgs-full/solid/bag-shopping.svg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D:/pasar_fix/node_modules/.bun/@fortawesome+fontawesome-free@7.2.0/node_modules/@fortawesome/fontawesome-free/svgs-full/solid/bahai.svg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D:/pasar_fix/node_modules/.bun/@fortawesome+fontawesome-free@7.2.0/node_modules/@fortawesome/fontawesome-free/svgs-full/solid/baht-sign.svg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D:/pasar_fix/node_modules/.bun/@fortawesome+fontawesome-free@7.2.0/node_modules/@fortawesome/fontawesome-free/svgs-full/solid/balance-scale-left.svg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D:/pasar_fix/node_modules/.bun/@fortawesome+fontawesome-free@7.2.0/node_modules/@fortawesome/fontawesome-free/svgs-full/solid/balance-scale-right.svg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D:/pasar_fix/node_modules/.bun/@fortawesome+fontawesome-free@7.2.0/node_modules/@fortawesome/fontawesome-free/svgs-full/solid/balance-scale.svg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D:/pasar_fix/node_modules/.bun/@fortawesome+fontawesome-free@7.2.0/node_modules/@fortawesome/fontawesome-free/svgs-full/solid/ban-smoking.svg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D:/pasar_fix/node_modules/.bun/@fortawesome+fontawesome-free@7.2.0/node_modules/@fortawesome/fontawesome-free/svgs-full/solid/ban.svg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D:/pasar_fix/node_modules/.bun/@fortawesome+fontawesome-free@7.2.0/node_modules/@fortawesome/fontawesome-free/svgs-full/solid/band-aid.svg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D:/pasar_fix/node_modules/.bun/@fortawesome+fontawesome-free@7.2.0/node_modules/@fortawesome/fontawesome-free/svgs-full/solid/bandage.svg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D:/pasar_fix/node_modules/.bun/@fortawesome+fontawesome-free@7.2.0/node_modules/@fortawesome/fontawesome-free/svgs-full/solid/bangladeshi-taka-sign.svg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D:/pasar_fix/node_modules/.bun/@fortawesome+fontawesome-free@7.2.0/node_modules/@fortawesome/fontawesome-free/svgs-full/solid/bank.svg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D:/pasar_fix/node_modules/.bun/@fortawesome+fontawesome-free@7.2.0/node_modules/@fortawesome/fontawesome-free/svgs-full/solid/bar-chart.svg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D:/pasar_fix/node_modules/.bun/@fortawesome+fontawesome-free@7.2.0/node_modules/@fortawesome/fontawesome-free/svgs-full/solid/barcode.svg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D:/pasar_fix/node_modules/.bun/@fortawesome+fontawesome-free@7.2.0/node_modules/@fortawesome/fontawesome-free/svgs-full/solid/bars-progress.svg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D:/pasar_fix/node_modules/.bun/@fortawesome+fontawesome-free@7.2.0/node_modules/@fortawesome/fontawesome-free/svgs-full/solid/bars-staggered.svg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D:/pasar_fix/node_modules/.bun/@fortawesome+fontawesome-free@7.2.0/node_modules/@fortawesome/fontawesome-free/svgs-full/solid/bars.svg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D:/pasar_fix/node_modules/.bun/@fortawesome+fontawesome-free@7.2.0/node_modules/@fortawesome/fontawesome-free/svgs-full/solid/baseball-ball.svg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D:/pasar_fix/node_modules/.bun/@fortawesome+fontawesome-free@7.2.0/node_modules/@fortawesome/fontawesome-free/svgs-full/solid/baseball-bat-ball.svg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D:/pasar_fix/node_modules/.bun/@fortawesome+fontawesome-free@7.2.0/node_modules/@fortawesome/fontawesome-free/svgs-full/solid/baseball.svg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D:/pasar_fix/node_modules/.bun/@fortawesome+fontawesome-free@7.2.0/node_modules/@fortawesome/fontawesome-free/svgs-full/solid/basket-shopping.svg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D:/pasar_fix/node_modules/.bun/@fortawesome+fontawesome-free@7.2.0/node_modules/@fortawesome/fontawesome-free/svgs-full/solid/basketball-ball.svg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D:/pasar_fix/node_modules/.bun/@fortawesome+fontawesome-free@7.2.0/node_modules/@fortawesome/fontawesome-free/svgs-full/solid/basketball.svg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D:/pasar_fix/node_modules/.bun/@fortawesome+fontawesome-free@7.2.0/node_modules/@fortawesome/fontawesome-free/svgs-full/solid/bath.svg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D:/pasar_fix/node_modules/.bun/@fortawesome+fontawesome-free@7.2.0/node_modules/@fortawesome/fontawesome-free/svgs-full/solid/bathtub.svg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D:/pasar_fix/node_modules/.bun/@fortawesome+fontawesome-free@7.2.0/node_modules/@fortawesome/fontawesome-free/svgs-full/solid/battery-0.svg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D:/pasar_fix/node_modules/.bun/@fortawesome+fontawesome-free@7.2.0/node_modules/@fortawesome/fontawesome-free/svgs-full/solid/battery-2.svg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D:/pasar_fix/node_modules/.bun/@fortawesome+fontawesome-free@7.2.0/node_modules/@fortawesome/fontawesome-free/svgs-full/solid/battery-3.svg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D:/pasar_fix/node_modules/.bun/@fortawesome+fontawesome-free@7.2.0/node_modules/@fortawesome/fontawesome-free/svgs-full/solid/battery-4.svg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D:/pasar_fix/node_modules/.bun/@fortawesome+fontawesome-free@7.2.0/node_modules/@fortawesome/fontawesome-free/svgs-full/solid/battery-5.svg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D:/pasar_fix/node_modules/.bun/@fortawesome+fontawesome-free@7.2.0/node_modules/@fortawesome/fontawesome-free/svgs-full/solid/battery-car.svg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D:/pasar_fix/node_modules/.bun/@fortawesome+fontawesome-free@7.2.0/node_modules/@fortawesome/fontawesome-free/svgs-full/solid/battery-empty.svg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D:/pasar_fix/node_modules/.bun/@fortawesome+fontawesome-free@7.2.0/node_modules/@fortawesome/fontawesome-free/svgs-full/solid/battery-full.svg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D:/pasar_fix/node_modules/.bun/@fortawesome+fontawesome-free@7.2.0/node_modules/@fortawesome/fontawesome-free/svgs-full/solid/battery-half.svg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D:/pasar_fix/node_modules/.bun/@fortawesome+fontawesome-free@7.2.0/node_modules/@fortawesome/fontawesome-free/svgs-full/solid/battery-quarter.svg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D:/pasar_fix/node_modules/.bun/@fortawesome+fontawesome-free@7.2.0/node_modules/@fortawesome/fontawesome-free/svgs-full/solid/battery-three-quarters.svg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D:/pasar_fix/node_modules/.bun/@fortawesome+fontawesome-free@7.2.0/node_modules/@fortawesome/fontawesome-free/svgs-full/solid/battery.svg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D:/pasar_fix/node_modules/.bun/@fortawesome+fontawesome-free@7.2.0/node_modules/@fortawesome/fontawesome-free/svgs-full/solid/bed-pulse.svg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D:/pasar_fix/node_modules/.bun/@fortawesome+fontawesome-free@7.2.0/node_modules/@fortawesome/fontawesome-free/svgs-full/solid/beer-mug-empty.svg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D:/pasar_fix/node_modules/.bun/@fortawesome+fontawesome-free@7.2.0/node_modules/@fortawesome/fontawesome-free/svgs-full/solid/beer.svg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D:/pasar_fix/node_modules/.bun/@fortawesome+fontawesome-free@7.2.0/node_modules/@fortawesome/fontawesome-free/svgs-full/solid/bell-concierge.svg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D:/pasar_fix/node_modules/.bun/@fortawesome+fontawesome-free@7.2.0/node_modules/@fortawesome/fontawesome-free/svgs-full/solid/bell-slash.svg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D:/pasar_fix/node_modules/.bun/@fortawesome+fontawesome-free@7.2.0/node_modules/@fortawesome/fontawesome-free/svgs-full/solid/bell.svg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D:/pasar_fix/node_modules/.bun/@fortawesome+fontawesome-free@7.2.0/node_modules/@fortawesome/fontawesome-free/svgs-full/solid/bezier-curve.svg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D:/pasar_fix/node_modules/.bun/@fortawesome+fontawesome-free@7.2.0/node_modules/@fortawesome/fontawesome-free/svgs-full/solid/bible.svg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D:/pasar_fix/node_modules/.bun/@fortawesome+fontawesome-free@7.2.0/node_modules/@fortawesome/fontawesome-free/svgs-full/solid/bicycle.svg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D:/pasar_fix/node_modules/.bun/@fortawesome+fontawesome-free@7.2.0/node_modules/@fortawesome/fontawesome-free/svgs-full/solid/biking.svg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D:/pasar_fix/node_modules/.bun/@fortawesome+fontawesome-free@7.2.0/node_modules/@fortawesome/fontawesome-free/svgs-full/solid/binoculars.svg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D:/pasar_fix/node_modules/.bun/@fortawesome+fontawesome-free@7.2.0/node_modules/@fortawesome/fontawesome-free/svgs-full/solid/biohazard.svg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D:/pasar_fix/node_modules/.bun/@fortawesome+fontawesome-free@7.2.0/node_modules/@fortawesome/fontawesome-free/svgs-full/solid/birthday-cake.svg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D:/pasar_fix/node_modules/.bun/@fortawesome+fontawesome-free@7.2.0/node_modules/@fortawesome/fontawesome-free/svgs-full/solid/bitcoin-sign.svg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D:/pasar_fix/node_modules/.bun/@fortawesome+fontawesome-free@7.2.0/node_modules/@fortawesome/fontawesome-free/svgs-full/solid/blackboard.svg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D:/pasar_fix/node_modules/.bun/@fortawesome+fontawesome-free@7.2.0/node_modules/@fortawesome/fontawesome-free/svgs-full/solid/blender-phone.svg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D:/pasar_fix/node_modules/.bun/@fortawesome+fontawesome-free@7.2.0/node_modules/@fortawesome/fontawesome-free/svgs-full/solid/blender.svg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D:/pasar_fix/node_modules/.bun/@fortawesome+fontawesome-free@7.2.0/node_modules/@fortawesome/fontawesome-free/svgs-full/solid/blind.svg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D:/pasar_fix/node_modules/.bun/@fortawesome+fontawesome-free@7.2.0/node_modules/@fortawesome/fontawesome-free/svgs-full/solid/blog.svg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D:/pasar_fix/node_modules/.bun/@fortawesome+fontawesome-free@7.2.0/node_modules/@fortawesome/fontawesome-free/svgs-full/solid/bold.svg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D:/pasar_fix/node_modules/.bun/@fortawesome+fontawesome-free@7.2.0/node_modules/@fortawesome/fontawesome-free/svgs-full/solid/bolt-lightning.svg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D:/pasar_fix/node_modules/.bun/@fortawesome+fontawesome-free@7.2.0/node_modules/@fortawesome/fontawesome-free/svgs-full/solid/bolt.svg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D:/pasar_fix/node_modules/.bun/@fortawesome+fontawesome-free@7.2.0/node_modules/@fortawesome/fontawesome-free/svgs-full/solid/bomb.svg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D:/pasar_fix/node_modules/.bun/@fortawesome+fontawesome-free@7.2.0/node_modules/@fortawesome/fontawesome-free/svgs-full/solid/bone.svg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D:/pasar_fix/node_modules/.bun/@fortawesome+fontawesome-free@7.2.0/node_modules/@fortawesome/fontawesome-free/svgs-full/solid/bong.svg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D:/pasar_fix/node_modules/.bun/@fortawesome+fontawesome-free@7.2.0/node_modules/@fortawesome/fontawesome-free/svgs-full/solid/book-atlas.svg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D:/pasar_fix/node_modules/.bun/@fortawesome+fontawesome-free@7.2.0/node_modules/@fortawesome/fontawesome-free/svgs-full/solid/book-bible.svg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D:/pasar_fix/node_modules/.bun/@fortawesome+fontawesome-free@7.2.0/node_modules/@fortawesome/fontawesome-free/svgs-full/solid/book-bookmark.svg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D:/pasar_fix/node_modules/.bun/@fortawesome+fontawesome-free@7.2.0/node_modules/@fortawesome/fontawesome-free/svgs-full/solid/book-dead.svg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D:/pasar_fix/node_modules/.bun/@fortawesome+fontawesome-free@7.2.0/node_modules/@fortawesome/fontawesome-free/svgs-full/solid/book-journal-whills.svg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D:/pasar_fix/node_modules/.bun/@fortawesome+fontawesome-free@7.2.0/node_modules/@fortawesome/fontawesome-free/svgs-full/solid/book-medical.svg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D:/pasar_fix/node_modules/.bun/@fortawesome+fontawesome-free@7.2.0/node_modules/@fortawesome/fontawesome-free/svgs-full/solid/book-open-reader.svg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D:/pasar_fix/node_modules/.bun/@fortawesome+fontawesome-free@7.2.0/node_modules/@fortawesome/fontawesome-free/svgs-full/solid/book-open.svg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D:/pasar_fix/node_modules/.bun/@fortawesome+fontawesome-free@7.2.0/node_modules/@fortawesome/fontawesome-free/svgs-full/solid/book-quran.svg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D:/pasar_fix/node_modules/.bun/@fortawesome+fontawesome-free@7.2.0/node_modules/@fortawesome/fontawesome-free/svgs-full/solid/book-reader.svg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D:/pasar_fix/node_modules/.bun/@fortawesome+fontawesome-free@7.2.0/node_modules/@fortawesome/fontawesome-free/svgs-full/solid/book-skull.svg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D:/pasar_fix/node_modules/.bun/@fortawesome+fontawesome-free@7.2.0/node_modules/@fortawesome/fontawesome-free/svgs-full/solid/book-tanakh.svg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D:/pasar_fix/node_modules/.bun/@fortawesome+fontawesome-free@7.2.0/node_modules/@fortawesome/fontawesome-free/svgs-full/solid/book.svg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D:/pasar_fix/node_modules/.bun/@fortawesome+fontawesome-free@7.2.0/node_modules/@fortawesome/fontawesome-free/svgs-full/solid/bookmark.svg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D:/pasar_fix/node_modules/.bun/@fortawesome+fontawesome-free@7.2.0/node_modules/@fortawesome/fontawesome-free/svgs-full/solid/border-all.svg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D:/pasar_fix/node_modules/.bun/@fortawesome+fontawesome-free@7.2.0/node_modules/@fortawesome/fontawesome-free/svgs-full/solid/border-none.svg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D:/pasar_fix/node_modules/.bun/@fortawesome+fontawesome-free@7.2.0/node_modules/@fortawesome/fontawesome-free/svgs-full/solid/border-style.svg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D:/pasar_fix/node_modules/.bun/@fortawesome+fontawesome-free@7.2.0/node_modules/@fortawesome/fontawesome-free/svgs-full/solid/border-top-left.svg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D:/pasar_fix/node_modules/.bun/@fortawesome+fontawesome-free@7.2.0/node_modules/@fortawesome/fontawesome-free/svgs-full/solid/bore-hole.svg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D:/pasar_fix/node_modules/.bun/@fortawesome+fontawesome-free@7.2.0/node_modules/@fortawesome/fontawesome-free/svgs-full/solid/bottle-droplet.svg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D:/pasar_fix/node_modules/.bun/@fortawesome+fontawesome-free@7.2.0/node_modules/@fortawesome/fontawesome-free/svgs-full/solid/bottle-water.svg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D:/pasar_fix/node_modules/.bun/@fortawesome+fontawesome-free@7.2.0/node_modules/@fortawesome/fontawesome-free/svgs-full/solid/bowl-food.svg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D:/pasar_fix/node_modules/.bun/@fortawesome+fontawesome-free@7.2.0/node_modules/@fortawesome/fontawesome-free/svgs-full/solid/bowl-rice.svg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D:/pasar_fix/node_modules/.bun/@fortawesome+fontawesome-free@7.2.0/node_modules/@fortawesome/fontawesome-free/svgs-full/solid/bowling-ball.svg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D:/pasar_fix/node_modules/.bun/@fortawesome+fontawesome-free@7.2.0/node_modules/@fortawesome/fontawesome-free/svgs-full/solid/box-archive.svg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D:/pasar_fix/node_modules/.bun/@fortawesome+fontawesome-free@7.2.0/node_modules/@fortawesome/fontawesome-free/svgs-full/solid/box-open.svg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D:/pasar_fix/node_modules/.bun/@fortawesome+fontawesome-free@7.2.0/node_modules/@fortawesome/fontawesome-free/svgs-full/solid/box-tissue.svg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D:/pasar_fix/node_modules/.bun/@fortawesome+fontawesome-free@7.2.0/node_modules/@fortawesome/fontawesome-free/svgs-full/solid/box.svg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D:/pasar_fix/node_modules/.bun/@fortawesome+fontawesome-free@7.2.0/node_modules/@fortawesome/fontawesome-free/svgs-full/solid/boxes-alt.svg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D:/pasar_fix/node_modules/.bun/@fortawesome+fontawesome-free@7.2.0/node_modules/@fortawesome/fontawesome-free/svgs-full/solid/boxes-packing.svg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D:/pasar_fix/node_modules/.bun/@fortawesome+fontawesome-free@7.2.0/node_modules/@fortawesome/fontawesome-free/svgs-full/solid/boxes-stacked.svg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D:/pasar_fix/node_modules/.bun/@fortawesome+fontawesome-free@7.2.0/node_modules/@fortawesome/fontawesome-free/svgs-full/solid/boxes.svg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D:/pasar_fix/node_modules/.bun/@fortawesome+fontawesome-free@7.2.0/node_modules/@fortawesome/fontawesome-free/svgs-full/solid/braille.svg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D:/pasar_fix/node_modules/.bun/@fortawesome+fontawesome-free@7.2.0/node_modules/@fortawesome/fontawesome-free/svgs-full/solid/brain.svg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D:/pasar_fix/node_modules/.bun/@fortawesome+fontawesome-free@7.2.0/node_modules/@fortawesome/fontawesome-free/svgs-full/solid/brazilian-real-sign.svg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D:/pasar_fix/node_modules/.bun/@fortawesome+fontawesome-free@7.2.0/node_modules/@fortawesome/fontawesome-free/svgs-full/solid/bread-slice.svg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D:/pasar_fix/node_modules/.bun/@fortawesome+fontawesome-free@7.2.0/node_modules/@fortawesome/fontawesome-free/svgs-full/solid/bridge-circle-check.svg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D:/pasar_fix/node_modules/.bun/@fortawesome+fontawesome-free@7.2.0/node_modules/@fortawesome/fontawesome-free/svgs-full/solid/bridge-circle-exclamation.svg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D:/pasar_fix/node_modules/.bun/@fortawesome+fontawesome-free@7.2.0/node_modules/@fortawesome/fontawesome-free/svgs-full/solid/bridge-circle-xmark.svg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D:/pasar_fix/node_modules/.bun/@fortawesome+fontawesome-free@7.2.0/node_modules/@fortawesome/fontawesome-free/svgs-full/solid/bridge-lock.svg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D:/pasar_fix/node_modules/.bun/@fortawesome+fontawesome-free@7.2.0/node_modules/@fortawesome/fontawesome-free/svgs-full/solid/bridge-water.svg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D:/pasar_fix/node_modules/.bun/@fortawesome+fontawesome-free@7.2.0/node_modules/@fortawesome/fontawesome-free/svgs-full/solid/bridge.svg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D:/pasar_fix/node_modules/.bun/@fortawesome+fontawesome-free@7.2.0/node_modules/@fortawesome/fontawesome-free/svgs-full/solid/briefcase-clock.svg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D:/pasar_fix/node_modules/.bun/@fortawesome+fontawesome-free@7.2.0/node_modules/@fortawesome/fontawesome-free/svgs-full/solid/briefcase-medical.svg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D:/pasar_fix/node_modules/.bun/@fortawesome+fontawesome-free@7.2.0/node_modules/@fortawesome/fontawesome-free/svgs-full/solid/briefcase.svg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D:/pasar_fix/node_modules/.bun/@fortawesome+fontawesome-free@7.2.0/node_modules/@fortawesome/fontawesome-free/svgs-full/solid/broadcast-tower.svg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D:/pasar_fix/node_modules/.bun/@fortawesome+fontawesome-free@7.2.0/node_modules/@fortawesome/fontawesome-free/svgs-full/solid/broom-ball.svg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D:/pasar_fix/node_modules/.bun/@fortawesome+fontawesome-free@7.2.0/node_modules/@fortawesome/fontawesome-free/svgs-full/solid/broom.svg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D:/pasar_fix/node_modules/.bun/@fortawesome+fontawesome-free@7.2.0/node_modules/@fortawesome/fontawesome-free/svgs-full/solid/brush.svg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D:/pasar_fix/node_modules/.bun/@fortawesome+fontawesome-free@7.2.0/node_modules/@fortawesome/fontawesome-free/svgs-full/solid/bucket.svg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D:/pasar_fix/node_modules/.bun/@fortawesome+fontawesome-free@7.2.0/node_modules/@fortawesome/fontawesome-free/svgs-full/solid/bug-slash.svg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D:/pasar_fix/node_modules/.bun/@fortawesome+fontawesome-free@7.2.0/node_modules/@fortawesome/fontawesome-free/svgs-full/solid/bug.svg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D:/pasar_fix/node_modules/.bun/@fortawesome+fontawesome-free@7.2.0/node_modules/@fortawesome/fontawesome-free/svgs-full/solid/bugs.svg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D:/pasar_fix/node_modules/.bun/@fortawesome+fontawesome-free@7.2.0/node_modules/@fortawesome/fontawesome-free/svgs-full/solid/building-circle-arrow-right.svg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D:/pasar_fix/node_modules/.bun/@fortawesome+fontawesome-free@7.2.0/node_modules/@fortawesome/fontawesome-free/svgs-full/solid/building-circle-check.svg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D:/pasar_fix/node_modules/.bun/@fortawesome+fontawesome-free@7.2.0/node_modules/@fortawesome/fontawesome-free/svgs-full/solid/building-circle-exclamation.svg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D:/pasar_fix/node_modules/.bun/@fortawesome+fontawesome-free@7.2.0/node_modules/@fortawesome/fontawesome-free/svgs-full/solid/building-circle-xmark.svg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D:/pasar_fix/node_modules/.bun/@fortawesome+fontawesome-free@7.2.0/node_modules/@fortawesome/fontawesome-free/svgs-full/solid/building-columns.svg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D:/pasar_fix/node_modules/.bun/@fortawesome+fontawesome-free@7.2.0/node_modules/@fortawesome/fontawesome-free/svgs-full/solid/building-flag.svg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D:/pasar_fix/node_modules/.bun/@fortawesome+fontawesome-free@7.2.0/node_modules/@fortawesome/fontawesome-free/svgs-full/solid/building-lock.svg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D:/pasar_fix/node_modules/.bun/@fortawesome+fontawesome-free@7.2.0/node_modules/@fortawesome/fontawesome-free/svgs-full/solid/building-ngo.svg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D:/pasar_fix/node_modules/.bun/@fortawesome+fontawesome-free@7.2.0/node_modules/@fortawesome/fontawesome-free/svgs-full/solid/building-shield.svg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D:/pasar_fix/node_modules/.bun/@fortawesome+fontawesome-free@7.2.0/node_modules/@fortawesome/fontawesome-free/svgs-full/solid/building-un.svg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D:/pasar_fix/node_modules/.bun/@fortawesome+fontawesome-free@7.2.0/node_modules/@fortawesome/fontawesome-free/svgs-full/solid/building-user.svg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D:/pasar_fix/node_modules/.bun/@fortawesome+fontawesome-free@7.2.0/node_modules/@fortawesome/fontawesome-free/svgs-full/solid/building-wheat.svg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D:/pasar_fix/node_modules/.bun/@fortawesome+fontawesome-free@7.2.0/node_modules/@fortawesome/fontawesome-free/svgs-full/solid/building.svg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D:/pasar_fix/node_modules/.bun/@fortawesome+fontawesome-free@7.2.0/node_modules/@fortawesome/fontawesome-free/svgs-full/solid/bullhorn.svg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D:/pasar_fix/node_modules/.bun/@fortawesome+fontawesome-free@7.2.0/node_modules/@fortawesome/fontawesome-free/svgs-full/solid/bullseye.svg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D:/pasar_fix/node_modules/.bun/@fortawesome+fontawesome-free@7.2.0/node_modules/@fortawesome/fontawesome-free/svgs-full/solid/burger.svg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D:/pasar_fix/node_modules/.bun/@fortawesome+fontawesome-free@7.2.0/node_modules/@fortawesome/fontawesome-free/svgs-full/solid/burn.svg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D:/pasar_fix/node_modules/.bun/@fortawesome+fontawesome-free@7.2.0/node_modules/@fortawesome/fontawesome-free/svgs-full/solid/burst.svg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D:/pasar_fix/node_modules/.bun/@fortawesome+fontawesome-free@7.2.0/node_modules/@fortawesome/fontawesome-free/svgs-full/solid/bus-alt.svg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D:/pasar_fix/node_modules/.bun/@fortawesome+fontawesome-free@7.2.0/node_modules/@fortawesome/fontawesome-free/svgs-full/solid/bus-side.svg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D:/pasar_fix/node_modules/.bun/@fortawesome+fontawesome-free@7.2.0/node_modules/@fortawesome/fontawesome-free/svgs-full/solid/bus-simple.svg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D:/pasar_fix/node_modules/.bun/@fortawesome+fontawesome-free@7.2.0/node_modules/@fortawesome/fontawesome-free/svgs-full/solid/business-time.svg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D:/pasar_fix/node_modules/.bun/@fortawesome+fontawesome-free@7.2.0/node_modules/@fortawesome/fontawesome-free/svgs-full/solid/cab.svg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D:/pasar_fix/node_modules/.bun/@fortawesome+fontawesome-free@7.2.0/node_modules/@fortawesome/fontawesome-free/svgs-full/solid/cable-car.svg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D:/pasar_fix/node_modules/.bun/@fortawesome+fontawesome-free@7.2.0/node_modules/@fortawesome/fontawesome-free/svgs-full/solid/cake-candles.svg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D:/pasar_fix/node_modules/.bun/@fortawesome+fontawesome-free@7.2.0/node_modules/@fortawesome/fontawesome-free/svgs-full/solid/cake.svg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D:/pasar_fix/node_modules/.bun/@fortawesome+fontawesome-free@7.2.0/node_modules/@fortawesome/fontawesome-free/svgs-full/solid/calculator.svg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D:/pasar_fix/node_modules/.bun/@fortawesome+fontawesome-free@7.2.0/node_modules/@fortawesome/fontawesome-free/svgs-full/solid/calendar-alt.svg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D:/pasar_fix/node_modules/.bun/@fortawesome+fontawesome-free@7.2.0/node_modules/@fortawesome/fontawesome-free/svgs-full/solid/calendar-check.svg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D:/pasar_fix/node_modules/.bun/@fortawesome+fontawesome-free@7.2.0/node_modules/@fortawesome/fontawesome-free/svgs-full/solid/calendar-day.svg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D:/pasar_fix/node_modules/.bun/@fortawesome+fontawesome-free@7.2.0/node_modules/@fortawesome/fontawesome-free/svgs-full/solid/calendar-days.svg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D:/pasar_fix/node_modules/.bun/@fortawesome+fontawesome-free@7.2.0/node_modules/@fortawesome/fontawesome-free/svgs-full/solid/calendar-minus.svg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D:/pasar_fix/node_modules/.bun/@fortawesome+fontawesome-free@7.2.0/node_modules/@fortawesome/fontawesome-free/svgs-full/solid/calendar-plus.svg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D:/pasar_fix/node_modules/.bun/@fortawesome+fontawesome-free@7.2.0/node_modules/@fortawesome/fontawesome-free/svgs-full/solid/calendar-times.svg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D:/pasar_fix/node_modules/.bun/@fortawesome+fontawesome-free@7.2.0/node_modules/@fortawesome/fontawesome-free/svgs-full/solid/calendar-week.svg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D:/pasar_fix/node_modules/.bun/@fortawesome+fontawesome-free@7.2.0/node_modules/@fortawesome/fontawesome-free/svgs-full/solid/calendar-xmark.svg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D:/pasar_fix/node_modules/.bun/@fortawesome+fontawesome-free@7.2.0/node_modules/@fortawesome/fontawesome-free/svgs-full/solid/calendar.svg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D:/pasar_fix/node_modules/.bun/@fortawesome+fontawesome-free@7.2.0/node_modules/@fortawesome/fontawesome-free/svgs-full/solid/camera-alt.svg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D:/pasar_fix/node_modules/.bun/@fortawesome+fontawesome-free@7.2.0/node_modules/@fortawesome/fontawesome-free/svgs-full/solid/camera-retro.svg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D:/pasar_fix/node_modules/.bun/@fortawesome+fontawesome-free@7.2.0/node_modules/@fortawesome/fontawesome-free/svgs-full/solid/camera-rotate.svg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D:/pasar_fix/node_modules/.bun/@fortawesome+fontawesome-free@7.2.0/node_modules/@fortawesome/fontawesome-free/svgs-full/solid/camera.svg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D:/pasar_fix/node_modules/.bun/@fortawesome+fontawesome-free@7.2.0/node_modules/@fortawesome/fontawesome-free/svgs-full/solid/campground.svg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D:/pasar_fix/node_modules/.bun/@fortawesome+fontawesome-free@7.2.0/node_modules/@fortawesome/fontawesome-free/svgs-full/solid/cancel.svg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D:/pasar_fix/node_modules/.bun/@fortawesome+fontawesome-free@7.2.0/node_modules/@fortawesome/fontawesome-free/svgs-full/solid/cancer.svg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D:/pasar_fix/node_modules/.bun/@fortawesome+fontawesome-free@7.2.0/node_modules/@fortawesome/fontawesome-free/svgs-full/solid/candy-cane.svg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D:/pasar_fix/node_modules/.bun/@fortawesome+fontawesome-free@7.2.0/node_modules/@fortawesome/fontawesome-free/svgs-full/solid/cannabis.svg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D:/pasar_fix/node_modules/.bun/@fortawesome+fontawesome-free@7.2.0/node_modules/@fortawesome/fontawesome-free/svgs-full/solid/capricorn.svg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D:/pasar_fix/node_modules/.bun/@fortawesome+fontawesome-free@7.2.0/node_modules/@fortawesome/fontawesome-free/svgs-full/solid/capsules.svg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D:/pasar_fix/node_modules/.bun/@fortawesome+fontawesome-free@7.2.0/node_modules/@fortawesome/fontawesome-free/svgs-full/solid/car-alt.svg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D:/pasar_fix/node_modules/.bun/@fortawesome+fontawesome-free@7.2.0/node_modules/@fortawesome/fontawesome-free/svgs-full/solid/car-battery.svg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D:/pasar_fix/node_modules/.bun/@fortawesome+fontawesome-free@7.2.0/node_modules/@fortawesome/fontawesome-free/svgs-full/solid/car-burst.svg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D:/pasar_fix/node_modules/.bun/@fortawesome+fontawesome-free@7.2.0/node_modules/@fortawesome/fontawesome-free/svgs-full/solid/car-crash.svg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D:/pasar_fix/node_modules/.bun/@fortawesome+fontawesome-free@7.2.0/node_modules/@fortawesome/fontawesome-free/svgs-full/solid/car-on.svg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D:/pasar_fix/node_modules/.bun/@fortawesome+fontawesome-free@7.2.0/node_modules/@fortawesome/fontawesome-free/svgs-full/solid/car-rear.svg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D:/pasar_fix/node_modules/.bun/@fortawesome+fontawesome-free@7.2.0/node_modules/@fortawesome/fontawesome-free/svgs-full/solid/car-side.svg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D:/pasar_fix/node_modules/.bun/@fortawesome+fontawesome-free@7.2.0/node_modules/@fortawesome/fontawesome-free/svgs-full/solid/car-tunnel.svg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D:/pasar_fix/node_modules/.bun/@fortawesome+fontawesome-free@7.2.0/node_modules/@fortawesome/fontawesome-free/svgs-full/solid/car.svg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D:/pasar_fix/node_modules/.bun/@fortawesome+fontawesome-free@7.2.0/node_modules/@fortawesome/fontawesome-free/svgs-full/solid/caravan.svg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D:/pasar_fix/node_modules/.bun/@fortawesome+fontawesome-free@7.2.0/node_modules/@fortawesome/fontawesome-free/svgs-full/solid/caret-down.svg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D:/pasar_fix/node_modules/.bun/@fortawesome+fontawesome-free@7.2.0/node_modules/@fortawesome/fontawesome-free/svgs-full/solid/caret-left.svg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D:/pasar_fix/node_modules/.bun/@fortawesome+fontawesome-free@7.2.0/node_modules/@fortawesome/fontawesome-free/svgs-full/solid/caret-right.svg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D:/pasar_fix/node_modules/.bun/@fortawesome+fontawesome-free@7.2.0/node_modules/@fortawesome/fontawesome-free/svgs-full/solid/caret-square-down.svg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D:/pasar_fix/node_modules/.bun/@fortawesome+fontawesome-free@7.2.0/node_modules/@fortawesome/fontawesome-free/svgs-full/solid/caret-square-left.svg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D:/pasar_fix/node_modules/.bun/@fortawesome+fontawesome-free@7.2.0/node_modules/@fortawesome/fontawesome-free/svgs-full/solid/caret-square-right.svg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D:/pasar_fix/node_modules/.bun/@fortawesome+fontawesome-free@7.2.0/node_modules/@fortawesome/fontawesome-free/svgs-full/solid/caret-square-up.svg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D:/pasar_fix/node_modules/.bun/@fortawesome+fontawesome-free@7.2.0/node_modules/@fortawesome/fontawesome-free/svgs-full/solid/caret-up.svg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D:/pasar_fix/node_modules/.bun/@fortawesome+fontawesome-free@7.2.0/node_modules/@fortawesome/fontawesome-free/svgs-full/solid/carriage-baby.svg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D:/pasar_fix/node_modules/.bun/@fortawesome+fontawesome-free@7.2.0/node_modules/@fortawesome/fontawesome-free/svgs-full/solid/carrot.svg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D:/pasar_fix/node_modules/.bun/@fortawesome+fontawesome-free@7.2.0/node_modules/@fortawesome/fontawesome-free/svgs-full/solid/cart-arrow-down.svg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D:/pasar_fix/node_modules/.bun/@fortawesome+fontawesome-free@7.2.0/node_modules/@fortawesome/fontawesome-free/svgs-full/solid/cart-flatbed-suitcase.svg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D:/pasar_fix/node_modules/.bun/@fortawesome+fontawesome-free@7.2.0/node_modules/@fortawesome/fontawesome-free/svgs-full/solid/cart-flatbed.svg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D:/pasar_fix/node_modules/.bun/@fortawesome+fontawesome-free@7.2.0/node_modules/@fortawesome/fontawesome-free/svgs-full/solid/cart-plus.svg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D:/pasar_fix/node_modules/.bun/@fortawesome+fontawesome-free@7.2.0/node_modules/@fortawesome/fontawesome-free/svgs-full/solid/cart-shopping.svg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D:/pasar_fix/node_modules/.bun/@fortawesome+fontawesome-free@7.2.0/node_modules/@fortawesome/fontawesome-free/svgs-full/solid/cash-register.svg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D:/pasar_fix/node_modules/.bun/@fortawesome+fontawesome-free@7.2.0/node_modules/@fortawesome/fontawesome-free/svgs-full/solid/cat.svg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D:/pasar_fix/node_modules/.bun/@fortawesome+fontawesome-free@7.2.0/node_modules/@fortawesome/fontawesome-free/svgs-full/solid/cedi-sign.svg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D:/pasar_fix/node_modules/.bun/@fortawesome+fontawesome-free@7.2.0/node_modules/@fortawesome/fontawesome-free/svgs-full/solid/cent-sign.svg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D:/pasar_fix/node_modules/.bun/@fortawesome+fontawesome-free@7.2.0/node_modules/@fortawesome/fontawesome-free/svgs-full/solid/certificate.svg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D:/pasar_fix/node_modules/.bun/@fortawesome+fontawesome-free@7.2.0/node_modules/@fortawesome/fontawesome-free/svgs-full/solid/chain-broken.svg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D:/pasar_fix/node_modules/.bun/@fortawesome+fontawesome-free@7.2.0/node_modules/@fortawesome/fontawesome-free/svgs-full/solid/chain-slash.svg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D:/pasar_fix/node_modules/.bun/@fortawesome+fontawesome-free@7.2.0/node_modules/@fortawesome/fontawesome-free/svgs-full/solid/chain.svg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D:/pasar_fix/node_modules/.bun/@fortawesome+fontawesome-free@7.2.0/node_modules/@fortawesome/fontawesome-free/svgs-full/solid/chair.svg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D:/pasar_fix/node_modules/.bun/@fortawesome+fontawesome-free@7.2.0/node_modules/@fortawesome/fontawesome-free/svgs-full/solid/chalkboard-teacher.svg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D:/pasar_fix/node_modules/.bun/@fortawesome+fontawesome-free@7.2.0/node_modules/@fortawesome/fontawesome-free/svgs-full/solid/chalkboard-user.svg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D:/pasar_fix/node_modules/.bun/@fortawesome+fontawesome-free@7.2.0/node_modules/@fortawesome/fontawesome-free/svgs-full/solid/chalkboard.svg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D:/pasar_fix/node_modules/.bun/@fortawesome+fontawesome-free@7.2.0/node_modules/@fortawesome/fontawesome-free/svgs-full/solid/champagne-glasses.svg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D:/pasar_fix/node_modules/.bun/@fortawesome+fontawesome-free@7.2.0/node_modules/@fortawesome/fontawesome-free/svgs-full/solid/charging-station.svg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D:/pasar_fix/node_modules/.bun/@fortawesome+fontawesome-free@7.2.0/node_modules/@fortawesome/fontawesome-free/svgs-full/solid/chart-area.svg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D:/pasar_fix/node_modules/.bun/@fortawesome+fontawesome-free@7.2.0/node_modules/@fortawesome/fontawesome-free/svgs-full/solid/chart-bar.svg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D:/pasar_fix/node_modules/.bun/@fortawesome+fontawesome-free@7.2.0/node_modules/@fortawesome/fontawesome-free/svgs-full/solid/chart-column.svg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D:/pasar_fix/node_modules/.bun/@fortawesome+fontawesome-free@7.2.0/node_modules/@fortawesome/fontawesome-free/svgs-full/solid/chart-diagram.svg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D:/pasar_fix/node_modules/.bun/@fortawesome+fontawesome-free@7.2.0/node_modules/@fortawesome/fontawesome-free/svgs-full/solid/chart-gantt.svg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D:/pasar_fix/node_modules/.bun/@fortawesome+fontawesome-free@7.2.0/node_modules/@fortawesome/fontawesome-free/svgs-full/solid/chart-line.svg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D:/pasar_fix/node_modules/.bun/@fortawesome+fontawesome-free@7.2.0/node_modules/@fortawesome/fontawesome-free/svgs-full/solid/chart-pie.svg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D:/pasar_fix/node_modules/.bun/@fortawesome+fontawesome-free@7.2.0/node_modules/@fortawesome/fontawesome-free/svgs-full/solid/chart-simple.svg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D:/pasar_fix/node_modules/.bun/@fortawesome+fontawesome-free@7.2.0/node_modules/@fortawesome/fontawesome-free/svgs-full/solid/check-circle.svg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D:/pasar_fix/node_modules/.bun/@fortawesome+fontawesome-free@7.2.0/node_modules/@fortawesome/fontawesome-free/svgs-full/solid/check-double.svg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D:/pasar_fix/node_modules/.bun/@fortawesome+fontawesome-free@7.2.0/node_modules/@fortawesome/fontawesome-free/svgs-full/solid/check-square.svg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D:/pasar_fix/node_modules/.bun/@fortawesome+fontawesome-free@7.2.0/node_modules/@fortawesome/fontawesome-free/svgs-full/solid/check-to-slot.svg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D:/pasar_fix/node_modules/.bun/@fortawesome+fontawesome-free@7.2.0/node_modules/@fortawesome/fontawesome-free/svgs-full/solid/check.svg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D:/pasar_fix/node_modules/.bun/@fortawesome+fontawesome-free@7.2.0/node_modules/@fortawesome/fontawesome-free/svgs-full/solid/cheese.svg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D:/pasar_fix/node_modules/.bun/@fortawesome+fontawesome-free@7.2.0/node_modules/@fortawesome/fontawesome-free/svgs-full/solid/chess-bishop.svg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D:/pasar_fix/node_modules/.bun/@fortawesome+fontawesome-free@7.2.0/node_modules/@fortawesome/fontawesome-free/svgs-full/solid/chess-board.svg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D:/pasar_fix/node_modules/.bun/@fortawesome+fontawesome-free@7.2.0/node_modules/@fortawesome/fontawesome-free/svgs-full/solid/chess-king.svg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D:/pasar_fix/node_modules/.bun/@fortawesome+fontawesome-free@7.2.0/node_modules/@fortawesome/fontawesome-free/svgs-full/solid/chess-knight.svg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D:/pasar_fix/node_modules/.bun/@fortawesome+fontawesome-free@7.2.0/node_modules/@fortawesome/fontawesome-free/svgs-full/solid/chess-pawn.svg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D:/pasar_fix/node_modules/.bun/@fortawesome+fontawesome-free@7.2.0/node_modules/@fortawesome/fontawesome-free/svgs-full/solid/chess-queen.svg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D:/pasar_fix/node_modules/.bun/@fortawesome+fontawesome-free@7.2.0/node_modules/@fortawesome/fontawesome-free/svgs-full/solid/chess-rook.svg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D:/pasar_fix/node_modules/.bun/@fortawesome+fontawesome-free@7.2.0/node_modules/@fortawesome/fontawesome-free/svgs-full/solid/chess.svg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D:/pasar_fix/node_modules/.bun/@fortawesome+fontawesome-free@7.2.0/node_modules/@fortawesome/fontawesome-free/svgs-full/solid/chevron-circle-down.svg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D:/pasar_fix/node_modules/.bun/@fortawesome+fontawesome-free@7.2.0/node_modules/@fortawesome/fontawesome-free/svgs-full/solid/chevron-circle-left.svg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D:/pasar_fix/node_modules/.bun/@fortawesome+fontawesome-free@7.2.0/node_modules/@fortawesome/fontawesome-free/svgs-full/solid/chevron-circle-right.svg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D:/pasar_fix/node_modules/.bun/@fortawesome+fontawesome-free@7.2.0/node_modules/@fortawesome/fontawesome-free/svgs-full/solid/chevron-circle-up.svg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D:/pasar_fix/node_modules/.bun/@fortawesome+fontawesome-free@7.2.0/node_modules/@fortawesome/fontawesome-free/svgs-full/solid/chevron-down.svg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D:/pasar_fix/node_modules/.bun/@fortawesome+fontawesome-free@7.2.0/node_modules/@fortawesome/fontawesome-free/svgs-full/solid/chevron-left.svg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D:/pasar_fix/node_modules/.bun/@fortawesome+fontawesome-free@7.2.0/node_modules/@fortawesome/fontawesome-free/svgs-full/solid/chevron-right.svg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D:/pasar_fix/node_modules/.bun/@fortawesome+fontawesome-free@7.2.0/node_modules/@fortawesome/fontawesome-free/svgs-full/solid/chevron-up.svg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D:/pasar_fix/node_modules/.bun/@fortawesome+fontawesome-free@7.2.0/node_modules/@fortawesome/fontawesome-free/svgs-full/solid/child-combatant.svg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D:/pasar_fix/node_modules/.bun/@fortawesome+fontawesome-free@7.2.0/node_modules/@fortawesome/fontawesome-free/svgs-full/solid/child-dress.svg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D:/pasar_fix/node_modules/.bun/@fortawesome+fontawesome-free@7.2.0/node_modules/@fortawesome/fontawesome-free/svgs-full/solid/child-reaching.svg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D:/pasar_fix/node_modules/.bun/@fortawesome+fontawesome-free@7.2.0/node_modules/@fortawesome/fontawesome-free/svgs-full/solid/child-rifle.svg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D:/pasar_fix/node_modules/.bun/@fortawesome+fontawesome-free@7.2.0/node_modules/@fortawesome/fontawesome-free/svgs-full/solid/child.svg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D:/pasar_fix/node_modules/.bun/@fortawesome+fontawesome-free@7.2.0/node_modules/@fortawesome/fontawesome-free/svgs-full/solid/children.svg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D:/pasar_fix/node_modules/.bun/@fortawesome+fontawesome-free@7.2.0/node_modules/@fortawesome/fontawesome-free/svgs-full/solid/church.svg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D:/pasar_fix/node_modules/.bun/@fortawesome+fontawesome-free@7.2.0/node_modules/@fortawesome/fontawesome-free/svgs-full/solid/circle-arrow-down.svg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D:/pasar_fix/node_modules/.bun/@fortawesome+fontawesome-free@7.2.0/node_modules/@fortawesome/fontawesome-free/svgs-full/solid/circle-arrow-left.svg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D:/pasar_fix/node_modules/.bun/@fortawesome+fontawesome-free@7.2.0/node_modules/@fortawesome/fontawesome-free/svgs-full/solid/circle-arrow-right.svg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D:/pasar_fix/node_modules/.bun/@fortawesome+fontawesome-free@7.2.0/node_modules/@fortawesome/fontawesome-free/svgs-full/solid/circle-arrow-up.svg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D:/pasar_fix/node_modules/.bun/@fortawesome+fontawesome-free@7.2.0/node_modules/@fortawesome/fontawesome-free/svgs-full/solid/circle-check.svg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D:/pasar_fix/node_modules/.bun/@fortawesome+fontawesome-free@7.2.0/node_modules/@fortawesome/fontawesome-free/svgs-full/solid/circle-chevron-down.svg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D:/pasar_fix/node_modules/.bun/@fortawesome+fontawesome-free@7.2.0/node_modules/@fortawesome/fontawesome-free/svgs-full/solid/circle-chevron-left.svg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D:/pasar_fix/node_modules/.bun/@fortawesome+fontawesome-free@7.2.0/node_modules/@fortawesome/fontawesome-free/svgs-full/solid/circle-chevron-right.svg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D:/pasar_fix/node_modules/.bun/@fortawesome+fontawesome-free@7.2.0/node_modules/@fortawesome/fontawesome-free/svgs-full/solid/circle-chevron-up.svg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D:/pasar_fix/node_modules/.bun/@fortawesome+fontawesome-free@7.2.0/node_modules/@fortawesome/fontawesome-free/svgs-full/solid/circle-dollar-to-slot.svg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D:/pasar_fix/node_modules/.bun/@fortawesome+fontawesome-free@7.2.0/node_modules/@fortawesome/fontawesome-free/svgs-full/solid/circle-dot.svg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D:/pasar_fix/node_modules/.bun/@fortawesome+fontawesome-free@7.2.0/node_modules/@fortawesome/fontawesome-free/svgs-full/solid/circle-down.svg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D:/pasar_fix/node_modules/.bun/@fortawesome+fontawesome-free@7.2.0/node_modules/@fortawesome/fontawesome-free/svgs-full/solid/circle-exclamation.svg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D:/pasar_fix/node_modules/.bun/@fortawesome+fontawesome-free@7.2.0/node_modules/@fortawesome/fontawesome-free/svgs-full/solid/circle-h.svg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D:/pasar_fix/node_modules/.bun/@fortawesome+fontawesome-free@7.2.0/node_modules/@fortawesome/fontawesome-free/svgs-full/solid/circle-half-stroke.svg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D:/pasar_fix/node_modules/.bun/@fortawesome+fontawesome-free@7.2.0/node_modules/@fortawesome/fontawesome-free/svgs-full/solid/circle-info.svg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D:/pasar_fix/node_modules/.bun/@fortawesome+fontawesome-free@7.2.0/node_modules/@fortawesome/fontawesome-free/svgs-full/solid/circle-left.svg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D:/pasar_fix/node_modules/.bun/@fortawesome+fontawesome-free@7.2.0/node_modules/@fortawesome/fontawesome-free/svgs-full/solid/circle-minus.svg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D:/pasar_fix/node_modules/.bun/@fortawesome+fontawesome-free@7.2.0/node_modules/@fortawesome/fontawesome-free/svgs-full/solid/circle-nodes.svg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D:/pasar_fix/node_modules/.bun/@fortawesome+fontawesome-free@7.2.0/node_modules/@fortawesome/fontawesome-free/svgs-full/solid/circle-notch.svg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D:/pasar_fix/node_modules/.bun/@fortawesome+fontawesome-free@7.2.0/node_modules/@fortawesome/fontawesome-free/svgs-full/solid/circle-pause.svg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D:/pasar_fix/node_modules/.bun/@fortawesome+fontawesome-free@7.2.0/node_modules/@fortawesome/fontawesome-free/svgs-full/solid/circle-play.svg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D:/pasar_fix/node_modules/.bun/@fortawesome+fontawesome-free@7.2.0/node_modules/@fortawesome/fontawesome-free/svgs-full/solid/circle-plus.svg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D:/pasar_fix/node_modules/.bun/@fortawesome+fontawesome-free@7.2.0/node_modules/@fortawesome/fontawesome-free/svgs-full/solid/circle-question.svg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D:/pasar_fix/node_modules/.bun/@fortawesome+fontawesome-free@7.2.0/node_modules/@fortawesome/fontawesome-free/svgs-full/solid/circle-radiation.svg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D:/pasar_fix/node_modules/.bun/@fortawesome+fontawesome-free@7.2.0/node_modules/@fortawesome/fontawesome-free/svgs-full/solid/circle-right.svg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D:/pasar_fix/node_modules/.bun/@fortawesome+fontawesome-free@7.2.0/node_modules/@fortawesome/fontawesome-free/svgs-full/solid/circle-stop.svg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D:/pasar_fix/node_modules/.bun/@fortawesome+fontawesome-free@7.2.0/node_modules/@fortawesome/fontawesome-free/svgs-full/solid/circle-up.svg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D:/pasar_fix/node_modules/.bun/@fortawesome+fontawesome-free@7.2.0/node_modules/@fortawesome/fontawesome-free/svgs-full/solid/circle-user.svg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D:/pasar_fix/node_modules/.bun/@fortawesome+fontawesome-free@7.2.0/node_modules/@fortawesome/fontawesome-free/svgs-full/solid/circle-xmark.svg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D:/pasar_fix/node_modules/.bun/@fortawesome+fontawesome-free@7.2.0/node_modules/@fortawesome/fontawesome-free/svgs-full/solid/circle.svg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D:/pasar_fix/node_modules/.bun/@fortawesome+fontawesome-free@7.2.0/node_modules/@fortawesome/fontawesome-free/svgs-full/solid/city.svg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D:/pasar_fix/node_modules/.bun/@fortawesome+fontawesome-free@7.2.0/node_modules/@fortawesome/fontawesome-free/svgs-full/solid/clapperboard.svg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D:/pasar_fix/node_modules/.bun/@fortawesome+fontawesome-free@7.2.0/node_modules/@fortawesome/fontawesome-free/svgs-full/solid/clinic-medical.svg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D:/pasar_fix/node_modules/.bun/@fortawesome+fontawesome-free@7.2.0/node_modules/@fortawesome/fontawesome-free/svgs-full/solid/clipboard-check.svg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D:/pasar_fix/node_modules/.bun/@fortawesome+fontawesome-free@7.2.0/node_modules/@fortawesome/fontawesome-free/svgs-full/solid/clipboard-list.svg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D:/pasar_fix/node_modules/.bun/@fortawesome+fontawesome-free@7.2.0/node_modules/@fortawesome/fontawesome-free/svgs-full/solid/clipboard-question.svg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D:/pasar_fix/node_modules/.bun/@fortawesome+fontawesome-free@7.2.0/node_modules/@fortawesome/fontawesome-free/svgs-full/solid/clipboard-user.svg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D:/pasar_fix/node_modules/.bun/@fortawesome+fontawesome-free@7.2.0/node_modules/@fortawesome/fontawesome-free/svgs-full/solid/clipboard.svg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D:/pasar_fix/node_modules/.bun/@fortawesome+fontawesome-free@7.2.0/node_modules/@fortawesome/fontawesome-free/svgs-full/solid/clock-four.svg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D:/pasar_fix/node_modules/.bun/@fortawesome+fontawesome-free@7.2.0/node_modules/@fortawesome/fontawesome-free/svgs-full/solid/clock-rotate-left.svg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D:/pasar_fix/node_modules/.bun/@fortawesome+fontawesome-free@7.2.0/node_modules/@fortawesome/fontawesome-free/svgs-full/solid/clock.svg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D:/pasar_fix/node_modules/.bun/@fortawesome+fontawesome-free@7.2.0/node_modules/@fortawesome/fontawesome-free/svgs-full/solid/clone.svg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D:/pasar_fix/node_modules/.bun/@fortawesome+fontawesome-free@7.2.0/node_modules/@fortawesome/fontawesome-free/svgs-full/solid/close.svg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D:/pasar_fix/node_modules/.bun/@fortawesome+fontawesome-free@7.2.0/node_modules/@fortawesome/fontawesome-free/svgs-full/solid/closed-captioning-slash.svg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D:/pasar_fix/node_modules/.bun/@fortawesome+fontawesome-free@7.2.0/node_modules/@fortawesome/fontawesome-free/svgs-full/solid/closed-captioning.svg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D:/pasar_fix/node_modules/.bun/@fortawesome+fontawesome-free@7.2.0/node_modules/@fortawesome/fontawesome-free/svgs-full/solid/cloud-arrow-down.svg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D:/pasar_fix/node_modules/.bun/@fortawesome+fontawesome-free@7.2.0/node_modules/@fortawesome/fontawesome-free/svgs-full/solid/cloud-arrow-up.svg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D:/pasar_fix/node_modules/.bun/@fortawesome+fontawesome-free@7.2.0/node_modules/@fortawesome/fontawesome-free/svgs-full/solid/cloud-bolt.svg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D:/pasar_fix/node_modules/.bun/@fortawesome+fontawesome-free@7.2.0/node_modules/@fortawesome/fontawesome-free/svgs-full/solid/cloud-download-alt.svg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D:/pasar_fix/node_modules/.bun/@fortawesome+fontawesome-free@7.2.0/node_modules/@fortawesome/fontawesome-free/svgs-full/solid/cloud-download.svg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D:/pasar_fix/node_modules/.bun/@fortawesome+fontawesome-free@7.2.0/node_modules/@fortawesome/fontawesome-free/svgs-full/solid/cloud-meatball.svg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D:/pasar_fix/node_modules/.bun/@fortawesome+fontawesome-free@7.2.0/node_modules/@fortawesome/fontawesome-free/svgs-full/solid/cloud-moon-rain.svg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D:/pasar_fix/node_modules/.bun/@fortawesome+fontawesome-free@7.2.0/node_modules/@fortawesome/fontawesome-free/svgs-full/solid/cloud-moon.svg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D:/pasar_fix/node_modules/.bun/@fortawesome+fontawesome-free@7.2.0/node_modules/@fortawesome/fontawesome-free/svgs-full/solid/cloud-rain.svg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D:/pasar_fix/node_modules/.bun/@fortawesome+fontawesome-free@7.2.0/node_modules/@fortawesome/fontawesome-free/svgs-full/solid/cloud-showers-heavy.svg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D:/pasar_fix/node_modules/.bun/@fortawesome+fontawesome-free@7.2.0/node_modules/@fortawesome/fontawesome-free/svgs-full/solid/cloud-showers-water.svg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D:/pasar_fix/node_modules/.bun/@fortawesome+fontawesome-free@7.2.0/node_modules/@fortawesome/fontawesome-free/svgs-full/solid/cloud-sun-rain.svg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D:/pasar_fix/node_modules/.bun/@fortawesome+fontawesome-free@7.2.0/node_modules/@fortawesome/fontawesome-free/svgs-full/solid/cloud-sun.svg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D:/pasar_fix/node_modules/.bun/@fortawesome+fontawesome-free@7.2.0/node_modules/@fortawesome/fontawesome-free/svgs-full/solid/cloud-upload-alt.svg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D:/pasar_fix/node_modules/.bun/@fortawesome+fontawesome-free@7.2.0/node_modules/@fortawesome/fontawesome-free/svgs-full/solid/cloud-upload.svg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D:/pasar_fix/node_modules/.bun/@fortawesome+fontawesome-free@7.2.0/node_modules/@fortawesome/fontawesome-free/svgs-full/solid/cloud.svg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D:/pasar_fix/node_modules/.bun/@fortawesome+fontawesome-free@7.2.0/node_modules/@fortawesome/fontawesome-free/svgs-full/solid/clover.svg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D:/pasar_fix/node_modules/.bun/@fortawesome+fontawesome-free@7.2.0/node_modules/@fortawesome/fontawesome-free/svgs-full/solid/cny.svg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D:/pasar_fix/node_modules/.bun/@fortawesome+fontawesome-free@7.2.0/node_modules/@fortawesome/fontawesome-free/svgs-full/solid/cocktail.svg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D:/pasar_fix/node_modules/.bun/@fortawesome+fontawesome-free@7.2.0/node_modules/@fortawesome/fontawesome-free/svgs-full/solid/code-branch.svg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D:/pasar_fix/node_modules/.bun/@fortawesome+fontawesome-free@7.2.0/node_modules/@fortawesome/fontawesome-free/svgs-full/solid/code-commit.svg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D:/pasar_fix/node_modules/.bun/@fortawesome+fontawesome-free@7.2.0/node_modules/@fortawesome/fontawesome-free/svgs-full/solid/code-compare.svg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D:/pasar_fix/node_modules/.bun/@fortawesome+fontawesome-free@7.2.0/node_modules/@fortawesome/fontawesome-free/svgs-full/solid/code-fork.svg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D:/pasar_fix/node_modules/.bun/@fortawesome+fontawesome-free@7.2.0/node_modules/@fortawesome/fontawesome-free/svgs-full/solid/code-merge.svg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D:/pasar_fix/node_modules/.bun/@fortawesome+fontawesome-free@7.2.0/node_modules/@fortawesome/fontawesome-free/svgs-full/solid/code-pull-request.svg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D:/pasar_fix/node_modules/.bun/@fortawesome+fontawesome-free@7.2.0/node_modules/@fortawesome/fontawesome-free/svgs-full/solid/code.svg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D:/pasar_fix/node_modules/.bun/@fortawesome+fontawesome-free@7.2.0/node_modules/@fortawesome/fontawesome-free/svgs-full/solid/coffee.svg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D:/pasar_fix/node_modules/.bun/@fortawesome+fontawesome-free@7.2.0/node_modules/@fortawesome/fontawesome-free/svgs-full/solid/cog.svg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D:/pasar_fix/node_modules/.bun/@fortawesome+fontawesome-free@7.2.0/node_modules/@fortawesome/fontawesome-free/svgs-full/solid/cogs.svg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D:/pasar_fix/node_modules/.bun/@fortawesome+fontawesome-free@7.2.0/node_modules/@fortawesome/fontawesome-free/svgs-full/solid/coins.svg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D:/pasar_fix/node_modules/.bun/@fortawesome+fontawesome-free@7.2.0/node_modules/@fortawesome/fontawesome-free/svgs-full/solid/colon-sign.svg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D:/pasar_fix/node_modules/.bun/@fortawesome+fontawesome-free@7.2.0/node_modules/@fortawesome/fontawesome-free/svgs-full/solid/columns.svg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D:/pasar_fix/node_modules/.bun/@fortawesome+fontawesome-free@7.2.0/node_modules/@fortawesome/fontawesome-free/svgs-full/solid/comment-alt.svg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D:/pasar_fix/node_modules/.bun/@fortawesome+fontawesome-free@7.2.0/node_modules/@fortawesome/fontawesome-free/svgs-full/solid/comment-dollar.svg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D:/pasar_fix/node_modules/.bun/@fortawesome+fontawesome-free@7.2.0/node_modules/@fortawesome/fontawesome-free/svgs-full/solid/comment-dots.svg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D:/pasar_fix/node_modules/.bun/@fortawesome+fontawesome-free@7.2.0/node_modules/@fortawesome/fontawesome-free/svgs-full/solid/comment-medical.svg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D:/pasar_fix/node_modules/.bun/@fortawesome+fontawesome-free@7.2.0/node_modules/@fortawesome/fontawesome-free/svgs-full/solid/comment-nodes.svg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D:/pasar_fix/node_modules/.bun/@fortawesome+fontawesome-free@7.2.0/node_modules/@fortawesome/fontawesome-free/svgs-full/solid/comment-slash.svg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D:/pasar_fix/node_modules/.bun/@fortawesome+fontawesome-free@7.2.0/node_modules/@fortawesome/fontawesome-free/svgs-full/solid/comment-sms.svg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D:/pasar_fix/node_modules/.bun/@fortawesome+fontawesome-free@7.2.0/node_modules/@fortawesome/fontawesome-free/svgs-full/solid/comment.svg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D:/pasar_fix/node_modules/.bun/@fortawesome+fontawesome-free@7.2.0/node_modules/@fortawesome/fontawesome-free/svgs-full/solid/commenting.svg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D:/pasar_fix/node_modules/.bun/@fortawesome+fontawesome-free@7.2.0/node_modules/@fortawesome/fontawesome-free/svgs-full/solid/comments-dollar.svg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D:/pasar_fix/node_modules/.bun/@fortawesome+fontawesome-free@7.2.0/node_modules/@fortawesome/fontawesome-free/svgs-full/solid/comments.svg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D:/pasar_fix/node_modules/.bun/@fortawesome+fontawesome-free@7.2.0/node_modules/@fortawesome/fontawesome-free/svgs-full/solid/compact-disc.svg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D:/pasar_fix/node_modules/.bun/@fortawesome+fontawesome-free@7.2.0/node_modules/@fortawesome/fontawesome-free/svgs-full/solid/compass-drafting.svg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D:/pasar_fix/node_modules/.bun/@fortawesome+fontawesome-free@7.2.0/node_modules/@fortawesome/fontawesome-free/svgs-full/solid/compass.svg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D:/pasar_fix/node_modules/.bun/@fortawesome+fontawesome-free@7.2.0/node_modules/@fortawesome/fontawesome-free/svgs-full/solid/compress-alt.svg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D:/pasar_fix/node_modules/.bun/@fortawesome+fontawesome-free@7.2.0/node_modules/@fortawesome/fontawesome-free/svgs-full/solid/compress-arrows-alt.svg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D:/pasar_fix/node_modules/.bun/@fortawesome+fontawesome-free@7.2.0/node_modules/@fortawesome/fontawesome-free/svgs-full/solid/compress.svg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D:/pasar_fix/node_modules/.bun/@fortawesome+fontawesome-free@7.2.0/node_modules/@fortawesome/fontawesome-free/svgs-full/solid/computer-mouse.svg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D:/pasar_fix/node_modules/.bun/@fortawesome+fontawesome-free@7.2.0/node_modules/@fortawesome/fontawesome-free/svgs-full/solid/computer.svg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D:/pasar_fix/node_modules/.bun/@fortawesome+fontawesome-free@7.2.0/node_modules/@fortawesome/fontawesome-free/svgs-full/solid/concierge-bell.svg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D:/pasar_fix/node_modules/.bun/@fortawesome+fontawesome-free@7.2.0/node_modules/@fortawesome/fontawesome-free/svgs-full/solid/contact-book.svg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D:/pasar_fix/node_modules/.bun/@fortawesome+fontawesome-free@7.2.0/node_modules/@fortawesome/fontawesome-free/svgs-full/solid/contact-card.svg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D:/pasar_fix/node_modules/.bun/@fortawesome+fontawesome-free@7.2.0/node_modules/@fortawesome/fontawesome-free/svgs-full/solid/cookie-bite.svg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D:/pasar_fix/node_modules/.bun/@fortawesome+fontawesome-free@7.2.0/node_modules/@fortawesome/fontawesome-free/svgs-full/solid/cookie.svg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D:/pasar_fix/node_modules/.bun/@fortawesome+fontawesome-free@7.2.0/node_modules/@fortawesome/fontawesome-free/svgs-full/solid/copy.svg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D:/pasar_fix/node_modules/.bun/@fortawesome+fontawesome-free@7.2.0/node_modules/@fortawesome/fontawesome-free/svgs-full/solid/copyright.svg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D:/pasar_fix/node_modules/.bun/@fortawesome+fontawesome-free@7.2.0/node_modules/@fortawesome/fontawesome-free/svgs-full/solid/couch.svg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D:/pasar_fix/node_modules/.bun/@fortawesome+fontawesome-free@7.2.0/node_modules/@fortawesome/fontawesome-free/svgs-full/solid/cow.svg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D:/pasar_fix/node_modules/.bun/@fortawesome+fontawesome-free@7.2.0/node_modules/@fortawesome/fontawesome-free/svgs-full/solid/credit-card-alt.svg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D:/pasar_fix/node_modules/.bun/@fortawesome+fontawesome-free@7.2.0/node_modules/@fortawesome/fontawesome-free/svgs-full/solid/credit-card.svg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D:/pasar_fix/node_modules/.bun/@fortawesome+fontawesome-free@7.2.0/node_modules/@fortawesome/fontawesome-free/svgs-full/solid/crop-alt.svg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D:/pasar_fix/node_modules/.bun/@fortawesome+fontawesome-free@7.2.0/node_modules/@fortawesome/fontawesome-free/svgs-full/solid/crop-simple.svg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D:/pasar_fix/node_modules/.bun/@fortawesome+fontawesome-free@7.2.0/node_modules/@fortawesome/fontawesome-free/svgs-full/solid/crop.svg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D:/pasar_fix/node_modules/.bun/@fortawesome+fontawesome-free@7.2.0/node_modules/@fortawesome/fontawesome-free/svgs-full/solid/cross.svg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D:/pasar_fix/node_modules/.bun/@fortawesome+fontawesome-free@7.2.0/node_modules/@fortawesome/fontawesome-free/svgs-full/solid/crosshairs.svg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D:/pasar_fix/node_modules/.bun/@fortawesome+fontawesome-free@7.2.0/node_modules/@fortawesome/fontawesome-free/svgs-full/solid/crow.svg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D:/pasar_fix/node_modules/.bun/@fortawesome+fontawesome-free@7.2.0/node_modules/@fortawesome/fontawesome-free/svgs-full/solid/crown.svg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D:/pasar_fix/node_modules/.bun/@fortawesome+fontawesome-free@7.2.0/node_modules/@fortawesome/fontawesome-free/svgs-full/solid/crutch.svg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D:/pasar_fix/node_modules/.bun/@fortawesome+fontawesome-free@7.2.0/node_modules/@fortawesome/fontawesome-free/svgs-full/solid/cruzeiro-sign.svg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D:/pasar_fix/node_modules/.bun/@fortawesome+fontawesome-free@7.2.0/node_modules/@fortawesome/fontawesome-free/svgs-full/solid/cube.svg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D:/pasar_fix/node_modules/.bun/@fortawesome+fontawesome-free@7.2.0/node_modules/@fortawesome/fontawesome-free/svgs-full/solid/cubes-stacked.svg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D:/pasar_fix/node_modules/.bun/@fortawesome+fontawesome-free@7.2.0/node_modules/@fortawesome/fontawesome-free/svgs-full/solid/cubes.svg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D:/pasar_fix/node_modules/.bun/@fortawesome+fontawesome-free@7.2.0/node_modules/@fortawesome/fontawesome-free/svgs-full/solid/cut.svg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D:/pasar_fix/node_modules/.bun/@fortawesome+fontawesome-free@7.2.0/node_modules/@fortawesome/fontawesome-free/svgs-full/solid/cutlery.svg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D:/pasar_fix/node_modules/.bun/@fortawesome+fontawesome-free@7.2.0/node_modules/@fortawesome/fontawesome-free/svgs-full/solid/dashboard.svg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D:/pasar_fix/node_modules/.bun/@fortawesome+fontawesome-free@7.2.0/node_modules/@fortawesome/fontawesome-free/svgs-full/solid/database.svg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D:/pasar_fix/node_modules/.bun/@fortawesome+fontawesome-free@7.2.0/node_modules/@fortawesome/fontawesome-free/svgs-full/solid/deaf.svg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D:/pasar_fix/node_modules/.bun/@fortawesome+fontawesome-free@7.2.0/node_modules/@fortawesome/fontawesome-free/svgs-full/solid/deafness.svg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D:/pasar_fix/node_modules/.bun/@fortawesome+fontawesome-free@7.2.0/node_modules/@fortawesome/fontawesome-free/svgs-full/solid/dedent.svg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D:/pasar_fix/node_modules/.bun/@fortawesome+fontawesome-free@7.2.0/node_modules/@fortawesome/fontawesome-free/svgs-full/solid/delete-left.svg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D:/pasar_fix/node_modules/.bun/@fortawesome+fontawesome-free@7.2.0/node_modules/@fortawesome/fontawesome-free/svgs-full/solid/democrat.svg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D:/pasar_fix/node_modules/.bun/@fortawesome+fontawesome-free@7.2.0/node_modules/@fortawesome/fontawesome-free/svgs-full/solid/desktop-alt.svg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D:/pasar_fix/node_modules/.bun/@fortawesome+fontawesome-free@7.2.0/node_modules/@fortawesome/fontawesome-free/svgs-full/solid/desktop.svg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D:/pasar_fix/node_modules/.bun/@fortawesome+fontawesome-free@7.2.0/node_modules/@fortawesome/fontawesome-free/svgs-full/solid/dharmachakra.svg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D:/pasar_fix/node_modules/.bun/@fortawesome+fontawesome-free@7.2.0/node_modules/@fortawesome/fontawesome-free/svgs-full/solid/diagnoses.svg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D:/pasar_fix/node_modules/.bun/@fortawesome+fontawesome-free@7.2.0/node_modules/@fortawesome/fontawesome-free/svgs-full/solid/diagram-next.svg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D:/pasar_fix/node_modules/.bun/@fortawesome+fontawesome-free@7.2.0/node_modules/@fortawesome/fontawesome-free/svgs-full/solid/diagram-predecessor.svg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D:/pasar_fix/node_modules/.bun/@fortawesome+fontawesome-free@7.2.0/node_modules/@fortawesome/fontawesome-free/svgs-full/solid/diagram-project.svg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D:/pasar_fix/node_modules/.bun/@fortawesome+fontawesome-free@7.2.0/node_modules/@fortawesome/fontawesome-free/svgs-full/solid/diagram-successor.svg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D:/pasar_fix/node_modules/.bun/@fortawesome+fontawesome-free@7.2.0/node_modules/@fortawesome/fontawesome-free/svgs-full/solid/diamond-turn-right.svg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D:/pasar_fix/node_modules/.bun/@fortawesome+fontawesome-free@7.2.0/node_modules/@fortawesome/fontawesome-free/svgs-full/solid/diamond.svg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D:/pasar_fix/node_modules/.bun/@fortawesome+fontawesome-free@7.2.0/node_modules/@fortawesome/fontawesome-free/svgs-full/solid/dice-d20.svg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D:/pasar_fix/node_modules/.bun/@fortawesome+fontawesome-free@7.2.0/node_modules/@fortawesome/fontawesome-free/svgs-full/solid/dice-d6.svg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D:/pasar_fix/node_modules/.bun/@fortawesome+fontawesome-free@7.2.0/node_modules/@fortawesome/fontawesome-free/svgs-full/solid/dice-five.svg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D:/pasar_fix/node_modules/.bun/@fortawesome+fontawesome-free@7.2.0/node_modules/@fortawesome/fontawesome-free/svgs-full/solid/dice-four.svg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D:/pasar_fix/node_modules/.bun/@fortawesome+fontawesome-free@7.2.0/node_modules/@fortawesome/fontawesome-free/svgs-full/solid/dice-one.svg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D:/pasar_fix/node_modules/.bun/@fortawesome+fontawesome-free@7.2.0/node_modules/@fortawesome/fontawesome-free/svgs-full/solid/dice-six.svg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D:/pasar_fix/node_modules/.bun/@fortawesome+fontawesome-free@7.2.0/node_modules/@fortawesome/fontawesome-free/svgs-full/solid/dice-three.svg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D:/pasar_fix/node_modules/.bun/@fortawesome+fontawesome-free@7.2.0/node_modules/@fortawesome/fontawesome-free/svgs-full/solid/dice-two.svg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D:/pasar_fix/node_modules/.bun/@fortawesome+fontawesome-free@7.2.0/node_modules/@fortawesome/fontawesome-free/svgs-full/solid/dice.svg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D:/pasar_fix/node_modules/.bun/@fortawesome+fontawesome-free@7.2.0/node_modules/@fortawesome/fontawesome-free/svgs-full/solid/digging.svg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D:/pasar_fix/node_modules/.bun/@fortawesome+fontawesome-free@7.2.0/node_modules/@fortawesome/fontawesome-free/svgs-full/solid/digital-tachograph.svg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D:/pasar_fix/node_modules/.bun/@fortawesome+fontawesome-free@7.2.0/node_modules/@fortawesome/fontawesome-free/svgs-full/solid/directions.svg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D:/pasar_fix/node_modules/.bun/@fortawesome+fontawesome-free@7.2.0/node_modules/@fortawesome/fontawesome-free/svgs-full/solid/disease.svg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D:/pasar_fix/node_modules/.bun/@fortawesome+fontawesome-free@7.2.0/node_modules/@fortawesome/fontawesome-free/svgs-full/solid/display.svg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D:/pasar_fix/node_modules/.bun/@fortawesome+fontawesome-free@7.2.0/node_modules/@fortawesome/fontawesome-free/svgs-full/solid/divide.svg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D:/pasar_fix/node_modules/.bun/@fortawesome+fontawesome-free@7.2.0/node_modules/@fortawesome/fontawesome-free/svgs-full/solid/dizzy.svg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D:/pasar_fix/node_modules/.bun/@fortawesome+fontawesome-free@7.2.0/node_modules/@fortawesome/fontawesome-free/svgs-full/solid/dna.svg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D:/pasar_fix/node_modules/.bun/@fortawesome+fontawesome-free@7.2.0/node_modules/@fortawesome/fontawesome-free/svgs-full/solid/dog.svg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D:/pasar_fix/node_modules/.bun/@fortawesome+fontawesome-free@7.2.0/node_modules/@fortawesome/fontawesome-free/svgs-full/solid/dollar-sign.svg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D:/pasar_fix/node_modules/.bun/@fortawesome+fontawesome-free@7.2.0/node_modules/@fortawesome/fontawesome-free/svgs-full/solid/dollar.svg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D:/pasar_fix/node_modules/.bun/@fortawesome+fontawesome-free@7.2.0/node_modules/@fortawesome/fontawesome-free/svgs-full/solid/dolly-box.svg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D:/pasar_fix/node_modules/.bun/@fortawesome+fontawesome-free@7.2.0/node_modules/@fortawesome/fontawesome-free/svgs-full/solid/dolly-flatbed.svg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D:/pasar_fix/node_modules/.bun/@fortawesome+fontawesome-free@7.2.0/node_modules/@fortawesome/fontawesome-free/svgs-full/solid/dolly.svg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D:/pasar_fix/node_modules/.bun/@fortawesome+fontawesome-free@7.2.0/node_modules/@fortawesome/fontawesome-free/svgs-full/solid/donate.svg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D:/pasar_fix/node_modules/.bun/@fortawesome+fontawesome-free@7.2.0/node_modules/@fortawesome/fontawesome-free/svgs-full/solid/dong-sign.svg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D:/pasar_fix/node_modules/.bun/@fortawesome+fontawesome-free@7.2.0/node_modules/@fortawesome/fontawesome-free/svgs-full/solid/door-closed.svg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D:/pasar_fix/node_modules/.bun/@fortawesome+fontawesome-free@7.2.0/node_modules/@fortawesome/fontawesome-free/svgs-full/solid/door-open.svg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D:/pasar_fix/node_modules/.bun/@fortawesome+fontawesome-free@7.2.0/node_modules/@fortawesome/fontawesome-free/svgs-full/solid/dot-circle.svg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D:/pasar_fix/node_modules/.bun/@fortawesome+fontawesome-free@7.2.0/node_modules/@fortawesome/fontawesome-free/svgs-full/solid/dove.svg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D:/pasar_fix/node_modules/.bun/@fortawesome+fontawesome-free@7.2.0/node_modules/@fortawesome/fontawesome-free/svgs-full/solid/down-left-and-up-right-to-center.svg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D:/pasar_fix/node_modules/.bun/@fortawesome+fontawesome-free@7.2.0/node_modules/@fortawesome/fontawesome-free/svgs-full/solid/down-long.svg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D:/pasar_fix/node_modules/.bun/@fortawesome+fontawesome-free@7.2.0/node_modules/@fortawesome/fontawesome-free/svgs-full/solid/download.svg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D:/pasar_fix/node_modules/.bun/@fortawesome+fontawesome-free@7.2.0/node_modules/@fortawesome/fontawesome-free/svgs-full/solid/drafting-compass.svg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D:/pasar_fix/node_modules/.bun/@fortawesome+fontawesome-free@7.2.0/node_modules/@fortawesome/fontawesome-free/svgs-full/solid/dragon.svg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D:/pasar_fix/node_modules/.bun/@fortawesome+fontawesome-free@7.2.0/node_modules/@fortawesome/fontawesome-free/svgs-full/solid/draw-polygon.svg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D:/pasar_fix/node_modules/.bun/@fortawesome+fontawesome-free@7.2.0/node_modules/@fortawesome/fontawesome-free/svgs-full/solid/drivers-license.svg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D:/pasar_fix/node_modules/.bun/@fortawesome+fontawesome-free@7.2.0/node_modules/@fortawesome/fontawesome-free/svgs-full/solid/droplet-slash.svg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D:/pasar_fix/node_modules/.bun/@fortawesome+fontawesome-free@7.2.0/node_modules/@fortawesome/fontawesome-free/svgs-full/solid/droplet.svg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D:/pasar_fix/node_modules/.bun/@fortawesome+fontawesome-free@7.2.0/node_modules/@fortawesome/fontawesome-free/svgs-full/solid/drum-steelpan.svg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D:/pasar_fix/node_modules/.bun/@fortawesome+fontawesome-free@7.2.0/node_modules/@fortawesome/fontawesome-free/svgs-full/solid/drum.svg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D:/pasar_fix/node_modules/.bun/@fortawesome+fontawesome-free@7.2.0/node_modules/@fortawesome/fontawesome-free/svgs-full/solid/drumstick-bite.svg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D:/pasar_fix/node_modules/.bun/@fortawesome+fontawesome-free@7.2.0/node_modules/@fortawesome/fontawesome-free/svgs-full/solid/dumbbell.svg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D:/pasar_fix/node_modules/.bun/@fortawesome+fontawesome-free@7.2.0/node_modules/@fortawesome/fontawesome-free/svgs-full/solid/dumpster-fire.svg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D:/pasar_fix/node_modules/.bun/@fortawesome+fontawesome-free@7.2.0/node_modules/@fortawesome/fontawesome-free/svgs-full/solid/dumpster.svg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D:/pasar_fix/node_modules/.bun/@fortawesome+fontawesome-free@7.2.0/node_modules/@fortawesome/fontawesome-free/svgs-full/solid/dungeon.svg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D:/pasar_fix/node_modules/.bun/@fortawesome+fontawesome-free@7.2.0/node_modules/@fortawesome/fontawesome-free/svgs-full/solid/ear-deaf.svg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D:/pasar_fix/node_modules/.bun/@fortawesome+fontawesome-free@7.2.0/node_modules/@fortawesome/fontawesome-free/svgs-full/solid/ear-listen.svg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D:/pasar_fix/node_modules/.bun/@fortawesome+fontawesome-free@7.2.0/node_modules/@fortawesome/fontawesome-free/svgs-full/solid/earth-africa.svg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D:/pasar_fix/node_modules/.bun/@fortawesome+fontawesome-free@7.2.0/node_modules/@fortawesome/fontawesome-free/svgs-full/solid/earth-america.svg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D:/pasar_fix/node_modules/.bun/@fortawesome+fontawesome-free@7.2.0/node_modules/@fortawesome/fontawesome-free/svgs-full/solid/earth-americas.svg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D:/pasar_fix/node_modules/.bun/@fortawesome+fontawesome-free@7.2.0/node_modules/@fortawesome/fontawesome-free/svgs-full/solid/earth-asia.svg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D:/pasar_fix/node_modules/.bun/@fortawesome+fontawesome-free@7.2.0/node_modules/@fortawesome/fontawesome-free/svgs-full/solid/earth-europe.svg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D:/pasar_fix/node_modules/.bun/@fortawesome+fontawesome-free@7.2.0/node_modules/@fortawesome/fontawesome-free/svgs-full/solid/earth-oceania.svg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D:/pasar_fix/node_modules/.bun/@fortawesome+fontawesome-free@7.2.0/node_modules/@fortawesome/fontawesome-free/svgs-full/solid/earth.svg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D:/pasar_fix/node_modules/.bun/@fortawesome+fontawesome-free@7.2.0/node_modules/@fortawesome/fontawesome-free/svgs-full/solid/edit.svg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D:/pasar_fix/node_modules/.bun/@fortawesome+fontawesome-free@7.2.0/node_modules/@fortawesome/fontawesome-free/svgs-full/solid/egg.svg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D:/pasar_fix/node_modules/.bun/@fortawesome+fontawesome-free@7.2.0/node_modules/@fortawesome/fontawesome-free/svgs-full/solid/eject.svg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D:/pasar_fix/node_modules/.bun/@fortawesome+fontawesome-free@7.2.0/node_modules/@fortawesome/fontawesome-free/svgs-full/solid/elevator.svg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D:/pasar_fix/node_modules/.bun/@fortawesome+fontawesome-free@7.2.0/node_modules/@fortawesome/fontawesome-free/svgs-full/solid/ellipsis-h.svg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D:/pasar_fix/node_modules/.bun/@fortawesome+fontawesome-free@7.2.0/node_modules/@fortawesome/fontawesome-free/svgs-full/solid/ellipsis-v.svg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D:/pasar_fix/node_modules/.bun/@fortawesome+fontawesome-free@7.2.0/node_modules/@fortawesome/fontawesome-free/svgs-full/solid/ellipsis-vertical.svg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D:/pasar_fix/node_modules/.bun/@fortawesome+fontawesome-free@7.2.0/node_modules/@fortawesome/fontawesome-free/svgs-full/solid/ellipsis.svg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D:/pasar_fix/node_modules/.bun/@fortawesome+fontawesome-free@7.2.0/node_modules/@fortawesome/fontawesome-free/svgs-full/solid/envelope-circle-check.svg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D:/pasar_fix/node_modules/.bun/@fortawesome+fontawesome-free@7.2.0/node_modules/@fortawesome/fontawesome-free/svgs-full/solid/envelope-open-text.svg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D:/pasar_fix/node_modules/.bun/@fortawesome+fontawesome-free@7.2.0/node_modules/@fortawesome/fontawesome-free/svgs-full/solid/envelope-open.svg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D:/pasar_fix/node_modules/.bun/@fortawesome+fontawesome-free@7.2.0/node_modules/@fortawesome/fontawesome-free/svgs-full/solid/envelope-square.svg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D:/pasar_fix/node_modules/.bun/@fortawesome+fontawesome-free@7.2.0/node_modules/@fortawesome/fontawesome-free/svgs-full/solid/envelope.svg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D:/pasar_fix/node_modules/.bun/@fortawesome+fontawesome-free@7.2.0/node_modules/@fortawesome/fontawesome-free/svgs-full/solid/envelopes-bulk.svg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D:/pasar_fix/node_modules/.bun/@fortawesome+fontawesome-free@7.2.0/node_modules/@fortawesome/fontawesome-free/svgs-full/solid/equals.svg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D:/pasar_fix/node_modules/.bun/@fortawesome+fontawesome-free@7.2.0/node_modules/@fortawesome/fontawesome-free/svgs-full/solid/eraser.svg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D:/pasar_fix/node_modules/.bun/@fortawesome+fontawesome-free@7.2.0/node_modules/@fortawesome/fontawesome-free/svgs-full/solid/ethernet.svg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D:/pasar_fix/node_modules/.bun/@fortawesome+fontawesome-free@7.2.0/node_modules/@fortawesome/fontawesome-free/svgs-full/solid/eur.svg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D:/pasar_fix/node_modules/.bun/@fortawesome+fontawesome-free@7.2.0/node_modules/@fortawesome/fontawesome-free/svgs-full/solid/euro-sign.svg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D:/pasar_fix/node_modules/.bun/@fortawesome+fontawesome-free@7.2.0/node_modules/@fortawesome/fontawesome-free/svgs-full/solid/euro.svg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D:/pasar_fix/node_modules/.bun/@fortawesome+fontawesome-free@7.2.0/node_modules/@fortawesome/fontawesome-free/svgs-full/solid/exchange-alt.svg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D:/pasar_fix/node_modules/.bun/@fortawesome+fontawesome-free@7.2.0/node_modules/@fortawesome/fontawesome-free/svgs-full/solid/exchange.svg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D:/pasar_fix/node_modules/.bun/@fortawesome+fontawesome-free@7.2.0/node_modules/@fortawesome/fontawesome-free/svgs-full/solid/exclamation-circle.svg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D:/pasar_fix/node_modules/.bun/@fortawesome+fontawesome-free@7.2.0/node_modules/@fortawesome/fontawesome-free/svgs-full/solid/exclamation-triangle.svg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D:/pasar_fix/node_modules/.bun/@fortawesome+fontawesome-free@7.2.0/node_modules/@fortawesome/fontawesome-free/svgs-full/solid/exclamation.svg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D:/pasar_fix/node_modules/.bun/@fortawesome+fontawesome-free@7.2.0/node_modules/@fortawesome/fontawesome-free/svgs-full/solid/expand-alt.svg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D:/pasar_fix/node_modules/.bun/@fortawesome+fontawesome-free@7.2.0/node_modules/@fortawesome/fontawesome-free/svgs-full/solid/expand-arrows-alt.svg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D:/pasar_fix/node_modules/.bun/@fortawesome+fontawesome-free@7.2.0/node_modules/@fortawesome/fontawesome-free/svgs-full/solid/expand.svg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D:/pasar_fix/node_modules/.bun/@fortawesome+fontawesome-free@7.2.0/node_modules/@fortawesome/fontawesome-free/svgs-full/solid/explosion.svg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D:/pasar_fix/node_modules/.bun/@fortawesome+fontawesome-free@7.2.0/node_modules/@fortawesome/fontawesome-free/svgs-full/solid/external-link-alt.svg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D:/pasar_fix/node_modules/.bun/@fortawesome+fontawesome-free@7.2.0/node_modules/@fortawesome/fontawesome-free/svgs-full/solid/external-link-square-alt.svg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D:/pasar_fix/node_modules/.bun/@fortawesome+fontawesome-free@7.2.0/node_modules/@fortawesome/fontawesome-free/svgs-full/solid/external-link-square.svg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D:/pasar_fix/node_modules/.bun/@fortawesome+fontawesome-free@7.2.0/node_modules/@fortawesome/fontawesome-free/svgs-full/solid/external-link.svg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D:/pasar_fix/node_modules/.bun/@fortawesome+fontawesome-free@7.2.0/node_modules/@fortawesome/fontawesome-free/svgs-full/solid/eye-dropper-empty.svg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D:/pasar_fix/node_modules/.bun/@fortawesome+fontawesome-free@7.2.0/node_modules/@fortawesome/fontawesome-free/svgs-full/solid/eye-dropper.svg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D:/pasar_fix/node_modules/.bun/@fortawesome+fontawesome-free@7.2.0/node_modules/@fortawesome/fontawesome-free/svgs-full/solid/eye-low-vision.svg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D:/pasar_fix/node_modules/.bun/@fortawesome+fontawesome-free@7.2.0/node_modules/@fortawesome/fontawesome-free/svgs-full/solid/eye-slash.svg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D:/pasar_fix/node_modules/.bun/@fortawesome+fontawesome-free@7.2.0/node_modules/@fortawesome/fontawesome-free/svgs-full/solid/eye.svg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D:/pasar_fix/node_modules/.bun/@fortawesome+fontawesome-free@7.2.0/node_modules/@fortawesome/fontawesome-free/svgs-full/solid/eyedropper.svg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D:/pasar_fix/node_modules/.bun/@fortawesome+fontawesome-free@7.2.0/node_modules/@fortawesome/fontawesome-free/svgs-full/solid/face-angry.svg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D:/pasar_fix/node_modules/.bun/@fortawesome+fontawesome-free@7.2.0/node_modules/@fortawesome/fontawesome-free/svgs-full/solid/face-dizzy.svg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D:/pasar_fix/node_modules/.bun/@fortawesome+fontawesome-free@7.2.0/node_modules/@fortawesome/fontawesome-free/svgs-full/solid/face-flushed.svg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D:/pasar_fix/node_modules/.bun/@fortawesome+fontawesome-free@7.2.0/node_modules/@fortawesome/fontawesome-free/svgs-full/solid/face-frown-open.svg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D:/pasar_fix/node_modules/.bun/@fortawesome+fontawesome-free@7.2.0/node_modules/@fortawesome/fontawesome-free/svgs-full/solid/face-frown.svg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D:/pasar_fix/node_modules/.bun/@fortawesome+fontawesome-free@7.2.0/node_modules/@fortawesome/fontawesome-free/svgs-full/solid/face-grimace.svg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D:/pasar_fix/node_modules/.bun/@fortawesome+fontawesome-free@7.2.0/node_modules/@fortawesome/fontawesome-free/svgs-full/solid/face-grin-beam-sweat.svg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D:/pasar_fix/node_modules/.bun/@fortawesome+fontawesome-free@7.2.0/node_modules/@fortawesome/fontawesome-free/svgs-full/solid/face-grin-beam.svg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D:/pasar_fix/node_modules/.bun/@fortawesome+fontawesome-free@7.2.0/node_modules/@fortawesome/fontawesome-free/svgs-full/solid/face-grin-hearts.svg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D:/pasar_fix/node_modules/.bun/@fortawesome+fontawesome-free@7.2.0/node_modules/@fortawesome/fontawesome-free/svgs-full/solid/face-grin-squint-tears.svg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D:/pasar_fix/node_modules/.bun/@fortawesome+fontawesome-free@7.2.0/node_modules/@fortawesome/fontawesome-free/svgs-full/solid/face-grin-squint.svg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D:/pasar_fix/node_modules/.bun/@fortawesome+fontawesome-free@7.2.0/node_modules/@fortawesome/fontawesome-free/svgs-full/solid/face-grin-stars.svg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D:/pasar_fix/node_modules/.bun/@fortawesome+fontawesome-free@7.2.0/node_modules/@fortawesome/fontawesome-free/svgs-full/solid/face-grin-tears.svg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D:/pasar_fix/node_modules/.bun/@fortawesome+fontawesome-free@7.2.0/node_modules/@fortawesome/fontawesome-free/svgs-full/solid/face-grin-tongue-squint.svg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D:/pasar_fix/node_modules/.bun/@fortawesome+fontawesome-free@7.2.0/node_modules/@fortawesome/fontawesome-free/svgs-full/solid/face-grin-tongue-wink.svg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D:/pasar_fix/node_modules/.bun/@fortawesome+fontawesome-free@7.2.0/node_modules/@fortawesome/fontawesome-free/svgs-full/solid/face-grin-tongue.svg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D:/pasar_fix/node_modules/.bun/@fortawesome+fontawesome-free@7.2.0/node_modules/@fortawesome/fontawesome-free/svgs-full/solid/face-grin-wide.svg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D:/pasar_fix/node_modules/.bun/@fortawesome+fontawesome-free@7.2.0/node_modules/@fortawesome/fontawesome-free/svgs-full/solid/face-grin-wink.svg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D:/pasar_fix/node_modules/.bun/@fortawesome+fontawesome-free@7.2.0/node_modules/@fortawesome/fontawesome-free/svgs-full/solid/face-grin.svg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D:/pasar_fix/node_modules/.bun/@fortawesome+fontawesome-free@7.2.0/node_modules/@fortawesome/fontawesome-free/svgs-full/solid/face-kiss-beam.svg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D:/pasar_fix/node_modules/.bun/@fortawesome+fontawesome-free@7.2.0/node_modules/@fortawesome/fontawesome-free/svgs-full/solid/face-kiss-wink-heart.svg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D:/pasar_fix/node_modules/.bun/@fortawesome+fontawesome-free@7.2.0/node_modules/@fortawesome/fontawesome-free/svgs-full/solid/face-kiss.svg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D:/pasar_fix/node_modules/.bun/@fortawesome+fontawesome-free@7.2.0/node_modules/@fortawesome/fontawesome-free/svgs-full/solid/face-laugh-beam.svg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D:/pasar_fix/node_modules/.bun/@fortawesome+fontawesome-free@7.2.0/node_modules/@fortawesome/fontawesome-free/svgs-full/solid/face-laugh-squint.svg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D:/pasar_fix/node_modules/.bun/@fortawesome+fontawesome-free@7.2.0/node_modules/@fortawesome/fontawesome-free/svgs-full/solid/face-laugh-wink.svg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D:/pasar_fix/node_modules/.bun/@fortawesome+fontawesome-free@7.2.0/node_modules/@fortawesome/fontawesome-free/svgs-full/solid/face-laugh.svg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D:/pasar_fix/node_modules/.bun/@fortawesome+fontawesome-free@7.2.0/node_modules/@fortawesome/fontawesome-free/svgs-full/solid/face-meh-blank.svg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D:/pasar_fix/node_modules/.bun/@fortawesome+fontawesome-free@7.2.0/node_modules/@fortawesome/fontawesome-free/svgs-full/solid/face-meh.svg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D:/pasar_fix/node_modules/.bun/@fortawesome+fontawesome-free@7.2.0/node_modules/@fortawesome/fontawesome-free/svgs-full/solid/face-rolling-eyes.svg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D:/pasar_fix/node_modules/.bun/@fortawesome+fontawesome-free@7.2.0/node_modules/@fortawesome/fontawesome-free/svgs-full/solid/face-sad-cry.svg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D:/pasar_fix/node_modules/.bun/@fortawesome+fontawesome-free@7.2.0/node_modules/@fortawesome/fontawesome-free/svgs-full/solid/face-sad-tear.svg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D:/pasar_fix/node_modules/.bun/@fortawesome+fontawesome-free@7.2.0/node_modules/@fortawesome/fontawesome-free/svgs-full/solid/face-smile-beam.svg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D:/pasar_fix/node_modules/.bun/@fortawesome+fontawesome-free@7.2.0/node_modules/@fortawesome/fontawesome-free/svgs-full/solid/face-smile-wink.svg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D:/pasar_fix/node_modules/.bun/@fortawesome+fontawesome-free@7.2.0/node_modules/@fortawesome/fontawesome-free/svgs-full/solid/face-smile.svg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D:/pasar_fix/node_modules/.bun/@fortawesome+fontawesome-free@7.2.0/node_modules/@fortawesome/fontawesome-free/svgs-full/solid/face-surprise.svg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D:/pasar_fix/node_modules/.bun/@fortawesome+fontawesome-free@7.2.0/node_modules/@fortawesome/fontawesome-free/svgs-full/solid/face-tired.svg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D:/pasar_fix/node_modules/.bun/@fortawesome+fontawesome-free@7.2.0/node_modules/@fortawesome/fontawesome-free/svgs-full/solid/fan.svg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D:/pasar_fix/node_modules/.bun/@fortawesome+fontawesome-free@7.2.0/node_modules/@fortawesome/fontawesome-free/svgs-full/solid/fast-backward.svg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D:/pasar_fix/node_modules/.bun/@fortawesome+fontawesome-free@7.2.0/node_modules/@fortawesome/fontawesome-free/svgs-full/solid/fast-forward.svg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D:/pasar_fix/node_modules/.bun/@fortawesome+fontawesome-free@7.2.0/node_modules/@fortawesome/fontawesome-free/svgs-full/solid/faucet-drip.svg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D:/pasar_fix/node_modules/.bun/@fortawesome+fontawesome-free@7.2.0/node_modules/@fortawesome/fontawesome-free/svgs-full/solid/faucet.svg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D:/pasar_fix/node_modules/.bun/@fortawesome+fontawesome-free@7.2.0/node_modules/@fortawesome/fontawesome-free/svgs-full/solid/fax.svg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D:/pasar_fix/node_modules/.bun/@fortawesome+fontawesome-free@7.2.0/node_modules/@fortawesome/fontawesome-free/svgs-full/solid/feather-alt.svg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D:/pasar_fix/node_modules/.bun/@fortawesome+fontawesome-free@7.2.0/node_modules/@fortawesome/fontawesome-free/svgs-full/solid/feather-pointed.svg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D:/pasar_fix/node_modules/.bun/@fortawesome+fontawesome-free@7.2.0/node_modules/@fortawesome/fontawesome-free/svgs-full/solid/feather.svg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D:/pasar_fix/node_modules/.bun/@fortawesome+fontawesome-free@7.2.0/node_modules/@fortawesome/fontawesome-free/svgs-full/solid/feed.svg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D:/pasar_fix/node_modules/.bun/@fortawesome+fontawesome-free@7.2.0/node_modules/@fortawesome/fontawesome-free/svgs-full/solid/female.svg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D:/pasar_fix/node_modules/.bun/@fortawesome+fontawesome-free@7.2.0/node_modules/@fortawesome/fontawesome-free/svgs-full/solid/ferry.svg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D:/pasar_fix/node_modules/.bun/@fortawesome+fontawesome-free@7.2.0/node_modules/@fortawesome/fontawesome-free/svgs-full/solid/fighter-jet.svg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D:/pasar_fix/node_modules/.bun/@fortawesome+fontawesome-free@7.2.0/node_modules/@fortawesome/fontawesome-free/svgs-full/solid/file-alt.svg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D:/pasar_fix/node_modules/.bun/@fortawesome+fontawesome-free@7.2.0/node_modules/@fortawesome/fontawesome-free/svgs-full/solid/file-archive.svg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D:/pasar_fix/node_modules/.bun/@fortawesome+fontawesome-free@7.2.0/node_modules/@fortawesome/fontawesome-free/svgs-full/solid/file-arrow-down.svg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D:/pasar_fix/node_modules/.bun/@fortawesome+fontawesome-free@7.2.0/node_modules/@fortawesome/fontawesome-free/svgs-full/solid/file-arrow-up.svg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D:/pasar_fix/node_modules/.bun/@fortawesome+fontawesome-free@7.2.0/node_modules/@fortawesome/fontawesome-free/svgs-full/solid/file-audio.svg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D:/pasar_fix/node_modules/.bun/@fortawesome+fontawesome-free@7.2.0/node_modules/@fortawesome/fontawesome-free/svgs-full/solid/file-circle-check.svg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D:/pasar_fix/node_modules/.bun/@fortawesome+fontawesome-free@7.2.0/node_modules/@fortawesome/fontawesome-free/svgs-full/solid/file-circle-exclamation.svg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D:/pasar_fix/node_modules/.bun/@fortawesome+fontawesome-free@7.2.0/node_modules/@fortawesome/fontawesome-free/svgs-full/solid/file-circle-minus.svg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D:/pasar_fix/node_modules/.bun/@fortawesome+fontawesome-free@7.2.0/node_modules/@fortawesome/fontawesome-free/svgs-full/solid/file-circle-plus.svg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D:/pasar_fix/node_modules/.bun/@fortawesome+fontawesome-free@7.2.0/node_modules/@fortawesome/fontawesome-free/svgs-full/solid/file-circle-question.svg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D:/pasar_fix/node_modules/.bun/@fortawesome+fontawesome-free@7.2.0/node_modules/@fortawesome/fontawesome-free/svgs-full/solid/file-circle-xmark.svg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D:/pasar_fix/node_modules/.bun/@fortawesome+fontawesome-free@7.2.0/node_modules/@fortawesome/fontawesome-free/svgs-full/solid/file-clipboard.svg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D:/pasar_fix/node_modules/.bun/@fortawesome+fontawesome-free@7.2.0/node_modules/@fortawesome/fontawesome-free/svgs-full/solid/file-code.svg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D:/pasar_fix/node_modules/.bun/@fortawesome+fontawesome-free@7.2.0/node_modules/@fortawesome/fontawesome-free/svgs-full/solid/file-contract.svg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D:/pasar_fix/node_modules/.bun/@fortawesome+fontawesome-free@7.2.0/node_modules/@fortawesome/fontawesome-free/svgs-full/solid/file-csv.svg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D:/pasar_fix/node_modules/.bun/@fortawesome+fontawesome-free@7.2.0/node_modules/@fortawesome/fontawesome-free/svgs-full/solid/file-download.svg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D:/pasar_fix/node_modules/.bun/@fortawesome+fontawesome-free@7.2.0/node_modules/@fortawesome/fontawesome-free/svgs-full/solid/file-edit.svg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D:/pasar_fix/node_modules/.bun/@fortawesome+fontawesome-free@7.2.0/node_modules/@fortawesome/fontawesome-free/svgs-full/solid/file-excel.svg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D:/pasar_fix/node_modules/.bun/@fortawesome+fontawesome-free@7.2.0/node_modules/@fortawesome/fontawesome-free/svgs-full/solid/file-export.svg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D:/pasar_fix/node_modules/.bun/@fortawesome+fontawesome-free@7.2.0/node_modules/@fortawesome/fontawesome-free/svgs-full/solid/file-fragment.svg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D:/pasar_fix/node_modules/.bun/@fortawesome+fontawesome-free@7.2.0/node_modules/@fortawesome/fontawesome-free/svgs-full/solid/file-half-dashed.svg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D:/pasar_fix/node_modules/.bun/@fortawesome+fontawesome-free@7.2.0/node_modules/@fortawesome/fontawesome-free/svgs-full/solid/file-image.svg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D:/pasar_fix/node_modules/.bun/@fortawesome+fontawesome-free@7.2.0/node_modules/@fortawesome/fontawesome-free/svgs-full/solid/file-import.svg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D:/pasar_fix/node_modules/.bun/@fortawesome+fontawesome-free@7.2.0/node_modules/@fortawesome/fontawesome-free/svgs-full/solid/file-invoice-dollar.svg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D:/pasar_fix/node_modules/.bun/@fortawesome+fontawesome-free@7.2.0/node_modules/@fortawesome/fontawesome-free/svgs-full/solid/file-invoice.svg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D:/pasar_fix/node_modules/.bun/@fortawesome+fontawesome-free@7.2.0/node_modules/@fortawesome/fontawesome-free/svgs-full/solid/file-lines.svg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D:/pasar_fix/node_modules/.bun/@fortawesome+fontawesome-free@7.2.0/node_modules/@fortawesome/fontawesome-free/svgs-full/solid/file-medical-alt.svg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D:/pasar_fix/node_modules/.bun/@fortawesome+fontawesome-free@7.2.0/node_modules/@fortawesome/fontawesome-free/svgs-full/solid/file-medical.svg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D:/pasar_fix/node_modules/.bun/@fortawesome+fontawesome-free@7.2.0/node_modules/@fortawesome/fontawesome-free/svgs-full/solid/file-pdf.svg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D:/pasar_fix/node_modules/.bun/@fortawesome+fontawesome-free@7.2.0/node_modules/@fortawesome/fontawesome-free/svgs-full/solid/file-pen.svg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D:/pasar_fix/node_modules/.bun/@fortawesome+fontawesome-free@7.2.0/node_modules/@fortawesome/fontawesome-free/svgs-full/solid/file-powerpoint.svg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D:/pasar_fix/node_modules/.bun/@fortawesome+fontawesome-free@7.2.0/node_modules/@fortawesome/fontawesome-free/svgs-full/solid/file-prescription.svg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D:/pasar_fix/node_modules/.bun/@fortawesome+fontawesome-free@7.2.0/node_modules/@fortawesome/fontawesome-free/svgs-full/solid/file-shield.svg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D:/pasar_fix/node_modules/.bun/@fortawesome+fontawesome-free@7.2.0/node_modules/@fortawesome/fontawesome-free/svgs-full/solid/file-signature.svg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D:/pasar_fix/node_modules/.bun/@fortawesome+fontawesome-free@7.2.0/node_modules/@fortawesome/fontawesome-free/svgs-full/solid/file-text.svg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D:/pasar_fix/node_modules/.bun/@fortawesome+fontawesome-free@7.2.0/node_modules/@fortawesome/fontawesome-free/svgs-full/solid/file-upload.svg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D:/pasar_fix/node_modules/.bun/@fortawesome+fontawesome-free@7.2.0/node_modules/@fortawesome/fontawesome-free/svgs-full/solid/file-video.svg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D:/pasar_fix/node_modules/.bun/@fortawesome+fontawesome-free@7.2.0/node_modules/@fortawesome/fontawesome-free/svgs-full/solid/file-waveform.svg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D:/pasar_fix/node_modules/.bun/@fortawesome+fontawesome-free@7.2.0/node_modules/@fortawesome/fontawesome-free/svgs-full/solid/file-word.svg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D:/pasar_fix/node_modules/.bun/@fortawesome+fontawesome-free@7.2.0/node_modules/@fortawesome/fontawesome-free/svgs-full/solid/file-zipper.svg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D:/pasar_fix/node_modules/.bun/@fortawesome+fontawesome-free@7.2.0/node_modules/@fortawesome/fontawesome-free/svgs-full/solid/file.svg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D:/pasar_fix/node_modules/.bun/@fortawesome+fontawesome-free@7.2.0/node_modules/@fortawesome/fontawesome-free/svgs-full/solid/fill-drip.svg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D:/pasar_fix/node_modules/.bun/@fortawesome+fontawesome-free@7.2.0/node_modules/@fortawesome/fontawesome-free/svgs-full/solid/fill.svg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D:/pasar_fix/node_modules/.bun/@fortawesome+fontawesome-free@7.2.0/node_modules/@fortawesome/fontawesome-free/svgs-full/solid/film-alt.svg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D:/pasar_fix/node_modules/.bun/@fortawesome+fontawesome-free@7.2.0/node_modules/@fortawesome/fontawesome-free/svgs-full/solid/film-simple.svg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D:/pasar_fix/node_modules/.bun/@fortawesome+fontawesome-free@7.2.0/node_modules/@fortawesome/fontawesome-free/svgs-full/solid/film.svg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D:/pasar_fix/node_modules/.bun/@fortawesome+fontawesome-free@7.2.0/node_modules/@fortawesome/fontawesome-free/svgs-full/solid/filter-circle-dollar.svg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D:/pasar_fix/node_modules/.bun/@fortawesome+fontawesome-free@7.2.0/node_modules/@fortawesome/fontawesome-free/svgs-full/solid/filter-circle-xmark.svg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D:/pasar_fix/node_modules/.bun/@fortawesome+fontawesome-free@7.2.0/node_modules/@fortawesome/fontawesome-free/svgs-full/solid/filter.svg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D:/pasar_fix/node_modules/.bun/@fortawesome+fontawesome-free@7.2.0/node_modules/@fortawesome/fontawesome-free/svgs-full/solid/fingerprint.svg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D:/pasar_fix/node_modules/.bun/@fortawesome+fontawesome-free@7.2.0/node_modules/@fortawesome/fontawesome-free/svgs-full/solid/fire-alt.svg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D:/pasar_fix/node_modules/.bun/@fortawesome+fontawesome-free@7.2.0/node_modules/@fortawesome/fontawesome-free/svgs-full/solid/fire-burner.svg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D:/pasar_fix/node_modules/.bun/@fortawesome+fontawesome-free@7.2.0/node_modules/@fortawesome/fontawesome-free/svgs-full/solid/fire-extinguisher.svg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D:/pasar_fix/node_modules/.bun/@fortawesome+fontawesome-free@7.2.0/node_modules/@fortawesome/fontawesome-free/svgs-full/solid/fire-flame-curved.svg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D:/pasar_fix/node_modules/.bun/@fortawesome+fontawesome-free@7.2.0/node_modules/@fortawesome/fontawesome-free/svgs-full/solid/fire-flame-simple.svg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D:/pasar_fix/node_modules/.bun/@fortawesome+fontawesome-free@7.2.0/node_modules/@fortawesome/fontawesome-free/svgs-full/solid/fire.svg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D:/pasar_fix/node_modules/.bun/@fortawesome+fontawesome-free@7.2.0/node_modules/@fortawesome/fontawesome-free/svgs-full/solid/first-aid.svg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D:/pasar_fix/node_modules/.bun/@fortawesome+fontawesome-free@7.2.0/node_modules/@fortawesome/fontawesome-free/svgs-full/solid/fish-fins.svg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D:/pasar_fix/node_modules/.bun/@fortawesome+fontawesome-free@7.2.0/node_modules/@fortawesome/fontawesome-free/svgs-full/solid/fish.svg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D:/pasar_fix/node_modules/.bun/@fortawesome+fontawesome-free@7.2.0/node_modules/@fortawesome/fontawesome-free/svgs-full/solid/fist-raised.svg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D:/pasar_fix/node_modules/.bun/@fortawesome+fontawesome-free@7.2.0/node_modules/@fortawesome/fontawesome-free/svgs-full/solid/flag-checkered.svg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D:/pasar_fix/node_modules/.bun/@fortawesome+fontawesome-free@7.2.0/node_modules/@fortawesome/fontawesome-free/svgs-full/solid/flag-usa.svg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D:/pasar_fix/node_modules/.bun/@fortawesome+fontawesome-free@7.2.0/node_modules/@fortawesome/fontawesome-free/svgs-full/solid/flag.svg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D:/pasar_fix/node_modules/.bun/@fortawesome+fontawesome-free@7.2.0/node_modules/@fortawesome/fontawesome-free/svgs-full/solid/flask-vial.svg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D:/pasar_fix/node_modules/.bun/@fortawesome+fontawesome-free@7.2.0/node_modules/@fortawesome/fontawesome-free/svgs-full/solid/flask.svg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D:/pasar_fix/node_modules/.bun/@fortawesome+fontawesome-free@7.2.0/node_modules/@fortawesome/fontawesome-free/svgs-full/solid/floppy-disk.svg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D:/pasar_fix/node_modules/.bun/@fortawesome+fontawesome-free@7.2.0/node_modules/@fortawesome/fontawesome-free/svgs-full/solid/florin-sign.svg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D:/pasar_fix/node_modules/.bun/@fortawesome+fontawesome-free@7.2.0/node_modules/@fortawesome/fontawesome-free/svgs-full/solid/flushed.svg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D:/pasar_fix/node_modules/.bun/@fortawesome+fontawesome-free@7.2.0/node_modules/@fortawesome/fontawesome-free/svgs-full/solid/folder-blank.svg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D:/pasar_fix/node_modules/.bun/@fortawesome+fontawesome-free@7.2.0/node_modules/@fortawesome/fontawesome-free/svgs-full/solid/folder-closed.svg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D:/pasar_fix/node_modules/.bun/@fortawesome+fontawesome-free@7.2.0/node_modules/@fortawesome/fontawesome-free/svgs-full/solid/folder-minus.svg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D:/pasar_fix/node_modules/.bun/@fortawesome+fontawesome-free@7.2.0/node_modules/@fortawesome/fontawesome-free/svgs-full/solid/folder-open.svg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D:/pasar_fix/node_modules/.bun/@fortawesome+fontawesome-free@7.2.0/node_modules/@fortawesome/fontawesome-free/svgs-full/solid/folder-plus.svg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D:/pasar_fix/node_modules/.bun/@fortawesome+fontawesome-free@7.2.0/node_modules/@fortawesome/fontawesome-free/svgs-full/solid/folder-tree.svg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D:/pasar_fix/node_modules/.bun/@fortawesome+fontawesome-free@7.2.0/node_modules/@fortawesome/fontawesome-free/svgs-full/solid/folder.svg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D:/pasar_fix/node_modules/.bun/@fortawesome+fontawesome-free@7.2.0/node_modules/@fortawesome/fontawesome-free/svgs-full/solid/font-awesome-flag.svg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D:/pasar_fix/node_modules/.bun/@fortawesome+fontawesome-free@7.2.0/node_modules/@fortawesome/fontawesome-free/svgs-full/solid/font-awesome-logo-full.svg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D:/pasar_fix/node_modules/.bun/@fortawesome+fontawesome-free@7.2.0/node_modules/@fortawesome/fontawesome-free/svgs-full/solid/font-awesome.svg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D:/pasar_fix/node_modules/.bun/@fortawesome+fontawesome-free@7.2.0/node_modules/@fortawesome/fontawesome-free/svgs-full/solid/font.svg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D:/pasar_fix/node_modules/.bun/@fortawesome+fontawesome-free@7.2.0/node_modules/@fortawesome/fontawesome-free/svgs-full/solid/football-ball.svg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D:/pasar_fix/node_modules/.bun/@fortawesome+fontawesome-free@7.2.0/node_modules/@fortawesome/fontawesome-free/svgs-full/solid/football.svg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D:/pasar_fix/node_modules/.bun/@fortawesome+fontawesome-free@7.2.0/node_modules/@fortawesome/fontawesome-free/svgs-full/solid/forward-fast.svg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D:/pasar_fix/node_modules/.bun/@fortawesome+fontawesome-free@7.2.0/node_modules/@fortawesome/fontawesome-free/svgs-full/solid/forward-step.svg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D:/pasar_fix/node_modules/.bun/@fortawesome+fontawesome-free@7.2.0/node_modules/@fortawesome/fontawesome-free/svgs-full/solid/forward.svg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D:/pasar_fix/node_modules/.bun/@fortawesome+fontawesome-free@7.2.0/node_modules/@fortawesome/fontawesome-free/svgs-full/solid/franc-sign.svg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D:/pasar_fix/node_modules/.bun/@fortawesome+fontawesome-free@7.2.0/node_modules/@fortawesome/fontawesome-free/svgs-full/solid/frog.svg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D:/pasar_fix/node_modules/.bun/@fortawesome+fontawesome-free@7.2.0/node_modules/@fortawesome/fontawesome-free/svgs-full/solid/frown-open.svg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D:/pasar_fix/node_modules/.bun/@fortawesome+fontawesome-free@7.2.0/node_modules/@fortawesome/fontawesome-free/svgs-full/solid/frown.svg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D:/pasar_fix/node_modules/.bun/@fortawesome+fontawesome-free@7.2.0/node_modules/@fortawesome/fontawesome-free/svgs-full/solid/funnel-dollar.svg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D:/pasar_fix/node_modules/.bun/@fortawesome+fontawesome-free@7.2.0/node_modules/@fortawesome/fontawesome-free/svgs-full/solid/futbol-ball.svg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D:/pasar_fix/node_modules/.bun/@fortawesome+fontawesome-free@7.2.0/node_modules/@fortawesome/fontawesome-free/svgs-full/solid/futbol.svg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D:/pasar_fix/node_modules/.bun/@fortawesome+fontawesome-free@7.2.0/node_modules/@fortawesome/fontawesome-free/svgs-full/solid/gamepad.svg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D:/pasar_fix/node_modules/.bun/@fortawesome+fontawesome-free@7.2.0/node_modules/@fortawesome/fontawesome-free/svgs-full/solid/gas-pump.svg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D:/pasar_fix/node_modules/.bun/@fortawesome+fontawesome-free@7.2.0/node_modules/@fortawesome/fontawesome-free/svgs-full/solid/gauge-high.svg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D:/pasar_fix/node_modules/.bun/@fortawesome+fontawesome-free@7.2.0/node_modules/@fortawesome/fontawesome-free/svgs-full/solid/gauge-med.svg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D:/pasar_fix/node_modules/.bun/@fortawesome+fontawesome-free@7.2.0/node_modules/@fortawesome/fontawesome-free/svgs-full/solid/gauge-simple-high.svg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D:/pasar_fix/node_modules/.bun/@fortawesome+fontawesome-free@7.2.0/node_modules/@fortawesome/fontawesome-free/svgs-full/solid/gauge-simple-med.svg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D:/pasar_fix/node_modules/.bun/@fortawesome+fontawesome-free@7.2.0/node_modules/@fortawesome/fontawesome-free/svgs-full/solid/gauge-simple.svg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D:/pasar_fix/node_modules/.bun/@fortawesome+fontawesome-free@7.2.0/node_modules/@fortawesome/fontawesome-free/svgs-full/solid/gauge.svg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D:/pasar_fix/node_modules/.bun/@fortawesome+fontawesome-free@7.2.0/node_modules/@fortawesome/fontawesome-free/svgs-full/solid/gavel.svg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D:/pasar_fix/node_modules/.bun/@fortawesome+fontawesome-free@7.2.0/node_modules/@fortawesome/fontawesome-free/svgs-full/solid/gbp.svg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D:/pasar_fix/node_modules/.bun/@fortawesome+fontawesome-free@7.2.0/node_modules/@fortawesome/fontawesome-free/svgs-full/solid/gear.svg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D:/pasar_fix/node_modules/.bun/@fortawesome+fontawesome-free@7.2.0/node_modules/@fortawesome/fontawesome-free/svgs-full/solid/gears.svg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D:/pasar_fix/node_modules/.bun/@fortawesome+fontawesome-free@7.2.0/node_modules/@fortawesome/fontawesome-free/svgs-full/solid/gem.svg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D:/pasar_fix/node_modules/.bun/@fortawesome+fontawesome-free@7.2.0/node_modules/@fortawesome/fontawesome-free/svgs-full/solid/gemini.svg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D:/pasar_fix/node_modules/.bun/@fortawesome+fontawesome-free@7.2.0/node_modules/@fortawesome/fontawesome-free/svgs-full/solid/genderless.svg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D:/pasar_fix/node_modules/.bun/@fortawesome+fontawesome-free@7.2.0/node_modules/@fortawesome/fontawesome-free/svgs-full/solid/ghost.svg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D:/pasar_fix/node_modules/.bun/@fortawesome+fontawesome-free@7.2.0/node_modules/@fortawesome/fontawesome-free/svgs-full/solid/gift.svg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D:/pasar_fix/node_modules/.bun/@fortawesome+fontawesome-free@7.2.0/node_modules/@fortawesome/fontawesome-free/svgs-full/solid/gifts.svg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D:/pasar_fix/node_modules/.bun/@fortawesome+fontawesome-free@7.2.0/node_modules/@fortawesome/fontawesome-free/svgs-full/solid/glass-cheers.svg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D:/pasar_fix/node_modules/.bun/@fortawesome+fontawesome-free@7.2.0/node_modules/@fortawesome/fontawesome-free/svgs-full/solid/glass-martini-alt.svg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D:/pasar_fix/node_modules/.bun/@fortawesome+fontawesome-free@7.2.0/node_modules/@fortawesome/fontawesome-free/svgs-full/solid/glass-martini.svg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D:/pasar_fix/node_modules/.bun/@fortawesome+fontawesome-free@7.2.0/node_modules/@fortawesome/fontawesome-free/svgs-full/solid/glass-water-droplet.svg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D:/pasar_fix/node_modules/.bun/@fortawesome+fontawesome-free@7.2.0/node_modules/@fortawesome/fontawesome-free/svgs-full/solid/glass-water.svg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D:/pasar_fix/node_modules/.bun/@fortawesome+fontawesome-free@7.2.0/node_modules/@fortawesome/fontawesome-free/svgs-full/solid/glass-whiskey.svg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D:/pasar_fix/node_modules/.bun/@fortawesome+fontawesome-free@7.2.0/node_modules/@fortawesome/fontawesome-free/svgs-full/solid/glasses.svg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D:/pasar_fix/node_modules/.bun/@fortawesome+fontawesome-free@7.2.0/node_modules/@fortawesome/fontawesome-free/svgs-full/solid/globe-africa.svg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D:/pasar_fix/node_modules/.bun/@fortawesome+fontawesome-free@7.2.0/node_modules/@fortawesome/fontawesome-free/svgs-full/solid/globe-americas.svg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D:/pasar_fix/node_modules/.bun/@fortawesome+fontawesome-free@7.2.0/node_modules/@fortawesome/fontawesome-free/svgs-full/solid/globe-asia.svg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D:/pasar_fix/node_modules/.bun/@fortawesome+fontawesome-free@7.2.0/node_modules/@fortawesome/fontawesome-free/svgs-full/solid/globe-europe.svg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D:/pasar_fix/node_modules/.bun/@fortawesome+fontawesome-free@7.2.0/node_modules/@fortawesome/fontawesome-free/svgs-full/solid/globe-oceania.svg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D:/pasar_fix/node_modules/.bun/@fortawesome+fontawesome-free@7.2.0/node_modules/@fortawesome/fontawesome-free/svgs-full/solid/globe.svg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D:/pasar_fix/node_modules/.bun/@fortawesome+fontawesome-free@7.2.0/node_modules/@fortawesome/fontawesome-free/svgs-full/solid/golf-ball-tee.svg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D:/pasar_fix/node_modules/.bun/@fortawesome+fontawesome-free@7.2.0/node_modules/@fortawesome/fontawesome-free/svgs-full/solid/golf-ball.svg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D:/pasar_fix/node_modules/.bun/@fortawesome+fontawesome-free@7.2.0/node_modules/@fortawesome/fontawesome-free/svgs-full/solid/gopuram.svg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D:/pasar_fix/node_modules/.bun/@fortawesome+fontawesome-free@7.2.0/node_modules/@fortawesome/fontawesome-free/svgs-full/solid/graduation-cap.svg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D:/pasar_fix/node_modules/.bun/@fortawesome+fontawesome-free@7.2.0/node_modules/@fortawesome/fontawesome-free/svgs-full/solid/greater-than-equal.svg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D:/pasar_fix/node_modules/.bun/@fortawesome+fontawesome-free@7.2.0/node_modules/@fortawesome/fontawesome-free/svgs-full/solid/greater-than.svg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D:/pasar_fix/node_modules/.bun/@fortawesome+fontawesome-free@7.2.0/node_modules/@fortawesome/fontawesome-free/svgs-full/solid/grid-horizontal.svg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D:/pasar_fix/node_modules/.bun/@fortawesome+fontawesome-free@7.2.0/node_modules/@fortawesome/fontawesome-free/svgs-full/solid/grid-vertical.svg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D:/pasar_fix/node_modules/.bun/@fortawesome+fontawesome-free@7.2.0/node_modules/@fortawesome/fontawesome-free/svgs-full/solid/grimace.svg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D:/pasar_fix/node_modules/.bun/@fortawesome+fontawesome-free@7.2.0/node_modules/@fortawesome/fontawesome-free/svgs-full/solid/grin-alt.svg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D:/pasar_fix/node_modules/.bun/@fortawesome+fontawesome-free@7.2.0/node_modules/@fortawesome/fontawesome-free/svgs-full/solid/grin-beam-sweat.svg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D:/pasar_fix/node_modules/.bun/@fortawesome+fontawesome-free@7.2.0/node_modules/@fortawesome/fontawesome-free/svgs-full/solid/grin-beam.svg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D:/pasar_fix/node_modules/.bun/@fortawesome+fontawesome-free@7.2.0/node_modules/@fortawesome/fontawesome-free/svgs-full/solid/grin-hearts.svg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D:/pasar_fix/node_modules/.bun/@fortawesome+fontawesome-free@7.2.0/node_modules/@fortawesome/fontawesome-free/svgs-full/solid/grin-squint-tears.svg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D:/pasar_fix/node_modules/.bun/@fortawesome+fontawesome-free@7.2.0/node_modules/@fortawesome/fontawesome-free/svgs-full/solid/grin-squint.svg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D:/pasar_fix/node_modules/.bun/@fortawesome+fontawesome-free@7.2.0/node_modules/@fortawesome/fontawesome-free/svgs-full/solid/grin-stars.svg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D:/pasar_fix/node_modules/.bun/@fortawesome+fontawesome-free@7.2.0/node_modules/@fortawesome/fontawesome-free/svgs-full/solid/grin-tears.svg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D:/pasar_fix/node_modules/.bun/@fortawesome+fontawesome-free@7.2.0/node_modules/@fortawesome/fontawesome-free/svgs-full/solid/grin-tongue-squint.svg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D:/pasar_fix/node_modules/.bun/@fortawesome+fontawesome-free@7.2.0/node_modules/@fortawesome/fontawesome-free/svgs-full/solid/grin-tongue-wink.svg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D:/pasar_fix/node_modules/.bun/@fortawesome+fontawesome-free@7.2.0/node_modules/@fortawesome/fontawesome-free/svgs-full/solid/grin-tongue.svg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D:/pasar_fix/node_modules/.bun/@fortawesome+fontawesome-free@7.2.0/node_modules/@fortawesome/fontawesome-free/svgs-full/solid/grin-wink.svg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D:/pasar_fix/node_modules/.bun/@fortawesome+fontawesome-free@7.2.0/node_modules/@fortawesome/fontawesome-free/svgs-full/solid/grin.svg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D:/pasar_fix/node_modules/.bun/@fortawesome+fontawesome-free@7.2.0/node_modules/@fortawesome/fontawesome-free/svgs-full/solid/grip-horizontal.svg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D:/pasar_fix/node_modules/.bun/@fortawesome+fontawesome-free@7.2.0/node_modules/@fortawesome/fontawesome-free/svgs-full/solid/grip-lines-vertical.svg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D:/pasar_fix/node_modules/.bun/@fortawesome+fontawesome-free@7.2.0/node_modules/@fortawesome/fontawesome-free/svgs-full/solid/grip-lines.svg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D:/pasar_fix/node_modules/.bun/@fortawesome+fontawesome-free@7.2.0/node_modules/@fortawesome/fontawesome-free/svgs-full/solid/grip-vertical.svg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D:/pasar_fix/node_modules/.bun/@fortawesome+fontawesome-free@7.2.0/node_modules/@fortawesome/fontawesome-free/svgs-full/solid/grip.svg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D:/pasar_fix/node_modules/.bun/@fortawesome+fontawesome-free@7.2.0/node_modules/@fortawesome/fontawesome-free/svgs-full/solid/group-arrows-rotate.svg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D:/pasar_fix/node_modules/.bun/@fortawesome+fontawesome-free@7.2.0/node_modules/@fortawesome/fontawesome-free/svgs-full/solid/guarani-sign.svg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D:/pasar_fix/node_modules/.bun/@fortawesome+fontawesome-free@7.2.0/node_modules/@fortawesome/fontawesome-free/svgs-full/solid/guitar.svg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D:/pasar_fix/node_modules/.bun/@fortawesome+fontawesome-free@7.2.0/node_modules/@fortawesome/fontawesome-free/svgs-full/solid/gun.svg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D:/pasar_fix/node_modules/.bun/@fortawesome+fontawesome-free@7.2.0/node_modules/@fortawesome/fontawesome-free/svgs-full/solid/hamburger.svg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D:/pasar_fix/node_modules/.bun/@fortawesome+fontawesome-free@7.2.0/node_modules/@fortawesome/fontawesome-free/svgs-full/solid/hammer.svg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D:/pasar_fix/node_modules/.bun/@fortawesome+fontawesome-free@7.2.0/node_modules/@fortawesome/fontawesome-free/svgs-full/solid/hamsa.svg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D:/pasar_fix/node_modules/.bun/@fortawesome+fontawesome-free@7.2.0/node_modules/@fortawesome/fontawesome-free/svgs-full/solid/hand-back-fist.svg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D:/pasar_fix/node_modules/.bun/@fortawesome+fontawesome-free@7.2.0/node_modules/@fortawesome/fontawesome-free/svgs-full/solid/hand-dots.svg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D:/pasar_fix/node_modules/.bun/@fortawesome+fontawesome-free@7.2.0/node_modules/@fortawesome/fontawesome-free/svgs-full/solid/hand-fist.svg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D:/pasar_fix/node_modules/.bun/@fortawesome+fontawesome-free@7.2.0/node_modules/@fortawesome/fontawesome-free/svgs-full/solid/hand-holding-dollar.svg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D:/pasar_fix/node_modules/.bun/@fortawesome+fontawesome-free@7.2.0/node_modules/@fortawesome/fontawesome-free/svgs-full/solid/hand-holding-droplet.svg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D:/pasar_fix/node_modules/.bun/@fortawesome+fontawesome-free@7.2.0/node_modules/@fortawesome/fontawesome-free/svgs-full/solid/hand-holding-hand.svg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D:/pasar_fix/node_modules/.bun/@fortawesome+fontawesome-free@7.2.0/node_modules/@fortawesome/fontawesome-free/svgs-full/solid/hand-holding-heart.svg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D:/pasar_fix/node_modules/.bun/@fortawesome+fontawesome-free@7.2.0/node_modules/@fortawesome/fontawesome-free/svgs-full/solid/hand-holding-medical.svg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D:/pasar_fix/node_modules/.bun/@fortawesome+fontawesome-free@7.2.0/node_modules/@fortawesome/fontawesome-free/svgs-full/solid/hand-holding-usd.svg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D:/pasar_fix/node_modules/.bun/@fortawesome+fontawesome-free@7.2.0/node_modules/@fortawesome/fontawesome-free/svgs-full/solid/hand-holding-water.svg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D:/pasar_fix/node_modules/.bun/@fortawesome+fontawesome-free@7.2.0/node_modules/@fortawesome/fontawesome-free/svgs-full/solid/hand-holding.svg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D:/pasar_fix/node_modules/.bun/@fortawesome+fontawesome-free@7.2.0/node_modules/@fortawesome/fontawesome-free/svgs-full/solid/hand-lizard.svg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D:/pasar_fix/node_modules/.bun/@fortawesome+fontawesome-free@7.2.0/node_modules/@fortawesome/fontawesome-free/svgs-full/solid/hand-middle-finger.svg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D:/pasar_fix/node_modules/.bun/@fortawesome+fontawesome-free@7.2.0/node_modules/@fortawesome/fontawesome-free/svgs-full/solid/hand-paper.svg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D:/pasar_fix/node_modules/.bun/@fortawesome+fontawesome-free@7.2.0/node_modules/@fortawesome/fontawesome-free/svgs-full/solid/hand-peace.svg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D:/pasar_fix/node_modules/.bun/@fortawesome+fontawesome-free@7.2.0/node_modules/@fortawesome/fontawesome-free/svgs-full/solid/hand-point-down.svg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D:/pasar_fix/node_modules/.bun/@fortawesome+fontawesome-free@7.2.0/node_modules/@fortawesome/fontawesome-free/svgs-full/solid/hand-point-left.svg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D:/pasar_fix/node_modules/.bun/@fortawesome+fontawesome-free@7.2.0/node_modules/@fortawesome/fontawesome-free/svgs-full/solid/hand-point-right.svg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D:/pasar_fix/node_modules/.bun/@fortawesome+fontawesome-free@7.2.0/node_modules/@fortawesome/fontawesome-free/svgs-full/solid/hand-point-up.svg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D:/pasar_fix/node_modules/.bun/@fortawesome+fontawesome-free@7.2.0/node_modules/@fortawesome/fontawesome-free/svgs-full/solid/hand-pointer.svg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D:/pasar_fix/node_modules/.bun/@fortawesome+fontawesome-free@7.2.0/node_modules/@fortawesome/fontawesome-free/svgs-full/solid/hand-rock.svg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D:/pasar_fix/node_modules/.bun/@fortawesome+fontawesome-free@7.2.0/node_modules/@fortawesome/fontawesome-free/svgs-full/solid/hand-scissors.svg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D:/pasar_fix/node_modules/.bun/@fortawesome+fontawesome-free@7.2.0/node_modules/@fortawesome/fontawesome-free/svgs-full/solid/hand-sparkles.svg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D:/pasar_fix/node_modules/.bun/@fortawesome+fontawesome-free@7.2.0/node_modules/@fortawesome/fontawesome-free/svgs-full/solid/hand-spock.svg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D:/pasar_fix/node_modules/.bun/@fortawesome+fontawesome-free@7.2.0/node_modules/@fortawesome/fontawesome-free/svgs-full/solid/hand.svg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D:/pasar_fix/node_modules/.bun/@fortawesome+fontawesome-free@7.2.0/node_modules/@fortawesome/fontawesome-free/svgs-full/solid/handcuffs.svg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D:/pasar_fix/node_modules/.bun/@fortawesome+fontawesome-free@7.2.0/node_modules/@fortawesome/fontawesome-free/svgs-full/solid/hands-american-sign-language-interpreting.svg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D:/pasar_fix/node_modules/.bun/@fortawesome+fontawesome-free@7.2.0/node_modules/@fortawesome/fontawesome-free/svgs-full/solid/hands-asl-interpreting.svg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D:/pasar_fix/node_modules/.bun/@fortawesome+fontawesome-free@7.2.0/node_modules/@fortawesome/fontawesome-free/svgs-full/solid/hands-bound.svg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D:/pasar_fix/node_modules/.bun/@fortawesome+fontawesome-free@7.2.0/node_modules/@fortawesome/fontawesome-free/svgs-full/solid/hands-bubbles.svg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D:/pasar_fix/node_modules/.bun/@fortawesome+fontawesome-free@7.2.0/node_modules/@fortawesome/fontawesome-free/svgs-full/solid/hands-clapping.svg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D:/pasar_fix/node_modules/.bun/@fortawesome+fontawesome-free@7.2.0/node_modules/@fortawesome/fontawesome-free/svgs-full/solid/hands-helping.svg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D:/pasar_fix/node_modules/.bun/@fortawesome+fontawesome-free@7.2.0/node_modules/@fortawesome/fontawesome-free/svgs-full/solid/hands-holding-child.svg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D:/pasar_fix/node_modules/.bun/@fortawesome+fontawesome-free@7.2.0/node_modules/@fortawesome/fontawesome-free/svgs-full/solid/hands-holding-circle.svg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D:/pasar_fix/node_modules/.bun/@fortawesome+fontawesome-free@7.2.0/node_modules/@fortawesome/fontawesome-free/svgs-full/solid/hands-holding.svg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D:/pasar_fix/node_modules/.bun/@fortawesome+fontawesome-free@7.2.0/node_modules/@fortawesome/fontawesome-free/svgs-full/solid/hands-praying.svg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D:/pasar_fix/node_modules/.bun/@fortawesome+fontawesome-free@7.2.0/node_modules/@fortawesome/fontawesome-free/svgs-full/solid/hands-wash.svg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D:/pasar_fix/node_modules/.bun/@fortawesome+fontawesome-free@7.2.0/node_modules/@fortawesome/fontawesome-free/svgs-full/solid/hands.svg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D:/pasar_fix/node_modules/.bun/@fortawesome+fontawesome-free@7.2.0/node_modules/@fortawesome/fontawesome-free/svgs-full/solid/handshake-alt-slash.svg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D:/pasar_fix/node_modules/.bun/@fortawesome+fontawesome-free@7.2.0/node_modules/@fortawesome/fontawesome-free/svgs-full/solid/handshake-alt.svg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D:/pasar_fix/node_modules/.bun/@fortawesome+fontawesome-free@7.2.0/node_modules/@fortawesome/fontawesome-free/svgs-full/solid/handshake-angle.svg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D:/pasar_fix/node_modules/.bun/@fortawesome+fontawesome-free@7.2.0/node_modules/@fortawesome/fontawesome-free/svgs-full/solid/handshake-simple-slash.svg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D:/pasar_fix/node_modules/.bun/@fortawesome+fontawesome-free@7.2.0/node_modules/@fortawesome/fontawesome-free/svgs-full/solid/handshake-simple.svg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D:/pasar_fix/node_modules/.bun/@fortawesome+fontawesome-free@7.2.0/node_modules/@fortawesome/fontawesome-free/svgs-full/solid/handshake-slash.svg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D:/pasar_fix/node_modules/.bun/@fortawesome+fontawesome-free@7.2.0/node_modules/@fortawesome/fontawesome-free/svgs-full/solid/handshake.svg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D:/pasar_fix/node_modules/.bun/@fortawesome+fontawesome-free@7.2.0/node_modules/@fortawesome/fontawesome-free/svgs-full/solid/hanukiah.svg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D:/pasar_fix/node_modules/.bun/@fortawesome+fontawesome-free@7.2.0/node_modules/@fortawesome/fontawesome-free/svgs-full/solid/hard-drive.svg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D:/pasar_fix/node_modules/.bun/@fortawesome+fontawesome-free@7.2.0/node_modules/@fortawesome/fontawesome-free/svgs-full/solid/hard-hat.svg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D:/pasar_fix/node_modules/.bun/@fortawesome+fontawesome-free@7.2.0/node_modules/@fortawesome/fontawesome-free/svgs-full/solid/hard-of-hearing.svg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D:/pasar_fix/node_modules/.bun/@fortawesome+fontawesome-free@7.2.0/node_modules/@fortawesome/fontawesome-free/svgs-full/solid/hashtag.svg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D:/pasar_fix/node_modules/.bun/@fortawesome+fontawesome-free@7.2.0/node_modules/@fortawesome/fontawesome-free/svgs-full/solid/hat-cowboy-side.svg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D:/pasar_fix/node_modules/.bun/@fortawesome+fontawesome-free@7.2.0/node_modules/@fortawesome/fontawesome-free/svgs-full/solid/hat-cowboy.svg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D:/pasar_fix/node_modules/.bun/@fortawesome+fontawesome-free@7.2.0/node_modules/@fortawesome/fontawesome-free/svgs-full/solid/hat-hard.svg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D:/pasar_fix/node_modules/.bun/@fortawesome+fontawesome-free@7.2.0/node_modules/@fortawesome/fontawesome-free/svgs-full/solid/hat-wizard.svg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D:/pasar_fix/node_modules/.bun/@fortawesome+fontawesome-free@7.2.0/node_modules/@fortawesome/fontawesome-free/svgs-full/solid/haykal.svg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D:/pasar_fix/node_modules/.bun/@fortawesome+fontawesome-free@7.2.0/node_modules/@fortawesome/fontawesome-free/svgs-full/solid/hdd.svg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D:/pasar_fix/node_modules/.bun/@fortawesome+fontawesome-free@7.2.0/node_modules/@fortawesome/fontawesome-free/svgs-full/solid/head-side-cough-slash.svg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D:/pasar_fix/node_modules/.bun/@fortawesome+fontawesome-free@7.2.0/node_modules/@fortawesome/fontawesome-free/svgs-full/solid/head-side-cough.svg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D:/pasar_fix/node_modules/.bun/@fortawesome+fontawesome-free@7.2.0/node_modules/@fortawesome/fontawesome-free/svgs-full/solid/head-side-mask.svg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D:/pasar_fix/node_modules/.bun/@fortawesome+fontawesome-free@7.2.0/node_modules/@fortawesome/fontawesome-free/svgs-full/solid/head-side-virus.svg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D:/pasar_fix/node_modules/.bun/@fortawesome+fontawesome-free@7.2.0/node_modules/@fortawesome/fontawesome-free/svgs-full/solid/header.svg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D:/pasar_fix/node_modules/.bun/@fortawesome+fontawesome-free@7.2.0/node_modules/@fortawesome/fontawesome-free/svgs-full/solid/heading.svg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D:/pasar_fix/node_modules/.bun/@fortawesome+fontawesome-free@7.2.0/node_modules/@fortawesome/fontawesome-free/svgs-full/solid/headphones-alt.svg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D:/pasar_fix/node_modules/.bun/@fortawesome+fontawesome-free@7.2.0/node_modules/@fortawesome/fontawesome-free/svgs-full/solid/headphones-simple.svg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D:/pasar_fix/node_modules/.bun/@fortawesome+fontawesome-free@7.2.0/node_modules/@fortawesome/fontawesome-free/svgs-full/solid/headphones.svg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D:/pasar_fix/node_modules/.bun/@fortawesome+fontawesome-free@7.2.0/node_modules/@fortawesome/fontawesome-free/svgs-full/solid/headset.svg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D:/pasar_fix/node_modules/.bun/@fortawesome+fontawesome-free@7.2.0/node_modules/@fortawesome/fontawesome-free/svgs-full/solid/heart-broken.svg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D:/pasar_fix/node_modules/.bun/@fortawesome+fontawesome-free@7.2.0/node_modules/@fortawesome/fontawesome-free/svgs-full/solid/heart-circle-bolt.svg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D:/pasar_fix/node_modules/.bun/@fortawesome+fontawesome-free@7.2.0/node_modules/@fortawesome/fontawesome-free/svgs-full/solid/heart-circle-check.svg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D:/pasar_fix/node_modules/.bun/@fortawesome+fontawesome-free@7.2.0/node_modules/@fortawesome/fontawesome-free/svgs-full/solid/heart-circle-exclamation.svg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D:/pasar_fix/node_modules/.bun/@fortawesome+fontawesome-free@7.2.0/node_modules/@fortawesome/fontawesome-free/svgs-full/solid/heart-circle-minus.svg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D:/pasar_fix/node_modules/.bun/@fortawesome+fontawesome-free@7.2.0/node_modules/@fortawesome/fontawesome-free/svgs-full/solid/heart-circle-plus.svg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D:/pasar_fix/node_modules/.bun/@fortawesome+fontawesome-free@7.2.0/node_modules/@fortawesome/fontawesome-free/svgs-full/solid/heart-circle-xmark.svg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D:/pasar_fix/node_modules/.bun/@fortawesome+fontawesome-free@7.2.0/node_modules/@fortawesome/fontawesome-free/svgs-full/solid/heart-crack.svg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D:/pasar_fix/node_modules/.bun/@fortawesome+fontawesome-free@7.2.0/node_modules/@fortawesome/fontawesome-free/svgs-full/solid/heart-music-camera-bolt.svg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D:/pasar_fix/node_modules/.bun/@fortawesome+fontawesome-free@7.2.0/node_modules/@fortawesome/fontawesome-free/svgs-full/solid/heart-pulse.svg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D:/pasar_fix/node_modules/.bun/@fortawesome+fontawesome-free@7.2.0/node_modules/@fortawesome/fontawesome-free/svgs-full/solid/heart.svg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D:/pasar_fix/node_modules/.bun/@fortawesome+fontawesome-free@7.2.0/node_modules/@fortawesome/fontawesome-free/svgs-full/solid/heartbeat.svg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D:/pasar_fix/node_modules/.bun/@fortawesome+fontawesome-free@7.2.0/node_modules/@fortawesome/fontawesome-free/svgs-full/solid/helicopter-symbol.svg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D:/pasar_fix/node_modules/.bun/@fortawesome+fontawesome-free@7.2.0/node_modules/@fortawesome/fontawesome-free/svgs-full/solid/helicopter.svg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D:/pasar_fix/node_modules/.bun/@fortawesome+fontawesome-free@7.2.0/node_modules/@fortawesome/fontawesome-free/svgs-full/solid/helmet-safety.svg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D:/pasar_fix/node_modules/.bun/@fortawesome+fontawesome-free@7.2.0/node_modules/@fortawesome/fontawesome-free/svgs-full/solid/helmet-un.svg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D:/pasar_fix/node_modules/.bun/@fortawesome+fontawesome-free@7.2.0/node_modules/@fortawesome/fontawesome-free/svgs-full/solid/heptagon.svg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D:/pasar_fix/node_modules/.bun/@fortawesome+fontawesome-free@7.2.0/node_modules/@fortawesome/fontawesome-free/svgs-full/solid/hexagon-nodes-bolt.svg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D:/pasar_fix/node_modules/.bun/@fortawesome+fontawesome-free@7.2.0/node_modules/@fortawesome/fontawesome-free/svgs-full/solid/hexagon-nodes.svg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D:/pasar_fix/node_modules/.bun/@fortawesome+fontawesome-free@7.2.0/node_modules/@fortawesome/fontawesome-free/svgs-full/solid/hexagon.svg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D:/pasar_fix/node_modules/.bun/@fortawesome+fontawesome-free@7.2.0/node_modules/@fortawesome/fontawesome-free/svgs-full/solid/highlighter.svg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D:/pasar_fix/node_modules/.bun/@fortawesome+fontawesome-free@7.2.0/node_modules/@fortawesome/fontawesome-free/svgs-full/solid/hiking.svg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D:/pasar_fix/node_modules/.bun/@fortawesome+fontawesome-free@7.2.0/node_modules/@fortawesome/fontawesome-free/svgs-full/solid/hill-avalanche.svg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D:/pasar_fix/node_modules/.bun/@fortawesome+fontawesome-free@7.2.0/node_modules/@fortawesome/fontawesome-free/svgs-full/solid/hill-rockslide.svg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D:/pasar_fix/node_modules/.bun/@fortawesome+fontawesome-free@7.2.0/node_modules/@fortawesome/fontawesome-free/svgs-full/solid/hippo.svg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D:/pasar_fix/node_modules/.bun/@fortawesome+fontawesome-free@7.2.0/node_modules/@fortawesome/fontawesome-free/svgs-full/solid/history.svg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D:/pasar_fix/node_modules/.bun/@fortawesome+fontawesome-free@7.2.0/node_modules/@fortawesome/fontawesome-free/svgs-full/solid/hockey-puck.svg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D:/pasar_fix/node_modules/.bun/@fortawesome+fontawesome-free@7.2.0/node_modules/@fortawesome/fontawesome-free/svgs-full/solid/holly-berry.svg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D:/pasar_fix/node_modules/.bun/@fortawesome+fontawesome-free@7.2.0/node_modules/@fortawesome/fontawesome-free/svgs-full/solid/home-alt.svg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D:/pasar_fix/node_modules/.bun/@fortawesome+fontawesome-free@7.2.0/node_modules/@fortawesome/fontawesome-free/svgs-full/solid/home-lg-alt.svg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D:/pasar_fix/node_modules/.bun/@fortawesome+fontawesome-free@7.2.0/node_modules/@fortawesome/fontawesome-free/svgs-full/solid/home-lg.svg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D:/pasar_fix/node_modules/.bun/@fortawesome+fontawesome-free@7.2.0/node_modules/@fortawesome/fontawesome-free/svgs-full/solid/home-user.svg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D:/pasar_fix/node_modules/.bun/@fortawesome+fontawesome-free@7.2.0/node_modules/@fortawesome/fontawesome-free/svgs-full/solid/home.svg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D:/pasar_fix/node_modules/.bun/@fortawesome+fontawesome-free@7.2.0/node_modules/@fortawesome/fontawesome-free/svgs-full/solid/horse-head.svg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D:/pasar_fix/node_modules/.bun/@fortawesome+fontawesome-free@7.2.0/node_modules/@fortawesome/fontawesome-free/svgs-full/solid/horse.svg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D:/pasar_fix/node_modules/.bun/@fortawesome+fontawesome-free@7.2.0/node_modules/@fortawesome/fontawesome-free/svgs-full/solid/hospital-alt.svg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D:/pasar_fix/node_modules/.bun/@fortawesome+fontawesome-free@7.2.0/node_modules/@fortawesome/fontawesome-free/svgs-full/solid/hospital-symbol.svg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D:/pasar_fix/node_modules/.bun/@fortawesome+fontawesome-free@7.2.0/node_modules/@fortawesome/fontawesome-free/svgs-full/solid/hospital-user.svg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D:/pasar_fix/node_modules/.bun/@fortawesome+fontawesome-free@7.2.0/node_modules/@fortawesome/fontawesome-free/svgs-full/solid/hospital-wide.svg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D:/pasar_fix/node_modules/.bun/@fortawesome+fontawesome-free@7.2.0/node_modules/@fortawesome/fontawesome-free/svgs-full/solid/hospital.svg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D:/pasar_fix/node_modules/.bun/@fortawesome+fontawesome-free@7.2.0/node_modules/@fortawesome/fontawesome-free/svgs-full/solid/hot-tub-person.svg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D:/pasar_fix/node_modules/.bun/@fortawesome+fontawesome-free@7.2.0/node_modules/@fortawesome/fontawesome-free/svgs-full/solid/hot-tub.svg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D:/pasar_fix/node_modules/.bun/@fortawesome+fontawesome-free@7.2.0/node_modules/@fortawesome/fontawesome-free/svgs-full/solid/hotdog.svg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D:/pasar_fix/node_modules/.bun/@fortawesome+fontawesome-free@7.2.0/node_modules/@fortawesome/fontawesome-free/svgs-full/solid/hotel.svg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D:/pasar_fix/node_modules/.bun/@fortawesome+fontawesome-free@7.2.0/node_modules/@fortawesome/fontawesome-free/svgs-full/solid/hourglass-1.svg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D:/pasar_fix/node_modules/.bun/@fortawesome+fontawesome-free@7.2.0/node_modules/@fortawesome/fontawesome-free/svgs-full/solid/hourglass-2.svg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D:/pasar_fix/node_modules/.bun/@fortawesome+fontawesome-free@7.2.0/node_modules/@fortawesome/fontawesome-free/svgs-full/solid/hourglass-3.svg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D:/pasar_fix/node_modules/.bun/@fortawesome+fontawesome-free@7.2.0/node_modules/@fortawesome/fontawesome-free/svgs-full/solid/hourglass-empty.svg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D:/pasar_fix/node_modules/.bun/@fortawesome+fontawesome-free@7.2.0/node_modules/@fortawesome/fontawesome-free/svgs-full/solid/hourglass-end.svg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D:/pasar_fix/node_modules/.bun/@fortawesome+fontawesome-free@7.2.0/node_modules/@fortawesome/fontawesome-free/svgs-full/solid/hourglass-half.svg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D:/pasar_fix/node_modules/.bun/@fortawesome+fontawesome-free@7.2.0/node_modules/@fortawesome/fontawesome-free/svgs-full/solid/hourglass-start.svg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D:/pasar_fix/node_modules/.bun/@fortawesome+fontawesome-free@7.2.0/node_modules/@fortawesome/fontawesome-free/svgs-full/solid/hourglass.svg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D:/pasar_fix/node_modules/.bun/@fortawesome+fontawesome-free@7.2.0/node_modules/@fortawesome/fontawesome-free/svgs-full/solid/house-chimney-crack.svg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D:/pasar_fix/node_modules/.bun/@fortawesome+fontawesome-free@7.2.0/node_modules/@fortawesome/fontawesome-free/svgs-full/solid/house-chimney-medical.svg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D:/pasar_fix/node_modules/.bun/@fortawesome+fontawesome-free@7.2.0/node_modules/@fortawesome/fontawesome-free/svgs-full/solid/house-chimney-user.svg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D:/pasar_fix/node_modules/.bun/@fortawesome+fontawesome-free@7.2.0/node_modules/@fortawesome/fontawesome-free/svgs-full/solid/house-chimney-window.svg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D:/pasar_fix/node_modules/.bun/@fortawesome+fontawesome-free@7.2.0/node_modules/@fortawesome/fontawesome-free/svgs-full/solid/house-chimney.svg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D:/pasar_fix/node_modules/.bun/@fortawesome+fontawesome-free@7.2.0/node_modules/@fortawesome/fontawesome-free/svgs-full/solid/house-circle-check.svg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D:/pasar_fix/node_modules/.bun/@fortawesome+fontawesome-free@7.2.0/node_modules/@fortawesome/fontawesome-free/svgs-full/solid/house-circle-exclamation.svg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D:/pasar_fix/node_modules/.bun/@fortawesome+fontawesome-free@7.2.0/node_modules/@fortawesome/fontawesome-free/svgs-full/solid/house-circle-xmark.svg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D:/pasar_fix/node_modules/.bun/@fortawesome+fontawesome-free@7.2.0/node_modules/@fortawesome/fontawesome-free/svgs-full/solid/house-crack.svg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D:/pasar_fix/node_modules/.bun/@fortawesome+fontawesome-free@7.2.0/node_modules/@fortawesome/fontawesome-free/svgs-full/solid/house-damage.svg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D:/pasar_fix/node_modules/.bun/@fortawesome+fontawesome-free@7.2.0/node_modules/@fortawesome/fontawesome-free/svgs-full/solid/house-fire.svg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D:/pasar_fix/node_modules/.bun/@fortawesome+fontawesome-free@7.2.0/node_modules/@fortawesome/fontawesome-free/svgs-full/solid/house-flag.svg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D:/pasar_fix/node_modules/.bun/@fortawesome+fontawesome-free@7.2.0/node_modules/@fortawesome/fontawesome-free/svgs-full/solid/house-flood-water-circle-arrow-right.svg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D:/pasar_fix/node_modules/.bun/@fortawesome+fontawesome-free@7.2.0/node_modules/@fortawesome/fontawesome-free/svgs-full/solid/house-flood-water.svg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D:/pasar_fix/node_modules/.bun/@fortawesome+fontawesome-free@7.2.0/node_modules/@fortawesome/fontawesome-free/svgs-full/solid/house-laptop.svg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D:/pasar_fix/node_modules/.bun/@fortawesome+fontawesome-free@7.2.0/node_modules/@fortawesome/fontawesome-free/svgs-full/solid/house-lock.svg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D:/pasar_fix/node_modules/.bun/@fortawesome+fontawesome-free@7.2.0/node_modules/@fortawesome/fontawesome-free/svgs-full/solid/house-medical-circle-check.svg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D:/pasar_fix/node_modules/.bun/@fortawesome+fontawesome-free@7.2.0/node_modules/@fortawesome/fontawesome-free/svgs-full/solid/house-medical-circle-exclamation.svg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D:/pasar_fix/node_modules/.bun/@fortawesome+fontawesome-free@7.2.0/node_modules/@fortawesome/fontawesome-free/svgs-full/solid/house-medical-circle-xmark.svg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D:/pasar_fix/node_modules/.bun/@fortawesome+fontawesome-free@7.2.0/node_modules/@fortawesome/fontawesome-free/svgs-full/solid/house-medical-flag.svg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D:/pasar_fix/node_modules/.bun/@fortawesome+fontawesome-free@7.2.0/node_modules/@fortawesome/fontawesome-free/svgs-full/solid/house-medical.svg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D:/pasar_fix/node_modules/.bun/@fortawesome+fontawesome-free@7.2.0/node_modules/@fortawesome/fontawesome-free/svgs-full/solid/house-signal.svg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D:/pasar_fix/node_modules/.bun/@fortawesome+fontawesome-free@7.2.0/node_modules/@fortawesome/fontawesome-free/svgs-full/solid/house-tsunami.svg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D:/pasar_fix/node_modules/.bun/@fortawesome+fontawesome-free@7.2.0/node_modules/@fortawesome/fontawesome-free/svgs-full/solid/house-user.svg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D:/pasar_fix/node_modules/.bun/@fortawesome+fontawesome-free@7.2.0/node_modules/@fortawesome/fontawesome-free/svgs-full/solid/house.svg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D:/pasar_fix/node_modules/.bun/@fortawesome+fontawesome-free@7.2.0/node_modules/@fortawesome/fontawesome-free/svgs-full/solid/hryvnia-sign.svg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D:/pasar_fix/node_modules/.bun/@fortawesome+fontawesome-free@7.2.0/node_modules/@fortawesome/fontawesome-free/svgs-full/solid/hryvnia.svg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D:/pasar_fix/node_modules/.bun/@fortawesome+fontawesome-free@7.2.0/node_modules/@fortawesome/fontawesome-free/svgs-full/solid/hurricane.svg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D:/pasar_fix/node_modules/.bun/@fortawesome+fontawesome-free@7.2.0/node_modules/@fortawesome/fontawesome-free/svgs-full/solid/i-cursor.svg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D:/pasar_fix/node_modules/.bun/@fortawesome+fontawesome-free@7.2.0/node_modules/@fortawesome/fontawesome-free/svgs-full/solid/i.svg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D:/pasar_fix/node_modules/.bun/@fortawesome+fontawesome-free@7.2.0/node_modules/@fortawesome/fontawesome-free/svgs-full/solid/ice-cream.svg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D:/pasar_fix/node_modules/.bun/@fortawesome+fontawesome-free@7.2.0/node_modules/@fortawesome/fontawesome-free/svgs-full/solid/icicles.svg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D:/pasar_fix/node_modules/.bun/@fortawesome+fontawesome-free@7.2.0/node_modules/@fortawesome/fontawesome-free/svgs-full/solid/icons.svg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D:/pasar_fix/node_modules/.bun/@fortawesome+fontawesome-free@7.2.0/node_modules/@fortawesome/fontawesome-free/svgs-full/solid/id-badge.svg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D:/pasar_fix/node_modules/.bun/@fortawesome+fontawesome-free@7.2.0/node_modules/@fortawesome/fontawesome-free/svgs-full/solid/id-card-alt.svg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D:/pasar_fix/node_modules/.bun/@fortawesome+fontawesome-free@7.2.0/node_modules/@fortawesome/fontawesome-free/svgs-full/solid/id-card-clip.svg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D:/pasar_fix/node_modules/.bun/@fortawesome+fontawesome-free@7.2.0/node_modules/@fortawesome/fontawesome-free/svgs-full/solid/id-card.svg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D:/pasar_fix/node_modules/.bun/@fortawesome+fontawesome-free@7.2.0/node_modules/@fortawesome/fontawesome-free/svgs-full/solid/igloo.svg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D:/pasar_fix/node_modules/.bun/@fortawesome+fontawesome-free@7.2.0/node_modules/@fortawesome/fontawesome-free/svgs-full/solid/ils.svg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D:/pasar_fix/node_modules/.bun/@fortawesome+fontawesome-free@7.2.0/node_modules/@fortawesome/fontawesome-free/svgs-full/solid/image-portrait.svg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D:/pasar_fix/node_modules/.bun/@fortawesome+fontawesome-free@7.2.0/node_modules/@fortawesome/fontawesome-free/svgs-full/solid/image.svg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D:/pasar_fix/node_modules/.bun/@fortawesome+fontawesome-free@7.2.0/node_modules/@fortawesome/fontawesome-free/svgs-full/solid/images.svg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D:/pasar_fix/node_modules/.bun/@fortawesome+fontawesome-free@7.2.0/node_modules/@fortawesome/fontawesome-free/svgs-full/solid/inbox.svg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D:/pasar_fix/node_modules/.bun/@fortawesome+fontawesome-free@7.2.0/node_modules/@fortawesome/fontawesome-free/svgs-full/solid/indent.svg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D:/pasar_fix/node_modules/.bun/@fortawesome+fontawesome-free@7.2.0/node_modules/@fortawesome/fontawesome-free/svgs-full/solid/indian-rupee-sign.svg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D:/pasar_fix/node_modules/.bun/@fortawesome+fontawesome-free@7.2.0/node_modules/@fortawesome/fontawesome-free/svgs-full/solid/indian-rupee.svg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D:/pasar_fix/node_modules/.bun/@fortawesome+fontawesome-free@7.2.0/node_modules/@fortawesome/fontawesome-free/svgs-full/solid/industry.svg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D:/pasar_fix/node_modules/.bun/@fortawesome+fontawesome-free@7.2.0/node_modules/@fortawesome/fontawesome-free/svgs-full/solid/infinity.svg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D:/pasar_fix/node_modules/.bun/@fortawesome+fontawesome-free@7.2.0/node_modules/@fortawesome/fontawesome-free/svgs-full/solid/info-circle.svg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D:/pasar_fix/node_modules/.bun/@fortawesome+fontawesome-free@7.2.0/node_modules/@fortawesome/fontawesome-free/svgs-full/solid/info.svg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D:/pasar_fix/node_modules/.bun/@fortawesome+fontawesome-free@7.2.0/node_modules/@fortawesome/fontawesome-free/svgs-full/solid/inr.svg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D:/pasar_fix/node_modules/.bun/@fortawesome+fontawesome-free@7.2.0/node_modules/@fortawesome/fontawesome-free/svgs-full/solid/institution.svg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D:/pasar_fix/node_modules/.bun/@fortawesome+fontawesome-free@7.2.0/node_modules/@fortawesome/fontawesome-free/svgs-full/solid/italic.svg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D:/pasar_fix/node_modules/.bun/@fortawesome+fontawesome-free@7.2.0/node_modules/@fortawesome/fontawesome-free/svgs-full/solid/j.svg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D:/pasar_fix/node_modules/.bun/@fortawesome+fontawesome-free@7.2.0/node_modules/@fortawesome/fontawesome-free/svgs-full/solid/jar-wheat.svg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D:/pasar_fix/node_modules/.bun/@fortawesome+fontawesome-free@7.2.0/node_modules/@fortawesome/fontawesome-free/svgs-full/solid/jar.svg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D:/pasar_fix/node_modules/.bun/@fortawesome+fontawesome-free@7.2.0/node_modules/@fortawesome/fontawesome-free/svgs-full/solid/jedi.svg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D:/pasar_fix/node_modules/.bun/@fortawesome+fontawesome-free@7.2.0/node_modules/@fortawesome/fontawesome-free/svgs-full/solid/jet-fighter-up.svg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D:/pasar_fix/node_modules/.bun/@fortawesome+fontawesome-free@7.2.0/node_modules/@fortawesome/fontawesome-free/svgs-full/solid/jet-fighter.svg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D:/pasar_fix/node_modules/.bun/@fortawesome+fontawesome-free@7.2.0/node_modules/@fortawesome/fontawesome-free/svgs-full/solid/joint.svg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D:/pasar_fix/node_modules/.bun/@fortawesome+fontawesome-free@7.2.0/node_modules/@fortawesome/fontawesome-free/svgs-full/solid/journal-whills.svg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D:/pasar_fix/node_modules/.bun/@fortawesome+fontawesome-free@7.2.0/node_modules/@fortawesome/fontawesome-free/svgs-full/solid/jpy.svg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D:/pasar_fix/node_modules/.bun/@fortawesome+fontawesome-free@7.2.0/node_modules/@fortawesome/fontawesome-free/svgs-full/solid/jug-detergent.svg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D:/pasar_fix/node_modules/.bun/@fortawesome+fontawesome-free@7.2.0/node_modules/@fortawesome/fontawesome-free/svgs-full/solid/kaaba.svg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D:/pasar_fix/node_modules/.bun/@fortawesome+fontawesome-free@7.2.0/node_modules/@fortawesome/fontawesome-free/svgs-full/solid/key.svg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D:/pasar_fix/node_modules/.bun/@fortawesome+fontawesome-free@7.2.0/node_modules/@fortawesome/fontawesome-free/svgs-full/solid/keyboard.svg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D:/pasar_fix/node_modules/.bun/@fortawesome+fontawesome-free@7.2.0/node_modules/@fortawesome/fontawesome-free/svgs-full/solid/khanda.svg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D:/pasar_fix/node_modules/.bun/@fortawesome+fontawesome-free@7.2.0/node_modules/@fortawesome/fontawesome-free/svgs-full/solid/kip-sign.svg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D:/pasar_fix/node_modules/.bun/@fortawesome+fontawesome-free@7.2.0/node_modules/@fortawesome/fontawesome-free/svgs-full/solid/kiss-beam.svg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D:/pasar_fix/node_modules/.bun/@fortawesome+fontawesome-free@7.2.0/node_modules/@fortawesome/fontawesome-free/svgs-full/solid/kiss-wink-heart.svg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D:/pasar_fix/node_modules/.bun/@fortawesome+fontawesome-free@7.2.0/node_modules/@fortawesome/fontawesome-free/svgs-full/solid/kiss.svg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D:/pasar_fix/node_modules/.bun/@fortawesome+fontawesome-free@7.2.0/node_modules/@fortawesome/fontawesome-free/svgs-full/solid/kit-medical.svg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D:/pasar_fix/node_modules/.bun/@fortawesome+fontawesome-free@7.2.0/node_modules/@fortawesome/fontawesome-free/svgs-full/solid/kitchen-set.svg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D:/pasar_fix/node_modules/.bun/@fortawesome+fontawesome-free@7.2.0/node_modules/@fortawesome/fontawesome-free/svgs-full/solid/kiwi-bird.svg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D:/pasar_fix/node_modules/.bun/@fortawesome+fontawesome-free@7.2.0/node_modules/@fortawesome/fontawesome-free/svgs-full/solid/krw.svg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D:/pasar_fix/node_modules/.bun/@fortawesome+fontawesome-free@7.2.0/node_modules/@fortawesome/fontawesome-free/svgs-full/solid/ladder-water.svg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D:/pasar_fix/node_modules/.bun/@fortawesome+fontawesome-free@7.2.0/node_modules/@fortawesome/fontawesome-free/svgs-full/solid/land-mine-on.svg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D:/pasar_fix/node_modules/.bun/@fortawesome+fontawesome-free@7.2.0/node_modules/@fortawesome/fontawesome-free/svgs-full/solid/landmark-alt.svg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D:/pasar_fix/node_modules/.bun/@fortawesome+fontawesome-free@7.2.0/node_modules/@fortawesome/fontawesome-free/svgs-full/solid/landmark-dome.svg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D:/pasar_fix/node_modules/.bun/@fortawesome+fontawesome-free@7.2.0/node_modules/@fortawesome/fontawesome-free/svgs-full/solid/landmark-flag.svg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D:/pasar_fix/node_modules/.bun/@fortawesome+fontawesome-free@7.2.0/node_modules/@fortawesome/fontawesome-free/svgs-full/solid/landmark.svg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D:/pasar_fix/node_modules/.bun/@fortawesome+fontawesome-free@7.2.0/node_modules/@fortawesome/fontawesome-free/svgs-full/solid/language.svg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D:/pasar_fix/node_modules/.bun/@fortawesome+fontawesome-free@7.2.0/node_modules/@fortawesome/fontawesome-free/svgs-full/solid/laptop-code.svg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D:/pasar_fix/node_modules/.bun/@fortawesome+fontawesome-free@7.2.0/node_modules/@fortawesome/fontawesome-free/svgs-full/solid/laptop-file.svg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D:/pasar_fix/node_modules/.bun/@fortawesome+fontawesome-free@7.2.0/node_modules/@fortawesome/fontawesome-free/svgs-full/solid/laptop-house.svg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D:/pasar_fix/node_modules/.bun/@fortawesome+fontawesome-free@7.2.0/node_modules/@fortawesome/fontawesome-free/svgs-full/solid/laptop-medical.svg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D:/pasar_fix/node_modules/.bun/@fortawesome+fontawesome-free@7.2.0/node_modules/@fortawesome/fontawesome-free/svgs-full/solid/laptop.svg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D:/pasar_fix/node_modules/.bun/@fortawesome+fontawesome-free@7.2.0/node_modules/@fortawesome/fontawesome-free/svgs-full/solid/lari-sign.svg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D:/pasar_fix/node_modules/.bun/@fortawesome+fontawesome-free@7.2.0/node_modules/@fortawesome/fontawesome-free/svgs-full/solid/laugh-beam.svg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D:/pasar_fix/node_modules/.bun/@fortawesome+fontawesome-free@7.2.0/node_modules/@fortawesome/fontawesome-free/svgs-full/solid/laugh-squint.svg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D:/pasar_fix/node_modules/.bun/@fortawesome+fontawesome-free@7.2.0/node_modules/@fortawesome/fontawesome-free/svgs-full/solid/laugh-wink.svg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D:/pasar_fix/node_modules/.bun/@fortawesome+fontawesome-free@7.2.0/node_modules/@fortawesome/fontawesome-free/svgs-full/solid/laugh.svg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D:/pasar_fix/node_modules/.bun/@fortawesome+fontawesome-free@7.2.0/node_modules/@fortawesome/fontawesome-free/svgs-full/solid/layer-group.svg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D:/pasar_fix/node_modules/.bun/@fortawesome+fontawesome-free@7.2.0/node_modules/@fortawesome/fontawesome-free/svgs-full/solid/leaf.svg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D:/pasar_fix/node_modules/.bun/@fortawesome+fontawesome-free@7.2.0/node_modules/@fortawesome/fontawesome-free/svgs-full/solid/left-long.svg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D:/pasar_fix/node_modules/.bun/@fortawesome+fontawesome-free@7.2.0/node_modules/@fortawesome/fontawesome-free/svgs-full/solid/left-right.svg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D:/pasar_fix/node_modules/.bun/@fortawesome+fontawesome-free@7.2.0/node_modules/@fortawesome/fontawesome-free/svgs-full/solid/legal.svg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D:/pasar_fix/node_modules/.bun/@fortawesome+fontawesome-free@7.2.0/node_modules/@fortawesome/fontawesome-free/svgs-full/solid/lemon.svg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D:/pasar_fix/node_modules/.bun/@fortawesome+fontawesome-free@7.2.0/node_modules/@fortawesome/fontawesome-free/svgs-full/solid/leo.svg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D:/pasar_fix/node_modules/.bun/@fortawesome+fontawesome-free@7.2.0/node_modules/@fortawesome/fontawesome-free/svgs-full/solid/less-than-equal.svg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D:/pasar_fix/node_modules/.bun/@fortawesome+fontawesome-free@7.2.0/node_modules/@fortawesome/fontawesome-free/svgs-full/solid/less-than.svg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D:/pasar_fix/node_modules/.bun/@fortawesome+fontawesome-free@7.2.0/node_modules/@fortawesome/fontawesome-free/svgs-full/solid/level-down-alt.svg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D:/pasar_fix/node_modules/.bun/@fortawesome+fontawesome-free@7.2.0/node_modules/@fortawesome/fontawesome-free/svgs-full/solid/level-down.svg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D:/pasar_fix/node_modules/.bun/@fortawesome+fontawesome-free@7.2.0/node_modules/@fortawesome/fontawesome-free/svgs-full/solid/level-up-alt.svg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D:/pasar_fix/node_modules/.bun/@fortawesome+fontawesome-free@7.2.0/node_modules/@fortawesome/fontawesome-free/svgs-full/solid/level-up.svg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D:/pasar_fix/node_modules/.bun/@fortawesome+fontawesome-free@7.2.0/node_modules/@fortawesome/fontawesome-free/svgs-full/solid/libra.svg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D:/pasar_fix/node_modules/.bun/@fortawesome+fontawesome-free@7.2.0/node_modules/@fortawesome/fontawesome-free/svgs-full/solid/life-ring.svg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D:/pasar_fix/node_modules/.bun/@fortawesome+fontawesome-free@7.2.0/node_modules/@fortawesome/fontawesome-free/svgs-full/solid/lightbulb.svg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D:/pasar_fix/node_modules/.bun/@fortawesome+fontawesome-free@7.2.0/node_modules/@fortawesome/fontawesome-free/svgs-full/solid/line-chart.svg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D:/pasar_fix/node_modules/.bun/@fortawesome+fontawesome-free@7.2.0/node_modules/@fortawesome/fontawesome-free/svgs-full/solid/lines-leaning.svg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D:/pasar_fix/node_modules/.bun/@fortawesome+fontawesome-free@7.2.0/node_modules/@fortawesome/fontawesome-free/svgs-full/solid/link-slash.svg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D:/pasar_fix/node_modules/.bun/@fortawesome+fontawesome-free@7.2.0/node_modules/@fortawesome/fontawesome-free/svgs-full/solid/link.svg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D:/pasar_fix/node_modules/.bun/@fortawesome+fontawesome-free@7.2.0/node_modules/@fortawesome/fontawesome-free/svgs-full/solid/lira-sign.svg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D:/pasar_fix/node_modules/.bun/@fortawesome+fontawesome-free@7.2.0/node_modules/@fortawesome/fontawesome-free/svgs-full/solid/list-1-2.svg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D:/pasar_fix/node_modules/.bun/@fortawesome+fontawesome-free@7.2.0/node_modules/@fortawesome/fontawesome-free/svgs-full/solid/list-alt.svg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D:/pasar_fix/node_modules/.bun/@fortawesome+fontawesome-free@7.2.0/node_modules/@fortawesome/fontawesome-free/svgs-full/solid/list-check.svg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D:/pasar_fix/node_modules/.bun/@fortawesome+fontawesome-free@7.2.0/node_modules/@fortawesome/fontawesome-free/svgs-full/solid/list-dots.svg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D:/pasar_fix/node_modules/.bun/@fortawesome+fontawesome-free@7.2.0/node_modules/@fortawesome/fontawesome-free/svgs-full/solid/list-numeric.svg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D:/pasar_fix/node_modules/.bun/@fortawesome+fontawesome-free@7.2.0/node_modules/@fortawesome/fontawesome-free/svgs-full/solid/list-ol.svg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D:/pasar_fix/node_modules/.bun/@fortawesome+fontawesome-free@7.2.0/node_modules/@fortawesome/fontawesome-free/svgs-full/solid/list-squares.svg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D:/pasar_fix/node_modules/.bun/@fortawesome+fontawesome-free@7.2.0/node_modules/@fortawesome/fontawesome-free/svgs-full/solid/list-ul.svg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D:/pasar_fix/node_modules/.bun/@fortawesome+fontawesome-free@7.2.0/node_modules/@fortawesome/fontawesome-free/svgs-full/solid/list.svg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D:/pasar_fix/node_modules/.bun/@fortawesome+fontawesome-free@7.2.0/node_modules/@fortawesome/fontawesome-free/svgs-full/solid/litecoin-sign.svg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D:/pasar_fix/node_modules/.bun/@fortawesome+fontawesome-free@7.2.0/node_modules/@fortawesome/fontawesome-free/svgs-full/solid/location-arrow.svg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D:/pasar_fix/node_modules/.bun/@fortawesome+fontawesome-free@7.2.0/node_modules/@fortawesome/fontawesome-free/svgs-full/solid/location-crosshairs.svg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D:/pasar_fix/node_modules/.bun/@fortawesome+fontawesome-free@7.2.0/node_modules/@fortawesome/fontawesome-free/svgs-full/solid/location-dot.svg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D:/pasar_fix/node_modules/.bun/@fortawesome+fontawesome-free@7.2.0/node_modules/@fortawesome/fontawesome-free/svgs-full/solid/location-pin-lock.svg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D:/pasar_fix/node_modules/.bun/@fortawesome+fontawesome-free@7.2.0/node_modules/@fortawesome/fontawesome-free/svgs-full/solid/location-pin.svg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D:/pasar_fix/node_modules/.bun/@fortawesome+fontawesome-free@7.2.0/node_modules/@fortawesome/fontawesome-free/svgs-full/solid/location.svg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D:/pasar_fix/node_modules/.bun/@fortawesome+fontawesome-free@7.2.0/node_modules/@fortawesome/fontawesome-free/svgs-full/solid/lock-open.svg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D:/pasar_fix/node_modules/.bun/@fortawesome+fontawesome-free@7.2.0/node_modules/@fortawesome/fontawesome-free/svgs-full/solid/lock.svg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D:/pasar_fix/node_modules/.bun/@fortawesome+fontawesome-free@7.2.0/node_modules/@fortawesome/fontawesome-free/svgs-full/solid/locust.svg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D:/pasar_fix/node_modules/.bun/@fortawesome+fontawesome-free@7.2.0/node_modules/@fortawesome/fontawesome-free/svgs-full/solid/long-arrow-alt-down.svg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D:/pasar_fix/node_modules/.bun/@fortawesome+fontawesome-free@7.2.0/node_modules/@fortawesome/fontawesome-free/svgs-full/solid/long-arrow-alt-left.svg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D:/pasar_fix/node_modules/.bun/@fortawesome+fontawesome-free@7.2.0/node_modules/@fortawesome/fontawesome-free/svgs-full/solid/long-arrow-alt-right.svg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D:/pasar_fix/node_modules/.bun/@fortawesome+fontawesome-free@7.2.0/node_modules/@fortawesome/fontawesome-free/svgs-full/solid/long-arrow-alt-up.svg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D:/pasar_fix/node_modules/.bun/@fortawesome+fontawesome-free@7.2.0/node_modules/@fortawesome/fontawesome-free/svgs-full/solid/long-arrow-down.svg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D:/pasar_fix/node_modules/.bun/@fortawesome+fontawesome-free@7.2.0/node_modules/@fortawesome/fontawesome-free/svgs-full/solid/long-arrow-left.svg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D:/pasar_fix/node_modules/.bun/@fortawesome+fontawesome-free@7.2.0/node_modules/@fortawesome/fontawesome-free/svgs-full/solid/long-arrow-right.svg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D:/pasar_fix/node_modules/.bun/@fortawesome+fontawesome-free@7.2.0/node_modules/@fortawesome/fontawesome-free/svgs-full/solid/long-arrow-up.svg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D:/pasar_fix/node_modules/.bun/@fortawesome+fontawesome-free@7.2.0/node_modules/@fortawesome/fontawesome-free/svgs-full/solid/low-vision.svg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D:/pasar_fix/node_modules/.bun/@fortawesome+fontawesome-free@7.2.0/node_modules/@fortawesome/fontawesome-free/svgs-full/solid/luggage-cart.svg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D:/pasar_fix/node_modules/.bun/@fortawesome+fontawesome-free@7.2.0/node_modules/@fortawesome/fontawesome-free/svgs-full/solid/lungs-virus.svg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D:/pasar_fix/node_modules/.bun/@fortawesome+fontawesome-free@7.2.0/node_modules/@fortawesome/fontawesome-free/svgs-full/solid/lungs.svg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D:/pasar_fix/node_modules/.bun/@fortawesome+fontawesome-free@7.2.0/node_modules/@fortawesome/fontawesome-free/svgs-full/solid/magic-wand-sparkles.svg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D:/pasar_fix/node_modules/.bun/@fortawesome+fontawesome-free@7.2.0/node_modules/@fortawesome/fontawesome-free/svgs-full/solid/magic.svg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D:/pasar_fix/node_modules/.bun/@fortawesome+fontawesome-free@7.2.0/node_modules/@fortawesome/fontawesome-free/svgs-full/solid/magnet.svg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D:/pasar_fix/node_modules/.bun/@fortawesome+fontawesome-free@7.2.0/node_modules/@fortawesome/fontawesome-free/svgs-full/solid/magnifying-glass-arrow-right.svg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D:/pasar_fix/node_modules/.bun/@fortawesome+fontawesome-free@7.2.0/node_modules/@fortawesome/fontawesome-free/svgs-full/solid/magnifying-glass-chart.svg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D:/pasar_fix/node_modules/.bun/@fortawesome+fontawesome-free@7.2.0/node_modules/@fortawesome/fontawesome-free/svgs-full/solid/magnifying-glass-dollar.svg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D:/pasar_fix/node_modules/.bun/@fortawesome+fontawesome-free@7.2.0/node_modules/@fortawesome/fontawesome-free/svgs-full/solid/magnifying-glass-location.svg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D:/pasar_fix/node_modules/.bun/@fortawesome+fontawesome-free@7.2.0/node_modules/@fortawesome/fontawesome-free/svgs-full/solid/magnifying-glass-minus.svg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D:/pasar_fix/node_modules/.bun/@fortawesome+fontawesome-free@7.2.0/node_modules/@fortawesome/fontawesome-free/svgs-full/solid/magnifying-glass-plus.svg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D:/pasar_fix/node_modules/.bun/@fortawesome+fontawesome-free@7.2.0/node_modules/@fortawesome/fontawesome-free/svgs-full/solid/magnifying-glass.svg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D:/pasar_fix/node_modules/.bun/@fortawesome+fontawesome-free@7.2.0/node_modules/@fortawesome/fontawesome-free/svgs-full/solid/mail-bulk.svg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D:/pasar_fix/node_modules/.bun/@fortawesome+fontawesome-free@7.2.0/node_modules/@fortawesome/fontawesome-free/svgs-full/solid/mail-forward.svg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D:/pasar_fix/node_modules/.bun/@fortawesome+fontawesome-free@7.2.0/node_modules/@fortawesome/fontawesome-free/svgs-full/solid/mail-reply-all.svg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D:/pasar_fix/node_modules/.bun/@fortawesome+fontawesome-free@7.2.0/node_modules/@fortawesome/fontawesome-free/svgs-full/solid/mail-reply.svg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D:/pasar_fix/node_modules/.bun/@fortawesome+fontawesome-free@7.2.0/node_modules/@fortawesome/fontawesome-free/svgs-full/solid/male.svg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D:/pasar_fix/node_modules/.bun/@fortawesome+fontawesome-free@7.2.0/node_modules/@fortawesome/fontawesome-free/svgs-full/solid/manat-sign.svg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D:/pasar_fix/node_modules/.bun/@fortawesome+fontawesome-free@7.2.0/node_modules/@fortawesome/fontawesome-free/svgs-full/solid/map-location-dot.svg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D:/pasar_fix/node_modules/.bun/@fortawesome+fontawesome-free@7.2.0/node_modules/@fortawesome/fontawesome-free/svgs-full/solid/map-location.svg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D:/pasar_fix/node_modules/.bun/@fortawesome+fontawesome-free@7.2.0/node_modules/@fortawesome/fontawesome-free/svgs-full/solid/map-marked-alt.svg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D:/pasar_fix/node_modules/.bun/@fortawesome+fontawesome-free@7.2.0/node_modules/@fortawesome/fontawesome-free/svgs-full/solid/map-marked.svg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D:/pasar_fix/node_modules/.bun/@fortawesome+fontawesome-free@7.2.0/node_modules/@fortawesome/fontawesome-free/svgs-full/solid/map-marker-alt.svg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D:/pasar_fix/node_modules/.bun/@fortawesome+fontawesome-free@7.2.0/node_modules/@fortawesome/fontawesome-free/svgs-full/solid/map-marker.svg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D:/pasar_fix/node_modules/.bun/@fortawesome+fontawesome-free@7.2.0/node_modules/@fortawesome/fontawesome-free/svgs-full/solid/map-pin.svg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D:/pasar_fix/node_modules/.bun/@fortawesome+fontawesome-free@7.2.0/node_modules/@fortawesome/fontawesome-free/svgs-full/solid/map-signs.svg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D:/pasar_fix/node_modules/.bun/@fortawesome+fontawesome-free@7.2.0/node_modules/@fortawesome/fontawesome-free/svgs-full/solid/map.svg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D:/pasar_fix/node_modules/.bun/@fortawesome+fontawesome-free@7.2.0/node_modules/@fortawesome/fontawesome-free/svgs-full/solid/marker.svg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D:/pasar_fix/node_modules/.bun/@fortawesome+fontawesome-free@7.2.0/node_modules/@fortawesome/fontawesome-free/svgs-full/solid/mars-and-venus-burst.svg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D:/pasar_fix/node_modules/.bun/@fortawesome+fontawesome-free@7.2.0/node_modules/@fortawesome/fontawesome-free/svgs-full/solid/mars-and-venus.svg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D:/pasar_fix/node_modules/.bun/@fortawesome+fontawesome-free@7.2.0/node_modules/@fortawesome/fontawesome-free/svgs-full/solid/mars-double.svg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D:/pasar_fix/node_modules/.bun/@fortawesome+fontawesome-free@7.2.0/node_modules/@fortawesome/fontawesome-free/svgs-full/solid/mars-stroke-h.svg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D:/pasar_fix/node_modules/.bun/@fortawesome+fontawesome-free@7.2.0/node_modules/@fortawesome/fontawesome-free/svgs-full/solid/mars-stroke-right.svg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D:/pasar_fix/node_modules/.bun/@fortawesome+fontawesome-free@7.2.0/node_modules/@fortawesome/fontawesome-free/svgs-full/solid/mars-stroke-up.svg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D:/pasar_fix/node_modules/.bun/@fortawesome+fontawesome-free@7.2.0/node_modules/@fortawesome/fontawesome-free/svgs-full/solid/mars-stroke-v.svg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D:/pasar_fix/node_modules/.bun/@fortawesome+fontawesome-free@7.2.0/node_modules/@fortawesome/fontawesome-free/svgs-full/solid/mars-stroke.svg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D:/pasar_fix/node_modules/.bun/@fortawesome+fontawesome-free@7.2.0/node_modules/@fortawesome/fontawesome-free/svgs-full/solid/mars.svg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D:/pasar_fix/node_modules/.bun/@fortawesome+fontawesome-free@7.2.0/node_modules/@fortawesome/fontawesome-free/svgs-full/solid/martini-glass-citrus.svg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D:/pasar_fix/node_modules/.bun/@fortawesome+fontawesome-free@7.2.0/node_modules/@fortawesome/fontawesome-free/svgs-full/solid/martini-glass-empty.svg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D:/pasar_fix/node_modules/.bun/@fortawesome+fontawesome-free@7.2.0/node_modules/@fortawesome/fontawesome-free/svgs-full/solid/martini-glass.svg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D:/pasar_fix/node_modules/.bun/@fortawesome+fontawesome-free@7.2.0/node_modules/@fortawesome/fontawesome-free/svgs-full/solid/mask-face.svg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D:/pasar_fix/node_modules/.bun/@fortawesome+fontawesome-free@7.2.0/node_modules/@fortawesome/fontawesome-free/svgs-full/solid/mask-ventilator.svg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D:/pasar_fix/node_modules/.bun/@fortawesome+fontawesome-free@7.2.0/node_modules/@fortawesome/fontawesome-free/svgs-full/solid/mask.svg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D:/pasar_fix/node_modules/.bun/@fortawesome+fontawesome-free@7.2.0/node_modules/@fortawesome/fontawesome-free/svgs-full/solid/masks-theater.svg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D:/pasar_fix/node_modules/.bun/@fortawesome+fontawesome-free@7.2.0/node_modules/@fortawesome/fontawesome-free/svgs-full/solid/mattress-pillow.svg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D:/pasar_fix/node_modules/.bun/@fortawesome+fontawesome-free@7.2.0/node_modules/@fortawesome/fontawesome-free/svgs-full/solid/maximize.svg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D:/pasar_fix/node_modules/.bun/@fortawesome+fontawesome-free@7.2.0/node_modules/@fortawesome/fontawesome-free/svgs-full/solid/medal.svg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D:/pasar_fix/node_modules/.bun/@fortawesome+fontawesome-free@7.2.0/node_modules/@fortawesome/fontawesome-free/svgs-full/solid/medkit.svg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D:/pasar_fix/node_modules/.bun/@fortawesome+fontawesome-free@7.2.0/node_modules/@fortawesome/fontawesome-free/svgs-full/solid/meh-blank.svg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D:/pasar_fix/node_modules/.bun/@fortawesome+fontawesome-free@7.2.0/node_modules/@fortawesome/fontawesome-free/svgs-full/solid/meh-rolling-eyes.svg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D:/pasar_fix/node_modules/.bun/@fortawesome+fontawesome-free@7.2.0/node_modules/@fortawesome/fontawesome-free/svgs-full/solid/meh.svg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D:/pasar_fix/node_modules/.bun/@fortawesome+fontawesome-free@7.2.0/node_modules/@fortawesome/fontawesome-free/svgs-full/solid/memory.svg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D:/pasar_fix/node_modules/.bun/@fortawesome+fontawesome-free@7.2.0/node_modules/@fortawesome/fontawesome-free/svgs-full/solid/menorah.svg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D:/pasar_fix/node_modules/.bun/@fortawesome+fontawesome-free@7.2.0/node_modules/@fortawesome/fontawesome-free/svgs-full/solid/mercury.svg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D:/pasar_fix/node_modules/.bun/@fortawesome+fontawesome-free@7.2.0/node_modules/@fortawesome/fontawesome-free/svgs-full/solid/message.svg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D:/pasar_fix/node_modules/.bun/@fortawesome+fontawesome-free@7.2.0/node_modules/@fortawesome/fontawesome-free/svgs-full/solid/meteor.svg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D:/pasar_fix/node_modules/.bun/@fortawesome+fontawesome-free@7.2.0/node_modules/@fortawesome/fontawesome-free/svgs-full/solid/microchip.svg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D:/pasar_fix/node_modules/.bun/@fortawesome+fontawesome-free@7.2.0/node_modules/@fortawesome/fontawesome-free/svgs-full/solid/microphone-alt-slash.svg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D:/pasar_fix/node_modules/.bun/@fortawesome+fontawesome-free@7.2.0/node_modules/@fortawesome/fontawesome-free/svgs-full/solid/microphone-alt.svg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D:/pasar_fix/node_modules/.bun/@fortawesome+fontawesome-free@7.2.0/node_modules/@fortawesome/fontawesome-free/svgs-full/solid/microphone-lines-slash.svg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D:/pasar_fix/node_modules/.bun/@fortawesome+fontawesome-free@7.2.0/node_modules/@fortawesome/fontawesome-free/svgs-full/solid/microphone-lines.svg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D:/pasar_fix/node_modules/.bun/@fortawesome+fontawesome-free@7.2.0/node_modules/@fortawesome/fontawesome-free/svgs-full/solid/microphone-slash.svg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D:/pasar_fix/node_modules/.bun/@fortawesome+fontawesome-free@7.2.0/node_modules/@fortawesome/fontawesome-free/svgs-full/solid/microphone.svg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D:/pasar_fix/node_modules/.bun/@fortawesome+fontawesome-free@7.2.0/node_modules/@fortawesome/fontawesome-free/svgs-full/solid/microscope.svg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D:/pasar_fix/node_modules/.bun/@fortawesome+fontawesome-free@7.2.0/node_modules/@fortawesome/fontawesome-free/svgs-full/solid/mill-sign.svg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D:/pasar_fix/node_modules/.bun/@fortawesome+fontawesome-free@7.2.0/node_modules/@fortawesome/fontawesome-free/svgs-full/solid/minimize.svg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D:/pasar_fix/node_modules/.bun/@fortawesome+fontawesome-free@7.2.0/node_modules/@fortawesome/fontawesome-free/svgs-full/solid/minus-circle.svg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D:/pasar_fix/node_modules/.bun/@fortawesome+fontawesome-free@7.2.0/node_modules/@fortawesome/fontawesome-free/svgs-full/solid/minus-square.svg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D:/pasar_fix/node_modules/.bun/@fortawesome+fontawesome-free@7.2.0/node_modules/@fortawesome/fontawesome-free/svgs-full/solid/minus.svg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D:/pasar_fix/node_modules/.bun/@fortawesome+fontawesome-free@7.2.0/node_modules/@fortawesome/fontawesome-free/svgs-full/solid/mitten.svg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D:/pasar_fix/node_modules/.bun/@fortawesome+fontawesome-free@7.2.0/node_modules/@fortawesome/fontawesome-free/svgs-full/solid/mobile-alt.svg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D:/pasar_fix/node_modules/.bun/@fortawesome+fontawesome-free@7.2.0/node_modules/@fortawesome/fontawesome-free/svgs-full/solid/mobile-android-alt.svg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D:/pasar_fix/node_modules/.bun/@fortawesome+fontawesome-free@7.2.0/node_modules/@fortawesome/fontawesome-free/svgs-full/solid/mobile-android.svg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D:/pasar_fix/node_modules/.bun/@fortawesome+fontawesome-free@7.2.0/node_modules/@fortawesome/fontawesome-free/svgs-full/solid/mobile-button.svg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D:/pasar_fix/node_modules/.bun/@fortawesome+fontawesome-free@7.2.0/node_modules/@fortawesome/fontawesome-free/svgs-full/solid/mobile-phone.svg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D:/pasar_fix/node_modules/.bun/@fortawesome+fontawesome-free@7.2.0/node_modules/@fortawesome/fontawesome-free/svgs-full/solid/mobile-retro.svg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D:/pasar_fix/node_modules/.bun/@fortawesome+fontawesome-free@7.2.0/node_modules/@fortawesome/fontawesome-free/svgs-full/solid/mobile-screen-button.svg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D:/pasar_fix/node_modules/.bun/@fortawesome+fontawesome-free@7.2.0/node_modules/@fortawesome/fontawesome-free/svgs-full/solid/mobile-screen.svg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D:/pasar_fix/node_modules/.bun/@fortawesome+fontawesome-free@7.2.0/node_modules/@fortawesome/fontawesome-free/svgs-full/solid/mobile-vibrate.svg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D:/pasar_fix/node_modules/.bun/@fortawesome+fontawesome-free@7.2.0/node_modules/@fortawesome/fontawesome-free/svgs-full/solid/mobile.svg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D:/pasar_fix/node_modules/.bun/@fortawesome+fontawesome-free@7.2.0/node_modules/@fortawesome/fontawesome-free/svgs-full/solid/money-bill-1-wave.svg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D:/pasar_fix/node_modules/.bun/@fortawesome+fontawesome-free@7.2.0/node_modules/@fortawesome/fontawesome-free/svgs-full/solid/money-bill-1.svg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D:/pasar_fix/node_modules/.bun/@fortawesome+fontawesome-free@7.2.0/node_modules/@fortawesome/fontawesome-free/svgs-full/solid/money-bill-alt.svg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D:/pasar_fix/node_modules/.bun/@fortawesome+fontawesome-free@7.2.0/node_modules/@fortawesome/fontawesome-free/svgs-full/solid/money-bill-transfer.svg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D:/pasar_fix/node_modules/.bun/@fortawesome+fontawesome-free@7.2.0/node_modules/@fortawesome/fontawesome-free/svgs-full/solid/money-bill-trend-up.svg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D:/pasar_fix/node_modules/.bun/@fortawesome+fontawesome-free@7.2.0/node_modules/@fortawesome/fontawesome-free/svgs-full/solid/money-bill-wave-alt.svg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D:/pasar_fix/node_modules/.bun/@fortawesome+fontawesome-free@7.2.0/node_modules/@fortawesome/fontawesome-free/svgs-full/solid/money-bill-wave.svg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D:/pasar_fix/node_modules/.bun/@fortawesome+fontawesome-free@7.2.0/node_modules/@fortawesome/fontawesome-free/svgs-full/solid/money-bill-wheat.svg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D:/pasar_fix/node_modules/.bun/@fortawesome+fontawesome-free@7.2.0/node_modules/@fortawesome/fontawesome-free/svgs-full/solid/money-bill.svg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D:/pasar_fix/node_modules/.bun/@fortawesome+fontawesome-free@7.2.0/node_modules/@fortawesome/fontawesome-free/svgs-full/solid/money-bills.svg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D:/pasar_fix/node_modules/.bun/@fortawesome+fontawesome-free@7.2.0/node_modules/@fortawesome/fontawesome-free/svgs-full/solid/money-check-alt.svg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D:/pasar_fix/node_modules/.bun/@fortawesome+fontawesome-free@7.2.0/node_modules/@fortawesome/fontawesome-free/svgs-full/solid/money-check-dollar.svg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D:/pasar_fix/node_modules/.bun/@fortawesome+fontawesome-free@7.2.0/node_modules/@fortawesome/fontawesome-free/svgs-full/solid/money-check.svg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D:/pasar_fix/node_modules/.bun/@fortawesome+fontawesome-free@7.2.0/node_modules/@fortawesome/fontawesome-free/svgs-full/solid/monument.svg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D:/pasar_fix/node_modules/.bun/@fortawesome+fontawesome-free@7.2.0/node_modules/@fortawesome/fontawesome-free/svgs-full/solid/moon.svg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D:/pasar_fix/node_modules/.bun/@fortawesome+fontawesome-free@7.2.0/node_modules/@fortawesome/fontawesome-free/svgs-full/solid/mortar-board.svg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D:/pasar_fix/node_modules/.bun/@fortawesome+fontawesome-free@7.2.0/node_modules/@fortawesome/fontawesome-free/svgs-full/solid/mortar-pestle.svg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D:/pasar_fix/node_modules/.bun/@fortawesome+fontawesome-free@7.2.0/node_modules/@fortawesome/fontawesome-free/svgs-full/solid/mosque.svg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D:/pasar_fix/node_modules/.bun/@fortawesome+fontawesome-free@7.2.0/node_modules/@fortawesome/fontawesome-free/svgs-full/solid/mosquito-net.svg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D:/pasar_fix/node_modules/.bun/@fortawesome+fontawesome-free@7.2.0/node_modules/@fortawesome/fontawesome-free/svgs-full/solid/mosquito.svg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D:/pasar_fix/node_modules/.bun/@fortawesome+fontawesome-free@7.2.0/node_modules/@fortawesome/fontawesome-free/svgs-full/solid/motorcycle.svg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D:/pasar_fix/node_modules/.bun/@fortawesome+fontawesome-free@7.2.0/node_modules/@fortawesome/fontawesome-free/svgs-full/solid/mound.svg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D:/pasar_fix/node_modules/.bun/@fortawesome+fontawesome-free@7.2.0/node_modules/@fortawesome/fontawesome-free/svgs-full/solid/mountain-city.svg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D:/pasar_fix/node_modules/.bun/@fortawesome+fontawesome-free@7.2.0/node_modules/@fortawesome/fontawesome-free/svgs-full/solid/mountain-sun.svg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D:/pasar_fix/node_modules/.bun/@fortawesome+fontawesome-free@7.2.0/node_modules/@fortawesome/fontawesome-free/svgs-full/solid/mountain.svg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D:/pasar_fix/node_modules/.bun/@fortawesome+fontawesome-free@7.2.0/node_modules/@fortawesome/fontawesome-free/svgs-full/solid/mouse-pointer.svg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D:/pasar_fix/node_modules/.bun/@fortawesome+fontawesome-free@7.2.0/node_modules/@fortawesome/fontawesome-free/svgs-full/solid/mouse.svg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D:/pasar_fix/node_modules/.bun/@fortawesome+fontawesome-free@7.2.0/node_modules/@fortawesome/fontawesome-free/svgs-full/solid/mug-hot.svg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D:/pasar_fix/node_modules/.bun/@fortawesome+fontawesome-free@7.2.0/node_modules/@fortawesome/fontawesome-free/svgs-full/solid/mug-saucer.svg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D:/pasar_fix/node_modules/.bun/@fortawesome+fontawesome-free@7.2.0/node_modules/@fortawesome/fontawesome-free/svgs-full/solid/multiply.svg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D:/pasar_fix/node_modules/.bun/@fortawesome+fontawesome-free@7.2.0/node_modules/@fortawesome/fontawesome-free/svgs-full/solid/museum.svg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D:/pasar_fix/node_modules/.bun/@fortawesome+fontawesome-free@7.2.0/node_modules/@fortawesome/fontawesome-free/svgs-full/solid/music.svg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D:/pasar_fix/node_modules/.bun/@fortawesome+fontawesome-free@7.2.0/node_modules/@fortawesome/fontawesome-free/svgs-full/solid/naira-sign.svg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D:/pasar_fix/node_modules/.bun/@fortawesome+fontawesome-free@7.2.0/node_modules/@fortawesome/fontawesome-free/svgs-full/solid/navicon.svg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D:/pasar_fix/node_modules/.bun/@fortawesome+fontawesome-free@7.2.0/node_modules/@fortawesome/fontawesome-free/svgs-full/solid/network-wired.svg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D:/pasar_fix/node_modules/.bun/@fortawesome+fontawesome-free@7.2.0/node_modules/@fortawesome/fontawesome-free/svgs-full/solid/neuter.svg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D:/pasar_fix/node_modules/.bun/@fortawesome+fontawesome-free@7.2.0/node_modules/@fortawesome/fontawesome-free/svgs-full/solid/newspaper.svg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D:/pasar_fix/node_modules/.bun/@fortawesome+fontawesome-free@7.2.0/node_modules/@fortawesome/fontawesome-free/svgs-full/solid/non-binary.svg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D:/pasar_fix/node_modules/.bun/@fortawesome+fontawesome-free@7.2.0/node_modules/@fortawesome/fontawesome-free/svgs-full/solid/not-equal.svg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D:/pasar_fix/node_modules/.bun/@fortawesome+fontawesome-free@7.2.0/node_modules/@fortawesome/fontawesome-free/svgs-full/solid/notdef.svg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D:/pasar_fix/node_modules/.bun/@fortawesome+fontawesome-free@7.2.0/node_modules/@fortawesome/fontawesome-free/svgs-full/solid/note-sticky.svg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D:/pasar_fix/node_modules/.bun/@fortawesome+fontawesome-free@7.2.0/node_modules/@fortawesome/fontawesome-free/svgs-full/solid/notes-medical.svg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D:/pasar_fix/node_modules/.bun/@fortawesome+fontawesome-free@7.2.0/node_modules/@fortawesome/fontawesome-free/svgs-full/solid/object-group.svg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D:/pasar_fix/node_modules/.bun/@fortawesome+fontawesome-free@7.2.0/node_modules/@fortawesome/fontawesome-free/svgs-full/solid/object-ungroup.svg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D:/pasar_fix/node_modules/.bun/@fortawesome+fontawesome-free@7.2.0/node_modules/@fortawesome/fontawesome-free/svgs-full/solid/octagon.svg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D:/pasar_fix/node_modules/.bun/@fortawesome+fontawesome-free@7.2.0/node_modules/@fortawesome/fontawesome-free/svgs-full/solid/oil-can.svg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D:/pasar_fix/node_modules/.bun/@fortawesome+fontawesome-free@7.2.0/node_modules/@fortawesome/fontawesome-free/svgs-full/solid/oil-well.svg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D:/pasar_fix/node_modules/.bun/@fortawesome+fontawesome-free@7.2.0/node_modules/@fortawesome/fontawesome-free/svgs-full/solid/om.svg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D:/pasar_fix/node_modules/.bun/@fortawesome+fontawesome-free@7.2.0/node_modules/@fortawesome/fontawesome-free/svgs-full/solid/otter.svg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D:/pasar_fix/node_modules/.bun/@fortawesome+fontawesome-free@7.2.0/node_modules/@fortawesome/fontawesome-free/svgs-full/solid/outdent.svg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D:/pasar_fix/node_modules/.bun/@fortawesome+fontawesome-free@7.2.0/node_modules/@fortawesome/fontawesome-free/svgs-full/solid/pager.svg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D:/pasar_fix/node_modules/.bun/@fortawesome+fontawesome-free@7.2.0/node_modules/@fortawesome/fontawesome-free/svgs-full/solid/paint-brush.svg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D:/pasar_fix/node_modules/.bun/@fortawesome+fontawesome-free@7.2.0/node_modules/@fortawesome/fontawesome-free/svgs-full/solid/paint-roller.svg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D:/pasar_fix/node_modules/.bun/@fortawesome+fontawesome-free@7.2.0/node_modules/@fortawesome/fontawesome-free/svgs-full/solid/paintbrush.svg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D:/pasar_fix/node_modules/.bun/@fortawesome+fontawesome-free@7.2.0/node_modules/@fortawesome/fontawesome-free/svgs-full/solid/palette.svg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D:/pasar_fix/node_modules/.bun/@fortawesome+fontawesome-free@7.2.0/node_modules/@fortawesome/fontawesome-free/svgs-full/solid/pallet.svg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D:/pasar_fix/node_modules/.bun/@fortawesome+fontawesome-free@7.2.0/node_modules/@fortawesome/fontawesome-free/svgs-full/solid/panorama.svg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D:/pasar_fix/node_modules/.bun/@fortawesome+fontawesome-free@7.2.0/node_modules/@fortawesome/fontawesome-free/svgs-full/solid/paper-plane.svg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D:/pasar_fix/node_modules/.bun/@fortawesome+fontawesome-free@7.2.0/node_modules/@fortawesome/fontawesome-free/svgs-full/solid/paperclip.svg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D:/pasar_fix/node_modules/.bun/@fortawesome+fontawesome-free@7.2.0/node_modules/@fortawesome/fontawesome-free/svgs-full/solid/parachute-box.svg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D:/pasar_fix/node_modules/.bun/@fortawesome+fontawesome-free@7.2.0/node_modules/@fortawesome/fontawesome-free/svgs-full/solid/paragraph.svg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D:/pasar_fix/node_modules/.bun/@fortawesome+fontawesome-free@7.2.0/node_modules/@fortawesome/fontawesome-free/svgs-full/solid/parking.svg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D:/pasar_fix/node_modules/.bun/@fortawesome+fontawesome-free@7.2.0/node_modules/@fortawesome/fontawesome-free/svgs-full/solid/passport.svg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D:/pasar_fix/node_modules/.bun/@fortawesome+fontawesome-free@7.2.0/node_modules/@fortawesome/fontawesome-free/svgs-full/solid/pastafarianism.svg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D:/pasar_fix/node_modules/.bun/@fortawesome+fontawesome-free@7.2.0/node_modules/@fortawesome/fontawesome-free/svgs-full/solid/paste.svg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D:/pasar_fix/node_modules/.bun/@fortawesome+fontawesome-free@7.2.0/node_modules/@fortawesome/fontawesome-free/svgs-full/solid/pause-circle.svg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D:/pasar_fix/node_modules/.bun/@fortawesome+fontawesome-free@7.2.0/node_modules/@fortawesome/fontawesome-free/svgs-full/solid/pause.svg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D:/pasar_fix/node_modules/.bun/@fortawesome+fontawesome-free@7.2.0/node_modules/@fortawesome/fontawesome-free/svgs-full/solid/paw.svg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D:/pasar_fix/node_modules/.bun/@fortawesome+fontawesome-free@7.2.0/node_modules/@fortawesome/fontawesome-free/svgs-full/solid/peace.svg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D:/pasar_fix/node_modules/.bun/@fortawesome+fontawesome-free@7.2.0/node_modules/@fortawesome/fontawesome-free/svgs-full/solid/pen-alt.svg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D:/pasar_fix/node_modules/.bun/@fortawesome+fontawesome-free@7.2.0/node_modules/@fortawesome/fontawesome-free/svgs-full/solid/pen-clip.svg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D:/pasar_fix/node_modules/.bun/@fortawesome+fontawesome-free@7.2.0/node_modules/@fortawesome/fontawesome-free/svgs-full/solid/pen-fancy.svg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D:/pasar_fix/node_modules/.bun/@fortawesome+fontawesome-free@7.2.0/node_modules/@fortawesome/fontawesome-free/svgs-full/solid/pen-nib.svg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D:/pasar_fix/node_modules/.bun/@fortawesome+fontawesome-free@7.2.0/node_modules/@fortawesome/fontawesome-free/svgs-full/solid/pen-ruler.svg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D:/pasar_fix/node_modules/.bun/@fortawesome+fontawesome-free@7.2.0/node_modules/@fortawesome/fontawesome-free/svgs-full/solid/pen-square.svg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D:/pasar_fix/node_modules/.bun/@fortawesome+fontawesome-free@7.2.0/node_modules/@fortawesome/fontawesome-free/svgs-full/solid/pen-to-square.svg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D:/pasar_fix/node_modules/.bun/@fortawesome+fontawesome-free@7.2.0/node_modules/@fortawesome/fontawesome-free/svgs-full/solid/pen.svg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D:/pasar_fix/node_modules/.bun/@fortawesome+fontawesome-free@7.2.0/node_modules/@fortawesome/fontawesome-free/svgs-full/solid/pencil-alt.svg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D:/pasar_fix/node_modules/.bun/@fortawesome+fontawesome-free@7.2.0/node_modules/@fortawesome/fontawesome-free/svgs-full/solid/pencil-ruler.svg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D:/pasar_fix/node_modules/.bun/@fortawesome+fontawesome-free@7.2.0/node_modules/@fortawesome/fontawesome-free/svgs-full/solid/pencil-square.svg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D:/pasar_fix/node_modules/.bun/@fortawesome+fontawesome-free@7.2.0/node_modules/@fortawesome/fontawesome-free/svgs-full/solid/pencil.svg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D:/pasar_fix/node_modules/.bun/@fortawesome+fontawesome-free@7.2.0/node_modules/@fortawesome/fontawesome-free/svgs-full/solid/pentagon.svg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D:/pasar_fix/node_modules/.bun/@fortawesome+fontawesome-free@7.2.0/node_modules/@fortawesome/fontawesome-free/svgs-full/solid/people-arrows-left-right.svg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D:/pasar_fix/node_modules/.bun/@fortawesome+fontawesome-free@7.2.0/node_modules/@fortawesome/fontawesome-free/svgs-full/solid/people-arrows.svg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D:/pasar_fix/node_modules/.bun/@fortawesome+fontawesome-free@7.2.0/node_modules/@fortawesome/fontawesome-free/svgs-full/solid/people-carry-box.svg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D:/pasar_fix/node_modules/.bun/@fortawesome+fontawesome-free@7.2.0/node_modules/@fortawesome/fontawesome-free/svgs-full/solid/people-carry.svg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D:/pasar_fix/node_modules/.bun/@fortawesome+fontawesome-free@7.2.0/node_modules/@fortawesome/fontawesome-free/svgs-full/solid/people-group.svg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D:/pasar_fix/node_modules/.bun/@fortawesome+fontawesome-free@7.2.0/node_modules/@fortawesome/fontawesome-free/svgs-full/solid/people-line.svg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D:/pasar_fix/node_modules/.bun/@fortawesome+fontawesome-free@7.2.0/node_modules/@fortawesome/fontawesome-free/svgs-full/solid/people-pulling.svg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D:/pasar_fix/node_modules/.bun/@fortawesome+fontawesome-free@7.2.0/node_modules/@fortawesome/fontawesome-free/svgs-full/solid/people-robbery.svg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D:/pasar_fix/node_modules/.bun/@fortawesome+fontawesome-free@7.2.0/node_modules/@fortawesome/fontawesome-free/svgs-full/solid/people-roof.svg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D:/pasar_fix/node_modules/.bun/@fortawesome+fontawesome-free@7.2.0/node_modules/@fortawesome/fontawesome-free/svgs-full/solid/pepper-hot.svg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D:/pasar_fix/node_modules/.bun/@fortawesome+fontawesome-free@7.2.0/node_modules/@fortawesome/fontawesome-free/svgs-full/solid/percent.svg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D:/pasar_fix/node_modules/.bun/@fortawesome+fontawesome-free@7.2.0/node_modules/@fortawesome/fontawesome-free/svgs-full/solid/percentage.svg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D:/pasar_fix/node_modules/.bun/@fortawesome+fontawesome-free@7.2.0/node_modules/@fortawesome/fontawesome-free/svgs-full/solid/person-arrow-down-to-line.svg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D:/pasar_fix/node_modules/.bun/@fortawesome+fontawesome-free@7.2.0/node_modules/@fortawesome/fontawesome-free/svgs-full/solid/person-arrow-up-from-line.svg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D:/pasar_fix/node_modules/.bun/@fortawesome+fontawesome-free@7.2.0/node_modules/@fortawesome/fontawesome-free/svgs-full/solid/person-biking.svg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D:/pasar_fix/node_modules/.bun/@fortawesome+fontawesome-free@7.2.0/node_modules/@fortawesome/fontawesome-free/svgs-full/solid/person-booth.svg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D:/pasar_fix/node_modules/.bun/@fortawesome+fontawesome-free@7.2.0/node_modules/@fortawesome/fontawesome-free/svgs-full/solid/person-breastfeeding.svg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D:/pasar_fix/node_modules/.bun/@fortawesome+fontawesome-free@7.2.0/node_modules/@fortawesome/fontawesome-free/svgs-full/solid/person-burst.svg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D:/pasar_fix/node_modules/.bun/@fortawesome+fontawesome-free@7.2.0/node_modules/@fortawesome/fontawesome-free/svgs-full/solid/person-cane.svg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D:/pasar_fix/node_modules/.bun/@fortawesome+fontawesome-free@7.2.0/node_modules/@fortawesome/fontawesome-free/svgs-full/solid/person-chalkboard.svg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D:/pasar_fix/node_modules/.bun/@fortawesome+fontawesome-free@7.2.0/node_modules/@fortawesome/fontawesome-free/svgs-full/solid/person-circle-check.svg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D:/pasar_fix/node_modules/.bun/@fortawesome+fontawesome-free@7.2.0/node_modules/@fortawesome/fontawesome-free/svgs-full/solid/person-circle-exclamation.svg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D:/pasar_fix/node_modules/.bun/@fortawesome+fontawesome-free@7.2.0/node_modules/@fortawesome/fontawesome-free/svgs-full/solid/person-circle-minus.svg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D:/pasar_fix/node_modules/.bun/@fortawesome+fontawesome-free@7.2.0/node_modules/@fortawesome/fontawesome-free/svgs-full/solid/person-circle-plus.svg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D:/pasar_fix/node_modules/.bun/@fortawesome+fontawesome-free@7.2.0/node_modules/@fortawesome/fontawesome-free/svgs-full/solid/person-circle-question.svg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D:/pasar_fix/node_modules/.bun/@fortawesome+fontawesome-free@7.2.0/node_modules/@fortawesome/fontawesome-free/svgs-full/solid/person-circle-xmark.svg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D:/pasar_fix/node_modules/.bun/@fortawesome+fontawesome-free@7.2.0/node_modules/@fortawesome/fontawesome-free/svgs-full/solid/person-digging.svg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D:/pasar_fix/node_modules/.bun/@fortawesome+fontawesome-free@7.2.0/node_modules/@fortawesome/fontawesome-free/svgs-full/solid/person-dots-from-line.svg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D:/pasar_fix/node_modules/.bun/@fortawesome+fontawesome-free@7.2.0/node_modules/@fortawesome/fontawesome-free/svgs-full/solid/person-dress-burst.svg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D:/pasar_fix/node_modules/.bun/@fortawesome+fontawesome-free@7.2.0/node_modules/@fortawesome/fontawesome-free/svgs-full/solid/person-dress.svg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D:/pasar_fix/node_modules/.bun/@fortawesome+fontawesome-free@7.2.0/node_modules/@fortawesome/fontawesome-free/svgs-full/solid/person-drowning.svg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D:/pasar_fix/node_modules/.bun/@fortawesome+fontawesome-free@7.2.0/node_modules/@fortawesome/fontawesome-free/svgs-full/solid/person-falling-burst.svg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D:/pasar_fix/node_modules/.bun/@fortawesome+fontawesome-free@7.2.0/node_modules/@fortawesome/fontawesome-free/svgs-full/solid/person-falling.svg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D:/pasar_fix/node_modules/.bun/@fortawesome+fontawesome-free@7.2.0/node_modules/@fortawesome/fontawesome-free/svgs-full/solid/person-half-dress.svg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D:/pasar_fix/node_modules/.bun/@fortawesome+fontawesome-free@7.2.0/node_modules/@fortawesome/fontawesome-free/svgs-full/solid/person-harassing.svg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D:/pasar_fix/node_modules/.bun/@fortawesome+fontawesome-free@7.2.0/node_modules/@fortawesome/fontawesome-free/svgs-full/solid/person-hiking.svg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D:/pasar_fix/node_modules/.bun/@fortawesome+fontawesome-free@7.2.0/node_modules/@fortawesome/fontawesome-free/svgs-full/solid/person-military-pointing.svg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D:/pasar_fix/node_modules/.bun/@fortawesome+fontawesome-free@7.2.0/node_modules/@fortawesome/fontawesome-free/svgs-full/solid/person-military-rifle.svg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D:/pasar_fix/node_modules/.bun/@fortawesome+fontawesome-free@7.2.0/node_modules/@fortawesome/fontawesome-free/svgs-full/solid/person-military-to-person.svg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D:/pasar_fix/node_modules/.bun/@fortawesome+fontawesome-free@7.2.0/node_modules/@fortawesome/fontawesome-free/svgs-full/solid/person-praying.svg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D:/pasar_fix/node_modules/.bun/@fortawesome+fontawesome-free@7.2.0/node_modules/@fortawesome/fontawesome-free/svgs-full/solid/person-pregnant.svg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D:/pasar_fix/node_modules/.bun/@fortawesome+fontawesome-free@7.2.0/node_modules/@fortawesome/fontawesome-free/svgs-full/solid/person-rays.svg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D:/pasar_fix/node_modules/.bun/@fortawesome+fontawesome-free@7.2.0/node_modules/@fortawesome/fontawesome-free/svgs-full/solid/person-rifle.svg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D:/pasar_fix/node_modules/.bun/@fortawesome+fontawesome-free@7.2.0/node_modules/@fortawesome/fontawesome-free/svgs-full/solid/person-running.svg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D:/pasar_fix/node_modules/.bun/@fortawesome+fontawesome-free@7.2.0/node_modules/@fortawesome/fontawesome-free/svgs-full/solid/person-shelter.svg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D:/pasar_fix/node_modules/.bun/@fortawesome+fontawesome-free@7.2.0/node_modules/@fortawesome/fontawesome-free/svgs-full/solid/person-skating.svg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D:/pasar_fix/node_modules/.bun/@fortawesome+fontawesome-free@7.2.0/node_modules/@fortawesome/fontawesome-free/svgs-full/solid/person-skiing-nordic.svg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D:/pasar_fix/node_modules/.bun/@fortawesome+fontawesome-free@7.2.0/node_modules/@fortawesome/fontawesome-free/svgs-full/solid/person-skiing.svg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D:/pasar_fix/node_modules/.bun/@fortawesome+fontawesome-free@7.2.0/node_modules/@fortawesome/fontawesome-free/svgs-full/solid/person-snowboarding.svg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D:/pasar_fix/node_modules/.bun/@fortawesome+fontawesome-free@7.2.0/node_modules/@fortawesome/fontawesome-free/svgs-full/solid/person-swimming.svg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D:/pasar_fix/node_modules/.bun/@fortawesome+fontawesome-free@7.2.0/node_modules/@fortawesome/fontawesome-free/svgs-full/solid/person-through-window.svg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D:/pasar_fix/node_modules/.bun/@fortawesome+fontawesome-free@7.2.0/node_modules/@fortawesome/fontawesome-free/svgs-full/solid/person-walking-arrow-loop-left.svg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D:/pasar_fix/node_modules/.bun/@fortawesome+fontawesome-free@7.2.0/node_modules/@fortawesome/fontawesome-free/svgs-full/solid/person-walking-arrow-right.svg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D:/pasar_fix/node_modules/.bun/@fortawesome+fontawesome-free@7.2.0/node_modules/@fortawesome/fontawesome-free/svgs-full/solid/person-walking-dashed-line-arrow-right.svg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D:/pasar_fix/node_modules/.bun/@fortawesome+fontawesome-free@7.2.0/node_modules/@fortawesome/fontawesome-free/svgs-full/solid/person-walking-luggage.svg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D:/pasar_fix/node_modules/.bun/@fortawesome+fontawesome-free@7.2.0/node_modules/@fortawesome/fontawesome-free/svgs-full/solid/person-walking-with-cane.svg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D:/pasar_fix/node_modules/.bun/@fortawesome+fontawesome-free@7.2.0/node_modules/@fortawesome/fontawesome-free/svgs-full/solid/person-walking.svg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D:/pasar_fix/node_modules/.bun/@fortawesome+fontawesome-free@7.2.0/node_modules/@fortawesome/fontawesome-free/svgs-full/solid/person.svg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D:/pasar_fix/node_modules/.bun/@fortawesome+fontawesome-free@7.2.0/node_modules/@fortawesome/fontawesome-free/svgs-full/solid/peseta-sign.svg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D:/pasar_fix/node_modules/.bun/@fortawesome+fontawesome-free@7.2.0/node_modules/@fortawesome/fontawesome-free/svgs-full/solid/peso-sign.svg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D:/pasar_fix/node_modules/.bun/@fortawesome+fontawesome-free@7.2.0/node_modules/@fortawesome/fontawesome-free/svgs-full/solid/phone-alt.svg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D:/pasar_fix/node_modules/.bun/@fortawesome+fontawesome-free@7.2.0/node_modules/@fortawesome/fontawesome-free/svgs-full/solid/phone-flip.svg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D:/pasar_fix/node_modules/.bun/@fortawesome+fontawesome-free@7.2.0/node_modules/@fortawesome/fontawesome-free/svgs-full/solid/phone-slash.svg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D:/pasar_fix/node_modules/.bun/@fortawesome+fontawesome-free@7.2.0/node_modules/@fortawesome/fontawesome-free/svgs-full/solid/phone-square-alt.svg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D:/pasar_fix/node_modules/.bun/@fortawesome+fontawesome-free@7.2.0/node_modules/@fortawesome/fontawesome-free/svgs-full/solid/phone-square.svg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D:/pasar_fix/node_modules/.bun/@fortawesome+fontawesome-free@7.2.0/node_modules/@fortawesome/fontawesome-free/svgs-full/solid/phone-volume.svg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D:/pasar_fix/node_modules/.bun/@fortawesome+fontawesome-free@7.2.0/node_modules/@fortawesome/fontawesome-free/svgs-full/solid/phone.svg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D:/pasar_fix/node_modules/.bun/@fortawesome+fontawesome-free@7.2.0/node_modules/@fortawesome/fontawesome-free/svgs-full/solid/photo-film.svg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D:/pasar_fix/node_modules/.bun/@fortawesome+fontawesome-free@7.2.0/node_modules/@fortawesome/fontawesome-free/svgs-full/solid/photo-video.svg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D:/pasar_fix/node_modules/.bun/@fortawesome+fontawesome-free@7.2.0/node_modules/@fortawesome/fontawesome-free/svgs-full/solid/picture-in-picture.svg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D:/pasar_fix/node_modules/.bun/@fortawesome+fontawesome-free@7.2.0/node_modules/@fortawesome/fontawesome-free/svgs-full/solid/pie-chart.svg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D:/pasar_fix/node_modules/.bun/@fortawesome+fontawesome-free@7.2.0/node_modules/@fortawesome/fontawesome-free/svgs-full/solid/piggy-bank.svg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D:/pasar_fix/node_modules/.bun/@fortawesome+fontawesome-free@7.2.0/node_modules/@fortawesome/fontawesome-free/svgs-full/solid/pills.svg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D:/pasar_fix/node_modules/.bun/@fortawesome+fontawesome-free@7.2.0/node_modules/@fortawesome/fontawesome-free/svgs-full/solid/ping-pong-paddle-ball.svg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D:/pasar_fix/node_modules/.bun/@fortawesome+fontawesome-free@7.2.0/node_modules/@fortawesome/fontawesome-free/svgs-full/solid/pisces.svg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D:/pasar_fix/node_modules/.bun/@fortawesome+fontawesome-free@7.2.0/node_modules/@fortawesome/fontawesome-free/svgs-full/solid/pizza-slice.svg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D:/pasar_fix/node_modules/.bun/@fortawesome+fontawesome-free@7.2.0/node_modules/@fortawesome/fontawesome-free/svgs-full/solid/place-of-worship.svg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D:/pasar_fix/node_modules/.bun/@fortawesome+fontawesome-free@7.2.0/node_modules/@fortawesome/fontawesome-free/svgs-full/solid/plane-arrival.svg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D:/pasar_fix/node_modules/.bun/@fortawesome+fontawesome-free@7.2.0/node_modules/@fortawesome/fontawesome-free/svgs-full/solid/plane-circle-check.svg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D:/pasar_fix/node_modules/.bun/@fortawesome+fontawesome-free@7.2.0/node_modules/@fortawesome/fontawesome-free/svgs-full/solid/plane-circle-exclamation.svg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D:/pasar_fix/node_modules/.bun/@fortawesome+fontawesome-free@7.2.0/node_modules/@fortawesome/fontawesome-free/svgs-full/solid/plane-circle-xmark.svg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D:/pasar_fix/node_modules/.bun/@fortawesome+fontawesome-free@7.2.0/node_modules/@fortawesome/fontawesome-free/svgs-full/solid/plane-departure.svg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D:/pasar_fix/node_modules/.bun/@fortawesome+fontawesome-free@7.2.0/node_modules/@fortawesome/fontawesome-free/svgs-full/solid/plane-lock.svg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D:/pasar_fix/node_modules/.bun/@fortawesome+fontawesome-free@7.2.0/node_modules/@fortawesome/fontawesome-free/svgs-full/solid/plane-slash.svg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D:/pasar_fix/node_modules/.bun/@fortawesome+fontawesome-free@7.2.0/node_modules/@fortawesome/fontawesome-free/svgs-full/solid/plane-up.svg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D:/pasar_fix/node_modules/.bun/@fortawesome+fontawesome-free@7.2.0/node_modules/@fortawesome/fontawesome-free/svgs-full/solid/plane.svg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D:/pasar_fix/node_modules/.bun/@fortawesome+fontawesome-free@7.2.0/node_modules/@fortawesome/fontawesome-free/svgs-full/solid/plant-wilt.svg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D:/pasar_fix/node_modules/.bun/@fortawesome+fontawesome-free@7.2.0/node_modules/@fortawesome/fontawesome-free/svgs-full/solid/plate-wheat.svg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D:/pasar_fix/node_modules/.bun/@fortawesome+fontawesome-free@7.2.0/node_modules/@fortawesome/fontawesome-free/svgs-full/solid/play-circle.svg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D:/pasar_fix/node_modules/.bun/@fortawesome+fontawesome-free@7.2.0/node_modules/@fortawesome/fontawesome-free/svgs-full/solid/play.svg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D:/pasar_fix/node_modules/.bun/@fortawesome+fontawesome-free@7.2.0/node_modules/@fortawesome/fontawesome-free/svgs-full/solid/plug-circle-bolt.svg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D:/pasar_fix/node_modules/.bun/@fortawesome+fontawesome-free@7.2.0/node_modules/@fortawesome/fontawesome-free/svgs-full/solid/plug-circle-check.svg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D:/pasar_fix/node_modules/.bun/@fortawesome+fontawesome-free@7.2.0/node_modules/@fortawesome/fontawesome-free/svgs-full/solid/plug-circle-exclamation.svg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D:/pasar_fix/node_modules/.bun/@fortawesome+fontawesome-free@7.2.0/node_modules/@fortawesome/fontawesome-free/svgs-full/solid/plug-circle-minus.svg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D:/pasar_fix/node_modules/.bun/@fortawesome+fontawesome-free@7.2.0/node_modules/@fortawesome/fontawesome-free/svgs-full/solid/plug-circle-plus.svg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D:/pasar_fix/node_modules/.bun/@fortawesome+fontawesome-free@7.2.0/node_modules/@fortawesome/fontawesome-free/svgs-full/solid/plug-circle-xmark.svg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D:/pasar_fix/node_modules/.bun/@fortawesome+fontawesome-free@7.2.0/node_modules/@fortawesome/fontawesome-free/svgs-full/solid/plug.svg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D:/pasar_fix/node_modules/.bun/@fortawesome+fontawesome-free@7.2.0/node_modules/@fortawesome/fontawesome-free/svgs-full/solid/plus-circle.svg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D:/pasar_fix/node_modules/.bun/@fortawesome+fontawesome-free@7.2.0/node_modules/@fortawesome/fontawesome-free/svgs-full/solid/plus-minus.svg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D:/pasar_fix/node_modules/.bun/@fortawesome+fontawesome-free@7.2.0/node_modules/@fortawesome/fontawesome-free/svgs-full/solid/plus-square.svg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D:/pasar_fix/node_modules/.bun/@fortawesome+fontawesome-free@7.2.0/node_modules/@fortawesome/fontawesome-free/svgs-full/solid/plus.svg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D:/pasar_fix/node_modules/.bun/@fortawesome+fontawesome-free@7.2.0/node_modules/@fortawesome/fontawesome-free/svgs-full/solid/podcast.svg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D:/pasar_fix/node_modules/.bun/@fortawesome+fontawesome-free@7.2.0/node_modules/@fortawesome/fontawesome-free/svgs-full/solid/poll-h.svg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D:/pasar_fix/node_modules/.bun/@fortawesome+fontawesome-free@7.2.0/node_modules/@fortawesome/fontawesome-free/svgs-full/solid/poll.svg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D:/pasar_fix/node_modules/.bun/@fortawesome+fontawesome-free@7.2.0/node_modules/@fortawesome/fontawesome-free/svgs-full/solid/poo-bolt.svg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D:/pasar_fix/node_modules/.bun/@fortawesome+fontawesome-free@7.2.0/node_modules/@fortawesome/fontawesome-free/svgs-full/solid/poo-storm.svg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D:/pasar_fix/node_modules/.bun/@fortawesome+fontawesome-free@7.2.0/node_modules/@fortawesome/fontawesome-free/svgs-full/solid/poo.svg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D:/pasar_fix/node_modules/.bun/@fortawesome+fontawesome-free@7.2.0/node_modules/@fortawesome/fontawesome-free/svgs-full/solid/poop.svg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D:/pasar_fix/node_modules/.bun/@fortawesome+fontawesome-free@7.2.0/node_modules/@fortawesome/fontawesome-free/svgs-full/solid/portrait.svg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D:/pasar_fix/node_modules/.bun/@fortawesome+fontawesome-free@7.2.0/node_modules/@fortawesome/fontawesome-free/svgs-full/solid/pound-sign.svg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D:/pasar_fix/node_modules/.bun/@fortawesome+fontawesome-free@7.2.0/node_modules/@fortawesome/fontawesome-free/svgs-full/solid/power-off.svg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D:/pasar_fix/node_modules/.bun/@fortawesome+fontawesome-free@7.2.0/node_modules/@fortawesome/fontawesome-free/svgs-full/solid/pray.svg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D:/pasar_fix/node_modules/.bun/@fortawesome+fontawesome-free@7.2.0/node_modules/@fortawesome/fontawesome-free/svgs-full/solid/praying-hands.svg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D:/pasar_fix/node_modules/.bun/@fortawesome+fontawesome-free@7.2.0/node_modules/@fortawesome/fontawesome-free/svgs-full/solid/prescription-bottle-alt.svg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D:/pasar_fix/node_modules/.bun/@fortawesome+fontawesome-free@7.2.0/node_modules/@fortawesome/fontawesome-free/svgs-full/solid/prescription-bottle-medical.svg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D:/pasar_fix/node_modules/.bun/@fortawesome+fontawesome-free@7.2.0/node_modules/@fortawesome/fontawesome-free/svgs-full/solid/prescription-bottle.svg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D:/pasar_fix/node_modules/.bun/@fortawesome+fontawesome-free@7.2.0/node_modules/@fortawesome/fontawesome-free/svgs-full/solid/prescription.svg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D:/pasar_fix/node_modules/.bun/@fortawesome+fontawesome-free@7.2.0/node_modules/@fortawesome/fontawesome-free/svgs-full/solid/print.svg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D:/pasar_fix/node_modules/.bun/@fortawesome+fontawesome-free@7.2.0/node_modules/@fortawesome/fontawesome-free/svgs-full/solid/procedures.svg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D:/pasar_fix/node_modules/.bun/@fortawesome+fontawesome-free@7.2.0/node_modules/@fortawesome/fontawesome-free/svgs-full/solid/project-diagram.svg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D:/pasar_fix/node_modules/.bun/@fortawesome+fontawesome-free@7.2.0/node_modules/@fortawesome/fontawesome-free/svgs-full/solid/pump-medical.svg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D:/pasar_fix/node_modules/.bun/@fortawesome+fontawesome-free@7.2.0/node_modules/@fortawesome/fontawesome-free/svgs-full/solid/pump-soap.svg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D:/pasar_fix/node_modules/.bun/@fortawesome+fontawesome-free@7.2.0/node_modules/@fortawesome/fontawesome-free/svgs-full/solid/puzzle-piece.svg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D:/pasar_fix/node_modules/.bun/@fortawesome+fontawesome-free@7.2.0/node_modules/@fortawesome/fontawesome-free/svgs-full/solid/q.svg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D:/pasar_fix/node_modules/.bun/@fortawesome+fontawesome-free@7.2.0/node_modules/@fortawesome/fontawesome-free/svgs-full/solid/qrcode.svg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D:/pasar_fix/node_modules/.bun/@fortawesome+fontawesome-free@7.2.0/node_modules/@fortawesome/fontawesome-free/svgs-full/solid/question-circle.svg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D:/pasar_fix/node_modules/.bun/@fortawesome+fontawesome-free@7.2.0/node_modules/@fortawesome/fontawesome-free/svgs-full/solid/question.svg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D:/pasar_fix/node_modules/.bun/@fortawesome+fontawesome-free@7.2.0/node_modules/@fortawesome/fontawesome-free/svgs-full/solid/quidditch-broom-ball.svg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D:/pasar_fix/node_modules/.bun/@fortawesome+fontawesome-free@7.2.0/node_modules/@fortawesome/fontawesome-free/svgs-full/solid/quidditch.svg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D:/pasar_fix/node_modules/.bun/@fortawesome+fontawesome-free@7.2.0/node_modules/@fortawesome/fontawesome-free/svgs-full/solid/quote-left-alt.svg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D:/pasar_fix/node_modules/.bun/@fortawesome+fontawesome-free@7.2.0/node_modules/@fortawesome/fontawesome-free/svgs-full/solid/quote-left.svg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D:/pasar_fix/node_modules/.bun/@fortawesome+fontawesome-free@7.2.0/node_modules/@fortawesome/fontawesome-free/svgs-full/solid/quote-right-alt.svg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D:/pasar_fix/node_modules/.bun/@fortawesome+fontawesome-free@7.2.0/node_modules/@fortawesome/fontawesome-free/svgs-full/solid/quote-right.svg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D:/pasar_fix/node_modules/.bun/@fortawesome+fontawesome-free@7.2.0/node_modules/@fortawesome/fontawesome-free/svgs-full/solid/quran.svg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D:/pasar_fix/node_modules/.bun/@fortawesome+fontawesome-free@7.2.0/node_modules/@fortawesome/fontawesome-free/svgs-full/solid/radiation-alt.svg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D:/pasar_fix/node_modules/.bun/@fortawesome+fontawesome-free@7.2.0/node_modules/@fortawesome/fontawesome-free/svgs-full/solid/radiation.svg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D:/pasar_fix/node_modules/.bun/@fortawesome+fontawesome-free@7.2.0/node_modules/@fortawesome/fontawesome-free/svgs-full/solid/radio.svg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D:/pasar_fix/node_modules/.bun/@fortawesome+fontawesome-free@7.2.0/node_modules/@fortawesome/fontawesome-free/svgs-full/solid/rainbow.svg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D:/pasar_fix/node_modules/.bun/@fortawesome+fontawesome-free@7.2.0/node_modules/@fortawesome/fontawesome-free/svgs-full/solid/random.svg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D:/pasar_fix/node_modules/.bun/@fortawesome+fontawesome-free@7.2.0/node_modules/@fortawesome/fontawesome-free/svgs-full/solid/ranking-star.svg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D:/pasar_fix/node_modules/.bun/@fortawesome+fontawesome-free@7.2.0/node_modules/@fortawesome/fontawesome-free/svgs-full/solid/receipt.svg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D:/pasar_fix/node_modules/.bun/@fortawesome+fontawesome-free@7.2.0/node_modules/@fortawesome/fontawesome-free/svgs-full/solid/record-vinyl.svg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D:/pasar_fix/node_modules/.bun/@fortawesome+fontawesome-free@7.2.0/node_modules/@fortawesome/fontawesome-free/svgs-full/solid/rectangle-ad.svg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D:/pasar_fix/node_modules/.bun/@fortawesome+fontawesome-free@7.2.0/node_modules/@fortawesome/fontawesome-free/svgs-full/solid/rectangle-list.svg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D:/pasar_fix/node_modules/.bun/@fortawesome+fontawesome-free@7.2.0/node_modules/@fortawesome/fontawesome-free/svgs-full/solid/rectangle-times.svg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D:/pasar_fix/node_modules/.bun/@fortawesome+fontawesome-free@7.2.0/node_modules/@fortawesome/fontawesome-free/svgs-full/solid/rectangle-xmark.svg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D:/pasar_fix/node_modules/.bun/@fortawesome+fontawesome-free@7.2.0/node_modules/@fortawesome/fontawesome-free/svgs-full/solid/recycle.svg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D:/pasar_fix/node_modules/.bun/@fortawesome+fontawesome-free@7.2.0/node_modules/@fortawesome/fontawesome-free/svgs-full/solid/redo-alt.svg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D:/pasar_fix/node_modules/.bun/@fortawesome+fontawesome-free@7.2.0/node_modules/@fortawesome/fontawesome-free/svgs-full/solid/redo.svg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D:/pasar_fix/node_modules/.bun/@fortawesome+fontawesome-free@7.2.0/node_modules/@fortawesome/fontawesome-free/svgs-full/solid/refresh.svg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D:/pasar_fix/node_modules/.bun/@fortawesome+fontawesome-free@7.2.0/node_modules/@fortawesome/fontawesome-free/svgs-full/solid/registered.svg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D:/pasar_fix/node_modules/.bun/@fortawesome+fontawesome-free@7.2.0/node_modules/@fortawesome/fontawesome-free/svgs-full/solid/remove-format.svg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D:/pasar_fix/node_modules/.bun/@fortawesome+fontawesome-free@7.2.0/node_modules/@fortawesome/fontawesome-free/svgs-full/solid/remove.svg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D:/pasar_fix/node_modules/.bun/@fortawesome+fontawesome-free@7.2.0/node_modules/@fortawesome/fontawesome-free/svgs-full/solid/reorder.svg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D:/pasar_fix/node_modules/.bun/@fortawesome+fontawesome-free@7.2.0/node_modules/@fortawesome/fontawesome-free/svgs-full/solid/repeat.svg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D:/pasar_fix/node_modules/.bun/@fortawesome+fontawesome-free@7.2.0/node_modules/@fortawesome/fontawesome-free/svgs-full/solid/reply-all.svg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D:/pasar_fix/node_modules/.bun/@fortawesome+fontawesome-free@7.2.0/node_modules/@fortawesome/fontawesome-free/svgs-full/solid/reply.svg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D:/pasar_fix/node_modules/.bun/@fortawesome+fontawesome-free@7.2.0/node_modules/@fortawesome/fontawesome-free/svgs-full/solid/republican.svg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D:/pasar_fix/node_modules/.bun/@fortawesome+fontawesome-free@7.2.0/node_modules/@fortawesome/fontawesome-free/svgs-full/solid/restroom.svg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D:/pasar_fix/node_modules/.bun/@fortawesome+fontawesome-free@7.2.0/node_modules/@fortawesome/fontawesome-free/svgs-full/solid/retweet.svg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D:/pasar_fix/node_modules/.bun/@fortawesome+fontawesome-free@7.2.0/node_modules/@fortawesome/fontawesome-free/svgs-full/solid/ribbon.svg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D:/pasar_fix/node_modules/.bun/@fortawesome+fontawesome-free@7.2.0/node_modules/@fortawesome/fontawesome-free/svgs-full/solid/right-from-bracket.svg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D:/pasar_fix/node_modules/.bun/@fortawesome+fontawesome-free@7.2.0/node_modules/@fortawesome/fontawesome-free/svgs-full/solid/right-left.svg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D:/pasar_fix/node_modules/.bun/@fortawesome+fontawesome-free@7.2.0/node_modules/@fortawesome/fontawesome-free/svgs-full/solid/right-long.svg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D:/pasar_fix/node_modules/.bun/@fortawesome+fontawesome-free@7.2.0/node_modules/@fortawesome/fontawesome-free/svgs-full/solid/right-to-bracket.svg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D:/pasar_fix/node_modules/.bun/@fortawesome+fontawesome-free@7.2.0/node_modules/@fortawesome/fontawesome-free/svgs-full/solid/ring.svg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D:/pasar_fix/node_modules/.bun/@fortawesome+fontawesome-free@7.2.0/node_modules/@fortawesome/fontawesome-free/svgs-full/solid/rmb.svg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D:/pasar_fix/node_modules/.bun/@fortawesome+fontawesome-free@7.2.0/node_modules/@fortawesome/fontawesome-free/svgs-full/solid/road-barrier.svg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D:/pasar_fix/node_modules/.bun/@fortawesome+fontawesome-free@7.2.0/node_modules/@fortawesome/fontawesome-free/svgs-full/solid/road-bridge.svg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D:/pasar_fix/node_modules/.bun/@fortawesome+fontawesome-free@7.2.0/node_modules/@fortawesome/fontawesome-free/svgs-full/solid/road-circle-check.svg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D:/pasar_fix/node_modules/.bun/@fortawesome+fontawesome-free@7.2.0/node_modules/@fortawesome/fontawesome-free/svgs-full/solid/road-circle-exclamation.svg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D:/pasar_fix/node_modules/.bun/@fortawesome+fontawesome-free@7.2.0/node_modules/@fortawesome/fontawesome-free/svgs-full/solid/road-circle-xmark.svg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D:/pasar_fix/node_modules/.bun/@fortawesome+fontawesome-free@7.2.0/node_modules/@fortawesome/fontawesome-free/svgs-full/solid/road-lock.svg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D:/pasar_fix/node_modules/.bun/@fortawesome+fontawesome-free@7.2.0/node_modules/@fortawesome/fontawesome-free/svgs-full/solid/road-spikes.svg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D:/pasar_fix/node_modules/.bun/@fortawesome+fontawesome-free@7.2.0/node_modules/@fortawesome/fontawesome-free/svgs-full/solid/road.svg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D:/pasar_fix/node_modules/.bun/@fortawesome+fontawesome-free@7.2.0/node_modules/@fortawesome/fontawesome-free/svgs-full/solid/robot.svg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D:/pasar_fix/node_modules/.bun/@fortawesome+fontawesome-free@7.2.0/node_modules/@fortawesome/fontawesome-free/svgs-full/solid/rocket.svg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D:/pasar_fix/node_modules/.bun/@fortawesome+fontawesome-free@7.2.0/node_modules/@fortawesome/fontawesome-free/svgs-full/solid/rod-asclepius.svg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D:/pasar_fix/node_modules/.bun/@fortawesome+fontawesome-free@7.2.0/node_modules/@fortawesome/fontawesome-free/svgs-full/solid/rod-snake.svg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D:/pasar_fix/node_modules/.bun/@fortawesome+fontawesome-free@7.2.0/node_modules/@fortawesome/fontawesome-free/svgs-full/solid/rotate-back.svg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D:/pasar_fix/node_modules/.bun/@fortawesome+fontawesome-free@7.2.0/node_modules/@fortawesome/fontawesome-free/svgs-full/solid/rotate-backward.svg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D:/pasar_fix/node_modules/.bun/@fortawesome+fontawesome-free@7.2.0/node_modules/@fortawesome/fontawesome-free/svgs-full/solid/rotate-forward.svg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D:/pasar_fix/node_modules/.bun/@fortawesome+fontawesome-free@7.2.0/node_modules/@fortawesome/fontawesome-free/svgs-full/solid/rotate-left.svg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D:/pasar_fix/node_modules/.bun/@fortawesome+fontawesome-free@7.2.0/node_modules/@fortawesome/fontawesome-free/svgs-full/solid/rotate-right.svg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D:/pasar_fix/node_modules/.bun/@fortawesome+fontawesome-free@7.2.0/node_modules/@fortawesome/fontawesome-free/svgs-full/solid/rotate.svg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D:/pasar_fix/node_modules/.bun/@fortawesome+fontawesome-free@7.2.0/node_modules/@fortawesome/fontawesome-free/svgs-full/solid/rouble.svg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D:/pasar_fix/node_modules/.bun/@fortawesome+fontawesome-free@7.2.0/node_modules/@fortawesome/fontawesome-free/svgs-full/solid/route.svg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D:/pasar_fix/node_modules/.bun/@fortawesome+fontawesome-free@7.2.0/node_modules/@fortawesome/fontawesome-free/svgs-full/solid/rss-square.svg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D:/pasar_fix/node_modules/.bun/@fortawesome+fontawesome-free@7.2.0/node_modules/@fortawesome/fontawesome-free/svgs-full/solid/rss.svg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D:/pasar_fix/node_modules/.bun/@fortawesome+fontawesome-free@7.2.0/node_modules/@fortawesome/fontawesome-free/svgs-full/solid/rub.svg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D:/pasar_fix/node_modules/.bun/@fortawesome+fontawesome-free@7.2.0/node_modules/@fortawesome/fontawesome-free/svgs-full/solid/ruble-sign.svg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D:/pasar_fix/node_modules/.bun/@fortawesome+fontawesome-free@7.2.0/node_modules/@fortawesome/fontawesome-free/svgs-full/solid/ruble.svg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D:/pasar_fix/node_modules/.bun/@fortawesome+fontawesome-free@7.2.0/node_modules/@fortawesome/fontawesome-free/svgs-full/solid/rug.svg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D:/pasar_fix/node_modules/.bun/@fortawesome+fontawesome-free@7.2.0/node_modules/@fortawesome/fontawesome-free/svgs-full/solid/ruler-combined.svg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D:/pasar_fix/node_modules/.bun/@fortawesome+fontawesome-free@7.2.0/node_modules/@fortawesome/fontawesome-free/svgs-full/solid/ruler-horizontal.svg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D:/pasar_fix/node_modules/.bun/@fortawesome+fontawesome-free@7.2.0/node_modules/@fortawesome/fontawesome-free/svgs-full/solid/ruler-vertical.svg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D:/pasar_fix/node_modules/.bun/@fortawesome+fontawesome-free@7.2.0/node_modules/@fortawesome/fontawesome-free/svgs-full/solid/ruler.svg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D:/pasar_fix/node_modules/.bun/@fortawesome+fontawesome-free@7.2.0/node_modules/@fortawesome/fontawesome-free/svgs-full/solid/running.svg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D:/pasar_fix/node_modules/.bun/@fortawesome+fontawesome-free@7.2.0/node_modules/@fortawesome/fontawesome-free/svgs-full/solid/rupee-sign.svg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D:/pasar_fix/node_modules/.bun/@fortawesome+fontawesome-free@7.2.0/node_modules/@fortawesome/fontawesome-free/svgs-full/solid/rupee.svg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D:/pasar_fix/node_modules/.bun/@fortawesome+fontawesome-free@7.2.0/node_modules/@fortawesome/fontawesome-free/svgs-full/solid/rupiah-sign.svg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D:/pasar_fix/node_modules/.bun/@fortawesome+fontawesome-free@7.2.0/node_modules/@fortawesome/fontawesome-free/svgs-full/solid/sack-dollar.svg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D:/pasar_fix/node_modules/.bun/@fortawesome+fontawesome-free@7.2.0/node_modules/@fortawesome/fontawesome-free/svgs-full/solid/sack-xmark.svg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D:/pasar_fix/node_modules/.bun/@fortawesome+fontawesome-free@7.2.0/node_modules/@fortawesome/fontawesome-free/svgs-full/solid/sad-cry.svg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D:/pasar_fix/node_modules/.bun/@fortawesome+fontawesome-free@7.2.0/node_modules/@fortawesome/fontawesome-free/svgs-full/solid/sad-tear.svg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D:/pasar_fix/node_modules/.bun/@fortawesome+fontawesome-free@7.2.0/node_modules/@fortawesome/fontawesome-free/svgs-full/solid/sagittarius.svg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D:/pasar_fix/node_modules/.bun/@fortawesome+fontawesome-free@7.2.0/node_modules/@fortawesome/fontawesome-free/svgs-full/solid/sailboat.svg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D:/pasar_fix/node_modules/.bun/@fortawesome+fontawesome-free@7.2.0/node_modules/@fortawesome/fontawesome-free/svgs-full/solid/satellite-dish.svg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D:/pasar_fix/node_modules/.bun/@fortawesome+fontawesome-free@7.2.0/node_modules/@fortawesome/fontawesome-free/svgs-full/solid/satellite.svg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D:/pasar_fix/node_modules/.bun/@fortawesome+fontawesome-free@7.2.0/node_modules/@fortawesome/fontawesome-free/svgs-full/solid/save.svg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D:/pasar_fix/node_modules/.bun/@fortawesome+fontawesome-free@7.2.0/node_modules/@fortawesome/fontawesome-free/svgs-full/solid/scale-balanced.svg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D:/pasar_fix/node_modules/.bun/@fortawesome+fontawesome-free@7.2.0/node_modules/@fortawesome/fontawesome-free/svgs-full/solid/scale-unbalanced-flip.svg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D:/pasar_fix/node_modules/.bun/@fortawesome+fontawesome-free@7.2.0/node_modules/@fortawesome/fontawesome-free/svgs-full/solid/scale-unbalanced.svg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D:/pasar_fix/node_modules/.bun/@fortawesome+fontawesome-free@7.2.0/node_modules/@fortawesome/fontawesome-free/svgs-full/solid/school-circle-check.svg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D:/pasar_fix/node_modules/.bun/@fortawesome+fontawesome-free@7.2.0/node_modules/@fortawesome/fontawesome-free/svgs-full/solid/school-circle-exclamation.svg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D:/pasar_fix/node_modules/.bun/@fortawesome+fontawesome-free@7.2.0/node_modules/@fortawesome/fontawesome-free/svgs-full/solid/school-circle-xmark.svg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D:/pasar_fix/node_modules/.bun/@fortawesome+fontawesome-free@7.2.0/node_modules/@fortawesome/fontawesome-free/svgs-full/solid/school-flag.svg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D:/pasar_fix/node_modules/.bun/@fortawesome+fontawesome-free@7.2.0/node_modules/@fortawesome/fontawesome-free/svgs-full/solid/school-lock.svg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D:/pasar_fix/node_modules/.bun/@fortawesome+fontawesome-free@7.2.0/node_modules/@fortawesome/fontawesome-free/svgs-full/solid/school.svg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D:/pasar_fix/node_modules/.bun/@fortawesome+fontawesome-free@7.2.0/node_modules/@fortawesome/fontawesome-free/svgs-full/solid/scissors.svg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D:/pasar_fix/node_modules/.bun/@fortawesome+fontawesome-free@7.2.0/node_modules/@fortawesome/fontawesome-free/svgs-full/solid/scorpio.svg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D:/pasar_fix/node_modules/.bun/@fortawesome+fontawesome-free@7.2.0/node_modules/@fortawesome/fontawesome-free/svgs-full/solid/screwdriver-wrench.svg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D:/pasar_fix/node_modules/.bun/@fortawesome+fontawesome-free@7.2.0/node_modules/@fortawesome/fontawesome-free/svgs-full/solid/screwdriver.svg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D:/pasar_fix/node_modules/.bun/@fortawesome+fontawesome-free@7.2.0/node_modules/@fortawesome/fontawesome-free/svgs-full/solid/scroll-torah.svg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D:/pasar_fix/node_modules/.bun/@fortawesome+fontawesome-free@7.2.0/node_modules/@fortawesome/fontawesome-free/svgs-full/solid/scroll.svg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D:/pasar_fix/node_modules/.bun/@fortawesome+fontawesome-free@7.2.0/node_modules/@fortawesome/fontawesome-free/svgs-full/solid/sd-card.svg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D:/pasar_fix/node_modules/.bun/@fortawesome+fontawesome-free@7.2.0/node_modules/@fortawesome/fontawesome-free/svgs-full/solid/search-dollar.svg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D:/pasar_fix/node_modules/.bun/@fortawesome+fontawesome-free@7.2.0/node_modules/@fortawesome/fontawesome-free/svgs-full/solid/search-location.svg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D:/pasar_fix/node_modules/.bun/@fortawesome+fontawesome-free@7.2.0/node_modules/@fortawesome/fontawesome-free/svgs-full/solid/search-minus.svg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D:/pasar_fix/node_modules/.bun/@fortawesome+fontawesome-free@7.2.0/node_modules/@fortawesome/fontawesome-free/svgs-full/solid/search-plus.svg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D:/pasar_fix/node_modules/.bun/@fortawesome+fontawesome-free@7.2.0/node_modules/@fortawesome/fontawesome-free/svgs-full/solid/search.svg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D:/pasar_fix/node_modules/.bun/@fortawesome+fontawesome-free@7.2.0/node_modules/@fortawesome/fontawesome-free/svgs-full/solid/section.svg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D:/pasar_fix/node_modules/.bun/@fortawesome+fontawesome-free@7.2.0/node_modules/@fortawesome/fontawesome-free/svgs-full/solid/seedling.svg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D:/pasar_fix/node_modules/.bun/@fortawesome+fontawesome-free@7.2.0/node_modules/@fortawesome/fontawesome-free/svgs-full/solid/septagon.svg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D:/pasar_fix/node_modules/.bun/@fortawesome+fontawesome-free@7.2.0/node_modules/@fortawesome/fontawesome-free/svgs-full/solid/server.svg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D:/pasar_fix/node_modules/.bun/@fortawesome+fontawesome-free@7.2.0/node_modules/@fortawesome/fontawesome-free/svgs-full/solid/shapes.svg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D:/pasar_fix/node_modules/.bun/@fortawesome+fontawesome-free@7.2.0/node_modules/@fortawesome/fontawesome-free/svgs-full/solid/share-alt-square.svg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D:/pasar_fix/node_modules/.bun/@fortawesome+fontawesome-free@7.2.0/node_modules/@fortawesome/fontawesome-free/svgs-full/solid/share-alt.svg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D:/pasar_fix/node_modules/.bun/@fortawesome+fontawesome-free@7.2.0/node_modules/@fortawesome/fontawesome-free/svgs-full/solid/share-from-square.svg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D:/pasar_fix/node_modules/.bun/@fortawesome+fontawesome-free@7.2.0/node_modules/@fortawesome/fontawesome-free/svgs-full/solid/share-nodes.svg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D:/pasar_fix/node_modules/.bun/@fortawesome+fontawesome-free@7.2.0/node_modules/@fortawesome/fontawesome-free/svgs-full/solid/share-square.svg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D:/pasar_fix/node_modules/.bun/@fortawesome+fontawesome-free@7.2.0/node_modules/@fortawesome/fontawesome-free/svgs-full/solid/share.svg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D:/pasar_fix/node_modules/.bun/@fortawesome+fontawesome-free@7.2.0/node_modules/@fortawesome/fontawesome-free/svgs-full/solid/sheet-plastic.svg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D:/pasar_fix/node_modules/.bun/@fortawesome+fontawesome-free@7.2.0/node_modules/@fortawesome/fontawesome-free/svgs-full/solid/shekel-sign.svg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D:/pasar_fix/node_modules/.bun/@fortawesome+fontawesome-free@7.2.0/node_modules/@fortawesome/fontawesome-free/svgs-full/solid/shekel.svg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D:/pasar_fix/node_modules/.bun/@fortawesome+fontawesome-free@7.2.0/node_modules/@fortawesome/fontawesome-free/svgs-full/solid/sheqel-sign.svg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D:/pasar_fix/node_modules/.bun/@fortawesome+fontawesome-free@7.2.0/node_modules/@fortawesome/fontawesome-free/svgs-full/solid/sheqel.svg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D:/pasar_fix/node_modules/.bun/@fortawesome+fontawesome-free@7.2.0/node_modules/@fortawesome/fontawesome-free/svgs-full/solid/shield-alt.svg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D:/pasar_fix/node_modules/.bun/@fortawesome+fontawesome-free@7.2.0/node_modules/@fortawesome/fontawesome-free/svgs-full/solid/shield-blank.svg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D:/pasar_fix/node_modules/.bun/@fortawesome+fontawesome-free@7.2.0/node_modules/@fortawesome/fontawesome-free/svgs-full/solid/shield-cat.svg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D:/pasar_fix/node_modules/.bun/@fortawesome+fontawesome-free@7.2.0/node_modules/@fortawesome/fontawesome-free/svgs-full/solid/shield-dog.svg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D:/pasar_fix/node_modules/.bun/@fortawesome+fontawesome-free@7.2.0/node_modules/@fortawesome/fontawesome-free/svgs-full/solid/shield-halved.svg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D:/pasar_fix/node_modules/.bun/@fortawesome+fontawesome-free@7.2.0/node_modules/@fortawesome/fontawesome-free/svgs-full/solid/shield-heart.svg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D:/pasar_fix/node_modules/.bun/@fortawesome+fontawesome-free@7.2.0/node_modules/@fortawesome/fontawesome-free/svgs-full/solid/shield-virus.svg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D:/pasar_fix/node_modules/.bun/@fortawesome+fontawesome-free@7.2.0/node_modules/@fortawesome/fontawesome-free/svgs-full/solid/shield.svg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D:/pasar_fix/node_modules/.bun/@fortawesome+fontawesome-free@7.2.0/node_modules/@fortawesome/fontawesome-free/svgs-full/solid/ship.svg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D:/pasar_fix/node_modules/.bun/@fortawesome+fontawesome-free@7.2.0/node_modules/@fortawesome/fontawesome-free/svgs-full/solid/shipping-fast.svg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D:/pasar_fix/node_modules/.bun/@fortawesome+fontawesome-free@7.2.0/node_modules/@fortawesome/fontawesome-free/svgs-full/solid/shirt.svg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D:/pasar_fix/node_modules/.bun/@fortawesome+fontawesome-free@7.2.0/node_modules/@fortawesome/fontawesome-free/svgs-full/solid/shoe-prints.svg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D:/pasar_fix/node_modules/.bun/@fortawesome+fontawesome-free@7.2.0/node_modules/@fortawesome/fontawesome-free/svgs-full/solid/shop-lock.svg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D:/pasar_fix/node_modules/.bun/@fortawesome+fontawesome-free@7.2.0/node_modules/@fortawesome/fontawesome-free/svgs-full/solid/shop-slash.svg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D:/pasar_fix/node_modules/.bun/@fortawesome+fontawesome-free@7.2.0/node_modules/@fortawesome/fontawesome-free/svgs-full/solid/shop.svg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D:/pasar_fix/node_modules/.bun/@fortawesome+fontawesome-free@7.2.0/node_modules/@fortawesome/fontawesome-free/svgs-full/solid/shopping-bag.svg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D:/pasar_fix/node_modules/.bun/@fortawesome+fontawesome-free@7.2.0/node_modules/@fortawesome/fontawesome-free/svgs-full/solid/shopping-basket.svg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D:/pasar_fix/node_modules/.bun/@fortawesome+fontawesome-free@7.2.0/node_modules/@fortawesome/fontawesome-free/svgs-full/solid/shopping-cart.svg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D:/pasar_fix/node_modules/.bun/@fortawesome+fontawesome-free@7.2.0/node_modules/@fortawesome/fontawesome-free/svgs-full/solid/shower.svg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D:/pasar_fix/node_modules/.bun/@fortawesome+fontawesome-free@7.2.0/node_modules/@fortawesome/fontawesome-free/svgs-full/solid/shrimp.svg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D:/pasar_fix/node_modules/.bun/@fortawesome+fontawesome-free@7.2.0/node_modules/@fortawesome/fontawesome-free/svgs-full/solid/shuffle.svg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D:/pasar_fix/node_modules/.bun/@fortawesome+fontawesome-free@7.2.0/node_modules/@fortawesome/fontawesome-free/svgs-full/solid/shuttle-space.svg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D:/pasar_fix/node_modules/.bun/@fortawesome+fontawesome-free@7.2.0/node_modules/@fortawesome/fontawesome-free/svgs-full/solid/shuttle-van.svg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D:/pasar_fix/node_modules/.bun/@fortawesome+fontawesome-free@7.2.0/node_modules/@fortawesome/fontawesome-free/svgs-full/solid/sign-hanging.svg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D:/pasar_fix/node_modules/.bun/@fortawesome+fontawesome-free@7.2.0/node_modules/@fortawesome/fontawesome-free/svgs-full/solid/sign-in-alt.svg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D:/pasar_fix/node_modules/.bun/@fortawesome+fontawesome-free@7.2.0/node_modules/@fortawesome/fontawesome-free/svgs-full/solid/sign-in.svg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D:/pasar_fix/node_modules/.bun/@fortawesome+fontawesome-free@7.2.0/node_modules/@fortawesome/fontawesome-free/svgs-full/solid/sign-language.svg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D:/pasar_fix/node_modules/.bun/@fortawesome+fontawesome-free@7.2.0/node_modules/@fortawesome/fontawesome-free/svgs-full/solid/sign-out-alt.svg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D:/pasar_fix/node_modules/.bun/@fortawesome+fontawesome-free@7.2.0/node_modules/@fortawesome/fontawesome-free/svgs-full/solid/sign-out.svg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D:/pasar_fix/node_modules/.bun/@fortawesome+fontawesome-free@7.2.0/node_modules/@fortawesome/fontawesome-free/svgs-full/solid/signal-5.svg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D:/pasar_fix/node_modules/.bun/@fortawesome+fontawesome-free@7.2.0/node_modules/@fortawesome/fontawesome-free/svgs-full/solid/signal-perfect.svg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D:/pasar_fix/node_modules/.bun/@fortawesome+fontawesome-free@7.2.0/node_modules/@fortawesome/fontawesome-free/svgs-full/solid/signal.svg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D:/pasar_fix/node_modules/.bun/@fortawesome+fontawesome-free@7.2.0/node_modules/@fortawesome/fontawesome-free/svgs-full/solid/signature.svg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D:/pasar_fix/node_modules/.bun/@fortawesome+fontawesome-free@7.2.0/node_modules/@fortawesome/fontawesome-free/svgs-full/solid/signing.svg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D:/pasar_fix/node_modules/.bun/@fortawesome+fontawesome-free@7.2.0/node_modules/@fortawesome/fontawesome-free/svgs-full/solid/signs-post.svg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D:/pasar_fix/node_modules/.bun/@fortawesome+fontawesome-free@7.2.0/node_modules/@fortawesome/fontawesome-free/svgs-full/solid/sim-card.svg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D:/pasar_fix/node_modules/.bun/@fortawesome+fontawesome-free@7.2.0/node_modules/@fortawesome/fontawesome-free/svgs-full/solid/single-quote-left.svg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D:/pasar_fix/node_modules/.bun/@fortawesome+fontawesome-free@7.2.0/node_modules/@fortawesome/fontawesome-free/svgs-full/solid/single-quote-right.svg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D:/pasar_fix/node_modules/.bun/@fortawesome+fontawesome-free@7.2.0/node_modules/@fortawesome/fontawesome-free/svgs-full/solid/sink.svg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D:/pasar_fix/node_modules/.bun/@fortawesome+fontawesome-free@7.2.0/node_modules/@fortawesome/fontawesome-free/svgs-full/solid/sitemap.svg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D:/pasar_fix/node_modules/.bun/@fortawesome+fontawesome-free@7.2.0/node_modules/@fortawesome/fontawesome-free/svgs-full/solid/skating.svg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D:/pasar_fix/node_modules/.bun/@fortawesome+fontawesome-free@7.2.0/node_modules/@fortawesome/fontawesome-free/svgs-full/solid/skiing-nordic.svg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D:/pasar_fix/node_modules/.bun/@fortawesome+fontawesome-free@7.2.0/node_modules/@fortawesome/fontawesome-free/svgs-full/solid/skiing.svg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D:/pasar_fix/node_modules/.bun/@fortawesome+fontawesome-free@7.2.0/node_modules/@fortawesome/fontawesome-free/svgs-full/solid/skull-crossbones.svg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D:/pasar_fix/node_modules/.bun/@fortawesome+fontawesome-free@7.2.0/node_modules/@fortawesome/fontawesome-free/svgs-full/solid/skull.svg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D:/pasar_fix/node_modules/.bun/@fortawesome+fontawesome-free@7.2.0/node_modules/@fortawesome/fontawesome-free/svgs-full/solid/slash.svg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D:/pasar_fix/node_modules/.bun/@fortawesome+fontawesome-free@7.2.0/node_modules/@fortawesome/fontawesome-free/svgs-full/solid/sleigh.svg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D:/pasar_fix/node_modules/.bun/@fortawesome+fontawesome-free@7.2.0/node_modules/@fortawesome/fontawesome-free/svgs-full/solid/sliders-h.svg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D:/pasar_fix/node_modules/.bun/@fortawesome+fontawesome-free@7.2.0/node_modules/@fortawesome/fontawesome-free/svgs-full/solid/sliders.svg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D:/pasar_fix/node_modules/.bun/@fortawesome+fontawesome-free@7.2.0/node_modules/@fortawesome/fontawesome-free/svgs-full/solid/smile-beam.svg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D:/pasar_fix/node_modules/.bun/@fortawesome+fontawesome-free@7.2.0/node_modules/@fortawesome/fontawesome-free/svgs-full/solid/smile-wink.svg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D:/pasar_fix/node_modules/.bun/@fortawesome+fontawesome-free@7.2.0/node_modules/@fortawesome/fontawesome-free/svgs-full/solid/smile.svg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D:/pasar_fix/node_modules/.bun/@fortawesome+fontawesome-free@7.2.0/node_modules/@fortawesome/fontawesome-free/svgs-full/solid/smog.svg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D:/pasar_fix/node_modules/.bun/@fortawesome+fontawesome-free@7.2.0/node_modules/@fortawesome/fontawesome-free/svgs-full/solid/smoking-ban.svg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D:/pasar_fix/node_modules/.bun/@fortawesome+fontawesome-free@7.2.0/node_modules/@fortawesome/fontawesome-free/svgs-full/solid/smoking.svg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D:/pasar_fix/node_modules/.bun/@fortawesome+fontawesome-free@7.2.0/node_modules/@fortawesome/fontawesome-free/svgs-full/solid/sms.svg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D:/pasar_fix/node_modules/.bun/@fortawesome+fontawesome-free@7.2.0/node_modules/@fortawesome/fontawesome-free/svgs-full/solid/snowboarding.svg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D:/pasar_fix/node_modules/.bun/@fortawesome+fontawesome-free@7.2.0/node_modules/@fortawesome/fontawesome-free/svgs-full/solid/snowflake.svg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D:/pasar_fix/node_modules/.bun/@fortawesome+fontawesome-free@7.2.0/node_modules/@fortawesome/fontawesome-free/svgs-full/solid/snowman.svg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D:/pasar_fix/node_modules/.bun/@fortawesome+fontawesome-free@7.2.0/node_modules/@fortawesome/fontawesome-free/svgs-full/solid/snowplow.svg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D:/pasar_fix/node_modules/.bun/@fortawesome+fontawesome-free@7.2.0/node_modules/@fortawesome/fontawesome-free/svgs-full/solid/soap.svg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D:/pasar_fix/node_modules/.bun/@fortawesome+fontawesome-free@7.2.0/node_modules/@fortawesome/fontawesome-free/svgs-full/solid/soccer-ball.svg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D:/pasar_fix/node_modules/.bun/@fortawesome+fontawesome-free@7.2.0/node_modules/@fortawesome/fontawesome-free/svgs-full/solid/socks.svg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D:/pasar_fix/node_modules/.bun/@fortawesome+fontawesome-free@7.2.0/node_modules/@fortawesome/fontawesome-free/svgs-full/solid/solar-panel.svg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D:/pasar_fix/node_modules/.bun/@fortawesome+fontawesome-free@7.2.0/node_modules/@fortawesome/fontawesome-free/svgs-full/solid/sort-alpha-asc.svg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D:/pasar_fix/node_modules/.bun/@fortawesome+fontawesome-free@7.2.0/node_modules/@fortawesome/fontawesome-free/svgs-full/solid/sort-alpha-desc.svg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D:/pasar_fix/node_modules/.bun/@fortawesome+fontawesome-free@7.2.0/node_modules/@fortawesome/fontawesome-free/svgs-full/solid/sort-alpha-down-alt.svg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D:/pasar_fix/node_modules/.bun/@fortawesome+fontawesome-free@7.2.0/node_modules/@fortawesome/fontawesome-free/svgs-full/solid/sort-alpha-down.svg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D:/pasar_fix/node_modules/.bun/@fortawesome+fontawesome-free@7.2.0/node_modules/@fortawesome/fontawesome-free/svgs-full/solid/sort-alpha-up-alt.svg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D:/pasar_fix/node_modules/.bun/@fortawesome+fontawesome-free@7.2.0/node_modules/@fortawesome/fontawesome-free/svgs-full/solid/sort-alpha-up.svg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D:/pasar_fix/node_modules/.bun/@fortawesome+fontawesome-free@7.2.0/node_modules/@fortawesome/fontawesome-free/svgs-full/solid/sort-amount-asc.svg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D:/pasar_fix/node_modules/.bun/@fortawesome+fontawesome-free@7.2.0/node_modules/@fortawesome/fontawesome-free/svgs-full/solid/sort-amount-desc.svg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D:/pasar_fix/node_modules/.bun/@fortawesome+fontawesome-free@7.2.0/node_modules/@fortawesome/fontawesome-free/svgs-full/solid/sort-amount-down-alt.svg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D:/pasar_fix/node_modules/.bun/@fortawesome+fontawesome-free@7.2.0/node_modules/@fortawesome/fontawesome-free/svgs-full/solid/sort-amount-down.svg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D:/pasar_fix/node_modules/.bun/@fortawesome+fontawesome-free@7.2.0/node_modules/@fortawesome/fontawesome-free/svgs-full/solid/sort-amount-up-alt.svg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D:/pasar_fix/node_modules/.bun/@fortawesome+fontawesome-free@7.2.0/node_modules/@fortawesome/fontawesome-free/svgs-full/solid/sort-amount-up.svg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D:/pasar_fix/node_modules/.bun/@fortawesome+fontawesome-free@7.2.0/node_modules/@fortawesome/fontawesome-free/svgs-full/solid/sort-asc.svg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D:/pasar_fix/node_modules/.bun/@fortawesome+fontawesome-free@7.2.0/node_modules/@fortawesome/fontawesome-free/svgs-full/solid/sort-desc.svg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D:/pasar_fix/node_modules/.bun/@fortawesome+fontawesome-free@7.2.0/node_modules/@fortawesome/fontawesome-free/svgs-full/solid/sort-down.svg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D:/pasar_fix/node_modules/.bun/@fortawesome+fontawesome-free@7.2.0/node_modules/@fortawesome/fontawesome-free/svgs-full/solid/sort-numeric-asc.svg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D:/pasar_fix/node_modules/.bun/@fortawesome+fontawesome-free@7.2.0/node_modules/@fortawesome/fontawesome-free/svgs-full/solid/sort-numeric-desc.svg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D:/pasar_fix/node_modules/.bun/@fortawesome+fontawesome-free@7.2.0/node_modules/@fortawesome/fontawesome-free/svgs-full/solid/sort-numeric-down-alt.svg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D:/pasar_fix/node_modules/.bun/@fortawesome+fontawesome-free@7.2.0/node_modules/@fortawesome/fontawesome-free/svgs-full/solid/sort-numeric-down.svg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D:/pasar_fix/node_modules/.bun/@fortawesome+fontawesome-free@7.2.0/node_modules/@fortawesome/fontawesome-free/svgs-full/solid/sort-numeric-up-alt.svg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D:/pasar_fix/node_modules/.bun/@fortawesome+fontawesome-free@7.2.0/node_modules/@fortawesome/fontawesome-free/svgs-full/solid/sort-numeric-up.svg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D:/pasar_fix/node_modules/.bun/@fortawesome+fontawesome-free@7.2.0/node_modules/@fortawesome/fontawesome-free/svgs-full/solid/sort-up.svg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D:/pasar_fix/node_modules/.bun/@fortawesome+fontawesome-free@7.2.0/node_modules/@fortawesome/fontawesome-free/svgs-full/solid/sort.svg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D:/pasar_fix/node_modules/.bun/@fortawesome+fontawesome-free@7.2.0/node_modules/@fortawesome/fontawesome-free/svgs-full/solid/spa.svg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D:/pasar_fix/node_modules/.bun/@fortawesome+fontawesome-free@7.2.0/node_modules/@fortawesome/fontawesome-free/svgs-full/solid/space-shuttle.svg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D:/pasar_fix/node_modules/.bun/@fortawesome+fontawesome-free@7.2.0/node_modules/@fortawesome/fontawesome-free/svgs-full/solid/spaghetti-monster-flying.svg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D:/pasar_fix/node_modules/.bun/@fortawesome+fontawesome-free@7.2.0/node_modules/@fortawesome/fontawesome-free/svgs-full/solid/spell-check.svg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D:/pasar_fix/node_modules/.bun/@fortawesome+fontawesome-free@7.2.0/node_modules/@fortawesome/fontawesome-free/svgs-full/solid/spider.svg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D:/pasar_fix/node_modules/.bun/@fortawesome+fontawesome-free@7.2.0/node_modules/@fortawesome/fontawesome-free/svgs-full/solid/spinner.svg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D:/pasar_fix/node_modules/.bun/@fortawesome+fontawesome-free@7.2.0/node_modules/@fortawesome/fontawesome-free/svgs-full/solid/spiral.svg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D:/pasar_fix/node_modules/.bun/@fortawesome+fontawesome-free@7.2.0/node_modules/@fortawesome/fontawesome-free/svgs-full/solid/splotch.svg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D:/pasar_fix/node_modules/.bun/@fortawesome+fontawesome-free@7.2.0/node_modules/@fortawesome/fontawesome-free/svgs-full/solid/spoon.svg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D:/pasar_fix/node_modules/.bun/@fortawesome+fontawesome-free@7.2.0/node_modules/@fortawesome/fontawesome-free/svgs-full/solid/spray-can-sparkles.svg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D:/pasar_fix/node_modules/.bun/@fortawesome+fontawesome-free@7.2.0/node_modules/@fortawesome/fontawesome-free/svgs-full/solid/spray-can.svg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D:/pasar_fix/node_modules/.bun/@fortawesome+fontawesome-free@7.2.0/node_modules/@fortawesome/fontawesome-free/svgs-full/solid/sprout.svg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D:/pasar_fix/node_modules/.bun/@fortawesome+fontawesome-free@7.2.0/node_modules/@fortawesome/fontawesome-free/svgs-full/solid/square-arrow-up-right.svg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D:/pasar_fix/node_modules/.bun/@fortawesome+fontawesome-free@7.2.0/node_modules/@fortawesome/fontawesome-free/svgs-full/solid/square-binary.svg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D:/pasar_fix/node_modules/.bun/@fortawesome+fontawesome-free@7.2.0/node_modules/@fortawesome/fontawesome-free/svgs-full/solid/square-caret-down.svg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D:/pasar_fix/node_modules/.bun/@fortawesome+fontawesome-free@7.2.0/node_modules/@fortawesome/fontawesome-free/svgs-full/solid/square-caret-left.svg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D:/pasar_fix/node_modules/.bun/@fortawesome+fontawesome-free@7.2.0/node_modules/@fortawesome/fontawesome-free/svgs-full/solid/square-caret-right.svg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D:/pasar_fix/node_modules/.bun/@fortawesome+fontawesome-free@7.2.0/node_modules/@fortawesome/fontawesome-free/svgs-full/solid/square-caret-up.svg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D:/pasar_fix/node_modules/.bun/@fortawesome+fontawesome-free@7.2.0/node_modules/@fortawesome/fontawesome-free/svgs-full/solid/square-check.svg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D:/pasar_fix/node_modules/.bun/@fortawesome+fontawesome-free@7.2.0/node_modules/@fortawesome/fontawesome-free/svgs-full/solid/square-envelope.svg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D:/pasar_fix/node_modules/.bun/@fortawesome+fontawesome-free@7.2.0/node_modules/@fortawesome/fontawesome-free/svgs-full/solid/square-full.svg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D:/pasar_fix/node_modules/.bun/@fortawesome+fontawesome-free@7.2.0/node_modules/@fortawesome/fontawesome-free/svgs-full/solid/square-h.svg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D:/pasar_fix/node_modules/.bun/@fortawesome+fontawesome-free@7.2.0/node_modules/@fortawesome/fontawesome-free/svgs-full/solid/square-minus.svg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D:/pasar_fix/node_modules/.bun/@fortawesome+fontawesome-free@7.2.0/node_modules/@fortawesome/fontawesome-free/svgs-full/solid/square-nfi.svg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D:/pasar_fix/node_modules/.bun/@fortawesome+fontawesome-free@7.2.0/node_modules/@fortawesome/fontawesome-free/svgs-full/solid/square-parking.svg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D:/pasar_fix/node_modules/.bun/@fortawesome+fontawesome-free@7.2.0/node_modules/@fortawesome/fontawesome-free/svgs-full/solid/square-pen.svg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D:/pasar_fix/node_modules/.bun/@fortawesome+fontawesome-free@7.2.0/node_modules/@fortawesome/fontawesome-free/svgs-full/solid/square-person-confined.svg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D:/pasar_fix/node_modules/.bun/@fortawesome+fontawesome-free@7.2.0/node_modules/@fortawesome/fontawesome-free/svgs-full/solid/square-phone-flip.svg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D:/pasar_fix/node_modules/.bun/@fortawesome+fontawesome-free@7.2.0/node_modules/@fortawesome/fontawesome-free/svgs-full/solid/square-phone.svg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D:/pasar_fix/node_modules/.bun/@fortawesome+fontawesome-free@7.2.0/node_modules/@fortawesome/fontawesome-free/svgs-full/solid/square-plus.svg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D:/pasar_fix/node_modules/.bun/@fortawesome+fontawesome-free@7.2.0/node_modules/@fortawesome/fontawesome-free/svgs-full/solid/square-poll-horizontal.svg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D:/pasar_fix/node_modules/.bun/@fortawesome+fontawesome-free@7.2.0/node_modules/@fortawesome/fontawesome-free/svgs-full/solid/square-poll-vertical.svg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D:/pasar_fix/node_modules/.bun/@fortawesome+fontawesome-free@7.2.0/node_modules/@fortawesome/fontawesome-free/svgs-full/solid/square-root-alt.svg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D:/pasar_fix/node_modules/.bun/@fortawesome+fontawesome-free@7.2.0/node_modules/@fortawesome/fontawesome-free/svgs-full/solid/square-root-variable.svg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D:/pasar_fix/node_modules/.bun/@fortawesome+fontawesome-free@7.2.0/node_modules/@fortawesome/fontawesome-free/svgs-full/solid/square-rss.svg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D:/pasar_fix/node_modules/.bun/@fortawesome+fontawesome-free@7.2.0/node_modules/@fortawesome/fontawesome-free/svgs-full/solid/square-share-nodes.svg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D:/pasar_fix/node_modules/.bun/@fortawesome+fontawesome-free@7.2.0/node_modules/@fortawesome/fontawesome-free/svgs-full/solid/square-up-right.svg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D:/pasar_fix/node_modules/.bun/@fortawesome+fontawesome-free@7.2.0/node_modules/@fortawesome/fontawesome-free/svgs-full/solid/square-virus.svg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D:/pasar_fix/node_modules/.bun/@fortawesome+fontawesome-free@7.2.0/node_modules/@fortawesome/fontawesome-free/svgs-full/solid/square-xmark.svg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D:/pasar_fix/node_modules/.bun/@fortawesome+fontawesome-free@7.2.0/node_modules/@fortawesome/fontawesome-free/svgs-full/solid/staff-aesculapius.svg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D:/pasar_fix/node_modules/.bun/@fortawesome+fontawesome-free@7.2.0/node_modules/@fortawesome/fontawesome-free/svgs-full/solid/staff-snake.svg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D:/pasar_fix/node_modules/.bun/@fortawesome+fontawesome-free@7.2.0/node_modules/@fortawesome/fontawesome-free/svgs-full/solid/stairs.svg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D:/pasar_fix/node_modules/.bun/@fortawesome+fontawesome-free@7.2.0/node_modules/@fortawesome/fontawesome-free/svgs-full/solid/stamp.svg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D:/pasar_fix/node_modules/.bun/@fortawesome+fontawesome-free@7.2.0/node_modules/@fortawesome/fontawesome-free/svgs-full/solid/stapler.svg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D:/pasar_fix/node_modules/.bun/@fortawesome+fontawesome-free@7.2.0/node_modules/@fortawesome/fontawesome-free/svgs-full/solid/star-and-crescent.svg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D:/pasar_fix/node_modules/.bun/@fortawesome+fontawesome-free@7.2.0/node_modules/@fortawesome/fontawesome-free/svgs-full/solid/star-half-alt.svg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D:/pasar_fix/node_modules/.bun/@fortawesome+fontawesome-free@7.2.0/node_modules/@fortawesome/fontawesome-free/svgs-full/solid/star-half-stroke.svg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D:/pasar_fix/node_modules/.bun/@fortawesome+fontawesome-free@7.2.0/node_modules/@fortawesome/fontawesome-free/svgs-full/solid/star-half.svg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D:/pasar_fix/node_modules/.bun/@fortawesome+fontawesome-free@7.2.0/node_modules/@fortawesome/fontawesome-free/svgs-full/solid/star-of-david.svg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D:/pasar_fix/node_modules/.bun/@fortawesome+fontawesome-free@7.2.0/node_modules/@fortawesome/fontawesome-free/svgs-full/solid/star-of-life.svg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D:/pasar_fix/node_modules/.bun/@fortawesome+fontawesome-free@7.2.0/node_modules/@fortawesome/fontawesome-free/svgs-full/solid/star.svg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D:/pasar_fix/node_modules/.bun/@fortawesome+fontawesome-free@7.2.0/node_modules/@fortawesome/fontawesome-free/svgs-full/solid/step-backward.svg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D:/pasar_fix/node_modules/.bun/@fortawesome+fontawesome-free@7.2.0/node_modules/@fortawesome/fontawesome-free/svgs-full/solid/step-forward.svg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D:/pasar_fix/node_modules/.bun/@fortawesome+fontawesome-free@7.2.0/node_modules/@fortawesome/fontawesome-free/svgs-full/solid/sterling-sign.svg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D:/pasar_fix/node_modules/.bun/@fortawesome+fontawesome-free@7.2.0/node_modules/@fortawesome/fontawesome-free/svgs-full/solid/stethoscope.svg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D:/pasar_fix/node_modules/.bun/@fortawesome+fontawesome-free@7.2.0/node_modules/@fortawesome/fontawesome-free/svgs-full/solid/sticky-note.svg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D:/pasar_fix/node_modules/.bun/@fortawesome+fontawesome-free@7.2.0/node_modules/@fortawesome/fontawesome-free/svgs-full/solid/stop-circle.svg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D:/pasar_fix/node_modules/.bun/@fortawesome+fontawesome-free@7.2.0/node_modules/@fortawesome/fontawesome-free/svgs-full/solid/stop.svg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D:/pasar_fix/node_modules/.bun/@fortawesome+fontawesome-free@7.2.0/node_modules/@fortawesome/fontawesome-free/svgs-full/solid/stopwatch-20.svg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D:/pasar_fix/node_modules/.bun/@fortawesome+fontawesome-free@7.2.0/node_modules/@fortawesome/fontawesome-free/svgs-full/solid/stopwatch.svg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D:/pasar_fix/node_modules/.bun/@fortawesome+fontawesome-free@7.2.0/node_modules/@fortawesome/fontawesome-free/svgs-full/solid/store-alt-slash.svg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D:/pasar_fix/node_modules/.bun/@fortawesome+fontawesome-free@7.2.0/node_modules/@fortawesome/fontawesome-free/svgs-full/solid/store-alt.svg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D:/pasar_fix/node_modules/.bun/@fortawesome+fontawesome-free@7.2.0/node_modules/@fortawesome/fontawesome-free/svgs-full/solid/store-slash.svg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D:/pasar_fix/node_modules/.bun/@fortawesome+fontawesome-free@7.2.0/node_modules/@fortawesome/fontawesome-free/svgs-full/solid/store.svg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D:/pasar_fix/node_modules/.bun/@fortawesome+fontawesome-free@7.2.0/node_modules/@fortawesome/fontawesome-free/svgs-full/solid/stream.svg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D:/pasar_fix/node_modules/.bun/@fortawesome+fontawesome-free@7.2.0/node_modules/@fortawesome/fontawesome-free/svgs-full/solid/street-view.svg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D:/pasar_fix/node_modules/.bun/@fortawesome+fontawesome-free@7.2.0/node_modules/@fortawesome/fontawesome-free/svgs-full/solid/strikethrough.svg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D:/pasar_fix/node_modules/.bun/@fortawesome+fontawesome-free@7.2.0/node_modules/@fortawesome/fontawesome-free/svgs-full/solid/stroopwafel.svg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D:/pasar_fix/node_modules/.bun/@fortawesome+fontawesome-free@7.2.0/node_modules/@fortawesome/fontawesome-free/svgs-full/solid/subscript.svg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D:/pasar_fix/node_modules/.bun/@fortawesome+fontawesome-free@7.2.0/node_modules/@fortawesome/fontawesome-free/svgs-full/solid/subtract.svg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D:/pasar_fix/node_modules/.bun/@fortawesome+fontawesome-free@7.2.0/node_modules/@fortawesome/fontawesome-free/svgs-full/solid/subway.svg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D:/pasar_fix/node_modules/.bun/@fortawesome+fontawesome-free@7.2.0/node_modules/@fortawesome/fontawesome-free/svgs-full/solid/suitcase-medical.svg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D:/pasar_fix/node_modules/.bun/@fortawesome+fontawesome-free@7.2.0/node_modules/@fortawesome/fontawesome-free/svgs-full/solid/suitcase-rolling.svg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D:/pasar_fix/node_modules/.bun/@fortawesome+fontawesome-free@7.2.0/node_modules/@fortawesome/fontawesome-free/svgs-full/solid/suitcase.svg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D:/pasar_fix/node_modules/.bun/@fortawesome+fontawesome-free@7.2.0/node_modules/@fortawesome/fontawesome-free/svgs-full/solid/sun-plant-wilt.svg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D:/pasar_fix/node_modules/.bun/@fortawesome+fontawesome-free@7.2.0/node_modules/@fortawesome/fontawesome-free/svgs-full/solid/sun.svg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D:/pasar_fix/node_modules/.bun/@fortawesome+fontawesome-free@7.2.0/node_modules/@fortawesome/fontawesome-free/svgs-full/solid/superscript.svg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D:/pasar_fix/node_modules/.bun/@fortawesome+fontawesome-free@7.2.0/node_modules/@fortawesome/fontawesome-free/svgs-full/solid/surprise.svg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D:/pasar_fix/node_modules/.bun/@fortawesome+fontawesome-free@7.2.0/node_modules/@fortawesome/fontawesome-free/svgs-full/solid/swatchbook.svg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D:/pasar_fix/node_modules/.bun/@fortawesome+fontawesome-free@7.2.0/node_modules/@fortawesome/fontawesome-free/svgs-full/solid/swimmer.svg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D:/pasar_fix/node_modules/.bun/@fortawesome+fontawesome-free@7.2.0/node_modules/@fortawesome/fontawesome-free/svgs-full/solid/swimming-pool.svg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D:/pasar_fix/node_modules/.bun/@fortawesome+fontawesome-free@7.2.0/node_modules/@fortawesome/fontawesome-free/svgs-full/solid/synagogue.svg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D:/pasar_fix/node_modules/.bun/@fortawesome+fontawesome-free@7.2.0/node_modules/@fortawesome/fontawesome-free/svgs-full/solid/sync-alt.svg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D:/pasar_fix/node_modules/.bun/@fortawesome+fontawesome-free@7.2.0/node_modules/@fortawesome/fontawesome-free/svgs-full/solid/sync.svg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D:/pasar_fix/node_modules/.bun/@fortawesome+fontawesome-free@7.2.0/node_modules/@fortawesome/fontawesome-free/svgs-full/solid/syringe.svg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D:/pasar_fix/node_modules/.bun/@fortawesome+fontawesome-free@7.2.0/node_modules/@fortawesome/fontawesome-free/svgs-full/solid/t-shirt.svg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D:/pasar_fix/node_modules/.bun/@fortawesome+fontawesome-free@7.2.0/node_modules/@fortawesome/fontawesome-free/svgs-full/solid/table-cells-column-lock.svg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D:/pasar_fix/node_modules/.bun/@fortawesome+fontawesome-free@7.2.0/node_modules/@fortawesome/fontawesome-free/svgs-full/solid/table-cells-large.svg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D:/pasar_fix/node_modules/.bun/@fortawesome+fontawesome-free@7.2.0/node_modules/@fortawesome/fontawesome-free/svgs-full/solid/table-cells-row-lock.svg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D:/pasar_fix/node_modules/.bun/@fortawesome+fontawesome-free@7.2.0/node_modules/@fortawesome/fontawesome-free/svgs-full/solid/table-cells-row-unlock.svg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D:/pasar_fix/node_modules/.bun/@fortawesome+fontawesome-free@7.2.0/node_modules/@fortawesome/fontawesome-free/svgs-full/solid/table-cells.svg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D:/pasar_fix/node_modules/.bun/@fortawesome+fontawesome-free@7.2.0/node_modules/@fortawesome/fontawesome-free/svgs-full/solid/table-columns.svg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D:/pasar_fix/node_modules/.bun/@fortawesome+fontawesome-free@7.2.0/node_modules/@fortawesome/fontawesome-free/svgs-full/solid/table-list.svg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D:/pasar_fix/node_modules/.bun/@fortawesome+fontawesome-free@7.2.0/node_modules/@fortawesome/fontawesome-free/svgs-full/solid/table-tennis-paddle-ball.svg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D:/pasar_fix/node_modules/.bun/@fortawesome+fontawesome-free@7.2.0/node_modules/@fortawesome/fontawesome-free/svgs-full/solid/table-tennis.svg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D:/pasar_fix/node_modules/.bun/@fortawesome+fontawesome-free@7.2.0/node_modules/@fortawesome/fontawesome-free/svgs-full/solid/table.svg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D:/pasar_fix/node_modules/.bun/@fortawesome+fontawesome-free@7.2.0/node_modules/@fortawesome/fontawesome-free/svgs-full/solid/tablet-alt.svg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D:/pasar_fix/node_modules/.bun/@fortawesome+fontawesome-free@7.2.0/node_modules/@fortawesome/fontawesome-free/svgs-full/solid/tablet-android.svg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D:/pasar_fix/node_modules/.bun/@fortawesome+fontawesome-free@7.2.0/node_modules/@fortawesome/fontawesome-free/svgs-full/solid/tablet-button.svg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D:/pasar_fix/node_modules/.bun/@fortawesome+fontawesome-free@7.2.0/node_modules/@fortawesome/fontawesome-free/svgs-full/solid/tablet-screen-button.svg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D:/pasar_fix/node_modules/.bun/@fortawesome+fontawesome-free@7.2.0/node_modules/@fortawesome/fontawesome-free/svgs-full/solid/tablet.svg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D:/pasar_fix/node_modules/.bun/@fortawesome+fontawesome-free@7.2.0/node_modules/@fortawesome/fontawesome-free/svgs-full/solid/tablets.svg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D:/pasar_fix/node_modules/.bun/@fortawesome+fontawesome-free@7.2.0/node_modules/@fortawesome/fontawesome-free/svgs-full/solid/tachograph-digital.svg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D:/pasar_fix/node_modules/.bun/@fortawesome+fontawesome-free@7.2.0/node_modules/@fortawesome/fontawesome-free/svgs-full/solid/tachometer-alt-average.svg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D:/pasar_fix/node_modules/.bun/@fortawesome+fontawesome-free@7.2.0/node_modules/@fortawesome/fontawesome-free/svgs-full/solid/tachometer-alt-fast.svg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D:/pasar_fix/node_modules/.bun/@fortawesome+fontawesome-free@7.2.0/node_modules/@fortawesome/fontawesome-free/svgs-full/solid/tachometer-alt.svg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D:/pasar_fix/node_modules/.bun/@fortawesome+fontawesome-free@7.2.0/node_modules/@fortawesome/fontawesome-free/svgs-full/solid/tachometer-average.svg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D:/pasar_fix/node_modules/.bun/@fortawesome+fontawesome-free@7.2.0/node_modules/@fortawesome/fontawesome-free/svgs-full/solid/tachometer-fast.svg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D:/pasar_fix/node_modules/.bun/@fortawesome+fontawesome-free@7.2.0/node_modules/@fortawesome/fontawesome-free/svgs-full/solid/tachometer.svg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D:/pasar_fix/node_modules/.bun/@fortawesome+fontawesome-free@7.2.0/node_modules/@fortawesome/fontawesome-free/svgs-full/solid/tag.svg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D:/pasar_fix/node_modules/.bun/@fortawesome+fontawesome-free@7.2.0/node_modules/@fortawesome/fontawesome-free/svgs-full/solid/tags.svg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D:/pasar_fix/node_modules/.bun/@fortawesome+fontawesome-free@7.2.0/node_modules/@fortawesome/fontawesome-free/svgs-full/solid/tanakh.svg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D:/pasar_fix/node_modules/.bun/@fortawesome+fontawesome-free@7.2.0/node_modules/@fortawesome/fontawesome-free/svgs-full/solid/tape.svg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D:/pasar_fix/node_modules/.bun/@fortawesome+fontawesome-free@7.2.0/node_modules/@fortawesome/fontawesome-free/svgs-full/solid/tarp-droplet.svg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D:/pasar_fix/node_modules/.bun/@fortawesome+fontawesome-free@7.2.0/node_modules/@fortawesome/fontawesome-free/svgs-full/solid/tarp.svg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D:/pasar_fix/node_modules/.bun/@fortawesome+fontawesome-free@7.2.0/node_modules/@fortawesome/fontawesome-free/svgs-full/solid/tasks-alt.svg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D:/pasar_fix/node_modules/.bun/@fortawesome+fontawesome-free@7.2.0/node_modules/@fortawesome/fontawesome-free/svgs-full/solid/tasks.svg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D:/pasar_fix/node_modules/.bun/@fortawesome+fontawesome-free@7.2.0/node_modules/@fortawesome/fontawesome-free/svgs-full/solid/taurus.svg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D:/pasar_fix/node_modules/.bun/@fortawesome+fontawesome-free@7.2.0/node_modules/@fortawesome/fontawesome-free/svgs-full/solid/taxi.svg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D:/pasar_fix/node_modules/.bun/@fortawesome+fontawesome-free@7.2.0/node_modules/@fortawesome/fontawesome-free/svgs-full/solid/teeth-open.svg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D:/pasar_fix/node_modules/.bun/@fortawesome+fontawesome-free@7.2.0/node_modules/@fortawesome/fontawesome-free/svgs-full/solid/teeth.svg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D:/pasar_fix/node_modules/.bun/@fortawesome+fontawesome-free@7.2.0/node_modules/@fortawesome/fontawesome-free/svgs-full/solid/teletype.svg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D:/pasar_fix/node_modules/.bun/@fortawesome+fontawesome-free@7.2.0/node_modules/@fortawesome/fontawesome-free/svgs-full/solid/television.svg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D:/pasar_fix/node_modules/.bun/@fortawesome+fontawesome-free@7.2.0/node_modules/@fortawesome/fontawesome-free/svgs-full/solid/temperature-0.svg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D:/pasar_fix/node_modules/.bun/@fortawesome+fontawesome-free@7.2.0/node_modules/@fortawesome/fontawesome-free/svgs-full/solid/temperature-1.svg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D:/pasar_fix/node_modules/.bun/@fortawesome+fontawesome-free@7.2.0/node_modules/@fortawesome/fontawesome-free/svgs-full/solid/temperature-2.svg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D:/pasar_fix/node_modules/.bun/@fortawesome+fontawesome-free@7.2.0/node_modules/@fortawesome/fontawesome-free/svgs-full/solid/temperature-3.svg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D:/pasar_fix/node_modules/.bun/@fortawesome+fontawesome-free@7.2.0/node_modules/@fortawesome/fontawesome-free/svgs-full/solid/temperature-4.svg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D:/pasar_fix/node_modules/.bun/@fortawesome+fontawesome-free@7.2.0/node_modules/@fortawesome/fontawesome-free/svgs-full/solid/temperature-arrow-down.svg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D:/pasar_fix/node_modules/.bun/@fortawesome+fontawesome-free@7.2.0/node_modules/@fortawesome/fontawesome-free/svgs-full/solid/temperature-arrow-up.svg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D:/pasar_fix/node_modules/.bun/@fortawesome+fontawesome-free@7.2.0/node_modules/@fortawesome/fontawesome-free/svgs-full/solid/temperature-down.svg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D:/pasar_fix/node_modules/.bun/@fortawesome+fontawesome-free@7.2.0/node_modules/@fortawesome/fontawesome-free/svgs-full/solid/temperature-empty.svg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D:/pasar_fix/node_modules/.bun/@fortawesome+fontawesome-free@7.2.0/node_modules/@fortawesome/fontawesome-free/svgs-full/solid/temperature-full.svg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D:/pasar_fix/node_modules/.bun/@fortawesome+fontawesome-free@7.2.0/node_modules/@fortawesome/fontawesome-free/svgs-full/solid/temperature-half.svg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D:/pasar_fix/node_modules/.bun/@fortawesome+fontawesome-free@7.2.0/node_modules/@fortawesome/fontawesome-free/svgs-full/solid/temperature-high.svg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D:/pasar_fix/node_modules/.bun/@fortawesome+fontawesome-free@7.2.0/node_modules/@fortawesome/fontawesome-free/svgs-full/solid/temperature-low.svg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D:/pasar_fix/node_modules/.bun/@fortawesome+fontawesome-free@7.2.0/node_modules/@fortawesome/fontawesome-free/svgs-full/solid/temperature-quarter.svg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D:/pasar_fix/node_modules/.bun/@fortawesome+fontawesome-free@7.2.0/node_modules/@fortawesome/fontawesome-free/svgs-full/solid/temperature-three-quarters.svg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D:/pasar_fix/node_modules/.bun/@fortawesome+fontawesome-free@7.2.0/node_modules/@fortawesome/fontawesome-free/svgs-full/solid/temperature-up.svg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D:/pasar_fix/node_modules/.bun/@fortawesome+fontawesome-free@7.2.0/node_modules/@fortawesome/fontawesome-free/svgs-full/solid/tenge-sign.svg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D:/pasar_fix/node_modules/.bun/@fortawesome+fontawesome-free@7.2.0/node_modules/@fortawesome/fontawesome-free/svgs-full/solid/tenge.svg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D:/pasar_fix/node_modules/.bun/@fortawesome+fontawesome-free@7.2.0/node_modules/@fortawesome/fontawesome-free/svgs-full/solid/tent-arrow-down-to-line.svg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D:/pasar_fix/node_modules/.bun/@fortawesome+fontawesome-free@7.2.0/node_modules/@fortawesome/fontawesome-free/svgs-full/solid/tent-arrow-left-right.svg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D:/pasar_fix/node_modules/.bun/@fortawesome+fontawesome-free@7.2.0/node_modules/@fortawesome/fontawesome-free/svgs-full/solid/tent-arrow-turn-left.svg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D:/pasar_fix/node_modules/.bun/@fortawesome+fontawesome-free@7.2.0/node_modules/@fortawesome/fontawesome-free/svgs-full/solid/tent-arrows-down.svg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D:/pasar_fix/node_modules/.bun/@fortawesome+fontawesome-free@7.2.0/node_modules/@fortawesome/fontawesome-free/svgs-full/solid/tent.svg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D:/pasar_fix/node_modules/.bun/@fortawesome+fontawesome-free@7.2.0/node_modules/@fortawesome/fontawesome-free/svgs-full/solid/tents.svg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D:/pasar_fix/node_modules/.bun/@fortawesome+fontawesome-free@7.2.0/node_modules/@fortawesome/fontawesome-free/svgs-full/solid/terminal.svg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D:/pasar_fix/node_modules/.bun/@fortawesome+fontawesome-free@7.2.0/node_modules/@fortawesome/fontawesome-free/svgs-full/solid/text-height.svg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D:/pasar_fix/node_modules/.bun/@fortawesome+fontawesome-free@7.2.0/node_modules/@fortawesome/fontawesome-free/svgs-full/solid/text-slash.svg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D:/pasar_fix/node_modules/.bun/@fortawesome+fontawesome-free@7.2.0/node_modules/@fortawesome/fontawesome-free/svgs-full/solid/text-width.svg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D:/pasar_fix/node_modules/.bun/@fortawesome+fontawesome-free@7.2.0/node_modules/@fortawesome/fontawesome-free/svgs-full/solid/th-large.svg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D:/pasar_fix/node_modules/.bun/@fortawesome+fontawesome-free@7.2.0/node_modules/@fortawesome/fontawesome-free/svgs-full/solid/th-list.svg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D:/pasar_fix/node_modules/.bun/@fortawesome+fontawesome-free@7.2.0/node_modules/@fortawesome/fontawesome-free/svgs-full/solid/theater-masks.svg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D:/pasar_fix/node_modules/.bun/@fortawesome+fontawesome-free@7.2.0/node_modules/@fortawesome/fontawesome-free/svgs-full/solid/thermometer-0.svg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D:/pasar_fix/node_modules/.bun/@fortawesome+fontawesome-free@7.2.0/node_modules/@fortawesome/fontawesome-free/svgs-full/solid/thermometer-1.svg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D:/pasar_fix/node_modules/.bun/@fortawesome+fontawesome-free@7.2.0/node_modules/@fortawesome/fontawesome-free/svgs-full/solid/thermometer-2.svg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D:/pasar_fix/node_modules/.bun/@fortawesome+fontawesome-free@7.2.0/node_modules/@fortawesome/fontawesome-free/svgs-full/solid/thermometer-3.svg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D:/pasar_fix/node_modules/.bun/@fortawesome+fontawesome-free@7.2.0/node_modules/@fortawesome/fontawesome-free/svgs-full/solid/thermometer-4.svg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D:/pasar_fix/node_modules/.bun/@fortawesome+fontawesome-free@7.2.0/node_modules/@fortawesome/fontawesome-free/svgs-full/solid/thermometer-empty.svg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D:/pasar_fix/node_modules/.bun/@fortawesome+fontawesome-free@7.2.0/node_modules/@fortawesome/fontawesome-free/svgs-full/solid/thermometer-full.svg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D:/pasar_fix/node_modules/.bun/@fortawesome+fontawesome-free@7.2.0/node_modules/@fortawesome/fontawesome-free/svgs-full/solid/thermometer-half.svg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D:/pasar_fix/node_modules/.bun/@fortawesome+fontawesome-free@7.2.0/node_modules/@fortawesome/fontawesome-free/svgs-full/solid/thermometer-quarter.svg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D:/pasar_fix/node_modules/.bun/@fortawesome+fontawesome-free@7.2.0/node_modules/@fortawesome/fontawesome-free/svgs-full/solid/thermometer-three-quarters.svg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D:/pasar_fix/node_modules/.bun/@fortawesome+fontawesome-free@7.2.0/node_modules/@fortawesome/fontawesome-free/svgs-full/solid/thermometer.svg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D:/pasar_fix/node_modules/.bun/@fortawesome+fontawesome-free@7.2.0/node_modules/@fortawesome/fontawesome-free/svgs-full/solid/thumb-tack-slash.svg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D:/pasar_fix/node_modules/.bun/@fortawesome+fontawesome-free@7.2.0/node_modules/@fortawesome/fontawesome-free/svgs-full/solid/thumb-tack.svg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D:/pasar_fix/node_modules/.bun/@fortawesome+fontawesome-free@7.2.0/node_modules/@fortawesome/fontawesome-free/svgs-full/solid/thumbs-down.svg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D:/pasar_fix/node_modules/.bun/@fortawesome+fontawesome-free@7.2.0/node_modules/@fortawesome/fontawesome-free/svgs-full/solid/thumbs-up.svg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D:/pasar_fix/node_modules/.bun/@fortawesome+fontawesome-free@7.2.0/node_modules/@fortawesome/fontawesome-free/svgs-full/solid/thumbtack-slash.svg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D:/pasar_fix/node_modules/.bun/@fortawesome+fontawesome-free@7.2.0/node_modules/@fortawesome/fontawesome-free/svgs-full/solid/thumbtack.svg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D:/pasar_fix/node_modules/.bun/@fortawesome+fontawesome-free@7.2.0/node_modules/@fortawesome/fontawesome-free/svgs-full/solid/thunderstorm.svg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D:/pasar_fix/node_modules/.bun/@fortawesome+fontawesome-free@7.2.0/node_modules/@fortawesome/fontawesome-free/svgs-full/solid/ticket-alt.svg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D:/pasar_fix/node_modules/.bun/@fortawesome+fontawesome-free@7.2.0/node_modules/@fortawesome/fontawesome-free/svgs-full/solid/ticket-simple.svg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D:/pasar_fix/node_modules/.bun/@fortawesome+fontawesome-free@7.2.0/node_modules/@fortawesome/fontawesome-free/svgs-full/solid/ticket.svg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D:/pasar_fix/node_modules/.bun/@fortawesome+fontawesome-free@7.2.0/node_modules/@fortawesome/fontawesome-free/svgs-full/solid/timeline.svg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D:/pasar_fix/node_modules/.bun/@fortawesome+fontawesome-free@7.2.0/node_modules/@fortawesome/fontawesome-free/svgs-full/solid/times-circle.svg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D:/pasar_fix/node_modules/.bun/@fortawesome+fontawesome-free@7.2.0/node_modules/@fortawesome/fontawesome-free/svgs-full/solid/times-rectangle.svg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D:/pasar_fix/node_modules/.bun/@fortawesome+fontawesome-free@7.2.0/node_modules/@fortawesome/fontawesome-free/svgs-full/solid/times-square.svg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D:/pasar_fix/node_modules/.bun/@fortawesome+fontawesome-free@7.2.0/node_modules/@fortawesome/fontawesome-free/svgs-full/solid/times.svg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D:/pasar_fix/node_modules/.bun/@fortawesome+fontawesome-free@7.2.0/node_modules/@fortawesome/fontawesome-free/svgs-full/solid/tint-slash.svg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D:/pasar_fix/node_modules/.bun/@fortawesome+fontawesome-free@7.2.0/node_modules/@fortawesome/fontawesome-free/svgs-full/solid/tint.svg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D:/pasar_fix/node_modules/.bun/@fortawesome+fontawesome-free@7.2.0/node_modules/@fortawesome/fontawesome-free/svgs-full/solid/tired.svg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D:/pasar_fix/node_modules/.bun/@fortawesome+fontawesome-free@7.2.0/node_modules/@fortawesome/fontawesome-free/svgs-full/solid/toggle-off.svg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D:/pasar_fix/node_modules/.bun/@fortawesome+fontawesome-free@7.2.0/node_modules/@fortawesome/fontawesome-free/svgs-full/solid/toggle-on.svg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D:/pasar_fix/node_modules/.bun/@fortawesome+fontawesome-free@7.2.0/node_modules/@fortawesome/fontawesome-free/svgs-full/solid/toilet-paper-alt.svg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D:/pasar_fix/node_modules/.bun/@fortawesome+fontawesome-free@7.2.0/node_modules/@fortawesome/fontawesome-free/svgs-full/solid/toilet-paper-blank.svg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D:/pasar_fix/node_modules/.bun/@fortawesome+fontawesome-free@7.2.0/node_modules/@fortawesome/fontawesome-free/svgs-full/solid/toilet-paper-slash.svg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D:/pasar_fix/node_modules/.bun/@fortawesome+fontawesome-free@7.2.0/node_modules/@fortawesome/fontawesome-free/svgs-full/solid/toilet-paper.svg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D:/pasar_fix/node_modules/.bun/@fortawesome+fontawesome-free@7.2.0/node_modules/@fortawesome/fontawesome-free/svgs-full/solid/toilet-portable.svg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D:/pasar_fix/node_modules/.bun/@fortawesome+fontawesome-free@7.2.0/node_modules/@fortawesome/fontawesome-free/svgs-full/solid/toilet.svg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D:/pasar_fix/node_modules/.bun/@fortawesome+fontawesome-free@7.2.0/node_modules/@fortawesome/fontawesome-free/svgs-full/solid/toilets-portable.svg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D:/pasar_fix/node_modules/.bun/@fortawesome+fontawesome-free@7.2.0/node_modules/@fortawesome/fontawesome-free/svgs-full/solid/toolbox.svg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D:/pasar_fix/node_modules/.bun/@fortawesome+fontawesome-free@7.2.0/node_modules/@fortawesome/fontawesome-free/svgs-full/solid/tools.svg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D:/pasar_fix/node_modules/.bun/@fortawesome+fontawesome-free@7.2.0/node_modules/@fortawesome/fontawesome-free/svgs-full/solid/tooth.svg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D:/pasar_fix/node_modules/.bun/@fortawesome+fontawesome-free@7.2.0/node_modules/@fortawesome/fontawesome-free/svgs-full/solid/torah.svg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D:/pasar_fix/node_modules/.bun/@fortawesome+fontawesome-free@7.2.0/node_modules/@fortawesome/fontawesome-free/svgs-full/solid/torii-gate.svg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D:/pasar_fix/node_modules/.bun/@fortawesome+fontawesome-free@7.2.0/node_modules/@fortawesome/fontawesome-free/svgs-full/solid/tornado.svg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D:/pasar_fix/node_modules/.bun/@fortawesome+fontawesome-free@7.2.0/node_modules/@fortawesome/fontawesome-free/svgs-full/solid/tower-broadcast.svg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D:/pasar_fix/node_modules/.bun/@fortawesome+fontawesome-free@7.2.0/node_modules/@fortawesome/fontawesome-free/svgs-full/solid/tower-cell.svg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D:/pasar_fix/node_modules/.bun/@fortawesome+fontawesome-free@7.2.0/node_modules/@fortawesome/fontawesome-free/svgs-full/solid/tower-observation.svg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D:/pasar_fix/node_modules/.bun/@fortawesome+fontawesome-free@7.2.0/node_modules/@fortawesome/fontawesome-free/svgs-full/solid/tractor.svg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D:/pasar_fix/node_modules/.bun/@fortawesome+fontawesome-free@7.2.0/node_modules/@fortawesome/fontawesome-free/svgs-full/solid/trademark.svg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D:/pasar_fix/node_modules/.bun/@fortawesome+fontawesome-free@7.2.0/node_modules/@fortawesome/fontawesome-free/svgs-full/solid/traffic-light.svg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D:/pasar_fix/node_modules/.bun/@fortawesome+fontawesome-free@7.2.0/node_modules/@fortawesome/fontawesome-free/svgs-full/solid/trailer.svg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D:/pasar_fix/node_modules/.bun/@fortawesome+fontawesome-free@7.2.0/node_modules/@fortawesome/fontawesome-free/svgs-full/solid/train-subway.svg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D:/pasar_fix/node_modules/.bun/@fortawesome+fontawesome-free@7.2.0/node_modules/@fortawesome/fontawesome-free/svgs-full/solid/train-tram.svg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D:/pasar_fix/node_modules/.bun/@fortawesome+fontawesome-free@7.2.0/node_modules/@fortawesome/fontawesome-free/svgs-full/solid/train.svg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D:/pasar_fix/node_modules/.bun/@fortawesome+fontawesome-free@7.2.0/node_modules/@fortawesome/fontawesome-free/svgs-full/solid/tram.svg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D:/pasar_fix/node_modules/.bun/@fortawesome+fontawesome-free@7.2.0/node_modules/@fortawesome/fontawesome-free/svgs-full/solid/transgender-alt.svg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D:/pasar_fix/node_modules/.bun/@fortawesome+fontawesome-free@7.2.0/node_modules/@fortawesome/fontawesome-free/svgs-full/solid/transgender.svg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D:/pasar_fix/node_modules/.bun/@fortawesome+fontawesome-free@7.2.0/node_modules/@fortawesome/fontawesome-free/svgs-full/solid/trash-alt.svg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D:/pasar_fix/node_modules/.bun/@fortawesome+fontawesome-free@7.2.0/node_modules/@fortawesome/fontawesome-free/svgs-full/solid/trash-arrow-up.svg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D:/pasar_fix/node_modules/.bun/@fortawesome+fontawesome-free@7.2.0/node_modules/@fortawesome/fontawesome-free/svgs-full/solid/trash-can-arrow-up.svg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D:/pasar_fix/node_modules/.bun/@fortawesome+fontawesome-free@7.2.0/node_modules/@fortawesome/fontawesome-free/svgs-full/solid/trash-can.svg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D:/pasar_fix/node_modules/.bun/@fortawesome+fontawesome-free@7.2.0/node_modules/@fortawesome/fontawesome-free/svgs-full/solid/trash-restore-alt.svg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D:/pasar_fix/node_modules/.bun/@fortawesome+fontawesome-free@7.2.0/node_modules/@fortawesome/fontawesome-free/svgs-full/solid/trash-restore.svg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D:/pasar_fix/node_modules/.bun/@fortawesome+fontawesome-free@7.2.0/node_modules/@fortawesome/fontawesome-free/svgs-full/solid/trash.svg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D:/pasar_fix/node_modules/.bun/@fortawesome+fontawesome-free@7.2.0/node_modules/@fortawesome/fontawesome-free/svgs-full/solid/tree-city.svg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D:/pasar_fix/node_modules/.bun/@fortawesome+fontawesome-free@7.2.0/node_modules/@fortawesome/fontawesome-free/svgs-full/solid/tree.svg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D:/pasar_fix/node_modules/.bun/@fortawesome+fontawesome-free@7.2.0/node_modules/@fortawesome/fontawesome-free/svgs-full/solid/triangle-circle-square.svg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D:/pasar_fix/node_modules/.bun/@fortawesome+fontawesome-free@7.2.0/node_modules/@fortawesome/fontawesome-free/svgs-full/solid/triangle-exclamation.svg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D:/pasar_fix/node_modules/.bun/@fortawesome+fontawesome-free@7.2.0/node_modules/@fortawesome/fontawesome-free/svgs-full/solid/trophy.svg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D:/pasar_fix/node_modules/.bun/@fortawesome+fontawesome-free@7.2.0/node_modules/@fortawesome/fontawesome-free/svgs-full/solid/trowel-bricks.svg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D:/pasar_fix/node_modules/.bun/@fortawesome+fontawesome-free@7.2.0/node_modules/@fortawesome/fontawesome-free/svgs-full/solid/trowel.svg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D:/pasar_fix/node_modules/.bun/@fortawesome+fontawesome-free@7.2.0/node_modules/@fortawesome/fontawesome-free/svgs-full/solid/truck-arrow-right.svg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D:/pasar_fix/node_modules/.bun/@fortawesome+fontawesome-free@7.2.0/node_modules/@fortawesome/fontawesome-free/svgs-full/solid/truck-droplet.svg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D:/pasar_fix/node_modules/.bun/@fortawesome+fontawesome-free@7.2.0/node_modules/@fortawesome/fontawesome-free/svgs-full/solid/truck-fast.svg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D:/pasar_fix/node_modules/.bun/@fortawesome+fontawesome-free@7.2.0/node_modules/@fortawesome/fontawesome-free/svgs-full/solid/truck-field-un.svg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D:/pasar_fix/node_modules/.bun/@fortawesome+fontawesome-free@7.2.0/node_modules/@fortawesome/fontawesome-free/svgs-full/solid/truck-field.svg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D:/pasar_fix/node_modules/.bun/@fortawesome+fontawesome-free@7.2.0/node_modules/@fortawesome/fontawesome-free/svgs-full/solid/truck-front.svg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D:/pasar_fix/node_modules/.bun/@fortawesome+fontawesome-free@7.2.0/node_modules/@fortawesome/fontawesome-free/svgs-full/solid/truck-loading.svg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D:/pasar_fix/node_modules/.bun/@fortawesome+fontawesome-free@7.2.0/node_modules/@fortawesome/fontawesome-free/svgs-full/solid/truck-medical.svg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D:/pasar_fix/node_modules/.bun/@fortawesome+fontawesome-free@7.2.0/node_modules/@fortawesome/fontawesome-free/svgs-full/solid/truck-monster.svg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D:/pasar_fix/node_modules/.bun/@fortawesome+fontawesome-free@7.2.0/node_modules/@fortawesome/fontawesome-free/svgs-full/solid/truck-moving.svg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D:/pasar_fix/node_modules/.bun/@fortawesome+fontawesome-free@7.2.0/node_modules/@fortawesome/fontawesome-free/svgs-full/solid/truck-pickup.svg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D:/pasar_fix/node_modules/.bun/@fortawesome+fontawesome-free@7.2.0/node_modules/@fortawesome/fontawesome-free/svgs-full/solid/truck-plane.svg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D:/pasar_fix/node_modules/.bun/@fortawesome+fontawesome-free@7.2.0/node_modules/@fortawesome/fontawesome-free/svgs-full/solid/truck-ramp-box.svg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D:/pasar_fix/node_modules/.bun/@fortawesome+fontawesome-free@7.2.0/node_modules/@fortawesome/fontawesome-free/svgs-full/solid/truck.svg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D:/pasar_fix/node_modules/.bun/@fortawesome+fontawesome-free@7.2.0/node_modules/@fortawesome/fontawesome-free/svgs-full/solid/try.svg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D:/pasar_fix/node_modules/.bun/@fortawesome+fontawesome-free@7.2.0/node_modules/@fortawesome/fontawesome-free/svgs-full/solid/tshirt.svg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D:/pasar_fix/node_modules/.bun/@fortawesome+fontawesome-free@7.2.0/node_modules/@fortawesome/fontawesome-free/svgs-full/solid/tty.svg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D:/pasar_fix/node_modules/.bun/@fortawesome+fontawesome-free@7.2.0/node_modules/@fortawesome/fontawesome-free/svgs-full/solid/turkish-lira-sign.svg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D:/pasar_fix/node_modules/.bun/@fortawesome+fontawesome-free@7.2.0/node_modules/@fortawesome/fontawesome-free/svgs-full/solid/turkish-lira.svg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D:/pasar_fix/node_modules/.bun/@fortawesome+fontawesome-free@7.2.0/node_modules/@fortawesome/fontawesome-free/svgs-full/solid/turn-down.svg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D:/pasar_fix/node_modules/.bun/@fortawesome+fontawesome-free@7.2.0/node_modules/@fortawesome/fontawesome-free/svgs-full/solid/turn-up.svg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D:/pasar_fix/node_modules/.bun/@fortawesome+fontawesome-free@7.2.0/node_modules/@fortawesome/fontawesome-free/svgs-full/solid/tv-alt.svg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D:/pasar_fix/node_modules/.bun/@fortawesome+fontawesome-free@7.2.0/node_modules/@fortawesome/fontawesome-free/svgs-full/solid/tv.svg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D:/pasar_fix/node_modules/.bun/@fortawesome+fontawesome-free@7.2.0/node_modules/@fortawesome/fontawesome-free/svgs-full/solid/u.svg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D:/pasar_fix/node_modules/.bun/@fortawesome+fontawesome-free@7.2.0/node_modules/@fortawesome/fontawesome-free/svgs-full/solid/umbrella-beach.svg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D:/pasar_fix/node_modules/.bun/@fortawesome+fontawesome-free@7.2.0/node_modules/@fortawesome/fontawesome-free/svgs-full/solid/umbrella.svg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D:/pasar_fix/node_modules/.bun/@fortawesome+fontawesome-free@7.2.0/node_modules/@fortawesome/fontawesome-free/svgs-full/solid/underline.svg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D:/pasar_fix/node_modules/.bun/@fortawesome+fontawesome-free@7.2.0/node_modules/@fortawesome/fontawesome-free/svgs-full/solid/undo-alt.svg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D:/pasar_fix/node_modules/.bun/@fortawesome+fontawesome-free@7.2.0/node_modules/@fortawesome/fontawesome-free/svgs-full/solid/undo.svg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D:/pasar_fix/node_modules/.bun/@fortawesome+fontawesome-free@7.2.0/node_modules/@fortawesome/fontawesome-free/svgs-full/solid/universal-access.svg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D:/pasar_fix/node_modules/.bun/@fortawesome+fontawesome-free@7.2.0/node_modules/@fortawesome/fontawesome-free/svgs-full/solid/university.svg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D:/pasar_fix/node_modules/.bun/@fortawesome+fontawesome-free@7.2.0/node_modules/@fortawesome/fontawesome-free/svgs-full/solid/unlink.svg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D:/pasar_fix/node_modules/.bun/@fortawesome+fontawesome-free@7.2.0/node_modules/@fortawesome/fontawesome-free/svgs-full/solid/unlock-alt.svg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D:/pasar_fix/node_modules/.bun/@fortawesome+fontawesome-free@7.2.0/node_modules/@fortawesome/fontawesome-free/svgs-full/solid/unlock-keyhole.svg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D:/pasar_fix/node_modules/.bun/@fortawesome+fontawesome-free@7.2.0/node_modules/@fortawesome/fontawesome-free/svgs-full/solid/unlock.svg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D:/pasar_fix/node_modules/.bun/@fortawesome+fontawesome-free@7.2.0/node_modules/@fortawesome/fontawesome-free/svgs-full/solid/unsorted.svg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D:/pasar_fix/node_modules/.bun/@fortawesome+fontawesome-free@7.2.0/node_modules/@fortawesome/fontawesome-free/svgs-full/solid/up-down-left-right.svg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D:/pasar_fix/node_modules/.bun/@fortawesome+fontawesome-free@7.2.0/node_modules/@fortawesome/fontawesome-free/svgs-full/solid/up-down.svg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D:/pasar_fix/node_modules/.bun/@fortawesome+fontawesome-free@7.2.0/node_modules/@fortawesome/fontawesome-free/svgs-full/solid/up-long.svg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D:/pasar_fix/node_modules/.bun/@fortawesome+fontawesome-free@7.2.0/node_modules/@fortawesome/fontawesome-free/svgs-full/solid/up-right-and-down-left-from-center.svg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D:/pasar_fix/node_modules/.bun/@fortawesome+fontawesome-free@7.2.0/node_modules/@fortawesome/fontawesome-free/svgs-full/solid/up-right-from-square.svg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D:/pasar_fix/node_modules/.bun/@fortawesome+fontawesome-free@7.2.0/node_modules/@fortawesome/fontawesome-free/svgs-full/solid/upload.svg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D:/pasar_fix/node_modules/.bun/@fortawesome+fontawesome-free@7.2.0/node_modules/@fortawesome/fontawesome-free/svgs-full/solid/usd.svg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D:/pasar_fix/node_modules/.bun/@fortawesome+fontawesome-free@7.2.0/node_modules/@fortawesome/fontawesome-free/svgs-full/solid/user-alt-slash.svg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D:/pasar_fix/node_modules/.bun/@fortawesome+fontawesome-free@7.2.0/node_modules/@fortawesome/fontawesome-free/svgs-full/solid/user-alt.svg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D:/pasar_fix/node_modules/.bun/@fortawesome+fontawesome-free@7.2.0/node_modules/@fortawesome/fontawesome-free/svgs-full/solid/user-astronaut.svg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D:/pasar_fix/node_modules/.bun/@fortawesome+fontawesome-free@7.2.0/node_modules/@fortawesome/fontawesome-free/svgs-full/solid/user-check.svg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D:/pasar_fix/node_modules/.bun/@fortawesome+fontawesome-free@7.2.0/node_modules/@fortawesome/fontawesome-free/svgs-full/solid/user-circle.svg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D:/pasar_fix/node_modules/.bun/@fortawesome+fontawesome-free@7.2.0/node_modules/@fortawesome/fontawesome-free/svgs-full/solid/user-clock.svg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D:/pasar_fix/node_modules/.bun/@fortawesome+fontawesome-free@7.2.0/node_modules/@fortawesome/fontawesome-free/svgs-full/solid/user-cog.svg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D:/pasar_fix/node_modules/.bun/@fortawesome+fontawesome-free@7.2.0/node_modules/@fortawesome/fontawesome-free/svgs-full/solid/user-doctor.svg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D:/pasar_fix/node_modules/.bun/@fortawesome+fontawesome-free@7.2.0/node_modules/@fortawesome/fontawesome-free/svgs-full/solid/user-edit.svg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D:/pasar_fix/node_modules/.bun/@fortawesome+fontawesome-free@7.2.0/node_modules/@fortawesome/fontawesome-free/svgs-full/solid/user-friends.svg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D:/pasar_fix/node_modules/.bun/@fortawesome+fontawesome-free@7.2.0/node_modules/@fortawesome/fontawesome-free/svgs-full/solid/user-gear.svg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D:/pasar_fix/node_modules/.bun/@fortawesome+fontawesome-free@7.2.0/node_modules/@fortawesome/fontawesome-free/svgs-full/solid/user-graduate.svg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D:/pasar_fix/node_modules/.bun/@fortawesome+fontawesome-free@7.2.0/node_modules/@fortawesome/fontawesome-free/svgs-full/solid/user-group.svg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D:/pasar_fix/node_modules/.bun/@fortawesome+fontawesome-free@7.2.0/node_modules/@fortawesome/fontawesome-free/svgs-full/solid/user-injured.svg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D:/pasar_fix/node_modules/.bun/@fortawesome+fontawesome-free@7.2.0/node_modules/@fortawesome/fontawesome-free/svgs-full/solid/user-large-slash.svg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D:/pasar_fix/node_modules/.bun/@fortawesome+fontawesome-free@7.2.0/node_modules/@fortawesome/fontawesome-free/svgs-full/solid/user-large.svg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D:/pasar_fix/node_modules/.bun/@fortawesome+fontawesome-free@7.2.0/node_modules/@fortawesome/fontawesome-free/svgs-full/solid/user-lock.svg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D:/pasar_fix/node_modules/.bun/@fortawesome+fontawesome-free@7.2.0/node_modules/@fortawesome/fontawesome-free/svgs-full/solid/user-md.svg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D:/pasar_fix/node_modules/.bun/@fortawesome+fontawesome-free@7.2.0/node_modules/@fortawesome/fontawesome-free/svgs-full/solid/user-minus.svg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D:/pasar_fix/node_modules/.bun/@fortawesome+fontawesome-free@7.2.0/node_modules/@fortawesome/fontawesome-free/svgs-full/solid/user-ninja.svg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D:/pasar_fix/node_modules/.bun/@fortawesome+fontawesome-free@7.2.0/node_modules/@fortawesome/fontawesome-free/svgs-full/solid/user-nurse.svg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D:/pasar_fix/node_modules/.bun/@fortawesome+fontawesome-free@7.2.0/node_modules/@fortawesome/fontawesome-free/svgs-full/solid/user-pen.svg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D:/pasar_fix/node_modules/.bun/@fortawesome+fontawesome-free@7.2.0/node_modules/@fortawesome/fontawesome-free/svgs-full/solid/user-plus.svg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D:/pasar_fix/node_modules/.bun/@fortawesome+fontawesome-free@7.2.0/node_modules/@fortawesome/fontawesome-free/svgs-full/solid/user-secret.svg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D:/pasar_fix/node_modules/.bun/@fortawesome+fontawesome-free@7.2.0/node_modules/@fortawesome/fontawesome-free/svgs-full/solid/user-shield.svg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D:/pasar_fix/node_modules/.bun/@fortawesome+fontawesome-free@7.2.0/node_modules/@fortawesome/fontawesome-free/svgs-full/solid/user-slash.svg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D:/pasar_fix/node_modules/.bun/@fortawesome+fontawesome-free@7.2.0/node_modules/@fortawesome/fontawesome-free/svgs-full/solid/user-tag.svg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D:/pasar_fix/node_modules/.bun/@fortawesome+fontawesome-free@7.2.0/node_modules/@fortawesome/fontawesome-free/svgs-full/solid/user-tie.svg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D:/pasar_fix/node_modules/.bun/@fortawesome+fontawesome-free@7.2.0/node_modules/@fortawesome/fontawesome-free/svgs-full/solid/user-times.svg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D:/pasar_fix/node_modules/.bun/@fortawesome+fontawesome-free@7.2.0/node_modules/@fortawesome/fontawesome-free/svgs-full/solid/user-xmark.svg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D:/pasar_fix/node_modules/.bun/@fortawesome+fontawesome-free@7.2.0/node_modules/@fortawesome/fontawesome-free/svgs-full/solid/user.svg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D:/pasar_fix/node_modules/.bun/@fortawesome+fontawesome-free@7.2.0/node_modules/@fortawesome/fontawesome-free/svgs-full/solid/users-between-lines.svg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D:/pasar_fix/node_modules/.bun/@fortawesome+fontawesome-free@7.2.0/node_modules/@fortawesome/fontawesome-free/svgs-full/solid/users-cog.svg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D:/pasar_fix/node_modules/.bun/@fortawesome+fontawesome-free@7.2.0/node_modules/@fortawesome/fontawesome-free/svgs-full/solid/users-gear.svg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D:/pasar_fix/node_modules/.bun/@fortawesome+fontawesome-free@7.2.0/node_modules/@fortawesome/fontawesome-free/svgs-full/solid/users-line.svg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D:/pasar_fix/node_modules/.bun/@fortawesome+fontawesome-free@7.2.0/node_modules/@fortawesome/fontawesome-free/svgs-full/solid/users-rays.svg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D:/pasar_fix/node_modules/.bun/@fortawesome+fontawesome-free@7.2.0/node_modules/@fortawesome/fontawesome-free/svgs-full/solid/users-rectangle.svg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D:/pasar_fix/node_modules/.bun/@fortawesome+fontawesome-free@7.2.0/node_modules/@fortawesome/fontawesome-free/svgs-full/solid/users-slash.svg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D:/pasar_fix/node_modules/.bun/@fortawesome+fontawesome-free@7.2.0/node_modules/@fortawesome/fontawesome-free/svgs-full/solid/users-viewfinder.svg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D:/pasar_fix/node_modules/.bun/@fortawesome+fontawesome-free@7.2.0/node_modules/@fortawesome/fontawesome-free/svgs-full/solid/users.svg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D:/pasar_fix/node_modules/.bun/@fortawesome+fontawesome-free@7.2.0/node_modules/@fortawesome/fontawesome-free/svgs-full/solid/utensil-spoon.svg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D:/pasar_fix/node_modules/.bun/@fortawesome+fontawesome-free@7.2.0/node_modules/@fortawesome/fontawesome-free/svgs-full/solid/utensils.svg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D:/pasar_fix/node_modules/.bun/@fortawesome+fontawesome-free@7.2.0/node_modules/@fortawesome/fontawesome-free/svgs-full/solid/v.svg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D:/pasar_fix/node_modules/.bun/@fortawesome+fontawesome-free@7.2.0/node_modules/@fortawesome/fontawesome-free/svgs-full/solid/van-shuttle.svg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D:/pasar_fix/node_modules/.bun/@fortawesome+fontawesome-free@7.2.0/node_modules/@fortawesome/fontawesome-free/svgs-full/solid/vault.svg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D:/pasar_fix/node_modules/.bun/@fortawesome+fontawesome-free@7.2.0/node_modules/@fortawesome/fontawesome-free/svgs-full/solid/vcard.svg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D:/pasar_fix/node_modules/.bun/@fortawesome+fontawesome-free@7.2.0/node_modules/@fortawesome/fontawesome-free/svgs-full/solid/vector-polygon.svg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D:/pasar_fix/node_modules/.bun/@fortawesome+fontawesome-free@7.2.0/node_modules/@fortawesome/fontawesome-free/svgs-full/solid/venus-double.svg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D:/pasar_fix/node_modules/.bun/@fortawesome+fontawesome-free@7.2.0/node_modules/@fortawesome/fontawesome-free/svgs-full/solid/venus-mars.svg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D:/pasar_fix/node_modules/.bun/@fortawesome+fontawesome-free@7.2.0/node_modules/@fortawesome/fontawesome-free/svgs-full/solid/venus.svg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D:/pasar_fix/node_modules/.bun/@fortawesome+fontawesome-free@7.2.0/node_modules/@fortawesome/fontawesome-free/svgs-full/solid/vest-patches.svg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D:/pasar_fix/node_modules/.bun/@fortawesome+fontawesome-free@7.2.0/node_modules/@fortawesome/fontawesome-free/svgs-full/solid/vest.svg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D:/pasar_fix/node_modules/.bun/@fortawesome+fontawesome-free@7.2.0/node_modules/@fortawesome/fontawesome-free/svgs-full/solid/vial-circle-check.svg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D:/pasar_fix/node_modules/.bun/@fortawesome+fontawesome-free@7.2.0/node_modules/@fortawesome/fontawesome-free/svgs-full/solid/vial-virus.svg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D:/pasar_fix/node_modules/.bun/@fortawesome+fontawesome-free@7.2.0/node_modules/@fortawesome/fontawesome-free/svgs-full/solid/vial.svg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D:/pasar_fix/node_modules/.bun/@fortawesome+fontawesome-free@7.2.0/node_modules/@fortawesome/fontawesome-free/svgs-full/solid/vials.svg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D:/pasar_fix/node_modules/.bun/@fortawesome+fontawesome-free@7.2.0/node_modules/@fortawesome/fontawesome-free/svgs-full/solid/video-camera.svg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D:/pasar_fix/node_modules/.bun/@fortawesome+fontawesome-free@7.2.0/node_modules/@fortawesome/fontawesome-free/svgs-full/solid/video-slash.svg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D:/pasar_fix/node_modules/.bun/@fortawesome+fontawesome-free@7.2.0/node_modules/@fortawesome/fontawesome-free/svgs-full/solid/video.svg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D:/pasar_fix/node_modules/.bun/@fortawesome+fontawesome-free@7.2.0/node_modules/@fortawesome/fontawesome-free/svgs-full/solid/vihara.svg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D:/pasar_fix/node_modules/.bun/@fortawesome+fontawesome-free@7.2.0/node_modules/@fortawesome/fontawesome-free/svgs-full/solid/virgo.svg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D:/pasar_fix/node_modules/.bun/@fortawesome+fontawesome-free@7.2.0/node_modules/@fortawesome/fontawesome-free/svgs-full/solid/virus-covid-slash.svg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D:/pasar_fix/node_modules/.bun/@fortawesome+fontawesome-free@7.2.0/node_modules/@fortawesome/fontawesome-free/svgs-full/solid/virus-covid.svg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D:/pasar_fix/node_modules/.bun/@fortawesome+fontawesome-free@7.2.0/node_modules/@fortawesome/fontawesome-free/svgs-full/solid/virus-slash.svg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D:/pasar_fix/node_modules/.bun/@fortawesome+fontawesome-free@7.2.0/node_modules/@fortawesome/fontawesome-free/svgs-full/solid/virus.svg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D:/pasar_fix/node_modules/.bun/@fortawesome+fontawesome-free@7.2.0/node_modules/@fortawesome/fontawesome-free/svgs-full/solid/viruses.svg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D:/pasar_fix/node_modules/.bun/@fortawesome+fontawesome-free@7.2.0/node_modules/@fortawesome/fontawesome-free/svgs-full/solid/voicemail.svg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D:/pasar_fix/node_modules/.bun/@fortawesome+fontawesome-free@7.2.0/node_modules/@fortawesome/fontawesome-free/svgs-full/solid/volcano.svg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D:/pasar_fix/node_modules/.bun/@fortawesome+fontawesome-free@7.2.0/node_modules/@fortawesome/fontawesome-free/svgs-full/solid/volleyball-ball.svg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D:/pasar_fix/node_modules/.bun/@fortawesome+fontawesome-free@7.2.0/node_modules/@fortawesome/fontawesome-free/svgs-full/solid/volleyball.svg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D:/pasar_fix/node_modules/.bun/@fortawesome+fontawesome-free@7.2.0/node_modules/@fortawesome/fontawesome-free/svgs-full/solid/volume-control-phone.svg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D:/pasar_fix/node_modules/.bun/@fortawesome+fontawesome-free@7.2.0/node_modules/@fortawesome/fontawesome-free/svgs-full/solid/volume-down.svg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D:/pasar_fix/node_modules/.bun/@fortawesome+fontawesome-free@7.2.0/node_modules/@fortawesome/fontawesome-free/svgs-full/solid/volume-high.svg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D:/pasar_fix/node_modules/.bun/@fortawesome+fontawesome-free@7.2.0/node_modules/@fortawesome/fontawesome-free/svgs-full/solid/volume-low.svg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D:/pasar_fix/node_modules/.bun/@fortawesome+fontawesome-free@7.2.0/node_modules/@fortawesome/fontawesome-free/svgs-full/solid/volume-medium.svg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D:/pasar_fix/node_modules/.bun/@fortawesome+fontawesome-free@7.2.0/node_modules/@fortawesome/fontawesome-free/svgs-full/solid/volume-mute.svg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D:/pasar_fix/node_modules/.bun/@fortawesome+fontawesome-free@7.2.0/node_modules/@fortawesome/fontawesome-free/svgs-full/solid/volume-off.svg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D:/pasar_fix/node_modules/.bun/@fortawesome+fontawesome-free@7.2.0/node_modules/@fortawesome/fontawesome-free/svgs-full/solid/volume-times.svg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D:/pasar_fix/node_modules/.bun/@fortawesome+fontawesome-free@7.2.0/node_modules/@fortawesome/fontawesome-free/svgs-full/solid/volume-up.svg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D:/pasar_fix/node_modules/.bun/@fortawesome+fontawesome-free@7.2.0/node_modules/@fortawesome/fontawesome-free/svgs-full/solid/volume-xmark.svg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D:/pasar_fix/node_modules/.bun/@fortawesome+fontawesome-free@7.2.0/node_modules/@fortawesome/fontawesome-free/svgs-full/solid/volume.svg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D:/pasar_fix/node_modules/.bun/@fortawesome+fontawesome-free@7.2.0/node_modules/@fortawesome/fontawesome-free/svgs-full/solid/vote-yea.svg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D:/pasar_fix/node_modules/.bun/@fortawesome+fontawesome-free@7.2.0/node_modules/@fortawesome/fontawesome-free/svgs-full/solid/vr-cardboard.svg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D:/pasar_fix/node_modules/.bun/@fortawesome+fontawesome-free@7.2.0/node_modules/@fortawesome/fontawesome-free/svgs-full/solid/w.svg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D:/pasar_fix/node_modules/.bun/@fortawesome+fontawesome-free@7.2.0/node_modules/@fortawesome/fontawesome-free/svgs-full/solid/walkie-talkie.svg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D:/pasar_fix/node_modules/.bun/@fortawesome+fontawesome-free@7.2.0/node_modules/@fortawesome/fontawesome-free/svgs-full/solid/walking.svg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D:/pasar_fix/node_modules/.bun/@fortawesome+fontawesome-free@7.2.0/node_modules/@fortawesome/fontawesome-free/svgs-full/solid/wallet.svg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D:/pasar_fix/node_modules/.bun/@fortawesome+fontawesome-free@7.2.0/node_modules/@fortawesome/fontawesome-free/svgs-full/solid/wand-magic-sparkles.svg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D:/pasar_fix/node_modules/.bun/@fortawesome+fontawesome-free@7.2.0/node_modules/@fortawesome/fontawesome-free/svgs-full/solid/wand-magic.svg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D:/pasar_fix/node_modules/.bun/@fortawesome+fontawesome-free@7.2.0/node_modules/@fortawesome/fontawesome-free/svgs-full/solid/wand-sparkles.svg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D:/pasar_fix/node_modules/.bun/@fortawesome+fontawesome-free@7.2.0/node_modules/@fortawesome/fontawesome-free/svgs-full/solid/warehouse.svg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D:/pasar_fix/node_modules/.bun/@fortawesome+fontawesome-free@7.2.0/node_modules/@fortawesome/fontawesome-free/svgs-full/solid/warning.svg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D:/pasar_fix/node_modules/.bun/@fortawesome+fontawesome-free@7.2.0/node_modules/@fortawesome/fontawesome-free/svgs-full/solid/water-ladder.svg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D:/pasar_fix/node_modules/.bun/@fortawesome+fontawesome-free@7.2.0/node_modules/@fortawesome/fontawesome-free/svgs-full/solid/water.svg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D:/pasar_fix/node_modules/.bun/@fortawesome+fontawesome-free@7.2.0/node_modules/@fortawesome/fontawesome-free/svgs-full/solid/wave-square.svg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D:/pasar_fix/node_modules/.bun/@fortawesome+fontawesome-free@7.2.0/node_modules/@fortawesome/fontawesome-free/svgs-full/solid/web-awesome.svg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D:/pasar_fix/node_modules/.bun/@fortawesome+fontawesome-free@7.2.0/node_modules/@fortawesome/fontawesome-free/svgs-full/solid/weight-hanging.svg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D:/pasar_fix/node_modules/.bun/@fortawesome+fontawesome-free@7.2.0/node_modules/@fortawesome/fontawesome-free/svgs-full/solid/weight-scale.svg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D:/pasar_fix/node_modules/.bun/@fortawesome+fontawesome-free@7.2.0/node_modules/@fortawesome/fontawesome-free/svgs-full/solid/weight.svg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D:/pasar_fix/node_modules/.bun/@fortawesome+fontawesome-free@7.2.0/node_modules/@fortawesome/fontawesome-free/svgs-full/solid/wheat-alt.svg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D:/pasar_fix/node_modules/.bun/@fortawesome+fontawesome-free@7.2.0/node_modules/@fortawesome/fontawesome-free/svgs-full/solid/wheat-awn-circle-exclamation.svg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D:/pasar_fix/node_modules/.bun/@fortawesome+fontawesome-free@7.2.0/node_modules/@fortawesome/fontawesome-free/svgs-full/solid/wheat-awn.svg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D:/pasar_fix/node_modules/.bun/@fortawesome+fontawesome-free@7.2.0/node_modules/@fortawesome/fontawesome-free/svgs-full/solid/wheelchair-alt.svg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D:/pasar_fix/node_modules/.bun/@fortawesome+fontawesome-free@7.2.0/node_modules/@fortawesome/fontawesome-free/svgs-full/solid/wheelchair-move.svg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D:/pasar_fix/node_modules/.bun/@fortawesome+fontawesome-free@7.2.0/node_modules/@fortawesome/fontawesome-free/svgs-full/solid/wheelchair.svg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D:/pasar_fix/node_modules/.bun/@fortawesome+fontawesome-free@7.2.0/node_modules/@fortawesome/fontawesome-free/svgs-full/solid/whiskey-glass.svg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D:/pasar_fix/node_modules/.bun/@fortawesome+fontawesome-free@7.2.0/node_modules/@fortawesome/fontawesome-free/svgs-full/solid/wifi-3.svg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D:/pasar_fix/node_modules/.bun/@fortawesome+fontawesome-free@7.2.0/node_modules/@fortawesome/fontawesome-free/svgs-full/solid/wifi-strong.svg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D:/pasar_fix/node_modules/.bun/@fortawesome+fontawesome-free@7.2.0/node_modules/@fortawesome/fontawesome-free/svgs-full/solid/wifi.svg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D:/pasar_fix/node_modules/.bun/@fortawesome+fontawesome-free@7.2.0/node_modules/@fortawesome/fontawesome-free/svgs-full/solid/wind.svg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D:/pasar_fix/node_modules/.bun/@fortawesome+fontawesome-free@7.2.0/node_modules/@fortawesome/fontawesome-free/svgs-full/solid/window-close.svg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D:/pasar_fix/node_modules/.bun/@fortawesome+fontawesome-free@7.2.0/node_modules/@fortawesome/fontawesome-free/svgs-full/solid/window-maximize.svg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D:/pasar_fix/node_modules/.bun/@fortawesome+fontawesome-free@7.2.0/node_modules/@fortawesome/fontawesome-free/svgs-full/solid/window-minimize.svg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D:/pasar_fix/node_modules/.bun/@fortawesome+fontawesome-free@7.2.0/node_modules/@fortawesome/fontawesome-free/svgs-full/solid/window-restore.svg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D:/pasar_fix/node_modules/.bun/@fortawesome+fontawesome-free@7.2.0/node_modules/@fortawesome/fontawesome-free/svgs-full/solid/wine-bottle.svg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D:/pasar_fix/node_modules/.bun/@fortawesome+fontawesome-free@7.2.0/node_modules/@fortawesome/fontawesome-free/svgs-full/solid/wine-glass-alt.svg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D:/pasar_fix/node_modules/.bun/@fortawesome+fontawesome-free@7.2.0/node_modules/@fortawesome/fontawesome-free/svgs-full/solid/wine-glass-empty.svg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D:/pasar_fix/node_modules/.bun/@fortawesome+fontawesome-free@7.2.0/node_modules/@fortawesome/fontawesome-free/svgs-full/solid/wine-glass.svg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D:/pasar_fix/node_modules/.bun/@fortawesome+fontawesome-free@7.2.0/node_modules/@fortawesome/fontawesome-free/svgs-full/solid/won-sign.svg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D:/pasar_fix/node_modules/.bun/@fortawesome+fontawesome-free@7.2.0/node_modules/@fortawesome/fontawesome-free/svgs-full/solid/won.svg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D:/pasar_fix/node_modules/.bun/@fortawesome+fontawesome-free@7.2.0/node_modules/@fortawesome/fontawesome-free/svgs-full/solid/worm.svg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D:/pasar_fix/node_modules/.bun/@fortawesome+fontawesome-free@7.2.0/node_modules/@fortawesome/fontawesome-free/svgs-full/solid/wrench.svg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D:/pasar_fix/node_modules/.bun/@fortawesome+fontawesome-free@7.2.0/node_modules/@fortawesome/fontawesome-free/svgs-full/solid/x-ray.svg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D:/pasar_fix/node_modules/.bun/@fortawesome+fontawesome-free@7.2.0/node_modules/@fortawesome/fontawesome-free/svgs-full/solid/x.svg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D:/pasar_fix/node_modules/.bun/@fortawesome+fontawesome-free@7.2.0/node_modules/@fortawesome/fontawesome-free/svgs-full/solid/xmark-circle.svg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D:/pasar_fix/node_modules/.bun/@fortawesome+fontawesome-free@7.2.0/node_modules/@fortawesome/fontawesome-free/svgs-full/solid/xmark-square.svg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D:/pasar_fix/node_modules/.bun/@fortawesome+fontawesome-free@7.2.0/node_modules/@fortawesome/fontawesome-free/svgs-full/solid/xmark.svg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D:/pasar_fix/node_modules/.bun/@fortawesome+fontawesome-free@7.2.0/node_modules/@fortawesome/fontawesome-free/svgs-full/solid/xmarks-lines.svg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D:/pasar_fix/node_modules/.bun/@fortawesome+fontawesome-free@7.2.0/node_modules/@fortawesome/fontawesome-free/svgs-full/solid/y.svg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D:/pasar_fix/node_modules/.bun/@fortawesome+fontawesome-free@7.2.0/node_modules/@fortawesome/fontawesome-free/svgs-full/solid/yen-sign.svg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D:/pasar_fix/node_modules/.bun/@fortawesome+fontawesome-free@7.2.0/node_modules/@fortawesome/fontawesome-free/svgs-full/solid/yen.svg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D:/pasar_fix/node_modules/.bun/@fortawesome+fontawesome-free@7.2.0/node_modules/@fortawesome/fontawesome-free/svgs-full/solid/yin-yang.svg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D:/pasar_fix/node_modules/.bun/@fortawesome+fontawesome-free@7.2.0/node_modules/@fortawesome/fontawesome-free/svgs-full/solid/z.svg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D:/pasar_fix/node_modules/.bun/@fortawesome+fontawesome-free@7.2.0/node_modules/@fortawesome/fontawesome-free/svgs-full/solid/zap.svg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D:/pasar_fix/node_modules/.bun/@fortawesome+fontawesome-free@7.2.0/node_modules/@fortawesome/fontawesome-free/webfonts/fa-brands-400.woff2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D:/pasar_fix/node_modules/.bun/@fortawesome+fontawesome-free@7.2.0/node_modules/@fortawesome/fontawesome-free/webfonts/fa-regular-400.woff2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D:/pasar_fix/node_modules/.bun/@fortawesome+fontawesome-free@7.2.0/node_modules/@fortawesome/fontawesome-free/webfonts/fa-solid-900.woff2</a:t>
            </a:r>
          </a:p>
          <a:p>
            <a:pPr>
              <a:defRPr sz="1200"/>
            </a:pPr>
            <a:r>
              <a:t>D:/pasar_fix/node_modules/.bun/@fortawesome+fontawesome-free@7.2.0/node_modules/@fortawesome/fontawesome-free/webfonts/fa-v4compatibility.woff2</a:t>
            </a:r>
          </a:p>
          <a:p>
            <a:pPr>
              <a:defRPr sz="1200"/>
            </a:pPr>
            <a:r>
              <a:t>D:/pasar_fix/node_modules/.bun/@headlessui+react@2.2.10+d0e719b86e9808b5/node_modules/@headlessui/react/LICENSE</a:t>
            </a:r>
          </a:p>
          <a:p>
            <a:pPr>
              <a:defRPr sz="1200"/>
            </a:pPr>
            <a:r>
              <a:t>D:/pasar_fix/node_modules/.bun/@headlessui+react@2.2.10+d0e719b86e9808b5/node_modules/@headlessui/react/package.json</a:t>
            </a:r>
          </a:p>
          <a:p>
            <a:pPr>
              <a:defRPr sz="1200"/>
            </a:pPr>
            <a:r>
              <a:t>D:/pasar_fix/node_modules/.bun/@headlessui+react@2.2.10+d0e719b86e9808b5/node_modules/@headlessui/react/README.md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D:/pasar_fix/node_modules/.bun/@headlessui+react@2.2.10+d0e719b86e9808b5/node_modules/@headlessui/react/dist/headlessui.dev.cjs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D:/pasar_fix/node_modules/.bun/@headlessui+react@2.2.10+d0e719b86e9808b5/node_modules/@headlessui/react/dist/headlessui.esm.js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D:/pasar_fix/node_modules/.bun/@headlessui+react@2.2.10+d0e719b86e9808b5/node_modules/@headlessui/react/dist/headlessui.prod.cjs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D:/pasar_fix/node_modules/.bun/@headlessui+react@2.2.10+d0e719b86e9808b5/node_modules/@headlessui/react/dist/index.cjs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D:/pasar_fix/node_modules/.bun/@headlessui+react@2.2.10+d0e719b86e9808b5/node_modules/@headlessui/react/dist/index.d.cts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D:/pasar_fix/node_modules/.bun/@headlessui+react@2.2.10+d0e719b86e9808b5/node_modules/@headlessui/react/dist/index.d.ts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D:/pasar_fix/node_modules/.bun/@headlessui+react@2.2.10+d0e719b86e9808b5/node_modules/@headlessui/react/dist/index.js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D:/pasar_fix/node_modules/.bun/@headlessui+react@2.2.10+d0e719b86e9808b5/node_modules/@headlessui/react/dist/machine.d.ts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D:/pasar_fix/node_modules/.bun/@headlessui+react@2.2.10+d0e719b86e9808b5/node_modules/@headlessui/react/dist/machine.js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D:/pasar_fix/node_modules/.bun/@headlessui+react@2.2.10+d0e719b86e9808b5/node_modules/@headlessui/react/dist/react-glue.d.ts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D:/pasar_fix/node_modules/.bun/@headlessui+react@2.2.10+d0e719b86e9808b5/node_modules/@headlessui/react/dist/react-glue.js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D:/pasar_fix/node_modules/.bun/@headlessui+react@2.2.10+d0e719b86e9808b5/node_modules/@headlessui/react/dist/types.d.ts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D:/pasar_fix/node_modules/.bun/@headlessui+react@2.2.10+d0e719b86e9808b5/node_modules/@headlessui/react/dist/types.js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D:/pasar_fix/node_modules/.bun/@headlessui+react@2.2.10+d0e719b86e9808b5/node_modules/@headlessui/react/dist/components/keyboard.d.ts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D:/pasar_fix/node_modules/.bun/@headlessui+react@2.2.10+d0e719b86e9808b5/node_modules/@headlessui/react/dist/components/keyboard.js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D:/pasar_fix/node_modules/.bun/@headlessui+react@2.2.10+d0e719b86e9808b5/node_modules/@headlessui/react/dist/components/mouse.d.ts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D:/pasar_fix/node_modules/.bun/@headlessui+react@2.2.10+d0e719b86e9808b5/node_modules/@headlessui/react/dist/components/mouse.js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D:/pasar_fix/node_modules/.bun/@headlessui+react@2.2.10+d0e719b86e9808b5/node_modules/@headlessui/react/dist/components/button/button.d.ts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D:/pasar_fix/node_modules/.bun/@headlessui+react@2.2.10+d0e719b86e9808b5/node_modules/@headlessui/react/dist/components/button/button.js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D:/pasar_fix/node_modules/.bun/@headlessui+react@2.2.10+d0e719b86e9808b5/node_modules/@headlessui/react/dist/components/checkbox/checkbox.d.ts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D:/pasar_fix/node_modules/.bun/@headlessui+react@2.2.10+d0e719b86e9808b5/node_modules/@headlessui/react/dist/components/checkbox/checkbox.js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D:/pasar_fix/node_modules/.bun/@headlessui+react@2.2.10+d0e719b86e9808b5/node_modules/@headlessui/react/dist/components/close-button/close-button.d.ts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D:/pasar_fix/node_modules/.bun/@headlessui+react@2.2.10+d0e719b86e9808b5/node_modules/@headlessui/react/dist/components/close-button/close-button.js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D:/pasar_fix/node_modules/.bun/@headlessui+react@2.2.10+d0e719b86e9808b5/node_modules/@headlessui/react/dist/components/combobox/combobox-machine-glue.d.ts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D:/pasar_fix/node_modules/.bun/@headlessui+react@2.2.10+d0e719b86e9808b5/node_modules/@headlessui/react/dist/components/combobox/combobox-machine-glue.js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D:/pasar_fix/node_modules/.bun/@headlessui+react@2.2.10+d0e719b86e9808b5/node_modules/@headlessui/react/dist/components/combobox/combobox-machine.d.ts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D:/pasar_fix/node_modules/.bun/@headlessui+react@2.2.10+d0e719b86e9808b5/node_modules/@headlessui/react/dist/components/combobox/combobox-machine.js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D:/pasar_fix/node_modules/.bun/@headlessui+react@2.2.10+d0e719b86e9808b5/node_modules/@headlessui/react/dist/components/combobox/combobox.d.ts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D:/pasar_fix/node_modules/.bun/@headlessui+react@2.2.10+d0e719b86e9808b5/node_modules/@headlessui/react/dist/components/combobox/combobox.js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D:/pasar_fix/node_modules/.bun/@headlessui+react@2.2.10+d0e719b86e9808b5/node_modules/@headlessui/react/dist/components/combobox-button/combobox-button.d.ts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D:/pasar_fix/node_modules/.bun/@headlessui+react@2.2.10+d0e719b86e9808b5/node_modules/@headlessui/react/dist/components/combobox-button/combobox-button.js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D:/pasar_fix/node_modules/.bun/@headlessui+react@2.2.10+d0e719b86e9808b5/node_modules/@headlessui/react/dist/components/combobox-input/combobox-input.d.ts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D:/pasar_fix/node_modules/.bun/@headlessui+react@2.2.10+d0e719b86e9808b5/node_modules/@headlessui/react/dist/components/combobox-input/combobox-input.js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D:/pasar_fix/node_modules/.bun/@headlessui+react@2.2.10+d0e719b86e9808b5/node_modules/@headlessui/react/dist/components/combobox-label/combobox-label.d.ts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D:/pasar_fix/node_modules/.bun/@headlessui+react@2.2.10+d0e719b86e9808b5/node_modules/@headlessui/react/dist/components/combobox-label/combobox-label.js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D:/pasar_fix/node_modules/.bun/@headlessui+react@2.2.10+d0e719b86e9808b5/node_modules/@headlessui/react/dist/components/combobox-option/combobox-option.d.ts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D:/pasar_fix/node_modules/.bun/@headlessui+react@2.2.10+d0e719b86e9808b5/node_modules/@headlessui/react/dist/components/combobox-option/combobox-option.js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D:/pasar_fix/node_modules/.bun/@headlessui+react@2.2.10+d0e719b86e9808b5/node_modules/@headlessui/react/dist/components/combobox-options/combobox-options.d.ts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D:/pasar_fix/node_modules/.bun/@headlessui+react@2.2.10+d0e719b86e9808b5/node_modules/@headlessui/react/dist/components/combobox-options/combobox-options.js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D:/pasar_fix/node_modules/.bun/@headlessui+react@2.2.10+d0e719b86e9808b5/node_modules/@headlessui/react/dist/components/data-interactive/data-interactive.d.ts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D:/pasar_fix/node_modules/.bun/@headlessui+react@2.2.10+d0e719b86e9808b5/node_modules/@headlessui/react/dist/components/data-interactive/data-interactive.js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D:/pasar_fix/node_modules/.bun/@headlessui+react@2.2.10+d0e719b86e9808b5/node_modules/@headlessui/react/dist/components/description/description.d.ts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D:/pasar_fix/node_modules/.bun/@headlessui+react@2.2.10+d0e719b86e9808b5/node_modules/@headlessui/react/dist/components/description/description.js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D:/pasar_fix/node_modules/.bun/@headlessui+react@2.2.10+d0e719b86e9808b5/node_modules/@headlessui/react/dist/components/dialog/dialog.d.ts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D:/pasar_fix/node_modules/.bun/@headlessui+react@2.2.10+d0e719b86e9808b5/node_modules/@headlessui/react/dist/components/dialog/dialog.js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D:/pasar_fix/node_modules/.bun/@headlessui+react@2.2.10+d0e719b86e9808b5/node_modules/@headlessui/react/dist/components/dialog-description/dialog-description.d.ts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D:/pasar_fix/node_modules/.bun/@headlessui+react@2.2.10+d0e719b86e9808b5/node_modules/@headlessui/react/dist/components/dialog-description/dialog-description.js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D:/pasar_fix/node_modules/.bun/@headlessui+react@2.2.10+d0e719b86e9808b5/node_modules/@headlessui/react/dist/components/dialog-panel/dialog-panel.d.ts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D:/pasar_fix/node_modules/.bun/@headlessui+react@2.2.10+d0e719b86e9808b5/node_modules/@headlessui/react/dist/components/dialog-panel/dialog-panel.js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D:/pasar_fix/node_modules/.bun/@headlessui+react@2.2.10+d0e719b86e9808b5/node_modules/@headlessui/react/dist/components/dialog-title/dialog-title.d.ts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D:/pasar_fix/node_modules/.bun/@headlessui+react@2.2.10+d0e719b86e9808b5/node_modules/@headlessui/react/dist/components/dialog-title/dialog-title.js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D:/pasar_fix/node_modules/.bun/@headlessui+react@2.2.10+d0e719b86e9808b5/node_modules/@headlessui/react/dist/components/disclosure/disclosure.d.ts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D:/pasar_fix/node_modules/.bun/@headlessui+react@2.2.10+d0e719b86e9808b5/node_modules/@headlessui/react/dist/components/disclosure/disclosure.js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D:/pasar_fix/node_modules/.bun/@headlessui+react@2.2.10+d0e719b86e9808b5/node_modules/@headlessui/react/dist/components/disclosure-button/disclosure-button.d.ts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D:/pasar_fix/node_modules/.bun/@headlessui+react@2.2.10+d0e719b86e9808b5/node_modules/@headlessui/react/dist/components/disclosure-button/disclosure-button.js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D:/pasar_fix/node_modules/.bun/@headlessui+react@2.2.10+d0e719b86e9808b5/node_modules/@headlessui/react/dist/components/disclosure-panel/disclosure-panel.d.ts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D:/pasar_fix/node_modules/.bun/@headlessui+react@2.2.10+d0e719b86e9808b5/node_modules/@headlessui/react/dist/components/disclosure-panel/disclosure-panel.js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D:/pasar_fix/node_modules/.bun/@headlessui+react@2.2.10+d0e719b86e9808b5/node_modules/@headlessui/react/dist/components/field/field.d.ts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D:/pasar_fix/node_modules/.bun/@headlessui+react@2.2.10+d0e719b86e9808b5/node_modules/@headlessui/react/dist/components/field/field.js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D:/pasar_fix/node_modules/.bun/@headlessui+react@2.2.10+d0e719b86e9808b5/node_modules/@headlessui/react/dist/components/fieldset/fieldset.d.ts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D:/pasar_fix/node_modules/.bun/@headlessui+react@2.2.10+d0e719b86e9808b5/node_modules/@headlessui/react/dist/components/fieldset/fieldset.js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D:/pasar_fix/node_modules/.bun/@headlessui+react@2.2.10+d0e719b86e9808b5/node_modules/@headlessui/react/dist/components/focus-trap/focus-trap.d.ts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D:/pasar_fix/node_modules/.bun/@headlessui+react@2.2.10+d0e719b86e9808b5/node_modules/@headlessui/react/dist/components/focus-trap/focus-trap.js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D:/pasar_fix/node_modules/.bun/@headlessui+react@2.2.10+d0e719b86e9808b5/node_modules/@headlessui/react/dist/components/focus-trap-features/focus-trap-features.d.ts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D:/pasar_fix/node_modules/.bun/@headlessui+react@2.2.10+d0e719b86e9808b5/node_modules/@headlessui/react/dist/components/focus-trap-features/focus-trap-features.js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D:/pasar_fix/node_modules/.bun/@headlessui+react@2.2.10+d0e719b86e9808b5/node_modules/@headlessui/react/dist/components/input/input.d.ts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D:/pasar_fix/node_modules/.bun/@headlessui+react@2.2.10+d0e719b86e9808b5/node_modules/@headlessui/react/dist/components/input/input.js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D:/pasar_fix/node_modules/.bun/@headlessui+react@2.2.10+d0e719b86e9808b5/node_modules/@headlessui/react/dist/components/label/label.d.ts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D:/pasar_fix/node_modules/.bun/@headlessui+react@2.2.10+d0e719b86e9808b5/node_modules/@headlessui/react/dist/components/label/label.js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D:/pasar_fix/node_modules/.bun/@headlessui+react@2.2.10+d0e719b86e9808b5/node_modules/@headlessui/react/dist/components/legend/legend.d.ts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D:/pasar_fix/node_modules/.bun/@headlessui+react@2.2.10+d0e719b86e9808b5/node_modules/@headlessui/react/dist/components/legend/legend.js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D:/pasar_fix/node_modules/.bun/@headlessui+react@2.2.10+d0e719b86e9808b5/node_modules/@headlessui/react/dist/components/listbox/listbox-machine-glue.d.ts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D:/pasar_fix/node_modules/.bun/@headlessui+react@2.2.10+d0e719b86e9808b5/node_modules/@headlessui/react/dist/components/listbox/listbox-machine-glue.js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D:/pasar_fix/node_modules/.bun/@headlessui+react@2.2.10+d0e719b86e9808b5/node_modules/@headlessui/react/dist/components/listbox/listbox-machine.d.ts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D:/pasar_fix/node_modules/.bun/@headlessui+react@2.2.10+d0e719b86e9808b5/node_modules/@headlessui/react/dist/components/listbox/listbox-machine.js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D:/pasar_fix/node_modules/.bun/@headlessui+react@2.2.10+d0e719b86e9808b5/node_modules/@headlessui/react/dist/components/listbox/listbox.d.ts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D:/pasar_fix/node_modules/.bun/@headlessui+react@2.2.10+d0e719b86e9808b5/node_modules/@headlessui/react/dist/components/listbox/listbox.js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D:/pasar_fix/node_modules/.bun/@headlessui+react@2.2.10+d0e719b86e9808b5/node_modules/@headlessui/react/dist/components/listbox-button/listbox-button.d.ts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D:/pasar_fix/node_modules/.bun/@headlessui+react@2.2.10+d0e719b86e9808b5/node_modules/@headlessui/react/dist/components/listbox-button/listbox-button.js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D:/pasar_fix/node_modules/.bun/@headlessui+react@2.2.10+d0e719b86e9808b5/node_modules/@headlessui/react/dist/components/listbox-label/listbox-label.d.ts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D:/pasar_fix/node_modules/.bun/@headlessui+react@2.2.10+d0e719b86e9808b5/node_modules/@headlessui/react/dist/components/listbox-label/listbox-label.js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D:/pasar_fix/node_modules/.bun/@headlessui+react@2.2.10+d0e719b86e9808b5/node_modules/@headlessui/react/dist/components/listbox-option/listbox-option.d.ts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D:/pasar_fix/node_modules/.bun/@headlessui+react@2.2.10+d0e719b86e9808b5/node_modules/@headlessui/react/dist/components/listbox-option/listbox-option.js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D:/pasar_fix/node_modules/.bun/@headlessui+react@2.2.10+d0e719b86e9808b5/node_modules/@headlessui/react/dist/components/listbox-options/listbox-options.d.ts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D:/pasar_fix/node_modules/.bun/@headlessui+react@2.2.10+d0e719b86e9808b5/node_modules/@headlessui/react/dist/components/listbox-options/listbox-options.js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D:/pasar_fix/node_modules/.bun/@headlessui+react@2.2.10+d0e719b86e9808b5/node_modules/@headlessui/react/dist/components/listbox-selected-option/listbox-selected-option.d.ts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D:/pasar_fix/node_modules/.bun/@headlessui+react@2.2.10+d0e719b86e9808b5/node_modules/@headlessui/react/dist/components/listbox-selected-option/listbox-selected-option.js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D:/pasar_fix/node_modules/.bun/@headlessui+react@2.2.10+d0e719b86e9808b5/node_modules/@headlessui/react/dist/components/menu/menu-machine-glue.d.ts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D:/pasar_fix/node_modules/.bun/@headlessui+react@2.2.10+d0e719b86e9808b5/node_modules/@headlessui/react/dist/components/menu/menu-machine-glue.js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D:/pasar_fix/node_modules/.bun/@headlessui+react@2.2.10+d0e719b86e9808b5/node_modules/@headlessui/react/dist/components/menu/menu-machine.d.ts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D:/pasar_fix/node_modules/.bun/@headlessui+react@2.2.10+d0e719b86e9808b5/node_modules/@headlessui/react/dist/components/menu/menu-machine.js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D:/pasar_fix/node_modules/.bun/@headlessui+react@2.2.10+d0e719b86e9808b5/node_modules/@headlessui/react/dist/components/menu/menu.d.ts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D:/pasar_fix/node_modules/.bun/@headlessui+react@2.2.10+d0e719b86e9808b5/node_modules/@headlessui/react/dist/components/menu/menu.js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D:/pasar_fix/node_modules/.bun/@headlessui+react@2.2.10+d0e719b86e9808b5/node_modules/@headlessui/react/dist/components/menu-button/menu-button.d.ts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D:/pasar_fix/node_modules/.bun/@headlessui+react@2.2.10+d0e719b86e9808b5/node_modules/@headlessui/react/dist/components/menu-button/menu-button.js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D:/pasar_fix/node_modules/.bun/@headlessui+react@2.2.10+d0e719b86e9808b5/node_modules/@headlessui/react/dist/components/menu-heading/menu-heading.d.ts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D:/pasar_fix/node_modules/.bun/@headlessui+react@2.2.10+d0e719b86e9808b5/node_modules/@headlessui/react/dist/components/menu-heading/menu-heading.js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D:/pasar_fix/node_modules/.bun/@headlessui+react@2.2.10+d0e719b86e9808b5/node_modules/@headlessui/react/dist/components/menu-item/menu-item.d.ts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D:/pasar_fix/node_modules/.bun/@headlessui+react@2.2.10+d0e719b86e9808b5/node_modules/@headlessui/react/dist/components/menu-item/menu-item.js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D:/pasar_fix/node_modules/.bun/@headlessui+react@2.2.10+d0e719b86e9808b5/node_modules/@headlessui/react/dist/components/menu-items/menu-items.d.ts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D:/pasar_fix/node_modules/.bun/@headlessui+react@2.2.10+d0e719b86e9808b5/node_modules/@headlessui/react/dist/components/menu-items/menu-items.js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D:/pasar_fix/node_modules/.bun/@headlessui+react@2.2.10+d0e719b86e9808b5/node_modules/@headlessui/react/dist/components/menu-section/menu-section.d.ts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D:/pasar_fix/node_modules/.bun/@headlessui+react@2.2.10+d0e719b86e9808b5/node_modules/@headlessui/react/dist/components/menu-section/menu-section.js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D:/pasar_fix/node_modules/.bun/@headlessui+react@2.2.10+d0e719b86e9808b5/node_modules/@headlessui/react/dist/components/menu-separator/menu-separator.d.ts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D:/pasar_fix/node_modules/.bun/@headlessui+react@2.2.10+d0e719b86e9808b5/node_modules/@headlessui/react/dist/components/menu-separator/menu-separator.js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D:/pasar_fix/node_modules/.bun/@headlessui+react@2.2.10+d0e719b86e9808b5/node_modules/@headlessui/react/dist/components/popover/popover-machine-glue.d.ts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D:/pasar_fix/node_modules/.bun/@headlessui+react@2.2.10+d0e719b86e9808b5/node_modules/@headlessui/react/dist/components/popover/popover-machine-glue.js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D:/pasar_fix/node_modules/.bun/@headlessui+react@2.2.10+d0e719b86e9808b5/node_modules/@headlessui/react/dist/components/popover/popover-machine.d.ts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D:/pasar_fix/node_modules/.bun/@headlessui+react@2.2.10+d0e719b86e9808b5/node_modules/@headlessui/react/dist/components/popover/popover-machine.js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D:/pasar_fix/node_modules/.bun/@headlessui+react@2.2.10+d0e719b86e9808b5/node_modules/@headlessui/react/dist/components/popover/popover.d.ts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D:/pasar_fix/node_modules/.bun/@headlessui+react@2.2.10+d0e719b86e9808b5/node_modules/@headlessui/react/dist/components/popover/popover.js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D:/pasar_fix/node_modules/.bun/@headlessui+react@2.2.10+d0e719b86e9808b5/node_modules/@headlessui/react/dist/components/popover-backdrop/popover-backdrop.d.ts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D:/pasar_fix/node_modules/.bun/@headlessui+react@2.2.10+d0e719b86e9808b5/node_modules/@headlessui/react/dist/components/popover-backdrop/popover-backdrop.js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D:/pasar_fix/node_modules/.bun/@headlessui+react@2.2.10+d0e719b86e9808b5/node_modules/@headlessui/react/dist/components/popover-button/popover-button.d.ts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D:/pasar_fix/node_modules/.bun/@headlessui+react@2.2.10+d0e719b86e9808b5/node_modules/@headlessui/react/dist/components/popover-button/popover-button.js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D:/pasar_fix/node_modules/.bun/@headlessui+react@2.2.10+d0e719b86e9808b5/node_modules/@headlessui/react/dist/components/popover-group/popover-group.d.ts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D:/pasar_fix/node_modules/.bun/@headlessui+react@2.2.10+d0e719b86e9808b5/node_modules/@headlessui/react/dist/components/popover-group/popover-group.js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D:/pasar_fix/node_modules/.bun/@headlessui+react@2.2.10+d0e719b86e9808b5/node_modules/@headlessui/react/dist/components/popover-overlay/popover-overlay.d.ts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D:/pasar_fix/node_modules/.bun/@headlessui+react@2.2.10+d0e719b86e9808b5/node_modules/@headlessui/react/dist/components/popover-overlay/popover-overlay.js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D:/pasar_fix/node_modules/.bun/@headlessui+react@2.2.10+d0e719b86e9808b5/node_modules/@headlessui/react/dist/components/popover-panel/popover-panel.d.ts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D:/pasar_fix/node_modules/.bun/@headlessui+react@2.2.10+d0e719b86e9808b5/node_modules/@headlessui/react/dist/components/popover-panel/popover-panel.js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D:/pasar_fix/node_modules/.bun/@headlessui+react@2.2.10+d0e719b86e9808b5/node_modules/@headlessui/react/dist/components/portal/portal.d.ts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D:/pasar_fix/node_modules/.bun/@headlessui+react@2.2.10+d0e719b86e9808b5/node_modules/@headlessui/react/dist/components/portal/portal.js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D:/pasar_fix/node_modules/.bun/@headlessui+react@2.2.10+d0e719b86e9808b5/node_modules/@headlessui/react/dist/components/radio/radio.d.ts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D:/pasar_fix/node_modules/.bun/@headlessui+react@2.2.10+d0e719b86e9808b5/node_modules/@headlessui/react/dist/components/radio/radio.js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D:/pasar_fix/node_modules/.bun/@headlessui+react@2.2.10+d0e719b86e9808b5/node_modules/@headlessui/react/dist/components/radio-group/radio-group.d.ts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D:/pasar_fix/node_modules/.bun/@headlessui+react@2.2.10+d0e719b86e9808b5/node_modules/@headlessui/react/dist/components/radio-group/radio-group.js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D:/pasar_fix/node_modules/.bun/@headlessui+react@2.2.10+d0e719b86e9808b5/node_modules/@headlessui/react/dist/components/radio-group-description/radio-group-description.d.ts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D:/pasar_fix/node_modules/.bun/@headlessui+react@2.2.10+d0e719b86e9808b5/node_modules/@headlessui/react/dist/components/radio-group-description/radio-group-description.js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D:/pasar_fix/node_modules/.bun/@headlessui+react@2.2.10+d0e719b86e9808b5/node_modules/@headlessui/react/dist/components/radio-group-label/radio-group-label.d.ts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D:/pasar_fix/node_modules/.bun/@headlessui+react@2.2.10+d0e719b86e9808b5/node_modules/@headlessui/react/dist/components/radio-group-label/radio-group-label.js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D:/pasar_fix/node_modules/.bun/@headlessui+react@2.2.10+d0e719b86e9808b5/node_modules/@headlessui/react/dist/components/radio-group-option/radio-group-option.d.ts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D:/pasar_fix/node_modules/.bun/@headlessui+react@2.2.10+d0e719b86e9808b5/node_modules/@headlessui/react/dist/components/radio-group-option/radio-group-option.js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D:/pasar_fix/node_modules/.bun/@headlessui+react@2.2.10+d0e719b86e9808b5/node_modules/@headlessui/react/dist/components/select/select.d.ts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D:/pasar_fix/node_modules/.bun/@headlessui+react@2.2.10+d0e719b86e9808b5/node_modules/@headlessui/react/dist/components/select/select.js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D:/pasar_fix/node_modules/.bun/@headlessui+react@2.2.10+d0e719b86e9808b5/node_modules/@headlessui/react/dist/components/switch/switch.d.ts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D:/pasar_fix/node_modules/.bun/@headlessui+react@2.2.10+d0e719b86e9808b5/node_modules/@headlessui/react/dist/components/switch/switch.js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D:/pasar_fix/node_modules/.bun/@headlessui+react@2.2.10+d0e719b86e9808b5/node_modules/@headlessui/react/dist/components/switch-description/switch-description.d.ts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D:/pasar_fix/node_modules/.bun/@headlessui+react@2.2.10+d0e719b86e9808b5/node_modules/@headlessui/react/dist/components/switch-description/switch-description.js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D:/pasar_fix/node_modules/.bun/@headlessui+react@2.2.10+d0e719b86e9808b5/node_modules/@headlessui/react/dist/components/switch-group/switch-group.d.ts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D:/pasar_fix/node_modules/.bun/@headlessui+react@2.2.10+d0e719b86e9808b5/node_modules/@headlessui/react/dist/components/switch-group/switch-group.js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D:/pasar_fix/node_modules/.bun/@headlessui+react@2.2.10+d0e719b86e9808b5/node_modules/@headlessui/react/dist/components/switch-label/switch-label.d.ts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D:/pasar_fix/node_modules/.bun/@headlessui+react@2.2.10+d0e719b86e9808b5/node_modules/@headlessui/react/dist/components/switch-label/switch-label.js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D:/pasar_fix/node_modules/.bun/@headlessui+react@2.2.10+d0e719b86e9808b5/node_modules/@headlessui/react/dist/components/tab/tab.d.ts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D:/pasar_fix/node_modules/.bun/@headlessui+react@2.2.10+d0e719b86e9808b5/node_modules/@headlessui/react/dist/components/tab/tab.js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D:/pasar_fix/node_modules/.bun/@headlessui+react@2.2.10+d0e719b86e9808b5/node_modules/@headlessui/react/dist/components/tab-group/tab-group.d.ts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D:/pasar_fix/node_modules/.bun/@headlessui+react@2.2.10+d0e719b86e9808b5/node_modules/@headlessui/react/dist/components/tab-group/tab-group.js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D:/pasar_fix/node_modules/.bun/@headlessui+react@2.2.10+d0e719b86e9808b5/node_modules/@headlessui/react/dist/components/tab-list/tab-list.d.ts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D:/pasar_fix/node_modules/.bun/@headlessui+react@2.2.10+d0e719b86e9808b5/node_modules/@headlessui/react/dist/components/tab-list/tab-list.js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D:/pasar_fix/node_modules/.bun/@headlessui+react@2.2.10+d0e719b86e9808b5/node_modules/@headlessui/react/dist/components/tab-panel/tab-panel.d.ts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D:/pasar_fix/node_modules/.bun/@headlessui+react@2.2.10+d0e719b86e9808b5/node_modules/@headlessui/react/dist/components/tab-panel/tab-panel.js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D:/pasar_fix/node_modules/.bun/@headlessui+react@2.2.10+d0e719b86e9808b5/node_modules/@headlessui/react/dist/components/tab-panels/tab-panels.d.ts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D:/pasar_fix/node_modules/.bun/@headlessui+react@2.2.10+d0e719b86e9808b5/node_modules/@headlessui/react/dist/components/tab-panels/tab-panels.js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D:/pasar_fix/node_modules/.bun/@headlessui+react@2.2.10+d0e719b86e9808b5/node_modules/@headlessui/react/dist/components/tabs/tabs.d.ts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D:/pasar_fix/node_modules/.bun/@headlessui+react@2.2.10+d0e719b86e9808b5/node_modules/@headlessui/react/dist/components/tabs/tabs.js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D:/pasar_fix/node_modules/.bun/@headlessui+react@2.2.10+d0e719b86e9808b5/node_modules/@headlessui/react/dist/components/textarea/textarea.d.ts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D:/pasar_fix/node_modules/.bun/@headlessui+react@2.2.10+d0e719b86e9808b5/node_modules/@headlessui/react/dist/components/textarea/textarea.js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D:/pasar_fix/node_modules/.bun/@headlessui+react@2.2.10+d0e719b86e9808b5/node_modules/@headlessui/react/dist/components/tooltip/tooltip.d.ts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D:/pasar_fix/node_modules/.bun/@headlessui+react@2.2.10+d0e719b86e9808b5/node_modules/@headlessui/react/dist/components/tooltip/tooltip.js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D:/pasar_fix/node_modules/.bun/@headlessui+react@2.2.10+d0e719b86e9808b5/node_modules/@headlessui/react/dist/components/transition/transition.d.ts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D:/pasar_fix/node_modules/.bun/@headlessui+react@2.2.10+d0e719b86e9808b5/node_modules/@headlessui/react/dist/components/transition/transition.js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D:/pasar_fix/node_modules/.bun/@headlessui+react@2.2.10+d0e719b86e9808b5/node_modules/@headlessui/react/dist/components/transition-child/transition-child.d.ts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D:/pasar_fix/node_modules/.bun/@headlessui+react@2.2.10+d0e719b86e9808b5/node_modules/@headlessui/react/dist/components/transition-child/transition-child.js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D:/pasar_fix/node_modules/.bun/@headlessui+react@2.2.10+d0e719b86e9808b5/node_modules/@headlessui/react/dist/components/transitions/transition.d.ts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D:/pasar_fix/node_modules/.bun/@headlessui+react@2.2.10+d0e719b86e9808b5/node_modules/@headlessui/react/dist/components/transitions/transition.js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D:/pasar_fix/node_modules/.bun/@headlessui+react@2.2.10+d0e719b86e9808b5/node_modules/@headlessui/react/dist/hooks/use-active-press.d.ts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D:/pasar_fix/node_modules/.bun/@headlessui+react@2.2.10+d0e719b86e9808b5/node_modules/@headlessui/react/dist/hooks/use-active-press.js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D:/pasar_fix/node_modules/.bun/@headlessui+react@2.2.10+d0e719b86e9808b5/node_modules/@headlessui/react/dist/hooks/use-by-comparator.d.ts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D:/pasar_fix/node_modules/.bun/@headlessui+react@2.2.10+d0e719b86e9808b5/node_modules/@headlessui/react/dist/hooks/use-by-comparator.js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D:/pasar_fix/node_modules/.bun/@headlessui+react@2.2.10+d0e719b86e9808b5/node_modules/@headlessui/react/dist/hooks/use-computed.d.ts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D:/pasar_fix/node_modules/.bun/@headlessui+react@2.2.10+d0e719b86e9808b5/node_modules/@headlessui/react/dist/hooks/use-computed.js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D:/pasar_fix/node_modules/.bun/@headlessui+react@2.2.10+d0e719b86e9808b5/node_modules/@headlessui/react/dist/hooks/use-controllable.d.ts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D:/pasar_fix/node_modules/.bun/@headlessui+react@2.2.10+d0e719b86e9808b5/node_modules/@headlessui/react/dist/hooks/use-controllable.js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D:/pasar_fix/node_modules/.bun/@headlessui+react@2.2.10+d0e719b86e9808b5/node_modules/@headlessui/react/dist/hooks/use-default-value.d.ts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D:/pasar_fix/node_modules/.bun/@headlessui+react@2.2.10+d0e719b86e9808b5/node_modules/@headlessui/react/dist/hooks/use-default-value.js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D:/pasar_fix/node_modules/.bun/@headlessui+react@2.2.10+d0e719b86e9808b5/node_modules/@headlessui/react/dist/hooks/use-disposables.d.ts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D:/pasar_fix/node_modules/.bun/@headlessui+react@2.2.10+d0e719b86e9808b5/node_modules/@headlessui/react/dist/hooks/use-disposables.js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D:/pasar_fix/node_modules/.bun/@headlessui+react@2.2.10+d0e719b86e9808b5/node_modules/@headlessui/react/dist/hooks/use-document-event.d.ts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D:/pasar_fix/node_modules/.bun/@headlessui+react@2.2.10+d0e719b86e9808b5/node_modules/@headlessui/react/dist/hooks/use-document-event.js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D:/pasar_fix/node_modules/.bun/@headlessui+react@2.2.10+d0e719b86e9808b5/node_modules/@headlessui/react/dist/hooks/use-element-size.d.ts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D:/pasar_fix/node_modules/.bun/@headlessui+react@2.2.10+d0e719b86e9808b5/node_modules/@headlessui/react/dist/hooks/use-element-size.js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D:/pasar_fix/node_modules/.bun/@headlessui+react@2.2.10+d0e719b86e9808b5/node_modules/@headlessui/react/dist/hooks/use-escape.d.ts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D:/pasar_fix/node_modules/.bun/@headlessui+react@2.2.10+d0e719b86e9808b5/node_modules/@headlessui/react/dist/hooks/use-escape.js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D:/pasar_fix/node_modules/.bun/@headlessui+react@2.2.10+d0e719b86e9808b5/node_modules/@headlessui/react/dist/hooks/use-event-listener.d.ts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D:/pasar_fix/node_modules/.bun/@headlessui+react@2.2.10+d0e719b86e9808b5/node_modules/@headlessui/react/dist/hooks/use-event-listener.js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D:/pasar_fix/node_modules/.bun/@headlessui+react@2.2.10+d0e719b86e9808b5/node_modules/@headlessui/react/dist/hooks/use-event.d.ts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D:/pasar_fix/node_modules/.bun/@headlessui+react@2.2.10+d0e719b86e9808b5/node_modules/@headlessui/react/dist/hooks/use-event.js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D:/pasar_fix/node_modules/.bun/@headlessui+react@2.2.10+d0e719b86e9808b5/node_modules/@headlessui/react/dist/hooks/use-flags.d.ts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D:/pasar_fix/node_modules/.bun/@headlessui+react@2.2.10+d0e719b86e9808b5/node_modules/@headlessui/react/dist/hooks/use-flags.js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D:/pasar_fix/node_modules/.bun/@headlessui+react@2.2.10+d0e719b86e9808b5/node_modules/@headlessui/react/dist/hooks/use-handle-toggle.d.ts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D:/pasar_fix/node_modules/.bun/@headlessui+react@2.2.10+d0e719b86e9808b5/node_modules/@headlessui/react/dist/hooks/use-handle-toggle.js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D:/pasar_fix/node_modules/.bun/@headlessui+react@2.2.10+d0e719b86e9808b5/node_modules/@headlessui/react/dist/hooks/use-id.d.ts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D:/pasar_fix/node_modules/.bun/@headlessui+react@2.2.10+d0e719b86e9808b5/node_modules/@headlessui/react/dist/hooks/use-id.js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D:/pasar_fix/node_modules/.bun/@headlessui+react@2.2.10+d0e719b86e9808b5/node_modules/@headlessui/react/dist/hooks/use-inert-others.d.ts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D:/pasar_fix/node_modules/.bun/@headlessui+react@2.2.10+d0e719b86e9808b5/node_modules/@headlessui/react/dist/hooks/use-inert-others.js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D:/pasar_fix/node_modules/.bun/@headlessui+react@2.2.10+d0e719b86e9808b5/node_modules/@headlessui/react/dist/hooks/use-is-initial-render.d.ts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D:/pasar_fix/node_modules/.bun/@headlessui+react@2.2.10+d0e719b86e9808b5/node_modules/@headlessui/react/dist/hooks/use-is-initial-render.js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D:/pasar_fix/node_modules/.bun/@headlessui+react@2.2.10+d0e719b86e9808b5/node_modules/@headlessui/react/dist/hooks/use-is-mounted.d.ts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D:/pasar_fix/node_modules/.bun/@headlessui+react@2.2.10+d0e719b86e9808b5/node_modules/@headlessui/react/dist/hooks/use-is-mounted.js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D:/pasar_fix/node_modules/.bun/@headlessui+react@2.2.10+d0e719b86e9808b5/node_modules/@headlessui/react/dist/hooks/use-is-top-layer.d.ts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D:/pasar_fix/node_modules/.bun/@headlessui+react@2.2.10+d0e719b86e9808b5/node_modules/@headlessui/react/dist/hooks/use-is-top-layer.js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D:/pasar_fix/node_modules/.bun/@headlessui+react@2.2.10+d0e719b86e9808b5/node_modules/@headlessui/react/dist/hooks/use-is-touch-device.d.ts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D:/pasar_fix/node_modules/.bun/@headlessui+react@2.2.10+d0e719b86e9808b5/node_modules/@headlessui/react/dist/hooks/use-is-touch-device.js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D:/pasar_fix/node_modules/.bun/@headlessui+react@2.2.10+d0e719b86e9808b5/node_modules/@headlessui/react/dist/hooks/use-iso-morphic-effect.d.ts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D:/pasar_fix/node_modules/.bun/@headlessui+react@2.2.10+d0e719b86e9808b5/node_modules/@headlessui/react/dist/hooks/use-iso-morphic-effect.js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D:/pasar_fix/node_modules/.bun/@headlessui+react@2.2.10+d0e719b86e9808b5/node_modules/@headlessui/react/dist/hooks/use-latest-value.d.ts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D:/pasar_fix/node_modules/.bun/@headlessui+react@2.2.10+d0e719b86e9808b5/node_modules/@headlessui/react/dist/hooks/use-latest-value.js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D:/pasar_fix/node_modules/.bun/@headlessui+react@2.2.10+d0e719b86e9808b5/node_modules/@headlessui/react/dist/hooks/use-on-disappear.d.ts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D:/pasar_fix/node_modules/.bun/@headlessui+react@2.2.10+d0e719b86e9808b5/node_modules/@headlessui/react/dist/hooks/use-on-disappear.js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D:/pasar_fix/node_modules/.bun/@headlessui+react@2.2.10+d0e719b86e9808b5/node_modules/@headlessui/react/dist/hooks/use-on-unmount.d.ts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D:/pasar_fix/node_modules/.bun/@headlessui+react@2.2.10+d0e719b86e9808b5/node_modules/@headlessui/react/dist/hooks/use-on-unmount.js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D:/pasar_fix/node_modules/.bun/@headlessui+react@2.2.10+d0e719b86e9808b5/node_modules/@headlessui/react/dist/hooks/use-outside-click.d.ts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D:/pasar_fix/node_modules/.bun/@headlessui+react@2.2.10+d0e719b86e9808b5/node_modules/@headlessui/react/dist/hooks/use-outside-click.js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D:/pasar_fix/node_modules/.bun/@headlessui+react@2.2.10+d0e719b86e9808b5/node_modules/@headlessui/react/dist/hooks/use-owner.d.ts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D:/pasar_fix/node_modules/.bun/@headlessui+react@2.2.10+d0e719b86e9808b5/node_modules/@headlessui/react/dist/hooks/use-owner.js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D:/pasar_fix/node_modules/.bun/@headlessui+react@2.2.10+d0e719b86e9808b5/node_modules/@headlessui/react/dist/hooks/use-quick-release.d.ts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D:/pasar_fix/node_modules/.bun/@headlessui+react@2.2.10+d0e719b86e9808b5/node_modules/@headlessui/react/dist/hooks/use-quick-release.js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D:/pasar_fix/node_modules/.bun/@headlessui+react@2.2.10+d0e719b86e9808b5/node_modules/@headlessui/react/dist/hooks/use-refocusable-input.d.ts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D:/pasar_fix/node_modules/.bun/@headlessui+react@2.2.10+d0e719b86e9808b5/node_modules/@headlessui/react/dist/hooks/use-refocusable-input.js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D:/pasar_fix/node_modules/.bun/@headlessui+react@2.2.10+d0e719b86e9808b5/node_modules/@headlessui/react/dist/hooks/use-resolve-button-type.d.ts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D:/pasar_fix/node_modules/.bun/@headlessui+react@2.2.10+d0e719b86e9808b5/node_modules/@headlessui/react/dist/hooks/use-resolve-button-type.js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D:/pasar_fix/node_modules/.bun/@headlessui+react@2.2.10+d0e719b86e9808b5/node_modules/@headlessui/react/dist/hooks/use-resolved-tag.d.ts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D:/pasar_fix/node_modules/.bun/@headlessui+react@2.2.10+d0e719b86e9808b5/node_modules/@headlessui/react/dist/hooks/use-resolved-tag.js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D:/pasar_fix/node_modules/.bun/@headlessui+react@2.2.10+d0e719b86e9808b5/node_modules/@headlessui/react/dist/hooks/use-root-containers.d.ts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D:/pasar_fix/node_modules/.bun/@headlessui+react@2.2.10+d0e719b86e9808b5/node_modules/@headlessui/react/dist/hooks/use-root-containers.js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D:/pasar_fix/node_modules/.bun/@headlessui+react@2.2.10+d0e719b86e9808b5/node_modules/@headlessui/react/dist/hooks/use-scroll-lock.d.ts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D:/pasar_fix/node_modules/.bun/@headlessui+react@2.2.10+d0e719b86e9808b5/node_modules/@headlessui/react/dist/hooks/use-scroll-lock.js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D:/pasar_fix/node_modules/.bun/@headlessui+react@2.2.10+d0e719b86e9808b5/node_modules/@headlessui/react/dist/hooks/use-server-handoff-complete.d.ts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D:/pasar_fix/node_modules/.bun/@headlessui+react@2.2.10+d0e719b86e9808b5/node_modules/@headlessui/react/dist/hooks/use-server-handoff-complete.js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D:/pasar_fix/node_modules/.bun/@headlessui+react@2.2.10+d0e719b86e9808b5/node_modules/@headlessui/react/dist/hooks/use-slot.d.ts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D:/pasar_fix/node_modules/.bun/@headlessui+react@2.2.10+d0e719b86e9808b5/node_modules/@headlessui/react/dist/hooks/use-slot.js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D:/pasar_fix/node_modules/.bun/@headlessui+react@2.2.10+d0e719b86e9808b5/node_modules/@headlessui/react/dist/hooks/use-store.d.ts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D:/pasar_fix/node_modules/.bun/@headlessui+react@2.2.10+d0e719b86e9808b5/node_modules/@headlessui/react/dist/hooks/use-store.js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D:/pasar_fix/node_modules/.bun/@headlessui+react@2.2.10+d0e719b86e9808b5/node_modules/@headlessui/react/dist/hooks/use-sync-refs.d.ts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D:/pasar_fix/node_modules/.bun/@headlessui+react@2.2.10+d0e719b86e9808b5/node_modules/@headlessui/react/dist/hooks/use-sync-refs.js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D:/pasar_fix/node_modules/.bun/@headlessui+react@2.2.10+d0e719b86e9808b5/node_modules/@headlessui/react/dist/hooks/use-tab-direction.d.ts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D:/pasar_fix/node_modules/.bun/@headlessui+react@2.2.10+d0e719b86e9808b5/node_modules/@headlessui/react/dist/hooks/use-tab-direction.js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D:/pasar_fix/node_modules/.bun/@headlessui+react@2.2.10+d0e719b86e9808b5/node_modules/@headlessui/react/dist/hooks/use-text-value.d.ts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D:/pasar_fix/node_modules/.bun/@headlessui+react@2.2.10+d0e719b86e9808b5/node_modules/@headlessui/react/dist/hooks/use-text-value.js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D:/pasar_fix/node_modules/.bun/@headlessui+react@2.2.10+d0e719b86e9808b5/node_modules/@headlessui/react/dist/hooks/use-tracked-pointer.d.ts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D:/pasar_fix/node_modules/.bun/@headlessui+react@2.2.10+d0e719b86e9808b5/node_modules/@headlessui/react/dist/hooks/use-tracked-pointer.js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D:/pasar_fix/node_modules/.bun/@headlessui+react@2.2.10+d0e719b86e9808b5/node_modules/@headlessui/react/dist/hooks/use-transition.d.ts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D:/pasar_fix/node_modules/.bun/@headlessui+react@2.2.10+d0e719b86e9808b5/node_modules/@headlessui/react/dist/hooks/use-transition.js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D:/pasar_fix/node_modules/.bun/@headlessui+react@2.2.10+d0e719b86e9808b5/node_modules/@headlessui/react/dist/hooks/use-tree-walker.d.ts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D:/pasar_fix/node_modules/.bun/@headlessui+react@2.2.10+d0e719b86e9808b5/node_modules/@headlessui/react/dist/hooks/use-tree-walker.js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D:/pasar_fix/node_modules/.bun/@headlessui+react@2.2.10+d0e719b86e9808b5/node_modules/@headlessui/react/dist/hooks/use-watch.d.ts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D:/pasar_fix/node_modules/.bun/@headlessui+react@2.2.10+d0e719b86e9808b5/node_modules/@headlessui/react/dist/hooks/use-watch.js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D:/pasar_fix/node_modules/.bun/@headlessui+react@2.2.10+d0e719b86e9808b5/node_modules/@headlessui/react/dist/hooks/use-window-event.d.ts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D:/pasar_fix/node_modules/.bun/@headlessui+react@2.2.10+d0e719b86e9808b5/node_modules/@headlessui/react/dist/hooks/use-window-event.js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D:/pasar_fix/node_modules/.bun/@headlessui+react@2.2.10+d0e719b86e9808b5/node_modules/@headlessui/react/dist/hooks/document-overflow/adjust-scrollbar-padding.d.ts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D:/pasar_fix/node_modules/.bun/@headlessui+react@2.2.10+d0e719b86e9808b5/node_modules/@headlessui/react/dist/hooks/document-overflow/adjust-scrollbar-padding.js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D:/pasar_fix/node_modules/.bun/@headlessui+react@2.2.10+d0e719b86e9808b5/node_modules/@headlessui/react/dist/hooks/document-overflow/handle-ios-locking.d.ts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D:/pasar_fix/node_modules/.bun/@headlessui+react@2.2.10+d0e719b86e9808b5/node_modules/@headlessui/react/dist/hooks/document-overflow/handle-ios-locking.js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D:/pasar_fix/node_modules/.bun/@headlessui+react@2.2.10+d0e719b86e9808b5/node_modules/@headlessui/react/dist/hooks/document-overflow/overflow-store.d.ts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D:/pasar_fix/node_modules/.bun/@headlessui+react@2.2.10+d0e719b86e9808b5/node_modules/@headlessui/react/dist/hooks/document-overflow/overflow-store.js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D:/pasar_fix/node_modules/.bun/@headlessui+react@2.2.10+d0e719b86e9808b5/node_modules/@headlessui/react/dist/hooks/document-overflow/prevent-scroll.d.ts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D:/pasar_fix/node_modules/.bun/@headlessui+react@2.2.10+d0e719b86e9808b5/node_modules/@headlessui/react/dist/hooks/document-overflow/prevent-scroll.js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D:/pasar_fix/node_modules/.bun/@headlessui+react@2.2.10+d0e719b86e9808b5/node_modules/@headlessui/react/dist/hooks/document-overflow/use-document-overflow.d.ts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D:/pasar_fix/node_modules/.bun/@headlessui+react@2.2.10+d0e719b86e9808b5/node_modules/@headlessui/react/dist/hooks/document-overflow/use-document-overflow.js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D:/pasar_fix/node_modules/.bun/@headlessui+react@2.2.10+d0e719b86e9808b5/node_modules/@headlessui/react/dist/hooks/__mocks__/use-id.d.ts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D:/pasar_fix/node_modules/.bun/@headlessui+react@2.2.10+d0e719b86e9808b5/node_modules/@headlessui/react/dist/internal/close-provider.d.ts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D:/pasar_fix/node_modules/.bun/@headlessui+react@2.2.10+d0e719b86e9808b5/node_modules/@headlessui/react/dist/internal/close-provider.js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D:/pasar_fix/node_modules/.bun/@headlessui+react@2.2.10+d0e719b86e9808b5/node_modules/@headlessui/react/dist/internal/disabled.d.ts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D:/pasar_fix/node_modules/.bun/@headlessui+react@2.2.10+d0e719b86e9808b5/node_modules/@headlessui/react/dist/internal/disabled.js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D:/pasar_fix/node_modules/.bun/@headlessui+react@2.2.10+d0e719b86e9808b5/node_modules/@headlessui/react/dist/internal/floating.d.ts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D:/pasar_fix/node_modules/.bun/@headlessui+react@2.2.10+d0e719b86e9808b5/node_modules/@headlessui/react/dist/internal/floating.js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D:/pasar_fix/node_modules/.bun/@headlessui+react@2.2.10+d0e719b86e9808b5/node_modules/@headlessui/react/dist/internal/focus-sentinel.d.ts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D:/pasar_fix/node_modules/.bun/@headlessui+react@2.2.10+d0e719b86e9808b5/node_modules/@headlessui/react/dist/internal/focus-sentinel.js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D:/pasar_fix/node_modules/.bun/@headlessui+react@2.2.10+d0e719b86e9808b5/node_modules/@headlessui/react/dist/internal/form-fields.d.ts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D:/pasar_fix/node_modules/.bun/@headlessui+react@2.2.10+d0e719b86e9808b5/node_modules/@headlessui/react/dist/internal/form-fields.js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D:/pasar_fix/node_modules/.bun/@headlessui+react@2.2.10+d0e719b86e9808b5/node_modules/@headlessui/react/dist/internal/frozen.d.ts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D:/pasar_fix/node_modules/.bun/@headlessui+react@2.2.10+d0e719b86e9808b5/node_modules/@headlessui/react/dist/internal/frozen.js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D:/pasar_fix/node_modules/.bun/@headlessui+react@2.2.10+d0e719b86e9808b5/node_modules/@headlessui/react/dist/internal/hidden.d.ts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D:/pasar_fix/node_modules/.bun/@headlessui+react@2.2.10+d0e719b86e9808b5/node_modules/@headlessui/react/dist/internal/hidden.js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D:/pasar_fix/node_modules/.bun/@headlessui+react@2.2.10+d0e719b86e9808b5/node_modules/@headlessui/react/dist/internal/id.d.ts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D:/pasar_fix/node_modules/.bun/@headlessui+react@2.2.10+d0e719b86e9808b5/node_modules/@headlessui/react/dist/internal/id.js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D:/pasar_fix/node_modules/.bun/@headlessui+react@2.2.10+d0e719b86e9808b5/node_modules/@headlessui/react/dist/internal/open-closed.d.ts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D:/pasar_fix/node_modules/.bun/@headlessui+react@2.2.10+d0e719b86e9808b5/node_modules/@headlessui/react/dist/internal/open-closed.js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D:/pasar_fix/node_modules/.bun/@headlessui+react@2.2.10+d0e719b86e9808b5/node_modules/@headlessui/react/dist/internal/portal-force-root.d.ts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D:/pasar_fix/node_modules/.bun/@headlessui+react@2.2.10+d0e719b86e9808b5/node_modules/@headlessui/react/dist/internal/portal-force-root.js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D:/pasar_fix/node_modules/.bun/@headlessui+react@2.2.10+d0e719b86e9808b5/node_modules/@headlessui/react/dist/machines/stack-machine.d.ts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D:/pasar_fix/node_modules/.bun/@headlessui+react@2.2.10+d0e719b86e9808b5/node_modules/@headlessui/react/dist/machines/stack-machine.js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D:/pasar_fix/node_modules/.bun/@headlessui+react@2.2.10+d0e719b86e9808b5/node_modules/@headlessui/react/dist/utils/active-element-history.d.ts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D:/pasar_fix/node_modules/.bun/@headlessui+react@2.2.10+d0e719b86e9808b5/node_modules/@headlessui/react/dist/utils/active-element-history.js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D:/pasar_fix/node_modules/.bun/@headlessui+react@2.2.10+d0e719b86e9808b5/node_modules/@headlessui/react/dist/utils/bugs.d.ts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D:/pasar_fix/node_modules/.bun/@headlessui+react@2.2.10+d0e719b86e9808b5/node_modules/@headlessui/react/dist/utils/bugs.js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D:/pasar_fix/node_modules/.bun/@headlessui+react@2.2.10+d0e719b86e9808b5/node_modules/@headlessui/react/dist/utils/calculate-active-index.d.ts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D:/pasar_fix/node_modules/.bun/@headlessui+react@2.2.10+d0e719b86e9808b5/node_modules/@headlessui/react/dist/utils/calculate-active-index.js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D:/pasar_fix/node_modules/.bun/@headlessui+react@2.2.10+d0e719b86e9808b5/node_modules/@headlessui/react/dist/utils/class-names.d.ts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D:/pasar_fix/node_modules/.bun/@headlessui+react@2.2.10+d0e719b86e9808b5/node_modules/@headlessui/react/dist/utils/class-names.js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D:/pasar_fix/node_modules/.bun/@headlessui+react@2.2.10+d0e719b86e9808b5/node_modules/@headlessui/react/dist/utils/default-map.d.ts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D:/pasar_fix/node_modules/.bun/@headlessui+react@2.2.10+d0e719b86e9808b5/node_modules/@headlessui/react/dist/utils/default-map.js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D:/pasar_fix/node_modules/.bun/@headlessui+react@2.2.10+d0e719b86e9808b5/node_modules/@headlessui/react/dist/utils/disposables.d.ts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D:/pasar_fix/node_modules/.bun/@headlessui+react@2.2.10+d0e719b86e9808b5/node_modules/@headlessui/react/dist/utils/disposables.js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D:/pasar_fix/node_modules/.bun/@headlessui+react@2.2.10+d0e719b86e9808b5/node_modules/@headlessui/react/dist/utils/document-ready.d.ts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D:/pasar_fix/node_modules/.bun/@headlessui+react@2.2.10+d0e719b86e9808b5/node_modules/@headlessui/react/dist/utils/document-ready.js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D:/pasar_fix/node_modules/.bun/@headlessui+react@2.2.10+d0e719b86e9808b5/node_modules/@headlessui/react/dist/utils/dom.d.ts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D:/pasar_fix/node_modules/.bun/@headlessui+react@2.2.10+d0e719b86e9808b5/node_modules/@headlessui/react/dist/utils/dom.js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D:/pasar_fix/node_modules/.bun/@headlessui+react@2.2.10+d0e719b86e9808b5/node_modules/@headlessui/react/dist/utils/element-movement.d.ts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D:/pasar_fix/node_modules/.bun/@headlessui+react@2.2.10+d0e719b86e9808b5/node_modules/@headlessui/react/dist/utils/element-movement.js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D:/pasar_fix/node_modules/.bun/@headlessui+react@2.2.10+d0e719b86e9808b5/node_modules/@headlessui/react/dist/utils/env.d.ts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D:/pasar_fix/node_modules/.bun/@headlessui+react@2.2.10+d0e719b86e9808b5/node_modules/@headlessui/react/dist/utils/env.js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D:/pasar_fix/node_modules/.bun/@headlessui+react@2.2.10+d0e719b86e9808b5/node_modules/@headlessui/react/dist/utils/focus-management.d.ts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D:/pasar_fix/node_modules/.bun/@headlessui+react@2.2.10+d0e719b86e9808b5/node_modules/@headlessui/react/dist/utils/focus-management.js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D:/pasar_fix/node_modules/.bun/@headlessui+react@2.2.10+d0e719b86e9808b5/node_modules/@headlessui/react/dist/utils/form.d.ts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D:/pasar_fix/node_modules/.bun/@headlessui+react@2.2.10+d0e719b86e9808b5/node_modules/@headlessui/react/dist/utils/form.js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D:/pasar_fix/node_modules/.bun/@headlessui+react@2.2.10+d0e719b86e9808b5/node_modules/@headlessui/react/dist/utils/get-text-value.d.ts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D:/pasar_fix/node_modules/.bun/@headlessui+react@2.2.10+d0e719b86e9808b5/node_modules/@headlessui/react/dist/utils/get-text-value.js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D:/pasar_fix/node_modules/.bun/@headlessui+react@2.2.10+d0e719b86e9808b5/node_modules/@headlessui/react/dist/utils/match.d.ts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D:/pasar_fix/node_modules/.bun/@headlessui+react@2.2.10+d0e719b86e9808b5/node_modules/@headlessui/react/dist/utils/match.js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D:/pasar_fix/node_modules/.bun/@headlessui+react@2.2.10+d0e719b86e9808b5/node_modules/@headlessui/react/dist/utils/micro-task.d.ts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D:/pasar_fix/node_modules/.bun/@headlessui+react@2.2.10+d0e719b86e9808b5/node_modules/@headlessui/react/dist/utils/micro-task.js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D:/pasar_fix/node_modules/.bun/@headlessui+react@2.2.10+d0e719b86e9808b5/node_modules/@headlessui/react/dist/utils/once.d.ts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D:/pasar_fix/node_modules/.bun/@headlessui+react@2.2.10+d0e719b86e9808b5/node_modules/@headlessui/react/dist/utils/once.js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D:/pasar_fix/node_modules/.bun/@headlessui+react@2.2.10+d0e719b86e9808b5/node_modules/@headlessui/react/dist/utils/owner.d.ts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D:/pasar_fix/node_modules/.bun/@headlessui+react@2.2.10+d0e719b86e9808b5/node_modules/@headlessui/react/dist/utils/owner.js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D:/pasar_fix/node_modules/.bun/@headlessui+react@2.2.10+d0e719b86e9808b5/node_modules/@headlessui/react/dist/utils/platform.d.ts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D:/pasar_fix/node_modules/.bun/@headlessui+react@2.2.10+d0e719b86e9808b5/node_modules/@headlessui/react/dist/utils/platform.js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D:/pasar_fix/node_modules/.bun/@headlessui+react@2.2.10+d0e719b86e9808b5/node_modules/@headlessui/react/dist/utils/render.d.ts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D:/pasar_fix/node_modules/.bun/@headlessui+react@2.2.10+d0e719b86e9808b5/node_modules/@headlessui/react/dist/utils/render.js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D:/pasar_fix/node_modules/.bun/@headlessui+react@2.2.10+d0e719b86e9808b5/node_modules/@headlessui/react/dist/utils/stable-collection.d.ts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D:/pasar_fix/node_modules/.bun/@headlessui+react@2.2.10+d0e719b86e9808b5/node_modules/@headlessui/react/dist/utils/stable-collection.js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D:/pasar_fix/node_modules/.bun/@headlessui+react@2.2.10+d0e719b86e9808b5/node_modules/@headlessui/react/dist/utils/start-transition.d.ts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D:/pasar_fix/node_modules/.bun/@headlessui+react@2.2.10+d0e719b86e9808b5/node_modules/@headlessui/react/dist/utils/start-transition.js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D:/pasar_fix/node_modules/.bun/@headlessui+react@2.2.10+d0e719b86e9808b5/node_modules/@headlessui/react/dist/utils/store.d.ts</a:t>
            </a:r>
          </a:p>
          <a:p>
            <a:pPr>
              <a:defRPr sz="1200"/>
            </a:pPr>
            <a:r>
              <a:t>D:/pasar_fix/node_modules/.bun/@headlessui+react@2.2.10+d0e719b86e9808b5/node_modules/@headlessui/react/dist/utils/store.js</a:t>
            </a:r>
          </a:p>
          <a:p>
            <a:pPr>
              <a:defRPr sz="1200"/>
            </a:pPr>
            <a:r>
              <a:t>D:/pasar_fix/node_modules/.bun/@headlessui+tailwindcss@0.2.2+3ae0b44e0619a357/node_modules/@headlessui/tailwindcss/LICENSE</a:t>
            </a:r>
          </a:p>
          <a:p>
            <a:pPr>
              <a:defRPr sz="1200"/>
            </a:pPr>
            <a:r>
              <a:t>D:/pasar_fix/node_modules/.bun/@headlessui+tailwindcss@0.2.2+3ae0b44e0619a357/node_modules/@headlessui/tailwindcss/package.json</a:t>
            </a:r>
          </a:p>
          <a:p>
            <a:pPr>
              <a:defRPr sz="1200"/>
            </a:pPr>
            <a:r>
              <a:t>D:/pasar_fix/node_modules/.bun/@headlessui+tailwindcss@0.2.2+3ae0b44e0619a357/node_modules/@headlessui/tailwindcss/README.md</a:t>
            </a:r>
          </a:p>
          <a:p>
            <a:pPr>
              <a:defRPr sz="1200"/>
            </a:pPr>
            <a:r>
              <a:t>D:/pasar_fix/node_modules/.bun/@headlessui+tailwindcss@0.2.2+3ae0b44e0619a357/node_modules/@headlessui/tailwindcss/dist/headlessui.dev.cjs</a:t>
            </a:r>
          </a:p>
          <a:p>
            <a:pPr>
              <a:defRPr sz="1200"/>
            </a:pPr>
            <a:r>
              <a:t>D:/pasar_fix/node_modules/.bun/@headlessui+tailwindcss@0.2.2+3ae0b44e0619a357/node_modules/@headlessui/tailwindcss/dist/headlessui.esm.js</a:t>
            </a:r>
          </a:p>
          <a:p>
            <a:pPr>
              <a:defRPr sz="1200"/>
            </a:pPr>
            <a:r>
              <a:t>D:/pasar_fix/node_modules/.bun/@headlessui+tailwindcss@0.2.2+3ae0b44e0619a357/node_modules/@headlessui/tailwindcss/dist/headlessui.prod.cjs</a:t>
            </a:r>
          </a:p>
          <a:p>
            <a:pPr>
              <a:defRPr sz="1200"/>
            </a:pPr>
            <a:r>
              <a:t>D:/pasar_fix/node_modules/.bun/@headlessui+tailwindcss@0.2.2+3ae0b44e0619a357/node_modules/@headlessui/tailwindcss/dist/index.cjs</a:t>
            </a:r>
          </a:p>
          <a:p>
            <a:pPr>
              <a:defRPr sz="1200"/>
            </a:pPr>
            <a:r>
              <a:t>D:/pasar_fix/node_modules/.bun/@headlessui+tailwindcss@0.2.2+3ae0b44e0619a357/node_modules/@headlessui/tailwindcss/dist/index.d.cts</a:t>
            </a:r>
          </a:p>
          <a:p>
            <a:pPr>
              <a:defRPr sz="1200"/>
            </a:pPr>
            <a:r>
              <a:t>D:/pasar_fix/node_modules/.bun/@headlessui+tailwindcss@0.2.2+3ae0b44e0619a357/node_modules/@headlessui/tailwindcss/dist/index.d.ts</a:t>
            </a:r>
          </a:p>
          <a:p>
            <a:pPr>
              <a:defRPr sz="1200"/>
            </a:pPr>
            <a:r>
              <a:t>D:/pasar_fix/node_modules/.bun/@headlessui+tailwindcss@0.2.2+3ae0b44e0619a357/node_modules/@headlessui/tailwindcss/dist/index.js</a:t>
            </a:r>
          </a:p>
          <a:p>
            <a:pPr>
              <a:defRPr sz="1200"/>
            </a:pPr>
            <a:r>
              <a:t>D:/pasar_fix/node_modules/.bun/@hexagon+base64@1.1.28/node_modules/@hexagon/base64/LICENSE</a:t>
            </a:r>
          </a:p>
          <a:p>
            <a:pPr>
              <a:defRPr sz="1200"/>
            </a:pPr>
            <a:r>
              <a:t>D:/pasar_fix/node_modules/.bun/@hexagon+base64@1.1.28/node_modules/@hexagon/base64/package.json</a:t>
            </a:r>
          </a:p>
          <a:p>
            <a:pPr>
              <a:defRPr sz="1200"/>
            </a:pPr>
            <a:r>
              <a:t>D:/pasar_fix/node_modules/.bun/@hexagon+base64@1.1.28/node_modules/@hexagon/base64/README.md</a:t>
            </a:r>
          </a:p>
          <a:p>
            <a:pPr>
              <a:defRPr sz="1200"/>
            </a:pPr>
            <a:r>
              <a:t>D:/pasar_fix/node_modules/.bun/@hexagon+base64@1.1.28/node_modules/@hexagon/base64/SECURITY.md</a:t>
            </a:r>
          </a:p>
          <a:p>
            <a:pPr>
              <a:defRPr sz="1200"/>
            </a:pPr>
            <a:r>
              <a:t>D:/pasar_fix/node_modules/.bun/@hexagon+base64@1.1.28/node_modules/@hexagon/base64/dist/base64.cjs</a:t>
            </a:r>
          </a:p>
          <a:p>
            <a:pPr>
              <a:defRPr sz="1200"/>
            </a:pPr>
            <a:r>
              <a:t>D:/pasar_fix/node_modules/.bun/@hexagon+base64@1.1.28/node_modules/@hexagon/base64/dist/base64.min.js</a:t>
            </a:r>
          </a:p>
          <a:p>
            <a:pPr>
              <a:defRPr sz="1200"/>
            </a:pPr>
            <a:r>
              <a:t>D:/pasar_fix/node_modules/.bun/@hexagon+base64@1.1.28/node_modules/@hexagon/base64/dist/base64.min.js.map</a:t>
            </a:r>
          </a:p>
          <a:p>
            <a:pPr>
              <a:defRPr sz="1200"/>
            </a:pPr>
            <a:r>
              <a:t>D:/pasar_fix/node_modules/.bun/@hexagon+base64@1.1.28/node_modules/@hexagon/base64/dist/base64.min.mjs</a:t>
            </a:r>
          </a:p>
          <a:p>
            <a:pPr>
              <a:defRPr sz="1200"/>
            </a:pPr>
            <a:r>
              <a:t>D:/pasar_fix/node_modules/.bun/@hexagon+base64@1.1.28/node_modules/@hexagon/base64/dist/base64.min.mjs.map</a:t>
            </a:r>
          </a:p>
          <a:p>
            <a:pPr>
              <a:defRPr sz="1200"/>
            </a:pPr>
            <a:r>
              <a:t>D:/pasar_fix/node_modules/.bun/@hexagon+base64@1.1.28/node_modules/@hexagon/base64/src/base64.js</a:t>
            </a:r>
          </a:p>
          <a:p>
            <a:pPr>
              <a:defRPr sz="1200"/>
            </a:pPr>
            <a:r>
              <a:t>D:/pasar_fix/node_modules/.bun/@hexagon+base64@1.1.28/node_modules/@hexagon/base64/src/base64.single.js</a:t>
            </a:r>
          </a:p>
          <a:p>
            <a:pPr>
              <a:defRPr sz="1200"/>
            </a:pPr>
            <a:r>
              <a:t>D:/pasar_fix/node_modules/.bun/@hexagon+base64@1.1.28/node_modules/@hexagon/base64/types/base64.d.ts</a:t>
            </a:r>
          </a:p>
          <a:p>
            <a:pPr>
              <a:defRPr sz="1200"/>
            </a:pPr>
            <a:r>
              <a:t>D:/pasar_fix/node_modules/.bun/@hexagon+base64@1.1.28/node_modules/@hexagon/base64/types/base64.single.d.ts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D:/pasar_fix/node_modules/.bun/@hookform+resolvers@5.4.0+e39308d034e7b856/node_modules/@hookform/resolvers/LICENSE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D:/pasar_fix/node_modules/.bun/@hookform+resolvers@5.4.0+e39308d034e7b856/node_modules/@hookform/resolvers/package.json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D:/pasar_fix/node_modules/.bun/@hookform+resolvers@5.4.0+e39308d034e7b856/node_modules/@hookform/resolvers/README.md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D:/pasar_fix/node_modules/.bun/@hookform+resolvers@5.4.0+e39308d034e7b856/node_modules/@hookform/resolvers/ajv/package.json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D:/pasar_fix/node_modules/.bun/@hookform+resolvers@5.4.0+e39308d034e7b856/node_modules/@hookform/resolvers/ajv/dist/ajv.d.ts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D:/pasar_fix/node_modules/.bun/@hookform+resolvers@5.4.0+e39308d034e7b856/node_modules/@hookform/resolvers/ajv/dist/ajv.js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D:/pasar_fix/node_modules/.bun/@hookform+resolvers@5.4.0+e39308d034e7b856/node_modules/@hookform/resolvers/ajv/dist/ajv.js.map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D:/pasar_fix/node_modules/.bun/@hookform+resolvers@5.4.0+e39308d034e7b856/node_modules/@hookform/resolvers/ajv/dist/ajv.mjs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D:/pasar_fix/node_modules/.bun/@hookform+resolvers@5.4.0+e39308d034e7b856/node_modules/@hookform/resolvers/ajv/dist/ajv.modern.mjs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D:/pasar_fix/node_modules/.bun/@hookform+resolvers@5.4.0+e39308d034e7b856/node_modules/@hookform/resolvers/ajv/dist/ajv.modern.mjs.map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D:/pasar_fix/node_modules/.bun/@hookform+resolvers@5.4.0+e39308d034e7b856/node_modules/@hookform/resolvers/ajv/dist/ajv.module.js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D:/pasar_fix/node_modules/.bun/@hookform+resolvers@5.4.0+e39308d034e7b856/node_modules/@hookform/resolvers/ajv/dist/ajv.module.js.map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D:/pasar_fix/node_modules/.bun/@hookform+resolvers@5.4.0+e39308d034e7b856/node_modules/@hookform/resolvers/ajv/dist/ajv.umd.js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D:/pasar_fix/node_modules/.bun/@hookform+resolvers@5.4.0+e39308d034e7b856/node_modules/@hookform/resolvers/ajv/dist/ajv.umd.js.map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D:/pasar_fix/node_modules/.bun/@hookform+resolvers@5.4.0+e39308d034e7b856/node_modules/@hookform/resolvers/ajv/dist/index.d.ts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D:/pasar_fix/node_modules/.bun/@hookform+resolvers@5.4.0+e39308d034e7b856/node_modules/@hookform/resolvers/ajv/dist/types.d.ts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D:/pasar_fix/node_modules/.bun/@hookform+resolvers@5.4.0+e39308d034e7b856/node_modules/@hookform/resolvers/ajv/src/ajv.ts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D:/pasar_fix/node_modules/.bun/@hookform+resolvers@5.4.0+e39308d034e7b856/node_modules/@hookform/resolvers/ajv/src/index.ts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D:/pasar_fix/node_modules/.bun/@hookform+resolvers@5.4.0+e39308d034e7b856/node_modules/@hookform/resolvers/ajv/src/types.ts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D:/pasar_fix/node_modules/.bun/@hookform+resolvers@5.4.0+e39308d034e7b856/node_modules/@hookform/resolvers/ajv/src/__tests__/ajv-errors.ts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D:/pasar_fix/node_modules/.bun/@hookform+resolvers@5.4.0+e39308d034e7b856/node_modules/@hookform/resolvers/ajv/src/__tests__/ajv.ts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D:/pasar_fix/node_modules/.bun/@hookform+resolvers@5.4.0+e39308d034e7b856/node_modules/@hookform/resolvers/ajv/src/__tests__/Form-native-validation.tsx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D:/pasar_fix/node_modules/.bun/@hookform+resolvers@5.4.0+e39308d034e7b856/node_modules/@hookform/resolvers/ajv/src/__tests__/Form.tsx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D:/pasar_fix/node_modules/.bun/@hookform+resolvers@5.4.0+e39308d034e7b856/node_modules/@hookform/resolvers/ajv/src/__tests__/__fixtures__/data-errors.ts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D:/pasar_fix/node_modules/.bun/@hookform+resolvers@5.4.0+e39308d034e7b856/node_modules/@hookform/resolvers/ajv/src/__tests__/__fixtures__/data.ts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D:/pasar_fix/node_modules/.bun/@hookform+resolvers@5.4.0+e39308d034e7b856/node_modules/@hookform/resolvers/ajv/src/__tests__/__snapshots__/ajv-errors.ts.snap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D:/pasar_fix/node_modules/.bun/@hookform+resolvers@5.4.0+e39308d034e7b856/node_modules/@hookform/resolvers/ajv/src/__tests__/__snapshots__/ajv.ts.snap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D:/pasar_fix/node_modules/.bun/@hookform+resolvers@5.4.0+e39308d034e7b856/node_modules/@hookform/resolvers/arktype/package.json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D:/pasar_fix/node_modules/.bun/@hookform+resolvers@5.4.0+e39308d034e7b856/node_modules/@hookform/resolvers/arktype/dist/arktype.d.ts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D:/pasar_fix/node_modules/.bun/@hookform+resolvers@5.4.0+e39308d034e7b856/node_modules/@hookform/resolvers/arktype/dist/arktype.js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D:/pasar_fix/node_modules/.bun/@hookform+resolvers@5.4.0+e39308d034e7b856/node_modules/@hookform/resolvers/arktype/dist/arktype.js.map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D:/pasar_fix/node_modules/.bun/@hookform+resolvers@5.4.0+e39308d034e7b856/node_modules/@hookform/resolvers/arktype/dist/arktype.mjs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D:/pasar_fix/node_modules/.bun/@hookform+resolvers@5.4.0+e39308d034e7b856/node_modules/@hookform/resolvers/arktype/dist/arktype.modern.mjs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D:/pasar_fix/node_modules/.bun/@hookform+resolvers@5.4.0+e39308d034e7b856/node_modules/@hookform/resolvers/arktype/dist/arktype.modern.mjs.map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D:/pasar_fix/node_modules/.bun/@hookform+resolvers@5.4.0+e39308d034e7b856/node_modules/@hookform/resolvers/arktype/dist/arktype.module.js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D:/pasar_fix/node_modules/.bun/@hookform+resolvers@5.4.0+e39308d034e7b856/node_modules/@hookform/resolvers/arktype/dist/arktype.module.js.map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D:/pasar_fix/node_modules/.bun/@hookform+resolvers@5.4.0+e39308d034e7b856/node_modules/@hookform/resolvers/arktype/dist/arktype.umd.js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D:/pasar_fix/node_modules/.bun/@hookform+resolvers@5.4.0+e39308d034e7b856/node_modules/@hookform/resolvers/arktype/dist/arktype.umd.js.map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D:/pasar_fix/node_modules/.bun/@hookform+resolvers@5.4.0+e39308d034e7b856/node_modules/@hookform/resolvers/arktype/dist/index.d.ts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D:/pasar_fix/node_modules/.bun/@hookform+resolvers@5.4.0+e39308d034e7b856/node_modules/@hookform/resolvers/arktype/src/arktype.ts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D:/pasar_fix/node_modules/.bun/@hookform+resolvers@5.4.0+e39308d034e7b856/node_modules/@hookform/resolvers/arktype/src/index.ts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D:/pasar_fix/node_modules/.bun/@hookform+resolvers@5.4.0+e39308d034e7b856/node_modules/@hookform/resolvers/arktype/src/__tests__/arktype.ts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D:/pasar_fix/node_modules/.bun/@hookform+resolvers@5.4.0+e39308d034e7b856/node_modules/@hookform/resolvers/arktype/src/__tests__/Form-native-validation.tsx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D:/pasar_fix/node_modules/.bun/@hookform+resolvers@5.4.0+e39308d034e7b856/node_modules/@hookform/resolvers/arktype/src/__tests__/Form.tsx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D:/pasar_fix/node_modules/.bun/@hookform+resolvers@5.4.0+e39308d034e7b856/node_modules/@hookform/resolvers/arktype/src/__tests__/__fixtures__/data.ts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D:/pasar_fix/node_modules/.bun/@hookform+resolvers@5.4.0+e39308d034e7b856/node_modules/@hookform/resolvers/arktype/src/__tests__/__snapshots__/arktype.ts.snap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D:/pasar_fix/node_modules/.bun/@hookform+resolvers@5.4.0+e39308d034e7b856/node_modules/@hookform/resolvers/ata-validator/package.json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D:/pasar_fix/node_modules/.bun/@hookform+resolvers@5.4.0+e39308d034e7b856/node_modules/@hookform/resolvers/ata-validator/dist/ata-validator.d.ts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D:/pasar_fix/node_modules/.bun/@hookform+resolvers@5.4.0+e39308d034e7b856/node_modules/@hookform/resolvers/ata-validator/dist/ata-validator.js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D:/pasar_fix/node_modules/.bun/@hookform+resolvers@5.4.0+e39308d034e7b856/node_modules/@hookform/resolvers/ata-validator/dist/ata-validator.js.map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D:/pasar_fix/node_modules/.bun/@hookform+resolvers@5.4.0+e39308d034e7b856/node_modules/@hookform/resolvers/ata-validator/dist/ata-validator.mjs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D:/pasar_fix/node_modules/.bun/@hookform+resolvers@5.4.0+e39308d034e7b856/node_modules/@hookform/resolvers/ata-validator/dist/ata-validator.modern.mjs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D:/pasar_fix/node_modules/.bun/@hookform+resolvers@5.4.0+e39308d034e7b856/node_modules/@hookform/resolvers/ata-validator/dist/ata-validator.modern.mjs.map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D:/pasar_fix/node_modules/.bun/@hookform+resolvers@5.4.0+e39308d034e7b856/node_modules/@hookform/resolvers/ata-validator/dist/ata-validator.module.js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D:/pasar_fix/node_modules/.bun/@hookform+resolvers@5.4.0+e39308d034e7b856/node_modules/@hookform/resolvers/ata-validator/dist/ata-validator.module.js.map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D:/pasar_fix/node_modules/.bun/@hookform+resolvers@5.4.0+e39308d034e7b856/node_modules/@hookform/resolvers/ata-validator/dist/ata-validator.umd.js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D:/pasar_fix/node_modules/.bun/@hookform+resolvers@5.4.0+e39308d034e7b856/node_modules/@hookform/resolvers/ata-validator/dist/ata-validator.umd.js.map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D:/pasar_fix/node_modules/.bun/@hookform+resolvers@5.4.0+e39308d034e7b856/node_modules/@hookform/resolvers/ata-validator/dist/index.d.ts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D:/pasar_fix/node_modules/.bun/@hookform+resolvers@5.4.0+e39308d034e7b856/node_modules/@hookform/resolvers/ata-validator/dist/types.d.ts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D:/pasar_fix/node_modules/.bun/@hookform+resolvers@5.4.0+e39308d034e7b856/node_modules/@hookform/resolvers/ata-validator/src/ata-validator.ts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D:/pasar_fix/node_modules/.bun/@hookform+resolvers@5.4.0+e39308d034e7b856/node_modules/@hookform/resolvers/ata-validator/src/index.ts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D:/pasar_fix/node_modules/.bun/@hookform+resolvers@5.4.0+e39308d034e7b856/node_modules/@hookform/resolvers/ata-validator/src/types.ts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D:/pasar_fix/node_modules/.bun/@hookform+resolvers@5.4.0+e39308d034e7b856/node_modules/@hookform/resolvers/ata-validator/src/__tests__/ata-validator.ts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D:/pasar_fix/node_modules/.bun/@hookform+resolvers@5.4.0+e39308d034e7b856/node_modules/@hookform/resolvers/ata-validator/src/__tests__/Form-native-validation.tsx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D:/pasar_fix/node_modules/.bun/@hookform+resolvers@5.4.0+e39308d034e7b856/node_modules/@hookform/resolvers/ata-validator/src/__tests__/Form.tsx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D:/pasar_fix/node_modules/.bun/@hookform+resolvers@5.4.0+e39308d034e7b856/node_modules/@hookform/resolvers/ata-validator/src/__tests__/__fixtures__/data.ts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D:/pasar_fix/node_modules/.bun/@hookform+resolvers@5.4.0+e39308d034e7b856/node_modules/@hookform/resolvers/ata-validator/src/__tests__/__snapshots__/ata-validator.ts.snap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D:/pasar_fix/node_modules/.bun/@hookform+resolvers@5.4.0+e39308d034e7b856/node_modules/@hookform/resolvers/class-validator/package.json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D:/pasar_fix/node_modules/.bun/@hookform+resolvers@5.4.0+e39308d034e7b856/node_modules/@hookform/resolvers/class-validator/dist/class-validator.d.ts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D:/pasar_fix/node_modules/.bun/@hookform+resolvers@5.4.0+e39308d034e7b856/node_modules/@hookform/resolvers/class-validator/dist/class-validator.js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D:/pasar_fix/node_modules/.bun/@hookform+resolvers@5.4.0+e39308d034e7b856/node_modules/@hookform/resolvers/class-validator/dist/class-validator.js.map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D:/pasar_fix/node_modules/.bun/@hookform+resolvers@5.4.0+e39308d034e7b856/node_modules/@hookform/resolvers/class-validator/dist/class-validator.mjs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D:/pasar_fix/node_modules/.bun/@hookform+resolvers@5.4.0+e39308d034e7b856/node_modules/@hookform/resolvers/class-validator/dist/class-validator.modern.mjs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D:/pasar_fix/node_modules/.bun/@hookform+resolvers@5.4.0+e39308d034e7b856/node_modules/@hookform/resolvers/class-validator/dist/class-validator.modern.mjs.map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D:/pasar_fix/node_modules/.bun/@hookform+resolvers@5.4.0+e39308d034e7b856/node_modules/@hookform/resolvers/class-validator/dist/class-validator.module.js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D:/pasar_fix/node_modules/.bun/@hookform+resolvers@5.4.0+e39308d034e7b856/node_modules/@hookform/resolvers/class-validator/dist/class-validator.module.js.map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D:/pasar_fix/node_modules/.bun/@hookform+resolvers@5.4.0+e39308d034e7b856/node_modules/@hookform/resolvers/class-validator/dist/class-validator.umd.js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D:/pasar_fix/node_modules/.bun/@hookform+resolvers@5.4.0+e39308d034e7b856/node_modules/@hookform/resolvers/class-validator/dist/class-validator.umd.js.map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D:/pasar_fix/node_modules/.bun/@hookform+resolvers@5.4.0+e39308d034e7b856/node_modules/@hookform/resolvers/class-validator/dist/index.d.ts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D:/pasar_fix/node_modules/.bun/@hookform+resolvers@5.4.0+e39308d034e7b856/node_modules/@hookform/resolvers/class-validator/src/class-validator.ts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D:/pasar_fix/node_modules/.bun/@hookform+resolvers@5.4.0+e39308d034e7b856/node_modules/@hookform/resolvers/class-validator/src/index.ts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D:/pasar_fix/node_modules/.bun/@hookform+resolvers@5.4.0+e39308d034e7b856/node_modules/@hookform/resolvers/class-validator/src/__tests__/class-validator.ts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D:/pasar_fix/node_modules/.bun/@hookform+resolvers@5.4.0+e39308d034e7b856/node_modules/@hookform/resolvers/class-validator/src/__tests__/Form-native-validation.tsx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D:/pasar_fix/node_modules/.bun/@hookform+resolvers@5.4.0+e39308d034e7b856/node_modules/@hookform/resolvers/class-validator/src/__tests__/Form.tsx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D:/pasar_fix/node_modules/.bun/@hookform+resolvers@5.4.0+e39308d034e7b856/node_modules/@hookform/resolvers/class-validator/src/__tests__/__fixtures__/data.ts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D:/pasar_fix/node_modules/.bun/@hookform+resolvers@5.4.0+e39308d034e7b856/node_modules/@hookform/resolvers/class-validator/src/__tests__/__snapshots__/class-validator.ts.snap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D:/pasar_fix/node_modules/.bun/@hookform+resolvers@5.4.0+e39308d034e7b856/node_modules/@hookform/resolvers/computed-types/package.json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D:/pasar_fix/node_modules/.bun/@hookform+resolvers@5.4.0+e39308d034e7b856/node_modules/@hookform/resolvers/computed-types/dist/computed-types.d.ts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D:/pasar_fix/node_modules/.bun/@hookform+resolvers@5.4.0+e39308d034e7b856/node_modules/@hookform/resolvers/computed-types/dist/computed-types.js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D:/pasar_fix/node_modules/.bun/@hookform+resolvers@5.4.0+e39308d034e7b856/node_modules/@hookform/resolvers/computed-types/dist/computed-types.js.map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D:/pasar_fix/node_modules/.bun/@hookform+resolvers@5.4.0+e39308d034e7b856/node_modules/@hookform/resolvers/computed-types/dist/computed-types.mjs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D:/pasar_fix/node_modules/.bun/@hookform+resolvers@5.4.0+e39308d034e7b856/node_modules/@hookform/resolvers/computed-types/dist/computed-types.modern.mjs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D:/pasar_fix/node_modules/.bun/@hookform+resolvers@5.4.0+e39308d034e7b856/node_modules/@hookform/resolvers/computed-types/dist/computed-types.modern.mjs.map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D:/pasar_fix/node_modules/.bun/@hookform+resolvers@5.4.0+e39308d034e7b856/node_modules/@hookform/resolvers/computed-types/dist/computed-types.module.js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D:/pasar_fix/node_modules/.bun/@hookform+resolvers@5.4.0+e39308d034e7b856/node_modules/@hookform/resolvers/computed-types/dist/computed-types.module.js.map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D:/pasar_fix/node_modules/.bun/@hookform+resolvers@5.4.0+e39308d034e7b856/node_modules/@hookform/resolvers/computed-types/dist/computed-types.umd.js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D:/pasar_fix/node_modules/.bun/@hookform+resolvers@5.4.0+e39308d034e7b856/node_modules/@hookform/resolvers/computed-types/dist/computed-types.umd.js.map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D:/pasar_fix/node_modules/.bun/@hookform+resolvers@5.4.0+e39308d034e7b856/node_modules/@hookform/resolvers/computed-types/dist/index.d.ts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D:/pasar_fix/node_modules/.bun/@hookform+resolvers@5.4.0+e39308d034e7b856/node_modules/@hookform/resolvers/computed-types/src/computed-types.ts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D:/pasar_fix/node_modules/.bun/@hookform+resolvers@5.4.0+e39308d034e7b856/node_modules/@hookform/resolvers/computed-types/src/index.ts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D:/pasar_fix/node_modules/.bun/@hookform+resolvers@5.4.0+e39308d034e7b856/node_modules/@hookform/resolvers/computed-types/src/__tests__/computed-types.ts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D:/pasar_fix/node_modules/.bun/@hookform+resolvers@5.4.0+e39308d034e7b856/node_modules/@hookform/resolvers/computed-types/src/__tests__/Form-native-validation.tsx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D:/pasar_fix/node_modules/.bun/@hookform+resolvers@5.4.0+e39308d034e7b856/node_modules/@hookform/resolvers/computed-types/src/__tests__/Form.tsx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D:/pasar_fix/node_modules/.bun/@hookform+resolvers@5.4.0+e39308d034e7b856/node_modules/@hookform/resolvers/computed-types/src/__tests__/__fixtures__/data.ts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D:/pasar_fix/node_modules/.bun/@hookform+resolvers@5.4.0+e39308d034e7b856/node_modules/@hookform/resolvers/computed-types/src/__tests__/__snapshots__/computed-types.ts.snap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D:/pasar_fix/node_modules/.bun/@hookform+resolvers@5.4.0+e39308d034e7b856/node_modules/@hookform/resolvers/dist/index.d.ts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D:/pasar_fix/node_modules/.bun/@hookform+resolvers@5.4.0+e39308d034e7b856/node_modules/@hookform/resolvers/dist/resolvers.js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D:/pasar_fix/node_modules/.bun/@hookform+resolvers@5.4.0+e39308d034e7b856/node_modules/@hookform/resolvers/dist/resolvers.js.map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D:/pasar_fix/node_modules/.bun/@hookform+resolvers@5.4.0+e39308d034e7b856/node_modules/@hookform/resolvers/dist/resolvers.mjs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D:/pasar_fix/node_modules/.bun/@hookform+resolvers@5.4.0+e39308d034e7b856/node_modules/@hookform/resolvers/dist/resolvers.mjs.map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D:/pasar_fix/node_modules/.bun/@hookform+resolvers@5.4.0+e39308d034e7b856/node_modules/@hookform/resolvers/dist/resolvers.module.js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D:/pasar_fix/node_modules/.bun/@hookform+resolvers@5.4.0+e39308d034e7b856/node_modules/@hookform/resolvers/dist/resolvers.module.js.map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D:/pasar_fix/node_modules/.bun/@hookform+resolvers@5.4.0+e39308d034e7b856/node_modules/@hookform/resolvers/dist/resolvers.umd.js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D:/pasar_fix/node_modules/.bun/@hookform+resolvers@5.4.0+e39308d034e7b856/node_modules/@hookform/resolvers/dist/resolvers.umd.js.map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D:/pasar_fix/node_modules/.bun/@hookform+resolvers@5.4.0+e39308d034e7b856/node_modules/@hookform/resolvers/dist/toNestErrors.d.ts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D:/pasar_fix/node_modules/.bun/@hookform+resolvers@5.4.0+e39308d034e7b856/node_modules/@hookform/resolvers/dist/validateFieldsNatively.d.ts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D:/pasar_fix/node_modules/.bun/@hookform+resolvers@5.4.0+e39308d034e7b856/node_modules/@hookform/resolvers/effect-ts/package.json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D:/pasar_fix/node_modules/.bun/@hookform+resolvers@5.4.0+e39308d034e7b856/node_modules/@hookform/resolvers/effect-ts/dist/effect-ts.d.ts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D:/pasar_fix/node_modules/.bun/@hookform+resolvers@5.4.0+e39308d034e7b856/node_modules/@hookform/resolvers/effect-ts/dist/effect-ts.js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D:/pasar_fix/node_modules/.bun/@hookform+resolvers@5.4.0+e39308d034e7b856/node_modules/@hookform/resolvers/effect-ts/dist/effect-ts.js.map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D:/pasar_fix/node_modules/.bun/@hookform+resolvers@5.4.0+e39308d034e7b856/node_modules/@hookform/resolvers/effect-ts/dist/effect-ts.mjs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D:/pasar_fix/node_modules/.bun/@hookform+resolvers@5.4.0+e39308d034e7b856/node_modules/@hookform/resolvers/effect-ts/dist/effect-ts.modern.mjs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D:/pasar_fix/node_modules/.bun/@hookform+resolvers@5.4.0+e39308d034e7b856/node_modules/@hookform/resolvers/effect-ts/dist/effect-ts.modern.mjs.map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D:/pasar_fix/node_modules/.bun/@hookform+resolvers@5.4.0+e39308d034e7b856/node_modules/@hookform/resolvers/effect-ts/dist/effect-ts.module.js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D:/pasar_fix/node_modules/.bun/@hookform+resolvers@5.4.0+e39308d034e7b856/node_modules/@hookform/resolvers/effect-ts/dist/effect-ts.module.js.map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D:/pasar_fix/node_modules/.bun/@hookform+resolvers@5.4.0+e39308d034e7b856/node_modules/@hookform/resolvers/effect-ts/dist/effect-ts.umd.js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D:/pasar_fix/node_modules/.bun/@hookform+resolvers@5.4.0+e39308d034e7b856/node_modules/@hookform/resolvers/effect-ts/dist/effect-ts.umd.js.map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D:/pasar_fix/node_modules/.bun/@hookform+resolvers@5.4.0+e39308d034e7b856/node_modules/@hookform/resolvers/effect-ts/dist/index.d.ts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D:/pasar_fix/node_modules/.bun/@hookform+resolvers@5.4.0+e39308d034e7b856/node_modules/@hookform/resolvers/effect-ts/src/effect-ts.ts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D:/pasar_fix/node_modules/.bun/@hookform+resolvers@5.4.0+e39308d034e7b856/node_modules/@hookform/resolvers/effect-ts/src/index.ts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D:/pasar_fix/node_modules/.bun/@hookform+resolvers@5.4.0+e39308d034e7b856/node_modules/@hookform/resolvers/effect-ts/src/__tests__/effect-ts.ts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D:/pasar_fix/node_modules/.bun/@hookform+resolvers@5.4.0+e39308d034e7b856/node_modules/@hookform/resolvers/effect-ts/src/__tests__/Form-native-validation.tsx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D:/pasar_fix/node_modules/.bun/@hookform+resolvers@5.4.0+e39308d034e7b856/node_modules/@hookform/resolvers/effect-ts/src/__tests__/Form.tsx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D:/pasar_fix/node_modules/.bun/@hookform+resolvers@5.4.0+e39308d034e7b856/node_modules/@hookform/resolvers/effect-ts/src/__tests__/__fixtures__/data.ts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D:/pasar_fix/node_modules/.bun/@hookform+resolvers@5.4.0+e39308d034e7b856/node_modules/@hookform/resolvers/effect-ts/src/__tests__/__snapshots__/effect-ts.ts.snap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D:/pasar_fix/node_modules/.bun/@hookform+resolvers@5.4.0+e39308d034e7b856/node_modules/@hookform/resolvers/fluentvalidation-ts/package.json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D:/pasar_fix/node_modules/.bun/@hookform+resolvers@5.4.0+e39308d034e7b856/node_modules/@hookform/resolvers/fluentvalidation-ts/dist/fluentvalidation-ts.d.ts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D:/pasar_fix/node_modules/.bun/@hookform+resolvers@5.4.0+e39308d034e7b856/node_modules/@hookform/resolvers/fluentvalidation-ts/dist/fluentvalidation-ts.js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D:/pasar_fix/node_modules/.bun/@hookform+resolvers@5.4.0+e39308d034e7b856/node_modules/@hookform/resolvers/fluentvalidation-ts/dist/fluentvalidation-ts.js.map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D:/pasar_fix/node_modules/.bun/@hookform+resolvers@5.4.0+e39308d034e7b856/node_modules/@hookform/resolvers/fluentvalidation-ts/dist/fluentvalidation-ts.mjs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D:/pasar_fix/node_modules/.bun/@hookform+resolvers@5.4.0+e39308d034e7b856/node_modules/@hookform/resolvers/fluentvalidation-ts/dist/fluentvalidation-ts.modern.mjs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D:/pasar_fix/node_modules/.bun/@hookform+resolvers@5.4.0+e39308d034e7b856/node_modules/@hookform/resolvers/fluentvalidation-ts/dist/fluentvalidation-ts.modern.mjs.map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D:/pasar_fix/node_modules/.bun/@hookform+resolvers@5.4.0+e39308d034e7b856/node_modules/@hookform/resolvers/fluentvalidation-ts/dist/fluentvalidation-ts.module.js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D:/pasar_fix/node_modules/.bun/@hookform+resolvers@5.4.0+e39308d034e7b856/node_modules/@hookform/resolvers/fluentvalidation-ts/dist/fluentvalidation-ts.module.js.map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D:/pasar_fix/node_modules/.bun/@hookform+resolvers@5.4.0+e39308d034e7b856/node_modules/@hookform/resolvers/fluentvalidation-ts/dist/fluentvalidation-ts.umd.js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D:/pasar_fix/node_modules/.bun/@hookform+resolvers@5.4.0+e39308d034e7b856/node_modules/@hookform/resolvers/fluentvalidation-ts/dist/fluentvalidation-ts.umd.js.map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D:/pasar_fix/node_modules/.bun/@hookform+resolvers@5.4.0+e39308d034e7b856/node_modules/@hookform/resolvers/fluentvalidation-ts/dist/index.d.ts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D:/pasar_fix/node_modules/.bun/@hookform+resolvers@5.4.0+e39308d034e7b856/node_modules/@hookform/resolvers/fluentvalidation-ts/src/fluentvalidation-ts.ts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D:/pasar_fix/node_modules/.bun/@hookform+resolvers@5.4.0+e39308d034e7b856/node_modules/@hookform/resolvers/fluentvalidation-ts/src/index.ts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D:/pasar_fix/node_modules/.bun/@hookform+resolvers@5.4.0+e39308d034e7b856/node_modules/@hookform/resolvers/fluentvalidation-ts/src/__tests__/fluentvalidation-ts.ts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D:/pasar_fix/node_modules/.bun/@hookform+resolvers@5.4.0+e39308d034e7b856/node_modules/@hookform/resolvers/fluentvalidation-ts/src/__tests__/Form-native-validation.tsx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D:/pasar_fix/node_modules/.bun/@hookform+resolvers@5.4.0+e39308d034e7b856/node_modules/@hookform/resolvers/fluentvalidation-ts/src/__tests__/Form.tsx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D:/pasar_fix/node_modules/.bun/@hookform+resolvers@5.4.0+e39308d034e7b856/node_modules/@hookform/resolvers/fluentvalidation-ts/src/__tests__/__fixtures__/data.ts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D:/pasar_fix/node_modules/.bun/@hookform+resolvers@5.4.0+e39308d034e7b856/node_modules/@hookform/resolvers/fluentvalidation-ts/src/__tests__/__snapshots__/fluentvalidation-ts.ts.snap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D:/pasar_fix/node_modules/.bun/@hookform+resolvers@5.4.0+e39308d034e7b856/node_modules/@hookform/resolvers/io-ts/package.json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D:/pasar_fix/node_modules/.bun/@hookform+resolvers@5.4.0+e39308d034e7b856/node_modules/@hookform/resolvers/io-ts/dist/arrayToPath.d.ts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D:/pasar_fix/node_modules/.bun/@hookform+resolvers@5.4.0+e39308d034e7b856/node_modules/@hookform/resolvers/io-ts/dist/errorsToRecord.d.ts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D:/pasar_fix/node_modules/.bun/@hookform+resolvers@5.4.0+e39308d034e7b856/node_modules/@hookform/resolvers/io-ts/dist/index.d.ts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D:/pasar_fix/node_modules/.bun/@hookform+resolvers@5.4.0+e39308d034e7b856/node_modules/@hookform/resolvers/io-ts/dist/io-ts.d.ts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D:/pasar_fix/node_modules/.bun/@hookform+resolvers@5.4.0+e39308d034e7b856/node_modules/@hookform/resolvers/io-ts/dist/io-ts.js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D:/pasar_fix/node_modules/.bun/@hookform+resolvers@5.4.0+e39308d034e7b856/node_modules/@hookform/resolvers/io-ts/dist/io-ts.js.map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D:/pasar_fix/node_modules/.bun/@hookform+resolvers@5.4.0+e39308d034e7b856/node_modules/@hookform/resolvers/io-ts/dist/io-ts.mjs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D:/pasar_fix/node_modules/.bun/@hookform+resolvers@5.4.0+e39308d034e7b856/node_modules/@hookform/resolvers/io-ts/dist/io-ts.modern.mjs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D:/pasar_fix/node_modules/.bun/@hookform+resolvers@5.4.0+e39308d034e7b856/node_modules/@hookform/resolvers/io-ts/dist/io-ts.modern.mjs.map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D:/pasar_fix/node_modules/.bun/@hookform+resolvers@5.4.0+e39308d034e7b856/node_modules/@hookform/resolvers/io-ts/dist/io-ts.module.js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D:/pasar_fix/node_modules/.bun/@hookform+resolvers@5.4.0+e39308d034e7b856/node_modules/@hookform/resolvers/io-ts/dist/io-ts.module.js.map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D:/pasar_fix/node_modules/.bun/@hookform+resolvers@5.4.0+e39308d034e7b856/node_modules/@hookform/resolvers/io-ts/dist/io-ts.umd.js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D:/pasar_fix/node_modules/.bun/@hookform+resolvers@5.4.0+e39308d034e7b856/node_modules/@hookform/resolvers/io-ts/dist/io-ts.umd.js.map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D:/pasar_fix/node_modules/.bun/@hookform+resolvers@5.4.0+e39308d034e7b856/node_modules/@hookform/resolvers/io-ts/src/arrayToPath.ts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D:/pasar_fix/node_modules/.bun/@hookform+resolvers@5.4.0+e39308d034e7b856/node_modules/@hookform/resolvers/io-ts/src/errorsToRecord.ts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D:/pasar_fix/node_modules/.bun/@hookform+resolvers@5.4.0+e39308d034e7b856/node_modules/@hookform/resolvers/io-ts/src/index.ts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D:/pasar_fix/node_modules/.bun/@hookform+resolvers@5.4.0+e39308d034e7b856/node_modules/@hookform/resolvers/io-ts/src/io-ts.ts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D:/pasar_fix/node_modules/.bun/@hookform+resolvers@5.4.0+e39308d034e7b856/node_modules/@hookform/resolvers/io-ts/src/__tests__/errorsToRecord.ts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D:/pasar_fix/node_modules/.bun/@hookform+resolvers@5.4.0+e39308d034e7b856/node_modules/@hookform/resolvers/io-ts/src/__tests__/Form-native-validation.tsx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D:/pasar_fix/node_modules/.bun/@hookform+resolvers@5.4.0+e39308d034e7b856/node_modules/@hookform/resolvers/io-ts/src/__tests__/Form.tsx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D:/pasar_fix/node_modules/.bun/@hookform+resolvers@5.4.0+e39308d034e7b856/node_modules/@hookform/resolvers/io-ts/src/__tests__/io-ts.ts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D:/pasar_fix/node_modules/.bun/@hookform+resolvers@5.4.0+e39308d034e7b856/node_modules/@hookform/resolvers/io-ts/src/__tests__/__fixtures__/data.ts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D:/pasar_fix/node_modules/.bun/@hookform+resolvers@5.4.0+e39308d034e7b856/node_modules/@hookform/resolvers/io-ts/src/__tests__/__snapshots__/io-ts.ts.snap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D:/pasar_fix/node_modules/.bun/@hookform+resolvers@5.4.0+e39308d034e7b856/node_modules/@hookform/resolvers/joi/package.json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D:/pasar_fix/node_modules/.bun/@hookform+resolvers@5.4.0+e39308d034e7b856/node_modules/@hookform/resolvers/joi/dist/index.d.ts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D:/pasar_fix/node_modules/.bun/@hookform+resolvers@5.4.0+e39308d034e7b856/node_modules/@hookform/resolvers/joi/dist/joi.d.ts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D:/pasar_fix/node_modules/.bun/@hookform+resolvers@5.4.0+e39308d034e7b856/node_modules/@hookform/resolvers/joi/dist/joi.js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D:/pasar_fix/node_modules/.bun/@hookform+resolvers@5.4.0+e39308d034e7b856/node_modules/@hookform/resolvers/joi/dist/joi.js.map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D:/pasar_fix/node_modules/.bun/@hookform+resolvers@5.4.0+e39308d034e7b856/node_modules/@hookform/resolvers/joi/dist/joi.mjs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D:/pasar_fix/node_modules/.bun/@hookform+resolvers@5.4.0+e39308d034e7b856/node_modules/@hookform/resolvers/joi/dist/joi.modern.mjs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D:/pasar_fix/node_modules/.bun/@hookform+resolvers@5.4.0+e39308d034e7b856/node_modules/@hookform/resolvers/joi/dist/joi.modern.mjs.map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D:/pasar_fix/node_modules/.bun/@hookform+resolvers@5.4.0+e39308d034e7b856/node_modules/@hookform/resolvers/joi/dist/joi.module.js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D:/pasar_fix/node_modules/.bun/@hookform+resolvers@5.4.0+e39308d034e7b856/node_modules/@hookform/resolvers/joi/dist/joi.module.js.map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D:/pasar_fix/node_modules/.bun/@hookform+resolvers@5.4.0+e39308d034e7b856/node_modules/@hookform/resolvers/joi/dist/joi.umd.js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D:/pasar_fix/node_modules/.bun/@hookform+resolvers@5.4.0+e39308d034e7b856/node_modules/@hookform/resolvers/joi/dist/joi.umd.js.map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D:/pasar_fix/node_modules/.bun/@hookform+resolvers@5.4.0+e39308d034e7b856/node_modules/@hookform/resolvers/joi/dist/types.d.ts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D:/pasar_fix/node_modules/.bun/@hookform+resolvers@5.4.0+e39308d034e7b856/node_modules/@hookform/resolvers/joi/src/index.ts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D:/pasar_fix/node_modules/.bun/@hookform+resolvers@5.4.0+e39308d034e7b856/node_modules/@hookform/resolvers/joi/src/joi.ts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D:/pasar_fix/node_modules/.bun/@hookform+resolvers@5.4.0+e39308d034e7b856/node_modules/@hookform/resolvers/joi/src/types.ts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D:/pasar_fix/node_modules/.bun/@hookform+resolvers@5.4.0+e39308d034e7b856/node_modules/@hookform/resolvers/joi/src/__tests__/Form-native-validation.tsx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D:/pasar_fix/node_modules/.bun/@hookform+resolvers@5.4.0+e39308d034e7b856/node_modules/@hookform/resolvers/joi/src/__tests__/Form.tsx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D:/pasar_fix/node_modules/.bun/@hookform+resolvers@5.4.0+e39308d034e7b856/node_modules/@hookform/resolvers/joi/src/__tests__/joi.ts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D:/pasar_fix/node_modules/.bun/@hookform+resolvers@5.4.0+e39308d034e7b856/node_modules/@hookform/resolvers/joi/src/__tests__/__fixtures__/data.ts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D:/pasar_fix/node_modules/.bun/@hookform+resolvers@5.4.0+e39308d034e7b856/node_modules/@hookform/resolvers/joi/src/__tests__/__snapshots__/joi.ts.snap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D:/pasar_fix/node_modules/.bun/@hookform+resolvers@5.4.0+e39308d034e7b856/node_modules/@hookform/resolvers/nope/package.json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D:/pasar_fix/node_modules/.bun/@hookform+resolvers@5.4.0+e39308d034e7b856/node_modules/@hookform/resolvers/nope/dist/index.d.ts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D:/pasar_fix/node_modules/.bun/@hookform+resolvers@5.4.0+e39308d034e7b856/node_modules/@hookform/resolvers/nope/dist/nope.d.ts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D:/pasar_fix/node_modules/.bun/@hookform+resolvers@5.4.0+e39308d034e7b856/node_modules/@hookform/resolvers/nope/dist/nope.js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D:/pasar_fix/node_modules/.bun/@hookform+resolvers@5.4.0+e39308d034e7b856/node_modules/@hookform/resolvers/nope/dist/nope.js.map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D:/pasar_fix/node_modules/.bun/@hookform+resolvers@5.4.0+e39308d034e7b856/node_modules/@hookform/resolvers/nope/dist/nope.mjs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D:/pasar_fix/node_modules/.bun/@hookform+resolvers@5.4.0+e39308d034e7b856/node_modules/@hookform/resolvers/nope/dist/nope.modern.mjs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D:/pasar_fix/node_modules/.bun/@hookform+resolvers@5.4.0+e39308d034e7b856/node_modules/@hookform/resolvers/nope/dist/nope.modern.mjs.map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D:/pasar_fix/node_modules/.bun/@hookform+resolvers@5.4.0+e39308d034e7b856/node_modules/@hookform/resolvers/nope/dist/nope.module.js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D:/pasar_fix/node_modules/.bun/@hookform+resolvers@5.4.0+e39308d034e7b856/node_modules/@hookform/resolvers/nope/dist/nope.module.js.map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D:/pasar_fix/node_modules/.bun/@hookform+resolvers@5.4.0+e39308d034e7b856/node_modules/@hookform/resolvers/nope/dist/nope.umd.js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D:/pasar_fix/node_modules/.bun/@hookform+resolvers@5.4.0+e39308d034e7b856/node_modules/@hookform/resolvers/nope/dist/nope.umd.js.map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D:/pasar_fix/node_modules/.bun/@hookform+resolvers@5.4.0+e39308d034e7b856/node_modules/@hookform/resolvers/nope/dist/types.d.ts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D:/pasar_fix/node_modules/.bun/@hookform+resolvers@5.4.0+e39308d034e7b856/node_modules/@hookform/resolvers/nope/src/index.ts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D:/pasar_fix/node_modules/.bun/@hookform+resolvers@5.4.0+e39308d034e7b856/node_modules/@hookform/resolvers/nope/src/nope.ts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D:/pasar_fix/node_modules/.bun/@hookform+resolvers@5.4.0+e39308d034e7b856/node_modules/@hookform/resolvers/nope/src/types.ts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D:/pasar_fix/node_modules/.bun/@hookform+resolvers@5.4.0+e39308d034e7b856/node_modules/@hookform/resolvers/nope/src/__tests__/Form-native-validation.tsx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D:/pasar_fix/node_modules/.bun/@hookform+resolvers@5.4.0+e39308d034e7b856/node_modules/@hookform/resolvers/nope/src/__tests__/Form.tsx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D:/pasar_fix/node_modules/.bun/@hookform+resolvers@5.4.0+e39308d034e7b856/node_modules/@hookform/resolvers/nope/src/__tests__/nope.ts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D:/pasar_fix/node_modules/.bun/@hookform+resolvers@5.4.0+e39308d034e7b856/node_modules/@hookform/resolvers/nope/src/__tests__/__fixtures__/data.ts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D:/pasar_fix/node_modules/.bun/@hookform+resolvers@5.4.0+e39308d034e7b856/node_modules/@hookform/resolvers/nope/src/__tests__/__snapshots__/nope.ts.snap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D:/pasar_fix/node_modules/.bun/@hookform+resolvers@5.4.0+e39308d034e7b856/node_modules/@hookform/resolvers/standard-schema/package.json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D:/pasar_fix/node_modules/.bun/@hookform+resolvers@5.4.0+e39308d034e7b856/node_modules/@hookform/resolvers/standard-schema/dist/index.d.ts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D:/pasar_fix/node_modules/.bun/@hookform+resolvers@5.4.0+e39308d034e7b856/node_modules/@hookform/resolvers/standard-schema/dist/standard-schema.d.ts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D:/pasar_fix/node_modules/.bun/@hookform+resolvers@5.4.0+e39308d034e7b856/node_modules/@hookform/resolvers/standard-schema/dist/standard-schema.js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D:/pasar_fix/node_modules/.bun/@hookform+resolvers@5.4.0+e39308d034e7b856/node_modules/@hookform/resolvers/standard-schema/dist/standard-schema.js.map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D:/pasar_fix/node_modules/.bun/@hookform+resolvers@5.4.0+e39308d034e7b856/node_modules/@hookform/resolvers/standard-schema/dist/standard-schema.mjs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D:/pasar_fix/node_modules/.bun/@hookform+resolvers@5.4.0+e39308d034e7b856/node_modules/@hookform/resolvers/standard-schema/dist/standard-schema.modern.mjs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D:/pasar_fix/node_modules/.bun/@hookform+resolvers@5.4.0+e39308d034e7b856/node_modules/@hookform/resolvers/standard-schema/dist/standard-schema.modern.mjs.map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D:/pasar_fix/node_modules/.bun/@hookform+resolvers@5.4.0+e39308d034e7b856/node_modules/@hookform/resolvers/standard-schema/dist/standard-schema.module.js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D:/pasar_fix/node_modules/.bun/@hookform+resolvers@5.4.0+e39308d034e7b856/node_modules/@hookform/resolvers/standard-schema/dist/standard-schema.module.js.map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D:/pasar_fix/node_modules/.bun/@hookform+resolvers@5.4.0+e39308d034e7b856/node_modules/@hookform/resolvers/standard-schema/dist/standard-schema.umd.js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D:/pasar_fix/node_modules/.bun/@hookform+resolvers@5.4.0+e39308d034e7b856/node_modules/@hookform/resolvers/standard-schema/dist/standard-schema.umd.js.map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D:/pasar_fix/node_modules/.bun/@hookform+resolvers@5.4.0+e39308d034e7b856/node_modules/@hookform/resolvers/standard-schema/src/index.ts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D:/pasar_fix/node_modules/.bun/@hookform+resolvers@5.4.0+e39308d034e7b856/node_modules/@hookform/resolvers/standard-schema/src/standard-schema.ts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D:/pasar_fix/node_modules/.bun/@hookform+resolvers@5.4.0+e39308d034e7b856/node_modules/@hookform/resolvers/standard-schema/src/__tests__/Form-native-validation.tsx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D:/pasar_fix/node_modules/.bun/@hookform+resolvers@5.4.0+e39308d034e7b856/node_modules/@hookform/resolvers/standard-schema/src/__tests__/Form.tsx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D:/pasar_fix/node_modules/.bun/@hookform+resolvers@5.4.0+e39308d034e7b856/node_modules/@hookform/resolvers/standard-schema/src/__tests__/standard-schema.ts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D:/pasar_fix/node_modules/.bun/@hookform+resolvers@5.4.0+e39308d034e7b856/node_modules/@hookform/resolvers/standard-schema/src/__tests__/__fixtures__/data.ts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D:/pasar_fix/node_modules/.bun/@hookform+resolvers@5.4.0+e39308d034e7b856/node_modules/@hookform/resolvers/standard-schema/src/__tests__/__snapshots__/standard-schema.ts.snap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D:/pasar_fix/node_modules/.bun/@hookform+resolvers@5.4.0+e39308d034e7b856/node_modules/@hookform/resolvers/superstruct/package.json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D:/pasar_fix/node_modules/.bun/@hookform+resolvers@5.4.0+e39308d034e7b856/node_modules/@hookform/resolvers/superstruct/dist/index.d.ts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D:/pasar_fix/node_modules/.bun/@hookform+resolvers@5.4.0+e39308d034e7b856/node_modules/@hookform/resolvers/superstruct/dist/superstruct.d.ts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D:/pasar_fix/node_modules/.bun/@hookform+resolvers@5.4.0+e39308d034e7b856/node_modules/@hookform/resolvers/superstruct/dist/superstruct.js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D:/pasar_fix/node_modules/.bun/@hookform+resolvers@5.4.0+e39308d034e7b856/node_modules/@hookform/resolvers/superstruct/dist/superstruct.js.map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D:/pasar_fix/node_modules/.bun/@hookform+resolvers@5.4.0+e39308d034e7b856/node_modules/@hookform/resolvers/superstruct/dist/superstruct.mjs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D:/pasar_fix/node_modules/.bun/@hookform+resolvers@5.4.0+e39308d034e7b856/node_modules/@hookform/resolvers/superstruct/dist/superstruct.modern.mjs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D:/pasar_fix/node_modules/.bun/@hookform+resolvers@5.4.0+e39308d034e7b856/node_modules/@hookform/resolvers/superstruct/dist/superstruct.modern.mjs.map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D:/pasar_fix/node_modules/.bun/@hookform+resolvers@5.4.0+e39308d034e7b856/node_modules/@hookform/resolvers/superstruct/dist/superstruct.module.js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D:/pasar_fix/node_modules/.bun/@hookform+resolvers@5.4.0+e39308d034e7b856/node_modules/@hookform/resolvers/superstruct/dist/superstruct.module.js.map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D:/pasar_fix/node_modules/.bun/@hookform+resolvers@5.4.0+e39308d034e7b856/node_modules/@hookform/resolvers/superstruct/dist/superstruct.umd.js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D:/pasar_fix/node_modules/.bun/@hookform+resolvers@5.4.0+e39308d034e7b856/node_modules/@hookform/resolvers/superstruct/dist/superstruct.umd.js.map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D:/pasar_fix/node_modules/.bun/@hookform+resolvers@5.4.0+e39308d034e7b856/node_modules/@hookform/resolvers/superstruct/src/index.ts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D:/pasar_fix/node_modules/.bun/@hookform+resolvers@5.4.0+e39308d034e7b856/node_modules/@hookform/resolvers/superstruct/src/superstruct.ts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D:/pasar_fix/node_modules/.bun/@hookform+resolvers@5.4.0+e39308d034e7b856/node_modules/@hookform/resolvers/superstruct/src/__tests__/Form-native-validation.tsx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D:/pasar_fix/node_modules/.bun/@hookform+resolvers@5.4.0+e39308d034e7b856/node_modules/@hookform/resolvers/superstruct/src/__tests__/Form.tsx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D:/pasar_fix/node_modules/.bun/@hookform+resolvers@5.4.0+e39308d034e7b856/node_modules/@hookform/resolvers/superstruct/src/__tests__/superstruct.ts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D:/pasar_fix/node_modules/.bun/@hookform+resolvers@5.4.0+e39308d034e7b856/node_modules/@hookform/resolvers/superstruct/src/__tests__/__fixtures__/data.ts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D:/pasar_fix/node_modules/.bun/@hookform+resolvers@5.4.0+e39308d034e7b856/node_modules/@hookform/resolvers/superstruct/src/__tests__/__snapshots__/superstruct.ts.snap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D:/pasar_fix/node_modules/.bun/@hookform+resolvers@5.4.0+e39308d034e7b856/node_modules/@hookform/resolvers/typanion/package.json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D:/pasar_fix/node_modules/.bun/@hookform+resolvers@5.4.0+e39308d034e7b856/node_modules/@hookform/resolvers/typanion/dist/index.d.ts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D:/pasar_fix/node_modules/.bun/@hookform+resolvers@5.4.0+e39308d034e7b856/node_modules/@hookform/resolvers/typanion/dist/typanion.d.ts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D:/pasar_fix/node_modules/.bun/@hookform+resolvers@5.4.0+e39308d034e7b856/node_modules/@hookform/resolvers/typanion/dist/typanion.js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D:/pasar_fix/node_modules/.bun/@hookform+resolvers@5.4.0+e39308d034e7b856/node_modules/@hookform/resolvers/typanion/dist/typanion.js.map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D:/pasar_fix/node_modules/.bun/@hookform+resolvers@5.4.0+e39308d034e7b856/node_modules/@hookform/resolvers/typanion/dist/typanion.mjs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D:/pasar_fix/node_modules/.bun/@hookform+resolvers@5.4.0+e39308d034e7b856/node_modules/@hookform/resolvers/typanion/dist/typanion.modern.mjs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D:/pasar_fix/node_modules/.bun/@hookform+resolvers@5.4.0+e39308d034e7b856/node_modules/@hookform/resolvers/typanion/dist/typanion.modern.mjs.map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D:/pasar_fix/node_modules/.bun/@hookform+resolvers@5.4.0+e39308d034e7b856/node_modules/@hookform/resolvers/typanion/dist/typanion.module.js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D:/pasar_fix/node_modules/.bun/@hookform+resolvers@5.4.0+e39308d034e7b856/node_modules/@hookform/resolvers/typanion/dist/typanion.module.js.map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D:/pasar_fix/node_modules/.bun/@hookform+resolvers@5.4.0+e39308d034e7b856/node_modules/@hookform/resolvers/typanion/dist/typanion.umd.js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D:/pasar_fix/node_modules/.bun/@hookform+resolvers@5.4.0+e39308d034e7b856/node_modules/@hookform/resolvers/typanion/dist/typanion.umd.js.map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D:/pasar_fix/node_modules/.bun/@hookform+resolvers@5.4.0+e39308d034e7b856/node_modules/@hookform/resolvers/typanion/src/index.ts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D:/pasar_fix/node_modules/.bun/@hookform+resolvers@5.4.0+e39308d034e7b856/node_modules/@hookform/resolvers/typanion/src/typanion.ts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D:/pasar_fix/node_modules/.bun/@hookform+resolvers@5.4.0+e39308d034e7b856/node_modules/@hookform/resolvers/typanion/src/__tests__/Form-native-validation.tsx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D:/pasar_fix/node_modules/.bun/@hookform+resolvers@5.4.0+e39308d034e7b856/node_modules/@hookform/resolvers/typanion/src/__tests__/Form.tsx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D:/pasar_fix/node_modules/.bun/@hookform+resolvers@5.4.0+e39308d034e7b856/node_modules/@hookform/resolvers/typanion/src/__tests__/typanion.ts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D:/pasar_fix/node_modules/.bun/@hookform+resolvers@5.4.0+e39308d034e7b856/node_modules/@hookform/resolvers/typanion/src/__tests__/__fixtures__/data.ts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D:/pasar_fix/node_modules/.bun/@hookform+resolvers@5.4.0+e39308d034e7b856/node_modules/@hookform/resolvers/typanion/src/__tests__/__snapshots__/typanion.ts.snap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D:/pasar_fix/node_modules/.bun/@hookform+resolvers@5.4.0+e39308d034e7b856/node_modules/@hookform/resolvers/typebox/package.json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D:/pasar_fix/node_modules/.bun/@hookform+resolvers@5.4.0+e39308d034e7b856/node_modules/@hookform/resolvers/typebox/dist/index.d.ts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D:/pasar_fix/node_modules/.bun/@hookform+resolvers@5.4.0+e39308d034e7b856/node_modules/@hookform/resolvers/typebox/dist/typebox.d.ts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D:/pasar_fix/node_modules/.bun/@hookform+resolvers@5.4.0+e39308d034e7b856/node_modules/@hookform/resolvers/typebox/dist/typebox.js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D:/pasar_fix/node_modules/.bun/@hookform+resolvers@5.4.0+e39308d034e7b856/node_modules/@hookform/resolvers/typebox/dist/typebox.js.map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D:/pasar_fix/node_modules/.bun/@hookform+resolvers@5.4.0+e39308d034e7b856/node_modules/@hookform/resolvers/typebox/dist/typebox.mjs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D:/pasar_fix/node_modules/.bun/@hookform+resolvers@5.4.0+e39308d034e7b856/node_modules/@hookform/resolvers/typebox/dist/typebox.modern.mjs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D:/pasar_fix/node_modules/.bun/@hookform+resolvers@5.4.0+e39308d034e7b856/node_modules/@hookform/resolvers/typebox/dist/typebox.modern.mjs.map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D:/pasar_fix/node_modules/.bun/@hookform+resolvers@5.4.0+e39308d034e7b856/node_modules/@hookform/resolvers/typebox/dist/typebox.module.js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D:/pasar_fix/node_modules/.bun/@hookform+resolvers@5.4.0+e39308d034e7b856/node_modules/@hookform/resolvers/typebox/dist/typebox.module.js.map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D:/pasar_fix/node_modules/.bun/@hookform+resolvers@5.4.0+e39308d034e7b856/node_modules/@hookform/resolvers/typebox/dist/typebox.umd.js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D:/pasar_fix/node_modules/.bun/@hookform+resolvers@5.4.0+e39308d034e7b856/node_modules/@hookform/resolvers/typebox/dist/typebox.umd.js.map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D:/pasar_fix/node_modules/.bun/@hookform+resolvers@5.4.0+e39308d034e7b856/node_modules/@hookform/resolvers/typebox/src/index.ts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D:/pasar_fix/node_modules/.bun/@hookform+resolvers@5.4.0+e39308d034e7b856/node_modules/@hookform/resolvers/typebox/src/typebox.ts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D:/pasar_fix/node_modules/.bun/@hookform+resolvers@5.4.0+e39308d034e7b856/node_modules/@hookform/resolvers/typebox/src/__tests__/Form-compiler.tsx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D:/pasar_fix/node_modules/.bun/@hookform+resolvers@5.4.0+e39308d034e7b856/node_modules/@hookform/resolvers/typebox/src/__tests__/Form-native-validation-compiler.tsx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D:/pasar_fix/node_modules/.bun/@hookform+resolvers@5.4.0+e39308d034e7b856/node_modules/@hookform/resolvers/typebox/src/__tests__/Form-native-validation.tsx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D:/pasar_fix/node_modules/.bun/@hookform+resolvers@5.4.0+e39308d034e7b856/node_modules/@hookform/resolvers/typebox/src/__tests__/Form.tsx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D:/pasar_fix/node_modules/.bun/@hookform+resolvers@5.4.0+e39308d034e7b856/node_modules/@hookform/resolvers/typebox/src/__tests__/typebox-compiler.ts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D:/pasar_fix/node_modules/.bun/@hookform+resolvers@5.4.0+e39308d034e7b856/node_modules/@hookform/resolvers/typebox/src/__tests__/typebox.ts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D:/pasar_fix/node_modules/.bun/@hookform+resolvers@5.4.0+e39308d034e7b856/node_modules/@hookform/resolvers/typebox/src/__tests__/__fixtures__/data.ts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D:/pasar_fix/node_modules/.bun/@hookform+resolvers@5.4.0+e39308d034e7b856/node_modules/@hookform/resolvers/typebox/src/__tests__/__snapshots__/typebox-compiler.ts.snap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D:/pasar_fix/node_modules/.bun/@hookform+resolvers@5.4.0+e39308d034e7b856/node_modules/@hookform/resolvers/typebox/src/__tests__/__snapshots__/typebox.ts.snap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D:/pasar_fix/node_modules/.bun/@hookform+resolvers@5.4.0+e39308d034e7b856/node_modules/@hookform/resolvers/typeschema/package.json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D:/pasar_fix/node_modules/.bun/@hookform+resolvers@5.4.0+e39308d034e7b856/node_modules/@hookform/resolvers/typeschema/dist/index.d.ts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D:/pasar_fix/node_modules/.bun/@hookform+resolvers@5.4.0+e39308d034e7b856/node_modules/@hookform/resolvers/typeschema/dist/typeschema.d.ts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D:/pasar_fix/node_modules/.bun/@hookform+resolvers@5.4.0+e39308d034e7b856/node_modules/@hookform/resolvers/typeschema/dist/typeschema.js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D:/pasar_fix/node_modules/.bun/@hookform+resolvers@5.4.0+e39308d034e7b856/node_modules/@hookform/resolvers/typeschema/dist/typeschema.js.map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D:/pasar_fix/node_modules/.bun/@hookform+resolvers@5.4.0+e39308d034e7b856/node_modules/@hookform/resolvers/typeschema/dist/typeschema.mjs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D:/pasar_fix/node_modules/.bun/@hookform+resolvers@5.4.0+e39308d034e7b856/node_modules/@hookform/resolvers/typeschema/dist/typeschema.modern.mjs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D:/pasar_fix/node_modules/.bun/@hookform+resolvers@5.4.0+e39308d034e7b856/node_modules/@hookform/resolvers/typeschema/dist/typeschema.modern.mjs.map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D:/pasar_fix/node_modules/.bun/@hookform+resolvers@5.4.0+e39308d034e7b856/node_modules/@hookform/resolvers/typeschema/dist/typeschema.module.js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D:/pasar_fix/node_modules/.bun/@hookform+resolvers@5.4.0+e39308d034e7b856/node_modules/@hookform/resolvers/typeschema/dist/typeschema.module.js.map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D:/pasar_fix/node_modules/.bun/@hookform+resolvers@5.4.0+e39308d034e7b856/node_modules/@hookform/resolvers/typeschema/dist/typeschema.umd.js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D:/pasar_fix/node_modules/.bun/@hookform+resolvers@5.4.0+e39308d034e7b856/node_modules/@hookform/resolvers/typeschema/dist/typeschema.umd.js.map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D:/pasar_fix/node_modules/.bun/@hookform+resolvers@5.4.0+e39308d034e7b856/node_modules/@hookform/resolvers/typeschema/src/index.ts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D:/pasar_fix/node_modules/.bun/@hookform+resolvers@5.4.0+e39308d034e7b856/node_modules/@hookform/resolvers/typeschema/src/typeschema.ts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D:/pasar_fix/node_modules/.bun/@hookform+resolvers@5.4.0+e39308d034e7b856/node_modules/@hookform/resolvers/typeschema/src/__tests__/Form-native-validation.tsx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D:/pasar_fix/node_modules/.bun/@hookform+resolvers@5.4.0+e39308d034e7b856/node_modules/@hookform/resolvers/typeschema/src/__tests__/Form.tsx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D:/pasar_fix/node_modules/.bun/@hookform+resolvers@5.4.0+e39308d034e7b856/node_modules/@hookform/resolvers/typeschema/src/__tests__/typeschema.ts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D:/pasar_fix/node_modules/.bun/@hookform+resolvers@5.4.0+e39308d034e7b856/node_modules/@hookform/resolvers/typeschema/src/__tests__/__fixtures__/data.ts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D:/pasar_fix/node_modules/.bun/@hookform+resolvers@5.4.0+e39308d034e7b856/node_modules/@hookform/resolvers/typeschema/src/__tests__/__snapshots__/typeschema.ts.snap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D:/pasar_fix/node_modules/.bun/@hookform+resolvers@5.4.0+e39308d034e7b856/node_modules/@hookform/resolvers/valibot/package.json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D:/pasar_fix/node_modules/.bun/@hookform+resolvers@5.4.0+e39308d034e7b856/node_modules/@hookform/resolvers/valibot/dist/index.d.ts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D:/pasar_fix/node_modules/.bun/@hookform+resolvers@5.4.0+e39308d034e7b856/node_modules/@hookform/resolvers/valibot/dist/valibot.d.ts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D:/pasar_fix/node_modules/.bun/@hookform+resolvers@5.4.0+e39308d034e7b856/node_modules/@hookform/resolvers/valibot/dist/valibot.js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D:/pasar_fix/node_modules/.bun/@hookform+resolvers@5.4.0+e39308d034e7b856/node_modules/@hookform/resolvers/valibot/dist/valibot.js.map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D:/pasar_fix/node_modules/.bun/@hookform+resolvers@5.4.0+e39308d034e7b856/node_modules/@hookform/resolvers/valibot/dist/valibot.mjs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D:/pasar_fix/node_modules/.bun/@hookform+resolvers@5.4.0+e39308d034e7b856/node_modules/@hookform/resolvers/valibot/dist/valibot.modern.mjs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D:/pasar_fix/node_modules/.bun/@hookform+resolvers@5.4.0+e39308d034e7b856/node_modules/@hookform/resolvers/valibot/dist/valibot.modern.mjs.map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D:/pasar_fix/node_modules/.bun/@hookform+resolvers@5.4.0+e39308d034e7b856/node_modules/@hookform/resolvers/valibot/dist/valibot.module.js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D:/pasar_fix/node_modules/.bun/@hookform+resolvers@5.4.0+e39308d034e7b856/node_modules/@hookform/resolvers/valibot/dist/valibot.module.js.map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D:/pasar_fix/node_modules/.bun/@hookform+resolvers@5.4.0+e39308d034e7b856/node_modules/@hookform/resolvers/valibot/dist/valibot.umd.js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D:/pasar_fix/node_modules/.bun/@hookform+resolvers@5.4.0+e39308d034e7b856/node_modules/@hookform/resolvers/valibot/dist/valibot.umd.js.map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D:/pasar_fix/node_modules/.bun/@hookform+resolvers@5.4.0+e39308d034e7b856/node_modules/@hookform/resolvers/valibot/src/index.ts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D:/pasar_fix/node_modules/.bun/@hookform+resolvers@5.4.0+e39308d034e7b856/node_modules/@hookform/resolvers/valibot/src/valibot.ts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D:/pasar_fix/node_modules/.bun/@hookform+resolvers@5.4.0+e39308d034e7b856/node_modules/@hookform/resolvers/valibot/src/__tests__/Form-native-validation.tsx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D:/pasar_fix/node_modules/.bun/@hookform+resolvers@5.4.0+e39308d034e7b856/node_modules/@hookform/resolvers/valibot/src/__tests__/Form.tsx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D:/pasar_fix/node_modules/.bun/@hookform+resolvers@5.4.0+e39308d034e7b856/node_modules/@hookform/resolvers/valibot/src/__tests__/valibot.ts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D:/pasar_fix/node_modules/.bun/@hookform+resolvers@5.4.0+e39308d034e7b856/node_modules/@hookform/resolvers/valibot/src/__tests__/__fixtures__/data.ts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D:/pasar_fix/node_modules/.bun/@hookform+resolvers@5.4.0+e39308d034e7b856/node_modules/@hookform/resolvers/valibot/src/__tests__/__snapshots__/valibot.ts.snap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D:/pasar_fix/node_modules/.bun/@hookform+resolvers@5.4.0+e39308d034e7b856/node_modules/@hookform/resolvers/vest/package.json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D:/pasar_fix/node_modules/.bun/@hookform+resolvers@5.4.0+e39308d034e7b856/node_modules/@hookform/resolvers/vest/dist/index.d.ts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D:/pasar_fix/node_modules/.bun/@hookform+resolvers@5.4.0+e39308d034e7b856/node_modules/@hookform/resolvers/vest/dist/types.d.ts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D:/pasar_fix/node_modules/.bun/@hookform+resolvers@5.4.0+e39308d034e7b856/node_modules/@hookform/resolvers/vest/dist/vest.d.ts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D:/pasar_fix/node_modules/.bun/@hookform+resolvers@5.4.0+e39308d034e7b856/node_modules/@hookform/resolvers/vest/dist/vest.js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D:/pasar_fix/node_modules/.bun/@hookform+resolvers@5.4.0+e39308d034e7b856/node_modules/@hookform/resolvers/vest/dist/vest.js.map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D:/pasar_fix/node_modules/.bun/@hookform+resolvers@5.4.0+e39308d034e7b856/node_modules/@hookform/resolvers/vest/dist/vest.mjs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D:/pasar_fix/node_modules/.bun/@hookform+resolvers@5.4.0+e39308d034e7b856/node_modules/@hookform/resolvers/vest/dist/vest.modern.mjs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D:/pasar_fix/node_modules/.bun/@hookform+resolvers@5.4.0+e39308d034e7b856/node_modules/@hookform/resolvers/vest/dist/vest.modern.mjs.map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D:/pasar_fix/node_modules/.bun/@hookform+resolvers@5.4.0+e39308d034e7b856/node_modules/@hookform/resolvers/vest/dist/vest.module.js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D:/pasar_fix/node_modules/.bun/@hookform+resolvers@5.4.0+e39308d034e7b856/node_modules/@hookform/resolvers/vest/dist/vest.module.js.map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D:/pasar_fix/node_modules/.bun/@hookform+resolvers@5.4.0+e39308d034e7b856/node_modules/@hookform/resolvers/vest/dist/vest.umd.js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D:/pasar_fix/node_modules/.bun/@hookform+resolvers@5.4.0+e39308d034e7b856/node_modules/@hookform/resolvers/vest/dist/vest.umd.js.map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D:/pasar_fix/node_modules/.bun/@hookform+resolvers@5.4.0+e39308d034e7b856/node_modules/@hookform/resolvers/vest/src/index.ts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D:/pasar_fix/node_modules/.bun/@hookform+resolvers@5.4.0+e39308d034e7b856/node_modules/@hookform/resolvers/vest/src/types.ts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D:/pasar_fix/node_modules/.bun/@hookform+resolvers@5.4.0+e39308d034e7b856/node_modules/@hookform/resolvers/vest/src/vest.ts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D:/pasar_fix/node_modules/.bun/@hookform+resolvers@5.4.0+e39308d034e7b856/node_modules/@hookform/resolvers/vest/src/__tests__/Form-native-validation.tsx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D:/pasar_fix/node_modules/.bun/@hookform+resolvers@5.4.0+e39308d034e7b856/node_modules/@hookform/resolvers/vest/src/__tests__/Form.tsx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D:/pasar_fix/node_modules/.bun/@hookform+resolvers@5.4.0+e39308d034e7b856/node_modules/@hookform/resolvers/vest/src/__tests__/vest.ts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D:/pasar_fix/node_modules/.bun/@hookform+resolvers@5.4.0+e39308d034e7b856/node_modules/@hookform/resolvers/vest/src/__tests__/__fixtures__/data.ts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D:/pasar_fix/node_modules/.bun/@hookform+resolvers@5.4.0+e39308d034e7b856/node_modules/@hookform/resolvers/vest/src/__tests__/__snapshots__/vest.ts.snap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D:/pasar_fix/node_modules/.bun/@hookform+resolvers@5.4.0+e39308d034e7b856/node_modules/@hookform/resolvers/vine/package.json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D:/pasar_fix/node_modules/.bun/@hookform+resolvers@5.4.0+e39308d034e7b856/node_modules/@hookform/resolvers/vine/dist/index.d.ts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D:/pasar_fix/node_modules/.bun/@hookform+resolvers@5.4.0+e39308d034e7b856/node_modules/@hookform/resolvers/vine/dist/vine.d.ts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D:/pasar_fix/node_modules/.bun/@hookform+resolvers@5.4.0+e39308d034e7b856/node_modules/@hookform/resolvers/vine/dist/vine.js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D:/pasar_fix/node_modules/.bun/@hookform+resolvers@5.4.0+e39308d034e7b856/node_modules/@hookform/resolvers/vine/dist/vine.js.map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D:/pasar_fix/node_modules/.bun/@hookform+resolvers@5.4.0+e39308d034e7b856/node_modules/@hookform/resolvers/vine/dist/vine.mjs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D:/pasar_fix/node_modules/.bun/@hookform+resolvers@5.4.0+e39308d034e7b856/node_modules/@hookform/resolvers/vine/dist/vine.modern.mjs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D:/pasar_fix/node_modules/.bun/@hookform+resolvers@5.4.0+e39308d034e7b856/node_modules/@hookform/resolvers/vine/dist/vine.modern.mjs.map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D:/pasar_fix/node_modules/.bun/@hookform+resolvers@5.4.0+e39308d034e7b856/node_modules/@hookform/resolvers/vine/dist/vine.module.js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D:/pasar_fix/node_modules/.bun/@hookform+resolvers@5.4.0+e39308d034e7b856/node_modules/@hookform/resolvers/vine/dist/vine.module.js.map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D:/pasar_fix/node_modules/.bun/@hookform+resolvers@5.4.0+e39308d034e7b856/node_modules/@hookform/resolvers/vine/dist/vine.umd.js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D:/pasar_fix/node_modules/.bun/@hookform+resolvers@5.4.0+e39308d034e7b856/node_modules/@hookform/resolvers/vine/dist/vine.umd.js.map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D:/pasar_fix/node_modules/.bun/@hookform+resolvers@5.4.0+e39308d034e7b856/node_modules/@hookform/resolvers/vine/src/index.ts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D:/pasar_fix/node_modules/.bun/@hookform+resolvers@5.4.0+e39308d034e7b856/node_modules/@hookform/resolvers/vine/src/vine.ts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D:/pasar_fix/node_modules/.bun/@hookform+resolvers@5.4.0+e39308d034e7b856/node_modules/@hookform/resolvers/vine/src/__tests__/Form-native-validation.tsx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D:/pasar_fix/node_modules/.bun/@hookform+resolvers@5.4.0+e39308d034e7b856/node_modules/@hookform/resolvers/vine/src/__tests__/Form.tsx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D:/pasar_fix/node_modules/.bun/@hookform+resolvers@5.4.0+e39308d034e7b856/node_modules/@hookform/resolvers/vine/src/__tests__/vine.ts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D:/pasar_fix/node_modules/.bun/@hookform+resolvers@5.4.0+e39308d034e7b856/node_modules/@hookform/resolvers/vine/src/__tests__/__fixtures__/data.ts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D:/pasar_fix/node_modules/.bun/@hookform+resolvers@5.4.0+e39308d034e7b856/node_modules/@hookform/resolvers/vine/src/__tests__/__snapshots__/vine.ts.snap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D:/pasar_fix/node_modules/.bun/@hookform+resolvers@5.4.0+e39308d034e7b856/node_modules/@hookform/resolvers/yup/package.json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D:/pasar_fix/node_modules/.bun/@hookform+resolvers@5.4.0+e39308d034e7b856/node_modules/@hookform/resolvers/yup/dist/index.d.ts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D:/pasar_fix/node_modules/.bun/@hookform+resolvers@5.4.0+e39308d034e7b856/node_modules/@hookform/resolvers/yup/dist/yup.d.ts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D:/pasar_fix/node_modules/.bun/@hookform+resolvers@5.4.0+e39308d034e7b856/node_modules/@hookform/resolvers/yup/dist/yup.js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D:/pasar_fix/node_modules/.bun/@hookform+resolvers@5.4.0+e39308d034e7b856/node_modules/@hookform/resolvers/yup/dist/yup.js.map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D:/pasar_fix/node_modules/.bun/@hookform+resolvers@5.4.0+e39308d034e7b856/node_modules/@hookform/resolvers/yup/dist/yup.mjs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D:/pasar_fix/node_modules/.bun/@hookform+resolvers@5.4.0+e39308d034e7b856/node_modules/@hookform/resolvers/yup/dist/yup.modern.mjs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D:/pasar_fix/node_modules/.bun/@hookform+resolvers@5.4.0+e39308d034e7b856/node_modules/@hookform/resolvers/yup/dist/yup.modern.mjs.map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D:/pasar_fix/node_modules/.bun/@hookform+resolvers@5.4.0+e39308d034e7b856/node_modules/@hookform/resolvers/yup/dist/yup.module.js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D:/pasar_fix/node_modules/.bun/@hookform+resolvers@5.4.0+e39308d034e7b856/node_modules/@hookform/resolvers/yup/dist/yup.module.js.map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D:/pasar_fix/node_modules/.bun/@hookform+resolvers@5.4.0+e39308d034e7b856/node_modules/@hookform/resolvers/yup/dist/yup.umd.js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D:/pasar_fix/node_modules/.bun/@hookform+resolvers@5.4.0+e39308d034e7b856/node_modules/@hookform/resolvers/yup/dist/yup.umd.js.map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D:/pasar_fix/node_modules/.bun/@hookform+resolvers@5.4.0+e39308d034e7b856/node_modules/@hookform/resolvers/yup/src/index.ts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D:/pasar_fix/node_modules/.bun/@hookform+resolvers@5.4.0+e39308d034e7b856/node_modules/@hookform/resolvers/yup/src/yup.ts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D:/pasar_fix/node_modules/.bun/@hookform+resolvers@5.4.0+e39308d034e7b856/node_modules/@hookform/resolvers/yup/src/__tests__/Form-native-validation.tsx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D:/pasar_fix/node_modules/.bun/@hookform+resolvers@5.4.0+e39308d034e7b856/node_modules/@hookform/resolvers/yup/src/__tests__/Form.tsx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D:/pasar_fix/node_modules/.bun/@hookform+resolvers@5.4.0+e39308d034e7b856/node_modules/@hookform/resolvers/yup/src/__tests__/yup.ts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D:/pasar_fix/node_modules/.bun/@hookform+resolvers@5.4.0+e39308d034e7b856/node_modules/@hookform/resolvers/yup/src/__tests__/__fixtures__/data.ts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D:/pasar_fix/node_modules/.bun/@hookform+resolvers@5.4.0+e39308d034e7b856/node_modules/@hookform/resolvers/yup/src/__tests__/__snapshots__/yup.ts.snap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D:/pasar_fix/node_modules/.bun/@hookform+resolvers@5.4.0+e39308d034e7b856/node_modules/@hookform/resolvers/zod/package.json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D:/pasar_fix/node_modules/.bun/@hookform+resolvers@5.4.0+e39308d034e7b856/node_modules/@hookform/resolvers/zod/dist/index.d.ts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D:/pasar_fix/node_modules/.bun/@hookform+resolvers@5.4.0+e39308d034e7b856/node_modules/@hookform/resolvers/zod/dist/zod.d.ts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D:/pasar_fix/node_modules/.bun/@hookform+resolvers@5.4.0+e39308d034e7b856/node_modules/@hookform/resolvers/zod/dist/zod.js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D:/pasar_fix/node_modules/.bun/@hookform+resolvers@5.4.0+e39308d034e7b856/node_modules/@hookform/resolvers/zod/dist/zod.js.map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D:/pasar_fix/node_modules/.bun/@hookform+resolvers@5.4.0+e39308d034e7b856/node_modules/@hookform/resolvers/zod/dist/zod.mjs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D:/pasar_fix/node_modules/.bun/@hookform+resolvers@5.4.0+e39308d034e7b856/node_modules/@hookform/resolvers/zod/dist/zod.modern.mjs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D:/pasar_fix/node_modules/.bun/@hookform+resolvers@5.4.0+e39308d034e7b856/node_modules/@hookform/resolvers/zod/dist/zod.modern.mjs.map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D:/pasar_fix/node_modules/.bun/@hookform+resolvers@5.4.0+e39308d034e7b856/node_modules/@hookform/resolvers/zod/dist/zod.module.js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D:/pasar_fix/node_modules/.bun/@hookform+resolvers@5.4.0+e39308d034e7b856/node_modules/@hookform/resolvers/zod/dist/zod.module.js.map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D:/pasar_fix/node_modules/.bun/@hookform+resolvers@5.4.0+e39308d034e7b856/node_modules/@hookform/resolvers/zod/dist/zod.umd.js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D:/pasar_fix/node_modules/.bun/@hookform+resolvers@5.4.0+e39308d034e7b856/node_modules/@hookform/resolvers/zod/dist/zod.umd.js.map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D:/pasar_fix/node_modules/.bun/@hookform+resolvers@5.4.0+e39308d034e7b856/node_modules/@hookform/resolvers/zod/src/index.ts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D:/pasar_fix/node_modules/.bun/@hookform+resolvers@5.4.0+e39308d034e7b856/node_modules/@hookform/resolvers/zod/src/zod.ts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D:/pasar_fix/node_modules/.bun/@hookform+resolvers@5.4.0+e39308d034e7b856/node_modules/@hookform/resolvers/zod/src/__tests__/Form-native-validation.tsx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D:/pasar_fix/node_modules/.bun/@hookform+resolvers@5.4.0+e39308d034e7b856/node_modules/@hookform/resolvers/zod/src/__tests__/Form.tsx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D:/pasar_fix/node_modules/.bun/@hookform+resolvers@5.4.0+e39308d034e7b856/node_modules/@hookform/resolvers/zod/src/__tests__/zod-v3.ts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D:/pasar_fix/node_modules/.bun/@hookform+resolvers@5.4.0+e39308d034e7b856/node_modules/@hookform/resolvers/zod/src/__tests__/zod-v4-mini.ts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D:/pasar_fix/node_modules/.bun/@hookform+resolvers@5.4.0+e39308d034e7b856/node_modules/@hookform/resolvers/zod/src/__tests__/zod-v4.ts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D:/pasar_fix/node_modules/.bun/@hookform+resolvers@5.4.0+e39308d034e7b856/node_modules/@hookform/resolvers/zod/src/__tests__/__fixtures__/data-v3.ts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D:/pasar_fix/node_modules/.bun/@hookform+resolvers@5.4.0+e39308d034e7b856/node_modules/@hookform/resolvers/zod/src/__tests__/__fixtures__/data-v4-mini.ts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D:/pasar_fix/node_modules/.bun/@hookform+resolvers@5.4.0+e39308d034e7b856/node_modules/@hookform/resolvers/zod/src/__tests__/__fixtures__/data-v4.ts</a:t>
            </a:r>
          </a:p>
          <a:p>
            <a:pPr>
              <a:defRPr sz="1200"/>
            </a:pPr>
            <a:r>
              <a:t>D:/pasar_fix/node_modules/.bun/@hookform+resolvers@5.4.0+e39308d034e7b856/node_modules/@hookform/resolvers/zod/src/__tests__/__snapshots__/zod.ts.snap</a:t>
            </a:r>
          </a:p>
          <a:p>
            <a:pPr>
              <a:defRPr sz="1200"/>
            </a:pPr>
            <a:r>
              <a:t>D:/pasar_fix/node_modules/.bun/@iconify+types@2.0.0/node_modules/@iconify/types/.prettierrc</a:t>
            </a:r>
          </a:p>
          <a:p>
            <a:pPr>
              <a:defRPr sz="1200"/>
            </a:pPr>
            <a:r>
              <a:t>D:/pasar_fix/node_modules/.bun/@iconify+types@2.0.0/node_modules/@iconify/types/license.txt</a:t>
            </a:r>
          </a:p>
          <a:p>
            <a:pPr>
              <a:defRPr sz="1200"/>
            </a:pPr>
            <a:r>
              <a:t>D:/pasar_fix/node_modules/.bun/@iconify+types@2.0.0/node_modules/@iconify/types/package.json</a:t>
            </a:r>
          </a:p>
          <a:p>
            <a:pPr>
              <a:defRPr sz="1200"/>
            </a:pPr>
            <a:r>
              <a:t>D:/pasar_fix/node_modules/.bun/@iconify+types@2.0.0/node_modules/@iconify/types/pnpm-lock.yaml</a:t>
            </a:r>
          </a:p>
          <a:p>
            <a:pPr>
              <a:defRPr sz="1200"/>
            </a:pPr>
            <a:r>
              <a:t>D:/pasar_fix/node_modules/.bun/@iconify+types@2.0.0/node_modules/@iconify/types/provider.d.ts</a:t>
            </a:r>
          </a:p>
          <a:p>
            <a:pPr>
              <a:defRPr sz="1200"/>
            </a:pPr>
            <a:r>
              <a:t>D:/pasar_fix/node_modules/.bun/@iconify+types@2.0.0/node_modules/@iconify/types/provider.js</a:t>
            </a:r>
          </a:p>
          <a:p>
            <a:pPr>
              <a:defRPr sz="1200"/>
            </a:pPr>
            <a:r>
              <a:t>D:/pasar_fix/node_modules/.bun/@iconify+types@2.0.0/node_modules/@iconify/types/README.md</a:t>
            </a:r>
          </a:p>
          <a:p>
            <a:pPr>
              <a:defRPr sz="1200"/>
            </a:pPr>
            <a:r>
              <a:t>D:/pasar_fix/node_modules/.bun/@iconify+types@2.0.0/node_modules/@iconify/types/types.d.ts</a:t>
            </a:r>
          </a:p>
          <a:p>
            <a:pPr>
              <a:defRPr sz="1200"/>
            </a:pPr>
            <a:r>
              <a:t>D:/pasar_fix/node_modules/.bun/@iconify+types@2.0.0/node_modules/@iconify/types/types.js</a:t>
            </a:r>
          </a:p>
          <a:p>
            <a:pPr>
              <a:defRPr sz="1200"/>
            </a:pPr>
            <a:r>
              <a:t>D:/pasar_fix/node_modules/.bun/@iconify+utils@3.1.3/node_modules/@iconify/utils/license.txt</a:t>
            </a:r>
          </a:p>
          <a:p>
            <a:pPr>
              <a:defRPr sz="1200"/>
            </a:pPr>
            <a:r>
              <a:t>D:/pasar_fix/node_modules/.bun/@iconify+utils@3.1.3/node_modules/@iconify/utils/package.json</a:t>
            </a:r>
          </a:p>
          <a:p>
            <a:pPr>
              <a:defRPr sz="1200"/>
            </a:pPr>
            <a:r>
              <a:t>D:/pasar_fix/node_modules/.bun/@iconify+utils@3.1.3/node_modules/@iconify/utils/readme.md</a:t>
            </a:r>
          </a:p>
          <a:p>
            <a:pPr>
              <a:defRPr sz="1200"/>
            </a:pPr>
            <a:r>
              <a:t>D:/pasar_fix/node_modules/.bun/@iconify+utils@3.1.3/node_modules/@iconify/utils/lib/index.d.ts</a:t>
            </a:r>
          </a:p>
          <a:p>
            <a:pPr>
              <a:defRPr sz="1200"/>
            </a:pPr>
            <a:r>
              <a:t>D:/pasar_fix/node_modules/.bun/@iconify+utils@3.1.3/node_modules/@iconify/utils/lib/index.js</a:t>
            </a:r>
          </a:p>
          <a:p>
            <a:pPr>
              <a:defRPr sz="1200"/>
            </a:pPr>
            <a:r>
              <a:t>D:/pasar_fix/node_modules/.bun/@iconify+utils@3.1.3/node_modules/@iconify/utils/lib/colors/index.d.ts</a:t>
            </a:r>
          </a:p>
          <a:p>
            <a:pPr>
              <a:defRPr sz="1200"/>
            </a:pPr>
            <a:r>
              <a:t>D:/pasar_fix/node_modules/.bun/@iconify+utils@3.1.3/node_modules/@iconify/utils/lib/colors/index.js</a:t>
            </a:r>
          </a:p>
          <a:p>
            <a:pPr>
              <a:defRPr sz="1200"/>
            </a:pPr>
            <a:r>
              <a:t>D:/pasar_fix/node_modules/.bun/@iconify+utils@3.1.3/node_modules/@iconify/utils/lib/colors/keywords.d.ts</a:t>
            </a:r>
          </a:p>
          <a:p>
            <a:pPr>
              <a:defRPr sz="1200"/>
            </a:pPr>
            <a:r>
              <a:t>D:/pasar_fix/node_modules/.bun/@iconify+utils@3.1.3/node_modules/@iconify/utils/lib/colors/keywords.js</a:t>
            </a:r>
          </a:p>
          <a:p>
            <a:pPr>
              <a:defRPr sz="1200"/>
            </a:pPr>
            <a:r>
              <a:t>D:/pasar_fix/node_modules/.bun/@iconify+utils@3.1.3/node_modules/@iconify/utils/lib/colors/types.d.ts</a:t>
            </a:r>
          </a:p>
          <a:p>
            <a:pPr>
              <a:defRPr sz="1200"/>
            </a:pPr>
            <a:r>
              <a:t>D:/pasar_fix/node_modules/.bun/@iconify+utils@3.1.3/node_modules/@iconify/utils/lib/colors/types.js</a:t>
            </a:r>
          </a:p>
          <a:p>
            <a:pPr>
              <a:defRPr sz="1200"/>
            </a:pPr>
            <a:r>
              <a:t>D:/pasar_fix/node_modules/.bun/@iconify+utils@3.1.3/node_modules/@iconify/utils/lib/css/common.d.ts</a:t>
            </a:r>
          </a:p>
          <a:p>
            <a:pPr>
              <a:defRPr sz="1200"/>
            </a:pPr>
            <a:r>
              <a:t>D:/pasar_fix/node_modules/.bun/@iconify+utils@3.1.3/node_modules/@iconify/utils/lib/css/common.js</a:t>
            </a:r>
          </a:p>
          <a:p>
            <a:pPr>
              <a:defRPr sz="1200"/>
            </a:pPr>
            <a:r>
              <a:t>D:/pasar_fix/node_modules/.bun/@iconify+utils@3.1.3/node_modules/@iconify/utils/lib/css/format.d.ts</a:t>
            </a:r>
          </a:p>
          <a:p>
            <a:pPr>
              <a:defRPr sz="1200"/>
            </a:pPr>
            <a:r>
              <a:t>D:/pasar_fix/node_modules/.bun/@iconify+utils@3.1.3/node_modules/@iconify/utils/lib/css/format.js</a:t>
            </a:r>
          </a:p>
          <a:p>
            <a:pPr>
              <a:defRPr sz="1200"/>
            </a:pPr>
            <a:r>
              <a:t>D:/pasar_fix/node_modules/.bun/@iconify+utils@3.1.3/node_modules/@iconify/utils/lib/css/icon.d.ts</a:t>
            </a:r>
          </a:p>
          <a:p>
            <a:pPr>
              <a:defRPr sz="1200"/>
            </a:pPr>
            <a:r>
              <a:t>D:/pasar_fix/node_modules/.bun/@iconify+utils@3.1.3/node_modules/@iconify/utils/lib/css/icon.js</a:t>
            </a:r>
          </a:p>
          <a:p>
            <a:pPr>
              <a:defRPr sz="1200"/>
            </a:pPr>
            <a:r>
              <a:t>D:/pasar_fix/node_modules/.bun/@iconify+utils@3.1.3/node_modules/@iconify/utils/lib/css/icons.d.ts</a:t>
            </a:r>
          </a:p>
          <a:p>
            <a:pPr>
              <a:defRPr sz="1200"/>
            </a:pPr>
            <a:r>
              <a:t>D:/pasar_fix/node_modules/.bun/@iconify+utils@3.1.3/node_modules/@iconify/utils/lib/css/icons.js</a:t>
            </a:r>
          </a:p>
          <a:p>
            <a:pPr>
              <a:defRPr sz="1200"/>
            </a:pPr>
            <a:r>
              <a:t>D:/pasar_fix/node_modules/.bun/@iconify+utils@3.1.3/node_modules/@iconify/utils/lib/css/types.d.ts</a:t>
            </a:r>
          </a:p>
          <a:p>
            <a:pPr>
              <a:defRPr sz="1200"/>
            </a:pPr>
            <a:r>
              <a:t>D:/pasar_fix/node_modules/.bun/@iconify+utils@3.1.3/node_modules/@iconify/utils/lib/css/types.js</a:t>
            </a:r>
          </a:p>
          <a:p>
            <a:pPr>
              <a:defRPr sz="1200"/>
            </a:pPr>
            <a:r>
              <a:t>D:/pasar_fix/node_modules/.bun/@iconify+utils@3.1.3/node_modules/@iconify/utils/lib/customisations/bool.d.ts</a:t>
            </a:r>
          </a:p>
          <a:p>
            <a:pPr>
              <a:defRPr sz="1200"/>
            </a:pPr>
            <a:r>
              <a:t>D:/pasar_fix/node_modules/.bun/@iconify+utils@3.1.3/node_modules/@iconify/utils/lib/customisations/bool.js</a:t>
            </a:r>
          </a:p>
          <a:p>
            <a:pPr>
              <a:defRPr sz="1200"/>
            </a:pPr>
            <a:r>
              <a:t>D:/pasar_fix/node_modules/.bun/@iconify+utils@3.1.3/node_modules/@iconify/utils/lib/customisations/defaults.d.ts</a:t>
            </a:r>
          </a:p>
          <a:p>
            <a:pPr>
              <a:defRPr sz="1200"/>
            </a:pPr>
            <a:r>
              <a:t>D:/pasar_fix/node_modules/.bun/@iconify+utils@3.1.3/node_modules/@iconify/utils/lib/customisations/defaults.js</a:t>
            </a:r>
          </a:p>
          <a:p>
            <a:pPr>
              <a:defRPr sz="1200"/>
            </a:pPr>
            <a:r>
              <a:t>D:/pasar_fix/node_modules/.bun/@iconify+utils@3.1.3/node_modules/@iconify/utils/lib/customisations/flip.d.ts</a:t>
            </a:r>
          </a:p>
          <a:p>
            <a:pPr>
              <a:defRPr sz="1200"/>
            </a:pPr>
            <a:r>
              <a:t>D:/pasar_fix/node_modules/.bun/@iconify+utils@3.1.3/node_modules/@iconify/utils/lib/customisations/flip.js</a:t>
            </a:r>
          </a:p>
          <a:p>
            <a:pPr>
              <a:defRPr sz="1200"/>
            </a:pPr>
            <a:r>
              <a:t>D:/pasar_fix/node_modules/.bun/@iconify+utils@3.1.3/node_modules/@iconify/utils/lib/customisations/merge.d.ts</a:t>
            </a:r>
          </a:p>
          <a:p>
            <a:pPr>
              <a:defRPr sz="1200"/>
            </a:pPr>
            <a:r>
              <a:t>D:/pasar_fix/node_modules/.bun/@iconify+utils@3.1.3/node_modules/@iconify/utils/lib/customisations/merge.js</a:t>
            </a:r>
          </a:p>
          <a:p>
            <a:pPr>
              <a:defRPr sz="1200"/>
            </a:pPr>
            <a:r>
              <a:t>D:/pasar_fix/node_modules/.bun/@iconify+utils@3.1.3/node_modules/@iconify/utils/lib/customisations/rotate.d.ts</a:t>
            </a:r>
          </a:p>
          <a:p>
            <a:pPr>
              <a:defRPr sz="1200"/>
            </a:pPr>
            <a:r>
              <a:t>D:/pasar_fix/node_modules/.bun/@iconify+utils@3.1.3/node_modules/@iconify/utils/lib/customisations/rotate.js</a:t>
            </a:r>
          </a:p>
          <a:p>
            <a:pPr>
              <a:defRPr sz="1200"/>
            </a:pPr>
            <a:r>
              <a:t>D:/pasar_fix/node_modules/.bun/@iconify+utils@3.1.3/node_modules/@iconify/utils/lib/emoji/cleanup.d.ts</a:t>
            </a:r>
          </a:p>
          <a:p>
            <a:pPr>
              <a:defRPr sz="1200"/>
            </a:pPr>
            <a:r>
              <a:t>D:/pasar_fix/node_modules/.bun/@iconify+utils@3.1.3/node_modules/@iconify/utils/lib/emoji/cleanup.js</a:t>
            </a:r>
          </a:p>
          <a:p>
            <a:pPr>
              <a:defRPr sz="1200"/>
            </a:pPr>
            <a:r>
              <a:t>D:/pasar_fix/node_modules/.bun/@iconify+utils@3.1.3/node_modules/@iconify/utils/lib/emoji/convert.d.ts</a:t>
            </a:r>
          </a:p>
          <a:p>
            <a:pPr>
              <a:defRPr sz="1200"/>
            </a:pPr>
            <a:r>
              <a:t>D:/pasar_fix/node_modules/.bun/@iconify+utils@3.1.3/node_modules/@iconify/utils/lib/emoji/convert.js</a:t>
            </a:r>
          </a:p>
          <a:p>
            <a:pPr>
              <a:defRPr sz="1200"/>
            </a:pPr>
            <a:r>
              <a:t>D:/pasar_fix/node_modules/.bun/@iconify+utils@3.1.3/node_modules/@iconify/utils/lib/emoji/data.d.ts</a:t>
            </a:r>
          </a:p>
          <a:p>
            <a:pPr>
              <a:defRPr sz="1200"/>
            </a:pPr>
            <a:r>
              <a:t>D:/pasar_fix/node_modules/.bun/@iconify+utils@3.1.3/node_modules/@iconify/utils/lib/emoji/data.js</a:t>
            </a:r>
          </a:p>
          <a:p>
            <a:pPr>
              <a:defRPr sz="1200"/>
            </a:pPr>
            <a:r>
              <a:t>D:/pasar_fix/node_modules/.bun/@iconify+utils@3.1.3/node_modules/@iconify/utils/lib/emoji/format.d.ts</a:t>
            </a:r>
          </a:p>
          <a:p>
            <a:pPr>
              <a:defRPr sz="1200"/>
            </a:pPr>
            <a:r>
              <a:t>D:/pasar_fix/node_modules/.bun/@iconify+utils@3.1.3/node_modules/@iconify/utils/lib/emoji/format.js</a:t>
            </a:r>
          </a:p>
          <a:p>
            <a:pPr>
              <a:defRPr sz="1200"/>
            </a:pPr>
            <a:r>
              <a:t>D:/pasar_fix/node_modules/.bun/@iconify+utils@3.1.3/node_modules/@iconify/utils/lib/emoji/parse.d.ts</a:t>
            </a:r>
          </a:p>
          <a:p>
            <a:pPr>
              <a:defRPr sz="1200"/>
            </a:pPr>
            <a:r>
              <a:t>D:/pasar_fix/node_modules/.bun/@iconify+utils@3.1.3/node_modules/@iconify/utils/lib/emoji/parse.js</a:t>
            </a:r>
          </a:p>
          <a:p>
            <a:pPr>
              <a:defRPr sz="1200"/>
            </a:pPr>
            <a:r>
              <a:t>D:/pasar_fix/node_modules/.bun/@iconify+utils@3.1.3/node_modules/@iconify/utils/lib/emoji/regex/base.d.ts</a:t>
            </a:r>
          </a:p>
          <a:p>
            <a:pPr>
              <a:defRPr sz="1200"/>
            </a:pPr>
            <a:r>
              <a:t>D:/pasar_fix/node_modules/.bun/@iconify+utils@3.1.3/node_modules/@iconify/utils/lib/emoji/regex/base.js</a:t>
            </a:r>
          </a:p>
          <a:p>
            <a:pPr>
              <a:defRPr sz="1200"/>
            </a:pPr>
            <a:r>
              <a:t>D:/pasar_fix/node_modules/.bun/@iconify+utils@3.1.3/node_modules/@iconify/utils/lib/emoji/regex/create.d.ts</a:t>
            </a:r>
          </a:p>
          <a:p>
            <a:pPr>
              <a:defRPr sz="1200"/>
            </a:pPr>
            <a:r>
              <a:t>D:/pasar_fix/node_modules/.bun/@iconify+utils@3.1.3/node_modules/@iconify/utils/lib/emoji/regex/create.js</a:t>
            </a:r>
          </a:p>
          <a:p>
            <a:pPr>
              <a:defRPr sz="1200"/>
            </a:pPr>
            <a:r>
              <a:t>D:/pasar_fix/node_modules/.bun/@iconify+utils@3.1.3/node_modules/@iconify/utils/lib/emoji/regex/numbers.d.ts</a:t>
            </a:r>
          </a:p>
          <a:p>
            <a:pPr>
              <a:defRPr sz="1200"/>
            </a:pPr>
            <a:r>
              <a:t>D:/pasar_fix/node_modules/.bun/@iconify+utils@3.1.3/node_modules/@iconify/utils/lib/emoji/regex/numbers.js</a:t>
            </a:r>
          </a:p>
          <a:p>
            <a:pPr>
              <a:defRPr sz="1200"/>
            </a:pPr>
            <a:r>
              <a:t>D:/pasar_fix/node_modules/.bun/@iconify+utils@3.1.3/node_modules/@iconify/utils/lib/emoji/regex/similar.d.ts</a:t>
            </a:r>
          </a:p>
          <a:p>
            <a:pPr>
              <a:defRPr sz="1200"/>
            </a:pPr>
            <a:r>
              <a:t>D:/pasar_fix/node_modules/.bun/@iconify+utils@3.1.3/node_modules/@iconify/utils/lib/emoji/regex/similar.js</a:t>
            </a:r>
          </a:p>
          <a:p>
            <a:pPr>
              <a:defRPr sz="1200"/>
            </a:pPr>
            <a:r>
              <a:t>D:/pasar_fix/node_modules/.bun/@iconify+utils@3.1.3/node_modules/@iconify/utils/lib/emoji/regex/tree.d.ts</a:t>
            </a:r>
          </a:p>
          <a:p>
            <a:pPr>
              <a:defRPr sz="1200"/>
            </a:pPr>
            <a:r>
              <a:t>D:/pasar_fix/node_modules/.bun/@iconify+utils@3.1.3/node_modules/@iconify/utils/lib/emoji/regex/tree.js</a:t>
            </a:r>
          </a:p>
          <a:p>
            <a:pPr>
              <a:defRPr sz="1200"/>
            </a:pPr>
            <a:r>
              <a:t>D:/pasar_fix/node_modules/.bun/@iconify+utils@3.1.3/node_modules/@iconify/utils/lib/emoji/replace/find.d.ts</a:t>
            </a:r>
          </a:p>
          <a:p>
            <a:pPr>
              <a:defRPr sz="1200"/>
            </a:pPr>
            <a:r>
              <a:t>D:/pasar_fix/node_modules/.bun/@iconify+utils@3.1.3/node_modules/@iconify/utils/lib/emoji/replace/find.js</a:t>
            </a:r>
          </a:p>
          <a:p>
            <a:pPr>
              <a:defRPr sz="1200"/>
            </a:pPr>
            <a:r>
              <a:t>D:/pasar_fix/node_modules/.bun/@iconify+utils@3.1.3/node_modules/@iconify/utils/lib/emoji/replace/replace.d.ts</a:t>
            </a:r>
          </a:p>
          <a:p>
            <a:pPr>
              <a:defRPr sz="1200"/>
            </a:pPr>
            <a:r>
              <a:t>D:/pasar_fix/node_modules/.bun/@iconify+utils@3.1.3/node_modules/@iconify/utils/lib/emoji/replace/replace.js</a:t>
            </a:r>
          </a:p>
          <a:p>
            <a:pPr>
              <a:defRPr sz="1200"/>
            </a:pPr>
            <a:r>
              <a:t>D:/pasar_fix/node_modules/.bun/@iconify+utils@3.1.3/node_modules/@iconify/utils/lib/emoji/test/components.d.ts</a:t>
            </a:r>
          </a:p>
          <a:p>
            <a:pPr>
              <a:defRPr sz="1200"/>
            </a:pPr>
            <a:r>
              <a:t>D:/pasar_fix/node_modules/.bun/@iconify+utils@3.1.3/node_modules/@iconify/utils/lib/emoji/test/components.js</a:t>
            </a:r>
          </a:p>
          <a:p>
            <a:pPr>
              <a:defRPr sz="1200"/>
            </a:pPr>
            <a:r>
              <a:t>D:/pasar_fix/node_modules/.bun/@iconify+utils@3.1.3/node_modules/@iconify/utils/lib/emoji/test/missing.d.ts</a:t>
            </a:r>
          </a:p>
          <a:p>
            <a:pPr>
              <a:defRPr sz="1200"/>
            </a:pPr>
            <a:r>
              <a:t>D:/pasar_fix/node_modules/.bun/@iconify+utils@3.1.3/node_modules/@iconify/utils/lib/emoji/test/missing.js</a:t>
            </a:r>
          </a:p>
          <a:p>
            <a:pPr>
              <a:defRPr sz="1200"/>
            </a:pPr>
            <a:r>
              <a:t>D:/pasar_fix/node_modules/.bun/@iconify+utils@3.1.3/node_modules/@iconify/utils/lib/emoji/test/name.d.ts</a:t>
            </a:r>
          </a:p>
          <a:p>
            <a:pPr>
              <a:defRPr sz="1200"/>
            </a:pPr>
            <a:r>
              <a:t>D:/pasar_fix/node_modules/.bun/@iconify+utils@3.1.3/node_modules/@iconify/utils/lib/emoji/test/name.js</a:t>
            </a:r>
          </a:p>
          <a:p>
            <a:pPr>
              <a:defRPr sz="1200"/>
            </a:pPr>
            <a:r>
              <a:t>D:/pasar_fix/node_modules/.bun/@iconify+utils@3.1.3/node_modules/@iconify/utils/lib/emoji/test/parse.d.ts</a:t>
            </a:r>
          </a:p>
          <a:p>
            <a:pPr>
              <a:defRPr sz="1200"/>
            </a:pPr>
            <a:r>
              <a:t>D:/pasar_fix/node_modules/.bun/@iconify+utils@3.1.3/node_modules/@iconify/utils/lib/emoji/test/parse.js</a:t>
            </a:r>
          </a:p>
          <a:p>
            <a:pPr>
              <a:defRPr sz="1200"/>
            </a:pPr>
            <a:r>
              <a:t>D:/pasar_fix/node_modules/.bun/@iconify+utils@3.1.3/node_modules/@iconify/utils/lib/emoji/test/similar.d.ts</a:t>
            </a:r>
          </a:p>
          <a:p>
            <a:pPr>
              <a:defRPr sz="1200"/>
            </a:pPr>
            <a:r>
              <a:t>D:/pasar_fix/node_modules/.bun/@iconify+utils@3.1.3/node_modules/@iconify/utils/lib/emoji/test/similar.js</a:t>
            </a:r>
          </a:p>
          <a:p>
            <a:pPr>
              <a:defRPr sz="1200"/>
            </a:pPr>
            <a:r>
              <a:t>D:/pasar_fix/node_modules/.bun/@iconify+utils@3.1.3/node_modules/@iconify/utils/lib/emoji/test/tree.d.ts</a:t>
            </a:r>
          </a:p>
          <a:p>
            <a:pPr>
              <a:defRPr sz="1200"/>
            </a:pPr>
            <a:r>
              <a:t>D:/pasar_fix/node_modules/.bun/@iconify+utils@3.1.3/node_modules/@iconify/utils/lib/emoji/test/tree.js</a:t>
            </a:r>
          </a:p>
          <a:p>
            <a:pPr>
              <a:defRPr sz="1200"/>
            </a:pPr>
            <a:r>
              <a:t>D:/pasar_fix/node_modules/.bun/@iconify+utils@3.1.3/node_modules/@iconify/utils/lib/emoji/test/variations.d.ts</a:t>
            </a:r>
          </a:p>
          <a:p>
            <a:pPr>
              <a:defRPr sz="1200"/>
            </a:pPr>
            <a:r>
              <a:t>D:/pasar_fix/node_modules/.bun/@iconify+utils@3.1.3/node_modules/@iconify/utils/lib/emoji/test/variations.js</a:t>
            </a:r>
          </a:p>
          <a:p>
            <a:pPr>
              <a:defRPr sz="1200"/>
            </a:pPr>
            <a:r>
              <a:t>D:/pasar_fix/node_modules/.bun/@iconify+utils@3.1.3/node_modules/@iconify/utils/lib/icon/defaults.d.ts</a:t>
            </a:r>
          </a:p>
          <a:p>
            <a:pPr>
              <a:defRPr sz="1200"/>
            </a:pPr>
            <a:r>
              <a:t>D:/pasar_fix/node_modules/.bun/@iconify+utils@3.1.3/node_modules/@iconify/utils/lib/icon/defaults.js</a:t>
            </a:r>
          </a:p>
          <a:p>
            <a:pPr>
              <a:defRPr sz="1200"/>
            </a:pPr>
            <a:r>
              <a:t>D:/pasar_fix/node_modules/.bun/@iconify+utils@3.1.3/node_modules/@iconify/utils/lib/icon/merge.d.ts</a:t>
            </a:r>
          </a:p>
          <a:p>
            <a:pPr>
              <a:defRPr sz="1200"/>
            </a:pPr>
            <a:r>
              <a:t>D:/pasar_fix/node_modules/.bun/@iconify+utils@3.1.3/node_modules/@iconify/utils/lib/icon/merge.js</a:t>
            </a:r>
          </a:p>
          <a:p>
            <a:pPr>
              <a:defRPr sz="1200"/>
            </a:pPr>
            <a:r>
              <a:t>D:/pasar_fix/node_modules/.bun/@iconify+utils@3.1.3/node_modules/@iconify/utils/lib/icon/name.d.ts</a:t>
            </a:r>
          </a:p>
          <a:p>
            <a:pPr>
              <a:defRPr sz="1200"/>
            </a:pPr>
            <a:r>
              <a:t>D:/pasar_fix/node_modules/.bun/@iconify+utils@3.1.3/node_modules/@iconify/utils/lib/icon/name.js</a:t>
            </a:r>
          </a:p>
          <a:p>
            <a:pPr>
              <a:defRPr sz="1200"/>
            </a:pPr>
            <a:r>
              <a:t>D:/pasar_fix/node_modules/.bun/@iconify+utils@3.1.3/node_modules/@iconify/utils/lib/icon/square.d.ts</a:t>
            </a:r>
          </a:p>
          <a:p>
            <a:pPr>
              <a:defRPr sz="1200"/>
            </a:pPr>
            <a:r>
              <a:t>D:/pasar_fix/node_modules/.bun/@iconify+utils@3.1.3/node_modules/@iconify/utils/lib/icon/square.js</a:t>
            </a:r>
          </a:p>
          <a:p>
            <a:pPr>
              <a:defRPr sz="1200"/>
            </a:pPr>
            <a:r>
              <a:t>D:/pasar_fix/node_modules/.bun/@iconify+utils@3.1.3/node_modules/@iconify/utils/lib/icon/transformations.d.ts</a:t>
            </a:r>
          </a:p>
          <a:p>
            <a:pPr>
              <a:defRPr sz="1200"/>
            </a:pPr>
            <a:r>
              <a:t>D:/pasar_fix/node_modules/.bun/@iconify+utils@3.1.3/node_modules/@iconify/utils/lib/icon/transformations.js</a:t>
            </a:r>
          </a:p>
          <a:p>
            <a:pPr>
              <a:defRPr sz="1200"/>
            </a:pPr>
            <a:r>
              <a:t>D:/pasar_fix/node_modules/.bun/@iconify+utils@3.1.3/node_modules/@iconify/utils/lib/icon-set/convert-info.d.ts</a:t>
            </a:r>
          </a:p>
          <a:p>
            <a:pPr>
              <a:defRPr sz="1200"/>
            </a:pPr>
            <a:r>
              <a:t>D:/pasar_fix/node_modules/.bun/@iconify+utils@3.1.3/node_modules/@iconify/utils/lib/icon-set/convert-info.js</a:t>
            </a:r>
          </a:p>
          <a:p>
            <a:pPr>
              <a:defRPr sz="1200"/>
            </a:pPr>
            <a:r>
              <a:t>D:/pasar_fix/node_modules/.bun/@iconify+utils@3.1.3/node_modules/@iconify/utils/lib/icon-set/expand.d.ts</a:t>
            </a:r>
          </a:p>
          <a:p>
            <a:pPr>
              <a:defRPr sz="1200"/>
            </a:pPr>
            <a:r>
              <a:t>D:/pasar_fix/node_modules/.bun/@iconify+utils@3.1.3/node_modules/@iconify/utils/lib/icon-set/expand.js</a:t>
            </a:r>
          </a:p>
          <a:p>
            <a:pPr>
              <a:defRPr sz="1200"/>
            </a:pPr>
            <a:r>
              <a:t>D:/pasar_fix/node_modules/.bun/@iconify+utils@3.1.3/node_modules/@iconify/utils/lib/icon-set/get-icon.d.ts</a:t>
            </a:r>
          </a:p>
          <a:p>
            <a:pPr>
              <a:defRPr sz="1200"/>
            </a:pPr>
            <a:r>
              <a:t>D:/pasar_fix/node_modules/.bun/@iconify+utils@3.1.3/node_modules/@iconify/utils/lib/icon-set/get-icon.js</a:t>
            </a:r>
          </a:p>
          <a:p>
            <a:pPr>
              <a:defRPr sz="1200"/>
            </a:pPr>
            <a:r>
              <a:t>D:/pasar_fix/node_modules/.bun/@iconify+utils@3.1.3/node_modules/@iconify/utils/lib/icon-set/get-icons.d.ts</a:t>
            </a:r>
          </a:p>
          <a:p>
            <a:pPr>
              <a:defRPr sz="1200"/>
            </a:pPr>
            <a:r>
              <a:t>D:/pasar_fix/node_modules/.bun/@iconify+utils@3.1.3/node_modules/@iconify/utils/lib/icon-set/get-icons.js</a:t>
            </a:r>
          </a:p>
          <a:p>
            <a:pPr>
              <a:defRPr sz="1200"/>
            </a:pPr>
            <a:r>
              <a:t>D:/pasar_fix/node_modules/.bun/@iconify+utils@3.1.3/node_modules/@iconify/utils/lib/icon-set/minify.d.ts</a:t>
            </a:r>
          </a:p>
          <a:p>
            <a:pPr>
              <a:defRPr sz="1200"/>
            </a:pPr>
            <a:r>
              <a:t>D:/pasar_fix/node_modules/.bun/@iconify+utils@3.1.3/node_modules/@iconify/utils/lib/icon-set/minify.js</a:t>
            </a:r>
          </a:p>
          <a:p>
            <a:pPr>
              <a:defRPr sz="1200"/>
            </a:pPr>
            <a:r>
              <a:t>D:/pasar_fix/node_modules/.bun/@iconify+utils@3.1.3/node_modules/@iconify/utils/lib/icon-set/parse.d.ts</a:t>
            </a:r>
          </a:p>
          <a:p>
            <a:pPr>
              <a:defRPr sz="1200"/>
            </a:pPr>
            <a:r>
              <a:t>D:/pasar_fix/node_modules/.bun/@iconify+utils@3.1.3/node_modules/@iconify/utils/lib/icon-set/parse.js</a:t>
            </a:r>
          </a:p>
          <a:p>
            <a:pPr>
              <a:defRPr sz="1200"/>
            </a:pPr>
            <a:r>
              <a:t>D:/pasar_fix/node_modules/.bun/@iconify+utils@3.1.3/node_modules/@iconify/utils/lib/icon-set/tree.d.ts</a:t>
            </a:r>
          </a:p>
          <a:p>
            <a:pPr>
              <a:defRPr sz="1200"/>
            </a:pPr>
            <a:r>
              <a:t>D:/pasar_fix/node_modules/.bun/@iconify+utils@3.1.3/node_modules/@iconify/utils/lib/icon-set/tree.js</a:t>
            </a:r>
          </a:p>
          <a:p>
            <a:pPr>
              <a:defRPr sz="1200"/>
            </a:pPr>
            <a:r>
              <a:t>D:/pasar_fix/node_modules/.bun/@iconify+utils@3.1.3/node_modules/@iconify/utils/lib/icon-set/validate-basic.d.ts</a:t>
            </a:r>
          </a:p>
          <a:p>
            <a:pPr>
              <a:defRPr sz="1200"/>
            </a:pPr>
            <a:r>
              <a:t>D:/pasar_fix/node_modules/.bun/@iconify+utils@3.1.3/node_modules/@iconify/utils/lib/icon-set/validate-basic.js</a:t>
            </a:r>
          </a:p>
          <a:p>
            <a:pPr>
              <a:defRPr sz="1200"/>
            </a:pPr>
            <a:r>
              <a:t>D:/pasar_fix/node_modules/.bun/@iconify+utils@3.1.3/node_modules/@iconify/utils/lib/icon-set/validate.d.ts</a:t>
            </a:r>
          </a:p>
          <a:p>
            <a:pPr>
              <a:defRPr sz="1200"/>
            </a:pPr>
            <a:r>
              <a:t>D:/pasar_fix/node_modules/.bun/@iconify+utils@3.1.3/node_modules/@iconify/utils/lib/icon-set/validate.js</a:t>
            </a:r>
          </a:p>
          <a:p>
            <a:pPr>
              <a:defRPr sz="1200"/>
            </a:pPr>
            <a:r>
              <a:t>D:/pasar_fix/node_modules/.bun/@iconify+utils@3.1.3/node_modules/@iconify/utils/lib/loader/custom.d.ts</a:t>
            </a:r>
          </a:p>
          <a:p>
            <a:pPr>
              <a:defRPr sz="1200"/>
            </a:pPr>
            <a:r>
              <a:t>D:/pasar_fix/node_modules/.bun/@iconify+utils@3.1.3/node_modules/@iconify/utils/lib/loader/custom.js</a:t>
            </a:r>
          </a:p>
          <a:p>
            <a:pPr>
              <a:defRPr sz="1200"/>
            </a:pPr>
            <a:r>
              <a:t>D:/pasar_fix/node_modules/.bun/@iconify+utils@3.1.3/node_modules/@iconify/utils/lib/loader/external-pkg.d.ts</a:t>
            </a:r>
          </a:p>
          <a:p>
            <a:pPr>
              <a:defRPr sz="1200"/>
            </a:pPr>
            <a:r>
              <a:t>D:/pasar_fix/node_modules/.bun/@iconify+utils@3.1.3/node_modules/@iconify/utils/lib/loader/external-pkg.js</a:t>
            </a:r>
          </a:p>
          <a:p>
            <a:pPr>
              <a:defRPr sz="1200"/>
            </a:pPr>
            <a:r>
              <a:t>D:/pasar_fix/node_modules/.bun/@iconify+utils@3.1.3/node_modules/@iconify/utils/lib/loader/fs.d.ts</a:t>
            </a:r>
          </a:p>
          <a:p>
            <a:pPr>
              <a:defRPr sz="1200"/>
            </a:pPr>
            <a:r>
              <a:t>D:/pasar_fix/node_modules/.bun/@iconify+utils@3.1.3/node_modules/@iconify/utils/lib/loader/fs.js</a:t>
            </a:r>
          </a:p>
          <a:p>
            <a:pPr>
              <a:defRPr sz="1200"/>
            </a:pPr>
            <a:r>
              <a:t>D:/pasar_fix/node_modules/.bun/@iconify+utils@3.1.3/node_modules/@iconify/utils/lib/loader/install-pkg.d.ts</a:t>
            </a:r>
          </a:p>
          <a:p>
            <a:pPr>
              <a:defRPr sz="1200"/>
            </a:pPr>
            <a:r>
              <a:t>D:/pasar_fix/node_modules/.bun/@iconify+utils@3.1.3/node_modules/@iconify/utils/lib/loader/install-pkg.js</a:t>
            </a:r>
          </a:p>
          <a:p>
            <a:pPr>
              <a:defRPr sz="1200"/>
            </a:pPr>
            <a:r>
              <a:t>D:/pasar_fix/node_modules/.bun/@iconify+utils@3.1.3/node_modules/@iconify/utils/lib/loader/loader.d.ts</a:t>
            </a:r>
          </a:p>
          <a:p>
            <a:pPr>
              <a:defRPr sz="1200"/>
            </a:pPr>
            <a:r>
              <a:t>D:/pasar_fix/node_modules/.bun/@iconify+utils@3.1.3/node_modules/@iconify/utils/lib/loader/loader.js</a:t>
            </a:r>
          </a:p>
          <a:p>
            <a:pPr>
              <a:defRPr sz="1200"/>
            </a:pPr>
            <a:r>
              <a:t>D:/pasar_fix/node_modules/.bun/@iconify+utils@3.1.3/node_modules/@iconify/utils/lib/loader/modern.d.ts</a:t>
            </a:r>
          </a:p>
          <a:p>
            <a:pPr>
              <a:defRPr sz="1200"/>
            </a:pPr>
            <a:r>
              <a:t>D:/pasar_fix/node_modules/.bun/@iconify+utils@3.1.3/node_modules/@iconify/utils/lib/loader/modern.js</a:t>
            </a:r>
          </a:p>
          <a:p>
            <a:pPr>
              <a:defRPr sz="1200"/>
            </a:pPr>
            <a:r>
              <a:t>D:/pasar_fix/node_modules/.bun/@iconify+utils@3.1.3/node_modules/@iconify/utils/lib/loader/node-loader.d.ts</a:t>
            </a:r>
          </a:p>
          <a:p>
            <a:pPr>
              <a:defRPr sz="1200"/>
            </a:pPr>
            <a:r>
              <a:t>D:/pasar_fix/node_modules/.bun/@iconify+utils@3.1.3/node_modules/@iconify/utils/lib/loader/node-loader.js</a:t>
            </a:r>
          </a:p>
          <a:p>
            <a:pPr>
              <a:defRPr sz="1200"/>
            </a:pPr>
            <a:r>
              <a:t>D:/pasar_fix/node_modules/.bun/@iconify+utils@3.1.3/node_modules/@iconify/utils/lib/loader/node-loaders.d.ts</a:t>
            </a:r>
          </a:p>
          <a:p>
            <a:pPr>
              <a:defRPr sz="1200"/>
            </a:pPr>
            <a:r>
              <a:t>D:/pasar_fix/node_modules/.bun/@iconify+utils@3.1.3/node_modules/@iconify/utils/lib/loader/node-loaders.js</a:t>
            </a:r>
          </a:p>
          <a:p>
            <a:pPr>
              <a:defRPr sz="1200"/>
            </a:pPr>
            <a:r>
              <a:t>D:/pasar_fix/node_modules/.bun/@iconify+utils@3.1.3/node_modules/@iconify/utils/lib/loader/resolve.d.ts</a:t>
            </a:r>
          </a:p>
          <a:p>
            <a:pPr>
              <a:defRPr sz="1200"/>
            </a:pPr>
            <a:r>
              <a:t>D:/pasar_fix/node_modules/.bun/@iconify+utils@3.1.3/node_modules/@iconify/utils/lib/loader/resolve.js</a:t>
            </a:r>
          </a:p>
          <a:p>
            <a:pPr>
              <a:defRPr sz="1200"/>
            </a:pPr>
            <a:r>
              <a:t>D:/pasar_fix/node_modules/.bun/@iconify+utils@3.1.3/node_modules/@iconify/utils/lib/loader/types.d.ts</a:t>
            </a:r>
          </a:p>
          <a:p>
            <a:pPr>
              <a:defRPr sz="1200"/>
            </a:pPr>
            <a:r>
              <a:t>D:/pasar_fix/node_modules/.bun/@iconify+utils@3.1.3/node_modules/@iconify/utils/lib/loader/types.js</a:t>
            </a:r>
          </a:p>
          <a:p>
            <a:pPr>
              <a:defRPr sz="1200"/>
            </a:pPr>
            <a:r>
              <a:t>D:/pasar_fix/node_modules/.bun/@iconify+utils@3.1.3/node_modules/@iconify/utils/lib/loader/utils.d.ts</a:t>
            </a:r>
          </a:p>
          <a:p>
            <a:pPr>
              <a:defRPr sz="1200"/>
            </a:pPr>
            <a:r>
              <a:t>D:/pasar_fix/node_modules/.bun/@iconify+utils@3.1.3/node_modules/@iconify/utils/lib/loader/utils.js</a:t>
            </a:r>
          </a:p>
          <a:p>
            <a:pPr>
              <a:defRPr sz="1200"/>
            </a:pPr>
            <a:r>
              <a:t>D:/pasar_fix/node_modules/.bun/@iconify+utils@3.1.3/node_modules/@iconify/utils/lib/loader/warn.d.ts</a:t>
            </a:r>
          </a:p>
          <a:p>
            <a:pPr>
              <a:defRPr sz="1200"/>
            </a:pPr>
            <a:r>
              <a:t>D:/pasar_fix/node_modules/.bun/@iconify+utils@3.1.3/node_modules/@iconify/utils/lib/loader/warn.js</a:t>
            </a:r>
          </a:p>
          <a:p>
            <a:pPr>
              <a:defRPr sz="1200"/>
            </a:pPr>
            <a:r>
              <a:t>D:/pasar_fix/node_modules/.bun/@iconify+utils@3.1.3/node_modules/@iconify/utils/lib/misc/licenses.d.ts</a:t>
            </a:r>
          </a:p>
          <a:p>
            <a:pPr>
              <a:defRPr sz="1200"/>
            </a:pPr>
            <a:r>
              <a:t>D:/pasar_fix/node_modules/.bun/@iconify+utils@3.1.3/node_modules/@iconify/utils/lib/misc/licenses.js</a:t>
            </a:r>
          </a:p>
          <a:p>
            <a:pPr>
              <a:defRPr sz="1200"/>
            </a:pPr>
            <a:r>
              <a:t>D:/pasar_fix/node_modules/.bun/@iconify+utils@3.1.3/node_modules/@iconify/utils/lib/misc/objects.d.ts</a:t>
            </a:r>
          </a:p>
          <a:p>
            <a:pPr>
              <a:defRPr sz="1200"/>
            </a:pPr>
            <a:r>
              <a:t>D:/pasar_fix/node_modules/.bun/@iconify+utils@3.1.3/node_modules/@iconify/utils/lib/misc/objects.js</a:t>
            </a:r>
          </a:p>
          <a:p>
            <a:pPr>
              <a:defRPr sz="1200"/>
            </a:pPr>
            <a:r>
              <a:t>D:/pasar_fix/node_modules/.bun/@iconify+utils@3.1.3/node_modules/@iconify/utils/lib/misc/strings.d.ts</a:t>
            </a:r>
          </a:p>
          <a:p>
            <a:pPr>
              <a:defRPr sz="1200"/>
            </a:pPr>
            <a:r>
              <a:t>D:/pasar_fix/node_modules/.bun/@iconify+utils@3.1.3/node_modules/@iconify/utils/lib/misc/strings.js</a:t>
            </a:r>
          </a:p>
          <a:p>
            <a:pPr>
              <a:defRPr sz="1200"/>
            </a:pPr>
            <a:r>
              <a:t>D:/pasar_fix/node_modules/.bun/@iconify+utils@3.1.3/node_modules/@iconify/utils/lib/misc/title.d.ts</a:t>
            </a:r>
          </a:p>
          <a:p>
            <a:pPr>
              <a:defRPr sz="1200"/>
            </a:pPr>
            <a:r>
              <a:t>D:/pasar_fix/node_modules/.bun/@iconify+utils@3.1.3/node_modules/@iconify/utils/lib/misc/title.js</a:t>
            </a:r>
          </a:p>
          <a:p>
            <a:pPr>
              <a:defRPr sz="1200"/>
            </a:pPr>
            <a:r>
              <a:t>D:/pasar_fix/node_modules/.bun/@iconify+utils@3.1.3/node_modules/@iconify/utils/lib/svg/build.d.ts</a:t>
            </a:r>
          </a:p>
          <a:p>
            <a:pPr>
              <a:defRPr sz="1200"/>
            </a:pPr>
            <a:r>
              <a:t>D:/pasar_fix/node_modules/.bun/@iconify+utils@3.1.3/node_modules/@iconify/utils/lib/svg/build.js</a:t>
            </a:r>
          </a:p>
          <a:p>
            <a:pPr>
              <a:defRPr sz="1200"/>
            </a:pPr>
            <a:r>
              <a:t>D:/pasar_fix/node_modules/.bun/@iconify+utils@3.1.3/node_modules/@iconify/utils/lib/svg/defs.d.ts</a:t>
            </a:r>
          </a:p>
          <a:p>
            <a:pPr>
              <a:defRPr sz="1200"/>
            </a:pPr>
            <a:r>
              <a:t>D:/pasar_fix/node_modules/.bun/@iconify+utils@3.1.3/node_modules/@iconify/utils/lib/svg/defs.js</a:t>
            </a:r>
          </a:p>
          <a:p>
            <a:pPr>
              <a:defRPr sz="1200"/>
            </a:pPr>
            <a:r>
              <a:t>D:/pasar_fix/node_modules/.bun/@iconify+utils@3.1.3/node_modules/@iconify/utils/lib/svg/encode-svg-for-css.d.ts</a:t>
            </a:r>
          </a:p>
          <a:p>
            <a:pPr>
              <a:defRPr sz="1200"/>
            </a:pPr>
            <a:r>
              <a:t>D:/pasar_fix/node_modules/.bun/@iconify+utils@3.1.3/node_modules/@iconify/utils/lib/svg/encode-svg-for-css.js</a:t>
            </a:r>
          </a:p>
          <a:p>
            <a:pPr>
              <a:defRPr sz="1200"/>
            </a:pPr>
            <a:r>
              <a:t>D:/pasar_fix/node_modules/.bun/@iconify+utils@3.1.3/node_modules/@iconify/utils/lib/svg/html.d.ts</a:t>
            </a:r>
          </a:p>
          <a:p>
            <a:pPr>
              <a:defRPr sz="1200"/>
            </a:pPr>
            <a:r>
              <a:t>D:/pasar_fix/node_modules/.bun/@iconify+utils@3.1.3/node_modules/@iconify/utils/lib/svg/html.js</a:t>
            </a:r>
          </a:p>
          <a:p>
            <a:pPr>
              <a:defRPr sz="1200"/>
            </a:pPr>
            <a:r>
              <a:t>D:/pasar_fix/node_modules/.bun/@iconify+utils@3.1.3/node_modules/@iconify/utils/lib/svg/id.d.ts</a:t>
            </a:r>
          </a:p>
          <a:p>
            <a:pPr>
              <a:defRPr sz="1200"/>
            </a:pPr>
            <a:r>
              <a:t>D:/pasar_fix/node_modules/.bun/@iconify+utils@3.1.3/node_modules/@iconify/utils/lib/svg/id.js</a:t>
            </a:r>
          </a:p>
          <a:p>
            <a:pPr>
              <a:defRPr sz="1200"/>
            </a:pPr>
            <a:r>
              <a:t>D:/pasar_fix/node_modules/.bun/@iconify+utils@3.1.3/node_modules/@iconify/utils/lib/svg/inner-html.d.ts</a:t>
            </a:r>
          </a:p>
          <a:p>
            <a:pPr>
              <a:defRPr sz="1200"/>
            </a:pPr>
            <a:r>
              <a:t>D:/pasar_fix/node_modules/.bun/@iconify+utils@3.1.3/node_modules/@iconify/utils/lib/svg/inner-html.js</a:t>
            </a:r>
          </a:p>
          <a:p>
            <a:pPr>
              <a:defRPr sz="1200"/>
            </a:pPr>
            <a:r>
              <a:t>D:/pasar_fix/node_modules/.bun/@iconify+utils@3.1.3/node_modules/@iconify/utils/lib/svg/parse.d.ts</a:t>
            </a:r>
          </a:p>
          <a:p>
            <a:pPr>
              <a:defRPr sz="1200"/>
            </a:pPr>
            <a:r>
              <a:t>D:/pasar_fix/node_modules/.bun/@iconify+utils@3.1.3/node_modules/@iconify/utils/lib/svg/parse.js</a:t>
            </a:r>
          </a:p>
          <a:p>
            <a:pPr>
              <a:defRPr sz="1200"/>
            </a:pPr>
            <a:r>
              <a:t>D:/pasar_fix/node_modules/.bun/@iconify+utils@3.1.3/node_modules/@iconify/utils/lib/svg/pretty.d.ts</a:t>
            </a:r>
          </a:p>
          <a:p>
            <a:pPr>
              <a:defRPr sz="1200"/>
            </a:pPr>
            <a:r>
              <a:t>D:/pasar_fix/node_modules/.bun/@iconify+utils@3.1.3/node_modules/@iconify/utils/lib/svg/pretty.js</a:t>
            </a:r>
          </a:p>
          <a:p>
            <a:pPr>
              <a:defRPr sz="1200"/>
            </a:pPr>
            <a:r>
              <a:t>D:/pasar_fix/node_modules/.bun/@iconify+utils@3.1.3/node_modules/@iconify/utils/lib/svg/size.d.ts</a:t>
            </a:r>
          </a:p>
          <a:p>
            <a:pPr>
              <a:defRPr sz="1200"/>
            </a:pPr>
            <a:r>
              <a:t>D:/pasar_fix/node_modules/.bun/@iconify+utils@3.1.3/node_modules/@iconify/utils/lib/svg/size.js</a:t>
            </a:r>
          </a:p>
          <a:p>
            <a:pPr>
              <a:defRPr sz="1200"/>
            </a:pPr>
            <a:r>
              <a:t>D:/pasar_fix/node_modules/.bun/@iconify+utils@3.1.3/node_modules/@iconify/utils/lib/svg/trim.d.ts</a:t>
            </a:r>
          </a:p>
          <a:p>
            <a:pPr>
              <a:defRPr sz="1200"/>
            </a:pPr>
            <a:r>
              <a:t>D:/pasar_fix/node_modules/.bun/@iconify+utils@3.1.3/node_modules/@iconify/utils/lib/svg/trim.js</a:t>
            </a:r>
          </a:p>
          <a:p>
            <a:pPr>
              <a:defRPr sz="1200"/>
            </a:pPr>
            <a:r>
              <a:t>D:/pasar_fix/node_modules/.bun/@iconify+utils@3.1.3/node_modules/@iconify/utils/lib/svg/url.d.ts</a:t>
            </a:r>
          </a:p>
          <a:p>
            <a:pPr>
              <a:defRPr sz="1200"/>
            </a:pPr>
            <a:r>
              <a:t>D:/pasar_fix/node_modules/.bun/@iconify+utils@3.1.3/node_modules/@iconify/utils/lib/svg/url.js</a:t>
            </a:r>
          </a:p>
          <a:p>
            <a:pPr>
              <a:defRPr sz="1200"/>
            </a:pPr>
            <a:r>
              <a:t>D:/pasar_fix/node_modules/.bun/@iconify+utils@3.1.3/node_modules/@iconify/utils/lib/svg/viewbox.d.ts</a:t>
            </a:r>
          </a:p>
          <a:p>
            <a:pPr>
              <a:defRPr sz="1200"/>
            </a:pPr>
            <a:r>
              <a:t>D:/pasar_fix/node_modules/.bun/@iconify+utils@3.1.3/node_modules/@iconify/utils/lib/svg/viewbox.js</a:t>
            </a:r>
          </a:p>
          <a:p>
            <a:pPr>
              <a:defRPr sz="1200"/>
            </a:pPr>
            <a:r>
              <a:t>D:/pasar_fix/node_modules/.bun/@internationalized+date@3.12.2/node_modules/@internationalized/date/LICENSE</a:t>
            </a:r>
          </a:p>
          <a:p>
            <a:pPr>
              <a:defRPr sz="1200"/>
            </a:pPr>
            <a:r>
              <a:t>D:/pasar_fix/node_modules/.bun/@internationalized+date@3.12.2/node_modules/@internationalized/date/package.json</a:t>
            </a:r>
          </a:p>
          <a:p>
            <a:pPr>
              <a:defRPr sz="1200"/>
            </a:pPr>
            <a:r>
              <a:t>D:/pasar_fix/node_modules/.bun/@internationalized+date@3.12.2/node_modules/@internationalized/date/README.md</a:t>
            </a:r>
          </a:p>
          <a:p>
            <a:pPr>
              <a:defRPr sz="1200"/>
            </a:pPr>
            <a:r>
              <a:t>D:/pasar_fix/node_modules/.bun/@internationalized+date@3.12.2/node_modules/@internationalized/date/dist/index.cjs</a:t>
            </a:r>
          </a:p>
          <a:p>
            <a:pPr>
              <a:defRPr sz="1200"/>
            </a:pPr>
            <a:r>
              <a:t>D:/pasar_fix/node_modules/.bun/@internationalized+date@3.12.2/node_modules/@internationalized/date/dist/index.cjs.map</a:t>
            </a:r>
          </a:p>
          <a:p>
            <a:pPr>
              <a:defRPr sz="1200"/>
            </a:pPr>
            <a:r>
              <a:t>D:/pasar_fix/node_modules/.bun/@internationalized+date@3.12.2/node_modules/@internationalized/date/dist/index.js</a:t>
            </a:r>
          </a:p>
          <a:p>
            <a:pPr>
              <a:defRPr sz="1200"/>
            </a:pPr>
            <a:r>
              <a:t>D:/pasar_fix/node_modules/.bun/@internationalized+date@3.12.2/node_modules/@internationalized/date/dist/index.js.map</a:t>
            </a:r>
          </a:p>
          <a:p>
            <a:pPr>
              <a:defRPr sz="1200"/>
            </a:pPr>
            <a:r>
              <a:t>D:/pasar_fix/node_modules/.bun/@internationalized+date@3.12.2/node_modules/@internationalized/date/dist/index.mjs</a:t>
            </a:r>
          </a:p>
          <a:p>
            <a:pPr>
              <a:defRPr sz="1200"/>
            </a:pPr>
            <a:r>
              <a:t>D:/pasar_fix/node_modules/.bun/@internationalized+date@3.12.2/node_modules/@internationalized/date/dist/index.mjs.map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D:/pasar_fix/node_modules/.bun/@internationalized+date@3.12.2/node_modules/@internationalized/date/dist/private/CalendarDate.cjs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D:/pasar_fix/node_modules/.bun/@internationalized+date@3.12.2/node_modules/@internationalized/date/dist/private/CalendarDate.cjs.map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D:/pasar_fix/node_modules/.bun/@internationalized+date@3.12.2/node_modules/@internationalized/date/dist/private/CalendarDate.js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D:/pasar_fix/node_modules/.bun/@internationalized+date@3.12.2/node_modules/@internationalized/date/dist/private/CalendarDate.js.map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D:/pasar_fix/node_modules/.bun/@internationalized+date@3.12.2/node_modules/@internationalized/date/dist/private/CalendarDate.mjs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D:/pasar_fix/node_modules/.bun/@internationalized+date@3.12.2/node_modules/@internationalized/date/dist/private/CalendarDate.mjs.map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D:/pasar_fix/node_modules/.bun/@internationalized+date@3.12.2/node_modules/@internationalized/date/dist/private/conversion.cjs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D:/pasar_fix/node_modules/.bun/@internationalized+date@3.12.2/node_modules/@internationalized/date/dist/private/conversion.cjs.map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D:/pasar_fix/node_modules/.bun/@internationalized+date@3.12.2/node_modules/@internationalized/date/dist/private/conversion.js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D:/pasar_fix/node_modules/.bun/@internationalized+date@3.12.2/node_modules/@internationalized/date/dist/private/conversion.js.map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D:/pasar_fix/node_modules/.bun/@internationalized+date@3.12.2/node_modules/@internationalized/date/dist/private/conversion.mjs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D:/pasar_fix/node_modules/.bun/@internationalized+date@3.12.2/node_modules/@internationalized/date/dist/private/conversion.mjs.map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D:/pasar_fix/node_modules/.bun/@internationalized+date@3.12.2/node_modules/@internationalized/date/dist/private/createCalendar.cjs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D:/pasar_fix/node_modules/.bun/@internationalized+date@3.12.2/node_modules/@internationalized/date/dist/private/createCalendar.cjs.map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D:/pasar_fix/node_modules/.bun/@internationalized+date@3.12.2/node_modules/@internationalized/date/dist/private/createCalendar.js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D:/pasar_fix/node_modules/.bun/@internationalized+date@3.12.2/node_modules/@internationalized/date/dist/private/createCalendar.js.map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D:/pasar_fix/node_modules/.bun/@internationalized+date@3.12.2/node_modules/@internationalized/date/dist/private/createCalendar.mjs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D:/pasar_fix/node_modules/.bun/@internationalized+date@3.12.2/node_modules/@internationalized/date/dist/private/createCalendar.mjs.map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D:/pasar_fix/node_modules/.bun/@internationalized+date@3.12.2/node_modules/@internationalized/date/dist/private/DateFormatter.cjs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D:/pasar_fix/node_modules/.bun/@internationalized+date@3.12.2/node_modules/@internationalized/date/dist/private/DateFormatter.cjs.map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D:/pasar_fix/node_modules/.bun/@internationalized+date@3.12.2/node_modules/@internationalized/date/dist/private/DateFormatter.js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D:/pasar_fix/node_modules/.bun/@internationalized+date@3.12.2/node_modules/@internationalized/date/dist/private/DateFormatter.js.map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D:/pasar_fix/node_modules/.bun/@internationalized+date@3.12.2/node_modules/@internationalized/date/dist/private/DateFormatter.mjs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D:/pasar_fix/node_modules/.bun/@internationalized+date@3.12.2/node_modules/@internationalized/date/dist/private/DateFormatter.mjs.map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D:/pasar_fix/node_modules/.bun/@internationalized+date@3.12.2/node_modules/@internationalized/date/dist/private/manipulation.cjs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D:/pasar_fix/node_modules/.bun/@internationalized+date@3.12.2/node_modules/@internationalized/date/dist/private/manipulation.cjs.map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D:/pasar_fix/node_modules/.bun/@internationalized+date@3.12.2/node_modules/@internationalized/date/dist/private/manipulation.js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D:/pasar_fix/node_modules/.bun/@internationalized+date@3.12.2/node_modules/@internationalized/date/dist/private/manipulation.js.map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D:/pasar_fix/node_modules/.bun/@internationalized+date@3.12.2/node_modules/@internationalized/date/dist/private/manipulation.mjs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D:/pasar_fix/node_modules/.bun/@internationalized+date@3.12.2/node_modules/@internationalized/date/dist/private/manipulation.mjs.map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D:/pasar_fix/node_modules/.bun/@internationalized+date@3.12.2/node_modules/@internationalized/date/dist/private/queries.cjs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D:/pasar_fix/node_modules/.bun/@internationalized+date@3.12.2/node_modules/@internationalized/date/dist/private/queries.cjs.map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D:/pasar_fix/node_modules/.bun/@internationalized+date@3.12.2/node_modules/@internationalized/date/dist/private/queries.js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D:/pasar_fix/node_modules/.bun/@internationalized+date@3.12.2/node_modules/@internationalized/date/dist/private/queries.js.map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D:/pasar_fix/node_modules/.bun/@internationalized+date@3.12.2/node_modules/@internationalized/date/dist/private/queries.mjs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D:/pasar_fix/node_modules/.bun/@internationalized+date@3.12.2/node_modules/@internationalized/date/dist/private/queries.mjs.map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D:/pasar_fix/node_modules/.bun/@internationalized+date@3.12.2/node_modules/@internationalized/date/dist/private/string.cjs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D:/pasar_fix/node_modules/.bun/@internationalized+date@3.12.2/node_modules/@internationalized/date/dist/private/string.cjs.map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D:/pasar_fix/node_modules/.bun/@internationalized+date@3.12.2/node_modules/@internationalized/date/dist/private/string.js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D:/pasar_fix/node_modules/.bun/@internationalized+date@3.12.2/node_modules/@internationalized/date/dist/private/string.js.map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D:/pasar_fix/node_modules/.bun/@internationalized+date@3.12.2/node_modules/@internationalized/date/dist/private/string.mjs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D:/pasar_fix/node_modules/.bun/@internationalized+date@3.12.2/node_modules/@internationalized/date/dist/private/string.mjs.map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D:/pasar_fix/node_modules/.bun/@internationalized+date@3.12.2/node_modules/@internationalized/date/dist/private/utils.cjs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D:/pasar_fix/node_modules/.bun/@internationalized+date@3.12.2/node_modules/@internationalized/date/dist/private/utils.cjs.map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D:/pasar_fix/node_modules/.bun/@internationalized+date@3.12.2/node_modules/@internationalized/date/dist/private/utils.js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D:/pasar_fix/node_modules/.bun/@internationalized+date@3.12.2/node_modules/@internationalized/date/dist/private/utils.js.map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D:/pasar_fix/node_modules/.bun/@internationalized+date@3.12.2/node_modules/@internationalized/date/dist/private/utils.mjs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D:/pasar_fix/node_modules/.bun/@internationalized+date@3.12.2/node_modules/@internationalized/date/dist/private/utils.mjs.map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D:/pasar_fix/node_modules/.bun/@internationalized+date@3.12.2/node_modules/@internationalized/date/dist/private/weekStartData.cjs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D:/pasar_fix/node_modules/.bun/@internationalized+date@3.12.2/node_modules/@internationalized/date/dist/private/weekStartData.cjs.map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D:/pasar_fix/node_modules/.bun/@internationalized+date@3.12.2/node_modules/@internationalized/date/dist/private/weekStartData.js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D:/pasar_fix/node_modules/.bun/@internationalized+date@3.12.2/node_modules/@internationalized/date/dist/private/weekStartData.js.map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D:/pasar_fix/node_modules/.bun/@internationalized+date@3.12.2/node_modules/@internationalized/date/dist/private/weekStartData.mjs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D:/pasar_fix/node_modules/.bun/@internationalized+date@3.12.2/node_modules/@internationalized/date/dist/private/weekStartData.mjs.map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D:/pasar_fix/node_modules/.bun/@internationalized+date@3.12.2/node_modules/@internationalized/date/dist/private/calendars/BuddhistCalendar.cjs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D:/pasar_fix/node_modules/.bun/@internationalized+date@3.12.2/node_modules/@internationalized/date/dist/private/calendars/BuddhistCalendar.cjs.map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D:/pasar_fix/node_modules/.bun/@internationalized+date@3.12.2/node_modules/@internationalized/date/dist/private/calendars/BuddhistCalendar.js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D:/pasar_fix/node_modules/.bun/@internationalized+date@3.12.2/node_modules/@internationalized/date/dist/private/calendars/BuddhistCalendar.js.map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D:/pasar_fix/node_modules/.bun/@internationalized+date@3.12.2/node_modules/@internationalized/date/dist/private/calendars/BuddhistCalendar.mjs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D:/pasar_fix/node_modules/.bun/@internationalized+date@3.12.2/node_modules/@internationalized/date/dist/private/calendars/BuddhistCalendar.mjs.map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D:/pasar_fix/node_modules/.bun/@internationalized+date@3.12.2/node_modules/@internationalized/date/dist/private/calendars/EthiopicCalendar.cjs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D:/pasar_fix/node_modules/.bun/@internationalized+date@3.12.2/node_modules/@internationalized/date/dist/private/calendars/EthiopicCalendar.cjs.map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D:/pasar_fix/node_modules/.bun/@internationalized+date@3.12.2/node_modules/@internationalized/date/dist/private/calendars/EthiopicCalendar.js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D:/pasar_fix/node_modules/.bun/@internationalized+date@3.12.2/node_modules/@internationalized/date/dist/private/calendars/EthiopicCalendar.js.map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D:/pasar_fix/node_modules/.bun/@internationalized+date@3.12.2/node_modules/@internationalized/date/dist/private/calendars/EthiopicCalendar.mjs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D:/pasar_fix/node_modules/.bun/@internationalized+date@3.12.2/node_modules/@internationalized/date/dist/private/calendars/EthiopicCalendar.mjs.map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D:/pasar_fix/node_modules/.bun/@internationalized+date@3.12.2/node_modules/@internationalized/date/dist/private/calendars/GregorianCalendar.cjs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D:/pasar_fix/node_modules/.bun/@internationalized+date@3.12.2/node_modules/@internationalized/date/dist/private/calendars/GregorianCalendar.cjs.map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D:/pasar_fix/node_modules/.bun/@internationalized+date@3.12.2/node_modules/@internationalized/date/dist/private/calendars/GregorianCalendar.js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D:/pasar_fix/node_modules/.bun/@internationalized+date@3.12.2/node_modules/@internationalized/date/dist/private/calendars/GregorianCalendar.js.map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D:/pasar_fix/node_modules/.bun/@internationalized+date@3.12.2/node_modules/@internationalized/date/dist/private/calendars/GregorianCalendar.mjs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D:/pasar_fix/node_modules/.bun/@internationalized+date@3.12.2/node_modules/@internationalized/date/dist/private/calendars/GregorianCalendar.mjs.map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D:/pasar_fix/node_modules/.bun/@internationalized+date@3.12.2/node_modules/@internationalized/date/dist/private/calendars/HebrewCalendar.cjs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D:/pasar_fix/node_modules/.bun/@internationalized+date@3.12.2/node_modules/@internationalized/date/dist/private/calendars/HebrewCalendar.cjs.map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D:/pasar_fix/node_modules/.bun/@internationalized+date@3.12.2/node_modules/@internationalized/date/dist/private/calendars/HebrewCalendar.js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D:/pasar_fix/node_modules/.bun/@internationalized+date@3.12.2/node_modules/@internationalized/date/dist/private/calendars/HebrewCalendar.js.map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D:/pasar_fix/node_modules/.bun/@internationalized+date@3.12.2/node_modules/@internationalized/date/dist/private/calendars/HebrewCalendar.mjs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D:/pasar_fix/node_modules/.bun/@internationalized+date@3.12.2/node_modules/@internationalized/date/dist/private/calendars/HebrewCalendar.mjs.map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D:/pasar_fix/node_modules/.bun/@internationalized+date@3.12.2/node_modules/@internationalized/date/dist/private/calendars/IndianCalendar.cjs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D:/pasar_fix/node_modules/.bun/@internationalized+date@3.12.2/node_modules/@internationalized/date/dist/private/calendars/IndianCalendar.cjs.map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D:/pasar_fix/node_modules/.bun/@internationalized+date@3.12.2/node_modules/@internationalized/date/dist/private/calendars/IndianCalendar.js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D:/pasar_fix/node_modules/.bun/@internationalized+date@3.12.2/node_modules/@internationalized/date/dist/private/calendars/IndianCalendar.js.map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D:/pasar_fix/node_modules/.bun/@internationalized+date@3.12.2/node_modules/@internationalized/date/dist/private/calendars/IndianCalendar.mjs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D:/pasar_fix/node_modules/.bun/@internationalized+date@3.12.2/node_modules/@internationalized/date/dist/private/calendars/IndianCalendar.mjs.map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D:/pasar_fix/node_modules/.bun/@internationalized+date@3.12.2/node_modules/@internationalized/date/dist/private/calendars/IslamicCalendar.cjs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D:/pasar_fix/node_modules/.bun/@internationalized+date@3.12.2/node_modules/@internationalized/date/dist/private/calendars/IslamicCalendar.cjs.map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D:/pasar_fix/node_modules/.bun/@internationalized+date@3.12.2/node_modules/@internationalized/date/dist/private/calendars/IslamicCalendar.js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D:/pasar_fix/node_modules/.bun/@internationalized+date@3.12.2/node_modules/@internationalized/date/dist/private/calendars/IslamicCalendar.js.map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D:/pasar_fix/node_modules/.bun/@internationalized+date@3.12.2/node_modules/@internationalized/date/dist/private/calendars/IslamicCalendar.mjs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D:/pasar_fix/node_modules/.bun/@internationalized+date@3.12.2/node_modules/@internationalized/date/dist/private/calendars/IslamicCalendar.mjs.map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D:/pasar_fix/node_modules/.bun/@internationalized+date@3.12.2/node_modules/@internationalized/date/dist/private/calendars/JapaneseCalendar.cjs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D:/pasar_fix/node_modules/.bun/@internationalized+date@3.12.2/node_modules/@internationalized/date/dist/private/calendars/JapaneseCalendar.cjs.map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D:/pasar_fix/node_modules/.bun/@internationalized+date@3.12.2/node_modules/@internationalized/date/dist/private/calendars/JapaneseCalendar.js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D:/pasar_fix/node_modules/.bun/@internationalized+date@3.12.2/node_modules/@internationalized/date/dist/private/calendars/JapaneseCalendar.js.map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D:/pasar_fix/node_modules/.bun/@internationalized+date@3.12.2/node_modules/@internationalized/date/dist/private/calendars/JapaneseCalendar.mjs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D:/pasar_fix/node_modules/.bun/@internationalized+date@3.12.2/node_modules/@internationalized/date/dist/private/calendars/JapaneseCalendar.mjs.map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D:/pasar_fix/node_modules/.bun/@internationalized+date@3.12.2/node_modules/@internationalized/date/dist/private/calendars/PersianCalendar.cjs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D:/pasar_fix/node_modules/.bun/@internationalized+date@3.12.2/node_modules/@internationalized/date/dist/private/calendars/PersianCalendar.cjs.map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D:/pasar_fix/node_modules/.bun/@internationalized+date@3.12.2/node_modules/@internationalized/date/dist/private/calendars/PersianCalendar.js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D:/pasar_fix/node_modules/.bun/@internationalized+date@3.12.2/node_modules/@internationalized/date/dist/private/calendars/PersianCalendar.js.map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D:/pasar_fix/node_modules/.bun/@internationalized+date@3.12.2/node_modules/@internationalized/date/dist/private/calendars/PersianCalendar.mjs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D:/pasar_fix/node_modules/.bun/@internationalized+date@3.12.2/node_modules/@internationalized/date/dist/private/calendars/PersianCalendar.mjs.map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D:/pasar_fix/node_modules/.bun/@internationalized+date@3.12.2/node_modules/@internationalized/date/dist/private/calendars/TaiwanCalendar.cjs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D:/pasar_fix/node_modules/.bun/@internationalized+date@3.12.2/node_modules/@internationalized/date/dist/private/calendars/TaiwanCalendar.cjs.map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D:/pasar_fix/node_modules/.bun/@internationalized+date@3.12.2/node_modules/@internationalized/date/dist/private/calendars/TaiwanCalendar.js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D:/pasar_fix/node_modules/.bun/@internationalized+date@3.12.2/node_modules/@internationalized/date/dist/private/calendars/TaiwanCalendar.js.map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D:/pasar_fix/node_modules/.bun/@internationalized+date@3.12.2/node_modules/@internationalized/date/dist/private/calendars/TaiwanCalendar.mjs</a:t>
            </a:r>
          </a:p>
          <a:p>
            <a:pPr>
              <a:defRPr sz="1200"/>
            </a:pPr>
            <a:r>
              <a:t>D:/pasar_fix/node_modules/.bun/@internationalized+date@3.12.2/node_modules/@internationalized/date/dist/private/calendars/TaiwanCalendar.mjs.map</a:t>
            </a:r>
          </a:p>
          <a:p>
            <a:pPr>
              <a:defRPr sz="1200"/>
            </a:pPr>
            <a:r>
              <a:t>D:/pasar_fix/node_modules/.bun/@internationalized+date@3.12.2/node_modules/@internationalized/date/dist/types/src/CalendarDate.d.ts</a:t>
            </a:r>
          </a:p>
          <a:p>
            <a:pPr>
              <a:defRPr sz="1200"/>
            </a:pPr>
            <a:r>
              <a:t>D:/pasar_fix/node_modules/.bun/@internationalized+date@3.12.2/node_modules/@internationalized/date/dist/types/src/conversion.d.ts</a:t>
            </a:r>
          </a:p>
          <a:p>
            <a:pPr>
              <a:defRPr sz="1200"/>
            </a:pPr>
            <a:r>
              <a:t>D:/pasar_fix/node_modules/.bun/@internationalized+date@3.12.2/node_modules/@internationalized/date/dist/types/src/createCalendar.d.ts</a:t>
            </a:r>
          </a:p>
          <a:p>
            <a:pPr>
              <a:defRPr sz="1200"/>
            </a:pPr>
            <a:r>
              <a:t>D:/pasar_fix/node_modules/.bun/@internationalized+date@3.12.2/node_modules/@internationalized/date/dist/types/src/DateFormatter.d.ts</a:t>
            </a:r>
          </a:p>
          <a:p>
            <a:pPr>
              <a:defRPr sz="1200"/>
            </a:pPr>
            <a:r>
              <a:t>D:/pasar_fix/node_modules/.bun/@internationalized+date@3.12.2/node_modules/@internationalized/date/dist/types/src/index.d.ts</a:t>
            </a:r>
          </a:p>
          <a:p>
            <a:pPr>
              <a:defRPr sz="1200"/>
            </a:pPr>
            <a:r>
              <a:t>D:/pasar_fix/node_modules/.bun/@internationalized+date@3.12.2/node_modules/@internationalized/date/dist/types/src/manipulation.d.ts</a:t>
            </a:r>
          </a:p>
          <a:p>
            <a:pPr>
              <a:defRPr sz="1200"/>
            </a:pPr>
            <a:r>
              <a:t>D:/pasar_fix/node_modules/.bun/@internationalized+date@3.12.2/node_modules/@internationalized/date/dist/types/src/queries.d.ts</a:t>
            </a:r>
          </a:p>
          <a:p>
            <a:pPr>
              <a:defRPr sz="1200"/>
            </a:pPr>
            <a:r>
              <a:t>D:/pasar_fix/node_modules/.bun/@internationalized+date@3.12.2/node_modules/@internationalized/date/dist/types/src/string.d.ts</a:t>
            </a:r>
          </a:p>
          <a:p>
            <a:pPr>
              <a:defRPr sz="1200"/>
            </a:pPr>
            <a:r>
              <a:t>D:/pasar_fix/node_modules/.bun/@internationalized+date@3.12.2/node_modules/@internationalized/date/dist/types/src/types.d.ts</a:t>
            </a:r>
          </a:p>
          <a:p>
            <a:pPr>
              <a:defRPr sz="1200"/>
            </a:pPr>
            <a:r>
              <a:t>D:/pasar_fix/node_modules/.bun/@internationalized+date@3.12.2/node_modules/@internationalized/date/dist/types/src/utils.d.ts</a:t>
            </a:r>
          </a:p>
          <a:p>
            <a:pPr>
              <a:defRPr sz="1200"/>
            </a:pPr>
            <a:r>
              <a:t>D:/pasar_fix/node_modules/.bun/@internationalized+date@3.12.2/node_modules/@internationalized/date/dist/types/src/weekStartData.d.ts</a:t>
            </a:r>
          </a:p>
          <a:p>
            <a:pPr>
              <a:defRPr sz="1200"/>
            </a:pPr>
            <a:r>
              <a:t>D:/pasar_fix/node_modules/.bun/@internationalized+date@3.12.2/node_modules/@internationalized/date/dist/types/src/calendars/BuddhistCalendar.d.ts</a:t>
            </a:r>
          </a:p>
          <a:p>
            <a:pPr>
              <a:defRPr sz="1200"/>
            </a:pPr>
            <a:r>
              <a:t>D:/pasar_fix/node_modules/.bun/@internationalized+date@3.12.2/node_modules/@internationalized/date/dist/types/src/calendars/EthiopicCalendar.d.ts</a:t>
            </a:r>
          </a:p>
          <a:p>
            <a:pPr>
              <a:defRPr sz="1200"/>
            </a:pPr>
            <a:r>
              <a:t>D:/pasar_fix/node_modules/.bun/@internationalized+date@3.12.2/node_modules/@internationalized/date/dist/types/src/calendars/GregorianCalendar.d.ts</a:t>
            </a:r>
          </a:p>
          <a:p>
            <a:pPr>
              <a:defRPr sz="1200"/>
            </a:pPr>
            <a:r>
              <a:t>D:/pasar_fix/node_modules/.bun/@internationalized+date@3.12.2/node_modules/@internationalized/date/dist/types/src/calendars/HebrewCalendar.d.ts</a:t>
            </a:r>
          </a:p>
          <a:p>
            <a:pPr>
              <a:defRPr sz="1200"/>
            </a:pPr>
            <a:r>
              <a:t>D:/pasar_fix/node_modules/.bun/@internationalized+date@3.12.2/node_modules/@internationalized/date/dist/types/src/calendars/IndianCalendar.d.ts</a:t>
            </a:r>
          </a:p>
          <a:p>
            <a:pPr>
              <a:defRPr sz="1200"/>
            </a:pPr>
            <a:r>
              <a:t>D:/pasar_fix/node_modules/.bun/@internationalized+date@3.12.2/node_modules/@internationalized/date/dist/types/src/calendars/IslamicCalendar.d.ts</a:t>
            </a:r>
          </a:p>
          <a:p>
            <a:pPr>
              <a:defRPr sz="1200"/>
            </a:pPr>
            <a:r>
              <a:t>D:/pasar_fix/node_modules/.bun/@internationalized+date@3.12.2/node_modules/@internationalized/date/dist/types/src/calendars/JapaneseCalendar.d.ts</a:t>
            </a:r>
          </a:p>
          <a:p>
            <a:pPr>
              <a:defRPr sz="1200"/>
            </a:pPr>
            <a:r>
              <a:t>D:/pasar_fix/node_modules/.bun/@internationalized+date@3.12.2/node_modules/@internationalized/date/dist/types/src/calendars/PersianCalendar.d.ts</a:t>
            </a:r>
          </a:p>
          <a:p>
            <a:pPr>
              <a:defRPr sz="1200"/>
            </a:pPr>
            <a:r>
              <a:t>D:/pasar_fix/node_modules/.bun/@internationalized+date@3.12.2/node_modules/@internationalized/date/dist/types/src/calendars/TaiwanCalendar.d.ts</a:t>
            </a:r>
          </a:p>
          <a:p>
            <a:pPr>
              <a:defRPr sz="1200"/>
            </a:pPr>
            <a:r>
              <a:t>D:/pasar_fix/node_modules/.bun/@internationalized+date@3.12.2/node_modules/@internationalized/date/src/CalendarDate.ts</a:t>
            </a:r>
          </a:p>
          <a:p>
            <a:pPr>
              <a:defRPr sz="1200"/>
            </a:pPr>
            <a:r>
              <a:t>D:/pasar_fix/node_modules/.bun/@internationalized+date@3.12.2/node_modules/@internationalized/date/src/conversion.ts</a:t>
            </a:r>
          </a:p>
          <a:p>
            <a:pPr>
              <a:defRPr sz="1200"/>
            </a:pPr>
            <a:r>
              <a:t>D:/pasar_fix/node_modules/.bun/@internationalized+date@3.12.2/node_modules/@internationalized/date/src/createCalendar.ts</a:t>
            </a:r>
          </a:p>
          <a:p>
            <a:pPr>
              <a:defRPr sz="1200"/>
            </a:pPr>
            <a:r>
              <a:t>D:/pasar_fix/node_modules/.bun/@internationalized+date@3.12.2/node_modules/@internationalized/date/src/DateFormatter.ts</a:t>
            </a:r>
          </a:p>
          <a:p>
            <a:pPr>
              <a:defRPr sz="1200"/>
            </a:pPr>
            <a:r>
              <a:t>D:/pasar_fix/node_modules/.bun/@internationalized+date@3.12.2/node_modules/@internationalized/date/src/index.ts</a:t>
            </a:r>
          </a:p>
          <a:p>
            <a:pPr>
              <a:defRPr sz="1200"/>
            </a:pPr>
            <a:r>
              <a:t>D:/pasar_fix/node_modules/.bun/@internationalized+date@3.12.2/node_modules/@internationalized/date/src/manipulation.ts</a:t>
            </a:r>
          </a:p>
          <a:p>
            <a:pPr>
              <a:defRPr sz="1200"/>
            </a:pPr>
            <a:r>
              <a:t>D:/pasar_fix/node_modules/.bun/@internationalized+date@3.12.2/node_modules/@internationalized/date/src/queries.ts</a:t>
            </a:r>
          </a:p>
          <a:p>
            <a:pPr>
              <a:defRPr sz="1200"/>
            </a:pPr>
            <a:r>
              <a:t>D:/pasar_fix/node_modules/.bun/@internationalized+date@3.12.2/node_modules/@internationalized/date/src/string.ts</a:t>
            </a:r>
          </a:p>
          <a:p>
            <a:pPr>
              <a:defRPr sz="1200"/>
            </a:pPr>
            <a:r>
              <a:t>D:/pasar_fix/node_modules/.bun/@internationalized+date@3.12.2/node_modules/@internationalized/date/src/types.ts</a:t>
            </a:r>
          </a:p>
          <a:p>
            <a:pPr>
              <a:defRPr sz="1200"/>
            </a:pPr>
            <a:r>
              <a:t>D:/pasar_fix/node_modules/.bun/@internationalized+date@3.12.2/node_modules/@internationalized/date/src/utils.ts</a:t>
            </a:r>
          </a:p>
          <a:p>
            <a:pPr>
              <a:defRPr sz="1200"/>
            </a:pPr>
            <a:r>
              <a:t>D:/pasar_fix/node_modules/.bun/@internationalized+date@3.12.2/node_modules/@internationalized/date/src/weekStartData.ts</a:t>
            </a:r>
          </a:p>
          <a:p>
            <a:pPr>
              <a:defRPr sz="1200"/>
            </a:pPr>
            <a:r>
              <a:t>D:/pasar_fix/node_modules/.bun/@internationalized+date@3.12.2/node_modules/@internationalized/date/src/calendars/BuddhistCalendar.ts</a:t>
            </a:r>
          </a:p>
          <a:p>
            <a:pPr>
              <a:defRPr sz="1200"/>
            </a:pPr>
            <a:r>
              <a:t>D:/pasar_fix/node_modules/.bun/@internationalized+date@3.12.2/node_modules/@internationalized/date/src/calendars/EthiopicCalendar.ts</a:t>
            </a:r>
          </a:p>
          <a:p>
            <a:pPr>
              <a:defRPr sz="1200"/>
            </a:pPr>
            <a:r>
              <a:t>D:/pasar_fix/node_modules/.bun/@internationalized+date@3.12.2/node_modules/@internationalized/date/src/calendars/GregorianCalendar.ts</a:t>
            </a:r>
          </a:p>
          <a:p>
            <a:pPr>
              <a:defRPr sz="1200"/>
            </a:pPr>
            <a:r>
              <a:t>D:/pasar_fix/node_modules/.bun/@internationalized+date@3.12.2/node_modules/@internationalized/date/src/calendars/HebrewCalendar.ts</a:t>
            </a:r>
          </a:p>
          <a:p>
            <a:pPr>
              <a:defRPr sz="1200"/>
            </a:pPr>
            <a:r>
              <a:t>D:/pasar_fix/node_modules/.bun/@internationalized+date@3.12.2/node_modules/@internationalized/date/src/calendars/IndianCalendar.ts</a:t>
            </a:r>
          </a:p>
          <a:p>
            <a:pPr>
              <a:defRPr sz="1200"/>
            </a:pPr>
            <a:r>
              <a:t>D:/pasar_fix/node_modules/.bun/@internationalized+date@3.12.2/node_modules/@internationalized/date/src/calendars/IslamicCalendar.ts</a:t>
            </a:r>
          </a:p>
          <a:p>
            <a:pPr>
              <a:defRPr sz="1200"/>
            </a:pPr>
            <a:r>
              <a:t>D:/pasar_fix/node_modules/.bun/@internationalized+date@3.12.2/node_modules/@internationalized/date/src/calendars/JapaneseCalendar.ts</a:t>
            </a:r>
          </a:p>
          <a:p>
            <a:pPr>
              <a:defRPr sz="1200"/>
            </a:pPr>
            <a:r>
              <a:t>D:/pasar_fix/node_modules/.bun/@internationalized+date@3.12.2/node_modules/@internationalized/date/src/calendars/PersianCalendar.ts</a:t>
            </a:r>
          </a:p>
          <a:p>
            <a:pPr>
              <a:defRPr sz="1200"/>
            </a:pPr>
            <a:r>
              <a:t>D:/pasar_fix/node_modules/.bun/@internationalized+date@3.12.2/node_modules/@internationalized/date/src/calendars/TaiwanCalendar.ts</a:t>
            </a:r>
          </a:p>
          <a:p>
            <a:pPr>
              <a:defRPr sz="1200"/>
            </a:pPr>
            <a:r>
              <a:t>D:/pasar_fix/node_modules/.bun/@internationalized+number@3.6.7/node_modules/@internationalized/number/LICENSE</a:t>
            </a:r>
          </a:p>
          <a:p>
            <a:pPr>
              <a:defRPr sz="1200"/>
            </a:pPr>
            <a:r>
              <a:t>D:/pasar_fix/node_modules/.bun/@internationalized+number@3.6.7/node_modules/@internationalized/number/package.json</a:t>
            </a:r>
          </a:p>
          <a:p>
            <a:pPr>
              <a:defRPr sz="1200"/>
            </a:pPr>
            <a:r>
              <a:t>D:/pasar_fix/node_modules/.bun/@internationalized+number@3.6.7/node_modules/@internationalized/number/README.md</a:t>
            </a:r>
          </a:p>
          <a:p>
            <a:pPr>
              <a:defRPr sz="1200"/>
            </a:pPr>
            <a:r>
              <a:t>D:/pasar_fix/node_modules/.bun/@internationalized+number@3.6.7/node_modules/@internationalized/number/dist/index.cjs</a:t>
            </a:r>
          </a:p>
          <a:p>
            <a:pPr>
              <a:defRPr sz="1200"/>
            </a:pPr>
            <a:r>
              <a:t>D:/pasar_fix/node_modules/.bun/@internationalized+number@3.6.7/node_modules/@internationalized/number/dist/index.cjs.map</a:t>
            </a:r>
          </a:p>
          <a:p>
            <a:pPr>
              <a:defRPr sz="1200"/>
            </a:pPr>
            <a:r>
              <a:t>D:/pasar_fix/node_modules/.bun/@internationalized+number@3.6.7/node_modules/@internationalized/number/dist/index.js</a:t>
            </a:r>
          </a:p>
          <a:p>
            <a:pPr>
              <a:defRPr sz="1200"/>
            </a:pPr>
            <a:r>
              <a:t>D:/pasar_fix/node_modules/.bun/@internationalized+number@3.6.7/node_modules/@internationalized/number/dist/index.js.map</a:t>
            </a:r>
          </a:p>
          <a:p>
            <a:pPr>
              <a:defRPr sz="1200"/>
            </a:pPr>
            <a:r>
              <a:t>D:/pasar_fix/node_modules/.bun/@internationalized+number@3.6.7/node_modules/@internationalized/number/dist/index.mjs</a:t>
            </a:r>
          </a:p>
          <a:p>
            <a:pPr>
              <a:defRPr sz="1200"/>
            </a:pPr>
            <a:r>
              <a:t>D:/pasar_fix/node_modules/.bun/@internationalized+number@3.6.7/node_modules/@internationalized/number/dist/index.mjs.map</a:t>
            </a:r>
          </a:p>
          <a:p>
            <a:pPr>
              <a:defRPr sz="1200"/>
            </a:pPr>
            <a:r>
              <a:t>D:/pasar_fix/node_modules/.bun/@internationalized+number@3.6.7/node_modules/@internationalized/number/dist/private/NumberFormatter.cjs</a:t>
            </a:r>
          </a:p>
          <a:p>
            <a:pPr>
              <a:defRPr sz="1200"/>
            </a:pPr>
            <a:r>
              <a:t>D:/pasar_fix/node_modules/.bun/@internationalized+number@3.6.7/node_modules/@internationalized/number/dist/private/NumberFormatter.cjs.map</a:t>
            </a:r>
          </a:p>
          <a:p>
            <a:pPr>
              <a:defRPr sz="1200"/>
            </a:pPr>
            <a:r>
              <a:t>D:/pasar_fix/node_modules/.bun/@internationalized+number@3.6.7/node_modules/@internationalized/number/dist/private/NumberFormatter.js</a:t>
            </a:r>
          </a:p>
          <a:p>
            <a:pPr>
              <a:defRPr sz="1200"/>
            </a:pPr>
            <a:r>
              <a:t>D:/pasar_fix/node_modules/.bun/@internationalized+number@3.6.7/node_modules/@internationalized/number/dist/private/NumberFormatter.js.map</a:t>
            </a:r>
          </a:p>
          <a:p>
            <a:pPr>
              <a:defRPr sz="1200"/>
            </a:pPr>
            <a:r>
              <a:t>D:/pasar_fix/node_modules/.bun/@internationalized+number@3.6.7/node_modules/@internationalized/number/dist/private/NumberFormatter.mjs</a:t>
            </a:r>
          </a:p>
          <a:p>
            <a:pPr>
              <a:defRPr sz="1200"/>
            </a:pPr>
            <a:r>
              <a:t>D:/pasar_fix/node_modules/.bun/@internationalized+number@3.6.7/node_modules/@internationalized/number/dist/private/NumberFormatter.mjs.map</a:t>
            </a:r>
          </a:p>
          <a:p>
            <a:pPr>
              <a:defRPr sz="1200"/>
            </a:pPr>
            <a:r>
              <a:t>D:/pasar_fix/node_modules/.bun/@internationalized+number@3.6.7/node_modules/@internationalized/number/dist/private/NumberParser.cjs</a:t>
            </a:r>
          </a:p>
          <a:p>
            <a:pPr>
              <a:defRPr sz="1200"/>
            </a:pPr>
            <a:r>
              <a:t>D:/pasar_fix/node_modules/.bun/@internationalized+number@3.6.7/node_modules/@internationalized/number/dist/private/NumberParser.cjs.map</a:t>
            </a:r>
          </a:p>
          <a:p>
            <a:pPr>
              <a:defRPr sz="1200"/>
            </a:pPr>
            <a:r>
              <a:t>D:/pasar_fix/node_modules/.bun/@internationalized+number@3.6.7/node_modules/@internationalized/number/dist/private/NumberParser.js</a:t>
            </a:r>
          </a:p>
          <a:p>
            <a:pPr>
              <a:defRPr sz="1200"/>
            </a:pPr>
            <a:r>
              <a:t>D:/pasar_fix/node_modules/.bun/@internationalized+number@3.6.7/node_modules/@internationalized/number/dist/private/NumberParser.js.map</a:t>
            </a:r>
          </a:p>
          <a:p>
            <a:pPr>
              <a:defRPr sz="1200"/>
            </a:pPr>
            <a:r>
              <a:t>D:/pasar_fix/node_modules/.bun/@internationalized+number@3.6.7/node_modules/@internationalized/number/dist/private/NumberParser.mjs</a:t>
            </a:r>
          </a:p>
          <a:p>
            <a:pPr>
              <a:defRPr sz="1200"/>
            </a:pPr>
            <a:r>
              <a:t>D:/pasar_fix/node_modules/.bun/@internationalized+number@3.6.7/node_modules/@internationalized/number/dist/private/NumberParser.mjs.map</a:t>
            </a:r>
          </a:p>
          <a:p>
            <a:pPr>
              <a:defRPr sz="1200"/>
            </a:pPr>
            <a:r>
              <a:t>D:/pasar_fix/node_modules/.bun/@internationalized+number@3.6.7/node_modules/@internationalized/number/dist/types/src/index.d.ts</a:t>
            </a:r>
          </a:p>
          <a:p>
            <a:pPr>
              <a:defRPr sz="1200"/>
            </a:pPr>
            <a:r>
              <a:t>D:/pasar_fix/node_modules/.bun/@internationalized+number@3.6.7/node_modules/@internationalized/number/dist/types/src/NumberFormatter.d.ts</a:t>
            </a:r>
          </a:p>
          <a:p>
            <a:pPr>
              <a:defRPr sz="1200"/>
            </a:pPr>
            <a:r>
              <a:t>D:/pasar_fix/node_modules/.bun/@internationalized+number@3.6.7/node_modules/@internationalized/number/dist/types/src/NumberParser.d.ts</a:t>
            </a:r>
          </a:p>
          <a:p>
            <a:pPr>
              <a:defRPr sz="1200"/>
            </a:pPr>
            <a:r>
              <a:t>D:/pasar_fix/node_modules/.bun/@internationalized+number@3.6.7/node_modules/@internationalized/number/src/index.ts</a:t>
            </a:r>
          </a:p>
          <a:p>
            <a:pPr>
              <a:defRPr sz="1200"/>
            </a:pPr>
            <a:r>
              <a:t>D:/pasar_fix/node_modules/.bun/@internationalized+number@3.6.7/node_modules/@internationalized/number/src/NumberFormatter.ts</a:t>
            </a:r>
          </a:p>
          <a:p>
            <a:pPr>
              <a:defRPr sz="1200"/>
            </a:pPr>
            <a:r>
              <a:t>D:/pasar_fix/node_modules/.bun/@internationalized+number@3.6.7/node_modules/@internationalized/number/src/NumberParser.ts</a:t>
            </a:r>
          </a:p>
          <a:p>
            <a:pPr>
              <a:defRPr sz="1200"/>
            </a:pPr>
            <a:r>
              <a:t>D:/pasar_fix/node_modules/.bun/@internationalized+string@3.2.9/node_modules/@internationalized/string/LICENSE</a:t>
            </a:r>
          </a:p>
          <a:p>
            <a:pPr>
              <a:defRPr sz="1200"/>
            </a:pPr>
            <a:r>
              <a:t>D:/pasar_fix/node_modules/.bun/@internationalized+string@3.2.9/node_modules/@internationalized/string/package.json</a:t>
            </a:r>
          </a:p>
          <a:p>
            <a:pPr>
              <a:defRPr sz="1200"/>
            </a:pPr>
            <a:r>
              <a:t>D:/pasar_fix/node_modules/.bun/@internationalized+string@3.2.9/node_modules/@internationalized/string/README.md</a:t>
            </a:r>
          </a:p>
          <a:p>
            <a:pPr>
              <a:defRPr sz="1200"/>
            </a:pPr>
            <a:r>
              <a:t>D:/pasar_fix/node_modules/.bun/@internationalized+string@3.2.9/node_modules/@internationalized/string/dist/index.cjs</a:t>
            </a:r>
          </a:p>
          <a:p>
            <a:pPr>
              <a:defRPr sz="1200"/>
            </a:pPr>
            <a:r>
              <a:t>D:/pasar_fix/node_modules/.bun/@internationalized+string@3.2.9/node_modules/@internationalized/string/dist/index.cjs.map</a:t>
            </a:r>
          </a:p>
          <a:p>
            <a:pPr>
              <a:defRPr sz="1200"/>
            </a:pPr>
            <a:r>
              <a:t>D:/pasar_fix/node_modules/.bun/@internationalized+string@3.2.9/node_modules/@internationalized/string/dist/index.js</a:t>
            </a:r>
          </a:p>
          <a:p>
            <a:pPr>
              <a:defRPr sz="1200"/>
            </a:pPr>
            <a:r>
              <a:t>D:/pasar_fix/node_modules/.bun/@internationalized+string@3.2.9/node_modules/@internationalized/string/dist/index.js.map</a:t>
            </a:r>
          </a:p>
          <a:p>
            <a:pPr>
              <a:defRPr sz="1200"/>
            </a:pPr>
            <a:r>
              <a:t>D:/pasar_fix/node_modules/.bun/@internationalized+string@3.2.9/node_modules/@internationalized/string/dist/index.mjs</a:t>
            </a:r>
          </a:p>
          <a:p>
            <a:pPr>
              <a:defRPr sz="1200"/>
            </a:pPr>
            <a:r>
              <a:t>D:/pasar_fix/node_modules/.bun/@internationalized+string@3.2.9/node_modules/@internationalized/string/dist/index.mjs.map</a:t>
            </a:r>
          </a:p>
          <a:p>
            <a:pPr>
              <a:defRPr sz="1200"/>
            </a:pPr>
            <a:r>
              <a:t>D:/pasar_fix/node_modules/.bun/@internationalized+string@3.2.9/node_modules/@internationalized/string/dist/private/LocalizedStringDictionary.cjs</a:t>
            </a:r>
          </a:p>
          <a:p>
            <a:pPr>
              <a:defRPr sz="1200"/>
            </a:pPr>
            <a:r>
              <a:t>D:/pasar_fix/node_modules/.bun/@internationalized+string@3.2.9/node_modules/@internationalized/string/dist/private/LocalizedStringDictionary.cjs.map</a:t>
            </a:r>
          </a:p>
          <a:p>
            <a:pPr>
              <a:defRPr sz="1200"/>
            </a:pPr>
            <a:r>
              <a:t>D:/pasar_fix/node_modules/.bun/@internationalized+string@3.2.9/node_modules/@internationalized/string/dist/private/LocalizedStringDictionary.js</a:t>
            </a:r>
          </a:p>
          <a:p>
            <a:pPr>
              <a:defRPr sz="1200"/>
            </a:pPr>
            <a:r>
              <a:t>D:/pasar_fix/node_modules/.bun/@internationalized+string@3.2.9/node_modules/@internationalized/string/dist/private/LocalizedStringDictionary.js.map</a:t>
            </a:r>
          </a:p>
          <a:p>
            <a:pPr>
              <a:defRPr sz="1200"/>
            </a:pPr>
            <a:r>
              <a:t>D:/pasar_fix/node_modules/.bun/@internationalized+string@3.2.9/node_modules/@internationalized/string/dist/private/LocalizedStringDictionary.mjs</a:t>
            </a:r>
          </a:p>
          <a:p>
            <a:pPr>
              <a:defRPr sz="1200"/>
            </a:pPr>
            <a:r>
              <a:t>D:/pasar_fix/node_modules/.bun/@internationalized+string@3.2.9/node_modules/@internationalized/string/dist/private/LocalizedStringDictionary.mjs.map</a:t>
            </a:r>
          </a:p>
          <a:p>
            <a:pPr>
              <a:defRPr sz="1200"/>
            </a:pPr>
            <a:r>
              <a:t>D:/pasar_fix/node_modules/.bun/@internationalized+string@3.2.9/node_modules/@internationalized/string/dist/private/LocalizedStringFormatter.cjs</a:t>
            </a:r>
          </a:p>
          <a:p>
            <a:pPr>
              <a:defRPr sz="1200"/>
            </a:pPr>
            <a:r>
              <a:t>D:/pasar_fix/node_modules/.bun/@internationalized+string@3.2.9/node_modules/@internationalized/string/dist/private/LocalizedStringFormatter.cjs.map</a:t>
            </a:r>
          </a:p>
          <a:p>
            <a:pPr>
              <a:defRPr sz="1200"/>
            </a:pPr>
            <a:r>
              <a:t>D:/pasar_fix/node_modules/.bun/@internationalized+string@3.2.9/node_modules/@internationalized/string/dist/private/LocalizedStringFormatter.js</a:t>
            </a:r>
          </a:p>
          <a:p>
            <a:pPr>
              <a:defRPr sz="1200"/>
            </a:pPr>
            <a:r>
              <a:t>D:/pasar_fix/node_modules/.bun/@internationalized+string@3.2.9/node_modules/@internationalized/string/dist/private/LocalizedStringFormatter.js.map</a:t>
            </a:r>
          </a:p>
          <a:p>
            <a:pPr>
              <a:defRPr sz="1200"/>
            </a:pPr>
            <a:r>
              <a:t>D:/pasar_fix/node_modules/.bun/@internationalized+string@3.2.9/node_modules/@internationalized/string/dist/private/LocalizedStringFormatter.mjs</a:t>
            </a:r>
          </a:p>
          <a:p>
            <a:pPr>
              <a:defRPr sz="1200"/>
            </a:pPr>
            <a:r>
              <a:t>D:/pasar_fix/node_modules/.bun/@internationalized+string@3.2.9/node_modules/@internationalized/string/dist/private/LocalizedStringFormatter.mjs.map</a:t>
            </a:r>
          </a:p>
          <a:p>
            <a:pPr>
              <a:defRPr sz="1200"/>
            </a:pPr>
            <a:r>
              <a:t>D:/pasar_fix/node_modules/.bun/@internationalized+string@3.2.9/node_modules/@internationalized/string/dist/types/src/index.d.ts</a:t>
            </a:r>
          </a:p>
          <a:p>
            <a:pPr>
              <a:defRPr sz="1200"/>
            </a:pPr>
            <a:r>
              <a:t>D:/pasar_fix/node_modules/.bun/@internationalized+string@3.2.9/node_modules/@internationalized/string/dist/types/src/LocalizedStringDictionary.d.ts</a:t>
            </a:r>
          </a:p>
          <a:p>
            <a:pPr>
              <a:defRPr sz="1200"/>
            </a:pPr>
            <a:r>
              <a:t>D:/pasar_fix/node_modules/.bun/@internationalized+string@3.2.9/node_modules/@internationalized/string/dist/types/src/LocalizedStringFormatter.d.ts</a:t>
            </a:r>
          </a:p>
          <a:p>
            <a:pPr>
              <a:defRPr sz="1200"/>
            </a:pPr>
            <a:r>
              <a:t>D:/pasar_fix/node_modules/.bun/@internationalized+string@3.2.9/node_modules/@internationalized/string/src/index.ts</a:t>
            </a:r>
          </a:p>
          <a:p>
            <a:pPr>
              <a:defRPr sz="1200"/>
            </a:pPr>
            <a:r>
              <a:t>D:/pasar_fix/node_modules/.bun/@internationalized+string@3.2.9/node_modules/@internationalized/string/src/LocalizedStringDictionary.ts</a:t>
            </a:r>
          </a:p>
          <a:p>
            <a:pPr>
              <a:defRPr sz="1200"/>
            </a:pPr>
            <a:r>
              <a:t>D:/pasar_fix/node_modules/.bun/@internationalized+string@3.2.9/node_modules/@internationalized/string/src/LocalizedStringFormatter.ts</a:t>
            </a:r>
          </a:p>
          <a:p>
            <a:pPr>
              <a:defRPr sz="1200"/>
            </a:pPr>
            <a:r>
              <a:t>D:/pasar_fix/node_modules/.bun/@ioredis+commands@1.5.1/node_modules/@ioredis/commands/LICENSE</a:t>
            </a:r>
          </a:p>
          <a:p>
            <a:pPr>
              <a:defRPr sz="1200"/>
            </a:pPr>
            <a:r>
              <a:t>D:/pasar_fix/node_modules/.bun/@ioredis+commands@1.5.1/node_modules/@ioredis/commands/package.json</a:t>
            </a:r>
          </a:p>
          <a:p>
            <a:pPr>
              <a:defRPr sz="1200"/>
            </a:pPr>
            <a:r>
              <a:t>D:/pasar_fix/node_modules/.bun/@ioredis+commands@1.5.1/node_modules/@ioredis/commands/README.md</a:t>
            </a:r>
          </a:p>
          <a:p>
            <a:pPr>
              <a:defRPr sz="1200"/>
            </a:pPr>
            <a:r>
              <a:t>D:/pasar_fix/node_modules/.bun/@ioredis+commands@1.5.1/node_modules/@ioredis/commands/built/commands.json</a:t>
            </a:r>
          </a:p>
          <a:p>
            <a:pPr>
              <a:defRPr sz="1200"/>
            </a:pPr>
            <a:r>
              <a:t>D:/pasar_fix/node_modules/.bun/@ioredis+commands@1.5.1/node_modules/@ioredis/commands/built/index.d.ts</a:t>
            </a:r>
          </a:p>
          <a:p>
            <a:pPr>
              <a:defRPr sz="1200"/>
            </a:pPr>
            <a:r>
              <a:t>D:/pasar_fix/node_modules/.bun/@ioredis+commands@1.5.1/node_modules/@ioredis/commands/built/index.js</a:t>
            </a:r>
          </a:p>
          <a:p>
            <a:pPr>
              <a:defRPr sz="1200"/>
            </a:pPr>
            <a:r>
              <a:t>D:/pasar_fix/node_modules/.bun/@isaacs+cliui@8.0.2/node_modules/@isaacs/cliui/index.mjs</a:t>
            </a:r>
          </a:p>
          <a:p>
            <a:pPr>
              <a:defRPr sz="1200"/>
            </a:pPr>
            <a:r>
              <a:t>D:/pasar_fix/node_modules/.bun/@isaacs+cliui@8.0.2/node_modules/@isaacs/cliui/LICENSE.txt</a:t>
            </a:r>
          </a:p>
          <a:p>
            <a:pPr>
              <a:defRPr sz="1200"/>
            </a:pPr>
            <a:r>
              <a:t>D:/pasar_fix/node_modules/.bun/@isaacs+cliui@8.0.2/node_modules/@isaacs/cliui/package.json</a:t>
            </a:r>
          </a:p>
          <a:p>
            <a:pPr>
              <a:defRPr sz="1200"/>
            </a:pPr>
            <a:r>
              <a:t>D:/pasar_fix/node_modules/.bun/@isaacs+cliui@8.0.2/node_modules/@isaacs/cliui/README.md</a:t>
            </a:r>
          </a:p>
          <a:p>
            <a:pPr>
              <a:defRPr sz="1200"/>
            </a:pPr>
            <a:r>
              <a:t>D:/pasar_fix/node_modules/.bun/@isaacs+cliui@8.0.2/node_modules/@isaacs/cliui/build/index.cjs</a:t>
            </a:r>
          </a:p>
          <a:p>
            <a:pPr>
              <a:defRPr sz="1200"/>
            </a:pPr>
            <a:r>
              <a:t>D:/pasar_fix/node_modules/.bun/@isaacs+cliui@8.0.2/node_modules/@isaacs/cliui/build/index.d.cts</a:t>
            </a:r>
          </a:p>
          <a:p>
            <a:pPr>
              <a:defRPr sz="1200"/>
            </a:pPr>
            <a:r>
              <a:t>D:/pasar_fix/node_modules/.bun/@isaacs+cliui@8.0.2/node_modules/@isaacs/cliui/build/lib/index.js</a:t>
            </a:r>
          </a:p>
          <a:p>
            <a:pPr>
              <a:defRPr sz="1200"/>
            </a:pPr>
            <a:r>
              <a:t>D:/pasar_fix/node_modules/.bun/@isaacs+cliui@9.0.0/node_modules/@isaacs/cliui/LICENSE.md</a:t>
            </a:r>
          </a:p>
          <a:p>
            <a:pPr>
              <a:defRPr sz="1200"/>
            </a:pPr>
            <a:r>
              <a:t>D:/pasar_fix/node_modules/.bun/@isaacs+cliui@9.0.0/node_modules/@isaacs/cliui/package.json</a:t>
            </a:r>
          </a:p>
          <a:p>
            <a:pPr>
              <a:defRPr sz="1200"/>
            </a:pPr>
            <a:r>
              <a:t>D:/pasar_fix/node_modules/.bun/@isaacs+cliui@9.0.0/node_modules/@isaacs/cliui/README.md</a:t>
            </a:r>
          </a:p>
          <a:p>
            <a:pPr>
              <a:defRPr sz="1200"/>
            </a:pPr>
            <a:r>
              <a:t>D:/pasar_fix/node_modules/.bun/@isaacs+cliui@9.0.0/node_modules/@isaacs/cliui/dist/commonjs/index.d.ts</a:t>
            </a:r>
          </a:p>
          <a:p>
            <a:pPr>
              <a:defRPr sz="1200"/>
            </a:pPr>
            <a:r>
              <a:t>D:/pasar_fix/node_modules/.bun/@isaacs+cliui@9.0.0/node_modules/@isaacs/cliui/dist/commonjs/index.d.ts.map</a:t>
            </a:r>
          </a:p>
          <a:p>
            <a:pPr>
              <a:defRPr sz="1200"/>
            </a:pPr>
            <a:r>
              <a:t>D:/pasar_fix/node_modules/.bun/@isaacs+cliui@9.0.0/node_modules/@isaacs/cliui/dist/commonjs/index.js</a:t>
            </a:r>
          </a:p>
          <a:p>
            <a:pPr>
              <a:defRPr sz="1200"/>
            </a:pPr>
            <a:r>
              <a:t>D:/pasar_fix/node_modules/.bun/@isaacs+cliui@9.0.0/node_modules/@isaacs/cliui/dist/commonjs/index.js.map</a:t>
            </a:r>
          </a:p>
          <a:p>
            <a:pPr>
              <a:defRPr sz="1200"/>
            </a:pPr>
            <a:r>
              <a:t>D:/pasar_fix/node_modules/.bun/@isaacs+cliui@9.0.0/node_modules/@isaacs/cliui/dist/commonjs/index.min.js</a:t>
            </a:r>
          </a:p>
          <a:p>
            <a:pPr>
              <a:defRPr sz="1200"/>
            </a:pPr>
            <a:r>
              <a:t>D:/pasar_fix/node_modules/.bun/@isaacs+cliui@9.0.0/node_modules/@isaacs/cliui/dist/commonjs/index.min.js.map</a:t>
            </a:r>
          </a:p>
          <a:p>
            <a:pPr>
              <a:defRPr sz="1200"/>
            </a:pPr>
            <a:r>
              <a:t>D:/pasar_fix/node_modules/.bun/@isaacs+cliui@9.0.0/node_modules/@isaacs/cliui/dist/commonjs/package.json</a:t>
            </a:r>
          </a:p>
          <a:p>
            <a:pPr>
              <a:defRPr sz="1200"/>
            </a:pPr>
            <a:r>
              <a:t>D:/pasar_fix/node_modules/.bun/@isaacs+cliui@9.0.0/node_modules/@isaacs/cliui/dist/commonjs/ansi-regex/index.d.ts</a:t>
            </a:r>
          </a:p>
          <a:p>
            <a:pPr>
              <a:defRPr sz="1200"/>
            </a:pPr>
            <a:r>
              <a:t>D:/pasar_fix/node_modules/.bun/@isaacs+cliui@9.0.0/node_modules/@isaacs/cliui/dist/commonjs/ansi-regex/index.d.ts.map</a:t>
            </a:r>
          </a:p>
          <a:p>
            <a:pPr>
              <a:defRPr sz="1200"/>
            </a:pPr>
            <a:r>
              <a:t>D:/pasar_fix/node_modules/.bun/@isaacs+cliui@9.0.0/node_modules/@isaacs/cliui/dist/commonjs/ansi-regex/index.js</a:t>
            </a:r>
          </a:p>
          <a:p>
            <a:pPr>
              <a:defRPr sz="1200"/>
            </a:pPr>
            <a:r>
              <a:t>D:/pasar_fix/node_modules/.bun/@isaacs+cliui@9.0.0/node_modules/@isaacs/cliui/dist/commonjs/ansi-regex/index.js.map</a:t>
            </a:r>
          </a:p>
          <a:p>
            <a:pPr>
              <a:defRPr sz="1200"/>
            </a:pPr>
            <a:r>
              <a:t>D:/pasar_fix/node_modules/.bun/@isaacs+cliui@9.0.0/node_modules/@isaacs/cliui/dist/commonjs/ansi-styles/index.d.ts</a:t>
            </a:r>
          </a:p>
          <a:p>
            <a:pPr>
              <a:defRPr sz="1200"/>
            </a:pPr>
            <a:r>
              <a:t>D:/pasar_fix/node_modules/.bun/@isaacs+cliui@9.0.0/node_modules/@isaacs/cliui/dist/commonjs/ansi-styles/index.d.ts.map</a:t>
            </a:r>
          </a:p>
          <a:p>
            <a:pPr>
              <a:defRPr sz="1200"/>
            </a:pPr>
            <a:r>
              <a:t>D:/pasar_fix/node_modules/.bun/@isaacs+cliui@9.0.0/node_modules/@isaacs/cliui/dist/commonjs/ansi-styles/index.js</a:t>
            </a:r>
          </a:p>
          <a:p>
            <a:pPr>
              <a:defRPr sz="1200"/>
            </a:pPr>
            <a:r>
              <a:t>D:/pasar_fix/node_modules/.bun/@isaacs+cliui@9.0.0/node_modules/@isaacs/cliui/dist/commonjs/ansi-styles/index.js.map</a:t>
            </a:r>
          </a:p>
          <a:p>
            <a:pPr>
              <a:defRPr sz="1200"/>
            </a:pPr>
            <a:r>
              <a:t>D:/pasar_fix/node_modules/.bun/@isaacs+cliui@9.0.0/node_modules/@isaacs/cliui/dist/commonjs/eastasianwidth/index.d.ts</a:t>
            </a:r>
          </a:p>
          <a:p>
            <a:pPr>
              <a:defRPr sz="1200"/>
            </a:pPr>
            <a:r>
              <a:t>D:/pasar_fix/node_modules/.bun/@isaacs+cliui@9.0.0/node_modules/@isaacs/cliui/dist/commonjs/eastasianwidth/index.d.ts.map</a:t>
            </a:r>
          </a:p>
          <a:p>
            <a:pPr>
              <a:defRPr sz="1200"/>
            </a:pPr>
            <a:r>
              <a:t>D:/pasar_fix/node_modules/.bun/@isaacs+cliui@9.0.0/node_modules/@isaacs/cliui/dist/commonjs/eastasianwidth/index.js</a:t>
            </a:r>
          </a:p>
          <a:p>
            <a:pPr>
              <a:defRPr sz="1200"/>
            </a:pPr>
            <a:r>
              <a:t>D:/pasar_fix/node_modules/.bun/@isaacs+cliui@9.0.0/node_modules/@isaacs/cliui/dist/commonjs/eastasianwidth/index.js.map</a:t>
            </a:r>
          </a:p>
          <a:p>
            <a:pPr>
              <a:defRPr sz="1200"/>
            </a:pPr>
            <a:r>
              <a:t>D:/pasar_fix/node_modules/.bun/@isaacs+cliui@9.0.0/node_modules/@isaacs/cliui/dist/commonjs/emoji-regex/index.d.ts</a:t>
            </a:r>
          </a:p>
          <a:p>
            <a:pPr>
              <a:defRPr sz="1200"/>
            </a:pPr>
            <a:r>
              <a:t>D:/pasar_fix/node_modules/.bun/@isaacs+cliui@9.0.0/node_modules/@isaacs/cliui/dist/commonjs/emoji-regex/index.d.ts.map</a:t>
            </a:r>
          </a:p>
          <a:p>
            <a:pPr>
              <a:defRPr sz="1200"/>
            </a:pPr>
            <a:r>
              <a:t>D:/pasar_fix/node_modules/.bun/@isaacs+cliui@9.0.0/node_modules/@isaacs/cliui/dist/commonjs/emoji-regex/index.js</a:t>
            </a:r>
          </a:p>
          <a:p>
            <a:pPr>
              <a:defRPr sz="1200"/>
            </a:pPr>
            <a:r>
              <a:t>D:/pasar_fix/node_modules/.bun/@isaacs+cliui@9.0.0/node_modules/@isaacs/cliui/dist/commonjs/emoji-regex/index.js.map</a:t>
            </a:r>
          </a:p>
          <a:p>
            <a:pPr>
              <a:defRPr sz="1200"/>
            </a:pPr>
            <a:r>
              <a:t>D:/pasar_fix/node_modules/.bun/@isaacs+cliui@9.0.0/node_modules/@isaacs/cliui/dist/commonjs/string-width/index.d.ts</a:t>
            </a:r>
          </a:p>
          <a:p>
            <a:pPr>
              <a:defRPr sz="1200"/>
            </a:pPr>
            <a:r>
              <a:t>D:/pasar_fix/node_modules/.bun/@isaacs+cliui@9.0.0/node_modules/@isaacs/cliui/dist/commonjs/string-width/index.d.ts.map</a:t>
            </a:r>
          </a:p>
          <a:p>
            <a:pPr>
              <a:defRPr sz="1200"/>
            </a:pPr>
            <a:r>
              <a:t>D:/pasar_fix/node_modules/.bun/@isaacs+cliui@9.0.0/node_modules/@isaacs/cliui/dist/commonjs/string-width/index.js</a:t>
            </a:r>
          </a:p>
          <a:p>
            <a:pPr>
              <a:defRPr sz="1200"/>
            </a:pPr>
            <a:r>
              <a:t>D:/pasar_fix/node_modules/.bun/@isaacs+cliui@9.0.0/node_modules/@isaacs/cliui/dist/commonjs/string-width/index.js.map</a:t>
            </a:r>
          </a:p>
          <a:p>
            <a:pPr>
              <a:defRPr sz="1200"/>
            </a:pPr>
            <a:r>
              <a:t>D:/pasar_fix/node_modules/.bun/@isaacs+cliui@9.0.0/node_modules/@isaacs/cliui/dist/commonjs/strip-ansi/index.d.ts</a:t>
            </a:r>
          </a:p>
          <a:p>
            <a:pPr>
              <a:defRPr sz="1200"/>
            </a:pPr>
            <a:r>
              <a:t>D:/pasar_fix/node_modules/.bun/@isaacs+cliui@9.0.0/node_modules/@isaacs/cliui/dist/commonjs/strip-ansi/index.d.ts.map</a:t>
            </a:r>
          </a:p>
          <a:p>
            <a:pPr>
              <a:defRPr sz="1200"/>
            </a:pPr>
            <a:r>
              <a:t>D:/pasar_fix/node_modules/.bun/@isaacs+cliui@9.0.0/node_modules/@isaacs/cliui/dist/commonjs/strip-ansi/index.js</a:t>
            </a:r>
          </a:p>
          <a:p>
            <a:pPr>
              <a:defRPr sz="1200"/>
            </a:pPr>
            <a:r>
              <a:t>D:/pasar_fix/node_modules/.bun/@isaacs+cliui@9.0.0/node_modules/@isaacs/cliui/dist/commonjs/strip-ansi/index.js.map</a:t>
            </a:r>
          </a:p>
          <a:p>
            <a:pPr>
              <a:defRPr sz="1200"/>
            </a:pPr>
            <a:r>
              <a:t>D:/pasar_fix/node_modules/.bun/@isaacs+cliui@9.0.0/node_modules/@isaacs/cliui/dist/commonjs/wrap-ansi/index.d.ts</a:t>
            </a:r>
          </a:p>
          <a:p>
            <a:pPr>
              <a:defRPr sz="1200"/>
            </a:pPr>
            <a:r>
              <a:t>D:/pasar_fix/node_modules/.bun/@isaacs+cliui@9.0.0/node_modules/@isaacs/cliui/dist/commonjs/wrap-ansi/index.d.ts.map</a:t>
            </a:r>
          </a:p>
          <a:p>
            <a:pPr>
              <a:defRPr sz="1200"/>
            </a:pPr>
            <a:r>
              <a:t>D:/pasar_fix/node_modules/.bun/@isaacs+cliui@9.0.0/node_modules/@isaacs/cliui/dist/commonjs/wrap-ansi/index.js</a:t>
            </a:r>
          </a:p>
          <a:p>
            <a:pPr>
              <a:defRPr sz="1200"/>
            </a:pPr>
            <a:r>
              <a:t>D:/pasar_fix/node_modules/.bun/@isaacs+cliui@9.0.0/node_modules/@isaacs/cliui/dist/commonjs/wrap-ansi/index.js.map</a:t>
            </a:r>
          </a:p>
          <a:p>
            <a:pPr>
              <a:defRPr sz="1200"/>
            </a:pPr>
            <a:r>
              <a:t>D:/pasar_fix/node_modules/.bun/@isaacs+cliui@9.0.0/node_modules/@isaacs/cliui/dist/esm/index.d.ts</a:t>
            </a:r>
          </a:p>
          <a:p>
            <a:pPr>
              <a:defRPr sz="1200"/>
            </a:pPr>
            <a:r>
              <a:t>D:/pasar_fix/node_modules/.bun/@isaacs+cliui@9.0.0/node_modules/@isaacs/cliui/dist/esm/index.d.ts.map</a:t>
            </a:r>
          </a:p>
          <a:p>
            <a:pPr>
              <a:defRPr sz="1200"/>
            </a:pPr>
            <a:r>
              <a:t>D:/pasar_fix/node_modules/.bun/@isaacs+cliui@9.0.0/node_modules/@isaacs/cliui/dist/esm/index.js</a:t>
            </a:r>
          </a:p>
          <a:p>
            <a:pPr>
              <a:defRPr sz="1200"/>
            </a:pPr>
            <a:r>
              <a:t>D:/pasar_fix/node_modules/.bun/@isaacs+cliui@9.0.0/node_modules/@isaacs/cliui/dist/esm/index.js.map</a:t>
            </a:r>
          </a:p>
          <a:p>
            <a:pPr>
              <a:defRPr sz="1200"/>
            </a:pPr>
            <a:r>
              <a:t>D:/pasar_fix/node_modules/.bun/@isaacs+cliui@9.0.0/node_modules/@isaacs/cliui/dist/esm/index.min.js</a:t>
            </a:r>
          </a:p>
          <a:p>
            <a:pPr>
              <a:defRPr sz="1200"/>
            </a:pPr>
            <a:r>
              <a:t>D:/pasar_fix/node_modules/.bun/@isaacs+cliui@9.0.0/node_modules/@isaacs/cliui/dist/esm/index.min.js.map</a:t>
            </a:r>
          </a:p>
          <a:p>
            <a:pPr>
              <a:defRPr sz="1200"/>
            </a:pPr>
            <a:r>
              <a:t>D:/pasar_fix/node_modules/.bun/@isaacs+cliui@9.0.0/node_modules/@isaacs/cliui/dist/esm/package.json</a:t>
            </a:r>
          </a:p>
          <a:p>
            <a:pPr>
              <a:defRPr sz="1200"/>
            </a:pPr>
            <a:r>
              <a:t>D:/pasar_fix/node_modules/.bun/@isaacs+cliui@9.0.0/node_modules/@isaacs/cliui/dist/esm/ansi-regex/index.d.ts</a:t>
            </a:r>
          </a:p>
          <a:p>
            <a:pPr>
              <a:defRPr sz="1200"/>
            </a:pPr>
            <a:r>
              <a:t>D:/pasar_fix/node_modules/.bun/@isaacs+cliui@9.0.0/node_modules/@isaacs/cliui/dist/esm/ansi-regex/index.d.ts.map</a:t>
            </a:r>
          </a:p>
          <a:p>
            <a:pPr>
              <a:defRPr sz="1200"/>
            </a:pPr>
            <a:r>
              <a:t>D:/pasar_fix/node_modules/.bun/@isaacs+cliui@9.0.0/node_modules/@isaacs/cliui/dist/esm/ansi-regex/index.js</a:t>
            </a:r>
          </a:p>
          <a:p>
            <a:pPr>
              <a:defRPr sz="1200"/>
            </a:pPr>
            <a:r>
              <a:t>D:/pasar_fix/node_modules/.bun/@isaacs+cliui@9.0.0/node_modules/@isaacs/cliui/dist/esm/ansi-regex/index.js.map</a:t>
            </a:r>
          </a:p>
          <a:p>
            <a:pPr>
              <a:defRPr sz="1200"/>
            </a:pPr>
            <a:r>
              <a:t>D:/pasar_fix/node_modules/.bun/@isaacs+cliui@9.0.0/node_modules/@isaacs/cliui/dist/esm/ansi-styles/index.d.ts</a:t>
            </a:r>
          </a:p>
          <a:p>
            <a:pPr>
              <a:defRPr sz="1200"/>
            </a:pPr>
            <a:r>
              <a:t>D:/pasar_fix/node_modules/.bun/@isaacs+cliui@9.0.0/node_modules/@isaacs/cliui/dist/esm/ansi-styles/index.d.ts.map</a:t>
            </a:r>
          </a:p>
          <a:p>
            <a:pPr>
              <a:defRPr sz="1200"/>
            </a:pPr>
            <a:r>
              <a:t>D:/pasar_fix/node_modules/.bun/@isaacs+cliui@9.0.0/node_modules/@isaacs/cliui/dist/esm/ansi-styles/index.js</a:t>
            </a:r>
          </a:p>
          <a:p>
            <a:pPr>
              <a:defRPr sz="1200"/>
            </a:pPr>
            <a:r>
              <a:t>D:/pasar_fix/node_modules/.bun/@isaacs+cliui@9.0.0/node_modules/@isaacs/cliui/dist/esm/ansi-styles/index.js.map</a:t>
            </a:r>
          </a:p>
          <a:p>
            <a:pPr>
              <a:defRPr sz="1200"/>
            </a:pPr>
            <a:r>
              <a:t>D:/pasar_fix/node_modules/.bun/@isaacs+cliui@9.0.0/node_modules/@isaacs/cliui/dist/esm/eastasianwidth/index.d.ts</a:t>
            </a:r>
          </a:p>
          <a:p>
            <a:pPr>
              <a:defRPr sz="1200"/>
            </a:pPr>
            <a:r>
              <a:t>D:/pasar_fix/node_modules/.bun/@isaacs+cliui@9.0.0/node_modules/@isaacs/cliui/dist/esm/eastasianwidth/index.d.ts.map</a:t>
            </a:r>
          </a:p>
          <a:p>
            <a:pPr>
              <a:defRPr sz="1200"/>
            </a:pPr>
            <a:r>
              <a:t>D:/pasar_fix/node_modules/.bun/@isaacs+cliui@9.0.0/node_modules/@isaacs/cliui/dist/esm/eastasianwidth/index.js</a:t>
            </a:r>
          </a:p>
          <a:p>
            <a:pPr>
              <a:defRPr sz="1200"/>
            </a:pPr>
            <a:r>
              <a:t>D:/pasar_fix/node_modules/.bun/@isaacs+cliui@9.0.0/node_modules/@isaacs/cliui/dist/esm/eastasianwidth/index.js.map</a:t>
            </a:r>
          </a:p>
          <a:p>
            <a:pPr>
              <a:defRPr sz="1200"/>
            </a:pPr>
            <a:r>
              <a:t>D:/pasar_fix/node_modules/.bun/@isaacs+cliui@9.0.0/node_modules/@isaacs/cliui/dist/esm/emoji-regex/index.d.ts</a:t>
            </a:r>
          </a:p>
          <a:p>
            <a:pPr>
              <a:defRPr sz="1200"/>
            </a:pPr>
            <a:r>
              <a:t>D:/pasar_fix/node_modules/.bun/@isaacs+cliui@9.0.0/node_modules/@isaacs/cliui/dist/esm/emoji-regex/index.d.ts.map</a:t>
            </a:r>
          </a:p>
          <a:p>
            <a:pPr>
              <a:defRPr sz="1200"/>
            </a:pPr>
            <a:r>
              <a:t>D:/pasar_fix/node_modules/.bun/@isaacs+cliui@9.0.0/node_modules/@isaacs/cliui/dist/esm/emoji-regex/index.js</a:t>
            </a:r>
          </a:p>
          <a:p>
            <a:pPr>
              <a:defRPr sz="1200"/>
            </a:pPr>
            <a:r>
              <a:t>D:/pasar_fix/node_modules/.bun/@isaacs+cliui@9.0.0/node_modules/@isaacs/cliui/dist/esm/emoji-regex/index.js.map</a:t>
            </a:r>
          </a:p>
          <a:p>
            <a:pPr>
              <a:defRPr sz="1200"/>
            </a:pPr>
            <a:r>
              <a:t>D:/pasar_fix/node_modules/.bun/@isaacs+cliui@9.0.0/node_modules/@isaacs/cliui/dist/esm/string-width/index.d.ts</a:t>
            </a:r>
          </a:p>
          <a:p>
            <a:pPr>
              <a:defRPr sz="1200"/>
            </a:pPr>
            <a:r>
              <a:t>D:/pasar_fix/node_modules/.bun/@isaacs+cliui@9.0.0/node_modules/@isaacs/cliui/dist/esm/string-width/index.d.ts.map</a:t>
            </a:r>
          </a:p>
          <a:p>
            <a:pPr>
              <a:defRPr sz="1200"/>
            </a:pPr>
            <a:r>
              <a:t>D:/pasar_fix/node_modules/.bun/@isaacs+cliui@9.0.0/node_modules/@isaacs/cliui/dist/esm/string-width/index.js</a:t>
            </a:r>
          </a:p>
          <a:p>
            <a:pPr>
              <a:defRPr sz="1200"/>
            </a:pPr>
            <a:r>
              <a:t>D:/pasar_fix/node_modules/.bun/@isaacs+cliui@9.0.0/node_modules/@isaacs/cliui/dist/esm/string-width/index.js.map</a:t>
            </a:r>
          </a:p>
          <a:p>
            <a:pPr>
              <a:defRPr sz="1200"/>
            </a:pPr>
            <a:r>
              <a:t>D:/pasar_fix/node_modules/.bun/@isaacs+cliui@9.0.0/node_modules/@isaacs/cliui/dist/esm/strip-ansi/index.d.ts</a:t>
            </a:r>
          </a:p>
          <a:p>
            <a:pPr>
              <a:defRPr sz="1200"/>
            </a:pPr>
            <a:r>
              <a:t>D:/pasar_fix/node_modules/.bun/@isaacs+cliui@9.0.0/node_modules/@isaacs/cliui/dist/esm/strip-ansi/index.d.ts.map</a:t>
            </a:r>
          </a:p>
          <a:p>
            <a:pPr>
              <a:defRPr sz="1200"/>
            </a:pPr>
            <a:r>
              <a:t>D:/pasar_fix/node_modules/.bun/@isaacs+cliui@9.0.0/node_modules/@isaacs/cliui/dist/esm/strip-ansi/index.js</a:t>
            </a:r>
          </a:p>
          <a:p>
            <a:pPr>
              <a:defRPr sz="1200"/>
            </a:pPr>
            <a:r>
              <a:t>D:/pasar_fix/node_modules/.bun/@isaacs+cliui@9.0.0/node_modules/@isaacs/cliui/dist/esm/strip-ansi/index.js.map</a:t>
            </a:r>
          </a:p>
          <a:p>
            <a:pPr>
              <a:defRPr sz="1200"/>
            </a:pPr>
            <a:r>
              <a:t>D:/pasar_fix/node_modules/.bun/@isaacs+cliui@9.0.0/node_modules/@isaacs/cliui/dist/esm/wrap-ansi/index.d.ts</a:t>
            </a:r>
          </a:p>
          <a:p>
            <a:pPr>
              <a:defRPr sz="1200"/>
            </a:pPr>
            <a:r>
              <a:t>D:/pasar_fix/node_modules/.bun/@isaacs+cliui@9.0.0/node_modules/@isaacs/cliui/dist/esm/wrap-ansi/index.d.ts.map</a:t>
            </a:r>
          </a:p>
          <a:p>
            <a:pPr>
              <a:defRPr sz="1200"/>
            </a:pPr>
            <a:r>
              <a:t>D:/pasar_fix/node_modules/.bun/@isaacs+cliui@9.0.0/node_modules/@isaacs/cliui/dist/esm/wrap-ansi/index.js</a:t>
            </a:r>
          </a:p>
          <a:p>
            <a:pPr>
              <a:defRPr sz="1200"/>
            </a:pPr>
            <a:r>
              <a:t>D:/pasar_fix/node_modules/.bun/@isaacs+cliui@9.0.0/node_modules/@isaacs/cliui/dist/esm/wrap-ansi/index.js.map</a:t>
            </a:r>
          </a:p>
          <a:p>
            <a:pPr>
              <a:defRPr sz="1200"/>
            </a:pPr>
            <a:r>
              <a:t>D:/pasar_fix/node_modules/.bun/@isaacs+fs-minipass@4.0.1/node_modules/@isaacs/fs-minipass/LICENSE</a:t>
            </a:r>
          </a:p>
          <a:p>
            <a:pPr>
              <a:defRPr sz="1200"/>
            </a:pPr>
            <a:r>
              <a:t>D:/pasar_fix/node_modules/.bun/@isaacs+fs-minipass@4.0.1/node_modules/@isaacs/fs-minipass/package.json</a:t>
            </a:r>
          </a:p>
          <a:p>
            <a:pPr>
              <a:defRPr sz="1200"/>
            </a:pPr>
            <a:r>
              <a:t>D:/pasar_fix/node_modules/.bun/@isaacs+fs-minipass@4.0.1/node_modules/@isaacs/fs-minipass/README.md</a:t>
            </a:r>
          </a:p>
          <a:p>
            <a:pPr>
              <a:defRPr sz="1200"/>
            </a:pPr>
            <a:r>
              <a:t>D:/pasar_fix/node_modules/.bun/@isaacs+fs-minipass@4.0.1/node_modules/@isaacs/fs-minipass/dist/commonjs/index.d.ts</a:t>
            </a:r>
          </a:p>
          <a:p>
            <a:pPr>
              <a:defRPr sz="1200"/>
            </a:pPr>
            <a:r>
              <a:t>D:/pasar_fix/node_modules/.bun/@isaacs+fs-minipass@4.0.1/node_modules/@isaacs/fs-minipass/dist/commonjs/index.d.ts.map</a:t>
            </a:r>
          </a:p>
          <a:p>
            <a:pPr>
              <a:defRPr sz="1200"/>
            </a:pPr>
            <a:r>
              <a:t>D:/pasar_fix/node_modules/.bun/@isaacs+fs-minipass@4.0.1/node_modules/@isaacs/fs-minipass/dist/commonjs/index.js</a:t>
            </a:r>
          </a:p>
          <a:p>
            <a:pPr>
              <a:defRPr sz="1200"/>
            </a:pPr>
            <a:r>
              <a:t>D:/pasar_fix/node_modules/.bun/@isaacs+fs-minipass@4.0.1/node_modules/@isaacs/fs-minipass/dist/commonjs/index.js.map</a:t>
            </a:r>
          </a:p>
          <a:p>
            <a:pPr>
              <a:defRPr sz="1200"/>
            </a:pPr>
            <a:r>
              <a:t>D:/pasar_fix/node_modules/.bun/@isaacs+fs-minipass@4.0.1/node_modules/@isaacs/fs-minipass/dist/commonjs/package.json</a:t>
            </a:r>
          </a:p>
          <a:p>
            <a:pPr>
              <a:defRPr sz="1200"/>
            </a:pPr>
            <a:r>
              <a:t>D:/pasar_fix/node_modules/.bun/@isaacs+fs-minipass@4.0.1/node_modules/@isaacs/fs-minipass/dist/esm/index.d.ts</a:t>
            </a:r>
          </a:p>
          <a:p>
            <a:pPr>
              <a:defRPr sz="1200"/>
            </a:pPr>
            <a:r>
              <a:t>D:/pasar_fix/node_modules/.bun/@isaacs+fs-minipass@4.0.1/node_modules/@isaacs/fs-minipass/dist/esm/index.d.ts.map</a:t>
            </a:r>
          </a:p>
          <a:p>
            <a:pPr>
              <a:defRPr sz="1200"/>
            </a:pPr>
            <a:r>
              <a:t>D:/pasar_fix/node_modules/.bun/@isaacs+fs-minipass@4.0.1/node_modules/@isaacs/fs-minipass/dist/esm/index.js</a:t>
            </a:r>
          </a:p>
          <a:p>
            <a:pPr>
              <a:defRPr sz="1200"/>
            </a:pPr>
            <a:r>
              <a:t>D:/pasar_fix/node_modules/.bun/@isaacs+fs-minipass@4.0.1/node_modules/@isaacs/fs-minipass/dist/esm/index.js.map</a:t>
            </a:r>
          </a:p>
          <a:p>
            <a:pPr>
              <a:defRPr sz="1200"/>
            </a:pPr>
            <a:r>
              <a:t>D:/pasar_fix/node_modules/.bun/@isaacs+fs-minipass@4.0.1/node_modules/@isaacs/fs-minipass/dist/esm/package.json</a:t>
            </a:r>
          </a:p>
          <a:p>
            <a:pPr>
              <a:defRPr sz="1200"/>
            </a:pPr>
            <a:r>
              <a:t>D:/pasar_fix/node_modules/.bun/@jest+schemas@29.6.3/node_modules/@jest/schemas/LICENSE</a:t>
            </a:r>
          </a:p>
          <a:p>
            <a:pPr>
              <a:defRPr sz="1200"/>
            </a:pPr>
            <a:r>
              <a:t>D:/pasar_fix/node_modules/.bun/@jest+schemas@29.6.3/node_modules/@jest/schemas/package.json</a:t>
            </a:r>
          </a:p>
          <a:p>
            <a:pPr>
              <a:defRPr sz="1200"/>
            </a:pPr>
            <a:r>
              <a:t>D:/pasar_fix/node_modules/.bun/@jest+schemas@29.6.3/node_modules/@jest/schemas/README.md</a:t>
            </a:r>
          </a:p>
          <a:p>
            <a:pPr>
              <a:defRPr sz="1200"/>
            </a:pPr>
            <a:r>
              <a:t>D:/pasar_fix/node_modules/.bun/@jest+schemas@29.6.3/node_modules/@jest/schemas/build/index.d.ts</a:t>
            </a:r>
          </a:p>
          <a:p>
            <a:pPr>
              <a:defRPr sz="1200"/>
            </a:pPr>
            <a:r>
              <a:t>D:/pasar_fix/node_modules/.bun/@jest+schemas@29.6.3/node_modules/@jest/schemas/build/index.js</a:t>
            </a:r>
          </a:p>
          <a:p>
            <a:pPr>
              <a:defRPr sz="1200"/>
            </a:pPr>
            <a:r>
              <a:t>D:/pasar_fix/node_modules/.bun/@jest+types@29.6.3/node_modules/@jest/types/LICENSE</a:t>
            </a:r>
          </a:p>
          <a:p>
            <a:pPr>
              <a:defRPr sz="1200"/>
            </a:pPr>
            <a:r>
              <a:t>D:/pasar_fix/node_modules/.bun/@jest+types@29.6.3/node_modules/@jest/types/package.json</a:t>
            </a:r>
          </a:p>
          <a:p>
            <a:pPr>
              <a:defRPr sz="1200"/>
            </a:pPr>
            <a:r>
              <a:t>D:/pasar_fix/node_modules/.bun/@jest+types@29.6.3/node_modules/@jest/types/README.md</a:t>
            </a:r>
          </a:p>
          <a:p>
            <a:pPr>
              <a:defRPr sz="1200"/>
            </a:pPr>
            <a:r>
              <a:t>D:/pasar_fix/node_modules/.bun/@jest+types@29.6.3/node_modules/@jest/types/build/Circus.js</a:t>
            </a:r>
          </a:p>
          <a:p>
            <a:pPr>
              <a:defRPr sz="1200"/>
            </a:pPr>
            <a:r>
              <a:t>D:/pasar_fix/node_modules/.bun/@jest+types@29.6.3/node_modules/@jest/types/build/Config.js</a:t>
            </a:r>
          </a:p>
          <a:p>
            <a:pPr>
              <a:defRPr sz="1200"/>
            </a:pPr>
            <a:r>
              <a:t>D:/pasar_fix/node_modules/.bun/@jest+types@29.6.3/node_modules/@jest/types/build/Global.js</a:t>
            </a:r>
          </a:p>
          <a:p>
            <a:pPr>
              <a:defRPr sz="1200"/>
            </a:pPr>
            <a:r>
              <a:t>D:/pasar_fix/node_modules/.bun/@jest+types@29.6.3/node_modules/@jest/types/build/index.d.ts</a:t>
            </a:r>
          </a:p>
          <a:p>
            <a:pPr>
              <a:defRPr sz="1200"/>
            </a:pPr>
            <a:r>
              <a:t>D:/pasar_fix/node_modules/.bun/@jest+types@29.6.3/node_modules/@jest/types/build/index.js</a:t>
            </a:r>
          </a:p>
          <a:p>
            <a:pPr>
              <a:defRPr sz="1200"/>
            </a:pPr>
            <a:r>
              <a:t>D:/pasar_fix/node_modules/.bun/@jest+types@29.6.3/node_modules/@jest/types/build/TestResult.js</a:t>
            </a:r>
          </a:p>
          <a:p>
            <a:pPr>
              <a:defRPr sz="1200"/>
            </a:pPr>
            <a:r>
              <a:t>D:/pasar_fix/node_modules/.bun/@jest+types@29.6.3/node_modules/@jest/types/build/Transform.js</a:t>
            </a:r>
          </a:p>
          <a:p>
            <a:pPr>
              <a:defRPr sz="1200"/>
            </a:pPr>
            <a:r>
              <a:t>D:/pasar_fix/node_modules/.bun/@jridgewell+gen-mapping@0.3.13/node_modules/@jridgewell/gen-mapping/LICENSE</a:t>
            </a:r>
          </a:p>
          <a:p>
            <a:pPr>
              <a:defRPr sz="1200"/>
            </a:pPr>
            <a:r>
              <a:t>D:/pasar_fix/node_modules/.bun/@jridgewell+gen-mapping@0.3.13/node_modules/@jridgewell/gen-mapping/package.json</a:t>
            </a:r>
          </a:p>
          <a:p>
            <a:pPr>
              <a:defRPr sz="1200"/>
            </a:pPr>
            <a:r>
              <a:t>D:/pasar_fix/node_modules/.bun/@jridgewell+gen-mapping@0.3.13/node_modules/@jridgewell/gen-mapping/README.md</a:t>
            </a:r>
          </a:p>
          <a:p>
            <a:pPr>
              <a:defRPr sz="1200"/>
            </a:pPr>
            <a:r>
              <a:t>D:/pasar_fix/node_modules/.bun/@jridgewell+gen-mapping@0.3.13/node_modules/@jridgewell/gen-mapping/dist/gen-mapping.mjs</a:t>
            </a:r>
          </a:p>
          <a:p>
            <a:pPr>
              <a:defRPr sz="1200"/>
            </a:pPr>
            <a:r>
              <a:t>D:/pasar_fix/node_modules/.bun/@jridgewell+gen-mapping@0.3.13/node_modules/@jridgewell/gen-mapping/dist/gen-mapping.mjs.map</a:t>
            </a:r>
          </a:p>
          <a:p>
            <a:pPr>
              <a:defRPr sz="1200"/>
            </a:pPr>
            <a:r>
              <a:t>D:/pasar_fix/node_modules/.bun/@jridgewell+gen-mapping@0.3.13/node_modules/@jridgewell/gen-mapping/dist/gen-mapping.umd.js</a:t>
            </a:r>
          </a:p>
          <a:p>
            <a:pPr>
              <a:defRPr sz="1200"/>
            </a:pPr>
            <a:r>
              <a:t>D:/pasar_fix/node_modules/.bun/@jridgewell+gen-mapping@0.3.13/node_modules/@jridgewell/gen-mapping/dist/gen-mapping.umd.js.map</a:t>
            </a:r>
          </a:p>
          <a:p>
            <a:pPr>
              <a:defRPr sz="1200"/>
            </a:pPr>
            <a:r>
              <a:t>D:/pasar_fix/node_modules/.bun/@jridgewell+gen-mapping@0.3.13/node_modules/@jridgewell/gen-mapping/dist/types/gen-mapping.d.ts</a:t>
            </a:r>
          </a:p>
          <a:p>
            <a:pPr>
              <a:defRPr sz="1200"/>
            </a:pPr>
            <a:r>
              <a:t>D:/pasar_fix/node_modules/.bun/@jridgewell+gen-mapping@0.3.13/node_modules/@jridgewell/gen-mapping/dist/types/set-array.d.ts</a:t>
            </a:r>
          </a:p>
          <a:p>
            <a:pPr>
              <a:defRPr sz="1200"/>
            </a:pPr>
            <a:r>
              <a:t>D:/pasar_fix/node_modules/.bun/@jridgewell+gen-mapping@0.3.13/node_modules/@jridgewell/gen-mapping/dist/types/sourcemap-segment.d.ts</a:t>
            </a:r>
          </a:p>
          <a:p>
            <a:pPr>
              <a:defRPr sz="1200"/>
            </a:pPr>
            <a:r>
              <a:t>D:/pasar_fix/node_modules/.bun/@jridgewell+gen-mapping@0.3.13/node_modules/@jridgewell/gen-mapping/dist/types/types.d.ts</a:t>
            </a:r>
          </a:p>
          <a:p>
            <a:pPr>
              <a:defRPr sz="1200"/>
            </a:pPr>
            <a:r>
              <a:t>D:/pasar_fix/node_modules/.bun/@jridgewell+gen-mapping@0.3.13/node_modules/@jridgewell/gen-mapping/src/gen-mapping.ts</a:t>
            </a:r>
          </a:p>
          <a:p>
            <a:pPr>
              <a:defRPr sz="1200"/>
            </a:pPr>
            <a:r>
              <a:t>D:/pasar_fix/node_modules/.bun/@jridgewell+gen-mapping@0.3.13/node_modules/@jridgewell/gen-mapping/src/set-array.ts</a:t>
            </a:r>
          </a:p>
          <a:p>
            <a:pPr>
              <a:defRPr sz="1200"/>
            </a:pPr>
            <a:r>
              <a:t>D:/pasar_fix/node_modules/.bun/@jridgewell+gen-mapping@0.3.13/node_modules/@jridgewell/gen-mapping/src/sourcemap-segment.ts</a:t>
            </a:r>
          </a:p>
          <a:p>
            <a:pPr>
              <a:defRPr sz="1200"/>
            </a:pPr>
            <a:r>
              <a:t>D:/pasar_fix/node_modules/.bun/@jridgewell+gen-mapping@0.3.13/node_modules/@jridgewell/gen-mapping/src/types.ts</a:t>
            </a:r>
          </a:p>
          <a:p>
            <a:pPr>
              <a:defRPr sz="1200"/>
            </a:pPr>
            <a:r>
              <a:t>D:/pasar_fix/node_modules/.bun/@jridgewell+gen-mapping@0.3.13/node_modules/@jridgewell/gen-mapping/types/gen-mapping.d.cts</a:t>
            </a:r>
          </a:p>
          <a:p>
            <a:pPr>
              <a:defRPr sz="1200"/>
            </a:pPr>
            <a:r>
              <a:t>D:/pasar_fix/node_modules/.bun/@jridgewell+gen-mapping@0.3.13/node_modules/@jridgewell/gen-mapping/types/gen-mapping.d.cts.map</a:t>
            </a:r>
          </a:p>
          <a:p>
            <a:pPr>
              <a:defRPr sz="1200"/>
            </a:pPr>
            <a:r>
              <a:t>D:/pasar_fix/node_modules/.bun/@jridgewell+gen-mapping@0.3.13/node_modules/@jridgewell/gen-mapping/types/gen-mapping.d.mts</a:t>
            </a:r>
          </a:p>
          <a:p>
            <a:pPr>
              <a:defRPr sz="1200"/>
            </a:pPr>
            <a:r>
              <a:t>D:/pasar_fix/node_modules/.bun/@jridgewell+gen-mapping@0.3.13/node_modules/@jridgewell/gen-mapping/types/gen-mapping.d.mts.map</a:t>
            </a:r>
          </a:p>
          <a:p>
            <a:pPr>
              <a:defRPr sz="1200"/>
            </a:pPr>
            <a:r>
              <a:t>D:/pasar_fix/node_modules/.bun/@jridgewell+gen-mapping@0.3.13/node_modules/@jridgewell/gen-mapping/types/set-array.d.cts</a:t>
            </a:r>
          </a:p>
          <a:p>
            <a:pPr>
              <a:defRPr sz="1200"/>
            </a:pPr>
            <a:r>
              <a:t>D:/pasar_fix/node_modules/.bun/@jridgewell+gen-mapping@0.3.13/node_modules/@jridgewell/gen-mapping/types/set-array.d.cts.map</a:t>
            </a:r>
          </a:p>
          <a:p>
            <a:pPr>
              <a:defRPr sz="1200"/>
            </a:pPr>
            <a:r>
              <a:t>D:/pasar_fix/node_modules/.bun/@jridgewell+gen-mapping@0.3.13/node_modules/@jridgewell/gen-mapping/types/set-array.d.mts</a:t>
            </a:r>
          </a:p>
          <a:p>
            <a:pPr>
              <a:defRPr sz="1200"/>
            </a:pPr>
            <a:r>
              <a:t>D:/pasar_fix/node_modules/.bun/@jridgewell+gen-mapping@0.3.13/node_modules/@jridgewell/gen-mapping/types/set-array.d.mts.map</a:t>
            </a:r>
          </a:p>
          <a:p>
            <a:pPr>
              <a:defRPr sz="1200"/>
            </a:pPr>
            <a:r>
              <a:t>D:/pasar_fix/node_modules/.bun/@jridgewell+gen-mapping@0.3.13/node_modules/@jridgewell/gen-mapping/types/sourcemap-segment.d.cts</a:t>
            </a:r>
          </a:p>
          <a:p>
            <a:pPr>
              <a:defRPr sz="1200"/>
            </a:pPr>
            <a:r>
              <a:t>D:/pasar_fix/node_modules/.bun/@jridgewell+gen-mapping@0.3.13/node_modules/@jridgewell/gen-mapping/types/sourcemap-segment.d.cts.map</a:t>
            </a:r>
          </a:p>
          <a:p>
            <a:pPr>
              <a:defRPr sz="1200"/>
            </a:pPr>
            <a:r>
              <a:t>D:/pasar_fix/node_modules/.bun/@jridgewell+gen-mapping@0.3.13/node_modules/@jridgewell/gen-mapping/types/sourcemap-segment.d.mts</a:t>
            </a:r>
          </a:p>
          <a:p>
            <a:pPr>
              <a:defRPr sz="1200"/>
            </a:pPr>
            <a:r>
              <a:t>D:/pasar_fix/node_modules/.bun/@jridgewell+gen-mapping@0.3.13/node_modules/@jridgewell/gen-mapping/types/sourcemap-segment.d.mts.map</a:t>
            </a:r>
          </a:p>
          <a:p>
            <a:pPr>
              <a:defRPr sz="1200"/>
            </a:pPr>
            <a:r>
              <a:t>D:/pasar_fix/node_modules/.bun/@jridgewell+gen-mapping@0.3.13/node_modules/@jridgewell/gen-mapping/types/types.d.cts</a:t>
            </a:r>
          </a:p>
          <a:p>
            <a:pPr>
              <a:defRPr sz="1200"/>
            </a:pPr>
            <a:r>
              <a:t>D:/pasar_fix/node_modules/.bun/@jridgewell+gen-mapping@0.3.13/node_modules/@jridgewell/gen-mapping/types/types.d.cts.map</a:t>
            </a:r>
          </a:p>
          <a:p>
            <a:pPr>
              <a:defRPr sz="1200"/>
            </a:pPr>
            <a:r>
              <a:t>D:/pasar_fix/node_modules/.bun/@jridgewell+gen-mapping@0.3.13/node_modules/@jridgewell/gen-mapping/types/types.d.mts</a:t>
            </a:r>
          </a:p>
          <a:p>
            <a:pPr>
              <a:defRPr sz="1200"/>
            </a:pPr>
            <a:r>
              <a:t>D:/pasar_fix/node_modules/.bun/@jridgewell+gen-mapping@0.3.13/node_modules/@jridgewell/gen-mapping/types/types.d.mts.map</a:t>
            </a:r>
          </a:p>
          <a:p>
            <a:pPr>
              <a:defRPr sz="1200"/>
            </a:pPr>
            <a:r>
              <a:t>D:/pasar_fix/node_modules/.bun/@jridgewell+remapping@2.3.5/node_modules/@jridgewell/remapping/LICENSE</a:t>
            </a:r>
          </a:p>
          <a:p>
            <a:pPr>
              <a:defRPr sz="1200"/>
            </a:pPr>
            <a:r>
              <a:t>D:/pasar_fix/node_modules/.bun/@jridgewell+remapping@2.3.5/node_modules/@jridgewell/remapping/package.json</a:t>
            </a:r>
          </a:p>
          <a:p>
            <a:pPr>
              <a:defRPr sz="1200"/>
            </a:pPr>
            <a:r>
              <a:t>D:/pasar_fix/node_modules/.bun/@jridgewell+remapping@2.3.5/node_modules/@jridgewell/remapping/README.md</a:t>
            </a:r>
          </a:p>
          <a:p>
            <a:pPr>
              <a:defRPr sz="1200"/>
            </a:pPr>
            <a:r>
              <a:t>D:/pasar_fix/node_modules/.bun/@jridgewell+remapping@2.3.5/node_modules/@jridgewell/remapping/dist/remapping.mjs</a:t>
            </a:r>
          </a:p>
          <a:p>
            <a:pPr>
              <a:defRPr sz="1200"/>
            </a:pPr>
            <a:r>
              <a:t>D:/pasar_fix/node_modules/.bun/@jridgewell+remapping@2.3.5/node_modules/@jridgewell/remapping/dist/remapping.mjs.map</a:t>
            </a:r>
          </a:p>
          <a:p>
            <a:pPr>
              <a:defRPr sz="1200"/>
            </a:pPr>
            <a:r>
              <a:t>D:/pasar_fix/node_modules/.bun/@jridgewell+remapping@2.3.5/node_modules/@jridgewell/remapping/dist/remapping.umd.js</a:t>
            </a:r>
          </a:p>
          <a:p>
            <a:pPr>
              <a:defRPr sz="1200"/>
            </a:pPr>
            <a:r>
              <a:t>D:/pasar_fix/node_modules/.bun/@jridgewell+remapping@2.3.5/node_modules/@jridgewell/remapping/dist/remapping.umd.js.map</a:t>
            </a:r>
          </a:p>
          <a:p>
            <a:pPr>
              <a:defRPr sz="1200"/>
            </a:pPr>
            <a:r>
              <a:t>D:/pasar_fix/node_modules/.bun/@jridgewell+remapping@2.3.5/node_modules/@jridgewell/remapping/src/build-source-map-tree.ts</a:t>
            </a:r>
          </a:p>
          <a:p>
            <a:pPr>
              <a:defRPr sz="1200"/>
            </a:pPr>
            <a:r>
              <a:t>D:/pasar_fix/node_modules/.bun/@jridgewell+remapping@2.3.5/node_modules/@jridgewell/remapping/src/remapping.ts</a:t>
            </a:r>
          </a:p>
          <a:p>
            <a:pPr>
              <a:defRPr sz="1200"/>
            </a:pPr>
            <a:r>
              <a:t>D:/pasar_fix/node_modules/.bun/@jridgewell+remapping@2.3.5/node_modules/@jridgewell/remapping/src/source-map-tree.ts</a:t>
            </a:r>
          </a:p>
          <a:p>
            <a:pPr>
              <a:defRPr sz="1200"/>
            </a:pPr>
            <a:r>
              <a:t>D:/pasar_fix/node_modules/.bun/@jridgewell+remapping@2.3.5/node_modules/@jridgewell/remapping/src/source-map.ts</a:t>
            </a:r>
          </a:p>
          <a:p>
            <a:pPr>
              <a:defRPr sz="1200"/>
            </a:pPr>
            <a:r>
              <a:t>D:/pasar_fix/node_modules/.bun/@jridgewell+remapping@2.3.5/node_modules/@jridgewell/remapping/src/types.ts</a:t>
            </a:r>
          </a:p>
          <a:p>
            <a:pPr>
              <a:defRPr sz="1200"/>
            </a:pPr>
            <a:r>
              <a:t>D:/pasar_fix/node_modules/.bun/@jridgewell+remapping@2.3.5/node_modules/@jridgewell/remapping/types/build-source-map-tree.d.cts</a:t>
            </a:r>
          </a:p>
          <a:p>
            <a:pPr>
              <a:defRPr sz="1200"/>
            </a:pPr>
            <a:r>
              <a:t>D:/pasar_fix/node_modules/.bun/@jridgewell+remapping@2.3.5/node_modules/@jridgewell/remapping/types/build-source-map-tree.d.cts.map</a:t>
            </a:r>
          </a:p>
          <a:p>
            <a:pPr>
              <a:defRPr sz="1200"/>
            </a:pPr>
            <a:r>
              <a:t>D:/pasar_fix/node_modules/.bun/@jridgewell+remapping@2.3.5/node_modules/@jridgewell/remapping/types/build-source-map-tree.d.mts</a:t>
            </a:r>
          </a:p>
          <a:p>
            <a:pPr>
              <a:defRPr sz="1200"/>
            </a:pPr>
            <a:r>
              <a:t>D:/pasar_fix/node_modules/.bun/@jridgewell+remapping@2.3.5/node_modules/@jridgewell/remapping/types/build-source-map-tree.d.mts.map</a:t>
            </a:r>
          </a:p>
          <a:p>
            <a:pPr>
              <a:defRPr sz="1200"/>
            </a:pPr>
            <a:r>
              <a:t>D:/pasar_fix/node_modules/.bun/@jridgewell+remapping@2.3.5/node_modules/@jridgewell/remapping/types/remapping.d.cts</a:t>
            </a:r>
          </a:p>
          <a:p>
            <a:pPr>
              <a:defRPr sz="1200"/>
            </a:pPr>
            <a:r>
              <a:t>D:/pasar_fix/node_modules/.bun/@jridgewell+remapping@2.3.5/node_modules/@jridgewell/remapping/types/remapping.d.cts.map</a:t>
            </a:r>
          </a:p>
          <a:p>
            <a:pPr>
              <a:defRPr sz="1200"/>
            </a:pPr>
            <a:r>
              <a:t>D:/pasar_fix/node_modules/.bun/@jridgewell+remapping@2.3.5/node_modules/@jridgewell/remapping/types/remapping.d.mts</a:t>
            </a:r>
          </a:p>
          <a:p>
            <a:pPr>
              <a:defRPr sz="1200"/>
            </a:pPr>
            <a:r>
              <a:t>D:/pasar_fix/node_modules/.bun/@jridgewell+remapping@2.3.5/node_modules/@jridgewell/remapping/types/remapping.d.mts.map</a:t>
            </a:r>
          </a:p>
          <a:p>
            <a:pPr>
              <a:defRPr sz="1200"/>
            </a:pPr>
            <a:r>
              <a:t>D:/pasar_fix/node_modules/.bun/@jridgewell+remapping@2.3.5/node_modules/@jridgewell/remapping/types/source-map-tree.d.cts</a:t>
            </a:r>
          </a:p>
          <a:p>
            <a:pPr>
              <a:defRPr sz="1200"/>
            </a:pPr>
            <a:r>
              <a:t>D:/pasar_fix/node_modules/.bun/@jridgewell+remapping@2.3.5/node_modules/@jridgewell/remapping/types/source-map-tree.d.cts.map</a:t>
            </a:r>
          </a:p>
          <a:p>
            <a:pPr>
              <a:defRPr sz="1200"/>
            </a:pPr>
            <a:r>
              <a:t>D:/pasar_fix/node_modules/.bun/@jridgewell+remapping@2.3.5/node_modules/@jridgewell/remapping/types/source-map-tree.d.mts</a:t>
            </a:r>
          </a:p>
          <a:p>
            <a:pPr>
              <a:defRPr sz="1200"/>
            </a:pPr>
            <a:r>
              <a:t>D:/pasar_fix/node_modules/.bun/@jridgewell+remapping@2.3.5/node_modules/@jridgewell/remapping/types/source-map-tree.d.mts.map</a:t>
            </a:r>
          </a:p>
          <a:p>
            <a:pPr>
              <a:defRPr sz="1200"/>
            </a:pPr>
            <a:r>
              <a:t>D:/pasar_fix/node_modules/.bun/@jridgewell+remapping@2.3.5/node_modules/@jridgewell/remapping/types/source-map.d.cts</a:t>
            </a:r>
          </a:p>
          <a:p>
            <a:pPr>
              <a:defRPr sz="1200"/>
            </a:pPr>
            <a:r>
              <a:t>D:/pasar_fix/node_modules/.bun/@jridgewell+remapping@2.3.5/node_modules/@jridgewell/remapping/types/source-map.d.cts.map</a:t>
            </a:r>
          </a:p>
          <a:p>
            <a:pPr>
              <a:defRPr sz="1200"/>
            </a:pPr>
            <a:r>
              <a:t>D:/pasar_fix/node_modules/.bun/@jridgewell+remapping@2.3.5/node_modules/@jridgewell/remapping/types/source-map.d.mts</a:t>
            </a:r>
          </a:p>
          <a:p>
            <a:pPr>
              <a:defRPr sz="1200"/>
            </a:pPr>
            <a:r>
              <a:t>D:/pasar_fix/node_modules/.bun/@jridgewell+remapping@2.3.5/node_modules/@jridgewell/remapping/types/source-map.d.mts.map</a:t>
            </a:r>
          </a:p>
          <a:p>
            <a:pPr>
              <a:defRPr sz="1200"/>
            </a:pPr>
            <a:r>
              <a:t>D:/pasar_fix/node_modules/.bun/@jridgewell+remapping@2.3.5/node_modules/@jridgewell/remapping/types/types.d.cts</a:t>
            </a:r>
          </a:p>
          <a:p>
            <a:pPr>
              <a:defRPr sz="1200"/>
            </a:pPr>
            <a:r>
              <a:t>D:/pasar_fix/node_modules/.bun/@jridgewell+remapping@2.3.5/node_modules/@jridgewell/remapping/types/types.d.cts.map</a:t>
            </a:r>
          </a:p>
          <a:p>
            <a:pPr>
              <a:defRPr sz="1200"/>
            </a:pPr>
            <a:r>
              <a:t>D:/pasar_fix/node_modules/.bun/@jridgewell+remapping@2.3.5/node_modules/@jridgewell/remapping/types/types.d.mts</a:t>
            </a:r>
          </a:p>
          <a:p>
            <a:pPr>
              <a:defRPr sz="1200"/>
            </a:pPr>
            <a:r>
              <a:t>D:/pasar_fix/node_modules/.bun/@jridgewell+remapping@2.3.5/node_modules/@jridgewell/remapping/types/types.d.mts.map</a:t>
            </a:r>
          </a:p>
          <a:p>
            <a:pPr>
              <a:defRPr sz="1200"/>
            </a:pPr>
            <a:r>
              <a:t>D:/pasar_fix/node_modules/.bun/@jridgewell+resolve-uri@3.1.2/node_modules/@jridgewell/resolve-uri/LICENSE</a:t>
            </a:r>
          </a:p>
          <a:p>
            <a:pPr>
              <a:defRPr sz="1200"/>
            </a:pPr>
            <a:r>
              <a:t>D:/pasar_fix/node_modules/.bun/@jridgewell+resolve-uri@3.1.2/node_modules/@jridgewell/resolve-uri/package.json</a:t>
            </a:r>
          </a:p>
          <a:p>
            <a:pPr>
              <a:defRPr sz="1200"/>
            </a:pPr>
            <a:r>
              <a:t>D:/pasar_fix/node_modules/.bun/@jridgewell+resolve-uri@3.1.2/node_modules/@jridgewell/resolve-uri/README.md</a:t>
            </a:r>
          </a:p>
          <a:p>
            <a:pPr>
              <a:defRPr sz="1200"/>
            </a:pPr>
            <a:r>
              <a:t>D:/pasar_fix/node_modules/.bun/@jridgewell+resolve-uri@3.1.2/node_modules/@jridgewell/resolve-uri/dist/resolve-uri.mjs</a:t>
            </a:r>
          </a:p>
          <a:p>
            <a:pPr>
              <a:defRPr sz="1200"/>
            </a:pPr>
            <a:r>
              <a:t>D:/pasar_fix/node_modules/.bun/@jridgewell+resolve-uri@3.1.2/node_modules/@jridgewell/resolve-uri/dist/resolve-uri.mjs.map</a:t>
            </a:r>
          </a:p>
          <a:p>
            <a:pPr>
              <a:defRPr sz="1200"/>
            </a:pPr>
            <a:r>
              <a:t>D:/pasar_fix/node_modules/.bun/@jridgewell+resolve-uri@3.1.2/node_modules/@jridgewell/resolve-uri/dist/resolve-uri.umd.js</a:t>
            </a:r>
          </a:p>
          <a:p>
            <a:pPr>
              <a:defRPr sz="1200"/>
            </a:pPr>
            <a:r>
              <a:t>D:/pasar_fix/node_modules/.bun/@jridgewell+resolve-uri@3.1.2/node_modules/@jridgewell/resolve-uri/dist/resolve-uri.umd.js.map</a:t>
            </a:r>
          </a:p>
          <a:p>
            <a:pPr>
              <a:defRPr sz="1200"/>
            </a:pPr>
            <a:r>
              <a:t>D:/pasar_fix/node_modules/.bun/@jridgewell+resolve-uri@3.1.2/node_modules/@jridgewell/resolve-uri/dist/types/resolve-uri.d.ts</a:t>
            </a:r>
          </a:p>
          <a:p>
            <a:pPr>
              <a:defRPr sz="1200"/>
            </a:pPr>
            <a:r>
              <a:t>D:/pasar_fix/node_modules/.bun/@jridgewell+source-map@0.3.11/node_modules/@jridgewell/source-map/LICENSE</a:t>
            </a:r>
          </a:p>
          <a:p>
            <a:pPr>
              <a:defRPr sz="1200"/>
            </a:pPr>
            <a:r>
              <a:t>D:/pasar_fix/node_modules/.bun/@jridgewell+source-map@0.3.11/node_modules/@jridgewell/source-map/package.json</a:t>
            </a:r>
          </a:p>
          <a:p>
            <a:pPr>
              <a:defRPr sz="1200"/>
            </a:pPr>
            <a:r>
              <a:t>D:/pasar_fix/node_modules/.bun/@jridgewell+source-map@0.3.11/node_modules/@jridgewell/source-map/README.md</a:t>
            </a:r>
          </a:p>
          <a:p>
            <a:pPr>
              <a:defRPr sz="1200"/>
            </a:pPr>
            <a:r>
              <a:t>D:/pasar_fix/node_modules/.bun/@jridgewell+source-map@0.3.11/node_modules/@jridgewell/source-map/dist/source-map.mjs</a:t>
            </a:r>
          </a:p>
          <a:p>
            <a:pPr>
              <a:defRPr sz="1200"/>
            </a:pPr>
            <a:r>
              <a:t>D:/pasar_fix/node_modules/.bun/@jridgewell+source-map@0.3.11/node_modules/@jridgewell/source-map/dist/source-map.mjs.map</a:t>
            </a:r>
          </a:p>
          <a:p>
            <a:pPr>
              <a:defRPr sz="1200"/>
            </a:pPr>
            <a:r>
              <a:t>D:/pasar_fix/node_modules/.bun/@jridgewell+source-map@0.3.11/node_modules/@jridgewell/source-map/dist/source-map.umd.js</a:t>
            </a:r>
          </a:p>
          <a:p>
            <a:pPr>
              <a:defRPr sz="1200"/>
            </a:pPr>
            <a:r>
              <a:t>D:/pasar_fix/node_modules/.bun/@jridgewell+source-map@0.3.11/node_modules/@jridgewell/source-map/dist/source-map.umd.js.map</a:t>
            </a:r>
          </a:p>
          <a:p>
            <a:pPr>
              <a:defRPr sz="1200"/>
            </a:pPr>
            <a:r>
              <a:t>D:/pasar_fix/node_modules/.bun/@jridgewell+source-map@0.3.11/node_modules/@jridgewell/source-map/src/source-map.ts</a:t>
            </a:r>
          </a:p>
          <a:p>
            <a:pPr>
              <a:defRPr sz="1200"/>
            </a:pPr>
            <a:r>
              <a:t>D:/pasar_fix/node_modules/.bun/@jridgewell+source-map@0.3.11/node_modules/@jridgewell/source-map/types/source-map.d.cts</a:t>
            </a:r>
          </a:p>
          <a:p>
            <a:pPr>
              <a:defRPr sz="1200"/>
            </a:pPr>
            <a:r>
              <a:t>D:/pasar_fix/node_modules/.bun/@jridgewell+source-map@0.3.11/node_modules/@jridgewell/source-map/types/source-map.d.cts.map</a:t>
            </a:r>
          </a:p>
          <a:p>
            <a:pPr>
              <a:defRPr sz="1200"/>
            </a:pPr>
            <a:r>
              <a:t>D:/pasar_fix/node_modules/.bun/@jridgewell+source-map@0.3.11/node_modules/@jridgewell/source-map/types/source-map.d.mts</a:t>
            </a:r>
          </a:p>
          <a:p>
            <a:pPr>
              <a:defRPr sz="1200"/>
            </a:pPr>
            <a:r>
              <a:t>D:/pasar_fix/node_modules/.bun/@jridgewell+source-map@0.3.11/node_modules/@jridgewell/source-map/types/source-map.d.mts.map</a:t>
            </a:r>
          </a:p>
          <a:p>
            <a:pPr>
              <a:defRPr sz="1200"/>
            </a:pPr>
            <a:r>
              <a:t>D:/pasar_fix/node_modules/.bun/@jridgewell+sourcemap-codec@1.5.5/node_modules/@jridgewell/sourcemap-codec/LICENSE</a:t>
            </a:r>
          </a:p>
          <a:p>
            <a:pPr>
              <a:defRPr sz="1200"/>
            </a:pPr>
            <a:r>
              <a:t>D:/pasar_fix/node_modules/.bun/@jridgewell+sourcemap-codec@1.5.5/node_modules/@jridgewell/sourcemap-codec/package.json</a:t>
            </a:r>
          </a:p>
          <a:p>
            <a:pPr>
              <a:defRPr sz="1200"/>
            </a:pPr>
            <a:r>
              <a:t>D:/pasar_fix/node_modules/.bun/@jridgewell+sourcemap-codec@1.5.5/node_modules/@jridgewell/sourcemap-codec/README.md</a:t>
            </a:r>
          </a:p>
          <a:p>
            <a:pPr>
              <a:defRPr sz="1200"/>
            </a:pPr>
            <a:r>
              <a:t>D:/pasar_fix/node_modules/.bun/@jridgewell+sourcemap-codec@1.5.5/node_modules/@jridgewell/sourcemap-codec/dist/sourcemap-codec.mjs</a:t>
            </a:r>
          </a:p>
          <a:p>
            <a:pPr>
              <a:defRPr sz="1200"/>
            </a:pPr>
            <a:r>
              <a:t>D:/pasar_fix/node_modules/.bun/@jridgewell+sourcemap-codec@1.5.5/node_modules/@jridgewell/sourcemap-codec/dist/sourcemap-codec.mjs.map</a:t>
            </a:r>
          </a:p>
          <a:p>
            <a:pPr>
              <a:defRPr sz="1200"/>
            </a:pPr>
            <a:r>
              <a:t>D:/pasar_fix/node_modules/.bun/@jridgewell+sourcemap-codec@1.5.5/node_modules/@jridgewell/sourcemap-codec/dist/sourcemap-codec.umd.js</a:t>
            </a:r>
          </a:p>
          <a:p>
            <a:pPr>
              <a:defRPr sz="1200"/>
            </a:pPr>
            <a:r>
              <a:t>D:/pasar_fix/node_modules/.bun/@jridgewell+sourcemap-codec@1.5.5/node_modules/@jridgewell/sourcemap-codec/dist/sourcemap-codec.umd.js.map</a:t>
            </a:r>
          </a:p>
          <a:p>
            <a:pPr>
              <a:defRPr sz="1200"/>
            </a:pPr>
            <a:r>
              <a:t>D:/pasar_fix/node_modules/.bun/@jridgewell+sourcemap-codec@1.5.5/node_modules/@jridgewell/sourcemap-codec/src/scopes.ts</a:t>
            </a:r>
          </a:p>
          <a:p>
            <a:pPr>
              <a:defRPr sz="1200"/>
            </a:pPr>
            <a:r>
              <a:t>D:/pasar_fix/node_modules/.bun/@jridgewell+sourcemap-codec@1.5.5/node_modules/@jridgewell/sourcemap-codec/src/sourcemap-codec.ts</a:t>
            </a:r>
          </a:p>
          <a:p>
            <a:pPr>
              <a:defRPr sz="1200"/>
            </a:pPr>
            <a:r>
              <a:t>D:/pasar_fix/node_modules/.bun/@jridgewell+sourcemap-codec@1.5.5/node_modules/@jridgewell/sourcemap-codec/src/strings.ts</a:t>
            </a:r>
          </a:p>
          <a:p>
            <a:pPr>
              <a:defRPr sz="1200"/>
            </a:pPr>
            <a:r>
              <a:t>D:/pasar_fix/node_modules/.bun/@jridgewell+sourcemap-codec@1.5.5/node_modules/@jridgewell/sourcemap-codec/src/vlq.ts</a:t>
            </a:r>
          </a:p>
          <a:p>
            <a:pPr>
              <a:defRPr sz="1200"/>
            </a:pPr>
            <a:r>
              <a:t>D:/pasar_fix/node_modules/.bun/@jridgewell+sourcemap-codec@1.5.5/node_modules/@jridgewell/sourcemap-codec/types/scopes.d.cts</a:t>
            </a:r>
          </a:p>
          <a:p>
            <a:pPr>
              <a:defRPr sz="1200"/>
            </a:pPr>
            <a:r>
              <a:t>D:/pasar_fix/node_modules/.bun/@jridgewell+sourcemap-codec@1.5.5/node_modules/@jridgewell/sourcemap-codec/types/scopes.d.cts.map</a:t>
            </a:r>
          </a:p>
          <a:p>
            <a:pPr>
              <a:defRPr sz="1200"/>
            </a:pPr>
            <a:r>
              <a:t>D:/pasar_fix/node_modules/.bun/@jridgewell+sourcemap-codec@1.5.5/node_modules/@jridgewell/sourcemap-codec/types/scopes.d.mts</a:t>
            </a:r>
          </a:p>
          <a:p>
            <a:pPr>
              <a:defRPr sz="1200"/>
            </a:pPr>
            <a:r>
              <a:t>D:/pasar_fix/node_modules/.bun/@jridgewell+sourcemap-codec@1.5.5/node_modules/@jridgewell/sourcemap-codec/types/scopes.d.mts.map</a:t>
            </a:r>
          </a:p>
          <a:p>
            <a:pPr>
              <a:defRPr sz="1200"/>
            </a:pPr>
            <a:r>
              <a:t>D:/pasar_fix/node_modules/.bun/@jridgewell+sourcemap-codec@1.5.5/node_modules/@jridgewell/sourcemap-codec/types/sourcemap-codec.d.cts</a:t>
            </a:r>
          </a:p>
          <a:p>
            <a:pPr>
              <a:defRPr sz="1200"/>
            </a:pPr>
            <a:r>
              <a:t>D:/pasar_fix/node_modules/.bun/@jridgewell+sourcemap-codec@1.5.5/node_modules/@jridgewell/sourcemap-codec/types/sourcemap-codec.d.cts.map</a:t>
            </a:r>
          </a:p>
          <a:p>
            <a:pPr>
              <a:defRPr sz="1200"/>
            </a:pPr>
            <a:r>
              <a:t>D:/pasar_fix/node_modules/.bun/@jridgewell+sourcemap-codec@1.5.5/node_modules/@jridgewell/sourcemap-codec/types/sourcemap-codec.d.mts</a:t>
            </a:r>
          </a:p>
          <a:p>
            <a:pPr>
              <a:defRPr sz="1200"/>
            </a:pPr>
            <a:r>
              <a:t>D:/pasar_fix/node_modules/.bun/@jridgewell+sourcemap-codec@1.5.5/node_modules/@jridgewell/sourcemap-codec/types/sourcemap-codec.d.mts.map</a:t>
            </a:r>
          </a:p>
          <a:p>
            <a:pPr>
              <a:defRPr sz="1200"/>
            </a:pPr>
            <a:r>
              <a:t>D:/pasar_fix/node_modules/.bun/@jridgewell+sourcemap-codec@1.5.5/node_modules/@jridgewell/sourcemap-codec/types/strings.d.cts</a:t>
            </a:r>
          </a:p>
          <a:p>
            <a:pPr>
              <a:defRPr sz="1200"/>
            </a:pPr>
            <a:r>
              <a:t>D:/pasar_fix/node_modules/.bun/@jridgewell+sourcemap-codec@1.5.5/node_modules/@jridgewell/sourcemap-codec/types/strings.d.cts.map</a:t>
            </a:r>
          </a:p>
          <a:p>
            <a:pPr>
              <a:defRPr sz="1200"/>
            </a:pPr>
            <a:r>
              <a:t>D:/pasar_fix/node_modules/.bun/@jridgewell+sourcemap-codec@1.5.5/node_modules/@jridgewell/sourcemap-codec/types/strings.d.mts</a:t>
            </a:r>
          </a:p>
          <a:p>
            <a:pPr>
              <a:defRPr sz="1200"/>
            </a:pPr>
            <a:r>
              <a:t>D:/pasar_fix/node_modules/.bun/@jridgewell+sourcemap-codec@1.5.5/node_modules/@jridgewell/sourcemap-codec/types/strings.d.mts.map</a:t>
            </a:r>
          </a:p>
          <a:p>
            <a:pPr>
              <a:defRPr sz="1200"/>
            </a:pPr>
            <a:r>
              <a:t>D:/pasar_fix/node_modules/.bun/@jridgewell+sourcemap-codec@1.5.5/node_modules/@jridgewell/sourcemap-codec/types/vlq.d.cts</a:t>
            </a:r>
          </a:p>
          <a:p>
            <a:pPr>
              <a:defRPr sz="1200"/>
            </a:pPr>
            <a:r>
              <a:t>D:/pasar_fix/node_modules/.bun/@jridgewell+sourcemap-codec@1.5.5/node_modules/@jridgewell/sourcemap-codec/types/vlq.d.cts.map</a:t>
            </a:r>
          </a:p>
          <a:p>
            <a:pPr>
              <a:defRPr sz="1200"/>
            </a:pPr>
            <a:r>
              <a:t>D:/pasar_fix/node_modules/.bun/@jridgewell+sourcemap-codec@1.5.5/node_modules/@jridgewell/sourcemap-codec/types/vlq.d.mts</a:t>
            </a:r>
          </a:p>
          <a:p>
            <a:pPr>
              <a:defRPr sz="1200"/>
            </a:pPr>
            <a:r>
              <a:t>D:/pasar_fix/node_modules/.bun/@jridgewell+sourcemap-codec@1.5.5/node_modules/@jridgewell/sourcemap-codec/types/vlq.d.mts.map</a:t>
            </a:r>
          </a:p>
          <a:p>
            <a:pPr>
              <a:defRPr sz="1200"/>
            </a:pPr>
            <a:r>
              <a:t>D:/pasar_fix/node_modules/.bun/@jridgewell+trace-mapping@0.3.31/node_modules/@jridgewell/trace-mapping/LICENSE</a:t>
            </a:r>
          </a:p>
          <a:p>
            <a:pPr>
              <a:defRPr sz="1200"/>
            </a:pPr>
            <a:r>
              <a:t>D:/pasar_fix/node_modules/.bun/@jridgewell+trace-mapping@0.3.31/node_modules/@jridgewell/trace-mapping/package.json</a:t>
            </a:r>
          </a:p>
          <a:p>
            <a:pPr>
              <a:defRPr sz="1200"/>
            </a:pPr>
            <a:r>
              <a:t>D:/pasar_fix/node_modules/.bun/@jridgewell+trace-mapping@0.3.31/node_modules/@jridgewell/trace-mapping/README.md</a:t>
            </a:r>
          </a:p>
          <a:p>
            <a:pPr>
              <a:defRPr sz="1200"/>
            </a:pPr>
            <a:r>
              <a:t>D:/pasar_fix/node_modules/.bun/@jridgewell+trace-mapping@0.3.31/node_modules/@jridgewell/trace-mapping/dist/trace-mapping.mjs</a:t>
            </a:r>
          </a:p>
          <a:p>
            <a:pPr>
              <a:defRPr sz="1200"/>
            </a:pPr>
            <a:r>
              <a:t>D:/pasar_fix/node_modules/.bun/@jridgewell+trace-mapping@0.3.31/node_modules/@jridgewell/trace-mapping/dist/trace-mapping.mjs.map</a:t>
            </a:r>
          </a:p>
          <a:p>
            <a:pPr>
              <a:defRPr sz="1200"/>
            </a:pPr>
            <a:r>
              <a:t>D:/pasar_fix/node_modules/.bun/@jridgewell+trace-mapping@0.3.31/node_modules/@jridgewell/trace-mapping/dist/trace-mapping.umd.js</a:t>
            </a:r>
          </a:p>
          <a:p>
            <a:pPr>
              <a:defRPr sz="1200"/>
            </a:pPr>
            <a:r>
              <a:t>D:/pasar_fix/node_modules/.bun/@jridgewell+trace-mapping@0.3.31/node_modules/@jridgewell/trace-mapping/dist/trace-mapping.umd.js.map</a:t>
            </a:r>
          </a:p>
          <a:p>
            <a:pPr>
              <a:defRPr sz="1200"/>
            </a:pPr>
            <a:r>
              <a:t>D:/pasar_fix/node_modules/.bun/@jridgewell+trace-mapping@0.3.31/node_modules/@jridgewell/trace-mapping/src/binary-search.ts</a:t>
            </a:r>
          </a:p>
          <a:p>
            <a:pPr>
              <a:defRPr sz="1200"/>
            </a:pPr>
            <a:r>
              <a:t>D:/pasar_fix/node_modules/.bun/@jridgewell+trace-mapping@0.3.31/node_modules/@jridgewell/trace-mapping/src/by-source.ts</a:t>
            </a:r>
          </a:p>
          <a:p>
            <a:pPr>
              <a:defRPr sz="1200"/>
            </a:pPr>
            <a:r>
              <a:t>D:/pasar_fix/node_modules/.bun/@jridgewell+trace-mapping@0.3.31/node_modules/@jridgewell/trace-mapping/src/flatten-map.ts</a:t>
            </a:r>
          </a:p>
          <a:p>
            <a:pPr>
              <a:defRPr sz="1200"/>
            </a:pPr>
            <a:r>
              <a:t>D:/pasar_fix/node_modules/.bun/@jridgewell+trace-mapping@0.3.31/node_modules/@jridgewell/trace-mapping/src/resolve.ts</a:t>
            </a:r>
          </a:p>
          <a:p>
            <a:pPr>
              <a:defRPr sz="1200"/>
            </a:pPr>
            <a:r>
              <a:t>D:/pasar_fix/node_modules/.bun/@jridgewell+trace-mapping@0.3.31/node_modules/@jridgewell/trace-mapping/src/sort.ts</a:t>
            </a:r>
          </a:p>
          <a:p>
            <a:pPr>
              <a:defRPr sz="1200"/>
            </a:pPr>
            <a:r>
              <a:t>D:/pasar_fix/node_modules/.bun/@jridgewell+trace-mapping@0.3.31/node_modules/@jridgewell/trace-mapping/src/sourcemap-segment.ts</a:t>
            </a:r>
          </a:p>
          <a:p>
            <a:pPr>
              <a:defRPr sz="1200"/>
            </a:pPr>
            <a:r>
              <a:t>D:/pasar_fix/node_modules/.bun/@jridgewell+trace-mapping@0.3.31/node_modules/@jridgewell/trace-mapping/src/strip-filename.ts</a:t>
            </a:r>
          </a:p>
          <a:p>
            <a:pPr>
              <a:defRPr sz="1200"/>
            </a:pPr>
            <a:r>
              <a:t>D:/pasar_fix/node_modules/.bun/@jridgewell+trace-mapping@0.3.31/node_modules/@jridgewell/trace-mapping/src/trace-mapping.ts</a:t>
            </a:r>
          </a:p>
          <a:p>
            <a:pPr>
              <a:defRPr sz="1200"/>
            </a:pPr>
            <a:r>
              <a:t>D:/pasar_fix/node_modules/.bun/@jridgewell+trace-mapping@0.3.31/node_modules/@jridgewell/trace-mapping/src/types.ts</a:t>
            </a:r>
          </a:p>
          <a:p>
            <a:pPr>
              <a:defRPr sz="1200"/>
            </a:pPr>
            <a:r>
              <a:t>D:/pasar_fix/node_modules/.bun/@jridgewell+trace-mapping@0.3.31/node_modules/@jridgewell/trace-mapping/types/binary-search.d.cts</a:t>
            </a:r>
          </a:p>
          <a:p>
            <a:pPr>
              <a:defRPr sz="1200"/>
            </a:pPr>
            <a:r>
              <a:t>D:/pasar_fix/node_modules/.bun/@jridgewell+trace-mapping@0.3.31/node_modules/@jridgewell/trace-mapping/types/binary-search.d.cts.map</a:t>
            </a:r>
          </a:p>
          <a:p>
            <a:pPr>
              <a:defRPr sz="1200"/>
            </a:pPr>
            <a:r>
              <a:t>D:/pasar_fix/node_modules/.bun/@jridgewell+trace-mapping@0.3.31/node_modules/@jridgewell/trace-mapping/types/binary-search.d.mts</a:t>
            </a:r>
          </a:p>
          <a:p>
            <a:pPr>
              <a:defRPr sz="1200"/>
            </a:pPr>
            <a:r>
              <a:t>D:/pasar_fix/node_modules/.bun/@jridgewell+trace-mapping@0.3.31/node_modules/@jridgewell/trace-mapping/types/binary-search.d.mts.map</a:t>
            </a:r>
          </a:p>
          <a:p>
            <a:pPr>
              <a:defRPr sz="1200"/>
            </a:pPr>
            <a:r>
              <a:t>D:/pasar_fix/node_modules/.bun/@jridgewell+trace-mapping@0.3.31/node_modules/@jridgewell/trace-mapping/types/by-source.d.cts</a:t>
            </a:r>
          </a:p>
          <a:p>
            <a:pPr>
              <a:defRPr sz="1200"/>
            </a:pPr>
            <a:r>
              <a:t>D:/pasar_fix/node_modules/.bun/@jridgewell+trace-mapping@0.3.31/node_modules/@jridgewell/trace-mapping/types/by-source.d.cts.map</a:t>
            </a:r>
          </a:p>
          <a:p>
            <a:pPr>
              <a:defRPr sz="1200"/>
            </a:pPr>
            <a:r>
              <a:t>D:/pasar_fix/node_modules/.bun/@jridgewell+trace-mapping@0.3.31/node_modules/@jridgewell/trace-mapping/types/by-source.d.mts</a:t>
            </a:r>
          </a:p>
          <a:p>
            <a:pPr>
              <a:defRPr sz="1200"/>
            </a:pPr>
            <a:r>
              <a:t>D:/pasar_fix/node_modules/.bun/@jridgewell+trace-mapping@0.3.31/node_modules/@jridgewell/trace-mapping/types/by-source.d.mts.map</a:t>
            </a:r>
          </a:p>
          <a:p>
            <a:pPr>
              <a:defRPr sz="1200"/>
            </a:pPr>
            <a:r>
              <a:t>D:/pasar_fix/node_modules/.bun/@jridgewell+trace-mapping@0.3.31/node_modules/@jridgewell/trace-mapping/types/flatten-map.d.cts</a:t>
            </a:r>
          </a:p>
          <a:p>
            <a:pPr>
              <a:defRPr sz="1200"/>
            </a:pPr>
            <a:r>
              <a:t>D:/pasar_fix/node_modules/.bun/@jridgewell+trace-mapping@0.3.31/node_modules/@jridgewell/trace-mapping/types/flatten-map.d.cts.map</a:t>
            </a:r>
          </a:p>
          <a:p>
            <a:pPr>
              <a:defRPr sz="1200"/>
            </a:pPr>
            <a:r>
              <a:t>D:/pasar_fix/node_modules/.bun/@jridgewell+trace-mapping@0.3.31/node_modules/@jridgewell/trace-mapping/types/flatten-map.d.mts</a:t>
            </a:r>
          </a:p>
          <a:p>
            <a:pPr>
              <a:defRPr sz="1200"/>
            </a:pPr>
            <a:r>
              <a:t>D:/pasar_fix/node_modules/.bun/@jridgewell+trace-mapping@0.3.31/node_modules/@jridgewell/trace-mapping/types/flatten-map.d.mts.map</a:t>
            </a:r>
          </a:p>
          <a:p>
            <a:pPr>
              <a:defRPr sz="1200"/>
            </a:pPr>
            <a:r>
              <a:t>D:/pasar_fix/node_modules/.bun/@jridgewell+trace-mapping@0.3.31/node_modules/@jridgewell/trace-mapping/types/resolve.d.cts</a:t>
            </a:r>
          </a:p>
          <a:p>
            <a:pPr>
              <a:defRPr sz="1200"/>
            </a:pPr>
            <a:r>
              <a:t>D:/pasar_fix/node_modules/.bun/@jridgewell+trace-mapping@0.3.31/node_modules/@jridgewell/trace-mapping/types/resolve.d.cts.map</a:t>
            </a:r>
          </a:p>
          <a:p>
            <a:pPr>
              <a:defRPr sz="1200"/>
            </a:pPr>
            <a:r>
              <a:t>D:/pasar_fix/node_modules/.bun/@jridgewell+trace-mapping@0.3.31/node_modules/@jridgewell/trace-mapping/types/resolve.d.mts</a:t>
            </a:r>
          </a:p>
          <a:p>
            <a:pPr>
              <a:defRPr sz="1200"/>
            </a:pPr>
            <a:r>
              <a:t>D:/pasar_fix/node_modules/.bun/@jridgewell+trace-mapping@0.3.31/node_modules/@jridgewell/trace-mapping/types/resolve.d.mts.map</a:t>
            </a:r>
          </a:p>
          <a:p>
            <a:pPr>
              <a:defRPr sz="1200"/>
            </a:pPr>
            <a:r>
              <a:t>D:/pasar_fix/node_modules/.bun/@jridgewell+trace-mapping@0.3.31/node_modules/@jridgewell/trace-mapping/types/sort.d.cts</a:t>
            </a:r>
          </a:p>
          <a:p>
            <a:pPr>
              <a:defRPr sz="1200"/>
            </a:pPr>
            <a:r>
              <a:t>D:/pasar_fix/node_modules/.bun/@jridgewell+trace-mapping@0.3.31/node_modules/@jridgewell/trace-mapping/types/sort.d.cts.map</a:t>
            </a:r>
          </a:p>
          <a:p>
            <a:pPr>
              <a:defRPr sz="1200"/>
            </a:pPr>
            <a:r>
              <a:t>D:/pasar_fix/node_modules/.bun/@jridgewell+trace-mapping@0.3.31/node_modules/@jridgewell/trace-mapping/types/sort.d.mts</a:t>
            </a:r>
          </a:p>
          <a:p>
            <a:pPr>
              <a:defRPr sz="1200"/>
            </a:pPr>
            <a:r>
              <a:t>D:/pasar_fix/node_modules/.bun/@jridgewell+trace-mapping@0.3.31/node_modules/@jridgewell/trace-mapping/types/sort.d.mts.map</a:t>
            </a:r>
          </a:p>
          <a:p>
            <a:pPr>
              <a:defRPr sz="1200"/>
            </a:pPr>
            <a:r>
              <a:t>D:/pasar_fix/node_modules/.bun/@jridgewell+trace-mapping@0.3.31/node_modules/@jridgewell/trace-mapping/types/sourcemap-segment.d.cts</a:t>
            </a:r>
          </a:p>
          <a:p>
            <a:pPr>
              <a:defRPr sz="1200"/>
            </a:pPr>
            <a:r>
              <a:t>D:/pasar_fix/node_modules/.bun/@jridgewell+trace-mapping@0.3.31/node_modules/@jridgewell/trace-mapping/types/sourcemap-segment.d.cts.map</a:t>
            </a:r>
          </a:p>
          <a:p>
            <a:pPr>
              <a:defRPr sz="1200"/>
            </a:pPr>
            <a:r>
              <a:t>D:/pasar_fix/node_modules/.bun/@jridgewell+trace-mapping@0.3.31/node_modules/@jridgewell/trace-mapping/types/sourcemap-segment.d.mts</a:t>
            </a:r>
          </a:p>
          <a:p>
            <a:pPr>
              <a:defRPr sz="1200"/>
            </a:pPr>
            <a:r>
              <a:t>D:/pasar_fix/node_modules/.bun/@jridgewell+trace-mapping@0.3.31/node_modules/@jridgewell/trace-mapping/types/sourcemap-segment.d.mts.map</a:t>
            </a:r>
          </a:p>
          <a:p>
            <a:pPr>
              <a:defRPr sz="1200"/>
            </a:pPr>
            <a:r>
              <a:t>D:/pasar_fix/node_modules/.bun/@jridgewell+trace-mapping@0.3.31/node_modules/@jridgewell/trace-mapping/types/strip-filename.d.cts</a:t>
            </a:r>
          </a:p>
          <a:p>
            <a:pPr>
              <a:defRPr sz="1200"/>
            </a:pPr>
            <a:r>
              <a:t>D:/pasar_fix/node_modules/.bun/@jridgewell+trace-mapping@0.3.31/node_modules/@jridgewell/trace-mapping/types/strip-filename.d.cts.map</a:t>
            </a:r>
          </a:p>
          <a:p>
            <a:pPr>
              <a:defRPr sz="1200"/>
            </a:pPr>
            <a:r>
              <a:t>D:/pasar_fix/node_modules/.bun/@jridgewell+trace-mapping@0.3.31/node_modules/@jridgewell/trace-mapping/types/strip-filename.d.mts</a:t>
            </a:r>
          </a:p>
          <a:p>
            <a:pPr>
              <a:defRPr sz="1200"/>
            </a:pPr>
            <a:r>
              <a:t>D:/pasar_fix/node_modules/.bun/@jridgewell+trace-mapping@0.3.31/node_modules/@jridgewell/trace-mapping/types/strip-filename.d.mts.map</a:t>
            </a:r>
          </a:p>
          <a:p>
            <a:pPr>
              <a:defRPr sz="1200"/>
            </a:pPr>
            <a:r>
              <a:t>D:/pasar_fix/node_modules/.bun/@jridgewell+trace-mapping@0.3.31/node_modules/@jridgewell/trace-mapping/types/trace-mapping.d.cts</a:t>
            </a:r>
          </a:p>
          <a:p>
            <a:pPr>
              <a:defRPr sz="1200"/>
            </a:pPr>
            <a:r>
              <a:t>D:/pasar_fix/node_modules/.bun/@jridgewell+trace-mapping@0.3.31/node_modules/@jridgewell/trace-mapping/types/trace-mapping.d.cts.map</a:t>
            </a:r>
          </a:p>
          <a:p>
            <a:pPr>
              <a:defRPr sz="1200"/>
            </a:pPr>
            <a:r>
              <a:t>D:/pasar_fix/node_modules/.bun/@jridgewell+trace-mapping@0.3.31/node_modules/@jridgewell/trace-mapping/types/trace-mapping.d.mts</a:t>
            </a:r>
          </a:p>
          <a:p>
            <a:pPr>
              <a:defRPr sz="1200"/>
            </a:pPr>
            <a:r>
              <a:t>D:/pasar_fix/node_modules/.bun/@jridgewell+trace-mapping@0.3.31/node_modules/@jridgewell/trace-mapping/types/trace-mapping.d.mts.map</a:t>
            </a:r>
          </a:p>
          <a:p>
            <a:pPr>
              <a:defRPr sz="1200"/>
            </a:pPr>
            <a:r>
              <a:t>D:/pasar_fix/node_modules/.bun/@jridgewell+trace-mapping@0.3.31/node_modules/@jridgewell/trace-mapping/types/types.d.cts</a:t>
            </a:r>
          </a:p>
          <a:p>
            <a:pPr>
              <a:defRPr sz="1200"/>
            </a:pPr>
            <a:r>
              <a:t>D:/pasar_fix/node_modules/.bun/@jridgewell+trace-mapping@0.3.31/node_modules/@jridgewell/trace-mapping/types/types.d.cts.map</a:t>
            </a:r>
          </a:p>
          <a:p>
            <a:pPr>
              <a:defRPr sz="1200"/>
            </a:pPr>
            <a:r>
              <a:t>D:/pasar_fix/node_modules/.bun/@jridgewell+trace-mapping@0.3.31/node_modules/@jridgewell/trace-mapping/types/types.d.mts</a:t>
            </a:r>
          </a:p>
          <a:p>
            <a:pPr>
              <a:defRPr sz="1200"/>
            </a:pPr>
            <a:r>
              <a:t>D:/pasar_fix/node_modules/.bun/@jridgewell+trace-mapping@0.3.31/node_modules/@jridgewell/trace-mapping/types/types.d.mts.map</a:t>
            </a:r>
          </a:p>
          <a:p>
            <a:pPr>
              <a:defRPr sz="1200"/>
            </a:pPr>
            <a:r>
              <a:t>D:/pasar_fix/node_modules/.bun/@levischuck+tiny-cbor@0.2.11/node_modules/@levischuck/tiny-cbor/LICENSE</a:t>
            </a:r>
          </a:p>
          <a:p>
            <a:pPr>
              <a:defRPr sz="1200"/>
            </a:pPr>
            <a:r>
              <a:t>D:/pasar_fix/node_modules/.bun/@levischuck+tiny-cbor@0.2.11/node_modules/@levischuck/tiny-cbor/package.json</a:t>
            </a:r>
          </a:p>
          <a:p>
            <a:pPr>
              <a:defRPr sz="1200"/>
            </a:pPr>
            <a:r>
              <a:t>D:/pasar_fix/node_modules/.bun/@levischuck+tiny-cbor@0.2.11/node_modules/@levischuck/tiny-cbor/README.md</a:t>
            </a:r>
          </a:p>
          <a:p>
            <a:pPr>
              <a:defRPr sz="1200"/>
            </a:pPr>
            <a:r>
              <a:t>D:/pasar_fix/node_modules/.bun/@levischuck+tiny-cbor@0.2.11/node_modules/@levischuck/tiny-cbor/esm/index.d.ts</a:t>
            </a:r>
          </a:p>
          <a:p>
            <a:pPr>
              <a:defRPr sz="1200"/>
            </a:pPr>
            <a:r>
              <a:t>D:/pasar_fix/node_modules/.bun/@levischuck+tiny-cbor@0.2.11/node_modules/@levischuck/tiny-cbor/esm/index.js</a:t>
            </a:r>
          </a:p>
          <a:p>
            <a:pPr>
              <a:defRPr sz="1200"/>
            </a:pPr>
            <a:r>
              <a:t>D:/pasar_fix/node_modules/.bun/@levischuck+tiny-cbor@0.2.11/node_modules/@levischuck/tiny-cbor/esm/package.json</a:t>
            </a:r>
          </a:p>
          <a:p>
            <a:pPr>
              <a:defRPr sz="1200"/>
            </a:pPr>
            <a:r>
              <a:t>D:/pasar_fix/node_modules/.bun/@levischuck+tiny-cbor@0.2.11/node_modules/@levischuck/tiny-cbor/esm/cbor/cbor.d.ts</a:t>
            </a:r>
          </a:p>
          <a:p>
            <a:pPr>
              <a:defRPr sz="1200"/>
            </a:pPr>
            <a:r>
              <a:t>D:/pasar_fix/node_modules/.bun/@levischuck+tiny-cbor@0.2.11/node_modules/@levischuck/tiny-cbor/esm/cbor/cbor.js</a:t>
            </a:r>
          </a:p>
          <a:p>
            <a:pPr>
              <a:defRPr sz="1200"/>
            </a:pPr>
            <a:r>
              <a:t>D:/pasar_fix/node_modules/.bun/@levischuck+tiny-cbor@0.2.11/node_modules/@levischuck/tiny-cbor/esm/cbor/cbor_internal.d.ts</a:t>
            </a:r>
          </a:p>
          <a:p>
            <a:pPr>
              <a:defRPr sz="1200"/>
            </a:pPr>
            <a:r>
              <a:t>D:/pasar_fix/node_modules/.bun/@levischuck+tiny-cbor@0.2.11/node_modules/@levischuck/tiny-cbor/esm/cbor/cbor_internal.js</a:t>
            </a:r>
          </a:p>
          <a:p>
            <a:pPr>
              <a:defRPr sz="1200"/>
            </a:pPr>
            <a:r>
              <a:t>D:/pasar_fix/node_modules/.bun/@levischuck+tiny-cbor@0.2.11/node_modules/@levischuck/tiny-cbor/script/index.d.ts</a:t>
            </a:r>
          </a:p>
          <a:p>
            <a:pPr>
              <a:defRPr sz="1200"/>
            </a:pPr>
            <a:r>
              <a:t>D:/pasar_fix/node_modules/.bun/@levischuck+tiny-cbor@0.2.11/node_modules/@levischuck/tiny-cbor/script/index.js</a:t>
            </a:r>
          </a:p>
          <a:p>
            <a:pPr>
              <a:defRPr sz="1200"/>
            </a:pPr>
            <a:r>
              <a:t>D:/pasar_fix/node_modules/.bun/@levischuck+tiny-cbor@0.2.11/node_modules/@levischuck/tiny-cbor/script/package.json</a:t>
            </a:r>
          </a:p>
          <a:p>
            <a:pPr>
              <a:defRPr sz="1200"/>
            </a:pPr>
            <a:r>
              <a:t>D:/pasar_fix/node_modules/.bun/@levischuck+tiny-cbor@0.2.11/node_modules/@levischuck/tiny-cbor/script/cbor/cbor.d.ts</a:t>
            </a:r>
          </a:p>
          <a:p>
            <a:pPr>
              <a:defRPr sz="1200"/>
            </a:pPr>
            <a:r>
              <a:t>D:/pasar_fix/node_modules/.bun/@levischuck+tiny-cbor@0.2.11/node_modules/@levischuck/tiny-cbor/script/cbor/cbor.js</a:t>
            </a:r>
          </a:p>
          <a:p>
            <a:pPr>
              <a:defRPr sz="1200"/>
            </a:pPr>
            <a:r>
              <a:t>D:/pasar_fix/node_modules/.bun/@levischuck+tiny-cbor@0.2.11/node_modules/@levischuck/tiny-cbor/script/cbor/cbor_internal.d.ts</a:t>
            </a:r>
          </a:p>
          <a:p>
            <a:pPr>
              <a:defRPr sz="1200"/>
            </a:pPr>
            <a:r>
              <a:t>D:/pasar_fix/node_modules/.bun/@levischuck+tiny-cbor@0.2.11/node_modules/@levischuck/tiny-cbor/script/cbor/cbor_internal.js</a:t>
            </a:r>
          </a:p>
          <a:p>
            <a:pPr>
              <a:defRPr sz="1200"/>
            </a:pPr>
            <a:r>
              <a:t>D:/pasar_fix/node_modules/.bun/@lingui+babel-plugin-extract-messages@5.4.1/node_modules/@lingui/babel-plugin-extract-messages/LICENSE</a:t>
            </a:r>
          </a:p>
          <a:p>
            <a:pPr>
              <a:defRPr sz="1200"/>
            </a:pPr>
            <a:r>
              <a:t>D:/pasar_fix/node_modules/.bun/@lingui+babel-plugin-extract-messages@5.4.1/node_modules/@lingui/babel-plugin-extract-messages/package.json</a:t>
            </a:r>
          </a:p>
          <a:p>
            <a:pPr>
              <a:defRPr sz="1200"/>
            </a:pPr>
            <a:r>
              <a:t>D:/pasar_fix/node_modules/.bun/@lingui+babel-plugin-extract-messages@5.4.1/node_modules/@lingui/babel-plugin-extract-messages/README.md</a:t>
            </a:r>
          </a:p>
          <a:p>
            <a:pPr>
              <a:defRPr sz="1200"/>
            </a:pPr>
            <a:r>
              <a:t>D:/pasar_fix/node_modules/.bun/@lingui+babel-plugin-extract-messages@5.4.1/node_modules/@lingui/babel-plugin-extract-messages/dist/index.cjs</a:t>
            </a:r>
          </a:p>
          <a:p>
            <a:pPr>
              <a:defRPr sz="1200"/>
            </a:pPr>
            <a:r>
              <a:t>D:/pasar_fix/node_modules/.bun/@lingui+babel-plugin-extract-messages@5.4.1/node_modules/@lingui/babel-plugin-extract-messages/dist/index.d.cts</a:t>
            </a:r>
          </a:p>
          <a:p>
            <a:pPr>
              <a:defRPr sz="1200"/>
            </a:pPr>
            <a:r>
              <a:t>D:/pasar_fix/node_modules/.bun/@lingui+babel-plugin-extract-messages@5.4.1/node_modules/@lingui/babel-plugin-extract-messages/dist/index.d.mts</a:t>
            </a:r>
          </a:p>
          <a:p>
            <a:pPr>
              <a:defRPr sz="1200"/>
            </a:pPr>
            <a:r>
              <a:t>D:/pasar_fix/node_modules/.bun/@lingui+babel-plugin-extract-messages@5.4.1/node_modules/@lingui/babel-plugin-extract-messages/dist/index.d.ts</a:t>
            </a:r>
          </a:p>
          <a:p>
            <a:pPr>
              <a:defRPr sz="1200"/>
            </a:pPr>
            <a:r>
              <a:t>D:/pasar_fix/node_modules/.bun/@lingui+babel-plugin-extract-messages@5.4.1/node_modules/@lingui/babel-plugin-extract-messages/dist/index.mjs</a:t>
            </a:r>
          </a:p>
          <a:p>
            <a:pPr>
              <a:defRPr sz="1200"/>
            </a:pPr>
            <a:r>
              <a:t>D:/pasar_fix/node_modules/.bun/@lingui+babel-plugin-lingui-macro@5.4.1+1fb4c65d43e298b9/node_modules/@lingui/babel-plugin-lingui-macro/LICENSE</a:t>
            </a:r>
          </a:p>
          <a:p>
            <a:pPr>
              <a:defRPr sz="1200"/>
            </a:pPr>
            <a:r>
              <a:t>D:/pasar_fix/node_modules/.bun/@lingui+babel-plugin-lingui-macro@5.4.1+1fb4c65d43e298b9/node_modules/@lingui/babel-plugin-lingui-macro/package.json</a:t>
            </a:r>
          </a:p>
          <a:p>
            <a:pPr>
              <a:defRPr sz="1200"/>
            </a:pPr>
            <a:r>
              <a:t>D:/pasar_fix/node_modules/.bun/@lingui+babel-plugin-lingui-macro@5.4.1+1fb4c65d43e298b9/node_modules/@lingui/babel-plugin-lingui-macro/README.md</a:t>
            </a:r>
          </a:p>
          <a:p>
            <a:pPr>
              <a:defRPr sz="1200"/>
            </a:pPr>
            <a:r>
              <a:t>D:/pasar_fix/node_modules/.bun/@lingui+babel-plugin-lingui-macro@5.4.1+1fb4c65d43e298b9/node_modules/@lingui/babel-plugin-lingui-macro/dist/ast.cjs</a:t>
            </a:r>
          </a:p>
          <a:p>
            <a:pPr>
              <a:defRPr sz="1200"/>
            </a:pPr>
            <a:r>
              <a:t>D:/pasar_fix/node_modules/.bun/@lingui+babel-plugin-lingui-macro@5.4.1+1fb4c65d43e298b9/node_modules/@lingui/babel-plugin-lingui-macro/dist/ast.d.cts</a:t>
            </a:r>
          </a:p>
          <a:p>
            <a:pPr>
              <a:defRPr sz="1200"/>
            </a:pPr>
            <a:r>
              <a:t>D:/pasar_fix/node_modules/.bun/@lingui+babel-plugin-lingui-macro@5.4.1+1fb4c65d43e298b9/node_modules/@lingui/babel-plugin-lingui-macro/dist/ast.d.mts</a:t>
            </a:r>
          </a:p>
          <a:p>
            <a:pPr>
              <a:defRPr sz="1200"/>
            </a:pPr>
            <a:r>
              <a:t>D:/pasar_fix/node_modules/.bun/@lingui+babel-plugin-lingui-macro@5.4.1+1fb4c65d43e298b9/node_modules/@lingui/babel-plugin-lingui-macro/dist/ast.d.ts</a:t>
            </a:r>
          </a:p>
          <a:p>
            <a:pPr>
              <a:defRPr sz="1200"/>
            </a:pPr>
            <a:r>
              <a:t>D:/pasar_fix/node_modules/.bun/@lingui+babel-plugin-lingui-macro@5.4.1+1fb4c65d43e298b9/node_modules/@lingui/babel-plugin-lingui-macro/dist/ast.mjs</a:t>
            </a:r>
          </a:p>
          <a:p>
            <a:pPr>
              <a:defRPr sz="1200"/>
            </a:pPr>
            <a:r>
              <a:t>D:/pasar_fix/node_modules/.bun/@lingui+babel-plugin-lingui-macro@5.4.1+1fb4c65d43e298b9/node_modules/@lingui/babel-plugin-lingui-macro/dist/index.cjs</a:t>
            </a:r>
          </a:p>
          <a:p>
            <a:pPr>
              <a:defRPr sz="1200"/>
            </a:pPr>
            <a:r>
              <a:t>D:/pasar_fix/node_modules/.bun/@lingui+babel-plugin-lingui-macro@5.4.1+1fb4c65d43e298b9/node_modules/@lingui/babel-plugin-lingui-macro/dist/index.d.cts</a:t>
            </a:r>
          </a:p>
          <a:p>
            <a:pPr>
              <a:defRPr sz="1200"/>
            </a:pPr>
            <a:r>
              <a:t>D:/pasar_fix/node_modules/.bun/@lingui+babel-plugin-lingui-macro@5.4.1+1fb4c65d43e298b9/node_modules/@lingui/babel-plugin-lingui-macro/dist/index.d.mts</a:t>
            </a:r>
          </a:p>
          <a:p>
            <a:pPr>
              <a:defRPr sz="1200"/>
            </a:pPr>
            <a:r>
              <a:t>D:/pasar_fix/node_modules/.bun/@lingui+babel-plugin-lingui-macro@5.4.1+1fb4c65d43e298b9/node_modules/@lingui/babel-plugin-lingui-macro/dist/index.d.ts</a:t>
            </a:r>
          </a:p>
          <a:p>
            <a:pPr>
              <a:defRPr sz="1200"/>
            </a:pPr>
            <a:r>
              <a:t>D:/pasar_fix/node_modules/.bun/@lingui+babel-plugin-lingui-macro@5.4.1+1fb4c65d43e298b9/node_modules/@lingui/babel-plugin-lingui-macro/dist/index.mjs</a:t>
            </a:r>
          </a:p>
          <a:p>
            <a:pPr>
              <a:defRPr sz="1200"/>
            </a:pPr>
            <a:r>
              <a:t>D:/pasar_fix/node_modules/.bun/@lingui+babel-plugin-lingui-macro@5.4.1+1fb4c65d43e298b9/node_modules/@lingui/babel-plugin-lingui-macro/dist/macro.cjs</a:t>
            </a:r>
          </a:p>
          <a:p>
            <a:pPr>
              <a:defRPr sz="1200"/>
            </a:pPr>
            <a:r>
              <a:t>D:/pasar_fix/node_modules/.bun/@lingui+babel-plugin-lingui-macro@5.4.1+1fb4c65d43e298b9/node_modules/@lingui/babel-plugin-lingui-macro/dist/macro.d.cts</a:t>
            </a:r>
          </a:p>
          <a:p>
            <a:pPr>
              <a:defRPr sz="1200"/>
            </a:pPr>
            <a:r>
              <a:t>D:/pasar_fix/node_modules/.bun/@lingui+babel-plugin-lingui-macro@5.4.1+1fb4c65d43e298b9/node_modules/@lingui/babel-plugin-lingui-macro/dist/macro.d.mts</a:t>
            </a:r>
          </a:p>
          <a:p>
            <a:pPr>
              <a:defRPr sz="1200"/>
            </a:pPr>
            <a:r>
              <a:t>D:/pasar_fix/node_modules/.bun/@lingui+babel-plugin-lingui-macro@5.4.1+1fb4c65d43e298b9/node_modules/@lingui/babel-plugin-lingui-macro/dist/macro.d.ts</a:t>
            </a:r>
          </a:p>
          <a:p>
            <a:pPr>
              <a:defRPr sz="1200"/>
            </a:pPr>
            <a:r>
              <a:t>D:/pasar_fix/node_modules/.bun/@lingui+babel-plugin-lingui-macro@5.4.1+1fb4c65d43e298b9/node_modules/@lingui/babel-plugin-lingui-macro/dist/macro.mjs</a:t>
            </a:r>
          </a:p>
          <a:p>
            <a:pPr>
              <a:defRPr sz="1200"/>
            </a:pPr>
            <a:r>
              <a:t>D:/pasar_fix/node_modules/.bun/@lingui+babel-plugin-lingui-macro@5.4.1+1fb4c65d43e298b9/node_modules/@lingui/babel-plugin-lingui-macro/dist/shared/babel-plugin-lingui-macro.048e39ee.mjs</a:t>
            </a:r>
          </a:p>
          <a:p>
            <a:pPr>
              <a:defRPr sz="1200"/>
            </a:pPr>
            <a:r>
              <a:t>D:/pasar_fix/node_modules/.bun/@lingui+babel-plugin-lingui-macro@5.4.1+1fb4c65d43e298b9/node_modules/@lingui/babel-plugin-lingui-macro/dist/shared/babel-plugin-lingui-macro.b7bd8916.cjs</a:t>
            </a:r>
          </a:p>
          <a:p>
            <a:pPr>
              <a:defRPr sz="1200"/>
            </a:pPr>
            <a:r>
              <a:t>D:/pasar_fix/node_modules/.bun/@lingui+babel-plugin-lingui-macro@5.4.1+edb12c1acadbb88d/node_modules/@lingui/babel-plugin-lingui-macro/LICENSE</a:t>
            </a:r>
          </a:p>
          <a:p>
            <a:pPr>
              <a:defRPr sz="1200"/>
            </a:pPr>
            <a:r>
              <a:t>D:/pasar_fix/node_modules/.bun/@lingui+babel-plugin-lingui-macro@5.4.1+edb12c1acadbb88d/node_modules/@lingui/babel-plugin-lingui-macro/package.json</a:t>
            </a:r>
          </a:p>
          <a:p>
            <a:pPr>
              <a:defRPr sz="1200"/>
            </a:pPr>
            <a:r>
              <a:t>D:/pasar_fix/node_modules/.bun/@lingui+babel-plugin-lingui-macro@5.4.1+edb12c1acadbb88d/node_modules/@lingui/babel-plugin-lingui-macro/README.md</a:t>
            </a:r>
          </a:p>
          <a:p>
            <a:pPr>
              <a:defRPr sz="1200"/>
            </a:pPr>
            <a:r>
              <a:t>D:/pasar_fix/node_modules/.bun/@lingui+babel-plugin-lingui-macro@5.4.1+edb12c1acadbb88d/node_modules/@lingui/babel-plugin-lingui-macro/dist/ast.cjs</a:t>
            </a:r>
          </a:p>
          <a:p>
            <a:pPr>
              <a:defRPr sz="1200"/>
            </a:pPr>
            <a:r>
              <a:t>D:/pasar_fix/node_modules/.bun/@lingui+babel-plugin-lingui-macro@5.4.1+edb12c1acadbb88d/node_modules/@lingui/babel-plugin-lingui-macro/dist/ast.d.cts</a:t>
            </a:r>
          </a:p>
          <a:p>
            <a:pPr>
              <a:defRPr sz="1200"/>
            </a:pPr>
            <a:r>
              <a:t>D:/pasar_fix/node_modules/.bun/@lingui+babel-plugin-lingui-macro@5.4.1+edb12c1acadbb88d/node_modules/@lingui/babel-plugin-lingui-macro/dist/ast.d.mts</a:t>
            </a:r>
          </a:p>
          <a:p>
            <a:pPr>
              <a:defRPr sz="1200"/>
            </a:pPr>
            <a:r>
              <a:t>D:/pasar_fix/node_modules/.bun/@lingui+babel-plugin-lingui-macro@5.4.1+edb12c1acadbb88d/node_modules/@lingui/babel-plugin-lingui-macro/dist/ast.d.ts</a:t>
            </a:r>
          </a:p>
          <a:p>
            <a:pPr>
              <a:defRPr sz="1200"/>
            </a:pPr>
            <a:r>
              <a:t>D:/pasar_fix/node_modules/.bun/@lingui+babel-plugin-lingui-macro@5.4.1+edb12c1acadbb88d/node_modules/@lingui/babel-plugin-lingui-macro/dist/ast.mjs</a:t>
            </a:r>
          </a:p>
          <a:p>
            <a:pPr>
              <a:defRPr sz="1200"/>
            </a:pPr>
            <a:r>
              <a:t>D:/pasar_fix/node_modules/.bun/@lingui+babel-plugin-lingui-macro@5.4.1+edb12c1acadbb88d/node_modules/@lingui/babel-plugin-lingui-macro/dist/index.cjs</a:t>
            </a:r>
          </a:p>
          <a:p>
            <a:pPr>
              <a:defRPr sz="1200"/>
            </a:pPr>
            <a:r>
              <a:t>D:/pasar_fix/node_modules/.bun/@lingui+babel-plugin-lingui-macro@5.4.1+edb12c1acadbb88d/node_modules/@lingui/babel-plugin-lingui-macro/dist/index.d.cts</a:t>
            </a:r>
          </a:p>
          <a:p>
            <a:pPr>
              <a:defRPr sz="1200"/>
            </a:pPr>
            <a:r>
              <a:t>D:/pasar_fix/node_modules/.bun/@lingui+babel-plugin-lingui-macro@5.4.1+edb12c1acadbb88d/node_modules/@lingui/babel-plugin-lingui-macro/dist/index.d.mts</a:t>
            </a:r>
          </a:p>
          <a:p>
            <a:pPr>
              <a:defRPr sz="1200"/>
            </a:pPr>
            <a:r>
              <a:t>D:/pasar_fix/node_modules/.bun/@lingui+babel-plugin-lingui-macro@5.4.1+edb12c1acadbb88d/node_modules/@lingui/babel-plugin-lingui-macro/dist/index.d.ts</a:t>
            </a:r>
          </a:p>
          <a:p>
            <a:pPr>
              <a:defRPr sz="1200"/>
            </a:pPr>
            <a:r>
              <a:t>D:/pasar_fix/node_modules/.bun/@lingui+babel-plugin-lingui-macro@5.4.1+edb12c1acadbb88d/node_modules/@lingui/babel-plugin-lingui-macro/dist/index.mjs</a:t>
            </a:r>
          </a:p>
          <a:p>
            <a:pPr>
              <a:defRPr sz="1200"/>
            </a:pPr>
            <a:r>
              <a:t>D:/pasar_fix/node_modules/.bun/@lingui+babel-plugin-lingui-macro@5.4.1+edb12c1acadbb88d/node_modules/@lingui/babel-plugin-lingui-macro/dist/macro.cjs</a:t>
            </a:r>
          </a:p>
          <a:p>
            <a:pPr>
              <a:defRPr sz="1200"/>
            </a:pPr>
            <a:r>
              <a:t>D:/pasar_fix/node_modules/.bun/@lingui+babel-plugin-lingui-macro@5.4.1+edb12c1acadbb88d/node_modules/@lingui/babel-plugin-lingui-macro/dist/macro.d.cts</a:t>
            </a:r>
          </a:p>
          <a:p>
            <a:pPr>
              <a:defRPr sz="1200"/>
            </a:pPr>
            <a:r>
              <a:t>D:/pasar_fix/node_modules/.bun/@lingui+babel-plugin-lingui-macro@5.4.1+edb12c1acadbb88d/node_modules/@lingui/babel-plugin-lingui-macro/dist/macro.d.mts</a:t>
            </a:r>
          </a:p>
          <a:p>
            <a:pPr>
              <a:defRPr sz="1200"/>
            </a:pPr>
            <a:r>
              <a:t>D:/pasar_fix/node_modules/.bun/@lingui+babel-plugin-lingui-macro@5.4.1+edb12c1acadbb88d/node_modules/@lingui/babel-plugin-lingui-macro/dist/macro.d.ts</a:t>
            </a:r>
          </a:p>
          <a:p>
            <a:pPr>
              <a:defRPr sz="1200"/>
            </a:pPr>
            <a:r>
              <a:t>D:/pasar_fix/node_modules/.bun/@lingui+babel-plugin-lingui-macro@5.4.1+edb12c1acadbb88d/node_modules/@lingui/babel-plugin-lingui-macro/dist/macro.mjs</a:t>
            </a:r>
          </a:p>
          <a:p>
            <a:pPr>
              <a:defRPr sz="1200"/>
            </a:pPr>
            <a:r>
              <a:t>D:/pasar_fix/node_modules/.bun/@lingui+babel-plugin-lingui-macro@5.4.1+edb12c1acadbb88d/node_modules/@lingui/babel-plugin-lingui-macro/dist/shared/babel-plugin-lingui-macro.048e39ee.mjs</a:t>
            </a:r>
          </a:p>
          <a:p>
            <a:pPr>
              <a:defRPr sz="1200"/>
            </a:pPr>
            <a:r>
              <a:t>D:/pasar_fix/node_modules/.bun/@lingui+babel-plugin-lingui-macro@5.4.1+edb12c1acadbb88d/node_modules/@lingui/babel-plugin-lingui-macro/dist/shared/babel-plugin-lingui-macro.b7bd8916.cjs</a:t>
            </a:r>
          </a:p>
          <a:p>
            <a:pPr>
              <a:defRPr sz="1200"/>
            </a:pPr>
            <a:r>
              <a:t>D:/pasar_fix/node_modules/.bun/@lingui+cli@5.4.1+1fb4c65d43e298b9/node_modules/.bin/esbuild.bunx</a:t>
            </a:r>
          </a:p>
          <a:p>
            <a:pPr>
              <a:defRPr sz="1200"/>
            </a:pPr>
            <a:r>
              <a:t>D:/pasar_fix/node_modules/.bun/@lingui+cli@5.4.1+1fb4c65d43e298b9/node_modules/.bin/esbuild.exe</a:t>
            </a:r>
          </a:p>
          <a:p>
            <a:pPr>
              <a:defRPr sz="1200"/>
            </a:pPr>
            <a:r>
              <a:t>D:/pasar_fix/node_modules/.bun/@lingui+cli@5.4.1+1fb4c65d43e298b9/node_modules/.bin/glob.bunx</a:t>
            </a:r>
          </a:p>
          <a:p>
            <a:pPr>
              <a:defRPr sz="1200"/>
            </a:pPr>
            <a:r>
              <a:t>D:/pasar_fix/node_modules/.bun/@lingui+cli@5.4.1+1fb4c65d43e298b9/node_modules/.bin/glob.exe</a:t>
            </a:r>
          </a:p>
          <a:p>
            <a:pPr>
              <a:defRPr sz="1200"/>
            </a:pPr>
            <a:r>
              <a:t>D:/pasar_fix/node_modules/.bun/@lingui+cli@5.4.1+1fb4c65d43e298b9/node_modules/.bin/lingui.bunx</a:t>
            </a:r>
          </a:p>
          <a:p>
            <a:pPr>
              <a:defRPr sz="1200"/>
            </a:pPr>
            <a:r>
              <a:t>D:/pasar_fix/node_modules/.bun/@lingui+cli@5.4.1+1fb4c65d43e298b9/node_modules/.bin/lingui.exe</a:t>
            </a:r>
          </a:p>
          <a:p>
            <a:pPr>
              <a:defRPr sz="1200"/>
            </a:pPr>
            <a:r>
              <a:t>D:/pasar_fix/node_modules/.bun/@lingui+cli@5.4.1+1fb4c65d43e298b9/node_modules/.bin/parser.bunx</a:t>
            </a:r>
          </a:p>
          <a:p>
            <a:pPr>
              <a:defRPr sz="1200"/>
            </a:pPr>
            <a:r>
              <a:t>D:/pasar_fix/node_modules/.bun/@lingui+cli@5.4.1+1fb4c65d43e298b9/node_modules/.bin/parser.exe</a:t>
            </a:r>
          </a:p>
          <a:p>
            <a:pPr>
              <a:defRPr sz="1200"/>
            </a:pPr>
            <a:r>
              <a:t>D:/pasar_fix/node_modules/.bun/@lingui+cli@5.4.1+1fb4c65d43e298b9/node_modules/.bin/pseudolocale.bunx</a:t>
            </a:r>
          </a:p>
          <a:p>
            <a:pPr>
              <a:defRPr sz="1200"/>
            </a:pPr>
            <a:r>
              <a:t>D:/pasar_fix/node_modules/.bun/@lingui+cli@5.4.1+1fb4c65d43e298b9/node_modules/.bin/pseudolocale.exe</a:t>
            </a:r>
          </a:p>
          <a:p>
            <a:pPr>
              <a:defRPr sz="1200"/>
            </a:pPr>
            <a:r>
              <a:t>D:/pasar_fix/node_modules/.bun/@lingui+cli@5.4.1+1fb4c65d43e298b9/node_modules/@lingui/cli/LICENSE</a:t>
            </a:r>
          </a:p>
          <a:p>
            <a:pPr>
              <a:defRPr sz="1200"/>
            </a:pPr>
            <a:r>
              <a:t>D:/pasar_fix/node_modules/.bun/@lingui+cli@5.4.1+1fb4c65d43e298b9/node_modules/@lingui/cli/package.json</a:t>
            </a:r>
          </a:p>
          <a:p>
            <a:pPr>
              <a:defRPr sz="1200"/>
            </a:pPr>
            <a:r>
              <a:t>D:/pasar_fix/node_modules/.bun/@lingui+cli@5.4.1+1fb4c65d43e298b9/node_modules/@lingui/cli/README.md</a:t>
            </a:r>
          </a:p>
          <a:p>
            <a:pPr>
              <a:defRPr sz="1200"/>
            </a:pPr>
            <a:r>
              <a:t>D:/pasar_fix/node_modules/.bun/@lingui+cli@5.4.1+1fb4c65d43e298b9/node_modules/@lingui/cli/dist/index.d.ts</a:t>
            </a:r>
          </a:p>
          <a:p>
            <a:pPr>
              <a:defRPr sz="1200"/>
            </a:pPr>
            <a:r>
              <a:t>D:/pasar_fix/node_modules/.bun/@lingui+cli@5.4.1+1fb4c65d43e298b9/node_modules/@lingui/cli/dist/index.js</a:t>
            </a:r>
          </a:p>
          <a:p>
            <a:pPr>
              <a:defRPr sz="1200"/>
            </a:pPr>
            <a:r>
              <a:t>D:/pasar_fix/node_modules/.bun/@lingui+cli@5.4.1+1fb4c65d43e298b9/node_modules/@lingui/cli/dist/lingui-compile.d.ts</a:t>
            </a:r>
          </a:p>
          <a:p>
            <a:pPr>
              <a:defRPr sz="1200"/>
            </a:pPr>
            <a:r>
              <a:t>D:/pasar_fix/node_modules/.bun/@lingui+cli@5.4.1+1fb4c65d43e298b9/node_modules/@lingui/cli/dist/lingui-compile.js</a:t>
            </a:r>
          </a:p>
          <a:p>
            <a:pPr>
              <a:defRPr sz="1200"/>
            </a:pPr>
            <a:r>
              <a:t>D:/pasar_fix/node_modules/.bun/@lingui+cli@5.4.1+1fb4c65d43e298b9/node_modules/@lingui/cli/dist/lingui-extract-experimental.d.ts</a:t>
            </a:r>
          </a:p>
          <a:p>
            <a:pPr>
              <a:defRPr sz="1200"/>
            </a:pPr>
            <a:r>
              <a:t>D:/pasar_fix/node_modules/.bun/@lingui+cli@5.4.1+1fb4c65d43e298b9/node_modules/@lingui/cli/dist/lingui-extract-experimental.js</a:t>
            </a:r>
          </a:p>
          <a:p>
            <a:pPr>
              <a:defRPr sz="1200"/>
            </a:pPr>
            <a:r>
              <a:t>D:/pasar_fix/node_modules/.bun/@lingui+cli@5.4.1+1fb4c65d43e298b9/node_modules/@lingui/cli/dist/lingui-extract-template.d.ts</a:t>
            </a:r>
          </a:p>
          <a:p>
            <a:pPr>
              <a:defRPr sz="1200"/>
            </a:pPr>
            <a:r>
              <a:t>D:/pasar_fix/node_modules/.bun/@lingui+cli@5.4.1+1fb4c65d43e298b9/node_modules/@lingui/cli/dist/lingui-extract-template.js</a:t>
            </a:r>
          </a:p>
          <a:p>
            <a:pPr>
              <a:defRPr sz="1200"/>
            </a:pPr>
            <a:r>
              <a:t>D:/pasar_fix/node_modules/.bun/@lingui+cli@5.4.1+1fb4c65d43e298b9/node_modules/@lingui/cli/dist/lingui-extract.d.ts</a:t>
            </a:r>
          </a:p>
          <a:p>
            <a:pPr>
              <a:defRPr sz="1200"/>
            </a:pPr>
            <a:r>
              <a:t>D:/pasar_fix/node_modules/.bun/@lingui+cli@5.4.1+1fb4c65d43e298b9/node_modules/@lingui/cli/dist/lingui-extract.js</a:t>
            </a:r>
          </a:p>
          <a:p>
            <a:pPr>
              <a:defRPr sz="1200"/>
            </a:pPr>
            <a:r>
              <a:t>D:/pasar_fix/node_modules/.bun/@lingui+cli@5.4.1+1fb4c65d43e298b9/node_modules/@lingui/cli/dist/lingui.d.ts</a:t>
            </a:r>
          </a:p>
          <a:p>
            <a:pPr>
              <a:defRPr sz="1200"/>
            </a:pPr>
            <a:r>
              <a:t>D:/pasar_fix/node_modules/.bun/@lingui+cli@5.4.1+1fb4c65d43e298b9/node_modules/@lingui/cli/dist/lingui.js</a:t>
            </a:r>
          </a:p>
          <a:p>
            <a:pPr>
              <a:defRPr sz="1200"/>
            </a:pPr>
            <a:r>
              <a:t>D:/pasar_fix/node_modules/.bun/@lingui+cli@5.4.1+1fb4c65d43e298b9/node_modules/@lingui/cli/dist/api/catalog.d.ts</a:t>
            </a:r>
          </a:p>
          <a:p>
            <a:pPr>
              <a:defRPr sz="1200"/>
            </a:pPr>
            <a:r>
              <a:t>D:/pasar_fix/node_modules/.bun/@lingui+cli@5.4.1+1fb4c65d43e298b9/node_modules/@lingui/cli/dist/api/catalog.js</a:t>
            </a:r>
          </a:p>
          <a:p>
            <a:pPr>
              <a:defRPr sz="1200"/>
            </a:pPr>
            <a:r>
              <a:t>D:/pasar_fix/node_modules/.bun/@lingui+cli@5.4.1+1fb4c65d43e298b9/node_modules/@lingui/cli/dist/api/compile.d.ts</a:t>
            </a:r>
          </a:p>
          <a:p>
            <a:pPr>
              <a:defRPr sz="1200"/>
            </a:pPr>
            <a:r>
              <a:t>D:/pasar_fix/node_modules/.bun/@lingui+cli@5.4.1+1fb4c65d43e298b9/node_modules/@lingui/cli/dist/api/compile.js</a:t>
            </a:r>
          </a:p>
          <a:p>
            <a:pPr>
              <a:defRPr sz="1200"/>
            </a:pPr>
            <a:r>
              <a:t>D:/pasar_fix/node_modules/.bun/@lingui+cli@5.4.1+1fb4c65d43e298b9/node_modules/@lingui/cli/dist/api/help.d.ts</a:t>
            </a:r>
          </a:p>
          <a:p>
            <a:pPr>
              <a:defRPr sz="1200"/>
            </a:pPr>
            <a:r>
              <a:t>D:/pasar_fix/node_modules/.bun/@lingui+cli@5.4.1+1fb4c65d43e298b9/node_modules/@lingui/cli/dist/api/help.js</a:t>
            </a:r>
          </a:p>
          <a:p>
            <a:pPr>
              <a:defRPr sz="1200"/>
            </a:pPr>
            <a:r>
              <a:t>D:/pasar_fix/node_modules/.bun/@lingui+cli@5.4.1+1fb4c65d43e298b9/node_modules/@lingui/cli/dist/api/index.d.ts</a:t>
            </a:r>
          </a:p>
          <a:p>
            <a:pPr>
              <a:defRPr sz="1200"/>
            </a:pPr>
            <a:r>
              <a:t>D:/pasar_fix/node_modules/.bun/@lingui+cli@5.4.1+1fb4c65d43e298b9/node_modules/@lingui/cli/dist/api/index.js</a:t>
            </a:r>
          </a:p>
          <a:p>
            <a:pPr>
              <a:defRPr sz="1200"/>
            </a:pPr>
            <a:r>
              <a:t>D:/pasar_fix/node_modules/.bun/@lingui+cli@5.4.1+1fb4c65d43e298b9/node_modules/@lingui/cli/dist/api/messages.d.ts</a:t>
            </a:r>
          </a:p>
          <a:p>
            <a:pPr>
              <a:defRPr sz="1200"/>
            </a:pPr>
            <a:r>
              <a:t>D:/pasar_fix/node_modules/.bun/@lingui+cli@5.4.1+1fb4c65d43e298b9/node_modules/@lingui/cli/dist/api/messages.js</a:t>
            </a:r>
          </a:p>
          <a:p>
            <a:pPr>
              <a:defRPr sz="1200"/>
            </a:pPr>
            <a:r>
              <a:t>D:/pasar_fix/node_modules/.bun/@lingui+cli@5.4.1+1fb4c65d43e298b9/node_modules/@lingui/cli/dist/api/pseudoLocalize.d.ts</a:t>
            </a:r>
          </a:p>
          <a:p>
            <a:pPr>
              <a:defRPr sz="1200"/>
            </a:pPr>
            <a:r>
              <a:t>D:/pasar_fix/node_modules/.bun/@lingui+cli@5.4.1+1fb4c65d43e298b9/node_modules/@lingui/cli/dist/api/pseudoLocalize.js</a:t>
            </a:r>
          </a:p>
          <a:p>
            <a:pPr>
              <a:defRPr sz="1200"/>
            </a:pPr>
            <a:r>
              <a:t>D:/pasar_fix/node_modules/.bun/@lingui+cli@5.4.1+1fb4c65d43e298b9/node_modules/@lingui/cli/dist/api/rethrownError.d.ts</a:t>
            </a:r>
          </a:p>
          <a:p>
            <a:pPr>
              <a:defRPr sz="1200"/>
            </a:pPr>
            <a:r>
              <a:t>D:/pasar_fix/node_modules/.bun/@lingui+cli@5.4.1+1fb4c65d43e298b9/node_modules/@lingui/cli/dist/api/rethrownError.js</a:t>
            </a:r>
          </a:p>
          <a:p>
            <a:pPr>
              <a:defRPr sz="1200"/>
            </a:pPr>
            <a:r>
              <a:t>D:/pasar_fix/node_modules/.bun/@lingui+cli@5.4.1+1fb4c65d43e298b9/node_modules/@lingui/cli/dist/api/stats.d.ts</a:t>
            </a:r>
          </a:p>
          <a:p>
            <a:pPr>
              <a:defRPr sz="1200"/>
            </a:pPr>
            <a:r>
              <a:t>D:/pasar_fix/node_modules/.bun/@lingui+cli@5.4.1+1fb4c65d43e298b9/node_modules/@lingui/cli/dist/api/stats.js</a:t>
            </a:r>
          </a:p>
          <a:p>
            <a:pPr>
              <a:defRPr sz="1200"/>
            </a:pPr>
            <a:r>
              <a:t>D:/pasar_fix/node_modules/.bun/@lingui+cli@5.4.1+1fb4c65d43e298b9/node_modules/@lingui/cli/dist/api/types.d.ts</a:t>
            </a:r>
          </a:p>
          <a:p>
            <a:pPr>
              <a:defRPr sz="1200"/>
            </a:pPr>
            <a:r>
              <a:t>D:/pasar_fix/node_modules/.bun/@lingui+cli@5.4.1+1fb4c65d43e298b9/node_modules/@lingui/cli/dist/api/types.js</a:t>
            </a:r>
          </a:p>
          <a:p>
            <a:pPr>
              <a:defRPr sz="1200"/>
            </a:pPr>
            <a:r>
              <a:t>D:/pasar_fix/node_modules/.bun/@lingui+cli@5.4.1+1fb4c65d43e298b9/node_modules/@lingui/cli/dist/api/utils.d.ts</a:t>
            </a:r>
          </a:p>
          <a:p>
            <a:pPr>
              <a:defRPr sz="1200"/>
            </a:pPr>
            <a:r>
              <a:t>D:/pasar_fix/node_modules/.bun/@lingui+cli@5.4.1+1fb4c65d43e298b9/node_modules/@lingui/cli/dist/api/utils.js</a:t>
            </a:r>
          </a:p>
          <a:p>
            <a:pPr>
              <a:defRPr sz="1200"/>
            </a:pPr>
            <a:r>
              <a:t>D:/pasar_fix/node_modules/.bun/@lingui+cli@5.4.1+1fb4c65d43e298b9/node_modules/@lingui/cli/dist/api/catalog/extractFromFiles.d.ts</a:t>
            </a:r>
          </a:p>
          <a:p>
            <a:pPr>
              <a:defRPr sz="1200"/>
            </a:pPr>
            <a:r>
              <a:t>D:/pasar_fix/node_modules/.bun/@lingui+cli@5.4.1+1fb4c65d43e298b9/node_modules/@lingui/cli/dist/api/catalog/extractFromFiles.js</a:t>
            </a:r>
          </a:p>
          <a:p>
            <a:pPr>
              <a:defRPr sz="1200"/>
            </a:pPr>
            <a:r>
              <a:t>D:/pasar_fix/node_modules/.bun/@lingui+cli@5.4.1+1fb4c65d43e298b9/node_modules/@lingui/cli/dist/api/catalog/getCatalogDependentFiles.d.ts</a:t>
            </a:r>
          </a:p>
          <a:p>
            <a:pPr>
              <a:defRPr sz="1200"/>
            </a:pPr>
            <a:r>
              <a:t>D:/pasar_fix/node_modules/.bun/@lingui+cli@5.4.1+1fb4c65d43e298b9/node_modules/@lingui/cli/dist/api/catalog/getCatalogDependentFiles.js</a:t>
            </a:r>
          </a:p>
          <a:p>
            <a:pPr>
              <a:defRPr sz="1200"/>
            </a:pPr>
            <a:r>
              <a:t>D:/pasar_fix/node_modules/.bun/@lingui+cli@5.4.1+1fb4c65d43e298b9/node_modules/@lingui/cli/dist/api/catalog/getCatalogs.d.ts</a:t>
            </a:r>
          </a:p>
          <a:p>
            <a:pPr>
              <a:defRPr sz="1200"/>
            </a:pPr>
            <a:r>
              <a:t>D:/pasar_fix/node_modules/.bun/@lingui+cli@5.4.1+1fb4c65d43e298b9/node_modules/@lingui/cli/dist/api/catalog/getCatalogs.js</a:t>
            </a:r>
          </a:p>
          <a:p>
            <a:pPr>
              <a:defRPr sz="1200"/>
            </a:pPr>
            <a:r>
              <a:t>D:/pasar_fix/node_modules/.bun/@lingui+cli@5.4.1+1fb4c65d43e298b9/node_modules/@lingui/cli/dist/api/catalog/getFallbackListForLocale.d.ts</a:t>
            </a:r>
          </a:p>
          <a:p>
            <a:pPr>
              <a:defRPr sz="1200"/>
            </a:pPr>
            <a:r>
              <a:t>D:/pasar_fix/node_modules/.bun/@lingui+cli@5.4.1+1fb4c65d43e298b9/node_modules/@lingui/cli/dist/api/catalog/getFallbackListForLocale.js</a:t>
            </a:r>
          </a:p>
          <a:p>
            <a:pPr>
              <a:defRPr sz="1200"/>
            </a:pPr>
            <a:r>
              <a:t>D:/pasar_fix/node_modules/.bun/@lingui+cli@5.4.1+1fb4c65d43e298b9/node_modules/@lingui/cli/dist/api/catalog/getTranslationsForCatalog.d.ts</a:t>
            </a:r>
          </a:p>
          <a:p>
            <a:pPr>
              <a:defRPr sz="1200"/>
            </a:pPr>
            <a:r>
              <a:t>D:/pasar_fix/node_modules/.bun/@lingui+cli@5.4.1+1fb4c65d43e298b9/node_modules/@lingui/cli/dist/api/catalog/getTranslationsForCatalog.js</a:t>
            </a:r>
          </a:p>
          <a:p>
            <a:pPr>
              <a:defRPr sz="1200"/>
            </a:pPr>
            <a:r>
              <a:t>D:/pasar_fix/node_modules/.bun/@lingui+cli@5.4.1+1fb4c65d43e298b9/node_modules/@lingui/cli/dist/api/catalog/mergeCatalog.d.ts</a:t>
            </a:r>
          </a:p>
          <a:p>
            <a:pPr>
              <a:defRPr sz="1200"/>
            </a:pPr>
            <a:r>
              <a:t>D:/pasar_fix/node_modules/.bun/@lingui+cli@5.4.1+1fb4c65d43e298b9/node_modules/@lingui/cli/dist/api/catalog/mergeCatalog.js</a:t>
            </a:r>
          </a:p>
          <a:p>
            <a:pPr>
              <a:defRPr sz="1200"/>
            </a:pPr>
            <a:r>
              <a:t>D:/pasar_fix/node_modules/.bun/@lingui+cli@5.4.1+1fb4c65d43e298b9/node_modules/@lingui/cli/dist/api/extractors/babel.d.ts</a:t>
            </a:r>
          </a:p>
          <a:p>
            <a:pPr>
              <a:defRPr sz="1200"/>
            </a:pPr>
            <a:r>
              <a:t>D:/pasar_fix/node_modules/.bun/@lingui+cli@5.4.1+1fb4c65d43e298b9/node_modules/@lingui/cli/dist/api/extractors/babel.js</a:t>
            </a:r>
          </a:p>
          <a:p>
            <a:pPr>
              <a:defRPr sz="1200"/>
            </a:pPr>
            <a:r>
              <a:t>D:/pasar_fix/node_modules/.bun/@lingui+cli@5.4.1+1fb4c65d43e298b9/node_modules/@lingui/cli/dist/api/extractors/index.d.ts</a:t>
            </a:r>
          </a:p>
          <a:p>
            <a:pPr>
              <a:defRPr sz="1200"/>
            </a:pPr>
            <a:r>
              <a:t>D:/pasar_fix/node_modules/.bun/@lingui+cli@5.4.1+1fb4c65d43e298b9/node_modules/@lingui/cli/dist/api/extractors/index.js</a:t>
            </a:r>
          </a:p>
          <a:p>
            <a:pPr>
              <a:defRPr sz="1200"/>
            </a:pPr>
            <a:r>
              <a:t>D:/pasar_fix/node_modules/.bun/@lingui+cli@5.4.1+1fb4c65d43e298b9/node_modules/@lingui/cli/dist/api/extractors/typescript.d.ts</a:t>
            </a:r>
          </a:p>
          <a:p>
            <a:pPr>
              <a:defRPr sz="1200"/>
            </a:pPr>
            <a:r>
              <a:t>D:/pasar_fix/node_modules/.bun/@lingui+cli@5.4.1+1fb4c65d43e298b9/node_modules/@lingui/cli/dist/api/extractors/typescript.js</a:t>
            </a:r>
          </a:p>
          <a:p>
            <a:pPr>
              <a:defRPr sz="1200"/>
            </a:pPr>
            <a:r>
              <a:t>D:/pasar_fix/node_modules/.bun/@lingui+cli@5.4.1+1fb4c65d43e298b9/node_modules/@lingui/cli/dist/api/formats/formatterWrapper.d.ts</a:t>
            </a:r>
          </a:p>
          <a:p>
            <a:pPr>
              <a:defRPr sz="1200"/>
            </a:pPr>
            <a:r>
              <a:t>D:/pasar_fix/node_modules/.bun/@lingui+cli@5.4.1+1fb4c65d43e298b9/node_modules/@lingui/cli/dist/api/formats/formatterWrapper.js</a:t>
            </a:r>
          </a:p>
          <a:p>
            <a:pPr>
              <a:defRPr sz="1200"/>
            </a:pPr>
            <a:r>
              <a:t>D:/pasar_fix/node_modules/.bun/@lingui+cli@5.4.1+1fb4c65d43e298b9/node_modules/@lingui/cli/dist/api/formats/index.d.ts</a:t>
            </a:r>
          </a:p>
          <a:p>
            <a:pPr>
              <a:defRPr sz="1200"/>
            </a:pPr>
            <a:r>
              <a:t>D:/pasar_fix/node_modules/.bun/@lingui+cli@5.4.1+1fb4c65d43e298b9/node_modules/@lingui/cli/dist/api/formats/index.js</a:t>
            </a:r>
          </a:p>
          <a:p>
            <a:pPr>
              <a:defRPr sz="1200"/>
            </a:pPr>
            <a:r>
              <a:t>D:/pasar_fix/node_modules/.bun/@lingui+cli@5.4.1+1fb4c65d43e298b9/node_modules/@lingui/cli/dist/extract-experimental/bundleSource.d.ts</a:t>
            </a:r>
          </a:p>
          <a:p>
            <a:pPr>
              <a:defRPr sz="1200"/>
            </a:pPr>
            <a:r>
              <a:t>D:/pasar_fix/node_modules/.bun/@lingui+cli@5.4.1+1fb4c65d43e298b9/node_modules/@lingui/cli/dist/extract-experimental/bundleSource.js</a:t>
            </a:r>
          </a:p>
          <a:p>
            <a:pPr>
              <a:defRPr sz="1200"/>
            </a:pPr>
            <a:r>
              <a:t>D:/pasar_fix/node_modules/.bun/@lingui+cli@5.4.1+1fb4c65d43e298b9/node_modules/@lingui/cli/dist/extract-experimental/constants.d.ts</a:t>
            </a:r>
          </a:p>
          <a:p>
            <a:pPr>
              <a:defRPr sz="1200"/>
            </a:pPr>
            <a:r>
              <a:t>D:/pasar_fix/node_modules/.bun/@lingui+cli@5.4.1+1fb4c65d43e298b9/node_modules/@lingui/cli/dist/extract-experimental/constants.js</a:t>
            </a:r>
          </a:p>
          <a:p>
            <a:pPr>
              <a:defRPr sz="1200"/>
            </a:pPr>
            <a:r>
              <a:t>D:/pasar_fix/node_modules/.bun/@lingui+cli@5.4.1+1fb4c65d43e298b9/node_modules/@lingui/cli/dist/extract-experimental/getEntryPoints.d.ts</a:t>
            </a:r>
          </a:p>
          <a:p>
            <a:pPr>
              <a:defRPr sz="1200"/>
            </a:pPr>
            <a:r>
              <a:t>D:/pasar_fix/node_modules/.bun/@lingui+cli@5.4.1+1fb4c65d43e298b9/node_modules/@lingui/cli/dist/extract-experimental/getEntryPoints.js</a:t>
            </a:r>
          </a:p>
          <a:p>
            <a:pPr>
              <a:defRPr sz="1200"/>
            </a:pPr>
            <a:r>
              <a:t>D:/pasar_fix/node_modules/.bun/@lingui+cli@5.4.1+1fb4c65d43e298b9/node_modules/@lingui/cli/dist/extract-experimental/getExperimentalCatalogs.d.ts</a:t>
            </a:r>
          </a:p>
          <a:p>
            <a:pPr>
              <a:defRPr sz="1200"/>
            </a:pPr>
            <a:r>
              <a:t>D:/pasar_fix/node_modules/.bun/@lingui+cli@5.4.1+1fb4c65d43e298b9/node_modules/@lingui/cli/dist/extract-experimental/getExperimentalCatalogs.js</a:t>
            </a:r>
          </a:p>
          <a:p>
            <a:pPr>
              <a:defRPr sz="1200"/>
            </a:pPr>
            <a:r>
              <a:t>D:/pasar_fix/node_modules/.bun/@lingui+cli@5.4.1+1fb4c65d43e298b9/node_modules/@lingui/cli/dist/extract-experimental/linguiEsbuildPlugin.d.ts</a:t>
            </a:r>
          </a:p>
          <a:p>
            <a:pPr>
              <a:defRPr sz="1200"/>
            </a:pPr>
            <a:r>
              <a:t>D:/pasar_fix/node_modules/.bun/@lingui+cli@5.4.1+1fb4c65d43e298b9/node_modules/@lingui/cli/dist/extract-experimental/linguiEsbuildPlugin.js</a:t>
            </a:r>
          </a:p>
          <a:p>
            <a:pPr>
              <a:defRPr sz="1200"/>
            </a:pPr>
            <a:r>
              <a:t>D:/pasar_fix/node_modules/.bun/@lingui+cli@5.4.1+1fb4c65d43e298b9/node_modules/@lingui/cli/dist/extract-experimental/resolveCatalogPath.d.ts</a:t>
            </a:r>
          </a:p>
          <a:p>
            <a:pPr>
              <a:defRPr sz="1200"/>
            </a:pPr>
            <a:r>
              <a:t>D:/pasar_fix/node_modules/.bun/@lingui+cli@5.4.1+1fb4c65d43e298b9/node_modules/@lingui/cli/dist/extract-experimental/resolveCatalogPath.js</a:t>
            </a:r>
          </a:p>
          <a:p>
            <a:pPr>
              <a:defRPr sz="1200"/>
            </a:pPr>
            <a:r>
              <a:t>D:/pasar_fix/node_modules/.bun/@lingui+cli@5.4.1+1fb4c65d43e298b9/node_modules/@lingui/cli/dist/extract-experimental/resolveTemplatePath.d.ts</a:t>
            </a:r>
          </a:p>
          <a:p>
            <a:pPr>
              <a:defRPr sz="1200"/>
            </a:pPr>
            <a:r>
              <a:t>D:/pasar_fix/node_modules/.bun/@lingui+cli@5.4.1+1fb4c65d43e298b9/node_modules/@lingui/cli/dist/extract-experimental/resolveTemplatePath.js</a:t>
            </a:r>
          </a:p>
          <a:p>
            <a:pPr>
              <a:defRPr sz="1200"/>
            </a:pPr>
            <a:r>
              <a:t>D:/pasar_fix/node_modules/.bun/@lingui+cli@5.4.1+1fb4c65d43e298b9/node_modules/@lingui/cli/dist/extract-experimental/writeCatalogs.d.ts</a:t>
            </a:r>
          </a:p>
          <a:p>
            <a:pPr>
              <a:defRPr sz="1200"/>
            </a:pPr>
            <a:r>
              <a:t>D:/pasar_fix/node_modules/.bun/@lingui+cli@5.4.1+1fb4c65d43e298b9/node_modules/@lingui/cli/dist/extract-experimental/writeCatalogs.js</a:t>
            </a:r>
          </a:p>
          <a:p>
            <a:pPr>
              <a:defRPr sz="1200"/>
            </a:pPr>
            <a:r>
              <a:t>D:/pasar_fix/node_modules/.bun/@lingui+cli@5.4.1+1fb4c65d43e298b9/node_modules/@lingui/cli/dist/services/translationIO.d.ts</a:t>
            </a:r>
          </a:p>
          <a:p>
            <a:pPr>
              <a:defRPr sz="1200"/>
            </a:pPr>
            <a:r>
              <a:t>D:/pasar_fix/node_modules/.bun/@lingui+cli@5.4.1+1fb4c65d43e298b9/node_modules/@lingui/cli/dist/services/translationIO.js</a:t>
            </a:r>
          </a:p>
          <a:p>
            <a:pPr>
              <a:defRPr sz="1200"/>
            </a:pPr>
            <a:r>
              <a:t>D:/pasar_fix/node_modules/.bun/@lingui+conf@5.4.1+1fb4c65d43e298b9/node_modules/.bin/jiti.bunx</a:t>
            </a:r>
          </a:p>
          <a:p>
            <a:pPr>
              <a:defRPr sz="1200"/>
            </a:pPr>
            <a:r>
              <a:t>D:/pasar_fix/node_modules/.bun/@lingui+conf@5.4.1+1fb4c65d43e298b9/node_modules/.bin/jiti.exe</a:t>
            </a:r>
          </a:p>
          <a:p>
            <a:pPr>
              <a:defRPr sz="1200"/>
            </a:pPr>
            <a:r>
              <a:t>D:/pasar_fix/node_modules/.bun/@lingui+conf@5.4.1+1fb4c65d43e298b9/node_modules/@lingui/conf/LICENSE</a:t>
            </a:r>
          </a:p>
          <a:p>
            <a:pPr>
              <a:defRPr sz="1200"/>
            </a:pPr>
            <a:r>
              <a:t>D:/pasar_fix/node_modules/.bun/@lingui+conf@5.4.1+1fb4c65d43e298b9/node_modules/@lingui/conf/package.json</a:t>
            </a:r>
          </a:p>
          <a:p>
            <a:pPr>
              <a:defRPr sz="1200"/>
            </a:pPr>
            <a:r>
              <a:t>D:/pasar_fix/node_modules/.bun/@lingui+conf@5.4.1+1fb4c65d43e298b9/node_modules/@lingui/conf/README.md</a:t>
            </a:r>
          </a:p>
          <a:p>
            <a:pPr>
              <a:defRPr sz="1200"/>
            </a:pPr>
            <a:r>
              <a:t>D:/pasar_fix/node_modules/.bun/@lingui+conf@5.4.1+1fb4c65d43e298b9/node_modules/@lingui/conf/dist/index.cjs</a:t>
            </a:r>
          </a:p>
          <a:p>
            <a:pPr>
              <a:defRPr sz="1200"/>
            </a:pPr>
            <a:r>
              <a:t>D:/pasar_fix/node_modules/.bun/@lingui+conf@5.4.1+1fb4c65d43e298b9/node_modules/@lingui/conf/dist/index.d.cts</a:t>
            </a:r>
          </a:p>
          <a:p>
            <a:pPr>
              <a:defRPr sz="1200"/>
            </a:pPr>
            <a:r>
              <a:t>D:/pasar_fix/node_modules/.bun/@lingui+conf@5.4.1+1fb4c65d43e298b9/node_modules/@lingui/conf/dist/index.d.mts</a:t>
            </a:r>
          </a:p>
          <a:p>
            <a:pPr>
              <a:defRPr sz="1200"/>
            </a:pPr>
            <a:r>
              <a:t>D:/pasar_fix/node_modules/.bun/@lingui+conf@5.4.1+1fb4c65d43e298b9/node_modules/@lingui/conf/dist/index.d.ts</a:t>
            </a:r>
          </a:p>
          <a:p>
            <a:pPr>
              <a:defRPr sz="1200"/>
            </a:pPr>
            <a:r>
              <a:t>D:/pasar_fix/node_modules/.bun/@lingui+conf@5.4.1+1fb4c65d43e298b9/node_modules/@lingui/conf/dist/index.mjs</a:t>
            </a:r>
          </a:p>
          <a:p>
            <a:pPr>
              <a:defRPr sz="1200"/>
            </a:pPr>
            <a:r>
              <a:t>D:/pasar_fix/node_modules/.bun/@lingui+core@5.4.1+bb8bc1f88e7de475/node_modules/@lingui/core/LICENSE</a:t>
            </a:r>
          </a:p>
          <a:p>
            <a:pPr>
              <a:defRPr sz="1200"/>
            </a:pPr>
            <a:r>
              <a:t>D:/pasar_fix/node_modules/.bun/@lingui+core@5.4.1+bb8bc1f88e7de475/node_modules/@lingui/core/package.json</a:t>
            </a:r>
          </a:p>
          <a:p>
            <a:pPr>
              <a:defRPr sz="1200"/>
            </a:pPr>
            <a:r>
              <a:t>D:/pasar_fix/node_modules/.bun/@lingui+core@5.4.1+bb8bc1f88e7de475/node_modules/@lingui/core/README.md</a:t>
            </a:r>
          </a:p>
          <a:p>
            <a:pPr>
              <a:defRPr sz="1200"/>
            </a:pPr>
            <a:r>
              <a:t>D:/pasar_fix/node_modules/.bun/@lingui+core@5.4.1+bb8bc1f88e7de475/node_modules/@lingui/core/dist/index.cjs</a:t>
            </a:r>
          </a:p>
          <a:p>
            <a:pPr>
              <a:defRPr sz="1200"/>
            </a:pPr>
            <a:r>
              <a:t>D:/pasar_fix/node_modules/.bun/@lingui+core@5.4.1+bb8bc1f88e7de475/node_modules/@lingui/core/dist/index.d.cts</a:t>
            </a:r>
          </a:p>
          <a:p>
            <a:pPr>
              <a:defRPr sz="1200"/>
            </a:pPr>
            <a:r>
              <a:t>D:/pasar_fix/node_modules/.bun/@lingui+core@5.4.1+bb8bc1f88e7de475/node_modules/@lingui/core/dist/index.d.mts</a:t>
            </a:r>
          </a:p>
          <a:p>
            <a:pPr>
              <a:defRPr sz="1200"/>
            </a:pPr>
            <a:r>
              <a:t>D:/pasar_fix/node_modules/.bun/@lingui+core@5.4.1+bb8bc1f88e7de475/node_modules/@lingui/core/dist/index.d.ts</a:t>
            </a:r>
          </a:p>
          <a:p>
            <a:pPr>
              <a:defRPr sz="1200"/>
            </a:pPr>
            <a:r>
              <a:t>D:/pasar_fix/node_modules/.bun/@lingui+core@5.4.1+bb8bc1f88e7de475/node_modules/@lingui/core/dist/index.mjs</a:t>
            </a:r>
          </a:p>
          <a:p>
            <a:pPr>
              <a:defRPr sz="1200"/>
            </a:pPr>
            <a:r>
              <a:t>D:/pasar_fix/node_modules/.bun/@lingui+core@5.4.1+bb8bc1f88e7de475/node_modules/@lingui/core/macro/index.d.ts</a:t>
            </a:r>
          </a:p>
          <a:p>
            <a:pPr>
              <a:defRPr sz="1200"/>
            </a:pPr>
            <a:r>
              <a:t>D:/pasar_fix/node_modules/.bun/@lingui+core@5.4.1+bb8bc1f88e7de475/node_modules/@lingui/core/macro/index.js</a:t>
            </a:r>
          </a:p>
          <a:p>
            <a:pPr>
              <a:defRPr sz="1200"/>
            </a:pPr>
            <a:r>
              <a:t>D:/pasar_fix/node_modules/.bun/@lingui+core@5.4.1+edb12c1acadbb88d/node_modules/@lingui/core/LICENSE</a:t>
            </a:r>
          </a:p>
          <a:p>
            <a:pPr>
              <a:defRPr sz="1200"/>
            </a:pPr>
            <a:r>
              <a:t>D:/pasar_fix/node_modules/.bun/@lingui+core@5.4.1+edb12c1acadbb88d/node_modules/@lingui/core/package.json</a:t>
            </a:r>
          </a:p>
          <a:p>
            <a:pPr>
              <a:defRPr sz="1200"/>
            </a:pPr>
            <a:r>
              <a:t>D:/pasar_fix/node_modules/.bun/@lingui+core@5.4.1+edb12c1acadbb88d/node_modules/@lingui/core/README.md</a:t>
            </a:r>
          </a:p>
          <a:p>
            <a:pPr>
              <a:defRPr sz="1200"/>
            </a:pPr>
            <a:r>
              <a:t>D:/pasar_fix/node_modules/.bun/@lingui+core@5.4.1+edb12c1acadbb88d/node_modules/@lingui/core/dist/index.cjs</a:t>
            </a:r>
          </a:p>
          <a:p>
            <a:pPr>
              <a:defRPr sz="1200"/>
            </a:pPr>
            <a:r>
              <a:t>D:/pasar_fix/node_modules/.bun/@lingui+core@5.4.1+edb12c1acadbb88d/node_modules/@lingui/core/dist/index.d.cts</a:t>
            </a:r>
          </a:p>
          <a:p>
            <a:pPr>
              <a:defRPr sz="1200"/>
            </a:pPr>
            <a:r>
              <a:t>D:/pasar_fix/node_modules/.bun/@lingui+core@5.4.1+edb12c1acadbb88d/node_modules/@lingui/core/dist/index.d.mts</a:t>
            </a:r>
          </a:p>
          <a:p>
            <a:pPr>
              <a:defRPr sz="1200"/>
            </a:pPr>
            <a:r>
              <a:t>D:/pasar_fix/node_modules/.bun/@lingui+core@5.4.1+edb12c1acadbb88d/node_modules/@lingui/core/dist/index.d.ts</a:t>
            </a:r>
          </a:p>
          <a:p>
            <a:pPr>
              <a:defRPr sz="1200"/>
            </a:pPr>
            <a:r>
              <a:t>D:/pasar_fix/node_modules/.bun/@lingui+core@5.4.1+edb12c1acadbb88d/node_modules/@lingui/core/dist/index.mjs</a:t>
            </a:r>
          </a:p>
          <a:p>
            <a:pPr>
              <a:defRPr sz="1200"/>
            </a:pPr>
            <a:r>
              <a:t>D:/pasar_fix/node_modules/.bun/@lingui+core@5.4.1+edb12c1acadbb88d/node_modules/@lingui/core/macro/index.d.ts</a:t>
            </a:r>
          </a:p>
          <a:p>
            <a:pPr>
              <a:defRPr sz="1200"/>
            </a:pPr>
            <a:r>
              <a:t>D:/pasar_fix/node_modules/.bun/@lingui+core@5.4.1+edb12c1acadbb88d/node_modules/@lingui/core/macro/index.js</a:t>
            </a:r>
          </a:p>
          <a:p>
            <a:pPr>
              <a:defRPr sz="1200"/>
            </a:pPr>
            <a:r>
              <a:t>D:/pasar_fix/node_modules/.bun/@lingui+format-po@5.4.1+1fb4c65d43e298b9/node_modules/@lingui/format-po/LICENSE</a:t>
            </a:r>
          </a:p>
          <a:p>
            <a:pPr>
              <a:defRPr sz="1200"/>
            </a:pPr>
            <a:r>
              <a:t>D:/pasar_fix/node_modules/.bun/@lingui+format-po@5.4.1+1fb4c65d43e298b9/node_modules/@lingui/format-po/package.json</a:t>
            </a:r>
          </a:p>
          <a:p>
            <a:pPr>
              <a:defRPr sz="1200"/>
            </a:pPr>
            <a:r>
              <a:t>D:/pasar_fix/node_modules/.bun/@lingui+format-po@5.4.1+1fb4c65d43e298b9/node_modules/@lingui/format-po/README.md</a:t>
            </a:r>
          </a:p>
          <a:p>
            <a:pPr>
              <a:defRPr sz="1200"/>
            </a:pPr>
            <a:r>
              <a:t>D:/pasar_fix/node_modules/.bun/@lingui+format-po@5.4.1+1fb4c65d43e298b9/node_modules/@lingui/format-po/dist/po.cjs</a:t>
            </a:r>
          </a:p>
          <a:p>
            <a:pPr>
              <a:defRPr sz="1200"/>
            </a:pPr>
            <a:r>
              <a:t>D:/pasar_fix/node_modules/.bun/@lingui+format-po@5.4.1+1fb4c65d43e298b9/node_modules/@lingui/format-po/dist/po.d.cts</a:t>
            </a:r>
          </a:p>
          <a:p>
            <a:pPr>
              <a:defRPr sz="1200"/>
            </a:pPr>
            <a:r>
              <a:t>D:/pasar_fix/node_modules/.bun/@lingui+format-po@5.4.1+1fb4c65d43e298b9/node_modules/@lingui/format-po/dist/po.d.mts</a:t>
            </a:r>
          </a:p>
          <a:p>
            <a:pPr>
              <a:defRPr sz="1200"/>
            </a:pPr>
            <a:r>
              <a:t>D:/pasar_fix/node_modules/.bun/@lingui+format-po@5.4.1+1fb4c65d43e298b9/node_modules/@lingui/format-po/dist/po.d.ts</a:t>
            </a:r>
          </a:p>
          <a:p>
            <a:pPr>
              <a:defRPr sz="1200"/>
            </a:pPr>
            <a:r>
              <a:t>D:/pasar_fix/node_modules/.bun/@lingui+format-po@5.4.1+1fb4c65d43e298b9/node_modules/@lingui/format-po/dist/po.mjs</a:t>
            </a:r>
          </a:p>
          <a:p>
            <a:pPr>
              <a:defRPr sz="1200"/>
            </a:pPr>
            <a:r>
              <a:t>D:/pasar_fix/node_modules/.bun/@lingui+message-utils@5.4.1/node_modules/@lingui/message-utils/compileMessage.js</a:t>
            </a:r>
          </a:p>
          <a:p>
            <a:pPr>
              <a:defRPr sz="1200"/>
            </a:pPr>
            <a:r>
              <a:t>D:/pasar_fix/node_modules/.bun/@lingui+message-utils@5.4.1/node_modules/@lingui/message-utils/generateMessageId.js</a:t>
            </a:r>
          </a:p>
          <a:p>
            <a:pPr>
              <a:defRPr sz="1200"/>
            </a:pPr>
            <a:r>
              <a:t>D:/pasar_fix/node_modules/.bun/@lingui+message-utils@5.4.1/node_modules/@lingui/message-utils/LICENSE</a:t>
            </a:r>
          </a:p>
          <a:p>
            <a:pPr>
              <a:defRPr sz="1200"/>
            </a:pPr>
            <a:r>
              <a:t>D:/pasar_fix/node_modules/.bun/@lingui+message-utils@5.4.1/node_modules/@lingui/message-utils/package.json</a:t>
            </a:r>
          </a:p>
          <a:p>
            <a:pPr>
              <a:defRPr sz="1200"/>
            </a:pPr>
            <a:r>
              <a:t>D:/pasar_fix/node_modules/.bun/@lingui+message-utils@5.4.1/node_modules/@lingui/message-utils/README.md</a:t>
            </a:r>
          </a:p>
          <a:p>
            <a:pPr>
              <a:defRPr sz="1200"/>
            </a:pPr>
            <a:r>
              <a:t>D:/pasar_fix/node_modules/.bun/@lingui+message-utils@5.4.1/node_modules/@lingui/message-utils/dist/compileMessage.cjs</a:t>
            </a:r>
          </a:p>
          <a:p>
            <a:pPr>
              <a:defRPr sz="1200"/>
            </a:pPr>
            <a:r>
              <a:t>D:/pasar_fix/node_modules/.bun/@lingui+message-utils@5.4.1/node_modules/@lingui/message-utils/dist/compileMessage.d.cts</a:t>
            </a:r>
          </a:p>
          <a:p>
            <a:pPr>
              <a:defRPr sz="1200"/>
            </a:pPr>
            <a:r>
              <a:t>D:/pasar_fix/node_modules/.bun/@lingui+message-utils@5.4.1/node_modules/@lingui/message-utils/dist/compileMessage.d.mts</a:t>
            </a:r>
          </a:p>
          <a:p>
            <a:pPr>
              <a:defRPr sz="1200"/>
            </a:pPr>
            <a:r>
              <a:t>D:/pasar_fix/node_modules/.bun/@lingui+message-utils@5.4.1/node_modules/@lingui/message-utils/dist/compileMessage.d.ts</a:t>
            </a:r>
          </a:p>
          <a:p>
            <a:pPr>
              <a:defRPr sz="1200"/>
            </a:pPr>
            <a:r>
              <a:t>D:/pasar_fix/node_modules/.bun/@lingui+message-utils@5.4.1/node_modules/@lingui/message-utils/dist/compileMessage.mjs</a:t>
            </a:r>
          </a:p>
          <a:p>
            <a:pPr>
              <a:defRPr sz="1200"/>
            </a:pPr>
            <a:r>
              <a:t>D:/pasar_fix/node_modules/.bun/@lingui+message-utils@5.4.1/node_modules/@lingui/message-utils/dist/generateMessageId.cjs</a:t>
            </a:r>
          </a:p>
          <a:p>
            <a:pPr>
              <a:defRPr sz="1200"/>
            </a:pPr>
            <a:r>
              <a:t>D:/pasar_fix/node_modules/.bun/@lingui+message-utils@5.4.1/node_modules/@lingui/message-utils/dist/generateMessageId.d.cts</a:t>
            </a:r>
          </a:p>
          <a:p>
            <a:pPr>
              <a:defRPr sz="1200"/>
            </a:pPr>
            <a:r>
              <a:t>D:/pasar_fix/node_modules/.bun/@lingui+message-utils@5.4.1/node_modules/@lingui/message-utils/dist/generateMessageId.d.mts</a:t>
            </a:r>
          </a:p>
          <a:p>
            <a:pPr>
              <a:defRPr sz="1200"/>
            </a:pPr>
            <a:r>
              <a:t>D:/pasar_fix/node_modules/.bun/@lingui+message-utils@5.4.1/node_modules/@lingui/message-utils/dist/generateMessageId.d.ts</a:t>
            </a:r>
          </a:p>
          <a:p>
            <a:pPr>
              <a:defRPr sz="1200"/>
            </a:pPr>
            <a:r>
              <a:t>D:/pasar_fix/node_modules/.bun/@lingui+message-utils@5.4.1/node_modules/@lingui/message-utils/dist/generateMessageId.mjs</a:t>
            </a:r>
          </a:p>
          <a:p>
            <a:pPr>
              <a:defRPr sz="1200"/>
            </a:pPr>
            <a:r>
              <a:t>D:/pasar_fix/node_modules/.bun/@lingui+react@5.4.1+19cc68e07663b3a6/node_modules/@lingui/react/LICENSE</a:t>
            </a:r>
          </a:p>
          <a:p>
            <a:pPr>
              <a:defRPr sz="1200"/>
            </a:pPr>
            <a:r>
              <a:t>D:/pasar_fix/node_modules/.bun/@lingui+react@5.4.1+19cc68e07663b3a6/node_modules/@lingui/react/package.json</a:t>
            </a:r>
          </a:p>
          <a:p>
            <a:pPr>
              <a:defRPr sz="1200"/>
            </a:pPr>
            <a:r>
              <a:t>D:/pasar_fix/node_modules/.bun/@lingui+react@5.4.1+19cc68e07663b3a6/node_modules/@lingui/react/README.md</a:t>
            </a:r>
          </a:p>
          <a:p>
            <a:pPr>
              <a:defRPr sz="1200"/>
            </a:pPr>
            <a:r>
              <a:t>D:/pasar_fix/node_modules/.bun/@lingui+react@5.4.1+19cc68e07663b3a6/node_modules/@lingui/react/dist/index-rsc.cjs</a:t>
            </a:r>
          </a:p>
          <a:p>
            <a:pPr>
              <a:defRPr sz="1200"/>
            </a:pPr>
            <a:r>
              <a:t>D:/pasar_fix/node_modules/.bun/@lingui+react@5.4.1+19cc68e07663b3a6/node_modules/@lingui/react/dist/index-rsc.d.cts</a:t>
            </a:r>
          </a:p>
          <a:p>
            <a:pPr>
              <a:defRPr sz="1200"/>
            </a:pPr>
            <a:r>
              <a:t>D:/pasar_fix/node_modules/.bun/@lingui+react@5.4.1+19cc68e07663b3a6/node_modules/@lingui/react/dist/index-rsc.d.mts</a:t>
            </a:r>
          </a:p>
          <a:p>
            <a:pPr>
              <a:defRPr sz="1200"/>
            </a:pPr>
            <a:r>
              <a:t>D:/pasar_fix/node_modules/.bun/@lingui+react@5.4.1+19cc68e07663b3a6/node_modules/@lingui/react/dist/index-rsc.d.ts</a:t>
            </a:r>
          </a:p>
          <a:p>
            <a:pPr>
              <a:defRPr sz="1200"/>
            </a:pPr>
            <a:r>
              <a:t>D:/pasar_fix/node_modules/.bun/@lingui+react@5.4.1+19cc68e07663b3a6/node_modules/@lingui/react/dist/index-rsc.mjs</a:t>
            </a:r>
          </a:p>
          <a:p>
            <a:pPr>
              <a:defRPr sz="1200"/>
            </a:pPr>
            <a:r>
              <a:t>D:/pasar_fix/node_modules/.bun/@lingui+react@5.4.1+19cc68e07663b3a6/node_modules/@lingui/react/dist/index.cjs</a:t>
            </a:r>
          </a:p>
          <a:p>
            <a:pPr>
              <a:defRPr sz="1200"/>
            </a:pPr>
            <a:r>
              <a:t>D:/pasar_fix/node_modules/.bun/@lingui+react@5.4.1+19cc68e07663b3a6/node_modules/@lingui/react/dist/index.d.cts</a:t>
            </a:r>
          </a:p>
          <a:p>
            <a:pPr>
              <a:defRPr sz="1200"/>
            </a:pPr>
            <a:r>
              <a:t>D:/pasar_fix/node_modules/.bun/@lingui+react@5.4.1+19cc68e07663b3a6/node_modules/@lingui/react/dist/index.d.mts</a:t>
            </a:r>
          </a:p>
          <a:p>
            <a:pPr>
              <a:defRPr sz="1200"/>
            </a:pPr>
            <a:r>
              <a:t>D:/pasar_fix/node_modules/.bun/@lingui+react@5.4.1+19cc68e07663b3a6/node_modules/@lingui/react/dist/index.d.ts</a:t>
            </a:r>
          </a:p>
          <a:p>
            <a:pPr>
              <a:defRPr sz="1200"/>
            </a:pPr>
            <a:r>
              <a:t>D:/pasar_fix/node_modules/.bun/@lingui+react@5.4.1+19cc68e07663b3a6/node_modules/@lingui/react/dist/index.mjs</a:t>
            </a:r>
          </a:p>
          <a:p>
            <a:pPr>
              <a:defRPr sz="1200"/>
            </a:pPr>
            <a:r>
              <a:t>D:/pasar_fix/node_modules/.bun/@lingui+react@5.4.1+19cc68e07663b3a6/node_modules/@lingui/react/dist/server.cjs</a:t>
            </a:r>
          </a:p>
          <a:p>
            <a:pPr>
              <a:defRPr sz="1200"/>
            </a:pPr>
            <a:r>
              <a:t>D:/pasar_fix/node_modules/.bun/@lingui+react@5.4.1+19cc68e07663b3a6/node_modules/@lingui/react/dist/server.d.cts</a:t>
            </a:r>
          </a:p>
          <a:p>
            <a:pPr>
              <a:defRPr sz="1200"/>
            </a:pPr>
            <a:r>
              <a:t>D:/pasar_fix/node_modules/.bun/@lingui+react@5.4.1+19cc68e07663b3a6/node_modules/@lingui/react/dist/server.d.mts</a:t>
            </a:r>
          </a:p>
          <a:p>
            <a:pPr>
              <a:defRPr sz="1200"/>
            </a:pPr>
            <a:r>
              <a:t>D:/pasar_fix/node_modules/.bun/@lingui+react@5.4.1+19cc68e07663b3a6/node_modules/@lingui/react/dist/server.d.ts</a:t>
            </a:r>
          </a:p>
          <a:p>
            <a:pPr>
              <a:defRPr sz="1200"/>
            </a:pPr>
            <a:r>
              <a:t>D:/pasar_fix/node_modules/.bun/@lingui+react@5.4.1+19cc68e07663b3a6/node_modules/@lingui/react/dist/server.mjs</a:t>
            </a:r>
          </a:p>
          <a:p>
            <a:pPr>
              <a:defRPr sz="1200"/>
            </a:pPr>
            <a:r>
              <a:t>D:/pasar_fix/node_modules/.bun/@lingui+react@5.4.1+19cc68e07663b3a6/node_modules/@lingui/react/dist/shared/react.31c3b5fa.mjs</a:t>
            </a:r>
          </a:p>
          <a:p>
            <a:pPr>
              <a:defRPr sz="1200"/>
            </a:pPr>
            <a:r>
              <a:t>D:/pasar_fix/node_modules/.bun/@lingui+react@5.4.1+19cc68e07663b3a6/node_modules/@lingui/react/dist/shared/react.34bf68ab.d.cts</a:t>
            </a:r>
          </a:p>
          <a:p>
            <a:pPr>
              <a:defRPr sz="1200"/>
            </a:pPr>
            <a:r>
              <a:t>D:/pasar_fix/node_modules/.bun/@lingui+react@5.4.1+19cc68e07663b3a6/node_modules/@lingui/react/dist/shared/react.34bf68ab.d.mts</a:t>
            </a:r>
          </a:p>
          <a:p>
            <a:pPr>
              <a:defRPr sz="1200"/>
            </a:pPr>
            <a:r>
              <a:t>D:/pasar_fix/node_modules/.bun/@lingui+react@5.4.1+19cc68e07663b3a6/node_modules/@lingui/react/dist/shared/react.34bf68ab.d.ts</a:t>
            </a:r>
          </a:p>
          <a:p>
            <a:pPr>
              <a:defRPr sz="1200"/>
            </a:pPr>
            <a:r>
              <a:t>D:/pasar_fix/node_modules/.bun/@lingui+react@5.4.1+19cc68e07663b3a6/node_modules/@lingui/react/dist/shared/react.9788d7fd.cjs</a:t>
            </a:r>
          </a:p>
          <a:p>
            <a:pPr>
              <a:defRPr sz="1200"/>
            </a:pPr>
            <a:r>
              <a:t>D:/pasar_fix/node_modules/.bun/@lingui+react@5.4.1+19cc68e07663b3a6/node_modules/@lingui/react/macro/index.d.ts</a:t>
            </a:r>
          </a:p>
          <a:p>
            <a:pPr>
              <a:defRPr sz="1200"/>
            </a:pPr>
            <a:r>
              <a:t>D:/pasar_fix/node_modules/.bun/@lingui+react@5.4.1+19cc68e07663b3a6/node_modules/@lingui/react/macro/index.js</a:t>
            </a:r>
          </a:p>
          <a:p>
            <a:pPr>
              <a:defRPr sz="1200"/>
            </a:pPr>
            <a:r>
              <a:t>D:/pasar_fix/node_modules/.bun/@lingui+vite-plugin@5.4.1+a38a4b7a0ecdb684/node_modules/.bin/lingui.bunx</a:t>
            </a:r>
          </a:p>
          <a:p>
            <a:pPr>
              <a:defRPr sz="1200"/>
            </a:pPr>
            <a:r>
              <a:t>D:/pasar_fix/node_modules/.bun/@lingui+vite-plugin@5.4.1+a38a4b7a0ecdb684/node_modules/.bin/lingui.exe</a:t>
            </a:r>
          </a:p>
          <a:p>
            <a:pPr>
              <a:defRPr sz="1200"/>
            </a:pPr>
            <a:r>
              <a:t>D:/pasar_fix/node_modules/.bun/@lingui+vite-plugin@5.4.1+a38a4b7a0ecdb684/node_modules/.bin/vite.bunx</a:t>
            </a:r>
          </a:p>
          <a:p>
            <a:pPr>
              <a:defRPr sz="1200"/>
            </a:pPr>
            <a:r>
              <a:t>D:/pasar_fix/node_modules/.bun/@lingui+vite-plugin@5.4.1+a38a4b7a0ecdb684/node_modules/.bin/vite.exe</a:t>
            </a:r>
          </a:p>
          <a:p>
            <a:pPr>
              <a:defRPr sz="1200"/>
            </a:pPr>
            <a:r>
              <a:t>D:/pasar_fix/node_modules/.bun/@lingui+vite-plugin@5.4.1+a38a4b7a0ecdb684/node_modules/@lingui/vite-plugin/LICENSE</a:t>
            </a:r>
          </a:p>
          <a:p>
            <a:pPr>
              <a:defRPr sz="1200"/>
            </a:pPr>
            <a:r>
              <a:t>D:/pasar_fix/node_modules/.bun/@lingui+vite-plugin@5.4.1+a38a4b7a0ecdb684/node_modules/@lingui/vite-plugin/package.json</a:t>
            </a:r>
          </a:p>
          <a:p>
            <a:pPr>
              <a:defRPr sz="1200"/>
            </a:pPr>
            <a:r>
              <a:t>D:/pasar_fix/node_modules/.bun/@lingui+vite-plugin@5.4.1+a38a4b7a0ecdb684/node_modules/@lingui/vite-plugin/README.md</a:t>
            </a:r>
          </a:p>
          <a:p>
            <a:pPr>
              <a:defRPr sz="1200"/>
            </a:pPr>
            <a:r>
              <a:t>D:/pasar_fix/node_modules/.bun/@lingui+vite-plugin@5.4.1+a38a4b7a0ecdb684/node_modules/@lingui/vite-plugin/dist/index.cjs</a:t>
            </a:r>
          </a:p>
          <a:p>
            <a:pPr>
              <a:defRPr sz="1200"/>
            </a:pPr>
            <a:r>
              <a:t>D:/pasar_fix/node_modules/.bun/@lingui+vite-plugin@5.4.1+a38a4b7a0ecdb684/node_modules/@lingui/vite-plugin/dist/index.d.cts</a:t>
            </a:r>
          </a:p>
          <a:p>
            <a:pPr>
              <a:defRPr sz="1200"/>
            </a:pPr>
            <a:r>
              <a:t>D:/pasar_fix/node_modules/.bun/@lingui+vite-plugin@5.4.1+a38a4b7a0ecdb684/node_modules/@lingui/vite-plugin/dist/index.d.mts</a:t>
            </a:r>
          </a:p>
          <a:p>
            <a:pPr>
              <a:defRPr sz="1200"/>
            </a:pPr>
            <a:r>
              <a:t>D:/pasar_fix/node_modules/.bun/@lingui+vite-plugin@5.4.1+a38a4b7a0ecdb684/node_modules/@lingui/vite-plugin/dist/index.d.ts</a:t>
            </a:r>
          </a:p>
          <a:p>
            <a:pPr>
              <a:defRPr sz="1200"/>
            </a:pPr>
            <a:r>
              <a:t>D:/pasar_fix/node_modules/.bun/@lingui+vite-plugin@5.4.1+a38a4b7a0ecdb684/node_modules/@lingui/vite-plugin/dist/index.mjs</a:t>
            </a:r>
          </a:p>
          <a:p>
            <a:pPr>
              <a:defRPr sz="1200"/>
            </a:pPr>
            <a:r>
              <a:t>D:/pasar_fix/node_modules/.bun/@mapbox+node-pre-gyp@2.0.3/node_modules/.bin/node-pre-gyp.bunx</a:t>
            </a:r>
          </a:p>
          <a:p>
            <a:pPr>
              <a:defRPr sz="1200"/>
            </a:pPr>
            <a:r>
              <a:t>D:/pasar_fix/node_modules/.bun/@mapbox+node-pre-gyp@2.0.3/node_modules/.bin/node-pre-gyp.exe</a:t>
            </a:r>
          </a:p>
          <a:p>
            <a:pPr>
              <a:defRPr sz="1200"/>
            </a:pPr>
            <a:r>
              <a:t>D:/pasar_fix/node_modules/.bun/@mapbox+node-pre-gyp@2.0.3/node_modules/.bin/nopt.bunx</a:t>
            </a:r>
          </a:p>
          <a:p>
            <a:pPr>
              <a:defRPr sz="1200"/>
            </a:pPr>
            <a:r>
              <a:t>D:/pasar_fix/node_modules/.bun/@mapbox+node-pre-gyp@2.0.3/node_modules/.bin/nopt.exe</a:t>
            </a:r>
          </a:p>
          <a:p>
            <a:pPr>
              <a:defRPr sz="1200"/>
            </a:pPr>
            <a:r>
              <a:t>D:/pasar_fix/node_modules/.bun/@mapbox+node-pre-gyp@2.0.3/node_modules/.bin/semver.bunx</a:t>
            </a:r>
          </a:p>
          <a:p>
            <a:pPr>
              <a:defRPr sz="1200"/>
            </a:pPr>
            <a:r>
              <a:t>D:/pasar_fix/node_modules/.bun/@mapbox+node-pre-gyp@2.0.3/node_modules/.bin/semver.exe</a:t>
            </a:r>
          </a:p>
          <a:p>
            <a:pPr>
              <a:defRPr sz="1200"/>
            </a:pPr>
            <a:r>
              <a:t>D:/pasar_fix/node_modules/.bun/@mapbox+node-pre-gyp@2.0.3/node_modules/@mapbox/node-pre-gyp/CHANGELOG.md</a:t>
            </a:r>
          </a:p>
          <a:p>
            <a:pPr>
              <a:defRPr sz="1200"/>
            </a:pPr>
            <a:r>
              <a:t>D:/pasar_fix/node_modules/.bun/@mapbox+node-pre-gyp@2.0.3/node_modules/@mapbox/node-pre-gyp/CODEOWNERS</a:t>
            </a:r>
          </a:p>
          <a:p>
            <a:pPr>
              <a:defRPr sz="1200"/>
            </a:pPr>
            <a:r>
              <a:t>D:/pasar_fix/node_modules/.bun/@mapbox+node-pre-gyp@2.0.3/node_modules/@mapbox/node-pre-gyp/contributing.md</a:t>
            </a:r>
          </a:p>
          <a:p>
            <a:pPr>
              <a:defRPr sz="1200"/>
            </a:pPr>
            <a:r>
              <a:t>D:/pasar_fix/node_modules/.bun/@mapbox+node-pre-gyp@2.0.3/node_modules/@mapbox/node-pre-gyp/LICENSE</a:t>
            </a:r>
          </a:p>
          <a:p>
            <a:pPr>
              <a:defRPr sz="1200"/>
            </a:pPr>
            <a:r>
              <a:t>D:/pasar_fix/node_modules/.bun/@mapbox+node-pre-gyp@2.0.3/node_modules/@mapbox/node-pre-gyp/package.json</a:t>
            </a:r>
          </a:p>
          <a:p>
            <a:pPr>
              <a:defRPr sz="1200"/>
            </a:pPr>
            <a:r>
              <a:t>D:/pasar_fix/node_modules/.bun/@mapbox+node-pre-gyp@2.0.3/node_modules/@mapbox/node-pre-gyp/README.md</a:t>
            </a:r>
          </a:p>
          <a:p>
            <a:pPr>
              <a:defRPr sz="1200"/>
            </a:pPr>
            <a:r>
              <a:t>D:/pasar_fix/node_modules/.bun/@mapbox+node-pre-gyp@2.0.3/node_modules/@mapbox/node-pre-gyp/RELEASE.md</a:t>
            </a:r>
          </a:p>
          <a:p>
            <a:pPr>
              <a:defRPr sz="1200"/>
            </a:pPr>
            <a:r>
              <a:t>D:/pasar_fix/node_modules/.bun/@mapbox+node-pre-gyp@2.0.3/node_modules/@mapbox/node-pre-gyp/.github/dependabot.yml</a:t>
            </a:r>
          </a:p>
          <a:p>
            <a:pPr>
              <a:defRPr sz="1200"/>
            </a:pPr>
            <a:r>
              <a:t>D:/pasar_fix/node_modules/.bun/@mapbox+node-pre-gyp@2.0.3/node_modules/@mapbox/node-pre-gyp/.github/workflows/ci.yml</a:t>
            </a:r>
          </a:p>
          <a:p>
            <a:pPr>
              <a:defRPr sz="1200"/>
            </a:pPr>
            <a:r>
              <a:t>D:/pasar_fix/node_modules/.bun/@mapbox+node-pre-gyp@2.0.3/node_modules/@mapbox/node-pre-gyp/.github/workflows/codeql.yml</a:t>
            </a:r>
          </a:p>
          <a:p>
            <a:pPr>
              <a:defRPr sz="1200"/>
            </a:pPr>
            <a:r>
              <a:t>D:/pasar_fix/node_modules/.bun/@mapbox+node-pre-gyp@2.0.3/node_modules/@mapbox/node-pre-gyp/.github/workflows/release.yml</a:t>
            </a:r>
          </a:p>
          <a:p>
            <a:pPr>
              <a:defRPr sz="1200"/>
            </a:pPr>
            <a:r>
              <a:t>D:/pasar_fix/node_modules/.bun/@mapbox+node-pre-gyp@2.0.3/node_modules/@mapbox/node-pre-gyp/.github/workflows/s3-bucket.yml</a:t>
            </a:r>
          </a:p>
          <a:p>
            <a:pPr>
              <a:defRPr sz="1200"/>
            </a:pPr>
            <a:r>
              <a:t>D:/pasar_fix/node_modules/.bun/@mapbox+node-pre-gyp@2.0.3/node_modules/@mapbox/node-pre-gyp/bin/node-pre-gyp</a:t>
            </a:r>
          </a:p>
          <a:p>
            <a:pPr>
              <a:defRPr sz="1200"/>
            </a:pPr>
            <a:r>
              <a:t>D:/pasar_fix/node_modules/.bun/@mapbox+node-pre-gyp@2.0.3/node_modules/@mapbox/node-pre-gyp/bin/node-pre-gyp.cmd</a:t>
            </a:r>
          </a:p>
          <a:p>
            <a:pPr>
              <a:defRPr sz="1200"/>
            </a:pPr>
            <a:r>
              <a:t>D:/pasar_fix/node_modules/.bun/@mapbox+node-pre-gyp@2.0.3/node_modules/@mapbox/node-pre-gyp/lib/build.js</a:t>
            </a:r>
          </a:p>
          <a:p>
            <a:pPr>
              <a:defRPr sz="1200"/>
            </a:pPr>
            <a:r>
              <a:t>D:/pasar_fix/node_modules/.bun/@mapbox+node-pre-gyp@2.0.3/node_modules/@mapbox/node-pre-gyp/lib/clean.js</a:t>
            </a:r>
          </a:p>
          <a:p>
            <a:pPr>
              <a:defRPr sz="1200"/>
            </a:pPr>
            <a:r>
              <a:t>D:/pasar_fix/node_modules/.bun/@mapbox+node-pre-gyp@2.0.3/node_modules/@mapbox/node-pre-gyp/lib/configure.js</a:t>
            </a:r>
          </a:p>
          <a:p>
            <a:pPr>
              <a:defRPr sz="1200"/>
            </a:pPr>
            <a:r>
              <a:t>D:/pasar_fix/node_modules/.bun/@mapbox+node-pre-gyp@2.0.3/node_modules/@mapbox/node-pre-gyp/lib/info.js</a:t>
            </a:r>
          </a:p>
          <a:p>
            <a:pPr>
              <a:defRPr sz="1200"/>
            </a:pPr>
            <a:r>
              <a:t>D:/pasar_fix/node_modules/.bun/@mapbox+node-pre-gyp@2.0.3/node_modules/@mapbox/node-pre-gyp/lib/install.js</a:t>
            </a:r>
          </a:p>
          <a:p>
            <a:pPr>
              <a:defRPr sz="1200"/>
            </a:pPr>
            <a:r>
              <a:t>D:/pasar_fix/node_modules/.bun/@mapbox+node-pre-gyp@2.0.3/node_modules/@mapbox/node-pre-gyp/lib/main.js</a:t>
            </a:r>
          </a:p>
          <a:p>
            <a:pPr>
              <a:defRPr sz="1200"/>
            </a:pPr>
            <a:r>
              <a:t>D:/pasar_fix/node_modules/.bun/@mapbox+node-pre-gyp@2.0.3/node_modules/@mapbox/node-pre-gyp/lib/node-pre-gyp.js</a:t>
            </a:r>
          </a:p>
          <a:p>
            <a:pPr>
              <a:defRPr sz="1200"/>
            </a:pPr>
            <a:r>
              <a:t>D:/pasar_fix/node_modules/.bun/@mapbox+node-pre-gyp@2.0.3/node_modules/@mapbox/node-pre-gyp/lib/package.js</a:t>
            </a:r>
          </a:p>
          <a:p>
            <a:pPr>
              <a:defRPr sz="1200"/>
            </a:pPr>
            <a:r>
              <a:t>D:/pasar_fix/node_modules/.bun/@mapbox+node-pre-gyp@2.0.3/node_modules/@mapbox/node-pre-gyp/lib/pre-binding.js</a:t>
            </a:r>
          </a:p>
          <a:p>
            <a:pPr>
              <a:defRPr sz="1200"/>
            </a:pPr>
            <a:r>
              <a:t>D:/pasar_fix/node_modules/.bun/@mapbox+node-pre-gyp@2.0.3/node_modules/@mapbox/node-pre-gyp/lib/publish.js</a:t>
            </a:r>
          </a:p>
          <a:p>
            <a:pPr>
              <a:defRPr sz="1200"/>
            </a:pPr>
            <a:r>
              <a:t>D:/pasar_fix/node_modules/.bun/@mapbox+node-pre-gyp@2.0.3/node_modules/@mapbox/node-pre-gyp/lib/rebuild.js</a:t>
            </a:r>
          </a:p>
          <a:p>
            <a:pPr>
              <a:defRPr sz="1200"/>
            </a:pPr>
            <a:r>
              <a:t>D:/pasar_fix/node_modules/.bun/@mapbox+node-pre-gyp@2.0.3/node_modules/@mapbox/node-pre-gyp/lib/reinstall.js</a:t>
            </a:r>
          </a:p>
          <a:p>
            <a:pPr>
              <a:defRPr sz="1200"/>
            </a:pPr>
            <a:r>
              <a:t>D:/pasar_fix/node_modules/.bun/@mapbox+node-pre-gyp@2.0.3/node_modules/@mapbox/node-pre-gyp/lib/reveal.js</a:t>
            </a:r>
          </a:p>
          <a:p>
            <a:pPr>
              <a:defRPr sz="1200"/>
            </a:pPr>
            <a:r>
              <a:t>D:/pasar_fix/node_modules/.bun/@mapbox+node-pre-gyp@2.0.3/node_modules/@mapbox/node-pre-gyp/lib/testbinary.js</a:t>
            </a:r>
          </a:p>
          <a:p>
            <a:pPr>
              <a:defRPr sz="1200"/>
            </a:pPr>
            <a:r>
              <a:t>D:/pasar_fix/node_modules/.bun/@mapbox+node-pre-gyp@2.0.3/node_modules/@mapbox/node-pre-gyp/lib/testpackage.js</a:t>
            </a:r>
          </a:p>
          <a:p>
            <a:pPr>
              <a:defRPr sz="1200"/>
            </a:pPr>
            <a:r>
              <a:t>D:/pasar_fix/node_modules/.bun/@mapbox+node-pre-gyp@2.0.3/node_modules/@mapbox/node-pre-gyp/lib/unpublish.js</a:t>
            </a:r>
          </a:p>
          <a:p>
            <a:pPr>
              <a:defRPr sz="1200"/>
            </a:pPr>
            <a:r>
              <a:t>D:/pasar_fix/node_modules/.bun/@mapbox+node-pre-gyp@2.0.3/node_modules/@mapbox/node-pre-gyp/lib/mock/http.js</a:t>
            </a:r>
          </a:p>
          <a:p>
            <a:pPr>
              <a:defRPr sz="1200"/>
            </a:pPr>
            <a:r>
              <a:t>D:/pasar_fix/node_modules/.bun/@mapbox+node-pre-gyp@2.0.3/node_modules/@mapbox/node-pre-gyp/lib/mock/s3.js</a:t>
            </a:r>
          </a:p>
          <a:p>
            <a:pPr>
              <a:defRPr sz="1200"/>
            </a:pPr>
            <a:r>
              <a:t>D:/pasar_fix/node_modules/.bun/@mapbox+node-pre-gyp@2.0.3/node_modules/@mapbox/node-pre-gyp/lib/util/abi_crosswalk.json</a:t>
            </a:r>
          </a:p>
          <a:p>
            <a:pPr>
              <a:defRPr sz="1200"/>
            </a:pPr>
            <a:r>
              <a:t>D:/pasar_fix/node_modules/.bun/@mapbox+node-pre-gyp@2.0.3/node_modules/@mapbox/node-pre-gyp/lib/util/compile.js</a:t>
            </a:r>
          </a:p>
          <a:p>
            <a:pPr>
              <a:defRPr sz="1200"/>
            </a:pPr>
            <a:r>
              <a:t>D:/pasar_fix/node_modules/.bun/@mapbox+node-pre-gyp@2.0.3/node_modules/@mapbox/node-pre-gyp/lib/util/handle_gyp_opts.js</a:t>
            </a:r>
          </a:p>
          <a:p>
            <a:pPr>
              <a:defRPr sz="1200"/>
            </a:pPr>
            <a:r>
              <a:t>D:/pasar_fix/node_modules/.bun/@mapbox+node-pre-gyp@2.0.3/node_modules/@mapbox/node-pre-gyp/lib/util/log.js</a:t>
            </a:r>
          </a:p>
          <a:p>
            <a:pPr>
              <a:defRPr sz="1200"/>
            </a:pPr>
            <a:r>
              <a:t>D:/pasar_fix/node_modules/.bun/@mapbox+node-pre-gyp@2.0.3/node_modules/@mapbox/node-pre-gyp/lib/util/napi.js</a:t>
            </a:r>
          </a:p>
          <a:p>
            <a:pPr>
              <a:defRPr sz="1200"/>
            </a:pPr>
            <a:r>
              <a:t>D:/pasar_fix/node_modules/.bun/@mapbox+node-pre-gyp@2.0.3/node_modules/@mapbox/node-pre-gyp/lib/util/s3_setup.js</a:t>
            </a:r>
          </a:p>
          <a:p>
            <a:pPr>
              <a:defRPr sz="1200"/>
            </a:pPr>
            <a:r>
              <a:t>D:/pasar_fix/node_modules/.bun/@mapbox+node-pre-gyp@2.0.3/node_modules/@mapbox/node-pre-gyp/lib/util/versioning.js</a:t>
            </a:r>
          </a:p>
          <a:p>
            <a:pPr>
              <a:defRPr sz="1200"/>
            </a:pPr>
            <a:r>
              <a:t>D:/pasar_fix/node_modules/.bun/@mapbox+node-pre-gyp@2.0.3/node_modules/@mapbox/node-pre-gyp/lib/util/nw-pre-gyp/index.html</a:t>
            </a:r>
          </a:p>
          <a:p>
            <a:pPr>
              <a:defRPr sz="1200"/>
            </a:pPr>
            <a:r>
              <a:t>D:/pasar_fix/node_modules/.bun/@mapbox+node-pre-gyp@2.0.3/node_modules/@mapbox/node-pre-gyp/lib/util/nw-pre-gyp/package.json</a:t>
            </a:r>
          </a:p>
          <a:p>
            <a:pPr>
              <a:defRPr sz="1200"/>
            </a:pPr>
            <a:r>
              <a:t>D:/pasar_fix/node_modules/.bun/@mermaid-js+layout-elk@0.2.1+09409799aa0395ed/node_modules/@mermaid-js/layout-elk/LICENSE</a:t>
            </a:r>
          </a:p>
          <a:p>
            <a:pPr>
              <a:defRPr sz="1200"/>
            </a:pPr>
            <a:r>
              <a:t>D:/pasar_fix/node_modules/.bun/@mermaid-js+layout-elk@0.2.1+09409799aa0395ed/node_modules/@mermaid-js/layout-elk/package.json</a:t>
            </a:r>
          </a:p>
          <a:p>
            <a:pPr>
              <a:defRPr sz="1200"/>
            </a:pPr>
            <a:r>
              <a:t>D:/pasar_fix/node_modules/.bun/@mermaid-js+layout-elk@0.2.1+09409799aa0395ed/node_modules/@mermaid-js/layout-elk/README.md</a:t>
            </a:r>
          </a:p>
          <a:p>
            <a:pPr>
              <a:defRPr sz="1200"/>
            </a:pPr>
            <a:r>
              <a:t>D:/pasar_fix/node_modules/.bun/@mermaid-js+layout-elk@0.2.1+09409799aa0395ed/node_modules/@mermaid-js/layout-elk/dist/find-common-ancestor.d.ts</a:t>
            </a:r>
          </a:p>
          <a:p>
            <a:pPr>
              <a:defRPr sz="1200"/>
            </a:pPr>
            <a:r>
              <a:t>D:/pasar_fix/node_modules/.bun/@mermaid-js+layout-elk@0.2.1+09409799aa0395ed/node_modules/@mermaid-js/layout-elk/dist/geometry.d.ts</a:t>
            </a:r>
          </a:p>
          <a:p>
            <a:pPr>
              <a:defRPr sz="1200"/>
            </a:pPr>
            <a:r>
              <a:t>D:/pasar_fix/node_modules/.bun/@mermaid-js+layout-elk@0.2.1+09409799aa0395ed/node_modules/@mermaid-js/layout-elk/dist/layouts.d.ts</a:t>
            </a:r>
          </a:p>
          <a:p>
            <a:pPr>
              <a:defRPr sz="1200"/>
            </a:pPr>
            <a:r>
              <a:t>D:/pasar_fix/node_modules/.bun/@mermaid-js+layout-elk@0.2.1+09409799aa0395ed/node_modules/@mermaid-js/layout-elk/dist/mermaid-layout-elk.core.mjs</a:t>
            </a:r>
          </a:p>
          <a:p>
            <a:pPr>
              <a:defRPr sz="1200"/>
            </a:pPr>
            <a:r>
              <a:t>D:/pasar_fix/node_modules/.bun/@mermaid-js+layout-elk@0.2.1+09409799aa0395ed/node_modules/@mermaid-js/layout-elk/dist/mermaid-layout-elk.core.mjs.map</a:t>
            </a:r>
          </a:p>
          <a:p>
            <a:pPr>
              <a:defRPr sz="1200"/>
            </a:pPr>
            <a:r>
              <a:t>D:/pasar_fix/node_modules/.bun/@mermaid-js+layout-elk@0.2.1+09409799aa0395ed/node_modules/@mermaid-js/layout-elk/dist/mermaid-layout-elk.esm.min.mjs</a:t>
            </a:r>
          </a:p>
          <a:p>
            <a:pPr>
              <a:defRPr sz="1200"/>
            </a:pPr>
            <a:r>
              <a:t>D:/pasar_fix/node_modules/.bun/@mermaid-js+layout-elk@0.2.1+09409799aa0395ed/node_modules/@mermaid-js/layout-elk/dist/mermaid-layout-elk.esm.min.mjs.map</a:t>
            </a:r>
          </a:p>
          <a:p>
            <a:pPr>
              <a:defRPr sz="1200"/>
            </a:pPr>
            <a:r>
              <a:t>D:/pasar_fix/node_modules/.bun/@mermaid-js+layout-elk@0.2.1+09409799aa0395ed/node_modules/@mermaid-js/layout-elk/dist/mermaid-layout-elk.esm.mjs</a:t>
            </a:r>
          </a:p>
          <a:p>
            <a:pPr>
              <a:defRPr sz="1200"/>
            </a:pPr>
            <a:r>
              <a:t>D:/pasar_fix/node_modules/.bun/@mermaid-js+layout-elk@0.2.1+09409799aa0395ed/node_modules/@mermaid-js/layout-elk/dist/mermaid-layout-elk.esm.mjs.map</a:t>
            </a:r>
          </a:p>
          <a:p>
            <a:pPr>
              <a:defRPr sz="1200"/>
            </a:pPr>
            <a:r>
              <a:t>D:/pasar_fix/node_modules/.bun/@mermaid-js+layout-elk@0.2.1+09409799aa0395ed/node_modules/@mermaid-js/layout-elk/dist/render.d.ts</a:t>
            </a:r>
          </a:p>
          <a:p>
            <a:pPr>
              <a:defRPr sz="1200"/>
            </a:pPr>
            <a:r>
              <a:t>D:/pasar_fix/node_modules/.bun/@mermaid-js+layout-elk@0.2.1+09409799aa0395ed/node_modules/@mermaid-js/layout-elk/dist/chunks/mermaid-layout-elk.core/chunk-ZW26E7AF.mjs</a:t>
            </a:r>
          </a:p>
          <a:p>
            <a:pPr>
              <a:defRPr sz="1200"/>
            </a:pPr>
            <a:r>
              <a:t>D:/pasar_fix/node_modules/.bun/@mermaid-js+layout-elk@0.2.1+09409799aa0395ed/node_modules/@mermaid-js/layout-elk/dist/chunks/mermaid-layout-elk.core/chunk-ZW26E7AF.mjs.map</a:t>
            </a:r>
          </a:p>
          <a:p>
            <a:pPr>
              <a:defRPr sz="1200"/>
            </a:pPr>
            <a:r>
              <a:t>D:/pasar_fix/node_modules/.bun/@mermaid-js+layout-elk@0.2.1+09409799aa0395ed/node_modules/@mermaid-js/layout-elk/dist/chunks/mermaid-layout-elk.core/render-TAZW7USW.mjs</a:t>
            </a:r>
          </a:p>
          <a:p>
            <a:pPr>
              <a:defRPr sz="1200"/>
            </a:pPr>
            <a:r>
              <a:t>D:/pasar_fix/node_modules/.bun/@mermaid-js+layout-elk@0.2.1+09409799aa0395ed/node_modules/@mermaid-js/layout-elk/dist/chunks/mermaid-layout-elk.core/render-TAZW7USW.mjs.map</a:t>
            </a:r>
          </a:p>
          <a:p>
            <a:pPr>
              <a:defRPr sz="1200"/>
            </a:pPr>
            <a:r>
              <a:t>D:/pasar_fix/node_modules/.bun/@mermaid-js+layout-elk@0.2.1+09409799aa0395ed/node_modules/@mermaid-js/layout-elk/dist/chunks/mermaid-layout-elk.esm/chunk-TWI3KLJS.mjs</a:t>
            </a:r>
          </a:p>
          <a:p>
            <a:pPr>
              <a:defRPr sz="1200"/>
            </a:pPr>
            <a:r>
              <a:t>D:/pasar_fix/node_modules/.bun/@mermaid-js+layout-elk@0.2.1+09409799aa0395ed/node_modules/@mermaid-js/layout-elk/dist/chunks/mermaid-layout-elk.esm/chunk-TWI3KLJS.mjs.map</a:t>
            </a:r>
          </a:p>
          <a:p>
            <a:pPr>
              <a:defRPr sz="1200"/>
            </a:pPr>
            <a:r>
              <a:t>D:/pasar_fix/node_modules/.bun/@mermaid-js+layout-elk@0.2.1+09409799aa0395ed/node_modules/@mermaid-js/layout-elk/dist/chunks/mermaid-layout-elk.esm/render-BHGI7IPK.mjs</a:t>
            </a:r>
          </a:p>
          <a:p>
            <a:pPr>
              <a:defRPr sz="1200"/>
            </a:pPr>
            <a:r>
              <a:t>D:/pasar_fix/node_modules/.bun/@mermaid-js+layout-elk@0.2.1+09409799aa0395ed/node_modules/@mermaid-js/layout-elk/dist/chunks/mermaid-layout-elk.esm/render-BHGI7IPK.mjs.map</a:t>
            </a:r>
          </a:p>
          <a:p>
            <a:pPr>
              <a:defRPr sz="1200"/>
            </a:pPr>
            <a:r>
              <a:t>D:/pasar_fix/node_modules/.bun/@mermaid-js+layout-elk@0.2.1+09409799aa0395ed/node_modules/@mermaid-js/layout-elk/dist/chunks/mermaid-layout-elk.esm.min/chunk-SP2CHFBE.mjs</a:t>
            </a:r>
          </a:p>
          <a:p>
            <a:pPr>
              <a:defRPr sz="1200"/>
            </a:pPr>
            <a:r>
              <a:t>D:/pasar_fix/node_modules/.bun/@mermaid-js+layout-elk@0.2.1+09409799aa0395ed/node_modules/@mermaid-js/layout-elk/dist/chunks/mermaid-layout-elk.esm.min/chunk-SP2CHFBE.mjs.map</a:t>
            </a:r>
          </a:p>
          <a:p>
            <a:pPr>
              <a:defRPr sz="1200"/>
            </a:pPr>
            <a:r>
              <a:t>D:/pasar_fix/node_modules/.bun/@mermaid-js+layout-elk@0.2.1+09409799aa0395ed/node_modules/@mermaid-js/layout-elk/dist/chunks/mermaid-layout-elk.esm.min/render-T6MDALS3.mjs</a:t>
            </a:r>
          </a:p>
          <a:p>
            <a:pPr>
              <a:defRPr sz="1200"/>
            </a:pPr>
            <a:r>
              <a:t>D:/pasar_fix/node_modules/.bun/@mermaid-js+layout-elk@0.2.1+09409799aa0395ed/node_modules/@mermaid-js/layout-elk/dist/chunks/mermaid-layout-elk.esm.min/render-T6MDALS3.mjs.map</a:t>
            </a:r>
          </a:p>
          <a:p>
            <a:pPr>
              <a:defRPr sz="1200"/>
            </a:pPr>
            <a:r>
              <a:t>D:/pasar_fix/node_modules/.bun/@mermaid-js+layout-elk@0.2.1+09409799aa0395ed/node_modules/@mermaid-js/layout-elk/dist/__tests__/geometry.spec.d.ts</a:t>
            </a:r>
          </a:p>
          <a:p>
            <a:pPr>
              <a:defRPr sz="1200"/>
            </a:pPr>
            <a:r>
              <a:t>D:/pasar_fix/node_modules/.bun/@mermaid-js+layout-tidy-tree@0.2.2+09409799aa0395ed/node_modules/@mermaid-js/layout-tidy-tree/LICENSE</a:t>
            </a:r>
          </a:p>
          <a:p>
            <a:pPr>
              <a:defRPr sz="1200"/>
            </a:pPr>
            <a:r>
              <a:t>D:/pasar_fix/node_modules/.bun/@mermaid-js+layout-tidy-tree@0.2.2+09409799aa0395ed/node_modules/@mermaid-js/layout-tidy-tree/package.json</a:t>
            </a:r>
          </a:p>
          <a:p>
            <a:pPr>
              <a:defRPr sz="1200"/>
            </a:pPr>
            <a:r>
              <a:t>D:/pasar_fix/node_modules/.bun/@mermaid-js+layout-tidy-tree@0.2.2+09409799aa0395ed/node_modules/@mermaid-js/layout-tidy-tree/README.md</a:t>
            </a:r>
          </a:p>
          <a:p>
            <a:pPr>
              <a:defRPr sz="1200"/>
            </a:pPr>
            <a:r>
              <a:t>D:/pasar_fix/node_modules/.bun/@mermaid-js+layout-tidy-tree@0.2.2+09409799aa0395ed/node_modules/@mermaid-js/layout-tidy-tree/dist/index.d.ts</a:t>
            </a:r>
          </a:p>
          <a:p>
            <a:pPr>
              <a:defRPr sz="1200"/>
            </a:pPr>
            <a:r>
              <a:t>D:/pasar_fix/node_modules/.bun/@mermaid-js+layout-tidy-tree@0.2.2+09409799aa0395ed/node_modules/@mermaid-js/layout-tidy-tree/dist/layout.d.ts</a:t>
            </a:r>
          </a:p>
          <a:p>
            <a:pPr>
              <a:defRPr sz="1200"/>
            </a:pPr>
            <a:r>
              <a:t>D:/pasar_fix/node_modules/.bun/@mermaid-js+layout-tidy-tree@0.2.2+09409799aa0395ed/node_modules/@mermaid-js/layout-tidy-tree/dist/layout.test.d.ts</a:t>
            </a:r>
          </a:p>
          <a:p>
            <a:pPr>
              <a:defRPr sz="1200"/>
            </a:pPr>
            <a:r>
              <a:t>D:/pasar_fix/node_modules/.bun/@mermaid-js+layout-tidy-tree@0.2.2+09409799aa0395ed/node_modules/@mermaid-js/layout-tidy-tree/dist/layouts.d.ts</a:t>
            </a:r>
          </a:p>
          <a:p>
            <a:pPr>
              <a:defRPr sz="1200"/>
            </a:pPr>
            <a:r>
              <a:t>D:/pasar_fix/node_modules/.bun/@mermaid-js+layout-tidy-tree@0.2.2+09409799aa0395ed/node_modules/@mermaid-js/layout-tidy-tree/dist/mermaid-layout-tidy-tree.core.mjs</a:t>
            </a:r>
          </a:p>
          <a:p>
            <a:pPr>
              <a:defRPr sz="1200"/>
            </a:pPr>
            <a:r>
              <a:t>D:/pasar_fix/node_modules/.bun/@mermaid-js+layout-tidy-tree@0.2.2+09409799aa0395ed/node_modules/@mermaid-js/layout-tidy-tree/dist/mermaid-layout-tidy-tree.core.mjs.map</a:t>
            </a:r>
          </a:p>
          <a:p>
            <a:pPr>
              <a:defRPr sz="1200"/>
            </a:pPr>
            <a:r>
              <a:t>D:/pasar_fix/node_modules/.bun/@mermaid-js+layout-tidy-tree@0.2.2+09409799aa0395ed/node_modules/@mermaid-js/layout-tidy-tree/dist/mermaid-layout-tidy-tree.esm.min.mjs</a:t>
            </a:r>
          </a:p>
          <a:p>
            <a:pPr>
              <a:defRPr sz="1200"/>
            </a:pPr>
            <a:r>
              <a:t>D:/pasar_fix/node_modules/.bun/@mermaid-js+layout-tidy-tree@0.2.2+09409799aa0395ed/node_modules/@mermaid-js/layout-tidy-tree/dist/mermaid-layout-tidy-tree.esm.min.mjs.map</a:t>
            </a:r>
          </a:p>
          <a:p>
            <a:pPr>
              <a:defRPr sz="1200"/>
            </a:pPr>
            <a:r>
              <a:t>D:/pasar_fix/node_modules/.bun/@mermaid-js+layout-tidy-tree@0.2.2+09409799aa0395ed/node_modules/@mermaid-js/layout-tidy-tree/dist/mermaid-layout-tidy-tree.esm.mjs</a:t>
            </a:r>
          </a:p>
          <a:p>
            <a:pPr>
              <a:defRPr sz="1200"/>
            </a:pPr>
            <a:r>
              <a:t>D:/pasar_fix/node_modules/.bun/@mermaid-js+layout-tidy-tree@0.2.2+09409799aa0395ed/node_modules/@mermaid-js/layout-tidy-tree/dist/mermaid-layout-tidy-tree.esm.mjs.map</a:t>
            </a:r>
          </a:p>
          <a:p>
            <a:pPr>
              <a:defRPr sz="1200"/>
            </a:pPr>
            <a:r>
              <a:t>D:/pasar_fix/node_modules/.bun/@mermaid-js+layout-tidy-tree@0.2.2+09409799aa0395ed/node_modules/@mermaid-js/layout-tidy-tree/dist/render.d.ts</a:t>
            </a:r>
          </a:p>
          <a:p>
            <a:pPr>
              <a:defRPr sz="1200"/>
            </a:pPr>
            <a:r>
              <a:t>D:/pasar_fix/node_modules/.bun/@mermaid-js+layout-tidy-tree@0.2.2+09409799aa0395ed/node_modules/@mermaid-js/layout-tidy-tree/dist/types.d.ts</a:t>
            </a:r>
          </a:p>
          <a:p>
            <a:pPr>
              <a:defRPr sz="1200"/>
            </a:pPr>
            <a:r>
              <a:t>D:/pasar_fix/node_modules/.bun/@mermaid-js+layout-tidy-tree@0.2.2+09409799aa0395ed/node_modules/@mermaid-js/layout-tidy-tree/dist/chunks/mermaid-layout-tidy-tree.core/chunk-Z6Y5CIZP.mjs</a:t>
            </a:r>
          </a:p>
          <a:p>
            <a:pPr>
              <a:defRPr sz="1200"/>
            </a:pPr>
            <a:r>
              <a:t>D:/pasar_fix/node_modules/.bun/@mermaid-js+layout-tidy-tree@0.2.2+09409799aa0395ed/node_modules/@mermaid-js/layout-tidy-tree/dist/chunks/mermaid-layout-tidy-tree.core/chunk-Z6Y5CIZP.mjs.map</a:t>
            </a:r>
          </a:p>
          <a:p>
            <a:pPr>
              <a:defRPr sz="1200"/>
            </a:pPr>
            <a:r>
              <a:t>D:/pasar_fix/node_modules/.bun/@mermaid-js+layout-tidy-tree@0.2.2+09409799aa0395ed/node_modules/@mermaid-js/layout-tidy-tree/dist/chunks/mermaid-layout-tidy-tree.core/render-DLZURBVE.mjs</a:t>
            </a:r>
          </a:p>
          <a:p>
            <a:pPr>
              <a:defRPr sz="1200"/>
            </a:pPr>
            <a:r>
              <a:t>D:/pasar_fix/node_modules/.bun/@mermaid-js+layout-tidy-tree@0.2.2+09409799aa0395ed/node_modules/@mermaid-js/layout-tidy-tree/dist/chunks/mermaid-layout-tidy-tree.core/render-DLZURBVE.mjs.map</a:t>
            </a:r>
          </a:p>
          <a:p>
            <a:pPr>
              <a:defRPr sz="1200"/>
            </a:pPr>
            <a:r>
              <a:t>D:/pasar_fix/node_modules/.bun/@mermaid-js+layout-tidy-tree@0.2.2+09409799aa0395ed/node_modules/@mermaid-js/layout-tidy-tree/dist/chunks/mermaid-layout-tidy-tree.esm/chunk-2X5ZM2SM.mjs</a:t>
            </a:r>
          </a:p>
          <a:p>
            <a:pPr>
              <a:defRPr sz="1200"/>
            </a:pPr>
            <a:r>
              <a:t>D:/pasar_fix/node_modules/.bun/@mermaid-js+layout-tidy-tree@0.2.2+09409799aa0395ed/node_modules/@mermaid-js/layout-tidy-tree/dist/chunks/mermaid-layout-tidy-tree.esm/chunk-2X5ZM2SM.mjs.map</a:t>
            </a:r>
          </a:p>
          <a:p>
            <a:pPr>
              <a:defRPr sz="1200"/>
            </a:pPr>
            <a:r>
              <a:t>D:/pasar_fix/node_modules/.bun/@mermaid-js+layout-tidy-tree@0.2.2+09409799aa0395ed/node_modules/@mermaid-js/layout-tidy-tree/dist/chunks/mermaid-layout-tidy-tree.esm/render-7MEQXA7U.mjs</a:t>
            </a:r>
          </a:p>
          <a:p>
            <a:pPr>
              <a:defRPr sz="1200"/>
            </a:pPr>
            <a:r>
              <a:t>D:/pasar_fix/node_modules/.bun/@mermaid-js+layout-tidy-tree@0.2.2+09409799aa0395ed/node_modules/@mermaid-js/layout-tidy-tree/dist/chunks/mermaid-layout-tidy-tree.esm/render-7MEQXA7U.mjs.map</a:t>
            </a:r>
          </a:p>
          <a:p>
            <a:pPr>
              <a:defRPr sz="1200"/>
            </a:pPr>
            <a:r>
              <a:t>D:/pasar_fix/node_modules/.bun/@mermaid-js+layout-tidy-tree@0.2.2+09409799aa0395ed/node_modules/@mermaid-js/layout-tidy-tree/dist/chunks/mermaid-layout-tidy-tree.esm.min/chunk-H272UMWP.mjs</a:t>
            </a:r>
          </a:p>
          <a:p>
            <a:pPr>
              <a:defRPr sz="1200"/>
            </a:pPr>
            <a:r>
              <a:t>D:/pasar_fix/node_modules/.bun/@mermaid-js+layout-tidy-tree@0.2.2+09409799aa0395ed/node_modules/@mermaid-js/layout-tidy-tree/dist/chunks/mermaid-layout-tidy-tree.esm.min/chunk-H272UMWP.mjs.map</a:t>
            </a:r>
          </a:p>
          <a:p>
            <a:pPr>
              <a:defRPr sz="1200"/>
            </a:pPr>
            <a:r>
              <a:t>D:/pasar_fix/node_modules/.bun/@mermaid-js+layout-tidy-tree@0.2.2+09409799aa0395ed/node_modules/@mermaid-js/layout-tidy-tree/dist/chunks/mermaid-layout-tidy-tree.esm.min/render-X6XP6GL3.mjs</a:t>
            </a:r>
          </a:p>
          <a:p>
            <a:pPr>
              <a:defRPr sz="1200"/>
            </a:pPr>
            <a:r>
              <a:t>D:/pasar_fix/node_modules/.bun/@mermaid-js+layout-tidy-tree@0.2.2+09409799aa0395ed/node_modules/@mermaid-js/layout-tidy-tree/dist/chunks/mermaid-layout-tidy-tree.esm.min/render-X6XP6GL3.mjs.map</a:t>
            </a:r>
          </a:p>
          <a:p>
            <a:pPr>
              <a:defRPr sz="1200"/>
            </a:pPr>
            <a:r>
              <a:t>D:/pasar_fix/node_modules/.bun/@mermaid-js+mermaid-cli@11.15.0+84eca25066b2fefb/node_modules/@mermaid-js/mermaid-cli/LICENSE</a:t>
            </a:r>
          </a:p>
          <a:p>
            <a:pPr>
              <a:defRPr sz="1200"/>
            </a:pPr>
            <a:r>
              <a:t>D:/pasar_fix/node_modules/.bun/@mermaid-js+mermaid-cli@11.15.0+84eca25066b2fefb/node_modules/@mermaid-js/mermaid-cli/package.json</a:t>
            </a:r>
          </a:p>
          <a:p>
            <a:pPr>
              <a:defRPr sz="1200"/>
            </a:pPr>
            <a:r>
              <a:t>D:/pasar_fix/node_modules/.bun/@mermaid-js+mermaid-cli@11.15.0+84eca25066b2fefb/node_modules/@mermaid-js/mermaid-cli/README.md</a:t>
            </a:r>
          </a:p>
          <a:p>
            <a:pPr>
              <a:defRPr sz="1200"/>
            </a:pPr>
            <a:r>
              <a:t>D:/pasar_fix/node_modules/.bun/@mermaid-js+mermaid-cli@11.15.0+84eca25066b2fefb/node_modules/@mermaid-js/mermaid-cli/dist/index.html</a:t>
            </a:r>
          </a:p>
          <a:p>
            <a:pPr>
              <a:defRPr sz="1200"/>
            </a:pPr>
            <a:r>
              <a:t>D:/pasar_fix/node_modules/.bun/@mermaid-js+mermaid-cli@11.15.0+84eca25066b2fefb/node_modules/@mermaid-js/mermaid-cli/dist-types/src/cli.d.ts</a:t>
            </a:r>
          </a:p>
          <a:p>
            <a:pPr>
              <a:defRPr sz="1200"/>
            </a:pPr>
            <a:r>
              <a:t>D:/pasar_fix/node_modules/.bun/@mermaid-js+mermaid-cli@11.15.0+84eca25066b2fefb/node_modules/@mermaid-js/mermaid-cli/dist-types/src/cli.d.ts.map</a:t>
            </a:r>
          </a:p>
          <a:p>
            <a:pPr>
              <a:defRPr sz="1200"/>
            </a:pPr>
            <a:r>
              <a:t>D:/pasar_fix/node_modules/.bun/@mermaid-js+mermaid-cli@11.15.0+84eca25066b2fefb/node_modules/@mermaid-js/mermaid-cli/dist-types/src/index.d.ts</a:t>
            </a:r>
          </a:p>
          <a:p>
            <a:pPr>
              <a:defRPr sz="1200"/>
            </a:pPr>
            <a:r>
              <a:t>D:/pasar_fix/node_modules/.bun/@mermaid-js+mermaid-cli@11.15.0+84eca25066b2fefb/node_modules/@mermaid-js/mermaid-cli/dist-types/src/index.d.ts.map</a:t>
            </a:r>
          </a:p>
          <a:p>
            <a:pPr>
              <a:defRPr sz="1200"/>
            </a:pPr>
            <a:r>
              <a:t>D:/pasar_fix/node_modules/.bun/@mermaid-js+mermaid-cli@11.15.0+84eca25066b2fefb/node_modules/@mermaid-js/mermaid-cli/dist-types/src/puppeteerIntercept.d.ts</a:t>
            </a:r>
          </a:p>
          <a:p>
            <a:pPr>
              <a:defRPr sz="1200"/>
            </a:pPr>
            <a:r>
              <a:t>D:/pasar_fix/node_modules/.bun/@mermaid-js+mermaid-cli@11.15.0+84eca25066b2fefb/node_modules/@mermaid-js/mermaid-cli/dist-types/src/puppeteerIntercept.d.ts.map</a:t>
            </a:r>
          </a:p>
          <a:p>
            <a:pPr>
              <a:defRPr sz="1200"/>
            </a:pPr>
            <a:r>
              <a:t>D:/pasar_fix/node_modules/.bun/@mermaid-js+mermaid-cli@11.15.0+84eca25066b2fefb/node_modules/@mermaid-js/mermaid-cli/dist-types/src/version.d.ts</a:t>
            </a:r>
          </a:p>
          <a:p>
            <a:pPr>
              <a:defRPr sz="1200"/>
            </a:pPr>
            <a:r>
              <a:t>D:/pasar_fix/node_modules/.bun/@mermaid-js+mermaid-cli@11.15.0+84eca25066b2fefb/node_modules/@mermaid-js/mermaid-cli/dist-types/src/version.d.ts.map</a:t>
            </a:r>
          </a:p>
          <a:p>
            <a:pPr>
              <a:defRPr sz="1200"/>
            </a:pPr>
            <a:r>
              <a:t>D:/pasar_fix/node_modules/.bun/@mermaid-js+mermaid-cli@11.15.0+84eca25066b2fefb/node_modules/@mermaid-js/mermaid-cli/src/cli.js</a:t>
            </a:r>
          </a:p>
          <a:p>
            <a:pPr>
              <a:defRPr sz="1200"/>
            </a:pPr>
            <a:r>
              <a:t>D:/pasar_fix/node_modules/.bun/@mermaid-js+mermaid-cli@11.15.0+84eca25066b2fefb/node_modules/@mermaid-js/mermaid-cli/src/index.js</a:t>
            </a:r>
          </a:p>
          <a:p>
            <a:pPr>
              <a:defRPr sz="1200"/>
            </a:pPr>
            <a:r>
              <a:t>D:/pasar_fix/node_modules/.bun/@mermaid-js+mermaid-cli@11.15.0+84eca25066b2fefb/node_modules/@mermaid-js/mermaid-cli/src/index.js.bak</a:t>
            </a:r>
          </a:p>
          <a:p>
            <a:pPr>
              <a:defRPr sz="1200"/>
            </a:pPr>
            <a:r>
              <a:t>D:/pasar_fix/node_modules/.bun/@mermaid-js+mermaid-cli@11.15.0+84eca25066b2fefb/node_modules/@mermaid-js/mermaid-cli/src/puppeteerIntercept.js</a:t>
            </a:r>
          </a:p>
          <a:p>
            <a:pPr>
              <a:defRPr sz="1200"/>
            </a:pPr>
            <a:r>
              <a:t>D:/pasar_fix/node_modules/.bun/@mermaid-js+mermaid-cli@11.15.0+84eca25066b2fefb/node_modules/@mermaid-js/mermaid-cli/src/version.js</a:t>
            </a:r>
          </a:p>
          <a:p>
            <a:pPr>
              <a:defRPr sz="1200"/>
            </a:pPr>
            <a:r>
              <a:t>D:/pasar_fix/node_modules/.bun/@mermaid-js+mermaid-zenuml@0.2.3+81ba518ffa722e4f/node_modules/@mermaid-js/mermaid-zenuml/LICENSE</a:t>
            </a:r>
          </a:p>
          <a:p>
            <a:pPr>
              <a:defRPr sz="1200"/>
            </a:pPr>
            <a:r>
              <a:t>D:/pasar_fix/node_modules/.bun/@mermaid-js+mermaid-zenuml@0.2.3+81ba518ffa722e4f/node_modules/@mermaid-js/mermaid-zenuml/package.json</a:t>
            </a:r>
          </a:p>
          <a:p>
            <a:pPr>
              <a:defRPr sz="1200"/>
            </a:pPr>
            <a:r>
              <a:t>D:/pasar_fix/node_modules/.bun/@mermaid-js+mermaid-zenuml@0.2.3+81ba518ffa722e4f/node_modules/@mermaid-js/mermaid-zenuml/README.md</a:t>
            </a:r>
          </a:p>
          <a:p>
            <a:pPr>
              <a:defRPr sz="1200"/>
            </a:pPr>
            <a:r>
              <a:t>D:/pasar_fix/node_modules/.bun/@mermaid-js+mermaid-zenuml@0.2.3+81ba518ffa722e4f/node_modules/@mermaid-js/mermaid-zenuml/dist/detector.d.ts</a:t>
            </a:r>
          </a:p>
          <a:p>
            <a:pPr>
              <a:defRPr sz="1200"/>
            </a:pPr>
            <a:r>
              <a:t>D:/pasar_fix/node_modules/.bun/@mermaid-js+mermaid-zenuml@0.2.3+81ba518ffa722e4f/node_modules/@mermaid-js/mermaid-zenuml/dist/mermaid-zenuml.core.mjs</a:t>
            </a:r>
          </a:p>
          <a:p>
            <a:pPr>
              <a:defRPr sz="1200"/>
            </a:pPr>
            <a:r>
              <a:t>D:/pasar_fix/node_modules/.bun/@mermaid-js+mermaid-zenuml@0.2.3+81ba518ffa722e4f/node_modules/@mermaid-js/mermaid-zenuml/dist/mermaid-zenuml.core.mjs.map</a:t>
            </a:r>
          </a:p>
          <a:p>
            <a:pPr>
              <a:defRPr sz="1200"/>
            </a:pPr>
            <a:r>
              <a:t>D:/pasar_fix/node_modules/.bun/@mermaid-js+mermaid-zenuml@0.2.3+81ba518ffa722e4f/node_modules/@mermaid-js/mermaid-zenuml/dist/mermaid-zenuml.esm.min.mjs</a:t>
            </a:r>
          </a:p>
          <a:p>
            <a:pPr>
              <a:defRPr sz="1200"/>
            </a:pPr>
            <a:r>
              <a:t>D:/pasar_fix/node_modules/.bun/@mermaid-js+mermaid-zenuml@0.2.3+81ba518ffa722e4f/node_modules/@mermaid-js/mermaid-zenuml/dist/mermaid-zenuml.esm.min.mjs.map</a:t>
            </a:r>
          </a:p>
          <a:p>
            <a:pPr>
              <a:defRPr sz="1200"/>
            </a:pPr>
            <a:r>
              <a:t>D:/pasar_fix/node_modules/.bun/@mermaid-js+mermaid-zenuml@0.2.3+81ba518ffa722e4f/node_modules/@mermaid-js/mermaid-zenuml/dist/mermaid-zenuml.esm.mjs</a:t>
            </a:r>
          </a:p>
          <a:p>
            <a:pPr>
              <a:defRPr sz="1200"/>
            </a:pPr>
            <a:r>
              <a:t>D:/pasar_fix/node_modules/.bun/@mermaid-js+mermaid-zenuml@0.2.3+81ba518ffa722e4f/node_modules/@mermaid-js/mermaid-zenuml/dist/mermaid-zenuml.esm.mjs.map</a:t>
            </a:r>
          </a:p>
          <a:p>
            <a:pPr>
              <a:defRPr sz="1200"/>
            </a:pPr>
            <a:r>
              <a:t>D:/pasar_fix/node_modules/.bun/@mermaid-js+mermaid-zenuml@0.2.3+81ba518ffa722e4f/node_modules/@mermaid-js/mermaid-zenuml/dist/mermaid-zenuml.js</a:t>
            </a:r>
          </a:p>
          <a:p>
            <a:pPr>
              <a:defRPr sz="1200"/>
            </a:pPr>
            <a:r>
              <a:t>D:/pasar_fix/node_modules/.bun/@mermaid-js+mermaid-zenuml@0.2.3+81ba518ffa722e4f/node_modules/@mermaid-js/mermaid-zenuml/dist/mermaid-zenuml.js.map</a:t>
            </a:r>
          </a:p>
          <a:p>
            <a:pPr>
              <a:defRPr sz="1200"/>
            </a:pPr>
            <a:r>
              <a:t>D:/pasar_fix/node_modules/.bun/@mermaid-js+mermaid-zenuml@0.2.3+81ba518ffa722e4f/node_modules/@mermaid-js/mermaid-zenuml/dist/mermaid-zenuml.min.js</a:t>
            </a:r>
          </a:p>
          <a:p>
            <a:pPr>
              <a:defRPr sz="1200"/>
            </a:pPr>
            <a:r>
              <a:t>D:/pasar_fix/node_modules/.bun/@mermaid-js+mermaid-zenuml@0.2.3+81ba518ffa722e4f/node_modules/@mermaid-js/mermaid-zenuml/dist/mermaid-zenuml.min.js.map</a:t>
            </a:r>
          </a:p>
          <a:p>
            <a:pPr>
              <a:defRPr sz="1200"/>
            </a:pPr>
            <a:r>
              <a:t>D:/pasar_fix/node_modules/.bun/@mermaid-js+mermaid-zenuml@0.2.3+81ba518ffa722e4f/node_modules/@mermaid-js/mermaid-zenuml/dist/mermaidUtils.d.ts</a:t>
            </a:r>
          </a:p>
          <a:p>
            <a:pPr>
              <a:defRPr sz="1200"/>
            </a:pPr>
            <a:r>
              <a:t>D:/pasar_fix/node_modules/.bun/@mermaid-js+mermaid-zenuml@0.2.3+81ba518ffa722e4f/node_modules/@mermaid-js/mermaid-zenuml/dist/parser.d.ts</a:t>
            </a:r>
          </a:p>
          <a:p>
            <a:pPr>
              <a:defRPr sz="1200"/>
            </a:pPr>
            <a:r>
              <a:t>D:/pasar_fix/node_modules/.bun/@mermaid-js+mermaid-zenuml@0.2.3+81ba518ffa722e4f/node_modules/@mermaid-js/mermaid-zenuml/dist/zenuml-definition.d.ts</a:t>
            </a:r>
          </a:p>
          <a:p>
            <a:pPr>
              <a:defRPr sz="1200"/>
            </a:pPr>
            <a:r>
              <a:t>D:/pasar_fix/node_modules/.bun/@mermaid-js+mermaid-zenuml@0.2.3+81ba518ffa722e4f/node_modules/@mermaid-js/mermaid-zenuml/dist/zenumlRenderer.d.ts</a:t>
            </a:r>
          </a:p>
          <a:p>
            <a:pPr>
              <a:defRPr sz="1200"/>
            </a:pPr>
            <a:r>
              <a:t>D:/pasar_fix/node_modules/.bun/@mermaid-js+mermaid-zenuml@0.2.3+81ba518ffa722e4f/node_modules/@mermaid-js/mermaid-zenuml/dist/zenumlRenderer.spec.d.ts</a:t>
            </a:r>
          </a:p>
          <a:p>
            <a:pPr>
              <a:defRPr sz="1200"/>
            </a:pPr>
            <a:r>
              <a:t>D:/pasar_fix/node_modules/.bun/@mermaid-js+mermaid-zenuml@0.2.3+81ba518ffa722e4f/node_modules/@mermaid-js/mermaid-zenuml/dist/chunks/mermaid-zenuml.core/chunk-CJCKSLXZ.mjs</a:t>
            </a:r>
          </a:p>
          <a:p>
            <a:pPr>
              <a:defRPr sz="1200"/>
            </a:pPr>
            <a:r>
              <a:t>D:/pasar_fix/node_modules/.bun/@mermaid-js+mermaid-zenuml@0.2.3+81ba518ffa722e4f/node_modules/@mermaid-js/mermaid-zenuml/dist/chunks/mermaid-zenuml.core/chunk-CJCKSLXZ.mjs.map</a:t>
            </a:r>
          </a:p>
          <a:p>
            <a:pPr>
              <a:defRPr sz="1200"/>
            </a:pPr>
            <a:r>
              <a:t>D:/pasar_fix/node_modules/.bun/@mermaid-js+mermaid-zenuml@0.2.3+81ba518ffa722e4f/node_modules/@mermaid-js/mermaid-zenuml/dist/chunks/mermaid-zenuml.core/zenuml-definition-ZCSB3OVJ.mjs</a:t>
            </a:r>
          </a:p>
          <a:p>
            <a:pPr>
              <a:defRPr sz="1200"/>
            </a:pPr>
            <a:r>
              <a:t>D:/pasar_fix/node_modules/.bun/@mermaid-js+mermaid-zenuml@0.2.3+81ba518ffa722e4f/node_modules/@mermaid-js/mermaid-zenuml/dist/chunks/mermaid-zenuml.core/zenuml-definition-ZCSB3OVJ.mjs.map</a:t>
            </a:r>
          </a:p>
          <a:p>
            <a:pPr>
              <a:defRPr sz="1200"/>
            </a:pPr>
            <a:r>
              <a:t>D:/pasar_fix/node_modules/.bun/@mermaid-js+mermaid-zenuml@0.2.3+81ba518ffa722e4f/node_modules/@mermaid-js/mermaid-zenuml/dist/chunks/mermaid-zenuml.esm/chunk-2QIYEC2I.mjs</a:t>
            </a:r>
          </a:p>
          <a:p>
            <a:pPr>
              <a:defRPr sz="1200"/>
            </a:pPr>
            <a:r>
              <a:t>D:/pasar_fix/node_modules/.bun/@mermaid-js+mermaid-zenuml@0.2.3+81ba518ffa722e4f/node_modules/@mermaid-js/mermaid-zenuml/dist/chunks/mermaid-zenuml.esm/chunk-2QIYEC2I.mjs.map</a:t>
            </a:r>
          </a:p>
          <a:p>
            <a:pPr>
              <a:defRPr sz="1200"/>
            </a:pPr>
            <a:r>
              <a:t>D:/pasar_fix/node_modules/.bun/@mermaid-js+mermaid-zenuml@0.2.3+81ba518ffa722e4f/node_modules/@mermaid-js/mermaid-zenuml/dist/chunks/mermaid-zenuml.esm/chunk-OS44DIFC.mjs</a:t>
            </a:r>
          </a:p>
          <a:p>
            <a:pPr>
              <a:defRPr sz="1200"/>
            </a:pPr>
            <a:r>
              <a:t>D:/pasar_fix/node_modules/.bun/@mermaid-js+mermaid-zenuml@0.2.3+81ba518ffa722e4f/node_modules/@mermaid-js/mermaid-zenuml/dist/chunks/mermaid-zenuml.esm/chunk-OS44DIFC.mjs.map</a:t>
            </a:r>
          </a:p>
          <a:p>
            <a:pPr>
              <a:defRPr sz="1200"/>
            </a:pPr>
            <a:r>
              <a:t>D:/pasar_fix/node_modules/.bun/@mermaid-js+mermaid-zenuml@0.2.3+81ba518ffa722e4f/node_modules/@mermaid-js/mermaid-zenuml/dist/chunks/mermaid-zenuml.esm/cloud-icons-eHuugVSv-ANWVY4YK.mjs</a:t>
            </a:r>
          </a:p>
          <a:p>
            <a:pPr>
              <a:defRPr sz="1200"/>
            </a:pPr>
            <a:r>
              <a:t>D:/pasar_fix/node_modules/.bun/@mermaid-js+mermaid-zenuml@0.2.3+81ba518ffa722e4f/node_modules/@mermaid-js/mermaid-zenuml/dist/chunks/mermaid-zenuml.esm/cloud-icons-eHuugVSv-ANWVY4YK.mjs.map</a:t>
            </a:r>
          </a:p>
          <a:p>
            <a:pPr>
              <a:defRPr sz="1200"/>
            </a:pPr>
            <a:r>
              <a:t>D:/pasar_fix/node_modules/.bun/@mermaid-js+mermaid-zenuml@0.2.3+81ba518ffa722e4f/node_modules/@mermaid-js/mermaid-zenuml/dist/chunks/mermaid-zenuml.esm/zenuml-definition-PXHHV43P.mjs</a:t>
            </a:r>
          </a:p>
          <a:p>
            <a:pPr>
              <a:defRPr sz="1200"/>
            </a:pPr>
            <a:r>
              <a:t>D:/pasar_fix/node_modules/.bun/@mermaid-js+mermaid-zenuml@0.2.3+81ba518ffa722e4f/node_modules/@mermaid-js/mermaid-zenuml/dist/chunks/mermaid-zenuml.esm/zenuml-definition-PXHHV43P.mjs.map</a:t>
            </a:r>
          </a:p>
          <a:p>
            <a:pPr>
              <a:defRPr sz="1200"/>
            </a:pPr>
            <a:r>
              <a:t>D:/pasar_fix/node_modules/.bun/@mermaid-js+mermaid-zenuml@0.2.3+81ba518ffa722e4f/node_modules/@mermaid-js/mermaid-zenuml/dist/chunks/mermaid-zenuml.esm.min/chunk-PPGA74DV.mjs</a:t>
            </a:r>
          </a:p>
          <a:p>
            <a:pPr>
              <a:defRPr sz="1200"/>
            </a:pPr>
            <a:r>
              <a:t>D:/pasar_fix/node_modules/.bun/@mermaid-js+mermaid-zenuml@0.2.3+81ba518ffa722e4f/node_modules/@mermaid-js/mermaid-zenuml/dist/chunks/mermaid-zenuml.esm.min/chunk-PPGA74DV.mjs.map</a:t>
            </a:r>
          </a:p>
          <a:p>
            <a:pPr>
              <a:defRPr sz="1200"/>
            </a:pPr>
            <a:r>
              <a:t>D:/pasar_fix/node_modules/.bun/@mermaid-js+mermaid-zenuml@0.2.3+81ba518ffa722e4f/node_modules/@mermaid-js/mermaid-zenuml/dist/chunks/mermaid-zenuml.esm.min/chunk-VDOFMJQL.mjs</a:t>
            </a:r>
          </a:p>
          <a:p>
            <a:pPr>
              <a:defRPr sz="1200"/>
            </a:pPr>
            <a:r>
              <a:t>D:/pasar_fix/node_modules/.bun/@mermaid-js+mermaid-zenuml@0.2.3+81ba518ffa722e4f/node_modules/@mermaid-js/mermaid-zenuml/dist/chunks/mermaid-zenuml.esm.min/chunk-VDOFMJQL.mjs.map</a:t>
            </a:r>
          </a:p>
          <a:p>
            <a:pPr>
              <a:defRPr sz="1200"/>
            </a:pPr>
            <a:r>
              <a:t>D:/pasar_fix/node_modules/.bun/@mermaid-js+mermaid-zenuml@0.2.3+81ba518ffa722e4f/node_modules/@mermaid-js/mermaid-zenuml/dist/chunks/mermaid-zenuml.esm.min/cloud-icons-eHuugVSv-MANGUYXV.mjs</a:t>
            </a:r>
          </a:p>
          <a:p>
            <a:pPr>
              <a:defRPr sz="1200"/>
            </a:pPr>
            <a:r>
              <a:t>D:/pasar_fix/node_modules/.bun/@mermaid-js+mermaid-zenuml@0.2.3+81ba518ffa722e4f/node_modules/@mermaid-js/mermaid-zenuml/dist/chunks/mermaid-zenuml.esm.min/cloud-icons-eHuugVSv-MANGUYXV.mjs.map</a:t>
            </a:r>
          </a:p>
          <a:p>
            <a:pPr>
              <a:defRPr sz="1200"/>
            </a:pPr>
            <a:r>
              <a:t>D:/pasar_fix/node_modules/.bun/@mermaid-js+mermaid-zenuml@0.2.3+81ba518ffa722e4f/node_modules/@mermaid-js/mermaid-zenuml/dist/chunks/mermaid-zenuml.esm.min/zenuml-definition-EPHX7WPJ.mjs</a:t>
            </a:r>
          </a:p>
          <a:p>
            <a:pPr>
              <a:defRPr sz="1200"/>
            </a:pPr>
            <a:r>
              <a:t>D:/pasar_fix/node_modules/.bun/@mermaid-js+mermaid-zenuml@0.2.3+81ba518ffa722e4f/node_modules/@mermaid-js/mermaid-zenuml/dist/chunks/mermaid-zenuml.esm.min/zenuml-definition-EPHX7WPJ.mjs.map</a:t>
            </a:r>
          </a:p>
          <a:p>
            <a:pPr>
              <a:defRPr sz="1200"/>
            </a:pPr>
            <a:r>
              <a:t>D:/pasar_fix/node_modules/.bun/@mermaid-js+parser@1.1.1/node_modules/@mermaid-js/parser/LICENSE</a:t>
            </a:r>
          </a:p>
          <a:p>
            <a:pPr>
              <a:defRPr sz="1200"/>
            </a:pPr>
            <a:r>
              <a:t>D:/pasar_fix/node_modules/.bun/@mermaid-js+parser@1.1.1/node_modules/@mermaid-js/parser/package.json</a:t>
            </a:r>
          </a:p>
          <a:p>
            <a:pPr>
              <a:defRPr sz="1200"/>
            </a:pPr>
            <a:r>
              <a:t>D:/pasar_fix/node_modules/.bun/@mermaid-js+parser@1.1.1/node_modules/@mermaid-js/parser/README.md</a:t>
            </a:r>
          </a:p>
          <a:p>
            <a:pPr>
              <a:defRPr sz="1200"/>
            </a:pPr>
            <a:r>
              <a:t>D:/pasar_fix/node_modules/.bun/@mermaid-js+parser@1.1.1/node_modules/@mermaid-js/parser/dist/mermaid-parser.core.mjs</a:t>
            </a:r>
          </a:p>
          <a:p>
            <a:pPr>
              <a:defRPr sz="1200"/>
            </a:pPr>
            <a:r>
              <a:t>D:/pasar_fix/node_modules/.bun/@mermaid-js+parser@1.1.1/node_modules/@mermaid-js/parser/dist/mermaid-parser.core.mjs.map</a:t>
            </a:r>
          </a:p>
          <a:p>
            <a:pPr>
              <a:defRPr sz="1200"/>
            </a:pPr>
            <a:r>
              <a:t>D:/pasar_fix/node_modules/.bun/@mermaid-js+parser@1.1.1/node_modules/@mermaid-js/parser/dist/mermaid-parser.esm.min.mjs</a:t>
            </a:r>
          </a:p>
          <a:p>
            <a:pPr>
              <a:defRPr sz="1200"/>
            </a:pPr>
            <a:r>
              <a:t>D:/pasar_fix/node_modules/.bun/@mermaid-js+parser@1.1.1/node_modules/@mermaid-js/parser/dist/mermaid-parser.esm.min.mjs.map</a:t>
            </a:r>
          </a:p>
          <a:p>
            <a:pPr>
              <a:defRPr sz="1200"/>
            </a:pPr>
            <a:r>
              <a:t>D:/pasar_fix/node_modules/.bun/@mermaid-js+parser@1.1.1/node_modules/@mermaid-js/parser/dist/mermaid-parser.esm.mjs</a:t>
            </a:r>
          </a:p>
          <a:p>
            <a:pPr>
              <a:defRPr sz="1200"/>
            </a:pPr>
            <a:r>
              <a:t>D:/pasar_fix/node_modules/.bun/@mermaid-js+parser@1.1.1/node_modules/@mermaid-js/parser/dist/mermaid-parser.esm.mjs.map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D:/pasar_fix/node_modules/.bun/@mermaid-js+parser@1.1.1/node_modules/@mermaid-js/parser/dist/chunks/mermaid-parser.core/architecture-7EHR7CIX.mjs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D:/pasar_fix/node_modules/.bun/@mermaid-js+parser@1.1.1/node_modules/@mermaid-js/parser/dist/chunks/mermaid-parser.core/architecture-7EHR7CIX.mjs.map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D:/pasar_fix/node_modules/.bun/@mermaid-js+parser@1.1.1/node_modules/@mermaid-js/parser/dist/chunks/mermaid-parser.core/chunk-4EGX6M5U.mjs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D:/pasar_fix/node_modules/.bun/@mermaid-js+parser@1.1.1/node_modules/@mermaid-js/parser/dist/chunks/mermaid-parser.core/chunk-4EGX6M5U.mjs.map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D:/pasar_fix/node_modules/.bun/@mermaid-js+parser@1.1.1/node_modules/@mermaid-js/parser/dist/chunks/mermaid-parser.core/chunk-5DO6E6H7.mjs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D:/pasar_fix/node_modules/.bun/@mermaid-js+parser@1.1.1/node_modules/@mermaid-js/parser/dist/chunks/mermaid-parser.core/chunk-5DO6E6H7.mjs.map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D:/pasar_fix/node_modules/.bun/@mermaid-js+parser@1.1.1/node_modules/@mermaid-js/parser/dist/chunks/mermaid-parser.core/chunk-BR22UD5L.mjs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D:/pasar_fix/node_modules/.bun/@mermaid-js+parser@1.1.1/node_modules/@mermaid-js/parser/dist/chunks/mermaid-parser.core/chunk-BR22UD5L.mjs.map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D:/pasar_fix/node_modules/.bun/@mermaid-js+parser@1.1.1/node_modules/@mermaid-js/parser/dist/chunks/mermaid-parser.core/chunk-FHYWG6QK.mjs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D:/pasar_fix/node_modules/.bun/@mermaid-js+parser@1.1.1/node_modules/@mermaid-js/parser/dist/chunks/mermaid-parser.core/chunk-FHYWG6QK.mjs.map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D:/pasar_fix/node_modules/.bun/@mermaid-js+parser@1.1.1/node_modules/@mermaid-js/parser/dist/chunks/mermaid-parser.core/chunk-MPE355IW.mjs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D:/pasar_fix/node_modules/.bun/@mermaid-js+parser@1.1.1/node_modules/@mermaid-js/parser/dist/chunks/mermaid-parser.core/chunk-MPE355IW.mjs.map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D:/pasar_fix/node_modules/.bun/@mermaid-js+parser@1.1.1/node_modules/@mermaid-js/parser/dist/chunks/mermaid-parser.core/chunk-MZUSXYTE.mjs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D:/pasar_fix/node_modules/.bun/@mermaid-js+parser@1.1.1/node_modules/@mermaid-js/parser/dist/chunks/mermaid-parser.core/chunk-MZUSXYTE.mjs.map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D:/pasar_fix/node_modules/.bun/@mermaid-js+parser@1.1.1/node_modules/@mermaid-js/parser/dist/chunks/mermaid-parser.core/chunk-N66VUXT2.mjs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D:/pasar_fix/node_modules/.bun/@mermaid-js+parser@1.1.1/node_modules/@mermaid-js/parser/dist/chunks/mermaid-parser.core/chunk-N66VUXT2.mjs.map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D:/pasar_fix/node_modules/.bun/@mermaid-js+parser@1.1.1/node_modules/@mermaid-js/parser/dist/chunks/mermaid-parser.core/chunk-NNHCCRGN.mjs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D:/pasar_fix/node_modules/.bun/@mermaid-js+parser@1.1.1/node_modules/@mermaid-js/parser/dist/chunks/mermaid-parser.core/chunk-NNHCCRGN.mjs.map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D:/pasar_fix/node_modules/.bun/@mermaid-js+parser@1.1.1/node_modules/@mermaid-js/parser/dist/chunks/mermaid-parser.core/chunk-PUPMXCY4.mjs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D:/pasar_fix/node_modules/.bun/@mermaid-js+parser@1.1.1/node_modules/@mermaid-js/parser/dist/chunks/mermaid-parser.core/chunk-PUPMXCY4.mjs.map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D:/pasar_fix/node_modules/.bun/@mermaid-js+parser@1.1.1/node_modules/@mermaid-js/parser/dist/chunks/mermaid-parser.core/chunk-UIBZB4QT.mjs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D:/pasar_fix/node_modules/.bun/@mermaid-js+parser@1.1.1/node_modules/@mermaid-js/parser/dist/chunks/mermaid-parser.core/chunk-UIBZB4QT.mjs.map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D:/pasar_fix/node_modules/.bun/@mermaid-js+parser@1.1.1/node_modules/@mermaid-js/parser/dist/chunks/mermaid-parser.core/chunk-WCWK7LTN.mjs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D:/pasar_fix/node_modules/.bun/@mermaid-js+parser@1.1.1/node_modules/@mermaid-js/parser/dist/chunks/mermaid-parser.core/chunk-WCWK7LTN.mjs.map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D:/pasar_fix/node_modules/.bun/@mermaid-js+parser@1.1.1/node_modules/@mermaid-js/parser/dist/chunks/mermaid-parser.core/eventmodeling-FCH6USID.mjs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D:/pasar_fix/node_modules/.bun/@mermaid-js+parser@1.1.1/node_modules/@mermaid-js/parser/dist/chunks/mermaid-parser.core/eventmodeling-FCH6USID.mjs.map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D:/pasar_fix/node_modules/.bun/@mermaid-js+parser@1.1.1/node_modules/@mermaid-js/parser/dist/chunks/mermaid-parser.core/gitGraph-WXDBUCRP.mjs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D:/pasar_fix/node_modules/.bun/@mermaid-js+parser@1.1.1/node_modules/@mermaid-js/parser/dist/chunks/mermaid-parser.core/gitGraph-WXDBUCRP.mjs.map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D:/pasar_fix/node_modules/.bun/@mermaid-js+parser@1.1.1/node_modules/@mermaid-js/parser/dist/chunks/mermaid-parser.core/info-J43DQDTF.mjs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D:/pasar_fix/node_modules/.bun/@mermaid-js+parser@1.1.1/node_modules/@mermaid-js/parser/dist/chunks/mermaid-parser.core/info-J43DQDTF.mjs.map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D:/pasar_fix/node_modules/.bun/@mermaid-js+parser@1.1.1/node_modules/@mermaid-js/parser/dist/chunks/mermaid-parser.core/packet-YPE3B663.mjs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D:/pasar_fix/node_modules/.bun/@mermaid-js+parser@1.1.1/node_modules/@mermaid-js/parser/dist/chunks/mermaid-parser.core/packet-YPE3B663.mjs.map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D:/pasar_fix/node_modules/.bun/@mermaid-js+parser@1.1.1/node_modules/@mermaid-js/parser/dist/chunks/mermaid-parser.core/pie-LRSECV5Y.mjs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D:/pasar_fix/node_modules/.bun/@mermaid-js+parser@1.1.1/node_modules/@mermaid-js/parser/dist/chunks/mermaid-parser.core/pie-LRSECV5Y.mjs.map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D:/pasar_fix/node_modules/.bun/@mermaid-js+parser@1.1.1/node_modules/@mermaid-js/parser/dist/chunks/mermaid-parser.core/radar-GUYGQ44K.mjs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D:/pasar_fix/node_modules/.bun/@mermaid-js+parser@1.1.1/node_modules/@mermaid-js/parser/dist/chunks/mermaid-parser.core/radar-GUYGQ44K.mjs.map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D:/pasar_fix/node_modules/.bun/@mermaid-js+parser@1.1.1/node_modules/@mermaid-js/parser/dist/chunks/mermaid-parser.core/treemap-LRROVOQU.mjs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D:/pasar_fix/node_modules/.bun/@mermaid-js+parser@1.1.1/node_modules/@mermaid-js/parser/dist/chunks/mermaid-parser.core/treemap-LRROVOQU.mjs.map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D:/pasar_fix/node_modules/.bun/@mermaid-js+parser@1.1.1/node_modules/@mermaid-js/parser/dist/chunks/mermaid-parser.core/treeView-BLDUP644.mjs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D:/pasar_fix/node_modules/.bun/@mermaid-js+parser@1.1.1/node_modules/@mermaid-js/parser/dist/chunks/mermaid-parser.core/treeView-BLDUP644.mjs.map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D:/pasar_fix/node_modules/.bun/@mermaid-js+parser@1.1.1/node_modules/@mermaid-js/parser/dist/chunks/mermaid-parser.core/wardley-L42UT6IY.mjs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D:/pasar_fix/node_modules/.bun/@mermaid-js+parser@1.1.1/node_modules/@mermaid-js/parser/dist/chunks/mermaid-parser.core/wardley-L42UT6IY.mjs.map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D:/pasar_fix/node_modules/.bun/@mermaid-js+parser@1.1.1/node_modules/@mermaid-js/parser/dist/chunks/mermaid-parser.esm/architecture-CAO42JBL.mjs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D:/pasar_fix/node_modules/.bun/@mermaid-js+parser@1.1.1/node_modules/@mermaid-js/parser/dist/chunks/mermaid-parser.esm/architecture-CAO42JBL.mjs.map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D:/pasar_fix/node_modules/.bun/@mermaid-js+parser@1.1.1/node_modules/@mermaid-js/parser/dist/chunks/mermaid-parser.esm/chunk-2ZAZGVDH.mjs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D:/pasar_fix/node_modules/.bun/@mermaid-js+parser@1.1.1/node_modules/@mermaid-js/parser/dist/chunks/mermaid-parser.esm/chunk-2ZAZGVDH.mjs.map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D:/pasar_fix/node_modules/.bun/@mermaid-js+parser@1.1.1/node_modules/@mermaid-js/parser/dist/chunks/mermaid-parser.esm/chunk-BRXHIGYS.mjs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D:/pasar_fix/node_modules/.bun/@mermaid-js+parser@1.1.1/node_modules/@mermaid-js/parser/dist/chunks/mermaid-parser.esm/chunk-BRXHIGYS.mjs.map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D:/pasar_fix/node_modules/.bun/@mermaid-js+parser@1.1.1/node_modules/@mermaid-js/parser/dist/chunks/mermaid-parser.esm/chunk-CDNQRGW5.mjs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D:/pasar_fix/node_modules/.bun/@mermaid-js+parser@1.1.1/node_modules/@mermaid-js/parser/dist/chunks/mermaid-parser.esm/chunk-CDNQRGW5.mjs.map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D:/pasar_fix/node_modules/.bun/@mermaid-js+parser@1.1.1/node_modules/@mermaid-js/parser/dist/chunks/mermaid-parser.esm/chunk-F5IVBPYQ.mjs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D:/pasar_fix/node_modules/.bun/@mermaid-js+parser@1.1.1/node_modules/@mermaid-js/parser/dist/chunks/mermaid-parser.esm/chunk-F5IVBPYQ.mjs.map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D:/pasar_fix/node_modules/.bun/@mermaid-js+parser@1.1.1/node_modules/@mermaid-js/parser/dist/chunks/mermaid-parser.esm/chunk-FA542ZDV.mjs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D:/pasar_fix/node_modules/.bun/@mermaid-js+parser@1.1.1/node_modules/@mermaid-js/parser/dist/chunks/mermaid-parser.esm/chunk-FA542ZDV.mjs.map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D:/pasar_fix/node_modules/.bun/@mermaid-js+parser@1.1.1/node_modules/@mermaid-js/parser/dist/chunks/mermaid-parser.esm/chunk-HI4RQQYL.mjs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D:/pasar_fix/node_modules/.bun/@mermaid-js+parser@1.1.1/node_modules/@mermaid-js/parser/dist/chunks/mermaid-parser.esm/chunk-HI4RQQYL.mjs.map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D:/pasar_fix/node_modules/.bun/@mermaid-js+parser@1.1.1/node_modules/@mermaid-js/parser/dist/chunks/mermaid-parser.esm/chunk-JVRQLPLD.mjs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D:/pasar_fix/node_modules/.bun/@mermaid-js+parser@1.1.1/node_modules/@mermaid-js/parser/dist/chunks/mermaid-parser.esm/chunk-JVRQLPLD.mjs.map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D:/pasar_fix/node_modules/.bun/@mermaid-js+parser@1.1.1/node_modules/@mermaid-js/parser/dist/chunks/mermaid-parser.esm/chunk-O7U5UWJI.mjs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D:/pasar_fix/node_modules/.bun/@mermaid-js+parser@1.1.1/node_modules/@mermaid-js/parser/dist/chunks/mermaid-parser.esm/chunk-O7U5UWJI.mjs.map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D:/pasar_fix/node_modules/.bun/@mermaid-js+parser@1.1.1/node_modules/@mermaid-js/parser/dist/chunks/mermaid-parser.esm/chunk-PX4A6JQG.mjs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D:/pasar_fix/node_modules/.bun/@mermaid-js+parser@1.1.1/node_modules/@mermaid-js/parser/dist/chunks/mermaid-parser.esm/chunk-PX4A6JQG.mjs.map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D:/pasar_fix/node_modules/.bun/@mermaid-js+parser@1.1.1/node_modules/@mermaid-js/parser/dist/chunks/mermaid-parser.esm/chunk-XO5BLW42.mjs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D:/pasar_fix/node_modules/.bun/@mermaid-js+parser@1.1.1/node_modules/@mermaid-js/parser/dist/chunks/mermaid-parser.esm/chunk-XO5BLW42.mjs.map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D:/pasar_fix/node_modules/.bun/@mermaid-js+parser@1.1.1/node_modules/@mermaid-js/parser/dist/chunks/mermaid-parser.esm/chunk-YSEVHDWN.mjs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D:/pasar_fix/node_modules/.bun/@mermaid-js+parser@1.1.1/node_modules/@mermaid-js/parser/dist/chunks/mermaid-parser.esm/chunk-YSEVHDWN.mjs.map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D:/pasar_fix/node_modules/.bun/@mermaid-js+parser@1.1.1/node_modules/@mermaid-js/parser/dist/chunks/mermaid-parser.esm/eventmodeling-XMYRYC3M.mjs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D:/pasar_fix/node_modules/.bun/@mermaid-js+parser@1.1.1/node_modules/@mermaid-js/parser/dist/chunks/mermaid-parser.esm/eventmodeling-XMYRYC3M.mjs.map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D:/pasar_fix/node_modules/.bun/@mermaid-js+parser@1.1.1/node_modules/@mermaid-js/parser/dist/chunks/mermaid-parser.esm/gitGraph-57K5PIO2.mjs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D:/pasar_fix/node_modules/.bun/@mermaid-js+parser@1.1.1/node_modules/@mermaid-js/parser/dist/chunks/mermaid-parser.esm/gitGraph-57K5PIO2.mjs.map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D:/pasar_fix/node_modules/.bun/@mermaid-js+parser@1.1.1/node_modules/@mermaid-js/parser/dist/chunks/mermaid-parser.esm/info-SWLXPZU4.mjs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D:/pasar_fix/node_modules/.bun/@mermaid-js+parser@1.1.1/node_modules/@mermaid-js/parser/dist/chunks/mermaid-parser.esm/info-SWLXPZU4.mjs.map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D:/pasar_fix/node_modules/.bun/@mermaid-js+parser@1.1.1/node_modules/@mermaid-js/parser/dist/chunks/mermaid-parser.esm/packet-KPNETGOL.mjs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D:/pasar_fix/node_modules/.bun/@mermaid-js+parser@1.1.1/node_modules/@mermaid-js/parser/dist/chunks/mermaid-parser.esm/packet-KPNETGOL.mjs.map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D:/pasar_fix/node_modules/.bun/@mermaid-js+parser@1.1.1/node_modules/@mermaid-js/parser/dist/chunks/mermaid-parser.esm/pie-UWXWW4ZY.mjs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D:/pasar_fix/node_modules/.bun/@mermaid-js+parser@1.1.1/node_modules/@mermaid-js/parser/dist/chunks/mermaid-parser.esm/pie-UWXWW4ZY.mjs.map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D:/pasar_fix/node_modules/.bun/@mermaid-js+parser@1.1.1/node_modules/@mermaid-js/parser/dist/chunks/mermaid-parser.esm/radar-IO5MLOUV.mjs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D:/pasar_fix/node_modules/.bun/@mermaid-js+parser@1.1.1/node_modules/@mermaid-js/parser/dist/chunks/mermaid-parser.esm/radar-IO5MLOUV.mjs.map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D:/pasar_fix/node_modules/.bun/@mermaid-js+parser@1.1.1/node_modules/@mermaid-js/parser/dist/chunks/mermaid-parser.esm/treemap-2OLJKLT4.mjs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D:/pasar_fix/node_modules/.bun/@mermaid-js+parser@1.1.1/node_modules/@mermaid-js/parser/dist/chunks/mermaid-parser.esm/treemap-2OLJKLT4.mjs.map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D:/pasar_fix/node_modules/.bun/@mermaid-js+parser@1.1.1/node_modules/@mermaid-js/parser/dist/chunks/mermaid-parser.esm/treeView-LF3TXDIX.mjs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D:/pasar_fix/node_modules/.bun/@mermaid-js+parser@1.1.1/node_modules/@mermaid-js/parser/dist/chunks/mermaid-parser.esm/treeView-LF3TXDIX.mjs.map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D:/pasar_fix/node_modules/.bun/@mermaid-js+parser@1.1.1/node_modules/@mermaid-js/parser/dist/chunks/mermaid-parser.esm/wardley-WW5JX2LN.mjs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D:/pasar_fix/node_modules/.bun/@mermaid-js+parser@1.1.1/node_modules/@mermaid-js/parser/dist/chunks/mermaid-parser.esm/wardley-WW5JX2LN.mjs.map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D:/pasar_fix/node_modules/.bun/@mermaid-js+parser@1.1.1/node_modules/@mermaid-js/parser/dist/chunks/mermaid-parser.esm.min/architecture-DUORGVJD.mjs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D:/pasar_fix/node_modules/.bun/@mermaid-js+parser@1.1.1/node_modules/@mermaid-js/parser/dist/chunks/mermaid-parser.esm.min/architecture-DUORGVJD.mjs.map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D:/pasar_fix/node_modules/.bun/@mermaid-js+parser@1.1.1/node_modules/@mermaid-js/parser/dist/chunks/mermaid-parser.esm.min/chunk-54JWY4NO.mjs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D:/pasar_fix/node_modules/.bun/@mermaid-js+parser@1.1.1/node_modules/@mermaid-js/parser/dist/chunks/mermaid-parser.esm.min/chunk-54JWY4NO.mjs.map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D:/pasar_fix/node_modules/.bun/@mermaid-js+parser@1.1.1/node_modules/@mermaid-js/parser/dist/chunks/mermaid-parser.esm.min/chunk-6C4Y6CSJ.mjs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D:/pasar_fix/node_modules/.bun/@mermaid-js+parser@1.1.1/node_modules/@mermaid-js/parser/dist/chunks/mermaid-parser.esm.min/chunk-6C4Y6CSJ.mjs.map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D:/pasar_fix/node_modules/.bun/@mermaid-js+parser@1.1.1/node_modules/@mermaid-js/parser/dist/chunks/mermaid-parser.esm.min/chunk-7YSWEM6G.mjs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D:/pasar_fix/node_modules/.bun/@mermaid-js+parser@1.1.1/node_modules/@mermaid-js/parser/dist/chunks/mermaid-parser.esm.min/chunk-7YSWEM6G.mjs.map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D:/pasar_fix/node_modules/.bun/@mermaid-js+parser@1.1.1/node_modules/@mermaid-js/parser/dist/chunks/mermaid-parser.esm.min/chunk-AFFP7ECJ.mjs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D:/pasar_fix/node_modules/.bun/@mermaid-js+parser@1.1.1/node_modules/@mermaid-js/parser/dist/chunks/mermaid-parser.esm.min/chunk-AFFP7ECJ.mjs.map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D:/pasar_fix/node_modules/.bun/@mermaid-js+parser@1.1.1/node_modules/@mermaid-js/parser/dist/chunks/mermaid-parser.esm.min/chunk-EOU4LG3Z.mjs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D:/pasar_fix/node_modules/.bun/@mermaid-js+parser@1.1.1/node_modules/@mermaid-js/parser/dist/chunks/mermaid-parser.esm.min/chunk-EOU4LG3Z.mjs.map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D:/pasar_fix/node_modules/.bun/@mermaid-js+parser@1.1.1/node_modules/@mermaid-js/parser/dist/chunks/mermaid-parser.esm.min/chunk-ETYZ6ZSQ.mjs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D:/pasar_fix/node_modules/.bun/@mermaid-js+parser@1.1.1/node_modules/@mermaid-js/parser/dist/chunks/mermaid-parser.esm.min/chunk-ETYZ6ZSQ.mjs.map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D:/pasar_fix/node_modules/.bun/@mermaid-js+parser@1.1.1/node_modules/@mermaid-js/parser/dist/chunks/mermaid-parser.esm.min/chunk-FBIOAS4M.mjs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D:/pasar_fix/node_modules/.bun/@mermaid-js+parser@1.1.1/node_modules/@mermaid-js/parser/dist/chunks/mermaid-parser.esm.min/chunk-FBIOAS4M.mjs.map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D:/pasar_fix/node_modules/.bun/@mermaid-js+parser@1.1.1/node_modules/@mermaid-js/parser/dist/chunks/mermaid-parser.esm.min/chunk-HIHDLDEH.mjs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D:/pasar_fix/node_modules/.bun/@mermaid-js+parser@1.1.1/node_modules/@mermaid-js/parser/dist/chunks/mermaid-parser.esm.min/chunk-HIHDLDEH.mjs.map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D:/pasar_fix/node_modules/.bun/@mermaid-js+parser@1.1.1/node_modules/@mermaid-js/parser/dist/chunks/mermaid-parser.esm.min/chunk-IBP2WC4Q.mjs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D:/pasar_fix/node_modules/.bun/@mermaid-js+parser@1.1.1/node_modules/@mermaid-js/parser/dist/chunks/mermaid-parser.esm.min/chunk-IBP2WC4Q.mjs.map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D:/pasar_fix/node_modules/.bun/@mermaid-js+parser@1.1.1/node_modules/@mermaid-js/parser/dist/chunks/mermaid-parser.esm.min/chunk-PDRPC63Y.mjs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D:/pasar_fix/node_modules/.bun/@mermaid-js+parser@1.1.1/node_modules/@mermaid-js/parser/dist/chunks/mermaid-parser.esm.min/chunk-PDRPC63Y.mjs.map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D:/pasar_fix/node_modules/.bun/@mermaid-js+parser@1.1.1/node_modules/@mermaid-js/parser/dist/chunks/mermaid-parser.esm.min/chunk-QUKF767O.mjs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D:/pasar_fix/node_modules/.bun/@mermaid-js+parser@1.1.1/node_modules/@mermaid-js/parser/dist/chunks/mermaid-parser.esm.min/chunk-QUKF767O.mjs.map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D:/pasar_fix/node_modules/.bun/@mermaid-js+parser@1.1.1/node_modules/@mermaid-js/parser/dist/chunks/mermaid-parser.esm.min/eventmodeling-VRYSYGV2.mjs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D:/pasar_fix/node_modules/.bun/@mermaid-js+parser@1.1.1/node_modules/@mermaid-js/parser/dist/chunks/mermaid-parser.esm.min/eventmodeling-VRYSYGV2.mjs.map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D:/pasar_fix/node_modules/.bun/@mermaid-js+parser@1.1.1/node_modules/@mermaid-js/parser/dist/chunks/mermaid-parser.esm.min/gitGraph-B2ZJFVJ5.mjs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D:/pasar_fix/node_modules/.bun/@mermaid-js+parser@1.1.1/node_modules/@mermaid-js/parser/dist/chunks/mermaid-parser.esm.min/gitGraph-B2ZJFVJ5.mjs.map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D:/pasar_fix/node_modules/.bun/@mermaid-js+parser@1.1.1/node_modules/@mermaid-js/parser/dist/chunks/mermaid-parser.esm.min/info-JCT3EYT6.mjs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D:/pasar_fix/node_modules/.bun/@mermaid-js+parser@1.1.1/node_modules/@mermaid-js/parser/dist/chunks/mermaid-parser.esm.min/info-JCT3EYT6.mjs.map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D:/pasar_fix/node_modules/.bun/@mermaid-js+parser@1.1.1/node_modules/@mermaid-js/parser/dist/chunks/mermaid-parser.esm.min/packet-6KOQJTHO.mjs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D:/pasar_fix/node_modules/.bun/@mermaid-js+parser@1.1.1/node_modules/@mermaid-js/parser/dist/chunks/mermaid-parser.esm.min/packet-6KOQJTHO.mjs.map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D:/pasar_fix/node_modules/.bun/@mermaid-js+parser@1.1.1/node_modules/@mermaid-js/parser/dist/chunks/mermaid-parser.esm.min/pie-5BYJUMUV.mjs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D:/pasar_fix/node_modules/.bun/@mermaid-js+parser@1.1.1/node_modules/@mermaid-js/parser/dist/chunks/mermaid-parser.esm.min/pie-5BYJUMUV.mjs.map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D:/pasar_fix/node_modules/.bun/@mermaid-js+parser@1.1.1/node_modules/@mermaid-js/parser/dist/chunks/mermaid-parser.esm.min/radar-DTX4VRY7.mjs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D:/pasar_fix/node_modules/.bun/@mermaid-js+parser@1.1.1/node_modules/@mermaid-js/parser/dist/chunks/mermaid-parser.esm.min/radar-DTX4VRY7.mjs.map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D:/pasar_fix/node_modules/.bun/@mermaid-js+parser@1.1.1/node_modules/@mermaid-js/parser/dist/chunks/mermaid-parser.esm.min/treemap-IIHOHT2O.mjs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D:/pasar_fix/node_modules/.bun/@mermaid-js+parser@1.1.1/node_modules/@mermaid-js/parser/dist/chunks/mermaid-parser.esm.min/treemap-IIHOHT2O.mjs.map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D:/pasar_fix/node_modules/.bun/@mermaid-js+parser@1.1.1/node_modules/@mermaid-js/parser/dist/chunks/mermaid-parser.esm.min/treeView-S3ZMBPPQ.mjs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D:/pasar_fix/node_modules/.bun/@mermaid-js+parser@1.1.1/node_modules/@mermaid-js/parser/dist/chunks/mermaid-parser.esm.min/treeView-S3ZMBPPQ.mjs.map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D:/pasar_fix/node_modules/.bun/@mermaid-js+parser@1.1.1/node_modules/@mermaid-js/parser/dist/chunks/mermaid-parser.esm.min/wardley-4A35L4M4.mjs</a:t>
            </a:r>
          </a:p>
          <a:p>
            <a:pPr>
              <a:defRPr sz="1200"/>
            </a:pPr>
            <a:r>
              <a:t>D:/pasar_fix/node_modules/.bun/@mermaid-js+parser@1.1.1/node_modules/@mermaid-js/parser/dist/chunks/mermaid-parser.esm.min/wardley-4A35L4M4.mjs.map</a:t>
            </a:r>
          </a:p>
          <a:p>
            <a:pPr>
              <a:defRPr sz="1200"/>
            </a:pPr>
            <a:r>
              <a:t>D:/pasar_fix/node_modules/.bun/@mermaid-js+parser@1.1.1/node_modules/@mermaid-js/parser/dist/src/index.d.ts</a:t>
            </a:r>
          </a:p>
          <a:p>
            <a:pPr>
              <a:defRPr sz="1200"/>
            </a:pPr>
            <a:r>
              <a:t>D:/pasar_fix/node_modules/.bun/@messageformat+parser@5.1.1/node_modules/@messageformat/parser/codemod-fix-backslash-escapes.js</a:t>
            </a:r>
          </a:p>
          <a:p>
            <a:pPr>
              <a:defRPr sz="1200"/>
            </a:pPr>
            <a:r>
              <a:t>D:/pasar_fix/node_modules/.bun/@messageformat+parser@5.1.1/node_modules/@messageformat/parser/LICENSE</a:t>
            </a:r>
          </a:p>
          <a:p>
            <a:pPr>
              <a:defRPr sz="1200"/>
            </a:pPr>
            <a:r>
              <a:t>D:/pasar_fix/node_modules/.bun/@messageformat+parser@5.1.1/node_modules/@messageformat/parser/package.json</a:t>
            </a:r>
          </a:p>
          <a:p>
            <a:pPr>
              <a:defRPr sz="1200"/>
            </a:pPr>
            <a:r>
              <a:t>D:/pasar_fix/node_modules/.bun/@messageformat+parser@5.1.1/node_modules/@messageformat/parser/README.md</a:t>
            </a:r>
          </a:p>
          <a:p>
            <a:pPr>
              <a:defRPr sz="1200"/>
            </a:pPr>
            <a:r>
              <a:t>D:/pasar_fix/node_modules/.bun/@messageformat+parser@5.1.1/node_modules/@messageformat/parser/lib/lexer.d.ts</a:t>
            </a:r>
          </a:p>
          <a:p>
            <a:pPr>
              <a:defRPr sz="1200"/>
            </a:pPr>
            <a:r>
              <a:t>D:/pasar_fix/node_modules/.bun/@messageformat+parser@5.1.1/node_modules/@messageformat/parser/lib/lexer.js</a:t>
            </a:r>
          </a:p>
          <a:p>
            <a:pPr>
              <a:defRPr sz="1200"/>
            </a:pPr>
            <a:r>
              <a:t>D:/pasar_fix/node_modules/.bun/@messageformat+parser@5.1.1/node_modules/@messageformat/parser/lib/parser.d.ts</a:t>
            </a:r>
          </a:p>
          <a:p>
            <a:pPr>
              <a:defRPr sz="1200"/>
            </a:pPr>
            <a:r>
              <a:t>D:/pasar_fix/node_modules/.bun/@messageformat+parser@5.1.1/node_modules/@messageformat/parser/lib/parser.js</a:t>
            </a:r>
          </a:p>
          <a:p>
            <a:pPr>
              <a:defRPr sz="1200"/>
            </a:pPr>
            <a:r>
              <a:t>D:/pasar_fix/node_modules/.bun/@napi-rs+canvas-win32-x64-msvc@0.1.100/node_modules/@napi-rs/canvas-win32-x64-msvc/icudtl.dat</a:t>
            </a:r>
          </a:p>
          <a:p>
            <a:pPr>
              <a:defRPr sz="1200"/>
            </a:pPr>
            <a:r>
              <a:t>D:/pasar_fix/node_modules/.bun/@napi-rs+canvas-win32-x64-msvc@0.1.100/node_modules/@napi-rs/canvas-win32-x64-msvc/package.json</a:t>
            </a:r>
          </a:p>
          <a:p>
            <a:pPr>
              <a:defRPr sz="1200"/>
            </a:pPr>
            <a:r>
              <a:t>D:/pasar_fix/node_modules/.bun/@napi-rs+canvas-win32-x64-msvc@0.1.100/node_modules/@napi-rs/canvas-win32-x64-msvc/README.md</a:t>
            </a:r>
          </a:p>
          <a:p>
            <a:pPr>
              <a:defRPr sz="1200"/>
            </a:pPr>
            <a:r>
              <a:t>D:/pasar_fix/node_modules/.bun/@napi-rs+canvas-win32-x64-msvc@0.1.100/node_modules/@napi-rs/canvas-win32-x64-msvc/skia.win32-x64-msvc.node</a:t>
            </a:r>
          </a:p>
          <a:p>
            <a:pPr>
              <a:defRPr sz="1200"/>
            </a:pPr>
            <a:r>
              <a:t>D:/pasar_fix/node_modules/.bun/@napi-rs+canvas@0.1.100/node_modules/@napi-rs/canvas/geometry.js</a:t>
            </a:r>
          </a:p>
          <a:p>
            <a:pPr>
              <a:defRPr sz="1200"/>
            </a:pPr>
            <a:r>
              <a:t>D:/pasar_fix/node_modules/.bun/@napi-rs+canvas@0.1.100/node_modules/@napi-rs/canvas/index.d.ts</a:t>
            </a:r>
          </a:p>
          <a:p>
            <a:pPr>
              <a:defRPr sz="1200"/>
            </a:pPr>
            <a:r>
              <a:t>D:/pasar_fix/node_modules/.bun/@napi-rs+canvas@0.1.100/node_modules/@napi-rs/canvas/index.js</a:t>
            </a:r>
          </a:p>
          <a:p>
            <a:pPr>
              <a:defRPr sz="1200"/>
            </a:pPr>
            <a:r>
              <a:t>D:/pasar_fix/node_modules/.bun/@napi-rs+canvas@0.1.100/node_modules/@napi-rs/canvas/js-binding.js</a:t>
            </a:r>
          </a:p>
          <a:p>
            <a:pPr>
              <a:defRPr sz="1200"/>
            </a:pPr>
            <a:r>
              <a:t>D:/pasar_fix/node_modules/.bun/@napi-rs+canvas@0.1.100/node_modules/@napi-rs/canvas/LICENSE</a:t>
            </a:r>
          </a:p>
          <a:p>
            <a:pPr>
              <a:defRPr sz="1200"/>
            </a:pPr>
            <a:r>
              <a:t>D:/pasar_fix/node_modules/.bun/@napi-rs+canvas@0.1.100/node_modules/@napi-rs/canvas/load-image.js</a:t>
            </a:r>
          </a:p>
          <a:p>
            <a:pPr>
              <a:defRPr sz="1200"/>
            </a:pPr>
            <a:r>
              <a:t>D:/pasar_fix/node_modules/.bun/@napi-rs+canvas@0.1.100/node_modules/@napi-rs/canvas/node-canvas.d.ts</a:t>
            </a:r>
          </a:p>
          <a:p>
            <a:pPr>
              <a:defRPr sz="1200"/>
            </a:pPr>
            <a:r>
              <a:t>D:/pasar_fix/node_modules/.bun/@napi-rs+canvas@0.1.100/node_modules/@napi-rs/canvas/node-canvas.js</a:t>
            </a:r>
          </a:p>
          <a:p>
            <a:pPr>
              <a:defRPr sz="1200"/>
            </a:pPr>
            <a:r>
              <a:t>D:/pasar_fix/node_modules/.bun/@napi-rs+canvas@0.1.100/node_modules/@napi-rs/canvas/package.json</a:t>
            </a:r>
          </a:p>
          <a:p>
            <a:pPr>
              <a:defRPr sz="1200"/>
            </a:pPr>
            <a:r>
              <a:t>D:/pasar_fix/node_modules/.bun/@napi-rs+canvas@0.1.100/node_modules/@napi-rs/canvas/README.md</a:t>
            </a:r>
          </a:p>
          <a:p>
            <a:pPr>
              <a:defRPr sz="1200"/>
            </a:pPr>
            <a:r>
              <a:t>D:/pasar_fix/node_modules/.bun/@noble+ciphers@0.6.0/node_modules/@noble/ciphers/aes.d.ts</a:t>
            </a:r>
          </a:p>
          <a:p>
            <a:pPr>
              <a:defRPr sz="1200"/>
            </a:pPr>
            <a:r>
              <a:t>D:/pasar_fix/node_modules/.bun/@noble+ciphers@0.6.0/node_modules/@noble/ciphers/aes.d.ts.map</a:t>
            </a:r>
          </a:p>
          <a:p>
            <a:pPr>
              <a:defRPr sz="1200"/>
            </a:pPr>
            <a:r>
              <a:t>D:/pasar_fix/node_modules/.bun/@noble+ciphers@0.6.0/node_modules/@noble/ciphers/aes.js</a:t>
            </a:r>
          </a:p>
          <a:p>
            <a:pPr>
              <a:defRPr sz="1200"/>
            </a:pPr>
            <a:r>
              <a:t>D:/pasar_fix/node_modules/.bun/@noble+ciphers@0.6.0/node_modules/@noble/ciphers/aes.js.map</a:t>
            </a:r>
          </a:p>
          <a:p>
            <a:pPr>
              <a:defRPr sz="1200"/>
            </a:pPr>
            <a:r>
              <a:t>D:/pasar_fix/node_modules/.bun/@noble+ciphers@0.6.0/node_modules/@noble/ciphers/chacha.d.ts</a:t>
            </a:r>
          </a:p>
          <a:p>
            <a:pPr>
              <a:defRPr sz="1200"/>
            </a:pPr>
            <a:r>
              <a:t>D:/pasar_fix/node_modules/.bun/@noble+ciphers@0.6.0/node_modules/@noble/ciphers/chacha.d.ts.map</a:t>
            </a:r>
          </a:p>
          <a:p>
            <a:pPr>
              <a:defRPr sz="1200"/>
            </a:pPr>
            <a:r>
              <a:t>D:/pasar_fix/node_modules/.bun/@noble+ciphers@0.6.0/node_modules/@noble/ciphers/chacha.js</a:t>
            </a:r>
          </a:p>
          <a:p>
            <a:pPr>
              <a:defRPr sz="1200"/>
            </a:pPr>
            <a:r>
              <a:t>D:/pasar_fix/node_modules/.bun/@noble+ciphers@0.6.0/node_modules/@noble/ciphers/chacha.js.map</a:t>
            </a:r>
          </a:p>
          <a:p>
            <a:pPr>
              <a:defRPr sz="1200"/>
            </a:pPr>
            <a:r>
              <a:t>D:/pasar_fix/node_modules/.bun/@noble+ciphers@0.6.0/node_modules/@noble/ciphers/crypto.d.ts</a:t>
            </a:r>
          </a:p>
          <a:p>
            <a:pPr>
              <a:defRPr sz="1200"/>
            </a:pPr>
            <a:r>
              <a:t>D:/pasar_fix/node_modules/.bun/@noble+ciphers@0.6.0/node_modules/@noble/ciphers/crypto.d.ts.map</a:t>
            </a:r>
          </a:p>
          <a:p>
            <a:pPr>
              <a:defRPr sz="1200"/>
            </a:pPr>
            <a:r>
              <a:t>D:/pasar_fix/node_modules/.bun/@noble+ciphers@0.6.0/node_modules/@noble/ciphers/crypto.js</a:t>
            </a:r>
          </a:p>
          <a:p>
            <a:pPr>
              <a:defRPr sz="1200"/>
            </a:pPr>
            <a:r>
              <a:t>D:/pasar_fix/node_modules/.bun/@noble+ciphers@0.6.0/node_modules/@noble/ciphers/crypto.js.map</a:t>
            </a:r>
          </a:p>
          <a:p>
            <a:pPr>
              <a:defRPr sz="1200"/>
            </a:pPr>
            <a:r>
              <a:t>D:/pasar_fix/node_modules/.bun/@noble+ciphers@0.6.0/node_modules/@noble/ciphers/cryptoNode.d.ts</a:t>
            </a:r>
          </a:p>
          <a:p>
            <a:pPr>
              <a:defRPr sz="1200"/>
            </a:pPr>
            <a:r>
              <a:t>D:/pasar_fix/node_modules/.bun/@noble+ciphers@0.6.0/node_modules/@noble/ciphers/cryptoNode.d.ts.map</a:t>
            </a:r>
          </a:p>
          <a:p>
            <a:pPr>
              <a:defRPr sz="1200"/>
            </a:pPr>
            <a:r>
              <a:t>D:/pasar_fix/node_modules/.bun/@noble+ciphers@0.6.0/node_modules/@noble/ciphers/cryptoNode.js</a:t>
            </a:r>
          </a:p>
          <a:p>
            <a:pPr>
              <a:defRPr sz="1200"/>
            </a:pPr>
            <a:r>
              <a:t>D:/pasar_fix/node_modules/.bun/@noble+ciphers@0.6.0/node_modules/@noble/ciphers/cryptoNode.js.map</a:t>
            </a:r>
          </a:p>
          <a:p>
            <a:pPr>
              <a:defRPr sz="1200"/>
            </a:pPr>
            <a:r>
              <a:t>D:/pasar_fix/node_modules/.bun/@noble+ciphers@0.6.0/node_modules/@noble/ciphers/ff1.d.ts</a:t>
            </a:r>
          </a:p>
          <a:p>
            <a:pPr>
              <a:defRPr sz="1200"/>
            </a:pPr>
            <a:r>
              <a:t>D:/pasar_fix/node_modules/.bun/@noble+ciphers@0.6.0/node_modules/@noble/ciphers/ff1.d.ts.map</a:t>
            </a:r>
          </a:p>
          <a:p>
            <a:pPr>
              <a:defRPr sz="1200"/>
            </a:pPr>
            <a:r>
              <a:t>D:/pasar_fix/node_modules/.bun/@noble+ciphers@0.6.0/node_modules/@noble/ciphers/ff1.js</a:t>
            </a:r>
          </a:p>
          <a:p>
            <a:pPr>
              <a:defRPr sz="1200"/>
            </a:pPr>
            <a:r>
              <a:t>D:/pasar_fix/node_modules/.bun/@noble+ciphers@0.6.0/node_modules/@noble/ciphers/ff1.js.map</a:t>
            </a:r>
          </a:p>
          <a:p>
            <a:pPr>
              <a:defRPr sz="1200"/>
            </a:pPr>
            <a:r>
              <a:t>D:/pasar_fix/node_modules/.bun/@noble+ciphers@0.6.0/node_modules/@noble/ciphers/index.d.ts</a:t>
            </a:r>
          </a:p>
          <a:p>
            <a:pPr>
              <a:defRPr sz="1200"/>
            </a:pPr>
            <a:r>
              <a:t>D:/pasar_fix/node_modules/.bun/@noble+ciphers@0.6.0/node_modules/@noble/ciphers/index.d.ts.map</a:t>
            </a:r>
          </a:p>
          <a:p>
            <a:pPr>
              <a:defRPr sz="1200"/>
            </a:pPr>
            <a:r>
              <a:t>D:/pasar_fix/node_modules/.bun/@noble+ciphers@0.6.0/node_modules/@noble/ciphers/index.js</a:t>
            </a:r>
          </a:p>
          <a:p>
            <a:pPr>
              <a:defRPr sz="1200"/>
            </a:pPr>
            <a:r>
              <a:t>D:/pasar_fix/node_modules/.bun/@noble+ciphers@0.6.0/node_modules/@noble/ciphers/index.js.map</a:t>
            </a:r>
          </a:p>
          <a:p>
            <a:pPr>
              <a:defRPr sz="1200"/>
            </a:pPr>
            <a:r>
              <a:t>D:/pasar_fix/node_modules/.bun/@noble+ciphers@0.6.0/node_modules/@noble/ciphers/LICENSE</a:t>
            </a:r>
          </a:p>
          <a:p>
            <a:pPr>
              <a:defRPr sz="1200"/>
            </a:pPr>
            <a:r>
              <a:t>D:/pasar_fix/node_modules/.bun/@noble+ciphers@0.6.0/node_modules/@noble/ciphers/package.json</a:t>
            </a:r>
          </a:p>
          <a:p>
            <a:pPr>
              <a:defRPr sz="1200"/>
            </a:pPr>
            <a:r>
              <a:t>D:/pasar_fix/node_modules/.bun/@noble+ciphers@0.6.0/node_modules/@noble/ciphers/README.md</a:t>
            </a:r>
          </a:p>
          <a:p>
            <a:pPr>
              <a:defRPr sz="1200"/>
            </a:pPr>
            <a:r>
              <a:t>D:/pasar_fix/node_modules/.bun/@noble+ciphers@0.6.0/node_modules/@noble/ciphers/salsa.d.ts</a:t>
            </a:r>
          </a:p>
          <a:p>
            <a:pPr>
              <a:defRPr sz="1200"/>
            </a:pPr>
            <a:r>
              <a:t>D:/pasar_fix/node_modules/.bun/@noble+ciphers@0.6.0/node_modules/@noble/ciphers/salsa.d.ts.map</a:t>
            </a:r>
          </a:p>
          <a:p>
            <a:pPr>
              <a:defRPr sz="1200"/>
            </a:pPr>
            <a:r>
              <a:t>D:/pasar_fix/node_modules/.bun/@noble+ciphers@0.6.0/node_modules/@noble/ciphers/salsa.js</a:t>
            </a:r>
          </a:p>
          <a:p>
            <a:pPr>
              <a:defRPr sz="1200"/>
            </a:pPr>
            <a:r>
              <a:t>D:/pasar_fix/node_modules/.bun/@noble+ciphers@0.6.0/node_modules/@noble/ciphers/salsa.js.map</a:t>
            </a:r>
          </a:p>
          <a:p>
            <a:pPr>
              <a:defRPr sz="1200"/>
            </a:pPr>
            <a:r>
              <a:t>D:/pasar_fix/node_modules/.bun/@noble+ciphers@0.6.0/node_modules/@noble/ciphers/utils.d.ts</a:t>
            </a:r>
          </a:p>
          <a:p>
            <a:pPr>
              <a:defRPr sz="1200"/>
            </a:pPr>
            <a:r>
              <a:t>D:/pasar_fix/node_modules/.bun/@noble+ciphers@0.6.0/node_modules/@noble/ciphers/utils.d.ts.map</a:t>
            </a:r>
          </a:p>
          <a:p>
            <a:pPr>
              <a:defRPr sz="1200"/>
            </a:pPr>
            <a:r>
              <a:t>D:/pasar_fix/node_modules/.bun/@noble+ciphers@0.6.0/node_modules/@noble/ciphers/utils.js</a:t>
            </a:r>
          </a:p>
          <a:p>
            <a:pPr>
              <a:defRPr sz="1200"/>
            </a:pPr>
            <a:r>
              <a:t>D:/pasar_fix/node_modules/.bun/@noble+ciphers@0.6.0/node_modules/@noble/ciphers/utils.js.map</a:t>
            </a:r>
          </a:p>
          <a:p>
            <a:pPr>
              <a:defRPr sz="1200"/>
            </a:pPr>
            <a:r>
              <a:t>D:/pasar_fix/node_modules/.bun/@noble+ciphers@0.6.0/node_modules/@noble/ciphers/webcrypto.d.ts</a:t>
            </a:r>
          </a:p>
          <a:p>
            <a:pPr>
              <a:defRPr sz="1200"/>
            </a:pPr>
            <a:r>
              <a:t>D:/pasar_fix/node_modules/.bun/@noble+ciphers@0.6.0/node_modules/@noble/ciphers/webcrypto.d.ts.map</a:t>
            </a:r>
          </a:p>
          <a:p>
            <a:pPr>
              <a:defRPr sz="1200"/>
            </a:pPr>
            <a:r>
              <a:t>D:/pasar_fix/node_modules/.bun/@noble+ciphers@0.6.0/node_modules/@noble/ciphers/webcrypto.js</a:t>
            </a:r>
          </a:p>
          <a:p>
            <a:pPr>
              <a:defRPr sz="1200"/>
            </a:pPr>
            <a:r>
              <a:t>D:/pasar_fix/node_modules/.bun/@noble+ciphers@0.6.0/node_modules/@noble/ciphers/webcrypto.js.map</a:t>
            </a:r>
          </a:p>
          <a:p>
            <a:pPr>
              <a:defRPr sz="1200"/>
            </a:pPr>
            <a:r>
              <a:t>D:/pasar_fix/node_modules/.bun/@noble+ciphers@0.6.0/node_modules/@noble/ciphers/_arx.d.ts</a:t>
            </a:r>
          </a:p>
          <a:p>
            <a:pPr>
              <a:defRPr sz="1200"/>
            </a:pPr>
            <a:r>
              <a:t>D:/pasar_fix/node_modules/.bun/@noble+ciphers@0.6.0/node_modules/@noble/ciphers/_arx.d.ts.map</a:t>
            </a:r>
          </a:p>
          <a:p>
            <a:pPr>
              <a:defRPr sz="1200"/>
            </a:pPr>
            <a:r>
              <a:t>D:/pasar_fix/node_modules/.bun/@noble+ciphers@0.6.0/node_modules/@noble/ciphers/_arx.js</a:t>
            </a:r>
          </a:p>
          <a:p>
            <a:pPr>
              <a:defRPr sz="1200"/>
            </a:pPr>
            <a:r>
              <a:t>D:/pasar_fix/node_modules/.bun/@noble+ciphers@0.6.0/node_modules/@noble/ciphers/_arx.js.map</a:t>
            </a:r>
          </a:p>
          <a:p>
            <a:pPr>
              <a:defRPr sz="1200"/>
            </a:pPr>
            <a:r>
              <a:t>D:/pasar_fix/node_modules/.bun/@noble+ciphers@0.6.0/node_modules/@noble/ciphers/_assert.d.ts</a:t>
            </a:r>
          </a:p>
          <a:p>
            <a:pPr>
              <a:defRPr sz="1200"/>
            </a:pPr>
            <a:r>
              <a:t>D:/pasar_fix/node_modules/.bun/@noble+ciphers@0.6.0/node_modules/@noble/ciphers/_assert.d.ts.map</a:t>
            </a:r>
          </a:p>
          <a:p>
            <a:pPr>
              <a:defRPr sz="1200"/>
            </a:pPr>
            <a:r>
              <a:t>D:/pasar_fix/node_modules/.bun/@noble+ciphers@0.6.0/node_modules/@noble/ciphers/_assert.js</a:t>
            </a:r>
          </a:p>
          <a:p>
            <a:pPr>
              <a:defRPr sz="1200"/>
            </a:pPr>
            <a:r>
              <a:t>D:/pasar_fix/node_modules/.bun/@noble+ciphers@0.6.0/node_modules/@noble/ciphers/_assert.js.map</a:t>
            </a:r>
          </a:p>
          <a:p>
            <a:pPr>
              <a:defRPr sz="1200"/>
            </a:pPr>
            <a:r>
              <a:t>D:/pasar_fix/node_modules/.bun/@noble+ciphers@0.6.0/node_modules/@noble/ciphers/_micro.d.ts</a:t>
            </a:r>
          </a:p>
          <a:p>
            <a:pPr>
              <a:defRPr sz="1200"/>
            </a:pPr>
            <a:r>
              <a:t>D:/pasar_fix/node_modules/.bun/@noble+ciphers@0.6.0/node_modules/@noble/ciphers/_micro.d.ts.map</a:t>
            </a:r>
          </a:p>
          <a:p>
            <a:pPr>
              <a:defRPr sz="1200"/>
            </a:pPr>
            <a:r>
              <a:t>D:/pasar_fix/node_modules/.bun/@noble+ciphers@0.6.0/node_modules/@noble/ciphers/_micro.js</a:t>
            </a:r>
          </a:p>
          <a:p>
            <a:pPr>
              <a:defRPr sz="1200"/>
            </a:pPr>
            <a:r>
              <a:t>D:/pasar_fix/node_modules/.bun/@noble+ciphers@0.6.0/node_modules/@noble/ciphers/_micro.js.map</a:t>
            </a:r>
          </a:p>
          <a:p>
            <a:pPr>
              <a:defRPr sz="1200"/>
            </a:pPr>
            <a:r>
              <a:t>D:/pasar_fix/node_modules/.bun/@noble+ciphers@0.6.0/node_modules/@noble/ciphers/_poly1305.d.ts</a:t>
            </a:r>
          </a:p>
          <a:p>
            <a:pPr>
              <a:defRPr sz="1200"/>
            </a:pPr>
            <a:r>
              <a:t>D:/pasar_fix/node_modules/.bun/@noble+ciphers@0.6.0/node_modules/@noble/ciphers/_poly1305.d.ts.map</a:t>
            </a:r>
          </a:p>
          <a:p>
            <a:pPr>
              <a:defRPr sz="1200"/>
            </a:pPr>
            <a:r>
              <a:t>D:/pasar_fix/node_modules/.bun/@noble+ciphers@0.6.0/node_modules/@noble/ciphers/_poly1305.js</a:t>
            </a:r>
          </a:p>
          <a:p>
            <a:pPr>
              <a:defRPr sz="1200"/>
            </a:pPr>
            <a:r>
              <a:t>D:/pasar_fix/node_modules/.bun/@noble+ciphers@0.6.0/node_modules/@noble/ciphers/_poly1305.js.map</a:t>
            </a:r>
          </a:p>
          <a:p>
            <a:pPr>
              <a:defRPr sz="1200"/>
            </a:pPr>
            <a:r>
              <a:t>D:/pasar_fix/node_modules/.bun/@noble+ciphers@0.6.0/node_modules/@noble/ciphers/_polyval.d.ts</a:t>
            </a:r>
          </a:p>
          <a:p>
            <a:pPr>
              <a:defRPr sz="1200"/>
            </a:pPr>
            <a:r>
              <a:t>D:/pasar_fix/node_modules/.bun/@noble+ciphers@0.6.0/node_modules/@noble/ciphers/_polyval.d.ts.map</a:t>
            </a:r>
          </a:p>
          <a:p>
            <a:pPr>
              <a:defRPr sz="1200"/>
            </a:pPr>
            <a:r>
              <a:t>D:/pasar_fix/node_modules/.bun/@noble+ciphers@0.6.0/node_modules/@noble/ciphers/_polyval.js</a:t>
            </a:r>
          </a:p>
          <a:p>
            <a:pPr>
              <a:defRPr sz="1200"/>
            </a:pPr>
            <a:r>
              <a:t>D:/pasar_fix/node_modules/.bun/@noble+ciphers@0.6.0/node_modules/@noble/ciphers/_polyval.js.map</a:t>
            </a:r>
          </a:p>
          <a:p>
            <a:pPr>
              <a:defRPr sz="1200"/>
            </a:pPr>
            <a:r>
              <a:t>D:/pasar_fix/node_modules/.bun/@noble+ciphers@0.6.0/node_modules/@noble/ciphers/esm/aes.d.ts</a:t>
            </a:r>
          </a:p>
          <a:p>
            <a:pPr>
              <a:defRPr sz="1200"/>
            </a:pPr>
            <a:r>
              <a:t>D:/pasar_fix/node_modules/.bun/@noble+ciphers@0.6.0/node_modules/@noble/ciphers/esm/aes.d.ts.map</a:t>
            </a:r>
          </a:p>
          <a:p>
            <a:pPr>
              <a:defRPr sz="1200"/>
            </a:pPr>
            <a:r>
              <a:t>D:/pasar_fix/node_modules/.bun/@noble+ciphers@0.6.0/node_modules/@noble/ciphers/esm/aes.js</a:t>
            </a:r>
          </a:p>
          <a:p>
            <a:pPr>
              <a:defRPr sz="1200"/>
            </a:pPr>
            <a:r>
              <a:t>D:/pasar_fix/node_modules/.bun/@noble+ciphers@0.6.0/node_modules/@noble/ciphers/esm/aes.js.map</a:t>
            </a:r>
          </a:p>
          <a:p>
            <a:pPr>
              <a:defRPr sz="1200"/>
            </a:pPr>
            <a:r>
              <a:t>D:/pasar_fix/node_modules/.bun/@noble+ciphers@0.6.0/node_modules/@noble/ciphers/esm/chacha.d.ts</a:t>
            </a:r>
          </a:p>
          <a:p>
            <a:pPr>
              <a:defRPr sz="1200"/>
            </a:pPr>
            <a:r>
              <a:t>D:/pasar_fix/node_modules/.bun/@noble+ciphers@0.6.0/node_modules/@noble/ciphers/esm/chacha.d.ts.map</a:t>
            </a:r>
          </a:p>
          <a:p>
            <a:pPr>
              <a:defRPr sz="1200"/>
            </a:pPr>
            <a:r>
              <a:t>D:/pasar_fix/node_modules/.bun/@noble+ciphers@0.6.0/node_modules/@noble/ciphers/esm/chacha.js</a:t>
            </a:r>
          </a:p>
          <a:p>
            <a:pPr>
              <a:defRPr sz="1200"/>
            </a:pPr>
            <a:r>
              <a:t>D:/pasar_fix/node_modules/.bun/@noble+ciphers@0.6.0/node_modules/@noble/ciphers/esm/chacha.js.map</a:t>
            </a:r>
          </a:p>
          <a:p>
            <a:pPr>
              <a:defRPr sz="1200"/>
            </a:pPr>
            <a:r>
              <a:t>D:/pasar_fix/node_modules/.bun/@noble+ciphers@0.6.0/node_modules/@noble/ciphers/esm/crypto.d.ts</a:t>
            </a:r>
          </a:p>
          <a:p>
            <a:pPr>
              <a:defRPr sz="1200"/>
            </a:pPr>
            <a:r>
              <a:t>D:/pasar_fix/node_modules/.bun/@noble+ciphers@0.6.0/node_modules/@noble/ciphers/esm/crypto.d.ts.map</a:t>
            </a:r>
          </a:p>
          <a:p>
            <a:pPr>
              <a:defRPr sz="1200"/>
            </a:pPr>
            <a:r>
              <a:t>D:/pasar_fix/node_modules/.bun/@noble+ciphers@0.6.0/node_modules/@noble/ciphers/esm/crypto.js</a:t>
            </a:r>
          </a:p>
          <a:p>
            <a:pPr>
              <a:defRPr sz="1200"/>
            </a:pPr>
            <a:r>
              <a:t>D:/pasar_fix/node_modules/.bun/@noble+ciphers@0.6.0/node_modules/@noble/ciphers/esm/crypto.js.map</a:t>
            </a:r>
          </a:p>
          <a:p>
            <a:pPr>
              <a:defRPr sz="1200"/>
            </a:pPr>
            <a:r>
              <a:t>D:/pasar_fix/node_modules/.bun/@noble+ciphers@0.6.0/node_modules/@noble/ciphers/esm/cryptoNode.d.ts</a:t>
            </a:r>
          </a:p>
          <a:p>
            <a:pPr>
              <a:defRPr sz="1200"/>
            </a:pPr>
            <a:r>
              <a:t>D:/pasar_fix/node_modules/.bun/@noble+ciphers@0.6.0/node_modules/@noble/ciphers/esm/cryptoNode.d.ts.map</a:t>
            </a:r>
          </a:p>
          <a:p>
            <a:pPr>
              <a:defRPr sz="1200"/>
            </a:pPr>
            <a:r>
              <a:t>D:/pasar_fix/node_modules/.bun/@noble+ciphers@0.6.0/node_modules/@noble/ciphers/esm/cryptoNode.js</a:t>
            </a:r>
          </a:p>
          <a:p>
            <a:pPr>
              <a:defRPr sz="1200"/>
            </a:pPr>
            <a:r>
              <a:t>D:/pasar_fix/node_modules/.bun/@noble+ciphers@0.6.0/node_modules/@noble/ciphers/esm/cryptoNode.js.map</a:t>
            </a:r>
          </a:p>
          <a:p>
            <a:pPr>
              <a:defRPr sz="1200"/>
            </a:pPr>
            <a:r>
              <a:t>D:/pasar_fix/node_modules/.bun/@noble+ciphers@0.6.0/node_modules/@noble/ciphers/esm/ff1.d.ts</a:t>
            </a:r>
          </a:p>
          <a:p>
            <a:pPr>
              <a:defRPr sz="1200"/>
            </a:pPr>
            <a:r>
              <a:t>D:/pasar_fix/node_modules/.bun/@noble+ciphers@0.6.0/node_modules/@noble/ciphers/esm/ff1.d.ts.map</a:t>
            </a:r>
          </a:p>
          <a:p>
            <a:pPr>
              <a:defRPr sz="1200"/>
            </a:pPr>
            <a:r>
              <a:t>D:/pasar_fix/node_modules/.bun/@noble+ciphers@0.6.0/node_modules/@noble/ciphers/esm/ff1.js</a:t>
            </a:r>
          </a:p>
          <a:p>
            <a:pPr>
              <a:defRPr sz="1200"/>
            </a:pPr>
            <a:r>
              <a:t>D:/pasar_fix/node_modules/.bun/@noble+ciphers@0.6.0/node_modules/@noble/ciphers/esm/ff1.js.map</a:t>
            </a:r>
          </a:p>
          <a:p>
            <a:pPr>
              <a:defRPr sz="1200"/>
            </a:pPr>
            <a:r>
              <a:t>D:/pasar_fix/node_modules/.bun/@noble+ciphers@0.6.0/node_modules/@noble/ciphers/esm/index.d.ts</a:t>
            </a:r>
          </a:p>
          <a:p>
            <a:pPr>
              <a:defRPr sz="1200"/>
            </a:pPr>
            <a:r>
              <a:t>D:/pasar_fix/node_modules/.bun/@noble+ciphers@0.6.0/node_modules/@noble/ciphers/esm/index.d.ts.map</a:t>
            </a:r>
          </a:p>
          <a:p>
            <a:pPr>
              <a:defRPr sz="1200"/>
            </a:pPr>
            <a:r>
              <a:t>D:/pasar_fix/node_modules/.bun/@noble+ciphers@0.6.0/node_modules/@noble/ciphers/esm/index.js</a:t>
            </a:r>
          </a:p>
          <a:p>
            <a:pPr>
              <a:defRPr sz="1200"/>
            </a:pPr>
            <a:r>
              <a:t>D:/pasar_fix/node_modules/.bun/@noble+ciphers@0.6.0/node_modules/@noble/ciphers/esm/index.js.map</a:t>
            </a:r>
          </a:p>
          <a:p>
            <a:pPr>
              <a:defRPr sz="1200"/>
            </a:pPr>
            <a:r>
              <a:t>D:/pasar_fix/node_modules/.bun/@noble+ciphers@0.6.0/node_modules/@noble/ciphers/esm/package.json</a:t>
            </a:r>
          </a:p>
          <a:p>
            <a:pPr>
              <a:defRPr sz="1200"/>
            </a:pPr>
            <a:r>
              <a:t>D:/pasar_fix/node_modules/.bun/@noble+ciphers@0.6.0/node_modules/@noble/ciphers/esm/salsa.d.ts</a:t>
            </a:r>
          </a:p>
          <a:p>
            <a:pPr>
              <a:defRPr sz="1200"/>
            </a:pPr>
            <a:r>
              <a:t>D:/pasar_fix/node_modules/.bun/@noble+ciphers@0.6.0/node_modules/@noble/ciphers/esm/salsa.d.ts.map</a:t>
            </a:r>
          </a:p>
          <a:p>
            <a:pPr>
              <a:defRPr sz="1200"/>
            </a:pPr>
            <a:r>
              <a:t>D:/pasar_fix/node_modules/.bun/@noble+ciphers@0.6.0/node_modules/@noble/ciphers/esm/salsa.js</a:t>
            </a:r>
          </a:p>
          <a:p>
            <a:pPr>
              <a:defRPr sz="1200"/>
            </a:pPr>
            <a:r>
              <a:t>D:/pasar_fix/node_modules/.bun/@noble+ciphers@0.6.0/node_modules/@noble/ciphers/esm/salsa.js.map</a:t>
            </a:r>
          </a:p>
          <a:p>
            <a:pPr>
              <a:defRPr sz="1200"/>
            </a:pPr>
            <a:r>
              <a:t>D:/pasar_fix/node_modules/.bun/@noble+ciphers@0.6.0/node_modules/@noble/ciphers/esm/utils.d.ts</a:t>
            </a:r>
          </a:p>
          <a:p>
            <a:pPr>
              <a:defRPr sz="1200"/>
            </a:pPr>
            <a:r>
              <a:t>D:/pasar_fix/node_modules/.bun/@noble+ciphers@0.6.0/node_modules/@noble/ciphers/esm/utils.d.ts.map</a:t>
            </a:r>
          </a:p>
          <a:p>
            <a:pPr>
              <a:defRPr sz="1200"/>
            </a:pPr>
            <a:r>
              <a:t>D:/pasar_fix/node_modules/.bun/@noble+ciphers@0.6.0/node_modules/@noble/ciphers/esm/utils.js</a:t>
            </a:r>
          </a:p>
          <a:p>
            <a:pPr>
              <a:defRPr sz="1200"/>
            </a:pPr>
            <a:r>
              <a:t>D:/pasar_fix/node_modules/.bun/@noble+ciphers@0.6.0/node_modules/@noble/ciphers/esm/utils.js.map</a:t>
            </a:r>
          </a:p>
          <a:p>
            <a:pPr>
              <a:defRPr sz="1200"/>
            </a:pPr>
            <a:r>
              <a:t>D:/pasar_fix/node_modules/.bun/@noble+ciphers@0.6.0/node_modules/@noble/ciphers/esm/webcrypto.d.ts</a:t>
            </a:r>
          </a:p>
          <a:p>
            <a:pPr>
              <a:defRPr sz="1200"/>
            </a:pPr>
            <a:r>
              <a:t>D:/pasar_fix/node_modules/.bun/@noble+ciphers@0.6.0/node_modules/@noble/ciphers/esm/webcrypto.d.ts.map</a:t>
            </a:r>
          </a:p>
          <a:p>
            <a:pPr>
              <a:defRPr sz="1200"/>
            </a:pPr>
            <a:r>
              <a:t>D:/pasar_fix/node_modules/.bun/@noble+ciphers@0.6.0/node_modules/@noble/ciphers/esm/webcrypto.js</a:t>
            </a:r>
          </a:p>
          <a:p>
            <a:pPr>
              <a:defRPr sz="1200"/>
            </a:pPr>
            <a:r>
              <a:t>D:/pasar_fix/node_modules/.bun/@noble+ciphers@0.6.0/node_modules/@noble/ciphers/esm/webcrypto.js.map</a:t>
            </a:r>
          </a:p>
          <a:p>
            <a:pPr>
              <a:defRPr sz="1200"/>
            </a:pPr>
            <a:r>
              <a:t>D:/pasar_fix/node_modules/.bun/@noble+ciphers@0.6.0/node_modules/@noble/ciphers/esm/_arx.d.ts</a:t>
            </a:r>
          </a:p>
          <a:p>
            <a:pPr>
              <a:defRPr sz="1200"/>
            </a:pPr>
            <a:r>
              <a:t>D:/pasar_fix/node_modules/.bun/@noble+ciphers@0.6.0/node_modules/@noble/ciphers/esm/_arx.d.ts.map</a:t>
            </a:r>
          </a:p>
          <a:p>
            <a:pPr>
              <a:defRPr sz="1200"/>
            </a:pPr>
            <a:r>
              <a:t>D:/pasar_fix/node_modules/.bun/@noble+ciphers@0.6.0/node_modules/@noble/ciphers/esm/_arx.js</a:t>
            </a:r>
          </a:p>
          <a:p>
            <a:pPr>
              <a:defRPr sz="1200"/>
            </a:pPr>
            <a:r>
              <a:t>D:/pasar_fix/node_modules/.bun/@noble+ciphers@0.6.0/node_modules/@noble/ciphers/esm/_arx.js.map</a:t>
            </a:r>
          </a:p>
          <a:p>
            <a:pPr>
              <a:defRPr sz="1200"/>
            </a:pPr>
            <a:r>
              <a:t>D:/pasar_fix/node_modules/.bun/@noble+ciphers@0.6.0/node_modules/@noble/ciphers/esm/_assert.d.ts</a:t>
            </a:r>
          </a:p>
          <a:p>
            <a:pPr>
              <a:defRPr sz="1200"/>
            </a:pPr>
            <a:r>
              <a:t>D:/pasar_fix/node_modules/.bun/@noble+ciphers@0.6.0/node_modules/@noble/ciphers/esm/_assert.d.ts.map</a:t>
            </a:r>
          </a:p>
          <a:p>
            <a:pPr>
              <a:defRPr sz="1200"/>
            </a:pPr>
            <a:r>
              <a:t>D:/pasar_fix/node_modules/.bun/@noble+ciphers@0.6.0/node_modules/@noble/ciphers/esm/_assert.js</a:t>
            </a:r>
          </a:p>
          <a:p>
            <a:pPr>
              <a:defRPr sz="1200"/>
            </a:pPr>
            <a:r>
              <a:t>D:/pasar_fix/node_modules/.bun/@noble+ciphers@0.6.0/node_modules/@noble/ciphers/esm/_assert.js.map</a:t>
            </a:r>
          </a:p>
          <a:p>
            <a:pPr>
              <a:defRPr sz="1200"/>
            </a:pPr>
            <a:r>
              <a:t>D:/pasar_fix/node_modules/.bun/@noble+ciphers@0.6.0/node_modules/@noble/ciphers/esm/_micro.d.ts</a:t>
            </a:r>
          </a:p>
          <a:p>
            <a:pPr>
              <a:defRPr sz="1200"/>
            </a:pPr>
            <a:r>
              <a:t>D:/pasar_fix/node_modules/.bun/@noble+ciphers@0.6.0/node_modules/@noble/ciphers/esm/_micro.d.ts.map</a:t>
            </a:r>
          </a:p>
          <a:p>
            <a:pPr>
              <a:defRPr sz="1200"/>
            </a:pPr>
            <a:r>
              <a:t>D:/pasar_fix/node_modules/.bun/@noble+ciphers@0.6.0/node_modules/@noble/ciphers/esm/_micro.js</a:t>
            </a:r>
          </a:p>
          <a:p>
            <a:pPr>
              <a:defRPr sz="1200"/>
            </a:pPr>
            <a:r>
              <a:t>D:/pasar_fix/node_modules/.bun/@noble+ciphers@0.6.0/node_modules/@noble/ciphers/esm/_micro.js.map</a:t>
            </a:r>
          </a:p>
          <a:p>
            <a:pPr>
              <a:defRPr sz="1200"/>
            </a:pPr>
            <a:r>
              <a:t>D:/pasar_fix/node_modules/.bun/@noble+ciphers@0.6.0/node_modules/@noble/ciphers/esm/_poly1305.d.ts</a:t>
            </a:r>
          </a:p>
          <a:p>
            <a:pPr>
              <a:defRPr sz="1200"/>
            </a:pPr>
            <a:r>
              <a:t>D:/pasar_fix/node_modules/.bun/@noble+ciphers@0.6.0/node_modules/@noble/ciphers/esm/_poly1305.d.ts.map</a:t>
            </a:r>
          </a:p>
          <a:p>
            <a:pPr>
              <a:defRPr sz="1200"/>
            </a:pPr>
            <a:r>
              <a:t>D:/pasar_fix/node_modules/.bun/@noble+ciphers@0.6.0/node_modules/@noble/ciphers/esm/_poly1305.js</a:t>
            </a:r>
          </a:p>
          <a:p>
            <a:pPr>
              <a:defRPr sz="1200"/>
            </a:pPr>
            <a:r>
              <a:t>D:/pasar_fix/node_modules/.bun/@noble+ciphers@0.6.0/node_modules/@noble/ciphers/esm/_poly1305.js.map</a:t>
            </a:r>
          </a:p>
          <a:p>
            <a:pPr>
              <a:defRPr sz="1200"/>
            </a:pPr>
            <a:r>
              <a:t>D:/pasar_fix/node_modules/.bun/@noble+ciphers@0.6.0/node_modules/@noble/ciphers/esm/_polyval.d.ts</a:t>
            </a:r>
          </a:p>
          <a:p>
            <a:pPr>
              <a:defRPr sz="1200"/>
            </a:pPr>
            <a:r>
              <a:t>D:/pasar_fix/node_modules/.bun/@noble+ciphers@0.6.0/node_modules/@noble/ciphers/esm/_polyval.d.ts.map</a:t>
            </a:r>
          </a:p>
          <a:p>
            <a:pPr>
              <a:defRPr sz="1200"/>
            </a:pPr>
            <a:r>
              <a:t>D:/pasar_fix/node_modules/.bun/@noble+ciphers@0.6.0/node_modules/@noble/ciphers/esm/_polyval.js</a:t>
            </a:r>
          </a:p>
          <a:p>
            <a:pPr>
              <a:defRPr sz="1200"/>
            </a:pPr>
            <a:r>
              <a:t>D:/pasar_fix/node_modules/.bun/@noble+ciphers@0.6.0/node_modules/@noble/ciphers/esm/_polyval.js.map</a:t>
            </a:r>
          </a:p>
          <a:p>
            <a:pPr>
              <a:defRPr sz="1200"/>
            </a:pPr>
            <a:r>
              <a:t>D:/pasar_fix/node_modules/.bun/@noble+ciphers@0.6.0/node_modules/@noble/ciphers/src/aes.ts</a:t>
            </a:r>
          </a:p>
          <a:p>
            <a:pPr>
              <a:defRPr sz="1200"/>
            </a:pPr>
            <a:r>
              <a:t>D:/pasar_fix/node_modules/.bun/@noble+ciphers@0.6.0/node_modules/@noble/ciphers/src/chacha.ts</a:t>
            </a:r>
          </a:p>
          <a:p>
            <a:pPr>
              <a:defRPr sz="1200"/>
            </a:pPr>
            <a:r>
              <a:t>D:/pasar_fix/node_modules/.bun/@noble+ciphers@0.6.0/node_modules/@noble/ciphers/src/crypto.ts</a:t>
            </a:r>
          </a:p>
          <a:p>
            <a:pPr>
              <a:defRPr sz="1200"/>
            </a:pPr>
            <a:r>
              <a:t>D:/pasar_fix/node_modules/.bun/@noble+ciphers@0.6.0/node_modules/@noble/ciphers/src/cryptoNode.ts</a:t>
            </a:r>
          </a:p>
          <a:p>
            <a:pPr>
              <a:defRPr sz="1200"/>
            </a:pPr>
            <a:r>
              <a:t>D:/pasar_fix/node_modules/.bun/@noble+ciphers@0.6.0/node_modules/@noble/ciphers/src/ff1.ts</a:t>
            </a:r>
          </a:p>
          <a:p>
            <a:pPr>
              <a:defRPr sz="1200"/>
            </a:pPr>
            <a:r>
              <a:t>D:/pasar_fix/node_modules/.bun/@noble+ciphers@0.6.0/node_modules/@noble/ciphers/src/index.ts</a:t>
            </a:r>
          </a:p>
          <a:p>
            <a:pPr>
              <a:defRPr sz="1200"/>
            </a:pPr>
            <a:r>
              <a:t>D:/pasar_fix/node_modules/.bun/@noble+ciphers@0.6.0/node_modules/@noble/ciphers/src/package.json</a:t>
            </a:r>
          </a:p>
          <a:p>
            <a:pPr>
              <a:defRPr sz="1200"/>
            </a:pPr>
            <a:r>
              <a:t>D:/pasar_fix/node_modules/.bun/@noble+ciphers@0.6.0/node_modules/@noble/ciphers/src/salsa.ts</a:t>
            </a:r>
          </a:p>
          <a:p>
            <a:pPr>
              <a:defRPr sz="1200"/>
            </a:pPr>
            <a:r>
              <a:t>D:/pasar_fix/node_modules/.bun/@noble+ciphers@0.6.0/node_modules/@noble/ciphers/src/utils.ts</a:t>
            </a:r>
          </a:p>
          <a:p>
            <a:pPr>
              <a:defRPr sz="1200"/>
            </a:pPr>
            <a:r>
              <a:t>D:/pasar_fix/node_modules/.bun/@noble+ciphers@0.6.0/node_modules/@noble/ciphers/src/webcrypto.ts</a:t>
            </a:r>
          </a:p>
          <a:p>
            <a:pPr>
              <a:defRPr sz="1200"/>
            </a:pPr>
            <a:r>
              <a:t>D:/pasar_fix/node_modules/.bun/@noble+ciphers@0.6.0/node_modules/@noble/ciphers/src/_arx.ts</a:t>
            </a:r>
          </a:p>
          <a:p>
            <a:pPr>
              <a:defRPr sz="1200"/>
            </a:pPr>
            <a:r>
              <a:t>D:/pasar_fix/node_modules/.bun/@noble+ciphers@0.6.0/node_modules/@noble/ciphers/src/_assert.ts</a:t>
            </a:r>
          </a:p>
          <a:p>
            <a:pPr>
              <a:defRPr sz="1200"/>
            </a:pPr>
            <a:r>
              <a:t>D:/pasar_fix/node_modules/.bun/@noble+ciphers@0.6.0/node_modules/@noble/ciphers/src/_micro.ts</a:t>
            </a:r>
          </a:p>
          <a:p>
            <a:pPr>
              <a:defRPr sz="1200"/>
            </a:pPr>
            <a:r>
              <a:t>D:/pasar_fix/node_modules/.bun/@noble+ciphers@0.6.0/node_modules/@noble/ciphers/src/_poly1305.ts</a:t>
            </a:r>
          </a:p>
          <a:p>
            <a:pPr>
              <a:defRPr sz="1200"/>
            </a:pPr>
            <a:r>
              <a:t>D:/pasar_fix/node_modules/.bun/@noble+ciphers@0.6.0/node_modules/@noble/ciphers/src/_polyval.ts</a:t>
            </a:r>
          </a:p>
          <a:p>
            <a:pPr>
              <a:defRPr sz="1200"/>
            </a:pPr>
            <a:r>
              <a:t>D:/pasar_fix/node_modules/.bun/@noble+hashes@1.8.0/node_modules/@noble/hashes/argon2.d.ts</a:t>
            </a:r>
          </a:p>
          <a:p>
            <a:pPr>
              <a:defRPr sz="1200"/>
            </a:pPr>
            <a:r>
              <a:t>D:/pasar_fix/node_modules/.bun/@noble+hashes@1.8.0/node_modules/@noble/hashes/argon2.d.ts.map</a:t>
            </a:r>
          </a:p>
          <a:p>
            <a:pPr>
              <a:defRPr sz="1200"/>
            </a:pPr>
            <a:r>
              <a:t>D:/pasar_fix/node_modules/.bun/@noble+hashes@1.8.0/node_modules/@noble/hashes/argon2.js</a:t>
            </a:r>
          </a:p>
          <a:p>
            <a:pPr>
              <a:defRPr sz="1200"/>
            </a:pPr>
            <a:r>
              <a:t>D:/pasar_fix/node_modules/.bun/@noble+hashes@1.8.0/node_modules/@noble/hashes/argon2.js.map</a:t>
            </a:r>
          </a:p>
          <a:p>
            <a:pPr>
              <a:defRPr sz="1200"/>
            </a:pPr>
            <a:r>
              <a:t>D:/pasar_fix/node_modules/.bun/@noble+hashes@1.8.0/node_modules/@noble/hashes/blake1.d.ts</a:t>
            </a:r>
          </a:p>
          <a:p>
            <a:pPr>
              <a:defRPr sz="1200"/>
            </a:pPr>
            <a:r>
              <a:t>D:/pasar_fix/node_modules/.bun/@noble+hashes@1.8.0/node_modules/@noble/hashes/blake1.d.ts.map</a:t>
            </a:r>
          </a:p>
          <a:p>
            <a:pPr>
              <a:defRPr sz="1200"/>
            </a:pPr>
            <a:r>
              <a:t>D:/pasar_fix/node_modules/.bun/@noble+hashes@1.8.0/node_modules/@noble/hashes/blake1.js</a:t>
            </a:r>
          </a:p>
          <a:p>
            <a:pPr>
              <a:defRPr sz="1200"/>
            </a:pPr>
            <a:r>
              <a:t>D:/pasar_fix/node_modules/.bun/@noble+hashes@1.8.0/node_modules/@noble/hashes/blake1.js.map</a:t>
            </a:r>
          </a:p>
          <a:p>
            <a:pPr>
              <a:defRPr sz="1200"/>
            </a:pPr>
            <a:r>
              <a:t>D:/pasar_fix/node_modules/.bun/@noble+hashes@1.8.0/node_modules/@noble/hashes/blake2.d.ts</a:t>
            </a:r>
          </a:p>
          <a:p>
            <a:pPr>
              <a:defRPr sz="1200"/>
            </a:pPr>
            <a:r>
              <a:t>D:/pasar_fix/node_modules/.bun/@noble+hashes@1.8.0/node_modules/@noble/hashes/blake2.d.ts.map</a:t>
            </a:r>
          </a:p>
          <a:p>
            <a:pPr>
              <a:defRPr sz="1200"/>
            </a:pPr>
            <a:r>
              <a:t>D:/pasar_fix/node_modules/.bun/@noble+hashes@1.8.0/node_modules/@noble/hashes/blake2.js</a:t>
            </a:r>
          </a:p>
          <a:p>
            <a:pPr>
              <a:defRPr sz="1200"/>
            </a:pPr>
            <a:r>
              <a:t>D:/pasar_fix/node_modules/.bun/@noble+hashes@1.8.0/node_modules/@noble/hashes/blake2.js.map</a:t>
            </a:r>
          </a:p>
          <a:p>
            <a:pPr>
              <a:defRPr sz="1200"/>
            </a:pPr>
            <a:r>
              <a:t>D:/pasar_fix/node_modules/.bun/@noble+hashes@1.8.0/node_modules/@noble/hashes/blake2b.d.ts</a:t>
            </a:r>
          </a:p>
          <a:p>
            <a:pPr>
              <a:defRPr sz="1200"/>
            </a:pPr>
            <a:r>
              <a:t>D:/pasar_fix/node_modules/.bun/@noble+hashes@1.8.0/node_modules/@noble/hashes/blake2b.d.ts.map</a:t>
            </a:r>
          </a:p>
          <a:p>
            <a:pPr>
              <a:defRPr sz="1200"/>
            </a:pPr>
            <a:r>
              <a:t>D:/pasar_fix/node_modules/.bun/@noble+hashes@1.8.0/node_modules/@noble/hashes/blake2b.js</a:t>
            </a:r>
          </a:p>
          <a:p>
            <a:pPr>
              <a:defRPr sz="1200"/>
            </a:pPr>
            <a:r>
              <a:t>D:/pasar_fix/node_modules/.bun/@noble+hashes@1.8.0/node_modules/@noble/hashes/blake2b.js.map</a:t>
            </a:r>
          </a:p>
          <a:p>
            <a:pPr>
              <a:defRPr sz="1200"/>
            </a:pPr>
            <a:r>
              <a:t>D:/pasar_fix/node_modules/.bun/@noble+hashes@1.8.0/node_modules/@noble/hashes/blake2s.d.ts</a:t>
            </a:r>
          </a:p>
          <a:p>
            <a:pPr>
              <a:defRPr sz="1200"/>
            </a:pPr>
            <a:r>
              <a:t>D:/pasar_fix/node_modules/.bun/@noble+hashes@1.8.0/node_modules/@noble/hashes/blake2s.d.ts.map</a:t>
            </a:r>
          </a:p>
          <a:p>
            <a:pPr>
              <a:defRPr sz="1200"/>
            </a:pPr>
            <a:r>
              <a:t>D:/pasar_fix/node_modules/.bun/@noble+hashes@1.8.0/node_modules/@noble/hashes/blake2s.js</a:t>
            </a:r>
          </a:p>
          <a:p>
            <a:pPr>
              <a:defRPr sz="1200"/>
            </a:pPr>
            <a:r>
              <a:t>D:/pasar_fix/node_modules/.bun/@noble+hashes@1.8.0/node_modules/@noble/hashes/blake2s.js.map</a:t>
            </a:r>
          </a:p>
          <a:p>
            <a:pPr>
              <a:defRPr sz="1200"/>
            </a:pPr>
            <a:r>
              <a:t>D:/pasar_fix/node_modules/.bun/@noble+hashes@1.8.0/node_modules/@noble/hashes/blake3.d.ts</a:t>
            </a:r>
          </a:p>
          <a:p>
            <a:pPr>
              <a:defRPr sz="1200"/>
            </a:pPr>
            <a:r>
              <a:t>D:/pasar_fix/node_modules/.bun/@noble+hashes@1.8.0/node_modules/@noble/hashes/blake3.d.ts.map</a:t>
            </a:r>
          </a:p>
          <a:p>
            <a:pPr>
              <a:defRPr sz="1200"/>
            </a:pPr>
            <a:r>
              <a:t>D:/pasar_fix/node_modules/.bun/@noble+hashes@1.8.0/node_modules/@noble/hashes/blake3.js</a:t>
            </a:r>
          </a:p>
          <a:p>
            <a:pPr>
              <a:defRPr sz="1200"/>
            </a:pPr>
            <a:r>
              <a:t>D:/pasar_fix/node_modules/.bun/@noble+hashes@1.8.0/node_modules/@noble/hashes/blake3.js.map</a:t>
            </a:r>
          </a:p>
          <a:p>
            <a:pPr>
              <a:defRPr sz="1200"/>
            </a:pPr>
            <a:r>
              <a:t>D:/pasar_fix/node_modules/.bun/@noble+hashes@1.8.0/node_modules/@noble/hashes/crypto.d.ts</a:t>
            </a:r>
          </a:p>
          <a:p>
            <a:pPr>
              <a:defRPr sz="1200"/>
            </a:pPr>
            <a:r>
              <a:t>D:/pasar_fix/node_modules/.bun/@noble+hashes@1.8.0/node_modules/@noble/hashes/crypto.d.ts.map</a:t>
            </a:r>
          </a:p>
          <a:p>
            <a:pPr>
              <a:defRPr sz="1200"/>
            </a:pPr>
            <a:r>
              <a:t>D:/pasar_fix/node_modules/.bun/@noble+hashes@1.8.0/node_modules/@noble/hashes/crypto.js</a:t>
            </a:r>
          </a:p>
          <a:p>
            <a:pPr>
              <a:defRPr sz="1200"/>
            </a:pPr>
            <a:r>
              <a:t>D:/pasar_fix/node_modules/.bun/@noble+hashes@1.8.0/node_modules/@noble/hashes/crypto.js.map</a:t>
            </a:r>
          </a:p>
          <a:p>
            <a:pPr>
              <a:defRPr sz="1200"/>
            </a:pPr>
            <a:r>
              <a:t>D:/pasar_fix/node_modules/.bun/@noble+hashes@1.8.0/node_modules/@noble/hashes/cryptoNode.d.ts</a:t>
            </a:r>
          </a:p>
          <a:p>
            <a:pPr>
              <a:defRPr sz="1200"/>
            </a:pPr>
            <a:r>
              <a:t>D:/pasar_fix/node_modules/.bun/@noble+hashes@1.8.0/node_modules/@noble/hashes/cryptoNode.d.ts.map</a:t>
            </a:r>
          </a:p>
          <a:p>
            <a:pPr>
              <a:defRPr sz="1200"/>
            </a:pPr>
            <a:r>
              <a:t>D:/pasar_fix/node_modules/.bun/@noble+hashes@1.8.0/node_modules/@noble/hashes/cryptoNode.js</a:t>
            </a:r>
          </a:p>
          <a:p>
            <a:pPr>
              <a:defRPr sz="1200"/>
            </a:pPr>
            <a:r>
              <a:t>D:/pasar_fix/node_modules/.bun/@noble+hashes@1.8.0/node_modules/@noble/hashes/cryptoNode.js.map</a:t>
            </a:r>
          </a:p>
          <a:p>
            <a:pPr>
              <a:defRPr sz="1200"/>
            </a:pPr>
            <a:r>
              <a:t>D:/pasar_fix/node_modules/.bun/@noble+hashes@1.8.0/node_modules/@noble/hashes/eskdf.d.ts</a:t>
            </a:r>
          </a:p>
          <a:p>
            <a:pPr>
              <a:defRPr sz="1200"/>
            </a:pPr>
            <a:r>
              <a:t>D:/pasar_fix/node_modules/.bun/@noble+hashes@1.8.0/node_modules/@noble/hashes/eskdf.d.ts.map</a:t>
            </a:r>
          </a:p>
          <a:p>
            <a:pPr>
              <a:defRPr sz="1200"/>
            </a:pPr>
            <a:r>
              <a:t>D:/pasar_fix/node_modules/.bun/@noble+hashes@1.8.0/node_modules/@noble/hashes/eskdf.js</a:t>
            </a:r>
          </a:p>
          <a:p>
            <a:pPr>
              <a:defRPr sz="1200"/>
            </a:pPr>
            <a:r>
              <a:t>D:/pasar_fix/node_modules/.bun/@noble+hashes@1.8.0/node_modules/@noble/hashes/eskdf.js.map</a:t>
            </a:r>
          </a:p>
          <a:p>
            <a:pPr>
              <a:defRPr sz="1200"/>
            </a:pPr>
            <a:r>
              <a:t>D:/pasar_fix/node_modules/.bun/@noble+hashes@1.8.0/node_modules/@noble/hashes/hkdf.d.ts</a:t>
            </a:r>
          </a:p>
          <a:p>
            <a:pPr>
              <a:defRPr sz="1200"/>
            </a:pPr>
            <a:r>
              <a:t>D:/pasar_fix/node_modules/.bun/@noble+hashes@1.8.0/node_modules/@noble/hashes/hkdf.d.ts.map</a:t>
            </a:r>
          </a:p>
          <a:p>
            <a:pPr>
              <a:defRPr sz="1200"/>
            </a:pPr>
            <a:r>
              <a:t>D:/pasar_fix/node_modules/.bun/@noble+hashes@1.8.0/node_modules/@noble/hashes/hkdf.js</a:t>
            </a:r>
          </a:p>
          <a:p>
            <a:pPr>
              <a:defRPr sz="1200"/>
            </a:pPr>
            <a:r>
              <a:t>D:/pasar_fix/node_modules/.bun/@noble+hashes@1.8.0/node_modules/@noble/hashes/hkdf.js.map</a:t>
            </a:r>
          </a:p>
          <a:p>
            <a:pPr>
              <a:defRPr sz="1200"/>
            </a:pPr>
            <a:r>
              <a:t>D:/pasar_fix/node_modules/.bun/@noble+hashes@1.8.0/node_modules/@noble/hashes/hmac.d.ts</a:t>
            </a:r>
          </a:p>
          <a:p>
            <a:pPr>
              <a:defRPr sz="1200"/>
            </a:pPr>
            <a:r>
              <a:t>D:/pasar_fix/node_modules/.bun/@noble+hashes@1.8.0/node_modules/@noble/hashes/hmac.d.ts.map</a:t>
            </a:r>
          </a:p>
          <a:p>
            <a:pPr>
              <a:defRPr sz="1200"/>
            </a:pPr>
            <a:r>
              <a:t>D:/pasar_fix/node_modules/.bun/@noble+hashes@1.8.0/node_modules/@noble/hashes/hmac.js</a:t>
            </a:r>
          </a:p>
          <a:p>
            <a:pPr>
              <a:defRPr sz="1200"/>
            </a:pPr>
            <a:r>
              <a:t>D:/pasar_fix/node_modules/.bun/@noble+hashes@1.8.0/node_modules/@noble/hashes/hmac.js.map</a:t>
            </a:r>
          </a:p>
          <a:p>
            <a:pPr>
              <a:defRPr sz="1200"/>
            </a:pPr>
            <a:r>
              <a:t>D:/pasar_fix/node_modules/.bun/@noble+hashes@1.8.0/node_modules/@noble/hashes/index.d.ts</a:t>
            </a:r>
          </a:p>
          <a:p>
            <a:pPr>
              <a:defRPr sz="1200"/>
            </a:pPr>
            <a:r>
              <a:t>D:/pasar_fix/node_modules/.bun/@noble+hashes@1.8.0/node_modules/@noble/hashes/index.d.ts.map</a:t>
            </a:r>
          </a:p>
          <a:p>
            <a:pPr>
              <a:defRPr sz="1200"/>
            </a:pPr>
            <a:r>
              <a:t>D:/pasar_fix/node_modules/.bun/@noble+hashes@1.8.0/node_modules/@noble/hashes/index.js</a:t>
            </a:r>
          </a:p>
          <a:p>
            <a:pPr>
              <a:defRPr sz="1200"/>
            </a:pPr>
            <a:r>
              <a:t>D:/pasar_fix/node_modules/.bun/@noble+hashes@1.8.0/node_modules/@noble/hashes/index.js.map</a:t>
            </a:r>
          </a:p>
          <a:p>
            <a:pPr>
              <a:defRPr sz="1200"/>
            </a:pPr>
            <a:r>
              <a:t>D:/pasar_fix/node_modules/.bun/@noble+hashes@1.8.0/node_modules/@noble/hashes/legacy.d.ts</a:t>
            </a:r>
          </a:p>
          <a:p>
            <a:pPr>
              <a:defRPr sz="1200"/>
            </a:pPr>
            <a:r>
              <a:t>D:/pasar_fix/node_modules/.bun/@noble+hashes@1.8.0/node_modules/@noble/hashes/legacy.d.ts.map</a:t>
            </a:r>
          </a:p>
          <a:p>
            <a:pPr>
              <a:defRPr sz="1200"/>
            </a:pPr>
            <a:r>
              <a:t>D:/pasar_fix/node_modules/.bun/@noble+hashes@1.8.0/node_modules/@noble/hashes/legacy.js</a:t>
            </a:r>
          </a:p>
          <a:p>
            <a:pPr>
              <a:defRPr sz="1200"/>
            </a:pPr>
            <a:r>
              <a:t>D:/pasar_fix/node_modules/.bun/@noble+hashes@1.8.0/node_modules/@noble/hashes/legacy.js.map</a:t>
            </a:r>
          </a:p>
          <a:p>
            <a:pPr>
              <a:defRPr sz="1200"/>
            </a:pPr>
            <a:r>
              <a:t>D:/pasar_fix/node_modules/.bun/@noble+hashes@1.8.0/node_modules/@noble/hashes/LICENSE</a:t>
            </a:r>
          </a:p>
          <a:p>
            <a:pPr>
              <a:defRPr sz="1200"/>
            </a:pPr>
            <a:r>
              <a:t>D:/pasar_fix/node_modules/.bun/@noble+hashes@1.8.0/node_modules/@noble/hashes/package.json</a:t>
            </a:r>
          </a:p>
          <a:p>
            <a:pPr>
              <a:defRPr sz="1200"/>
            </a:pPr>
            <a:r>
              <a:t>D:/pasar_fix/node_modules/.bun/@noble+hashes@1.8.0/node_modules/@noble/hashes/pbkdf2.d.ts</a:t>
            </a:r>
          </a:p>
          <a:p>
            <a:pPr>
              <a:defRPr sz="1200"/>
            </a:pPr>
            <a:r>
              <a:t>D:/pasar_fix/node_modules/.bun/@noble+hashes@1.8.0/node_modules/@noble/hashes/pbkdf2.d.ts.map</a:t>
            </a:r>
          </a:p>
          <a:p>
            <a:pPr>
              <a:defRPr sz="1200"/>
            </a:pPr>
            <a:r>
              <a:t>D:/pasar_fix/node_modules/.bun/@noble+hashes@1.8.0/node_modules/@noble/hashes/pbkdf2.js</a:t>
            </a:r>
          </a:p>
          <a:p>
            <a:pPr>
              <a:defRPr sz="1200"/>
            </a:pPr>
            <a:r>
              <a:t>D:/pasar_fix/node_modules/.bun/@noble+hashes@1.8.0/node_modules/@noble/hashes/pbkdf2.js.map</a:t>
            </a:r>
          </a:p>
          <a:p>
            <a:pPr>
              <a:defRPr sz="1200"/>
            </a:pPr>
            <a:r>
              <a:t>D:/pasar_fix/node_modules/.bun/@noble+hashes@1.8.0/node_modules/@noble/hashes/README.md</a:t>
            </a:r>
          </a:p>
          <a:p>
            <a:pPr>
              <a:defRPr sz="1200"/>
            </a:pPr>
            <a:r>
              <a:t>D:/pasar_fix/node_modules/.bun/@noble+hashes@1.8.0/node_modules/@noble/hashes/ripemd160.d.ts</a:t>
            </a:r>
          </a:p>
          <a:p>
            <a:pPr>
              <a:defRPr sz="1200"/>
            </a:pPr>
            <a:r>
              <a:t>D:/pasar_fix/node_modules/.bun/@noble+hashes@1.8.0/node_modules/@noble/hashes/ripemd160.d.ts.map</a:t>
            </a:r>
          </a:p>
          <a:p>
            <a:pPr>
              <a:defRPr sz="1200"/>
            </a:pPr>
            <a:r>
              <a:t>D:/pasar_fix/node_modules/.bun/@noble+hashes@1.8.0/node_modules/@noble/hashes/ripemd160.js</a:t>
            </a:r>
          </a:p>
          <a:p>
            <a:pPr>
              <a:defRPr sz="1200"/>
            </a:pPr>
            <a:r>
              <a:t>D:/pasar_fix/node_modules/.bun/@noble+hashes@1.8.0/node_modules/@noble/hashes/ripemd160.js.map</a:t>
            </a:r>
          </a:p>
          <a:p>
            <a:pPr>
              <a:defRPr sz="1200"/>
            </a:pPr>
            <a:r>
              <a:t>D:/pasar_fix/node_modules/.bun/@noble+hashes@1.8.0/node_modules/@noble/hashes/scrypt.d.ts</a:t>
            </a:r>
          </a:p>
          <a:p>
            <a:pPr>
              <a:defRPr sz="1200"/>
            </a:pPr>
            <a:r>
              <a:t>D:/pasar_fix/node_modules/.bun/@noble+hashes@1.8.0/node_modules/@noble/hashes/scrypt.d.ts.map</a:t>
            </a:r>
          </a:p>
          <a:p>
            <a:pPr>
              <a:defRPr sz="1200"/>
            </a:pPr>
            <a:r>
              <a:t>D:/pasar_fix/node_modules/.bun/@noble+hashes@1.8.0/node_modules/@noble/hashes/scrypt.js</a:t>
            </a:r>
          </a:p>
          <a:p>
            <a:pPr>
              <a:defRPr sz="1200"/>
            </a:pPr>
            <a:r>
              <a:t>D:/pasar_fix/node_modules/.bun/@noble+hashes@1.8.0/node_modules/@noble/hashes/scrypt.js.map</a:t>
            </a:r>
          </a:p>
          <a:p>
            <a:pPr>
              <a:defRPr sz="1200"/>
            </a:pPr>
            <a:r>
              <a:t>D:/pasar_fix/node_modules/.bun/@noble+hashes@1.8.0/node_modules/@noble/hashes/sha1.d.ts</a:t>
            </a:r>
          </a:p>
          <a:p>
            <a:pPr>
              <a:defRPr sz="1200"/>
            </a:pPr>
            <a:r>
              <a:t>D:/pasar_fix/node_modules/.bun/@noble+hashes@1.8.0/node_modules/@noble/hashes/sha1.d.ts.map</a:t>
            </a:r>
          </a:p>
          <a:p>
            <a:pPr>
              <a:defRPr sz="1200"/>
            </a:pPr>
            <a:r>
              <a:t>D:/pasar_fix/node_modules/.bun/@noble+hashes@1.8.0/node_modules/@noble/hashes/sha1.js</a:t>
            </a:r>
          </a:p>
          <a:p>
            <a:pPr>
              <a:defRPr sz="1200"/>
            </a:pPr>
            <a:r>
              <a:t>D:/pasar_fix/node_modules/.bun/@noble+hashes@1.8.0/node_modules/@noble/hashes/sha1.js.map</a:t>
            </a:r>
          </a:p>
          <a:p>
            <a:pPr>
              <a:defRPr sz="1200"/>
            </a:pPr>
            <a:r>
              <a:t>D:/pasar_fix/node_modules/.bun/@noble+hashes@1.8.0/node_modules/@noble/hashes/sha2.d.ts</a:t>
            </a:r>
          </a:p>
          <a:p>
            <a:pPr>
              <a:defRPr sz="1200"/>
            </a:pPr>
            <a:r>
              <a:t>D:/pasar_fix/node_modules/.bun/@noble+hashes@1.8.0/node_modules/@noble/hashes/sha2.d.ts.map</a:t>
            </a:r>
          </a:p>
          <a:p>
            <a:pPr>
              <a:defRPr sz="1200"/>
            </a:pPr>
            <a:r>
              <a:t>D:/pasar_fix/node_modules/.bun/@noble+hashes@1.8.0/node_modules/@noble/hashes/sha2.js</a:t>
            </a:r>
          </a:p>
          <a:p>
            <a:pPr>
              <a:defRPr sz="1200"/>
            </a:pPr>
            <a:r>
              <a:t>D:/pasar_fix/node_modules/.bun/@noble+hashes@1.8.0/node_modules/@noble/hashes/sha2.js.map</a:t>
            </a:r>
          </a:p>
          <a:p>
            <a:pPr>
              <a:defRPr sz="1200"/>
            </a:pPr>
            <a:r>
              <a:t>D:/pasar_fix/node_modules/.bun/@noble+hashes@1.8.0/node_modules/@noble/hashes/sha256.d.ts</a:t>
            </a:r>
          </a:p>
          <a:p>
            <a:pPr>
              <a:defRPr sz="1200"/>
            </a:pPr>
            <a:r>
              <a:t>D:/pasar_fix/node_modules/.bun/@noble+hashes@1.8.0/node_modules/@noble/hashes/sha256.d.ts.map</a:t>
            </a:r>
          </a:p>
          <a:p>
            <a:pPr>
              <a:defRPr sz="1200"/>
            </a:pPr>
            <a:r>
              <a:t>D:/pasar_fix/node_modules/.bun/@noble+hashes@1.8.0/node_modules/@noble/hashes/sha256.js</a:t>
            </a:r>
          </a:p>
          <a:p>
            <a:pPr>
              <a:defRPr sz="1200"/>
            </a:pPr>
            <a:r>
              <a:t>D:/pasar_fix/node_modules/.bun/@noble+hashes@1.8.0/node_modules/@noble/hashes/sha256.js.map</a:t>
            </a:r>
          </a:p>
          <a:p>
            <a:pPr>
              <a:defRPr sz="1200"/>
            </a:pPr>
            <a:r>
              <a:t>D:/pasar_fix/node_modules/.bun/@noble+hashes@1.8.0/node_modules/@noble/hashes/sha3-addons.d.ts</a:t>
            </a:r>
          </a:p>
          <a:p>
            <a:pPr>
              <a:defRPr sz="1200"/>
            </a:pPr>
            <a:r>
              <a:t>D:/pasar_fix/node_modules/.bun/@noble+hashes@1.8.0/node_modules/@noble/hashes/sha3-addons.d.ts.map</a:t>
            </a:r>
          </a:p>
          <a:p>
            <a:pPr>
              <a:defRPr sz="1200"/>
            </a:pPr>
            <a:r>
              <a:t>D:/pasar_fix/node_modules/.bun/@noble+hashes@1.8.0/node_modules/@noble/hashes/sha3-addons.js</a:t>
            </a:r>
          </a:p>
          <a:p>
            <a:pPr>
              <a:defRPr sz="1200"/>
            </a:pPr>
            <a:r>
              <a:t>D:/pasar_fix/node_modules/.bun/@noble+hashes@1.8.0/node_modules/@noble/hashes/sha3-addons.js.map</a:t>
            </a:r>
          </a:p>
          <a:p>
            <a:pPr>
              <a:defRPr sz="1200"/>
            </a:pPr>
            <a:r>
              <a:t>D:/pasar_fix/node_modules/.bun/@noble+hashes@1.8.0/node_modules/@noble/hashes/sha3.d.ts</a:t>
            </a:r>
          </a:p>
          <a:p>
            <a:pPr>
              <a:defRPr sz="1200"/>
            </a:pPr>
            <a:r>
              <a:t>D:/pasar_fix/node_modules/.bun/@noble+hashes@1.8.0/node_modules/@noble/hashes/sha3.d.ts.map</a:t>
            </a:r>
          </a:p>
          <a:p>
            <a:pPr>
              <a:defRPr sz="1200"/>
            </a:pPr>
            <a:r>
              <a:t>D:/pasar_fix/node_modules/.bun/@noble+hashes@1.8.0/node_modules/@noble/hashes/sha3.js</a:t>
            </a:r>
          </a:p>
          <a:p>
            <a:pPr>
              <a:defRPr sz="1200"/>
            </a:pPr>
            <a:r>
              <a:t>D:/pasar_fix/node_modules/.bun/@noble+hashes@1.8.0/node_modules/@noble/hashes/sha3.js.map</a:t>
            </a:r>
          </a:p>
          <a:p>
            <a:pPr>
              <a:defRPr sz="1200"/>
            </a:pPr>
            <a:r>
              <a:t>D:/pasar_fix/node_modules/.bun/@noble+hashes@1.8.0/node_modules/@noble/hashes/sha512.d.ts</a:t>
            </a:r>
          </a:p>
          <a:p>
            <a:pPr>
              <a:defRPr sz="1200"/>
            </a:pPr>
            <a:r>
              <a:t>D:/pasar_fix/node_modules/.bun/@noble+hashes@1.8.0/node_modules/@noble/hashes/sha512.d.ts.map</a:t>
            </a:r>
          </a:p>
          <a:p>
            <a:pPr>
              <a:defRPr sz="1200"/>
            </a:pPr>
            <a:r>
              <a:t>D:/pasar_fix/node_modules/.bun/@noble+hashes@1.8.0/node_modules/@noble/hashes/sha512.js</a:t>
            </a:r>
          </a:p>
          <a:p>
            <a:pPr>
              <a:defRPr sz="1200"/>
            </a:pPr>
            <a:r>
              <a:t>D:/pasar_fix/node_modules/.bun/@noble+hashes@1.8.0/node_modules/@noble/hashes/sha512.js.map</a:t>
            </a:r>
          </a:p>
          <a:p>
            <a:pPr>
              <a:defRPr sz="1200"/>
            </a:pPr>
            <a:r>
              <a:t>D:/pasar_fix/node_modules/.bun/@noble+hashes@1.8.0/node_modules/@noble/hashes/utils.d.ts</a:t>
            </a:r>
          </a:p>
          <a:p>
            <a:pPr>
              <a:defRPr sz="1200"/>
            </a:pPr>
            <a:r>
              <a:t>D:/pasar_fix/node_modules/.bun/@noble+hashes@1.8.0/node_modules/@noble/hashes/utils.d.ts.map</a:t>
            </a:r>
          </a:p>
          <a:p>
            <a:pPr>
              <a:defRPr sz="1200"/>
            </a:pPr>
            <a:r>
              <a:t>D:/pasar_fix/node_modules/.bun/@noble+hashes@1.8.0/node_modules/@noble/hashes/utils.js</a:t>
            </a:r>
          </a:p>
          <a:p>
            <a:pPr>
              <a:defRPr sz="1200"/>
            </a:pPr>
            <a:r>
              <a:t>D:/pasar_fix/node_modules/.bun/@noble+hashes@1.8.0/node_modules/@noble/hashes/utils.js.map</a:t>
            </a:r>
          </a:p>
          <a:p>
            <a:pPr>
              <a:defRPr sz="1200"/>
            </a:pPr>
            <a:r>
              <a:t>D:/pasar_fix/node_modules/.bun/@noble+hashes@1.8.0/node_modules/@noble/hashes/_assert.d.ts</a:t>
            </a:r>
          </a:p>
          <a:p>
            <a:pPr>
              <a:defRPr sz="1200"/>
            </a:pPr>
            <a:r>
              <a:t>D:/pasar_fix/node_modules/.bun/@noble+hashes@1.8.0/node_modules/@noble/hashes/_assert.d.ts.map</a:t>
            </a:r>
          </a:p>
          <a:p>
            <a:pPr>
              <a:defRPr sz="1200"/>
            </a:pPr>
            <a:r>
              <a:t>D:/pasar_fix/node_modules/.bun/@noble+hashes@1.8.0/node_modules/@noble/hashes/_assert.js</a:t>
            </a:r>
          </a:p>
          <a:p>
            <a:pPr>
              <a:defRPr sz="1200"/>
            </a:pPr>
            <a:r>
              <a:t>D:/pasar_fix/node_modules/.bun/@noble+hashes@1.8.0/node_modules/@noble/hashes/_assert.js.map</a:t>
            </a:r>
          </a:p>
          <a:p>
            <a:pPr>
              <a:defRPr sz="1200"/>
            </a:pPr>
            <a:r>
              <a:t>D:/pasar_fix/node_modules/.bun/@noble+hashes@1.8.0/node_modules/@noble/hashes/_blake.d.ts</a:t>
            </a:r>
          </a:p>
          <a:p>
            <a:pPr>
              <a:defRPr sz="1200"/>
            </a:pPr>
            <a:r>
              <a:t>D:/pasar_fix/node_modules/.bun/@noble+hashes@1.8.0/node_modules/@noble/hashes/_blake.d.ts.map</a:t>
            </a:r>
          </a:p>
          <a:p>
            <a:pPr>
              <a:defRPr sz="1200"/>
            </a:pPr>
            <a:r>
              <a:t>D:/pasar_fix/node_modules/.bun/@noble+hashes@1.8.0/node_modules/@noble/hashes/_blake.js</a:t>
            </a:r>
          </a:p>
          <a:p>
            <a:pPr>
              <a:defRPr sz="1200"/>
            </a:pPr>
            <a:r>
              <a:t>D:/pasar_fix/node_modules/.bun/@noble+hashes@1.8.0/node_modules/@noble/hashes/_blake.js.map</a:t>
            </a:r>
          </a:p>
          <a:p>
            <a:pPr>
              <a:defRPr sz="1200"/>
            </a:pPr>
            <a:r>
              <a:t>D:/pasar_fix/node_modules/.bun/@noble+hashes@1.8.0/node_modules/@noble/hashes/_md.d.ts</a:t>
            </a:r>
          </a:p>
          <a:p>
            <a:pPr>
              <a:defRPr sz="1200"/>
            </a:pPr>
            <a:r>
              <a:t>D:/pasar_fix/node_modules/.bun/@noble+hashes@1.8.0/node_modules/@noble/hashes/_md.d.ts.map</a:t>
            </a:r>
          </a:p>
          <a:p>
            <a:pPr>
              <a:defRPr sz="1200"/>
            </a:pPr>
            <a:r>
              <a:t>D:/pasar_fix/node_modules/.bun/@noble+hashes@1.8.0/node_modules/@noble/hashes/_md.js</a:t>
            </a:r>
          </a:p>
          <a:p>
            <a:pPr>
              <a:defRPr sz="1200"/>
            </a:pPr>
            <a:r>
              <a:t>D:/pasar_fix/node_modules/.bun/@noble+hashes@1.8.0/node_modules/@noble/hashes/_md.js.map</a:t>
            </a:r>
          </a:p>
          <a:p>
            <a:pPr>
              <a:defRPr sz="1200"/>
            </a:pPr>
            <a:r>
              <a:t>D:/pasar_fix/node_modules/.bun/@noble+hashes@1.8.0/node_modules/@noble/hashes/_u64.d.ts</a:t>
            </a:r>
          </a:p>
          <a:p>
            <a:pPr>
              <a:defRPr sz="1200"/>
            </a:pPr>
            <a:r>
              <a:t>D:/pasar_fix/node_modules/.bun/@noble+hashes@1.8.0/node_modules/@noble/hashes/_u64.d.ts.map</a:t>
            </a:r>
          </a:p>
          <a:p>
            <a:pPr>
              <a:defRPr sz="1200"/>
            </a:pPr>
            <a:r>
              <a:t>D:/pasar_fix/node_modules/.bun/@noble+hashes@1.8.0/node_modules/@noble/hashes/_u64.js</a:t>
            </a:r>
          </a:p>
          <a:p>
            <a:pPr>
              <a:defRPr sz="1200"/>
            </a:pPr>
            <a:r>
              <a:t>D:/pasar_fix/node_modules/.bun/@noble+hashes@1.8.0/node_modules/@noble/hashes/_u64.js.map</a:t>
            </a:r>
          </a:p>
          <a:p>
            <a:pPr>
              <a:defRPr sz="1200"/>
            </a:pPr>
            <a:r>
              <a:t>D:/pasar_fix/node_modules/.bun/@noble+hashes@1.8.0/node_modules/@noble/hashes/esm/argon2.d.ts</a:t>
            </a:r>
          </a:p>
          <a:p>
            <a:pPr>
              <a:defRPr sz="1200"/>
            </a:pPr>
            <a:r>
              <a:t>D:/pasar_fix/node_modules/.bun/@noble+hashes@1.8.0/node_modules/@noble/hashes/esm/argon2.d.ts.map</a:t>
            </a:r>
          </a:p>
          <a:p>
            <a:pPr>
              <a:defRPr sz="1200"/>
            </a:pPr>
            <a:r>
              <a:t>D:/pasar_fix/node_modules/.bun/@noble+hashes@1.8.0/node_modules/@noble/hashes/esm/argon2.js</a:t>
            </a:r>
          </a:p>
          <a:p>
            <a:pPr>
              <a:defRPr sz="1200"/>
            </a:pPr>
            <a:r>
              <a:t>D:/pasar_fix/node_modules/.bun/@noble+hashes@1.8.0/node_modules/@noble/hashes/esm/argon2.js.map</a:t>
            </a:r>
          </a:p>
          <a:p>
            <a:pPr>
              <a:defRPr sz="1200"/>
            </a:pPr>
            <a:r>
              <a:t>D:/pasar_fix/node_modules/.bun/@noble+hashes@1.8.0/node_modules/@noble/hashes/esm/blake1.d.ts</a:t>
            </a:r>
          </a:p>
          <a:p>
            <a:pPr>
              <a:defRPr sz="1200"/>
            </a:pPr>
            <a:r>
              <a:t>D:/pasar_fix/node_modules/.bun/@noble+hashes@1.8.0/node_modules/@noble/hashes/esm/blake1.d.ts.map</a:t>
            </a:r>
          </a:p>
          <a:p>
            <a:pPr>
              <a:defRPr sz="1200"/>
            </a:pPr>
            <a:r>
              <a:t>D:/pasar_fix/node_modules/.bun/@noble+hashes@1.8.0/node_modules/@noble/hashes/esm/blake1.js</a:t>
            </a:r>
          </a:p>
          <a:p>
            <a:pPr>
              <a:defRPr sz="1200"/>
            </a:pPr>
            <a:r>
              <a:t>D:/pasar_fix/node_modules/.bun/@noble+hashes@1.8.0/node_modules/@noble/hashes/esm/blake1.js.map</a:t>
            </a:r>
          </a:p>
          <a:p>
            <a:pPr>
              <a:defRPr sz="1200"/>
            </a:pPr>
            <a:r>
              <a:t>D:/pasar_fix/node_modules/.bun/@noble+hashes@1.8.0/node_modules/@noble/hashes/esm/blake2.d.ts</a:t>
            </a:r>
          </a:p>
          <a:p>
            <a:pPr>
              <a:defRPr sz="1200"/>
            </a:pPr>
            <a:r>
              <a:t>D:/pasar_fix/node_modules/.bun/@noble+hashes@1.8.0/node_modules/@noble/hashes/esm/blake2.d.ts.map</a:t>
            </a:r>
          </a:p>
          <a:p>
            <a:pPr>
              <a:defRPr sz="1200"/>
            </a:pPr>
            <a:r>
              <a:t>D:/pasar_fix/node_modules/.bun/@noble+hashes@1.8.0/node_modules/@noble/hashes/esm/blake2.js</a:t>
            </a:r>
          </a:p>
          <a:p>
            <a:pPr>
              <a:defRPr sz="1200"/>
            </a:pPr>
            <a:r>
              <a:t>D:/pasar_fix/node_modules/.bun/@noble+hashes@1.8.0/node_modules/@noble/hashes/esm/blake2.js.map</a:t>
            </a:r>
          </a:p>
          <a:p>
            <a:pPr>
              <a:defRPr sz="1200"/>
            </a:pPr>
            <a:r>
              <a:t>D:/pasar_fix/node_modules/.bun/@noble+hashes@1.8.0/node_modules/@noble/hashes/esm/blake2b.d.ts</a:t>
            </a:r>
          </a:p>
          <a:p>
            <a:pPr>
              <a:defRPr sz="1200"/>
            </a:pPr>
            <a:r>
              <a:t>D:/pasar_fix/node_modules/.bun/@noble+hashes@1.8.0/node_modules/@noble/hashes/esm/blake2b.d.ts.map</a:t>
            </a:r>
          </a:p>
          <a:p>
            <a:pPr>
              <a:defRPr sz="1200"/>
            </a:pPr>
            <a:r>
              <a:t>D:/pasar_fix/node_modules/.bun/@noble+hashes@1.8.0/node_modules/@noble/hashes/esm/blake2b.js</a:t>
            </a:r>
          </a:p>
          <a:p>
            <a:pPr>
              <a:defRPr sz="1200"/>
            </a:pPr>
            <a:r>
              <a:t>D:/pasar_fix/node_modules/.bun/@noble+hashes@1.8.0/node_modules/@noble/hashes/esm/blake2b.js.map</a:t>
            </a:r>
          </a:p>
          <a:p>
            <a:pPr>
              <a:defRPr sz="1200"/>
            </a:pPr>
            <a:r>
              <a:t>D:/pasar_fix/node_modules/.bun/@noble+hashes@1.8.0/node_modules/@noble/hashes/esm/blake2s.d.ts</a:t>
            </a:r>
          </a:p>
          <a:p>
            <a:pPr>
              <a:defRPr sz="1200"/>
            </a:pPr>
            <a:r>
              <a:t>D:/pasar_fix/node_modules/.bun/@noble+hashes@1.8.0/node_modules/@noble/hashes/esm/blake2s.d.ts.map</a:t>
            </a:r>
          </a:p>
          <a:p>
            <a:pPr>
              <a:defRPr sz="1200"/>
            </a:pPr>
            <a:r>
              <a:t>D:/pasar_fix/node_modules/.bun/@noble+hashes@1.8.0/node_modules/@noble/hashes/esm/blake2s.js</a:t>
            </a:r>
          </a:p>
          <a:p>
            <a:pPr>
              <a:defRPr sz="1200"/>
            </a:pPr>
            <a:r>
              <a:t>D:/pasar_fix/node_modules/.bun/@noble+hashes@1.8.0/node_modules/@noble/hashes/esm/blake2s.js.map</a:t>
            </a:r>
          </a:p>
          <a:p>
            <a:pPr>
              <a:defRPr sz="1200"/>
            </a:pPr>
            <a:r>
              <a:t>D:/pasar_fix/node_modules/.bun/@noble+hashes@1.8.0/node_modules/@noble/hashes/esm/blake3.d.ts</a:t>
            </a:r>
          </a:p>
          <a:p>
            <a:pPr>
              <a:defRPr sz="1200"/>
            </a:pPr>
            <a:r>
              <a:t>D:/pasar_fix/node_modules/.bun/@noble+hashes@1.8.0/node_modules/@noble/hashes/esm/blake3.d.ts.map</a:t>
            </a:r>
          </a:p>
          <a:p>
            <a:pPr>
              <a:defRPr sz="1200"/>
            </a:pPr>
            <a:r>
              <a:t>D:/pasar_fix/node_modules/.bun/@noble+hashes@1.8.0/node_modules/@noble/hashes/esm/blake3.js</a:t>
            </a:r>
          </a:p>
          <a:p>
            <a:pPr>
              <a:defRPr sz="1200"/>
            </a:pPr>
            <a:r>
              <a:t>D:/pasar_fix/node_modules/.bun/@noble+hashes@1.8.0/node_modules/@noble/hashes/esm/blake3.js.map</a:t>
            </a:r>
          </a:p>
          <a:p>
            <a:pPr>
              <a:defRPr sz="1200"/>
            </a:pPr>
            <a:r>
              <a:t>D:/pasar_fix/node_modules/.bun/@noble+hashes@1.8.0/node_modules/@noble/hashes/esm/crypto.d.ts</a:t>
            </a:r>
          </a:p>
          <a:p>
            <a:pPr>
              <a:defRPr sz="1200"/>
            </a:pPr>
            <a:r>
              <a:t>D:/pasar_fix/node_modules/.bun/@noble+hashes@1.8.0/node_modules/@noble/hashes/esm/crypto.d.ts.map</a:t>
            </a:r>
          </a:p>
          <a:p>
            <a:pPr>
              <a:defRPr sz="1200"/>
            </a:pPr>
            <a:r>
              <a:t>D:/pasar_fix/node_modules/.bun/@noble+hashes@1.8.0/node_modules/@noble/hashes/esm/crypto.js</a:t>
            </a:r>
          </a:p>
          <a:p>
            <a:pPr>
              <a:defRPr sz="1200"/>
            </a:pPr>
            <a:r>
              <a:t>D:/pasar_fix/node_modules/.bun/@noble+hashes@1.8.0/node_modules/@noble/hashes/esm/crypto.js.map</a:t>
            </a:r>
          </a:p>
          <a:p>
            <a:pPr>
              <a:defRPr sz="1200"/>
            </a:pPr>
            <a:r>
              <a:t>D:/pasar_fix/node_modules/.bun/@noble+hashes@1.8.0/node_modules/@noble/hashes/esm/cryptoNode.d.ts</a:t>
            </a:r>
          </a:p>
          <a:p>
            <a:pPr>
              <a:defRPr sz="1200"/>
            </a:pPr>
            <a:r>
              <a:t>D:/pasar_fix/node_modules/.bun/@noble+hashes@1.8.0/node_modules/@noble/hashes/esm/cryptoNode.d.ts.map</a:t>
            </a:r>
          </a:p>
          <a:p>
            <a:pPr>
              <a:defRPr sz="1200"/>
            </a:pPr>
            <a:r>
              <a:t>D:/pasar_fix/node_modules/.bun/@noble+hashes@1.8.0/node_modules/@noble/hashes/esm/cryptoNode.js</a:t>
            </a:r>
          </a:p>
          <a:p>
            <a:pPr>
              <a:defRPr sz="1200"/>
            </a:pPr>
            <a:r>
              <a:t>D:/pasar_fix/node_modules/.bun/@noble+hashes@1.8.0/node_modules/@noble/hashes/esm/cryptoNode.js.map</a:t>
            </a:r>
          </a:p>
          <a:p>
            <a:pPr>
              <a:defRPr sz="1200"/>
            </a:pPr>
            <a:r>
              <a:t>D:/pasar_fix/node_modules/.bun/@noble+hashes@1.8.0/node_modules/@noble/hashes/esm/eskdf.d.ts</a:t>
            </a:r>
          </a:p>
          <a:p>
            <a:pPr>
              <a:defRPr sz="1200"/>
            </a:pPr>
            <a:r>
              <a:t>D:/pasar_fix/node_modules/.bun/@noble+hashes@1.8.0/node_modules/@noble/hashes/esm/eskdf.d.ts.map</a:t>
            </a:r>
          </a:p>
          <a:p>
            <a:pPr>
              <a:defRPr sz="1200"/>
            </a:pPr>
            <a:r>
              <a:t>D:/pasar_fix/node_modules/.bun/@noble+hashes@1.8.0/node_modules/@noble/hashes/esm/eskdf.js</a:t>
            </a:r>
          </a:p>
          <a:p>
            <a:pPr>
              <a:defRPr sz="1200"/>
            </a:pPr>
            <a:r>
              <a:t>D:/pasar_fix/node_modules/.bun/@noble+hashes@1.8.0/node_modules/@noble/hashes/esm/eskdf.js.map</a:t>
            </a:r>
          </a:p>
          <a:p>
            <a:pPr>
              <a:defRPr sz="1200"/>
            </a:pPr>
            <a:r>
              <a:t>D:/pasar_fix/node_modules/.bun/@noble+hashes@1.8.0/node_modules/@noble/hashes/esm/hkdf.d.ts</a:t>
            </a:r>
          </a:p>
          <a:p>
            <a:pPr>
              <a:defRPr sz="1200"/>
            </a:pPr>
            <a:r>
              <a:t>D:/pasar_fix/node_modules/.bun/@noble+hashes@1.8.0/node_modules/@noble/hashes/esm/hkdf.d.ts.map</a:t>
            </a:r>
          </a:p>
          <a:p>
            <a:pPr>
              <a:defRPr sz="1200"/>
            </a:pPr>
            <a:r>
              <a:t>D:/pasar_fix/node_modules/.bun/@noble+hashes@1.8.0/node_modules/@noble/hashes/esm/hkdf.js</a:t>
            </a:r>
          </a:p>
          <a:p>
            <a:pPr>
              <a:defRPr sz="1200"/>
            </a:pPr>
            <a:r>
              <a:t>D:/pasar_fix/node_modules/.bun/@noble+hashes@1.8.0/node_modules/@noble/hashes/esm/hkdf.js.map</a:t>
            </a:r>
          </a:p>
          <a:p>
            <a:pPr>
              <a:defRPr sz="1200"/>
            </a:pPr>
            <a:r>
              <a:t>D:/pasar_fix/node_modules/.bun/@noble+hashes@1.8.0/node_modules/@noble/hashes/esm/hmac.d.ts</a:t>
            </a:r>
          </a:p>
          <a:p>
            <a:pPr>
              <a:defRPr sz="1200"/>
            </a:pPr>
            <a:r>
              <a:t>D:/pasar_fix/node_modules/.bun/@noble+hashes@1.8.0/node_modules/@noble/hashes/esm/hmac.d.ts.map</a:t>
            </a:r>
          </a:p>
          <a:p>
            <a:pPr>
              <a:defRPr sz="1200"/>
            </a:pPr>
            <a:r>
              <a:t>D:/pasar_fix/node_modules/.bun/@noble+hashes@1.8.0/node_modules/@noble/hashes/esm/hmac.js</a:t>
            </a:r>
          </a:p>
          <a:p>
            <a:pPr>
              <a:defRPr sz="1200"/>
            </a:pPr>
            <a:r>
              <a:t>D:/pasar_fix/node_modules/.bun/@noble+hashes@1.8.0/node_modules/@noble/hashes/esm/hmac.js.map</a:t>
            </a:r>
          </a:p>
          <a:p>
            <a:pPr>
              <a:defRPr sz="1200"/>
            </a:pPr>
            <a:r>
              <a:t>D:/pasar_fix/node_modules/.bun/@noble+hashes@1.8.0/node_modules/@noble/hashes/esm/index.d.ts</a:t>
            </a:r>
          </a:p>
          <a:p>
            <a:pPr>
              <a:defRPr sz="1200"/>
            </a:pPr>
            <a:r>
              <a:t>D:/pasar_fix/node_modules/.bun/@noble+hashes@1.8.0/node_modules/@noble/hashes/esm/index.d.ts.map</a:t>
            </a:r>
          </a:p>
          <a:p>
            <a:pPr>
              <a:defRPr sz="1200"/>
            </a:pPr>
            <a:r>
              <a:t>D:/pasar_fix/node_modules/.bun/@noble+hashes@1.8.0/node_modules/@noble/hashes/esm/index.js</a:t>
            </a:r>
          </a:p>
          <a:p>
            <a:pPr>
              <a:defRPr sz="1200"/>
            </a:pPr>
            <a:r>
              <a:t>D:/pasar_fix/node_modules/.bun/@noble+hashes@1.8.0/node_modules/@noble/hashes/esm/index.js.map</a:t>
            </a:r>
          </a:p>
          <a:p>
            <a:pPr>
              <a:defRPr sz="1200"/>
            </a:pPr>
            <a:r>
              <a:t>D:/pasar_fix/node_modules/.bun/@noble+hashes@1.8.0/node_modules/@noble/hashes/esm/legacy.d.ts</a:t>
            </a:r>
          </a:p>
          <a:p>
            <a:pPr>
              <a:defRPr sz="1200"/>
            </a:pPr>
            <a:r>
              <a:t>D:/pasar_fix/node_modules/.bun/@noble+hashes@1.8.0/node_modules/@noble/hashes/esm/legacy.d.ts.map</a:t>
            </a:r>
          </a:p>
          <a:p>
            <a:pPr>
              <a:defRPr sz="1200"/>
            </a:pPr>
            <a:r>
              <a:t>D:/pasar_fix/node_modules/.bun/@noble+hashes@1.8.0/node_modules/@noble/hashes/esm/legacy.js</a:t>
            </a:r>
          </a:p>
          <a:p>
            <a:pPr>
              <a:defRPr sz="1200"/>
            </a:pPr>
            <a:r>
              <a:t>D:/pasar_fix/node_modules/.bun/@noble+hashes@1.8.0/node_modules/@noble/hashes/esm/legacy.js.map</a:t>
            </a:r>
          </a:p>
          <a:p>
            <a:pPr>
              <a:defRPr sz="1200"/>
            </a:pPr>
            <a:r>
              <a:t>D:/pasar_fix/node_modules/.bun/@noble+hashes@1.8.0/node_modules/@noble/hashes/esm/package.json</a:t>
            </a:r>
          </a:p>
          <a:p>
            <a:pPr>
              <a:defRPr sz="1200"/>
            </a:pPr>
            <a:r>
              <a:t>D:/pasar_fix/node_modules/.bun/@noble+hashes@1.8.0/node_modules/@noble/hashes/esm/pbkdf2.d.ts</a:t>
            </a:r>
          </a:p>
          <a:p>
            <a:pPr>
              <a:defRPr sz="1200"/>
            </a:pPr>
            <a:r>
              <a:t>D:/pasar_fix/node_modules/.bun/@noble+hashes@1.8.0/node_modules/@noble/hashes/esm/pbkdf2.d.ts.map</a:t>
            </a:r>
          </a:p>
          <a:p>
            <a:pPr>
              <a:defRPr sz="1200"/>
            </a:pPr>
            <a:r>
              <a:t>D:/pasar_fix/node_modules/.bun/@noble+hashes@1.8.0/node_modules/@noble/hashes/esm/pbkdf2.js</a:t>
            </a:r>
          </a:p>
          <a:p>
            <a:pPr>
              <a:defRPr sz="1200"/>
            </a:pPr>
            <a:r>
              <a:t>D:/pasar_fix/node_modules/.bun/@noble+hashes@1.8.0/node_modules/@noble/hashes/esm/pbkdf2.js.map</a:t>
            </a:r>
          </a:p>
          <a:p>
            <a:pPr>
              <a:defRPr sz="1200"/>
            </a:pPr>
            <a:r>
              <a:t>D:/pasar_fix/node_modules/.bun/@noble+hashes@1.8.0/node_modules/@noble/hashes/esm/ripemd160.d.ts</a:t>
            </a:r>
          </a:p>
          <a:p>
            <a:pPr>
              <a:defRPr sz="1200"/>
            </a:pPr>
            <a:r>
              <a:t>D:/pasar_fix/node_modules/.bun/@noble+hashes@1.8.0/node_modules/@noble/hashes/esm/ripemd160.d.ts.map</a:t>
            </a:r>
          </a:p>
          <a:p>
            <a:pPr>
              <a:defRPr sz="1200"/>
            </a:pPr>
            <a:r>
              <a:t>D:/pasar_fix/node_modules/.bun/@noble+hashes@1.8.0/node_modules/@noble/hashes/esm/ripemd160.js</a:t>
            </a:r>
          </a:p>
          <a:p>
            <a:pPr>
              <a:defRPr sz="1200"/>
            </a:pPr>
            <a:r>
              <a:t>D:/pasar_fix/node_modules/.bun/@noble+hashes@1.8.0/node_modules/@noble/hashes/esm/ripemd160.js.map</a:t>
            </a:r>
          </a:p>
          <a:p>
            <a:pPr>
              <a:defRPr sz="1200"/>
            </a:pPr>
            <a:r>
              <a:t>D:/pasar_fix/node_modules/.bun/@noble+hashes@1.8.0/node_modules/@noble/hashes/esm/scrypt.d.ts</a:t>
            </a:r>
          </a:p>
          <a:p>
            <a:pPr>
              <a:defRPr sz="1200"/>
            </a:pPr>
            <a:r>
              <a:t>D:/pasar_fix/node_modules/.bun/@noble+hashes@1.8.0/node_modules/@noble/hashes/esm/scrypt.d.ts.map</a:t>
            </a:r>
          </a:p>
          <a:p>
            <a:pPr>
              <a:defRPr sz="1200"/>
            </a:pPr>
            <a:r>
              <a:t>D:/pasar_fix/node_modules/.bun/@noble+hashes@1.8.0/node_modules/@noble/hashes/esm/scrypt.js</a:t>
            </a:r>
          </a:p>
          <a:p>
            <a:pPr>
              <a:defRPr sz="1200"/>
            </a:pPr>
            <a:r>
              <a:t>D:/pasar_fix/node_modules/.bun/@noble+hashes@1.8.0/node_modules/@noble/hashes/esm/scrypt.js.map</a:t>
            </a:r>
          </a:p>
          <a:p>
            <a:pPr>
              <a:defRPr sz="1200"/>
            </a:pPr>
            <a:r>
              <a:t>D:/pasar_fix/node_modules/.bun/@noble+hashes@1.8.0/node_modules/@noble/hashes/esm/sha1.d.ts</a:t>
            </a:r>
          </a:p>
          <a:p>
            <a:pPr>
              <a:defRPr sz="1200"/>
            </a:pPr>
            <a:r>
              <a:t>D:/pasar_fix/node_modules/.bun/@noble+hashes@1.8.0/node_modules/@noble/hashes/esm/sha1.d.ts.map</a:t>
            </a:r>
          </a:p>
          <a:p>
            <a:pPr>
              <a:defRPr sz="1200"/>
            </a:pPr>
            <a:r>
              <a:t>D:/pasar_fix/node_modules/.bun/@noble+hashes@1.8.0/node_modules/@noble/hashes/esm/sha1.js</a:t>
            </a:r>
          </a:p>
          <a:p>
            <a:pPr>
              <a:defRPr sz="1200"/>
            </a:pPr>
            <a:r>
              <a:t>D:/pasar_fix/node_modules/.bun/@noble+hashes@1.8.0/node_modules/@noble/hashes/esm/sha1.js.map</a:t>
            </a:r>
          </a:p>
          <a:p>
            <a:pPr>
              <a:defRPr sz="1200"/>
            </a:pPr>
            <a:r>
              <a:t>D:/pasar_fix/node_modules/.bun/@noble+hashes@1.8.0/node_modules/@noble/hashes/esm/sha2.d.ts</a:t>
            </a:r>
          </a:p>
          <a:p>
            <a:pPr>
              <a:defRPr sz="1200"/>
            </a:pPr>
            <a:r>
              <a:t>D:/pasar_fix/node_modules/.bun/@noble+hashes@1.8.0/node_modules/@noble/hashes/esm/sha2.d.ts.map</a:t>
            </a:r>
          </a:p>
          <a:p>
            <a:pPr>
              <a:defRPr sz="1200"/>
            </a:pPr>
            <a:r>
              <a:t>D:/pasar_fix/node_modules/.bun/@noble+hashes@1.8.0/node_modules/@noble/hashes/esm/sha2.js</a:t>
            </a:r>
          </a:p>
          <a:p>
            <a:pPr>
              <a:defRPr sz="1200"/>
            </a:pPr>
            <a:r>
              <a:t>D:/pasar_fix/node_modules/.bun/@noble+hashes@1.8.0/node_modules/@noble/hashes/esm/sha2.js.map</a:t>
            </a:r>
          </a:p>
          <a:p>
            <a:pPr>
              <a:defRPr sz="1200"/>
            </a:pPr>
            <a:r>
              <a:t>D:/pasar_fix/node_modules/.bun/@noble+hashes@1.8.0/node_modules/@noble/hashes/esm/sha256.d.ts</a:t>
            </a:r>
          </a:p>
          <a:p>
            <a:pPr>
              <a:defRPr sz="1200"/>
            </a:pPr>
            <a:r>
              <a:t>D:/pasar_fix/node_modules/.bun/@noble+hashes@1.8.0/node_modules/@noble/hashes/esm/sha256.d.ts.map</a:t>
            </a:r>
          </a:p>
          <a:p>
            <a:pPr>
              <a:defRPr sz="1200"/>
            </a:pPr>
            <a:r>
              <a:t>D:/pasar_fix/node_modules/.bun/@noble+hashes@1.8.0/node_modules/@noble/hashes/esm/sha256.js</a:t>
            </a:r>
          </a:p>
          <a:p>
            <a:pPr>
              <a:defRPr sz="1200"/>
            </a:pPr>
            <a:r>
              <a:t>D:/pasar_fix/node_modules/.bun/@noble+hashes@1.8.0/node_modules/@noble/hashes/esm/sha256.js.map</a:t>
            </a:r>
          </a:p>
          <a:p>
            <a:pPr>
              <a:defRPr sz="1200"/>
            </a:pPr>
            <a:r>
              <a:t>D:/pasar_fix/node_modules/.bun/@noble+hashes@1.8.0/node_modules/@noble/hashes/esm/sha3-addons.d.ts</a:t>
            </a:r>
          </a:p>
          <a:p>
            <a:pPr>
              <a:defRPr sz="1200"/>
            </a:pPr>
            <a:r>
              <a:t>D:/pasar_fix/node_modules/.bun/@noble+hashes@1.8.0/node_modules/@noble/hashes/esm/sha3-addons.d.ts.map</a:t>
            </a:r>
          </a:p>
          <a:p>
            <a:pPr>
              <a:defRPr sz="1200"/>
            </a:pPr>
            <a:r>
              <a:t>D:/pasar_fix/node_modules/.bun/@noble+hashes@1.8.0/node_modules/@noble/hashes/esm/sha3-addons.js</a:t>
            </a:r>
          </a:p>
          <a:p>
            <a:pPr>
              <a:defRPr sz="1200"/>
            </a:pPr>
            <a:r>
              <a:t>D:/pasar_fix/node_modules/.bun/@noble+hashes@1.8.0/node_modules/@noble/hashes/esm/sha3-addons.js.map</a:t>
            </a:r>
          </a:p>
          <a:p>
            <a:pPr>
              <a:defRPr sz="1200"/>
            </a:pPr>
            <a:r>
              <a:t>D:/pasar_fix/node_modules/.bun/@noble+hashes@1.8.0/node_modules/@noble/hashes/esm/sha3.d.ts</a:t>
            </a:r>
          </a:p>
          <a:p>
            <a:pPr>
              <a:defRPr sz="1200"/>
            </a:pPr>
            <a:r>
              <a:t>D:/pasar_fix/node_modules/.bun/@noble+hashes@1.8.0/node_modules/@noble/hashes/esm/sha3.d.ts.map</a:t>
            </a:r>
          </a:p>
          <a:p>
            <a:pPr>
              <a:defRPr sz="1200"/>
            </a:pPr>
            <a:r>
              <a:t>D:/pasar_fix/node_modules/.bun/@noble+hashes@1.8.0/node_modules/@noble/hashes/esm/sha3.js</a:t>
            </a:r>
          </a:p>
          <a:p>
            <a:pPr>
              <a:defRPr sz="1200"/>
            </a:pPr>
            <a:r>
              <a:t>D:/pasar_fix/node_modules/.bun/@noble+hashes@1.8.0/node_modules/@noble/hashes/esm/sha3.js.map</a:t>
            </a:r>
          </a:p>
          <a:p>
            <a:pPr>
              <a:defRPr sz="1200"/>
            </a:pPr>
            <a:r>
              <a:t>D:/pasar_fix/node_modules/.bun/@noble+hashes@1.8.0/node_modules/@noble/hashes/esm/sha512.d.ts</a:t>
            </a:r>
          </a:p>
          <a:p>
            <a:pPr>
              <a:defRPr sz="1200"/>
            </a:pPr>
            <a:r>
              <a:t>D:/pasar_fix/node_modules/.bun/@noble+hashes@1.8.0/node_modules/@noble/hashes/esm/sha512.d.ts.map</a:t>
            </a:r>
          </a:p>
          <a:p>
            <a:pPr>
              <a:defRPr sz="1200"/>
            </a:pPr>
            <a:r>
              <a:t>D:/pasar_fix/node_modules/.bun/@noble+hashes@1.8.0/node_modules/@noble/hashes/esm/sha512.js</a:t>
            </a:r>
          </a:p>
          <a:p>
            <a:pPr>
              <a:defRPr sz="1200"/>
            </a:pPr>
            <a:r>
              <a:t>D:/pasar_fix/node_modules/.bun/@noble+hashes@1.8.0/node_modules/@noble/hashes/esm/sha512.js.map</a:t>
            </a:r>
          </a:p>
          <a:p>
            <a:pPr>
              <a:defRPr sz="1200"/>
            </a:pPr>
            <a:r>
              <a:t>D:/pasar_fix/node_modules/.bun/@noble+hashes@1.8.0/node_modules/@noble/hashes/esm/utils.d.ts</a:t>
            </a:r>
          </a:p>
          <a:p>
            <a:pPr>
              <a:defRPr sz="1200"/>
            </a:pPr>
            <a:r>
              <a:t>D:/pasar_fix/node_modules/.bun/@noble+hashes@1.8.0/node_modules/@noble/hashes/esm/utils.d.ts.map</a:t>
            </a:r>
          </a:p>
          <a:p>
            <a:pPr>
              <a:defRPr sz="1200"/>
            </a:pPr>
            <a:r>
              <a:t>D:/pasar_fix/node_modules/.bun/@noble+hashes@1.8.0/node_modules/@noble/hashes/esm/utils.js</a:t>
            </a:r>
          </a:p>
          <a:p>
            <a:pPr>
              <a:defRPr sz="1200"/>
            </a:pPr>
            <a:r>
              <a:t>D:/pasar_fix/node_modules/.bun/@noble+hashes@1.8.0/node_modules/@noble/hashes/esm/utils.js.map</a:t>
            </a:r>
          </a:p>
          <a:p>
            <a:pPr>
              <a:defRPr sz="1200"/>
            </a:pPr>
            <a:r>
              <a:t>D:/pasar_fix/node_modules/.bun/@noble+hashes@1.8.0/node_modules/@noble/hashes/esm/_assert.d.ts</a:t>
            </a:r>
          </a:p>
          <a:p>
            <a:pPr>
              <a:defRPr sz="1200"/>
            </a:pPr>
            <a:r>
              <a:t>D:/pasar_fix/node_modules/.bun/@noble+hashes@1.8.0/node_modules/@noble/hashes/esm/_assert.d.ts.map</a:t>
            </a:r>
          </a:p>
          <a:p>
            <a:pPr>
              <a:defRPr sz="1200"/>
            </a:pPr>
            <a:r>
              <a:t>D:/pasar_fix/node_modules/.bun/@noble+hashes@1.8.0/node_modules/@noble/hashes/esm/_assert.js</a:t>
            </a:r>
          </a:p>
          <a:p>
            <a:pPr>
              <a:defRPr sz="1200"/>
            </a:pPr>
            <a:r>
              <a:t>D:/pasar_fix/node_modules/.bun/@noble+hashes@1.8.0/node_modules/@noble/hashes/esm/_assert.js.map</a:t>
            </a:r>
          </a:p>
          <a:p>
            <a:pPr>
              <a:defRPr sz="1200"/>
            </a:pPr>
            <a:r>
              <a:t>D:/pasar_fix/node_modules/.bun/@noble+hashes@1.8.0/node_modules/@noble/hashes/esm/_blake.d.ts</a:t>
            </a:r>
          </a:p>
          <a:p>
            <a:pPr>
              <a:defRPr sz="1200"/>
            </a:pPr>
            <a:r>
              <a:t>D:/pasar_fix/node_modules/.bun/@noble+hashes@1.8.0/node_modules/@noble/hashes/esm/_blake.d.ts.map</a:t>
            </a:r>
          </a:p>
          <a:p>
            <a:pPr>
              <a:defRPr sz="1200"/>
            </a:pPr>
            <a:r>
              <a:t>D:/pasar_fix/node_modules/.bun/@noble+hashes@1.8.0/node_modules/@noble/hashes/esm/_blake.js</a:t>
            </a:r>
          </a:p>
          <a:p>
            <a:pPr>
              <a:defRPr sz="1200"/>
            </a:pPr>
            <a:r>
              <a:t>D:/pasar_fix/node_modules/.bun/@noble+hashes@1.8.0/node_modules/@noble/hashes/esm/_blake.js.map</a:t>
            </a:r>
          </a:p>
          <a:p>
            <a:pPr>
              <a:defRPr sz="1200"/>
            </a:pPr>
            <a:r>
              <a:t>D:/pasar_fix/node_modules/.bun/@noble+hashes@1.8.0/node_modules/@noble/hashes/esm/_md.d.ts</a:t>
            </a:r>
          </a:p>
          <a:p>
            <a:pPr>
              <a:defRPr sz="1200"/>
            </a:pPr>
            <a:r>
              <a:t>D:/pasar_fix/node_modules/.bun/@noble+hashes@1.8.0/node_modules/@noble/hashes/esm/_md.d.ts.map</a:t>
            </a:r>
          </a:p>
          <a:p>
            <a:pPr>
              <a:defRPr sz="1200"/>
            </a:pPr>
            <a:r>
              <a:t>D:/pasar_fix/node_modules/.bun/@noble+hashes@1.8.0/node_modules/@noble/hashes/esm/_md.js</a:t>
            </a:r>
          </a:p>
          <a:p>
            <a:pPr>
              <a:defRPr sz="1200"/>
            </a:pPr>
            <a:r>
              <a:t>D:/pasar_fix/node_modules/.bun/@noble+hashes@1.8.0/node_modules/@noble/hashes/esm/_md.js.map</a:t>
            </a:r>
          </a:p>
          <a:p>
            <a:pPr>
              <a:defRPr sz="1200"/>
            </a:pPr>
            <a:r>
              <a:t>D:/pasar_fix/node_modules/.bun/@noble+hashes@1.8.0/node_modules/@noble/hashes/esm/_u64.d.ts</a:t>
            </a:r>
          </a:p>
          <a:p>
            <a:pPr>
              <a:defRPr sz="1200"/>
            </a:pPr>
            <a:r>
              <a:t>D:/pasar_fix/node_modules/.bun/@noble+hashes@1.8.0/node_modules/@noble/hashes/esm/_u64.d.ts.map</a:t>
            </a:r>
          </a:p>
          <a:p>
            <a:pPr>
              <a:defRPr sz="1200"/>
            </a:pPr>
            <a:r>
              <a:t>D:/pasar_fix/node_modules/.bun/@noble+hashes@1.8.0/node_modules/@noble/hashes/esm/_u64.js</a:t>
            </a:r>
          </a:p>
          <a:p>
            <a:pPr>
              <a:defRPr sz="1200"/>
            </a:pPr>
            <a:r>
              <a:t>D:/pasar_fix/node_modules/.bun/@noble+hashes@1.8.0/node_modules/@noble/hashes/esm/_u64.js.map</a:t>
            </a:r>
          </a:p>
          <a:p>
            <a:pPr>
              <a:defRPr sz="1200"/>
            </a:pPr>
            <a:r>
              <a:t>D:/pasar_fix/node_modules/.bun/@noble+hashes@1.8.0/node_modules/@noble/hashes/src/argon2.ts</a:t>
            </a:r>
          </a:p>
          <a:p>
            <a:pPr>
              <a:defRPr sz="1200"/>
            </a:pPr>
            <a:r>
              <a:t>D:/pasar_fix/node_modules/.bun/@noble+hashes@1.8.0/node_modules/@noble/hashes/src/blake1.ts</a:t>
            </a:r>
          </a:p>
          <a:p>
            <a:pPr>
              <a:defRPr sz="1200"/>
            </a:pPr>
            <a:r>
              <a:t>D:/pasar_fix/node_modules/.bun/@noble+hashes@1.8.0/node_modules/@noble/hashes/src/blake2.ts</a:t>
            </a:r>
          </a:p>
          <a:p>
            <a:pPr>
              <a:defRPr sz="1200"/>
            </a:pPr>
            <a:r>
              <a:t>D:/pasar_fix/node_modules/.bun/@noble+hashes@1.8.0/node_modules/@noble/hashes/src/blake2b.ts</a:t>
            </a:r>
          </a:p>
          <a:p>
            <a:pPr>
              <a:defRPr sz="1200"/>
            </a:pPr>
            <a:r>
              <a:t>D:/pasar_fix/node_modules/.bun/@noble+hashes@1.8.0/node_modules/@noble/hashes/src/blake2s.ts</a:t>
            </a:r>
          </a:p>
          <a:p>
            <a:pPr>
              <a:defRPr sz="1200"/>
            </a:pPr>
            <a:r>
              <a:t>D:/pasar_fix/node_modules/.bun/@noble+hashes@1.8.0/node_modules/@noble/hashes/src/blake3.ts</a:t>
            </a:r>
          </a:p>
          <a:p>
            <a:pPr>
              <a:defRPr sz="1200"/>
            </a:pPr>
            <a:r>
              <a:t>D:/pasar_fix/node_modules/.bun/@noble+hashes@1.8.0/node_modules/@noble/hashes/src/crypto.ts</a:t>
            </a:r>
          </a:p>
          <a:p>
            <a:pPr>
              <a:defRPr sz="1200"/>
            </a:pPr>
            <a:r>
              <a:t>D:/pasar_fix/node_modules/.bun/@noble+hashes@1.8.0/node_modules/@noble/hashes/src/cryptoNode.ts</a:t>
            </a:r>
          </a:p>
          <a:p>
            <a:pPr>
              <a:defRPr sz="1200"/>
            </a:pPr>
            <a:r>
              <a:t>D:/pasar_fix/node_modules/.bun/@noble+hashes@1.8.0/node_modules/@noble/hashes/src/eskdf.ts</a:t>
            </a:r>
          </a:p>
          <a:p>
            <a:pPr>
              <a:defRPr sz="1200"/>
            </a:pPr>
            <a:r>
              <a:t>D:/pasar_fix/node_modules/.bun/@noble+hashes@1.8.0/node_modules/@noble/hashes/src/hkdf.ts</a:t>
            </a:r>
          </a:p>
          <a:p>
            <a:pPr>
              <a:defRPr sz="1200"/>
            </a:pPr>
            <a:r>
              <a:t>D:/pasar_fix/node_modules/.bun/@noble+hashes@1.8.0/node_modules/@noble/hashes/src/hmac.ts</a:t>
            </a:r>
          </a:p>
          <a:p>
            <a:pPr>
              <a:defRPr sz="1200"/>
            </a:pPr>
            <a:r>
              <a:t>D:/pasar_fix/node_modules/.bun/@noble+hashes@1.8.0/node_modules/@noble/hashes/src/index.ts</a:t>
            </a:r>
          </a:p>
          <a:p>
            <a:pPr>
              <a:defRPr sz="1200"/>
            </a:pPr>
            <a:r>
              <a:t>D:/pasar_fix/node_modules/.bun/@noble+hashes@1.8.0/node_modules/@noble/hashes/src/legacy.ts</a:t>
            </a:r>
          </a:p>
          <a:p>
            <a:pPr>
              <a:defRPr sz="1200"/>
            </a:pPr>
            <a:r>
              <a:t>D:/pasar_fix/node_modules/.bun/@noble+hashes@1.8.0/node_modules/@noble/hashes/src/pbkdf2.ts</a:t>
            </a:r>
          </a:p>
          <a:p>
            <a:pPr>
              <a:defRPr sz="1200"/>
            </a:pPr>
            <a:r>
              <a:t>D:/pasar_fix/node_modules/.bun/@noble+hashes@1.8.0/node_modules/@noble/hashes/src/ripemd160.ts</a:t>
            </a:r>
          </a:p>
          <a:p>
            <a:pPr>
              <a:defRPr sz="1200"/>
            </a:pPr>
            <a:r>
              <a:t>D:/pasar_fix/node_modules/.bun/@noble+hashes@1.8.0/node_modules/@noble/hashes/src/scrypt.ts</a:t>
            </a:r>
          </a:p>
          <a:p>
            <a:pPr>
              <a:defRPr sz="1200"/>
            </a:pPr>
            <a:r>
              <a:t>D:/pasar_fix/node_modules/.bun/@noble+hashes@1.8.0/node_modules/@noble/hashes/src/sha1.ts</a:t>
            </a:r>
          </a:p>
          <a:p>
            <a:pPr>
              <a:defRPr sz="1200"/>
            </a:pPr>
            <a:r>
              <a:t>D:/pasar_fix/node_modules/.bun/@noble+hashes@1.8.0/node_modules/@noble/hashes/src/sha2.ts</a:t>
            </a:r>
          </a:p>
          <a:p>
            <a:pPr>
              <a:defRPr sz="1200"/>
            </a:pPr>
            <a:r>
              <a:t>D:/pasar_fix/node_modules/.bun/@noble+hashes@1.8.0/node_modules/@noble/hashes/src/sha256.ts</a:t>
            </a:r>
          </a:p>
          <a:p>
            <a:pPr>
              <a:defRPr sz="1200"/>
            </a:pPr>
            <a:r>
              <a:t>D:/pasar_fix/node_modules/.bun/@noble+hashes@1.8.0/node_modules/@noble/hashes/src/sha3-addons.ts</a:t>
            </a:r>
          </a:p>
          <a:p>
            <a:pPr>
              <a:defRPr sz="1200"/>
            </a:pPr>
            <a:r>
              <a:t>D:/pasar_fix/node_modules/.bun/@noble+hashes@1.8.0/node_modules/@noble/hashes/src/sha3.ts</a:t>
            </a:r>
          </a:p>
          <a:p>
            <a:pPr>
              <a:defRPr sz="1200"/>
            </a:pPr>
            <a:r>
              <a:t>D:/pasar_fix/node_modules/.bun/@noble+hashes@1.8.0/node_modules/@noble/hashes/src/sha512.ts</a:t>
            </a:r>
          </a:p>
          <a:p>
            <a:pPr>
              <a:defRPr sz="1200"/>
            </a:pPr>
            <a:r>
              <a:t>D:/pasar_fix/node_modules/.bun/@noble+hashes@1.8.0/node_modules/@noble/hashes/src/utils.ts</a:t>
            </a:r>
          </a:p>
          <a:p>
            <a:pPr>
              <a:defRPr sz="1200"/>
            </a:pPr>
            <a:r>
              <a:t>D:/pasar_fix/node_modules/.bun/@noble+hashes@1.8.0/node_modules/@noble/hashes/src/_assert.ts</a:t>
            </a:r>
          </a:p>
          <a:p>
            <a:pPr>
              <a:defRPr sz="1200"/>
            </a:pPr>
            <a:r>
              <a:t>D:/pasar_fix/node_modules/.bun/@noble+hashes@1.8.0/node_modules/@noble/hashes/src/_blake.ts</a:t>
            </a:r>
          </a:p>
          <a:p>
            <a:pPr>
              <a:defRPr sz="1200"/>
            </a:pPr>
            <a:r>
              <a:t>D:/pasar_fix/node_modules/.bun/@noble+hashes@1.8.0/node_modules/@noble/hashes/src/_md.ts</a:t>
            </a:r>
          </a:p>
          <a:p>
            <a:pPr>
              <a:defRPr sz="1200"/>
            </a:pPr>
            <a:r>
              <a:t>D:/pasar_fix/node_modules/.bun/@noble+hashes@1.8.0/node_modules/@noble/hashes/src/_u64.ts</a:t>
            </a:r>
          </a:p>
          <a:p>
            <a:pPr>
              <a:defRPr sz="1200"/>
            </a:pPr>
            <a:r>
              <a:t>D:/pasar_fix/node_modules/.bun/@noble+hashes@2.2.0/node_modules/@noble/hashes/argon2.d.ts</a:t>
            </a:r>
          </a:p>
          <a:p>
            <a:pPr>
              <a:defRPr sz="1200"/>
            </a:pPr>
            <a:r>
              <a:t>D:/pasar_fix/node_modules/.bun/@noble+hashes@2.2.0/node_modules/@noble/hashes/argon2.d.ts.map</a:t>
            </a:r>
          </a:p>
          <a:p>
            <a:pPr>
              <a:defRPr sz="1200"/>
            </a:pPr>
            <a:r>
              <a:t>D:/pasar_fix/node_modules/.bun/@noble+hashes@2.2.0/node_modules/@noble/hashes/argon2.js</a:t>
            </a:r>
          </a:p>
          <a:p>
            <a:pPr>
              <a:defRPr sz="1200"/>
            </a:pPr>
            <a:r>
              <a:t>D:/pasar_fix/node_modules/.bun/@noble+hashes@2.2.0/node_modules/@noble/hashes/argon2.js.map</a:t>
            </a:r>
          </a:p>
          <a:p>
            <a:pPr>
              <a:defRPr sz="1200"/>
            </a:pPr>
            <a:r>
              <a:t>D:/pasar_fix/node_modules/.bun/@noble+hashes@2.2.0/node_modules/@noble/hashes/blake1.d.ts</a:t>
            </a:r>
          </a:p>
          <a:p>
            <a:pPr>
              <a:defRPr sz="1200"/>
            </a:pPr>
            <a:r>
              <a:t>D:/pasar_fix/node_modules/.bun/@noble+hashes@2.2.0/node_modules/@noble/hashes/blake1.d.ts.map</a:t>
            </a:r>
          </a:p>
          <a:p>
            <a:pPr>
              <a:defRPr sz="1200"/>
            </a:pPr>
            <a:r>
              <a:t>D:/pasar_fix/node_modules/.bun/@noble+hashes@2.2.0/node_modules/@noble/hashes/blake1.js</a:t>
            </a:r>
          </a:p>
          <a:p>
            <a:pPr>
              <a:defRPr sz="1200"/>
            </a:pPr>
            <a:r>
              <a:t>D:/pasar_fix/node_modules/.bun/@noble+hashes@2.2.0/node_modules/@noble/hashes/blake1.js.map</a:t>
            </a:r>
          </a:p>
          <a:p>
            <a:pPr>
              <a:defRPr sz="1200"/>
            </a:pPr>
            <a:r>
              <a:t>D:/pasar_fix/node_modules/.bun/@noble+hashes@2.2.0/node_modules/@noble/hashes/blake2.d.ts</a:t>
            </a:r>
          </a:p>
          <a:p>
            <a:pPr>
              <a:defRPr sz="1200"/>
            </a:pPr>
            <a:r>
              <a:t>D:/pasar_fix/node_modules/.bun/@noble+hashes@2.2.0/node_modules/@noble/hashes/blake2.d.ts.map</a:t>
            </a:r>
          </a:p>
          <a:p>
            <a:pPr>
              <a:defRPr sz="1200"/>
            </a:pPr>
            <a:r>
              <a:t>D:/pasar_fix/node_modules/.bun/@noble+hashes@2.2.0/node_modules/@noble/hashes/blake2.js</a:t>
            </a:r>
          </a:p>
          <a:p>
            <a:pPr>
              <a:defRPr sz="1200"/>
            </a:pPr>
            <a:r>
              <a:t>D:/pasar_fix/node_modules/.bun/@noble+hashes@2.2.0/node_modules/@noble/hashes/blake2.js.map</a:t>
            </a:r>
          </a:p>
          <a:p>
            <a:pPr>
              <a:defRPr sz="1200"/>
            </a:pPr>
            <a:r>
              <a:t>D:/pasar_fix/node_modules/.bun/@noble+hashes@2.2.0/node_modules/@noble/hashes/blake3.d.ts</a:t>
            </a:r>
          </a:p>
          <a:p>
            <a:pPr>
              <a:defRPr sz="1200"/>
            </a:pPr>
            <a:r>
              <a:t>D:/pasar_fix/node_modules/.bun/@noble+hashes@2.2.0/node_modules/@noble/hashes/blake3.d.ts.map</a:t>
            </a:r>
          </a:p>
          <a:p>
            <a:pPr>
              <a:defRPr sz="1200"/>
            </a:pPr>
            <a:r>
              <a:t>D:/pasar_fix/node_modules/.bun/@noble+hashes@2.2.0/node_modules/@noble/hashes/blake3.js</a:t>
            </a:r>
          </a:p>
          <a:p>
            <a:pPr>
              <a:defRPr sz="1200"/>
            </a:pPr>
            <a:r>
              <a:t>D:/pasar_fix/node_modules/.bun/@noble+hashes@2.2.0/node_modules/@noble/hashes/blake3.js.map</a:t>
            </a:r>
          </a:p>
          <a:p>
            <a:pPr>
              <a:defRPr sz="1200"/>
            </a:pPr>
            <a:r>
              <a:t>D:/pasar_fix/node_modules/.bun/@noble+hashes@2.2.0/node_modules/@noble/hashes/eskdf.d.ts</a:t>
            </a:r>
          </a:p>
          <a:p>
            <a:pPr>
              <a:defRPr sz="1200"/>
            </a:pPr>
            <a:r>
              <a:t>D:/pasar_fix/node_modules/.bun/@noble+hashes@2.2.0/node_modules/@noble/hashes/eskdf.d.ts.map</a:t>
            </a:r>
          </a:p>
          <a:p>
            <a:pPr>
              <a:defRPr sz="1200"/>
            </a:pPr>
            <a:r>
              <a:t>D:/pasar_fix/node_modules/.bun/@noble+hashes@2.2.0/node_modules/@noble/hashes/eskdf.js</a:t>
            </a:r>
          </a:p>
          <a:p>
            <a:pPr>
              <a:defRPr sz="1200"/>
            </a:pPr>
            <a:r>
              <a:t>D:/pasar_fix/node_modules/.bun/@noble+hashes@2.2.0/node_modules/@noble/hashes/eskdf.js.map</a:t>
            </a:r>
          </a:p>
          <a:p>
            <a:pPr>
              <a:defRPr sz="1200"/>
            </a:pPr>
            <a:r>
              <a:t>D:/pasar_fix/node_modules/.bun/@noble+hashes@2.2.0/node_modules/@noble/hashes/hkdf.d.ts</a:t>
            </a:r>
          </a:p>
          <a:p>
            <a:pPr>
              <a:defRPr sz="1200"/>
            </a:pPr>
            <a:r>
              <a:t>D:/pasar_fix/node_modules/.bun/@noble+hashes@2.2.0/node_modules/@noble/hashes/hkdf.d.ts.map</a:t>
            </a:r>
          </a:p>
          <a:p>
            <a:pPr>
              <a:defRPr sz="1200"/>
            </a:pPr>
            <a:r>
              <a:t>D:/pasar_fix/node_modules/.bun/@noble+hashes@2.2.0/node_modules/@noble/hashes/hkdf.js</a:t>
            </a:r>
          </a:p>
          <a:p>
            <a:pPr>
              <a:defRPr sz="1200"/>
            </a:pPr>
            <a:r>
              <a:t>D:/pasar_fix/node_modules/.bun/@noble+hashes@2.2.0/node_modules/@noble/hashes/hkdf.js.map</a:t>
            </a:r>
          </a:p>
          <a:p>
            <a:pPr>
              <a:defRPr sz="1200"/>
            </a:pPr>
            <a:r>
              <a:t>D:/pasar_fix/node_modules/.bun/@noble+hashes@2.2.0/node_modules/@noble/hashes/hmac.d.ts</a:t>
            </a:r>
          </a:p>
          <a:p>
            <a:pPr>
              <a:defRPr sz="1200"/>
            </a:pPr>
            <a:r>
              <a:t>D:/pasar_fix/node_modules/.bun/@noble+hashes@2.2.0/node_modules/@noble/hashes/hmac.d.ts.map</a:t>
            </a:r>
          </a:p>
          <a:p>
            <a:pPr>
              <a:defRPr sz="1200"/>
            </a:pPr>
            <a:r>
              <a:t>D:/pasar_fix/node_modules/.bun/@noble+hashes@2.2.0/node_modules/@noble/hashes/hmac.js</a:t>
            </a:r>
          </a:p>
          <a:p>
            <a:pPr>
              <a:defRPr sz="1200"/>
            </a:pPr>
            <a:r>
              <a:t>D:/pasar_fix/node_modules/.bun/@noble+hashes@2.2.0/node_modules/@noble/hashes/hmac.js.map</a:t>
            </a:r>
          </a:p>
          <a:p>
            <a:pPr>
              <a:defRPr sz="1200"/>
            </a:pPr>
            <a:r>
              <a:t>D:/pasar_fix/node_modules/.bun/@noble+hashes@2.2.0/node_modules/@noble/hashes/index.d.ts</a:t>
            </a:r>
          </a:p>
          <a:p>
            <a:pPr>
              <a:defRPr sz="1200"/>
            </a:pPr>
            <a:r>
              <a:t>D:/pasar_fix/node_modules/.bun/@noble+hashes@2.2.0/node_modules/@noble/hashes/index.d.ts.map</a:t>
            </a:r>
          </a:p>
          <a:p>
            <a:pPr>
              <a:defRPr sz="1200"/>
            </a:pPr>
            <a:r>
              <a:t>D:/pasar_fix/node_modules/.bun/@noble+hashes@2.2.0/node_modules/@noble/hashes/index.js</a:t>
            </a:r>
          </a:p>
          <a:p>
            <a:pPr>
              <a:defRPr sz="1200"/>
            </a:pPr>
            <a:r>
              <a:t>D:/pasar_fix/node_modules/.bun/@noble+hashes@2.2.0/node_modules/@noble/hashes/index.js.map</a:t>
            </a:r>
          </a:p>
          <a:p>
            <a:pPr>
              <a:defRPr sz="1200"/>
            </a:pPr>
            <a:r>
              <a:t>D:/pasar_fix/node_modules/.bun/@noble+hashes@2.2.0/node_modules/@noble/hashes/legacy.d.ts</a:t>
            </a:r>
          </a:p>
          <a:p>
            <a:pPr>
              <a:defRPr sz="1200"/>
            </a:pPr>
            <a:r>
              <a:t>D:/pasar_fix/node_modules/.bun/@noble+hashes@2.2.0/node_modules/@noble/hashes/legacy.d.ts.map</a:t>
            </a:r>
          </a:p>
          <a:p>
            <a:pPr>
              <a:defRPr sz="1200"/>
            </a:pPr>
            <a:r>
              <a:t>D:/pasar_fix/node_modules/.bun/@noble+hashes@2.2.0/node_modules/@noble/hashes/legacy.js</a:t>
            </a:r>
          </a:p>
          <a:p>
            <a:pPr>
              <a:defRPr sz="1200"/>
            </a:pPr>
            <a:r>
              <a:t>D:/pasar_fix/node_modules/.bun/@noble+hashes@2.2.0/node_modules/@noble/hashes/legacy.js.map</a:t>
            </a:r>
          </a:p>
          <a:p>
            <a:pPr>
              <a:defRPr sz="1200"/>
            </a:pPr>
            <a:r>
              <a:t>D:/pasar_fix/node_modules/.bun/@noble+hashes@2.2.0/node_modules/@noble/hashes/LICENSE</a:t>
            </a:r>
          </a:p>
          <a:p>
            <a:pPr>
              <a:defRPr sz="1200"/>
            </a:pPr>
            <a:r>
              <a:t>D:/pasar_fix/node_modules/.bun/@noble+hashes@2.2.0/node_modules/@noble/hashes/package.json</a:t>
            </a:r>
          </a:p>
          <a:p>
            <a:pPr>
              <a:defRPr sz="1200"/>
            </a:pPr>
            <a:r>
              <a:t>D:/pasar_fix/node_modules/.bun/@noble+hashes@2.2.0/node_modules/@noble/hashes/pbkdf2.d.ts</a:t>
            </a:r>
          </a:p>
          <a:p>
            <a:pPr>
              <a:defRPr sz="1200"/>
            </a:pPr>
            <a:r>
              <a:t>D:/pasar_fix/node_modules/.bun/@noble+hashes@2.2.0/node_modules/@noble/hashes/pbkdf2.d.ts.map</a:t>
            </a:r>
          </a:p>
          <a:p>
            <a:pPr>
              <a:defRPr sz="1200"/>
            </a:pPr>
            <a:r>
              <a:t>D:/pasar_fix/node_modules/.bun/@noble+hashes@2.2.0/node_modules/@noble/hashes/pbkdf2.js</a:t>
            </a:r>
          </a:p>
          <a:p>
            <a:pPr>
              <a:defRPr sz="1200"/>
            </a:pPr>
            <a:r>
              <a:t>D:/pasar_fix/node_modules/.bun/@noble+hashes@2.2.0/node_modules/@noble/hashes/pbkdf2.js.map</a:t>
            </a:r>
          </a:p>
          <a:p>
            <a:pPr>
              <a:defRPr sz="1200"/>
            </a:pPr>
            <a:r>
              <a:t>D:/pasar_fix/node_modules/.bun/@noble+hashes@2.2.0/node_modules/@noble/hashes/README.md</a:t>
            </a:r>
          </a:p>
          <a:p>
            <a:pPr>
              <a:defRPr sz="1200"/>
            </a:pPr>
            <a:r>
              <a:t>D:/pasar_fix/node_modules/.bun/@noble+hashes@2.2.0/node_modules/@noble/hashes/scrypt.d.ts</a:t>
            </a:r>
          </a:p>
          <a:p>
            <a:pPr>
              <a:defRPr sz="1200"/>
            </a:pPr>
            <a:r>
              <a:t>D:/pasar_fix/node_modules/.bun/@noble+hashes@2.2.0/node_modules/@noble/hashes/scrypt.d.ts.map</a:t>
            </a:r>
          </a:p>
          <a:p>
            <a:pPr>
              <a:defRPr sz="1200"/>
            </a:pPr>
            <a:r>
              <a:t>D:/pasar_fix/node_modules/.bun/@noble+hashes@2.2.0/node_modules/@noble/hashes/scrypt.js</a:t>
            </a:r>
          </a:p>
          <a:p>
            <a:pPr>
              <a:defRPr sz="1200"/>
            </a:pPr>
            <a:r>
              <a:t>D:/pasar_fix/node_modules/.bun/@noble+hashes@2.2.0/node_modules/@noble/hashes/scrypt.js.map</a:t>
            </a:r>
          </a:p>
          <a:p>
            <a:pPr>
              <a:defRPr sz="1200"/>
            </a:pPr>
            <a:r>
              <a:t>D:/pasar_fix/node_modules/.bun/@noble+hashes@2.2.0/node_modules/@noble/hashes/sha2.d.ts</a:t>
            </a:r>
          </a:p>
          <a:p>
            <a:pPr>
              <a:defRPr sz="1200"/>
            </a:pPr>
            <a:r>
              <a:t>D:/pasar_fix/node_modules/.bun/@noble+hashes@2.2.0/node_modules/@noble/hashes/sha2.d.ts.map</a:t>
            </a:r>
          </a:p>
          <a:p>
            <a:pPr>
              <a:defRPr sz="1200"/>
            </a:pPr>
            <a:r>
              <a:t>D:/pasar_fix/node_modules/.bun/@noble+hashes@2.2.0/node_modules/@noble/hashes/sha2.js</a:t>
            </a:r>
          </a:p>
          <a:p>
            <a:pPr>
              <a:defRPr sz="1200"/>
            </a:pPr>
            <a:r>
              <a:t>D:/pasar_fix/node_modules/.bun/@noble+hashes@2.2.0/node_modules/@noble/hashes/sha2.js.map</a:t>
            </a:r>
          </a:p>
          <a:p>
            <a:pPr>
              <a:defRPr sz="1200"/>
            </a:pPr>
            <a:r>
              <a:t>D:/pasar_fix/node_modules/.bun/@noble+hashes@2.2.0/node_modules/@noble/hashes/sha3-addons.d.ts</a:t>
            </a:r>
          </a:p>
          <a:p>
            <a:pPr>
              <a:defRPr sz="1200"/>
            </a:pPr>
            <a:r>
              <a:t>D:/pasar_fix/node_modules/.bun/@noble+hashes@2.2.0/node_modules/@noble/hashes/sha3-addons.d.ts.map</a:t>
            </a:r>
          </a:p>
          <a:p>
            <a:pPr>
              <a:defRPr sz="1200"/>
            </a:pPr>
            <a:r>
              <a:t>D:/pasar_fix/node_modules/.bun/@noble+hashes@2.2.0/node_modules/@noble/hashes/sha3-addons.js</a:t>
            </a:r>
          </a:p>
          <a:p>
            <a:pPr>
              <a:defRPr sz="1200"/>
            </a:pPr>
            <a:r>
              <a:t>D:/pasar_fix/node_modules/.bun/@noble+hashes@2.2.0/node_modules/@noble/hashes/sha3-addons.js.map</a:t>
            </a:r>
          </a:p>
          <a:p>
            <a:pPr>
              <a:defRPr sz="1200"/>
            </a:pPr>
            <a:r>
              <a:t>D:/pasar_fix/node_modules/.bun/@noble+hashes@2.2.0/node_modules/@noble/hashes/sha3.d.ts</a:t>
            </a:r>
          </a:p>
          <a:p>
            <a:pPr>
              <a:defRPr sz="1200"/>
            </a:pPr>
            <a:r>
              <a:t>D:/pasar_fix/node_modules/.bun/@noble+hashes@2.2.0/node_modules/@noble/hashes/sha3.d.ts.map</a:t>
            </a:r>
          </a:p>
          <a:p>
            <a:pPr>
              <a:defRPr sz="1200"/>
            </a:pPr>
            <a:r>
              <a:t>D:/pasar_fix/node_modules/.bun/@noble+hashes@2.2.0/node_modules/@noble/hashes/sha3.js</a:t>
            </a:r>
          </a:p>
          <a:p>
            <a:pPr>
              <a:defRPr sz="1200"/>
            </a:pPr>
            <a:r>
              <a:t>D:/pasar_fix/node_modules/.bun/@noble+hashes@2.2.0/node_modules/@noble/hashes/sha3.js.map</a:t>
            </a:r>
          </a:p>
          <a:p>
            <a:pPr>
              <a:defRPr sz="1200"/>
            </a:pPr>
            <a:r>
              <a:t>D:/pasar_fix/node_modules/.bun/@noble+hashes@2.2.0/node_modules/@noble/hashes/utils.d.ts</a:t>
            </a:r>
          </a:p>
          <a:p>
            <a:pPr>
              <a:defRPr sz="1200"/>
            </a:pPr>
            <a:r>
              <a:t>D:/pasar_fix/node_modules/.bun/@noble+hashes@2.2.0/node_modules/@noble/hashes/utils.d.ts.map</a:t>
            </a:r>
          </a:p>
          <a:p>
            <a:pPr>
              <a:defRPr sz="1200"/>
            </a:pPr>
            <a:r>
              <a:t>D:/pasar_fix/node_modules/.bun/@noble+hashes@2.2.0/node_modules/@noble/hashes/utils.js</a:t>
            </a:r>
          </a:p>
          <a:p>
            <a:pPr>
              <a:defRPr sz="1200"/>
            </a:pPr>
            <a:r>
              <a:t>D:/pasar_fix/node_modules/.bun/@noble+hashes@2.2.0/node_modules/@noble/hashes/utils.js.map</a:t>
            </a:r>
          </a:p>
          <a:p>
            <a:pPr>
              <a:defRPr sz="1200"/>
            </a:pPr>
            <a:r>
              <a:t>D:/pasar_fix/node_modules/.bun/@noble+hashes@2.2.0/node_modules/@noble/hashes/webcrypto.d.ts</a:t>
            </a:r>
          </a:p>
          <a:p>
            <a:pPr>
              <a:defRPr sz="1200"/>
            </a:pPr>
            <a:r>
              <a:t>D:/pasar_fix/node_modules/.bun/@noble+hashes@2.2.0/node_modules/@noble/hashes/webcrypto.d.ts.map</a:t>
            </a:r>
          </a:p>
          <a:p>
            <a:pPr>
              <a:defRPr sz="1200"/>
            </a:pPr>
            <a:r>
              <a:t>D:/pasar_fix/node_modules/.bun/@noble+hashes@2.2.0/node_modules/@noble/hashes/webcrypto.js</a:t>
            </a:r>
          </a:p>
          <a:p>
            <a:pPr>
              <a:defRPr sz="1200"/>
            </a:pPr>
            <a:r>
              <a:t>D:/pasar_fix/node_modules/.bun/@noble+hashes@2.2.0/node_modules/@noble/hashes/webcrypto.js.map</a:t>
            </a:r>
          </a:p>
          <a:p>
            <a:pPr>
              <a:defRPr sz="1200"/>
            </a:pPr>
            <a:r>
              <a:t>D:/pasar_fix/node_modules/.bun/@noble+hashes@2.2.0/node_modules/@noble/hashes/_blake.d.ts</a:t>
            </a:r>
          </a:p>
          <a:p>
            <a:pPr>
              <a:defRPr sz="1200"/>
            </a:pPr>
            <a:r>
              <a:t>D:/pasar_fix/node_modules/.bun/@noble+hashes@2.2.0/node_modules/@noble/hashes/_blake.d.ts.map</a:t>
            </a:r>
          </a:p>
          <a:p>
            <a:pPr>
              <a:defRPr sz="1200"/>
            </a:pPr>
            <a:r>
              <a:t>D:/pasar_fix/node_modules/.bun/@noble+hashes@2.2.0/node_modules/@noble/hashes/_blake.js</a:t>
            </a:r>
          </a:p>
          <a:p>
            <a:pPr>
              <a:defRPr sz="1200"/>
            </a:pPr>
            <a:r>
              <a:t>D:/pasar_fix/node_modules/.bun/@noble+hashes@2.2.0/node_modules/@noble/hashes/_blake.js.map</a:t>
            </a:r>
          </a:p>
          <a:p>
            <a:pPr>
              <a:defRPr sz="1200"/>
            </a:pPr>
            <a:r>
              <a:t>D:/pasar_fix/node_modules/.bun/@noble+hashes@2.2.0/node_modules/@noble/hashes/_md.d.ts</a:t>
            </a:r>
          </a:p>
          <a:p>
            <a:pPr>
              <a:defRPr sz="1200"/>
            </a:pPr>
            <a:r>
              <a:t>D:/pasar_fix/node_modules/.bun/@noble+hashes@2.2.0/node_modules/@noble/hashes/_md.d.ts.map</a:t>
            </a:r>
          </a:p>
          <a:p>
            <a:pPr>
              <a:defRPr sz="1200"/>
            </a:pPr>
            <a:r>
              <a:t>D:/pasar_fix/node_modules/.bun/@noble+hashes@2.2.0/node_modules/@noble/hashes/_md.js</a:t>
            </a:r>
          </a:p>
          <a:p>
            <a:pPr>
              <a:defRPr sz="1200"/>
            </a:pPr>
            <a:r>
              <a:t>D:/pasar_fix/node_modules/.bun/@noble+hashes@2.2.0/node_modules/@noble/hashes/_md.js.map</a:t>
            </a:r>
          </a:p>
          <a:p>
            <a:pPr>
              <a:defRPr sz="1200"/>
            </a:pPr>
            <a:r>
              <a:t>D:/pasar_fix/node_modules/.bun/@noble+hashes@2.2.0/node_modules/@noble/hashes/_u64.d.ts</a:t>
            </a:r>
          </a:p>
          <a:p>
            <a:pPr>
              <a:defRPr sz="1200"/>
            </a:pPr>
            <a:r>
              <a:t>D:/pasar_fix/node_modules/.bun/@noble+hashes@2.2.0/node_modules/@noble/hashes/_u64.d.ts.map</a:t>
            </a:r>
          </a:p>
          <a:p>
            <a:pPr>
              <a:defRPr sz="1200"/>
            </a:pPr>
            <a:r>
              <a:t>D:/pasar_fix/node_modules/.bun/@noble+hashes@2.2.0/node_modules/@noble/hashes/_u64.js</a:t>
            </a:r>
          </a:p>
          <a:p>
            <a:pPr>
              <a:defRPr sz="1200"/>
            </a:pPr>
            <a:r>
              <a:t>D:/pasar_fix/node_modules/.bun/@noble+hashes@2.2.0/node_modules/@noble/hashes/_u64.js.map</a:t>
            </a:r>
          </a:p>
          <a:p>
            <a:pPr>
              <a:defRPr sz="1200"/>
            </a:pPr>
            <a:r>
              <a:t>D:/pasar_fix/node_modules/.bun/@noble+hashes@2.2.0/node_modules/@noble/hashes/src/argon2.ts</a:t>
            </a:r>
          </a:p>
          <a:p>
            <a:pPr>
              <a:defRPr sz="1200"/>
            </a:pPr>
            <a:r>
              <a:t>D:/pasar_fix/node_modules/.bun/@noble+hashes@2.2.0/node_modules/@noble/hashes/src/blake1.ts</a:t>
            </a:r>
          </a:p>
          <a:p>
            <a:pPr>
              <a:defRPr sz="1200"/>
            </a:pPr>
            <a:r>
              <a:t>D:/pasar_fix/node_modules/.bun/@noble+hashes@2.2.0/node_modules/@noble/hashes/src/blake2.ts</a:t>
            </a:r>
          </a:p>
          <a:p>
            <a:pPr>
              <a:defRPr sz="1200"/>
            </a:pPr>
            <a:r>
              <a:t>D:/pasar_fix/node_modules/.bun/@noble+hashes@2.2.0/node_modules/@noble/hashes/src/blake3.ts</a:t>
            </a:r>
          </a:p>
          <a:p>
            <a:pPr>
              <a:defRPr sz="1200"/>
            </a:pPr>
            <a:r>
              <a:t>D:/pasar_fix/node_modules/.bun/@noble+hashes@2.2.0/node_modules/@noble/hashes/src/eskdf.ts</a:t>
            </a:r>
          </a:p>
          <a:p>
            <a:pPr>
              <a:defRPr sz="1200"/>
            </a:pPr>
            <a:r>
              <a:t>D:/pasar_fix/node_modules/.bun/@noble+hashes@2.2.0/node_modules/@noble/hashes/src/hkdf.ts</a:t>
            </a:r>
          </a:p>
          <a:p>
            <a:pPr>
              <a:defRPr sz="1200"/>
            </a:pPr>
            <a:r>
              <a:t>D:/pasar_fix/node_modules/.bun/@noble+hashes@2.2.0/node_modules/@noble/hashes/src/hmac.ts</a:t>
            </a:r>
          </a:p>
          <a:p>
            <a:pPr>
              <a:defRPr sz="1200"/>
            </a:pPr>
            <a:r>
              <a:t>D:/pasar_fix/node_modules/.bun/@noble+hashes@2.2.0/node_modules/@noble/hashes/src/index.ts</a:t>
            </a:r>
          </a:p>
          <a:p>
            <a:pPr>
              <a:defRPr sz="1200"/>
            </a:pPr>
            <a:r>
              <a:t>D:/pasar_fix/node_modules/.bun/@noble+hashes@2.2.0/node_modules/@noble/hashes/src/legacy.ts</a:t>
            </a:r>
          </a:p>
          <a:p>
            <a:pPr>
              <a:defRPr sz="1200"/>
            </a:pPr>
            <a:r>
              <a:t>D:/pasar_fix/node_modules/.bun/@noble+hashes@2.2.0/node_modules/@noble/hashes/src/pbkdf2.ts</a:t>
            </a:r>
          </a:p>
          <a:p>
            <a:pPr>
              <a:defRPr sz="1200"/>
            </a:pPr>
            <a:r>
              <a:t>D:/pasar_fix/node_modules/.bun/@noble+hashes@2.2.0/node_modules/@noble/hashes/src/scrypt.ts</a:t>
            </a:r>
          </a:p>
          <a:p>
            <a:pPr>
              <a:defRPr sz="1200"/>
            </a:pPr>
            <a:r>
              <a:t>D:/pasar_fix/node_modules/.bun/@noble+hashes@2.2.0/node_modules/@noble/hashes/src/sha2.ts</a:t>
            </a:r>
          </a:p>
          <a:p>
            <a:pPr>
              <a:defRPr sz="1200"/>
            </a:pPr>
            <a:r>
              <a:t>D:/pasar_fix/node_modules/.bun/@noble+hashes@2.2.0/node_modules/@noble/hashes/src/sha3-addons.ts</a:t>
            </a:r>
          </a:p>
          <a:p>
            <a:pPr>
              <a:defRPr sz="1200"/>
            </a:pPr>
            <a:r>
              <a:t>D:/pasar_fix/node_modules/.bun/@noble+hashes@2.2.0/node_modules/@noble/hashes/src/sha3.ts</a:t>
            </a:r>
          </a:p>
          <a:p>
            <a:pPr>
              <a:defRPr sz="1200"/>
            </a:pPr>
            <a:r>
              <a:t>D:/pasar_fix/node_modules/.bun/@noble+hashes@2.2.0/node_modules/@noble/hashes/src/utils.ts</a:t>
            </a:r>
          </a:p>
          <a:p>
            <a:pPr>
              <a:defRPr sz="1200"/>
            </a:pPr>
            <a:r>
              <a:t>D:/pasar_fix/node_modules/.bun/@noble+hashes@2.2.0/node_modules/@noble/hashes/src/webcrypto.ts</a:t>
            </a:r>
          </a:p>
          <a:p>
            <a:pPr>
              <a:defRPr sz="1200"/>
            </a:pPr>
            <a:r>
              <a:t>D:/pasar_fix/node_modules/.bun/@noble+hashes@2.2.0/node_modules/@noble/hashes/src/_blake.ts</a:t>
            </a:r>
          </a:p>
          <a:p>
            <a:pPr>
              <a:defRPr sz="1200"/>
            </a:pPr>
            <a:r>
              <a:t>D:/pasar_fix/node_modules/.bun/@noble+hashes@2.2.0/node_modules/@noble/hashes/src/_md.ts</a:t>
            </a:r>
          </a:p>
          <a:p>
            <a:pPr>
              <a:defRPr sz="1200"/>
            </a:pPr>
            <a:r>
              <a:t>D:/pasar_fix/node_modules/.bun/@noble+hashes@2.2.0/node_modules/@noble/hashes/src/_u64.ts</a:t>
            </a:r>
          </a:p>
          <a:p>
            <a:pPr>
              <a:defRPr sz="1200"/>
            </a:pPr>
            <a:r>
              <a:t>D:/pasar_fix/node_modules/.bun/@nodelib+fs.scandir@2.1.5/node_modules/@nodelib/fs.scandir/LICENSE</a:t>
            </a:r>
          </a:p>
          <a:p>
            <a:pPr>
              <a:defRPr sz="1200"/>
            </a:pPr>
            <a:r>
              <a:t>D:/pasar_fix/node_modules/.bun/@nodelib+fs.scandir@2.1.5/node_modules/@nodelib/fs.scandir/package.json</a:t>
            </a:r>
          </a:p>
          <a:p>
            <a:pPr>
              <a:defRPr sz="1200"/>
            </a:pPr>
            <a:r>
              <a:t>D:/pasar_fix/node_modules/.bun/@nodelib+fs.scandir@2.1.5/node_modules/@nodelib/fs.scandir/README.md</a:t>
            </a:r>
          </a:p>
          <a:p>
            <a:pPr>
              <a:defRPr sz="1200"/>
            </a:pPr>
            <a:r>
              <a:t>D:/pasar_fix/node_modules/.bun/@nodelib+fs.scandir@2.1.5/node_modules/@nodelib/fs.scandir/out/constants.d.ts</a:t>
            </a:r>
          </a:p>
          <a:p>
            <a:pPr>
              <a:defRPr sz="1200"/>
            </a:pPr>
            <a:r>
              <a:t>D:/pasar_fix/node_modules/.bun/@nodelib+fs.scandir@2.1.5/node_modules/@nodelib/fs.scandir/out/constants.js</a:t>
            </a:r>
          </a:p>
          <a:p>
            <a:pPr>
              <a:defRPr sz="1200"/>
            </a:pPr>
            <a:r>
              <a:t>D:/pasar_fix/node_modules/.bun/@nodelib+fs.scandir@2.1.5/node_modules/@nodelib/fs.scandir/out/index.d.ts</a:t>
            </a:r>
          </a:p>
          <a:p>
            <a:pPr>
              <a:defRPr sz="1200"/>
            </a:pPr>
            <a:r>
              <a:t>D:/pasar_fix/node_modules/.bun/@nodelib+fs.scandir@2.1.5/node_modules/@nodelib/fs.scandir/out/index.js</a:t>
            </a:r>
          </a:p>
          <a:p>
            <a:pPr>
              <a:defRPr sz="1200"/>
            </a:pPr>
            <a:r>
              <a:t>D:/pasar_fix/node_modules/.bun/@nodelib+fs.scandir@2.1.5/node_modules/@nodelib/fs.scandir/out/settings.d.ts</a:t>
            </a:r>
          </a:p>
          <a:p>
            <a:pPr>
              <a:defRPr sz="1200"/>
            </a:pPr>
            <a:r>
              <a:t>D:/pasar_fix/node_modules/.bun/@nodelib+fs.scandir@2.1.5/node_modules/@nodelib/fs.scandir/out/settings.js</a:t>
            </a:r>
          </a:p>
          <a:p>
            <a:pPr>
              <a:defRPr sz="1200"/>
            </a:pPr>
            <a:r>
              <a:t>D:/pasar_fix/node_modules/.bun/@nodelib+fs.scandir@2.1.5/node_modules/@nodelib/fs.scandir/out/adapters/fs.d.ts</a:t>
            </a:r>
          </a:p>
          <a:p>
            <a:pPr>
              <a:defRPr sz="1200"/>
            </a:pPr>
            <a:r>
              <a:t>D:/pasar_fix/node_modules/.bun/@nodelib+fs.scandir@2.1.5/node_modules/@nodelib/fs.scandir/out/adapters/fs.js</a:t>
            </a:r>
          </a:p>
          <a:p>
            <a:pPr>
              <a:defRPr sz="1200"/>
            </a:pPr>
            <a:r>
              <a:t>D:/pasar_fix/node_modules/.bun/@nodelib+fs.scandir@2.1.5/node_modules/@nodelib/fs.scandir/out/providers/async.d.ts</a:t>
            </a:r>
          </a:p>
          <a:p>
            <a:pPr>
              <a:defRPr sz="1200"/>
            </a:pPr>
            <a:r>
              <a:t>D:/pasar_fix/node_modules/.bun/@nodelib+fs.scandir@2.1.5/node_modules/@nodelib/fs.scandir/out/providers/async.js</a:t>
            </a:r>
          </a:p>
          <a:p>
            <a:pPr>
              <a:defRPr sz="1200"/>
            </a:pPr>
            <a:r>
              <a:t>D:/pasar_fix/node_modules/.bun/@nodelib+fs.scandir@2.1.5/node_modules/@nodelib/fs.scandir/out/providers/common.d.ts</a:t>
            </a:r>
          </a:p>
          <a:p>
            <a:pPr>
              <a:defRPr sz="1200"/>
            </a:pPr>
            <a:r>
              <a:t>D:/pasar_fix/node_modules/.bun/@nodelib+fs.scandir@2.1.5/node_modules/@nodelib/fs.scandir/out/providers/common.js</a:t>
            </a:r>
          </a:p>
          <a:p>
            <a:pPr>
              <a:defRPr sz="1200"/>
            </a:pPr>
            <a:r>
              <a:t>D:/pasar_fix/node_modules/.bun/@nodelib+fs.scandir@2.1.5/node_modules/@nodelib/fs.scandir/out/providers/sync.d.ts</a:t>
            </a:r>
          </a:p>
          <a:p>
            <a:pPr>
              <a:defRPr sz="1200"/>
            </a:pPr>
            <a:r>
              <a:t>D:/pasar_fix/node_modules/.bun/@nodelib+fs.scandir@2.1.5/node_modules/@nodelib/fs.scandir/out/providers/sync.js</a:t>
            </a:r>
          </a:p>
          <a:p>
            <a:pPr>
              <a:defRPr sz="1200"/>
            </a:pPr>
            <a:r>
              <a:t>D:/pasar_fix/node_modules/.bun/@nodelib+fs.scandir@2.1.5/node_modules/@nodelib/fs.scandir/out/types/index.d.ts</a:t>
            </a:r>
          </a:p>
          <a:p>
            <a:pPr>
              <a:defRPr sz="1200"/>
            </a:pPr>
            <a:r>
              <a:t>D:/pasar_fix/node_modules/.bun/@nodelib+fs.scandir@2.1.5/node_modules/@nodelib/fs.scandir/out/types/index.js</a:t>
            </a:r>
          </a:p>
          <a:p>
            <a:pPr>
              <a:defRPr sz="1200"/>
            </a:pPr>
            <a:r>
              <a:t>D:/pasar_fix/node_modules/.bun/@nodelib+fs.scandir@2.1.5/node_modules/@nodelib/fs.scandir/out/utils/fs.d.ts</a:t>
            </a:r>
          </a:p>
          <a:p>
            <a:pPr>
              <a:defRPr sz="1200"/>
            </a:pPr>
            <a:r>
              <a:t>D:/pasar_fix/node_modules/.bun/@nodelib+fs.scandir@2.1.5/node_modules/@nodelib/fs.scandir/out/utils/fs.js</a:t>
            </a:r>
          </a:p>
          <a:p>
            <a:pPr>
              <a:defRPr sz="1200"/>
            </a:pPr>
            <a:r>
              <a:t>D:/pasar_fix/node_modules/.bun/@nodelib+fs.scandir@2.1.5/node_modules/@nodelib/fs.scandir/out/utils/index.d.ts</a:t>
            </a:r>
          </a:p>
          <a:p>
            <a:pPr>
              <a:defRPr sz="1200"/>
            </a:pPr>
            <a:r>
              <a:t>D:/pasar_fix/node_modules/.bun/@nodelib+fs.scandir@2.1.5/node_modules/@nodelib/fs.scandir/out/utils/index.js</a:t>
            </a:r>
          </a:p>
          <a:p>
            <a:pPr>
              <a:defRPr sz="1200"/>
            </a:pPr>
            <a:r>
              <a:t>D:/pasar_fix/node_modules/.bun/@nodelib+fs.stat@2.0.5/node_modules/@nodelib/fs.stat/LICENSE</a:t>
            </a:r>
          </a:p>
          <a:p>
            <a:pPr>
              <a:defRPr sz="1200"/>
            </a:pPr>
            <a:r>
              <a:t>D:/pasar_fix/node_modules/.bun/@nodelib+fs.stat@2.0.5/node_modules/@nodelib/fs.stat/package.json</a:t>
            </a:r>
          </a:p>
          <a:p>
            <a:pPr>
              <a:defRPr sz="1200"/>
            </a:pPr>
            <a:r>
              <a:t>D:/pasar_fix/node_modules/.bun/@nodelib+fs.stat@2.0.5/node_modules/@nodelib/fs.stat/README.md</a:t>
            </a:r>
          </a:p>
          <a:p>
            <a:pPr>
              <a:defRPr sz="1200"/>
            </a:pPr>
            <a:r>
              <a:t>D:/pasar_fix/node_modules/.bun/@nodelib+fs.stat@2.0.5/node_modules/@nodelib/fs.stat/out/index.d.ts</a:t>
            </a:r>
          </a:p>
          <a:p>
            <a:pPr>
              <a:defRPr sz="1200"/>
            </a:pPr>
            <a:r>
              <a:t>D:/pasar_fix/node_modules/.bun/@nodelib+fs.stat@2.0.5/node_modules/@nodelib/fs.stat/out/index.js</a:t>
            </a:r>
          </a:p>
          <a:p>
            <a:pPr>
              <a:defRPr sz="1200"/>
            </a:pPr>
            <a:r>
              <a:t>D:/pasar_fix/node_modules/.bun/@nodelib+fs.stat@2.0.5/node_modules/@nodelib/fs.stat/out/settings.d.ts</a:t>
            </a:r>
          </a:p>
          <a:p>
            <a:pPr>
              <a:defRPr sz="1200"/>
            </a:pPr>
            <a:r>
              <a:t>D:/pasar_fix/node_modules/.bun/@nodelib+fs.stat@2.0.5/node_modules/@nodelib/fs.stat/out/settings.js</a:t>
            </a:r>
          </a:p>
          <a:p>
            <a:pPr>
              <a:defRPr sz="1200"/>
            </a:pPr>
            <a:r>
              <a:t>D:/pasar_fix/node_modules/.bun/@nodelib+fs.stat@2.0.5/node_modules/@nodelib/fs.stat/out/adapters/fs.d.ts</a:t>
            </a:r>
          </a:p>
          <a:p>
            <a:pPr>
              <a:defRPr sz="1200"/>
            </a:pPr>
            <a:r>
              <a:t>D:/pasar_fix/node_modules/.bun/@nodelib+fs.stat@2.0.5/node_modules/@nodelib/fs.stat/out/adapters/fs.js</a:t>
            </a:r>
          </a:p>
          <a:p>
            <a:pPr>
              <a:defRPr sz="1200"/>
            </a:pPr>
            <a:r>
              <a:t>D:/pasar_fix/node_modules/.bun/@nodelib+fs.stat@2.0.5/node_modules/@nodelib/fs.stat/out/providers/async.d.ts</a:t>
            </a:r>
          </a:p>
          <a:p>
            <a:pPr>
              <a:defRPr sz="1200"/>
            </a:pPr>
            <a:r>
              <a:t>D:/pasar_fix/node_modules/.bun/@nodelib+fs.stat@2.0.5/node_modules/@nodelib/fs.stat/out/providers/async.js</a:t>
            </a:r>
          </a:p>
          <a:p>
            <a:pPr>
              <a:defRPr sz="1200"/>
            </a:pPr>
            <a:r>
              <a:t>D:/pasar_fix/node_modules/.bun/@nodelib+fs.stat@2.0.5/node_modules/@nodelib/fs.stat/out/providers/sync.d.ts</a:t>
            </a:r>
          </a:p>
          <a:p>
            <a:pPr>
              <a:defRPr sz="1200"/>
            </a:pPr>
            <a:r>
              <a:t>D:/pasar_fix/node_modules/.bun/@nodelib+fs.stat@2.0.5/node_modules/@nodelib/fs.stat/out/providers/sync.js</a:t>
            </a:r>
          </a:p>
          <a:p>
            <a:pPr>
              <a:defRPr sz="1200"/>
            </a:pPr>
            <a:r>
              <a:t>D:/pasar_fix/node_modules/.bun/@nodelib+fs.stat@2.0.5/node_modules/@nodelib/fs.stat/out/types/index.d.ts</a:t>
            </a:r>
          </a:p>
          <a:p>
            <a:pPr>
              <a:defRPr sz="1200"/>
            </a:pPr>
            <a:r>
              <a:t>D:/pasar_fix/node_modules/.bun/@nodelib+fs.stat@2.0.5/node_modules/@nodelib/fs.stat/out/types/index.js</a:t>
            </a:r>
          </a:p>
          <a:p>
            <a:pPr>
              <a:defRPr sz="1200"/>
            </a:pPr>
            <a:r>
              <a:t>D:/pasar_fix/node_modules/.bun/@nodelib+fs.walk@1.2.8/node_modules/@nodelib/fs.walk/LICENSE</a:t>
            </a:r>
          </a:p>
          <a:p>
            <a:pPr>
              <a:defRPr sz="1200"/>
            </a:pPr>
            <a:r>
              <a:t>D:/pasar_fix/node_modules/.bun/@nodelib+fs.walk@1.2.8/node_modules/@nodelib/fs.walk/package.json</a:t>
            </a:r>
          </a:p>
          <a:p>
            <a:pPr>
              <a:defRPr sz="1200"/>
            </a:pPr>
            <a:r>
              <a:t>D:/pasar_fix/node_modules/.bun/@nodelib+fs.walk@1.2.8/node_modules/@nodelib/fs.walk/README.md</a:t>
            </a:r>
          </a:p>
          <a:p>
            <a:pPr>
              <a:defRPr sz="1200"/>
            </a:pPr>
            <a:r>
              <a:t>D:/pasar_fix/node_modules/.bun/@nodelib+fs.walk@1.2.8/node_modules/@nodelib/fs.walk/out/index.d.ts</a:t>
            </a:r>
          </a:p>
          <a:p>
            <a:pPr>
              <a:defRPr sz="1200"/>
            </a:pPr>
            <a:r>
              <a:t>D:/pasar_fix/node_modules/.bun/@nodelib+fs.walk@1.2.8/node_modules/@nodelib/fs.walk/out/index.js</a:t>
            </a:r>
          </a:p>
          <a:p>
            <a:pPr>
              <a:defRPr sz="1200"/>
            </a:pPr>
            <a:r>
              <a:t>D:/pasar_fix/node_modules/.bun/@nodelib+fs.walk@1.2.8/node_modules/@nodelib/fs.walk/out/settings.d.ts</a:t>
            </a:r>
          </a:p>
          <a:p>
            <a:pPr>
              <a:defRPr sz="1200"/>
            </a:pPr>
            <a:r>
              <a:t>D:/pasar_fix/node_modules/.bun/@nodelib+fs.walk@1.2.8/node_modules/@nodelib/fs.walk/out/settings.js</a:t>
            </a:r>
          </a:p>
          <a:p>
            <a:pPr>
              <a:defRPr sz="1200"/>
            </a:pPr>
            <a:r>
              <a:t>D:/pasar_fix/node_modules/.bun/@nodelib+fs.walk@1.2.8/node_modules/@nodelib/fs.walk/out/providers/async.d.ts</a:t>
            </a:r>
          </a:p>
          <a:p>
            <a:pPr>
              <a:defRPr sz="1200"/>
            </a:pPr>
            <a:r>
              <a:t>D:/pasar_fix/node_modules/.bun/@nodelib+fs.walk@1.2.8/node_modules/@nodelib/fs.walk/out/providers/async.js</a:t>
            </a:r>
          </a:p>
          <a:p>
            <a:pPr>
              <a:defRPr sz="1200"/>
            </a:pPr>
            <a:r>
              <a:t>D:/pasar_fix/node_modules/.bun/@nodelib+fs.walk@1.2.8/node_modules/@nodelib/fs.walk/out/providers/index.d.ts</a:t>
            </a:r>
          </a:p>
          <a:p>
            <a:pPr>
              <a:defRPr sz="1200"/>
            </a:pPr>
            <a:r>
              <a:t>D:/pasar_fix/node_modules/.bun/@nodelib+fs.walk@1.2.8/node_modules/@nodelib/fs.walk/out/providers/index.js</a:t>
            </a:r>
          </a:p>
          <a:p>
            <a:pPr>
              <a:defRPr sz="1200"/>
            </a:pPr>
            <a:r>
              <a:t>D:/pasar_fix/node_modules/.bun/@nodelib+fs.walk@1.2.8/node_modules/@nodelib/fs.walk/out/providers/stream.d.ts</a:t>
            </a:r>
          </a:p>
          <a:p>
            <a:pPr>
              <a:defRPr sz="1200"/>
            </a:pPr>
            <a:r>
              <a:t>D:/pasar_fix/node_modules/.bun/@nodelib+fs.walk@1.2.8/node_modules/@nodelib/fs.walk/out/providers/stream.js</a:t>
            </a:r>
          </a:p>
          <a:p>
            <a:pPr>
              <a:defRPr sz="1200"/>
            </a:pPr>
            <a:r>
              <a:t>D:/pasar_fix/node_modules/.bun/@nodelib+fs.walk@1.2.8/node_modules/@nodelib/fs.walk/out/providers/sync.d.ts</a:t>
            </a:r>
          </a:p>
          <a:p>
            <a:pPr>
              <a:defRPr sz="1200"/>
            </a:pPr>
            <a:r>
              <a:t>D:/pasar_fix/node_modules/.bun/@nodelib+fs.walk@1.2.8/node_modules/@nodelib/fs.walk/out/providers/sync.js</a:t>
            </a:r>
          </a:p>
          <a:p>
            <a:pPr>
              <a:defRPr sz="1200"/>
            </a:pPr>
            <a:r>
              <a:t>D:/pasar_fix/node_modules/.bun/@nodelib+fs.walk@1.2.8/node_modules/@nodelib/fs.walk/out/readers/async.d.ts</a:t>
            </a:r>
          </a:p>
          <a:p>
            <a:pPr>
              <a:defRPr sz="1200"/>
            </a:pPr>
            <a:r>
              <a:t>D:/pasar_fix/node_modules/.bun/@nodelib+fs.walk@1.2.8/node_modules/@nodelib/fs.walk/out/readers/async.js</a:t>
            </a:r>
          </a:p>
          <a:p>
            <a:pPr>
              <a:defRPr sz="1200"/>
            </a:pPr>
            <a:r>
              <a:t>D:/pasar_fix/node_modules/.bun/@nodelib+fs.walk@1.2.8/node_modules/@nodelib/fs.walk/out/readers/common.d.ts</a:t>
            </a:r>
          </a:p>
          <a:p>
            <a:pPr>
              <a:defRPr sz="1200"/>
            </a:pPr>
            <a:r>
              <a:t>D:/pasar_fix/node_modules/.bun/@nodelib+fs.walk@1.2.8/node_modules/@nodelib/fs.walk/out/readers/common.js</a:t>
            </a:r>
          </a:p>
          <a:p>
            <a:pPr>
              <a:defRPr sz="1200"/>
            </a:pPr>
            <a:r>
              <a:t>D:/pasar_fix/node_modules/.bun/@nodelib+fs.walk@1.2.8/node_modules/@nodelib/fs.walk/out/readers/reader.d.ts</a:t>
            </a:r>
          </a:p>
          <a:p>
            <a:pPr>
              <a:defRPr sz="1200"/>
            </a:pPr>
            <a:r>
              <a:t>D:/pasar_fix/node_modules/.bun/@nodelib+fs.walk@1.2.8/node_modules/@nodelib/fs.walk/out/readers/reader.js</a:t>
            </a:r>
          </a:p>
          <a:p>
            <a:pPr>
              <a:defRPr sz="1200"/>
            </a:pPr>
            <a:r>
              <a:t>D:/pasar_fix/node_modules/.bun/@nodelib+fs.walk@1.2.8/node_modules/@nodelib/fs.walk/out/readers/sync.d.ts</a:t>
            </a:r>
          </a:p>
          <a:p>
            <a:pPr>
              <a:defRPr sz="1200"/>
            </a:pPr>
            <a:r>
              <a:t>D:/pasar_fix/node_modules/.bun/@nodelib+fs.walk@1.2.8/node_modules/@nodelib/fs.walk/out/readers/sync.js</a:t>
            </a:r>
          </a:p>
          <a:p>
            <a:pPr>
              <a:defRPr sz="1200"/>
            </a:pPr>
            <a:r>
              <a:t>D:/pasar_fix/node_modules/.bun/@nodelib+fs.walk@1.2.8/node_modules/@nodelib/fs.walk/out/types/index.d.ts</a:t>
            </a:r>
          </a:p>
          <a:p>
            <a:pPr>
              <a:defRPr sz="1200"/>
            </a:pPr>
            <a:r>
              <a:t>D:/pasar_fix/node_modules/.bun/@nodelib+fs.walk@1.2.8/node_modules/@nodelib/fs.walk/out/types/index.js</a:t>
            </a:r>
          </a:p>
          <a:p>
            <a:pPr>
              <a:defRPr sz="1200"/>
            </a:pPr>
            <a:r>
              <a:t>D:/pasar_fix/node_modules/.bun/@oozcitak+dom@1.15.10/node_modules/@oozcitak/dom/LICENSE</a:t>
            </a:r>
          </a:p>
          <a:p>
            <a:pPr>
              <a:defRPr sz="1200"/>
            </a:pPr>
            <a:r>
              <a:t>D:/pasar_fix/node_modules/.bun/@oozcitak+dom@1.15.10/node_modules/@oozcitak/dom/package.json</a:t>
            </a:r>
          </a:p>
          <a:p>
            <a:pPr>
              <a:defRPr sz="1200"/>
            </a:pPr>
            <a:r>
              <a:t>D:/pasar_fix/node_modules/.bun/@oozcitak+dom@1.15.10/node_modules/@oozcitak/dom/README.md</a:t>
            </a:r>
          </a:p>
          <a:p>
            <a:pPr>
              <a:defRPr sz="1200"/>
            </a:pPr>
            <a:r>
              <a:t>D:/pasar_fix/node_modules/.bun/@oozcitak+dom@1.15.10/node_modules/@oozcitak/dom/lib/index.d.ts</a:t>
            </a:r>
          </a:p>
          <a:p>
            <a:pPr>
              <a:defRPr sz="1200"/>
            </a:pPr>
            <a:r>
              <a:t>D:/pasar_fix/node_modules/.bun/@oozcitak+dom@1.15.10/node_modules/@oozcitak/dom/lib/index.js</a:t>
            </a:r>
          </a:p>
          <a:p>
            <a:pPr>
              <a:defRPr sz="1200"/>
            </a:pPr>
            <a:r>
              <a:t>D:/pasar_fix/node_modules/.bun/@oozcitak+dom@1.15.10/node_modules/@oozcitak/dom/lib/index.js.map</a:t>
            </a:r>
          </a:p>
          <a:p>
            <a:pPr>
              <a:defRPr sz="1200"/>
            </a:pPr>
            <a:r>
              <a:t>D:/pasar_fix/node_modules/.bun/@oozcitak+dom@1.15.10/node_modules/@oozcitak/dom/lib/algorithm/AbortAlgorithm.d.ts</a:t>
            </a:r>
          </a:p>
          <a:p>
            <a:pPr>
              <a:defRPr sz="1200"/>
            </a:pPr>
            <a:r>
              <a:t>D:/pasar_fix/node_modules/.bun/@oozcitak+dom@1.15.10/node_modules/@oozcitak/dom/lib/algorithm/AbortAlgorithm.js</a:t>
            </a:r>
          </a:p>
          <a:p>
            <a:pPr>
              <a:defRPr sz="1200"/>
            </a:pPr>
            <a:r>
              <a:t>D:/pasar_fix/node_modules/.bun/@oozcitak+dom@1.15.10/node_modules/@oozcitak/dom/lib/algorithm/AbortAlgorithm.js.map</a:t>
            </a:r>
          </a:p>
          <a:p>
            <a:pPr>
              <a:defRPr sz="1200"/>
            </a:pPr>
            <a:r>
              <a:t>D:/pasar_fix/node_modules/.bun/@oozcitak+dom@1.15.10/node_modules/@oozcitak/dom/lib/algorithm/AttrAlgorithm.d.ts</a:t>
            </a:r>
          </a:p>
          <a:p>
            <a:pPr>
              <a:defRPr sz="1200"/>
            </a:pPr>
            <a:r>
              <a:t>D:/pasar_fix/node_modules/.bun/@oozcitak+dom@1.15.10/node_modules/@oozcitak/dom/lib/algorithm/AttrAlgorithm.js</a:t>
            </a:r>
          </a:p>
          <a:p>
            <a:pPr>
              <a:defRPr sz="1200"/>
            </a:pPr>
            <a:r>
              <a:t>D:/pasar_fix/node_modules/.bun/@oozcitak+dom@1.15.10/node_modules/@oozcitak/dom/lib/algorithm/AttrAlgorithm.js.map</a:t>
            </a:r>
          </a:p>
          <a:p>
            <a:pPr>
              <a:defRPr sz="1200"/>
            </a:pPr>
            <a:r>
              <a:t>D:/pasar_fix/node_modules/.bun/@oozcitak+dom@1.15.10/node_modules/@oozcitak/dom/lib/algorithm/BoundaryPointAlgorithm.d.ts</a:t>
            </a:r>
          </a:p>
          <a:p>
            <a:pPr>
              <a:defRPr sz="1200"/>
            </a:pPr>
            <a:r>
              <a:t>D:/pasar_fix/node_modules/.bun/@oozcitak+dom@1.15.10/node_modules/@oozcitak/dom/lib/algorithm/BoundaryPointAlgorithm.js</a:t>
            </a:r>
          </a:p>
          <a:p>
            <a:pPr>
              <a:defRPr sz="1200"/>
            </a:pPr>
            <a:r>
              <a:t>D:/pasar_fix/node_modules/.bun/@oozcitak+dom@1.15.10/node_modules/@oozcitak/dom/lib/algorithm/BoundaryPointAlgorithm.js.map</a:t>
            </a:r>
          </a:p>
          <a:p>
            <a:pPr>
              <a:defRPr sz="1200"/>
            </a:pPr>
            <a:r>
              <a:t>D:/pasar_fix/node_modules/.bun/@oozcitak+dom@1.15.10/node_modules/@oozcitak/dom/lib/algorithm/CharacterDataAlgorithm.d.ts</a:t>
            </a:r>
          </a:p>
          <a:p>
            <a:pPr>
              <a:defRPr sz="1200"/>
            </a:pPr>
            <a:r>
              <a:t>D:/pasar_fix/node_modules/.bun/@oozcitak+dom@1.15.10/node_modules/@oozcitak/dom/lib/algorithm/CharacterDataAlgorithm.js</a:t>
            </a:r>
          </a:p>
          <a:p>
            <a:pPr>
              <a:defRPr sz="1200"/>
            </a:pPr>
            <a:r>
              <a:t>D:/pasar_fix/node_modules/.bun/@oozcitak+dom@1.15.10/node_modules/@oozcitak/dom/lib/algorithm/CharacterDataAlgorithm.js.map</a:t>
            </a:r>
          </a:p>
          <a:p>
            <a:pPr>
              <a:defRPr sz="1200"/>
            </a:pPr>
            <a:r>
              <a:t>D:/pasar_fix/node_modules/.bun/@oozcitak+dom@1.15.10/node_modules/@oozcitak/dom/lib/algorithm/CreateAlgorithm.d.ts</a:t>
            </a:r>
          </a:p>
          <a:p>
            <a:pPr>
              <a:defRPr sz="1200"/>
            </a:pPr>
            <a:r>
              <a:t>D:/pasar_fix/node_modules/.bun/@oozcitak+dom@1.15.10/node_modules/@oozcitak/dom/lib/algorithm/CreateAlgorithm.js</a:t>
            </a:r>
          </a:p>
          <a:p>
            <a:pPr>
              <a:defRPr sz="1200"/>
            </a:pPr>
            <a:r>
              <a:t>D:/pasar_fix/node_modules/.bun/@oozcitak+dom@1.15.10/node_modules/@oozcitak/dom/lib/algorithm/CreateAlgorithm.js.map</a:t>
            </a:r>
          </a:p>
          <a:p>
            <a:pPr>
              <a:defRPr sz="1200"/>
            </a:pPr>
            <a:r>
              <a:t>D:/pasar_fix/node_modules/.bun/@oozcitak+dom@1.15.10/node_modules/@oozcitak/dom/lib/algorithm/CustomElementAlgorithm.d.ts</a:t>
            </a:r>
          </a:p>
          <a:p>
            <a:pPr>
              <a:defRPr sz="1200"/>
            </a:pPr>
            <a:r>
              <a:t>D:/pasar_fix/node_modules/.bun/@oozcitak+dom@1.15.10/node_modules/@oozcitak/dom/lib/algorithm/CustomElementAlgorithm.js</a:t>
            </a:r>
          </a:p>
          <a:p>
            <a:pPr>
              <a:defRPr sz="1200"/>
            </a:pPr>
            <a:r>
              <a:t>D:/pasar_fix/node_modules/.bun/@oozcitak+dom@1.15.10/node_modules/@oozcitak/dom/lib/algorithm/CustomElementAlgorithm.js.map</a:t>
            </a:r>
          </a:p>
          <a:p>
            <a:pPr>
              <a:defRPr sz="1200"/>
            </a:pPr>
            <a:r>
              <a:t>D:/pasar_fix/node_modules/.bun/@oozcitak+dom@1.15.10/node_modules/@oozcitak/dom/lib/algorithm/DocumentAlgorithm.d.ts</a:t>
            </a:r>
          </a:p>
          <a:p>
            <a:pPr>
              <a:defRPr sz="1200"/>
            </a:pPr>
            <a:r>
              <a:t>D:/pasar_fix/node_modules/.bun/@oozcitak+dom@1.15.10/node_modules/@oozcitak/dom/lib/algorithm/DocumentAlgorithm.js</a:t>
            </a:r>
          </a:p>
          <a:p>
            <a:pPr>
              <a:defRPr sz="1200"/>
            </a:pPr>
            <a:r>
              <a:t>D:/pasar_fix/node_modules/.bun/@oozcitak+dom@1.15.10/node_modules/@oozcitak/dom/lib/algorithm/DocumentAlgorithm.js.map</a:t>
            </a:r>
          </a:p>
          <a:p>
            <a:pPr>
              <a:defRPr sz="1200"/>
            </a:pPr>
            <a:r>
              <a:t>D:/pasar_fix/node_modules/.bun/@oozcitak+dom@1.15.10/node_modules/@oozcitak/dom/lib/algorithm/DOMAlgorithm.d.ts</a:t>
            </a:r>
          </a:p>
          <a:p>
            <a:pPr>
              <a:defRPr sz="1200"/>
            </a:pPr>
            <a:r>
              <a:t>D:/pasar_fix/node_modules/.bun/@oozcitak+dom@1.15.10/node_modules/@oozcitak/dom/lib/algorithm/DOMAlgorithm.js</a:t>
            </a:r>
          </a:p>
          <a:p>
            <a:pPr>
              <a:defRPr sz="1200"/>
            </a:pPr>
            <a:r>
              <a:t>D:/pasar_fix/node_modules/.bun/@oozcitak+dom@1.15.10/node_modules/@oozcitak/dom/lib/algorithm/DOMAlgorithm.js.map</a:t>
            </a:r>
          </a:p>
          <a:p>
            <a:pPr>
              <a:defRPr sz="1200"/>
            </a:pPr>
            <a:r>
              <a:t>D:/pasar_fix/node_modules/.bun/@oozcitak+dom@1.15.10/node_modules/@oozcitak/dom/lib/algorithm/DOMTokenListAlgorithm.d.ts</a:t>
            </a:r>
          </a:p>
          <a:p>
            <a:pPr>
              <a:defRPr sz="1200"/>
            </a:pPr>
            <a:r>
              <a:t>D:/pasar_fix/node_modules/.bun/@oozcitak+dom@1.15.10/node_modules/@oozcitak/dom/lib/algorithm/DOMTokenListAlgorithm.js</a:t>
            </a:r>
          </a:p>
          <a:p>
            <a:pPr>
              <a:defRPr sz="1200"/>
            </a:pPr>
            <a:r>
              <a:t>D:/pasar_fix/node_modules/.bun/@oozcitak+dom@1.15.10/node_modules/@oozcitak/dom/lib/algorithm/DOMTokenListAlgorithm.js.map</a:t>
            </a:r>
          </a:p>
          <a:p>
            <a:pPr>
              <a:defRPr sz="1200"/>
            </a:pPr>
            <a:r>
              <a:t>D:/pasar_fix/node_modules/.bun/@oozcitak+dom@1.15.10/node_modules/@oozcitak/dom/lib/algorithm/ElementAlgorithm.d.ts</a:t>
            </a:r>
          </a:p>
          <a:p>
            <a:pPr>
              <a:defRPr sz="1200"/>
            </a:pPr>
            <a:r>
              <a:t>D:/pasar_fix/node_modules/.bun/@oozcitak+dom@1.15.10/node_modules/@oozcitak/dom/lib/algorithm/ElementAlgorithm.js</a:t>
            </a:r>
          </a:p>
          <a:p>
            <a:pPr>
              <a:defRPr sz="1200"/>
            </a:pPr>
            <a:r>
              <a:t>D:/pasar_fix/node_modules/.bun/@oozcitak+dom@1.15.10/node_modules/@oozcitak/dom/lib/algorithm/ElementAlgorithm.js.map</a:t>
            </a:r>
          </a:p>
          <a:p>
            <a:pPr>
              <a:defRPr sz="1200"/>
            </a:pPr>
            <a:r>
              <a:t>D:/pasar_fix/node_modules/.bun/@oozcitak+dom@1.15.10/node_modules/@oozcitak/dom/lib/algorithm/EventAlgorithm.d.ts</a:t>
            </a:r>
          </a:p>
          <a:p>
            <a:pPr>
              <a:defRPr sz="1200"/>
            </a:pPr>
            <a:r>
              <a:t>D:/pasar_fix/node_modules/.bun/@oozcitak+dom@1.15.10/node_modules/@oozcitak/dom/lib/algorithm/EventAlgorithm.js</a:t>
            </a:r>
          </a:p>
          <a:p>
            <a:pPr>
              <a:defRPr sz="1200"/>
            </a:pPr>
            <a:r>
              <a:t>D:/pasar_fix/node_modules/.bun/@oozcitak+dom@1.15.10/node_modules/@oozcitak/dom/lib/algorithm/EventAlgorithm.js.map</a:t>
            </a:r>
          </a:p>
          <a:p>
            <a:pPr>
              <a:defRPr sz="1200"/>
            </a:pPr>
            <a:r>
              <a:t>D:/pasar_fix/node_modules/.bun/@oozcitak+dom@1.15.10/node_modules/@oozcitak/dom/lib/algorithm/EventTargetAlgorithm.d.ts</a:t>
            </a:r>
          </a:p>
          <a:p>
            <a:pPr>
              <a:defRPr sz="1200"/>
            </a:pPr>
            <a:r>
              <a:t>D:/pasar_fix/node_modules/.bun/@oozcitak+dom@1.15.10/node_modules/@oozcitak/dom/lib/algorithm/EventTargetAlgorithm.js</a:t>
            </a:r>
          </a:p>
          <a:p>
            <a:pPr>
              <a:defRPr sz="1200"/>
            </a:pPr>
            <a:r>
              <a:t>D:/pasar_fix/node_modules/.bun/@oozcitak+dom@1.15.10/node_modules/@oozcitak/dom/lib/algorithm/EventTargetAlgorithm.js.map</a:t>
            </a:r>
          </a:p>
          <a:p>
            <a:pPr>
              <a:defRPr sz="1200"/>
            </a:pPr>
            <a:r>
              <a:t>D:/pasar_fix/node_modules/.bun/@oozcitak+dom@1.15.10/node_modules/@oozcitak/dom/lib/algorithm/index.d.ts</a:t>
            </a:r>
          </a:p>
          <a:p>
            <a:pPr>
              <a:defRPr sz="1200"/>
            </a:pPr>
            <a:r>
              <a:t>D:/pasar_fix/node_modules/.bun/@oozcitak+dom@1.15.10/node_modules/@oozcitak/dom/lib/algorithm/index.js</a:t>
            </a:r>
          </a:p>
          <a:p>
            <a:pPr>
              <a:defRPr sz="1200"/>
            </a:pPr>
            <a:r>
              <a:t>D:/pasar_fix/node_modules/.bun/@oozcitak+dom@1.15.10/node_modules/@oozcitak/dom/lib/algorithm/index.js.map</a:t>
            </a:r>
          </a:p>
          <a:p>
            <a:pPr>
              <a:defRPr sz="1200"/>
            </a:pPr>
            <a:r>
              <a:t>D:/pasar_fix/node_modules/.bun/@oozcitak+dom@1.15.10/node_modules/@oozcitak/dom/lib/algorithm/MutationAlgorithm.d.ts</a:t>
            </a:r>
          </a:p>
          <a:p>
            <a:pPr>
              <a:defRPr sz="1200"/>
            </a:pPr>
            <a:r>
              <a:t>D:/pasar_fix/node_modules/.bun/@oozcitak+dom@1.15.10/node_modules/@oozcitak/dom/lib/algorithm/MutationAlgorithm.js</a:t>
            </a:r>
          </a:p>
          <a:p>
            <a:pPr>
              <a:defRPr sz="1200"/>
            </a:pPr>
            <a:r>
              <a:t>D:/pasar_fix/node_modules/.bun/@oozcitak+dom@1.15.10/node_modules/@oozcitak/dom/lib/algorithm/MutationAlgorithm.js.map</a:t>
            </a:r>
          </a:p>
          <a:p>
            <a:pPr>
              <a:defRPr sz="1200"/>
            </a:pPr>
            <a:r>
              <a:t>D:/pasar_fix/node_modules/.bun/@oozcitak+dom@1.15.10/node_modules/@oozcitak/dom/lib/algorithm/MutationObserverAlgorithm.d.ts</a:t>
            </a:r>
          </a:p>
          <a:p>
            <a:pPr>
              <a:defRPr sz="1200"/>
            </a:pPr>
            <a:r>
              <a:t>D:/pasar_fix/node_modules/.bun/@oozcitak+dom@1.15.10/node_modules/@oozcitak/dom/lib/algorithm/MutationObserverAlgorithm.js</a:t>
            </a:r>
          </a:p>
          <a:p>
            <a:pPr>
              <a:defRPr sz="1200"/>
            </a:pPr>
            <a:r>
              <a:t>D:/pasar_fix/node_modules/.bun/@oozcitak+dom@1.15.10/node_modules/@oozcitak/dom/lib/algorithm/MutationObserverAlgorithm.js.map</a:t>
            </a:r>
          </a:p>
          <a:p>
            <a:pPr>
              <a:defRPr sz="1200"/>
            </a:pPr>
            <a:r>
              <a:t>D:/pasar_fix/node_modules/.bun/@oozcitak+dom@1.15.10/node_modules/@oozcitak/dom/lib/algorithm/NamespaceAlgorithm.d.ts</a:t>
            </a:r>
          </a:p>
          <a:p>
            <a:pPr>
              <a:defRPr sz="1200"/>
            </a:pPr>
            <a:r>
              <a:t>D:/pasar_fix/node_modules/.bun/@oozcitak+dom@1.15.10/node_modules/@oozcitak/dom/lib/algorithm/NamespaceAlgorithm.js</a:t>
            </a:r>
          </a:p>
          <a:p>
            <a:pPr>
              <a:defRPr sz="1200"/>
            </a:pPr>
            <a:r>
              <a:t>D:/pasar_fix/node_modules/.bun/@oozcitak+dom@1.15.10/node_modules/@oozcitak/dom/lib/algorithm/NamespaceAlgorithm.js.map</a:t>
            </a:r>
          </a:p>
          <a:p>
            <a:pPr>
              <a:defRPr sz="1200"/>
            </a:pPr>
            <a:r>
              <a:t>D:/pasar_fix/node_modules/.bun/@oozcitak+dom@1.15.10/node_modules/@oozcitak/dom/lib/algorithm/NodeAlgorithm.d.ts</a:t>
            </a:r>
          </a:p>
          <a:p>
            <a:pPr>
              <a:defRPr sz="1200"/>
            </a:pPr>
            <a:r>
              <a:t>D:/pasar_fix/node_modules/.bun/@oozcitak+dom@1.15.10/node_modules/@oozcitak/dom/lib/algorithm/NodeAlgorithm.js</a:t>
            </a:r>
          </a:p>
          <a:p>
            <a:pPr>
              <a:defRPr sz="1200"/>
            </a:pPr>
            <a:r>
              <a:t>D:/pasar_fix/node_modules/.bun/@oozcitak+dom@1.15.10/node_modules/@oozcitak/dom/lib/algorithm/NodeAlgorithm.js.map</a:t>
            </a:r>
          </a:p>
          <a:p>
            <a:pPr>
              <a:defRPr sz="1200"/>
            </a:pPr>
            <a:r>
              <a:t>D:/pasar_fix/node_modules/.bun/@oozcitak+dom@1.15.10/node_modules/@oozcitak/dom/lib/algorithm/NodeIteratorAlgorithm.d.ts</a:t>
            </a:r>
          </a:p>
          <a:p>
            <a:pPr>
              <a:defRPr sz="1200"/>
            </a:pPr>
            <a:r>
              <a:t>D:/pasar_fix/node_modules/.bun/@oozcitak+dom@1.15.10/node_modules/@oozcitak/dom/lib/algorithm/NodeIteratorAlgorithm.js</a:t>
            </a:r>
          </a:p>
          <a:p>
            <a:pPr>
              <a:defRPr sz="1200"/>
            </a:pPr>
            <a:r>
              <a:t>D:/pasar_fix/node_modules/.bun/@oozcitak+dom@1.15.10/node_modules/@oozcitak/dom/lib/algorithm/NodeIteratorAlgorithm.js.map</a:t>
            </a:r>
          </a:p>
          <a:p>
            <a:pPr>
              <a:defRPr sz="1200"/>
            </a:pPr>
            <a:r>
              <a:t>D:/pasar_fix/node_modules/.bun/@oozcitak+dom@1.15.10/node_modules/@oozcitak/dom/lib/algorithm/OrderedSetAlgorithm.d.ts</a:t>
            </a:r>
          </a:p>
          <a:p>
            <a:pPr>
              <a:defRPr sz="1200"/>
            </a:pPr>
            <a:r>
              <a:t>D:/pasar_fix/node_modules/.bun/@oozcitak+dom@1.15.10/node_modules/@oozcitak/dom/lib/algorithm/OrderedSetAlgorithm.js</a:t>
            </a:r>
          </a:p>
          <a:p>
            <a:pPr>
              <a:defRPr sz="1200"/>
            </a:pPr>
            <a:r>
              <a:t>D:/pasar_fix/node_modules/.bun/@oozcitak+dom@1.15.10/node_modules/@oozcitak/dom/lib/algorithm/OrderedSetAlgorithm.js.map</a:t>
            </a:r>
          </a:p>
          <a:p>
            <a:pPr>
              <a:defRPr sz="1200"/>
            </a:pPr>
            <a:r>
              <a:t>D:/pasar_fix/node_modules/.bun/@oozcitak+dom@1.15.10/node_modules/@oozcitak/dom/lib/algorithm/ParentNodeAlgorithm.d.ts</a:t>
            </a:r>
          </a:p>
          <a:p>
            <a:pPr>
              <a:defRPr sz="1200"/>
            </a:pPr>
            <a:r>
              <a:t>D:/pasar_fix/node_modules/.bun/@oozcitak+dom@1.15.10/node_modules/@oozcitak/dom/lib/algorithm/ParentNodeAlgorithm.js</a:t>
            </a:r>
          </a:p>
          <a:p>
            <a:pPr>
              <a:defRPr sz="1200"/>
            </a:pPr>
            <a:r>
              <a:t>D:/pasar_fix/node_modules/.bun/@oozcitak+dom@1.15.10/node_modules/@oozcitak/dom/lib/algorithm/ParentNodeAlgorithm.js.map</a:t>
            </a:r>
          </a:p>
          <a:p>
            <a:pPr>
              <a:defRPr sz="1200"/>
            </a:pPr>
            <a:r>
              <a:t>D:/pasar_fix/node_modules/.bun/@oozcitak+dom@1.15.10/node_modules/@oozcitak/dom/lib/algorithm/RangeAlgorithm.d.ts</a:t>
            </a:r>
          </a:p>
          <a:p>
            <a:pPr>
              <a:defRPr sz="1200"/>
            </a:pPr>
            <a:r>
              <a:t>D:/pasar_fix/node_modules/.bun/@oozcitak+dom@1.15.10/node_modules/@oozcitak/dom/lib/algorithm/RangeAlgorithm.js</a:t>
            </a:r>
          </a:p>
          <a:p>
            <a:pPr>
              <a:defRPr sz="1200"/>
            </a:pPr>
            <a:r>
              <a:t>D:/pasar_fix/node_modules/.bun/@oozcitak+dom@1.15.10/node_modules/@oozcitak/dom/lib/algorithm/RangeAlgorithm.js.map</a:t>
            </a:r>
          </a:p>
          <a:p>
            <a:pPr>
              <a:defRPr sz="1200"/>
            </a:pPr>
            <a:r>
              <a:t>D:/pasar_fix/node_modules/.bun/@oozcitak+dom@1.15.10/node_modules/@oozcitak/dom/lib/algorithm/SelectorsAlgorithm.d.ts</a:t>
            </a:r>
          </a:p>
          <a:p>
            <a:pPr>
              <a:defRPr sz="1200"/>
            </a:pPr>
            <a:r>
              <a:t>D:/pasar_fix/node_modules/.bun/@oozcitak+dom@1.15.10/node_modules/@oozcitak/dom/lib/algorithm/SelectorsAlgorithm.js</a:t>
            </a:r>
          </a:p>
          <a:p>
            <a:pPr>
              <a:defRPr sz="1200"/>
            </a:pPr>
            <a:r>
              <a:t>D:/pasar_fix/node_modules/.bun/@oozcitak+dom@1.15.10/node_modules/@oozcitak/dom/lib/algorithm/SelectorsAlgorithm.js.map</a:t>
            </a:r>
          </a:p>
          <a:p>
            <a:pPr>
              <a:defRPr sz="1200"/>
            </a:pPr>
            <a:r>
              <a:t>D:/pasar_fix/node_modules/.bun/@oozcitak+dom@1.15.10/node_modules/@oozcitak/dom/lib/algorithm/ShadowTreeAlgorithm.d.ts</a:t>
            </a:r>
          </a:p>
          <a:p>
            <a:pPr>
              <a:defRPr sz="1200"/>
            </a:pPr>
            <a:r>
              <a:t>D:/pasar_fix/node_modules/.bun/@oozcitak+dom@1.15.10/node_modules/@oozcitak/dom/lib/algorithm/ShadowTreeAlgorithm.js</a:t>
            </a:r>
          </a:p>
          <a:p>
            <a:pPr>
              <a:defRPr sz="1200"/>
            </a:pPr>
            <a:r>
              <a:t>D:/pasar_fix/node_modules/.bun/@oozcitak+dom@1.15.10/node_modules/@oozcitak/dom/lib/algorithm/ShadowTreeAlgorithm.js.map</a:t>
            </a:r>
          </a:p>
          <a:p>
            <a:pPr>
              <a:defRPr sz="1200"/>
            </a:pPr>
            <a:r>
              <a:t>D:/pasar_fix/node_modules/.bun/@oozcitak+dom@1.15.10/node_modules/@oozcitak/dom/lib/algorithm/TextAlgorithm.d.ts</a:t>
            </a:r>
          </a:p>
          <a:p>
            <a:pPr>
              <a:defRPr sz="1200"/>
            </a:pPr>
            <a:r>
              <a:t>D:/pasar_fix/node_modules/.bun/@oozcitak+dom@1.15.10/node_modules/@oozcitak/dom/lib/algorithm/TextAlgorithm.js</a:t>
            </a:r>
          </a:p>
          <a:p>
            <a:pPr>
              <a:defRPr sz="1200"/>
            </a:pPr>
            <a:r>
              <a:t>D:/pasar_fix/node_modules/.bun/@oozcitak+dom@1.15.10/node_modules/@oozcitak/dom/lib/algorithm/TextAlgorithm.js.map</a:t>
            </a:r>
          </a:p>
          <a:p>
            <a:pPr>
              <a:defRPr sz="1200"/>
            </a:pPr>
            <a:r>
              <a:t>D:/pasar_fix/node_modules/.bun/@oozcitak+dom@1.15.10/node_modules/@oozcitak/dom/lib/algorithm/TraversalAlgorithm.d.ts</a:t>
            </a:r>
          </a:p>
          <a:p>
            <a:pPr>
              <a:defRPr sz="1200"/>
            </a:pPr>
            <a:r>
              <a:t>D:/pasar_fix/node_modules/.bun/@oozcitak+dom@1.15.10/node_modules/@oozcitak/dom/lib/algorithm/TraversalAlgorithm.js</a:t>
            </a:r>
          </a:p>
          <a:p>
            <a:pPr>
              <a:defRPr sz="1200"/>
            </a:pPr>
            <a:r>
              <a:t>D:/pasar_fix/node_modules/.bun/@oozcitak+dom@1.15.10/node_modules/@oozcitak/dom/lib/algorithm/TraversalAlgorithm.js.map</a:t>
            </a:r>
          </a:p>
          <a:p>
            <a:pPr>
              <a:defRPr sz="1200"/>
            </a:pPr>
            <a:r>
              <a:t>D:/pasar_fix/node_modules/.bun/@oozcitak+dom@1.15.10/node_modules/@oozcitak/dom/lib/algorithm/TreeAlgorithm.d.ts</a:t>
            </a:r>
          </a:p>
          <a:p>
            <a:pPr>
              <a:defRPr sz="1200"/>
            </a:pPr>
            <a:r>
              <a:t>D:/pasar_fix/node_modules/.bun/@oozcitak+dom@1.15.10/node_modules/@oozcitak/dom/lib/algorithm/TreeAlgorithm.js</a:t>
            </a:r>
          </a:p>
          <a:p>
            <a:pPr>
              <a:defRPr sz="1200"/>
            </a:pPr>
            <a:r>
              <a:t>D:/pasar_fix/node_modules/.bun/@oozcitak+dom@1.15.10/node_modules/@oozcitak/dom/lib/algorithm/TreeAlgorithm.js.map</a:t>
            </a:r>
          </a:p>
          <a:p>
            <a:pPr>
              <a:defRPr sz="1200"/>
            </a:pPr>
            <a:r>
              <a:t>D:/pasar_fix/node_modules/.bun/@oozcitak+dom@1.15.10/node_modules/@oozcitak/dom/lib/algorithm/TreeWalkerAlgorithm.d.ts</a:t>
            </a:r>
          </a:p>
          <a:p>
            <a:pPr>
              <a:defRPr sz="1200"/>
            </a:pPr>
            <a:r>
              <a:t>D:/pasar_fix/node_modules/.bun/@oozcitak+dom@1.15.10/node_modules/@oozcitak/dom/lib/algorithm/TreeWalkerAlgorithm.js</a:t>
            </a:r>
          </a:p>
          <a:p>
            <a:pPr>
              <a:defRPr sz="1200"/>
            </a:pPr>
            <a:r>
              <a:t>D:/pasar_fix/node_modules/.bun/@oozcitak+dom@1.15.10/node_modules/@oozcitak/dom/lib/algorithm/TreeWalkerAlgorithm.js.map</a:t>
            </a:r>
          </a:p>
          <a:p>
            <a:pPr>
              <a:defRPr sz="1200"/>
            </a:pPr>
            <a:r>
              <a:t>D:/pasar_fix/node_modules/.bun/@oozcitak+dom@1.15.10/node_modules/@oozcitak/dom/lib/algorithm/WebIDLAlgorithm.d.ts</a:t>
            </a:r>
          </a:p>
          <a:p>
            <a:pPr>
              <a:defRPr sz="1200"/>
            </a:pPr>
            <a:r>
              <a:t>D:/pasar_fix/node_modules/.bun/@oozcitak+dom@1.15.10/node_modules/@oozcitak/dom/lib/algorithm/WebIDLAlgorithm.js</a:t>
            </a:r>
          </a:p>
          <a:p>
            <a:pPr>
              <a:defRPr sz="1200"/>
            </a:pPr>
            <a:r>
              <a:t>D:/pasar_fix/node_modules/.bun/@oozcitak+dom@1.15.10/node_modules/@oozcitak/dom/lib/algorithm/WebIDLAlgorithm.js.map</a:t>
            </a:r>
          </a:p>
          <a:p>
            <a:pPr>
              <a:defRPr sz="1200"/>
            </a:pPr>
            <a:r>
              <a:t>D:/pasar_fix/node_modules/.bun/@oozcitak+dom@1.15.10/node_modules/@oozcitak/dom/lib/algorithm/XMLAlgorithm.d.ts</a:t>
            </a:r>
          </a:p>
          <a:p>
            <a:pPr>
              <a:defRPr sz="1200"/>
            </a:pPr>
            <a:r>
              <a:t>D:/pasar_fix/node_modules/.bun/@oozcitak+dom@1.15.10/node_modules/@oozcitak/dom/lib/algorithm/XMLAlgorithm.js</a:t>
            </a:r>
          </a:p>
          <a:p>
            <a:pPr>
              <a:defRPr sz="1200"/>
            </a:pPr>
            <a:r>
              <a:t>D:/pasar_fix/node_modules/.bun/@oozcitak+dom@1.15.10/node_modules/@oozcitak/dom/lib/algorithm/XMLAlgorithm.js.map</a:t>
            </a:r>
          </a:p>
          <a:p>
            <a:pPr>
              <a:defRPr sz="1200"/>
            </a:pPr>
            <a:r>
              <a:t>D:/pasar_fix/node_modules/.bun/@oozcitak+dom@1.15.10/node_modules/@oozcitak/dom/lib/dom/AbortControllerImpl.d.ts</a:t>
            </a:r>
          </a:p>
          <a:p>
            <a:pPr>
              <a:defRPr sz="1200"/>
            </a:pPr>
            <a:r>
              <a:t>D:/pasar_fix/node_modules/.bun/@oozcitak+dom@1.15.10/node_modules/@oozcitak/dom/lib/dom/AbortControllerImpl.js</a:t>
            </a:r>
          </a:p>
          <a:p>
            <a:pPr>
              <a:defRPr sz="1200"/>
            </a:pPr>
            <a:r>
              <a:t>D:/pasar_fix/node_modules/.bun/@oozcitak+dom@1.15.10/node_modules/@oozcitak/dom/lib/dom/AbortControllerImpl.js.map</a:t>
            </a:r>
          </a:p>
          <a:p>
            <a:pPr>
              <a:defRPr sz="1200"/>
            </a:pPr>
            <a:r>
              <a:t>D:/pasar_fix/node_modules/.bun/@oozcitak+dom@1.15.10/node_modules/@oozcitak/dom/lib/dom/AbortSignalImpl.d.ts</a:t>
            </a:r>
          </a:p>
          <a:p>
            <a:pPr>
              <a:defRPr sz="1200"/>
            </a:pPr>
            <a:r>
              <a:t>D:/pasar_fix/node_modules/.bun/@oozcitak+dom@1.15.10/node_modules/@oozcitak/dom/lib/dom/AbortSignalImpl.js</a:t>
            </a:r>
          </a:p>
          <a:p>
            <a:pPr>
              <a:defRPr sz="1200"/>
            </a:pPr>
            <a:r>
              <a:t>D:/pasar_fix/node_modules/.bun/@oozcitak+dom@1.15.10/node_modules/@oozcitak/dom/lib/dom/AbortSignalImpl.js.map</a:t>
            </a:r>
          </a:p>
          <a:p>
            <a:pPr>
              <a:defRPr sz="1200"/>
            </a:pPr>
            <a:r>
              <a:t>D:/pasar_fix/node_modules/.bun/@oozcitak+dom@1.15.10/node_modules/@oozcitak/dom/lib/dom/AbstractRangeImpl.d.ts</a:t>
            </a:r>
          </a:p>
          <a:p>
            <a:pPr>
              <a:defRPr sz="1200"/>
            </a:pPr>
            <a:r>
              <a:t>D:/pasar_fix/node_modules/.bun/@oozcitak+dom@1.15.10/node_modules/@oozcitak/dom/lib/dom/AbstractRangeImpl.js</a:t>
            </a:r>
          </a:p>
          <a:p>
            <a:pPr>
              <a:defRPr sz="1200"/>
            </a:pPr>
            <a:r>
              <a:t>D:/pasar_fix/node_modules/.bun/@oozcitak+dom@1.15.10/node_modules/@oozcitak/dom/lib/dom/AbstractRangeImpl.js.map</a:t>
            </a:r>
          </a:p>
          <a:p>
            <a:pPr>
              <a:defRPr sz="1200"/>
            </a:pPr>
            <a:r>
              <a:t>D:/pasar_fix/node_modules/.bun/@oozcitak+dom@1.15.10/node_modules/@oozcitak/dom/lib/dom/AttrImpl.d.ts</a:t>
            </a:r>
          </a:p>
          <a:p>
            <a:pPr>
              <a:defRPr sz="1200"/>
            </a:pPr>
            <a:r>
              <a:t>D:/pasar_fix/node_modules/.bun/@oozcitak+dom@1.15.10/node_modules/@oozcitak/dom/lib/dom/AttrImpl.js</a:t>
            </a:r>
          </a:p>
          <a:p>
            <a:pPr>
              <a:defRPr sz="1200"/>
            </a:pPr>
            <a:r>
              <a:t>D:/pasar_fix/node_modules/.bun/@oozcitak+dom@1.15.10/node_modules/@oozcitak/dom/lib/dom/AttrImpl.js.map</a:t>
            </a:r>
          </a:p>
          <a:p>
            <a:pPr>
              <a:defRPr sz="1200"/>
            </a:pPr>
            <a:r>
              <a:t>D:/pasar_fix/node_modules/.bun/@oozcitak+dom@1.15.10/node_modules/@oozcitak/dom/lib/dom/CDATASectionImpl.d.ts</a:t>
            </a:r>
          </a:p>
          <a:p>
            <a:pPr>
              <a:defRPr sz="1200"/>
            </a:pPr>
            <a:r>
              <a:t>D:/pasar_fix/node_modules/.bun/@oozcitak+dom@1.15.10/node_modules/@oozcitak/dom/lib/dom/CDATASectionImpl.js</a:t>
            </a:r>
          </a:p>
          <a:p>
            <a:pPr>
              <a:defRPr sz="1200"/>
            </a:pPr>
            <a:r>
              <a:t>D:/pasar_fix/node_modules/.bun/@oozcitak+dom@1.15.10/node_modules/@oozcitak/dom/lib/dom/CDATASectionImpl.js.map</a:t>
            </a:r>
          </a:p>
          <a:p>
            <a:pPr>
              <a:defRPr sz="1200"/>
            </a:pPr>
            <a:r>
              <a:t>D:/pasar_fix/node_modules/.bun/@oozcitak+dom@1.15.10/node_modules/@oozcitak/dom/lib/dom/CharacterDataImpl.d.ts</a:t>
            </a:r>
          </a:p>
          <a:p>
            <a:pPr>
              <a:defRPr sz="1200"/>
            </a:pPr>
            <a:r>
              <a:t>D:/pasar_fix/node_modules/.bun/@oozcitak+dom@1.15.10/node_modules/@oozcitak/dom/lib/dom/CharacterDataImpl.js</a:t>
            </a:r>
          </a:p>
          <a:p>
            <a:pPr>
              <a:defRPr sz="1200"/>
            </a:pPr>
            <a:r>
              <a:t>D:/pasar_fix/node_modules/.bun/@oozcitak+dom@1.15.10/node_modules/@oozcitak/dom/lib/dom/CharacterDataImpl.js.map</a:t>
            </a:r>
          </a:p>
          <a:p>
            <a:pPr>
              <a:defRPr sz="1200"/>
            </a:pPr>
            <a:r>
              <a:t>D:/pasar_fix/node_modules/.bun/@oozcitak+dom@1.15.10/node_modules/@oozcitak/dom/lib/dom/ChildNodeImpl.d.ts</a:t>
            </a:r>
          </a:p>
          <a:p>
            <a:pPr>
              <a:defRPr sz="1200"/>
            </a:pPr>
            <a:r>
              <a:t>D:/pasar_fix/node_modules/.bun/@oozcitak+dom@1.15.10/node_modules/@oozcitak/dom/lib/dom/ChildNodeImpl.js</a:t>
            </a:r>
          </a:p>
          <a:p>
            <a:pPr>
              <a:defRPr sz="1200"/>
            </a:pPr>
            <a:r>
              <a:t>D:/pasar_fix/node_modules/.bun/@oozcitak+dom@1.15.10/node_modules/@oozcitak/dom/lib/dom/ChildNodeImpl.js.map</a:t>
            </a:r>
          </a:p>
          <a:p>
            <a:pPr>
              <a:defRPr sz="1200"/>
            </a:pPr>
            <a:r>
              <a:t>D:/pasar_fix/node_modules/.bun/@oozcitak+dom@1.15.10/node_modules/@oozcitak/dom/lib/dom/CommentImpl.d.ts</a:t>
            </a:r>
          </a:p>
          <a:p>
            <a:pPr>
              <a:defRPr sz="1200"/>
            </a:pPr>
            <a:r>
              <a:t>D:/pasar_fix/node_modules/.bun/@oozcitak+dom@1.15.10/node_modules/@oozcitak/dom/lib/dom/CommentImpl.js</a:t>
            </a:r>
          </a:p>
          <a:p>
            <a:pPr>
              <a:defRPr sz="1200"/>
            </a:pPr>
            <a:r>
              <a:t>D:/pasar_fix/node_modules/.bun/@oozcitak+dom@1.15.10/node_modules/@oozcitak/dom/lib/dom/CommentImpl.js.map</a:t>
            </a:r>
          </a:p>
          <a:p>
            <a:pPr>
              <a:defRPr sz="1200"/>
            </a:pPr>
            <a:r>
              <a:t>D:/pasar_fix/node_modules/.bun/@oozcitak+dom@1.15.10/node_modules/@oozcitak/dom/lib/dom/CustomEventImpl.d.ts</a:t>
            </a:r>
          </a:p>
          <a:p>
            <a:pPr>
              <a:defRPr sz="1200"/>
            </a:pPr>
            <a:r>
              <a:t>D:/pasar_fix/node_modules/.bun/@oozcitak+dom@1.15.10/node_modules/@oozcitak/dom/lib/dom/CustomEventImpl.js</a:t>
            </a:r>
          </a:p>
          <a:p>
            <a:pPr>
              <a:defRPr sz="1200"/>
            </a:pPr>
            <a:r>
              <a:t>D:/pasar_fix/node_modules/.bun/@oozcitak+dom@1.15.10/node_modules/@oozcitak/dom/lib/dom/CustomEventImpl.js.map</a:t>
            </a:r>
          </a:p>
          <a:p>
            <a:pPr>
              <a:defRPr sz="1200"/>
            </a:pPr>
            <a:r>
              <a:t>D:/pasar_fix/node_modules/.bun/@oozcitak+dom@1.15.10/node_modules/@oozcitak/dom/lib/dom/DocumentFragmentImpl.d.ts</a:t>
            </a:r>
          </a:p>
          <a:p>
            <a:pPr>
              <a:defRPr sz="1200"/>
            </a:pPr>
            <a:r>
              <a:t>D:/pasar_fix/node_modules/.bun/@oozcitak+dom@1.15.10/node_modules/@oozcitak/dom/lib/dom/DocumentFragmentImpl.js</a:t>
            </a:r>
          </a:p>
          <a:p>
            <a:pPr>
              <a:defRPr sz="1200"/>
            </a:pPr>
            <a:r>
              <a:t>D:/pasar_fix/node_modules/.bun/@oozcitak+dom@1.15.10/node_modules/@oozcitak/dom/lib/dom/DocumentFragmentImpl.js.map</a:t>
            </a:r>
          </a:p>
          <a:p>
            <a:pPr>
              <a:defRPr sz="1200"/>
            </a:pPr>
            <a:r>
              <a:t>D:/pasar_fix/node_modules/.bun/@oozcitak+dom@1.15.10/node_modules/@oozcitak/dom/lib/dom/DocumentImpl.d.ts</a:t>
            </a:r>
          </a:p>
          <a:p>
            <a:pPr>
              <a:defRPr sz="1200"/>
            </a:pPr>
            <a:r>
              <a:t>D:/pasar_fix/node_modules/.bun/@oozcitak+dom@1.15.10/node_modules/@oozcitak/dom/lib/dom/DocumentImpl.js</a:t>
            </a:r>
          </a:p>
          <a:p>
            <a:pPr>
              <a:defRPr sz="1200"/>
            </a:pPr>
            <a:r>
              <a:t>D:/pasar_fix/node_modules/.bun/@oozcitak+dom@1.15.10/node_modules/@oozcitak/dom/lib/dom/DocumentImpl.js.map</a:t>
            </a:r>
          </a:p>
          <a:p>
            <a:pPr>
              <a:defRPr sz="1200"/>
            </a:pPr>
            <a:r>
              <a:t>D:/pasar_fix/node_modules/.bun/@oozcitak+dom@1.15.10/node_modules/@oozcitak/dom/lib/dom/DocumentOrShadowRootImpl.d.ts</a:t>
            </a:r>
          </a:p>
          <a:p>
            <a:pPr>
              <a:defRPr sz="1200"/>
            </a:pPr>
            <a:r>
              <a:t>D:/pasar_fix/node_modules/.bun/@oozcitak+dom@1.15.10/node_modules/@oozcitak/dom/lib/dom/DocumentOrShadowRootImpl.js</a:t>
            </a:r>
          </a:p>
          <a:p>
            <a:pPr>
              <a:defRPr sz="1200"/>
            </a:pPr>
            <a:r>
              <a:t>D:/pasar_fix/node_modules/.bun/@oozcitak+dom@1.15.10/node_modules/@oozcitak/dom/lib/dom/DocumentOrShadowRootImpl.js.map</a:t>
            </a:r>
          </a:p>
          <a:p>
            <a:pPr>
              <a:defRPr sz="1200"/>
            </a:pPr>
            <a:r>
              <a:t>D:/pasar_fix/node_modules/.bun/@oozcitak+dom@1.15.10/node_modules/@oozcitak/dom/lib/dom/DocumentTypeImpl.d.ts</a:t>
            </a:r>
          </a:p>
          <a:p>
            <a:pPr>
              <a:defRPr sz="1200"/>
            </a:pPr>
            <a:r>
              <a:t>D:/pasar_fix/node_modules/.bun/@oozcitak+dom@1.15.10/node_modules/@oozcitak/dom/lib/dom/DocumentTypeImpl.js</a:t>
            </a:r>
          </a:p>
          <a:p>
            <a:pPr>
              <a:defRPr sz="1200"/>
            </a:pPr>
            <a:r>
              <a:t>D:/pasar_fix/node_modules/.bun/@oozcitak+dom@1.15.10/node_modules/@oozcitak/dom/lib/dom/DocumentTypeImpl.js.map</a:t>
            </a:r>
          </a:p>
          <a:p>
            <a:pPr>
              <a:defRPr sz="1200"/>
            </a:pPr>
            <a:r>
              <a:t>D:/pasar_fix/node_modules/.bun/@oozcitak+dom@1.15.10/node_modules/@oozcitak/dom/lib/dom/DOMException.d.ts</a:t>
            </a:r>
          </a:p>
          <a:p>
            <a:pPr>
              <a:defRPr sz="1200"/>
            </a:pPr>
            <a:r>
              <a:t>D:/pasar_fix/node_modules/.bun/@oozcitak+dom@1.15.10/node_modules/@oozcitak/dom/lib/dom/DOMException.js</a:t>
            </a:r>
          </a:p>
          <a:p>
            <a:pPr>
              <a:defRPr sz="1200"/>
            </a:pPr>
            <a:r>
              <a:t>D:/pasar_fix/node_modules/.bun/@oozcitak+dom@1.15.10/node_modules/@oozcitak/dom/lib/dom/DOMException.js.map</a:t>
            </a:r>
          </a:p>
          <a:p>
            <a:pPr>
              <a:defRPr sz="1200"/>
            </a:pPr>
            <a:r>
              <a:t>D:/pasar_fix/node_modules/.bun/@oozcitak+dom@1.15.10/node_modules/@oozcitak/dom/lib/dom/DOMImpl.d.ts</a:t>
            </a:r>
          </a:p>
          <a:p>
            <a:pPr>
              <a:defRPr sz="1200"/>
            </a:pPr>
            <a:r>
              <a:t>D:/pasar_fix/node_modules/.bun/@oozcitak+dom@1.15.10/node_modules/@oozcitak/dom/lib/dom/DOMImpl.js</a:t>
            </a:r>
          </a:p>
          <a:p>
            <a:pPr>
              <a:defRPr sz="1200"/>
            </a:pPr>
            <a:r>
              <a:t>D:/pasar_fix/node_modules/.bun/@oozcitak+dom@1.15.10/node_modules/@oozcitak/dom/lib/dom/DOMImpl.js.map</a:t>
            </a:r>
          </a:p>
          <a:p>
            <a:pPr>
              <a:defRPr sz="1200"/>
            </a:pPr>
            <a:r>
              <a:t>D:/pasar_fix/node_modules/.bun/@oozcitak+dom@1.15.10/node_modules/@oozcitak/dom/lib/dom/DOMImplementationImpl.d.ts</a:t>
            </a:r>
          </a:p>
          <a:p>
            <a:pPr>
              <a:defRPr sz="1200"/>
            </a:pPr>
            <a:r>
              <a:t>D:/pasar_fix/node_modules/.bun/@oozcitak+dom@1.15.10/node_modules/@oozcitak/dom/lib/dom/DOMImplementationImpl.js</a:t>
            </a:r>
          </a:p>
          <a:p>
            <a:pPr>
              <a:defRPr sz="1200"/>
            </a:pPr>
            <a:r>
              <a:t>D:/pasar_fix/node_modules/.bun/@oozcitak+dom@1.15.10/node_modules/@oozcitak/dom/lib/dom/DOMImplementationImpl.js.map</a:t>
            </a:r>
          </a:p>
          <a:p>
            <a:pPr>
              <a:defRPr sz="1200"/>
            </a:pPr>
            <a:r>
              <a:t>D:/pasar_fix/node_modules/.bun/@oozcitak+dom@1.15.10/node_modules/@oozcitak/dom/lib/dom/DOMTokenListImpl.d.ts</a:t>
            </a:r>
          </a:p>
          <a:p>
            <a:pPr>
              <a:defRPr sz="1200"/>
            </a:pPr>
            <a:r>
              <a:t>D:/pasar_fix/node_modules/.bun/@oozcitak+dom@1.15.10/node_modules/@oozcitak/dom/lib/dom/DOMTokenListImpl.js</a:t>
            </a:r>
          </a:p>
          <a:p>
            <a:pPr>
              <a:defRPr sz="1200"/>
            </a:pPr>
            <a:r>
              <a:t>D:/pasar_fix/node_modules/.bun/@oozcitak+dom@1.15.10/node_modules/@oozcitak/dom/lib/dom/DOMTokenListImpl.js.map</a:t>
            </a:r>
          </a:p>
          <a:p>
            <a:pPr>
              <a:defRPr sz="1200"/>
            </a:pPr>
            <a:r>
              <a:t>D:/pasar_fix/node_modules/.bun/@oozcitak+dom@1.15.10/node_modules/@oozcitak/dom/lib/dom/ElementImpl.d.ts</a:t>
            </a:r>
          </a:p>
          <a:p>
            <a:pPr>
              <a:defRPr sz="1200"/>
            </a:pPr>
            <a:r>
              <a:t>D:/pasar_fix/node_modules/.bun/@oozcitak+dom@1.15.10/node_modules/@oozcitak/dom/lib/dom/ElementImpl.js</a:t>
            </a:r>
          </a:p>
          <a:p>
            <a:pPr>
              <a:defRPr sz="1200"/>
            </a:pPr>
            <a:r>
              <a:t>D:/pasar_fix/node_modules/.bun/@oozcitak+dom@1.15.10/node_modules/@oozcitak/dom/lib/dom/ElementImpl.js.map</a:t>
            </a:r>
          </a:p>
          <a:p>
            <a:pPr>
              <a:defRPr sz="1200"/>
            </a:pPr>
            <a:r>
              <a:t>D:/pasar_fix/node_modules/.bun/@oozcitak+dom@1.15.10/node_modules/@oozcitak/dom/lib/dom/EventImpl.d.ts</a:t>
            </a:r>
          </a:p>
          <a:p>
            <a:pPr>
              <a:defRPr sz="1200"/>
            </a:pPr>
            <a:r>
              <a:t>D:/pasar_fix/node_modules/.bun/@oozcitak+dom@1.15.10/node_modules/@oozcitak/dom/lib/dom/EventImpl.js</a:t>
            </a:r>
          </a:p>
          <a:p>
            <a:pPr>
              <a:defRPr sz="1200"/>
            </a:pPr>
            <a:r>
              <a:t>D:/pasar_fix/node_modules/.bun/@oozcitak+dom@1.15.10/node_modules/@oozcitak/dom/lib/dom/EventImpl.js.map</a:t>
            </a:r>
          </a:p>
          <a:p>
            <a:pPr>
              <a:defRPr sz="1200"/>
            </a:pPr>
            <a:r>
              <a:t>D:/pasar_fix/node_modules/.bun/@oozcitak+dom@1.15.10/node_modules/@oozcitak/dom/lib/dom/EventTargetImpl.d.ts</a:t>
            </a:r>
          </a:p>
          <a:p>
            <a:pPr>
              <a:defRPr sz="1200"/>
            </a:pPr>
            <a:r>
              <a:t>D:/pasar_fix/node_modules/.bun/@oozcitak+dom@1.15.10/node_modules/@oozcitak/dom/lib/dom/EventTargetImpl.js</a:t>
            </a:r>
          </a:p>
          <a:p>
            <a:pPr>
              <a:defRPr sz="1200"/>
            </a:pPr>
            <a:r>
              <a:t>D:/pasar_fix/node_modules/.bun/@oozcitak+dom@1.15.10/node_modules/@oozcitak/dom/lib/dom/EventTargetImpl.js.map</a:t>
            </a:r>
          </a:p>
          <a:p>
            <a:pPr>
              <a:defRPr sz="1200"/>
            </a:pPr>
            <a:r>
              <a:t>D:/pasar_fix/node_modules/.bun/@oozcitak+dom@1.15.10/node_modules/@oozcitak/dom/lib/dom/HTMLCollectionImpl.d.ts</a:t>
            </a:r>
          </a:p>
          <a:p>
            <a:pPr>
              <a:defRPr sz="1200"/>
            </a:pPr>
            <a:r>
              <a:t>D:/pasar_fix/node_modules/.bun/@oozcitak+dom@1.15.10/node_modules/@oozcitak/dom/lib/dom/HTMLCollectionImpl.js</a:t>
            </a:r>
          </a:p>
          <a:p>
            <a:pPr>
              <a:defRPr sz="1200"/>
            </a:pPr>
            <a:r>
              <a:t>D:/pasar_fix/node_modules/.bun/@oozcitak+dom@1.15.10/node_modules/@oozcitak/dom/lib/dom/HTMLCollectionImpl.js.map</a:t>
            </a:r>
          </a:p>
          <a:p>
            <a:pPr>
              <a:defRPr sz="1200"/>
            </a:pPr>
            <a:r>
              <a:t>D:/pasar_fix/node_modules/.bun/@oozcitak+dom@1.15.10/node_modules/@oozcitak/dom/lib/dom/index.d.ts</a:t>
            </a:r>
          </a:p>
          <a:p>
            <a:pPr>
              <a:defRPr sz="1200"/>
            </a:pPr>
            <a:r>
              <a:t>D:/pasar_fix/node_modules/.bun/@oozcitak+dom@1.15.10/node_modules/@oozcitak/dom/lib/dom/index.js</a:t>
            </a:r>
          </a:p>
          <a:p>
            <a:pPr>
              <a:defRPr sz="1200"/>
            </a:pPr>
            <a:r>
              <a:t>D:/pasar_fix/node_modules/.bun/@oozcitak+dom@1.15.10/node_modules/@oozcitak/dom/lib/dom/index.js.map</a:t>
            </a:r>
          </a:p>
          <a:p>
            <a:pPr>
              <a:defRPr sz="1200"/>
            </a:pPr>
            <a:r>
              <a:t>D:/pasar_fix/node_modules/.bun/@oozcitak+dom@1.15.10/node_modules/@oozcitak/dom/lib/dom/interfaces.d.ts</a:t>
            </a:r>
          </a:p>
          <a:p>
            <a:pPr>
              <a:defRPr sz="1200"/>
            </a:pPr>
            <a:r>
              <a:t>D:/pasar_fix/node_modules/.bun/@oozcitak+dom@1.15.10/node_modules/@oozcitak/dom/lib/dom/interfaces.js</a:t>
            </a:r>
          </a:p>
          <a:p>
            <a:pPr>
              <a:defRPr sz="1200"/>
            </a:pPr>
            <a:r>
              <a:t>D:/pasar_fix/node_modules/.bun/@oozcitak+dom@1.15.10/node_modules/@oozcitak/dom/lib/dom/interfaces.js.map</a:t>
            </a:r>
          </a:p>
          <a:p>
            <a:pPr>
              <a:defRPr sz="1200"/>
            </a:pPr>
            <a:r>
              <a:t>D:/pasar_fix/node_modules/.bun/@oozcitak+dom@1.15.10/node_modules/@oozcitak/dom/lib/dom/MutationObserverImpl.d.ts</a:t>
            </a:r>
          </a:p>
          <a:p>
            <a:pPr>
              <a:defRPr sz="1200"/>
            </a:pPr>
            <a:r>
              <a:t>D:/pasar_fix/node_modules/.bun/@oozcitak+dom@1.15.10/node_modules/@oozcitak/dom/lib/dom/MutationObserverImpl.js</a:t>
            </a:r>
          </a:p>
          <a:p>
            <a:pPr>
              <a:defRPr sz="1200"/>
            </a:pPr>
            <a:r>
              <a:t>D:/pasar_fix/node_modules/.bun/@oozcitak+dom@1.15.10/node_modules/@oozcitak/dom/lib/dom/MutationObserverImpl.js.map</a:t>
            </a:r>
          </a:p>
          <a:p>
            <a:pPr>
              <a:defRPr sz="1200"/>
            </a:pPr>
            <a:r>
              <a:t>D:/pasar_fix/node_modules/.bun/@oozcitak+dom@1.15.10/node_modules/@oozcitak/dom/lib/dom/MutationRecordImpl.d.ts</a:t>
            </a:r>
          </a:p>
          <a:p>
            <a:pPr>
              <a:defRPr sz="1200"/>
            </a:pPr>
            <a:r>
              <a:t>D:/pasar_fix/node_modules/.bun/@oozcitak+dom@1.15.10/node_modules/@oozcitak/dom/lib/dom/MutationRecordImpl.js</a:t>
            </a:r>
          </a:p>
          <a:p>
            <a:pPr>
              <a:defRPr sz="1200"/>
            </a:pPr>
            <a:r>
              <a:t>D:/pasar_fix/node_modules/.bun/@oozcitak+dom@1.15.10/node_modules/@oozcitak/dom/lib/dom/MutationRecordImpl.js.map</a:t>
            </a:r>
          </a:p>
          <a:p>
            <a:pPr>
              <a:defRPr sz="1200"/>
            </a:pPr>
            <a:r>
              <a:t>D:/pasar_fix/node_modules/.bun/@oozcitak+dom@1.15.10/node_modules/@oozcitak/dom/lib/dom/NamedNodeMapImpl.d.ts</a:t>
            </a:r>
          </a:p>
          <a:p>
            <a:pPr>
              <a:defRPr sz="1200"/>
            </a:pPr>
            <a:r>
              <a:t>D:/pasar_fix/node_modules/.bun/@oozcitak+dom@1.15.10/node_modules/@oozcitak/dom/lib/dom/NamedNodeMapImpl.js</a:t>
            </a:r>
          </a:p>
          <a:p>
            <a:pPr>
              <a:defRPr sz="1200"/>
            </a:pPr>
            <a:r>
              <a:t>D:/pasar_fix/node_modules/.bun/@oozcitak+dom@1.15.10/node_modules/@oozcitak/dom/lib/dom/NamedNodeMapImpl.js.map</a:t>
            </a:r>
          </a:p>
          <a:p>
            <a:pPr>
              <a:defRPr sz="1200"/>
            </a:pPr>
            <a:r>
              <a:t>D:/pasar_fix/node_modules/.bun/@oozcitak+dom@1.15.10/node_modules/@oozcitak/dom/lib/dom/NodeFilterImpl.d.ts</a:t>
            </a:r>
          </a:p>
          <a:p>
            <a:pPr>
              <a:defRPr sz="1200"/>
            </a:pPr>
            <a:r>
              <a:t>D:/pasar_fix/node_modules/.bun/@oozcitak+dom@1.15.10/node_modules/@oozcitak/dom/lib/dom/NodeFilterImpl.js</a:t>
            </a:r>
          </a:p>
          <a:p>
            <a:pPr>
              <a:defRPr sz="1200"/>
            </a:pPr>
            <a:r>
              <a:t>D:/pasar_fix/node_modules/.bun/@oozcitak+dom@1.15.10/node_modules/@oozcitak/dom/lib/dom/NodeFilterImpl.js.map</a:t>
            </a:r>
          </a:p>
          <a:p>
            <a:pPr>
              <a:defRPr sz="1200"/>
            </a:pPr>
            <a:r>
              <a:t>D:/pasar_fix/node_modules/.bun/@oozcitak+dom@1.15.10/node_modules/@oozcitak/dom/lib/dom/NodeImpl.d.ts</a:t>
            </a:r>
          </a:p>
          <a:p>
            <a:pPr>
              <a:defRPr sz="1200"/>
            </a:pPr>
            <a:r>
              <a:t>D:/pasar_fix/node_modules/.bun/@oozcitak+dom@1.15.10/node_modules/@oozcitak/dom/lib/dom/NodeImpl.js</a:t>
            </a:r>
          </a:p>
          <a:p>
            <a:pPr>
              <a:defRPr sz="1200"/>
            </a:pPr>
            <a:r>
              <a:t>D:/pasar_fix/node_modules/.bun/@oozcitak+dom@1.15.10/node_modules/@oozcitak/dom/lib/dom/NodeImpl.js.map</a:t>
            </a:r>
          </a:p>
          <a:p>
            <a:pPr>
              <a:defRPr sz="1200"/>
            </a:pPr>
            <a:r>
              <a:t>D:/pasar_fix/node_modules/.bun/@oozcitak+dom@1.15.10/node_modules/@oozcitak/dom/lib/dom/NodeIteratorImpl.d.ts</a:t>
            </a:r>
          </a:p>
          <a:p>
            <a:pPr>
              <a:defRPr sz="1200"/>
            </a:pPr>
            <a:r>
              <a:t>D:/pasar_fix/node_modules/.bun/@oozcitak+dom@1.15.10/node_modules/@oozcitak/dom/lib/dom/NodeIteratorImpl.js</a:t>
            </a:r>
          </a:p>
          <a:p>
            <a:pPr>
              <a:defRPr sz="1200"/>
            </a:pPr>
            <a:r>
              <a:t>D:/pasar_fix/node_modules/.bun/@oozcitak+dom@1.15.10/node_modules/@oozcitak/dom/lib/dom/NodeIteratorImpl.js.map</a:t>
            </a:r>
          </a:p>
          <a:p>
            <a:pPr>
              <a:defRPr sz="1200"/>
            </a:pPr>
            <a:r>
              <a:t>D:/pasar_fix/node_modules/.bun/@oozcitak+dom@1.15.10/node_modules/@oozcitak/dom/lib/dom/NodeListImpl.d.ts</a:t>
            </a:r>
          </a:p>
          <a:p>
            <a:pPr>
              <a:defRPr sz="1200"/>
            </a:pPr>
            <a:r>
              <a:t>D:/pasar_fix/node_modules/.bun/@oozcitak+dom@1.15.10/node_modules/@oozcitak/dom/lib/dom/NodeListImpl.js</a:t>
            </a:r>
          </a:p>
          <a:p>
            <a:pPr>
              <a:defRPr sz="1200"/>
            </a:pPr>
            <a:r>
              <a:t>D:/pasar_fix/node_modules/.bun/@oozcitak+dom@1.15.10/node_modules/@oozcitak/dom/lib/dom/NodeListImpl.js.map</a:t>
            </a:r>
          </a:p>
          <a:p>
            <a:pPr>
              <a:defRPr sz="1200"/>
            </a:pPr>
            <a:r>
              <a:t>D:/pasar_fix/node_modules/.bun/@oozcitak+dom@1.15.10/node_modules/@oozcitak/dom/lib/dom/NodeListStaticImpl.d.ts</a:t>
            </a:r>
          </a:p>
          <a:p>
            <a:pPr>
              <a:defRPr sz="1200"/>
            </a:pPr>
            <a:r>
              <a:t>D:/pasar_fix/node_modules/.bun/@oozcitak+dom@1.15.10/node_modules/@oozcitak/dom/lib/dom/NodeListStaticImpl.js</a:t>
            </a:r>
          </a:p>
          <a:p>
            <a:pPr>
              <a:defRPr sz="1200"/>
            </a:pPr>
            <a:r>
              <a:t>D:/pasar_fix/node_modules/.bun/@oozcitak+dom@1.15.10/node_modules/@oozcitak/dom/lib/dom/NodeListStaticImpl.js.map</a:t>
            </a:r>
          </a:p>
          <a:p>
            <a:pPr>
              <a:defRPr sz="1200"/>
            </a:pPr>
            <a:r>
              <a:t>D:/pasar_fix/node_modules/.bun/@oozcitak+dom@1.15.10/node_modules/@oozcitak/dom/lib/dom/NonDocumentTypeChildNodeImpl.d.ts</a:t>
            </a:r>
          </a:p>
          <a:p>
            <a:pPr>
              <a:defRPr sz="1200"/>
            </a:pPr>
            <a:r>
              <a:t>D:/pasar_fix/node_modules/.bun/@oozcitak+dom@1.15.10/node_modules/@oozcitak/dom/lib/dom/NonDocumentTypeChildNodeImpl.js</a:t>
            </a:r>
          </a:p>
          <a:p>
            <a:pPr>
              <a:defRPr sz="1200"/>
            </a:pPr>
            <a:r>
              <a:t>D:/pasar_fix/node_modules/.bun/@oozcitak+dom@1.15.10/node_modules/@oozcitak/dom/lib/dom/NonDocumentTypeChildNodeImpl.js.map</a:t>
            </a:r>
          </a:p>
          <a:p>
            <a:pPr>
              <a:defRPr sz="1200"/>
            </a:pPr>
            <a:r>
              <a:t>D:/pasar_fix/node_modules/.bun/@oozcitak+dom@1.15.10/node_modules/@oozcitak/dom/lib/dom/NonElementParentNodeImpl.d.ts</a:t>
            </a:r>
          </a:p>
          <a:p>
            <a:pPr>
              <a:defRPr sz="1200"/>
            </a:pPr>
            <a:r>
              <a:t>D:/pasar_fix/node_modules/.bun/@oozcitak+dom@1.15.10/node_modules/@oozcitak/dom/lib/dom/NonElementParentNodeImpl.js</a:t>
            </a:r>
          </a:p>
          <a:p>
            <a:pPr>
              <a:defRPr sz="1200"/>
            </a:pPr>
            <a:r>
              <a:t>D:/pasar_fix/node_modules/.bun/@oozcitak+dom@1.15.10/node_modules/@oozcitak/dom/lib/dom/NonElementParentNodeImpl.js.map</a:t>
            </a:r>
          </a:p>
          <a:p>
            <a:pPr>
              <a:defRPr sz="1200"/>
            </a:pPr>
            <a:r>
              <a:t>D:/pasar_fix/node_modules/.bun/@oozcitak+dom@1.15.10/node_modules/@oozcitak/dom/lib/dom/ParentNodeImpl.d.ts</a:t>
            </a:r>
          </a:p>
          <a:p>
            <a:pPr>
              <a:defRPr sz="1200"/>
            </a:pPr>
            <a:r>
              <a:t>D:/pasar_fix/node_modules/.bun/@oozcitak+dom@1.15.10/node_modules/@oozcitak/dom/lib/dom/ParentNodeImpl.js</a:t>
            </a:r>
          </a:p>
          <a:p>
            <a:pPr>
              <a:defRPr sz="1200"/>
            </a:pPr>
            <a:r>
              <a:t>D:/pasar_fix/node_modules/.bun/@oozcitak+dom@1.15.10/node_modules/@oozcitak/dom/lib/dom/ParentNodeImpl.js.map</a:t>
            </a:r>
          </a:p>
          <a:p>
            <a:pPr>
              <a:defRPr sz="1200"/>
            </a:pPr>
            <a:r>
              <a:t>D:/pasar_fix/node_modules/.bun/@oozcitak+dom@1.15.10/node_modules/@oozcitak/dom/lib/dom/ProcessingInstructionImpl.d.ts</a:t>
            </a:r>
          </a:p>
          <a:p>
            <a:pPr>
              <a:defRPr sz="1200"/>
            </a:pPr>
            <a:r>
              <a:t>D:/pasar_fix/node_modules/.bun/@oozcitak+dom@1.15.10/node_modules/@oozcitak/dom/lib/dom/ProcessingInstructionImpl.js</a:t>
            </a:r>
          </a:p>
          <a:p>
            <a:pPr>
              <a:defRPr sz="1200"/>
            </a:pPr>
            <a:r>
              <a:t>D:/pasar_fix/node_modules/.bun/@oozcitak+dom@1.15.10/node_modules/@oozcitak/dom/lib/dom/ProcessingInstructionImpl.js.map</a:t>
            </a:r>
          </a:p>
          <a:p>
            <a:pPr>
              <a:defRPr sz="1200"/>
            </a:pPr>
            <a:r>
              <a:t>D:/pasar_fix/node_modules/.bun/@oozcitak+dom@1.15.10/node_modules/@oozcitak/dom/lib/dom/RangeImpl.d.ts</a:t>
            </a:r>
          </a:p>
          <a:p>
            <a:pPr>
              <a:defRPr sz="1200"/>
            </a:pPr>
            <a:r>
              <a:t>D:/pasar_fix/node_modules/.bun/@oozcitak+dom@1.15.10/node_modules/@oozcitak/dom/lib/dom/RangeImpl.js</a:t>
            </a:r>
          </a:p>
          <a:p>
            <a:pPr>
              <a:defRPr sz="1200"/>
            </a:pPr>
            <a:r>
              <a:t>D:/pasar_fix/node_modules/.bun/@oozcitak+dom@1.15.10/node_modules/@oozcitak/dom/lib/dom/RangeImpl.js.map</a:t>
            </a:r>
          </a:p>
          <a:p>
            <a:pPr>
              <a:defRPr sz="1200"/>
            </a:pPr>
            <a:r>
              <a:t>D:/pasar_fix/node_modules/.bun/@oozcitak+dom@1.15.10/node_modules/@oozcitak/dom/lib/dom/ShadowRootImpl.d.ts</a:t>
            </a:r>
          </a:p>
          <a:p>
            <a:pPr>
              <a:defRPr sz="1200"/>
            </a:pPr>
            <a:r>
              <a:t>D:/pasar_fix/node_modules/.bun/@oozcitak+dom@1.15.10/node_modules/@oozcitak/dom/lib/dom/ShadowRootImpl.js</a:t>
            </a:r>
          </a:p>
          <a:p>
            <a:pPr>
              <a:defRPr sz="1200"/>
            </a:pPr>
            <a:r>
              <a:t>D:/pasar_fix/node_modules/.bun/@oozcitak+dom@1.15.10/node_modules/@oozcitak/dom/lib/dom/ShadowRootImpl.js.map</a:t>
            </a:r>
          </a:p>
          <a:p>
            <a:pPr>
              <a:defRPr sz="1200"/>
            </a:pPr>
            <a:r>
              <a:t>D:/pasar_fix/node_modules/.bun/@oozcitak+dom@1.15.10/node_modules/@oozcitak/dom/lib/dom/SlotableImpl.d.ts</a:t>
            </a:r>
          </a:p>
          <a:p>
            <a:pPr>
              <a:defRPr sz="1200"/>
            </a:pPr>
            <a:r>
              <a:t>D:/pasar_fix/node_modules/.bun/@oozcitak+dom@1.15.10/node_modules/@oozcitak/dom/lib/dom/SlotableImpl.js</a:t>
            </a:r>
          </a:p>
          <a:p>
            <a:pPr>
              <a:defRPr sz="1200"/>
            </a:pPr>
            <a:r>
              <a:t>D:/pasar_fix/node_modules/.bun/@oozcitak+dom@1.15.10/node_modules/@oozcitak/dom/lib/dom/SlotableImpl.js.map</a:t>
            </a:r>
          </a:p>
          <a:p>
            <a:pPr>
              <a:defRPr sz="1200"/>
            </a:pPr>
            <a:r>
              <a:t>D:/pasar_fix/node_modules/.bun/@oozcitak+dom@1.15.10/node_modules/@oozcitak/dom/lib/dom/StaticRangeImpl.d.ts</a:t>
            </a:r>
          </a:p>
          <a:p>
            <a:pPr>
              <a:defRPr sz="1200"/>
            </a:pPr>
            <a:r>
              <a:t>D:/pasar_fix/node_modules/.bun/@oozcitak+dom@1.15.10/node_modules/@oozcitak/dom/lib/dom/StaticRangeImpl.js</a:t>
            </a:r>
          </a:p>
          <a:p>
            <a:pPr>
              <a:defRPr sz="1200"/>
            </a:pPr>
            <a:r>
              <a:t>D:/pasar_fix/node_modules/.bun/@oozcitak+dom@1.15.10/node_modules/@oozcitak/dom/lib/dom/StaticRangeImpl.js.map</a:t>
            </a:r>
          </a:p>
          <a:p>
            <a:pPr>
              <a:defRPr sz="1200"/>
            </a:pPr>
            <a:r>
              <a:t>D:/pasar_fix/node_modules/.bun/@oozcitak+dom@1.15.10/node_modules/@oozcitak/dom/lib/dom/TextImpl.d.ts</a:t>
            </a:r>
          </a:p>
          <a:p>
            <a:pPr>
              <a:defRPr sz="1200"/>
            </a:pPr>
            <a:r>
              <a:t>D:/pasar_fix/node_modules/.bun/@oozcitak+dom@1.15.10/node_modules/@oozcitak/dom/lib/dom/TextImpl.js</a:t>
            </a:r>
          </a:p>
          <a:p>
            <a:pPr>
              <a:defRPr sz="1200"/>
            </a:pPr>
            <a:r>
              <a:t>D:/pasar_fix/node_modules/.bun/@oozcitak+dom@1.15.10/node_modules/@oozcitak/dom/lib/dom/TextImpl.js.map</a:t>
            </a:r>
          </a:p>
          <a:p>
            <a:pPr>
              <a:defRPr sz="1200"/>
            </a:pPr>
            <a:r>
              <a:t>D:/pasar_fix/node_modules/.bun/@oozcitak+dom@1.15.10/node_modules/@oozcitak/dom/lib/dom/TraverserImpl.d.ts</a:t>
            </a:r>
          </a:p>
          <a:p>
            <a:pPr>
              <a:defRPr sz="1200"/>
            </a:pPr>
            <a:r>
              <a:t>D:/pasar_fix/node_modules/.bun/@oozcitak+dom@1.15.10/node_modules/@oozcitak/dom/lib/dom/TraverserImpl.js</a:t>
            </a:r>
          </a:p>
          <a:p>
            <a:pPr>
              <a:defRPr sz="1200"/>
            </a:pPr>
            <a:r>
              <a:t>D:/pasar_fix/node_modules/.bun/@oozcitak+dom@1.15.10/node_modules/@oozcitak/dom/lib/dom/TraverserImpl.js.map</a:t>
            </a:r>
          </a:p>
          <a:p>
            <a:pPr>
              <a:defRPr sz="1200"/>
            </a:pPr>
            <a:r>
              <a:t>D:/pasar_fix/node_modules/.bun/@oozcitak+dom@1.15.10/node_modules/@oozcitak/dom/lib/dom/TreeWalkerImpl.d.ts</a:t>
            </a:r>
          </a:p>
          <a:p>
            <a:pPr>
              <a:defRPr sz="1200"/>
            </a:pPr>
            <a:r>
              <a:t>D:/pasar_fix/node_modules/.bun/@oozcitak+dom@1.15.10/node_modules/@oozcitak/dom/lib/dom/TreeWalkerImpl.js</a:t>
            </a:r>
          </a:p>
          <a:p>
            <a:pPr>
              <a:defRPr sz="1200"/>
            </a:pPr>
            <a:r>
              <a:t>D:/pasar_fix/node_modules/.bun/@oozcitak+dom@1.15.10/node_modules/@oozcitak/dom/lib/dom/TreeWalkerImpl.js.map</a:t>
            </a:r>
          </a:p>
          <a:p>
            <a:pPr>
              <a:defRPr sz="1200"/>
            </a:pPr>
            <a:r>
              <a:t>D:/pasar_fix/node_modules/.bun/@oozcitak+dom@1.15.10/node_modules/@oozcitak/dom/lib/dom/WindowImpl.d.ts</a:t>
            </a:r>
          </a:p>
          <a:p>
            <a:pPr>
              <a:defRPr sz="1200"/>
            </a:pPr>
            <a:r>
              <a:t>D:/pasar_fix/node_modules/.bun/@oozcitak+dom@1.15.10/node_modules/@oozcitak/dom/lib/dom/WindowImpl.js</a:t>
            </a:r>
          </a:p>
          <a:p>
            <a:pPr>
              <a:defRPr sz="1200"/>
            </a:pPr>
            <a:r>
              <a:t>D:/pasar_fix/node_modules/.bun/@oozcitak+dom@1.15.10/node_modules/@oozcitak/dom/lib/dom/WindowImpl.js.map</a:t>
            </a:r>
          </a:p>
          <a:p>
            <a:pPr>
              <a:defRPr sz="1200"/>
            </a:pPr>
            <a:r>
              <a:t>D:/pasar_fix/node_modules/.bun/@oozcitak+dom@1.15.10/node_modules/@oozcitak/dom/lib/dom/XMLDocumentImpl.d.ts</a:t>
            </a:r>
          </a:p>
          <a:p>
            <a:pPr>
              <a:defRPr sz="1200"/>
            </a:pPr>
            <a:r>
              <a:t>D:/pasar_fix/node_modules/.bun/@oozcitak+dom@1.15.10/node_modules/@oozcitak/dom/lib/dom/XMLDocumentImpl.js</a:t>
            </a:r>
          </a:p>
          <a:p>
            <a:pPr>
              <a:defRPr sz="1200"/>
            </a:pPr>
            <a:r>
              <a:t>D:/pasar_fix/node_modules/.bun/@oozcitak+dom@1.15.10/node_modules/@oozcitak/dom/lib/dom/XMLDocumentImpl.js.map</a:t>
            </a:r>
          </a:p>
          <a:p>
            <a:pPr>
              <a:defRPr sz="1200"/>
            </a:pPr>
            <a:r>
              <a:t>D:/pasar_fix/node_modules/.bun/@oozcitak+dom@1.15.10/node_modules/@oozcitak/dom/lib/parser/DOMParserImpl.d.ts</a:t>
            </a:r>
          </a:p>
          <a:p>
            <a:pPr>
              <a:defRPr sz="1200"/>
            </a:pPr>
            <a:r>
              <a:t>D:/pasar_fix/node_modules/.bun/@oozcitak+dom@1.15.10/node_modules/@oozcitak/dom/lib/parser/DOMParserImpl.js</a:t>
            </a:r>
          </a:p>
          <a:p>
            <a:pPr>
              <a:defRPr sz="1200"/>
            </a:pPr>
            <a:r>
              <a:t>D:/pasar_fix/node_modules/.bun/@oozcitak+dom@1.15.10/node_modules/@oozcitak/dom/lib/parser/DOMParserImpl.js.map</a:t>
            </a:r>
          </a:p>
          <a:p>
            <a:pPr>
              <a:defRPr sz="1200"/>
            </a:pPr>
            <a:r>
              <a:t>D:/pasar_fix/node_modules/.bun/@oozcitak+dom@1.15.10/node_modules/@oozcitak/dom/lib/parser/index.d.ts</a:t>
            </a:r>
          </a:p>
          <a:p>
            <a:pPr>
              <a:defRPr sz="1200"/>
            </a:pPr>
            <a:r>
              <a:t>D:/pasar_fix/node_modules/.bun/@oozcitak+dom@1.15.10/node_modules/@oozcitak/dom/lib/parser/index.js</a:t>
            </a:r>
          </a:p>
          <a:p>
            <a:pPr>
              <a:defRPr sz="1200"/>
            </a:pPr>
            <a:r>
              <a:t>D:/pasar_fix/node_modules/.bun/@oozcitak+dom@1.15.10/node_modules/@oozcitak/dom/lib/parser/index.js.map</a:t>
            </a:r>
          </a:p>
          <a:p>
            <a:pPr>
              <a:defRPr sz="1200"/>
            </a:pPr>
            <a:r>
              <a:t>D:/pasar_fix/node_modules/.bun/@oozcitak+dom@1.15.10/node_modules/@oozcitak/dom/lib/parser/interfaces.d.ts</a:t>
            </a:r>
          </a:p>
          <a:p>
            <a:pPr>
              <a:defRPr sz="1200"/>
            </a:pPr>
            <a:r>
              <a:t>D:/pasar_fix/node_modules/.bun/@oozcitak+dom@1.15.10/node_modules/@oozcitak/dom/lib/parser/interfaces.js</a:t>
            </a:r>
          </a:p>
          <a:p>
            <a:pPr>
              <a:defRPr sz="1200"/>
            </a:pPr>
            <a:r>
              <a:t>D:/pasar_fix/node_modules/.bun/@oozcitak+dom@1.15.10/node_modules/@oozcitak/dom/lib/parser/interfaces.js.map</a:t>
            </a:r>
          </a:p>
          <a:p>
            <a:pPr>
              <a:defRPr sz="1200"/>
            </a:pPr>
            <a:r>
              <a:t>D:/pasar_fix/node_modules/.bun/@oozcitak+dom@1.15.10/node_modules/@oozcitak/dom/lib/parser/XMLParserImpl.d.ts</a:t>
            </a:r>
          </a:p>
          <a:p>
            <a:pPr>
              <a:defRPr sz="1200"/>
            </a:pPr>
            <a:r>
              <a:t>D:/pasar_fix/node_modules/.bun/@oozcitak+dom@1.15.10/node_modules/@oozcitak/dom/lib/parser/XMLParserImpl.js</a:t>
            </a:r>
          </a:p>
          <a:p>
            <a:pPr>
              <a:defRPr sz="1200"/>
            </a:pPr>
            <a:r>
              <a:t>D:/pasar_fix/node_modules/.bun/@oozcitak+dom@1.15.10/node_modules/@oozcitak/dom/lib/parser/XMLParserImpl.js.map</a:t>
            </a:r>
          </a:p>
          <a:p>
            <a:pPr>
              <a:defRPr sz="1200"/>
            </a:pPr>
            <a:r>
              <a:t>D:/pasar_fix/node_modules/.bun/@oozcitak+dom@1.15.10/node_modules/@oozcitak/dom/lib/parser/XMLStringLexer.d.ts</a:t>
            </a:r>
          </a:p>
          <a:p>
            <a:pPr>
              <a:defRPr sz="1200"/>
            </a:pPr>
            <a:r>
              <a:t>D:/pasar_fix/node_modules/.bun/@oozcitak+dom@1.15.10/node_modules/@oozcitak/dom/lib/parser/XMLStringLexer.js</a:t>
            </a:r>
          </a:p>
          <a:p>
            <a:pPr>
              <a:defRPr sz="1200"/>
            </a:pPr>
            <a:r>
              <a:t>D:/pasar_fix/node_modules/.bun/@oozcitak+dom@1.15.10/node_modules/@oozcitak/dom/lib/parser/XMLStringLexer.js.map</a:t>
            </a:r>
          </a:p>
          <a:p>
            <a:pPr>
              <a:defRPr sz="1200"/>
            </a:pPr>
            <a:r>
              <a:t>D:/pasar_fix/node_modules/.bun/@oozcitak+dom@1.15.10/node_modules/@oozcitak/dom/lib/serializer/index.d.ts</a:t>
            </a:r>
          </a:p>
          <a:p>
            <a:pPr>
              <a:defRPr sz="1200"/>
            </a:pPr>
            <a:r>
              <a:t>D:/pasar_fix/node_modules/.bun/@oozcitak+dom@1.15.10/node_modules/@oozcitak/dom/lib/serializer/index.js</a:t>
            </a:r>
          </a:p>
          <a:p>
            <a:pPr>
              <a:defRPr sz="1200"/>
            </a:pPr>
            <a:r>
              <a:t>D:/pasar_fix/node_modules/.bun/@oozcitak+dom@1.15.10/node_modules/@oozcitak/dom/lib/serializer/index.js.map</a:t>
            </a:r>
          </a:p>
          <a:p>
            <a:pPr>
              <a:defRPr sz="1200"/>
            </a:pPr>
            <a:r>
              <a:t>D:/pasar_fix/node_modules/.bun/@oozcitak+dom@1.15.10/node_modules/@oozcitak/dom/lib/serializer/interfaces.d.ts</a:t>
            </a:r>
          </a:p>
          <a:p>
            <a:pPr>
              <a:defRPr sz="1200"/>
            </a:pPr>
            <a:r>
              <a:t>D:/pasar_fix/node_modules/.bun/@oozcitak+dom@1.15.10/node_modules/@oozcitak/dom/lib/serializer/interfaces.js</a:t>
            </a:r>
          </a:p>
          <a:p>
            <a:pPr>
              <a:defRPr sz="1200"/>
            </a:pPr>
            <a:r>
              <a:t>D:/pasar_fix/node_modules/.bun/@oozcitak+dom@1.15.10/node_modules/@oozcitak/dom/lib/serializer/interfaces.js.map</a:t>
            </a:r>
          </a:p>
          <a:p>
            <a:pPr>
              <a:defRPr sz="1200"/>
            </a:pPr>
            <a:r>
              <a:t>D:/pasar_fix/node_modules/.bun/@oozcitak+dom@1.15.10/node_modules/@oozcitak/dom/lib/serializer/LocalNameSet.d.ts</a:t>
            </a:r>
          </a:p>
          <a:p>
            <a:pPr>
              <a:defRPr sz="1200"/>
            </a:pPr>
            <a:r>
              <a:t>D:/pasar_fix/node_modules/.bun/@oozcitak+dom@1.15.10/node_modules/@oozcitak/dom/lib/serializer/LocalNameSet.js</a:t>
            </a:r>
          </a:p>
          <a:p>
            <a:pPr>
              <a:defRPr sz="1200"/>
            </a:pPr>
            <a:r>
              <a:t>D:/pasar_fix/node_modules/.bun/@oozcitak+dom@1.15.10/node_modules/@oozcitak/dom/lib/serializer/LocalNameSet.js.map</a:t>
            </a:r>
          </a:p>
          <a:p>
            <a:pPr>
              <a:defRPr sz="1200"/>
            </a:pPr>
            <a:r>
              <a:t>D:/pasar_fix/node_modules/.bun/@oozcitak+dom@1.15.10/node_modules/@oozcitak/dom/lib/serializer/NamespacePrefixMap.d.ts</a:t>
            </a:r>
          </a:p>
          <a:p>
            <a:pPr>
              <a:defRPr sz="1200"/>
            </a:pPr>
            <a:r>
              <a:t>D:/pasar_fix/node_modules/.bun/@oozcitak+dom@1.15.10/node_modules/@oozcitak/dom/lib/serializer/NamespacePrefixMap.js</a:t>
            </a:r>
          </a:p>
          <a:p>
            <a:pPr>
              <a:defRPr sz="1200"/>
            </a:pPr>
            <a:r>
              <a:t>D:/pasar_fix/node_modules/.bun/@oozcitak+dom@1.15.10/node_modules/@oozcitak/dom/lib/serializer/NamespacePrefixMap.js.map</a:t>
            </a:r>
          </a:p>
          <a:p>
            <a:pPr>
              <a:defRPr sz="1200"/>
            </a:pPr>
            <a:r>
              <a:t>D:/pasar_fix/node_modules/.bun/@oozcitak+dom@1.15.10/node_modules/@oozcitak/dom/lib/serializer/XMLSerializerImpl.d.ts</a:t>
            </a:r>
          </a:p>
          <a:p>
            <a:pPr>
              <a:defRPr sz="1200"/>
            </a:pPr>
            <a:r>
              <a:t>D:/pasar_fix/node_modules/.bun/@oozcitak+dom@1.15.10/node_modules/@oozcitak/dom/lib/serializer/XMLSerializerImpl.js</a:t>
            </a:r>
          </a:p>
          <a:p>
            <a:pPr>
              <a:defRPr sz="1200"/>
            </a:pPr>
            <a:r>
              <a:t>D:/pasar_fix/node_modules/.bun/@oozcitak+dom@1.15.10/node_modules/@oozcitak/dom/lib/serializer/XMLSerializerImpl.js.map</a:t>
            </a:r>
          </a:p>
          <a:p>
            <a:pPr>
              <a:defRPr sz="1200"/>
            </a:pPr>
            <a:r>
              <a:t>D:/pasar_fix/node_modules/.bun/@oozcitak+dom@1.15.10/node_modules/@oozcitak/dom/lib/util/Cast.d.ts</a:t>
            </a:r>
          </a:p>
          <a:p>
            <a:pPr>
              <a:defRPr sz="1200"/>
            </a:pPr>
            <a:r>
              <a:t>D:/pasar_fix/node_modules/.bun/@oozcitak+dom@1.15.10/node_modules/@oozcitak/dom/lib/util/Cast.js</a:t>
            </a:r>
          </a:p>
          <a:p>
            <a:pPr>
              <a:defRPr sz="1200"/>
            </a:pPr>
            <a:r>
              <a:t>D:/pasar_fix/node_modules/.bun/@oozcitak+dom@1.15.10/node_modules/@oozcitak/dom/lib/util/Cast.js.map</a:t>
            </a:r>
          </a:p>
          <a:p>
            <a:pPr>
              <a:defRPr sz="1200"/>
            </a:pPr>
            <a:r>
              <a:t>D:/pasar_fix/node_modules/.bun/@oozcitak+dom@1.15.10/node_modules/@oozcitak/dom/lib/util/EmptySet.d.ts</a:t>
            </a:r>
          </a:p>
          <a:p>
            <a:pPr>
              <a:defRPr sz="1200"/>
            </a:pPr>
            <a:r>
              <a:t>D:/pasar_fix/node_modules/.bun/@oozcitak+dom@1.15.10/node_modules/@oozcitak/dom/lib/util/EmptySet.js</a:t>
            </a:r>
          </a:p>
          <a:p>
            <a:pPr>
              <a:defRPr sz="1200"/>
            </a:pPr>
            <a:r>
              <a:t>D:/pasar_fix/node_modules/.bun/@oozcitak+dom@1.15.10/node_modules/@oozcitak/dom/lib/util/EmptySet.js.map</a:t>
            </a:r>
          </a:p>
          <a:p>
            <a:pPr>
              <a:defRPr sz="1200"/>
            </a:pPr>
            <a:r>
              <a:t>D:/pasar_fix/node_modules/.bun/@oozcitak+dom@1.15.10/node_modules/@oozcitak/dom/lib/util/Guard.d.ts</a:t>
            </a:r>
          </a:p>
          <a:p>
            <a:pPr>
              <a:defRPr sz="1200"/>
            </a:pPr>
            <a:r>
              <a:t>D:/pasar_fix/node_modules/.bun/@oozcitak+dom@1.15.10/node_modules/@oozcitak/dom/lib/util/Guard.js</a:t>
            </a:r>
          </a:p>
          <a:p>
            <a:pPr>
              <a:defRPr sz="1200"/>
            </a:pPr>
            <a:r>
              <a:t>D:/pasar_fix/node_modules/.bun/@oozcitak+dom@1.15.10/node_modules/@oozcitak/dom/lib/util/Guard.js.map</a:t>
            </a:r>
          </a:p>
          <a:p>
            <a:pPr>
              <a:defRPr sz="1200"/>
            </a:pPr>
            <a:r>
              <a:t>D:/pasar_fix/node_modules/.bun/@oozcitak+dom@1.15.10/node_modules/@oozcitak/dom/lib/util/index.d.ts</a:t>
            </a:r>
          </a:p>
          <a:p>
            <a:pPr>
              <a:defRPr sz="1200"/>
            </a:pPr>
            <a:r>
              <a:t>D:/pasar_fix/node_modules/.bun/@oozcitak+dom@1.15.10/node_modules/@oozcitak/dom/lib/util/index.js</a:t>
            </a:r>
          </a:p>
          <a:p>
            <a:pPr>
              <a:defRPr sz="1200"/>
            </a:pPr>
            <a:r>
              <a:t>D:/pasar_fix/node_modules/.bun/@oozcitak+dom@1.15.10/node_modules/@oozcitak/dom/lib/util/index.js.map</a:t>
            </a:r>
          </a:p>
          <a:p>
            <a:pPr>
              <a:defRPr sz="1200"/>
            </a:pPr>
            <a:r>
              <a:t>D:/pasar_fix/node_modules/.bun/@oozcitak+infra@1.0.8/node_modules/@oozcitak/infra/LICENSE</a:t>
            </a:r>
          </a:p>
          <a:p>
            <a:pPr>
              <a:defRPr sz="1200"/>
            </a:pPr>
            <a:r>
              <a:t>D:/pasar_fix/node_modules/.bun/@oozcitak+infra@1.0.8/node_modules/@oozcitak/infra/package.json</a:t>
            </a:r>
          </a:p>
          <a:p>
            <a:pPr>
              <a:defRPr sz="1200"/>
            </a:pPr>
            <a:r>
              <a:t>D:/pasar_fix/node_modules/.bun/@oozcitak+infra@1.0.8/node_modules/@oozcitak/infra/README.md</a:t>
            </a:r>
          </a:p>
          <a:p>
            <a:pPr>
              <a:defRPr sz="1200"/>
            </a:pPr>
            <a:r>
              <a:t>D:/pasar_fix/node_modules/.bun/@oozcitak+infra@1.0.8/node_modules/@oozcitak/infra/lib/Base64.d.ts</a:t>
            </a:r>
          </a:p>
          <a:p>
            <a:pPr>
              <a:defRPr sz="1200"/>
            </a:pPr>
            <a:r>
              <a:t>D:/pasar_fix/node_modules/.bun/@oozcitak+infra@1.0.8/node_modules/@oozcitak/infra/lib/Base64.js</a:t>
            </a:r>
          </a:p>
          <a:p>
            <a:pPr>
              <a:defRPr sz="1200"/>
            </a:pPr>
            <a:r>
              <a:t>D:/pasar_fix/node_modules/.bun/@oozcitak+infra@1.0.8/node_modules/@oozcitak/infra/lib/Base64.js.map</a:t>
            </a:r>
          </a:p>
          <a:p>
            <a:pPr>
              <a:defRPr sz="1200"/>
            </a:pPr>
            <a:r>
              <a:t>D:/pasar_fix/node_modules/.bun/@oozcitak+infra@1.0.8/node_modules/@oozcitak/infra/lib/Byte.d.ts</a:t>
            </a:r>
          </a:p>
          <a:p>
            <a:pPr>
              <a:defRPr sz="1200"/>
            </a:pPr>
            <a:r>
              <a:t>D:/pasar_fix/node_modules/.bun/@oozcitak+infra@1.0.8/node_modules/@oozcitak/infra/lib/Byte.js</a:t>
            </a:r>
          </a:p>
          <a:p>
            <a:pPr>
              <a:defRPr sz="1200"/>
            </a:pPr>
            <a:r>
              <a:t>D:/pasar_fix/node_modules/.bun/@oozcitak+infra@1.0.8/node_modules/@oozcitak/infra/lib/Byte.js.map</a:t>
            </a:r>
          </a:p>
          <a:p>
            <a:pPr>
              <a:defRPr sz="1200"/>
            </a:pPr>
            <a:r>
              <a:t>D:/pasar_fix/node_modules/.bun/@oozcitak+infra@1.0.8/node_modules/@oozcitak/infra/lib/ByteSequence.d.ts</a:t>
            </a:r>
          </a:p>
          <a:p>
            <a:pPr>
              <a:defRPr sz="1200"/>
            </a:pPr>
            <a:r>
              <a:t>D:/pasar_fix/node_modules/.bun/@oozcitak+infra@1.0.8/node_modules/@oozcitak/infra/lib/ByteSequence.js</a:t>
            </a:r>
          </a:p>
          <a:p>
            <a:pPr>
              <a:defRPr sz="1200"/>
            </a:pPr>
            <a:r>
              <a:t>D:/pasar_fix/node_modules/.bun/@oozcitak+infra@1.0.8/node_modules/@oozcitak/infra/lib/ByteSequence.js.map</a:t>
            </a:r>
          </a:p>
          <a:p>
            <a:pPr>
              <a:defRPr sz="1200"/>
            </a:pPr>
            <a:r>
              <a:t>D:/pasar_fix/node_modules/.bun/@oozcitak+infra@1.0.8/node_modules/@oozcitak/infra/lib/CodePoints.d.ts</a:t>
            </a:r>
          </a:p>
          <a:p>
            <a:pPr>
              <a:defRPr sz="1200"/>
            </a:pPr>
            <a:r>
              <a:t>D:/pasar_fix/node_modules/.bun/@oozcitak+infra@1.0.8/node_modules/@oozcitak/infra/lib/CodePoints.js</a:t>
            </a:r>
          </a:p>
          <a:p>
            <a:pPr>
              <a:defRPr sz="1200"/>
            </a:pPr>
            <a:r>
              <a:t>D:/pasar_fix/node_modules/.bun/@oozcitak+infra@1.0.8/node_modules/@oozcitak/infra/lib/CodePoints.js.map</a:t>
            </a:r>
          </a:p>
          <a:p>
            <a:pPr>
              <a:defRPr sz="1200"/>
            </a:pPr>
            <a:r>
              <a:t>D:/pasar_fix/node_modules/.bun/@oozcitak+infra@1.0.8/node_modules/@oozcitak/infra/lib/index.d.ts</a:t>
            </a:r>
          </a:p>
          <a:p>
            <a:pPr>
              <a:defRPr sz="1200"/>
            </a:pPr>
            <a:r>
              <a:t>D:/pasar_fix/node_modules/.bun/@oozcitak+infra@1.0.8/node_modules/@oozcitak/infra/lib/index.js</a:t>
            </a:r>
          </a:p>
          <a:p>
            <a:pPr>
              <a:defRPr sz="1200"/>
            </a:pPr>
            <a:r>
              <a:t>D:/pasar_fix/node_modules/.bun/@oozcitak+infra@1.0.8/node_modules/@oozcitak/infra/lib/index.js.map</a:t>
            </a:r>
          </a:p>
          <a:p>
            <a:pPr>
              <a:defRPr sz="1200"/>
            </a:pPr>
            <a:r>
              <a:t>D:/pasar_fix/node_modules/.bun/@oozcitak+infra@1.0.8/node_modules/@oozcitak/infra/lib/JSON.d.ts</a:t>
            </a:r>
          </a:p>
          <a:p>
            <a:pPr>
              <a:defRPr sz="1200"/>
            </a:pPr>
            <a:r>
              <a:t>D:/pasar_fix/node_modules/.bun/@oozcitak+infra@1.0.8/node_modules/@oozcitak/infra/lib/JSON.js</a:t>
            </a:r>
          </a:p>
          <a:p>
            <a:pPr>
              <a:defRPr sz="1200"/>
            </a:pPr>
            <a:r>
              <a:t>D:/pasar_fix/node_modules/.bun/@oozcitak+infra@1.0.8/node_modules/@oozcitak/infra/lib/JSON.js.map</a:t>
            </a:r>
          </a:p>
          <a:p>
            <a:pPr>
              <a:defRPr sz="1200"/>
            </a:pPr>
            <a:r>
              <a:t>D:/pasar_fix/node_modules/.bun/@oozcitak+infra@1.0.8/node_modules/@oozcitak/infra/lib/List.d.ts</a:t>
            </a:r>
          </a:p>
          <a:p>
            <a:pPr>
              <a:defRPr sz="1200"/>
            </a:pPr>
            <a:r>
              <a:t>D:/pasar_fix/node_modules/.bun/@oozcitak+infra@1.0.8/node_modules/@oozcitak/infra/lib/List.js</a:t>
            </a:r>
          </a:p>
          <a:p>
            <a:pPr>
              <a:defRPr sz="1200"/>
            </a:pPr>
            <a:r>
              <a:t>D:/pasar_fix/node_modules/.bun/@oozcitak+infra@1.0.8/node_modules/@oozcitak/infra/lib/List.js.map</a:t>
            </a:r>
          </a:p>
          <a:p>
            <a:pPr>
              <a:defRPr sz="1200"/>
            </a:pPr>
            <a:r>
              <a:t>D:/pasar_fix/node_modules/.bun/@oozcitak+infra@1.0.8/node_modules/@oozcitak/infra/lib/Map.d.ts</a:t>
            </a:r>
          </a:p>
          <a:p>
            <a:pPr>
              <a:defRPr sz="1200"/>
            </a:pPr>
            <a:r>
              <a:t>D:/pasar_fix/node_modules/.bun/@oozcitak+infra@1.0.8/node_modules/@oozcitak/infra/lib/Map.js</a:t>
            </a:r>
          </a:p>
          <a:p>
            <a:pPr>
              <a:defRPr sz="1200"/>
            </a:pPr>
            <a:r>
              <a:t>D:/pasar_fix/node_modules/.bun/@oozcitak+infra@1.0.8/node_modules/@oozcitak/infra/lib/Map.js.map</a:t>
            </a:r>
          </a:p>
          <a:p>
            <a:pPr>
              <a:defRPr sz="1200"/>
            </a:pPr>
            <a:r>
              <a:t>D:/pasar_fix/node_modules/.bun/@oozcitak+infra@1.0.8/node_modules/@oozcitak/infra/lib/Namespace.d.ts</a:t>
            </a:r>
          </a:p>
          <a:p>
            <a:pPr>
              <a:defRPr sz="1200"/>
            </a:pPr>
            <a:r>
              <a:t>D:/pasar_fix/node_modules/.bun/@oozcitak+infra@1.0.8/node_modules/@oozcitak/infra/lib/Namespace.js</a:t>
            </a:r>
          </a:p>
          <a:p>
            <a:pPr>
              <a:defRPr sz="1200"/>
            </a:pPr>
            <a:r>
              <a:t>D:/pasar_fix/node_modules/.bun/@oozcitak+infra@1.0.8/node_modules/@oozcitak/infra/lib/Namespace.js.map</a:t>
            </a:r>
          </a:p>
          <a:p>
            <a:pPr>
              <a:defRPr sz="1200"/>
            </a:pPr>
            <a:r>
              <a:t>D:/pasar_fix/node_modules/.bun/@oozcitak+infra@1.0.8/node_modules/@oozcitak/infra/lib/Queue.d.ts</a:t>
            </a:r>
          </a:p>
          <a:p>
            <a:pPr>
              <a:defRPr sz="1200"/>
            </a:pPr>
            <a:r>
              <a:t>D:/pasar_fix/node_modules/.bun/@oozcitak+infra@1.0.8/node_modules/@oozcitak/infra/lib/Queue.js</a:t>
            </a:r>
          </a:p>
          <a:p>
            <a:pPr>
              <a:defRPr sz="1200"/>
            </a:pPr>
            <a:r>
              <a:t>D:/pasar_fix/node_modules/.bun/@oozcitak+infra@1.0.8/node_modules/@oozcitak/infra/lib/Queue.js.map</a:t>
            </a:r>
          </a:p>
          <a:p>
            <a:pPr>
              <a:defRPr sz="1200"/>
            </a:pPr>
            <a:r>
              <a:t>D:/pasar_fix/node_modules/.bun/@oozcitak+infra@1.0.8/node_modules/@oozcitak/infra/lib/Set.d.ts</a:t>
            </a:r>
          </a:p>
          <a:p>
            <a:pPr>
              <a:defRPr sz="1200"/>
            </a:pPr>
            <a:r>
              <a:t>D:/pasar_fix/node_modules/.bun/@oozcitak+infra@1.0.8/node_modules/@oozcitak/infra/lib/Set.js</a:t>
            </a:r>
          </a:p>
          <a:p>
            <a:pPr>
              <a:defRPr sz="1200"/>
            </a:pPr>
            <a:r>
              <a:t>D:/pasar_fix/node_modules/.bun/@oozcitak+infra@1.0.8/node_modules/@oozcitak/infra/lib/Set.js.map</a:t>
            </a:r>
          </a:p>
          <a:p>
            <a:pPr>
              <a:defRPr sz="1200"/>
            </a:pPr>
            <a:r>
              <a:t>D:/pasar_fix/node_modules/.bun/@oozcitak+infra@1.0.8/node_modules/@oozcitak/infra/lib/Stack.d.ts</a:t>
            </a:r>
          </a:p>
          <a:p>
            <a:pPr>
              <a:defRPr sz="1200"/>
            </a:pPr>
            <a:r>
              <a:t>D:/pasar_fix/node_modules/.bun/@oozcitak+infra@1.0.8/node_modules/@oozcitak/infra/lib/Stack.js</a:t>
            </a:r>
          </a:p>
          <a:p>
            <a:pPr>
              <a:defRPr sz="1200"/>
            </a:pPr>
            <a:r>
              <a:t>D:/pasar_fix/node_modules/.bun/@oozcitak+infra@1.0.8/node_modules/@oozcitak/infra/lib/Stack.js.map</a:t>
            </a:r>
          </a:p>
          <a:p>
            <a:pPr>
              <a:defRPr sz="1200"/>
            </a:pPr>
            <a:r>
              <a:t>D:/pasar_fix/node_modules/.bun/@oozcitak+infra@1.0.8/node_modules/@oozcitak/infra/lib/String.d.ts</a:t>
            </a:r>
          </a:p>
          <a:p>
            <a:pPr>
              <a:defRPr sz="1200"/>
            </a:pPr>
            <a:r>
              <a:t>D:/pasar_fix/node_modules/.bun/@oozcitak+infra@1.0.8/node_modules/@oozcitak/infra/lib/String.js</a:t>
            </a:r>
          </a:p>
          <a:p>
            <a:pPr>
              <a:defRPr sz="1200"/>
            </a:pPr>
            <a:r>
              <a:t>D:/pasar_fix/node_modules/.bun/@oozcitak+infra@1.0.8/node_modules/@oozcitak/infra/lib/String.js.map</a:t>
            </a:r>
          </a:p>
          <a:p>
            <a:pPr>
              <a:defRPr sz="1200"/>
            </a:pPr>
            <a:r>
              <a:t>D:/pasar_fix/node_modules/.bun/@oozcitak+url@1.0.4/node_modules/@oozcitak/url/LICENSE</a:t>
            </a:r>
          </a:p>
          <a:p>
            <a:pPr>
              <a:defRPr sz="1200"/>
            </a:pPr>
            <a:r>
              <a:t>D:/pasar_fix/node_modules/.bun/@oozcitak+url@1.0.4/node_modules/@oozcitak/url/package.json</a:t>
            </a:r>
          </a:p>
          <a:p>
            <a:pPr>
              <a:defRPr sz="1200"/>
            </a:pPr>
            <a:r>
              <a:t>D:/pasar_fix/node_modules/.bun/@oozcitak+url@1.0.4/node_modules/@oozcitak/url/README.md</a:t>
            </a:r>
          </a:p>
          <a:p>
            <a:pPr>
              <a:defRPr sz="1200"/>
            </a:pPr>
            <a:r>
              <a:t>D:/pasar_fix/node_modules/.bun/@oozcitak+url@1.0.4/node_modules/@oozcitak/url/lib/index.d.ts</a:t>
            </a:r>
          </a:p>
          <a:p>
            <a:pPr>
              <a:defRPr sz="1200"/>
            </a:pPr>
            <a:r>
              <a:t>D:/pasar_fix/node_modules/.bun/@oozcitak+url@1.0.4/node_modules/@oozcitak/url/lib/index.js</a:t>
            </a:r>
          </a:p>
          <a:p>
            <a:pPr>
              <a:defRPr sz="1200"/>
            </a:pPr>
            <a:r>
              <a:t>D:/pasar_fix/node_modules/.bun/@oozcitak+url@1.0.4/node_modules/@oozcitak/url/lib/index.js.map</a:t>
            </a:r>
          </a:p>
          <a:p>
            <a:pPr>
              <a:defRPr sz="1200"/>
            </a:pPr>
            <a:r>
              <a:t>D:/pasar_fix/node_modules/.bun/@oozcitak+url@1.0.4/node_modules/@oozcitak/url/lib/interfaces.d.ts</a:t>
            </a:r>
          </a:p>
          <a:p>
            <a:pPr>
              <a:defRPr sz="1200"/>
            </a:pPr>
            <a:r>
              <a:t>D:/pasar_fix/node_modules/.bun/@oozcitak+url@1.0.4/node_modules/@oozcitak/url/lib/interfaces.js</a:t>
            </a:r>
          </a:p>
          <a:p>
            <a:pPr>
              <a:defRPr sz="1200"/>
            </a:pPr>
            <a:r>
              <a:t>D:/pasar_fix/node_modules/.bun/@oozcitak+url@1.0.4/node_modules/@oozcitak/url/lib/interfaces.js.map</a:t>
            </a:r>
          </a:p>
          <a:p>
            <a:pPr>
              <a:defRPr sz="1200"/>
            </a:pPr>
            <a:r>
              <a:t>D:/pasar_fix/node_modules/.bun/@oozcitak+url@1.0.4/node_modules/@oozcitak/url/lib/URLAlgorithm.d.ts</a:t>
            </a:r>
          </a:p>
          <a:p>
            <a:pPr>
              <a:defRPr sz="1200"/>
            </a:pPr>
            <a:r>
              <a:t>D:/pasar_fix/node_modules/.bun/@oozcitak+url@1.0.4/node_modules/@oozcitak/url/lib/URLAlgorithm.js</a:t>
            </a:r>
          </a:p>
          <a:p>
            <a:pPr>
              <a:defRPr sz="1200"/>
            </a:pPr>
            <a:r>
              <a:t>D:/pasar_fix/node_modules/.bun/@oozcitak+url@1.0.4/node_modules/@oozcitak/url/lib/URLAlgorithm.js.map</a:t>
            </a:r>
          </a:p>
          <a:p>
            <a:pPr>
              <a:defRPr sz="1200"/>
            </a:pPr>
            <a:r>
              <a:t>D:/pasar_fix/node_modules/.bun/@oozcitak+url@1.0.4/node_modules/@oozcitak/url/lib/URLImpl.d.ts</a:t>
            </a:r>
          </a:p>
          <a:p>
            <a:pPr>
              <a:defRPr sz="1200"/>
            </a:pPr>
            <a:r>
              <a:t>D:/pasar_fix/node_modules/.bun/@oozcitak+url@1.0.4/node_modules/@oozcitak/url/lib/URLImpl.js</a:t>
            </a:r>
          </a:p>
          <a:p>
            <a:pPr>
              <a:defRPr sz="1200"/>
            </a:pPr>
            <a:r>
              <a:t>D:/pasar_fix/node_modules/.bun/@oozcitak+url@1.0.4/node_modules/@oozcitak/url/lib/URLImpl.js.map</a:t>
            </a:r>
          </a:p>
          <a:p>
            <a:pPr>
              <a:defRPr sz="1200"/>
            </a:pPr>
            <a:r>
              <a:t>D:/pasar_fix/node_modules/.bun/@oozcitak+url@1.0.4/node_modules/@oozcitak/url/lib/URLSearchParamsImpl.d.ts</a:t>
            </a:r>
          </a:p>
          <a:p>
            <a:pPr>
              <a:defRPr sz="1200"/>
            </a:pPr>
            <a:r>
              <a:t>D:/pasar_fix/node_modules/.bun/@oozcitak+url@1.0.4/node_modules/@oozcitak/url/lib/URLSearchParamsImpl.js</a:t>
            </a:r>
          </a:p>
          <a:p>
            <a:pPr>
              <a:defRPr sz="1200"/>
            </a:pPr>
            <a:r>
              <a:t>D:/pasar_fix/node_modules/.bun/@oozcitak+url@1.0.4/node_modules/@oozcitak/url/lib/URLSearchParamsImpl.js.map</a:t>
            </a:r>
          </a:p>
          <a:p>
            <a:pPr>
              <a:defRPr sz="1200"/>
            </a:pPr>
            <a:r>
              <a:t>D:/pasar_fix/node_modules/.bun/@oozcitak+util@8.3.8/node_modules/@oozcitak/util/LICENSE</a:t>
            </a:r>
          </a:p>
          <a:p>
            <a:pPr>
              <a:defRPr sz="1200"/>
            </a:pPr>
            <a:r>
              <a:t>D:/pasar_fix/node_modules/.bun/@oozcitak+util@8.3.8/node_modules/@oozcitak/util/package.json</a:t>
            </a:r>
          </a:p>
          <a:p>
            <a:pPr>
              <a:defRPr sz="1200"/>
            </a:pPr>
            <a:r>
              <a:t>D:/pasar_fix/node_modules/.bun/@oozcitak+util@8.3.8/node_modules/@oozcitak/util/README.md</a:t>
            </a:r>
          </a:p>
          <a:p>
            <a:pPr>
              <a:defRPr sz="1200"/>
            </a:pPr>
            <a:r>
              <a:t>D:/pasar_fix/node_modules/.bun/@oozcitak+util@8.3.8/node_modules/@oozcitak/util/lib/CompareCache.d.ts</a:t>
            </a:r>
          </a:p>
          <a:p>
            <a:pPr>
              <a:defRPr sz="1200"/>
            </a:pPr>
            <a:r>
              <a:t>D:/pasar_fix/node_modules/.bun/@oozcitak+util@8.3.8/node_modules/@oozcitak/util/lib/CompareCache.js</a:t>
            </a:r>
          </a:p>
          <a:p>
            <a:pPr>
              <a:defRPr sz="1200"/>
            </a:pPr>
            <a:r>
              <a:t>D:/pasar_fix/node_modules/.bun/@oozcitak+util@8.3.8/node_modules/@oozcitak/util/lib/CompareCache.js.map</a:t>
            </a:r>
          </a:p>
          <a:p>
            <a:pPr>
              <a:defRPr sz="1200"/>
            </a:pPr>
            <a:r>
              <a:t>D:/pasar_fix/node_modules/.bun/@oozcitak+util@8.3.8/node_modules/@oozcitak/util/lib/FixedSizeSet.d.ts</a:t>
            </a:r>
          </a:p>
          <a:p>
            <a:pPr>
              <a:defRPr sz="1200"/>
            </a:pPr>
            <a:r>
              <a:t>D:/pasar_fix/node_modules/.bun/@oozcitak+util@8.3.8/node_modules/@oozcitak/util/lib/FixedSizeSet.js</a:t>
            </a:r>
          </a:p>
          <a:p>
            <a:pPr>
              <a:defRPr sz="1200"/>
            </a:pPr>
            <a:r>
              <a:t>D:/pasar_fix/node_modules/.bun/@oozcitak+util@8.3.8/node_modules/@oozcitak/util/lib/FixedSizeSet.js.map</a:t>
            </a:r>
          </a:p>
          <a:p>
            <a:pPr>
              <a:defRPr sz="1200"/>
            </a:pPr>
            <a:r>
              <a:t>D:/pasar_fix/node_modules/.bun/@oozcitak+util@8.3.8/node_modules/@oozcitak/util/lib/index.d.ts</a:t>
            </a:r>
          </a:p>
          <a:p>
            <a:pPr>
              <a:defRPr sz="1200"/>
            </a:pPr>
            <a:r>
              <a:t>D:/pasar_fix/node_modules/.bun/@oozcitak+util@8.3.8/node_modules/@oozcitak/util/lib/index.js</a:t>
            </a:r>
          </a:p>
          <a:p>
            <a:pPr>
              <a:defRPr sz="1200"/>
            </a:pPr>
            <a:r>
              <a:t>D:/pasar_fix/node_modules/.bun/@oozcitak+util@8.3.8/node_modules/@oozcitak/util/lib/index.js.map</a:t>
            </a:r>
          </a:p>
          <a:p>
            <a:pPr>
              <a:defRPr sz="1200"/>
            </a:pPr>
            <a:r>
              <a:t>D:/pasar_fix/node_modules/.bun/@oozcitak+util@8.3.8/node_modules/@oozcitak/util/lib/Lazy.d.ts</a:t>
            </a:r>
          </a:p>
          <a:p>
            <a:pPr>
              <a:defRPr sz="1200"/>
            </a:pPr>
            <a:r>
              <a:t>D:/pasar_fix/node_modules/.bun/@oozcitak+util@8.3.8/node_modules/@oozcitak/util/lib/Lazy.js</a:t>
            </a:r>
          </a:p>
          <a:p>
            <a:pPr>
              <a:defRPr sz="1200"/>
            </a:pPr>
            <a:r>
              <a:t>D:/pasar_fix/node_modules/.bun/@oozcitak+util@8.3.8/node_modules/@oozcitak/util/lib/Lazy.js.map</a:t>
            </a:r>
          </a:p>
          <a:p>
            <a:pPr>
              <a:defRPr sz="1200"/>
            </a:pPr>
            <a:r>
              <a:t>D:/pasar_fix/node_modules/.bun/@oozcitak+util@8.3.8/node_modules/@oozcitak/util/lib/ObjectCache.d.ts</a:t>
            </a:r>
          </a:p>
          <a:p>
            <a:pPr>
              <a:defRPr sz="1200"/>
            </a:pPr>
            <a:r>
              <a:t>D:/pasar_fix/node_modules/.bun/@oozcitak+util@8.3.8/node_modules/@oozcitak/util/lib/ObjectCache.js</a:t>
            </a:r>
          </a:p>
          <a:p>
            <a:pPr>
              <a:defRPr sz="1200"/>
            </a:pPr>
            <a:r>
              <a:t>D:/pasar_fix/node_modules/.bun/@oozcitak+util@8.3.8/node_modules/@oozcitak/util/lib/ObjectCache.js.map</a:t>
            </a:r>
          </a:p>
          <a:p>
            <a:pPr>
              <a:defRPr sz="1200"/>
            </a:pPr>
            <a:r>
              <a:t>D:/pasar_fix/node_modules/.bun/@oozcitak+util@8.3.8/node_modules/@oozcitak/util/lib/StringWalker.d.ts</a:t>
            </a:r>
          </a:p>
          <a:p>
            <a:pPr>
              <a:defRPr sz="1200"/>
            </a:pPr>
            <a:r>
              <a:t>D:/pasar_fix/node_modules/.bun/@oozcitak+util@8.3.8/node_modules/@oozcitak/util/lib/StringWalker.js</a:t>
            </a:r>
          </a:p>
          <a:p>
            <a:pPr>
              <a:defRPr sz="1200"/>
            </a:pPr>
            <a:r>
              <a:t>D:/pasar_fix/node_modules/.bun/@oozcitak+util@8.3.8/node_modules/@oozcitak/util/lib/StringWalker.js.map</a:t>
            </a:r>
          </a:p>
          <a:p>
            <a:pPr>
              <a:defRPr sz="1200"/>
            </a:pPr>
            <a:r>
              <a:t>D:/pasar_fix/node_modules/.bun/@orpc+client@1.14.3/node_modules/@orpc/client/LICENSE</a:t>
            </a:r>
          </a:p>
          <a:p>
            <a:pPr>
              <a:defRPr sz="1200"/>
            </a:pPr>
            <a:r>
              <a:t>D:/pasar_fix/node_modules/.bun/@orpc+client@1.14.3/node_modules/@orpc/client/package.json</a:t>
            </a:r>
          </a:p>
          <a:p>
            <a:pPr>
              <a:defRPr sz="1200"/>
            </a:pPr>
            <a:r>
              <a:t>D:/pasar_fix/node_modules/.bun/@orpc+client@1.14.3/node_modules/@orpc/client/README.md</a:t>
            </a:r>
          </a:p>
          <a:p>
            <a:pPr>
              <a:defRPr sz="1200"/>
            </a:pPr>
            <a:r>
              <a:t>D:/pasar_fix/node_modules/.bun/@orpc+client@1.14.3/node_modules/@orpc/client/dist/index.d.mts</a:t>
            </a:r>
          </a:p>
          <a:p>
            <a:pPr>
              <a:defRPr sz="1200"/>
            </a:pPr>
            <a:r>
              <a:t>D:/pasar_fix/node_modules/.bun/@orpc+client@1.14.3/node_modules/@orpc/client/dist/index.d.ts</a:t>
            </a:r>
          </a:p>
          <a:p>
            <a:pPr>
              <a:defRPr sz="1200"/>
            </a:pPr>
            <a:r>
              <a:t>D:/pasar_fix/node_modules/.bun/@orpc+client@1.14.3/node_modules/@orpc/client/dist/index.mjs</a:t>
            </a:r>
          </a:p>
          <a:p>
            <a:pPr>
              <a:defRPr sz="1200"/>
            </a:pPr>
            <a:r>
              <a:t>D:/pasar_fix/node_modules/.bun/@orpc+client@1.14.3/node_modules/@orpc/client/dist/adapters/fetch/index.d.mts</a:t>
            </a:r>
          </a:p>
          <a:p>
            <a:pPr>
              <a:defRPr sz="1200"/>
            </a:pPr>
            <a:r>
              <a:t>D:/pasar_fix/node_modules/.bun/@orpc+client@1.14.3/node_modules/@orpc/client/dist/adapters/fetch/index.d.ts</a:t>
            </a:r>
          </a:p>
          <a:p>
            <a:pPr>
              <a:defRPr sz="1200"/>
            </a:pPr>
            <a:r>
              <a:t>D:/pasar_fix/node_modules/.bun/@orpc+client@1.14.3/node_modules/@orpc/client/dist/adapters/fetch/index.mjs</a:t>
            </a:r>
          </a:p>
          <a:p>
            <a:pPr>
              <a:defRPr sz="1200"/>
            </a:pPr>
            <a:r>
              <a:t>D:/pasar_fix/node_modules/.bun/@orpc+client@1.14.3/node_modules/@orpc/client/dist/adapters/message-port/index.d.mts</a:t>
            </a:r>
          </a:p>
          <a:p>
            <a:pPr>
              <a:defRPr sz="1200"/>
            </a:pPr>
            <a:r>
              <a:t>D:/pasar_fix/node_modules/.bun/@orpc+client@1.14.3/node_modules/@orpc/client/dist/adapters/message-port/index.d.ts</a:t>
            </a:r>
          </a:p>
          <a:p>
            <a:pPr>
              <a:defRPr sz="1200"/>
            </a:pPr>
            <a:r>
              <a:t>D:/pasar_fix/node_modules/.bun/@orpc+client@1.14.3/node_modules/@orpc/client/dist/adapters/message-port/index.mjs</a:t>
            </a:r>
          </a:p>
          <a:p>
            <a:pPr>
              <a:defRPr sz="1200"/>
            </a:pPr>
            <a:r>
              <a:t>D:/pasar_fix/node_modules/.bun/@orpc+client@1.14.3/node_modules/@orpc/client/dist/adapters/standard/index.d.mts</a:t>
            </a:r>
          </a:p>
          <a:p>
            <a:pPr>
              <a:defRPr sz="1200"/>
            </a:pPr>
            <a:r>
              <a:t>D:/pasar_fix/node_modules/.bun/@orpc+client@1.14.3/node_modules/@orpc/client/dist/adapters/standard/index.d.ts</a:t>
            </a:r>
          </a:p>
          <a:p>
            <a:pPr>
              <a:defRPr sz="1200"/>
            </a:pPr>
            <a:r>
              <a:t>D:/pasar_fix/node_modules/.bun/@orpc+client@1.14.3/node_modules/@orpc/client/dist/adapters/standard/index.mjs</a:t>
            </a:r>
          </a:p>
          <a:p>
            <a:pPr>
              <a:defRPr sz="1200"/>
            </a:pPr>
            <a:r>
              <a:t>D:/pasar_fix/node_modules/.bun/@orpc+client@1.14.3/node_modules/@orpc/client/dist/adapters/websocket/index.d.mts</a:t>
            </a:r>
          </a:p>
          <a:p>
            <a:pPr>
              <a:defRPr sz="1200"/>
            </a:pPr>
            <a:r>
              <a:t>D:/pasar_fix/node_modules/.bun/@orpc+client@1.14.3/node_modules/@orpc/client/dist/adapters/websocket/index.d.ts</a:t>
            </a:r>
          </a:p>
          <a:p>
            <a:pPr>
              <a:defRPr sz="1200"/>
            </a:pPr>
            <a:r>
              <a:t>D:/pasar_fix/node_modules/.bun/@orpc+client@1.14.3/node_modules/@orpc/client/dist/adapters/websocket/index.mjs</a:t>
            </a:r>
          </a:p>
          <a:p>
            <a:pPr>
              <a:defRPr sz="1200"/>
            </a:pPr>
            <a:r>
              <a:t>D:/pasar_fix/node_modules/.bun/@orpc+client@1.14.3/node_modules/@orpc/client/dist/plugins/index.d.mts</a:t>
            </a:r>
          </a:p>
          <a:p>
            <a:pPr>
              <a:defRPr sz="1200"/>
            </a:pPr>
            <a:r>
              <a:t>D:/pasar_fix/node_modules/.bun/@orpc+client@1.14.3/node_modules/@orpc/client/dist/plugins/index.d.ts</a:t>
            </a:r>
          </a:p>
          <a:p>
            <a:pPr>
              <a:defRPr sz="1200"/>
            </a:pPr>
            <a:r>
              <a:t>D:/pasar_fix/node_modules/.bun/@orpc+client@1.14.3/node_modules/@orpc/client/dist/plugins/index.mjs</a:t>
            </a:r>
          </a:p>
          <a:p>
            <a:pPr>
              <a:defRPr sz="1200"/>
            </a:pPr>
            <a:r>
              <a:t>D:/pasar_fix/node_modules/.bun/@orpc+client@1.14.3/node_modules/@orpc/client/dist/shared/client.2jUAqzYU.d.ts</a:t>
            </a:r>
          </a:p>
          <a:p>
            <a:pPr>
              <a:defRPr sz="1200"/>
            </a:pPr>
            <a:r>
              <a:t>D:/pasar_fix/node_modules/.bun/@orpc+client@1.14.3/node_modules/@orpc/client/dist/shared/client.B3pNRBih.d.ts</a:t>
            </a:r>
          </a:p>
          <a:p>
            <a:pPr>
              <a:defRPr sz="1200"/>
            </a:pPr>
            <a:r>
              <a:t>D:/pasar_fix/node_modules/.bun/@orpc+client@1.14.3/node_modules/@orpc/client/dist/shared/client.BCGbA0RK.mjs</a:t>
            </a:r>
          </a:p>
          <a:p>
            <a:pPr>
              <a:defRPr sz="1200"/>
            </a:pPr>
            <a:r>
              <a:t>D:/pasar_fix/node_modules/.bun/@orpc+client@1.14.3/node_modules/@orpc/client/dist/shared/client.BFAVy68H.d.mts</a:t>
            </a:r>
          </a:p>
          <a:p>
            <a:pPr>
              <a:defRPr sz="1200"/>
            </a:pPr>
            <a:r>
              <a:t>D:/pasar_fix/node_modules/.bun/@orpc+client@1.14.3/node_modules/@orpc/client/dist/shared/client.BLtwTQUg.mjs</a:t>
            </a:r>
          </a:p>
          <a:p>
            <a:pPr>
              <a:defRPr sz="1200"/>
            </a:pPr>
            <a:r>
              <a:t>D:/pasar_fix/node_modules/.bun/@orpc+client@1.14.3/node_modules/@orpc/client/dist/shared/client.BOWJmQzx.mjs</a:t>
            </a:r>
          </a:p>
          <a:p>
            <a:pPr>
              <a:defRPr sz="1200"/>
            </a:pPr>
            <a:r>
              <a:t>D:/pasar_fix/node_modules/.bun/@orpc+client@1.14.3/node_modules/@orpc/client/dist/shared/client.CpCa3si8.d.mts</a:t>
            </a:r>
          </a:p>
          <a:p>
            <a:pPr>
              <a:defRPr sz="1200"/>
            </a:pPr>
            <a:r>
              <a:t>D:/pasar_fix/node_modules/.bun/@orpc+client@1.14.3/node_modules/@orpc/client/dist/shared/client.i2uoJbEp.d.mts</a:t>
            </a:r>
          </a:p>
          <a:p>
            <a:pPr>
              <a:defRPr sz="1200"/>
            </a:pPr>
            <a:r>
              <a:t>D:/pasar_fix/node_modules/.bun/@orpc+client@1.14.3/node_modules/@orpc/client/dist/shared/client.i2uoJbEp.d.ts</a:t>
            </a:r>
          </a:p>
          <a:p>
            <a:pPr>
              <a:defRPr sz="1200"/>
            </a:pPr>
            <a:r>
              <a:t>D:/pasar_fix/node_modules/.bun/@orpc+contract@1.14.3/node_modules/@orpc/contract/LICENSE</a:t>
            </a:r>
          </a:p>
          <a:p>
            <a:pPr>
              <a:defRPr sz="1200"/>
            </a:pPr>
            <a:r>
              <a:t>D:/pasar_fix/node_modules/.bun/@orpc+contract@1.14.3/node_modules/@orpc/contract/package.json</a:t>
            </a:r>
          </a:p>
          <a:p>
            <a:pPr>
              <a:defRPr sz="1200"/>
            </a:pPr>
            <a:r>
              <a:t>D:/pasar_fix/node_modules/.bun/@orpc+contract@1.14.3/node_modules/@orpc/contract/README.md</a:t>
            </a:r>
          </a:p>
          <a:p>
            <a:pPr>
              <a:defRPr sz="1200"/>
            </a:pPr>
            <a:r>
              <a:t>D:/pasar_fix/node_modules/.bun/@orpc+contract@1.14.3/node_modules/@orpc/contract/dist/index.d.mts</a:t>
            </a:r>
          </a:p>
          <a:p>
            <a:pPr>
              <a:defRPr sz="1200"/>
            </a:pPr>
            <a:r>
              <a:t>D:/pasar_fix/node_modules/.bun/@orpc+contract@1.14.3/node_modules/@orpc/contract/dist/index.d.ts</a:t>
            </a:r>
          </a:p>
          <a:p>
            <a:pPr>
              <a:defRPr sz="1200"/>
            </a:pPr>
            <a:r>
              <a:t>D:/pasar_fix/node_modules/.bun/@orpc+contract@1.14.3/node_modules/@orpc/contract/dist/index.mjs</a:t>
            </a:r>
          </a:p>
          <a:p>
            <a:pPr>
              <a:defRPr sz="1200"/>
            </a:pPr>
            <a:r>
              <a:t>D:/pasar_fix/node_modules/.bun/@orpc+contract@1.14.3/node_modules/@orpc/contract/dist/plugins/index.d.mts</a:t>
            </a:r>
          </a:p>
          <a:p>
            <a:pPr>
              <a:defRPr sz="1200"/>
            </a:pPr>
            <a:r>
              <a:t>D:/pasar_fix/node_modules/.bun/@orpc+contract@1.14.3/node_modules/@orpc/contract/dist/plugins/index.d.ts</a:t>
            </a:r>
          </a:p>
          <a:p>
            <a:pPr>
              <a:defRPr sz="1200"/>
            </a:pPr>
            <a:r>
              <a:t>D:/pasar_fix/node_modules/.bun/@orpc+contract@1.14.3/node_modules/@orpc/contract/dist/plugins/index.mjs</a:t>
            </a:r>
          </a:p>
          <a:p>
            <a:pPr>
              <a:defRPr sz="1200"/>
            </a:pPr>
            <a:r>
              <a:t>D:/pasar_fix/node_modules/.bun/@orpc+contract@1.14.3/node_modules/@orpc/contract/dist/shared/contract.D_dZrO__.mjs</a:t>
            </a:r>
          </a:p>
          <a:p>
            <a:pPr>
              <a:defRPr sz="1200"/>
            </a:pPr>
            <a:r>
              <a:t>D:/pasar_fix/node_modules/.bun/@orpc+contract@1.14.3/node_modules/@orpc/contract/dist/shared/contract.TuRtB1Ca.d.mts</a:t>
            </a:r>
          </a:p>
          <a:p>
            <a:pPr>
              <a:defRPr sz="1200"/>
            </a:pPr>
            <a:r>
              <a:t>D:/pasar_fix/node_modules/.bun/@orpc+contract@1.14.3/node_modules/@orpc/contract/dist/shared/contract.TuRtB1Ca.d.ts</a:t>
            </a:r>
          </a:p>
          <a:p>
            <a:pPr>
              <a:defRPr sz="1200"/>
            </a:pPr>
            <a:r>
              <a:t>D:/pasar_fix/node_modules/.bun/@orpc+interop@1.14.3/node_modules/@orpc/interop/LICENSE</a:t>
            </a:r>
          </a:p>
          <a:p>
            <a:pPr>
              <a:defRPr sz="1200"/>
            </a:pPr>
            <a:r>
              <a:t>D:/pasar_fix/node_modules/.bun/@orpc+interop@1.14.3/node_modules/@orpc/interop/package.json</a:t>
            </a:r>
          </a:p>
          <a:p>
            <a:pPr>
              <a:defRPr sz="1200"/>
            </a:pPr>
            <a:r>
              <a:t>D:/pasar_fix/node_modules/.bun/@orpc+interop@1.14.3/node_modules/@orpc/interop/README.md</a:t>
            </a:r>
          </a:p>
          <a:p>
            <a:pPr>
              <a:defRPr sz="1200"/>
            </a:pPr>
            <a:r>
              <a:t>D:/pasar_fix/node_modules/.bun/@orpc+interop@1.14.3/node_modules/@orpc/interop/dist/compression/index.d.mts</a:t>
            </a:r>
          </a:p>
          <a:p>
            <a:pPr>
              <a:defRPr sz="1200"/>
            </a:pPr>
            <a:r>
              <a:t>D:/pasar_fix/node_modules/.bun/@orpc+interop@1.14.3/node_modules/@orpc/interop/dist/compression/index.d.ts</a:t>
            </a:r>
          </a:p>
          <a:p>
            <a:pPr>
              <a:defRPr sz="1200"/>
            </a:pPr>
            <a:r>
              <a:t>D:/pasar_fix/node_modules/.bun/@orpc+interop@1.14.3/node_modules/@orpc/interop/dist/compression/index.mjs</a:t>
            </a:r>
          </a:p>
          <a:p>
            <a:pPr>
              <a:defRPr sz="1200"/>
            </a:pPr>
            <a:r>
              <a:t>D:/pasar_fix/node_modules/.bun/@orpc+json-schema@1.14.3+c07408ade536307e/node_modules/@orpc/json-schema/LICENSE</a:t>
            </a:r>
          </a:p>
          <a:p>
            <a:pPr>
              <a:defRPr sz="1200"/>
            </a:pPr>
            <a:r>
              <a:t>D:/pasar_fix/node_modules/.bun/@orpc+json-schema@1.14.3+c07408ade536307e/node_modules/@orpc/json-schema/package.json</a:t>
            </a:r>
          </a:p>
          <a:p>
            <a:pPr>
              <a:defRPr sz="1200"/>
            </a:pPr>
            <a:r>
              <a:t>D:/pasar_fix/node_modules/.bun/@orpc+json-schema@1.14.3+c07408ade536307e/node_modules/@orpc/json-schema/README.md</a:t>
            </a:r>
          </a:p>
          <a:p>
            <a:pPr>
              <a:defRPr sz="1200"/>
            </a:pPr>
            <a:r>
              <a:t>D:/pasar_fix/node_modules/.bun/@orpc+json-schema@1.14.3+c07408ade536307e/node_modules/@orpc/json-schema/dist/index.d.mts</a:t>
            </a:r>
          </a:p>
          <a:p>
            <a:pPr>
              <a:defRPr sz="1200"/>
            </a:pPr>
            <a:r>
              <a:t>D:/pasar_fix/node_modules/.bun/@orpc+json-schema@1.14.3+c07408ade536307e/node_modules/@orpc/json-schema/dist/index.d.ts</a:t>
            </a:r>
          </a:p>
          <a:p>
            <a:pPr>
              <a:defRPr sz="1200"/>
            </a:pPr>
            <a:r>
              <a:t>D:/pasar_fix/node_modules/.bun/@orpc+json-schema@1.14.3+c07408ade536307e/node_modules/@orpc/json-schema/dist/index.mjs</a:t>
            </a:r>
          </a:p>
          <a:p>
            <a:pPr>
              <a:defRPr sz="1200"/>
            </a:pPr>
            <a:r>
              <a:t>D:/pasar_fix/node_modules/.bun/@orpc+openapi-client@1.14.3/node_modules/@orpc/openapi-client/LICENSE</a:t>
            </a:r>
          </a:p>
          <a:p>
            <a:pPr>
              <a:defRPr sz="1200"/>
            </a:pPr>
            <a:r>
              <a:t>D:/pasar_fix/node_modules/.bun/@orpc+openapi-client@1.14.3/node_modules/@orpc/openapi-client/package.json</a:t>
            </a:r>
          </a:p>
          <a:p>
            <a:pPr>
              <a:defRPr sz="1200"/>
            </a:pPr>
            <a:r>
              <a:t>D:/pasar_fix/node_modules/.bun/@orpc+openapi-client@1.14.3/node_modules/@orpc/openapi-client/README.md</a:t>
            </a:r>
          </a:p>
          <a:p>
            <a:pPr>
              <a:defRPr sz="1200"/>
            </a:pPr>
            <a:r>
              <a:t>D:/pasar_fix/node_modules/.bun/@orpc+openapi-client@1.14.3/node_modules/@orpc/openapi-client/dist/index.d.mts</a:t>
            </a:r>
          </a:p>
          <a:p>
            <a:pPr>
              <a:defRPr sz="1200"/>
            </a:pPr>
            <a:r>
              <a:t>D:/pasar_fix/node_modules/.bun/@orpc+openapi-client@1.14.3/node_modules/@orpc/openapi-client/dist/index.d.ts</a:t>
            </a:r>
          </a:p>
          <a:p>
            <a:pPr>
              <a:defRPr sz="1200"/>
            </a:pPr>
            <a:r>
              <a:t>D:/pasar_fix/node_modules/.bun/@orpc+openapi-client@1.14.3/node_modules/@orpc/openapi-client/dist/index.mjs</a:t>
            </a:r>
          </a:p>
          <a:p>
            <a:pPr>
              <a:defRPr sz="1200"/>
            </a:pPr>
            <a:r>
              <a:t>D:/pasar_fix/node_modules/.bun/@orpc+openapi-client@1.14.3/node_modules/@orpc/openapi-client/dist/adapters/fetch/index.d.mts</a:t>
            </a:r>
          </a:p>
          <a:p>
            <a:pPr>
              <a:defRPr sz="1200"/>
            </a:pPr>
            <a:r>
              <a:t>D:/pasar_fix/node_modules/.bun/@orpc+openapi-client@1.14.3/node_modules/@orpc/openapi-client/dist/adapters/fetch/index.d.ts</a:t>
            </a:r>
          </a:p>
          <a:p>
            <a:pPr>
              <a:defRPr sz="1200"/>
            </a:pPr>
            <a:r>
              <a:t>D:/pasar_fix/node_modules/.bun/@orpc+openapi-client@1.14.3/node_modules/@orpc/openapi-client/dist/adapters/fetch/index.mjs</a:t>
            </a:r>
          </a:p>
          <a:p>
            <a:pPr>
              <a:defRPr sz="1200"/>
            </a:pPr>
            <a:r>
              <a:t>D:/pasar_fix/node_modules/.bun/@orpc+openapi-client@1.14.3/node_modules/@orpc/openapi-client/dist/adapters/standard/index.d.mts</a:t>
            </a:r>
          </a:p>
          <a:p>
            <a:pPr>
              <a:defRPr sz="1200"/>
            </a:pPr>
            <a:r>
              <a:t>D:/pasar_fix/node_modules/.bun/@orpc+openapi-client@1.14.3/node_modules/@orpc/openapi-client/dist/adapters/standard/index.d.ts</a:t>
            </a:r>
          </a:p>
          <a:p>
            <a:pPr>
              <a:defRPr sz="1200"/>
            </a:pPr>
            <a:r>
              <a:t>D:/pasar_fix/node_modules/.bun/@orpc+openapi-client@1.14.3/node_modules/@orpc/openapi-client/dist/adapters/standard/index.mjs</a:t>
            </a:r>
          </a:p>
          <a:p>
            <a:pPr>
              <a:defRPr sz="1200"/>
            </a:pPr>
            <a:r>
              <a:t>D:/pasar_fix/node_modules/.bun/@orpc+openapi-client@1.14.3/node_modules/@orpc/openapi-client/dist/helpers/index.d.mts</a:t>
            </a:r>
          </a:p>
          <a:p>
            <a:pPr>
              <a:defRPr sz="1200"/>
            </a:pPr>
            <a:r>
              <a:t>D:/pasar_fix/node_modules/.bun/@orpc+openapi-client@1.14.3/node_modules/@orpc/openapi-client/dist/helpers/index.d.ts</a:t>
            </a:r>
          </a:p>
          <a:p>
            <a:pPr>
              <a:defRPr sz="1200"/>
            </a:pPr>
            <a:r>
              <a:t>D:/pasar_fix/node_modules/.bun/@orpc+openapi-client@1.14.3/node_modules/@orpc/openapi-client/dist/helpers/index.mjs</a:t>
            </a:r>
          </a:p>
          <a:p>
            <a:pPr>
              <a:defRPr sz="1200"/>
            </a:pPr>
            <a:r>
              <a:t>D:/pasar_fix/node_modules/.bun/@orpc+openapi-client@1.14.3/node_modules/@orpc/openapi-client/dist/shared/openapi-client.B2Q9qU5m.mjs</a:t>
            </a:r>
          </a:p>
          <a:p>
            <a:pPr>
              <a:defRPr sz="1200"/>
            </a:pPr>
            <a:r>
              <a:t>D:/pasar_fix/node_modules/.bun/@orpc+openapi-client@1.14.3/node_modules/@orpc/openapi-client/dist/shared/openapi-client.Dgl8z2tb.mjs</a:t>
            </a:r>
          </a:p>
          <a:p>
            <a:pPr>
              <a:defRPr sz="1200"/>
            </a:pPr>
            <a:r>
              <a:t>D:/pasar_fix/node_modules/.bun/@orpc+openapi-client@1.14.3/node_modules/@orpc/openapi-client/dist/shared/openapi-client.Dx4REA6z.d.mts</a:t>
            </a:r>
          </a:p>
          <a:p>
            <a:pPr>
              <a:defRPr sz="1200"/>
            </a:pPr>
            <a:r>
              <a:t>D:/pasar_fix/node_modules/.bun/@orpc+openapi-client@1.14.3/node_modules/@orpc/openapi-client/dist/shared/openapi-client.Dx4REA6z.d.ts</a:t>
            </a:r>
          </a:p>
          <a:p>
            <a:pPr>
              <a:defRPr sz="1200"/>
            </a:pPr>
            <a:r>
              <a:t>D:/pasar_fix/node_modules/.bun/@orpc+openapi-client@1.14.3/node_modules/@orpc/openapi-client/dist/shared/openapi-client.t9fCAe3x.mjs</a:t>
            </a:r>
          </a:p>
          <a:p>
            <a:pPr>
              <a:defRPr sz="1200"/>
            </a:pPr>
            <a:r>
              <a:t>D:/pasar_fix/node_modules/.bun/@orpc+openapi@1.14.3+c07408ade536307e/node_modules/@orpc/openapi/LICENSE</a:t>
            </a:r>
          </a:p>
          <a:p>
            <a:pPr>
              <a:defRPr sz="1200"/>
            </a:pPr>
            <a:r>
              <a:t>D:/pasar_fix/node_modules/.bun/@orpc+openapi@1.14.3+c07408ade536307e/node_modules/@orpc/openapi/package.json</a:t>
            </a:r>
          </a:p>
          <a:p>
            <a:pPr>
              <a:defRPr sz="1200"/>
            </a:pPr>
            <a:r>
              <a:t>D:/pasar_fix/node_modules/.bun/@orpc+openapi@1.14.3+c07408ade536307e/node_modules/@orpc/openapi/README.md</a:t>
            </a:r>
          </a:p>
          <a:p>
            <a:pPr>
              <a:defRPr sz="1200"/>
            </a:pPr>
            <a:r>
              <a:t>D:/pasar_fix/node_modules/.bun/@orpc+openapi@1.14.3+c07408ade536307e/node_modules/@orpc/openapi/dist/index.d.mts</a:t>
            </a:r>
          </a:p>
          <a:p>
            <a:pPr>
              <a:defRPr sz="1200"/>
            </a:pPr>
            <a:r>
              <a:t>D:/pasar_fix/node_modules/.bun/@orpc+openapi@1.14.3+c07408ade536307e/node_modules/@orpc/openapi/dist/index.d.ts</a:t>
            </a:r>
          </a:p>
          <a:p>
            <a:pPr>
              <a:defRPr sz="1200"/>
            </a:pPr>
            <a:r>
              <a:t>D:/pasar_fix/node_modules/.bun/@orpc+openapi@1.14.3+c07408ade536307e/node_modules/@orpc/openapi/dist/index.mjs</a:t>
            </a:r>
          </a:p>
          <a:p>
            <a:pPr>
              <a:defRPr sz="1200"/>
            </a:pPr>
            <a:r>
              <a:t>D:/pasar_fix/node_modules/.bun/@orpc+openapi@1.14.3+c07408ade536307e/node_modules/@orpc/openapi/dist/adapters/aws-lambda/index.d.mts</a:t>
            </a:r>
          </a:p>
          <a:p>
            <a:pPr>
              <a:defRPr sz="1200"/>
            </a:pPr>
            <a:r>
              <a:t>D:/pasar_fix/node_modules/.bun/@orpc+openapi@1.14.3+c07408ade536307e/node_modules/@orpc/openapi/dist/adapters/aws-lambda/index.d.ts</a:t>
            </a:r>
          </a:p>
          <a:p>
            <a:pPr>
              <a:defRPr sz="1200"/>
            </a:pPr>
            <a:r>
              <a:t>D:/pasar_fix/node_modules/.bun/@orpc+openapi@1.14.3+c07408ade536307e/node_modules/@orpc/openapi/dist/adapters/aws-lambda/index.mjs</a:t>
            </a:r>
          </a:p>
          <a:p>
            <a:pPr>
              <a:defRPr sz="1200"/>
            </a:pPr>
            <a:r>
              <a:t>D:/pasar_fix/node_modules/.bun/@orpc+openapi@1.14.3+c07408ade536307e/node_modules/@orpc/openapi/dist/adapters/fastify/index.d.mts</a:t>
            </a:r>
          </a:p>
          <a:p>
            <a:pPr>
              <a:defRPr sz="1200"/>
            </a:pPr>
            <a:r>
              <a:t>D:/pasar_fix/node_modules/.bun/@orpc+openapi@1.14.3+c07408ade536307e/node_modules/@orpc/openapi/dist/adapters/fastify/index.d.ts</a:t>
            </a:r>
          </a:p>
          <a:p>
            <a:pPr>
              <a:defRPr sz="1200"/>
            </a:pPr>
            <a:r>
              <a:t>D:/pasar_fix/node_modules/.bun/@orpc+openapi@1.14.3+c07408ade536307e/node_modules/@orpc/openapi/dist/adapters/fastify/index.mjs</a:t>
            </a:r>
          </a:p>
          <a:p>
            <a:pPr>
              <a:defRPr sz="1200"/>
            </a:pPr>
            <a:r>
              <a:t>D:/pasar_fix/node_modules/.bun/@orpc+openapi@1.14.3+c07408ade536307e/node_modules/@orpc/openapi/dist/adapters/fetch/index.d.mts</a:t>
            </a:r>
          </a:p>
          <a:p>
            <a:pPr>
              <a:defRPr sz="1200"/>
            </a:pPr>
            <a:r>
              <a:t>D:/pasar_fix/node_modules/.bun/@orpc+openapi@1.14.3+c07408ade536307e/node_modules/@orpc/openapi/dist/adapters/fetch/index.d.ts</a:t>
            </a:r>
          </a:p>
          <a:p>
            <a:pPr>
              <a:defRPr sz="1200"/>
            </a:pPr>
            <a:r>
              <a:t>D:/pasar_fix/node_modules/.bun/@orpc+openapi@1.14.3+c07408ade536307e/node_modules/@orpc/openapi/dist/adapters/fetch/index.mjs</a:t>
            </a:r>
          </a:p>
          <a:p>
            <a:pPr>
              <a:defRPr sz="1200"/>
            </a:pPr>
            <a:r>
              <a:t>D:/pasar_fix/node_modules/.bun/@orpc+openapi@1.14.3+c07408ade536307e/node_modules/@orpc/openapi/dist/adapters/node/index.d.mts</a:t>
            </a:r>
          </a:p>
          <a:p>
            <a:pPr>
              <a:defRPr sz="1200"/>
            </a:pPr>
            <a:r>
              <a:t>D:/pasar_fix/node_modules/.bun/@orpc+openapi@1.14.3+c07408ade536307e/node_modules/@orpc/openapi/dist/adapters/node/index.d.ts</a:t>
            </a:r>
          </a:p>
          <a:p>
            <a:pPr>
              <a:defRPr sz="1200"/>
            </a:pPr>
            <a:r>
              <a:t>D:/pasar_fix/node_modules/.bun/@orpc+openapi@1.14.3+c07408ade536307e/node_modules/@orpc/openapi/dist/adapters/node/index.mjs</a:t>
            </a:r>
          </a:p>
          <a:p>
            <a:pPr>
              <a:defRPr sz="1200"/>
            </a:pPr>
            <a:r>
              <a:t>D:/pasar_fix/node_modules/.bun/@orpc+openapi@1.14.3+c07408ade536307e/node_modules/@orpc/openapi/dist/adapters/standard/index.d.mts</a:t>
            </a:r>
          </a:p>
          <a:p>
            <a:pPr>
              <a:defRPr sz="1200"/>
            </a:pPr>
            <a:r>
              <a:t>D:/pasar_fix/node_modules/.bun/@orpc+openapi@1.14.3+c07408ade536307e/node_modules/@orpc/openapi/dist/adapters/standard/index.d.ts</a:t>
            </a:r>
          </a:p>
          <a:p>
            <a:pPr>
              <a:defRPr sz="1200"/>
            </a:pPr>
            <a:r>
              <a:t>D:/pasar_fix/node_modules/.bun/@orpc+openapi@1.14.3+c07408ade536307e/node_modules/@orpc/openapi/dist/adapters/standard/index.mjs</a:t>
            </a:r>
          </a:p>
          <a:p>
            <a:pPr>
              <a:defRPr sz="1200"/>
            </a:pPr>
            <a:r>
              <a:t>D:/pasar_fix/node_modules/.bun/@orpc+openapi@1.14.3+c07408ade536307e/node_modules/@orpc/openapi/dist/plugins/index.d.mts</a:t>
            </a:r>
          </a:p>
          <a:p>
            <a:pPr>
              <a:defRPr sz="1200"/>
            </a:pPr>
            <a:r>
              <a:t>D:/pasar_fix/node_modules/.bun/@orpc+openapi@1.14.3+c07408ade536307e/node_modules/@orpc/openapi/dist/plugins/index.d.ts</a:t>
            </a:r>
          </a:p>
          <a:p>
            <a:pPr>
              <a:defRPr sz="1200"/>
            </a:pPr>
            <a:r>
              <a:t>D:/pasar_fix/node_modules/.bun/@orpc+openapi@1.14.3+c07408ade536307e/node_modules/@orpc/openapi/dist/plugins/index.mjs</a:t>
            </a:r>
          </a:p>
          <a:p>
            <a:pPr>
              <a:defRPr sz="1200"/>
            </a:pPr>
            <a:r>
              <a:t>D:/pasar_fix/node_modules/.bun/@orpc+openapi@1.14.3+c07408ade536307e/node_modules/@orpc/openapi/dist/shared/openapi.BB-W-NKv.mjs</a:t>
            </a:r>
          </a:p>
          <a:p>
            <a:pPr>
              <a:defRPr sz="1200"/>
            </a:pPr>
            <a:r>
              <a:t>D:/pasar_fix/node_modules/.bun/@orpc+openapi@1.14.3+c07408ade536307e/node_modules/@orpc/openapi/dist/shared/openapi.BGy4N6eR.d.mts</a:t>
            </a:r>
          </a:p>
          <a:p>
            <a:pPr>
              <a:defRPr sz="1200"/>
            </a:pPr>
            <a:r>
              <a:t>D:/pasar_fix/node_modules/.bun/@orpc+openapi@1.14.3+c07408ade536307e/node_modules/@orpc/openapi/dist/shared/openapi.BGy4N6eR.d.ts</a:t>
            </a:r>
          </a:p>
          <a:p>
            <a:pPr>
              <a:defRPr sz="1200"/>
            </a:pPr>
            <a:r>
              <a:t>D:/pasar_fix/node_modules/.bun/@orpc+openapi@1.14.3+c07408ade536307e/node_modules/@orpc/openapi/dist/shared/openapi.BwdtJjDu.mjs</a:t>
            </a:r>
          </a:p>
          <a:p>
            <a:pPr>
              <a:defRPr sz="1200"/>
            </a:pPr>
            <a:r>
              <a:t>D:/pasar_fix/node_modules/.bun/@orpc+openapi@1.14.3+c07408ade536307e/node_modules/@orpc/openapi/dist/shared/openapi.DwaweYRb.d.mts</a:t>
            </a:r>
          </a:p>
          <a:p>
            <a:pPr>
              <a:defRPr sz="1200"/>
            </a:pPr>
            <a:r>
              <a:t>D:/pasar_fix/node_modules/.bun/@orpc+openapi@1.14.3+c07408ade536307e/node_modules/@orpc/openapi/dist/shared/openapi.DwaweYRb.d.ts</a:t>
            </a:r>
          </a:p>
          <a:p>
            <a:pPr>
              <a:defRPr sz="1200"/>
            </a:pPr>
            <a:r>
              <a:t>D:/pasar_fix/node_modules/.bun/@orpc+server@1.14.3+c07408ade536307e/node_modules/@orpc/server/LICENSE</a:t>
            </a:r>
          </a:p>
          <a:p>
            <a:pPr>
              <a:defRPr sz="1200"/>
            </a:pPr>
            <a:r>
              <a:t>D:/pasar_fix/node_modules/.bun/@orpc+server@1.14.3+c07408ade536307e/node_modules/@orpc/server/package.json</a:t>
            </a:r>
          </a:p>
          <a:p>
            <a:pPr>
              <a:defRPr sz="1200"/>
            </a:pPr>
            <a:r>
              <a:t>D:/pasar_fix/node_modules/.bun/@orpc+server@1.14.3+c07408ade536307e/node_modules/@orpc/server/README.md</a:t>
            </a:r>
          </a:p>
          <a:p>
            <a:pPr>
              <a:defRPr sz="1200"/>
            </a:pPr>
            <a:r>
              <a:t>D:/pasar_fix/node_modules/.bun/@orpc+server@1.14.3+c07408ade536307e/node_modules/@orpc/server/dist/index.d.mts</a:t>
            </a:r>
          </a:p>
          <a:p>
            <a:pPr>
              <a:defRPr sz="1200"/>
            </a:pPr>
            <a:r>
              <a:t>D:/pasar_fix/node_modules/.bun/@orpc+server@1.14.3+c07408ade536307e/node_modules/@orpc/server/dist/index.d.ts</a:t>
            </a:r>
          </a:p>
          <a:p>
            <a:pPr>
              <a:defRPr sz="1200"/>
            </a:pPr>
            <a:r>
              <a:t>D:/pasar_fix/node_modules/.bun/@orpc+server@1.14.3+c07408ade536307e/node_modules/@orpc/server/dist/index.mjs</a:t>
            </a:r>
          </a:p>
          <a:p>
            <a:pPr>
              <a:defRPr sz="1200"/>
            </a:pPr>
            <a:r>
              <a:t>D:/pasar_fix/node_modules/.bun/@orpc+server@1.14.3+c07408ade536307e/node_modules/@orpc/server/dist/adapters/aws-lambda/index.d.mts</a:t>
            </a:r>
          </a:p>
          <a:p>
            <a:pPr>
              <a:defRPr sz="1200"/>
            </a:pPr>
            <a:r>
              <a:t>D:/pasar_fix/node_modules/.bun/@orpc+server@1.14.3+c07408ade536307e/node_modules/@orpc/server/dist/adapters/aws-lambda/index.d.ts</a:t>
            </a:r>
          </a:p>
          <a:p>
            <a:pPr>
              <a:defRPr sz="1200"/>
            </a:pPr>
            <a:r>
              <a:t>D:/pasar_fix/node_modules/.bun/@orpc+server@1.14.3+c07408ade536307e/node_modules/@orpc/server/dist/adapters/aws-lambda/index.mjs</a:t>
            </a:r>
          </a:p>
          <a:p>
            <a:pPr>
              <a:defRPr sz="1200"/>
            </a:pPr>
            <a:r>
              <a:t>D:/pasar_fix/node_modules/.bun/@orpc+server@1.14.3+c07408ade536307e/node_modules/@orpc/server/dist/adapters/bun-ws/index.d.mts</a:t>
            </a:r>
          </a:p>
          <a:p>
            <a:pPr>
              <a:defRPr sz="1200"/>
            </a:pPr>
            <a:r>
              <a:t>D:/pasar_fix/node_modules/.bun/@orpc+server@1.14.3+c07408ade536307e/node_modules/@orpc/server/dist/adapters/bun-ws/index.d.ts</a:t>
            </a:r>
          </a:p>
          <a:p>
            <a:pPr>
              <a:defRPr sz="1200"/>
            </a:pPr>
            <a:r>
              <a:t>D:/pasar_fix/node_modules/.bun/@orpc+server@1.14.3+c07408ade536307e/node_modules/@orpc/server/dist/adapters/bun-ws/index.mjs</a:t>
            </a:r>
          </a:p>
          <a:p>
            <a:pPr>
              <a:defRPr sz="1200"/>
            </a:pPr>
            <a:r>
              <a:t>D:/pasar_fix/node_modules/.bun/@orpc+server@1.14.3+c07408ade536307e/node_modules/@orpc/server/dist/adapters/crossws/index.d.mts</a:t>
            </a:r>
          </a:p>
          <a:p>
            <a:pPr>
              <a:defRPr sz="1200"/>
            </a:pPr>
            <a:r>
              <a:t>D:/pasar_fix/node_modules/.bun/@orpc+server@1.14.3+c07408ade536307e/node_modules/@orpc/server/dist/adapters/crossws/index.d.ts</a:t>
            </a:r>
          </a:p>
          <a:p>
            <a:pPr>
              <a:defRPr sz="1200"/>
            </a:pPr>
            <a:r>
              <a:t>D:/pasar_fix/node_modules/.bun/@orpc+server@1.14.3+c07408ade536307e/node_modules/@orpc/server/dist/adapters/crossws/index.mjs</a:t>
            </a:r>
          </a:p>
          <a:p>
            <a:pPr>
              <a:defRPr sz="1200"/>
            </a:pPr>
            <a:r>
              <a:t>D:/pasar_fix/node_modules/.bun/@orpc+server@1.14.3+c07408ade536307e/node_modules/@orpc/server/dist/adapters/fastify/index.d.mts</a:t>
            </a:r>
          </a:p>
          <a:p>
            <a:pPr>
              <a:defRPr sz="1200"/>
            </a:pPr>
            <a:r>
              <a:t>D:/pasar_fix/node_modules/.bun/@orpc+server@1.14.3+c07408ade536307e/node_modules/@orpc/server/dist/adapters/fastify/index.d.ts</a:t>
            </a:r>
          </a:p>
          <a:p>
            <a:pPr>
              <a:defRPr sz="1200"/>
            </a:pPr>
            <a:r>
              <a:t>D:/pasar_fix/node_modules/.bun/@orpc+server@1.14.3+c07408ade536307e/node_modules/@orpc/server/dist/adapters/fastify/index.mjs</a:t>
            </a:r>
          </a:p>
          <a:p>
            <a:pPr>
              <a:defRPr sz="1200"/>
            </a:pPr>
            <a:r>
              <a:t>D:/pasar_fix/node_modules/.bun/@orpc+server@1.14.3+c07408ade536307e/node_modules/@orpc/server/dist/adapters/fetch/index.d.mts</a:t>
            </a:r>
          </a:p>
          <a:p>
            <a:pPr>
              <a:defRPr sz="1200"/>
            </a:pPr>
            <a:r>
              <a:t>D:/pasar_fix/node_modules/.bun/@orpc+server@1.14.3+c07408ade536307e/node_modules/@orpc/server/dist/adapters/fetch/index.d.ts</a:t>
            </a:r>
          </a:p>
          <a:p>
            <a:pPr>
              <a:defRPr sz="1200"/>
            </a:pPr>
            <a:r>
              <a:t>D:/pasar_fix/node_modules/.bun/@orpc+server@1.14.3+c07408ade536307e/node_modules/@orpc/server/dist/adapters/fetch/index.mjs</a:t>
            </a:r>
          </a:p>
          <a:p>
            <a:pPr>
              <a:defRPr sz="1200"/>
            </a:pPr>
            <a:r>
              <a:t>D:/pasar_fix/node_modules/.bun/@orpc+server@1.14.3+c07408ade536307e/node_modules/@orpc/server/dist/adapters/message-port/index.d.mts</a:t>
            </a:r>
          </a:p>
          <a:p>
            <a:pPr>
              <a:defRPr sz="1200"/>
            </a:pPr>
            <a:r>
              <a:t>D:/pasar_fix/node_modules/.bun/@orpc+server@1.14.3+c07408ade536307e/node_modules/@orpc/server/dist/adapters/message-port/index.d.ts</a:t>
            </a:r>
          </a:p>
          <a:p>
            <a:pPr>
              <a:defRPr sz="1200"/>
            </a:pPr>
            <a:r>
              <a:t>D:/pasar_fix/node_modules/.bun/@orpc+server@1.14.3+c07408ade536307e/node_modules/@orpc/server/dist/adapters/message-port/index.mjs</a:t>
            </a:r>
          </a:p>
          <a:p>
            <a:pPr>
              <a:defRPr sz="1200"/>
            </a:pPr>
            <a:r>
              <a:t>D:/pasar_fix/node_modules/.bun/@orpc+server@1.14.3+c07408ade536307e/node_modules/@orpc/server/dist/adapters/node/index.d.mts</a:t>
            </a:r>
          </a:p>
          <a:p>
            <a:pPr>
              <a:defRPr sz="1200"/>
            </a:pPr>
            <a:r>
              <a:t>D:/pasar_fix/node_modules/.bun/@orpc+server@1.14.3+c07408ade536307e/node_modules/@orpc/server/dist/adapters/node/index.d.ts</a:t>
            </a:r>
          </a:p>
          <a:p>
            <a:pPr>
              <a:defRPr sz="1200"/>
            </a:pPr>
            <a:r>
              <a:t>D:/pasar_fix/node_modules/.bun/@orpc+server@1.14.3+c07408ade536307e/node_modules/@orpc/server/dist/adapters/node/index.mjs</a:t>
            </a:r>
          </a:p>
          <a:p>
            <a:pPr>
              <a:defRPr sz="1200"/>
            </a:pPr>
            <a:r>
              <a:t>D:/pasar_fix/node_modules/.bun/@orpc+server@1.14.3+c07408ade536307e/node_modules/@orpc/server/dist/adapters/standard/index.d.mts</a:t>
            </a:r>
          </a:p>
          <a:p>
            <a:pPr>
              <a:defRPr sz="1200"/>
            </a:pPr>
            <a:r>
              <a:t>D:/pasar_fix/node_modules/.bun/@orpc+server@1.14.3+c07408ade536307e/node_modules/@orpc/server/dist/adapters/standard/index.d.ts</a:t>
            </a:r>
          </a:p>
          <a:p>
            <a:pPr>
              <a:defRPr sz="1200"/>
            </a:pPr>
            <a:r>
              <a:t>D:/pasar_fix/node_modules/.bun/@orpc+server@1.14.3+c07408ade536307e/node_modules/@orpc/server/dist/adapters/standard/index.mjs</a:t>
            </a:r>
          </a:p>
          <a:p>
            <a:pPr>
              <a:defRPr sz="1200"/>
            </a:pPr>
            <a:r>
              <a:t>D:/pasar_fix/node_modules/.bun/@orpc+server@1.14.3+c07408ade536307e/node_modules/@orpc/server/dist/adapters/standard-peer/index.d.mts</a:t>
            </a:r>
          </a:p>
          <a:p>
            <a:pPr>
              <a:defRPr sz="1200"/>
            </a:pPr>
            <a:r>
              <a:t>D:/pasar_fix/node_modules/.bun/@orpc+server@1.14.3+c07408ade536307e/node_modules/@orpc/server/dist/adapters/standard-peer/index.d.ts</a:t>
            </a:r>
          </a:p>
          <a:p>
            <a:pPr>
              <a:defRPr sz="1200"/>
            </a:pPr>
            <a:r>
              <a:t>D:/pasar_fix/node_modules/.bun/@orpc+server@1.14.3+c07408ade536307e/node_modules/@orpc/server/dist/adapters/standard-peer/index.mjs</a:t>
            </a:r>
          </a:p>
          <a:p>
            <a:pPr>
              <a:defRPr sz="1200"/>
            </a:pPr>
            <a:r>
              <a:t>D:/pasar_fix/node_modules/.bun/@orpc+server@1.14.3+c07408ade536307e/node_modules/@orpc/server/dist/adapters/websocket/index.d.mts</a:t>
            </a:r>
          </a:p>
          <a:p>
            <a:pPr>
              <a:defRPr sz="1200"/>
            </a:pPr>
            <a:r>
              <a:t>D:/pasar_fix/node_modules/.bun/@orpc+server@1.14.3+c07408ade536307e/node_modules/@orpc/server/dist/adapters/websocket/index.d.ts</a:t>
            </a:r>
          </a:p>
          <a:p>
            <a:pPr>
              <a:defRPr sz="1200"/>
            </a:pPr>
            <a:r>
              <a:t>D:/pasar_fix/node_modules/.bun/@orpc+server@1.14.3+c07408ade536307e/node_modules/@orpc/server/dist/adapters/websocket/index.mjs</a:t>
            </a:r>
          </a:p>
          <a:p>
            <a:pPr>
              <a:defRPr sz="1200"/>
            </a:pPr>
            <a:r>
              <a:t>D:/pasar_fix/node_modules/.bun/@orpc+server@1.14.3+c07408ade536307e/node_modules/@orpc/server/dist/adapters/ws/index.d.mts</a:t>
            </a:r>
          </a:p>
          <a:p>
            <a:pPr>
              <a:defRPr sz="1200"/>
            </a:pPr>
            <a:r>
              <a:t>D:/pasar_fix/node_modules/.bun/@orpc+server@1.14.3+c07408ade536307e/node_modules/@orpc/server/dist/adapters/ws/index.d.ts</a:t>
            </a:r>
          </a:p>
          <a:p>
            <a:pPr>
              <a:defRPr sz="1200"/>
            </a:pPr>
            <a:r>
              <a:t>D:/pasar_fix/node_modules/.bun/@orpc+server@1.14.3+c07408ade536307e/node_modules/@orpc/server/dist/adapters/ws/index.mjs</a:t>
            </a:r>
          </a:p>
          <a:p>
            <a:pPr>
              <a:defRPr sz="1200"/>
            </a:pPr>
            <a:r>
              <a:t>D:/pasar_fix/node_modules/.bun/@orpc+server@1.14.3+c07408ade536307e/node_modules/@orpc/server/dist/helpers/index.d.mts</a:t>
            </a:r>
          </a:p>
          <a:p>
            <a:pPr>
              <a:defRPr sz="1200"/>
            </a:pPr>
            <a:r>
              <a:t>D:/pasar_fix/node_modules/.bun/@orpc+server@1.14.3+c07408ade536307e/node_modules/@orpc/server/dist/helpers/index.d.ts</a:t>
            </a:r>
          </a:p>
          <a:p>
            <a:pPr>
              <a:defRPr sz="1200"/>
            </a:pPr>
            <a:r>
              <a:t>D:/pasar_fix/node_modules/.bun/@orpc+server@1.14.3+c07408ade536307e/node_modules/@orpc/server/dist/helpers/index.mjs</a:t>
            </a:r>
          </a:p>
          <a:p>
            <a:pPr>
              <a:defRPr sz="1200"/>
            </a:pPr>
            <a:r>
              <a:t>D:/pasar_fix/node_modules/.bun/@orpc+server@1.14.3+c07408ade536307e/node_modules/@orpc/server/dist/hibernation/index.d.mts</a:t>
            </a:r>
          </a:p>
          <a:p>
            <a:pPr>
              <a:defRPr sz="1200"/>
            </a:pPr>
            <a:r>
              <a:t>D:/pasar_fix/node_modules/.bun/@orpc+server@1.14.3+c07408ade536307e/node_modules/@orpc/server/dist/hibernation/index.d.ts</a:t>
            </a:r>
          </a:p>
          <a:p>
            <a:pPr>
              <a:defRPr sz="1200"/>
            </a:pPr>
            <a:r>
              <a:t>D:/pasar_fix/node_modules/.bun/@orpc+server@1.14.3+c07408ade536307e/node_modules/@orpc/server/dist/hibernation/index.mjs</a:t>
            </a:r>
          </a:p>
          <a:p>
            <a:pPr>
              <a:defRPr sz="1200"/>
            </a:pPr>
            <a:r>
              <a:t>D:/pasar_fix/node_modules/.bun/@orpc+server@1.14.3+c07408ade536307e/node_modules/@orpc/server/dist/plugins/index.d.mts</a:t>
            </a:r>
          </a:p>
          <a:p>
            <a:pPr>
              <a:defRPr sz="1200"/>
            </a:pPr>
            <a:r>
              <a:t>D:/pasar_fix/node_modules/.bun/@orpc+server@1.14.3+c07408ade536307e/node_modules/@orpc/server/dist/plugins/index.d.ts</a:t>
            </a:r>
          </a:p>
          <a:p>
            <a:pPr>
              <a:defRPr sz="1200"/>
            </a:pPr>
            <a:r>
              <a:t>D:/pasar_fix/node_modules/.bun/@orpc+server@1.14.3+c07408ade536307e/node_modules/@orpc/server/dist/plugins/index.mjs</a:t>
            </a:r>
          </a:p>
          <a:p>
            <a:pPr>
              <a:defRPr sz="1200"/>
            </a:pPr>
            <a:r>
              <a:t>D:/pasar_fix/node_modules/.bun/@orpc+server@1.14.3+c07408ade536307e/node_modules/@orpc/server/dist/shared/server.7cEtMB30.d.ts</a:t>
            </a:r>
          </a:p>
          <a:p>
            <a:pPr>
              <a:defRPr sz="1200"/>
            </a:pPr>
            <a:r>
              <a:t>D:/pasar_fix/node_modules/.bun/@orpc+server@1.14.3+c07408ade536307e/node_modules/@orpc/server/dist/shared/server.B8gYOD5g.d.mts</a:t>
            </a:r>
          </a:p>
          <a:p>
            <a:pPr>
              <a:defRPr sz="1200"/>
            </a:pPr>
            <a:r>
              <a:t>D:/pasar_fix/node_modules/.bun/@orpc+server@1.14.3+c07408ade536307e/node_modules/@orpc/server/dist/shared/server.BqadksTP.d.mts</a:t>
            </a:r>
          </a:p>
          <a:p>
            <a:pPr>
              <a:defRPr sz="1200"/>
            </a:pPr>
            <a:r>
              <a:t>D:/pasar_fix/node_modules/.bun/@orpc+server@1.14.3+c07408ade536307e/node_modules/@orpc/server/dist/shared/server.C8_sRzQB.d.mts</a:t>
            </a:r>
          </a:p>
          <a:p>
            <a:pPr>
              <a:defRPr sz="1200"/>
            </a:pPr>
            <a:r>
              <a:t>D:/pasar_fix/node_modules/.bun/@orpc+server@1.14.3+c07408ade536307e/node_modules/@orpc/server/dist/shared/server.ChUyt5-i.d.mts</a:t>
            </a:r>
          </a:p>
          <a:p>
            <a:pPr>
              <a:defRPr sz="1200"/>
            </a:pPr>
            <a:r>
              <a:t>D:/pasar_fix/node_modules/.bun/@orpc+server@1.14.3+c07408ade536307e/node_modules/@orpc/server/dist/shared/server.ChyoA9XY.d.ts</a:t>
            </a:r>
          </a:p>
          <a:p>
            <a:pPr>
              <a:defRPr sz="1200"/>
            </a:pPr>
            <a:r>
              <a:t>D:/pasar_fix/node_modules/.bun/@orpc+server@1.14.3+c07408ade536307e/node_modules/@orpc/server/dist/shared/server.DEBcqOjg.mjs</a:t>
            </a:r>
          </a:p>
          <a:p>
            <a:pPr>
              <a:defRPr sz="1200"/>
            </a:pPr>
            <a:r>
              <a:t>D:/pasar_fix/node_modules/.bun/@orpc+server@1.14.3+c07408ade536307e/node_modules/@orpc/server/dist/shared/server.DZ5BIITo.mjs</a:t>
            </a:r>
          </a:p>
          <a:p>
            <a:pPr>
              <a:defRPr sz="1200"/>
            </a:pPr>
            <a:r>
              <a:t>D:/pasar_fix/node_modules/.bun/@orpc+server@1.14.3+c07408ade536307e/node_modules/@orpc/server/dist/shared/server.EfTOZ2Q7.d.ts</a:t>
            </a:r>
          </a:p>
          <a:p>
            <a:pPr>
              <a:defRPr sz="1200"/>
            </a:pPr>
            <a:r>
              <a:t>D:/pasar_fix/node_modules/.bun/@orpc+server@1.14.3+c07408ade536307e/node_modules/@orpc/server/dist/shared/server.qKsRrdxW.d.mts</a:t>
            </a:r>
          </a:p>
          <a:p>
            <a:pPr>
              <a:defRPr sz="1200"/>
            </a:pPr>
            <a:r>
              <a:t>D:/pasar_fix/node_modules/.bun/@orpc+server@1.14.3+c07408ade536307e/node_modules/@orpc/server/dist/shared/server.qKsRrdxW.d.ts</a:t>
            </a:r>
          </a:p>
          <a:p>
            <a:pPr>
              <a:defRPr sz="1200"/>
            </a:pPr>
            <a:r>
              <a:t>D:/pasar_fix/node_modules/.bun/@orpc+server@1.14.3+c07408ade536307e/node_modules/@orpc/server/dist/shared/server.TEVCLCFC.mjs</a:t>
            </a:r>
          </a:p>
          <a:p>
            <a:pPr>
              <a:defRPr sz="1200"/>
            </a:pPr>
            <a:r>
              <a:t>D:/pasar_fix/node_modules/.bun/@orpc+server@1.14.3+c07408ade536307e/node_modules/@orpc/server/dist/shared/server.yoEB3Fx4.d.ts</a:t>
            </a:r>
          </a:p>
          <a:p>
            <a:pPr>
              <a:defRPr sz="1200"/>
            </a:pPr>
            <a:r>
              <a:t>D:/pasar_fix/node_modules/.bun/@orpc+server@1.14.3+c07408ade536307e/node_modules/@orpc/server/dist/shared/server.ZxHCEN1h.mjs</a:t>
            </a:r>
          </a:p>
          <a:p>
            <a:pPr>
              <a:defRPr sz="1200"/>
            </a:pPr>
            <a:r>
              <a:t>D:/pasar_fix/node_modules/.bun/@orpc+shared@1.14.3/node_modules/@orpc/shared/LICENSE</a:t>
            </a:r>
          </a:p>
          <a:p>
            <a:pPr>
              <a:defRPr sz="1200"/>
            </a:pPr>
            <a:r>
              <a:t>D:/pasar_fix/node_modules/.bun/@orpc+shared@1.14.3/node_modules/@orpc/shared/package.json</a:t>
            </a:r>
          </a:p>
          <a:p>
            <a:pPr>
              <a:defRPr sz="1200"/>
            </a:pPr>
            <a:r>
              <a:t>D:/pasar_fix/node_modules/.bun/@orpc+shared@1.14.3/node_modules/@orpc/shared/README.md</a:t>
            </a:r>
          </a:p>
          <a:p>
            <a:pPr>
              <a:defRPr sz="1200"/>
            </a:pPr>
            <a:r>
              <a:t>D:/pasar_fix/node_modules/.bun/@orpc+shared@1.14.3/node_modules/@orpc/shared/dist/index.d.mts</a:t>
            </a:r>
          </a:p>
          <a:p>
            <a:pPr>
              <a:defRPr sz="1200"/>
            </a:pPr>
            <a:r>
              <a:t>D:/pasar_fix/node_modules/.bun/@orpc+shared@1.14.3/node_modules/@orpc/shared/dist/index.d.ts</a:t>
            </a:r>
          </a:p>
          <a:p>
            <a:pPr>
              <a:defRPr sz="1200"/>
            </a:pPr>
            <a:r>
              <a:t>D:/pasar_fix/node_modules/.bun/@orpc+shared@1.14.3/node_modules/@orpc/shared/dist/index.mjs</a:t>
            </a:r>
          </a:p>
          <a:p>
            <a:pPr>
              <a:defRPr sz="1200"/>
            </a:pPr>
            <a:r>
              <a:t>D:/pasar_fix/node_modules/.bun/@orpc+standard-server-aws-lambda@1.14.3/node_modules/@orpc/standard-server-aws-lambda/LICENSE</a:t>
            </a:r>
          </a:p>
          <a:p>
            <a:pPr>
              <a:defRPr sz="1200"/>
            </a:pPr>
            <a:r>
              <a:t>D:/pasar_fix/node_modules/.bun/@orpc+standard-server-aws-lambda@1.14.3/node_modules/@orpc/standard-server-aws-lambda/package.json</a:t>
            </a:r>
          </a:p>
          <a:p>
            <a:pPr>
              <a:defRPr sz="1200"/>
            </a:pPr>
            <a:r>
              <a:t>D:/pasar_fix/node_modules/.bun/@orpc+standard-server-aws-lambda@1.14.3/node_modules/@orpc/standard-server-aws-lambda/README.md</a:t>
            </a:r>
          </a:p>
          <a:p>
            <a:pPr>
              <a:defRPr sz="1200"/>
            </a:pPr>
            <a:r>
              <a:t>D:/pasar_fix/node_modules/.bun/@orpc+standard-server-aws-lambda@1.14.3/node_modules/@orpc/standard-server-aws-lambda/dist/index.d.mts</a:t>
            </a:r>
          </a:p>
          <a:p>
            <a:pPr>
              <a:defRPr sz="1200"/>
            </a:pPr>
            <a:r>
              <a:t>D:/pasar_fix/node_modules/.bun/@orpc+standard-server-aws-lambda@1.14.3/node_modules/@orpc/standard-server-aws-lambda/dist/index.d.ts</a:t>
            </a:r>
          </a:p>
          <a:p>
            <a:pPr>
              <a:defRPr sz="1200"/>
            </a:pPr>
            <a:r>
              <a:t>D:/pasar_fix/node_modules/.bun/@orpc+standard-server-aws-lambda@1.14.3/node_modules/@orpc/standard-server-aws-lambda/dist/index.mjs</a:t>
            </a:r>
          </a:p>
          <a:p>
            <a:pPr>
              <a:defRPr sz="1200"/>
            </a:pPr>
            <a:r>
              <a:t>D:/pasar_fix/node_modules/.bun/@orpc+standard-server-fastify@1.14.3/node_modules/@orpc/standard-server-fastify/LICENSE</a:t>
            </a:r>
          </a:p>
          <a:p>
            <a:pPr>
              <a:defRPr sz="1200"/>
            </a:pPr>
            <a:r>
              <a:t>D:/pasar_fix/node_modules/.bun/@orpc+standard-server-fastify@1.14.3/node_modules/@orpc/standard-server-fastify/package.json</a:t>
            </a:r>
          </a:p>
          <a:p>
            <a:pPr>
              <a:defRPr sz="1200"/>
            </a:pPr>
            <a:r>
              <a:t>D:/pasar_fix/node_modules/.bun/@orpc+standard-server-fastify@1.14.3/node_modules/@orpc/standard-server-fastify/README.md</a:t>
            </a:r>
          </a:p>
          <a:p>
            <a:pPr>
              <a:defRPr sz="1200"/>
            </a:pPr>
            <a:r>
              <a:t>D:/pasar_fix/node_modules/.bun/@orpc+standard-server-fastify@1.14.3/node_modules/@orpc/standard-server-fastify/dist/index.d.mts</a:t>
            </a:r>
          </a:p>
          <a:p>
            <a:pPr>
              <a:defRPr sz="1200"/>
            </a:pPr>
            <a:r>
              <a:t>D:/pasar_fix/node_modules/.bun/@orpc+standard-server-fastify@1.14.3/node_modules/@orpc/standard-server-fastify/dist/index.d.ts</a:t>
            </a:r>
          </a:p>
          <a:p>
            <a:pPr>
              <a:defRPr sz="1200"/>
            </a:pPr>
            <a:r>
              <a:t>D:/pasar_fix/node_modules/.bun/@orpc+standard-server-fastify@1.14.3/node_modules/@orpc/standard-server-fastify/dist/index.mjs</a:t>
            </a:r>
          </a:p>
          <a:p>
            <a:pPr>
              <a:defRPr sz="1200"/>
            </a:pPr>
            <a:r>
              <a:t>D:/pasar_fix/node_modules/.bun/@orpc+standard-server-fetch@1.14.3/node_modules/@orpc/standard-server-fetch/LICENSE</a:t>
            </a:r>
          </a:p>
          <a:p>
            <a:pPr>
              <a:defRPr sz="1200"/>
            </a:pPr>
            <a:r>
              <a:t>D:/pasar_fix/node_modules/.bun/@orpc+standard-server-fetch@1.14.3/node_modules/@orpc/standard-server-fetch/package.json</a:t>
            </a:r>
          </a:p>
          <a:p>
            <a:pPr>
              <a:defRPr sz="1200"/>
            </a:pPr>
            <a:r>
              <a:t>D:/pasar_fix/node_modules/.bun/@orpc+standard-server-fetch@1.14.3/node_modules/@orpc/standard-server-fetch/README.md</a:t>
            </a:r>
          </a:p>
          <a:p>
            <a:pPr>
              <a:defRPr sz="1200"/>
            </a:pPr>
            <a:r>
              <a:t>D:/pasar_fix/node_modules/.bun/@orpc+standard-server-fetch@1.14.3/node_modules/@orpc/standard-server-fetch/dist/index.d.mts</a:t>
            </a:r>
          </a:p>
          <a:p>
            <a:pPr>
              <a:defRPr sz="1200"/>
            </a:pPr>
            <a:r>
              <a:t>D:/pasar_fix/node_modules/.bun/@orpc+standard-server-fetch@1.14.3/node_modules/@orpc/standard-server-fetch/dist/index.d.ts</a:t>
            </a:r>
          </a:p>
          <a:p>
            <a:pPr>
              <a:defRPr sz="1200"/>
            </a:pPr>
            <a:r>
              <a:t>D:/pasar_fix/node_modules/.bun/@orpc+standard-server-fetch@1.14.3/node_modules/@orpc/standard-server-fetch/dist/index.mjs</a:t>
            </a:r>
          </a:p>
          <a:p>
            <a:pPr>
              <a:defRPr sz="1200"/>
            </a:pPr>
            <a:r>
              <a:t>D:/pasar_fix/node_modules/.bun/@orpc+standard-server-node@1.14.3/node_modules/@orpc/standard-server-node/LICENSE</a:t>
            </a:r>
          </a:p>
          <a:p>
            <a:pPr>
              <a:defRPr sz="1200"/>
            </a:pPr>
            <a:r>
              <a:t>D:/pasar_fix/node_modules/.bun/@orpc+standard-server-node@1.14.3/node_modules/@orpc/standard-server-node/package.json</a:t>
            </a:r>
          </a:p>
          <a:p>
            <a:pPr>
              <a:defRPr sz="1200"/>
            </a:pPr>
            <a:r>
              <a:t>D:/pasar_fix/node_modules/.bun/@orpc+standard-server-node@1.14.3/node_modules/@orpc/standard-server-node/README.md</a:t>
            </a:r>
          </a:p>
          <a:p>
            <a:pPr>
              <a:defRPr sz="1200"/>
            </a:pPr>
            <a:r>
              <a:t>D:/pasar_fix/node_modules/.bun/@orpc+standard-server-node@1.14.3/node_modules/@orpc/standard-server-node/dist/index.d.mts</a:t>
            </a:r>
          </a:p>
          <a:p>
            <a:pPr>
              <a:defRPr sz="1200"/>
            </a:pPr>
            <a:r>
              <a:t>D:/pasar_fix/node_modules/.bun/@orpc+standard-server-node@1.14.3/node_modules/@orpc/standard-server-node/dist/index.d.ts</a:t>
            </a:r>
          </a:p>
          <a:p>
            <a:pPr>
              <a:defRPr sz="1200"/>
            </a:pPr>
            <a:r>
              <a:t>D:/pasar_fix/node_modules/.bun/@orpc+standard-server-node@1.14.3/node_modules/@orpc/standard-server-node/dist/index.mjs</a:t>
            </a:r>
          </a:p>
          <a:p>
            <a:pPr>
              <a:defRPr sz="1200"/>
            </a:pPr>
            <a:r>
              <a:t>D:/pasar_fix/node_modules/.bun/@orpc+standard-server-peer@1.14.3/node_modules/@orpc/standard-server-peer/LICENSE</a:t>
            </a:r>
          </a:p>
          <a:p>
            <a:pPr>
              <a:defRPr sz="1200"/>
            </a:pPr>
            <a:r>
              <a:t>D:/pasar_fix/node_modules/.bun/@orpc+standard-server-peer@1.14.3/node_modules/@orpc/standard-server-peer/package.json</a:t>
            </a:r>
          </a:p>
          <a:p>
            <a:pPr>
              <a:defRPr sz="1200"/>
            </a:pPr>
            <a:r>
              <a:t>D:/pasar_fix/node_modules/.bun/@orpc+standard-server-peer@1.14.3/node_modules/@orpc/standard-server-peer/README.md</a:t>
            </a:r>
          </a:p>
          <a:p>
            <a:pPr>
              <a:defRPr sz="1200"/>
            </a:pPr>
            <a:r>
              <a:t>D:/pasar_fix/node_modules/.bun/@orpc+standard-server-peer@1.14.3/node_modules/@orpc/standard-server-peer/dist/index.d.mts</a:t>
            </a:r>
          </a:p>
          <a:p>
            <a:pPr>
              <a:defRPr sz="1200"/>
            </a:pPr>
            <a:r>
              <a:t>D:/pasar_fix/node_modules/.bun/@orpc+standard-server-peer@1.14.3/node_modules/@orpc/standard-server-peer/dist/index.d.ts</a:t>
            </a:r>
          </a:p>
          <a:p>
            <a:pPr>
              <a:defRPr sz="1200"/>
            </a:pPr>
            <a:r>
              <a:t>D:/pasar_fix/node_modules/.bun/@orpc+standard-server-peer@1.14.3/node_modules/@orpc/standard-server-peer/dist/index.mjs</a:t>
            </a:r>
          </a:p>
          <a:p>
            <a:pPr>
              <a:defRPr sz="1200"/>
            </a:pPr>
            <a:r>
              <a:t>D:/pasar_fix/node_modules/.bun/@orpc+standard-server@1.14.3/node_modules/@orpc/standard-server/LICENSE</a:t>
            </a:r>
          </a:p>
          <a:p>
            <a:pPr>
              <a:defRPr sz="1200"/>
            </a:pPr>
            <a:r>
              <a:t>D:/pasar_fix/node_modules/.bun/@orpc+standard-server@1.14.3/node_modules/@orpc/standard-server/package.json</a:t>
            </a:r>
          </a:p>
          <a:p>
            <a:pPr>
              <a:defRPr sz="1200"/>
            </a:pPr>
            <a:r>
              <a:t>D:/pasar_fix/node_modules/.bun/@orpc+standard-server@1.14.3/node_modules/@orpc/standard-server/README.md</a:t>
            </a:r>
          </a:p>
          <a:p>
            <a:pPr>
              <a:defRPr sz="1200"/>
            </a:pPr>
            <a:r>
              <a:t>D:/pasar_fix/node_modules/.bun/@orpc+standard-server@1.14.3/node_modules/@orpc/standard-server/dist/index.d.mts</a:t>
            </a:r>
          </a:p>
          <a:p>
            <a:pPr>
              <a:defRPr sz="1200"/>
            </a:pPr>
            <a:r>
              <a:t>D:/pasar_fix/node_modules/.bun/@orpc+standard-server@1.14.3/node_modules/@orpc/standard-server/dist/index.d.ts</a:t>
            </a:r>
          </a:p>
          <a:p>
            <a:pPr>
              <a:defRPr sz="1200"/>
            </a:pPr>
            <a:r>
              <a:t>D:/pasar_fix/node_modules/.bun/@orpc+standard-server@1.14.3/node_modules/@orpc/standard-server/dist/index.mjs</a:t>
            </a:r>
          </a:p>
          <a:p>
            <a:pPr>
              <a:defRPr sz="1200"/>
            </a:pPr>
            <a:r>
              <a:t>D:/pasar_fix/node_modules/.bun/@orpc+standard-server@1.14.3/node_modules/@orpc/standard-server/dist/batch/index.d.mts</a:t>
            </a:r>
          </a:p>
          <a:p>
            <a:pPr>
              <a:defRPr sz="1200"/>
            </a:pPr>
            <a:r>
              <a:t>D:/pasar_fix/node_modules/.bun/@orpc+standard-server@1.14.3/node_modules/@orpc/standard-server/dist/batch/index.d.ts</a:t>
            </a:r>
          </a:p>
          <a:p>
            <a:pPr>
              <a:defRPr sz="1200"/>
            </a:pPr>
            <a:r>
              <a:t>D:/pasar_fix/node_modules/.bun/@orpc+standard-server@1.14.3/node_modules/@orpc/standard-server/dist/batch/index.mjs</a:t>
            </a:r>
          </a:p>
          <a:p>
            <a:pPr>
              <a:defRPr sz="1200"/>
            </a:pPr>
            <a:r>
              <a:t>D:/pasar_fix/node_modules/.bun/@orpc+standard-server@1.14.3/node_modules/@orpc/standard-server/dist/shared/standard-server.m4H64Uf2.d.mts</a:t>
            </a:r>
          </a:p>
          <a:p>
            <a:pPr>
              <a:defRPr sz="1200"/>
            </a:pPr>
            <a:r>
              <a:t>D:/pasar_fix/node_modules/.bun/@orpc+standard-server@1.14.3/node_modules/@orpc/standard-server/dist/shared/standard-server.m4H64Uf2.d.ts</a:t>
            </a:r>
          </a:p>
          <a:p>
            <a:pPr>
              <a:defRPr sz="1200"/>
            </a:pPr>
            <a:r>
              <a:t>D:/pasar_fix/node_modules/.bun/@orpc+tanstack-query@1.14.3+6365b7fde0429150/node_modules/@orpc/tanstack-query/LICENSE</a:t>
            </a:r>
          </a:p>
          <a:p>
            <a:pPr>
              <a:defRPr sz="1200"/>
            </a:pPr>
            <a:r>
              <a:t>D:/pasar_fix/node_modules/.bun/@orpc+tanstack-query@1.14.3+6365b7fde0429150/node_modules/@orpc/tanstack-query/package.json</a:t>
            </a:r>
          </a:p>
          <a:p>
            <a:pPr>
              <a:defRPr sz="1200"/>
            </a:pPr>
            <a:r>
              <a:t>D:/pasar_fix/node_modules/.bun/@orpc+tanstack-query@1.14.3+6365b7fde0429150/node_modules/@orpc/tanstack-query/README.md</a:t>
            </a:r>
          </a:p>
          <a:p>
            <a:pPr>
              <a:defRPr sz="1200"/>
            </a:pPr>
            <a:r>
              <a:t>D:/pasar_fix/node_modules/.bun/@orpc+tanstack-query@1.14.3+6365b7fde0429150/node_modules/@orpc/tanstack-query/dist/index.d.mts</a:t>
            </a:r>
          </a:p>
          <a:p>
            <a:pPr>
              <a:defRPr sz="1200"/>
            </a:pPr>
            <a:r>
              <a:t>D:/pasar_fix/node_modules/.bun/@orpc+tanstack-query@1.14.3+6365b7fde0429150/node_modules/@orpc/tanstack-query/dist/index.d.ts</a:t>
            </a:r>
          </a:p>
          <a:p>
            <a:pPr>
              <a:defRPr sz="1200"/>
            </a:pPr>
            <a:r>
              <a:t>D:/pasar_fix/node_modules/.bun/@orpc+tanstack-query@1.14.3+6365b7fde0429150/node_modules/@orpc/tanstack-query/dist/index.mjs</a:t>
            </a:r>
          </a:p>
          <a:p>
            <a:pPr>
              <a:defRPr sz="1200"/>
            </a:pPr>
            <a:r>
              <a:t>D:/pasar_fix/node_modules/.bun/@orpc+zod@1.14.3+ca533872b674c948/node_modules/@orpc/zod/LICENSE</a:t>
            </a:r>
          </a:p>
          <a:p>
            <a:pPr>
              <a:defRPr sz="1200"/>
            </a:pPr>
            <a:r>
              <a:t>D:/pasar_fix/node_modules/.bun/@orpc+zod@1.14.3+ca533872b674c948/node_modules/@orpc/zod/package.json</a:t>
            </a:r>
          </a:p>
          <a:p>
            <a:pPr>
              <a:defRPr sz="1200"/>
            </a:pPr>
            <a:r>
              <a:t>D:/pasar_fix/node_modules/.bun/@orpc+zod@1.14.3+ca533872b674c948/node_modules/@orpc/zod/README.md</a:t>
            </a:r>
          </a:p>
          <a:p>
            <a:pPr>
              <a:defRPr sz="1200"/>
            </a:pPr>
            <a:r>
              <a:t>D:/pasar_fix/node_modules/.bun/@orpc+zod@1.14.3+ca533872b674c948/node_modules/@orpc/zod/dist/index.d.mts</a:t>
            </a:r>
          </a:p>
          <a:p>
            <a:pPr>
              <a:defRPr sz="1200"/>
            </a:pPr>
            <a:r>
              <a:t>D:/pasar_fix/node_modules/.bun/@orpc+zod@1.14.3+ca533872b674c948/node_modules/@orpc/zod/dist/index.d.ts</a:t>
            </a:r>
          </a:p>
          <a:p>
            <a:pPr>
              <a:defRPr sz="1200"/>
            </a:pPr>
            <a:r>
              <a:t>D:/pasar_fix/node_modules/.bun/@orpc+zod@1.14.3+ca533872b674c948/node_modules/@orpc/zod/dist/index.mjs</a:t>
            </a:r>
          </a:p>
          <a:p>
            <a:pPr>
              <a:defRPr sz="1200"/>
            </a:pPr>
            <a:r>
              <a:t>D:/pasar_fix/node_modules/.bun/@orpc+zod@1.14.3+ca533872b674c948/node_modules/@orpc/zod/dist/zod4/index.d.mts</a:t>
            </a:r>
          </a:p>
          <a:p>
            <a:pPr>
              <a:defRPr sz="1200"/>
            </a:pPr>
            <a:r>
              <a:t>D:/pasar_fix/node_modules/.bun/@orpc+zod@1.14.3+ca533872b674c948/node_modules/@orpc/zod/dist/zod4/index.d.ts</a:t>
            </a:r>
          </a:p>
          <a:p>
            <a:pPr>
              <a:defRPr sz="1200"/>
            </a:pPr>
            <a:r>
              <a:t>D:/pasar_fix/node_modules/.bun/@orpc+zod@1.14.3+ca533872b674c948/node_modules/@orpc/zod/dist/zod4/index.mjs</a:t>
            </a:r>
          </a:p>
          <a:p>
            <a:pPr>
              <a:defRPr sz="1200"/>
            </a:pPr>
            <a:r>
              <a:t>D:/pasar_fix/node_modules/.bun/@parcel+watcher-wasm@2.5.6/node_modules/@parcel/watcher-wasm/index.cjs</a:t>
            </a:r>
          </a:p>
          <a:p>
            <a:pPr>
              <a:defRPr sz="1200"/>
            </a:pPr>
            <a:r>
              <a:t>D:/pasar_fix/node_modules/.bun/@parcel+watcher-wasm@2.5.6/node_modules/@parcel/watcher-wasm/index.d.ts</a:t>
            </a:r>
          </a:p>
          <a:p>
            <a:pPr>
              <a:defRPr sz="1200"/>
            </a:pPr>
            <a:r>
              <a:t>D:/pasar_fix/node_modules/.bun/@parcel+watcher-wasm@2.5.6/node_modules/@parcel/watcher-wasm/index.mjs</a:t>
            </a:r>
          </a:p>
          <a:p>
            <a:pPr>
              <a:defRPr sz="1200"/>
            </a:pPr>
            <a:r>
              <a:t>D:/pasar_fix/node_modules/.bun/@parcel+watcher-wasm@2.5.6/node_modules/@parcel/watcher-wasm/package.json</a:t>
            </a:r>
          </a:p>
          <a:p>
            <a:pPr>
              <a:defRPr sz="1200"/>
            </a:pPr>
            <a:r>
              <a:t>D:/pasar_fix/node_modules/.bun/@parcel+watcher-wasm@2.5.6/node_modules/@parcel/watcher-wasm/README.md</a:t>
            </a:r>
          </a:p>
          <a:p>
            <a:pPr>
              <a:defRPr sz="1200"/>
            </a:pPr>
            <a:r>
              <a:t>D:/pasar_fix/node_modules/.bun/@parcel+watcher-wasm@2.5.6/node_modules/@parcel/watcher-wasm/watcher.wasm</a:t>
            </a:r>
          </a:p>
          <a:p>
            <a:pPr>
              <a:defRPr sz="1200"/>
            </a:pPr>
            <a:r>
              <a:t>D:/pasar_fix/node_modules/.bun/@parcel+watcher-wasm@2.5.6/node_modules/@parcel/watcher-wasm/wrapper.js</a:t>
            </a:r>
          </a:p>
          <a:p>
            <a:pPr>
              <a:defRPr sz="1200"/>
            </a:pPr>
            <a:r>
              <a:t>D:/pasar_fix/node_modules/.bun/@parcel+watcher-wasm@2.5.6/node_modules/@parcel/watcher-wasm/node_modules/napi-wasm/index.js</a:t>
            </a:r>
          </a:p>
          <a:p>
            <a:pPr>
              <a:defRPr sz="1200"/>
            </a:pPr>
            <a:r>
              <a:t>D:/pasar_fix/node_modules/.bun/@parcel+watcher-wasm@2.5.6/node_modules/@parcel/watcher-wasm/node_modules/napi-wasm/index.mjs</a:t>
            </a:r>
          </a:p>
          <a:p>
            <a:pPr>
              <a:defRPr sz="1200"/>
            </a:pPr>
            <a:r>
              <a:t>D:/pasar_fix/node_modules/.bun/@parcel+watcher-wasm@2.5.6/node_modules/@parcel/watcher-wasm/node_modules/napi-wasm/package.json</a:t>
            </a:r>
          </a:p>
          <a:p>
            <a:pPr>
              <a:defRPr sz="1200"/>
            </a:pPr>
            <a:r>
              <a:t>D:/pasar_fix/node_modules/.bun/@parcel+watcher-wasm@2.5.6/node_modules/@parcel/watcher-wasm/node_modules/napi-wasm/README.md</a:t>
            </a:r>
          </a:p>
          <a:p>
            <a:pPr>
              <a:defRPr sz="1200"/>
            </a:pPr>
            <a:r>
              <a:t>D:/pasar_fix/node_modules/.bun/@parcel+watcher-win32-x64@2.5.6/node_modules/@parcel/watcher-win32-x64/LICENSE</a:t>
            </a:r>
          </a:p>
          <a:p>
            <a:pPr>
              <a:defRPr sz="1200"/>
            </a:pPr>
            <a:r>
              <a:t>D:/pasar_fix/node_modules/.bun/@parcel+watcher-win32-x64@2.5.6/node_modules/@parcel/watcher-win32-x64/package.json</a:t>
            </a:r>
          </a:p>
          <a:p>
            <a:pPr>
              <a:defRPr sz="1200"/>
            </a:pPr>
            <a:r>
              <a:t>D:/pasar_fix/node_modules/.bun/@parcel+watcher-win32-x64@2.5.6/node_modules/@parcel/watcher-win32-x64/README.md</a:t>
            </a:r>
          </a:p>
          <a:p>
            <a:pPr>
              <a:defRPr sz="1200"/>
            </a:pPr>
            <a:r>
              <a:t>D:/pasar_fix/node_modules/.bun/@parcel+watcher-win32-x64@2.5.6/node_modules/@parcel/watcher-win32-x64/watcher.node</a:t>
            </a:r>
          </a:p>
          <a:p>
            <a:pPr>
              <a:defRPr sz="1200"/>
            </a:pPr>
            <a:r>
              <a:t>D:/pasar_fix/node_modules/.bun/@parcel+watcher@2.5.6/node_modules/@parcel/watcher/binding.gyp</a:t>
            </a:r>
          </a:p>
          <a:p>
            <a:pPr>
              <a:defRPr sz="1200"/>
            </a:pPr>
            <a:r>
              <a:t>D:/pasar_fix/node_modules/.bun/@parcel+watcher@2.5.6/node_modules/@parcel/watcher/index.d.ts</a:t>
            </a:r>
          </a:p>
          <a:p>
            <a:pPr>
              <a:defRPr sz="1200"/>
            </a:pPr>
            <a:r>
              <a:t>D:/pasar_fix/node_modules/.bun/@parcel+watcher@2.5.6/node_modules/@parcel/watcher/index.js</a:t>
            </a:r>
          </a:p>
          <a:p>
            <a:pPr>
              <a:defRPr sz="1200"/>
            </a:pPr>
            <a:r>
              <a:t>D:/pasar_fix/node_modules/.bun/@parcel+watcher@2.5.6/node_modules/@parcel/watcher/index.js.flow</a:t>
            </a:r>
          </a:p>
          <a:p>
            <a:pPr>
              <a:defRPr sz="1200"/>
            </a:pPr>
            <a:r>
              <a:t>D:/pasar_fix/node_modules/.bun/@parcel+watcher@2.5.6/node_modules/@parcel/watcher/LICENSE</a:t>
            </a:r>
          </a:p>
          <a:p>
            <a:pPr>
              <a:defRPr sz="1200"/>
            </a:pPr>
            <a:r>
              <a:t>D:/pasar_fix/node_modules/.bun/@parcel+watcher@2.5.6/node_modules/@parcel/watcher/package.json</a:t>
            </a:r>
          </a:p>
          <a:p>
            <a:pPr>
              <a:defRPr sz="1200"/>
            </a:pPr>
            <a:r>
              <a:t>D:/pasar_fix/node_modules/.bun/@parcel+watcher@2.5.6/node_modules/@parcel/watcher/README.md</a:t>
            </a:r>
          </a:p>
          <a:p>
            <a:pPr>
              <a:defRPr sz="1200"/>
            </a:pPr>
            <a:r>
              <a:t>D:/pasar_fix/node_modules/.bun/@parcel+watcher@2.5.6/node_modules/@parcel/watcher/wrapper.js</a:t>
            </a:r>
          </a:p>
          <a:p>
            <a:pPr>
              <a:defRPr sz="1200"/>
            </a:pPr>
            <a:r>
              <a:t>D:/pasar_fix/node_modules/.bun/@parcel+watcher@2.5.6/node_modules/@parcel/watcher/scripts/build-from-source.js</a:t>
            </a:r>
          </a:p>
          <a:p>
            <a:pPr>
              <a:defRPr sz="1200"/>
            </a:pPr>
            <a:r>
              <a:t>D:/pasar_fix/node_modules/.bun/@parcel+watcher@2.5.6/node_modules/@parcel/watcher/src/Backend.cc</a:t>
            </a:r>
          </a:p>
          <a:p>
            <a:pPr>
              <a:defRPr sz="1200"/>
            </a:pPr>
            <a:r>
              <a:t>D:/pasar_fix/node_modules/.bun/@parcel+watcher@2.5.6/node_modules/@parcel/watcher/src/Backend.hh</a:t>
            </a:r>
          </a:p>
          <a:p>
            <a:pPr>
              <a:defRPr sz="1200"/>
            </a:pPr>
            <a:r>
              <a:t>D:/pasar_fix/node_modules/.bun/@parcel+watcher@2.5.6/node_modules/@parcel/watcher/src/binding.cc</a:t>
            </a:r>
          </a:p>
          <a:p>
            <a:pPr>
              <a:defRPr sz="1200"/>
            </a:pPr>
            <a:r>
              <a:t>D:/pasar_fix/node_modules/.bun/@parcel+watcher@2.5.6/node_modules/@parcel/watcher/src/Debounce.cc</a:t>
            </a:r>
          </a:p>
          <a:p>
            <a:pPr>
              <a:defRPr sz="1200"/>
            </a:pPr>
            <a:r>
              <a:t>D:/pasar_fix/node_modules/.bun/@parcel+watcher@2.5.6/node_modules/@parcel/watcher/src/Debounce.hh</a:t>
            </a:r>
          </a:p>
          <a:p>
            <a:pPr>
              <a:defRPr sz="1200"/>
            </a:pPr>
            <a:r>
              <a:t>D:/pasar_fix/node_modules/.bun/@parcel+watcher@2.5.6/node_modules/@parcel/watcher/src/DirTree.cc</a:t>
            </a:r>
          </a:p>
          <a:p>
            <a:pPr>
              <a:defRPr sz="1200"/>
            </a:pPr>
            <a:r>
              <a:t>D:/pasar_fix/node_modules/.bun/@parcel+watcher@2.5.6/node_modules/@parcel/watcher/src/DirTree.hh</a:t>
            </a:r>
          </a:p>
          <a:p>
            <a:pPr>
              <a:defRPr sz="1200"/>
            </a:pPr>
            <a:r>
              <a:t>D:/pasar_fix/node_modules/.bun/@parcel+watcher@2.5.6/node_modules/@parcel/watcher/src/Event.hh</a:t>
            </a:r>
          </a:p>
          <a:p>
            <a:pPr>
              <a:defRPr sz="1200"/>
            </a:pPr>
            <a:r>
              <a:t>D:/pasar_fix/node_modules/.bun/@parcel+watcher@2.5.6/node_modules/@parcel/watcher/src/Glob.cc</a:t>
            </a:r>
          </a:p>
          <a:p>
            <a:pPr>
              <a:defRPr sz="1200"/>
            </a:pPr>
            <a:r>
              <a:t>D:/pasar_fix/node_modules/.bun/@parcel+watcher@2.5.6/node_modules/@parcel/watcher/src/Glob.hh</a:t>
            </a:r>
          </a:p>
          <a:p>
            <a:pPr>
              <a:defRPr sz="1200"/>
            </a:pPr>
            <a:r>
              <a:t>D:/pasar_fix/node_modules/.bun/@parcel+watcher@2.5.6/node_modules/@parcel/watcher/src/PromiseRunner.hh</a:t>
            </a:r>
          </a:p>
          <a:p>
            <a:pPr>
              <a:defRPr sz="1200"/>
            </a:pPr>
            <a:r>
              <a:t>D:/pasar_fix/node_modules/.bun/@parcel+watcher@2.5.6/node_modules/@parcel/watcher/src/Signal.hh</a:t>
            </a:r>
          </a:p>
          <a:p>
            <a:pPr>
              <a:defRPr sz="1200"/>
            </a:pPr>
            <a:r>
              <a:t>D:/pasar_fix/node_modules/.bun/@parcel+watcher@2.5.6/node_modules/@parcel/watcher/src/Watcher.cc</a:t>
            </a:r>
          </a:p>
          <a:p>
            <a:pPr>
              <a:defRPr sz="1200"/>
            </a:pPr>
            <a:r>
              <a:t>D:/pasar_fix/node_modules/.bun/@parcel+watcher@2.5.6/node_modules/@parcel/watcher/src/Watcher.hh</a:t>
            </a:r>
          </a:p>
          <a:p>
            <a:pPr>
              <a:defRPr sz="1200"/>
            </a:pPr>
            <a:r>
              <a:t>D:/pasar_fix/node_modules/.bun/@parcel+watcher@2.5.6/node_modules/@parcel/watcher/src/kqueue/KqueueBackend.cc</a:t>
            </a:r>
          </a:p>
          <a:p>
            <a:pPr>
              <a:defRPr sz="1200"/>
            </a:pPr>
            <a:r>
              <a:t>D:/pasar_fix/node_modules/.bun/@parcel+watcher@2.5.6/node_modules/@parcel/watcher/src/kqueue/KqueueBackend.hh</a:t>
            </a:r>
          </a:p>
          <a:p>
            <a:pPr>
              <a:defRPr sz="1200"/>
            </a:pPr>
            <a:r>
              <a:t>D:/pasar_fix/node_modules/.bun/@parcel+watcher@2.5.6/node_modules/@parcel/watcher/src/linux/InotifyBackend.cc</a:t>
            </a:r>
          </a:p>
          <a:p>
            <a:pPr>
              <a:defRPr sz="1200"/>
            </a:pPr>
            <a:r>
              <a:t>D:/pasar_fix/node_modules/.bun/@parcel+watcher@2.5.6/node_modules/@parcel/watcher/src/linux/InotifyBackend.hh</a:t>
            </a:r>
          </a:p>
          <a:p>
            <a:pPr>
              <a:defRPr sz="1200"/>
            </a:pPr>
            <a:r>
              <a:t>D:/pasar_fix/node_modules/.bun/@parcel+watcher@2.5.6/node_modules/@parcel/watcher/src/macos/FSEventsBackend.cc</a:t>
            </a:r>
          </a:p>
          <a:p>
            <a:pPr>
              <a:defRPr sz="1200"/>
            </a:pPr>
            <a:r>
              <a:t>D:/pasar_fix/node_modules/.bun/@parcel+watcher@2.5.6/node_modules/@parcel/watcher/src/macos/FSEventsBackend.hh</a:t>
            </a:r>
          </a:p>
          <a:p>
            <a:pPr>
              <a:defRPr sz="1200"/>
            </a:pPr>
            <a:r>
              <a:t>D:/pasar_fix/node_modules/.bun/@parcel+watcher@2.5.6/node_modules/@parcel/watcher/src/shared/BruteForceBackend.cc</a:t>
            </a:r>
          </a:p>
          <a:p>
            <a:pPr>
              <a:defRPr sz="1200"/>
            </a:pPr>
            <a:r>
              <a:t>D:/pasar_fix/node_modules/.bun/@parcel+watcher@2.5.6/node_modules/@parcel/watcher/src/shared/BruteForceBackend.hh</a:t>
            </a:r>
          </a:p>
          <a:p>
            <a:pPr>
              <a:defRPr sz="1200"/>
            </a:pPr>
            <a:r>
              <a:t>D:/pasar_fix/node_modules/.bun/@parcel+watcher@2.5.6/node_modules/@parcel/watcher/src/unix/fts.cc</a:t>
            </a:r>
          </a:p>
          <a:p>
            <a:pPr>
              <a:defRPr sz="1200"/>
            </a:pPr>
            <a:r>
              <a:t>D:/pasar_fix/node_modules/.bun/@parcel+watcher@2.5.6/node_modules/@parcel/watcher/src/unix/legacy.cc</a:t>
            </a:r>
          </a:p>
          <a:p>
            <a:pPr>
              <a:defRPr sz="1200"/>
            </a:pPr>
            <a:r>
              <a:t>D:/pasar_fix/node_modules/.bun/@parcel+watcher@2.5.6/node_modules/@parcel/watcher/src/wasm/include.h</a:t>
            </a:r>
          </a:p>
          <a:p>
            <a:pPr>
              <a:defRPr sz="1200"/>
            </a:pPr>
            <a:r>
              <a:t>D:/pasar_fix/node_modules/.bun/@parcel+watcher@2.5.6/node_modules/@parcel/watcher/src/wasm/WasmBackend.cc</a:t>
            </a:r>
          </a:p>
          <a:p>
            <a:pPr>
              <a:defRPr sz="1200"/>
            </a:pPr>
            <a:r>
              <a:t>D:/pasar_fix/node_modules/.bun/@parcel+watcher@2.5.6/node_modules/@parcel/watcher/src/wasm/WasmBackend.hh</a:t>
            </a:r>
          </a:p>
          <a:p>
            <a:pPr>
              <a:defRPr sz="1200"/>
            </a:pPr>
            <a:r>
              <a:t>D:/pasar_fix/node_modules/.bun/@parcel+watcher@2.5.6/node_modules/@parcel/watcher/src/watchman/BSER.cc</a:t>
            </a:r>
          </a:p>
          <a:p>
            <a:pPr>
              <a:defRPr sz="1200"/>
            </a:pPr>
            <a:r>
              <a:t>D:/pasar_fix/node_modules/.bun/@parcel+watcher@2.5.6/node_modules/@parcel/watcher/src/watchman/BSER.hh</a:t>
            </a:r>
          </a:p>
          <a:p>
            <a:pPr>
              <a:defRPr sz="1200"/>
            </a:pPr>
            <a:r>
              <a:t>D:/pasar_fix/node_modules/.bun/@parcel+watcher@2.5.6/node_modules/@parcel/watcher/src/watchman/IPC.hh</a:t>
            </a:r>
          </a:p>
          <a:p>
            <a:pPr>
              <a:defRPr sz="1200"/>
            </a:pPr>
            <a:r>
              <a:t>D:/pasar_fix/node_modules/.bun/@parcel+watcher@2.5.6/node_modules/@parcel/watcher/src/watchman/WatchmanBackend.cc</a:t>
            </a:r>
          </a:p>
          <a:p>
            <a:pPr>
              <a:defRPr sz="1200"/>
            </a:pPr>
            <a:r>
              <a:t>D:/pasar_fix/node_modules/.bun/@parcel+watcher@2.5.6/node_modules/@parcel/watcher/src/watchman/WatchmanBackend.hh</a:t>
            </a:r>
          </a:p>
          <a:p>
            <a:pPr>
              <a:defRPr sz="1200"/>
            </a:pPr>
            <a:r>
              <a:t>D:/pasar_fix/node_modules/.bun/@parcel+watcher@2.5.6/node_modules/@parcel/watcher/src/windows/WindowsBackend.cc</a:t>
            </a:r>
          </a:p>
          <a:p>
            <a:pPr>
              <a:defRPr sz="1200"/>
            </a:pPr>
            <a:r>
              <a:t>D:/pasar_fix/node_modules/.bun/@parcel+watcher@2.5.6/node_modules/@parcel/watcher/src/windows/WindowsBackend.hh</a:t>
            </a:r>
          </a:p>
          <a:p>
            <a:pPr>
              <a:defRPr sz="1200"/>
            </a:pPr>
            <a:r>
              <a:t>D:/pasar_fix/node_modules/.bun/@parcel+watcher@2.5.6/node_modules/@parcel/watcher/src/windows/win_utils.cc</a:t>
            </a:r>
          </a:p>
          <a:p>
            <a:pPr>
              <a:defRPr sz="1200"/>
            </a:pPr>
            <a:r>
              <a:t>D:/pasar_fix/node_modules/.bun/@parcel+watcher@2.5.6/node_modules/@parcel/watcher/src/windows/win_utils.hh</a:t>
            </a:r>
          </a:p>
          <a:p>
            <a:pPr>
              <a:defRPr sz="1200"/>
            </a:pPr>
            <a:r>
              <a:t>D:/pasar_fix/node_modules/.bun/@peculiar+asn1-android@2.7.0/node_modules/@peculiar/asn1-android/LICENSE</a:t>
            </a:r>
          </a:p>
          <a:p>
            <a:pPr>
              <a:defRPr sz="1200"/>
            </a:pPr>
            <a:r>
              <a:t>D:/pasar_fix/node_modules/.bun/@peculiar+asn1-android@2.7.0/node_modules/@peculiar/asn1-android/package.json</a:t>
            </a:r>
          </a:p>
          <a:p>
            <a:pPr>
              <a:defRPr sz="1200"/>
            </a:pPr>
            <a:r>
              <a:t>D:/pasar_fix/node_modules/.bun/@peculiar+asn1-android@2.7.0/node_modules/@peculiar/asn1-android/README.md</a:t>
            </a:r>
          </a:p>
          <a:p>
            <a:pPr>
              <a:defRPr sz="1200"/>
            </a:pPr>
            <a:r>
              <a:t>D:/pasar_fix/node_modules/.bun/@peculiar+asn1-android@2.7.0/node_modules/@peculiar/asn1-android/build/cjs/attestation.js</a:t>
            </a:r>
          </a:p>
          <a:p>
            <a:pPr>
              <a:defRPr sz="1200"/>
            </a:pPr>
            <a:r>
              <a:t>D:/pasar_fix/node_modules/.bun/@peculiar+asn1-android@2.7.0/node_modules/@peculiar/asn1-android/build/cjs/index.js</a:t>
            </a:r>
          </a:p>
          <a:p>
            <a:pPr>
              <a:defRPr sz="1200"/>
            </a:pPr>
            <a:r>
              <a:t>D:/pasar_fix/node_modules/.bun/@peculiar+asn1-android@2.7.0/node_modules/@peculiar/asn1-android/build/cjs/key_description.js</a:t>
            </a:r>
          </a:p>
          <a:p>
            <a:pPr>
              <a:defRPr sz="1200"/>
            </a:pPr>
            <a:r>
              <a:t>D:/pasar_fix/node_modules/.bun/@peculiar+asn1-android@2.7.0/node_modules/@peculiar/asn1-android/build/cjs/nonstandard.js</a:t>
            </a:r>
          </a:p>
          <a:p>
            <a:pPr>
              <a:defRPr sz="1200"/>
            </a:pPr>
            <a:r>
              <a:t>D:/pasar_fix/node_modules/.bun/@peculiar+asn1-android@2.7.0/node_modules/@peculiar/asn1-android/build/es2015/attestation.js</a:t>
            </a:r>
          </a:p>
          <a:p>
            <a:pPr>
              <a:defRPr sz="1200"/>
            </a:pPr>
            <a:r>
              <a:t>D:/pasar_fix/node_modules/.bun/@peculiar+asn1-android@2.7.0/node_modules/@peculiar/asn1-android/build/es2015/index.js</a:t>
            </a:r>
          </a:p>
          <a:p>
            <a:pPr>
              <a:defRPr sz="1200"/>
            </a:pPr>
            <a:r>
              <a:t>D:/pasar_fix/node_modules/.bun/@peculiar+asn1-android@2.7.0/node_modules/@peculiar/asn1-android/build/es2015/key_description.js</a:t>
            </a:r>
          </a:p>
          <a:p>
            <a:pPr>
              <a:defRPr sz="1200"/>
            </a:pPr>
            <a:r>
              <a:t>D:/pasar_fix/node_modules/.bun/@peculiar+asn1-android@2.7.0/node_modules/@peculiar/asn1-android/build/es2015/nonstandard.js</a:t>
            </a:r>
          </a:p>
          <a:p>
            <a:pPr>
              <a:defRPr sz="1200"/>
            </a:pPr>
            <a:r>
              <a:t>D:/pasar_fix/node_modules/.bun/@peculiar+asn1-android@2.7.0/node_modules/@peculiar/asn1-android/build/es2015/package.json</a:t>
            </a:r>
          </a:p>
          <a:p>
            <a:pPr>
              <a:defRPr sz="1200"/>
            </a:pPr>
            <a:r>
              <a:t>D:/pasar_fix/node_modules/.bun/@peculiar+asn1-android@2.7.0/node_modules/@peculiar/asn1-android/build/types/attestation.d.ts</a:t>
            </a:r>
          </a:p>
          <a:p>
            <a:pPr>
              <a:defRPr sz="1200"/>
            </a:pPr>
            <a:r>
              <a:t>D:/pasar_fix/node_modules/.bun/@peculiar+asn1-android@2.7.0/node_modules/@peculiar/asn1-android/build/types/index.d.ts</a:t>
            </a:r>
          </a:p>
          <a:p>
            <a:pPr>
              <a:defRPr sz="1200"/>
            </a:pPr>
            <a:r>
              <a:t>D:/pasar_fix/node_modules/.bun/@peculiar+asn1-android@2.7.0/node_modules/@peculiar/asn1-android/build/types/key_description.d.ts</a:t>
            </a:r>
          </a:p>
          <a:p>
            <a:pPr>
              <a:defRPr sz="1200"/>
            </a:pPr>
            <a:r>
              <a:t>D:/pasar_fix/node_modules/.bun/@peculiar+asn1-android@2.7.0/node_modules/@peculiar/asn1-android/build/types/nonstandard.d.ts</a:t>
            </a:r>
          </a:p>
          <a:p>
            <a:pPr>
              <a:defRPr sz="1200"/>
            </a:pPr>
            <a:r>
              <a:t>D:/pasar_fix/node_modules/.bun/@peculiar+asn1-cms@2.7.0/node_modules/@peculiar/asn1-cms/LICENSE</a:t>
            </a:r>
          </a:p>
          <a:p>
            <a:pPr>
              <a:defRPr sz="1200"/>
            </a:pPr>
            <a:r>
              <a:t>D:/pasar_fix/node_modules/.bun/@peculiar+asn1-cms@2.7.0/node_modules/@peculiar/asn1-cms/package.json</a:t>
            </a:r>
          </a:p>
          <a:p>
            <a:pPr>
              <a:defRPr sz="1200"/>
            </a:pPr>
            <a:r>
              <a:t>D:/pasar_fix/node_modules/.bun/@peculiar+asn1-cms@2.7.0/node_modules/@peculiar/asn1-cms/README.md</a:t>
            </a:r>
          </a:p>
          <a:p>
            <a:pPr>
              <a:defRPr sz="1200"/>
            </a:pPr>
            <a:r>
              <a:t>D:/pasar_fix/node_modules/.bun/@peculiar+asn1-cms@2.7.0/node_modules/@peculiar/asn1-cms/build/cjs/attribute.js</a:t>
            </a:r>
          </a:p>
          <a:p>
            <a:pPr>
              <a:defRPr sz="1200"/>
            </a:pPr>
            <a:r>
              <a:t>D:/pasar_fix/node_modules/.bun/@peculiar+asn1-cms@2.7.0/node_modules/@peculiar/asn1-cms/build/cjs/certificate_choices.js</a:t>
            </a:r>
          </a:p>
          <a:p>
            <a:pPr>
              <a:defRPr sz="1200"/>
            </a:pPr>
            <a:r>
              <a:t>D:/pasar_fix/node_modules/.bun/@peculiar+asn1-cms@2.7.0/node_modules/@peculiar/asn1-cms/build/cjs/content_info.js</a:t>
            </a:r>
          </a:p>
          <a:p>
            <a:pPr>
              <a:defRPr sz="1200"/>
            </a:pPr>
            <a:r>
              <a:t>D:/pasar_fix/node_modules/.bun/@peculiar+asn1-cms@2.7.0/node_modules/@peculiar/asn1-cms/build/cjs/encapsulated_content_info.js</a:t>
            </a:r>
          </a:p>
          <a:p>
            <a:pPr>
              <a:defRPr sz="1200"/>
            </a:pPr>
            <a:r>
              <a:t>D:/pasar_fix/node_modules/.bun/@peculiar+asn1-cms@2.7.0/node_modules/@peculiar/asn1-cms/build/cjs/encrypted_content_info.js</a:t>
            </a:r>
          </a:p>
          <a:p>
            <a:pPr>
              <a:defRPr sz="1200"/>
            </a:pPr>
            <a:r>
              <a:t>D:/pasar_fix/node_modules/.bun/@peculiar+asn1-cms@2.7.0/node_modules/@peculiar/asn1-cms/build/cjs/enveloped_data.js</a:t>
            </a:r>
          </a:p>
          <a:p>
            <a:pPr>
              <a:defRPr sz="1200"/>
            </a:pPr>
            <a:r>
              <a:t>D:/pasar_fix/node_modules/.bun/@peculiar+asn1-cms@2.7.0/node_modules/@peculiar/asn1-cms/build/cjs/index.js</a:t>
            </a:r>
          </a:p>
          <a:p>
            <a:pPr>
              <a:defRPr sz="1200"/>
            </a:pPr>
            <a:r>
              <a:t>D:/pasar_fix/node_modules/.bun/@peculiar+asn1-cms@2.7.0/node_modules/@peculiar/asn1-cms/build/cjs/issuer_and_serial_number.js</a:t>
            </a:r>
          </a:p>
          <a:p>
            <a:pPr>
              <a:defRPr sz="1200"/>
            </a:pPr>
            <a:r>
              <a:t>D:/pasar_fix/node_modules/.bun/@peculiar+asn1-cms@2.7.0/node_modules/@peculiar/asn1-cms/build/cjs/kek_recipient_info.js</a:t>
            </a:r>
          </a:p>
          <a:p>
            <a:pPr>
              <a:defRPr sz="1200"/>
            </a:pPr>
            <a:r>
              <a:t>D:/pasar_fix/node_modules/.bun/@peculiar+asn1-cms@2.7.0/node_modules/@peculiar/asn1-cms/build/cjs/key_agree_recipient_info.js</a:t>
            </a:r>
          </a:p>
          <a:p>
            <a:pPr>
              <a:defRPr sz="1200"/>
            </a:pPr>
            <a:r>
              <a:t>D:/pasar_fix/node_modules/.bun/@peculiar+asn1-cms@2.7.0/node_modules/@peculiar/asn1-cms/build/cjs/key_trans_recipient_info.js</a:t>
            </a:r>
          </a:p>
          <a:p>
            <a:pPr>
              <a:defRPr sz="1200"/>
            </a:pPr>
            <a:r>
              <a:t>D:/pasar_fix/node_modules/.bun/@peculiar+asn1-cms@2.7.0/node_modules/@peculiar/asn1-cms/build/cjs/object_identifiers.js</a:t>
            </a:r>
          </a:p>
          <a:p>
            <a:pPr>
              <a:defRPr sz="1200"/>
            </a:pPr>
            <a:r>
              <a:t>D:/pasar_fix/node_modules/.bun/@peculiar+asn1-cms@2.7.0/node_modules/@peculiar/asn1-cms/build/cjs/originator_info.js</a:t>
            </a:r>
          </a:p>
          <a:p>
            <a:pPr>
              <a:defRPr sz="1200"/>
            </a:pPr>
            <a:r>
              <a:t>D:/pasar_fix/node_modules/.bun/@peculiar+asn1-cms@2.7.0/node_modules/@peculiar/asn1-cms/build/cjs/other_key_attribute.js</a:t>
            </a:r>
          </a:p>
          <a:p>
            <a:pPr>
              <a:defRPr sz="1200"/>
            </a:pPr>
            <a:r>
              <a:t>D:/pasar_fix/node_modules/.bun/@peculiar+asn1-cms@2.7.0/node_modules/@peculiar/asn1-cms/build/cjs/password_recipient_info.js</a:t>
            </a:r>
          </a:p>
          <a:p>
            <a:pPr>
              <a:defRPr sz="1200"/>
            </a:pPr>
            <a:r>
              <a:t>D:/pasar_fix/node_modules/.bun/@peculiar+asn1-cms@2.7.0/node_modules/@peculiar/asn1-cms/build/cjs/recipient_info.js</a:t>
            </a:r>
          </a:p>
          <a:p>
            <a:pPr>
              <a:defRPr sz="1200"/>
            </a:pPr>
            <a:r>
              <a:t>D:/pasar_fix/node_modules/.bun/@peculiar+asn1-cms@2.7.0/node_modules/@peculiar/asn1-cms/build/cjs/recipient_infos.js</a:t>
            </a:r>
          </a:p>
          <a:p>
            <a:pPr>
              <a:defRPr sz="1200"/>
            </a:pPr>
            <a:r>
              <a:t>D:/pasar_fix/node_modules/.bun/@peculiar+asn1-cms@2.7.0/node_modules/@peculiar/asn1-cms/build/cjs/revocation_info_choice.js</a:t>
            </a:r>
          </a:p>
          <a:p>
            <a:pPr>
              <a:defRPr sz="1200"/>
            </a:pPr>
            <a:r>
              <a:t>D:/pasar_fix/node_modules/.bun/@peculiar+asn1-cms@2.7.0/node_modules/@peculiar/asn1-cms/build/cjs/signed_data.js</a:t>
            </a:r>
          </a:p>
          <a:p>
            <a:pPr>
              <a:defRPr sz="1200"/>
            </a:pPr>
            <a:r>
              <a:t>D:/pasar_fix/node_modules/.bun/@peculiar+asn1-cms@2.7.0/node_modules/@peculiar/asn1-cms/build/cjs/signer_identifier.js</a:t>
            </a:r>
          </a:p>
          <a:p>
            <a:pPr>
              <a:defRPr sz="1200"/>
            </a:pPr>
            <a:r>
              <a:t>D:/pasar_fix/node_modules/.bun/@peculiar+asn1-cms@2.7.0/node_modules/@peculiar/asn1-cms/build/cjs/signer_info.js</a:t>
            </a:r>
          </a:p>
          <a:p>
            <a:pPr>
              <a:defRPr sz="1200"/>
            </a:pPr>
            <a:r>
              <a:t>D:/pasar_fix/node_modules/.bun/@peculiar+asn1-cms@2.7.0/node_modules/@peculiar/asn1-cms/build/cjs/types.js</a:t>
            </a:r>
          </a:p>
          <a:p>
            <a:pPr>
              <a:defRPr sz="1200"/>
            </a:pPr>
            <a:r>
              <a:t>D:/pasar_fix/node_modules/.bun/@peculiar+asn1-cms@2.7.0/node_modules/@peculiar/asn1-cms/build/cjs/attributes/counter_signature.js</a:t>
            </a:r>
          </a:p>
          <a:p>
            <a:pPr>
              <a:defRPr sz="1200"/>
            </a:pPr>
            <a:r>
              <a:t>D:/pasar_fix/node_modules/.bun/@peculiar+asn1-cms@2.7.0/node_modules/@peculiar/asn1-cms/build/cjs/attributes/index.js</a:t>
            </a:r>
          </a:p>
          <a:p>
            <a:pPr>
              <a:defRPr sz="1200"/>
            </a:pPr>
            <a:r>
              <a:t>D:/pasar_fix/node_modules/.bun/@peculiar+asn1-cms@2.7.0/node_modules/@peculiar/asn1-cms/build/cjs/attributes/message_digest.js</a:t>
            </a:r>
          </a:p>
          <a:p>
            <a:pPr>
              <a:defRPr sz="1200"/>
            </a:pPr>
            <a:r>
              <a:t>D:/pasar_fix/node_modules/.bun/@peculiar+asn1-cms@2.7.0/node_modules/@peculiar/asn1-cms/build/cjs/attributes/signing_time.js</a:t>
            </a:r>
          </a:p>
          <a:p>
            <a:pPr>
              <a:defRPr sz="1200"/>
            </a:pPr>
            <a:r>
              <a:t>D:/pasar_fix/node_modules/.bun/@peculiar+asn1-cms@2.7.0/node_modules/@peculiar/asn1-cms/build/es2015/attribute.js</a:t>
            </a:r>
          </a:p>
          <a:p>
            <a:pPr>
              <a:defRPr sz="1200"/>
            </a:pPr>
            <a:r>
              <a:t>D:/pasar_fix/node_modules/.bun/@peculiar+asn1-cms@2.7.0/node_modules/@peculiar/asn1-cms/build/es2015/certificate_choices.js</a:t>
            </a:r>
          </a:p>
          <a:p>
            <a:pPr>
              <a:defRPr sz="1200"/>
            </a:pPr>
            <a:r>
              <a:t>D:/pasar_fix/node_modules/.bun/@peculiar+asn1-cms@2.7.0/node_modules/@peculiar/asn1-cms/build/es2015/content_info.js</a:t>
            </a:r>
          </a:p>
          <a:p>
            <a:pPr>
              <a:defRPr sz="1200"/>
            </a:pPr>
            <a:r>
              <a:t>D:/pasar_fix/node_modules/.bun/@peculiar+asn1-cms@2.7.0/node_modules/@peculiar/asn1-cms/build/es2015/encapsulated_content_info.js</a:t>
            </a:r>
          </a:p>
          <a:p>
            <a:pPr>
              <a:defRPr sz="1200"/>
            </a:pPr>
            <a:r>
              <a:t>D:/pasar_fix/node_modules/.bun/@peculiar+asn1-cms@2.7.0/node_modules/@peculiar/asn1-cms/build/es2015/encrypted_content_info.js</a:t>
            </a:r>
          </a:p>
          <a:p>
            <a:pPr>
              <a:defRPr sz="1200"/>
            </a:pPr>
            <a:r>
              <a:t>D:/pasar_fix/node_modules/.bun/@peculiar+asn1-cms@2.7.0/node_modules/@peculiar/asn1-cms/build/es2015/enveloped_data.js</a:t>
            </a:r>
          </a:p>
          <a:p>
            <a:pPr>
              <a:defRPr sz="1200"/>
            </a:pPr>
            <a:r>
              <a:t>D:/pasar_fix/node_modules/.bun/@peculiar+asn1-cms@2.7.0/node_modules/@peculiar/asn1-cms/build/es2015/index.js</a:t>
            </a:r>
          </a:p>
          <a:p>
            <a:pPr>
              <a:defRPr sz="1200"/>
            </a:pPr>
            <a:r>
              <a:t>D:/pasar_fix/node_modules/.bun/@peculiar+asn1-cms@2.7.0/node_modules/@peculiar/asn1-cms/build/es2015/issuer_and_serial_number.js</a:t>
            </a:r>
          </a:p>
          <a:p>
            <a:pPr>
              <a:defRPr sz="1200"/>
            </a:pPr>
            <a:r>
              <a:t>D:/pasar_fix/node_modules/.bun/@peculiar+asn1-cms@2.7.0/node_modules/@peculiar/asn1-cms/build/es2015/kek_recipient_info.js</a:t>
            </a:r>
          </a:p>
          <a:p>
            <a:pPr>
              <a:defRPr sz="1200"/>
            </a:pPr>
            <a:r>
              <a:t>D:/pasar_fix/node_modules/.bun/@peculiar+asn1-cms@2.7.0/node_modules/@peculiar/asn1-cms/build/es2015/key_agree_recipient_info.js</a:t>
            </a:r>
          </a:p>
          <a:p>
            <a:pPr>
              <a:defRPr sz="1200"/>
            </a:pPr>
            <a:r>
              <a:t>D:/pasar_fix/node_modules/.bun/@peculiar+asn1-cms@2.7.0/node_modules/@peculiar/asn1-cms/build/es2015/key_trans_recipient_info.js</a:t>
            </a:r>
          </a:p>
          <a:p>
            <a:pPr>
              <a:defRPr sz="1200"/>
            </a:pPr>
            <a:r>
              <a:t>D:/pasar_fix/node_modules/.bun/@peculiar+asn1-cms@2.7.0/node_modules/@peculiar/asn1-cms/build/es2015/object_identifiers.js</a:t>
            </a:r>
          </a:p>
          <a:p>
            <a:pPr>
              <a:defRPr sz="1200"/>
            </a:pPr>
            <a:r>
              <a:t>D:/pasar_fix/node_modules/.bun/@peculiar+asn1-cms@2.7.0/node_modules/@peculiar/asn1-cms/build/es2015/originator_info.js</a:t>
            </a:r>
          </a:p>
          <a:p>
            <a:pPr>
              <a:defRPr sz="1200"/>
            </a:pPr>
            <a:r>
              <a:t>D:/pasar_fix/node_modules/.bun/@peculiar+asn1-cms@2.7.0/node_modules/@peculiar/asn1-cms/build/es2015/other_key_attribute.js</a:t>
            </a:r>
          </a:p>
          <a:p>
            <a:pPr>
              <a:defRPr sz="1200"/>
            </a:pPr>
            <a:r>
              <a:t>D:/pasar_fix/node_modules/.bun/@peculiar+asn1-cms@2.7.0/node_modules/@peculiar/asn1-cms/build/es2015/package.json</a:t>
            </a:r>
          </a:p>
          <a:p>
            <a:pPr>
              <a:defRPr sz="1200"/>
            </a:pPr>
            <a:r>
              <a:t>D:/pasar_fix/node_modules/.bun/@peculiar+asn1-cms@2.7.0/node_modules/@peculiar/asn1-cms/build/es2015/password_recipient_info.js</a:t>
            </a:r>
          </a:p>
          <a:p>
            <a:pPr>
              <a:defRPr sz="1200"/>
            </a:pPr>
            <a:r>
              <a:t>D:/pasar_fix/node_modules/.bun/@peculiar+asn1-cms@2.7.0/node_modules/@peculiar/asn1-cms/build/es2015/recipient_info.js</a:t>
            </a:r>
          </a:p>
          <a:p>
            <a:pPr>
              <a:defRPr sz="1200"/>
            </a:pPr>
            <a:r>
              <a:t>D:/pasar_fix/node_modules/.bun/@peculiar+asn1-cms@2.7.0/node_modules/@peculiar/asn1-cms/build/es2015/recipient_infos.js</a:t>
            </a:r>
          </a:p>
          <a:p>
            <a:pPr>
              <a:defRPr sz="1200"/>
            </a:pPr>
            <a:r>
              <a:t>D:/pasar_fix/node_modules/.bun/@peculiar+asn1-cms@2.7.0/node_modules/@peculiar/asn1-cms/build/es2015/revocation_info_choice.js</a:t>
            </a:r>
          </a:p>
          <a:p>
            <a:pPr>
              <a:defRPr sz="1200"/>
            </a:pPr>
            <a:r>
              <a:t>D:/pasar_fix/node_modules/.bun/@peculiar+asn1-cms@2.7.0/node_modules/@peculiar/asn1-cms/build/es2015/signed_data.js</a:t>
            </a:r>
          </a:p>
          <a:p>
            <a:pPr>
              <a:defRPr sz="1200"/>
            </a:pPr>
            <a:r>
              <a:t>D:/pasar_fix/node_modules/.bun/@peculiar+asn1-cms@2.7.0/node_modules/@peculiar/asn1-cms/build/es2015/signer_identifier.js</a:t>
            </a:r>
          </a:p>
          <a:p>
            <a:pPr>
              <a:defRPr sz="1200"/>
            </a:pPr>
            <a:r>
              <a:t>D:/pasar_fix/node_modules/.bun/@peculiar+asn1-cms@2.7.0/node_modules/@peculiar/asn1-cms/build/es2015/signer_info.js</a:t>
            </a:r>
          </a:p>
          <a:p>
            <a:pPr>
              <a:defRPr sz="1200"/>
            </a:pPr>
            <a:r>
              <a:t>D:/pasar_fix/node_modules/.bun/@peculiar+asn1-cms@2.7.0/node_modules/@peculiar/asn1-cms/build/es2015/types.js</a:t>
            </a:r>
          </a:p>
          <a:p>
            <a:pPr>
              <a:defRPr sz="1200"/>
            </a:pPr>
            <a:r>
              <a:t>D:/pasar_fix/node_modules/.bun/@peculiar+asn1-cms@2.7.0/node_modules/@peculiar/asn1-cms/build/es2015/attributes/counter_signature.js</a:t>
            </a:r>
          </a:p>
          <a:p>
            <a:pPr>
              <a:defRPr sz="1200"/>
            </a:pPr>
            <a:r>
              <a:t>D:/pasar_fix/node_modules/.bun/@peculiar+asn1-cms@2.7.0/node_modules/@peculiar/asn1-cms/build/es2015/attributes/index.js</a:t>
            </a:r>
          </a:p>
          <a:p>
            <a:pPr>
              <a:defRPr sz="1200"/>
            </a:pPr>
            <a:r>
              <a:t>D:/pasar_fix/node_modules/.bun/@peculiar+asn1-cms@2.7.0/node_modules/@peculiar/asn1-cms/build/es2015/attributes/message_digest.js</a:t>
            </a:r>
          </a:p>
          <a:p>
            <a:pPr>
              <a:defRPr sz="1200"/>
            </a:pPr>
            <a:r>
              <a:t>D:/pasar_fix/node_modules/.bun/@peculiar+asn1-cms@2.7.0/node_modules/@peculiar/asn1-cms/build/es2015/attributes/signing_time.js</a:t>
            </a:r>
          </a:p>
          <a:p>
            <a:pPr>
              <a:defRPr sz="1200"/>
            </a:pPr>
            <a:r>
              <a:t>D:/pasar_fix/node_modules/.bun/@peculiar+asn1-cms@2.7.0/node_modules/@peculiar/asn1-cms/build/types/attribute.d.ts</a:t>
            </a:r>
          </a:p>
          <a:p>
            <a:pPr>
              <a:defRPr sz="1200"/>
            </a:pPr>
            <a:r>
              <a:t>D:/pasar_fix/node_modules/.bun/@peculiar+asn1-cms@2.7.0/node_modules/@peculiar/asn1-cms/build/types/certificate_choices.d.ts</a:t>
            </a:r>
          </a:p>
          <a:p>
            <a:pPr>
              <a:defRPr sz="1200"/>
            </a:pPr>
            <a:r>
              <a:t>D:/pasar_fix/node_modules/.bun/@peculiar+asn1-cms@2.7.0/node_modules/@peculiar/asn1-cms/build/types/content_info.d.ts</a:t>
            </a:r>
          </a:p>
          <a:p>
            <a:pPr>
              <a:defRPr sz="1200"/>
            </a:pPr>
            <a:r>
              <a:t>D:/pasar_fix/node_modules/.bun/@peculiar+asn1-cms@2.7.0/node_modules/@peculiar/asn1-cms/build/types/encapsulated_content_info.d.ts</a:t>
            </a:r>
          </a:p>
          <a:p>
            <a:pPr>
              <a:defRPr sz="1200"/>
            </a:pPr>
            <a:r>
              <a:t>D:/pasar_fix/node_modules/.bun/@peculiar+asn1-cms@2.7.0/node_modules/@peculiar/asn1-cms/build/types/encrypted_content_info.d.ts</a:t>
            </a:r>
          </a:p>
          <a:p>
            <a:pPr>
              <a:defRPr sz="1200"/>
            </a:pPr>
            <a:r>
              <a:t>D:/pasar_fix/node_modules/.bun/@peculiar+asn1-cms@2.7.0/node_modules/@peculiar/asn1-cms/build/types/enveloped_data.d.ts</a:t>
            </a:r>
          </a:p>
          <a:p>
            <a:pPr>
              <a:defRPr sz="1200"/>
            </a:pPr>
            <a:r>
              <a:t>D:/pasar_fix/node_modules/.bun/@peculiar+asn1-cms@2.7.0/node_modules/@peculiar/asn1-cms/build/types/index.d.ts</a:t>
            </a:r>
          </a:p>
          <a:p>
            <a:pPr>
              <a:defRPr sz="1200"/>
            </a:pPr>
            <a:r>
              <a:t>D:/pasar_fix/node_modules/.bun/@peculiar+asn1-cms@2.7.0/node_modules/@peculiar/asn1-cms/build/types/issuer_and_serial_number.d.ts</a:t>
            </a:r>
          </a:p>
          <a:p>
            <a:pPr>
              <a:defRPr sz="1200"/>
            </a:pPr>
            <a:r>
              <a:t>D:/pasar_fix/node_modules/.bun/@peculiar+asn1-cms@2.7.0/node_modules/@peculiar/asn1-cms/build/types/kek_recipient_info.d.ts</a:t>
            </a:r>
          </a:p>
          <a:p>
            <a:pPr>
              <a:defRPr sz="1200"/>
            </a:pPr>
            <a:r>
              <a:t>D:/pasar_fix/node_modules/.bun/@peculiar+asn1-cms@2.7.0/node_modules/@peculiar/asn1-cms/build/types/key_agree_recipient_info.d.ts</a:t>
            </a:r>
          </a:p>
          <a:p>
            <a:pPr>
              <a:defRPr sz="1200"/>
            </a:pPr>
            <a:r>
              <a:t>D:/pasar_fix/node_modules/.bun/@peculiar+asn1-cms@2.7.0/node_modules/@peculiar/asn1-cms/build/types/key_trans_recipient_info.d.ts</a:t>
            </a:r>
          </a:p>
          <a:p>
            <a:pPr>
              <a:defRPr sz="1200"/>
            </a:pPr>
            <a:r>
              <a:t>D:/pasar_fix/node_modules/.bun/@peculiar+asn1-cms@2.7.0/node_modules/@peculiar/asn1-cms/build/types/object_identifiers.d.ts</a:t>
            </a:r>
          </a:p>
          <a:p>
            <a:pPr>
              <a:defRPr sz="1200"/>
            </a:pPr>
            <a:r>
              <a:t>D:/pasar_fix/node_modules/.bun/@peculiar+asn1-cms@2.7.0/node_modules/@peculiar/asn1-cms/build/types/originator_info.d.ts</a:t>
            </a:r>
          </a:p>
          <a:p>
            <a:pPr>
              <a:defRPr sz="1200"/>
            </a:pPr>
            <a:r>
              <a:t>D:/pasar_fix/node_modules/.bun/@peculiar+asn1-cms@2.7.0/node_modules/@peculiar/asn1-cms/build/types/other_key_attribute.d.ts</a:t>
            </a:r>
          </a:p>
          <a:p>
            <a:pPr>
              <a:defRPr sz="1200"/>
            </a:pPr>
            <a:r>
              <a:t>D:/pasar_fix/node_modules/.bun/@peculiar+asn1-cms@2.7.0/node_modules/@peculiar/asn1-cms/build/types/password_recipient_info.d.ts</a:t>
            </a:r>
          </a:p>
          <a:p>
            <a:pPr>
              <a:defRPr sz="1200"/>
            </a:pPr>
            <a:r>
              <a:t>D:/pasar_fix/node_modules/.bun/@peculiar+asn1-cms@2.7.0/node_modules/@peculiar/asn1-cms/build/types/recipient_info.d.ts</a:t>
            </a:r>
          </a:p>
          <a:p>
            <a:pPr>
              <a:defRPr sz="1200"/>
            </a:pPr>
            <a:r>
              <a:t>D:/pasar_fix/node_modules/.bun/@peculiar+asn1-cms@2.7.0/node_modules/@peculiar/asn1-cms/build/types/recipient_infos.d.ts</a:t>
            </a:r>
          </a:p>
          <a:p>
            <a:pPr>
              <a:defRPr sz="1200"/>
            </a:pPr>
            <a:r>
              <a:t>D:/pasar_fix/node_modules/.bun/@peculiar+asn1-cms@2.7.0/node_modules/@peculiar/asn1-cms/build/types/revocation_info_choice.d.ts</a:t>
            </a:r>
          </a:p>
          <a:p>
            <a:pPr>
              <a:defRPr sz="1200"/>
            </a:pPr>
            <a:r>
              <a:t>D:/pasar_fix/node_modules/.bun/@peculiar+asn1-cms@2.7.0/node_modules/@peculiar/asn1-cms/build/types/signed_data.d.ts</a:t>
            </a:r>
          </a:p>
          <a:p>
            <a:pPr>
              <a:defRPr sz="1200"/>
            </a:pPr>
            <a:r>
              <a:t>D:/pasar_fix/node_modules/.bun/@peculiar+asn1-cms@2.7.0/node_modules/@peculiar/asn1-cms/build/types/signer_identifier.d.ts</a:t>
            </a:r>
          </a:p>
          <a:p>
            <a:pPr>
              <a:defRPr sz="1200"/>
            </a:pPr>
            <a:r>
              <a:t>D:/pasar_fix/node_modules/.bun/@peculiar+asn1-cms@2.7.0/node_modules/@peculiar/asn1-cms/build/types/signer_info.d.ts</a:t>
            </a:r>
          </a:p>
          <a:p>
            <a:pPr>
              <a:defRPr sz="1200"/>
            </a:pPr>
            <a:r>
              <a:t>D:/pasar_fix/node_modules/.bun/@peculiar+asn1-cms@2.7.0/node_modules/@peculiar/asn1-cms/build/types/types.d.ts</a:t>
            </a:r>
          </a:p>
          <a:p>
            <a:pPr>
              <a:defRPr sz="1200"/>
            </a:pPr>
            <a:r>
              <a:t>D:/pasar_fix/node_modules/.bun/@peculiar+asn1-cms@2.7.0/node_modules/@peculiar/asn1-cms/build/types/attributes/counter_signature.d.ts</a:t>
            </a:r>
          </a:p>
          <a:p>
            <a:pPr>
              <a:defRPr sz="1200"/>
            </a:pPr>
            <a:r>
              <a:t>D:/pasar_fix/node_modules/.bun/@peculiar+asn1-cms@2.7.0/node_modules/@peculiar/asn1-cms/build/types/attributes/index.d.ts</a:t>
            </a:r>
          </a:p>
          <a:p>
            <a:pPr>
              <a:defRPr sz="1200"/>
            </a:pPr>
            <a:r>
              <a:t>D:/pasar_fix/node_modules/.bun/@peculiar+asn1-cms@2.7.0/node_modules/@peculiar/asn1-cms/build/types/attributes/message_digest.d.ts</a:t>
            </a:r>
          </a:p>
          <a:p>
            <a:pPr>
              <a:defRPr sz="1200"/>
            </a:pPr>
            <a:r>
              <a:t>D:/pasar_fix/node_modules/.bun/@peculiar+asn1-cms@2.7.0/node_modules/@peculiar/asn1-cms/build/types/attributes/signing_time.d.ts</a:t>
            </a:r>
          </a:p>
          <a:p>
            <a:pPr>
              <a:defRPr sz="1200"/>
            </a:pPr>
            <a:r>
              <a:t>D:/pasar_fix/node_modules/.bun/@peculiar+asn1-csr@2.7.0/node_modules/@peculiar/asn1-csr/LICENSE</a:t>
            </a:r>
          </a:p>
          <a:p>
            <a:pPr>
              <a:defRPr sz="1200"/>
            </a:pPr>
            <a:r>
              <a:t>D:/pasar_fix/node_modules/.bun/@peculiar+asn1-csr@2.7.0/node_modules/@peculiar/asn1-csr/package.json</a:t>
            </a:r>
          </a:p>
          <a:p>
            <a:pPr>
              <a:defRPr sz="1200"/>
            </a:pPr>
            <a:r>
              <a:t>D:/pasar_fix/node_modules/.bun/@peculiar+asn1-csr@2.7.0/node_modules/@peculiar/asn1-csr/README.md</a:t>
            </a:r>
          </a:p>
          <a:p>
            <a:pPr>
              <a:defRPr sz="1200"/>
            </a:pPr>
            <a:r>
              <a:t>D:/pasar_fix/node_modules/.bun/@peculiar+asn1-csr@2.7.0/node_modules/@peculiar/asn1-csr/build/cjs/attributes.js</a:t>
            </a:r>
          </a:p>
          <a:p>
            <a:pPr>
              <a:defRPr sz="1200"/>
            </a:pPr>
            <a:r>
              <a:t>D:/pasar_fix/node_modules/.bun/@peculiar+asn1-csr@2.7.0/node_modules/@peculiar/asn1-csr/build/cjs/certification_request.js</a:t>
            </a:r>
          </a:p>
          <a:p>
            <a:pPr>
              <a:defRPr sz="1200"/>
            </a:pPr>
            <a:r>
              <a:t>D:/pasar_fix/node_modules/.bun/@peculiar+asn1-csr@2.7.0/node_modules/@peculiar/asn1-csr/build/cjs/certification_request_info.js</a:t>
            </a:r>
          </a:p>
          <a:p>
            <a:pPr>
              <a:defRPr sz="1200"/>
            </a:pPr>
            <a:r>
              <a:t>D:/pasar_fix/node_modules/.bun/@peculiar+asn1-csr@2.7.0/node_modules/@peculiar/asn1-csr/build/cjs/index.js</a:t>
            </a:r>
          </a:p>
          <a:p>
            <a:pPr>
              <a:defRPr sz="1200"/>
            </a:pPr>
            <a:r>
              <a:t>D:/pasar_fix/node_modules/.bun/@peculiar+asn1-csr@2.7.0/node_modules/@peculiar/asn1-csr/build/es2015/attributes.js</a:t>
            </a:r>
          </a:p>
          <a:p>
            <a:pPr>
              <a:defRPr sz="1200"/>
            </a:pPr>
            <a:r>
              <a:t>D:/pasar_fix/node_modules/.bun/@peculiar+asn1-csr@2.7.0/node_modules/@peculiar/asn1-csr/build/es2015/certification_request.js</a:t>
            </a:r>
          </a:p>
          <a:p>
            <a:pPr>
              <a:defRPr sz="1200"/>
            </a:pPr>
            <a:r>
              <a:t>D:/pasar_fix/node_modules/.bun/@peculiar+asn1-csr@2.7.0/node_modules/@peculiar/asn1-csr/build/es2015/certification_request_info.js</a:t>
            </a:r>
          </a:p>
          <a:p>
            <a:pPr>
              <a:defRPr sz="1200"/>
            </a:pPr>
            <a:r>
              <a:t>D:/pasar_fix/node_modules/.bun/@peculiar+asn1-csr@2.7.0/node_modules/@peculiar/asn1-csr/build/es2015/index.js</a:t>
            </a:r>
          </a:p>
          <a:p>
            <a:pPr>
              <a:defRPr sz="1200"/>
            </a:pPr>
            <a:r>
              <a:t>D:/pasar_fix/node_modules/.bun/@peculiar+asn1-csr@2.7.0/node_modules/@peculiar/asn1-csr/build/es2015/package.json</a:t>
            </a:r>
          </a:p>
          <a:p>
            <a:pPr>
              <a:defRPr sz="1200"/>
            </a:pPr>
            <a:r>
              <a:t>D:/pasar_fix/node_modules/.bun/@peculiar+asn1-csr@2.7.0/node_modules/@peculiar/asn1-csr/build/types/attributes.d.ts</a:t>
            </a:r>
          </a:p>
          <a:p>
            <a:pPr>
              <a:defRPr sz="1200"/>
            </a:pPr>
            <a:r>
              <a:t>D:/pasar_fix/node_modules/.bun/@peculiar+asn1-csr@2.7.0/node_modules/@peculiar/asn1-csr/build/types/certification_request.d.ts</a:t>
            </a:r>
          </a:p>
          <a:p>
            <a:pPr>
              <a:defRPr sz="1200"/>
            </a:pPr>
            <a:r>
              <a:t>D:/pasar_fix/node_modules/.bun/@peculiar+asn1-csr@2.7.0/node_modules/@peculiar/asn1-csr/build/types/certification_request_info.d.ts</a:t>
            </a:r>
          </a:p>
          <a:p>
            <a:pPr>
              <a:defRPr sz="1200"/>
            </a:pPr>
            <a:r>
              <a:t>D:/pasar_fix/node_modules/.bun/@peculiar+asn1-csr@2.7.0/node_modules/@peculiar/asn1-csr/build/types/index.d.ts</a:t>
            </a:r>
          </a:p>
          <a:p>
            <a:pPr>
              <a:defRPr sz="1200"/>
            </a:pPr>
            <a:r>
              <a:t>D:/pasar_fix/node_modules/.bun/@peculiar+asn1-ecc@2.7.0/node_modules/@peculiar/asn1-ecc/LICENSE</a:t>
            </a:r>
          </a:p>
          <a:p>
            <a:pPr>
              <a:defRPr sz="1200"/>
            </a:pPr>
            <a:r>
              <a:t>D:/pasar_fix/node_modules/.bun/@peculiar+asn1-ecc@2.7.0/node_modules/@peculiar/asn1-ecc/package.json</a:t>
            </a:r>
          </a:p>
          <a:p>
            <a:pPr>
              <a:defRPr sz="1200"/>
            </a:pPr>
            <a:r>
              <a:t>D:/pasar_fix/node_modules/.bun/@peculiar+asn1-ecc@2.7.0/node_modules/@peculiar/asn1-ecc/README.md</a:t>
            </a:r>
          </a:p>
          <a:p>
            <a:pPr>
              <a:defRPr sz="1200"/>
            </a:pPr>
            <a:r>
              <a:t>D:/pasar_fix/node_modules/.bun/@peculiar+asn1-ecc@2.7.0/node_modules/@peculiar/asn1-ecc/build/cjs/algorithms.js</a:t>
            </a:r>
          </a:p>
          <a:p>
            <a:pPr>
              <a:defRPr sz="1200"/>
            </a:pPr>
            <a:r>
              <a:t>D:/pasar_fix/node_modules/.bun/@peculiar+asn1-ecc@2.7.0/node_modules/@peculiar/asn1-ecc/build/cjs/ec_parameters.js</a:t>
            </a:r>
          </a:p>
          <a:p>
            <a:pPr>
              <a:defRPr sz="1200"/>
            </a:pPr>
            <a:r>
              <a:t>D:/pasar_fix/node_modules/.bun/@peculiar+asn1-ecc@2.7.0/node_modules/@peculiar/asn1-ecc/build/cjs/ec_private_key.js</a:t>
            </a:r>
          </a:p>
          <a:p>
            <a:pPr>
              <a:defRPr sz="1200"/>
            </a:pPr>
            <a:r>
              <a:t>D:/pasar_fix/node_modules/.bun/@peculiar+asn1-ecc@2.7.0/node_modules/@peculiar/asn1-ecc/build/cjs/ec_signature_value.js</a:t>
            </a:r>
          </a:p>
          <a:p>
            <a:pPr>
              <a:defRPr sz="1200"/>
            </a:pPr>
            <a:r>
              <a:t>D:/pasar_fix/node_modules/.bun/@peculiar+asn1-ecc@2.7.0/node_modules/@peculiar/asn1-ecc/build/cjs/index.js</a:t>
            </a:r>
          </a:p>
          <a:p>
            <a:pPr>
              <a:defRPr sz="1200"/>
            </a:pPr>
            <a:r>
              <a:t>D:/pasar_fix/node_modules/.bun/@peculiar+asn1-ecc@2.7.0/node_modules/@peculiar/asn1-ecc/build/cjs/object_identifiers.js</a:t>
            </a:r>
          </a:p>
          <a:p>
            <a:pPr>
              <a:defRPr sz="1200"/>
            </a:pPr>
            <a:r>
              <a:t>D:/pasar_fix/node_modules/.bun/@peculiar+asn1-ecc@2.7.0/node_modules/@peculiar/asn1-ecc/build/cjs/rfc3279.js</a:t>
            </a:r>
          </a:p>
          <a:p>
            <a:pPr>
              <a:defRPr sz="1200"/>
            </a:pPr>
            <a:r>
              <a:t>D:/pasar_fix/node_modules/.bun/@peculiar+asn1-ecc@2.7.0/node_modules/@peculiar/asn1-ecc/build/es2015/algorithms.js</a:t>
            </a:r>
          </a:p>
          <a:p>
            <a:pPr>
              <a:defRPr sz="1200"/>
            </a:pPr>
            <a:r>
              <a:t>D:/pasar_fix/node_modules/.bun/@peculiar+asn1-ecc@2.7.0/node_modules/@peculiar/asn1-ecc/build/es2015/ec_parameters.js</a:t>
            </a:r>
          </a:p>
          <a:p>
            <a:pPr>
              <a:defRPr sz="1200"/>
            </a:pPr>
            <a:r>
              <a:t>D:/pasar_fix/node_modules/.bun/@peculiar+asn1-ecc@2.7.0/node_modules/@peculiar/asn1-ecc/build/es2015/ec_private_key.js</a:t>
            </a:r>
          </a:p>
          <a:p>
            <a:pPr>
              <a:defRPr sz="1200"/>
            </a:pPr>
            <a:r>
              <a:t>D:/pasar_fix/node_modules/.bun/@peculiar+asn1-ecc@2.7.0/node_modules/@peculiar/asn1-ecc/build/es2015/ec_signature_value.js</a:t>
            </a:r>
          </a:p>
          <a:p>
            <a:pPr>
              <a:defRPr sz="1200"/>
            </a:pPr>
            <a:r>
              <a:t>D:/pasar_fix/node_modules/.bun/@peculiar+asn1-ecc@2.7.0/node_modules/@peculiar/asn1-ecc/build/es2015/index.js</a:t>
            </a:r>
          </a:p>
          <a:p>
            <a:pPr>
              <a:defRPr sz="1200"/>
            </a:pPr>
            <a:r>
              <a:t>D:/pasar_fix/node_modules/.bun/@peculiar+asn1-ecc@2.7.0/node_modules/@peculiar/asn1-ecc/build/es2015/object_identifiers.js</a:t>
            </a:r>
          </a:p>
          <a:p>
            <a:pPr>
              <a:defRPr sz="1200"/>
            </a:pPr>
            <a:r>
              <a:t>D:/pasar_fix/node_modules/.bun/@peculiar+asn1-ecc@2.7.0/node_modules/@peculiar/asn1-ecc/build/es2015/package.json</a:t>
            </a:r>
          </a:p>
          <a:p>
            <a:pPr>
              <a:defRPr sz="1200"/>
            </a:pPr>
            <a:r>
              <a:t>D:/pasar_fix/node_modules/.bun/@peculiar+asn1-ecc@2.7.0/node_modules/@peculiar/asn1-ecc/build/es2015/rfc3279.js</a:t>
            </a:r>
          </a:p>
          <a:p>
            <a:pPr>
              <a:defRPr sz="1200"/>
            </a:pPr>
            <a:r>
              <a:t>D:/pasar_fix/node_modules/.bun/@peculiar+asn1-ecc@2.7.0/node_modules/@peculiar/asn1-ecc/build/types/algorithms.d.ts</a:t>
            </a:r>
          </a:p>
          <a:p>
            <a:pPr>
              <a:defRPr sz="1200"/>
            </a:pPr>
            <a:r>
              <a:t>D:/pasar_fix/node_modules/.bun/@peculiar+asn1-ecc@2.7.0/node_modules/@peculiar/asn1-ecc/build/types/ec_parameters.d.ts</a:t>
            </a:r>
          </a:p>
          <a:p>
            <a:pPr>
              <a:defRPr sz="1200"/>
            </a:pPr>
            <a:r>
              <a:t>D:/pasar_fix/node_modules/.bun/@peculiar+asn1-ecc@2.7.0/node_modules/@peculiar/asn1-ecc/build/types/ec_private_key.d.ts</a:t>
            </a:r>
          </a:p>
          <a:p>
            <a:pPr>
              <a:defRPr sz="1200"/>
            </a:pPr>
            <a:r>
              <a:t>D:/pasar_fix/node_modules/.bun/@peculiar+asn1-ecc@2.7.0/node_modules/@peculiar/asn1-ecc/build/types/ec_signature_value.d.ts</a:t>
            </a:r>
          </a:p>
          <a:p>
            <a:pPr>
              <a:defRPr sz="1200"/>
            </a:pPr>
            <a:r>
              <a:t>D:/pasar_fix/node_modules/.bun/@peculiar+asn1-ecc@2.7.0/node_modules/@peculiar/asn1-ecc/build/types/index.d.ts</a:t>
            </a:r>
          </a:p>
          <a:p>
            <a:pPr>
              <a:defRPr sz="1200"/>
            </a:pPr>
            <a:r>
              <a:t>D:/pasar_fix/node_modules/.bun/@peculiar+asn1-ecc@2.7.0/node_modules/@peculiar/asn1-ecc/build/types/object_identifiers.d.ts</a:t>
            </a:r>
          </a:p>
          <a:p>
            <a:pPr>
              <a:defRPr sz="1200"/>
            </a:pPr>
            <a:r>
              <a:t>D:/pasar_fix/node_modules/.bun/@peculiar+asn1-ecc@2.7.0/node_modules/@peculiar/asn1-ecc/build/types/rfc3279.d.ts</a:t>
            </a:r>
          </a:p>
          <a:p>
            <a:pPr>
              <a:defRPr sz="1200"/>
            </a:pPr>
            <a:r>
              <a:t>D:/pasar_fix/node_modules/.bun/@peculiar+asn1-pfx@2.7.0/node_modules/@peculiar/asn1-pfx/LICENSE</a:t>
            </a:r>
          </a:p>
          <a:p>
            <a:pPr>
              <a:defRPr sz="1200"/>
            </a:pPr>
            <a:r>
              <a:t>D:/pasar_fix/node_modules/.bun/@peculiar+asn1-pfx@2.7.0/node_modules/@peculiar/asn1-pfx/package.json</a:t>
            </a:r>
          </a:p>
          <a:p>
            <a:pPr>
              <a:defRPr sz="1200"/>
            </a:pPr>
            <a:r>
              <a:t>D:/pasar_fix/node_modules/.bun/@peculiar+asn1-pfx@2.7.0/node_modules/@peculiar/asn1-pfx/README.md</a:t>
            </a:r>
          </a:p>
          <a:p>
            <a:pPr>
              <a:defRPr sz="1200"/>
            </a:pPr>
            <a:r>
              <a:t>D:/pasar_fix/node_modules/.bun/@peculiar+asn1-pfx@2.7.0/node_modules/@peculiar/asn1-pfx/build/cjs/attribute.js</a:t>
            </a:r>
          </a:p>
          <a:p>
            <a:pPr>
              <a:defRPr sz="1200"/>
            </a:pPr>
            <a:r>
              <a:t>D:/pasar_fix/node_modules/.bun/@peculiar+asn1-pfx@2.7.0/node_modules/@peculiar/asn1-pfx/build/cjs/authenticated_safe.js</a:t>
            </a:r>
          </a:p>
          <a:p>
            <a:pPr>
              <a:defRPr sz="1200"/>
            </a:pPr>
            <a:r>
              <a:t>D:/pasar_fix/node_modules/.bun/@peculiar+asn1-pfx@2.7.0/node_modules/@peculiar/asn1-pfx/build/cjs/index.js</a:t>
            </a:r>
          </a:p>
          <a:p>
            <a:pPr>
              <a:defRPr sz="1200"/>
            </a:pPr>
            <a:r>
              <a:t>D:/pasar_fix/node_modules/.bun/@peculiar+asn1-pfx@2.7.0/node_modules/@peculiar/asn1-pfx/build/cjs/mac_data.js</a:t>
            </a:r>
          </a:p>
          <a:p>
            <a:pPr>
              <a:defRPr sz="1200"/>
            </a:pPr>
            <a:r>
              <a:t>D:/pasar_fix/node_modules/.bun/@peculiar+asn1-pfx@2.7.0/node_modules/@peculiar/asn1-pfx/build/cjs/object_identifiers.js</a:t>
            </a:r>
          </a:p>
          <a:p>
            <a:pPr>
              <a:defRPr sz="1200"/>
            </a:pPr>
            <a:r>
              <a:t>D:/pasar_fix/node_modules/.bun/@peculiar+asn1-pfx@2.7.0/node_modules/@peculiar/asn1-pfx/build/cjs/pfx.js</a:t>
            </a:r>
          </a:p>
          <a:p>
            <a:pPr>
              <a:defRPr sz="1200"/>
            </a:pPr>
            <a:r>
              <a:t>D:/pasar_fix/node_modules/.bun/@peculiar+asn1-pfx@2.7.0/node_modules/@peculiar/asn1-pfx/build/cjs/safe_bag.js</a:t>
            </a:r>
          </a:p>
          <a:p>
            <a:pPr>
              <a:defRPr sz="1200"/>
            </a:pPr>
            <a:r>
              <a:t>D:/pasar_fix/node_modules/.bun/@peculiar+asn1-pfx@2.7.0/node_modules/@peculiar/asn1-pfx/build/cjs/bags/cert_bag.js</a:t>
            </a:r>
          </a:p>
          <a:p>
            <a:pPr>
              <a:defRPr sz="1200"/>
            </a:pPr>
            <a:r>
              <a:t>D:/pasar_fix/node_modules/.bun/@peculiar+asn1-pfx@2.7.0/node_modules/@peculiar/asn1-pfx/build/cjs/bags/crl_bag.js</a:t>
            </a:r>
          </a:p>
          <a:p>
            <a:pPr>
              <a:defRPr sz="1200"/>
            </a:pPr>
            <a:r>
              <a:t>D:/pasar_fix/node_modules/.bun/@peculiar+asn1-pfx@2.7.0/node_modules/@peculiar/asn1-pfx/build/cjs/bags/index.js</a:t>
            </a:r>
          </a:p>
          <a:p>
            <a:pPr>
              <a:defRPr sz="1200"/>
            </a:pPr>
            <a:r>
              <a:t>D:/pasar_fix/node_modules/.bun/@peculiar+asn1-pfx@2.7.0/node_modules/@peculiar/asn1-pfx/build/cjs/bags/key_bag.js</a:t>
            </a:r>
          </a:p>
          <a:p>
            <a:pPr>
              <a:defRPr sz="1200"/>
            </a:pPr>
            <a:r>
              <a:t>D:/pasar_fix/node_modules/.bun/@peculiar+asn1-pfx@2.7.0/node_modules/@peculiar/asn1-pfx/build/cjs/bags/pkcs8_shrouded_key_bag.js</a:t>
            </a:r>
          </a:p>
          <a:p>
            <a:pPr>
              <a:defRPr sz="1200"/>
            </a:pPr>
            <a:r>
              <a:t>D:/pasar_fix/node_modules/.bun/@peculiar+asn1-pfx@2.7.0/node_modules/@peculiar/asn1-pfx/build/cjs/bags/secret_bag.js</a:t>
            </a:r>
          </a:p>
          <a:p>
            <a:pPr>
              <a:defRPr sz="1200"/>
            </a:pPr>
            <a:r>
              <a:t>D:/pasar_fix/node_modules/.bun/@peculiar+asn1-pfx@2.7.0/node_modules/@peculiar/asn1-pfx/build/cjs/bags/types.js</a:t>
            </a:r>
          </a:p>
          <a:p>
            <a:pPr>
              <a:defRPr sz="1200"/>
            </a:pPr>
            <a:r>
              <a:t>D:/pasar_fix/node_modules/.bun/@peculiar+asn1-pfx@2.7.0/node_modules/@peculiar/asn1-pfx/build/es2015/attribute.js</a:t>
            </a:r>
          </a:p>
          <a:p>
            <a:pPr>
              <a:defRPr sz="1200"/>
            </a:pPr>
            <a:r>
              <a:t>D:/pasar_fix/node_modules/.bun/@peculiar+asn1-pfx@2.7.0/node_modules/@peculiar/asn1-pfx/build/es2015/authenticated_safe.js</a:t>
            </a:r>
          </a:p>
          <a:p>
            <a:pPr>
              <a:defRPr sz="1200"/>
            </a:pPr>
            <a:r>
              <a:t>D:/pasar_fix/node_modules/.bun/@peculiar+asn1-pfx@2.7.0/node_modules/@peculiar/asn1-pfx/build/es2015/index.js</a:t>
            </a:r>
          </a:p>
          <a:p>
            <a:pPr>
              <a:defRPr sz="1200"/>
            </a:pPr>
            <a:r>
              <a:t>D:/pasar_fix/node_modules/.bun/@peculiar+asn1-pfx@2.7.0/node_modules/@peculiar/asn1-pfx/build/es2015/mac_data.js</a:t>
            </a:r>
          </a:p>
          <a:p>
            <a:pPr>
              <a:defRPr sz="1200"/>
            </a:pPr>
            <a:r>
              <a:t>D:/pasar_fix/node_modules/.bun/@peculiar+asn1-pfx@2.7.0/node_modules/@peculiar/asn1-pfx/build/es2015/object_identifiers.js</a:t>
            </a:r>
          </a:p>
          <a:p>
            <a:pPr>
              <a:defRPr sz="1200"/>
            </a:pPr>
            <a:r>
              <a:t>D:/pasar_fix/node_modules/.bun/@peculiar+asn1-pfx@2.7.0/node_modules/@peculiar/asn1-pfx/build/es2015/package.json</a:t>
            </a:r>
          </a:p>
          <a:p>
            <a:pPr>
              <a:defRPr sz="1200"/>
            </a:pPr>
            <a:r>
              <a:t>D:/pasar_fix/node_modules/.bun/@peculiar+asn1-pfx@2.7.0/node_modules/@peculiar/asn1-pfx/build/es2015/pfx.js</a:t>
            </a:r>
          </a:p>
          <a:p>
            <a:pPr>
              <a:defRPr sz="1200"/>
            </a:pPr>
            <a:r>
              <a:t>D:/pasar_fix/node_modules/.bun/@peculiar+asn1-pfx@2.7.0/node_modules/@peculiar/asn1-pfx/build/es2015/safe_bag.js</a:t>
            </a:r>
          </a:p>
          <a:p>
            <a:pPr>
              <a:defRPr sz="1200"/>
            </a:pPr>
            <a:r>
              <a:t>D:/pasar_fix/node_modules/.bun/@peculiar+asn1-pfx@2.7.0/node_modules/@peculiar/asn1-pfx/build/es2015/bags/cert_bag.js</a:t>
            </a:r>
          </a:p>
          <a:p>
            <a:pPr>
              <a:defRPr sz="1200"/>
            </a:pPr>
            <a:r>
              <a:t>D:/pasar_fix/node_modules/.bun/@peculiar+asn1-pfx@2.7.0/node_modules/@peculiar/asn1-pfx/build/es2015/bags/crl_bag.js</a:t>
            </a:r>
          </a:p>
          <a:p>
            <a:pPr>
              <a:defRPr sz="1200"/>
            </a:pPr>
            <a:r>
              <a:t>D:/pasar_fix/node_modules/.bun/@peculiar+asn1-pfx@2.7.0/node_modules/@peculiar/asn1-pfx/build/es2015/bags/index.js</a:t>
            </a:r>
          </a:p>
          <a:p>
            <a:pPr>
              <a:defRPr sz="1200"/>
            </a:pPr>
            <a:r>
              <a:t>D:/pasar_fix/node_modules/.bun/@peculiar+asn1-pfx@2.7.0/node_modules/@peculiar/asn1-pfx/build/es2015/bags/key_bag.js</a:t>
            </a:r>
          </a:p>
          <a:p>
            <a:pPr>
              <a:defRPr sz="1200"/>
            </a:pPr>
            <a:r>
              <a:t>D:/pasar_fix/node_modules/.bun/@peculiar+asn1-pfx@2.7.0/node_modules/@peculiar/asn1-pfx/build/es2015/bags/pkcs8_shrouded_key_bag.js</a:t>
            </a:r>
          </a:p>
          <a:p>
            <a:pPr>
              <a:defRPr sz="1200"/>
            </a:pPr>
            <a:r>
              <a:t>D:/pasar_fix/node_modules/.bun/@peculiar+asn1-pfx@2.7.0/node_modules/@peculiar/asn1-pfx/build/es2015/bags/secret_bag.js</a:t>
            </a:r>
          </a:p>
          <a:p>
            <a:pPr>
              <a:defRPr sz="1200"/>
            </a:pPr>
            <a:r>
              <a:t>D:/pasar_fix/node_modules/.bun/@peculiar+asn1-pfx@2.7.0/node_modules/@peculiar/asn1-pfx/build/es2015/bags/types.js</a:t>
            </a:r>
          </a:p>
          <a:p>
            <a:pPr>
              <a:defRPr sz="1200"/>
            </a:pPr>
            <a:r>
              <a:t>D:/pasar_fix/node_modules/.bun/@peculiar+asn1-pfx@2.7.0/node_modules/@peculiar/asn1-pfx/build/types/attribute.d.ts</a:t>
            </a:r>
          </a:p>
          <a:p>
            <a:pPr>
              <a:defRPr sz="1200"/>
            </a:pPr>
            <a:r>
              <a:t>D:/pasar_fix/node_modules/.bun/@peculiar+asn1-pfx@2.7.0/node_modules/@peculiar/asn1-pfx/build/types/authenticated_safe.d.ts</a:t>
            </a:r>
          </a:p>
          <a:p>
            <a:pPr>
              <a:defRPr sz="1200"/>
            </a:pPr>
            <a:r>
              <a:t>D:/pasar_fix/node_modules/.bun/@peculiar+asn1-pfx@2.7.0/node_modules/@peculiar/asn1-pfx/build/types/index.d.ts</a:t>
            </a:r>
          </a:p>
          <a:p>
            <a:pPr>
              <a:defRPr sz="1200"/>
            </a:pPr>
            <a:r>
              <a:t>D:/pasar_fix/node_modules/.bun/@peculiar+asn1-pfx@2.7.0/node_modules/@peculiar/asn1-pfx/build/types/mac_data.d.ts</a:t>
            </a:r>
          </a:p>
          <a:p>
            <a:pPr>
              <a:defRPr sz="1200"/>
            </a:pPr>
            <a:r>
              <a:t>D:/pasar_fix/node_modules/.bun/@peculiar+asn1-pfx@2.7.0/node_modules/@peculiar/asn1-pfx/build/types/object_identifiers.d.ts</a:t>
            </a:r>
          </a:p>
          <a:p>
            <a:pPr>
              <a:defRPr sz="1200"/>
            </a:pPr>
            <a:r>
              <a:t>D:/pasar_fix/node_modules/.bun/@peculiar+asn1-pfx@2.7.0/node_modules/@peculiar/asn1-pfx/build/types/pfx.d.ts</a:t>
            </a:r>
          </a:p>
          <a:p>
            <a:pPr>
              <a:defRPr sz="1200"/>
            </a:pPr>
            <a:r>
              <a:t>D:/pasar_fix/node_modules/.bun/@peculiar+asn1-pfx@2.7.0/node_modules/@peculiar/asn1-pfx/build/types/safe_bag.d.ts</a:t>
            </a:r>
          </a:p>
          <a:p>
            <a:pPr>
              <a:defRPr sz="1200"/>
            </a:pPr>
            <a:r>
              <a:t>D:/pasar_fix/node_modules/.bun/@peculiar+asn1-pfx@2.7.0/node_modules/@peculiar/asn1-pfx/build/types/bags/cert_bag.d.ts</a:t>
            </a:r>
          </a:p>
          <a:p>
            <a:pPr>
              <a:defRPr sz="1200"/>
            </a:pPr>
            <a:r>
              <a:t>D:/pasar_fix/node_modules/.bun/@peculiar+asn1-pfx@2.7.0/node_modules/@peculiar/asn1-pfx/build/types/bags/crl_bag.d.ts</a:t>
            </a:r>
          </a:p>
          <a:p>
            <a:pPr>
              <a:defRPr sz="1200"/>
            </a:pPr>
            <a:r>
              <a:t>D:/pasar_fix/node_modules/.bun/@peculiar+asn1-pfx@2.7.0/node_modules/@peculiar/asn1-pfx/build/types/bags/index.d.ts</a:t>
            </a:r>
          </a:p>
          <a:p>
            <a:pPr>
              <a:defRPr sz="1200"/>
            </a:pPr>
            <a:r>
              <a:t>D:/pasar_fix/node_modules/.bun/@peculiar+asn1-pfx@2.7.0/node_modules/@peculiar/asn1-pfx/build/types/bags/key_bag.d.ts</a:t>
            </a:r>
          </a:p>
          <a:p>
            <a:pPr>
              <a:defRPr sz="1200"/>
            </a:pPr>
            <a:r>
              <a:t>D:/pasar_fix/node_modules/.bun/@peculiar+asn1-pfx@2.7.0/node_modules/@peculiar/asn1-pfx/build/types/bags/pkcs8_shrouded_key_bag.d.ts</a:t>
            </a:r>
          </a:p>
          <a:p>
            <a:pPr>
              <a:defRPr sz="1200"/>
            </a:pPr>
            <a:r>
              <a:t>D:/pasar_fix/node_modules/.bun/@peculiar+asn1-pfx@2.7.0/node_modules/@peculiar/asn1-pfx/build/types/bags/secret_bag.d.ts</a:t>
            </a:r>
          </a:p>
          <a:p>
            <a:pPr>
              <a:defRPr sz="1200"/>
            </a:pPr>
            <a:r>
              <a:t>D:/pasar_fix/node_modules/.bun/@peculiar+asn1-pfx@2.7.0/node_modules/@peculiar/asn1-pfx/build/types/bags/types.d.ts</a:t>
            </a:r>
          </a:p>
          <a:p>
            <a:pPr>
              <a:defRPr sz="1200"/>
            </a:pPr>
            <a:r>
              <a:t>D:/pasar_fix/node_modules/.bun/@peculiar+asn1-pkcs8@2.7.0/node_modules/@peculiar/asn1-pkcs8/LICENSE</a:t>
            </a:r>
          </a:p>
          <a:p>
            <a:pPr>
              <a:defRPr sz="1200"/>
            </a:pPr>
            <a:r>
              <a:t>D:/pasar_fix/node_modules/.bun/@peculiar+asn1-pkcs8@2.7.0/node_modules/@peculiar/asn1-pkcs8/package.json</a:t>
            </a:r>
          </a:p>
          <a:p>
            <a:pPr>
              <a:defRPr sz="1200"/>
            </a:pPr>
            <a:r>
              <a:t>D:/pasar_fix/node_modules/.bun/@peculiar+asn1-pkcs8@2.7.0/node_modules/@peculiar/asn1-pkcs8/README.md</a:t>
            </a:r>
          </a:p>
          <a:p>
            <a:pPr>
              <a:defRPr sz="1200"/>
            </a:pPr>
            <a:r>
              <a:t>D:/pasar_fix/node_modules/.bun/@peculiar+asn1-pkcs8@2.7.0/node_modules/@peculiar/asn1-pkcs8/build/cjs/encrypted_private_key_info.js</a:t>
            </a:r>
          </a:p>
          <a:p>
            <a:pPr>
              <a:defRPr sz="1200"/>
            </a:pPr>
            <a:r>
              <a:t>D:/pasar_fix/node_modules/.bun/@peculiar+asn1-pkcs8@2.7.0/node_modules/@peculiar/asn1-pkcs8/build/cjs/index.js</a:t>
            </a:r>
          </a:p>
          <a:p>
            <a:pPr>
              <a:defRPr sz="1200"/>
            </a:pPr>
            <a:r>
              <a:t>D:/pasar_fix/node_modules/.bun/@peculiar+asn1-pkcs8@2.7.0/node_modules/@peculiar/asn1-pkcs8/build/cjs/private_key_info.js</a:t>
            </a:r>
          </a:p>
          <a:p>
            <a:pPr>
              <a:defRPr sz="1200"/>
            </a:pPr>
            <a:r>
              <a:t>D:/pasar_fix/node_modules/.bun/@peculiar+asn1-pkcs8@2.7.0/node_modules/@peculiar/asn1-pkcs8/build/es2015/encrypted_private_key_info.js</a:t>
            </a:r>
          </a:p>
          <a:p>
            <a:pPr>
              <a:defRPr sz="1200"/>
            </a:pPr>
            <a:r>
              <a:t>D:/pasar_fix/node_modules/.bun/@peculiar+asn1-pkcs8@2.7.0/node_modules/@peculiar/asn1-pkcs8/build/es2015/index.js</a:t>
            </a:r>
          </a:p>
          <a:p>
            <a:pPr>
              <a:defRPr sz="1200"/>
            </a:pPr>
            <a:r>
              <a:t>D:/pasar_fix/node_modules/.bun/@peculiar+asn1-pkcs8@2.7.0/node_modules/@peculiar/asn1-pkcs8/build/es2015/package.json</a:t>
            </a:r>
          </a:p>
          <a:p>
            <a:pPr>
              <a:defRPr sz="1200"/>
            </a:pPr>
            <a:r>
              <a:t>D:/pasar_fix/node_modules/.bun/@peculiar+asn1-pkcs8@2.7.0/node_modules/@peculiar/asn1-pkcs8/build/es2015/private_key_info.js</a:t>
            </a:r>
          </a:p>
          <a:p>
            <a:pPr>
              <a:defRPr sz="1200"/>
            </a:pPr>
            <a:r>
              <a:t>D:/pasar_fix/node_modules/.bun/@peculiar+asn1-pkcs8@2.7.0/node_modules/@peculiar/asn1-pkcs8/build/types/encrypted_private_key_info.d.ts</a:t>
            </a:r>
          </a:p>
          <a:p>
            <a:pPr>
              <a:defRPr sz="1200"/>
            </a:pPr>
            <a:r>
              <a:t>D:/pasar_fix/node_modules/.bun/@peculiar+asn1-pkcs8@2.7.0/node_modules/@peculiar/asn1-pkcs8/build/types/index.d.ts</a:t>
            </a:r>
          </a:p>
          <a:p>
            <a:pPr>
              <a:defRPr sz="1200"/>
            </a:pPr>
            <a:r>
              <a:t>D:/pasar_fix/node_modules/.bun/@peculiar+asn1-pkcs8@2.7.0/node_modules/@peculiar/asn1-pkcs8/build/types/private_key_info.d.ts</a:t>
            </a:r>
          </a:p>
          <a:p>
            <a:pPr>
              <a:defRPr sz="1200"/>
            </a:pPr>
            <a:r>
              <a:t>D:/pasar_fix/node_modules/.bun/@peculiar+asn1-pkcs9@2.7.0/node_modules/@peculiar/asn1-pkcs9/LICENSE</a:t>
            </a:r>
          </a:p>
          <a:p>
            <a:pPr>
              <a:defRPr sz="1200"/>
            </a:pPr>
            <a:r>
              <a:t>D:/pasar_fix/node_modules/.bun/@peculiar+asn1-pkcs9@2.7.0/node_modules/@peculiar/asn1-pkcs9/package.json</a:t>
            </a:r>
          </a:p>
          <a:p>
            <a:pPr>
              <a:defRPr sz="1200"/>
            </a:pPr>
            <a:r>
              <a:t>D:/pasar_fix/node_modules/.bun/@peculiar+asn1-pkcs9@2.7.0/node_modules/@peculiar/asn1-pkcs9/README.md</a:t>
            </a:r>
          </a:p>
          <a:p>
            <a:pPr>
              <a:defRPr sz="1200"/>
            </a:pPr>
            <a:r>
              <a:t>D:/pasar_fix/node_modules/.bun/@peculiar+asn1-pkcs9@2.7.0/node_modules/@peculiar/asn1-pkcs9/build/cjs/index.js</a:t>
            </a:r>
          </a:p>
          <a:p>
            <a:pPr>
              <a:defRPr sz="1200"/>
            </a:pPr>
            <a:r>
              <a:t>D:/pasar_fix/node_modules/.bun/@peculiar+asn1-pkcs9@2.7.0/node_modules/@peculiar/asn1-pkcs9/build/es2015/index.js</a:t>
            </a:r>
          </a:p>
          <a:p>
            <a:pPr>
              <a:defRPr sz="1200"/>
            </a:pPr>
            <a:r>
              <a:t>D:/pasar_fix/node_modules/.bun/@peculiar+asn1-pkcs9@2.7.0/node_modules/@peculiar/asn1-pkcs9/build/es2015/package.json</a:t>
            </a:r>
          </a:p>
          <a:p>
            <a:pPr>
              <a:defRPr sz="1200"/>
            </a:pPr>
            <a:r>
              <a:t>D:/pasar_fix/node_modules/.bun/@peculiar+asn1-pkcs9@2.7.0/node_modules/@peculiar/asn1-pkcs9/build/types/index.d.ts</a:t>
            </a:r>
          </a:p>
          <a:p>
            <a:pPr>
              <a:defRPr sz="1200"/>
            </a:pPr>
            <a:r>
              <a:t>D:/pasar_fix/node_modules/.bun/@peculiar+asn1-rsa@2.7.0/node_modules/@peculiar/asn1-rsa/LICENSE</a:t>
            </a:r>
          </a:p>
          <a:p>
            <a:pPr>
              <a:defRPr sz="1200"/>
            </a:pPr>
            <a:r>
              <a:t>D:/pasar_fix/node_modules/.bun/@peculiar+asn1-rsa@2.7.0/node_modules/@peculiar/asn1-rsa/package.json</a:t>
            </a:r>
          </a:p>
          <a:p>
            <a:pPr>
              <a:defRPr sz="1200"/>
            </a:pPr>
            <a:r>
              <a:t>D:/pasar_fix/node_modules/.bun/@peculiar+asn1-rsa@2.7.0/node_modules/@peculiar/asn1-rsa/README.md</a:t>
            </a:r>
          </a:p>
          <a:p>
            <a:pPr>
              <a:defRPr sz="1200"/>
            </a:pPr>
            <a:r>
              <a:t>D:/pasar_fix/node_modules/.bun/@peculiar+asn1-rsa@2.7.0/node_modules/@peculiar/asn1-rsa/build/cjs/algorithms.js</a:t>
            </a:r>
          </a:p>
          <a:p>
            <a:pPr>
              <a:defRPr sz="1200"/>
            </a:pPr>
            <a:r>
              <a:t>D:/pasar_fix/node_modules/.bun/@peculiar+asn1-rsa@2.7.0/node_modules/@peculiar/asn1-rsa/build/cjs/index.js</a:t>
            </a:r>
          </a:p>
          <a:p>
            <a:pPr>
              <a:defRPr sz="1200"/>
            </a:pPr>
            <a:r>
              <a:t>D:/pasar_fix/node_modules/.bun/@peculiar+asn1-rsa@2.7.0/node_modules/@peculiar/asn1-rsa/build/cjs/object_identifiers.js</a:t>
            </a:r>
          </a:p>
          <a:p>
            <a:pPr>
              <a:defRPr sz="1200"/>
            </a:pPr>
            <a:r>
              <a:t>D:/pasar_fix/node_modules/.bun/@peculiar+asn1-rsa@2.7.0/node_modules/@peculiar/asn1-rsa/build/cjs/other_prime_info.js</a:t>
            </a:r>
          </a:p>
          <a:p>
            <a:pPr>
              <a:defRPr sz="1200"/>
            </a:pPr>
            <a:r>
              <a:t>D:/pasar_fix/node_modules/.bun/@peculiar+asn1-rsa@2.7.0/node_modules/@peculiar/asn1-rsa/build/cjs/rsa_private_key.js</a:t>
            </a:r>
          </a:p>
          <a:p>
            <a:pPr>
              <a:defRPr sz="1200"/>
            </a:pPr>
            <a:r>
              <a:t>D:/pasar_fix/node_modules/.bun/@peculiar+asn1-rsa@2.7.0/node_modules/@peculiar/asn1-rsa/build/cjs/rsa_public_key.js</a:t>
            </a:r>
          </a:p>
          <a:p>
            <a:pPr>
              <a:defRPr sz="1200"/>
            </a:pPr>
            <a:r>
              <a:t>D:/pasar_fix/node_modules/.bun/@peculiar+asn1-rsa@2.7.0/node_modules/@peculiar/asn1-rsa/build/cjs/parameters/index.js</a:t>
            </a:r>
          </a:p>
          <a:p>
            <a:pPr>
              <a:defRPr sz="1200"/>
            </a:pPr>
            <a:r>
              <a:t>D:/pasar_fix/node_modules/.bun/@peculiar+asn1-rsa@2.7.0/node_modules/@peculiar/asn1-rsa/build/cjs/parameters/rsaes_oaep.js</a:t>
            </a:r>
          </a:p>
          <a:p>
            <a:pPr>
              <a:defRPr sz="1200"/>
            </a:pPr>
            <a:r>
              <a:t>D:/pasar_fix/node_modules/.bun/@peculiar+asn1-rsa@2.7.0/node_modules/@peculiar/asn1-rsa/build/cjs/parameters/rsassa_pkcs1_v1_5.js</a:t>
            </a:r>
          </a:p>
          <a:p>
            <a:pPr>
              <a:defRPr sz="1200"/>
            </a:pPr>
            <a:r>
              <a:t>D:/pasar_fix/node_modules/.bun/@peculiar+asn1-rsa@2.7.0/node_modules/@peculiar/asn1-rsa/build/cjs/parameters/rsassa_pss.js</a:t>
            </a:r>
          </a:p>
          <a:p>
            <a:pPr>
              <a:defRPr sz="1200"/>
            </a:pPr>
            <a:r>
              <a:t>D:/pasar_fix/node_modules/.bun/@peculiar+asn1-rsa@2.7.0/node_modules/@peculiar/asn1-rsa/build/es2015/algorithms.js</a:t>
            </a:r>
          </a:p>
          <a:p>
            <a:pPr>
              <a:defRPr sz="1200"/>
            </a:pPr>
            <a:r>
              <a:t>D:/pasar_fix/node_modules/.bun/@peculiar+asn1-rsa@2.7.0/node_modules/@peculiar/asn1-rsa/build/es2015/index.js</a:t>
            </a:r>
          </a:p>
          <a:p>
            <a:pPr>
              <a:defRPr sz="1200"/>
            </a:pPr>
            <a:r>
              <a:t>D:/pasar_fix/node_modules/.bun/@peculiar+asn1-rsa@2.7.0/node_modules/@peculiar/asn1-rsa/build/es2015/object_identifiers.js</a:t>
            </a:r>
          </a:p>
          <a:p>
            <a:pPr>
              <a:defRPr sz="1200"/>
            </a:pPr>
            <a:r>
              <a:t>D:/pasar_fix/node_modules/.bun/@peculiar+asn1-rsa@2.7.0/node_modules/@peculiar/asn1-rsa/build/es2015/other_prime_info.js</a:t>
            </a:r>
          </a:p>
          <a:p>
            <a:pPr>
              <a:defRPr sz="1200"/>
            </a:pPr>
            <a:r>
              <a:t>D:/pasar_fix/node_modules/.bun/@peculiar+asn1-rsa@2.7.0/node_modules/@peculiar/asn1-rsa/build/es2015/package.json</a:t>
            </a:r>
          </a:p>
          <a:p>
            <a:pPr>
              <a:defRPr sz="1200"/>
            </a:pPr>
            <a:r>
              <a:t>D:/pasar_fix/node_modules/.bun/@peculiar+asn1-rsa@2.7.0/node_modules/@peculiar/asn1-rsa/build/es2015/rsa_private_key.js</a:t>
            </a:r>
          </a:p>
          <a:p>
            <a:pPr>
              <a:defRPr sz="1200"/>
            </a:pPr>
            <a:r>
              <a:t>D:/pasar_fix/node_modules/.bun/@peculiar+asn1-rsa@2.7.0/node_modules/@peculiar/asn1-rsa/build/es2015/rsa_public_key.js</a:t>
            </a:r>
          </a:p>
          <a:p>
            <a:pPr>
              <a:defRPr sz="1200"/>
            </a:pPr>
            <a:r>
              <a:t>D:/pasar_fix/node_modules/.bun/@peculiar+asn1-rsa@2.7.0/node_modules/@peculiar/asn1-rsa/build/es2015/parameters/index.js</a:t>
            </a:r>
          </a:p>
          <a:p>
            <a:pPr>
              <a:defRPr sz="1200"/>
            </a:pPr>
            <a:r>
              <a:t>D:/pasar_fix/node_modules/.bun/@peculiar+asn1-rsa@2.7.0/node_modules/@peculiar/asn1-rsa/build/es2015/parameters/rsaes_oaep.js</a:t>
            </a:r>
          </a:p>
          <a:p>
            <a:pPr>
              <a:defRPr sz="1200"/>
            </a:pPr>
            <a:r>
              <a:t>D:/pasar_fix/node_modules/.bun/@peculiar+asn1-rsa@2.7.0/node_modules/@peculiar/asn1-rsa/build/es2015/parameters/rsassa_pkcs1_v1_5.js</a:t>
            </a:r>
          </a:p>
          <a:p>
            <a:pPr>
              <a:defRPr sz="1200"/>
            </a:pPr>
            <a:r>
              <a:t>D:/pasar_fix/node_modules/.bun/@peculiar+asn1-rsa@2.7.0/node_modules/@peculiar/asn1-rsa/build/es2015/parameters/rsassa_pss.js</a:t>
            </a:r>
          </a:p>
          <a:p>
            <a:pPr>
              <a:defRPr sz="1200"/>
            </a:pPr>
            <a:r>
              <a:t>D:/pasar_fix/node_modules/.bun/@peculiar+asn1-rsa@2.7.0/node_modules/@peculiar/asn1-rsa/build/types/algorithms.d.ts</a:t>
            </a:r>
          </a:p>
          <a:p>
            <a:pPr>
              <a:defRPr sz="1200"/>
            </a:pPr>
            <a:r>
              <a:t>D:/pasar_fix/node_modules/.bun/@peculiar+asn1-rsa@2.7.0/node_modules/@peculiar/asn1-rsa/build/types/index.d.ts</a:t>
            </a:r>
          </a:p>
          <a:p>
            <a:pPr>
              <a:defRPr sz="1200"/>
            </a:pPr>
            <a:r>
              <a:t>D:/pasar_fix/node_modules/.bun/@peculiar+asn1-rsa@2.7.0/node_modules/@peculiar/asn1-rsa/build/types/object_identifiers.d.ts</a:t>
            </a:r>
          </a:p>
          <a:p>
            <a:pPr>
              <a:defRPr sz="1200"/>
            </a:pPr>
            <a:r>
              <a:t>D:/pasar_fix/node_modules/.bun/@peculiar+asn1-rsa@2.7.0/node_modules/@peculiar/asn1-rsa/build/types/other_prime_info.d.ts</a:t>
            </a:r>
          </a:p>
          <a:p>
            <a:pPr>
              <a:defRPr sz="1200"/>
            </a:pPr>
            <a:r>
              <a:t>D:/pasar_fix/node_modules/.bun/@peculiar+asn1-rsa@2.7.0/node_modules/@peculiar/asn1-rsa/build/types/rsa_private_key.d.ts</a:t>
            </a:r>
          </a:p>
          <a:p>
            <a:pPr>
              <a:defRPr sz="1200"/>
            </a:pPr>
            <a:r>
              <a:t>D:/pasar_fix/node_modules/.bun/@peculiar+asn1-rsa@2.7.0/node_modules/@peculiar/asn1-rsa/build/types/rsa_public_key.d.ts</a:t>
            </a:r>
          </a:p>
          <a:p>
            <a:pPr>
              <a:defRPr sz="1200"/>
            </a:pPr>
            <a:r>
              <a:t>D:/pasar_fix/node_modules/.bun/@peculiar+asn1-rsa@2.7.0/node_modules/@peculiar/asn1-rsa/build/types/parameters/index.d.ts</a:t>
            </a:r>
          </a:p>
          <a:p>
            <a:pPr>
              <a:defRPr sz="1200"/>
            </a:pPr>
            <a:r>
              <a:t>D:/pasar_fix/node_modules/.bun/@peculiar+asn1-rsa@2.7.0/node_modules/@peculiar/asn1-rsa/build/types/parameters/rsaes_oaep.d.ts</a:t>
            </a:r>
          </a:p>
          <a:p>
            <a:pPr>
              <a:defRPr sz="1200"/>
            </a:pPr>
            <a:r>
              <a:t>D:/pasar_fix/node_modules/.bun/@peculiar+asn1-rsa@2.7.0/node_modules/@peculiar/asn1-rsa/build/types/parameters/rsassa_pkcs1_v1_5.d.ts</a:t>
            </a:r>
          </a:p>
          <a:p>
            <a:pPr>
              <a:defRPr sz="1200"/>
            </a:pPr>
            <a:r>
              <a:t>D:/pasar_fix/node_modules/.bun/@peculiar+asn1-rsa@2.7.0/node_modules/@peculiar/asn1-rsa/build/types/parameters/rsassa_pss.d.ts</a:t>
            </a:r>
          </a:p>
          <a:p>
            <a:pPr>
              <a:defRPr sz="1200"/>
            </a:pPr>
            <a:r>
              <a:t>D:/pasar_fix/node_modules/.bun/@peculiar+asn1-schema@2.7.0/node_modules/@peculiar/asn1-schema/LICENSE</a:t>
            </a:r>
          </a:p>
          <a:p>
            <a:pPr>
              <a:defRPr sz="1200"/>
            </a:pPr>
            <a:r>
              <a:t>D:/pasar_fix/node_modules/.bun/@peculiar+asn1-schema@2.7.0/node_modules/@peculiar/asn1-schema/package.json</a:t>
            </a:r>
          </a:p>
          <a:p>
            <a:pPr>
              <a:defRPr sz="1200"/>
            </a:pPr>
            <a:r>
              <a:t>D:/pasar_fix/node_modules/.bun/@peculiar+asn1-schema@2.7.0/node_modules/@peculiar/asn1-schema/README.md</a:t>
            </a:r>
          </a:p>
          <a:p>
            <a:pPr>
              <a:defRPr sz="1200"/>
            </a:pPr>
            <a:r>
              <a:t>D:/pasar_fix/node_modules/.bun/@peculiar+asn1-schema@2.7.0/node_modules/@peculiar/asn1-schema/build/cjs/convert.js</a:t>
            </a:r>
          </a:p>
          <a:p>
            <a:pPr>
              <a:defRPr sz="1200"/>
            </a:pPr>
            <a:r>
              <a:t>D:/pasar_fix/node_modules/.bun/@peculiar+asn1-schema@2.7.0/node_modules/@peculiar/asn1-schema/build/cjs/converters.js</a:t>
            </a:r>
          </a:p>
          <a:p>
            <a:pPr>
              <a:defRPr sz="1200"/>
            </a:pPr>
            <a:r>
              <a:t>D:/pasar_fix/node_modules/.bun/@peculiar+asn1-schema@2.7.0/node_modules/@peculiar/asn1-schema/build/cjs/decorators.js</a:t>
            </a:r>
          </a:p>
          <a:p>
            <a:pPr>
              <a:defRPr sz="1200"/>
            </a:pPr>
            <a:r>
              <a:t>D:/pasar_fix/node_modules/.bun/@peculiar+asn1-schema@2.7.0/node_modules/@peculiar/asn1-schema/build/cjs/enums.js</a:t>
            </a:r>
          </a:p>
          <a:p>
            <a:pPr>
              <a:defRPr sz="1200"/>
            </a:pPr>
            <a:r>
              <a:t>D:/pasar_fix/node_modules/.bun/@peculiar+asn1-schema@2.7.0/node_modules/@peculiar/asn1-schema/build/cjs/helper.js</a:t>
            </a:r>
          </a:p>
          <a:p>
            <a:pPr>
              <a:defRPr sz="1200"/>
            </a:pPr>
            <a:r>
              <a:t>D:/pasar_fix/node_modules/.bun/@peculiar+asn1-schema@2.7.0/node_modules/@peculiar/asn1-schema/build/cjs/index.js</a:t>
            </a:r>
          </a:p>
          <a:p>
            <a:pPr>
              <a:defRPr sz="1200"/>
            </a:pPr>
            <a:r>
              <a:t>D:/pasar_fix/node_modules/.bun/@peculiar+asn1-schema@2.7.0/node_modules/@peculiar/asn1-schema/build/cjs/objects.js</a:t>
            </a:r>
          </a:p>
          <a:p>
            <a:pPr>
              <a:defRPr sz="1200"/>
            </a:pPr>
            <a:r>
              <a:t>D:/pasar_fix/node_modules/.bun/@peculiar+asn1-schema@2.7.0/node_modules/@peculiar/asn1-schema/build/cjs/parser.js</a:t>
            </a:r>
          </a:p>
          <a:p>
            <a:pPr>
              <a:defRPr sz="1200"/>
            </a:pPr>
            <a:r>
              <a:t>D:/pasar_fix/node_modules/.bun/@peculiar+asn1-schema@2.7.0/node_modules/@peculiar/asn1-schema/build/cjs/schema.js</a:t>
            </a:r>
          </a:p>
          <a:p>
            <a:pPr>
              <a:defRPr sz="1200"/>
            </a:pPr>
            <a:r>
              <a:t>D:/pasar_fix/node_modules/.bun/@peculiar+asn1-schema@2.7.0/node_modules/@peculiar/asn1-schema/build/cjs/serializer.js</a:t>
            </a:r>
          </a:p>
          <a:p>
            <a:pPr>
              <a:defRPr sz="1200"/>
            </a:pPr>
            <a:r>
              <a:t>D:/pasar_fix/node_modules/.bun/@peculiar+asn1-schema@2.7.0/node_modules/@peculiar/asn1-schema/build/cjs/storage.js</a:t>
            </a:r>
          </a:p>
          <a:p>
            <a:pPr>
              <a:defRPr sz="1200"/>
            </a:pPr>
            <a:r>
              <a:t>D:/pasar_fix/node_modules/.bun/@peculiar+asn1-schema@2.7.0/node_modules/@peculiar/asn1-schema/build/cjs/types.js</a:t>
            </a:r>
          </a:p>
          <a:p>
            <a:pPr>
              <a:defRPr sz="1200"/>
            </a:pPr>
            <a:r>
              <a:t>D:/pasar_fix/node_modules/.bun/@peculiar+asn1-schema@2.7.0/node_modules/@peculiar/asn1-schema/build/cjs/errors/index.js</a:t>
            </a:r>
          </a:p>
          <a:p>
            <a:pPr>
              <a:defRPr sz="1200"/>
            </a:pPr>
            <a:r>
              <a:t>D:/pasar_fix/node_modules/.bun/@peculiar+asn1-schema@2.7.0/node_modules/@peculiar/asn1-schema/build/cjs/errors/schema_validation.js</a:t>
            </a:r>
          </a:p>
          <a:p>
            <a:pPr>
              <a:defRPr sz="1200"/>
            </a:pPr>
            <a:r>
              <a:t>D:/pasar_fix/node_modules/.bun/@peculiar+asn1-schema@2.7.0/node_modules/@peculiar/asn1-schema/build/cjs/types/bit_string.js</a:t>
            </a:r>
          </a:p>
          <a:p>
            <a:pPr>
              <a:defRPr sz="1200"/>
            </a:pPr>
            <a:r>
              <a:t>D:/pasar_fix/node_modules/.bun/@peculiar+asn1-schema@2.7.0/node_modules/@peculiar/asn1-schema/build/cjs/types/index.js</a:t>
            </a:r>
          </a:p>
          <a:p>
            <a:pPr>
              <a:defRPr sz="1200"/>
            </a:pPr>
            <a:r>
              <a:t>D:/pasar_fix/node_modules/.bun/@peculiar+asn1-schema@2.7.0/node_modules/@peculiar/asn1-schema/build/cjs/types/octet_string.js</a:t>
            </a:r>
          </a:p>
          <a:p>
            <a:pPr>
              <a:defRPr sz="1200"/>
            </a:pPr>
            <a:r>
              <a:t>D:/pasar_fix/node_modules/.bun/@peculiar+asn1-schema@2.7.0/node_modules/@peculiar/asn1-schema/build/es2015/convert.js</a:t>
            </a:r>
          </a:p>
          <a:p>
            <a:pPr>
              <a:defRPr sz="1200"/>
            </a:pPr>
            <a:r>
              <a:t>D:/pasar_fix/node_modules/.bun/@peculiar+asn1-schema@2.7.0/node_modules/@peculiar/asn1-schema/build/es2015/converters.js</a:t>
            </a:r>
          </a:p>
          <a:p>
            <a:pPr>
              <a:defRPr sz="1200"/>
            </a:pPr>
            <a:r>
              <a:t>D:/pasar_fix/node_modules/.bun/@peculiar+asn1-schema@2.7.0/node_modules/@peculiar/asn1-schema/build/es2015/decorators.js</a:t>
            </a:r>
          </a:p>
          <a:p>
            <a:pPr>
              <a:defRPr sz="1200"/>
            </a:pPr>
            <a:r>
              <a:t>D:/pasar_fix/node_modules/.bun/@peculiar+asn1-schema@2.7.0/node_modules/@peculiar/asn1-schema/build/es2015/enums.js</a:t>
            </a:r>
          </a:p>
          <a:p>
            <a:pPr>
              <a:defRPr sz="1200"/>
            </a:pPr>
            <a:r>
              <a:t>D:/pasar_fix/node_modules/.bun/@peculiar+asn1-schema@2.7.0/node_modules/@peculiar/asn1-schema/build/es2015/helper.js</a:t>
            </a:r>
          </a:p>
          <a:p>
            <a:pPr>
              <a:defRPr sz="1200"/>
            </a:pPr>
            <a:r>
              <a:t>D:/pasar_fix/node_modules/.bun/@peculiar+asn1-schema@2.7.0/node_modules/@peculiar/asn1-schema/build/es2015/index.js</a:t>
            </a:r>
          </a:p>
          <a:p>
            <a:pPr>
              <a:defRPr sz="1200"/>
            </a:pPr>
            <a:r>
              <a:t>D:/pasar_fix/node_modules/.bun/@peculiar+asn1-schema@2.7.0/node_modules/@peculiar/asn1-schema/build/es2015/objects.js</a:t>
            </a:r>
          </a:p>
          <a:p>
            <a:pPr>
              <a:defRPr sz="1200"/>
            </a:pPr>
            <a:r>
              <a:t>D:/pasar_fix/node_modules/.bun/@peculiar+asn1-schema@2.7.0/node_modules/@peculiar/asn1-schema/build/es2015/package.json</a:t>
            </a:r>
          </a:p>
          <a:p>
            <a:pPr>
              <a:defRPr sz="1200"/>
            </a:pPr>
            <a:r>
              <a:t>D:/pasar_fix/node_modules/.bun/@peculiar+asn1-schema@2.7.0/node_modules/@peculiar/asn1-schema/build/es2015/parser.js</a:t>
            </a:r>
          </a:p>
          <a:p>
            <a:pPr>
              <a:defRPr sz="1200"/>
            </a:pPr>
            <a:r>
              <a:t>D:/pasar_fix/node_modules/.bun/@peculiar+asn1-schema@2.7.0/node_modules/@peculiar/asn1-schema/build/es2015/schema.js</a:t>
            </a:r>
          </a:p>
          <a:p>
            <a:pPr>
              <a:defRPr sz="1200"/>
            </a:pPr>
            <a:r>
              <a:t>D:/pasar_fix/node_modules/.bun/@peculiar+asn1-schema@2.7.0/node_modules/@peculiar/asn1-schema/build/es2015/serializer.js</a:t>
            </a:r>
          </a:p>
          <a:p>
            <a:pPr>
              <a:defRPr sz="1200"/>
            </a:pPr>
            <a:r>
              <a:t>D:/pasar_fix/node_modules/.bun/@peculiar+asn1-schema@2.7.0/node_modules/@peculiar/asn1-schema/build/es2015/storage.js</a:t>
            </a:r>
          </a:p>
          <a:p>
            <a:pPr>
              <a:defRPr sz="1200"/>
            </a:pPr>
            <a:r>
              <a:t>D:/pasar_fix/node_modules/.bun/@peculiar+asn1-schema@2.7.0/node_modules/@peculiar/asn1-schema/build/es2015/types.js</a:t>
            </a:r>
          </a:p>
          <a:p>
            <a:pPr>
              <a:defRPr sz="1200"/>
            </a:pPr>
            <a:r>
              <a:t>D:/pasar_fix/node_modules/.bun/@peculiar+asn1-schema@2.7.0/node_modules/@peculiar/asn1-schema/build/es2015/errors/index.js</a:t>
            </a:r>
          </a:p>
          <a:p>
            <a:pPr>
              <a:defRPr sz="1200"/>
            </a:pPr>
            <a:r>
              <a:t>D:/pasar_fix/node_modules/.bun/@peculiar+asn1-schema@2.7.0/node_modules/@peculiar/asn1-schema/build/es2015/errors/schema_validation.js</a:t>
            </a:r>
          </a:p>
          <a:p>
            <a:pPr>
              <a:defRPr sz="1200"/>
            </a:pPr>
            <a:r>
              <a:t>D:/pasar_fix/node_modules/.bun/@peculiar+asn1-schema@2.7.0/node_modules/@peculiar/asn1-schema/build/es2015/types/bit_string.js</a:t>
            </a:r>
          </a:p>
          <a:p>
            <a:pPr>
              <a:defRPr sz="1200"/>
            </a:pPr>
            <a:r>
              <a:t>D:/pasar_fix/node_modules/.bun/@peculiar+asn1-schema@2.7.0/node_modules/@peculiar/asn1-schema/build/es2015/types/index.js</a:t>
            </a:r>
          </a:p>
          <a:p>
            <a:pPr>
              <a:defRPr sz="1200"/>
            </a:pPr>
            <a:r>
              <a:t>D:/pasar_fix/node_modules/.bun/@peculiar+asn1-schema@2.7.0/node_modules/@peculiar/asn1-schema/build/es2015/types/octet_string.js</a:t>
            </a:r>
          </a:p>
          <a:p>
            <a:pPr>
              <a:defRPr sz="1200"/>
            </a:pPr>
            <a:r>
              <a:t>D:/pasar_fix/node_modules/.bun/@peculiar+asn1-schema@2.7.0/node_modules/@peculiar/asn1-schema/build/types/convert.d.ts</a:t>
            </a:r>
          </a:p>
          <a:p>
            <a:pPr>
              <a:defRPr sz="1200"/>
            </a:pPr>
            <a:r>
              <a:t>D:/pasar_fix/node_modules/.bun/@peculiar+asn1-schema@2.7.0/node_modules/@peculiar/asn1-schema/build/types/converters.d.ts</a:t>
            </a:r>
          </a:p>
          <a:p>
            <a:pPr>
              <a:defRPr sz="1200"/>
            </a:pPr>
            <a:r>
              <a:t>D:/pasar_fix/node_modules/.bun/@peculiar+asn1-schema@2.7.0/node_modules/@peculiar/asn1-schema/build/types/decorators.d.ts</a:t>
            </a:r>
          </a:p>
          <a:p>
            <a:pPr>
              <a:defRPr sz="1200"/>
            </a:pPr>
            <a:r>
              <a:t>D:/pasar_fix/node_modules/.bun/@peculiar+asn1-schema@2.7.0/node_modules/@peculiar/asn1-schema/build/types/enums.d.ts</a:t>
            </a:r>
          </a:p>
          <a:p>
            <a:pPr>
              <a:defRPr sz="1200"/>
            </a:pPr>
            <a:r>
              <a:t>D:/pasar_fix/node_modules/.bun/@peculiar+asn1-schema@2.7.0/node_modules/@peculiar/asn1-schema/build/types/helper.d.ts</a:t>
            </a:r>
          </a:p>
          <a:p>
            <a:pPr>
              <a:defRPr sz="1200"/>
            </a:pPr>
            <a:r>
              <a:t>D:/pasar_fix/node_modules/.bun/@peculiar+asn1-schema@2.7.0/node_modules/@peculiar/asn1-schema/build/types/index.d.ts</a:t>
            </a:r>
          </a:p>
          <a:p>
            <a:pPr>
              <a:defRPr sz="1200"/>
            </a:pPr>
            <a:r>
              <a:t>D:/pasar_fix/node_modules/.bun/@peculiar+asn1-schema@2.7.0/node_modules/@peculiar/asn1-schema/build/types/objects.d.ts</a:t>
            </a:r>
          </a:p>
          <a:p>
            <a:pPr>
              <a:defRPr sz="1200"/>
            </a:pPr>
            <a:r>
              <a:t>D:/pasar_fix/node_modules/.bun/@peculiar+asn1-schema@2.7.0/node_modules/@peculiar/asn1-schema/build/types/parser.d.ts</a:t>
            </a:r>
          </a:p>
          <a:p>
            <a:pPr>
              <a:defRPr sz="1200"/>
            </a:pPr>
            <a:r>
              <a:t>D:/pasar_fix/node_modules/.bun/@peculiar+asn1-schema@2.7.0/node_modules/@peculiar/asn1-schema/build/types/schema.d.ts</a:t>
            </a:r>
          </a:p>
          <a:p>
            <a:pPr>
              <a:defRPr sz="1200"/>
            </a:pPr>
            <a:r>
              <a:t>D:/pasar_fix/node_modules/.bun/@peculiar+asn1-schema@2.7.0/node_modules/@peculiar/asn1-schema/build/types/serializer.d.ts</a:t>
            </a:r>
          </a:p>
          <a:p>
            <a:pPr>
              <a:defRPr sz="1200"/>
            </a:pPr>
            <a:r>
              <a:t>D:/pasar_fix/node_modules/.bun/@peculiar+asn1-schema@2.7.0/node_modules/@peculiar/asn1-schema/build/types/storage.d.ts</a:t>
            </a:r>
          </a:p>
          <a:p>
            <a:pPr>
              <a:defRPr sz="1200"/>
            </a:pPr>
            <a:r>
              <a:t>D:/pasar_fix/node_modules/.bun/@peculiar+asn1-schema@2.7.0/node_modules/@peculiar/asn1-schema/build/types/types.d.ts</a:t>
            </a:r>
          </a:p>
          <a:p>
            <a:pPr>
              <a:defRPr sz="1200"/>
            </a:pPr>
            <a:r>
              <a:t>D:/pasar_fix/node_modules/.bun/@peculiar+asn1-schema@2.7.0/node_modules/@peculiar/asn1-schema/build/types/errors/index.d.ts</a:t>
            </a:r>
          </a:p>
          <a:p>
            <a:pPr>
              <a:defRPr sz="1200"/>
            </a:pPr>
            <a:r>
              <a:t>D:/pasar_fix/node_modules/.bun/@peculiar+asn1-schema@2.7.0/node_modules/@peculiar/asn1-schema/build/types/errors/schema_validation.d.ts</a:t>
            </a:r>
          </a:p>
          <a:p>
            <a:pPr>
              <a:defRPr sz="1200"/>
            </a:pPr>
            <a:r>
              <a:t>D:/pasar_fix/node_modules/.bun/@peculiar+asn1-schema@2.7.0/node_modules/@peculiar/asn1-schema/build/types/types/bit_string.d.ts</a:t>
            </a:r>
          </a:p>
          <a:p>
            <a:pPr>
              <a:defRPr sz="1200"/>
            </a:pPr>
            <a:r>
              <a:t>D:/pasar_fix/node_modules/.bun/@peculiar+asn1-schema@2.7.0/node_modules/@peculiar/asn1-schema/build/types/types/index.d.ts</a:t>
            </a:r>
          </a:p>
          <a:p>
            <a:pPr>
              <a:defRPr sz="1200"/>
            </a:pPr>
            <a:r>
              <a:t>D:/pasar_fix/node_modules/.bun/@peculiar+asn1-schema@2.7.0/node_modules/@peculiar/asn1-schema/build/types/types/octet_string.d.ts</a:t>
            </a:r>
          </a:p>
          <a:p>
            <a:pPr>
              <a:defRPr sz="1200"/>
            </a:pPr>
            <a:r>
              <a:t>D:/pasar_fix/node_modules/.bun/@peculiar+asn1-x509-attr@2.7.0/node_modules/@peculiar/asn1-x509-attr/LICENSE</a:t>
            </a:r>
          </a:p>
          <a:p>
            <a:pPr>
              <a:defRPr sz="1200"/>
            </a:pPr>
            <a:r>
              <a:t>D:/pasar_fix/node_modules/.bun/@peculiar+asn1-x509-attr@2.7.0/node_modules/@peculiar/asn1-x509-attr/package.json</a:t>
            </a:r>
          </a:p>
          <a:p>
            <a:pPr>
              <a:defRPr sz="1200"/>
            </a:pPr>
            <a:r>
              <a:t>D:/pasar_fix/node_modules/.bun/@peculiar+asn1-x509-attr@2.7.0/node_modules/@peculiar/asn1-x509-attr/README.md</a:t>
            </a:r>
          </a:p>
          <a:p>
            <a:pPr>
              <a:defRPr sz="1200"/>
            </a:pPr>
            <a:r>
              <a:t>D:/pasar_fix/node_modules/.bun/@peculiar+asn1-x509-attr@2.7.0/node_modules/@peculiar/asn1-x509-attr/build/cjs/aa_clear_attrs.js</a:t>
            </a:r>
          </a:p>
          <a:p>
            <a:pPr>
              <a:defRPr sz="1200"/>
            </a:pPr>
            <a:r>
              <a:t>D:/pasar_fix/node_modules/.bun/@peculiar+asn1-x509-attr@2.7.0/node_modules/@peculiar/asn1-x509-attr/build/cjs/aa_controls.js</a:t>
            </a:r>
          </a:p>
          <a:p>
            <a:pPr>
              <a:defRPr sz="1200"/>
            </a:pPr>
            <a:r>
              <a:t>D:/pasar_fix/node_modules/.bun/@peculiar+asn1-x509-attr@2.7.0/node_modules/@peculiar/asn1-x509-attr/build/cjs/attribute_certificate.js</a:t>
            </a:r>
          </a:p>
          <a:p>
            <a:pPr>
              <a:defRPr sz="1200"/>
            </a:pPr>
            <a:r>
              <a:t>D:/pasar_fix/node_modules/.bun/@peculiar+asn1-x509-attr@2.7.0/node_modules/@peculiar/asn1-x509-attr/build/cjs/attribute_certificate_info.js</a:t>
            </a:r>
          </a:p>
          <a:p>
            <a:pPr>
              <a:defRPr sz="1200"/>
            </a:pPr>
            <a:r>
              <a:t>D:/pasar_fix/node_modules/.bun/@peculiar+asn1-x509-attr@2.7.0/node_modules/@peculiar/asn1-x509-attr/build/cjs/attr_cert_issuer.js</a:t>
            </a:r>
          </a:p>
          <a:p>
            <a:pPr>
              <a:defRPr sz="1200"/>
            </a:pPr>
            <a:r>
              <a:t>D:/pasar_fix/node_modules/.bun/@peculiar+asn1-x509-attr@2.7.0/node_modules/@peculiar/asn1-x509-attr/build/cjs/attr_cert_validity_period.js</a:t>
            </a:r>
          </a:p>
          <a:p>
            <a:pPr>
              <a:defRPr sz="1200"/>
            </a:pPr>
            <a:r>
              <a:t>D:/pasar_fix/node_modules/.bun/@peculiar+asn1-x509-attr@2.7.0/node_modules/@peculiar/asn1-x509-attr/build/cjs/attr_spec.js</a:t>
            </a:r>
          </a:p>
          <a:p>
            <a:pPr>
              <a:defRPr sz="1200"/>
            </a:pPr>
            <a:r>
              <a:t>D:/pasar_fix/node_modules/.bun/@peculiar+asn1-x509-attr@2.7.0/node_modules/@peculiar/asn1-x509-attr/build/cjs/class_list.js</a:t>
            </a:r>
          </a:p>
          <a:p>
            <a:pPr>
              <a:defRPr sz="1200"/>
            </a:pPr>
            <a:r>
              <a:t>D:/pasar_fix/node_modules/.bun/@peculiar+asn1-x509-attr@2.7.0/node_modules/@peculiar/asn1-x509-attr/build/cjs/clearance.js</a:t>
            </a:r>
          </a:p>
          <a:p>
            <a:pPr>
              <a:defRPr sz="1200"/>
            </a:pPr>
            <a:r>
              <a:t>D:/pasar_fix/node_modules/.bun/@peculiar+asn1-x509-attr@2.7.0/node_modules/@peculiar/asn1-x509-attr/build/cjs/holder.js</a:t>
            </a:r>
          </a:p>
          <a:p>
            <a:pPr>
              <a:defRPr sz="1200"/>
            </a:pPr>
            <a:r>
              <a:t>D:/pasar_fix/node_modules/.bun/@peculiar+asn1-x509-attr@2.7.0/node_modules/@peculiar/asn1-x509-attr/build/cjs/ietf_attr_syntax.js</a:t>
            </a:r>
          </a:p>
          <a:p>
            <a:pPr>
              <a:defRPr sz="1200"/>
            </a:pPr>
            <a:r>
              <a:t>D:/pasar_fix/node_modules/.bun/@peculiar+asn1-x509-attr@2.7.0/node_modules/@peculiar/asn1-x509-attr/build/cjs/index.js</a:t>
            </a:r>
          </a:p>
          <a:p>
            <a:pPr>
              <a:defRPr sz="1200"/>
            </a:pPr>
            <a:r>
              <a:t>D:/pasar_fix/node_modules/.bun/@peculiar+asn1-x509-attr@2.7.0/node_modules/@peculiar/asn1-x509-attr/build/cjs/issuer_serial.js</a:t>
            </a:r>
          </a:p>
          <a:p>
            <a:pPr>
              <a:defRPr sz="1200"/>
            </a:pPr>
            <a:r>
              <a:t>D:/pasar_fix/node_modules/.bun/@peculiar+asn1-x509-attr@2.7.0/node_modules/@peculiar/asn1-x509-attr/build/cjs/object_digest_info.js</a:t>
            </a:r>
          </a:p>
          <a:p>
            <a:pPr>
              <a:defRPr sz="1200"/>
            </a:pPr>
            <a:r>
              <a:t>D:/pasar_fix/node_modules/.bun/@peculiar+asn1-x509-attr@2.7.0/node_modules/@peculiar/asn1-x509-attr/build/cjs/object_identifiers.js</a:t>
            </a:r>
          </a:p>
          <a:p>
            <a:pPr>
              <a:defRPr sz="1200"/>
            </a:pPr>
            <a:r>
              <a:t>D:/pasar_fix/node_modules/.bun/@peculiar+asn1-x509-attr@2.7.0/node_modules/@peculiar/asn1-x509-attr/build/cjs/proxy_info.js</a:t>
            </a:r>
          </a:p>
          <a:p>
            <a:pPr>
              <a:defRPr sz="1200"/>
            </a:pPr>
            <a:r>
              <a:t>D:/pasar_fix/node_modules/.bun/@peculiar+asn1-x509-attr@2.7.0/node_modules/@peculiar/asn1-x509-attr/build/cjs/role_syntax.js</a:t>
            </a:r>
          </a:p>
          <a:p>
            <a:pPr>
              <a:defRPr sz="1200"/>
            </a:pPr>
            <a:r>
              <a:t>D:/pasar_fix/node_modules/.bun/@peculiar+asn1-x509-attr@2.7.0/node_modules/@peculiar/asn1-x509-attr/build/cjs/security_category.js</a:t>
            </a:r>
          </a:p>
          <a:p>
            <a:pPr>
              <a:defRPr sz="1200"/>
            </a:pPr>
            <a:r>
              <a:t>D:/pasar_fix/node_modules/.bun/@peculiar+asn1-x509-attr@2.7.0/node_modules/@peculiar/asn1-x509-attr/build/cjs/svce_auth_info.js</a:t>
            </a:r>
          </a:p>
          <a:p>
            <a:pPr>
              <a:defRPr sz="1200"/>
            </a:pPr>
            <a:r>
              <a:t>D:/pasar_fix/node_modules/.bun/@peculiar+asn1-x509-attr@2.7.0/node_modules/@peculiar/asn1-x509-attr/build/cjs/target.js</a:t>
            </a:r>
          </a:p>
          <a:p>
            <a:pPr>
              <a:defRPr sz="1200"/>
            </a:pPr>
            <a:r>
              <a:t>D:/pasar_fix/node_modules/.bun/@peculiar+asn1-x509-attr@2.7.0/node_modules/@peculiar/asn1-x509-attr/build/cjs/v2_form.js</a:t>
            </a:r>
          </a:p>
          <a:p>
            <a:pPr>
              <a:defRPr sz="1200"/>
            </a:pPr>
            <a:r>
              <a:t>D:/pasar_fix/node_modules/.bun/@peculiar+asn1-x509-attr@2.7.0/node_modules/@peculiar/asn1-x509-attr/build/es2015/aa_clear_attrs.js</a:t>
            </a:r>
          </a:p>
          <a:p>
            <a:pPr>
              <a:defRPr sz="1200"/>
            </a:pPr>
            <a:r>
              <a:t>D:/pasar_fix/node_modules/.bun/@peculiar+asn1-x509-attr@2.7.0/node_modules/@peculiar/asn1-x509-attr/build/es2015/aa_controls.js</a:t>
            </a:r>
          </a:p>
          <a:p>
            <a:pPr>
              <a:defRPr sz="1200"/>
            </a:pPr>
            <a:r>
              <a:t>D:/pasar_fix/node_modules/.bun/@peculiar+asn1-x509-attr@2.7.0/node_modules/@peculiar/asn1-x509-attr/build/es2015/attribute_certificate.js</a:t>
            </a:r>
          </a:p>
          <a:p>
            <a:pPr>
              <a:defRPr sz="1200"/>
            </a:pPr>
            <a:r>
              <a:t>D:/pasar_fix/node_modules/.bun/@peculiar+asn1-x509-attr@2.7.0/node_modules/@peculiar/asn1-x509-attr/build/es2015/attribute_certificate_info.js</a:t>
            </a:r>
          </a:p>
          <a:p>
            <a:pPr>
              <a:defRPr sz="1200"/>
            </a:pPr>
            <a:r>
              <a:t>D:/pasar_fix/node_modules/.bun/@peculiar+asn1-x509-attr@2.7.0/node_modules/@peculiar/asn1-x509-attr/build/es2015/attr_cert_issuer.js</a:t>
            </a:r>
          </a:p>
          <a:p>
            <a:pPr>
              <a:defRPr sz="1200"/>
            </a:pPr>
            <a:r>
              <a:t>D:/pasar_fix/node_modules/.bun/@peculiar+asn1-x509-attr@2.7.0/node_modules/@peculiar/asn1-x509-attr/build/es2015/attr_cert_validity_period.js</a:t>
            </a:r>
          </a:p>
          <a:p>
            <a:pPr>
              <a:defRPr sz="1200"/>
            </a:pPr>
            <a:r>
              <a:t>D:/pasar_fix/node_modules/.bun/@peculiar+asn1-x509-attr@2.7.0/node_modules/@peculiar/asn1-x509-attr/build/es2015/attr_spec.js</a:t>
            </a:r>
          </a:p>
          <a:p>
            <a:pPr>
              <a:defRPr sz="1200"/>
            </a:pPr>
            <a:r>
              <a:t>D:/pasar_fix/node_modules/.bun/@peculiar+asn1-x509-attr@2.7.0/node_modules/@peculiar/asn1-x509-attr/build/es2015/class_list.js</a:t>
            </a:r>
          </a:p>
          <a:p>
            <a:pPr>
              <a:defRPr sz="1200"/>
            </a:pPr>
            <a:r>
              <a:t>D:/pasar_fix/node_modules/.bun/@peculiar+asn1-x509-attr@2.7.0/node_modules/@peculiar/asn1-x509-attr/build/es2015/clearance.js</a:t>
            </a:r>
          </a:p>
          <a:p>
            <a:pPr>
              <a:defRPr sz="1200"/>
            </a:pPr>
            <a:r>
              <a:t>D:/pasar_fix/node_modules/.bun/@peculiar+asn1-x509-attr@2.7.0/node_modules/@peculiar/asn1-x509-attr/build/es2015/holder.js</a:t>
            </a:r>
          </a:p>
          <a:p>
            <a:pPr>
              <a:defRPr sz="1200"/>
            </a:pPr>
            <a:r>
              <a:t>D:/pasar_fix/node_modules/.bun/@peculiar+asn1-x509-attr@2.7.0/node_modules/@peculiar/asn1-x509-attr/build/es2015/ietf_attr_syntax.js</a:t>
            </a:r>
          </a:p>
          <a:p>
            <a:pPr>
              <a:defRPr sz="1200"/>
            </a:pPr>
            <a:r>
              <a:t>D:/pasar_fix/node_modules/.bun/@peculiar+asn1-x509-attr@2.7.0/node_modules/@peculiar/asn1-x509-attr/build/es2015/index.js</a:t>
            </a:r>
          </a:p>
          <a:p>
            <a:pPr>
              <a:defRPr sz="1200"/>
            </a:pPr>
            <a:r>
              <a:t>D:/pasar_fix/node_modules/.bun/@peculiar+asn1-x509-attr@2.7.0/node_modules/@peculiar/asn1-x509-attr/build/es2015/issuer_serial.js</a:t>
            </a:r>
          </a:p>
          <a:p>
            <a:pPr>
              <a:defRPr sz="1200"/>
            </a:pPr>
            <a:r>
              <a:t>D:/pasar_fix/node_modules/.bun/@peculiar+asn1-x509-attr@2.7.0/node_modules/@peculiar/asn1-x509-attr/build/es2015/object_digest_info.js</a:t>
            </a:r>
          </a:p>
          <a:p>
            <a:pPr>
              <a:defRPr sz="1200"/>
            </a:pPr>
            <a:r>
              <a:t>D:/pasar_fix/node_modules/.bun/@peculiar+asn1-x509-attr@2.7.0/node_modules/@peculiar/asn1-x509-attr/build/es2015/object_identifiers.js</a:t>
            </a:r>
          </a:p>
          <a:p>
            <a:pPr>
              <a:defRPr sz="1200"/>
            </a:pPr>
            <a:r>
              <a:t>D:/pasar_fix/node_modules/.bun/@peculiar+asn1-x509-attr@2.7.0/node_modules/@peculiar/asn1-x509-attr/build/es2015/package.json</a:t>
            </a:r>
          </a:p>
          <a:p>
            <a:pPr>
              <a:defRPr sz="1200"/>
            </a:pPr>
            <a:r>
              <a:t>D:/pasar_fix/node_modules/.bun/@peculiar+asn1-x509-attr@2.7.0/node_modules/@peculiar/asn1-x509-attr/build/es2015/proxy_info.js</a:t>
            </a:r>
          </a:p>
          <a:p>
            <a:pPr>
              <a:defRPr sz="1200"/>
            </a:pPr>
            <a:r>
              <a:t>D:/pasar_fix/node_modules/.bun/@peculiar+asn1-x509-attr@2.7.0/node_modules/@peculiar/asn1-x509-attr/build/es2015/role_syntax.js</a:t>
            </a:r>
          </a:p>
          <a:p>
            <a:pPr>
              <a:defRPr sz="1200"/>
            </a:pPr>
            <a:r>
              <a:t>D:/pasar_fix/node_modules/.bun/@peculiar+asn1-x509-attr@2.7.0/node_modules/@peculiar/asn1-x509-attr/build/es2015/security_category.js</a:t>
            </a:r>
          </a:p>
          <a:p>
            <a:pPr>
              <a:defRPr sz="1200"/>
            </a:pPr>
            <a:r>
              <a:t>D:/pasar_fix/node_modules/.bun/@peculiar+asn1-x509-attr@2.7.0/node_modules/@peculiar/asn1-x509-attr/build/es2015/svce_auth_info.js</a:t>
            </a:r>
          </a:p>
          <a:p>
            <a:pPr>
              <a:defRPr sz="1200"/>
            </a:pPr>
            <a:r>
              <a:t>D:/pasar_fix/node_modules/.bun/@peculiar+asn1-x509-attr@2.7.0/node_modules/@peculiar/asn1-x509-attr/build/es2015/target.js</a:t>
            </a:r>
          </a:p>
          <a:p>
            <a:pPr>
              <a:defRPr sz="1200"/>
            </a:pPr>
            <a:r>
              <a:t>D:/pasar_fix/node_modules/.bun/@peculiar+asn1-x509-attr@2.7.0/node_modules/@peculiar/asn1-x509-attr/build/es2015/v2_form.js</a:t>
            </a:r>
          </a:p>
          <a:p>
            <a:pPr>
              <a:defRPr sz="1200"/>
            </a:pPr>
            <a:r>
              <a:t>D:/pasar_fix/node_modules/.bun/@peculiar+asn1-x509-attr@2.7.0/node_modules/@peculiar/asn1-x509-attr/build/types/aa_clear_attrs.d.ts</a:t>
            </a:r>
          </a:p>
          <a:p>
            <a:pPr>
              <a:defRPr sz="1200"/>
            </a:pPr>
            <a:r>
              <a:t>D:/pasar_fix/node_modules/.bun/@peculiar+asn1-x509-attr@2.7.0/node_modules/@peculiar/asn1-x509-attr/build/types/aa_controls.d.ts</a:t>
            </a:r>
          </a:p>
          <a:p>
            <a:pPr>
              <a:defRPr sz="1200"/>
            </a:pPr>
            <a:r>
              <a:t>D:/pasar_fix/node_modules/.bun/@peculiar+asn1-x509-attr@2.7.0/node_modules/@peculiar/asn1-x509-attr/build/types/attribute_certificate.d.ts</a:t>
            </a:r>
          </a:p>
          <a:p>
            <a:pPr>
              <a:defRPr sz="1200"/>
            </a:pPr>
            <a:r>
              <a:t>D:/pasar_fix/node_modules/.bun/@peculiar+asn1-x509-attr@2.7.0/node_modules/@peculiar/asn1-x509-attr/build/types/attribute_certificate_info.d.ts</a:t>
            </a:r>
          </a:p>
          <a:p>
            <a:pPr>
              <a:defRPr sz="1200"/>
            </a:pPr>
            <a:r>
              <a:t>D:/pasar_fix/node_modules/.bun/@peculiar+asn1-x509-attr@2.7.0/node_modules/@peculiar/asn1-x509-attr/build/types/attr_cert_issuer.d.ts</a:t>
            </a:r>
          </a:p>
          <a:p>
            <a:pPr>
              <a:defRPr sz="1200"/>
            </a:pPr>
            <a:r>
              <a:t>D:/pasar_fix/node_modules/.bun/@peculiar+asn1-x509-attr@2.7.0/node_modules/@peculiar/asn1-x509-attr/build/types/attr_cert_validity_period.d.ts</a:t>
            </a:r>
          </a:p>
          <a:p>
            <a:pPr>
              <a:defRPr sz="1200"/>
            </a:pPr>
            <a:r>
              <a:t>D:/pasar_fix/node_modules/.bun/@peculiar+asn1-x509-attr@2.7.0/node_modules/@peculiar/asn1-x509-attr/build/types/attr_spec.d.ts</a:t>
            </a:r>
          </a:p>
          <a:p>
            <a:pPr>
              <a:defRPr sz="1200"/>
            </a:pPr>
            <a:r>
              <a:t>D:/pasar_fix/node_modules/.bun/@peculiar+asn1-x509-attr@2.7.0/node_modules/@peculiar/asn1-x509-attr/build/types/class_list.d.ts</a:t>
            </a:r>
          </a:p>
          <a:p>
            <a:pPr>
              <a:defRPr sz="1200"/>
            </a:pPr>
            <a:r>
              <a:t>D:/pasar_fix/node_modules/.bun/@peculiar+asn1-x509-attr@2.7.0/node_modules/@peculiar/asn1-x509-attr/build/types/clearance.d.ts</a:t>
            </a:r>
          </a:p>
          <a:p>
            <a:pPr>
              <a:defRPr sz="1200"/>
            </a:pPr>
            <a:r>
              <a:t>D:/pasar_fix/node_modules/.bun/@peculiar+asn1-x509-attr@2.7.0/node_modules/@peculiar/asn1-x509-attr/build/types/holder.d.ts</a:t>
            </a:r>
          </a:p>
          <a:p>
            <a:pPr>
              <a:defRPr sz="1200"/>
            </a:pPr>
            <a:r>
              <a:t>D:/pasar_fix/node_modules/.bun/@peculiar+asn1-x509-attr@2.7.0/node_modules/@peculiar/asn1-x509-attr/build/types/ietf_attr_syntax.d.ts</a:t>
            </a:r>
          </a:p>
          <a:p>
            <a:pPr>
              <a:defRPr sz="1200"/>
            </a:pPr>
            <a:r>
              <a:t>D:/pasar_fix/node_modules/.bun/@peculiar+asn1-x509-attr@2.7.0/node_modules/@peculiar/asn1-x509-attr/build/types/index.d.ts</a:t>
            </a:r>
          </a:p>
          <a:p>
            <a:pPr>
              <a:defRPr sz="1200"/>
            </a:pPr>
            <a:r>
              <a:t>D:/pasar_fix/node_modules/.bun/@peculiar+asn1-x509-attr@2.7.0/node_modules/@peculiar/asn1-x509-attr/build/types/issuer_serial.d.ts</a:t>
            </a:r>
          </a:p>
          <a:p>
            <a:pPr>
              <a:defRPr sz="1200"/>
            </a:pPr>
            <a:r>
              <a:t>D:/pasar_fix/node_modules/.bun/@peculiar+asn1-x509-attr@2.7.0/node_modules/@peculiar/asn1-x509-attr/build/types/object_digest_info.d.ts</a:t>
            </a:r>
          </a:p>
          <a:p>
            <a:pPr>
              <a:defRPr sz="1200"/>
            </a:pPr>
            <a:r>
              <a:t>D:/pasar_fix/node_modules/.bun/@peculiar+asn1-x509-attr@2.7.0/node_modules/@peculiar/asn1-x509-attr/build/types/object_identifiers.d.ts</a:t>
            </a:r>
          </a:p>
          <a:p>
            <a:pPr>
              <a:defRPr sz="1200"/>
            </a:pPr>
            <a:r>
              <a:t>D:/pasar_fix/node_modules/.bun/@peculiar+asn1-x509-attr@2.7.0/node_modules/@peculiar/asn1-x509-attr/build/types/proxy_info.d.ts</a:t>
            </a:r>
          </a:p>
          <a:p>
            <a:pPr>
              <a:defRPr sz="1200"/>
            </a:pPr>
            <a:r>
              <a:t>D:/pasar_fix/node_modules/.bun/@peculiar+asn1-x509-attr@2.7.0/node_modules/@peculiar/asn1-x509-attr/build/types/role_syntax.d.ts</a:t>
            </a:r>
          </a:p>
          <a:p>
            <a:pPr>
              <a:defRPr sz="1200"/>
            </a:pPr>
            <a:r>
              <a:t>D:/pasar_fix/node_modules/.bun/@peculiar+asn1-x509-attr@2.7.0/node_modules/@peculiar/asn1-x509-attr/build/types/security_category.d.ts</a:t>
            </a:r>
          </a:p>
          <a:p>
            <a:pPr>
              <a:defRPr sz="1200"/>
            </a:pPr>
            <a:r>
              <a:t>D:/pasar_fix/node_modules/.bun/@peculiar+asn1-x509-attr@2.7.0/node_modules/@peculiar/asn1-x509-attr/build/types/svce_auth_info.d.ts</a:t>
            </a:r>
          </a:p>
          <a:p>
            <a:pPr>
              <a:defRPr sz="1200"/>
            </a:pPr>
            <a:r>
              <a:t>D:/pasar_fix/node_modules/.bun/@peculiar+asn1-x509-attr@2.7.0/node_modules/@peculiar/asn1-x509-attr/build/types/target.d.ts</a:t>
            </a:r>
          </a:p>
          <a:p>
            <a:pPr>
              <a:defRPr sz="1200"/>
            </a:pPr>
            <a:r>
              <a:t>D:/pasar_fix/node_modules/.bun/@peculiar+asn1-x509-attr@2.7.0/node_modules/@peculiar/asn1-x509-attr/build/types/v2_form.d.ts</a:t>
            </a:r>
          </a:p>
          <a:p>
            <a:pPr>
              <a:defRPr sz="1200"/>
            </a:pPr>
            <a:r>
              <a:t>D:/pasar_fix/node_modules/.bun/@peculiar+asn1-x509@2.7.0/node_modules/@peculiar/asn1-x509/LICENSE</a:t>
            </a:r>
          </a:p>
          <a:p>
            <a:pPr>
              <a:defRPr sz="1200"/>
            </a:pPr>
            <a:r>
              <a:t>D:/pasar_fix/node_modules/.bun/@peculiar+asn1-x509@2.7.0/node_modules/@peculiar/asn1-x509/package.json</a:t>
            </a:r>
          </a:p>
          <a:p>
            <a:pPr>
              <a:defRPr sz="1200"/>
            </a:pPr>
            <a:r>
              <a:t>D:/pasar_fix/node_modules/.bun/@peculiar+asn1-x509@2.7.0/node_modules/@peculiar/asn1-x509/README.md</a:t>
            </a:r>
          </a:p>
          <a:p>
            <a:pPr>
              <a:defRPr sz="1200"/>
            </a:pPr>
            <a:r>
              <a:t>D:/pasar_fix/node_modules/.bun/@peculiar+asn1-x509@2.7.0/node_modules/@peculiar/asn1-x509/build/cjs/algorithm_identifier.js</a:t>
            </a:r>
          </a:p>
          <a:p>
            <a:pPr>
              <a:defRPr sz="1200"/>
            </a:pPr>
            <a:r>
              <a:t>D:/pasar_fix/node_modules/.bun/@peculiar+asn1-x509@2.7.0/node_modules/@peculiar/asn1-x509/build/cjs/attribute.js</a:t>
            </a:r>
          </a:p>
          <a:p>
            <a:pPr>
              <a:defRPr sz="1200"/>
            </a:pPr>
            <a:r>
              <a:t>D:/pasar_fix/node_modules/.bun/@peculiar+asn1-x509@2.7.0/node_modules/@peculiar/asn1-x509/build/cjs/certificate.js</a:t>
            </a:r>
          </a:p>
          <a:p>
            <a:pPr>
              <a:defRPr sz="1200"/>
            </a:pPr>
            <a:r>
              <a:t>D:/pasar_fix/node_modules/.bun/@peculiar+asn1-x509@2.7.0/node_modules/@peculiar/asn1-x509/build/cjs/certificate_list.js</a:t>
            </a:r>
          </a:p>
          <a:p>
            <a:pPr>
              <a:defRPr sz="1200"/>
            </a:pPr>
            <a:r>
              <a:t>D:/pasar_fix/node_modules/.bun/@peculiar+asn1-x509@2.7.0/node_modules/@peculiar/asn1-x509/build/cjs/extension.js</a:t>
            </a:r>
          </a:p>
          <a:p>
            <a:pPr>
              <a:defRPr sz="1200"/>
            </a:pPr>
            <a:r>
              <a:t>D:/pasar_fix/node_modules/.bun/@peculiar+asn1-x509@2.7.0/node_modules/@peculiar/asn1-x509/build/cjs/general_name.js</a:t>
            </a:r>
          </a:p>
          <a:p>
            <a:pPr>
              <a:defRPr sz="1200"/>
            </a:pPr>
            <a:r>
              <a:t>D:/pasar_fix/node_modules/.bun/@peculiar+asn1-x509@2.7.0/node_modules/@peculiar/asn1-x509/build/cjs/general_names.js</a:t>
            </a:r>
          </a:p>
          <a:p>
            <a:pPr>
              <a:defRPr sz="1200"/>
            </a:pPr>
            <a:r>
              <a:t>D:/pasar_fix/node_modules/.bun/@peculiar+asn1-x509@2.7.0/node_modules/@peculiar/asn1-x509/build/cjs/index.js</a:t>
            </a:r>
          </a:p>
          <a:p>
            <a:pPr>
              <a:defRPr sz="1200"/>
            </a:pPr>
            <a:r>
              <a:t>D:/pasar_fix/node_modules/.bun/@peculiar+asn1-x509@2.7.0/node_modules/@peculiar/asn1-x509/build/cjs/ip_converter.js</a:t>
            </a:r>
          </a:p>
          <a:p>
            <a:pPr>
              <a:defRPr sz="1200"/>
            </a:pPr>
            <a:r>
              <a:t>D:/pasar_fix/node_modules/.bun/@peculiar+asn1-x509@2.7.0/node_modules/@peculiar/asn1-x509/build/cjs/name.js</a:t>
            </a:r>
          </a:p>
          <a:p>
            <a:pPr>
              <a:defRPr sz="1200"/>
            </a:pPr>
            <a:r>
              <a:t>D:/pasar_fix/node_modules/.bun/@peculiar+asn1-x509@2.7.0/node_modules/@peculiar/asn1-x509/build/cjs/object_identifiers.js</a:t>
            </a:r>
          </a:p>
          <a:p>
            <a:pPr>
              <a:defRPr sz="1200"/>
            </a:pPr>
            <a:r>
              <a:t>D:/pasar_fix/node_modules/.bun/@peculiar+asn1-x509@2.7.0/node_modules/@peculiar/asn1-x509/build/cjs/subject_public_key_info.js</a:t>
            </a:r>
          </a:p>
          <a:p>
            <a:pPr>
              <a:defRPr sz="1200"/>
            </a:pPr>
            <a:r>
              <a:t>D:/pasar_fix/node_modules/.bun/@peculiar+asn1-x509@2.7.0/node_modules/@peculiar/asn1-x509/build/cjs/tbs_certificate.js</a:t>
            </a:r>
          </a:p>
          <a:p>
            <a:pPr>
              <a:defRPr sz="1200"/>
            </a:pPr>
            <a:r>
              <a:t>D:/pasar_fix/node_modules/.bun/@peculiar+asn1-x509@2.7.0/node_modules/@peculiar/asn1-x509/build/cjs/tbs_cert_list.js</a:t>
            </a:r>
          </a:p>
          <a:p>
            <a:pPr>
              <a:defRPr sz="1200"/>
            </a:pPr>
            <a:r>
              <a:t>D:/pasar_fix/node_modules/.bun/@peculiar+asn1-x509@2.7.0/node_modules/@peculiar/asn1-x509/build/cjs/time.js</a:t>
            </a:r>
          </a:p>
          <a:p>
            <a:pPr>
              <a:defRPr sz="1200"/>
            </a:pPr>
            <a:r>
              <a:t>D:/pasar_fix/node_modules/.bun/@peculiar+asn1-x509@2.7.0/node_modules/@peculiar/asn1-x509/build/cjs/types.js</a:t>
            </a:r>
          </a:p>
          <a:p>
            <a:pPr>
              <a:defRPr sz="1200"/>
            </a:pPr>
            <a:r>
              <a:t>D:/pasar_fix/node_modules/.bun/@peculiar+asn1-x509@2.7.0/node_modules/@peculiar/asn1-x509/build/cjs/validity.js</a:t>
            </a:r>
          </a:p>
          <a:p>
            <a:pPr>
              <a:defRPr sz="1200"/>
            </a:pPr>
            <a:r>
              <a:t>D:/pasar_fix/node_modules/.bun/@peculiar+asn1-x509@2.7.0/node_modules/@peculiar/asn1-x509/build/cjs/extensions/authority_information_access.js</a:t>
            </a:r>
          </a:p>
          <a:p>
            <a:pPr>
              <a:defRPr sz="1200"/>
            </a:pPr>
            <a:r>
              <a:t>D:/pasar_fix/node_modules/.bun/@peculiar+asn1-x509@2.7.0/node_modules/@peculiar/asn1-x509/build/cjs/extensions/authority_key_identifier.js</a:t>
            </a:r>
          </a:p>
          <a:p>
            <a:pPr>
              <a:defRPr sz="1200"/>
            </a:pPr>
            <a:r>
              <a:t>D:/pasar_fix/node_modules/.bun/@peculiar+asn1-x509@2.7.0/node_modules/@peculiar/asn1-x509/build/cjs/extensions/basic_constraints.js</a:t>
            </a:r>
          </a:p>
          <a:p>
            <a:pPr>
              <a:defRPr sz="1200"/>
            </a:pPr>
            <a:r>
              <a:t>D:/pasar_fix/node_modules/.bun/@peculiar+asn1-x509@2.7.0/node_modules/@peculiar/asn1-x509/build/cjs/extensions/certificate_issuer.js</a:t>
            </a:r>
          </a:p>
          <a:p>
            <a:pPr>
              <a:defRPr sz="1200"/>
            </a:pPr>
            <a:r>
              <a:t>D:/pasar_fix/node_modules/.bun/@peculiar+asn1-x509@2.7.0/node_modules/@peculiar/asn1-x509/build/cjs/extensions/certificate_policies.js</a:t>
            </a:r>
          </a:p>
          <a:p>
            <a:pPr>
              <a:defRPr sz="1200"/>
            </a:pPr>
            <a:r>
              <a:t>D:/pasar_fix/node_modules/.bun/@peculiar+asn1-x509@2.7.0/node_modules/@peculiar/asn1-x509/build/cjs/extensions/crl_delta_indicator.js</a:t>
            </a:r>
          </a:p>
          <a:p>
            <a:pPr>
              <a:defRPr sz="1200"/>
            </a:pPr>
            <a:r>
              <a:t>D:/pasar_fix/node_modules/.bun/@peculiar+asn1-x509@2.7.0/node_modules/@peculiar/asn1-x509/build/cjs/extensions/crl_distribution_points.js</a:t>
            </a:r>
          </a:p>
          <a:p>
            <a:pPr>
              <a:defRPr sz="1200"/>
            </a:pPr>
            <a:r>
              <a:t>D:/pasar_fix/node_modules/.bun/@peculiar+asn1-x509@2.7.0/node_modules/@peculiar/asn1-x509/build/cjs/extensions/crl_freshest.js</a:t>
            </a:r>
          </a:p>
          <a:p>
            <a:pPr>
              <a:defRPr sz="1200"/>
            </a:pPr>
            <a:r>
              <a:t>D:/pasar_fix/node_modules/.bun/@peculiar+asn1-x509@2.7.0/node_modules/@peculiar/asn1-x509/build/cjs/extensions/crl_issuing_distribution_point.js</a:t>
            </a:r>
          </a:p>
          <a:p>
            <a:pPr>
              <a:defRPr sz="1200"/>
            </a:pPr>
            <a:r>
              <a:t>D:/pasar_fix/node_modules/.bun/@peculiar+asn1-x509@2.7.0/node_modules/@peculiar/asn1-x509/build/cjs/extensions/crl_number.js</a:t>
            </a:r>
          </a:p>
          <a:p>
            <a:pPr>
              <a:defRPr sz="1200"/>
            </a:pPr>
            <a:r>
              <a:t>D:/pasar_fix/node_modules/.bun/@peculiar+asn1-x509@2.7.0/node_modules/@peculiar/asn1-x509/build/cjs/extensions/crl_reason.js</a:t>
            </a:r>
          </a:p>
          <a:p>
            <a:pPr>
              <a:defRPr sz="1200"/>
            </a:pPr>
            <a:r>
              <a:t>D:/pasar_fix/node_modules/.bun/@peculiar+asn1-x509@2.7.0/node_modules/@peculiar/asn1-x509/build/cjs/extensions/entrust_version_info.js</a:t>
            </a:r>
          </a:p>
          <a:p>
            <a:pPr>
              <a:defRPr sz="1200"/>
            </a:pPr>
            <a:r>
              <a:t>D:/pasar_fix/node_modules/.bun/@peculiar+asn1-x509@2.7.0/node_modules/@peculiar/asn1-x509/build/cjs/extensions/extended_key_usage.js</a:t>
            </a:r>
          </a:p>
          <a:p>
            <a:pPr>
              <a:defRPr sz="1200"/>
            </a:pPr>
            <a:r>
              <a:t>D:/pasar_fix/node_modules/.bun/@peculiar+asn1-x509@2.7.0/node_modules/@peculiar/asn1-x509/build/cjs/extensions/index.js</a:t>
            </a:r>
          </a:p>
          <a:p>
            <a:pPr>
              <a:defRPr sz="1200"/>
            </a:pPr>
            <a:r>
              <a:t>D:/pasar_fix/node_modules/.bun/@peculiar+asn1-x509@2.7.0/node_modules/@peculiar/asn1-x509/build/cjs/extensions/inhibit_any_policy.js</a:t>
            </a:r>
          </a:p>
          <a:p>
            <a:pPr>
              <a:defRPr sz="1200"/>
            </a:pPr>
            <a:r>
              <a:t>D:/pasar_fix/node_modules/.bun/@peculiar+asn1-x509@2.7.0/node_modules/@peculiar/asn1-x509/build/cjs/extensions/invalidity_date.js</a:t>
            </a:r>
          </a:p>
          <a:p>
            <a:pPr>
              <a:defRPr sz="1200"/>
            </a:pPr>
            <a:r>
              <a:t>D:/pasar_fix/node_modules/.bun/@peculiar+asn1-x509@2.7.0/node_modules/@peculiar/asn1-x509/build/cjs/extensions/issuer_alternative_name.js</a:t>
            </a:r>
          </a:p>
          <a:p>
            <a:pPr>
              <a:defRPr sz="1200"/>
            </a:pPr>
            <a:r>
              <a:t>D:/pasar_fix/node_modules/.bun/@peculiar+asn1-x509@2.7.0/node_modules/@peculiar/asn1-x509/build/cjs/extensions/key_usage.js</a:t>
            </a:r>
          </a:p>
          <a:p>
            <a:pPr>
              <a:defRPr sz="1200"/>
            </a:pPr>
            <a:r>
              <a:t>D:/pasar_fix/node_modules/.bun/@peculiar+asn1-x509@2.7.0/node_modules/@peculiar/asn1-x509/build/cjs/extensions/name_constraints.js</a:t>
            </a:r>
          </a:p>
          <a:p>
            <a:pPr>
              <a:defRPr sz="1200"/>
            </a:pPr>
            <a:r>
              <a:t>D:/pasar_fix/node_modules/.bun/@peculiar+asn1-x509@2.7.0/node_modules/@peculiar/asn1-x509/build/cjs/extensions/policy_constraints.js</a:t>
            </a:r>
          </a:p>
          <a:p>
            <a:pPr>
              <a:defRPr sz="1200"/>
            </a:pPr>
            <a:r>
              <a:t>D:/pasar_fix/node_modules/.bun/@peculiar+asn1-x509@2.7.0/node_modules/@peculiar/asn1-x509/build/cjs/extensions/policy_mappings.js</a:t>
            </a:r>
          </a:p>
          <a:p>
            <a:pPr>
              <a:defRPr sz="1200"/>
            </a:pPr>
            <a:r>
              <a:t>D:/pasar_fix/node_modules/.bun/@peculiar+asn1-x509@2.7.0/node_modules/@peculiar/asn1-x509/build/cjs/extensions/private_key_usage_period.js</a:t>
            </a:r>
          </a:p>
          <a:p>
            <a:pPr>
              <a:defRPr sz="1200"/>
            </a:pPr>
            <a:r>
              <a:t>D:/pasar_fix/node_modules/.bun/@peculiar+asn1-x509@2.7.0/node_modules/@peculiar/asn1-x509/build/cjs/extensions/subject_alternative_name.js</a:t>
            </a:r>
          </a:p>
          <a:p>
            <a:pPr>
              <a:defRPr sz="1200"/>
            </a:pPr>
            <a:r>
              <a:t>D:/pasar_fix/node_modules/.bun/@peculiar+asn1-x509@2.7.0/node_modules/@peculiar/asn1-x509/build/cjs/extensions/subject_directory_attributes.js</a:t>
            </a:r>
          </a:p>
          <a:p>
            <a:pPr>
              <a:defRPr sz="1200"/>
            </a:pPr>
            <a:r>
              <a:t>D:/pasar_fix/node_modules/.bun/@peculiar+asn1-x509@2.7.0/node_modules/@peculiar/asn1-x509/build/cjs/extensions/subject_info_access.js</a:t>
            </a:r>
          </a:p>
          <a:p>
            <a:pPr>
              <a:defRPr sz="1200"/>
            </a:pPr>
            <a:r>
              <a:t>D:/pasar_fix/node_modules/.bun/@peculiar+asn1-x509@2.7.0/node_modules/@peculiar/asn1-x509/build/cjs/extensions/subject_key_identifier.js</a:t>
            </a:r>
          </a:p>
          <a:p>
            <a:pPr>
              <a:defRPr sz="1200"/>
            </a:pPr>
            <a:r>
              <a:t>D:/pasar_fix/node_modules/.bun/@peculiar+asn1-x509@2.7.0/node_modules/@peculiar/asn1-x509/build/es2015/algorithm_identifier.js</a:t>
            </a:r>
          </a:p>
          <a:p>
            <a:pPr>
              <a:defRPr sz="1200"/>
            </a:pPr>
            <a:r>
              <a:t>D:/pasar_fix/node_modules/.bun/@peculiar+asn1-x509@2.7.0/node_modules/@peculiar/asn1-x509/build/es2015/attribute.js</a:t>
            </a:r>
          </a:p>
          <a:p>
            <a:pPr>
              <a:defRPr sz="1200"/>
            </a:pPr>
            <a:r>
              <a:t>D:/pasar_fix/node_modules/.bun/@peculiar+asn1-x509@2.7.0/node_modules/@peculiar/asn1-x509/build/es2015/certificate.js</a:t>
            </a:r>
          </a:p>
          <a:p>
            <a:pPr>
              <a:defRPr sz="1200"/>
            </a:pPr>
            <a:r>
              <a:t>D:/pasar_fix/node_modules/.bun/@peculiar+asn1-x509@2.7.0/node_modules/@peculiar/asn1-x509/build/es2015/certificate_list.js</a:t>
            </a:r>
          </a:p>
          <a:p>
            <a:pPr>
              <a:defRPr sz="1200"/>
            </a:pPr>
            <a:r>
              <a:t>D:/pasar_fix/node_modules/.bun/@peculiar+asn1-x509@2.7.0/node_modules/@peculiar/asn1-x509/build/es2015/extension.js</a:t>
            </a:r>
          </a:p>
          <a:p>
            <a:pPr>
              <a:defRPr sz="1200"/>
            </a:pPr>
            <a:r>
              <a:t>D:/pasar_fix/node_modules/.bun/@peculiar+asn1-x509@2.7.0/node_modules/@peculiar/asn1-x509/build/es2015/general_name.js</a:t>
            </a:r>
          </a:p>
          <a:p>
            <a:pPr>
              <a:defRPr sz="1200"/>
            </a:pPr>
            <a:r>
              <a:t>D:/pasar_fix/node_modules/.bun/@peculiar+asn1-x509@2.7.0/node_modules/@peculiar/asn1-x509/build/es2015/general_names.js</a:t>
            </a:r>
          </a:p>
          <a:p>
            <a:pPr>
              <a:defRPr sz="1200"/>
            </a:pPr>
            <a:r>
              <a:t>D:/pasar_fix/node_modules/.bun/@peculiar+asn1-x509@2.7.0/node_modules/@peculiar/asn1-x509/build/es2015/index.js</a:t>
            </a:r>
          </a:p>
          <a:p>
            <a:pPr>
              <a:defRPr sz="1200"/>
            </a:pPr>
            <a:r>
              <a:t>D:/pasar_fix/node_modules/.bun/@peculiar+asn1-x509@2.7.0/node_modules/@peculiar/asn1-x509/build/es2015/ip_converter.js</a:t>
            </a:r>
          </a:p>
          <a:p>
            <a:pPr>
              <a:defRPr sz="1200"/>
            </a:pPr>
            <a:r>
              <a:t>D:/pasar_fix/node_modules/.bun/@peculiar+asn1-x509@2.7.0/node_modules/@peculiar/asn1-x509/build/es2015/name.js</a:t>
            </a:r>
          </a:p>
          <a:p>
            <a:pPr>
              <a:defRPr sz="1200"/>
            </a:pPr>
            <a:r>
              <a:t>D:/pasar_fix/node_modules/.bun/@peculiar+asn1-x509@2.7.0/node_modules/@peculiar/asn1-x509/build/es2015/object_identifiers.js</a:t>
            </a:r>
          </a:p>
          <a:p>
            <a:pPr>
              <a:defRPr sz="1200"/>
            </a:pPr>
            <a:r>
              <a:t>D:/pasar_fix/node_modules/.bun/@peculiar+asn1-x509@2.7.0/node_modules/@peculiar/asn1-x509/build/es2015/package.json</a:t>
            </a:r>
          </a:p>
          <a:p>
            <a:pPr>
              <a:defRPr sz="1200"/>
            </a:pPr>
            <a:r>
              <a:t>D:/pasar_fix/node_modules/.bun/@peculiar+asn1-x509@2.7.0/node_modules/@peculiar/asn1-x509/build/es2015/subject_public_key_info.js</a:t>
            </a:r>
          </a:p>
          <a:p>
            <a:pPr>
              <a:defRPr sz="1200"/>
            </a:pPr>
            <a:r>
              <a:t>D:/pasar_fix/node_modules/.bun/@peculiar+asn1-x509@2.7.0/node_modules/@peculiar/asn1-x509/build/es2015/tbs_certificate.js</a:t>
            </a:r>
          </a:p>
          <a:p>
            <a:pPr>
              <a:defRPr sz="1200"/>
            </a:pPr>
            <a:r>
              <a:t>D:/pasar_fix/node_modules/.bun/@peculiar+asn1-x509@2.7.0/node_modules/@peculiar/asn1-x509/build/es2015/tbs_cert_list.js</a:t>
            </a:r>
          </a:p>
          <a:p>
            <a:pPr>
              <a:defRPr sz="1200"/>
            </a:pPr>
            <a:r>
              <a:t>D:/pasar_fix/node_modules/.bun/@peculiar+asn1-x509@2.7.0/node_modules/@peculiar/asn1-x509/build/es2015/time.js</a:t>
            </a:r>
          </a:p>
          <a:p>
            <a:pPr>
              <a:defRPr sz="1200"/>
            </a:pPr>
            <a:r>
              <a:t>D:/pasar_fix/node_modules/.bun/@peculiar+asn1-x509@2.7.0/node_modules/@peculiar/asn1-x509/build/es2015/types.js</a:t>
            </a:r>
          </a:p>
          <a:p>
            <a:pPr>
              <a:defRPr sz="1200"/>
            </a:pPr>
            <a:r>
              <a:t>D:/pasar_fix/node_modules/.bun/@peculiar+asn1-x509@2.7.0/node_modules/@peculiar/asn1-x509/build/es2015/validity.js</a:t>
            </a:r>
          </a:p>
          <a:p>
            <a:pPr>
              <a:defRPr sz="1200"/>
            </a:pPr>
            <a:r>
              <a:t>D:/pasar_fix/node_modules/.bun/@peculiar+asn1-x509@2.7.0/node_modules/@peculiar/asn1-x509/build/es2015/extensions/authority_information_access.js</a:t>
            </a:r>
          </a:p>
          <a:p>
            <a:pPr>
              <a:defRPr sz="1200"/>
            </a:pPr>
            <a:r>
              <a:t>D:/pasar_fix/node_modules/.bun/@peculiar+asn1-x509@2.7.0/node_modules/@peculiar/asn1-x509/build/es2015/extensions/authority_key_identifier.js</a:t>
            </a:r>
          </a:p>
          <a:p>
            <a:pPr>
              <a:defRPr sz="1200"/>
            </a:pPr>
            <a:r>
              <a:t>D:/pasar_fix/node_modules/.bun/@peculiar+asn1-x509@2.7.0/node_modules/@peculiar/asn1-x509/build/es2015/extensions/basic_constraints.js</a:t>
            </a:r>
          </a:p>
          <a:p>
            <a:pPr>
              <a:defRPr sz="1200"/>
            </a:pPr>
            <a:r>
              <a:t>D:/pasar_fix/node_modules/.bun/@peculiar+asn1-x509@2.7.0/node_modules/@peculiar/asn1-x509/build/es2015/extensions/certificate_issuer.js</a:t>
            </a:r>
          </a:p>
          <a:p>
            <a:pPr>
              <a:defRPr sz="1200"/>
            </a:pPr>
            <a:r>
              <a:t>D:/pasar_fix/node_modules/.bun/@peculiar+asn1-x509@2.7.0/node_modules/@peculiar/asn1-x509/build/es2015/extensions/certificate_policies.js</a:t>
            </a:r>
          </a:p>
          <a:p>
            <a:pPr>
              <a:defRPr sz="1200"/>
            </a:pPr>
            <a:r>
              <a:t>D:/pasar_fix/node_modules/.bun/@peculiar+asn1-x509@2.7.0/node_modules/@peculiar/asn1-x509/build/es2015/extensions/crl_delta_indicator.js</a:t>
            </a:r>
          </a:p>
          <a:p>
            <a:pPr>
              <a:defRPr sz="1200"/>
            </a:pPr>
            <a:r>
              <a:t>D:/pasar_fix/node_modules/.bun/@peculiar+asn1-x509@2.7.0/node_modules/@peculiar/asn1-x509/build/es2015/extensions/crl_distribution_points.js</a:t>
            </a:r>
          </a:p>
          <a:p>
            <a:pPr>
              <a:defRPr sz="1200"/>
            </a:pPr>
            <a:r>
              <a:t>D:/pasar_fix/node_modules/.bun/@peculiar+asn1-x509@2.7.0/node_modules/@peculiar/asn1-x509/build/es2015/extensions/crl_freshest.js</a:t>
            </a:r>
          </a:p>
          <a:p>
            <a:pPr>
              <a:defRPr sz="1200"/>
            </a:pPr>
            <a:r>
              <a:t>D:/pasar_fix/node_modules/.bun/@peculiar+asn1-x509@2.7.0/node_modules/@peculiar/asn1-x509/build/es2015/extensions/crl_issuing_distribution_point.js</a:t>
            </a:r>
          </a:p>
          <a:p>
            <a:pPr>
              <a:defRPr sz="1200"/>
            </a:pPr>
            <a:r>
              <a:t>D:/pasar_fix/node_modules/.bun/@peculiar+asn1-x509@2.7.0/node_modules/@peculiar/asn1-x509/build/es2015/extensions/crl_number.js</a:t>
            </a:r>
          </a:p>
          <a:p>
            <a:pPr>
              <a:defRPr sz="1200"/>
            </a:pPr>
            <a:r>
              <a:t>D:/pasar_fix/node_modules/.bun/@peculiar+asn1-x509@2.7.0/node_modules/@peculiar/asn1-x509/build/es2015/extensions/crl_reason.js</a:t>
            </a:r>
          </a:p>
          <a:p>
            <a:pPr>
              <a:defRPr sz="1200"/>
            </a:pPr>
            <a:r>
              <a:t>D:/pasar_fix/node_modules/.bun/@peculiar+asn1-x509@2.7.0/node_modules/@peculiar/asn1-x509/build/es2015/extensions/entrust_version_info.js</a:t>
            </a:r>
          </a:p>
          <a:p>
            <a:pPr>
              <a:defRPr sz="1200"/>
            </a:pPr>
            <a:r>
              <a:t>D:/pasar_fix/node_modules/.bun/@peculiar+asn1-x509@2.7.0/node_modules/@peculiar/asn1-x509/build/es2015/extensions/extended_key_usage.js</a:t>
            </a:r>
          </a:p>
          <a:p>
            <a:pPr>
              <a:defRPr sz="1200"/>
            </a:pPr>
            <a:r>
              <a:t>D:/pasar_fix/node_modules/.bun/@peculiar+asn1-x509@2.7.0/node_modules/@peculiar/asn1-x509/build/es2015/extensions/index.js</a:t>
            </a:r>
          </a:p>
          <a:p>
            <a:pPr>
              <a:defRPr sz="1200"/>
            </a:pPr>
            <a:r>
              <a:t>D:/pasar_fix/node_modules/.bun/@peculiar+asn1-x509@2.7.0/node_modules/@peculiar/asn1-x509/build/es2015/extensions/inhibit_any_policy.js</a:t>
            </a:r>
          </a:p>
          <a:p>
            <a:pPr>
              <a:defRPr sz="1200"/>
            </a:pPr>
            <a:r>
              <a:t>D:/pasar_fix/node_modules/.bun/@peculiar+asn1-x509@2.7.0/node_modules/@peculiar/asn1-x509/build/es2015/extensions/invalidity_date.js</a:t>
            </a:r>
          </a:p>
          <a:p>
            <a:pPr>
              <a:defRPr sz="1200"/>
            </a:pPr>
            <a:r>
              <a:t>D:/pasar_fix/node_modules/.bun/@peculiar+asn1-x509@2.7.0/node_modules/@peculiar/asn1-x509/build/es2015/extensions/issuer_alternative_name.js</a:t>
            </a:r>
          </a:p>
          <a:p>
            <a:pPr>
              <a:defRPr sz="1200"/>
            </a:pPr>
            <a:r>
              <a:t>D:/pasar_fix/node_modules/.bun/@peculiar+asn1-x509@2.7.0/node_modules/@peculiar/asn1-x509/build/es2015/extensions/key_usage.js</a:t>
            </a:r>
          </a:p>
          <a:p>
            <a:pPr>
              <a:defRPr sz="1200"/>
            </a:pPr>
            <a:r>
              <a:t>D:/pasar_fix/node_modules/.bun/@peculiar+asn1-x509@2.7.0/node_modules/@peculiar/asn1-x509/build/es2015/extensions/name_constraints.js</a:t>
            </a:r>
          </a:p>
          <a:p>
            <a:pPr>
              <a:defRPr sz="1200"/>
            </a:pPr>
            <a:r>
              <a:t>D:/pasar_fix/node_modules/.bun/@peculiar+asn1-x509@2.7.0/node_modules/@peculiar/asn1-x509/build/es2015/extensions/policy_constraints.js</a:t>
            </a:r>
          </a:p>
          <a:p>
            <a:pPr>
              <a:defRPr sz="1200"/>
            </a:pPr>
            <a:r>
              <a:t>D:/pasar_fix/node_modules/.bun/@peculiar+asn1-x509@2.7.0/node_modules/@peculiar/asn1-x509/build/es2015/extensions/policy_mappings.js</a:t>
            </a:r>
          </a:p>
          <a:p>
            <a:pPr>
              <a:defRPr sz="1200"/>
            </a:pPr>
            <a:r>
              <a:t>D:/pasar_fix/node_modules/.bun/@peculiar+asn1-x509@2.7.0/node_modules/@peculiar/asn1-x509/build/es2015/extensions/private_key_usage_period.js</a:t>
            </a:r>
          </a:p>
          <a:p>
            <a:pPr>
              <a:defRPr sz="1200"/>
            </a:pPr>
            <a:r>
              <a:t>D:/pasar_fix/node_modules/.bun/@peculiar+asn1-x509@2.7.0/node_modules/@peculiar/asn1-x509/build/es2015/extensions/subject_alternative_name.js</a:t>
            </a:r>
          </a:p>
          <a:p>
            <a:pPr>
              <a:defRPr sz="1200"/>
            </a:pPr>
            <a:r>
              <a:t>D:/pasar_fix/node_modules/.bun/@peculiar+asn1-x509@2.7.0/node_modules/@peculiar/asn1-x509/build/es2015/extensions/subject_directory_attributes.js</a:t>
            </a:r>
          </a:p>
          <a:p>
            <a:pPr>
              <a:defRPr sz="1200"/>
            </a:pPr>
            <a:r>
              <a:t>D:/pasar_fix/node_modules/.bun/@peculiar+asn1-x509@2.7.0/node_modules/@peculiar/asn1-x509/build/es2015/extensions/subject_info_access.js</a:t>
            </a:r>
          </a:p>
          <a:p>
            <a:pPr>
              <a:defRPr sz="1200"/>
            </a:pPr>
            <a:r>
              <a:t>D:/pasar_fix/node_modules/.bun/@peculiar+asn1-x509@2.7.0/node_modules/@peculiar/asn1-x509/build/es2015/extensions/subject_key_identifier.js</a:t>
            </a:r>
          </a:p>
          <a:p>
            <a:pPr>
              <a:defRPr sz="1200"/>
            </a:pPr>
            <a:r>
              <a:t>D:/pasar_fix/node_modules/.bun/@peculiar+asn1-x509@2.7.0/node_modules/@peculiar/asn1-x509/build/types/algorithm_identifier.d.ts</a:t>
            </a:r>
          </a:p>
          <a:p>
            <a:pPr>
              <a:defRPr sz="1200"/>
            </a:pPr>
            <a:r>
              <a:t>D:/pasar_fix/node_modules/.bun/@peculiar+asn1-x509@2.7.0/node_modules/@peculiar/asn1-x509/build/types/attribute.d.ts</a:t>
            </a:r>
          </a:p>
          <a:p>
            <a:pPr>
              <a:defRPr sz="1200"/>
            </a:pPr>
            <a:r>
              <a:t>D:/pasar_fix/node_modules/.bun/@peculiar+asn1-x509@2.7.0/node_modules/@peculiar/asn1-x509/build/types/certificate.d.ts</a:t>
            </a:r>
          </a:p>
          <a:p>
            <a:pPr>
              <a:defRPr sz="1200"/>
            </a:pPr>
            <a:r>
              <a:t>D:/pasar_fix/node_modules/.bun/@peculiar+asn1-x509@2.7.0/node_modules/@peculiar/asn1-x509/build/types/certificate_list.d.ts</a:t>
            </a:r>
          </a:p>
          <a:p>
            <a:pPr>
              <a:defRPr sz="1200"/>
            </a:pPr>
            <a:r>
              <a:t>D:/pasar_fix/node_modules/.bun/@peculiar+asn1-x509@2.7.0/node_modules/@peculiar/asn1-x509/build/types/extension.d.ts</a:t>
            </a:r>
          </a:p>
          <a:p>
            <a:pPr>
              <a:defRPr sz="1200"/>
            </a:pPr>
            <a:r>
              <a:t>D:/pasar_fix/node_modules/.bun/@peculiar+asn1-x509@2.7.0/node_modules/@peculiar/asn1-x509/build/types/general_name.d.ts</a:t>
            </a:r>
          </a:p>
          <a:p>
            <a:pPr>
              <a:defRPr sz="1200"/>
            </a:pPr>
            <a:r>
              <a:t>D:/pasar_fix/node_modules/.bun/@peculiar+asn1-x509@2.7.0/node_modules/@peculiar/asn1-x509/build/types/general_names.d.ts</a:t>
            </a:r>
          </a:p>
          <a:p>
            <a:pPr>
              <a:defRPr sz="1200"/>
            </a:pPr>
            <a:r>
              <a:t>D:/pasar_fix/node_modules/.bun/@peculiar+asn1-x509@2.7.0/node_modules/@peculiar/asn1-x509/build/types/index.d.ts</a:t>
            </a:r>
          </a:p>
          <a:p>
            <a:pPr>
              <a:defRPr sz="1200"/>
            </a:pPr>
            <a:r>
              <a:t>D:/pasar_fix/node_modules/.bun/@peculiar+asn1-x509@2.7.0/node_modules/@peculiar/asn1-x509/build/types/ip_converter.d.ts</a:t>
            </a:r>
          </a:p>
          <a:p>
            <a:pPr>
              <a:defRPr sz="1200"/>
            </a:pPr>
            <a:r>
              <a:t>D:/pasar_fix/node_modules/.bun/@peculiar+asn1-x509@2.7.0/node_modules/@peculiar/asn1-x509/build/types/name.d.ts</a:t>
            </a:r>
          </a:p>
          <a:p>
            <a:pPr>
              <a:defRPr sz="1200"/>
            </a:pPr>
            <a:r>
              <a:t>D:/pasar_fix/node_modules/.bun/@peculiar+asn1-x509@2.7.0/node_modules/@peculiar/asn1-x509/build/types/object_identifiers.d.ts</a:t>
            </a:r>
          </a:p>
          <a:p>
            <a:pPr>
              <a:defRPr sz="1200"/>
            </a:pPr>
            <a:r>
              <a:t>D:/pasar_fix/node_modules/.bun/@peculiar+asn1-x509@2.7.0/node_modules/@peculiar/asn1-x509/build/types/subject_public_key_info.d.ts</a:t>
            </a:r>
          </a:p>
          <a:p>
            <a:pPr>
              <a:defRPr sz="1200"/>
            </a:pPr>
            <a:r>
              <a:t>D:/pasar_fix/node_modules/.bun/@peculiar+asn1-x509@2.7.0/node_modules/@peculiar/asn1-x509/build/types/tbs_certificate.d.ts</a:t>
            </a:r>
          </a:p>
          <a:p>
            <a:pPr>
              <a:defRPr sz="1200"/>
            </a:pPr>
            <a:r>
              <a:t>D:/pasar_fix/node_modules/.bun/@peculiar+asn1-x509@2.7.0/node_modules/@peculiar/asn1-x509/build/types/tbs_cert_list.d.ts</a:t>
            </a:r>
          </a:p>
          <a:p>
            <a:pPr>
              <a:defRPr sz="1200"/>
            </a:pPr>
            <a:r>
              <a:t>D:/pasar_fix/node_modules/.bun/@peculiar+asn1-x509@2.7.0/node_modules/@peculiar/asn1-x509/build/types/time.d.ts</a:t>
            </a:r>
          </a:p>
          <a:p>
            <a:pPr>
              <a:defRPr sz="1200"/>
            </a:pPr>
            <a:r>
              <a:t>D:/pasar_fix/node_modules/.bun/@peculiar+asn1-x509@2.7.0/node_modules/@peculiar/asn1-x509/build/types/types.d.ts</a:t>
            </a:r>
          </a:p>
          <a:p>
            <a:pPr>
              <a:defRPr sz="1200"/>
            </a:pPr>
            <a:r>
              <a:t>D:/pasar_fix/node_modules/.bun/@peculiar+asn1-x509@2.7.0/node_modules/@peculiar/asn1-x509/build/types/validity.d.ts</a:t>
            </a:r>
          </a:p>
          <a:p>
            <a:pPr>
              <a:defRPr sz="1200"/>
            </a:pPr>
            <a:r>
              <a:t>D:/pasar_fix/node_modules/.bun/@peculiar+asn1-x509@2.7.0/node_modules/@peculiar/asn1-x509/build/types/extensions/authority_information_access.d.ts</a:t>
            </a:r>
          </a:p>
          <a:p>
            <a:pPr>
              <a:defRPr sz="1200"/>
            </a:pPr>
            <a:r>
              <a:t>D:/pasar_fix/node_modules/.bun/@peculiar+asn1-x509@2.7.0/node_modules/@peculiar/asn1-x509/build/types/extensions/authority_key_identifier.d.ts</a:t>
            </a:r>
          </a:p>
          <a:p>
            <a:pPr>
              <a:defRPr sz="1200"/>
            </a:pPr>
            <a:r>
              <a:t>D:/pasar_fix/node_modules/.bun/@peculiar+asn1-x509@2.7.0/node_modules/@peculiar/asn1-x509/build/types/extensions/basic_constraints.d.ts</a:t>
            </a:r>
          </a:p>
          <a:p>
            <a:pPr>
              <a:defRPr sz="1200"/>
            </a:pPr>
            <a:r>
              <a:t>D:/pasar_fix/node_modules/.bun/@peculiar+asn1-x509@2.7.0/node_modules/@peculiar/asn1-x509/build/types/extensions/certificate_issuer.d.ts</a:t>
            </a:r>
          </a:p>
          <a:p>
            <a:pPr>
              <a:defRPr sz="1200"/>
            </a:pPr>
            <a:r>
              <a:t>D:/pasar_fix/node_modules/.bun/@peculiar+asn1-x509@2.7.0/node_modules/@peculiar/asn1-x509/build/types/extensions/certificate_policies.d.ts</a:t>
            </a:r>
          </a:p>
          <a:p>
            <a:pPr>
              <a:defRPr sz="1200"/>
            </a:pPr>
            <a:r>
              <a:t>D:/pasar_fix/node_modules/.bun/@peculiar+asn1-x509@2.7.0/node_modules/@peculiar/asn1-x509/build/types/extensions/crl_delta_indicator.d.ts</a:t>
            </a:r>
          </a:p>
          <a:p>
            <a:pPr>
              <a:defRPr sz="1200"/>
            </a:pPr>
            <a:r>
              <a:t>D:/pasar_fix/node_modules/.bun/@peculiar+asn1-x509@2.7.0/node_modules/@peculiar/asn1-x509/build/types/extensions/crl_distribution_points.d.ts</a:t>
            </a:r>
          </a:p>
          <a:p>
            <a:pPr>
              <a:defRPr sz="1200"/>
            </a:pPr>
            <a:r>
              <a:t>D:/pasar_fix/node_modules/.bun/@peculiar+asn1-x509@2.7.0/node_modules/@peculiar/asn1-x509/build/types/extensions/crl_freshest.d.ts</a:t>
            </a:r>
          </a:p>
          <a:p>
            <a:pPr>
              <a:defRPr sz="1200"/>
            </a:pPr>
            <a:r>
              <a:t>D:/pasar_fix/node_modules/.bun/@peculiar+asn1-x509@2.7.0/node_modules/@peculiar/asn1-x509/build/types/extensions/crl_issuing_distribution_point.d.ts</a:t>
            </a:r>
          </a:p>
          <a:p>
            <a:pPr>
              <a:defRPr sz="1200"/>
            </a:pPr>
            <a:r>
              <a:t>D:/pasar_fix/node_modules/.bun/@peculiar+asn1-x509@2.7.0/node_modules/@peculiar/asn1-x509/build/types/extensions/crl_number.d.ts</a:t>
            </a:r>
          </a:p>
          <a:p>
            <a:pPr>
              <a:defRPr sz="1200"/>
            </a:pPr>
            <a:r>
              <a:t>D:/pasar_fix/node_modules/.bun/@peculiar+asn1-x509@2.7.0/node_modules/@peculiar/asn1-x509/build/types/extensions/crl_reason.d.ts</a:t>
            </a:r>
          </a:p>
          <a:p>
            <a:pPr>
              <a:defRPr sz="1200"/>
            </a:pPr>
            <a:r>
              <a:t>D:/pasar_fix/node_modules/.bun/@peculiar+asn1-x509@2.7.0/node_modules/@peculiar/asn1-x509/build/types/extensions/entrust_version_info.d.ts</a:t>
            </a:r>
          </a:p>
          <a:p>
            <a:pPr>
              <a:defRPr sz="1200"/>
            </a:pPr>
            <a:r>
              <a:t>D:/pasar_fix/node_modules/.bun/@peculiar+asn1-x509@2.7.0/node_modules/@peculiar/asn1-x509/build/types/extensions/extended_key_usage.d.ts</a:t>
            </a:r>
          </a:p>
          <a:p>
            <a:pPr>
              <a:defRPr sz="1200"/>
            </a:pPr>
            <a:r>
              <a:t>D:/pasar_fix/node_modules/.bun/@peculiar+asn1-x509@2.7.0/node_modules/@peculiar/asn1-x509/build/types/extensions/index.d.ts</a:t>
            </a:r>
          </a:p>
          <a:p>
            <a:pPr>
              <a:defRPr sz="1200"/>
            </a:pPr>
            <a:r>
              <a:t>D:/pasar_fix/node_modules/.bun/@peculiar+asn1-x509@2.7.0/node_modules/@peculiar/asn1-x509/build/types/extensions/inhibit_any_policy.d.ts</a:t>
            </a:r>
          </a:p>
          <a:p>
            <a:pPr>
              <a:defRPr sz="1200"/>
            </a:pPr>
            <a:r>
              <a:t>D:/pasar_fix/node_modules/.bun/@peculiar+asn1-x509@2.7.0/node_modules/@peculiar/asn1-x509/build/types/extensions/invalidity_date.d.ts</a:t>
            </a:r>
          </a:p>
          <a:p>
            <a:pPr>
              <a:defRPr sz="1200"/>
            </a:pPr>
            <a:r>
              <a:t>D:/pasar_fix/node_modules/.bun/@peculiar+asn1-x509@2.7.0/node_modules/@peculiar/asn1-x509/build/types/extensions/issuer_alternative_name.d.ts</a:t>
            </a:r>
          </a:p>
          <a:p>
            <a:pPr>
              <a:defRPr sz="1200"/>
            </a:pPr>
            <a:r>
              <a:t>D:/pasar_fix/node_modules/.bun/@peculiar+asn1-x509@2.7.0/node_modules/@peculiar/asn1-x509/build/types/extensions/key_usage.d.ts</a:t>
            </a:r>
          </a:p>
          <a:p>
            <a:pPr>
              <a:defRPr sz="1200"/>
            </a:pPr>
            <a:r>
              <a:t>D:/pasar_fix/node_modules/.bun/@peculiar+asn1-x509@2.7.0/node_modules/@peculiar/asn1-x509/build/types/extensions/name_constraints.d.ts</a:t>
            </a:r>
          </a:p>
          <a:p>
            <a:pPr>
              <a:defRPr sz="1200"/>
            </a:pPr>
            <a:r>
              <a:t>D:/pasar_fix/node_modules/.bun/@peculiar+asn1-x509@2.7.0/node_modules/@peculiar/asn1-x509/build/types/extensions/policy_constraints.d.ts</a:t>
            </a:r>
          </a:p>
          <a:p>
            <a:pPr>
              <a:defRPr sz="1200"/>
            </a:pPr>
            <a:r>
              <a:t>D:/pasar_fix/node_modules/.bun/@peculiar+asn1-x509@2.7.0/node_modules/@peculiar/asn1-x509/build/types/extensions/policy_mappings.d.ts</a:t>
            </a:r>
          </a:p>
          <a:p>
            <a:pPr>
              <a:defRPr sz="1200"/>
            </a:pPr>
            <a:r>
              <a:t>D:/pasar_fix/node_modules/.bun/@peculiar+asn1-x509@2.7.0/node_modules/@peculiar/asn1-x509/build/types/extensions/private_key_usage_period.d.ts</a:t>
            </a:r>
          </a:p>
          <a:p>
            <a:pPr>
              <a:defRPr sz="1200"/>
            </a:pPr>
            <a:r>
              <a:t>D:/pasar_fix/node_modules/.bun/@peculiar+asn1-x509@2.7.0/node_modules/@peculiar/asn1-x509/build/types/extensions/subject_alternative_name.d.ts</a:t>
            </a:r>
          </a:p>
          <a:p>
            <a:pPr>
              <a:defRPr sz="1200"/>
            </a:pPr>
            <a:r>
              <a:t>D:/pasar_fix/node_modules/.bun/@peculiar+asn1-x509@2.7.0/node_modules/@peculiar/asn1-x509/build/types/extensions/subject_directory_attributes.d.ts</a:t>
            </a:r>
          </a:p>
          <a:p>
            <a:pPr>
              <a:defRPr sz="1200"/>
            </a:pPr>
            <a:r>
              <a:t>D:/pasar_fix/node_modules/.bun/@peculiar+asn1-x509@2.7.0/node_modules/@peculiar/asn1-x509/build/types/extensions/subject_info_access.d.ts</a:t>
            </a:r>
          </a:p>
          <a:p>
            <a:pPr>
              <a:defRPr sz="1200"/>
            </a:pPr>
            <a:r>
              <a:t>D:/pasar_fix/node_modules/.bun/@peculiar+asn1-x509@2.7.0/node_modules/@peculiar/asn1-x509/build/types/extensions/subject_key_identifier.d.ts</a:t>
            </a:r>
          </a:p>
          <a:p>
            <a:pPr>
              <a:defRPr sz="1200"/>
            </a:pPr>
            <a:r>
              <a:t>D:/pasar_fix/node_modules/.bun/@peculiar+utils@2.0.3/node_modules/@peculiar/utils/LICENSE</a:t>
            </a:r>
          </a:p>
          <a:p>
            <a:pPr>
              <a:defRPr sz="1200"/>
            </a:pPr>
            <a:r>
              <a:t>D:/pasar_fix/node_modules/.bun/@peculiar+utils@2.0.3/node_modules/@peculiar/utils/package.json</a:t>
            </a:r>
          </a:p>
          <a:p>
            <a:pPr>
              <a:defRPr sz="1200"/>
            </a:pPr>
            <a:r>
              <a:t>D:/pasar_fix/node_modules/.bun/@peculiar+utils@2.0.3/node_modules/@peculiar/utils/README.md</a:t>
            </a:r>
          </a:p>
          <a:p>
            <a:pPr>
              <a:defRPr sz="1200"/>
            </a:pPr>
            <a:r>
              <a:t>D:/pasar_fix/node_modules/.bun/@peculiar+utils@2.0.3/node_modules/@peculiar/utils/build/cjs/index.js</a:t>
            </a:r>
          </a:p>
          <a:p>
            <a:pPr>
              <a:defRPr sz="1200"/>
            </a:pPr>
            <a:r>
              <a:t>D:/pasar_fix/node_modules/.bun/@peculiar+utils@2.0.3/node_modules/@peculiar/utils/build/cjs/package.json</a:t>
            </a:r>
          </a:p>
          <a:p>
            <a:pPr>
              <a:defRPr sz="1200"/>
            </a:pPr>
            <a:r>
              <a:t>D:/pasar_fix/node_modules/.bun/@peculiar+utils@2.0.3/node_modules/@peculiar/utils/build/cjs/bytes/buffer-source.js</a:t>
            </a:r>
          </a:p>
          <a:p>
            <a:pPr>
              <a:defRPr sz="1200"/>
            </a:pPr>
            <a:r>
              <a:t>D:/pasar_fix/node_modules/.bun/@peculiar+utils@2.0.3/node_modules/@peculiar/utils/build/cjs/bytes/concat.js</a:t>
            </a:r>
          </a:p>
          <a:p>
            <a:pPr>
              <a:defRPr sz="1200"/>
            </a:pPr>
            <a:r>
              <a:t>D:/pasar_fix/node_modules/.bun/@peculiar+utils@2.0.3/node_modules/@peculiar/utils/build/cjs/bytes/equal.js</a:t>
            </a:r>
          </a:p>
          <a:p>
            <a:pPr>
              <a:defRPr sz="1200"/>
            </a:pPr>
            <a:r>
              <a:t>D:/pasar_fix/node_modules/.bun/@peculiar+utils@2.0.3/node_modules/@peculiar/utils/build/cjs/bytes/index.js</a:t>
            </a:r>
          </a:p>
          <a:p>
            <a:pPr>
              <a:defRPr sz="1200"/>
            </a:pPr>
            <a:r>
              <a:t>D:/pasar_fix/node_modules/.bun/@peculiar+utils@2.0.3/node_modules/@peculiar/utils/build/cjs/bytes/sequence.js</a:t>
            </a:r>
          </a:p>
          <a:p>
            <a:pPr>
              <a:defRPr sz="1200"/>
            </a:pPr>
            <a:r>
              <a:t>D:/pasar_fix/node_modules/.bun/@peculiar+utils@2.0.3/node_modules/@peculiar/utils/build/cjs/bytes/types.js</a:t>
            </a:r>
          </a:p>
          <a:p>
            <a:pPr>
              <a:defRPr sz="1200"/>
            </a:pPr>
            <a:r>
              <a:t>D:/pasar_fix/node_modules/.bun/@peculiar+utils@2.0.3/node_modules/@peculiar/utils/build/cjs/converters/convert.js</a:t>
            </a:r>
          </a:p>
          <a:p>
            <a:pPr>
              <a:defRPr sz="1200"/>
            </a:pPr>
            <a:r>
              <a:t>D:/pasar_fix/node_modules/.bun/@peculiar+utils@2.0.3/node_modules/@peculiar/utils/build/cjs/converters/defaults.js</a:t>
            </a:r>
          </a:p>
          <a:p>
            <a:pPr>
              <a:defRPr sz="1200"/>
            </a:pPr>
            <a:r>
              <a:t>D:/pasar_fix/node_modules/.bun/@peculiar+utils@2.0.3/node_modules/@peculiar/utils/build/cjs/converters/index.js</a:t>
            </a:r>
          </a:p>
          <a:p>
            <a:pPr>
              <a:defRPr sz="1200"/>
            </a:pPr>
            <a:r>
              <a:t>D:/pasar_fix/node_modules/.bun/@peculiar+utils@2.0.3/node_modules/@peculiar/utils/build/cjs/converters/registry.js</a:t>
            </a:r>
          </a:p>
          <a:p>
            <a:pPr>
              <a:defRPr sz="1200"/>
            </a:pPr>
            <a:r>
              <a:t>D:/pasar_fix/node_modules/.bun/@peculiar+utils@2.0.3/node_modules/@peculiar/utils/build/cjs/converters/types.js</a:t>
            </a:r>
          </a:p>
          <a:p>
            <a:pPr>
              <a:defRPr sz="1200"/>
            </a:pPr>
            <a:r>
              <a:t>D:/pasar_fix/node_modules/.bun/@peculiar+utils@2.0.3/node_modules/@peculiar/utils/build/cjs/encoding/base64.js</a:t>
            </a:r>
          </a:p>
          <a:p>
            <a:pPr>
              <a:defRPr sz="1200"/>
            </a:pPr>
            <a:r>
              <a:t>D:/pasar_fix/node_modules/.bun/@peculiar+utils@2.0.3/node_modules/@peculiar/utils/build/cjs/encoding/base64url.js</a:t>
            </a:r>
          </a:p>
          <a:p>
            <a:pPr>
              <a:defRPr sz="1200"/>
            </a:pPr>
            <a:r>
              <a:t>D:/pasar_fix/node_modules/.bun/@peculiar+utils@2.0.3/node_modules/@peculiar/utils/build/cjs/encoding/binary.js</a:t>
            </a:r>
          </a:p>
          <a:p>
            <a:pPr>
              <a:defRPr sz="1200"/>
            </a:pPr>
            <a:r>
              <a:t>D:/pasar_fix/node_modules/.bun/@peculiar+utils@2.0.3/node_modules/@peculiar/utils/build/cjs/encoding/hex.js</a:t>
            </a:r>
          </a:p>
          <a:p>
            <a:pPr>
              <a:defRPr sz="1200"/>
            </a:pPr>
            <a:r>
              <a:t>D:/pasar_fix/node_modules/.bun/@peculiar+utils@2.0.3/node_modules/@peculiar/utils/build/cjs/encoding/index.js</a:t>
            </a:r>
          </a:p>
          <a:p>
            <a:pPr>
              <a:defRPr sz="1200"/>
            </a:pPr>
            <a:r>
              <a:t>D:/pasar_fix/node_modules/.bun/@peculiar+utils@2.0.3/node_modules/@peculiar/utils/build/cjs/encoding/utf16.js</a:t>
            </a:r>
          </a:p>
          <a:p>
            <a:pPr>
              <a:defRPr sz="1200"/>
            </a:pPr>
            <a:r>
              <a:t>D:/pasar_fix/node_modules/.bun/@peculiar+utils@2.0.3/node_modules/@peculiar/utils/build/cjs/encoding/utf8.js</a:t>
            </a:r>
          </a:p>
          <a:p>
            <a:pPr>
              <a:defRPr sz="1200"/>
            </a:pPr>
            <a:r>
              <a:t>D:/pasar_fix/node_modules/.bun/@peculiar+utils@2.0.3/node_modules/@peculiar/utils/build/cjs/legacy/buffer-source-converter.js</a:t>
            </a:r>
          </a:p>
          <a:p>
            <a:pPr>
              <a:defRPr sz="1200"/>
            </a:pPr>
            <a:r>
              <a:t>D:/pasar_fix/node_modules/.bun/@peculiar+utils@2.0.3/node_modules/@peculiar/utils/build/cjs/legacy/convert.js</a:t>
            </a:r>
          </a:p>
          <a:p>
            <a:pPr>
              <a:defRPr sz="1200"/>
            </a:pPr>
            <a:r>
              <a:t>D:/pasar_fix/node_modules/.bun/@peculiar+utils@2.0.3/node_modules/@peculiar/utils/build/cjs/legacy/functions.js</a:t>
            </a:r>
          </a:p>
          <a:p>
            <a:pPr>
              <a:defRPr sz="1200"/>
            </a:pPr>
            <a:r>
              <a:t>D:/pasar_fix/node_modules/.bun/@peculiar+utils@2.0.3/node_modules/@peculiar/utils/build/cjs/legacy/index.js</a:t>
            </a:r>
          </a:p>
          <a:p>
            <a:pPr>
              <a:defRPr sz="1200"/>
            </a:pPr>
            <a:r>
              <a:t>D:/pasar_fix/node_modules/.bun/@peculiar+utils@2.0.3/node_modules/@peculiar/utils/build/cjs/pem/index.js</a:t>
            </a:r>
          </a:p>
          <a:p>
            <a:pPr>
              <a:defRPr sz="1200"/>
            </a:pPr>
            <a:r>
              <a:t>D:/pasar_fix/node_modules/.bun/@peculiar+utils@2.0.3/node_modules/@peculiar/utils/build/cjs/pem/pem.js</a:t>
            </a:r>
          </a:p>
          <a:p>
            <a:pPr>
              <a:defRPr sz="1200"/>
            </a:pPr>
            <a:r>
              <a:t>D:/pasar_fix/node_modules/.bun/@peculiar+utils@2.0.3/node_modules/@peculiar/utils/build/cjs/pem/types.js</a:t>
            </a:r>
          </a:p>
          <a:p>
            <a:pPr>
              <a:defRPr sz="1200"/>
            </a:pPr>
            <a:r>
              <a:t>D:/pasar_fix/node_modules/.bun/@peculiar+utils@2.0.3/node_modules/@peculiar/utils/build/esm/index.js</a:t>
            </a:r>
          </a:p>
          <a:p>
            <a:pPr>
              <a:defRPr sz="1200"/>
            </a:pPr>
            <a:r>
              <a:t>D:/pasar_fix/node_modules/.bun/@peculiar+utils@2.0.3/node_modules/@peculiar/utils/build/esm/bytes/buffer-source.js</a:t>
            </a:r>
          </a:p>
          <a:p>
            <a:pPr>
              <a:defRPr sz="1200"/>
            </a:pPr>
            <a:r>
              <a:t>D:/pasar_fix/node_modules/.bun/@peculiar+utils@2.0.3/node_modules/@peculiar/utils/build/esm/bytes/concat.js</a:t>
            </a:r>
          </a:p>
          <a:p>
            <a:pPr>
              <a:defRPr sz="1200"/>
            </a:pPr>
            <a:r>
              <a:t>D:/pasar_fix/node_modules/.bun/@peculiar+utils@2.0.3/node_modules/@peculiar/utils/build/esm/bytes/equal.js</a:t>
            </a:r>
          </a:p>
          <a:p>
            <a:pPr>
              <a:defRPr sz="1200"/>
            </a:pPr>
            <a:r>
              <a:t>D:/pasar_fix/node_modules/.bun/@peculiar+utils@2.0.3/node_modules/@peculiar/utils/build/esm/bytes/index.js</a:t>
            </a:r>
          </a:p>
          <a:p>
            <a:pPr>
              <a:defRPr sz="1200"/>
            </a:pPr>
            <a:r>
              <a:t>D:/pasar_fix/node_modules/.bun/@peculiar+utils@2.0.3/node_modules/@peculiar/utils/build/esm/bytes/sequence.js</a:t>
            </a:r>
          </a:p>
          <a:p>
            <a:pPr>
              <a:defRPr sz="1200"/>
            </a:pPr>
            <a:r>
              <a:t>D:/pasar_fix/node_modules/.bun/@peculiar+utils@2.0.3/node_modules/@peculiar/utils/build/esm/bytes/types.js</a:t>
            </a:r>
          </a:p>
          <a:p>
            <a:pPr>
              <a:defRPr sz="1200"/>
            </a:pPr>
            <a:r>
              <a:t>D:/pasar_fix/node_modules/.bun/@peculiar+utils@2.0.3/node_modules/@peculiar/utils/build/esm/converters/convert.js</a:t>
            </a:r>
          </a:p>
          <a:p>
            <a:pPr>
              <a:defRPr sz="1200"/>
            </a:pPr>
            <a:r>
              <a:t>D:/pasar_fix/node_modules/.bun/@peculiar+utils@2.0.3/node_modules/@peculiar/utils/build/esm/converters/defaults.js</a:t>
            </a:r>
          </a:p>
          <a:p>
            <a:pPr>
              <a:defRPr sz="1200"/>
            </a:pPr>
            <a:r>
              <a:t>D:/pasar_fix/node_modules/.bun/@peculiar+utils@2.0.3/node_modules/@peculiar/utils/build/esm/converters/index.js</a:t>
            </a:r>
          </a:p>
          <a:p>
            <a:pPr>
              <a:defRPr sz="1200"/>
            </a:pPr>
            <a:r>
              <a:t>D:/pasar_fix/node_modules/.bun/@peculiar+utils@2.0.3/node_modules/@peculiar/utils/build/esm/converters/registry.js</a:t>
            </a:r>
          </a:p>
          <a:p>
            <a:pPr>
              <a:defRPr sz="1200"/>
            </a:pPr>
            <a:r>
              <a:t>D:/pasar_fix/node_modules/.bun/@peculiar+utils@2.0.3/node_modules/@peculiar/utils/build/esm/converters/types.js</a:t>
            </a:r>
          </a:p>
          <a:p>
            <a:pPr>
              <a:defRPr sz="1200"/>
            </a:pPr>
            <a:r>
              <a:t>D:/pasar_fix/node_modules/.bun/@peculiar+utils@2.0.3/node_modules/@peculiar/utils/build/esm/encoding/base64.js</a:t>
            </a:r>
          </a:p>
          <a:p>
            <a:pPr>
              <a:defRPr sz="1200"/>
            </a:pPr>
            <a:r>
              <a:t>D:/pasar_fix/node_modules/.bun/@peculiar+utils@2.0.3/node_modules/@peculiar/utils/build/esm/encoding/base64url.js</a:t>
            </a:r>
          </a:p>
          <a:p>
            <a:pPr>
              <a:defRPr sz="1200"/>
            </a:pPr>
            <a:r>
              <a:t>D:/pasar_fix/node_modules/.bun/@peculiar+utils@2.0.3/node_modules/@peculiar/utils/build/esm/encoding/binary.js</a:t>
            </a:r>
          </a:p>
          <a:p>
            <a:pPr>
              <a:defRPr sz="1200"/>
            </a:pPr>
            <a:r>
              <a:t>D:/pasar_fix/node_modules/.bun/@peculiar+utils@2.0.3/node_modules/@peculiar/utils/build/esm/encoding/hex.js</a:t>
            </a:r>
          </a:p>
          <a:p>
            <a:pPr>
              <a:defRPr sz="1200"/>
            </a:pPr>
            <a:r>
              <a:t>D:/pasar_fix/node_modules/.bun/@peculiar+utils@2.0.3/node_modules/@peculiar/utils/build/esm/encoding/index.js</a:t>
            </a:r>
          </a:p>
          <a:p>
            <a:pPr>
              <a:defRPr sz="1200"/>
            </a:pPr>
            <a:r>
              <a:t>D:/pasar_fix/node_modules/.bun/@peculiar+utils@2.0.3/node_modules/@peculiar/utils/build/esm/encoding/utf16.js</a:t>
            </a:r>
          </a:p>
          <a:p>
            <a:pPr>
              <a:defRPr sz="1200"/>
            </a:pPr>
            <a:r>
              <a:t>D:/pasar_fix/node_modules/.bun/@peculiar+utils@2.0.3/node_modules/@peculiar/utils/build/esm/encoding/utf8.js</a:t>
            </a:r>
          </a:p>
          <a:p>
            <a:pPr>
              <a:defRPr sz="1200"/>
            </a:pPr>
            <a:r>
              <a:t>D:/pasar_fix/node_modules/.bun/@peculiar+utils@2.0.3/node_modules/@peculiar/utils/build/esm/legacy/buffer-source-converter.js</a:t>
            </a:r>
          </a:p>
          <a:p>
            <a:pPr>
              <a:defRPr sz="1200"/>
            </a:pPr>
            <a:r>
              <a:t>D:/pasar_fix/node_modules/.bun/@peculiar+utils@2.0.3/node_modules/@peculiar/utils/build/esm/legacy/convert.js</a:t>
            </a:r>
          </a:p>
          <a:p>
            <a:pPr>
              <a:defRPr sz="1200"/>
            </a:pPr>
            <a:r>
              <a:t>D:/pasar_fix/node_modules/.bun/@peculiar+utils@2.0.3/node_modules/@peculiar/utils/build/esm/legacy/functions.js</a:t>
            </a:r>
          </a:p>
          <a:p>
            <a:pPr>
              <a:defRPr sz="1200"/>
            </a:pPr>
            <a:r>
              <a:t>D:/pasar_fix/node_modules/.bun/@peculiar+utils@2.0.3/node_modules/@peculiar/utils/build/esm/legacy/index.js</a:t>
            </a:r>
          </a:p>
          <a:p>
            <a:pPr>
              <a:defRPr sz="1200"/>
            </a:pPr>
            <a:r>
              <a:t>D:/pasar_fix/node_modules/.bun/@peculiar+utils@2.0.3/node_modules/@peculiar/utils/build/esm/pem/index.js</a:t>
            </a:r>
          </a:p>
          <a:p>
            <a:pPr>
              <a:defRPr sz="1200"/>
            </a:pPr>
            <a:r>
              <a:t>D:/pasar_fix/node_modules/.bun/@peculiar+utils@2.0.3/node_modules/@peculiar/utils/build/esm/pem/pem.js</a:t>
            </a:r>
          </a:p>
          <a:p>
            <a:pPr>
              <a:defRPr sz="1200"/>
            </a:pPr>
            <a:r>
              <a:t>D:/pasar_fix/node_modules/.bun/@peculiar+utils@2.0.3/node_modules/@peculiar/utils/build/esm/pem/types.js</a:t>
            </a:r>
          </a:p>
          <a:p>
            <a:pPr>
              <a:defRPr sz="1200"/>
            </a:pPr>
            <a:r>
              <a:t>D:/pasar_fix/node_modules/.bun/@peculiar+utils@2.0.3/node_modules/@peculiar/utils/build/types/index.d.ts</a:t>
            </a:r>
          </a:p>
          <a:p>
            <a:pPr>
              <a:defRPr sz="1200"/>
            </a:pPr>
            <a:r>
              <a:t>D:/pasar_fix/node_modules/.bun/@peculiar+utils@2.0.3/node_modules/@peculiar/utils/build/types/bytes/buffer-source.d.ts</a:t>
            </a:r>
          </a:p>
          <a:p>
            <a:pPr>
              <a:defRPr sz="1200"/>
            </a:pPr>
            <a:r>
              <a:t>D:/pasar_fix/node_modules/.bun/@peculiar+utils@2.0.3/node_modules/@peculiar/utils/build/types/bytes/concat.d.ts</a:t>
            </a:r>
          </a:p>
          <a:p>
            <a:pPr>
              <a:defRPr sz="1200"/>
            </a:pPr>
            <a:r>
              <a:t>D:/pasar_fix/node_modules/.bun/@peculiar+utils@2.0.3/node_modules/@peculiar/utils/build/types/bytes/equal.d.ts</a:t>
            </a:r>
          </a:p>
          <a:p>
            <a:pPr>
              <a:defRPr sz="1200"/>
            </a:pPr>
            <a:r>
              <a:t>D:/pasar_fix/node_modules/.bun/@peculiar+utils@2.0.3/node_modules/@peculiar/utils/build/types/bytes/index.d.ts</a:t>
            </a:r>
          </a:p>
          <a:p>
            <a:pPr>
              <a:defRPr sz="1200"/>
            </a:pPr>
            <a:r>
              <a:t>D:/pasar_fix/node_modules/.bun/@peculiar+utils@2.0.3/node_modules/@peculiar/utils/build/types/bytes/sequence.d.ts</a:t>
            </a:r>
          </a:p>
          <a:p>
            <a:pPr>
              <a:defRPr sz="1200"/>
            </a:pPr>
            <a:r>
              <a:t>D:/pasar_fix/node_modules/.bun/@peculiar+utils@2.0.3/node_modules/@peculiar/utils/build/types/bytes/types.d.ts</a:t>
            </a:r>
          </a:p>
          <a:p>
            <a:pPr>
              <a:defRPr sz="1200"/>
            </a:pPr>
            <a:r>
              <a:t>D:/pasar_fix/node_modules/.bun/@peculiar+utils@2.0.3/node_modules/@peculiar/utils/build/types/converters/convert.d.ts</a:t>
            </a:r>
          </a:p>
          <a:p>
            <a:pPr>
              <a:defRPr sz="1200"/>
            </a:pPr>
            <a:r>
              <a:t>D:/pasar_fix/node_modules/.bun/@peculiar+utils@2.0.3/node_modules/@peculiar/utils/build/types/converters/defaults.d.ts</a:t>
            </a:r>
          </a:p>
          <a:p>
            <a:pPr>
              <a:defRPr sz="1200"/>
            </a:pPr>
            <a:r>
              <a:t>D:/pasar_fix/node_modules/.bun/@peculiar+utils@2.0.3/node_modules/@peculiar/utils/build/types/converters/index.d.ts</a:t>
            </a:r>
          </a:p>
          <a:p>
            <a:pPr>
              <a:defRPr sz="1200"/>
            </a:pPr>
            <a:r>
              <a:t>D:/pasar_fix/node_modules/.bun/@peculiar+utils@2.0.3/node_modules/@peculiar/utils/build/types/converters/registry.d.ts</a:t>
            </a:r>
          </a:p>
          <a:p>
            <a:pPr>
              <a:defRPr sz="1200"/>
            </a:pPr>
            <a:r>
              <a:t>D:/pasar_fix/node_modules/.bun/@peculiar+utils@2.0.3/node_modules/@peculiar/utils/build/types/converters/types.d.ts</a:t>
            </a:r>
          </a:p>
          <a:p>
            <a:pPr>
              <a:defRPr sz="1200"/>
            </a:pPr>
            <a:r>
              <a:t>D:/pasar_fix/node_modules/.bun/@peculiar+utils@2.0.3/node_modules/@peculiar/utils/build/types/encoding/base64.d.ts</a:t>
            </a:r>
          </a:p>
          <a:p>
            <a:pPr>
              <a:defRPr sz="1200"/>
            </a:pPr>
            <a:r>
              <a:t>D:/pasar_fix/node_modules/.bun/@peculiar+utils@2.0.3/node_modules/@peculiar/utils/build/types/encoding/base64url.d.ts</a:t>
            </a:r>
          </a:p>
          <a:p>
            <a:pPr>
              <a:defRPr sz="1200"/>
            </a:pPr>
            <a:r>
              <a:t>D:/pasar_fix/node_modules/.bun/@peculiar+utils@2.0.3/node_modules/@peculiar/utils/build/types/encoding/binary.d.ts</a:t>
            </a:r>
          </a:p>
          <a:p>
            <a:pPr>
              <a:defRPr sz="1200"/>
            </a:pPr>
            <a:r>
              <a:t>D:/pasar_fix/node_modules/.bun/@peculiar+utils@2.0.3/node_modules/@peculiar/utils/build/types/encoding/hex.d.ts</a:t>
            </a:r>
          </a:p>
          <a:p>
            <a:pPr>
              <a:defRPr sz="1200"/>
            </a:pPr>
            <a:r>
              <a:t>D:/pasar_fix/node_modules/.bun/@peculiar+utils@2.0.3/node_modules/@peculiar/utils/build/types/encoding/index.d.ts</a:t>
            </a:r>
          </a:p>
          <a:p>
            <a:pPr>
              <a:defRPr sz="1200"/>
            </a:pPr>
            <a:r>
              <a:t>D:/pasar_fix/node_modules/.bun/@peculiar+utils@2.0.3/node_modules/@peculiar/utils/build/types/encoding/utf16.d.ts</a:t>
            </a:r>
          </a:p>
          <a:p>
            <a:pPr>
              <a:defRPr sz="1200"/>
            </a:pPr>
            <a:r>
              <a:t>D:/pasar_fix/node_modules/.bun/@peculiar+utils@2.0.3/node_modules/@peculiar/utils/build/types/encoding/utf8.d.ts</a:t>
            </a:r>
          </a:p>
          <a:p>
            <a:pPr>
              <a:defRPr sz="1200"/>
            </a:pPr>
            <a:r>
              <a:t>D:/pasar_fix/node_modules/.bun/@peculiar+utils@2.0.3/node_modules/@peculiar/utils/build/types/legacy/buffer-source-converter.d.ts</a:t>
            </a:r>
          </a:p>
          <a:p>
            <a:pPr>
              <a:defRPr sz="1200"/>
            </a:pPr>
            <a:r>
              <a:t>D:/pasar_fix/node_modules/.bun/@peculiar+utils@2.0.3/node_modules/@peculiar/utils/build/types/legacy/convert.d.ts</a:t>
            </a:r>
          </a:p>
          <a:p>
            <a:pPr>
              <a:defRPr sz="1200"/>
            </a:pPr>
            <a:r>
              <a:t>D:/pasar_fix/node_modules/.bun/@peculiar+utils@2.0.3/node_modules/@peculiar/utils/build/types/legacy/functions.d.ts</a:t>
            </a:r>
          </a:p>
          <a:p>
            <a:pPr>
              <a:defRPr sz="1200"/>
            </a:pPr>
            <a:r>
              <a:t>D:/pasar_fix/node_modules/.bun/@peculiar+utils@2.0.3/node_modules/@peculiar/utils/build/types/legacy/index.d.ts</a:t>
            </a:r>
          </a:p>
          <a:p>
            <a:pPr>
              <a:defRPr sz="1200"/>
            </a:pPr>
            <a:r>
              <a:t>D:/pasar_fix/node_modules/.bun/@peculiar+utils@2.0.3/node_modules/@peculiar/utils/build/types/pem/index.d.ts</a:t>
            </a:r>
          </a:p>
          <a:p>
            <a:pPr>
              <a:defRPr sz="1200"/>
            </a:pPr>
            <a:r>
              <a:t>D:/pasar_fix/node_modules/.bun/@peculiar+utils@2.0.3/node_modules/@peculiar/utils/build/types/pem/pem.d.ts</a:t>
            </a:r>
          </a:p>
          <a:p>
            <a:pPr>
              <a:defRPr sz="1200"/>
            </a:pPr>
            <a:r>
              <a:t>D:/pasar_fix/node_modules/.bun/@peculiar+utils@2.0.3/node_modules/@peculiar/utils/build/types/pem/types.d.ts</a:t>
            </a:r>
          </a:p>
          <a:p>
            <a:pPr>
              <a:defRPr sz="1200"/>
            </a:pPr>
            <a:r>
              <a:t>D:/pasar_fix/node_modules/.bun/@peculiar+x509@1.14.3/node_modules/@peculiar/x509/LICENSE</a:t>
            </a:r>
          </a:p>
          <a:p>
            <a:pPr>
              <a:defRPr sz="1200"/>
            </a:pPr>
            <a:r>
              <a:t>D:/pasar_fix/node_modules/.bun/@peculiar+x509@1.14.3/node_modules/@peculiar/x509/package.json</a:t>
            </a:r>
          </a:p>
          <a:p>
            <a:pPr>
              <a:defRPr sz="1200"/>
            </a:pPr>
            <a:r>
              <a:t>D:/pasar_fix/node_modules/.bun/@peculiar+x509@1.14.3/node_modules/@peculiar/x509/README.md</a:t>
            </a:r>
          </a:p>
          <a:p>
            <a:pPr>
              <a:defRPr sz="1200"/>
            </a:pPr>
            <a:r>
              <a:t>D:/pasar_fix/node_modules/.bun/@peculiar+x509@1.14.3/node_modules/@peculiar/x509/build/index.d.ts</a:t>
            </a:r>
          </a:p>
          <a:p>
            <a:pPr>
              <a:defRPr sz="1200"/>
            </a:pPr>
            <a:r>
              <a:t>D:/pasar_fix/node_modules/.bun/@peculiar+x509@1.14.3/node_modules/@peculiar/x509/build/x509.cjs.js</a:t>
            </a:r>
          </a:p>
          <a:p>
            <a:pPr>
              <a:defRPr sz="1200"/>
            </a:pPr>
            <a:r>
              <a:t>D:/pasar_fix/node_modules/.bun/@peculiar+x509@1.14.3/node_modules/@peculiar/x509/build/x509.es.js</a:t>
            </a:r>
          </a:p>
          <a:p>
            <a:pPr>
              <a:defRPr sz="1200"/>
            </a:pPr>
            <a:r>
              <a:t>D:/pasar_fix/node_modules/.bun/@peculiar+x509@1.14.3/node_modules/@peculiar/x509/build/x509.js</a:t>
            </a:r>
          </a:p>
          <a:p>
            <a:pPr>
              <a:defRPr sz="1200"/>
            </a:pPr>
            <a:r>
              <a:t>D:/pasar_fix/node_modules/.bun/@pkgjs+parseargs@0.11.0/node_modules/@pkgjs/parseargs/.editorconfig</a:t>
            </a:r>
          </a:p>
          <a:p>
            <a:pPr>
              <a:defRPr sz="1200"/>
            </a:pPr>
            <a:r>
              <a:t>D:/pasar_fix/node_modules/.bun/@pkgjs+parseargs@0.11.0/node_modules/@pkgjs/parseargs/CHANGELOG.md</a:t>
            </a:r>
          </a:p>
          <a:p>
            <a:pPr>
              <a:defRPr sz="1200"/>
            </a:pPr>
            <a:r>
              <a:t>D:/pasar_fix/node_modules/.bun/@pkgjs+parseargs@0.11.0/node_modules/@pkgjs/parseargs/index.js</a:t>
            </a:r>
          </a:p>
          <a:p>
            <a:pPr>
              <a:defRPr sz="1200"/>
            </a:pPr>
            <a:r>
              <a:t>D:/pasar_fix/node_modules/.bun/@pkgjs+parseargs@0.11.0/node_modules/@pkgjs/parseargs/LICENSE</a:t>
            </a:r>
          </a:p>
          <a:p>
            <a:pPr>
              <a:defRPr sz="1200"/>
            </a:pPr>
            <a:r>
              <a:t>D:/pasar_fix/node_modules/.bun/@pkgjs+parseargs@0.11.0/node_modules/@pkgjs/parseargs/package.json</a:t>
            </a:r>
          </a:p>
          <a:p>
            <a:pPr>
              <a:defRPr sz="1200"/>
            </a:pPr>
            <a:r>
              <a:t>D:/pasar_fix/node_modules/.bun/@pkgjs+parseargs@0.11.0/node_modules/@pkgjs/parseargs/README.md</a:t>
            </a:r>
          </a:p>
          <a:p>
            <a:pPr>
              <a:defRPr sz="1200"/>
            </a:pPr>
            <a:r>
              <a:t>D:/pasar_fix/node_modules/.bun/@pkgjs+parseargs@0.11.0/node_modules/@pkgjs/parseargs/utils.js</a:t>
            </a:r>
          </a:p>
          <a:p>
            <a:pPr>
              <a:defRPr sz="1200"/>
            </a:pPr>
            <a:r>
              <a:t>D:/pasar_fix/node_modules/.bun/@pkgjs+parseargs@0.11.0/node_modules/@pkgjs/parseargs/examples/is-default-value.js</a:t>
            </a:r>
          </a:p>
          <a:p>
            <a:pPr>
              <a:defRPr sz="1200"/>
            </a:pPr>
            <a:r>
              <a:t>D:/pasar_fix/node_modules/.bun/@pkgjs+parseargs@0.11.0/node_modules/@pkgjs/parseargs/examples/limit-long-syntax.js</a:t>
            </a:r>
          </a:p>
          <a:p>
            <a:pPr>
              <a:defRPr sz="1200"/>
            </a:pPr>
            <a:r>
              <a:t>D:/pasar_fix/node_modules/.bun/@pkgjs+parseargs@0.11.0/node_modules/@pkgjs/parseargs/examples/negate.js</a:t>
            </a:r>
          </a:p>
          <a:p>
            <a:pPr>
              <a:defRPr sz="1200"/>
            </a:pPr>
            <a:r>
              <a:t>D:/pasar_fix/node_modules/.bun/@pkgjs+parseargs@0.11.0/node_modules/@pkgjs/parseargs/examples/no-repeated-options.js</a:t>
            </a:r>
          </a:p>
          <a:p>
            <a:pPr>
              <a:defRPr sz="1200"/>
            </a:pPr>
            <a:r>
              <a:t>D:/pasar_fix/node_modules/.bun/@pkgjs+parseargs@0.11.0/node_modules/@pkgjs/parseargs/examples/ordered-options.mjs</a:t>
            </a:r>
          </a:p>
          <a:p>
            <a:pPr>
              <a:defRPr sz="1200"/>
            </a:pPr>
            <a:r>
              <a:t>D:/pasar_fix/node_modules/.bun/@pkgjs+parseargs@0.11.0/node_modules/@pkgjs/parseargs/examples/simple-hard-coded.js</a:t>
            </a:r>
          </a:p>
          <a:p>
            <a:pPr>
              <a:defRPr sz="1200"/>
            </a:pPr>
            <a:r>
              <a:t>D:/pasar_fix/node_modules/.bun/@pkgjs+parseargs@0.11.0/node_modules/@pkgjs/parseargs/internal/errors.js</a:t>
            </a:r>
          </a:p>
          <a:p>
            <a:pPr>
              <a:defRPr sz="1200"/>
            </a:pPr>
            <a:r>
              <a:t>D:/pasar_fix/node_modules/.bun/@pkgjs+parseargs@0.11.0/node_modules/@pkgjs/parseargs/internal/primordials.js</a:t>
            </a:r>
          </a:p>
          <a:p>
            <a:pPr>
              <a:defRPr sz="1200"/>
            </a:pPr>
            <a:r>
              <a:t>D:/pasar_fix/node_modules/.bun/@pkgjs+parseargs@0.11.0/node_modules/@pkgjs/parseargs/internal/util.js</a:t>
            </a:r>
          </a:p>
          <a:p>
            <a:pPr>
              <a:defRPr sz="1200"/>
            </a:pPr>
            <a:r>
              <a:t>D:/pasar_fix/node_modules/.bun/@pkgjs+parseargs@0.11.0/node_modules/@pkgjs/parseargs/internal/validators.js</a:t>
            </a:r>
          </a:p>
          <a:p>
            <a:pPr>
              <a:defRPr sz="1200"/>
            </a:pPr>
            <a:r>
              <a:t>D:/pasar_fix/node_modules/.bun/@playwright+test@1.61.1/node_modules/.bin/playwright.bunx</a:t>
            </a:r>
          </a:p>
          <a:p>
            <a:pPr>
              <a:defRPr sz="1200"/>
            </a:pPr>
            <a:r>
              <a:t>D:/pasar_fix/node_modules/.bun/@playwright+test@1.61.1/node_modules/.bin/playwright.exe</a:t>
            </a:r>
          </a:p>
          <a:p>
            <a:pPr>
              <a:defRPr sz="1200"/>
            </a:pPr>
            <a:r>
              <a:t>D:/pasar_fix/node_modules/.bun/@playwright+test@1.61.1/node_modules/@playwright/test/cli.js</a:t>
            </a:r>
          </a:p>
          <a:p>
            <a:pPr>
              <a:defRPr sz="1200"/>
            </a:pPr>
            <a:r>
              <a:t>D:/pasar_fix/node_modules/.bun/@playwright+test@1.61.1/node_modules/@playwright/test/index.d.ts</a:t>
            </a:r>
          </a:p>
          <a:p>
            <a:pPr>
              <a:defRPr sz="1200"/>
            </a:pPr>
            <a:r>
              <a:t>D:/pasar_fix/node_modules/.bun/@playwright+test@1.61.1/node_modules/@playwright/test/index.js</a:t>
            </a:r>
          </a:p>
          <a:p>
            <a:pPr>
              <a:defRPr sz="1200"/>
            </a:pPr>
            <a:r>
              <a:t>D:/pasar_fix/node_modules/.bun/@playwright+test@1.61.1/node_modules/@playwright/test/index.mjs</a:t>
            </a:r>
          </a:p>
          <a:p>
            <a:pPr>
              <a:defRPr sz="1200"/>
            </a:pPr>
            <a:r>
              <a:t>D:/pasar_fix/node_modules/.bun/@playwright+test@1.61.1/node_modules/@playwright/test/LICENSE</a:t>
            </a:r>
          </a:p>
          <a:p>
            <a:pPr>
              <a:defRPr sz="1200"/>
            </a:pPr>
            <a:r>
              <a:t>D:/pasar_fix/node_modules/.bun/@playwright+test@1.61.1/node_modules/@playwright/test/NOTICE</a:t>
            </a:r>
          </a:p>
          <a:p>
            <a:pPr>
              <a:defRPr sz="1200"/>
            </a:pPr>
            <a:r>
              <a:t>D:/pasar_fix/node_modules/.bun/@playwright+test@1.61.1/node_modules/@playwright/test/package.json</a:t>
            </a:r>
          </a:p>
          <a:p>
            <a:pPr>
              <a:defRPr sz="1200"/>
            </a:pPr>
            <a:r>
              <a:t>D:/pasar_fix/node_modules/.bun/@playwright+test@1.61.1/node_modules/@playwright/test/README.md</a:t>
            </a:r>
          </a:p>
          <a:p>
            <a:pPr>
              <a:defRPr sz="1200"/>
            </a:pPr>
            <a:r>
              <a:t>D:/pasar_fix/node_modules/.bun/@playwright+test@1.61.1/node_modules/@playwright/test/reporter.d.ts</a:t>
            </a:r>
          </a:p>
          <a:p>
            <a:pPr>
              <a:defRPr sz="1200"/>
            </a:pPr>
            <a:r>
              <a:t>D:/pasar_fix/node_modules/.bun/@playwright+test@1.61.1/node_modules/@playwright/test/reporter.js</a:t>
            </a:r>
          </a:p>
          <a:p>
            <a:pPr>
              <a:defRPr sz="1200"/>
            </a:pPr>
            <a:r>
              <a:t>D:/pasar_fix/node_modules/.bun/@playwright+test@1.61.1/node_modules/@playwright/test/reporter.mjs</a:t>
            </a:r>
          </a:p>
          <a:p>
            <a:pPr>
              <a:defRPr sz="1200"/>
            </a:pPr>
            <a:r>
              <a:t>D:/pasar_fix/node_modules/.bun/@poppinss+colors@4.1.6/node_modules/@poppinss/colors/LICENSE.md</a:t>
            </a:r>
          </a:p>
          <a:p>
            <a:pPr>
              <a:defRPr sz="1200"/>
            </a:pPr>
            <a:r>
              <a:t>D:/pasar_fix/node_modules/.bun/@poppinss+colors@4.1.6/node_modules/@poppinss/colors/package.json</a:t>
            </a:r>
          </a:p>
          <a:p>
            <a:pPr>
              <a:defRPr sz="1200"/>
            </a:pPr>
            <a:r>
              <a:t>D:/pasar_fix/node_modules/.bun/@poppinss+colors@4.1.6/node_modules/@poppinss/colors/README.md</a:t>
            </a:r>
          </a:p>
          <a:p>
            <a:pPr>
              <a:defRPr sz="1200"/>
            </a:pPr>
            <a:r>
              <a:t>D:/pasar_fix/node_modules/.bun/@poppinss+colors@4.1.6/node_modules/@poppinss/colors/build/index.d.ts</a:t>
            </a:r>
          </a:p>
          <a:p>
            <a:pPr>
              <a:defRPr sz="1200"/>
            </a:pPr>
            <a:r>
              <a:t>D:/pasar_fix/node_modules/.bun/@poppinss+colors@4.1.6/node_modules/@poppinss/colors/build/index.js</a:t>
            </a:r>
          </a:p>
          <a:p>
            <a:pPr>
              <a:defRPr sz="1200"/>
            </a:pPr>
            <a:r>
              <a:t>D:/pasar_fix/node_modules/.bun/@poppinss+colors@4.1.6/node_modules/@poppinss/colors/build/src/base.d.ts</a:t>
            </a:r>
          </a:p>
          <a:p>
            <a:pPr>
              <a:defRPr sz="1200"/>
            </a:pPr>
            <a:r>
              <a:t>D:/pasar_fix/node_modules/.bun/@poppinss+colors@4.1.6/node_modules/@poppinss/colors/build/src/kleur.d.ts</a:t>
            </a:r>
          </a:p>
          <a:p>
            <a:pPr>
              <a:defRPr sz="1200"/>
            </a:pPr>
            <a:r>
              <a:t>D:/pasar_fix/node_modules/.bun/@poppinss+colors@4.1.6/node_modules/@poppinss/colors/build/src/raw.d.ts</a:t>
            </a:r>
          </a:p>
          <a:p>
            <a:pPr>
              <a:defRPr sz="1200"/>
            </a:pPr>
            <a:r>
              <a:t>D:/pasar_fix/node_modules/.bun/@poppinss+colors@4.1.6/node_modules/@poppinss/colors/build/src/silent.d.ts</a:t>
            </a:r>
          </a:p>
          <a:p>
            <a:pPr>
              <a:defRPr sz="1200"/>
            </a:pPr>
            <a:r>
              <a:t>D:/pasar_fix/node_modules/.bun/@poppinss+colors@4.1.6/node_modules/@poppinss/colors/build/src/types.d.ts</a:t>
            </a:r>
          </a:p>
          <a:p>
            <a:pPr>
              <a:defRPr sz="1200"/>
            </a:pPr>
            <a:r>
              <a:t>D:/pasar_fix/node_modules/.bun/@poppinss+colors@4.1.6/node_modules/@poppinss/colors/build/src/types.js</a:t>
            </a:r>
          </a:p>
          <a:p>
            <a:pPr>
              <a:defRPr sz="1200"/>
            </a:pPr>
            <a:r>
              <a:t>D:/pasar_fix/node_modules/.bun/@poppinss+dumper@0.7.0/node_modules/@poppinss/dumper/LICENSE.md</a:t>
            </a:r>
          </a:p>
          <a:p>
            <a:pPr>
              <a:defRPr sz="1200"/>
            </a:pPr>
            <a:r>
              <a:t>D:/pasar_fix/node_modules/.bun/@poppinss+dumper@0.7.0/node_modules/@poppinss/dumper/package.json</a:t>
            </a:r>
          </a:p>
          <a:p>
            <a:pPr>
              <a:defRPr sz="1200"/>
            </a:pPr>
            <a:r>
              <a:t>D:/pasar_fix/node_modules/.bun/@poppinss+dumper@0.7.0/node_modules/@poppinss/dumper/README.md</a:t>
            </a:r>
          </a:p>
          <a:p>
            <a:pPr>
              <a:defRPr sz="1200"/>
            </a:pPr>
            <a:r>
              <a:t>D:/pasar_fix/node_modules/.bun/@poppinss+dumper@0.7.0/node_modules/@poppinss/dumper/build/chunk-26HALFTP.js</a:t>
            </a:r>
          </a:p>
          <a:p>
            <a:pPr>
              <a:defRPr sz="1200"/>
            </a:pPr>
            <a:r>
              <a:t>D:/pasar_fix/node_modules/.bun/@poppinss+dumper@0.7.0/node_modules/@poppinss/dumper/build/index.d.ts</a:t>
            </a:r>
          </a:p>
          <a:p>
            <a:pPr>
              <a:defRPr sz="1200"/>
            </a:pPr>
            <a:r>
              <a:t>D:/pasar_fix/node_modules/.bun/@poppinss+dumper@0.7.0/node_modules/@poppinss/dumper/build/index.js</a:t>
            </a:r>
          </a:p>
          <a:p>
            <a:pPr>
              <a:defRPr sz="1200"/>
            </a:pPr>
            <a:r>
              <a:t>D:/pasar_fix/node_modules/.bun/@poppinss+dumper@0.7.0/node_modules/@poppinss/dumper/build/formatters/console/formatter.d.ts</a:t>
            </a:r>
          </a:p>
          <a:p>
            <a:pPr>
              <a:defRPr sz="1200"/>
            </a:pPr>
            <a:r>
              <a:t>D:/pasar_fix/node_modules/.bun/@poppinss+dumper@0.7.0/node_modules/@poppinss/dumper/build/formatters/console/main.d.ts</a:t>
            </a:r>
          </a:p>
          <a:p>
            <a:pPr>
              <a:defRPr sz="1200"/>
            </a:pPr>
            <a:r>
              <a:t>D:/pasar_fix/node_modules/.bun/@poppinss+dumper@0.7.0/node_modules/@poppinss/dumper/build/formatters/console/main.js</a:t>
            </a:r>
          </a:p>
          <a:p>
            <a:pPr>
              <a:defRPr sz="1200"/>
            </a:pPr>
            <a:r>
              <a:t>D:/pasar_fix/node_modules/.bun/@poppinss+dumper@0.7.0/node_modules/@poppinss/dumper/build/formatters/console/themes.d.ts</a:t>
            </a:r>
          </a:p>
          <a:p>
            <a:pPr>
              <a:defRPr sz="1200"/>
            </a:pPr>
            <a:r>
              <a:t>D:/pasar_fix/node_modules/.bun/@poppinss+dumper@0.7.0/node_modules/@poppinss/dumper/build/formatters/console/types.d.ts</a:t>
            </a:r>
          </a:p>
          <a:p>
            <a:pPr>
              <a:defRPr sz="1200"/>
            </a:pPr>
            <a:r>
              <a:t>D:/pasar_fix/node_modules/.bun/@poppinss+dumper@0.7.0/node_modules/@poppinss/dumper/build/formatters/console/types.js</a:t>
            </a:r>
          </a:p>
          <a:p>
            <a:pPr>
              <a:defRPr sz="1200"/>
            </a:pPr>
            <a:r>
              <a:t>D:/pasar_fix/node_modules/.bun/@poppinss+dumper@0.7.0/node_modules/@poppinss/dumper/build/formatters/console/printers/main.d.ts</a:t>
            </a:r>
          </a:p>
          <a:p>
            <a:pPr>
              <a:defRPr sz="1200"/>
            </a:pPr>
            <a:r>
              <a:t>D:/pasar_fix/node_modules/.bun/@poppinss+dumper@0.7.0/node_modules/@poppinss/dumper/build/formatters/html/formatter.d.ts</a:t>
            </a:r>
          </a:p>
          <a:p>
            <a:pPr>
              <a:defRPr sz="1200"/>
            </a:pPr>
            <a:r>
              <a:t>D:/pasar_fix/node_modules/.bun/@poppinss+dumper@0.7.0/node_modules/@poppinss/dumper/build/formatters/html/head.d.ts</a:t>
            </a:r>
          </a:p>
          <a:p>
            <a:pPr>
              <a:defRPr sz="1200"/>
            </a:pPr>
            <a:r>
              <a:t>D:/pasar_fix/node_modules/.bun/@poppinss+dumper@0.7.0/node_modules/@poppinss/dumper/build/formatters/html/main.d.ts</a:t>
            </a:r>
          </a:p>
          <a:p>
            <a:pPr>
              <a:defRPr sz="1200"/>
            </a:pPr>
            <a:r>
              <a:t>D:/pasar_fix/node_modules/.bun/@poppinss+dumper@0.7.0/node_modules/@poppinss/dumper/build/formatters/html/main.js</a:t>
            </a:r>
          </a:p>
          <a:p>
            <a:pPr>
              <a:defRPr sz="1200"/>
            </a:pPr>
            <a:r>
              <a:t>D:/pasar_fix/node_modules/.bun/@poppinss+dumper@0.7.0/node_modules/@poppinss/dumper/build/formatters/html/themes.d.ts</a:t>
            </a:r>
          </a:p>
          <a:p>
            <a:pPr>
              <a:defRPr sz="1200"/>
            </a:pPr>
            <a:r>
              <a:t>D:/pasar_fix/node_modules/.bun/@poppinss+dumper@0.7.0/node_modules/@poppinss/dumper/build/formatters/html/types.d.ts</a:t>
            </a:r>
          </a:p>
          <a:p>
            <a:pPr>
              <a:defRPr sz="1200"/>
            </a:pPr>
            <a:r>
              <a:t>D:/pasar_fix/node_modules/.bun/@poppinss+dumper@0.7.0/node_modules/@poppinss/dumper/build/formatters/html/types.js</a:t>
            </a:r>
          </a:p>
          <a:p>
            <a:pPr>
              <a:defRPr sz="1200"/>
            </a:pPr>
            <a:r>
              <a:t>D:/pasar_fix/node_modules/.bun/@poppinss+dumper@0.7.0/node_modules/@poppinss/dumper/build/formatters/html/printers/main.d.ts</a:t>
            </a:r>
          </a:p>
          <a:p>
            <a:pPr>
              <a:defRPr sz="1200"/>
            </a:pPr>
            <a:r>
              <a:t>D:/pasar_fix/node_modules/.bun/@poppinss+dumper@0.7.0/node_modules/@poppinss/dumper/build/src/helpers.d.ts</a:t>
            </a:r>
          </a:p>
          <a:p>
            <a:pPr>
              <a:defRPr sz="1200"/>
            </a:pPr>
            <a:r>
              <a:t>D:/pasar_fix/node_modules/.bun/@poppinss+dumper@0.7.0/node_modules/@poppinss/dumper/build/src/parser.d.ts</a:t>
            </a:r>
          </a:p>
          <a:p>
            <a:pPr>
              <a:defRPr sz="1200"/>
            </a:pPr>
            <a:r>
              <a:t>D:/pasar_fix/node_modules/.bun/@poppinss+dumper@0.7.0/node_modules/@poppinss/dumper/build/src/types.d.ts</a:t>
            </a:r>
          </a:p>
          <a:p>
            <a:pPr>
              <a:defRPr sz="1200"/>
            </a:pPr>
            <a:r>
              <a:t>D:/pasar_fix/node_modules/.bun/@poppinss+dumper@0.7.0/node_modules/@poppinss/dumper/build/src/types.js</a:t>
            </a:r>
          </a:p>
          <a:p>
            <a:pPr>
              <a:defRPr sz="1200"/>
            </a:pPr>
            <a:r>
              <a:t>D:/pasar_fix/node_modules/.bun/@poppinss+dumper@0.7.0/node_modules/@poppinss/dumper/build/src/tokenizers/main.d.ts</a:t>
            </a:r>
          </a:p>
          <a:p>
            <a:pPr>
              <a:defRPr sz="1200"/>
            </a:pPr>
            <a:r>
              <a:t>D:/pasar_fix/node_modules/.bun/@poppinss+exception@1.2.3/node_modules/@poppinss/exception/LICENSE.md</a:t>
            </a:r>
          </a:p>
          <a:p>
            <a:pPr>
              <a:defRPr sz="1200"/>
            </a:pPr>
            <a:r>
              <a:t>D:/pasar_fix/node_modules/.bun/@poppinss+exception@1.2.3/node_modules/@poppinss/exception/package.json</a:t>
            </a:r>
          </a:p>
          <a:p>
            <a:pPr>
              <a:defRPr sz="1200"/>
            </a:pPr>
            <a:r>
              <a:t>D:/pasar_fix/node_modules/.bun/@poppinss+exception@1.2.3/node_modules/@poppinss/exception/README.md</a:t>
            </a:r>
          </a:p>
          <a:p>
            <a:pPr>
              <a:defRPr sz="1200"/>
            </a:pPr>
            <a:r>
              <a:t>D:/pasar_fix/node_modules/.bun/@poppinss+exception@1.2.3/node_modules/@poppinss/exception/build/index.d.ts</a:t>
            </a:r>
          </a:p>
          <a:p>
            <a:pPr>
              <a:defRPr sz="1200"/>
            </a:pPr>
            <a:r>
              <a:t>D:/pasar_fix/node_modules/.bun/@poppinss+exception@1.2.3/node_modules/@poppinss/exception/build/index.js</a:t>
            </a:r>
          </a:p>
          <a:p>
            <a:pPr>
              <a:defRPr sz="1200"/>
            </a:pPr>
            <a:r>
              <a:t>D:/pasar_fix/node_modules/.bun/@poppinss+exception@1.2.3/node_modules/@poppinss/exception/build/src/exception.d.ts</a:t>
            </a:r>
          </a:p>
          <a:p>
            <a:pPr>
              <a:defRPr sz="1200"/>
            </a:pPr>
            <a:r>
              <a:t>D:/pasar_fix/node_modules/.bun/@puppeteer+browsers@2.13.2/node_modules/.bin/browsers.bunx</a:t>
            </a:r>
          </a:p>
          <a:p>
            <a:pPr>
              <a:defRPr sz="1200"/>
            </a:pPr>
            <a:r>
              <a:t>D:/pasar_fix/node_modules/.bun/@puppeteer+browsers@2.13.2/node_modules/.bin/browsers.exe</a:t>
            </a:r>
          </a:p>
          <a:p>
            <a:pPr>
              <a:defRPr sz="1200"/>
            </a:pPr>
            <a:r>
              <a:t>D:/pasar_fix/node_modules/.bun/@puppeteer+browsers@2.13.2/node_modules/.bin/extract-zip.bunx</a:t>
            </a:r>
          </a:p>
          <a:p>
            <a:pPr>
              <a:defRPr sz="1200"/>
            </a:pPr>
            <a:r>
              <a:t>D:/pasar_fix/node_modules/.bun/@puppeteer+browsers@2.13.2/node_modules/.bin/extract-zip.exe</a:t>
            </a:r>
          </a:p>
          <a:p>
            <a:pPr>
              <a:defRPr sz="1200"/>
            </a:pPr>
            <a:r>
              <a:t>D:/pasar_fix/node_modules/.bun/@puppeteer+browsers@2.13.2/node_modules/.bin/semver.bunx</a:t>
            </a:r>
          </a:p>
          <a:p>
            <a:pPr>
              <a:defRPr sz="1200"/>
            </a:pPr>
            <a:r>
              <a:t>D:/pasar_fix/node_modules/.bun/@puppeteer+browsers@2.13.2/node_modules/.bin/semver.exe</a:t>
            </a:r>
          </a:p>
          <a:p>
            <a:pPr>
              <a:defRPr sz="1200"/>
            </a:pPr>
            <a:r>
              <a:t>D:/pasar_fix/node_modules/.bun/@puppeteer+browsers@2.13.2/node_modules/@puppeteer/browsers/package.json</a:t>
            </a:r>
          </a:p>
          <a:p>
            <a:pPr>
              <a:defRPr sz="1200"/>
            </a:pPr>
            <a:r>
              <a:t>D:/pasar_fix/node_modules/.bun/@puppeteer+browsers@2.13.2/node_modules/@puppeteer/browsers/README.md</a:t>
            </a:r>
          </a:p>
          <a:p>
            <a:pPr>
              <a:defRPr sz="1200"/>
            </a:pPr>
            <a:r>
              <a:t>D:/pasar_fix/node_modules/.bun/@puppeteer+browsers@2.13.2/node_modules/@puppeteer/browsers/lib/cjs/Cache.d.ts</a:t>
            </a:r>
          </a:p>
          <a:p>
            <a:pPr>
              <a:defRPr sz="1200"/>
            </a:pPr>
            <a:r>
              <a:t>D:/pasar_fix/node_modules/.bun/@puppeteer+browsers@2.13.2/node_modules/@puppeteer/browsers/lib/cjs/Cache.d.ts.map</a:t>
            </a:r>
          </a:p>
          <a:p>
            <a:pPr>
              <a:defRPr sz="1200"/>
            </a:pPr>
            <a:r>
              <a:t>D:/pasar_fix/node_modules/.bun/@puppeteer+browsers@2.13.2/node_modules/@puppeteer/browsers/lib/cjs/Cache.js</a:t>
            </a:r>
          </a:p>
          <a:p>
            <a:pPr>
              <a:defRPr sz="1200"/>
            </a:pPr>
            <a:r>
              <a:t>D:/pasar_fix/node_modules/.bun/@puppeteer+browsers@2.13.2/node_modules/@puppeteer/browsers/lib/cjs/Cache.js.map</a:t>
            </a:r>
          </a:p>
          <a:p>
            <a:pPr>
              <a:defRPr sz="1200"/>
            </a:pPr>
            <a:r>
              <a:t>D:/pasar_fix/node_modules/.bun/@puppeteer+browsers@2.13.2/node_modules/@puppeteer/browsers/lib/cjs/CLI.d.ts</a:t>
            </a:r>
          </a:p>
          <a:p>
            <a:pPr>
              <a:defRPr sz="1200"/>
            </a:pPr>
            <a:r>
              <a:t>D:/pasar_fix/node_modules/.bun/@puppeteer+browsers@2.13.2/node_modules/@puppeteer/browsers/lib/cjs/CLI.d.ts.map</a:t>
            </a:r>
          </a:p>
          <a:p>
            <a:pPr>
              <a:defRPr sz="1200"/>
            </a:pPr>
            <a:r>
              <a:t>D:/pasar_fix/node_modules/.bun/@puppeteer+browsers@2.13.2/node_modules/@puppeteer/browsers/lib/cjs/CLI.js</a:t>
            </a:r>
          </a:p>
          <a:p>
            <a:pPr>
              <a:defRPr sz="1200"/>
            </a:pPr>
            <a:r>
              <a:t>D:/pasar_fix/node_modules/.bun/@puppeteer+browsers@2.13.2/node_modules/@puppeteer/browsers/lib/cjs/CLI.js.map</a:t>
            </a:r>
          </a:p>
          <a:p>
            <a:pPr>
              <a:defRPr sz="1200"/>
            </a:pPr>
            <a:r>
              <a:t>D:/pasar_fix/node_modules/.bun/@puppeteer+browsers@2.13.2/node_modules/@puppeteer/browsers/lib/cjs/debug.d.ts</a:t>
            </a:r>
          </a:p>
          <a:p>
            <a:pPr>
              <a:defRPr sz="1200"/>
            </a:pPr>
            <a:r>
              <a:t>D:/pasar_fix/node_modules/.bun/@puppeteer+browsers@2.13.2/node_modules/@puppeteer/browsers/lib/cjs/debug.d.ts.map</a:t>
            </a:r>
          </a:p>
          <a:p>
            <a:pPr>
              <a:defRPr sz="1200"/>
            </a:pPr>
            <a:r>
              <a:t>D:/pasar_fix/node_modules/.bun/@puppeteer+browsers@2.13.2/node_modules/@puppeteer/browsers/lib/cjs/debug.js</a:t>
            </a:r>
          </a:p>
          <a:p>
            <a:pPr>
              <a:defRPr sz="1200"/>
            </a:pPr>
            <a:r>
              <a:t>D:/pasar_fix/node_modules/.bun/@puppeteer+browsers@2.13.2/node_modules/@puppeteer/browsers/lib/cjs/debug.js.map</a:t>
            </a:r>
          </a:p>
          <a:p>
            <a:pPr>
              <a:defRPr sz="1200"/>
            </a:pPr>
            <a:r>
              <a:t>D:/pasar_fix/node_modules/.bun/@puppeteer+browsers@2.13.2/node_modules/@puppeteer/browsers/lib/cjs/DefaultProvider.d.ts</a:t>
            </a:r>
          </a:p>
          <a:p>
            <a:pPr>
              <a:defRPr sz="1200"/>
            </a:pPr>
            <a:r>
              <a:t>D:/pasar_fix/node_modules/.bun/@puppeteer+browsers@2.13.2/node_modules/@puppeteer/browsers/lib/cjs/DefaultProvider.d.ts.map</a:t>
            </a:r>
          </a:p>
          <a:p>
            <a:pPr>
              <a:defRPr sz="1200"/>
            </a:pPr>
            <a:r>
              <a:t>D:/pasar_fix/node_modules/.bun/@puppeteer+browsers@2.13.2/node_modules/@puppeteer/browsers/lib/cjs/DefaultProvider.js</a:t>
            </a:r>
          </a:p>
          <a:p>
            <a:pPr>
              <a:defRPr sz="1200"/>
            </a:pPr>
            <a:r>
              <a:t>D:/pasar_fix/node_modules/.bun/@puppeteer+browsers@2.13.2/node_modules/@puppeteer/browsers/lib/cjs/DefaultProvider.js.map</a:t>
            </a:r>
          </a:p>
          <a:p>
            <a:pPr>
              <a:defRPr sz="1200"/>
            </a:pPr>
            <a:r>
              <a:t>D:/pasar_fix/node_modules/.bun/@puppeteer+browsers@2.13.2/node_modules/@puppeteer/browsers/lib/cjs/DefaultProvider.spec.d.ts</a:t>
            </a:r>
          </a:p>
          <a:p>
            <a:pPr>
              <a:defRPr sz="1200"/>
            </a:pPr>
            <a:r>
              <a:t>D:/pasar_fix/node_modules/.bun/@puppeteer+browsers@2.13.2/node_modules/@puppeteer/browsers/lib/cjs/DefaultProvider.spec.d.ts.map</a:t>
            </a:r>
          </a:p>
          <a:p>
            <a:pPr>
              <a:defRPr sz="1200"/>
            </a:pPr>
            <a:r>
              <a:t>D:/pasar_fix/node_modules/.bun/@puppeteer+browsers@2.13.2/node_modules/@puppeteer/browsers/lib/cjs/DefaultProvider.spec.js</a:t>
            </a:r>
          </a:p>
          <a:p>
            <a:pPr>
              <a:defRPr sz="1200"/>
            </a:pPr>
            <a:r>
              <a:t>D:/pasar_fix/node_modules/.bun/@puppeteer+browsers@2.13.2/node_modules/@puppeteer/browsers/lib/cjs/DefaultProvider.spec.js.map</a:t>
            </a:r>
          </a:p>
          <a:p>
            <a:pPr>
              <a:defRPr sz="1200"/>
            </a:pPr>
            <a:r>
              <a:t>D:/pasar_fix/node_modules/.bun/@puppeteer+browsers@2.13.2/node_modules/@puppeteer/browsers/lib/cjs/detectPlatform.d.ts</a:t>
            </a:r>
          </a:p>
          <a:p>
            <a:pPr>
              <a:defRPr sz="1200"/>
            </a:pPr>
            <a:r>
              <a:t>D:/pasar_fix/node_modules/.bun/@puppeteer+browsers@2.13.2/node_modules/@puppeteer/browsers/lib/cjs/detectPlatform.d.ts.map</a:t>
            </a:r>
          </a:p>
          <a:p>
            <a:pPr>
              <a:defRPr sz="1200"/>
            </a:pPr>
            <a:r>
              <a:t>D:/pasar_fix/node_modules/.bun/@puppeteer+browsers@2.13.2/node_modules/@puppeteer/browsers/lib/cjs/detectPlatform.js</a:t>
            </a:r>
          </a:p>
          <a:p>
            <a:pPr>
              <a:defRPr sz="1200"/>
            </a:pPr>
            <a:r>
              <a:t>D:/pasar_fix/node_modules/.bun/@puppeteer+browsers@2.13.2/node_modules/@puppeteer/browsers/lib/cjs/detectPlatform.js.map</a:t>
            </a:r>
          </a:p>
          <a:p>
            <a:pPr>
              <a:defRPr sz="1200"/>
            </a:pPr>
            <a:r>
              <a:t>D:/pasar_fix/node_modules/.bun/@puppeteer+browsers@2.13.2/node_modules/@puppeteer/browsers/lib/cjs/fileUtil.d.ts</a:t>
            </a:r>
          </a:p>
          <a:p>
            <a:pPr>
              <a:defRPr sz="1200"/>
            </a:pPr>
            <a:r>
              <a:t>D:/pasar_fix/node_modules/.bun/@puppeteer+browsers@2.13.2/node_modules/@puppeteer/browsers/lib/cjs/fileUtil.d.ts.map</a:t>
            </a:r>
          </a:p>
          <a:p>
            <a:pPr>
              <a:defRPr sz="1200"/>
            </a:pPr>
            <a:r>
              <a:t>D:/pasar_fix/node_modules/.bun/@puppeteer+browsers@2.13.2/node_modules/@puppeteer/browsers/lib/cjs/fileUtil.js</a:t>
            </a:r>
          </a:p>
          <a:p>
            <a:pPr>
              <a:defRPr sz="1200"/>
            </a:pPr>
            <a:r>
              <a:t>D:/pasar_fix/node_modules/.bun/@puppeteer+browsers@2.13.2/node_modules/@puppeteer/browsers/lib/cjs/fileUtil.js.map</a:t>
            </a:r>
          </a:p>
          <a:p>
            <a:pPr>
              <a:defRPr sz="1200"/>
            </a:pPr>
            <a:r>
              <a:t>D:/pasar_fix/node_modules/.bun/@puppeteer+browsers@2.13.2/node_modules/@puppeteer/browsers/lib/cjs/httpUtil.d.ts</a:t>
            </a:r>
          </a:p>
          <a:p>
            <a:pPr>
              <a:defRPr sz="1200"/>
            </a:pPr>
            <a:r>
              <a:t>D:/pasar_fix/node_modules/.bun/@puppeteer+browsers@2.13.2/node_modules/@puppeteer/browsers/lib/cjs/httpUtil.d.ts.map</a:t>
            </a:r>
          </a:p>
          <a:p>
            <a:pPr>
              <a:defRPr sz="1200"/>
            </a:pPr>
            <a:r>
              <a:t>D:/pasar_fix/node_modules/.bun/@puppeteer+browsers@2.13.2/node_modules/@puppeteer/browsers/lib/cjs/httpUtil.js</a:t>
            </a:r>
          </a:p>
          <a:p>
            <a:pPr>
              <a:defRPr sz="1200"/>
            </a:pPr>
            <a:r>
              <a:t>D:/pasar_fix/node_modules/.bun/@puppeteer+browsers@2.13.2/node_modules/@puppeteer/browsers/lib/cjs/httpUtil.js.map</a:t>
            </a:r>
          </a:p>
          <a:p>
            <a:pPr>
              <a:defRPr sz="1200"/>
            </a:pPr>
            <a:r>
              <a:t>D:/pasar_fix/node_modules/.bun/@puppeteer+browsers@2.13.2/node_modules/@puppeteer/browsers/lib/cjs/install.d.ts</a:t>
            </a:r>
          </a:p>
          <a:p>
            <a:pPr>
              <a:defRPr sz="1200"/>
            </a:pPr>
            <a:r>
              <a:t>D:/pasar_fix/node_modules/.bun/@puppeteer+browsers@2.13.2/node_modules/@puppeteer/browsers/lib/cjs/install.d.ts.map</a:t>
            </a:r>
          </a:p>
          <a:p>
            <a:pPr>
              <a:defRPr sz="1200"/>
            </a:pPr>
            <a:r>
              <a:t>D:/pasar_fix/node_modules/.bun/@puppeteer+browsers@2.13.2/node_modules/@puppeteer/browsers/lib/cjs/install.js</a:t>
            </a:r>
          </a:p>
          <a:p>
            <a:pPr>
              <a:defRPr sz="1200"/>
            </a:pPr>
            <a:r>
              <a:t>D:/pasar_fix/node_modules/.bun/@puppeteer+browsers@2.13.2/node_modules/@puppeteer/browsers/lib/cjs/install.js.map</a:t>
            </a:r>
          </a:p>
          <a:p>
            <a:pPr>
              <a:defRPr sz="1200"/>
            </a:pPr>
            <a:r>
              <a:t>D:/pasar_fix/node_modules/.bun/@puppeteer+browsers@2.13.2/node_modules/@puppeteer/browsers/lib/cjs/launch.d.ts</a:t>
            </a:r>
          </a:p>
          <a:p>
            <a:pPr>
              <a:defRPr sz="1200"/>
            </a:pPr>
            <a:r>
              <a:t>D:/pasar_fix/node_modules/.bun/@puppeteer+browsers@2.13.2/node_modules/@puppeteer/browsers/lib/cjs/launch.d.ts.map</a:t>
            </a:r>
          </a:p>
          <a:p>
            <a:pPr>
              <a:defRPr sz="1200"/>
            </a:pPr>
            <a:r>
              <a:t>D:/pasar_fix/node_modules/.bun/@puppeteer+browsers@2.13.2/node_modules/@puppeteer/browsers/lib/cjs/launch.js</a:t>
            </a:r>
          </a:p>
          <a:p>
            <a:pPr>
              <a:defRPr sz="1200"/>
            </a:pPr>
            <a:r>
              <a:t>D:/pasar_fix/node_modules/.bun/@puppeteer+browsers@2.13.2/node_modules/@puppeteer/browsers/lib/cjs/launch.js.map</a:t>
            </a:r>
          </a:p>
          <a:p>
            <a:pPr>
              <a:defRPr sz="1200"/>
            </a:pPr>
            <a:r>
              <a:t>D:/pasar_fix/node_modules/.bun/@puppeteer+browsers@2.13.2/node_modules/@puppeteer/browsers/lib/cjs/main-cli.d.ts</a:t>
            </a:r>
          </a:p>
          <a:p>
            <a:pPr>
              <a:defRPr sz="1200"/>
            </a:pPr>
            <a:r>
              <a:t>D:/pasar_fix/node_modules/.bun/@puppeteer+browsers@2.13.2/node_modules/@puppeteer/browsers/lib/cjs/main-cli.d.ts.map</a:t>
            </a:r>
          </a:p>
          <a:p>
            <a:pPr>
              <a:defRPr sz="1200"/>
            </a:pPr>
            <a:r>
              <a:t>D:/pasar_fix/node_modules/.bun/@puppeteer+browsers@2.13.2/node_modules/@puppeteer/browsers/lib/cjs/main-cli.js</a:t>
            </a:r>
          </a:p>
          <a:p>
            <a:pPr>
              <a:defRPr sz="1200"/>
            </a:pPr>
            <a:r>
              <a:t>D:/pasar_fix/node_modules/.bun/@puppeteer+browsers@2.13.2/node_modules/@puppeteer/browsers/lib/cjs/main-cli.js.map</a:t>
            </a:r>
          </a:p>
          <a:p>
            <a:pPr>
              <a:defRPr sz="1200"/>
            </a:pPr>
            <a:r>
              <a:t>D:/pasar_fix/node_modules/.bun/@puppeteer+browsers@2.13.2/node_modules/@puppeteer/browsers/lib/cjs/main.d.ts</a:t>
            </a:r>
          </a:p>
          <a:p>
            <a:pPr>
              <a:defRPr sz="1200"/>
            </a:pPr>
            <a:r>
              <a:t>D:/pasar_fix/node_modules/.bun/@puppeteer+browsers@2.13.2/node_modules/@puppeteer/browsers/lib/cjs/main.d.ts.map</a:t>
            </a:r>
          </a:p>
          <a:p>
            <a:pPr>
              <a:defRPr sz="1200"/>
            </a:pPr>
            <a:r>
              <a:t>D:/pasar_fix/node_modules/.bun/@puppeteer+browsers@2.13.2/node_modules/@puppeteer/browsers/lib/cjs/main.js</a:t>
            </a:r>
          </a:p>
          <a:p>
            <a:pPr>
              <a:defRPr sz="1200"/>
            </a:pPr>
            <a:r>
              <a:t>D:/pasar_fix/node_modules/.bun/@puppeteer+browsers@2.13.2/node_modules/@puppeteer/browsers/lib/cjs/main.js.map</a:t>
            </a:r>
          </a:p>
          <a:p>
            <a:pPr>
              <a:defRPr sz="1200"/>
            </a:pPr>
            <a:r>
              <a:t>D:/pasar_fix/node_modules/.bun/@puppeteer+browsers@2.13.2/node_modules/@puppeteer/browsers/lib/cjs/provider.d.ts</a:t>
            </a:r>
          </a:p>
          <a:p>
            <a:pPr>
              <a:defRPr sz="1200"/>
            </a:pPr>
            <a:r>
              <a:t>D:/pasar_fix/node_modules/.bun/@puppeteer+browsers@2.13.2/node_modules/@puppeteer/browsers/lib/cjs/provider.d.ts.map</a:t>
            </a:r>
          </a:p>
          <a:p>
            <a:pPr>
              <a:defRPr sz="1200"/>
            </a:pPr>
            <a:r>
              <a:t>D:/pasar_fix/node_modules/.bun/@puppeteer+browsers@2.13.2/node_modules/@puppeteer/browsers/lib/cjs/provider.js</a:t>
            </a:r>
          </a:p>
          <a:p>
            <a:pPr>
              <a:defRPr sz="1200"/>
            </a:pPr>
            <a:r>
              <a:t>D:/pasar_fix/node_modules/.bun/@puppeteer+browsers@2.13.2/node_modules/@puppeteer/browsers/lib/cjs/provider.js.map</a:t>
            </a:r>
          </a:p>
          <a:p>
            <a:pPr>
              <a:defRPr sz="1200"/>
            </a:pPr>
            <a:r>
              <a:t>D:/pasar_fix/node_modules/.bun/@puppeteer+browsers@2.13.2/node_modules/@puppeteer/browsers/lib/cjs/browser-data/browser-data.d.ts</a:t>
            </a:r>
          </a:p>
          <a:p>
            <a:pPr>
              <a:defRPr sz="1200"/>
            </a:pPr>
            <a:r>
              <a:t>D:/pasar_fix/node_modules/.bun/@puppeteer+browsers@2.13.2/node_modules/@puppeteer/browsers/lib/cjs/browser-data/browser-data.d.ts.map</a:t>
            </a:r>
          </a:p>
          <a:p>
            <a:pPr>
              <a:defRPr sz="1200"/>
            </a:pPr>
            <a:r>
              <a:t>D:/pasar_fix/node_modules/.bun/@puppeteer+browsers@2.13.2/node_modules/@puppeteer/browsers/lib/cjs/browser-data/browser-data.js</a:t>
            </a:r>
          </a:p>
          <a:p>
            <a:pPr>
              <a:defRPr sz="1200"/>
            </a:pPr>
            <a:r>
              <a:t>D:/pasar_fix/node_modules/.bun/@puppeteer+browsers@2.13.2/node_modules/@puppeteer/browsers/lib/cjs/browser-data/browser-data.js.map</a:t>
            </a:r>
          </a:p>
          <a:p>
            <a:pPr>
              <a:defRPr sz="1200"/>
            </a:pPr>
            <a:r>
              <a:t>D:/pasar_fix/node_modules/.bun/@puppeteer+browsers@2.13.2/node_modules/@puppeteer/browsers/lib/cjs/browser-data/chrome-headless-shell.d.ts</a:t>
            </a:r>
          </a:p>
          <a:p>
            <a:pPr>
              <a:defRPr sz="1200"/>
            </a:pPr>
            <a:r>
              <a:t>D:/pasar_fix/node_modules/.bun/@puppeteer+browsers@2.13.2/node_modules/@puppeteer/browsers/lib/cjs/browser-data/chrome-headless-shell.d.ts.map</a:t>
            </a:r>
          </a:p>
          <a:p>
            <a:pPr>
              <a:defRPr sz="1200"/>
            </a:pPr>
            <a:r>
              <a:t>D:/pasar_fix/node_modules/.bun/@puppeteer+browsers@2.13.2/node_modules/@puppeteer/browsers/lib/cjs/browser-data/chrome-headless-shell.js</a:t>
            </a:r>
          </a:p>
          <a:p>
            <a:pPr>
              <a:defRPr sz="1200"/>
            </a:pPr>
            <a:r>
              <a:t>D:/pasar_fix/node_modules/.bun/@puppeteer+browsers@2.13.2/node_modules/@puppeteer/browsers/lib/cjs/browser-data/chrome-headless-shell.js.map</a:t>
            </a:r>
          </a:p>
          <a:p>
            <a:pPr>
              <a:defRPr sz="1200"/>
            </a:pPr>
            <a:r>
              <a:t>D:/pasar_fix/node_modules/.bun/@puppeteer+browsers@2.13.2/node_modules/@puppeteer/browsers/lib/cjs/browser-data/chrome.d.ts</a:t>
            </a:r>
          </a:p>
          <a:p>
            <a:pPr>
              <a:defRPr sz="1200"/>
            </a:pPr>
            <a:r>
              <a:t>D:/pasar_fix/node_modules/.bun/@puppeteer+browsers@2.13.2/node_modules/@puppeteer/browsers/lib/cjs/browser-data/chrome.d.ts.map</a:t>
            </a:r>
          </a:p>
          <a:p>
            <a:pPr>
              <a:defRPr sz="1200"/>
            </a:pPr>
            <a:r>
              <a:t>D:/pasar_fix/node_modules/.bun/@puppeteer+browsers@2.13.2/node_modules/@puppeteer/browsers/lib/cjs/browser-data/chrome.js</a:t>
            </a:r>
          </a:p>
          <a:p>
            <a:pPr>
              <a:defRPr sz="1200"/>
            </a:pPr>
            <a:r>
              <a:t>D:/pasar_fix/node_modules/.bun/@puppeteer+browsers@2.13.2/node_modules/@puppeteer/browsers/lib/cjs/browser-data/chrome.js.map</a:t>
            </a:r>
          </a:p>
          <a:p>
            <a:pPr>
              <a:defRPr sz="1200"/>
            </a:pPr>
            <a:r>
              <a:t>D:/pasar_fix/node_modules/.bun/@puppeteer+browsers@2.13.2/node_modules/@puppeteer/browsers/lib/cjs/browser-data/chromedriver.d.ts</a:t>
            </a:r>
          </a:p>
          <a:p>
            <a:pPr>
              <a:defRPr sz="1200"/>
            </a:pPr>
            <a:r>
              <a:t>D:/pasar_fix/node_modules/.bun/@puppeteer+browsers@2.13.2/node_modules/@puppeteer/browsers/lib/cjs/browser-data/chromedriver.d.ts.map</a:t>
            </a:r>
          </a:p>
          <a:p>
            <a:pPr>
              <a:defRPr sz="1200"/>
            </a:pPr>
            <a:r>
              <a:t>D:/pasar_fix/node_modules/.bun/@puppeteer+browsers@2.13.2/node_modules/@puppeteer/browsers/lib/cjs/browser-data/chromedriver.js</a:t>
            </a:r>
          </a:p>
          <a:p>
            <a:pPr>
              <a:defRPr sz="1200"/>
            </a:pPr>
            <a:r>
              <a:t>D:/pasar_fix/node_modules/.bun/@puppeteer+browsers@2.13.2/node_modules/@puppeteer/browsers/lib/cjs/browser-data/chromedriver.js.map</a:t>
            </a:r>
          </a:p>
          <a:p>
            <a:pPr>
              <a:defRPr sz="1200"/>
            </a:pPr>
            <a:r>
              <a:t>D:/pasar_fix/node_modules/.bun/@puppeteer+browsers@2.13.2/node_modules/@puppeteer/browsers/lib/cjs/browser-data/chromium.d.ts</a:t>
            </a:r>
          </a:p>
          <a:p>
            <a:pPr>
              <a:defRPr sz="1200"/>
            </a:pPr>
            <a:r>
              <a:t>D:/pasar_fix/node_modules/.bun/@puppeteer+browsers@2.13.2/node_modules/@puppeteer/browsers/lib/cjs/browser-data/chromium.d.ts.map</a:t>
            </a:r>
          </a:p>
          <a:p>
            <a:pPr>
              <a:defRPr sz="1200"/>
            </a:pPr>
            <a:r>
              <a:t>D:/pasar_fix/node_modules/.bun/@puppeteer+browsers@2.13.2/node_modules/@puppeteer/browsers/lib/cjs/browser-data/chromium.js</a:t>
            </a:r>
          </a:p>
          <a:p>
            <a:pPr>
              <a:defRPr sz="1200"/>
            </a:pPr>
            <a:r>
              <a:t>D:/pasar_fix/node_modules/.bun/@puppeteer+browsers@2.13.2/node_modules/@puppeteer/browsers/lib/cjs/browser-data/chromium.js.map</a:t>
            </a:r>
          </a:p>
          <a:p>
            <a:pPr>
              <a:defRPr sz="1200"/>
            </a:pPr>
            <a:r>
              <a:t>D:/pasar_fix/node_modules/.bun/@puppeteer+browsers@2.13.2/node_modules/@puppeteer/browsers/lib/cjs/browser-data/firefox.d.ts</a:t>
            </a:r>
          </a:p>
          <a:p>
            <a:pPr>
              <a:defRPr sz="1200"/>
            </a:pPr>
            <a:r>
              <a:t>D:/pasar_fix/node_modules/.bun/@puppeteer+browsers@2.13.2/node_modules/@puppeteer/browsers/lib/cjs/browser-data/firefox.d.ts.map</a:t>
            </a:r>
          </a:p>
          <a:p>
            <a:pPr>
              <a:defRPr sz="1200"/>
            </a:pPr>
            <a:r>
              <a:t>D:/pasar_fix/node_modules/.bun/@puppeteer+browsers@2.13.2/node_modules/@puppeteer/browsers/lib/cjs/browser-data/firefox.js</a:t>
            </a:r>
          </a:p>
          <a:p>
            <a:pPr>
              <a:defRPr sz="1200"/>
            </a:pPr>
            <a:r>
              <a:t>D:/pasar_fix/node_modules/.bun/@puppeteer+browsers@2.13.2/node_modules/@puppeteer/browsers/lib/cjs/browser-data/firefox.js.map</a:t>
            </a:r>
          </a:p>
          <a:p>
            <a:pPr>
              <a:defRPr sz="1200"/>
            </a:pPr>
            <a:r>
              <a:t>D:/pasar_fix/node_modules/.bun/@puppeteer+browsers@2.13.2/node_modules/@puppeteer/browsers/lib/cjs/browser-data/types.d.ts</a:t>
            </a:r>
          </a:p>
          <a:p>
            <a:pPr>
              <a:defRPr sz="1200"/>
            </a:pPr>
            <a:r>
              <a:t>D:/pasar_fix/node_modules/.bun/@puppeteer+browsers@2.13.2/node_modules/@puppeteer/browsers/lib/cjs/browser-data/types.d.ts.map</a:t>
            </a:r>
          </a:p>
          <a:p>
            <a:pPr>
              <a:defRPr sz="1200"/>
            </a:pPr>
            <a:r>
              <a:t>D:/pasar_fix/node_modules/.bun/@puppeteer+browsers@2.13.2/node_modules/@puppeteer/browsers/lib/cjs/browser-data/types.js</a:t>
            </a:r>
          </a:p>
          <a:p>
            <a:pPr>
              <a:defRPr sz="1200"/>
            </a:pPr>
            <a:r>
              <a:t>D:/pasar_fix/node_modules/.bun/@puppeteer+browsers@2.13.2/node_modules/@puppeteer/browsers/lib/cjs/browser-data/types.js.map</a:t>
            </a:r>
          </a:p>
          <a:p>
            <a:pPr>
              <a:defRPr sz="1200"/>
            </a:pPr>
            <a:r>
              <a:t>D:/pasar_fix/node_modules/.bun/@puppeteer+browsers@2.13.2/node_modules/@puppeteer/browsers/lib/esm/Cache.d.ts</a:t>
            </a:r>
          </a:p>
          <a:p>
            <a:pPr>
              <a:defRPr sz="1200"/>
            </a:pPr>
            <a:r>
              <a:t>D:/pasar_fix/node_modules/.bun/@puppeteer+browsers@2.13.2/node_modules/@puppeteer/browsers/lib/esm/Cache.d.ts.map</a:t>
            </a:r>
          </a:p>
          <a:p>
            <a:pPr>
              <a:defRPr sz="1200"/>
            </a:pPr>
            <a:r>
              <a:t>D:/pasar_fix/node_modules/.bun/@puppeteer+browsers@2.13.2/node_modules/@puppeteer/browsers/lib/esm/Cache.js</a:t>
            </a:r>
          </a:p>
          <a:p>
            <a:pPr>
              <a:defRPr sz="1200"/>
            </a:pPr>
            <a:r>
              <a:t>D:/pasar_fix/node_modules/.bun/@puppeteer+browsers@2.13.2/node_modules/@puppeteer/browsers/lib/esm/Cache.js.map</a:t>
            </a:r>
          </a:p>
          <a:p>
            <a:pPr>
              <a:defRPr sz="1200"/>
            </a:pPr>
            <a:r>
              <a:t>D:/pasar_fix/node_modules/.bun/@puppeteer+browsers@2.13.2/node_modules/@puppeteer/browsers/lib/esm/CLI.d.ts</a:t>
            </a:r>
          </a:p>
          <a:p>
            <a:pPr>
              <a:defRPr sz="1200"/>
            </a:pPr>
            <a:r>
              <a:t>D:/pasar_fix/node_modules/.bun/@puppeteer+browsers@2.13.2/node_modules/@puppeteer/browsers/lib/esm/CLI.d.ts.map</a:t>
            </a:r>
          </a:p>
          <a:p>
            <a:pPr>
              <a:defRPr sz="1200"/>
            </a:pPr>
            <a:r>
              <a:t>D:/pasar_fix/node_modules/.bun/@puppeteer+browsers@2.13.2/node_modules/@puppeteer/browsers/lib/esm/CLI.js</a:t>
            </a:r>
          </a:p>
          <a:p>
            <a:pPr>
              <a:defRPr sz="1200"/>
            </a:pPr>
            <a:r>
              <a:t>D:/pasar_fix/node_modules/.bun/@puppeteer+browsers@2.13.2/node_modules/@puppeteer/browsers/lib/esm/CLI.js.map</a:t>
            </a:r>
          </a:p>
          <a:p>
            <a:pPr>
              <a:defRPr sz="1200"/>
            </a:pPr>
            <a:r>
              <a:t>D:/pasar_fix/node_modules/.bun/@puppeteer+browsers@2.13.2/node_modules/@puppeteer/browsers/lib/esm/debug.d.ts</a:t>
            </a:r>
          </a:p>
          <a:p>
            <a:pPr>
              <a:defRPr sz="1200"/>
            </a:pPr>
            <a:r>
              <a:t>D:/pasar_fix/node_modules/.bun/@puppeteer+browsers@2.13.2/node_modules/@puppeteer/browsers/lib/esm/debug.d.ts.map</a:t>
            </a:r>
          </a:p>
          <a:p>
            <a:pPr>
              <a:defRPr sz="1200"/>
            </a:pPr>
            <a:r>
              <a:t>D:/pasar_fix/node_modules/.bun/@puppeteer+browsers@2.13.2/node_modules/@puppeteer/browsers/lib/esm/debug.js</a:t>
            </a:r>
          </a:p>
          <a:p>
            <a:pPr>
              <a:defRPr sz="1200"/>
            </a:pPr>
            <a:r>
              <a:t>D:/pasar_fix/node_modules/.bun/@puppeteer+browsers@2.13.2/node_modules/@puppeteer/browsers/lib/esm/debug.js.map</a:t>
            </a:r>
          </a:p>
          <a:p>
            <a:pPr>
              <a:defRPr sz="1200"/>
            </a:pPr>
            <a:r>
              <a:t>D:/pasar_fix/node_modules/.bun/@puppeteer+browsers@2.13.2/node_modules/@puppeteer/browsers/lib/esm/DefaultProvider.d.ts</a:t>
            </a:r>
          </a:p>
          <a:p>
            <a:pPr>
              <a:defRPr sz="1200"/>
            </a:pPr>
            <a:r>
              <a:t>D:/pasar_fix/node_modules/.bun/@puppeteer+browsers@2.13.2/node_modules/@puppeteer/browsers/lib/esm/DefaultProvider.d.ts.map</a:t>
            </a:r>
          </a:p>
          <a:p>
            <a:pPr>
              <a:defRPr sz="1200"/>
            </a:pPr>
            <a:r>
              <a:t>D:/pasar_fix/node_modules/.bun/@puppeteer+browsers@2.13.2/node_modules/@puppeteer/browsers/lib/esm/DefaultProvider.js</a:t>
            </a:r>
          </a:p>
          <a:p>
            <a:pPr>
              <a:defRPr sz="1200"/>
            </a:pPr>
            <a:r>
              <a:t>D:/pasar_fix/node_modules/.bun/@puppeteer+browsers@2.13.2/node_modules/@puppeteer/browsers/lib/esm/DefaultProvider.js.map</a:t>
            </a:r>
          </a:p>
          <a:p>
            <a:pPr>
              <a:defRPr sz="1200"/>
            </a:pPr>
            <a:r>
              <a:t>D:/pasar_fix/node_modules/.bun/@puppeteer+browsers@2.13.2/node_modules/@puppeteer/browsers/lib/esm/DefaultProvider.spec.d.ts</a:t>
            </a:r>
          </a:p>
          <a:p>
            <a:pPr>
              <a:defRPr sz="1200"/>
            </a:pPr>
            <a:r>
              <a:t>D:/pasar_fix/node_modules/.bun/@puppeteer+browsers@2.13.2/node_modules/@puppeteer/browsers/lib/esm/DefaultProvider.spec.d.ts.map</a:t>
            </a:r>
          </a:p>
          <a:p>
            <a:pPr>
              <a:defRPr sz="1200"/>
            </a:pPr>
            <a:r>
              <a:t>D:/pasar_fix/node_modules/.bun/@puppeteer+browsers@2.13.2/node_modules/@puppeteer/browsers/lib/esm/DefaultProvider.spec.js</a:t>
            </a:r>
          </a:p>
          <a:p>
            <a:pPr>
              <a:defRPr sz="1200"/>
            </a:pPr>
            <a:r>
              <a:t>D:/pasar_fix/node_modules/.bun/@puppeteer+browsers@2.13.2/node_modules/@puppeteer/browsers/lib/esm/DefaultProvider.spec.js.map</a:t>
            </a:r>
          </a:p>
          <a:p>
            <a:pPr>
              <a:defRPr sz="1200"/>
            </a:pPr>
            <a:r>
              <a:t>D:/pasar_fix/node_modules/.bun/@puppeteer+browsers@2.13.2/node_modules/@puppeteer/browsers/lib/esm/detectPlatform.d.ts</a:t>
            </a:r>
          </a:p>
          <a:p>
            <a:pPr>
              <a:defRPr sz="1200"/>
            </a:pPr>
            <a:r>
              <a:t>D:/pasar_fix/node_modules/.bun/@puppeteer+browsers@2.13.2/node_modules/@puppeteer/browsers/lib/esm/detectPlatform.d.ts.map</a:t>
            </a:r>
          </a:p>
          <a:p>
            <a:pPr>
              <a:defRPr sz="1200"/>
            </a:pPr>
            <a:r>
              <a:t>D:/pasar_fix/node_modules/.bun/@puppeteer+browsers@2.13.2/node_modules/@puppeteer/browsers/lib/esm/detectPlatform.js</a:t>
            </a:r>
          </a:p>
          <a:p>
            <a:pPr>
              <a:defRPr sz="1200"/>
            </a:pPr>
            <a:r>
              <a:t>D:/pasar_fix/node_modules/.bun/@puppeteer+browsers@2.13.2/node_modules/@puppeteer/browsers/lib/esm/detectPlatform.js.map</a:t>
            </a:r>
          </a:p>
          <a:p>
            <a:pPr>
              <a:defRPr sz="1200"/>
            </a:pPr>
            <a:r>
              <a:t>D:/pasar_fix/node_modules/.bun/@puppeteer+browsers@2.13.2/node_modules/@puppeteer/browsers/lib/esm/fileUtil.d.ts</a:t>
            </a:r>
          </a:p>
          <a:p>
            <a:pPr>
              <a:defRPr sz="1200"/>
            </a:pPr>
            <a:r>
              <a:t>D:/pasar_fix/node_modules/.bun/@puppeteer+browsers@2.13.2/node_modules/@puppeteer/browsers/lib/esm/fileUtil.d.ts.map</a:t>
            </a:r>
          </a:p>
          <a:p>
            <a:pPr>
              <a:defRPr sz="1200"/>
            </a:pPr>
            <a:r>
              <a:t>D:/pasar_fix/node_modules/.bun/@puppeteer+browsers@2.13.2/node_modules/@puppeteer/browsers/lib/esm/fileUtil.js</a:t>
            </a:r>
          </a:p>
          <a:p>
            <a:pPr>
              <a:defRPr sz="1200"/>
            </a:pPr>
            <a:r>
              <a:t>D:/pasar_fix/node_modules/.bun/@puppeteer+browsers@2.13.2/node_modules/@puppeteer/browsers/lib/esm/fileUtil.js.map</a:t>
            </a:r>
          </a:p>
          <a:p>
            <a:pPr>
              <a:defRPr sz="1200"/>
            </a:pPr>
            <a:r>
              <a:t>D:/pasar_fix/node_modules/.bun/@puppeteer+browsers@2.13.2/node_modules/@puppeteer/browsers/lib/esm/httpUtil.d.ts</a:t>
            </a:r>
          </a:p>
          <a:p>
            <a:pPr>
              <a:defRPr sz="1200"/>
            </a:pPr>
            <a:r>
              <a:t>D:/pasar_fix/node_modules/.bun/@puppeteer+browsers@2.13.2/node_modules/@puppeteer/browsers/lib/esm/httpUtil.d.ts.map</a:t>
            </a:r>
          </a:p>
          <a:p>
            <a:pPr>
              <a:defRPr sz="1200"/>
            </a:pPr>
            <a:r>
              <a:t>D:/pasar_fix/node_modules/.bun/@puppeteer+browsers@2.13.2/node_modules/@puppeteer/browsers/lib/esm/httpUtil.js</a:t>
            </a:r>
          </a:p>
          <a:p>
            <a:pPr>
              <a:defRPr sz="1200"/>
            </a:pPr>
            <a:r>
              <a:t>D:/pasar_fix/node_modules/.bun/@puppeteer+browsers@2.13.2/node_modules/@puppeteer/browsers/lib/esm/httpUtil.js.map</a:t>
            </a:r>
          </a:p>
          <a:p>
            <a:pPr>
              <a:defRPr sz="1200"/>
            </a:pPr>
            <a:r>
              <a:t>D:/pasar_fix/node_modules/.bun/@puppeteer+browsers@2.13.2/node_modules/@puppeteer/browsers/lib/esm/install.d.ts</a:t>
            </a:r>
          </a:p>
          <a:p>
            <a:pPr>
              <a:defRPr sz="1200"/>
            </a:pPr>
            <a:r>
              <a:t>D:/pasar_fix/node_modules/.bun/@puppeteer+browsers@2.13.2/node_modules/@puppeteer/browsers/lib/esm/install.d.ts.map</a:t>
            </a:r>
          </a:p>
          <a:p>
            <a:pPr>
              <a:defRPr sz="1200"/>
            </a:pPr>
            <a:r>
              <a:t>D:/pasar_fix/node_modules/.bun/@puppeteer+browsers@2.13.2/node_modules/@puppeteer/browsers/lib/esm/install.js</a:t>
            </a:r>
          </a:p>
          <a:p>
            <a:pPr>
              <a:defRPr sz="1200"/>
            </a:pPr>
            <a:r>
              <a:t>D:/pasar_fix/node_modules/.bun/@puppeteer+browsers@2.13.2/node_modules/@puppeteer/browsers/lib/esm/install.js.map</a:t>
            </a:r>
          </a:p>
          <a:p>
            <a:pPr>
              <a:defRPr sz="1200"/>
            </a:pPr>
            <a:r>
              <a:t>D:/pasar_fix/node_modules/.bun/@puppeteer+browsers@2.13.2/node_modules/@puppeteer/browsers/lib/esm/launch.d.ts</a:t>
            </a:r>
          </a:p>
          <a:p>
            <a:pPr>
              <a:defRPr sz="1200"/>
            </a:pPr>
            <a:r>
              <a:t>D:/pasar_fix/node_modules/.bun/@puppeteer+browsers@2.13.2/node_modules/@puppeteer/browsers/lib/esm/launch.d.ts.map</a:t>
            </a:r>
          </a:p>
          <a:p>
            <a:pPr>
              <a:defRPr sz="1200"/>
            </a:pPr>
            <a:r>
              <a:t>D:/pasar_fix/node_modules/.bun/@puppeteer+browsers@2.13.2/node_modules/@puppeteer/browsers/lib/esm/launch.js</a:t>
            </a:r>
          </a:p>
          <a:p>
            <a:pPr>
              <a:defRPr sz="1200"/>
            </a:pPr>
            <a:r>
              <a:t>D:/pasar_fix/node_modules/.bun/@puppeteer+browsers@2.13.2/node_modules/@puppeteer/browsers/lib/esm/launch.js.map</a:t>
            </a:r>
          </a:p>
          <a:p>
            <a:pPr>
              <a:defRPr sz="1200"/>
            </a:pPr>
            <a:r>
              <a:t>D:/pasar_fix/node_modules/.bun/@puppeteer+browsers@2.13.2/node_modules/@puppeteer/browsers/lib/esm/main-cli.d.ts</a:t>
            </a:r>
          </a:p>
          <a:p>
            <a:pPr>
              <a:defRPr sz="1200"/>
            </a:pPr>
            <a:r>
              <a:t>D:/pasar_fix/node_modules/.bun/@puppeteer+browsers@2.13.2/node_modules/@puppeteer/browsers/lib/esm/main-cli.d.ts.map</a:t>
            </a:r>
          </a:p>
          <a:p>
            <a:pPr>
              <a:defRPr sz="1200"/>
            </a:pPr>
            <a:r>
              <a:t>D:/pasar_fix/node_modules/.bun/@puppeteer+browsers@2.13.2/node_modules/@puppeteer/browsers/lib/esm/main-cli.js</a:t>
            </a:r>
          </a:p>
          <a:p>
            <a:pPr>
              <a:defRPr sz="1200"/>
            </a:pPr>
            <a:r>
              <a:t>D:/pasar_fix/node_modules/.bun/@puppeteer+browsers@2.13.2/node_modules/@puppeteer/browsers/lib/esm/main-cli.js.map</a:t>
            </a:r>
          </a:p>
          <a:p>
            <a:pPr>
              <a:defRPr sz="1200"/>
            </a:pPr>
            <a:r>
              <a:t>D:/pasar_fix/node_modules/.bun/@puppeteer+browsers@2.13.2/node_modules/@puppeteer/browsers/lib/esm/main.d.ts</a:t>
            </a:r>
          </a:p>
          <a:p>
            <a:pPr>
              <a:defRPr sz="1200"/>
            </a:pPr>
            <a:r>
              <a:t>D:/pasar_fix/node_modules/.bun/@puppeteer+browsers@2.13.2/node_modules/@puppeteer/browsers/lib/esm/main.d.ts.map</a:t>
            </a:r>
          </a:p>
          <a:p>
            <a:pPr>
              <a:defRPr sz="1200"/>
            </a:pPr>
            <a:r>
              <a:t>D:/pasar_fix/node_modules/.bun/@puppeteer+browsers@2.13.2/node_modules/@puppeteer/browsers/lib/esm/main.js</a:t>
            </a:r>
          </a:p>
          <a:p>
            <a:pPr>
              <a:defRPr sz="1200"/>
            </a:pPr>
            <a:r>
              <a:t>D:/pasar_fix/node_modules/.bun/@puppeteer+browsers@2.13.2/node_modules/@puppeteer/browsers/lib/esm/main.js.map</a:t>
            </a:r>
          </a:p>
          <a:p>
            <a:pPr>
              <a:defRPr sz="1200"/>
            </a:pPr>
            <a:r>
              <a:t>D:/pasar_fix/node_modules/.bun/@puppeteer+browsers@2.13.2/node_modules/@puppeteer/browsers/lib/esm/package.json</a:t>
            </a:r>
          </a:p>
          <a:p>
            <a:pPr>
              <a:defRPr sz="1200"/>
            </a:pPr>
            <a:r>
              <a:t>D:/pasar_fix/node_modules/.bun/@puppeteer+browsers@2.13.2/node_modules/@puppeteer/browsers/lib/esm/provider.d.ts</a:t>
            </a:r>
          </a:p>
          <a:p>
            <a:pPr>
              <a:defRPr sz="1200"/>
            </a:pPr>
            <a:r>
              <a:t>D:/pasar_fix/node_modules/.bun/@puppeteer+browsers@2.13.2/node_modules/@puppeteer/browsers/lib/esm/provider.d.ts.map</a:t>
            </a:r>
          </a:p>
          <a:p>
            <a:pPr>
              <a:defRPr sz="1200"/>
            </a:pPr>
            <a:r>
              <a:t>D:/pasar_fix/node_modules/.bun/@puppeteer+browsers@2.13.2/node_modules/@puppeteer/browsers/lib/esm/provider.js</a:t>
            </a:r>
          </a:p>
          <a:p>
            <a:pPr>
              <a:defRPr sz="1200"/>
            </a:pPr>
            <a:r>
              <a:t>D:/pasar_fix/node_modules/.bun/@puppeteer+browsers@2.13.2/node_modules/@puppeteer/browsers/lib/esm/provider.js.map</a:t>
            </a:r>
          </a:p>
          <a:p>
            <a:pPr>
              <a:defRPr sz="1200"/>
            </a:pPr>
            <a:r>
              <a:t>D:/pasar_fix/node_modules/.bun/@puppeteer+browsers@2.13.2/node_modules/@puppeteer/browsers/lib/esm/browser-data/browser-data.d.ts</a:t>
            </a:r>
          </a:p>
          <a:p>
            <a:pPr>
              <a:defRPr sz="1200"/>
            </a:pPr>
            <a:r>
              <a:t>D:/pasar_fix/node_modules/.bun/@puppeteer+browsers@2.13.2/node_modules/@puppeteer/browsers/lib/esm/browser-data/browser-data.d.ts.map</a:t>
            </a:r>
          </a:p>
          <a:p>
            <a:pPr>
              <a:defRPr sz="1200"/>
            </a:pPr>
            <a:r>
              <a:t>D:/pasar_fix/node_modules/.bun/@puppeteer+browsers@2.13.2/node_modules/@puppeteer/browsers/lib/esm/browser-data/browser-data.js</a:t>
            </a:r>
          </a:p>
          <a:p>
            <a:pPr>
              <a:defRPr sz="1200"/>
            </a:pPr>
            <a:r>
              <a:t>D:/pasar_fix/node_modules/.bun/@puppeteer+browsers@2.13.2/node_modules/@puppeteer/browsers/lib/esm/browser-data/browser-data.js.map</a:t>
            </a:r>
          </a:p>
          <a:p>
            <a:pPr>
              <a:defRPr sz="1200"/>
            </a:pPr>
            <a:r>
              <a:t>D:/pasar_fix/node_modules/.bun/@puppeteer+browsers@2.13.2/node_modules/@puppeteer/browsers/lib/esm/browser-data/chrome-headless-shell.d.ts</a:t>
            </a:r>
          </a:p>
          <a:p>
            <a:pPr>
              <a:defRPr sz="1200"/>
            </a:pPr>
            <a:r>
              <a:t>D:/pasar_fix/node_modules/.bun/@puppeteer+browsers@2.13.2/node_modules/@puppeteer/browsers/lib/esm/browser-data/chrome-headless-shell.d.ts.map</a:t>
            </a:r>
          </a:p>
          <a:p>
            <a:pPr>
              <a:defRPr sz="1200"/>
            </a:pPr>
            <a:r>
              <a:t>D:/pasar_fix/node_modules/.bun/@puppeteer+browsers@2.13.2/node_modules/@puppeteer/browsers/lib/esm/browser-data/chrome-headless-shell.js</a:t>
            </a:r>
          </a:p>
          <a:p>
            <a:pPr>
              <a:defRPr sz="1200"/>
            </a:pPr>
            <a:r>
              <a:t>D:/pasar_fix/node_modules/.bun/@puppeteer+browsers@2.13.2/node_modules/@puppeteer/browsers/lib/esm/browser-data/chrome-headless-shell.js.map</a:t>
            </a:r>
          </a:p>
          <a:p>
            <a:pPr>
              <a:defRPr sz="1200"/>
            </a:pPr>
            <a:r>
              <a:t>D:/pasar_fix/node_modules/.bun/@puppeteer+browsers@2.13.2/node_modules/@puppeteer/browsers/lib/esm/browser-data/chrome.d.ts</a:t>
            </a:r>
          </a:p>
          <a:p>
            <a:pPr>
              <a:defRPr sz="1200"/>
            </a:pPr>
            <a:r>
              <a:t>D:/pasar_fix/node_modules/.bun/@puppeteer+browsers@2.13.2/node_modules/@puppeteer/browsers/lib/esm/browser-data/chrome.d.ts.map</a:t>
            </a:r>
          </a:p>
          <a:p>
            <a:pPr>
              <a:defRPr sz="1200"/>
            </a:pPr>
            <a:r>
              <a:t>D:/pasar_fix/node_modules/.bun/@puppeteer+browsers@2.13.2/node_modules/@puppeteer/browsers/lib/esm/browser-data/chrome.js</a:t>
            </a:r>
          </a:p>
          <a:p>
            <a:pPr>
              <a:defRPr sz="1200"/>
            </a:pPr>
            <a:r>
              <a:t>D:/pasar_fix/node_modules/.bun/@puppeteer+browsers@2.13.2/node_modules/@puppeteer/browsers/lib/esm/browser-data/chrome.js.map</a:t>
            </a:r>
          </a:p>
          <a:p>
            <a:pPr>
              <a:defRPr sz="1200"/>
            </a:pPr>
            <a:r>
              <a:t>D:/pasar_fix/node_modules/.bun/@puppeteer+browsers@2.13.2/node_modules/@puppeteer/browsers/lib/esm/browser-data/chromedriver.d.ts</a:t>
            </a:r>
          </a:p>
          <a:p>
            <a:pPr>
              <a:defRPr sz="1200"/>
            </a:pPr>
            <a:r>
              <a:t>D:/pasar_fix/node_modules/.bun/@puppeteer+browsers@2.13.2/node_modules/@puppeteer/browsers/lib/esm/browser-data/chromedriver.d.ts.map</a:t>
            </a:r>
          </a:p>
          <a:p>
            <a:pPr>
              <a:defRPr sz="1200"/>
            </a:pPr>
            <a:r>
              <a:t>D:/pasar_fix/node_modules/.bun/@puppeteer+browsers@2.13.2/node_modules/@puppeteer/browsers/lib/esm/browser-data/chromedriver.js</a:t>
            </a:r>
          </a:p>
          <a:p>
            <a:pPr>
              <a:defRPr sz="1200"/>
            </a:pPr>
            <a:r>
              <a:t>D:/pasar_fix/node_modules/.bun/@puppeteer+browsers@2.13.2/node_modules/@puppeteer/browsers/lib/esm/browser-data/chromedriver.js.map</a:t>
            </a:r>
          </a:p>
          <a:p>
            <a:pPr>
              <a:defRPr sz="1200"/>
            </a:pPr>
            <a:r>
              <a:t>D:/pasar_fix/node_modules/.bun/@puppeteer+browsers@2.13.2/node_modules/@puppeteer/browsers/lib/esm/browser-data/chromium.d.ts</a:t>
            </a:r>
          </a:p>
          <a:p>
            <a:pPr>
              <a:defRPr sz="1200"/>
            </a:pPr>
            <a:r>
              <a:t>D:/pasar_fix/node_modules/.bun/@puppeteer+browsers@2.13.2/node_modules/@puppeteer/browsers/lib/esm/browser-data/chromium.d.ts.map</a:t>
            </a:r>
          </a:p>
          <a:p>
            <a:pPr>
              <a:defRPr sz="1200"/>
            </a:pPr>
            <a:r>
              <a:t>D:/pasar_fix/node_modules/.bun/@puppeteer+browsers@2.13.2/node_modules/@puppeteer/browsers/lib/esm/browser-data/chromium.js</a:t>
            </a:r>
          </a:p>
          <a:p>
            <a:pPr>
              <a:defRPr sz="1200"/>
            </a:pPr>
            <a:r>
              <a:t>D:/pasar_fix/node_modules/.bun/@puppeteer+browsers@2.13.2/node_modules/@puppeteer/browsers/lib/esm/browser-data/chromium.js.map</a:t>
            </a:r>
          </a:p>
          <a:p>
            <a:pPr>
              <a:defRPr sz="1200"/>
            </a:pPr>
            <a:r>
              <a:t>D:/pasar_fix/node_modules/.bun/@puppeteer+browsers@2.13.2/node_modules/@puppeteer/browsers/lib/esm/browser-data/firefox.d.ts</a:t>
            </a:r>
          </a:p>
          <a:p>
            <a:pPr>
              <a:defRPr sz="1200"/>
            </a:pPr>
            <a:r>
              <a:t>D:/pasar_fix/node_modules/.bun/@puppeteer+browsers@2.13.2/node_modules/@puppeteer/browsers/lib/esm/browser-data/firefox.d.ts.map</a:t>
            </a:r>
          </a:p>
          <a:p>
            <a:pPr>
              <a:defRPr sz="1200"/>
            </a:pPr>
            <a:r>
              <a:t>D:/pasar_fix/node_modules/.bun/@puppeteer+browsers@2.13.2/node_modules/@puppeteer/browsers/lib/esm/browser-data/firefox.js</a:t>
            </a:r>
          </a:p>
          <a:p>
            <a:pPr>
              <a:defRPr sz="1200"/>
            </a:pPr>
            <a:r>
              <a:t>D:/pasar_fix/node_modules/.bun/@puppeteer+browsers@2.13.2/node_modules/@puppeteer/browsers/lib/esm/browser-data/firefox.js.map</a:t>
            </a:r>
          </a:p>
          <a:p>
            <a:pPr>
              <a:defRPr sz="1200"/>
            </a:pPr>
            <a:r>
              <a:t>D:/pasar_fix/node_modules/.bun/@puppeteer+browsers@2.13.2/node_modules/@puppeteer/browsers/lib/esm/browser-data/types.d.ts</a:t>
            </a:r>
          </a:p>
          <a:p>
            <a:pPr>
              <a:defRPr sz="1200"/>
            </a:pPr>
            <a:r>
              <a:t>D:/pasar_fix/node_modules/.bun/@puppeteer+browsers@2.13.2/node_modules/@puppeteer/browsers/lib/esm/browser-data/types.d.ts.map</a:t>
            </a:r>
          </a:p>
          <a:p>
            <a:pPr>
              <a:defRPr sz="1200"/>
            </a:pPr>
            <a:r>
              <a:t>D:/pasar_fix/node_modules/.bun/@puppeteer+browsers@2.13.2/node_modules/@puppeteer/browsers/lib/esm/browser-data/types.js</a:t>
            </a:r>
          </a:p>
          <a:p>
            <a:pPr>
              <a:defRPr sz="1200"/>
            </a:pPr>
            <a:r>
              <a:t>D:/pasar_fix/node_modules/.bun/@puppeteer+browsers@2.13.2/node_modules/@puppeteer/browsers/lib/esm/browser-data/types.js.map</a:t>
            </a:r>
          </a:p>
          <a:p>
            <a:pPr>
              <a:defRPr sz="1200"/>
            </a:pPr>
            <a:r>
              <a:t>D:/pasar_fix/node_modules/.bun/@puppeteer+browsers@2.13.2/node_modules/@puppeteer/browsers/src/Cache.ts</a:t>
            </a:r>
          </a:p>
          <a:p>
            <a:pPr>
              <a:defRPr sz="1200"/>
            </a:pPr>
            <a:r>
              <a:t>D:/pasar_fix/node_modules/.bun/@puppeteer+browsers@2.13.2/node_modules/@puppeteer/browsers/src/CLI.ts</a:t>
            </a:r>
          </a:p>
          <a:p>
            <a:pPr>
              <a:defRPr sz="1200"/>
            </a:pPr>
            <a:r>
              <a:t>D:/pasar_fix/node_modules/.bun/@puppeteer+browsers@2.13.2/node_modules/@puppeteer/browsers/src/debug.ts</a:t>
            </a:r>
          </a:p>
          <a:p>
            <a:pPr>
              <a:defRPr sz="1200"/>
            </a:pPr>
            <a:r>
              <a:t>D:/pasar_fix/node_modules/.bun/@puppeteer+browsers@2.13.2/node_modules/@puppeteer/browsers/src/DefaultProvider.spec.ts</a:t>
            </a:r>
          </a:p>
          <a:p>
            <a:pPr>
              <a:defRPr sz="1200"/>
            </a:pPr>
            <a:r>
              <a:t>D:/pasar_fix/node_modules/.bun/@puppeteer+browsers@2.13.2/node_modules/@puppeteer/browsers/src/DefaultProvider.ts</a:t>
            </a:r>
          </a:p>
          <a:p>
            <a:pPr>
              <a:defRPr sz="1200"/>
            </a:pPr>
            <a:r>
              <a:t>D:/pasar_fix/node_modules/.bun/@puppeteer+browsers@2.13.2/node_modules/@puppeteer/browsers/src/detectPlatform.ts</a:t>
            </a:r>
          </a:p>
          <a:p>
            <a:pPr>
              <a:defRPr sz="1200"/>
            </a:pPr>
            <a:r>
              <a:t>D:/pasar_fix/node_modules/.bun/@puppeteer+browsers@2.13.2/node_modules/@puppeteer/browsers/src/fileUtil.ts</a:t>
            </a:r>
          </a:p>
          <a:p>
            <a:pPr>
              <a:defRPr sz="1200"/>
            </a:pPr>
            <a:r>
              <a:t>D:/pasar_fix/node_modules/.bun/@puppeteer+browsers@2.13.2/node_modules/@puppeteer/browsers/src/httpUtil.ts</a:t>
            </a:r>
          </a:p>
          <a:p>
            <a:pPr>
              <a:defRPr sz="1200"/>
            </a:pPr>
            <a:r>
              <a:t>D:/pasar_fix/node_modules/.bun/@puppeteer+browsers@2.13.2/node_modules/@puppeteer/browsers/src/install.ts</a:t>
            </a:r>
          </a:p>
          <a:p>
            <a:pPr>
              <a:defRPr sz="1200"/>
            </a:pPr>
            <a:r>
              <a:t>D:/pasar_fix/node_modules/.bun/@puppeteer+browsers@2.13.2/node_modules/@puppeteer/browsers/src/launch.ts</a:t>
            </a:r>
          </a:p>
          <a:p>
            <a:pPr>
              <a:defRPr sz="1200"/>
            </a:pPr>
            <a:r>
              <a:t>D:/pasar_fix/node_modules/.bun/@puppeteer+browsers@2.13.2/node_modules/@puppeteer/browsers/src/main-cli.ts</a:t>
            </a:r>
          </a:p>
          <a:p>
            <a:pPr>
              <a:defRPr sz="1200"/>
            </a:pPr>
            <a:r>
              <a:t>D:/pasar_fix/node_modules/.bun/@puppeteer+browsers@2.13.2/node_modules/@puppeteer/browsers/src/main.ts</a:t>
            </a:r>
          </a:p>
          <a:p>
            <a:pPr>
              <a:defRPr sz="1200"/>
            </a:pPr>
            <a:r>
              <a:t>D:/pasar_fix/node_modules/.bun/@puppeteer+browsers@2.13.2/node_modules/@puppeteer/browsers/src/provider.ts</a:t>
            </a:r>
          </a:p>
          <a:p>
            <a:pPr>
              <a:defRPr sz="1200"/>
            </a:pPr>
            <a:r>
              <a:t>D:/pasar_fix/node_modules/.bun/@puppeteer+browsers@2.13.2/node_modules/@puppeteer/browsers/src/tsconfig.cjs.json</a:t>
            </a:r>
          </a:p>
          <a:p>
            <a:pPr>
              <a:defRPr sz="1200"/>
            </a:pPr>
            <a:r>
              <a:t>D:/pasar_fix/node_modules/.bun/@puppeteer+browsers@2.13.2/node_modules/@puppeteer/browsers/src/tsconfig.esm.json</a:t>
            </a:r>
          </a:p>
          <a:p>
            <a:pPr>
              <a:defRPr sz="1200"/>
            </a:pPr>
            <a:r>
              <a:t>D:/pasar_fix/node_modules/.bun/@puppeteer+browsers@2.13.2/node_modules/@puppeteer/browsers/src/browser-data/browser-data.ts</a:t>
            </a:r>
          </a:p>
          <a:p>
            <a:pPr>
              <a:defRPr sz="1200"/>
            </a:pPr>
            <a:r>
              <a:t>D:/pasar_fix/node_modules/.bun/@puppeteer+browsers@2.13.2/node_modules/@puppeteer/browsers/src/browser-data/chrome-headless-shell.ts</a:t>
            </a:r>
          </a:p>
          <a:p>
            <a:pPr>
              <a:defRPr sz="1200"/>
            </a:pPr>
            <a:r>
              <a:t>D:/pasar_fix/node_modules/.bun/@puppeteer+browsers@2.13.2/node_modules/@puppeteer/browsers/src/browser-data/chrome.ts</a:t>
            </a:r>
          </a:p>
          <a:p>
            <a:pPr>
              <a:defRPr sz="1200"/>
            </a:pPr>
            <a:r>
              <a:t>D:/pasar_fix/node_modules/.bun/@puppeteer+browsers@2.13.2/node_modules/@puppeteer/browsers/src/browser-data/chromedriver.ts</a:t>
            </a:r>
          </a:p>
          <a:p>
            <a:pPr>
              <a:defRPr sz="1200"/>
            </a:pPr>
            <a:r>
              <a:t>D:/pasar_fix/node_modules/.bun/@puppeteer+browsers@2.13.2/node_modules/@puppeteer/browsers/src/browser-data/chromium.ts</a:t>
            </a:r>
          </a:p>
          <a:p>
            <a:pPr>
              <a:defRPr sz="1200"/>
            </a:pPr>
            <a:r>
              <a:t>D:/pasar_fix/node_modules/.bun/@puppeteer+browsers@2.13.2/node_modules/@puppeteer/browsers/src/browser-data/firefox.ts</a:t>
            </a:r>
          </a:p>
          <a:p>
            <a:pPr>
              <a:defRPr sz="1200"/>
            </a:pPr>
            <a:r>
              <a:t>D:/pasar_fix/node_modules/.bun/@puppeteer+browsers@2.13.2/node_modules/@puppeteer/browsers/src/browser-data/types.ts</a:t>
            </a:r>
          </a:p>
          <a:p>
            <a:pPr>
              <a:defRPr sz="1200"/>
            </a:pPr>
            <a:r>
              <a:t>D:/pasar_fix/node_modules/.bun/@radix-ui+number@1.1.1/node_modules/@radix-ui/number/package.json</a:t>
            </a:r>
          </a:p>
          <a:p>
            <a:pPr>
              <a:defRPr sz="1200"/>
            </a:pPr>
            <a:r>
              <a:t>D:/pasar_fix/node_modules/.bun/@radix-ui+number@1.1.1/node_modules/@radix-ui/number/README.md</a:t>
            </a:r>
          </a:p>
          <a:p>
            <a:pPr>
              <a:defRPr sz="1200"/>
            </a:pPr>
            <a:r>
              <a:t>D:/pasar_fix/node_modules/.bun/@radix-ui+number@1.1.1/node_modules/@radix-ui/number/dist/index.d.mts</a:t>
            </a:r>
          </a:p>
          <a:p>
            <a:pPr>
              <a:defRPr sz="1200"/>
            </a:pPr>
            <a:r>
              <a:t>D:/pasar_fix/node_modules/.bun/@radix-ui+number@1.1.1/node_modules/@radix-ui/number/dist/index.d.ts</a:t>
            </a:r>
          </a:p>
          <a:p>
            <a:pPr>
              <a:defRPr sz="1200"/>
            </a:pPr>
            <a:r>
              <a:t>D:/pasar_fix/node_modules/.bun/@radix-ui+number@1.1.1/node_modules/@radix-ui/number/dist/index.js</a:t>
            </a:r>
          </a:p>
          <a:p>
            <a:pPr>
              <a:defRPr sz="1200"/>
            </a:pPr>
            <a:r>
              <a:t>D:/pasar_fix/node_modules/.bun/@radix-ui+number@1.1.1/node_modules/@radix-ui/number/dist/index.js.map</a:t>
            </a:r>
          </a:p>
          <a:p>
            <a:pPr>
              <a:defRPr sz="1200"/>
            </a:pPr>
            <a:r>
              <a:t>D:/pasar_fix/node_modules/.bun/@radix-ui+number@1.1.1/node_modules/@radix-ui/number/dist/index.mjs</a:t>
            </a:r>
          </a:p>
          <a:p>
            <a:pPr>
              <a:defRPr sz="1200"/>
            </a:pPr>
            <a:r>
              <a:t>D:/pasar_fix/node_modules/.bun/@radix-ui+number@1.1.1/node_modules/@radix-ui/number/dist/index.mjs.map</a:t>
            </a:r>
          </a:p>
          <a:p>
            <a:pPr>
              <a:defRPr sz="1200"/>
            </a:pPr>
            <a:r>
              <a:t>D:/pasar_fix/node_modules/.bun/@radix-ui+primitive@1.1.3/node_modules/@radix-ui/primitive/LICENSE</a:t>
            </a:r>
          </a:p>
          <a:p>
            <a:pPr>
              <a:defRPr sz="1200"/>
            </a:pPr>
            <a:r>
              <a:t>D:/pasar_fix/node_modules/.bun/@radix-ui+primitive@1.1.3/node_modules/@radix-ui/primitive/package.json</a:t>
            </a:r>
          </a:p>
          <a:p>
            <a:pPr>
              <a:defRPr sz="1200"/>
            </a:pPr>
            <a:r>
              <a:t>D:/pasar_fix/node_modules/.bun/@radix-ui+primitive@1.1.3/node_modules/@radix-ui/primitive/README.md</a:t>
            </a:r>
          </a:p>
          <a:p>
            <a:pPr>
              <a:defRPr sz="1200"/>
            </a:pPr>
            <a:r>
              <a:t>D:/pasar_fix/node_modules/.bun/@radix-ui+primitive@1.1.3/node_modules/@radix-ui/primitive/dist/index.d.mts</a:t>
            </a:r>
          </a:p>
          <a:p>
            <a:pPr>
              <a:defRPr sz="1200"/>
            </a:pPr>
            <a:r>
              <a:t>D:/pasar_fix/node_modules/.bun/@radix-ui+primitive@1.1.3/node_modules/@radix-ui/primitive/dist/index.d.ts</a:t>
            </a:r>
          </a:p>
          <a:p>
            <a:pPr>
              <a:defRPr sz="1200"/>
            </a:pPr>
            <a:r>
              <a:t>D:/pasar_fix/node_modules/.bun/@radix-ui+primitive@1.1.3/node_modules/@radix-ui/primitive/dist/index.js</a:t>
            </a:r>
          </a:p>
          <a:p>
            <a:pPr>
              <a:defRPr sz="1200"/>
            </a:pPr>
            <a:r>
              <a:t>D:/pasar_fix/node_modules/.bun/@radix-ui+primitive@1.1.3/node_modules/@radix-ui/primitive/dist/index.js.map</a:t>
            </a:r>
          </a:p>
          <a:p>
            <a:pPr>
              <a:defRPr sz="1200"/>
            </a:pPr>
            <a:r>
              <a:t>D:/pasar_fix/node_modules/.bun/@radix-ui+primitive@1.1.3/node_modules/@radix-ui/primitive/dist/index.mjs</a:t>
            </a:r>
          </a:p>
          <a:p>
            <a:pPr>
              <a:defRPr sz="1200"/>
            </a:pPr>
            <a:r>
              <a:t>D:/pasar_fix/node_modules/.bun/@radix-ui+primitive@1.1.3/node_modules/@radix-ui/primitive/dist/index.mjs.map</a:t>
            </a:r>
          </a:p>
          <a:p>
            <a:pPr>
              <a:defRPr sz="1200"/>
            </a:pPr>
            <a:r>
              <a:t>D:/pasar_fix/node_modules/.bun/@radix-ui+react-accessible-icon@1.1.7+07ecf1aa3bcbed22/node_modules/@radix-ui/react-accessible-icon/LICENSE</a:t>
            </a:r>
          </a:p>
          <a:p>
            <a:pPr>
              <a:defRPr sz="1200"/>
            </a:pPr>
            <a:r>
              <a:t>D:/pasar_fix/node_modules/.bun/@radix-ui+react-accessible-icon@1.1.7+07ecf1aa3bcbed22/node_modules/@radix-ui/react-accessible-icon/package.json</a:t>
            </a:r>
          </a:p>
          <a:p>
            <a:pPr>
              <a:defRPr sz="1200"/>
            </a:pPr>
            <a:r>
              <a:t>D:/pasar_fix/node_modules/.bun/@radix-ui+react-accessible-icon@1.1.7+07ecf1aa3bcbed22/node_modules/@radix-ui/react-accessible-icon/README.md</a:t>
            </a:r>
          </a:p>
          <a:p>
            <a:pPr>
              <a:defRPr sz="1200"/>
            </a:pPr>
            <a:r>
              <a:t>D:/pasar_fix/node_modules/.bun/@radix-ui+react-accessible-icon@1.1.7+07ecf1aa3bcbed22/node_modules/@radix-ui/react-accessible-icon/dist/index.d.mts</a:t>
            </a:r>
          </a:p>
          <a:p>
            <a:pPr>
              <a:defRPr sz="1200"/>
            </a:pPr>
            <a:r>
              <a:t>D:/pasar_fix/node_modules/.bun/@radix-ui+react-accessible-icon@1.1.7+07ecf1aa3bcbed22/node_modules/@radix-ui/react-accessible-icon/dist/index.d.ts</a:t>
            </a:r>
          </a:p>
          <a:p>
            <a:pPr>
              <a:defRPr sz="1200"/>
            </a:pPr>
            <a:r>
              <a:t>D:/pasar_fix/node_modules/.bun/@radix-ui+react-accessible-icon@1.1.7+07ecf1aa3bcbed22/node_modules/@radix-ui/react-accessible-icon/dist/index.js</a:t>
            </a:r>
          </a:p>
          <a:p>
            <a:pPr>
              <a:defRPr sz="1200"/>
            </a:pPr>
            <a:r>
              <a:t>D:/pasar_fix/node_modules/.bun/@radix-ui+react-accessible-icon@1.1.7+07ecf1aa3bcbed22/node_modules/@radix-ui/react-accessible-icon/dist/index.js.map</a:t>
            </a:r>
          </a:p>
          <a:p>
            <a:pPr>
              <a:defRPr sz="1200"/>
            </a:pPr>
            <a:r>
              <a:t>D:/pasar_fix/node_modules/.bun/@radix-ui+react-accessible-icon@1.1.7+07ecf1aa3bcbed22/node_modules/@radix-ui/react-accessible-icon/dist/index.mjs</a:t>
            </a:r>
          </a:p>
          <a:p>
            <a:pPr>
              <a:defRPr sz="1200"/>
            </a:pPr>
            <a:r>
              <a:t>D:/pasar_fix/node_modules/.bun/@radix-ui+react-accessible-icon@1.1.7+07ecf1aa3bcbed22/node_modules/@radix-ui/react-accessible-icon/dist/index.mjs.map</a:t>
            </a:r>
          </a:p>
          <a:p>
            <a:pPr>
              <a:defRPr sz="1200"/>
            </a:pPr>
            <a:r>
              <a:t>D:/pasar_fix/node_modules/.bun/@radix-ui+react-accordion@1.2.12+07ecf1aa3bcbed22/node_modules/@radix-ui/react-accordion/LICENSE</a:t>
            </a:r>
          </a:p>
          <a:p>
            <a:pPr>
              <a:defRPr sz="1200"/>
            </a:pPr>
            <a:r>
              <a:t>D:/pasar_fix/node_modules/.bun/@radix-ui+react-accordion@1.2.12+07ecf1aa3bcbed22/node_modules/@radix-ui/react-accordion/package.json</a:t>
            </a:r>
          </a:p>
          <a:p>
            <a:pPr>
              <a:defRPr sz="1200"/>
            </a:pPr>
            <a:r>
              <a:t>D:/pasar_fix/node_modules/.bun/@radix-ui+react-accordion@1.2.12+07ecf1aa3bcbed22/node_modules/@radix-ui/react-accordion/README.md</a:t>
            </a:r>
          </a:p>
          <a:p>
            <a:pPr>
              <a:defRPr sz="1200"/>
            </a:pPr>
            <a:r>
              <a:t>D:/pasar_fix/node_modules/.bun/@radix-ui+react-accordion@1.2.12+07ecf1aa3bcbed22/node_modules/@radix-ui/react-accordion/dist/index.d.mts</a:t>
            </a:r>
          </a:p>
          <a:p>
            <a:pPr>
              <a:defRPr sz="1200"/>
            </a:pPr>
            <a:r>
              <a:t>D:/pasar_fix/node_modules/.bun/@radix-ui+react-accordion@1.2.12+07ecf1aa3bcbed22/node_modules/@radix-ui/react-accordion/dist/index.d.ts</a:t>
            </a:r>
          </a:p>
          <a:p>
            <a:pPr>
              <a:defRPr sz="1200"/>
            </a:pPr>
            <a:r>
              <a:t>D:/pasar_fix/node_modules/.bun/@radix-ui+react-accordion@1.2.12+07ecf1aa3bcbed22/node_modules/@radix-ui/react-accordion/dist/index.js</a:t>
            </a:r>
          </a:p>
          <a:p>
            <a:pPr>
              <a:defRPr sz="1200"/>
            </a:pPr>
            <a:r>
              <a:t>D:/pasar_fix/node_modules/.bun/@radix-ui+react-accordion@1.2.12+07ecf1aa3bcbed22/node_modules/@radix-ui/react-accordion/dist/index.js.map</a:t>
            </a:r>
          </a:p>
          <a:p>
            <a:pPr>
              <a:defRPr sz="1200"/>
            </a:pPr>
            <a:r>
              <a:t>D:/pasar_fix/node_modules/.bun/@radix-ui+react-accordion@1.2.12+07ecf1aa3bcbed22/node_modules/@radix-ui/react-accordion/dist/index.mjs</a:t>
            </a:r>
          </a:p>
          <a:p>
            <a:pPr>
              <a:defRPr sz="1200"/>
            </a:pPr>
            <a:r>
              <a:t>D:/pasar_fix/node_modules/.bun/@radix-ui+react-accordion@1.2.12+07ecf1aa3bcbed22/node_modules/@radix-ui/react-accordion/dist/index.mjs.map</a:t>
            </a:r>
          </a:p>
          <a:p>
            <a:pPr>
              <a:defRPr sz="1200"/>
            </a:pPr>
            <a:r>
              <a:t>D:/pasar_fix/node_modules/.bun/@radix-ui+react-alert-dialog@1.1.15+07ecf1aa3bcbed22/node_modules/@radix-ui/react-alert-dialog/LICENSE</a:t>
            </a:r>
          </a:p>
          <a:p>
            <a:pPr>
              <a:defRPr sz="1200"/>
            </a:pPr>
            <a:r>
              <a:t>D:/pasar_fix/node_modules/.bun/@radix-ui+react-alert-dialog@1.1.15+07ecf1aa3bcbed22/node_modules/@radix-ui/react-alert-dialog/package.json</a:t>
            </a:r>
          </a:p>
          <a:p>
            <a:pPr>
              <a:defRPr sz="1200"/>
            </a:pPr>
            <a:r>
              <a:t>D:/pasar_fix/node_modules/.bun/@radix-ui+react-alert-dialog@1.1.15+07ecf1aa3bcbed22/node_modules/@radix-ui/react-alert-dialog/README.md</a:t>
            </a:r>
          </a:p>
          <a:p>
            <a:pPr>
              <a:defRPr sz="1200"/>
            </a:pPr>
            <a:r>
              <a:t>D:/pasar_fix/node_modules/.bun/@radix-ui+react-alert-dialog@1.1.15+07ecf1aa3bcbed22/node_modules/@radix-ui/react-alert-dialog/dist/index.d.mts</a:t>
            </a:r>
          </a:p>
          <a:p>
            <a:pPr>
              <a:defRPr sz="1200"/>
            </a:pPr>
            <a:r>
              <a:t>D:/pasar_fix/node_modules/.bun/@radix-ui+react-alert-dialog@1.1.15+07ecf1aa3bcbed22/node_modules/@radix-ui/react-alert-dialog/dist/index.d.ts</a:t>
            </a:r>
          </a:p>
          <a:p>
            <a:pPr>
              <a:defRPr sz="1200"/>
            </a:pPr>
            <a:r>
              <a:t>D:/pasar_fix/node_modules/.bun/@radix-ui+react-alert-dialog@1.1.15+07ecf1aa3bcbed22/node_modules/@radix-ui/react-alert-dialog/dist/index.js</a:t>
            </a:r>
          </a:p>
          <a:p>
            <a:pPr>
              <a:defRPr sz="1200"/>
            </a:pPr>
            <a:r>
              <a:t>D:/pasar_fix/node_modules/.bun/@radix-ui+react-alert-dialog@1.1.15+07ecf1aa3bcbed22/node_modules/@radix-ui/react-alert-dialog/dist/index.js.map</a:t>
            </a:r>
          </a:p>
          <a:p>
            <a:pPr>
              <a:defRPr sz="1200"/>
            </a:pPr>
            <a:r>
              <a:t>D:/pasar_fix/node_modules/.bun/@radix-ui+react-alert-dialog@1.1.15+07ecf1aa3bcbed22/node_modules/@radix-ui/react-alert-dialog/dist/index.mjs</a:t>
            </a:r>
          </a:p>
          <a:p>
            <a:pPr>
              <a:defRPr sz="1200"/>
            </a:pPr>
            <a:r>
              <a:t>D:/pasar_fix/node_modules/.bun/@radix-ui+react-alert-dialog@1.1.15+07ecf1aa3bcbed22/node_modules/@radix-ui/react-alert-dialog/dist/index.mjs.map</a:t>
            </a:r>
          </a:p>
          <a:p>
            <a:pPr>
              <a:defRPr sz="1200"/>
            </a:pPr>
            <a:r>
              <a:t>D:/pasar_fix/node_modules/.bun/@radix-ui+react-alert-dialog@1.1.15+07ecf1aa3bcbed22/node_modules/@radix-ui/react-alert-dialog/src/alert-dialog.test.tsx</a:t>
            </a:r>
          </a:p>
          <a:p>
            <a:pPr>
              <a:defRPr sz="1200"/>
            </a:pPr>
            <a:r>
              <a:t>D:/pasar_fix/node_modules/.bun/@radix-ui+react-alert-dialog@1.1.15+07ecf1aa3bcbed22/node_modules/@radix-ui/react-alert-dialog/src/alert-dialog.tsx</a:t>
            </a:r>
          </a:p>
          <a:p>
            <a:pPr>
              <a:defRPr sz="1200"/>
            </a:pPr>
            <a:r>
              <a:t>D:/pasar_fix/node_modules/.bun/@radix-ui+react-alert-dialog@1.1.15+07ecf1aa3bcbed22/node_modules/@radix-ui/react-alert-dialog/src/index.ts</a:t>
            </a:r>
          </a:p>
          <a:p>
            <a:pPr>
              <a:defRPr sz="1200"/>
            </a:pPr>
            <a:r>
              <a:t>D:/pasar_fix/node_modules/.bun/@radix-ui+react-arrow@1.1.7+07ecf1aa3bcbed22/node_modules/@radix-ui/react-arrow/LICENSE</a:t>
            </a:r>
          </a:p>
          <a:p>
            <a:pPr>
              <a:defRPr sz="1200"/>
            </a:pPr>
            <a:r>
              <a:t>D:/pasar_fix/node_modules/.bun/@radix-ui+react-arrow@1.1.7+07ecf1aa3bcbed22/node_modules/@radix-ui/react-arrow/package.json</a:t>
            </a:r>
          </a:p>
          <a:p>
            <a:pPr>
              <a:defRPr sz="1200"/>
            </a:pPr>
            <a:r>
              <a:t>D:/pasar_fix/node_modules/.bun/@radix-ui+react-arrow@1.1.7+07ecf1aa3bcbed22/node_modules/@radix-ui/react-arrow/README.md</a:t>
            </a:r>
          </a:p>
          <a:p>
            <a:pPr>
              <a:defRPr sz="1200"/>
            </a:pPr>
            <a:r>
              <a:t>D:/pasar_fix/node_modules/.bun/@radix-ui+react-arrow@1.1.7+07ecf1aa3bcbed22/node_modules/@radix-ui/react-arrow/dist/index.d.mts</a:t>
            </a:r>
          </a:p>
          <a:p>
            <a:pPr>
              <a:defRPr sz="1200"/>
            </a:pPr>
            <a:r>
              <a:t>D:/pasar_fix/node_modules/.bun/@radix-ui+react-arrow@1.1.7+07ecf1aa3bcbed22/node_modules/@radix-ui/react-arrow/dist/index.d.ts</a:t>
            </a:r>
          </a:p>
          <a:p>
            <a:pPr>
              <a:defRPr sz="1200"/>
            </a:pPr>
            <a:r>
              <a:t>D:/pasar_fix/node_modules/.bun/@radix-ui+react-arrow@1.1.7+07ecf1aa3bcbed22/node_modules/@radix-ui/react-arrow/dist/index.js</a:t>
            </a:r>
          </a:p>
          <a:p>
            <a:pPr>
              <a:defRPr sz="1200"/>
            </a:pPr>
            <a:r>
              <a:t>D:/pasar_fix/node_modules/.bun/@radix-ui+react-arrow@1.1.7+07ecf1aa3bcbed22/node_modules/@radix-ui/react-arrow/dist/index.js.map</a:t>
            </a:r>
          </a:p>
          <a:p>
            <a:pPr>
              <a:defRPr sz="1200"/>
            </a:pPr>
            <a:r>
              <a:t>D:/pasar_fix/node_modules/.bun/@radix-ui+react-arrow@1.1.7+07ecf1aa3bcbed22/node_modules/@radix-ui/react-arrow/dist/index.mjs</a:t>
            </a:r>
          </a:p>
          <a:p>
            <a:pPr>
              <a:defRPr sz="1200"/>
            </a:pPr>
            <a:r>
              <a:t>D:/pasar_fix/node_modules/.bun/@radix-ui+react-arrow@1.1.7+07ecf1aa3bcbed22/node_modules/@radix-ui/react-arrow/dist/index.mjs.map</a:t>
            </a:r>
          </a:p>
          <a:p>
            <a:pPr>
              <a:defRPr sz="1200"/>
            </a:pPr>
            <a:r>
              <a:t>D:/pasar_fix/node_modules/.bun/@radix-ui+react-aspect-ratio@1.1.7+07ecf1aa3bcbed22/node_modules/@radix-ui/react-aspect-ratio/LICENSE</a:t>
            </a:r>
          </a:p>
          <a:p>
            <a:pPr>
              <a:defRPr sz="1200"/>
            </a:pPr>
            <a:r>
              <a:t>D:/pasar_fix/node_modules/.bun/@radix-ui+react-aspect-ratio@1.1.7+07ecf1aa3bcbed22/node_modules/@radix-ui/react-aspect-ratio/package.json</a:t>
            </a:r>
          </a:p>
          <a:p>
            <a:pPr>
              <a:defRPr sz="1200"/>
            </a:pPr>
            <a:r>
              <a:t>D:/pasar_fix/node_modules/.bun/@radix-ui+react-aspect-ratio@1.1.7+07ecf1aa3bcbed22/node_modules/@radix-ui/react-aspect-ratio/README.md</a:t>
            </a:r>
          </a:p>
          <a:p>
            <a:pPr>
              <a:defRPr sz="1200"/>
            </a:pPr>
            <a:r>
              <a:t>D:/pasar_fix/node_modules/.bun/@radix-ui+react-aspect-ratio@1.1.7+07ecf1aa3bcbed22/node_modules/@radix-ui/react-aspect-ratio/dist/index.d.mts</a:t>
            </a:r>
          </a:p>
          <a:p>
            <a:pPr>
              <a:defRPr sz="1200"/>
            </a:pPr>
            <a:r>
              <a:t>D:/pasar_fix/node_modules/.bun/@radix-ui+react-aspect-ratio@1.1.7+07ecf1aa3bcbed22/node_modules/@radix-ui/react-aspect-ratio/dist/index.d.ts</a:t>
            </a:r>
          </a:p>
          <a:p>
            <a:pPr>
              <a:defRPr sz="1200"/>
            </a:pPr>
            <a:r>
              <a:t>D:/pasar_fix/node_modules/.bun/@radix-ui+react-aspect-ratio@1.1.7+07ecf1aa3bcbed22/node_modules/@radix-ui/react-aspect-ratio/dist/index.js</a:t>
            </a:r>
          </a:p>
          <a:p>
            <a:pPr>
              <a:defRPr sz="1200"/>
            </a:pPr>
            <a:r>
              <a:t>D:/pasar_fix/node_modules/.bun/@radix-ui+react-aspect-ratio@1.1.7+07ecf1aa3bcbed22/node_modules/@radix-ui/react-aspect-ratio/dist/index.js.map</a:t>
            </a:r>
          </a:p>
          <a:p>
            <a:pPr>
              <a:defRPr sz="1200"/>
            </a:pPr>
            <a:r>
              <a:t>D:/pasar_fix/node_modules/.bun/@radix-ui+react-aspect-ratio@1.1.7+07ecf1aa3bcbed22/node_modules/@radix-ui/react-aspect-ratio/dist/index.mjs</a:t>
            </a:r>
          </a:p>
          <a:p>
            <a:pPr>
              <a:defRPr sz="1200"/>
            </a:pPr>
            <a:r>
              <a:t>D:/pasar_fix/node_modules/.bun/@radix-ui+react-aspect-ratio@1.1.7+07ecf1aa3bcbed22/node_modules/@radix-ui/react-aspect-ratio/dist/index.mjs.map</a:t>
            </a:r>
          </a:p>
          <a:p>
            <a:pPr>
              <a:defRPr sz="1200"/>
            </a:pPr>
            <a:r>
              <a:t>D:/pasar_fix/node_modules/.bun/@radix-ui+react-avatar@1.1.10+07ecf1aa3bcbed22/node_modules/@radix-ui/react-avatar/LICENSE</a:t>
            </a:r>
          </a:p>
          <a:p>
            <a:pPr>
              <a:defRPr sz="1200"/>
            </a:pPr>
            <a:r>
              <a:t>D:/pasar_fix/node_modules/.bun/@radix-ui+react-avatar@1.1.10+07ecf1aa3bcbed22/node_modules/@radix-ui/react-avatar/package.json</a:t>
            </a:r>
          </a:p>
          <a:p>
            <a:pPr>
              <a:defRPr sz="1200"/>
            </a:pPr>
            <a:r>
              <a:t>D:/pasar_fix/node_modules/.bun/@radix-ui+react-avatar@1.1.10+07ecf1aa3bcbed22/node_modules/@radix-ui/react-avatar/README.md</a:t>
            </a:r>
          </a:p>
          <a:p>
            <a:pPr>
              <a:defRPr sz="1200"/>
            </a:pPr>
            <a:r>
              <a:t>D:/pasar_fix/node_modules/.bun/@radix-ui+react-avatar@1.1.10+07ecf1aa3bcbed22/node_modules/@radix-ui/react-avatar/dist/index.d.mts</a:t>
            </a:r>
          </a:p>
          <a:p>
            <a:pPr>
              <a:defRPr sz="1200"/>
            </a:pPr>
            <a:r>
              <a:t>D:/pasar_fix/node_modules/.bun/@radix-ui+react-avatar@1.1.10+07ecf1aa3bcbed22/node_modules/@radix-ui/react-avatar/dist/index.d.ts</a:t>
            </a:r>
          </a:p>
          <a:p>
            <a:pPr>
              <a:defRPr sz="1200"/>
            </a:pPr>
            <a:r>
              <a:t>D:/pasar_fix/node_modules/.bun/@radix-ui+react-avatar@1.1.10+07ecf1aa3bcbed22/node_modules/@radix-ui/react-avatar/dist/index.js</a:t>
            </a:r>
          </a:p>
          <a:p>
            <a:pPr>
              <a:defRPr sz="1200"/>
            </a:pPr>
            <a:r>
              <a:t>D:/pasar_fix/node_modules/.bun/@radix-ui+react-avatar@1.1.10+07ecf1aa3bcbed22/node_modules/@radix-ui/react-avatar/dist/index.js.map</a:t>
            </a:r>
          </a:p>
          <a:p>
            <a:pPr>
              <a:defRPr sz="1200"/>
            </a:pPr>
            <a:r>
              <a:t>D:/pasar_fix/node_modules/.bun/@radix-ui+react-avatar@1.1.10+07ecf1aa3bcbed22/node_modules/@radix-ui/react-avatar/dist/index.mjs</a:t>
            </a:r>
          </a:p>
          <a:p>
            <a:pPr>
              <a:defRPr sz="1200"/>
            </a:pPr>
            <a:r>
              <a:t>D:/pasar_fix/node_modules/.bun/@radix-ui+react-avatar@1.1.10+07ecf1aa3bcbed22/node_modules/@radix-ui/react-avatar/dist/index.mjs.map</a:t>
            </a:r>
          </a:p>
          <a:p>
            <a:pPr>
              <a:defRPr sz="1200"/>
            </a:pPr>
            <a:r>
              <a:t>D:/pasar_fix/node_modules/.bun/@radix-ui+react-avatar@1.1.11+07ecf1aa3bcbed22/node_modules/@radix-ui/react-avatar/LICENSE</a:t>
            </a:r>
          </a:p>
          <a:p>
            <a:pPr>
              <a:defRPr sz="1200"/>
            </a:pPr>
            <a:r>
              <a:t>D:/pasar_fix/node_modules/.bun/@radix-ui+react-avatar@1.1.11+07ecf1aa3bcbed22/node_modules/@radix-ui/react-avatar/package.json</a:t>
            </a:r>
          </a:p>
          <a:p>
            <a:pPr>
              <a:defRPr sz="1200"/>
            </a:pPr>
            <a:r>
              <a:t>D:/pasar_fix/node_modules/.bun/@radix-ui+react-avatar@1.1.11+07ecf1aa3bcbed22/node_modules/@radix-ui/react-avatar/README.md</a:t>
            </a:r>
          </a:p>
          <a:p>
            <a:pPr>
              <a:defRPr sz="1200"/>
            </a:pPr>
            <a:r>
              <a:t>D:/pasar_fix/node_modules/.bun/@radix-ui+react-avatar@1.1.11+07ecf1aa3bcbed22/node_modules/@radix-ui/react-avatar/dist/index.d.mts</a:t>
            </a:r>
          </a:p>
          <a:p>
            <a:pPr>
              <a:defRPr sz="1200"/>
            </a:pPr>
            <a:r>
              <a:t>D:/pasar_fix/node_modules/.bun/@radix-ui+react-avatar@1.1.11+07ecf1aa3bcbed22/node_modules/@radix-ui/react-avatar/dist/index.d.ts</a:t>
            </a:r>
          </a:p>
          <a:p>
            <a:pPr>
              <a:defRPr sz="1200"/>
            </a:pPr>
            <a:r>
              <a:t>D:/pasar_fix/node_modules/.bun/@radix-ui+react-avatar@1.1.11+07ecf1aa3bcbed22/node_modules/@radix-ui/react-avatar/dist/index.js</a:t>
            </a:r>
          </a:p>
          <a:p>
            <a:pPr>
              <a:defRPr sz="1200"/>
            </a:pPr>
            <a:r>
              <a:t>D:/pasar_fix/node_modules/.bun/@radix-ui+react-avatar@1.1.11+07ecf1aa3bcbed22/node_modules/@radix-ui/react-avatar/dist/index.js.map</a:t>
            </a:r>
          </a:p>
          <a:p>
            <a:pPr>
              <a:defRPr sz="1200"/>
            </a:pPr>
            <a:r>
              <a:t>D:/pasar_fix/node_modules/.bun/@radix-ui+react-avatar@1.1.11+07ecf1aa3bcbed22/node_modules/@radix-ui/react-avatar/dist/index.mjs</a:t>
            </a:r>
          </a:p>
          <a:p>
            <a:pPr>
              <a:defRPr sz="1200"/>
            </a:pPr>
            <a:r>
              <a:t>D:/pasar_fix/node_modules/.bun/@radix-ui+react-avatar@1.1.11+07ecf1aa3bcbed22/node_modules/@radix-ui/react-avatar/dist/index.mjs.map</a:t>
            </a:r>
          </a:p>
          <a:p>
            <a:pPr>
              <a:defRPr sz="1200"/>
            </a:pPr>
            <a:r>
              <a:t>D:/pasar_fix/node_modules/.bun/@radix-ui+react-checkbox@1.3.3+07ecf1aa3bcbed22/node_modules/@radix-ui/react-checkbox/LICENSE</a:t>
            </a:r>
          </a:p>
          <a:p>
            <a:pPr>
              <a:defRPr sz="1200"/>
            </a:pPr>
            <a:r>
              <a:t>D:/pasar_fix/node_modules/.bun/@radix-ui+react-checkbox@1.3.3+07ecf1aa3bcbed22/node_modules/@radix-ui/react-checkbox/package.json</a:t>
            </a:r>
          </a:p>
          <a:p>
            <a:pPr>
              <a:defRPr sz="1200"/>
            </a:pPr>
            <a:r>
              <a:t>D:/pasar_fix/node_modules/.bun/@radix-ui+react-checkbox@1.3.3+07ecf1aa3bcbed22/node_modules/@radix-ui/react-checkbox/README.md</a:t>
            </a:r>
          </a:p>
          <a:p>
            <a:pPr>
              <a:defRPr sz="1200"/>
            </a:pPr>
            <a:r>
              <a:t>D:/pasar_fix/node_modules/.bun/@radix-ui+react-checkbox@1.3.3+07ecf1aa3bcbed22/node_modules/@radix-ui/react-checkbox/dist/index.d.mts</a:t>
            </a:r>
          </a:p>
          <a:p>
            <a:pPr>
              <a:defRPr sz="1200"/>
            </a:pPr>
            <a:r>
              <a:t>D:/pasar_fix/node_modules/.bun/@radix-ui+react-checkbox@1.3.3+07ecf1aa3bcbed22/node_modules/@radix-ui/react-checkbox/dist/index.d.ts</a:t>
            </a:r>
          </a:p>
          <a:p>
            <a:pPr>
              <a:defRPr sz="1200"/>
            </a:pPr>
            <a:r>
              <a:t>D:/pasar_fix/node_modules/.bun/@radix-ui+react-checkbox@1.3.3+07ecf1aa3bcbed22/node_modules/@radix-ui/react-checkbox/dist/index.js</a:t>
            </a:r>
          </a:p>
          <a:p>
            <a:pPr>
              <a:defRPr sz="1200"/>
            </a:pPr>
            <a:r>
              <a:t>D:/pasar_fix/node_modules/.bun/@radix-ui+react-checkbox@1.3.3+07ecf1aa3bcbed22/node_modules/@radix-ui/react-checkbox/dist/index.js.map</a:t>
            </a:r>
          </a:p>
          <a:p>
            <a:pPr>
              <a:defRPr sz="1200"/>
            </a:pPr>
            <a:r>
              <a:t>D:/pasar_fix/node_modules/.bun/@radix-ui+react-checkbox@1.3.3+07ecf1aa3bcbed22/node_modules/@radix-ui/react-checkbox/dist/index.mjs</a:t>
            </a:r>
          </a:p>
          <a:p>
            <a:pPr>
              <a:defRPr sz="1200"/>
            </a:pPr>
            <a:r>
              <a:t>D:/pasar_fix/node_modules/.bun/@radix-ui+react-checkbox@1.3.3+07ecf1aa3bcbed22/node_modules/@radix-ui/react-checkbox/dist/index.mjs.map</a:t>
            </a:r>
          </a:p>
          <a:p>
            <a:pPr>
              <a:defRPr sz="1200"/>
            </a:pPr>
            <a:r>
              <a:t>D:/pasar_fix/node_modules/.bun/@radix-ui+react-collapsible@1.1.12+07ecf1aa3bcbed22/node_modules/@radix-ui/react-collapsible/LICENSE</a:t>
            </a:r>
          </a:p>
          <a:p>
            <a:pPr>
              <a:defRPr sz="1200"/>
            </a:pPr>
            <a:r>
              <a:t>D:/pasar_fix/node_modules/.bun/@radix-ui+react-collapsible@1.1.12+07ecf1aa3bcbed22/node_modules/@radix-ui/react-collapsible/package.json</a:t>
            </a:r>
          </a:p>
          <a:p>
            <a:pPr>
              <a:defRPr sz="1200"/>
            </a:pPr>
            <a:r>
              <a:t>D:/pasar_fix/node_modules/.bun/@radix-ui+react-collapsible@1.1.12+07ecf1aa3bcbed22/node_modules/@radix-ui/react-collapsible/README.md</a:t>
            </a:r>
          </a:p>
          <a:p>
            <a:pPr>
              <a:defRPr sz="1200"/>
            </a:pPr>
            <a:r>
              <a:t>D:/pasar_fix/node_modules/.bun/@radix-ui+react-collapsible@1.1.12+07ecf1aa3bcbed22/node_modules/@radix-ui/react-collapsible/dist/index.d.mts</a:t>
            </a:r>
          </a:p>
          <a:p>
            <a:pPr>
              <a:defRPr sz="1200"/>
            </a:pPr>
            <a:r>
              <a:t>D:/pasar_fix/node_modules/.bun/@radix-ui+react-collapsible@1.1.12+07ecf1aa3bcbed22/node_modules/@radix-ui/react-collapsible/dist/index.d.ts</a:t>
            </a:r>
          </a:p>
          <a:p>
            <a:pPr>
              <a:defRPr sz="1200"/>
            </a:pPr>
            <a:r>
              <a:t>D:/pasar_fix/node_modules/.bun/@radix-ui+react-collapsible@1.1.12+07ecf1aa3bcbed22/node_modules/@radix-ui/react-collapsible/dist/index.js</a:t>
            </a:r>
          </a:p>
          <a:p>
            <a:pPr>
              <a:defRPr sz="1200"/>
            </a:pPr>
            <a:r>
              <a:t>D:/pasar_fix/node_modules/.bun/@radix-ui+react-collapsible@1.1.12+07ecf1aa3bcbed22/node_modules/@radix-ui/react-collapsible/dist/index.js.map</a:t>
            </a:r>
          </a:p>
          <a:p>
            <a:pPr>
              <a:defRPr sz="1200"/>
            </a:pPr>
            <a:r>
              <a:t>D:/pasar_fix/node_modules/.bun/@radix-ui+react-collapsible@1.1.12+07ecf1aa3bcbed22/node_modules/@radix-ui/react-collapsible/dist/index.mjs</a:t>
            </a:r>
          </a:p>
          <a:p>
            <a:pPr>
              <a:defRPr sz="1200"/>
            </a:pPr>
            <a:r>
              <a:t>D:/pasar_fix/node_modules/.bun/@radix-ui+react-collapsible@1.1.12+07ecf1aa3bcbed22/node_modules/@radix-ui/react-collapsible/dist/index.mjs.map</a:t>
            </a:r>
          </a:p>
          <a:p>
            <a:pPr>
              <a:defRPr sz="1200"/>
            </a:pPr>
            <a:r>
              <a:t>D:/pasar_fix/node_modules/.bun/@radix-ui+react-collection@1.1.7+07ecf1aa3bcbed22/node_modules/@radix-ui/react-collection/LICENSE</a:t>
            </a:r>
          </a:p>
          <a:p>
            <a:pPr>
              <a:defRPr sz="1200"/>
            </a:pPr>
            <a:r>
              <a:t>D:/pasar_fix/node_modules/.bun/@radix-ui+react-collection@1.1.7+07ecf1aa3bcbed22/node_modules/@radix-ui/react-collection/package.json</a:t>
            </a:r>
          </a:p>
          <a:p>
            <a:pPr>
              <a:defRPr sz="1200"/>
            </a:pPr>
            <a:r>
              <a:t>D:/pasar_fix/node_modules/.bun/@radix-ui+react-collection@1.1.7+07ecf1aa3bcbed22/node_modules/@radix-ui/react-collection/README.md</a:t>
            </a:r>
          </a:p>
          <a:p>
            <a:pPr>
              <a:defRPr sz="1200"/>
            </a:pPr>
            <a:r>
              <a:t>D:/pasar_fix/node_modules/.bun/@radix-ui+react-collection@1.1.7+07ecf1aa3bcbed22/node_modules/@radix-ui/react-collection/dist/index.d.mts</a:t>
            </a:r>
          </a:p>
          <a:p>
            <a:pPr>
              <a:defRPr sz="1200"/>
            </a:pPr>
            <a:r>
              <a:t>D:/pasar_fix/node_modules/.bun/@radix-ui+react-collection@1.1.7+07ecf1aa3bcbed22/node_modules/@radix-ui/react-collection/dist/index.d.ts</a:t>
            </a:r>
          </a:p>
          <a:p>
            <a:pPr>
              <a:defRPr sz="1200"/>
            </a:pPr>
            <a:r>
              <a:t>D:/pasar_fix/node_modules/.bun/@radix-ui+react-collection@1.1.7+07ecf1aa3bcbed22/node_modules/@radix-ui/react-collection/dist/index.js</a:t>
            </a:r>
          </a:p>
          <a:p>
            <a:pPr>
              <a:defRPr sz="1200"/>
            </a:pPr>
            <a:r>
              <a:t>D:/pasar_fix/node_modules/.bun/@radix-ui+react-collection@1.1.7+07ecf1aa3bcbed22/node_modules/@radix-ui/react-collection/dist/index.js.map</a:t>
            </a:r>
          </a:p>
          <a:p>
            <a:pPr>
              <a:defRPr sz="1200"/>
            </a:pPr>
            <a:r>
              <a:t>D:/pasar_fix/node_modules/.bun/@radix-ui+react-collection@1.1.7+07ecf1aa3bcbed22/node_modules/@radix-ui/react-collection/dist/index.mjs</a:t>
            </a:r>
          </a:p>
          <a:p>
            <a:pPr>
              <a:defRPr sz="1200"/>
            </a:pPr>
            <a:r>
              <a:t>D:/pasar_fix/node_modules/.bun/@radix-ui+react-collection@1.1.7+07ecf1aa3bcbed22/node_modules/@radix-ui/react-collection/dist/index.mjs.map</a:t>
            </a:r>
          </a:p>
          <a:p>
            <a:pPr>
              <a:defRPr sz="1200"/>
            </a:pPr>
            <a:r>
              <a:t>D:/pasar_fix/node_modules/.bun/@radix-ui+react-compose-refs@1.1.2+bf264c7668a20073/node_modules/@radix-ui/react-compose-refs/package.json</a:t>
            </a:r>
          </a:p>
          <a:p>
            <a:pPr>
              <a:defRPr sz="1200"/>
            </a:pPr>
            <a:r>
              <a:t>D:/pasar_fix/node_modules/.bun/@radix-ui+react-compose-refs@1.1.2+bf264c7668a20073/node_modules/@radix-ui/react-compose-refs/README.md</a:t>
            </a:r>
          </a:p>
          <a:p>
            <a:pPr>
              <a:defRPr sz="1200"/>
            </a:pPr>
            <a:r>
              <a:t>D:/pasar_fix/node_modules/.bun/@radix-ui+react-compose-refs@1.1.2+bf264c7668a20073/node_modules/@radix-ui/react-compose-refs/dist/index.d.mts</a:t>
            </a:r>
          </a:p>
          <a:p>
            <a:pPr>
              <a:defRPr sz="1200"/>
            </a:pPr>
            <a:r>
              <a:t>D:/pasar_fix/node_modules/.bun/@radix-ui+react-compose-refs@1.1.2+bf264c7668a20073/node_modules/@radix-ui/react-compose-refs/dist/index.d.ts</a:t>
            </a:r>
          </a:p>
          <a:p>
            <a:pPr>
              <a:defRPr sz="1200"/>
            </a:pPr>
            <a:r>
              <a:t>D:/pasar_fix/node_modules/.bun/@radix-ui+react-compose-refs@1.1.2+bf264c7668a20073/node_modules/@radix-ui/react-compose-refs/dist/index.js</a:t>
            </a:r>
          </a:p>
          <a:p>
            <a:pPr>
              <a:defRPr sz="1200"/>
            </a:pPr>
            <a:r>
              <a:t>D:/pasar_fix/node_modules/.bun/@radix-ui+react-compose-refs@1.1.2+bf264c7668a20073/node_modules/@radix-ui/react-compose-refs/dist/index.js.map</a:t>
            </a:r>
          </a:p>
          <a:p>
            <a:pPr>
              <a:defRPr sz="1200"/>
            </a:pPr>
            <a:r>
              <a:t>D:/pasar_fix/node_modules/.bun/@radix-ui+react-compose-refs@1.1.2+bf264c7668a20073/node_modules/@radix-ui/react-compose-refs/dist/index.mjs</a:t>
            </a:r>
          </a:p>
          <a:p>
            <a:pPr>
              <a:defRPr sz="1200"/>
            </a:pPr>
            <a:r>
              <a:t>D:/pasar_fix/node_modules/.bun/@radix-ui+react-compose-refs@1.1.2+bf264c7668a20073/node_modules/@radix-ui/react-compose-refs/dist/index.mjs.map</a:t>
            </a:r>
          </a:p>
          <a:p>
            <a:pPr>
              <a:defRPr sz="1200"/>
            </a:pPr>
            <a:r>
              <a:t>D:/pasar_fix/node_modules/.bun/@radix-ui+react-context-menu@2.2.16+07ecf1aa3bcbed22/node_modules/@radix-ui/react-context-menu/LICENSE</a:t>
            </a:r>
          </a:p>
          <a:p>
            <a:pPr>
              <a:defRPr sz="1200"/>
            </a:pPr>
            <a:r>
              <a:t>D:/pasar_fix/node_modules/.bun/@radix-ui+react-context-menu@2.2.16+07ecf1aa3bcbed22/node_modules/@radix-ui/react-context-menu/package.json</a:t>
            </a:r>
          </a:p>
          <a:p>
            <a:pPr>
              <a:defRPr sz="1200"/>
            </a:pPr>
            <a:r>
              <a:t>D:/pasar_fix/node_modules/.bun/@radix-ui+react-context-menu@2.2.16+07ecf1aa3bcbed22/node_modules/@radix-ui/react-context-menu/README.md</a:t>
            </a:r>
          </a:p>
          <a:p>
            <a:pPr>
              <a:defRPr sz="1200"/>
            </a:pPr>
            <a:r>
              <a:t>D:/pasar_fix/node_modules/.bun/@radix-ui+react-context-menu@2.2.16+07ecf1aa3bcbed22/node_modules/@radix-ui/react-context-menu/dist/index.d.mts</a:t>
            </a:r>
          </a:p>
          <a:p>
            <a:pPr>
              <a:defRPr sz="1200"/>
            </a:pPr>
            <a:r>
              <a:t>D:/pasar_fix/node_modules/.bun/@radix-ui+react-context-menu@2.2.16+07ecf1aa3bcbed22/node_modules/@radix-ui/react-context-menu/dist/index.d.ts</a:t>
            </a:r>
          </a:p>
          <a:p>
            <a:pPr>
              <a:defRPr sz="1200"/>
            </a:pPr>
            <a:r>
              <a:t>D:/pasar_fix/node_modules/.bun/@radix-ui+react-context-menu@2.2.16+07ecf1aa3bcbed22/node_modules/@radix-ui/react-context-menu/dist/index.js</a:t>
            </a:r>
          </a:p>
          <a:p>
            <a:pPr>
              <a:defRPr sz="1200"/>
            </a:pPr>
            <a:r>
              <a:t>D:/pasar_fix/node_modules/.bun/@radix-ui+react-context-menu@2.2.16+07ecf1aa3bcbed22/node_modules/@radix-ui/react-context-menu/dist/index.js.map</a:t>
            </a:r>
          </a:p>
          <a:p>
            <a:pPr>
              <a:defRPr sz="1200"/>
            </a:pPr>
            <a:r>
              <a:t>D:/pasar_fix/node_modules/.bun/@radix-ui+react-context-menu@2.2.16+07ecf1aa3bcbed22/node_modules/@radix-ui/react-context-menu/dist/index.mjs</a:t>
            </a:r>
          </a:p>
          <a:p>
            <a:pPr>
              <a:defRPr sz="1200"/>
            </a:pPr>
            <a:r>
              <a:t>D:/pasar_fix/node_modules/.bun/@radix-ui+react-context-menu@2.2.16+07ecf1aa3bcbed22/node_modules/@radix-ui/react-context-menu/dist/index.mjs.map</a:t>
            </a:r>
          </a:p>
          <a:p>
            <a:pPr>
              <a:defRPr sz="1200"/>
            </a:pPr>
            <a:r>
              <a:t>D:/pasar_fix/node_modules/.bun/@radix-ui+react-context@1.1.2+bf264c7668a20073/node_modules/@radix-ui/react-context/package.json</a:t>
            </a:r>
          </a:p>
          <a:p>
            <a:pPr>
              <a:defRPr sz="1200"/>
            </a:pPr>
            <a:r>
              <a:t>D:/pasar_fix/node_modules/.bun/@radix-ui+react-context@1.1.2+bf264c7668a20073/node_modules/@radix-ui/react-context/README.md</a:t>
            </a:r>
          </a:p>
          <a:p>
            <a:pPr>
              <a:defRPr sz="1200"/>
            </a:pPr>
            <a:r>
              <a:t>D:/pasar_fix/node_modules/.bun/@radix-ui+react-context@1.1.2+bf264c7668a20073/node_modules/@radix-ui/react-context/dist/index.d.mts</a:t>
            </a:r>
          </a:p>
          <a:p>
            <a:pPr>
              <a:defRPr sz="1200"/>
            </a:pPr>
            <a:r>
              <a:t>D:/pasar_fix/node_modules/.bun/@radix-ui+react-context@1.1.2+bf264c7668a20073/node_modules/@radix-ui/react-context/dist/index.d.ts</a:t>
            </a:r>
          </a:p>
          <a:p>
            <a:pPr>
              <a:defRPr sz="1200"/>
            </a:pPr>
            <a:r>
              <a:t>D:/pasar_fix/node_modules/.bun/@radix-ui+react-context@1.1.2+bf264c7668a20073/node_modules/@radix-ui/react-context/dist/index.js</a:t>
            </a:r>
          </a:p>
          <a:p>
            <a:pPr>
              <a:defRPr sz="1200"/>
            </a:pPr>
            <a:r>
              <a:t>D:/pasar_fix/node_modules/.bun/@radix-ui+react-context@1.1.2+bf264c7668a20073/node_modules/@radix-ui/react-context/dist/index.js.map</a:t>
            </a:r>
          </a:p>
          <a:p>
            <a:pPr>
              <a:defRPr sz="1200"/>
            </a:pPr>
            <a:r>
              <a:t>D:/pasar_fix/node_modules/.bun/@radix-ui+react-context@1.1.2+bf264c7668a20073/node_modules/@radix-ui/react-context/dist/index.mjs</a:t>
            </a:r>
          </a:p>
          <a:p>
            <a:pPr>
              <a:defRPr sz="1200"/>
            </a:pPr>
            <a:r>
              <a:t>D:/pasar_fix/node_modules/.bun/@radix-ui+react-context@1.1.2+bf264c7668a20073/node_modules/@radix-ui/react-context/dist/index.mjs.map</a:t>
            </a:r>
          </a:p>
          <a:p>
            <a:pPr>
              <a:defRPr sz="1200"/>
            </a:pPr>
            <a:r>
              <a:t>D:/pasar_fix/node_modules/.bun/@radix-ui+react-context@1.1.3+bf264c7668a20073/node_modules/@radix-ui/react-context/LICENSE</a:t>
            </a:r>
          </a:p>
          <a:p>
            <a:pPr>
              <a:defRPr sz="1200"/>
            </a:pPr>
            <a:r>
              <a:t>D:/pasar_fix/node_modules/.bun/@radix-ui+react-context@1.1.3+bf264c7668a20073/node_modules/@radix-ui/react-context/package.json</a:t>
            </a:r>
          </a:p>
          <a:p>
            <a:pPr>
              <a:defRPr sz="1200"/>
            </a:pPr>
            <a:r>
              <a:t>D:/pasar_fix/node_modules/.bun/@radix-ui+react-context@1.1.3+bf264c7668a20073/node_modules/@radix-ui/react-context/README.md</a:t>
            </a:r>
          </a:p>
          <a:p>
            <a:pPr>
              <a:defRPr sz="1200"/>
            </a:pPr>
            <a:r>
              <a:t>D:/pasar_fix/node_modules/.bun/@radix-ui+react-context@1.1.3+bf264c7668a20073/node_modules/@radix-ui/react-context/dist/index.d.mts</a:t>
            </a:r>
          </a:p>
          <a:p>
            <a:pPr>
              <a:defRPr sz="1200"/>
            </a:pPr>
            <a:r>
              <a:t>D:/pasar_fix/node_modules/.bun/@radix-ui+react-context@1.1.3+bf264c7668a20073/node_modules/@radix-ui/react-context/dist/index.d.ts</a:t>
            </a:r>
          </a:p>
          <a:p>
            <a:pPr>
              <a:defRPr sz="1200"/>
            </a:pPr>
            <a:r>
              <a:t>D:/pasar_fix/node_modules/.bun/@radix-ui+react-context@1.1.3+bf264c7668a20073/node_modules/@radix-ui/react-context/dist/index.js</a:t>
            </a:r>
          </a:p>
          <a:p>
            <a:pPr>
              <a:defRPr sz="1200"/>
            </a:pPr>
            <a:r>
              <a:t>D:/pasar_fix/node_modules/.bun/@radix-ui+react-context@1.1.3+bf264c7668a20073/node_modules/@radix-ui/react-context/dist/index.js.map</a:t>
            </a:r>
          </a:p>
          <a:p>
            <a:pPr>
              <a:defRPr sz="1200"/>
            </a:pPr>
            <a:r>
              <a:t>D:/pasar_fix/node_modules/.bun/@radix-ui+react-context@1.1.3+bf264c7668a20073/node_modules/@radix-ui/react-context/dist/index.mjs</a:t>
            </a:r>
          </a:p>
          <a:p>
            <a:pPr>
              <a:defRPr sz="1200"/>
            </a:pPr>
            <a:r>
              <a:t>D:/pasar_fix/node_modules/.bun/@radix-ui+react-context@1.1.3+bf264c7668a20073/node_modules/@radix-ui/react-context/dist/index.mjs.map</a:t>
            </a:r>
          </a:p>
          <a:p>
            <a:pPr>
              <a:defRPr sz="1200"/>
            </a:pPr>
            <a:r>
              <a:t>D:/pasar_fix/node_modules/.bun/@radix-ui+react-dialog@1.1.15+07ecf1aa3bcbed22/node_modules/@radix-ui/react-dialog/LICENSE</a:t>
            </a:r>
          </a:p>
          <a:p>
            <a:pPr>
              <a:defRPr sz="1200"/>
            </a:pPr>
            <a:r>
              <a:t>D:/pasar_fix/node_modules/.bun/@radix-ui+react-dialog@1.1.15+07ecf1aa3bcbed22/node_modules/@radix-ui/react-dialog/package.json</a:t>
            </a:r>
          </a:p>
          <a:p>
            <a:pPr>
              <a:defRPr sz="1200"/>
            </a:pPr>
            <a:r>
              <a:t>D:/pasar_fix/node_modules/.bun/@radix-ui+react-dialog@1.1.15+07ecf1aa3bcbed22/node_modules/@radix-ui/react-dialog/README.md</a:t>
            </a:r>
          </a:p>
          <a:p>
            <a:pPr>
              <a:defRPr sz="1200"/>
            </a:pPr>
            <a:r>
              <a:t>D:/pasar_fix/node_modules/.bun/@radix-ui+react-dialog@1.1.15+07ecf1aa3bcbed22/node_modules/@radix-ui/react-dialog/dist/index.d.mts</a:t>
            </a:r>
          </a:p>
          <a:p>
            <a:pPr>
              <a:defRPr sz="1200"/>
            </a:pPr>
            <a:r>
              <a:t>D:/pasar_fix/node_modules/.bun/@radix-ui+react-dialog@1.1.15+07ecf1aa3bcbed22/node_modules/@radix-ui/react-dialog/dist/index.d.ts</a:t>
            </a:r>
          </a:p>
          <a:p>
            <a:pPr>
              <a:defRPr sz="1200"/>
            </a:pPr>
            <a:r>
              <a:t>D:/pasar_fix/node_modules/.bun/@radix-ui+react-dialog@1.1.15+07ecf1aa3bcbed22/node_modules/@radix-ui/react-dialog/dist/index.js</a:t>
            </a:r>
          </a:p>
          <a:p>
            <a:pPr>
              <a:defRPr sz="1200"/>
            </a:pPr>
            <a:r>
              <a:t>D:/pasar_fix/node_modules/.bun/@radix-ui+react-dialog@1.1.15+07ecf1aa3bcbed22/node_modules/@radix-ui/react-dialog/dist/index.js.map</a:t>
            </a:r>
          </a:p>
          <a:p>
            <a:pPr>
              <a:defRPr sz="1200"/>
            </a:pPr>
            <a:r>
              <a:t>D:/pasar_fix/node_modules/.bun/@radix-ui+react-dialog@1.1.15+07ecf1aa3bcbed22/node_modules/@radix-ui/react-dialog/dist/index.mjs</a:t>
            </a:r>
          </a:p>
          <a:p>
            <a:pPr>
              <a:defRPr sz="1200"/>
            </a:pPr>
            <a:r>
              <a:t>D:/pasar_fix/node_modules/.bun/@radix-ui+react-dialog@1.1.15+07ecf1aa3bcbed22/node_modules/@radix-ui/react-dialog/dist/index.mjs.map</a:t>
            </a:r>
          </a:p>
          <a:p>
            <a:pPr>
              <a:defRPr sz="1200"/>
            </a:pPr>
            <a:r>
              <a:t>D:/pasar_fix/node_modules/.bun/@radix-ui+react-direction@1.1.1+bf264c7668a20073/node_modules/@radix-ui/react-direction/package.json</a:t>
            </a:r>
          </a:p>
          <a:p>
            <a:pPr>
              <a:defRPr sz="1200"/>
            </a:pPr>
            <a:r>
              <a:t>D:/pasar_fix/node_modules/.bun/@radix-ui+react-direction@1.1.1+bf264c7668a20073/node_modules/@radix-ui/react-direction/README.md</a:t>
            </a:r>
          </a:p>
          <a:p>
            <a:pPr>
              <a:defRPr sz="1200"/>
            </a:pPr>
            <a:r>
              <a:t>D:/pasar_fix/node_modules/.bun/@radix-ui+react-direction@1.1.1+bf264c7668a20073/node_modules/@radix-ui/react-direction/dist/index.d.mts</a:t>
            </a:r>
          </a:p>
          <a:p>
            <a:pPr>
              <a:defRPr sz="1200"/>
            </a:pPr>
            <a:r>
              <a:t>D:/pasar_fix/node_modules/.bun/@radix-ui+react-direction@1.1.1+bf264c7668a20073/node_modules/@radix-ui/react-direction/dist/index.d.ts</a:t>
            </a:r>
          </a:p>
          <a:p>
            <a:pPr>
              <a:defRPr sz="1200"/>
            </a:pPr>
            <a:r>
              <a:t>D:/pasar_fix/node_modules/.bun/@radix-ui+react-direction@1.1.1+bf264c7668a20073/node_modules/@radix-ui/react-direction/dist/index.js</a:t>
            </a:r>
          </a:p>
          <a:p>
            <a:pPr>
              <a:defRPr sz="1200"/>
            </a:pPr>
            <a:r>
              <a:t>D:/pasar_fix/node_modules/.bun/@radix-ui+react-direction@1.1.1+bf264c7668a20073/node_modules/@radix-ui/react-direction/dist/index.js.map</a:t>
            </a:r>
          </a:p>
          <a:p>
            <a:pPr>
              <a:defRPr sz="1200"/>
            </a:pPr>
            <a:r>
              <a:t>D:/pasar_fix/node_modules/.bun/@radix-ui+react-direction@1.1.1+bf264c7668a20073/node_modules/@radix-ui/react-direction/dist/index.mjs</a:t>
            </a:r>
          </a:p>
          <a:p>
            <a:pPr>
              <a:defRPr sz="1200"/>
            </a:pPr>
            <a:r>
              <a:t>D:/pasar_fix/node_modules/.bun/@radix-ui+react-direction@1.1.1+bf264c7668a20073/node_modules/@radix-ui/react-direction/dist/index.mjs.map</a:t>
            </a:r>
          </a:p>
          <a:p>
            <a:pPr>
              <a:defRPr sz="1200"/>
            </a:pPr>
            <a:r>
              <a:t>D:/pasar_fix/node_modules/.bun/@radix-ui+react-dismissable-layer@1.1.11+07ecf1aa3bcbed22/node_modules/@radix-ui/react-dismissable-layer/LICENSE</a:t>
            </a:r>
          </a:p>
          <a:p>
            <a:pPr>
              <a:defRPr sz="1200"/>
            </a:pPr>
            <a:r>
              <a:t>D:/pasar_fix/node_modules/.bun/@radix-ui+react-dismissable-layer@1.1.11+07ecf1aa3bcbed22/node_modules/@radix-ui/react-dismissable-layer/package.json</a:t>
            </a:r>
          </a:p>
          <a:p>
            <a:pPr>
              <a:defRPr sz="1200"/>
            </a:pPr>
            <a:r>
              <a:t>D:/pasar_fix/node_modules/.bun/@radix-ui+react-dismissable-layer@1.1.11+07ecf1aa3bcbed22/node_modules/@radix-ui/react-dismissable-layer/README.md</a:t>
            </a:r>
          </a:p>
          <a:p>
            <a:pPr>
              <a:defRPr sz="1200"/>
            </a:pPr>
            <a:r>
              <a:t>D:/pasar_fix/node_modules/.bun/@radix-ui+react-dismissable-layer@1.1.11+07ecf1aa3bcbed22/node_modules/@radix-ui/react-dismissable-layer/dist/index.d.mts</a:t>
            </a:r>
          </a:p>
          <a:p>
            <a:pPr>
              <a:defRPr sz="1200"/>
            </a:pPr>
            <a:r>
              <a:t>D:/pasar_fix/node_modules/.bun/@radix-ui+react-dismissable-layer@1.1.11+07ecf1aa3bcbed22/node_modules/@radix-ui/react-dismissable-layer/dist/index.d.ts</a:t>
            </a:r>
          </a:p>
          <a:p>
            <a:pPr>
              <a:defRPr sz="1200"/>
            </a:pPr>
            <a:r>
              <a:t>D:/pasar_fix/node_modules/.bun/@radix-ui+react-dismissable-layer@1.1.11+07ecf1aa3bcbed22/node_modules/@radix-ui/react-dismissable-layer/dist/index.js</a:t>
            </a:r>
          </a:p>
          <a:p>
            <a:pPr>
              <a:defRPr sz="1200"/>
            </a:pPr>
            <a:r>
              <a:t>D:/pasar_fix/node_modules/.bun/@radix-ui+react-dismissable-layer@1.1.11+07ecf1aa3bcbed22/node_modules/@radix-ui/react-dismissable-layer/dist/index.js.map</a:t>
            </a:r>
          </a:p>
          <a:p>
            <a:pPr>
              <a:defRPr sz="1200"/>
            </a:pPr>
            <a:r>
              <a:t>D:/pasar_fix/node_modules/.bun/@radix-ui+react-dismissable-layer@1.1.11+07ecf1aa3bcbed22/node_modules/@radix-ui/react-dismissable-layer/dist/index.mjs</a:t>
            </a:r>
          </a:p>
          <a:p>
            <a:pPr>
              <a:defRPr sz="1200"/>
            </a:pPr>
            <a:r>
              <a:t>D:/pasar_fix/node_modules/.bun/@radix-ui+react-dismissable-layer@1.1.11+07ecf1aa3bcbed22/node_modules/@radix-ui/react-dismissable-layer/dist/index.mjs.map</a:t>
            </a:r>
          </a:p>
          <a:p>
            <a:pPr>
              <a:defRPr sz="1200"/>
            </a:pPr>
            <a:r>
              <a:t>D:/pasar_fix/node_modules/.bun/@radix-ui+react-dropdown-menu@2.1.16+07ecf1aa3bcbed22/node_modules/@radix-ui/react-dropdown-menu/LICENSE</a:t>
            </a:r>
          </a:p>
          <a:p>
            <a:pPr>
              <a:defRPr sz="1200"/>
            </a:pPr>
            <a:r>
              <a:t>D:/pasar_fix/node_modules/.bun/@radix-ui+react-dropdown-menu@2.1.16+07ecf1aa3bcbed22/node_modules/@radix-ui/react-dropdown-menu/package.json</a:t>
            </a:r>
          </a:p>
          <a:p>
            <a:pPr>
              <a:defRPr sz="1200"/>
            </a:pPr>
            <a:r>
              <a:t>D:/pasar_fix/node_modules/.bun/@radix-ui+react-dropdown-menu@2.1.16+07ecf1aa3bcbed22/node_modules/@radix-ui/react-dropdown-menu/README.md</a:t>
            </a:r>
          </a:p>
          <a:p>
            <a:pPr>
              <a:defRPr sz="1200"/>
            </a:pPr>
            <a:r>
              <a:t>D:/pasar_fix/node_modules/.bun/@radix-ui+react-dropdown-menu@2.1.16+07ecf1aa3bcbed22/node_modules/@radix-ui/react-dropdown-menu/dist/index.d.mts</a:t>
            </a:r>
          </a:p>
          <a:p>
            <a:pPr>
              <a:defRPr sz="1200"/>
            </a:pPr>
            <a:r>
              <a:t>D:/pasar_fix/node_modules/.bun/@radix-ui+react-dropdown-menu@2.1.16+07ecf1aa3bcbed22/node_modules/@radix-ui/react-dropdown-menu/dist/index.d.ts</a:t>
            </a:r>
          </a:p>
          <a:p>
            <a:pPr>
              <a:defRPr sz="1200"/>
            </a:pPr>
            <a:r>
              <a:t>D:/pasar_fix/node_modules/.bun/@radix-ui+react-dropdown-menu@2.1.16+07ecf1aa3bcbed22/node_modules/@radix-ui/react-dropdown-menu/dist/index.js</a:t>
            </a:r>
          </a:p>
          <a:p>
            <a:pPr>
              <a:defRPr sz="1200"/>
            </a:pPr>
            <a:r>
              <a:t>D:/pasar_fix/node_modules/.bun/@radix-ui+react-dropdown-menu@2.1.16+07ecf1aa3bcbed22/node_modules/@radix-ui/react-dropdown-menu/dist/index.js.map</a:t>
            </a:r>
          </a:p>
          <a:p>
            <a:pPr>
              <a:defRPr sz="1200"/>
            </a:pPr>
            <a:r>
              <a:t>D:/pasar_fix/node_modules/.bun/@radix-ui+react-dropdown-menu@2.1.16+07ecf1aa3bcbed22/node_modules/@radix-ui/react-dropdown-menu/dist/index.mjs</a:t>
            </a:r>
          </a:p>
          <a:p>
            <a:pPr>
              <a:defRPr sz="1200"/>
            </a:pPr>
            <a:r>
              <a:t>D:/pasar_fix/node_modules/.bun/@radix-ui+react-dropdown-menu@2.1.16+07ecf1aa3bcbed22/node_modules/@radix-ui/react-dropdown-menu/dist/index.mjs.map</a:t>
            </a:r>
          </a:p>
          <a:p>
            <a:pPr>
              <a:defRPr sz="1200"/>
            </a:pPr>
            <a:r>
              <a:t>D:/pasar_fix/node_modules/.bun/@radix-ui+react-focus-guards@1.1.3+bf264c7668a20073/node_modules/@radix-ui/react-focus-guards/LICENSE</a:t>
            </a:r>
          </a:p>
          <a:p>
            <a:pPr>
              <a:defRPr sz="1200"/>
            </a:pPr>
            <a:r>
              <a:t>D:/pasar_fix/node_modules/.bun/@radix-ui+react-focus-guards@1.1.3+bf264c7668a20073/node_modules/@radix-ui/react-focus-guards/package.json</a:t>
            </a:r>
          </a:p>
          <a:p>
            <a:pPr>
              <a:defRPr sz="1200"/>
            </a:pPr>
            <a:r>
              <a:t>D:/pasar_fix/node_modules/.bun/@radix-ui+react-focus-guards@1.1.3+bf264c7668a20073/node_modules/@radix-ui/react-focus-guards/README.md</a:t>
            </a:r>
          </a:p>
          <a:p>
            <a:pPr>
              <a:defRPr sz="1200"/>
            </a:pPr>
            <a:r>
              <a:t>D:/pasar_fix/node_modules/.bun/@radix-ui+react-focus-guards@1.1.3+bf264c7668a20073/node_modules/@radix-ui/react-focus-guards/dist/index.d.mts</a:t>
            </a:r>
          </a:p>
          <a:p>
            <a:pPr>
              <a:defRPr sz="1200"/>
            </a:pPr>
            <a:r>
              <a:t>D:/pasar_fix/node_modules/.bun/@radix-ui+react-focus-guards@1.1.3+bf264c7668a20073/node_modules/@radix-ui/react-focus-guards/dist/index.d.ts</a:t>
            </a:r>
          </a:p>
          <a:p>
            <a:pPr>
              <a:defRPr sz="1200"/>
            </a:pPr>
            <a:r>
              <a:t>D:/pasar_fix/node_modules/.bun/@radix-ui+react-focus-guards@1.1.3+bf264c7668a20073/node_modules/@radix-ui/react-focus-guards/dist/index.js</a:t>
            </a:r>
          </a:p>
          <a:p>
            <a:pPr>
              <a:defRPr sz="1200"/>
            </a:pPr>
            <a:r>
              <a:t>D:/pasar_fix/node_modules/.bun/@radix-ui+react-focus-guards@1.1.3+bf264c7668a20073/node_modules/@radix-ui/react-focus-guards/dist/index.js.map</a:t>
            </a:r>
          </a:p>
          <a:p>
            <a:pPr>
              <a:defRPr sz="1200"/>
            </a:pPr>
            <a:r>
              <a:t>D:/pasar_fix/node_modules/.bun/@radix-ui+react-focus-guards@1.1.3+bf264c7668a20073/node_modules/@radix-ui/react-focus-guards/dist/index.mjs</a:t>
            </a:r>
          </a:p>
          <a:p>
            <a:pPr>
              <a:defRPr sz="1200"/>
            </a:pPr>
            <a:r>
              <a:t>D:/pasar_fix/node_modules/.bun/@radix-ui+react-focus-guards@1.1.3+bf264c7668a20073/node_modules/@radix-ui/react-focus-guards/dist/index.mjs.map</a:t>
            </a:r>
          </a:p>
          <a:p>
            <a:pPr>
              <a:defRPr sz="1200"/>
            </a:pPr>
            <a:r>
              <a:t>D:/pasar_fix/node_modules/.bun/@radix-ui+react-focus-scope@1.1.7+07ecf1aa3bcbed22/node_modules/@radix-ui/react-focus-scope/LICENSE</a:t>
            </a:r>
          </a:p>
          <a:p>
            <a:pPr>
              <a:defRPr sz="1200"/>
            </a:pPr>
            <a:r>
              <a:t>D:/pasar_fix/node_modules/.bun/@radix-ui+react-focus-scope@1.1.7+07ecf1aa3bcbed22/node_modules/@radix-ui/react-focus-scope/package.json</a:t>
            </a:r>
          </a:p>
          <a:p>
            <a:pPr>
              <a:defRPr sz="1200"/>
            </a:pPr>
            <a:r>
              <a:t>D:/pasar_fix/node_modules/.bun/@radix-ui+react-focus-scope@1.1.7+07ecf1aa3bcbed22/node_modules/@radix-ui/react-focus-scope/README.md</a:t>
            </a:r>
          </a:p>
          <a:p>
            <a:pPr>
              <a:defRPr sz="1200"/>
            </a:pPr>
            <a:r>
              <a:t>D:/pasar_fix/node_modules/.bun/@radix-ui+react-focus-scope@1.1.7+07ecf1aa3bcbed22/node_modules/@radix-ui/react-focus-scope/dist/index.d.mts</a:t>
            </a:r>
          </a:p>
          <a:p>
            <a:pPr>
              <a:defRPr sz="1200"/>
            </a:pPr>
            <a:r>
              <a:t>D:/pasar_fix/node_modules/.bun/@radix-ui+react-focus-scope@1.1.7+07ecf1aa3bcbed22/node_modules/@radix-ui/react-focus-scope/dist/index.d.ts</a:t>
            </a:r>
          </a:p>
          <a:p>
            <a:pPr>
              <a:defRPr sz="1200"/>
            </a:pPr>
            <a:r>
              <a:t>D:/pasar_fix/node_modules/.bun/@radix-ui+react-focus-scope@1.1.7+07ecf1aa3bcbed22/node_modules/@radix-ui/react-focus-scope/dist/index.js</a:t>
            </a:r>
          </a:p>
          <a:p>
            <a:pPr>
              <a:defRPr sz="1200"/>
            </a:pPr>
            <a:r>
              <a:t>D:/pasar_fix/node_modules/.bun/@radix-ui+react-focus-scope@1.1.7+07ecf1aa3bcbed22/node_modules/@radix-ui/react-focus-scope/dist/index.js.map</a:t>
            </a:r>
          </a:p>
          <a:p>
            <a:pPr>
              <a:defRPr sz="1200"/>
            </a:pPr>
            <a:r>
              <a:t>D:/pasar_fix/node_modules/.bun/@radix-ui+react-focus-scope@1.1.7+07ecf1aa3bcbed22/node_modules/@radix-ui/react-focus-scope/dist/index.mjs</a:t>
            </a:r>
          </a:p>
          <a:p>
            <a:pPr>
              <a:defRPr sz="1200"/>
            </a:pPr>
            <a:r>
              <a:t>D:/pasar_fix/node_modules/.bun/@radix-ui+react-focus-scope@1.1.7+07ecf1aa3bcbed22/node_modules/@radix-ui/react-focus-scope/dist/index.mjs.map</a:t>
            </a:r>
          </a:p>
          <a:p>
            <a:pPr>
              <a:defRPr sz="1200"/>
            </a:pPr>
            <a:r>
              <a:t>D:/pasar_fix/node_modules/.bun/@radix-ui+react-form@0.1.8+07ecf1aa3bcbed22/node_modules/@radix-ui/react-form/LICENSE</a:t>
            </a:r>
          </a:p>
          <a:p>
            <a:pPr>
              <a:defRPr sz="1200"/>
            </a:pPr>
            <a:r>
              <a:t>D:/pasar_fix/node_modules/.bun/@radix-ui+react-form@0.1.8+07ecf1aa3bcbed22/node_modules/@radix-ui/react-form/package.json</a:t>
            </a:r>
          </a:p>
          <a:p>
            <a:pPr>
              <a:defRPr sz="1200"/>
            </a:pPr>
            <a:r>
              <a:t>D:/pasar_fix/node_modules/.bun/@radix-ui+react-form@0.1.8+07ecf1aa3bcbed22/node_modules/@radix-ui/react-form/README.md</a:t>
            </a:r>
          </a:p>
          <a:p>
            <a:pPr>
              <a:defRPr sz="1200"/>
            </a:pPr>
            <a:r>
              <a:t>D:/pasar_fix/node_modules/.bun/@radix-ui+react-form@0.1.8+07ecf1aa3bcbed22/node_modules/@radix-ui/react-form/dist/index.d.mts</a:t>
            </a:r>
          </a:p>
          <a:p>
            <a:pPr>
              <a:defRPr sz="1200"/>
            </a:pPr>
            <a:r>
              <a:t>D:/pasar_fix/node_modules/.bun/@radix-ui+react-form@0.1.8+07ecf1aa3bcbed22/node_modules/@radix-ui/react-form/dist/index.d.ts</a:t>
            </a:r>
          </a:p>
          <a:p>
            <a:pPr>
              <a:defRPr sz="1200"/>
            </a:pPr>
            <a:r>
              <a:t>D:/pasar_fix/node_modules/.bun/@radix-ui+react-form@0.1.8+07ecf1aa3bcbed22/node_modules/@radix-ui/react-form/dist/index.js</a:t>
            </a:r>
          </a:p>
          <a:p>
            <a:pPr>
              <a:defRPr sz="1200"/>
            </a:pPr>
            <a:r>
              <a:t>D:/pasar_fix/node_modules/.bun/@radix-ui+react-form@0.1.8+07ecf1aa3bcbed22/node_modules/@radix-ui/react-form/dist/index.js.map</a:t>
            </a:r>
          </a:p>
          <a:p>
            <a:pPr>
              <a:defRPr sz="1200"/>
            </a:pPr>
            <a:r>
              <a:t>D:/pasar_fix/node_modules/.bun/@radix-ui+react-form@0.1.8+07ecf1aa3bcbed22/node_modules/@radix-ui/react-form/dist/index.mjs</a:t>
            </a:r>
          </a:p>
          <a:p>
            <a:pPr>
              <a:defRPr sz="1200"/>
            </a:pPr>
            <a:r>
              <a:t>D:/pasar_fix/node_modules/.bun/@radix-ui+react-form@0.1.8+07ecf1aa3bcbed22/node_modules/@radix-ui/react-form/dist/index.mjs.map</a:t>
            </a:r>
          </a:p>
          <a:p>
            <a:pPr>
              <a:defRPr sz="1200"/>
            </a:pPr>
            <a:r>
              <a:t>D:/pasar_fix/node_modules/.bun/@radix-ui+react-hover-card@1.1.15+07ecf1aa3bcbed22/node_modules/@radix-ui/react-hover-card/LICENSE</a:t>
            </a:r>
          </a:p>
          <a:p>
            <a:pPr>
              <a:defRPr sz="1200"/>
            </a:pPr>
            <a:r>
              <a:t>D:/pasar_fix/node_modules/.bun/@radix-ui+react-hover-card@1.1.15+07ecf1aa3bcbed22/node_modules/@radix-ui/react-hover-card/package.json</a:t>
            </a:r>
          </a:p>
          <a:p>
            <a:pPr>
              <a:defRPr sz="1200"/>
            </a:pPr>
            <a:r>
              <a:t>D:/pasar_fix/node_modules/.bun/@radix-ui+react-hover-card@1.1.15+07ecf1aa3bcbed22/node_modules/@radix-ui/react-hover-card/README.md</a:t>
            </a:r>
          </a:p>
          <a:p>
            <a:pPr>
              <a:defRPr sz="1200"/>
            </a:pPr>
            <a:r>
              <a:t>D:/pasar_fix/node_modules/.bun/@radix-ui+react-hover-card@1.1.15+07ecf1aa3bcbed22/node_modules/@radix-ui/react-hover-card/dist/index.d.mts</a:t>
            </a:r>
          </a:p>
          <a:p>
            <a:pPr>
              <a:defRPr sz="1200"/>
            </a:pPr>
            <a:r>
              <a:t>D:/pasar_fix/node_modules/.bun/@radix-ui+react-hover-card@1.1.15+07ecf1aa3bcbed22/node_modules/@radix-ui/react-hover-card/dist/index.d.ts</a:t>
            </a:r>
          </a:p>
          <a:p>
            <a:pPr>
              <a:defRPr sz="1200"/>
            </a:pPr>
            <a:r>
              <a:t>D:/pasar_fix/node_modules/.bun/@radix-ui+react-hover-card@1.1.15+07ecf1aa3bcbed22/node_modules/@radix-ui/react-hover-card/dist/index.js</a:t>
            </a:r>
          </a:p>
          <a:p>
            <a:pPr>
              <a:defRPr sz="1200"/>
            </a:pPr>
            <a:r>
              <a:t>D:/pasar_fix/node_modules/.bun/@radix-ui+react-hover-card@1.1.15+07ecf1aa3bcbed22/node_modules/@radix-ui/react-hover-card/dist/index.js.map</a:t>
            </a:r>
          </a:p>
          <a:p>
            <a:pPr>
              <a:defRPr sz="1200"/>
            </a:pPr>
            <a:r>
              <a:t>D:/pasar_fix/node_modules/.bun/@radix-ui+react-hover-card@1.1.15+07ecf1aa3bcbed22/node_modules/@radix-ui/react-hover-card/dist/index.mjs</a:t>
            </a:r>
          </a:p>
          <a:p>
            <a:pPr>
              <a:defRPr sz="1200"/>
            </a:pPr>
            <a:r>
              <a:t>D:/pasar_fix/node_modules/.bun/@radix-ui+react-hover-card@1.1.15+07ecf1aa3bcbed22/node_modules/@radix-ui/react-hover-card/dist/index.mjs.map</a:t>
            </a:r>
          </a:p>
          <a:p>
            <a:pPr>
              <a:defRPr sz="1200"/>
            </a:pPr>
            <a:r>
              <a:t>D:/pasar_fix/node_modules/.bun/@radix-ui+react-id@1.1.1+bf264c7668a20073/node_modules/@radix-ui/react-id/package.json</a:t>
            </a:r>
          </a:p>
          <a:p>
            <a:pPr>
              <a:defRPr sz="1200"/>
            </a:pPr>
            <a:r>
              <a:t>D:/pasar_fix/node_modules/.bun/@radix-ui+react-id@1.1.1+bf264c7668a20073/node_modules/@radix-ui/react-id/README.md</a:t>
            </a:r>
          </a:p>
          <a:p>
            <a:pPr>
              <a:defRPr sz="1200"/>
            </a:pPr>
            <a:r>
              <a:t>D:/pasar_fix/node_modules/.bun/@radix-ui+react-id@1.1.1+bf264c7668a20073/node_modules/@radix-ui/react-id/dist/index.d.mts</a:t>
            </a:r>
          </a:p>
          <a:p>
            <a:pPr>
              <a:defRPr sz="1200"/>
            </a:pPr>
            <a:r>
              <a:t>D:/pasar_fix/node_modules/.bun/@radix-ui+react-id@1.1.1+bf264c7668a20073/node_modules/@radix-ui/react-id/dist/index.d.ts</a:t>
            </a:r>
          </a:p>
          <a:p>
            <a:pPr>
              <a:defRPr sz="1200"/>
            </a:pPr>
            <a:r>
              <a:t>D:/pasar_fix/node_modules/.bun/@radix-ui+react-id@1.1.1+bf264c7668a20073/node_modules/@radix-ui/react-id/dist/index.js</a:t>
            </a:r>
          </a:p>
          <a:p>
            <a:pPr>
              <a:defRPr sz="1200"/>
            </a:pPr>
            <a:r>
              <a:t>D:/pasar_fix/node_modules/.bun/@radix-ui+react-id@1.1.1+bf264c7668a20073/node_modules/@radix-ui/react-id/dist/index.js.map</a:t>
            </a:r>
          </a:p>
          <a:p>
            <a:pPr>
              <a:defRPr sz="1200"/>
            </a:pPr>
            <a:r>
              <a:t>D:/pasar_fix/node_modules/.bun/@radix-ui+react-id@1.1.1+bf264c7668a20073/node_modules/@radix-ui/react-id/dist/index.mjs</a:t>
            </a:r>
          </a:p>
          <a:p>
            <a:pPr>
              <a:defRPr sz="1200"/>
            </a:pPr>
            <a:r>
              <a:t>D:/pasar_fix/node_modules/.bun/@radix-ui+react-id@1.1.1+bf264c7668a20073/node_modules/@radix-ui/react-id/dist/index.mjs.map</a:t>
            </a:r>
          </a:p>
          <a:p>
            <a:pPr>
              <a:defRPr sz="1200"/>
            </a:pPr>
            <a:r>
              <a:t>D:/pasar_fix/node_modules/.bun/@radix-ui+react-label@2.1.7+07ecf1aa3bcbed22/node_modules/@radix-ui/react-label/LICENSE</a:t>
            </a:r>
          </a:p>
          <a:p>
            <a:pPr>
              <a:defRPr sz="1200"/>
            </a:pPr>
            <a:r>
              <a:t>D:/pasar_fix/node_modules/.bun/@radix-ui+react-label@2.1.7+07ecf1aa3bcbed22/node_modules/@radix-ui/react-label/package.json</a:t>
            </a:r>
          </a:p>
          <a:p>
            <a:pPr>
              <a:defRPr sz="1200"/>
            </a:pPr>
            <a:r>
              <a:t>D:/pasar_fix/node_modules/.bun/@radix-ui+react-label@2.1.7+07ecf1aa3bcbed22/node_modules/@radix-ui/react-label/README.md</a:t>
            </a:r>
          </a:p>
          <a:p>
            <a:pPr>
              <a:defRPr sz="1200"/>
            </a:pPr>
            <a:r>
              <a:t>D:/pasar_fix/node_modules/.bun/@radix-ui+react-label@2.1.7+07ecf1aa3bcbed22/node_modules/@radix-ui/react-label/dist/index.d.mts</a:t>
            </a:r>
          </a:p>
          <a:p>
            <a:pPr>
              <a:defRPr sz="1200"/>
            </a:pPr>
            <a:r>
              <a:t>D:/pasar_fix/node_modules/.bun/@radix-ui+react-label@2.1.7+07ecf1aa3bcbed22/node_modules/@radix-ui/react-label/dist/index.d.ts</a:t>
            </a:r>
          </a:p>
          <a:p>
            <a:pPr>
              <a:defRPr sz="1200"/>
            </a:pPr>
            <a:r>
              <a:t>D:/pasar_fix/node_modules/.bun/@radix-ui+react-label@2.1.7+07ecf1aa3bcbed22/node_modules/@radix-ui/react-label/dist/index.js</a:t>
            </a:r>
          </a:p>
          <a:p>
            <a:pPr>
              <a:defRPr sz="1200"/>
            </a:pPr>
            <a:r>
              <a:t>D:/pasar_fix/node_modules/.bun/@radix-ui+react-label@2.1.7+07ecf1aa3bcbed22/node_modules/@radix-ui/react-label/dist/index.js.map</a:t>
            </a:r>
          </a:p>
          <a:p>
            <a:pPr>
              <a:defRPr sz="1200"/>
            </a:pPr>
            <a:r>
              <a:t>D:/pasar_fix/node_modules/.bun/@radix-ui+react-label@2.1.7+07ecf1aa3bcbed22/node_modules/@radix-ui/react-label/dist/index.mjs</a:t>
            </a:r>
          </a:p>
          <a:p>
            <a:pPr>
              <a:defRPr sz="1200"/>
            </a:pPr>
            <a:r>
              <a:t>D:/pasar_fix/node_modules/.bun/@radix-ui+react-label@2.1.7+07ecf1aa3bcbed22/node_modules/@radix-ui/react-label/dist/index.mjs.map</a:t>
            </a:r>
          </a:p>
          <a:p>
            <a:pPr>
              <a:defRPr sz="1200"/>
            </a:pPr>
            <a:r>
              <a:t>D:/pasar_fix/node_modules/.bun/@radix-ui+react-label@2.1.8+07ecf1aa3bcbed22/node_modules/@radix-ui/react-label/LICENSE</a:t>
            </a:r>
          </a:p>
          <a:p>
            <a:pPr>
              <a:defRPr sz="1200"/>
            </a:pPr>
            <a:r>
              <a:t>D:/pasar_fix/node_modules/.bun/@radix-ui+react-label@2.1.8+07ecf1aa3bcbed22/node_modules/@radix-ui/react-label/package.json</a:t>
            </a:r>
          </a:p>
          <a:p>
            <a:pPr>
              <a:defRPr sz="1200"/>
            </a:pPr>
            <a:r>
              <a:t>D:/pasar_fix/node_modules/.bun/@radix-ui+react-label@2.1.8+07ecf1aa3bcbed22/node_modules/@radix-ui/react-label/README.md</a:t>
            </a:r>
          </a:p>
          <a:p>
            <a:pPr>
              <a:defRPr sz="1200"/>
            </a:pPr>
            <a:r>
              <a:t>D:/pasar_fix/node_modules/.bun/@radix-ui+react-label@2.1.8+07ecf1aa3bcbed22/node_modules/@radix-ui/react-label/dist/index.d.mts</a:t>
            </a:r>
          </a:p>
          <a:p>
            <a:pPr>
              <a:defRPr sz="1200"/>
            </a:pPr>
            <a:r>
              <a:t>D:/pasar_fix/node_modules/.bun/@radix-ui+react-label@2.1.8+07ecf1aa3bcbed22/node_modules/@radix-ui/react-label/dist/index.d.ts</a:t>
            </a:r>
          </a:p>
          <a:p>
            <a:pPr>
              <a:defRPr sz="1200"/>
            </a:pPr>
            <a:r>
              <a:t>D:/pasar_fix/node_modules/.bun/@radix-ui+react-label@2.1.8+07ecf1aa3bcbed22/node_modules/@radix-ui/react-label/dist/index.js</a:t>
            </a:r>
          </a:p>
          <a:p>
            <a:pPr>
              <a:defRPr sz="1200"/>
            </a:pPr>
            <a:r>
              <a:t>D:/pasar_fix/node_modules/.bun/@radix-ui+react-label@2.1.8+07ecf1aa3bcbed22/node_modules/@radix-ui/react-label/dist/index.js.map</a:t>
            </a:r>
          </a:p>
          <a:p>
            <a:pPr>
              <a:defRPr sz="1200"/>
            </a:pPr>
            <a:r>
              <a:t>D:/pasar_fix/node_modules/.bun/@radix-ui+react-label@2.1.8+07ecf1aa3bcbed22/node_modules/@radix-ui/react-label/dist/index.mjs</a:t>
            </a:r>
          </a:p>
          <a:p>
            <a:pPr>
              <a:defRPr sz="1200"/>
            </a:pPr>
            <a:r>
              <a:t>D:/pasar_fix/node_modules/.bun/@radix-ui+react-label@2.1.8+07ecf1aa3bcbed22/node_modules/@radix-ui/react-label/dist/index.mjs.map</a:t>
            </a:r>
          </a:p>
          <a:p>
            <a:pPr>
              <a:defRPr sz="1200"/>
            </a:pPr>
            <a:r>
              <a:t>D:/pasar_fix/node_modules/.bun/@radix-ui+react-menu@2.1.16+07ecf1aa3bcbed22/node_modules/@radix-ui/react-menu/LICENSE</a:t>
            </a:r>
          </a:p>
          <a:p>
            <a:pPr>
              <a:defRPr sz="1200"/>
            </a:pPr>
            <a:r>
              <a:t>D:/pasar_fix/node_modules/.bun/@radix-ui+react-menu@2.1.16+07ecf1aa3bcbed22/node_modules/@radix-ui/react-menu/package.json</a:t>
            </a:r>
          </a:p>
          <a:p>
            <a:pPr>
              <a:defRPr sz="1200"/>
            </a:pPr>
            <a:r>
              <a:t>D:/pasar_fix/node_modules/.bun/@radix-ui+react-menu@2.1.16+07ecf1aa3bcbed22/node_modules/@radix-ui/react-menu/README.md</a:t>
            </a:r>
          </a:p>
          <a:p>
            <a:pPr>
              <a:defRPr sz="1200"/>
            </a:pPr>
            <a:r>
              <a:t>D:/pasar_fix/node_modules/.bun/@radix-ui+react-menu@2.1.16+07ecf1aa3bcbed22/node_modules/@radix-ui/react-menu/dist/index.d.mts</a:t>
            </a:r>
          </a:p>
          <a:p>
            <a:pPr>
              <a:defRPr sz="1200"/>
            </a:pPr>
            <a:r>
              <a:t>D:/pasar_fix/node_modules/.bun/@radix-ui+react-menu@2.1.16+07ecf1aa3bcbed22/node_modules/@radix-ui/react-menu/dist/index.d.ts</a:t>
            </a:r>
          </a:p>
          <a:p>
            <a:pPr>
              <a:defRPr sz="1200"/>
            </a:pPr>
            <a:r>
              <a:t>D:/pasar_fix/node_modules/.bun/@radix-ui+react-menu@2.1.16+07ecf1aa3bcbed22/node_modules/@radix-ui/react-menu/dist/index.js</a:t>
            </a:r>
          </a:p>
          <a:p>
            <a:pPr>
              <a:defRPr sz="1200"/>
            </a:pPr>
            <a:r>
              <a:t>D:/pasar_fix/node_modules/.bun/@radix-ui+react-menu@2.1.16+07ecf1aa3bcbed22/node_modules/@radix-ui/react-menu/dist/index.js.map</a:t>
            </a:r>
          </a:p>
          <a:p>
            <a:pPr>
              <a:defRPr sz="1200"/>
            </a:pPr>
            <a:r>
              <a:t>D:/pasar_fix/node_modules/.bun/@radix-ui+react-menu@2.1.16+07ecf1aa3bcbed22/node_modules/@radix-ui/react-menu/dist/index.mjs</a:t>
            </a:r>
          </a:p>
          <a:p>
            <a:pPr>
              <a:defRPr sz="1200"/>
            </a:pPr>
            <a:r>
              <a:t>D:/pasar_fix/node_modules/.bun/@radix-ui+react-menu@2.1.16+07ecf1aa3bcbed22/node_modules/@radix-ui/react-menu/dist/index.mjs.map</a:t>
            </a:r>
          </a:p>
          <a:p>
            <a:pPr>
              <a:defRPr sz="1200"/>
            </a:pPr>
            <a:r>
              <a:t>D:/pasar_fix/node_modules/.bun/@radix-ui+react-menubar@1.1.16+07ecf1aa3bcbed22/node_modules/@radix-ui/react-menubar/LICENSE</a:t>
            </a:r>
          </a:p>
          <a:p>
            <a:pPr>
              <a:defRPr sz="1200"/>
            </a:pPr>
            <a:r>
              <a:t>D:/pasar_fix/node_modules/.bun/@radix-ui+react-menubar@1.1.16+07ecf1aa3bcbed22/node_modules/@radix-ui/react-menubar/package.json</a:t>
            </a:r>
          </a:p>
          <a:p>
            <a:pPr>
              <a:defRPr sz="1200"/>
            </a:pPr>
            <a:r>
              <a:t>D:/pasar_fix/node_modules/.bun/@radix-ui+react-menubar@1.1.16+07ecf1aa3bcbed22/node_modules/@radix-ui/react-menubar/README.md</a:t>
            </a:r>
          </a:p>
          <a:p>
            <a:pPr>
              <a:defRPr sz="1200"/>
            </a:pPr>
            <a:r>
              <a:t>D:/pasar_fix/node_modules/.bun/@radix-ui+react-menubar@1.1.16+07ecf1aa3bcbed22/node_modules/@radix-ui/react-menubar/dist/index.d.mts</a:t>
            </a:r>
          </a:p>
          <a:p>
            <a:pPr>
              <a:defRPr sz="1200"/>
            </a:pPr>
            <a:r>
              <a:t>D:/pasar_fix/node_modules/.bun/@radix-ui+react-menubar@1.1.16+07ecf1aa3bcbed22/node_modules/@radix-ui/react-menubar/dist/index.d.ts</a:t>
            </a:r>
          </a:p>
          <a:p>
            <a:pPr>
              <a:defRPr sz="1200"/>
            </a:pPr>
            <a:r>
              <a:t>D:/pasar_fix/node_modules/.bun/@radix-ui+react-menubar@1.1.16+07ecf1aa3bcbed22/node_modules/@radix-ui/react-menubar/dist/index.js</a:t>
            </a:r>
          </a:p>
          <a:p>
            <a:pPr>
              <a:defRPr sz="1200"/>
            </a:pPr>
            <a:r>
              <a:t>D:/pasar_fix/node_modules/.bun/@radix-ui+react-menubar@1.1.16+07ecf1aa3bcbed22/node_modules/@radix-ui/react-menubar/dist/index.js.map</a:t>
            </a:r>
          </a:p>
          <a:p>
            <a:pPr>
              <a:defRPr sz="1200"/>
            </a:pPr>
            <a:r>
              <a:t>D:/pasar_fix/node_modules/.bun/@radix-ui+react-menubar@1.1.16+07ecf1aa3bcbed22/node_modules/@radix-ui/react-menubar/dist/index.mjs</a:t>
            </a:r>
          </a:p>
          <a:p>
            <a:pPr>
              <a:defRPr sz="1200"/>
            </a:pPr>
            <a:r>
              <a:t>D:/pasar_fix/node_modules/.bun/@radix-ui+react-menubar@1.1.16+07ecf1aa3bcbed22/node_modules/@radix-ui/react-menubar/dist/index.mjs.map</a:t>
            </a:r>
          </a:p>
          <a:p>
            <a:pPr>
              <a:defRPr sz="1200"/>
            </a:pPr>
            <a:r>
              <a:t>D:/pasar_fix/node_modules/.bun/@radix-ui+react-navigation-menu@1.2.14+07ecf1aa3bcbed22/node_modules/@radix-ui/react-navigation-menu/LICENSE</a:t>
            </a:r>
          </a:p>
          <a:p>
            <a:pPr>
              <a:defRPr sz="1200"/>
            </a:pPr>
            <a:r>
              <a:t>D:/pasar_fix/node_modules/.bun/@radix-ui+react-navigation-menu@1.2.14+07ecf1aa3bcbed22/node_modules/@radix-ui/react-navigation-menu/package.json</a:t>
            </a:r>
          </a:p>
          <a:p>
            <a:pPr>
              <a:defRPr sz="1200"/>
            </a:pPr>
            <a:r>
              <a:t>D:/pasar_fix/node_modules/.bun/@radix-ui+react-navigation-menu@1.2.14+07ecf1aa3bcbed22/node_modules/@radix-ui/react-navigation-menu/README.md</a:t>
            </a:r>
          </a:p>
          <a:p>
            <a:pPr>
              <a:defRPr sz="1200"/>
            </a:pPr>
            <a:r>
              <a:t>D:/pasar_fix/node_modules/.bun/@radix-ui+react-navigation-menu@1.2.14+07ecf1aa3bcbed22/node_modules/@radix-ui/react-navigation-menu/dist/index.d.mts</a:t>
            </a:r>
          </a:p>
          <a:p>
            <a:pPr>
              <a:defRPr sz="1200"/>
            </a:pPr>
            <a:r>
              <a:t>D:/pasar_fix/node_modules/.bun/@radix-ui+react-navigation-menu@1.2.14+07ecf1aa3bcbed22/node_modules/@radix-ui/react-navigation-menu/dist/index.d.ts</a:t>
            </a:r>
          </a:p>
          <a:p>
            <a:pPr>
              <a:defRPr sz="1200"/>
            </a:pPr>
            <a:r>
              <a:t>D:/pasar_fix/node_modules/.bun/@radix-ui+react-navigation-menu@1.2.14+07ecf1aa3bcbed22/node_modules/@radix-ui/react-navigation-menu/dist/index.js</a:t>
            </a:r>
          </a:p>
          <a:p>
            <a:pPr>
              <a:defRPr sz="1200"/>
            </a:pPr>
            <a:r>
              <a:t>D:/pasar_fix/node_modules/.bun/@radix-ui+react-navigation-menu@1.2.14+07ecf1aa3bcbed22/node_modules/@radix-ui/react-navigation-menu/dist/index.js.map</a:t>
            </a:r>
          </a:p>
          <a:p>
            <a:pPr>
              <a:defRPr sz="1200"/>
            </a:pPr>
            <a:r>
              <a:t>D:/pasar_fix/node_modules/.bun/@radix-ui+react-navigation-menu@1.2.14+07ecf1aa3bcbed22/node_modules/@radix-ui/react-navigation-menu/dist/index.mjs</a:t>
            </a:r>
          </a:p>
          <a:p>
            <a:pPr>
              <a:defRPr sz="1200"/>
            </a:pPr>
            <a:r>
              <a:t>D:/pasar_fix/node_modules/.bun/@radix-ui+react-navigation-menu@1.2.14+07ecf1aa3bcbed22/node_modules/@radix-ui/react-navigation-menu/dist/index.mjs.map</a:t>
            </a:r>
          </a:p>
          <a:p>
            <a:pPr>
              <a:defRPr sz="1200"/>
            </a:pPr>
            <a:r>
              <a:t>D:/pasar_fix/node_modules/.bun/@radix-ui+react-one-time-password-field@0.1.8+07ecf1aa3bcbed22/node_modules/@radix-ui/react-one-time-password-field/LICENSE</a:t>
            </a:r>
          </a:p>
          <a:p>
            <a:pPr>
              <a:defRPr sz="1200"/>
            </a:pPr>
            <a:r>
              <a:t>D:/pasar_fix/node_modules/.bun/@radix-ui+react-one-time-password-field@0.1.8+07ecf1aa3bcbed22/node_modules/@radix-ui/react-one-time-password-field/package.json</a:t>
            </a:r>
          </a:p>
          <a:p>
            <a:pPr>
              <a:defRPr sz="1200"/>
            </a:pPr>
            <a:r>
              <a:t>D:/pasar_fix/node_modules/.bun/@radix-ui+react-one-time-password-field@0.1.8+07ecf1aa3bcbed22/node_modules/@radix-ui/react-one-time-password-field/README.md</a:t>
            </a:r>
          </a:p>
          <a:p>
            <a:pPr>
              <a:defRPr sz="1200"/>
            </a:pPr>
            <a:r>
              <a:t>D:/pasar_fix/node_modules/.bun/@radix-ui+react-one-time-password-field@0.1.8+07ecf1aa3bcbed22/node_modules/@radix-ui/react-one-time-password-field/dist/index.d.mts</a:t>
            </a:r>
          </a:p>
          <a:p>
            <a:pPr>
              <a:defRPr sz="1200"/>
            </a:pPr>
            <a:r>
              <a:t>D:/pasar_fix/node_modules/.bun/@radix-ui+react-one-time-password-field@0.1.8+07ecf1aa3bcbed22/node_modules/@radix-ui/react-one-time-password-field/dist/index.d.ts</a:t>
            </a:r>
          </a:p>
          <a:p>
            <a:pPr>
              <a:defRPr sz="1200"/>
            </a:pPr>
            <a:r>
              <a:t>D:/pasar_fix/node_modules/.bun/@radix-ui+react-one-time-password-field@0.1.8+07ecf1aa3bcbed22/node_modules/@radix-ui/react-one-time-password-field/dist/index.js</a:t>
            </a:r>
          </a:p>
          <a:p>
            <a:pPr>
              <a:defRPr sz="1200"/>
            </a:pPr>
            <a:r>
              <a:t>D:/pasar_fix/node_modules/.bun/@radix-ui+react-one-time-password-field@0.1.8+07ecf1aa3bcbed22/node_modules/@radix-ui/react-one-time-password-field/dist/index.js.map</a:t>
            </a:r>
          </a:p>
          <a:p>
            <a:pPr>
              <a:defRPr sz="1200"/>
            </a:pPr>
            <a:r>
              <a:t>D:/pasar_fix/node_modules/.bun/@radix-ui+react-one-time-password-field@0.1.8+07ecf1aa3bcbed22/node_modules/@radix-ui/react-one-time-password-field/dist/index.mjs</a:t>
            </a:r>
          </a:p>
          <a:p>
            <a:pPr>
              <a:defRPr sz="1200"/>
            </a:pPr>
            <a:r>
              <a:t>D:/pasar_fix/node_modules/.bun/@radix-ui+react-one-time-password-field@0.1.8+07ecf1aa3bcbed22/node_modules/@radix-ui/react-one-time-password-field/dist/index.mjs.map</a:t>
            </a:r>
          </a:p>
          <a:p>
            <a:pPr>
              <a:defRPr sz="1200"/>
            </a:pPr>
            <a:r>
              <a:t>D:/pasar_fix/node_modules/.bun/@radix-ui+react-one-time-password-field@0.1.8+07ecf1aa3bcbed22/node_modules/@radix-ui/react-one-time-password-field/src/index.ts</a:t>
            </a:r>
          </a:p>
          <a:p>
            <a:pPr>
              <a:defRPr sz="1200"/>
            </a:pPr>
            <a:r>
              <a:t>D:/pasar_fix/node_modules/.bun/@radix-ui+react-one-time-password-field@0.1.8+07ecf1aa3bcbed22/node_modules/@radix-ui/react-one-time-password-field/src/one-time-password-field.test.tsx</a:t>
            </a:r>
          </a:p>
          <a:p>
            <a:pPr>
              <a:defRPr sz="1200"/>
            </a:pPr>
            <a:r>
              <a:t>D:/pasar_fix/node_modules/.bun/@radix-ui+react-one-time-password-field@0.1.8+07ecf1aa3bcbed22/node_modules/@radix-ui/react-one-time-password-field/src/one-time-password-field.tsx</a:t>
            </a:r>
          </a:p>
          <a:p>
            <a:pPr>
              <a:defRPr sz="1200"/>
            </a:pPr>
            <a:r>
              <a:t>D:/pasar_fix/node_modules/.bun/@radix-ui+react-password-toggle-field@0.1.3+07ecf1aa3bcbed22/node_modules/@radix-ui/react-password-toggle-field/LICENSE</a:t>
            </a:r>
          </a:p>
          <a:p>
            <a:pPr>
              <a:defRPr sz="1200"/>
            </a:pPr>
            <a:r>
              <a:t>D:/pasar_fix/node_modules/.bun/@radix-ui+react-password-toggle-field@0.1.3+07ecf1aa3bcbed22/node_modules/@radix-ui/react-password-toggle-field/package.json</a:t>
            </a:r>
          </a:p>
          <a:p>
            <a:pPr>
              <a:defRPr sz="1200"/>
            </a:pPr>
            <a:r>
              <a:t>D:/pasar_fix/node_modules/.bun/@radix-ui+react-password-toggle-field@0.1.3+07ecf1aa3bcbed22/node_modules/@radix-ui/react-password-toggle-field/README.md</a:t>
            </a:r>
          </a:p>
          <a:p>
            <a:pPr>
              <a:defRPr sz="1200"/>
            </a:pPr>
            <a:r>
              <a:t>D:/pasar_fix/node_modules/.bun/@radix-ui+react-password-toggle-field@0.1.3+07ecf1aa3bcbed22/node_modules/@radix-ui/react-password-toggle-field/dist/index.d.mts</a:t>
            </a:r>
          </a:p>
          <a:p>
            <a:pPr>
              <a:defRPr sz="1200"/>
            </a:pPr>
            <a:r>
              <a:t>D:/pasar_fix/node_modules/.bun/@radix-ui+react-password-toggle-field@0.1.3+07ecf1aa3bcbed22/node_modules/@radix-ui/react-password-toggle-field/dist/index.d.ts</a:t>
            </a:r>
          </a:p>
          <a:p>
            <a:pPr>
              <a:defRPr sz="1200"/>
            </a:pPr>
            <a:r>
              <a:t>D:/pasar_fix/node_modules/.bun/@radix-ui+react-password-toggle-field@0.1.3+07ecf1aa3bcbed22/node_modules/@radix-ui/react-password-toggle-field/dist/index.js</a:t>
            </a:r>
          </a:p>
          <a:p>
            <a:pPr>
              <a:defRPr sz="1200"/>
            </a:pPr>
            <a:r>
              <a:t>D:/pasar_fix/node_modules/.bun/@radix-ui+react-password-toggle-field@0.1.3+07ecf1aa3bcbed22/node_modules/@radix-ui/react-password-toggle-field/dist/index.js.map</a:t>
            </a:r>
          </a:p>
          <a:p>
            <a:pPr>
              <a:defRPr sz="1200"/>
            </a:pPr>
            <a:r>
              <a:t>D:/pasar_fix/node_modules/.bun/@radix-ui+react-password-toggle-field@0.1.3+07ecf1aa3bcbed22/node_modules/@radix-ui/react-password-toggle-field/dist/index.mjs</a:t>
            </a:r>
          </a:p>
          <a:p>
            <a:pPr>
              <a:defRPr sz="1200"/>
            </a:pPr>
            <a:r>
              <a:t>D:/pasar_fix/node_modules/.bun/@radix-ui+react-password-toggle-field@0.1.3+07ecf1aa3bcbed22/node_modules/@radix-ui/react-password-toggle-field/dist/index.mjs.map</a:t>
            </a:r>
          </a:p>
          <a:p>
            <a:pPr>
              <a:defRPr sz="1200"/>
            </a:pPr>
            <a:r>
              <a:t>D:/pasar_fix/node_modules/.bun/@radix-ui+react-password-toggle-field@0.1.3+07ecf1aa3bcbed22/node_modules/@radix-ui/react-password-toggle-field/src/index.ts</a:t>
            </a:r>
          </a:p>
          <a:p>
            <a:pPr>
              <a:defRPr sz="1200"/>
            </a:pPr>
            <a:r>
              <a:t>D:/pasar_fix/node_modules/.bun/@radix-ui+react-password-toggle-field@0.1.3+07ecf1aa3bcbed22/node_modules/@radix-ui/react-password-toggle-field/src/password-toggle-field.test.tsx</a:t>
            </a:r>
          </a:p>
          <a:p>
            <a:pPr>
              <a:defRPr sz="1200"/>
            </a:pPr>
            <a:r>
              <a:t>D:/pasar_fix/node_modules/.bun/@radix-ui+react-password-toggle-field@0.1.3+07ecf1aa3bcbed22/node_modules/@radix-ui/react-password-toggle-field/src/password-toggle-field.tsx</a:t>
            </a:r>
          </a:p>
          <a:p>
            <a:pPr>
              <a:defRPr sz="1200"/>
            </a:pPr>
            <a:r>
              <a:t>D:/pasar_fix/node_modules/.bun/@radix-ui+react-popover@1.1.15+07ecf1aa3bcbed22/node_modules/@radix-ui/react-popover/LICENSE</a:t>
            </a:r>
          </a:p>
          <a:p>
            <a:pPr>
              <a:defRPr sz="1200"/>
            </a:pPr>
            <a:r>
              <a:t>D:/pasar_fix/node_modules/.bun/@radix-ui+react-popover@1.1.15+07ecf1aa3bcbed22/node_modules/@radix-ui/react-popover/package.json</a:t>
            </a:r>
          </a:p>
          <a:p>
            <a:pPr>
              <a:defRPr sz="1200"/>
            </a:pPr>
            <a:r>
              <a:t>D:/pasar_fix/node_modules/.bun/@radix-ui+react-popover@1.1.15+07ecf1aa3bcbed22/node_modules/@radix-ui/react-popover/README.md</a:t>
            </a:r>
          </a:p>
          <a:p>
            <a:pPr>
              <a:defRPr sz="1200"/>
            </a:pPr>
            <a:r>
              <a:t>D:/pasar_fix/node_modules/.bun/@radix-ui+react-popover@1.1.15+07ecf1aa3bcbed22/node_modules/@radix-ui/react-popover/dist/index.d.mts</a:t>
            </a:r>
          </a:p>
          <a:p>
            <a:pPr>
              <a:defRPr sz="1200"/>
            </a:pPr>
            <a:r>
              <a:t>D:/pasar_fix/node_modules/.bun/@radix-ui+react-popover@1.1.15+07ecf1aa3bcbed22/node_modules/@radix-ui/react-popover/dist/index.d.ts</a:t>
            </a:r>
          </a:p>
          <a:p>
            <a:pPr>
              <a:defRPr sz="1200"/>
            </a:pPr>
            <a:r>
              <a:t>D:/pasar_fix/node_modules/.bun/@radix-ui+react-popover@1.1.15+07ecf1aa3bcbed22/node_modules/@radix-ui/react-popover/dist/index.js</a:t>
            </a:r>
          </a:p>
          <a:p>
            <a:pPr>
              <a:defRPr sz="1200"/>
            </a:pPr>
            <a:r>
              <a:t>D:/pasar_fix/node_modules/.bun/@radix-ui+react-popover@1.1.15+07ecf1aa3bcbed22/node_modules/@radix-ui/react-popover/dist/index.js.map</a:t>
            </a:r>
          </a:p>
          <a:p>
            <a:pPr>
              <a:defRPr sz="1200"/>
            </a:pPr>
            <a:r>
              <a:t>D:/pasar_fix/node_modules/.bun/@radix-ui+react-popover@1.1.15+07ecf1aa3bcbed22/node_modules/@radix-ui/react-popover/dist/index.mjs</a:t>
            </a:r>
          </a:p>
          <a:p>
            <a:pPr>
              <a:defRPr sz="1200"/>
            </a:pPr>
            <a:r>
              <a:t>D:/pasar_fix/node_modules/.bun/@radix-ui+react-popover@1.1.15+07ecf1aa3bcbed22/node_modules/@radix-ui/react-popover/dist/index.mjs.map</a:t>
            </a:r>
          </a:p>
          <a:p>
            <a:pPr>
              <a:defRPr sz="1200"/>
            </a:pPr>
            <a:r>
              <a:t>D:/pasar_fix/node_modules/.bun/@radix-ui+react-popper@1.2.8+07ecf1aa3bcbed22/node_modules/@radix-ui/react-popper/LICENSE</a:t>
            </a:r>
          </a:p>
          <a:p>
            <a:pPr>
              <a:defRPr sz="1200"/>
            </a:pPr>
            <a:r>
              <a:t>D:/pasar_fix/node_modules/.bun/@radix-ui+react-popper@1.2.8+07ecf1aa3bcbed22/node_modules/@radix-ui/react-popper/package.json</a:t>
            </a:r>
          </a:p>
          <a:p>
            <a:pPr>
              <a:defRPr sz="1200"/>
            </a:pPr>
            <a:r>
              <a:t>D:/pasar_fix/node_modules/.bun/@radix-ui+react-popper@1.2.8+07ecf1aa3bcbed22/node_modules/@radix-ui/react-popper/README.md</a:t>
            </a:r>
          </a:p>
          <a:p>
            <a:pPr>
              <a:defRPr sz="1200"/>
            </a:pPr>
            <a:r>
              <a:t>D:/pasar_fix/node_modules/.bun/@radix-ui+react-popper@1.2.8+07ecf1aa3bcbed22/node_modules/@radix-ui/react-popper/dist/index.d.mts</a:t>
            </a:r>
          </a:p>
          <a:p>
            <a:pPr>
              <a:defRPr sz="1200"/>
            </a:pPr>
            <a:r>
              <a:t>D:/pasar_fix/node_modules/.bun/@radix-ui+react-popper@1.2.8+07ecf1aa3bcbed22/node_modules/@radix-ui/react-popper/dist/index.d.ts</a:t>
            </a:r>
          </a:p>
          <a:p>
            <a:pPr>
              <a:defRPr sz="1200"/>
            </a:pPr>
            <a:r>
              <a:t>D:/pasar_fix/node_modules/.bun/@radix-ui+react-popper@1.2.8+07ecf1aa3bcbed22/node_modules/@radix-ui/react-popper/dist/index.js</a:t>
            </a:r>
          </a:p>
          <a:p>
            <a:pPr>
              <a:defRPr sz="1200"/>
            </a:pPr>
            <a:r>
              <a:t>D:/pasar_fix/node_modules/.bun/@radix-ui+react-popper@1.2.8+07ecf1aa3bcbed22/node_modules/@radix-ui/react-popper/dist/index.js.map</a:t>
            </a:r>
          </a:p>
          <a:p>
            <a:pPr>
              <a:defRPr sz="1200"/>
            </a:pPr>
            <a:r>
              <a:t>D:/pasar_fix/node_modules/.bun/@radix-ui+react-popper@1.2.8+07ecf1aa3bcbed22/node_modules/@radix-ui/react-popper/dist/index.mjs</a:t>
            </a:r>
          </a:p>
          <a:p>
            <a:pPr>
              <a:defRPr sz="1200"/>
            </a:pPr>
            <a:r>
              <a:t>D:/pasar_fix/node_modules/.bun/@radix-ui+react-popper@1.2.8+07ecf1aa3bcbed22/node_modules/@radix-ui/react-popper/dist/index.mjs.map</a:t>
            </a:r>
          </a:p>
          <a:p>
            <a:pPr>
              <a:defRPr sz="1200"/>
            </a:pPr>
            <a:r>
              <a:t>D:/pasar_fix/node_modules/.bun/@radix-ui+react-portal@1.1.9+07ecf1aa3bcbed22/node_modules/@radix-ui/react-portal/LICENSE</a:t>
            </a:r>
          </a:p>
          <a:p>
            <a:pPr>
              <a:defRPr sz="1200"/>
            </a:pPr>
            <a:r>
              <a:t>D:/pasar_fix/node_modules/.bun/@radix-ui+react-portal@1.1.9+07ecf1aa3bcbed22/node_modules/@radix-ui/react-portal/package.json</a:t>
            </a:r>
          </a:p>
          <a:p>
            <a:pPr>
              <a:defRPr sz="1200"/>
            </a:pPr>
            <a:r>
              <a:t>D:/pasar_fix/node_modules/.bun/@radix-ui+react-portal@1.1.9+07ecf1aa3bcbed22/node_modules/@radix-ui/react-portal/README.md</a:t>
            </a:r>
          </a:p>
          <a:p>
            <a:pPr>
              <a:defRPr sz="1200"/>
            </a:pPr>
            <a:r>
              <a:t>D:/pasar_fix/node_modules/.bun/@radix-ui+react-portal@1.1.9+07ecf1aa3bcbed22/node_modules/@radix-ui/react-portal/dist/index.d.mts</a:t>
            </a:r>
          </a:p>
          <a:p>
            <a:pPr>
              <a:defRPr sz="1200"/>
            </a:pPr>
            <a:r>
              <a:t>D:/pasar_fix/node_modules/.bun/@radix-ui+react-portal@1.1.9+07ecf1aa3bcbed22/node_modules/@radix-ui/react-portal/dist/index.d.ts</a:t>
            </a:r>
          </a:p>
          <a:p>
            <a:pPr>
              <a:defRPr sz="1200"/>
            </a:pPr>
            <a:r>
              <a:t>D:/pasar_fix/node_modules/.bun/@radix-ui+react-portal@1.1.9+07ecf1aa3bcbed22/node_modules/@radix-ui/react-portal/dist/index.js</a:t>
            </a:r>
          </a:p>
          <a:p>
            <a:pPr>
              <a:defRPr sz="1200"/>
            </a:pPr>
            <a:r>
              <a:t>D:/pasar_fix/node_modules/.bun/@radix-ui+react-portal@1.1.9+07ecf1aa3bcbed22/node_modules/@radix-ui/react-portal/dist/index.js.map</a:t>
            </a:r>
          </a:p>
          <a:p>
            <a:pPr>
              <a:defRPr sz="1200"/>
            </a:pPr>
            <a:r>
              <a:t>D:/pasar_fix/node_modules/.bun/@radix-ui+react-portal@1.1.9+07ecf1aa3bcbed22/node_modules/@radix-ui/react-portal/dist/index.mjs</a:t>
            </a:r>
          </a:p>
          <a:p>
            <a:pPr>
              <a:defRPr sz="1200"/>
            </a:pPr>
            <a:r>
              <a:t>D:/pasar_fix/node_modules/.bun/@radix-ui+react-portal@1.1.9+07ecf1aa3bcbed22/node_modules/@radix-ui/react-portal/dist/index.mjs.map</a:t>
            </a:r>
          </a:p>
          <a:p>
            <a:pPr>
              <a:defRPr sz="1200"/>
            </a:pPr>
            <a:r>
              <a:t>D:/pasar_fix/node_modules/.bun/@radix-ui+react-presence@1.1.5+07ecf1aa3bcbed22/node_modules/@radix-ui/react-presence/LICENSE</a:t>
            </a:r>
          </a:p>
          <a:p>
            <a:pPr>
              <a:defRPr sz="1200"/>
            </a:pPr>
            <a:r>
              <a:t>D:/pasar_fix/node_modules/.bun/@radix-ui+react-presence@1.1.5+07ecf1aa3bcbed22/node_modules/@radix-ui/react-presence/package.json</a:t>
            </a:r>
          </a:p>
          <a:p>
            <a:pPr>
              <a:defRPr sz="1200"/>
            </a:pPr>
            <a:r>
              <a:t>D:/pasar_fix/node_modules/.bun/@radix-ui+react-presence@1.1.5+07ecf1aa3bcbed22/node_modules/@radix-ui/react-presence/README.md</a:t>
            </a:r>
          </a:p>
          <a:p>
            <a:pPr>
              <a:defRPr sz="1200"/>
            </a:pPr>
            <a:r>
              <a:t>D:/pasar_fix/node_modules/.bun/@radix-ui+react-presence@1.1.5+07ecf1aa3bcbed22/node_modules/@radix-ui/react-presence/dist/index.d.mts</a:t>
            </a:r>
          </a:p>
          <a:p>
            <a:pPr>
              <a:defRPr sz="1200"/>
            </a:pPr>
            <a:r>
              <a:t>D:/pasar_fix/node_modules/.bun/@radix-ui+react-presence@1.1.5+07ecf1aa3bcbed22/node_modules/@radix-ui/react-presence/dist/index.d.ts</a:t>
            </a:r>
          </a:p>
          <a:p>
            <a:pPr>
              <a:defRPr sz="1200"/>
            </a:pPr>
            <a:r>
              <a:t>D:/pasar_fix/node_modules/.bun/@radix-ui+react-presence@1.1.5+07ecf1aa3bcbed22/node_modules/@radix-ui/react-presence/dist/index.js</a:t>
            </a:r>
          </a:p>
          <a:p>
            <a:pPr>
              <a:defRPr sz="1200"/>
            </a:pPr>
            <a:r>
              <a:t>D:/pasar_fix/node_modules/.bun/@radix-ui+react-presence@1.1.5+07ecf1aa3bcbed22/node_modules/@radix-ui/react-presence/dist/index.js.map</a:t>
            </a:r>
          </a:p>
          <a:p>
            <a:pPr>
              <a:defRPr sz="1200"/>
            </a:pPr>
            <a:r>
              <a:t>D:/pasar_fix/node_modules/.bun/@radix-ui+react-presence@1.1.5+07ecf1aa3bcbed22/node_modules/@radix-ui/react-presence/dist/index.mjs</a:t>
            </a:r>
          </a:p>
          <a:p>
            <a:pPr>
              <a:defRPr sz="1200"/>
            </a:pPr>
            <a:r>
              <a:t>D:/pasar_fix/node_modules/.bun/@radix-ui+react-presence@1.1.5+07ecf1aa3bcbed22/node_modules/@radix-ui/react-presence/dist/index.mjs.map</a:t>
            </a:r>
          </a:p>
          <a:p>
            <a:pPr>
              <a:defRPr sz="1200"/>
            </a:pPr>
            <a:r>
              <a:t>D:/pasar_fix/node_modules/.bun/@radix-ui+react-primitive@2.1.3+07ecf1aa3bcbed22/node_modules/@radix-ui/react-primitive/LICENSE</a:t>
            </a:r>
          </a:p>
          <a:p>
            <a:pPr>
              <a:defRPr sz="1200"/>
            </a:pPr>
            <a:r>
              <a:t>D:/pasar_fix/node_modules/.bun/@radix-ui+react-primitive@2.1.3+07ecf1aa3bcbed22/node_modules/@radix-ui/react-primitive/package.json</a:t>
            </a:r>
          </a:p>
          <a:p>
            <a:pPr>
              <a:defRPr sz="1200"/>
            </a:pPr>
            <a:r>
              <a:t>D:/pasar_fix/node_modules/.bun/@radix-ui+react-primitive@2.1.3+07ecf1aa3bcbed22/node_modules/@radix-ui/react-primitive/README.md</a:t>
            </a:r>
          </a:p>
          <a:p>
            <a:pPr>
              <a:defRPr sz="1200"/>
            </a:pPr>
            <a:r>
              <a:t>D:/pasar_fix/node_modules/.bun/@radix-ui+react-primitive@2.1.3+07ecf1aa3bcbed22/node_modules/@radix-ui/react-primitive/dist/index.d.mts</a:t>
            </a:r>
          </a:p>
          <a:p>
            <a:pPr>
              <a:defRPr sz="1200"/>
            </a:pPr>
            <a:r>
              <a:t>D:/pasar_fix/node_modules/.bun/@radix-ui+react-primitive@2.1.3+07ecf1aa3bcbed22/node_modules/@radix-ui/react-primitive/dist/index.d.ts</a:t>
            </a:r>
          </a:p>
          <a:p>
            <a:pPr>
              <a:defRPr sz="1200"/>
            </a:pPr>
            <a:r>
              <a:t>D:/pasar_fix/node_modules/.bun/@radix-ui+react-primitive@2.1.3+07ecf1aa3bcbed22/node_modules/@radix-ui/react-primitive/dist/index.js</a:t>
            </a:r>
          </a:p>
          <a:p>
            <a:pPr>
              <a:defRPr sz="1200"/>
            </a:pPr>
            <a:r>
              <a:t>D:/pasar_fix/node_modules/.bun/@radix-ui+react-primitive@2.1.3+07ecf1aa3bcbed22/node_modules/@radix-ui/react-primitive/dist/index.js.map</a:t>
            </a:r>
          </a:p>
          <a:p>
            <a:pPr>
              <a:defRPr sz="1200"/>
            </a:pPr>
            <a:r>
              <a:t>D:/pasar_fix/node_modules/.bun/@radix-ui+react-primitive@2.1.3+07ecf1aa3bcbed22/node_modules/@radix-ui/react-primitive/dist/index.mjs</a:t>
            </a:r>
          </a:p>
          <a:p>
            <a:pPr>
              <a:defRPr sz="1200"/>
            </a:pPr>
            <a:r>
              <a:t>D:/pasar_fix/node_modules/.bun/@radix-ui+react-primitive@2.1.3+07ecf1aa3bcbed22/node_modules/@radix-ui/react-primitive/dist/index.mjs.map</a:t>
            </a:r>
          </a:p>
          <a:p>
            <a:pPr>
              <a:defRPr sz="1200"/>
            </a:pPr>
            <a:r>
              <a:t>D:/pasar_fix/node_modules/.bun/@radix-ui+react-primitive@2.1.4+07ecf1aa3bcbed22/node_modules/@radix-ui/react-primitive/LICENSE</a:t>
            </a:r>
          </a:p>
          <a:p>
            <a:pPr>
              <a:defRPr sz="1200"/>
            </a:pPr>
            <a:r>
              <a:t>D:/pasar_fix/node_modules/.bun/@radix-ui+react-primitive@2.1.4+07ecf1aa3bcbed22/node_modules/@radix-ui/react-primitive/package.json</a:t>
            </a:r>
          </a:p>
          <a:p>
            <a:pPr>
              <a:defRPr sz="1200"/>
            </a:pPr>
            <a:r>
              <a:t>D:/pasar_fix/node_modules/.bun/@radix-ui+react-primitive@2.1.4+07ecf1aa3bcbed22/node_modules/@radix-ui/react-primitive/README.md</a:t>
            </a:r>
          </a:p>
          <a:p>
            <a:pPr>
              <a:defRPr sz="1200"/>
            </a:pPr>
            <a:r>
              <a:t>D:/pasar_fix/node_modules/.bun/@radix-ui+react-primitive@2.1.4+07ecf1aa3bcbed22/node_modules/@radix-ui/react-primitive/dist/index.d.mts</a:t>
            </a:r>
          </a:p>
          <a:p>
            <a:pPr>
              <a:defRPr sz="1200"/>
            </a:pPr>
            <a:r>
              <a:t>D:/pasar_fix/node_modules/.bun/@radix-ui+react-primitive@2.1.4+07ecf1aa3bcbed22/node_modules/@radix-ui/react-primitive/dist/index.d.ts</a:t>
            </a:r>
          </a:p>
          <a:p>
            <a:pPr>
              <a:defRPr sz="1200"/>
            </a:pPr>
            <a:r>
              <a:t>D:/pasar_fix/node_modules/.bun/@radix-ui+react-primitive@2.1.4+07ecf1aa3bcbed22/node_modules/@radix-ui/react-primitive/dist/index.js</a:t>
            </a:r>
          </a:p>
          <a:p>
            <a:pPr>
              <a:defRPr sz="1200"/>
            </a:pPr>
            <a:r>
              <a:t>D:/pasar_fix/node_modules/.bun/@radix-ui+react-primitive@2.1.4+07ecf1aa3bcbed22/node_modules/@radix-ui/react-primitive/dist/index.js.map</a:t>
            </a:r>
          </a:p>
          <a:p>
            <a:pPr>
              <a:defRPr sz="1200"/>
            </a:pPr>
            <a:r>
              <a:t>D:/pasar_fix/node_modules/.bun/@radix-ui+react-primitive@2.1.4+07ecf1aa3bcbed22/node_modules/@radix-ui/react-primitive/dist/index.mjs</a:t>
            </a:r>
          </a:p>
          <a:p>
            <a:pPr>
              <a:defRPr sz="1200"/>
            </a:pPr>
            <a:r>
              <a:t>D:/pasar_fix/node_modules/.bun/@radix-ui+react-primitive@2.1.4+07ecf1aa3bcbed22/node_modules/@radix-ui/react-primitive/dist/index.mjs.map</a:t>
            </a:r>
          </a:p>
          <a:p>
            <a:pPr>
              <a:defRPr sz="1200"/>
            </a:pPr>
            <a:r>
              <a:t>D:/pasar_fix/node_modules/.bun/@radix-ui+react-progress@1.1.7+07ecf1aa3bcbed22/node_modules/@radix-ui/react-progress/LICENSE</a:t>
            </a:r>
          </a:p>
          <a:p>
            <a:pPr>
              <a:defRPr sz="1200"/>
            </a:pPr>
            <a:r>
              <a:t>D:/pasar_fix/node_modules/.bun/@radix-ui+react-progress@1.1.7+07ecf1aa3bcbed22/node_modules/@radix-ui/react-progress/package.json</a:t>
            </a:r>
          </a:p>
          <a:p>
            <a:pPr>
              <a:defRPr sz="1200"/>
            </a:pPr>
            <a:r>
              <a:t>D:/pasar_fix/node_modules/.bun/@radix-ui+react-progress@1.1.7+07ecf1aa3bcbed22/node_modules/@radix-ui/react-progress/README.md</a:t>
            </a:r>
          </a:p>
          <a:p>
            <a:pPr>
              <a:defRPr sz="1200"/>
            </a:pPr>
            <a:r>
              <a:t>D:/pasar_fix/node_modules/.bun/@radix-ui+react-progress@1.1.7+07ecf1aa3bcbed22/node_modules/@radix-ui/react-progress/dist/index.d.mts</a:t>
            </a:r>
          </a:p>
          <a:p>
            <a:pPr>
              <a:defRPr sz="1200"/>
            </a:pPr>
            <a:r>
              <a:t>D:/pasar_fix/node_modules/.bun/@radix-ui+react-progress@1.1.7+07ecf1aa3bcbed22/node_modules/@radix-ui/react-progress/dist/index.d.ts</a:t>
            </a:r>
          </a:p>
          <a:p>
            <a:pPr>
              <a:defRPr sz="1200"/>
            </a:pPr>
            <a:r>
              <a:t>D:/pasar_fix/node_modules/.bun/@radix-ui+react-progress@1.1.7+07ecf1aa3bcbed22/node_modules/@radix-ui/react-progress/dist/index.js</a:t>
            </a:r>
          </a:p>
          <a:p>
            <a:pPr>
              <a:defRPr sz="1200"/>
            </a:pPr>
            <a:r>
              <a:t>D:/pasar_fix/node_modules/.bun/@radix-ui+react-progress@1.1.7+07ecf1aa3bcbed22/node_modules/@radix-ui/react-progress/dist/index.js.map</a:t>
            </a:r>
          </a:p>
          <a:p>
            <a:pPr>
              <a:defRPr sz="1200"/>
            </a:pPr>
            <a:r>
              <a:t>D:/pasar_fix/node_modules/.bun/@radix-ui+react-progress@1.1.7+07ecf1aa3bcbed22/node_modules/@radix-ui/react-progress/dist/index.mjs</a:t>
            </a:r>
          </a:p>
          <a:p>
            <a:pPr>
              <a:defRPr sz="1200"/>
            </a:pPr>
            <a:r>
              <a:t>D:/pasar_fix/node_modules/.bun/@radix-ui+react-progress@1.1.7+07ecf1aa3bcbed22/node_modules/@radix-ui/react-progress/dist/index.mjs.map</a:t>
            </a:r>
          </a:p>
          <a:p>
            <a:pPr>
              <a:defRPr sz="1200"/>
            </a:pPr>
            <a:r>
              <a:t>D:/pasar_fix/node_modules/.bun/@radix-ui+react-progress@1.1.8+07ecf1aa3bcbed22/node_modules/@radix-ui/react-progress/LICENSE</a:t>
            </a:r>
          </a:p>
          <a:p>
            <a:pPr>
              <a:defRPr sz="1200"/>
            </a:pPr>
            <a:r>
              <a:t>D:/pasar_fix/node_modules/.bun/@radix-ui+react-progress@1.1.8+07ecf1aa3bcbed22/node_modules/@radix-ui/react-progress/package.json</a:t>
            </a:r>
          </a:p>
          <a:p>
            <a:pPr>
              <a:defRPr sz="1200"/>
            </a:pPr>
            <a:r>
              <a:t>D:/pasar_fix/node_modules/.bun/@radix-ui+react-progress@1.1.8+07ecf1aa3bcbed22/node_modules/@radix-ui/react-progress/README.md</a:t>
            </a:r>
          </a:p>
          <a:p>
            <a:pPr>
              <a:defRPr sz="1200"/>
            </a:pPr>
            <a:r>
              <a:t>D:/pasar_fix/node_modules/.bun/@radix-ui+react-progress@1.1.8+07ecf1aa3bcbed22/node_modules/@radix-ui/react-progress/dist/index.d.mts</a:t>
            </a:r>
          </a:p>
          <a:p>
            <a:pPr>
              <a:defRPr sz="1200"/>
            </a:pPr>
            <a:r>
              <a:t>D:/pasar_fix/node_modules/.bun/@radix-ui+react-progress@1.1.8+07ecf1aa3bcbed22/node_modules/@radix-ui/react-progress/dist/index.d.ts</a:t>
            </a:r>
          </a:p>
          <a:p>
            <a:pPr>
              <a:defRPr sz="1200"/>
            </a:pPr>
            <a:r>
              <a:t>D:/pasar_fix/node_modules/.bun/@radix-ui+react-progress@1.1.8+07ecf1aa3bcbed22/node_modules/@radix-ui/react-progress/dist/index.js</a:t>
            </a:r>
          </a:p>
          <a:p>
            <a:pPr>
              <a:defRPr sz="1200"/>
            </a:pPr>
            <a:r>
              <a:t>D:/pasar_fix/node_modules/.bun/@radix-ui+react-progress@1.1.8+07ecf1aa3bcbed22/node_modules/@radix-ui/react-progress/dist/index.js.map</a:t>
            </a:r>
          </a:p>
          <a:p>
            <a:pPr>
              <a:defRPr sz="1200"/>
            </a:pPr>
            <a:r>
              <a:t>D:/pasar_fix/node_modules/.bun/@radix-ui+react-progress@1.1.8+07ecf1aa3bcbed22/node_modules/@radix-ui/react-progress/dist/index.mjs</a:t>
            </a:r>
          </a:p>
          <a:p>
            <a:pPr>
              <a:defRPr sz="1200"/>
            </a:pPr>
            <a:r>
              <a:t>D:/pasar_fix/node_modules/.bun/@radix-ui+react-progress@1.1.8+07ecf1aa3bcbed22/node_modules/@radix-ui/react-progress/dist/index.mjs.map</a:t>
            </a:r>
          </a:p>
          <a:p>
            <a:pPr>
              <a:defRPr sz="1200"/>
            </a:pPr>
            <a:r>
              <a:t>D:/pasar_fix/node_modules/.bun/@radix-ui+react-radio-group@1.3.8+07ecf1aa3bcbed22/node_modules/@radix-ui/react-radio-group/LICENSE</a:t>
            </a:r>
          </a:p>
          <a:p>
            <a:pPr>
              <a:defRPr sz="1200"/>
            </a:pPr>
            <a:r>
              <a:t>D:/pasar_fix/node_modules/.bun/@radix-ui+react-radio-group@1.3.8+07ecf1aa3bcbed22/node_modules/@radix-ui/react-radio-group/package.json</a:t>
            </a:r>
          </a:p>
          <a:p>
            <a:pPr>
              <a:defRPr sz="1200"/>
            </a:pPr>
            <a:r>
              <a:t>D:/pasar_fix/node_modules/.bun/@radix-ui+react-radio-group@1.3.8+07ecf1aa3bcbed22/node_modules/@radix-ui/react-radio-group/README.md</a:t>
            </a:r>
          </a:p>
          <a:p>
            <a:pPr>
              <a:defRPr sz="1200"/>
            </a:pPr>
            <a:r>
              <a:t>D:/pasar_fix/node_modules/.bun/@radix-ui+react-radio-group@1.3.8+07ecf1aa3bcbed22/node_modules/@radix-ui/react-radio-group/dist/index.d.mts</a:t>
            </a:r>
          </a:p>
          <a:p>
            <a:pPr>
              <a:defRPr sz="1200"/>
            </a:pPr>
            <a:r>
              <a:t>D:/pasar_fix/node_modules/.bun/@radix-ui+react-radio-group@1.3.8+07ecf1aa3bcbed22/node_modules/@radix-ui/react-radio-group/dist/index.d.ts</a:t>
            </a:r>
          </a:p>
          <a:p>
            <a:pPr>
              <a:defRPr sz="1200"/>
            </a:pPr>
            <a:r>
              <a:t>D:/pasar_fix/node_modules/.bun/@radix-ui+react-radio-group@1.3.8+07ecf1aa3bcbed22/node_modules/@radix-ui/react-radio-group/dist/index.js</a:t>
            </a:r>
          </a:p>
          <a:p>
            <a:pPr>
              <a:defRPr sz="1200"/>
            </a:pPr>
            <a:r>
              <a:t>D:/pasar_fix/node_modules/.bun/@radix-ui+react-radio-group@1.3.8+07ecf1aa3bcbed22/node_modules/@radix-ui/react-radio-group/dist/index.js.map</a:t>
            </a:r>
          </a:p>
          <a:p>
            <a:pPr>
              <a:defRPr sz="1200"/>
            </a:pPr>
            <a:r>
              <a:t>D:/pasar_fix/node_modules/.bun/@radix-ui+react-radio-group@1.3.8+07ecf1aa3bcbed22/node_modules/@radix-ui/react-radio-group/dist/index.mjs</a:t>
            </a:r>
          </a:p>
          <a:p>
            <a:pPr>
              <a:defRPr sz="1200"/>
            </a:pPr>
            <a:r>
              <a:t>D:/pasar_fix/node_modules/.bun/@radix-ui+react-radio-group@1.3.8+07ecf1aa3bcbed22/node_modules/@radix-ui/react-radio-group/dist/index.mjs.map</a:t>
            </a:r>
          </a:p>
          <a:p>
            <a:pPr>
              <a:defRPr sz="1200"/>
            </a:pPr>
            <a:r>
              <a:t>D:/pasar_fix/node_modules/.bun/@radix-ui+react-roving-focus@1.1.11+07ecf1aa3bcbed22/node_modules/@radix-ui/react-roving-focus/LICENSE</a:t>
            </a:r>
          </a:p>
          <a:p>
            <a:pPr>
              <a:defRPr sz="1200"/>
            </a:pPr>
            <a:r>
              <a:t>D:/pasar_fix/node_modules/.bun/@radix-ui+react-roving-focus@1.1.11+07ecf1aa3bcbed22/node_modules/@radix-ui/react-roving-focus/package.json</a:t>
            </a:r>
          </a:p>
          <a:p>
            <a:pPr>
              <a:defRPr sz="1200"/>
            </a:pPr>
            <a:r>
              <a:t>D:/pasar_fix/node_modules/.bun/@radix-ui+react-roving-focus@1.1.11+07ecf1aa3bcbed22/node_modules/@radix-ui/react-roving-focus/README.md</a:t>
            </a:r>
          </a:p>
          <a:p>
            <a:pPr>
              <a:defRPr sz="1200"/>
            </a:pPr>
            <a:r>
              <a:t>D:/pasar_fix/node_modules/.bun/@radix-ui+react-roving-focus@1.1.11+07ecf1aa3bcbed22/node_modules/@radix-ui/react-roving-focus/dist/index.d.mts</a:t>
            </a:r>
          </a:p>
          <a:p>
            <a:pPr>
              <a:defRPr sz="1200"/>
            </a:pPr>
            <a:r>
              <a:t>D:/pasar_fix/node_modules/.bun/@radix-ui+react-roving-focus@1.1.11+07ecf1aa3bcbed22/node_modules/@radix-ui/react-roving-focus/dist/index.d.ts</a:t>
            </a:r>
          </a:p>
          <a:p>
            <a:pPr>
              <a:defRPr sz="1200"/>
            </a:pPr>
            <a:r>
              <a:t>D:/pasar_fix/node_modules/.bun/@radix-ui+react-roving-focus@1.1.11+07ecf1aa3bcbed22/node_modules/@radix-ui/react-roving-focus/dist/index.js</a:t>
            </a:r>
          </a:p>
          <a:p>
            <a:pPr>
              <a:defRPr sz="1200"/>
            </a:pPr>
            <a:r>
              <a:t>D:/pasar_fix/node_modules/.bun/@radix-ui+react-roving-focus@1.1.11+07ecf1aa3bcbed22/node_modules/@radix-ui/react-roving-focus/dist/index.js.map</a:t>
            </a:r>
          </a:p>
          <a:p>
            <a:pPr>
              <a:defRPr sz="1200"/>
            </a:pPr>
            <a:r>
              <a:t>D:/pasar_fix/node_modules/.bun/@radix-ui+react-roving-focus@1.1.11+07ecf1aa3bcbed22/node_modules/@radix-ui/react-roving-focus/dist/index.mjs</a:t>
            </a:r>
          </a:p>
          <a:p>
            <a:pPr>
              <a:defRPr sz="1200"/>
            </a:pPr>
            <a:r>
              <a:t>D:/pasar_fix/node_modules/.bun/@radix-ui+react-roving-focus@1.1.11+07ecf1aa3bcbed22/node_modules/@radix-ui/react-roving-focus/dist/index.mjs.map</a:t>
            </a:r>
          </a:p>
          <a:p>
            <a:pPr>
              <a:defRPr sz="1200"/>
            </a:pPr>
            <a:r>
              <a:t>D:/pasar_fix/node_modules/.bun/@radix-ui+react-scroll-area@1.2.10+07ecf1aa3bcbed22/node_modules/@radix-ui/react-scroll-area/LICENSE</a:t>
            </a:r>
          </a:p>
          <a:p>
            <a:pPr>
              <a:defRPr sz="1200"/>
            </a:pPr>
            <a:r>
              <a:t>D:/pasar_fix/node_modules/.bun/@radix-ui+react-scroll-area@1.2.10+07ecf1aa3bcbed22/node_modules/@radix-ui/react-scroll-area/package.json</a:t>
            </a:r>
          </a:p>
          <a:p>
            <a:pPr>
              <a:defRPr sz="1200"/>
            </a:pPr>
            <a:r>
              <a:t>D:/pasar_fix/node_modules/.bun/@radix-ui+react-scroll-area@1.2.10+07ecf1aa3bcbed22/node_modules/@radix-ui/react-scroll-area/README.md</a:t>
            </a:r>
          </a:p>
          <a:p>
            <a:pPr>
              <a:defRPr sz="1200"/>
            </a:pPr>
            <a:r>
              <a:t>D:/pasar_fix/node_modules/.bun/@radix-ui+react-scroll-area@1.2.10+07ecf1aa3bcbed22/node_modules/@radix-ui/react-scroll-area/dist/index.d.mts</a:t>
            </a:r>
          </a:p>
          <a:p>
            <a:pPr>
              <a:defRPr sz="1200"/>
            </a:pPr>
            <a:r>
              <a:t>D:/pasar_fix/node_modules/.bun/@radix-ui+react-scroll-area@1.2.10+07ecf1aa3bcbed22/node_modules/@radix-ui/react-scroll-area/dist/index.d.ts</a:t>
            </a:r>
          </a:p>
          <a:p>
            <a:pPr>
              <a:defRPr sz="1200"/>
            </a:pPr>
            <a:r>
              <a:t>D:/pasar_fix/node_modules/.bun/@radix-ui+react-scroll-area@1.2.10+07ecf1aa3bcbed22/node_modules/@radix-ui/react-scroll-area/dist/index.js</a:t>
            </a:r>
          </a:p>
          <a:p>
            <a:pPr>
              <a:defRPr sz="1200"/>
            </a:pPr>
            <a:r>
              <a:t>D:/pasar_fix/node_modules/.bun/@radix-ui+react-scroll-area@1.2.10+07ecf1aa3bcbed22/node_modules/@radix-ui/react-scroll-area/dist/index.js.map</a:t>
            </a:r>
          </a:p>
          <a:p>
            <a:pPr>
              <a:defRPr sz="1200"/>
            </a:pPr>
            <a:r>
              <a:t>D:/pasar_fix/node_modules/.bun/@radix-ui+react-scroll-area@1.2.10+07ecf1aa3bcbed22/node_modules/@radix-ui/react-scroll-area/dist/index.mjs</a:t>
            </a:r>
          </a:p>
          <a:p>
            <a:pPr>
              <a:defRPr sz="1200"/>
            </a:pPr>
            <a:r>
              <a:t>D:/pasar_fix/node_modules/.bun/@radix-ui+react-scroll-area@1.2.10+07ecf1aa3bcbed22/node_modules/@radix-ui/react-scroll-area/dist/index.mjs.map</a:t>
            </a:r>
          </a:p>
          <a:p>
            <a:pPr>
              <a:defRPr sz="1200"/>
            </a:pPr>
            <a:r>
              <a:t>D:/pasar_fix/node_modules/.bun/@radix-ui+react-select@2.2.6+07ecf1aa3bcbed22/node_modules/@radix-ui/react-select/LICENSE</a:t>
            </a:r>
          </a:p>
          <a:p>
            <a:pPr>
              <a:defRPr sz="1200"/>
            </a:pPr>
            <a:r>
              <a:t>D:/pasar_fix/node_modules/.bun/@radix-ui+react-select@2.2.6+07ecf1aa3bcbed22/node_modules/@radix-ui/react-select/package.json</a:t>
            </a:r>
          </a:p>
          <a:p>
            <a:pPr>
              <a:defRPr sz="1200"/>
            </a:pPr>
            <a:r>
              <a:t>D:/pasar_fix/node_modules/.bun/@radix-ui+react-select@2.2.6+07ecf1aa3bcbed22/node_modules/@radix-ui/react-select/README.md</a:t>
            </a:r>
          </a:p>
          <a:p>
            <a:pPr>
              <a:defRPr sz="1200"/>
            </a:pPr>
            <a:r>
              <a:t>D:/pasar_fix/node_modules/.bun/@radix-ui+react-select@2.2.6+07ecf1aa3bcbed22/node_modules/@radix-ui/react-select/dist/index.d.mts</a:t>
            </a:r>
          </a:p>
          <a:p>
            <a:pPr>
              <a:defRPr sz="1200"/>
            </a:pPr>
            <a:r>
              <a:t>D:/pasar_fix/node_modules/.bun/@radix-ui+react-select@2.2.6+07ecf1aa3bcbed22/node_modules/@radix-ui/react-select/dist/index.d.ts</a:t>
            </a:r>
          </a:p>
          <a:p>
            <a:pPr>
              <a:defRPr sz="1200"/>
            </a:pPr>
            <a:r>
              <a:t>D:/pasar_fix/node_modules/.bun/@radix-ui+react-select@2.2.6+07ecf1aa3bcbed22/node_modules/@radix-ui/react-select/dist/index.js</a:t>
            </a:r>
          </a:p>
          <a:p>
            <a:pPr>
              <a:defRPr sz="1200"/>
            </a:pPr>
            <a:r>
              <a:t>D:/pasar_fix/node_modules/.bun/@radix-ui+react-select@2.2.6+07ecf1aa3bcbed22/node_modules/@radix-ui/react-select/dist/index.js.map</a:t>
            </a:r>
          </a:p>
          <a:p>
            <a:pPr>
              <a:defRPr sz="1200"/>
            </a:pPr>
            <a:r>
              <a:t>D:/pasar_fix/node_modules/.bun/@radix-ui+react-select@2.2.6+07ecf1aa3bcbed22/node_modules/@radix-ui/react-select/dist/index.mjs</a:t>
            </a:r>
          </a:p>
          <a:p>
            <a:pPr>
              <a:defRPr sz="1200"/>
            </a:pPr>
            <a:r>
              <a:t>D:/pasar_fix/node_modules/.bun/@radix-ui+react-select@2.2.6+07ecf1aa3bcbed22/node_modules/@radix-ui/react-select/dist/index.mjs.map</a:t>
            </a:r>
          </a:p>
          <a:p>
            <a:pPr>
              <a:defRPr sz="1200"/>
            </a:pPr>
            <a:r>
              <a:t>D:/pasar_fix/node_modules/.bun/@radix-ui+react-separator@1.1.7+07ecf1aa3bcbed22/node_modules/@radix-ui/react-separator/LICENSE</a:t>
            </a:r>
          </a:p>
          <a:p>
            <a:pPr>
              <a:defRPr sz="1200"/>
            </a:pPr>
            <a:r>
              <a:t>D:/pasar_fix/node_modules/.bun/@radix-ui+react-separator@1.1.7+07ecf1aa3bcbed22/node_modules/@radix-ui/react-separator/package.json</a:t>
            </a:r>
          </a:p>
          <a:p>
            <a:pPr>
              <a:defRPr sz="1200"/>
            </a:pPr>
            <a:r>
              <a:t>D:/pasar_fix/node_modules/.bun/@radix-ui+react-separator@1.1.7+07ecf1aa3bcbed22/node_modules/@radix-ui/react-separator/README.md</a:t>
            </a:r>
          </a:p>
          <a:p>
            <a:pPr>
              <a:defRPr sz="1200"/>
            </a:pPr>
            <a:r>
              <a:t>D:/pasar_fix/node_modules/.bun/@radix-ui+react-separator@1.1.7+07ecf1aa3bcbed22/node_modules/@radix-ui/react-separator/dist/index.d.mts</a:t>
            </a:r>
          </a:p>
          <a:p>
            <a:pPr>
              <a:defRPr sz="1200"/>
            </a:pPr>
            <a:r>
              <a:t>D:/pasar_fix/node_modules/.bun/@radix-ui+react-separator@1.1.7+07ecf1aa3bcbed22/node_modules/@radix-ui/react-separator/dist/index.d.ts</a:t>
            </a:r>
          </a:p>
          <a:p>
            <a:pPr>
              <a:defRPr sz="1200"/>
            </a:pPr>
            <a:r>
              <a:t>D:/pasar_fix/node_modules/.bun/@radix-ui+react-separator@1.1.7+07ecf1aa3bcbed22/node_modules/@radix-ui/react-separator/dist/index.js</a:t>
            </a:r>
          </a:p>
          <a:p>
            <a:pPr>
              <a:defRPr sz="1200"/>
            </a:pPr>
            <a:r>
              <a:t>D:/pasar_fix/node_modules/.bun/@radix-ui+react-separator@1.1.7+07ecf1aa3bcbed22/node_modules/@radix-ui/react-separator/dist/index.js.map</a:t>
            </a:r>
          </a:p>
          <a:p>
            <a:pPr>
              <a:defRPr sz="1200"/>
            </a:pPr>
            <a:r>
              <a:t>D:/pasar_fix/node_modules/.bun/@radix-ui+react-separator@1.1.7+07ecf1aa3bcbed22/node_modules/@radix-ui/react-separator/dist/index.mjs</a:t>
            </a:r>
          </a:p>
          <a:p>
            <a:pPr>
              <a:defRPr sz="1200"/>
            </a:pPr>
            <a:r>
              <a:t>D:/pasar_fix/node_modules/.bun/@radix-ui+react-separator@1.1.7+07ecf1aa3bcbed22/node_modules/@radix-ui/react-separator/dist/index.mjs.map</a:t>
            </a:r>
          </a:p>
          <a:p>
            <a:pPr>
              <a:defRPr sz="1200"/>
            </a:pPr>
            <a:r>
              <a:t>D:/pasar_fix/node_modules/.bun/@radix-ui+react-separator@1.1.8+07ecf1aa3bcbed22/node_modules/@radix-ui/react-separator/LICENSE</a:t>
            </a:r>
          </a:p>
          <a:p>
            <a:pPr>
              <a:defRPr sz="1200"/>
            </a:pPr>
            <a:r>
              <a:t>D:/pasar_fix/node_modules/.bun/@radix-ui+react-separator@1.1.8+07ecf1aa3bcbed22/node_modules/@radix-ui/react-separator/package.json</a:t>
            </a:r>
          </a:p>
          <a:p>
            <a:pPr>
              <a:defRPr sz="1200"/>
            </a:pPr>
            <a:r>
              <a:t>D:/pasar_fix/node_modules/.bun/@radix-ui+react-separator@1.1.8+07ecf1aa3bcbed22/node_modules/@radix-ui/react-separator/README.md</a:t>
            </a:r>
          </a:p>
          <a:p>
            <a:pPr>
              <a:defRPr sz="1200"/>
            </a:pPr>
            <a:r>
              <a:t>D:/pasar_fix/node_modules/.bun/@radix-ui+react-separator@1.1.8+07ecf1aa3bcbed22/node_modules/@radix-ui/react-separator/dist/index.d.mts</a:t>
            </a:r>
          </a:p>
          <a:p>
            <a:pPr>
              <a:defRPr sz="1200"/>
            </a:pPr>
            <a:r>
              <a:t>D:/pasar_fix/node_modules/.bun/@radix-ui+react-separator@1.1.8+07ecf1aa3bcbed22/node_modules/@radix-ui/react-separator/dist/index.d.ts</a:t>
            </a:r>
          </a:p>
          <a:p>
            <a:pPr>
              <a:defRPr sz="1200"/>
            </a:pPr>
            <a:r>
              <a:t>D:/pasar_fix/node_modules/.bun/@radix-ui+react-separator@1.1.8+07ecf1aa3bcbed22/node_modules/@radix-ui/react-separator/dist/index.js</a:t>
            </a:r>
          </a:p>
          <a:p>
            <a:pPr>
              <a:defRPr sz="1200"/>
            </a:pPr>
            <a:r>
              <a:t>D:/pasar_fix/node_modules/.bun/@radix-ui+react-separator@1.1.8+07ecf1aa3bcbed22/node_modules/@radix-ui/react-separator/dist/index.js.map</a:t>
            </a:r>
          </a:p>
          <a:p>
            <a:pPr>
              <a:defRPr sz="1200"/>
            </a:pPr>
            <a:r>
              <a:t>D:/pasar_fix/node_modules/.bun/@radix-ui+react-separator@1.1.8+07ecf1aa3bcbed22/node_modules/@radix-ui/react-separator/dist/index.mjs</a:t>
            </a:r>
          </a:p>
          <a:p>
            <a:pPr>
              <a:defRPr sz="1200"/>
            </a:pPr>
            <a:r>
              <a:t>D:/pasar_fix/node_modules/.bun/@radix-ui+react-separator@1.1.8+07ecf1aa3bcbed22/node_modules/@radix-ui/react-separator/dist/index.mjs.map</a:t>
            </a:r>
          </a:p>
          <a:p>
            <a:pPr>
              <a:defRPr sz="1200"/>
            </a:pPr>
            <a:r>
              <a:t>D:/pasar_fix/node_modules/.bun/@radix-ui+react-slider@1.3.6+07ecf1aa3bcbed22/node_modules/@radix-ui/react-slider/LICENSE</a:t>
            </a:r>
          </a:p>
          <a:p>
            <a:pPr>
              <a:defRPr sz="1200"/>
            </a:pPr>
            <a:r>
              <a:t>D:/pasar_fix/node_modules/.bun/@radix-ui+react-slider@1.3.6+07ecf1aa3bcbed22/node_modules/@radix-ui/react-slider/package.json</a:t>
            </a:r>
          </a:p>
          <a:p>
            <a:pPr>
              <a:defRPr sz="1200"/>
            </a:pPr>
            <a:r>
              <a:t>D:/pasar_fix/node_modules/.bun/@radix-ui+react-slider@1.3.6+07ecf1aa3bcbed22/node_modules/@radix-ui/react-slider/README.md</a:t>
            </a:r>
          </a:p>
          <a:p>
            <a:pPr>
              <a:defRPr sz="1200"/>
            </a:pPr>
            <a:r>
              <a:t>D:/pasar_fix/node_modules/.bun/@radix-ui+react-slider@1.3.6+07ecf1aa3bcbed22/node_modules/@radix-ui/react-slider/dist/index.d.mts</a:t>
            </a:r>
          </a:p>
          <a:p>
            <a:pPr>
              <a:defRPr sz="1200"/>
            </a:pPr>
            <a:r>
              <a:t>D:/pasar_fix/node_modules/.bun/@radix-ui+react-slider@1.3.6+07ecf1aa3bcbed22/node_modules/@radix-ui/react-slider/dist/index.d.ts</a:t>
            </a:r>
          </a:p>
          <a:p>
            <a:pPr>
              <a:defRPr sz="1200"/>
            </a:pPr>
            <a:r>
              <a:t>D:/pasar_fix/node_modules/.bun/@radix-ui+react-slider@1.3.6+07ecf1aa3bcbed22/node_modules/@radix-ui/react-slider/dist/index.js</a:t>
            </a:r>
          </a:p>
          <a:p>
            <a:pPr>
              <a:defRPr sz="1200"/>
            </a:pPr>
            <a:r>
              <a:t>D:/pasar_fix/node_modules/.bun/@radix-ui+react-slider@1.3.6+07ecf1aa3bcbed22/node_modules/@radix-ui/react-slider/dist/index.js.map</a:t>
            </a:r>
          </a:p>
          <a:p>
            <a:pPr>
              <a:defRPr sz="1200"/>
            </a:pPr>
            <a:r>
              <a:t>D:/pasar_fix/node_modules/.bun/@radix-ui+react-slider@1.3.6+07ecf1aa3bcbed22/node_modules/@radix-ui/react-slider/dist/index.mjs</a:t>
            </a:r>
          </a:p>
          <a:p>
            <a:pPr>
              <a:defRPr sz="1200"/>
            </a:pPr>
            <a:r>
              <a:t>D:/pasar_fix/node_modules/.bun/@radix-ui+react-slider@1.3.6+07ecf1aa3bcbed22/node_modules/@radix-ui/react-slider/dist/index.mjs.map</a:t>
            </a:r>
          </a:p>
          <a:p>
            <a:pPr>
              <a:defRPr sz="1200"/>
            </a:pPr>
            <a:r>
              <a:t>D:/pasar_fix/node_modules/.bun/@radix-ui+react-slot@1.2.3+bf264c7668a20073/node_modules/@radix-ui/react-slot/LICENSE</a:t>
            </a:r>
          </a:p>
          <a:p>
            <a:pPr>
              <a:defRPr sz="1200"/>
            </a:pPr>
            <a:r>
              <a:t>D:/pasar_fix/node_modules/.bun/@radix-ui+react-slot@1.2.3+bf264c7668a20073/node_modules/@radix-ui/react-slot/package.json</a:t>
            </a:r>
          </a:p>
          <a:p>
            <a:pPr>
              <a:defRPr sz="1200"/>
            </a:pPr>
            <a:r>
              <a:t>D:/pasar_fix/node_modules/.bun/@radix-ui+react-slot@1.2.3+bf264c7668a20073/node_modules/@radix-ui/react-slot/README.md</a:t>
            </a:r>
          </a:p>
          <a:p>
            <a:pPr>
              <a:defRPr sz="1200"/>
            </a:pPr>
            <a:r>
              <a:t>D:/pasar_fix/node_modules/.bun/@radix-ui+react-slot@1.2.3+bf264c7668a20073/node_modules/@radix-ui/react-slot/dist/index.d.mts</a:t>
            </a:r>
          </a:p>
          <a:p>
            <a:pPr>
              <a:defRPr sz="1200"/>
            </a:pPr>
            <a:r>
              <a:t>D:/pasar_fix/node_modules/.bun/@radix-ui+react-slot@1.2.3+bf264c7668a20073/node_modules/@radix-ui/react-slot/dist/index.d.ts</a:t>
            </a:r>
          </a:p>
          <a:p>
            <a:pPr>
              <a:defRPr sz="1200"/>
            </a:pPr>
            <a:r>
              <a:t>D:/pasar_fix/node_modules/.bun/@radix-ui+react-slot@1.2.3+bf264c7668a20073/node_modules/@radix-ui/react-slot/dist/index.js</a:t>
            </a:r>
          </a:p>
          <a:p>
            <a:pPr>
              <a:defRPr sz="1200"/>
            </a:pPr>
            <a:r>
              <a:t>D:/pasar_fix/node_modules/.bun/@radix-ui+react-slot@1.2.3+bf264c7668a20073/node_modules/@radix-ui/react-slot/dist/index.js.map</a:t>
            </a:r>
          </a:p>
          <a:p>
            <a:pPr>
              <a:defRPr sz="1200"/>
            </a:pPr>
            <a:r>
              <a:t>D:/pasar_fix/node_modules/.bun/@radix-ui+react-slot@1.2.3+bf264c7668a20073/node_modules/@radix-ui/react-slot/dist/index.mjs</a:t>
            </a:r>
          </a:p>
          <a:p>
            <a:pPr>
              <a:defRPr sz="1200"/>
            </a:pPr>
            <a:r>
              <a:t>D:/pasar_fix/node_modules/.bun/@radix-ui+react-slot@1.2.3+bf264c7668a20073/node_modules/@radix-ui/react-slot/dist/index.mjs.map</a:t>
            </a:r>
          </a:p>
          <a:p>
            <a:pPr>
              <a:defRPr sz="1200"/>
            </a:pPr>
            <a:r>
              <a:t>D:/pasar_fix/node_modules/.bun/@radix-ui+react-slot@1.2.4+bf264c7668a20073/node_modules/@radix-ui/react-slot/LICENSE</a:t>
            </a:r>
          </a:p>
          <a:p>
            <a:pPr>
              <a:defRPr sz="1200"/>
            </a:pPr>
            <a:r>
              <a:t>D:/pasar_fix/node_modules/.bun/@radix-ui+react-slot@1.2.4+bf264c7668a20073/node_modules/@radix-ui/react-slot/package.json</a:t>
            </a:r>
          </a:p>
          <a:p>
            <a:pPr>
              <a:defRPr sz="1200"/>
            </a:pPr>
            <a:r>
              <a:t>D:/pasar_fix/node_modules/.bun/@radix-ui+react-slot@1.2.4+bf264c7668a20073/node_modules/@radix-ui/react-slot/README.md</a:t>
            </a:r>
          </a:p>
          <a:p>
            <a:pPr>
              <a:defRPr sz="1200"/>
            </a:pPr>
            <a:r>
              <a:t>D:/pasar_fix/node_modules/.bun/@radix-ui+react-slot@1.2.4+bf264c7668a20073/node_modules/@radix-ui/react-slot/dist/index.d.mts</a:t>
            </a:r>
          </a:p>
          <a:p>
            <a:pPr>
              <a:defRPr sz="1200"/>
            </a:pPr>
            <a:r>
              <a:t>D:/pasar_fix/node_modules/.bun/@radix-ui+react-slot@1.2.4+bf264c7668a20073/node_modules/@radix-ui/react-slot/dist/index.d.ts</a:t>
            </a:r>
          </a:p>
          <a:p>
            <a:pPr>
              <a:defRPr sz="1200"/>
            </a:pPr>
            <a:r>
              <a:t>D:/pasar_fix/node_modules/.bun/@radix-ui+react-slot@1.2.4+bf264c7668a20073/node_modules/@radix-ui/react-slot/dist/index.js</a:t>
            </a:r>
          </a:p>
          <a:p>
            <a:pPr>
              <a:defRPr sz="1200"/>
            </a:pPr>
            <a:r>
              <a:t>D:/pasar_fix/node_modules/.bun/@radix-ui+react-slot@1.2.4+bf264c7668a20073/node_modules/@radix-ui/react-slot/dist/index.js.map</a:t>
            </a:r>
          </a:p>
          <a:p>
            <a:pPr>
              <a:defRPr sz="1200"/>
            </a:pPr>
            <a:r>
              <a:t>D:/pasar_fix/node_modules/.bun/@radix-ui+react-slot@1.2.4+bf264c7668a20073/node_modules/@radix-ui/react-slot/dist/index.mjs</a:t>
            </a:r>
          </a:p>
          <a:p>
            <a:pPr>
              <a:defRPr sz="1200"/>
            </a:pPr>
            <a:r>
              <a:t>D:/pasar_fix/node_modules/.bun/@radix-ui+react-slot@1.2.4+bf264c7668a20073/node_modules/@radix-ui/react-slot/dist/index.mjs.map</a:t>
            </a:r>
          </a:p>
          <a:p>
            <a:pPr>
              <a:defRPr sz="1200"/>
            </a:pPr>
            <a:r>
              <a:t>D:/pasar_fix/node_modules/.bun/@radix-ui+react-switch@1.2.6+07ecf1aa3bcbed22/node_modules/@radix-ui/react-switch/LICENSE</a:t>
            </a:r>
          </a:p>
          <a:p>
            <a:pPr>
              <a:defRPr sz="1200"/>
            </a:pPr>
            <a:r>
              <a:t>D:/pasar_fix/node_modules/.bun/@radix-ui+react-switch@1.2.6+07ecf1aa3bcbed22/node_modules/@radix-ui/react-switch/package.json</a:t>
            </a:r>
          </a:p>
          <a:p>
            <a:pPr>
              <a:defRPr sz="1200"/>
            </a:pPr>
            <a:r>
              <a:t>D:/pasar_fix/node_modules/.bun/@radix-ui+react-switch@1.2.6+07ecf1aa3bcbed22/node_modules/@radix-ui/react-switch/README.md</a:t>
            </a:r>
          </a:p>
          <a:p>
            <a:pPr>
              <a:defRPr sz="1200"/>
            </a:pPr>
            <a:r>
              <a:t>D:/pasar_fix/node_modules/.bun/@radix-ui+react-switch@1.2.6+07ecf1aa3bcbed22/node_modules/@radix-ui/react-switch/dist/index.d.mts</a:t>
            </a:r>
          </a:p>
          <a:p>
            <a:pPr>
              <a:defRPr sz="1200"/>
            </a:pPr>
            <a:r>
              <a:t>D:/pasar_fix/node_modules/.bun/@radix-ui+react-switch@1.2.6+07ecf1aa3bcbed22/node_modules/@radix-ui/react-switch/dist/index.d.ts</a:t>
            </a:r>
          </a:p>
          <a:p>
            <a:pPr>
              <a:defRPr sz="1200"/>
            </a:pPr>
            <a:r>
              <a:t>D:/pasar_fix/node_modules/.bun/@radix-ui+react-switch@1.2.6+07ecf1aa3bcbed22/node_modules/@radix-ui/react-switch/dist/index.js</a:t>
            </a:r>
          </a:p>
          <a:p>
            <a:pPr>
              <a:defRPr sz="1200"/>
            </a:pPr>
            <a:r>
              <a:t>D:/pasar_fix/node_modules/.bun/@radix-ui+react-switch@1.2.6+07ecf1aa3bcbed22/node_modules/@radix-ui/react-switch/dist/index.js.map</a:t>
            </a:r>
          </a:p>
          <a:p>
            <a:pPr>
              <a:defRPr sz="1200"/>
            </a:pPr>
            <a:r>
              <a:t>D:/pasar_fix/node_modules/.bun/@radix-ui+react-switch@1.2.6+07ecf1aa3bcbed22/node_modules/@radix-ui/react-switch/dist/index.mjs</a:t>
            </a:r>
          </a:p>
          <a:p>
            <a:pPr>
              <a:defRPr sz="1200"/>
            </a:pPr>
            <a:r>
              <a:t>D:/pasar_fix/node_modules/.bun/@radix-ui+react-switch@1.2.6+07ecf1aa3bcbed22/node_modules/@radix-ui/react-switch/dist/index.mjs.map</a:t>
            </a:r>
          </a:p>
          <a:p>
            <a:pPr>
              <a:defRPr sz="1200"/>
            </a:pPr>
            <a:r>
              <a:t>D:/pasar_fix/node_modules/.bun/@radix-ui+react-tabs@1.1.13+07ecf1aa3bcbed22/node_modules/@radix-ui/react-tabs/LICENSE</a:t>
            </a:r>
          </a:p>
          <a:p>
            <a:pPr>
              <a:defRPr sz="1200"/>
            </a:pPr>
            <a:r>
              <a:t>D:/pasar_fix/node_modules/.bun/@radix-ui+react-tabs@1.1.13+07ecf1aa3bcbed22/node_modules/@radix-ui/react-tabs/package.json</a:t>
            </a:r>
          </a:p>
          <a:p>
            <a:pPr>
              <a:defRPr sz="1200"/>
            </a:pPr>
            <a:r>
              <a:t>D:/pasar_fix/node_modules/.bun/@radix-ui+react-tabs@1.1.13+07ecf1aa3bcbed22/node_modules/@radix-ui/react-tabs/README.md</a:t>
            </a:r>
          </a:p>
          <a:p>
            <a:pPr>
              <a:defRPr sz="1200"/>
            </a:pPr>
            <a:r>
              <a:t>D:/pasar_fix/node_modules/.bun/@radix-ui+react-tabs@1.1.13+07ecf1aa3bcbed22/node_modules/@radix-ui/react-tabs/dist/index.d.mts</a:t>
            </a:r>
          </a:p>
          <a:p>
            <a:pPr>
              <a:defRPr sz="1200"/>
            </a:pPr>
            <a:r>
              <a:t>D:/pasar_fix/node_modules/.bun/@radix-ui+react-tabs@1.1.13+07ecf1aa3bcbed22/node_modules/@radix-ui/react-tabs/dist/index.d.ts</a:t>
            </a:r>
          </a:p>
          <a:p>
            <a:pPr>
              <a:defRPr sz="1200"/>
            </a:pPr>
            <a:r>
              <a:t>D:/pasar_fix/node_modules/.bun/@radix-ui+react-tabs@1.1.13+07ecf1aa3bcbed22/node_modules/@radix-ui/react-tabs/dist/index.js</a:t>
            </a:r>
          </a:p>
          <a:p>
            <a:pPr>
              <a:defRPr sz="1200"/>
            </a:pPr>
            <a:r>
              <a:t>D:/pasar_fix/node_modules/.bun/@radix-ui+react-tabs@1.1.13+07ecf1aa3bcbed22/node_modules/@radix-ui/react-tabs/dist/index.js.map</a:t>
            </a:r>
          </a:p>
          <a:p>
            <a:pPr>
              <a:defRPr sz="1200"/>
            </a:pPr>
            <a:r>
              <a:t>D:/pasar_fix/node_modules/.bun/@radix-ui+react-tabs@1.1.13+07ecf1aa3bcbed22/node_modules/@radix-ui/react-tabs/dist/index.mjs</a:t>
            </a:r>
          </a:p>
          <a:p>
            <a:pPr>
              <a:defRPr sz="1200"/>
            </a:pPr>
            <a:r>
              <a:t>D:/pasar_fix/node_modules/.bun/@radix-ui+react-tabs@1.1.13+07ecf1aa3bcbed22/node_modules/@radix-ui/react-tabs/dist/index.mjs.map</a:t>
            </a:r>
          </a:p>
          <a:p>
            <a:pPr>
              <a:defRPr sz="1200"/>
            </a:pPr>
            <a:r>
              <a:t>D:/pasar_fix/node_modules/.bun/@radix-ui+react-toast@1.2.15+07ecf1aa3bcbed22/node_modules/@radix-ui/react-toast/LICENSE</a:t>
            </a:r>
          </a:p>
          <a:p>
            <a:pPr>
              <a:defRPr sz="1200"/>
            </a:pPr>
            <a:r>
              <a:t>D:/pasar_fix/node_modules/.bun/@radix-ui+react-toast@1.2.15+07ecf1aa3bcbed22/node_modules/@radix-ui/react-toast/package.json</a:t>
            </a:r>
          </a:p>
          <a:p>
            <a:pPr>
              <a:defRPr sz="1200"/>
            </a:pPr>
            <a:r>
              <a:t>D:/pasar_fix/node_modules/.bun/@radix-ui+react-toast@1.2.15+07ecf1aa3bcbed22/node_modules/@radix-ui/react-toast/README.md</a:t>
            </a:r>
          </a:p>
          <a:p>
            <a:pPr>
              <a:defRPr sz="1200"/>
            </a:pPr>
            <a:r>
              <a:t>D:/pasar_fix/node_modules/.bun/@radix-ui+react-toast@1.2.15+07ecf1aa3bcbed22/node_modules/@radix-ui/react-toast/dist/index.d.mts</a:t>
            </a:r>
          </a:p>
          <a:p>
            <a:pPr>
              <a:defRPr sz="1200"/>
            </a:pPr>
            <a:r>
              <a:t>D:/pasar_fix/node_modules/.bun/@radix-ui+react-toast@1.2.15+07ecf1aa3bcbed22/node_modules/@radix-ui/react-toast/dist/index.d.ts</a:t>
            </a:r>
          </a:p>
          <a:p>
            <a:pPr>
              <a:defRPr sz="1200"/>
            </a:pPr>
            <a:r>
              <a:t>D:/pasar_fix/node_modules/.bun/@radix-ui+react-toast@1.2.15+07ecf1aa3bcbed22/node_modules/@radix-ui/react-toast/dist/index.js</a:t>
            </a:r>
          </a:p>
          <a:p>
            <a:pPr>
              <a:defRPr sz="1200"/>
            </a:pPr>
            <a:r>
              <a:t>D:/pasar_fix/node_modules/.bun/@radix-ui+react-toast@1.2.15+07ecf1aa3bcbed22/node_modules/@radix-ui/react-toast/dist/index.js.map</a:t>
            </a:r>
          </a:p>
          <a:p>
            <a:pPr>
              <a:defRPr sz="1200"/>
            </a:pPr>
            <a:r>
              <a:t>D:/pasar_fix/node_modules/.bun/@radix-ui+react-toast@1.2.15+07ecf1aa3bcbed22/node_modules/@radix-ui/react-toast/dist/index.mjs</a:t>
            </a:r>
          </a:p>
          <a:p>
            <a:pPr>
              <a:defRPr sz="1200"/>
            </a:pPr>
            <a:r>
              <a:t>D:/pasar_fix/node_modules/.bun/@radix-ui+react-toast@1.2.15+07ecf1aa3bcbed22/node_modules/@radix-ui/react-toast/dist/index.mjs.map</a:t>
            </a:r>
          </a:p>
          <a:p>
            <a:pPr>
              <a:defRPr sz="1200"/>
            </a:pPr>
            <a:r>
              <a:t>D:/pasar_fix/node_modules/.bun/@radix-ui+react-toggle-group@1.1.11+07ecf1aa3bcbed22/node_modules/@radix-ui/react-toggle-group/LICENSE</a:t>
            </a:r>
          </a:p>
          <a:p>
            <a:pPr>
              <a:defRPr sz="1200"/>
            </a:pPr>
            <a:r>
              <a:t>D:/pasar_fix/node_modules/.bun/@radix-ui+react-toggle-group@1.1.11+07ecf1aa3bcbed22/node_modules/@radix-ui/react-toggle-group/package.json</a:t>
            </a:r>
          </a:p>
          <a:p>
            <a:pPr>
              <a:defRPr sz="1200"/>
            </a:pPr>
            <a:r>
              <a:t>D:/pasar_fix/node_modules/.bun/@radix-ui+react-toggle-group@1.1.11+07ecf1aa3bcbed22/node_modules/@radix-ui/react-toggle-group/README.md</a:t>
            </a:r>
          </a:p>
          <a:p>
            <a:pPr>
              <a:defRPr sz="1200"/>
            </a:pPr>
            <a:r>
              <a:t>D:/pasar_fix/node_modules/.bun/@radix-ui+react-toggle-group@1.1.11+07ecf1aa3bcbed22/node_modules/@radix-ui/react-toggle-group/dist/index.d.mts</a:t>
            </a:r>
          </a:p>
          <a:p>
            <a:pPr>
              <a:defRPr sz="1200"/>
            </a:pPr>
            <a:r>
              <a:t>D:/pasar_fix/node_modules/.bun/@radix-ui+react-toggle-group@1.1.11+07ecf1aa3bcbed22/node_modules/@radix-ui/react-toggle-group/dist/index.d.ts</a:t>
            </a:r>
          </a:p>
          <a:p>
            <a:pPr>
              <a:defRPr sz="1200"/>
            </a:pPr>
            <a:r>
              <a:t>D:/pasar_fix/node_modules/.bun/@radix-ui+react-toggle-group@1.1.11+07ecf1aa3bcbed22/node_modules/@radix-ui/react-toggle-group/dist/index.js</a:t>
            </a:r>
          </a:p>
          <a:p>
            <a:pPr>
              <a:defRPr sz="1200"/>
            </a:pPr>
            <a:r>
              <a:t>D:/pasar_fix/node_modules/.bun/@radix-ui+react-toggle-group@1.1.11+07ecf1aa3bcbed22/node_modules/@radix-ui/react-toggle-group/dist/index.js.map</a:t>
            </a:r>
          </a:p>
          <a:p>
            <a:pPr>
              <a:defRPr sz="1200"/>
            </a:pPr>
            <a:r>
              <a:t>D:/pasar_fix/node_modules/.bun/@radix-ui+react-toggle-group@1.1.11+07ecf1aa3bcbed22/node_modules/@radix-ui/react-toggle-group/dist/index.mjs</a:t>
            </a:r>
          </a:p>
          <a:p>
            <a:pPr>
              <a:defRPr sz="1200"/>
            </a:pPr>
            <a:r>
              <a:t>D:/pasar_fix/node_modules/.bun/@radix-ui+react-toggle-group@1.1.11+07ecf1aa3bcbed22/node_modules/@radix-ui/react-toggle-group/dist/index.mjs.map</a:t>
            </a:r>
          </a:p>
          <a:p>
            <a:pPr>
              <a:defRPr sz="1200"/>
            </a:pPr>
            <a:r>
              <a:t>D:/pasar_fix/node_modules/.bun/@radix-ui+react-toggle@1.1.10+07ecf1aa3bcbed22/node_modules/@radix-ui/react-toggle/LICENSE</a:t>
            </a:r>
          </a:p>
          <a:p>
            <a:pPr>
              <a:defRPr sz="1200"/>
            </a:pPr>
            <a:r>
              <a:t>D:/pasar_fix/node_modules/.bun/@radix-ui+react-toggle@1.1.10+07ecf1aa3bcbed22/node_modules/@radix-ui/react-toggle/package.json</a:t>
            </a:r>
          </a:p>
          <a:p>
            <a:pPr>
              <a:defRPr sz="1200"/>
            </a:pPr>
            <a:r>
              <a:t>D:/pasar_fix/node_modules/.bun/@radix-ui+react-toggle@1.1.10+07ecf1aa3bcbed22/node_modules/@radix-ui/react-toggle/README.md</a:t>
            </a:r>
          </a:p>
          <a:p>
            <a:pPr>
              <a:defRPr sz="1200"/>
            </a:pPr>
            <a:r>
              <a:t>D:/pasar_fix/node_modules/.bun/@radix-ui+react-toggle@1.1.10+07ecf1aa3bcbed22/node_modules/@radix-ui/react-toggle/dist/index.d.mts</a:t>
            </a:r>
          </a:p>
          <a:p>
            <a:pPr>
              <a:defRPr sz="1200"/>
            </a:pPr>
            <a:r>
              <a:t>D:/pasar_fix/node_modules/.bun/@radix-ui+react-toggle@1.1.10+07ecf1aa3bcbed22/node_modules/@radix-ui/react-toggle/dist/index.d.ts</a:t>
            </a:r>
          </a:p>
          <a:p>
            <a:pPr>
              <a:defRPr sz="1200"/>
            </a:pPr>
            <a:r>
              <a:t>D:/pasar_fix/node_modules/.bun/@radix-ui+react-toggle@1.1.10+07ecf1aa3bcbed22/node_modules/@radix-ui/react-toggle/dist/index.js</a:t>
            </a:r>
          </a:p>
          <a:p>
            <a:pPr>
              <a:defRPr sz="1200"/>
            </a:pPr>
            <a:r>
              <a:t>D:/pasar_fix/node_modules/.bun/@radix-ui+react-toggle@1.1.10+07ecf1aa3bcbed22/node_modules/@radix-ui/react-toggle/dist/index.js.map</a:t>
            </a:r>
          </a:p>
          <a:p>
            <a:pPr>
              <a:defRPr sz="1200"/>
            </a:pPr>
            <a:r>
              <a:t>D:/pasar_fix/node_modules/.bun/@radix-ui+react-toggle@1.1.10+07ecf1aa3bcbed22/node_modules/@radix-ui/react-toggle/dist/index.mjs</a:t>
            </a:r>
          </a:p>
          <a:p>
            <a:pPr>
              <a:defRPr sz="1200"/>
            </a:pPr>
            <a:r>
              <a:t>D:/pasar_fix/node_modules/.bun/@radix-ui+react-toggle@1.1.10+07ecf1aa3bcbed22/node_modules/@radix-ui/react-toggle/dist/index.mjs.map</a:t>
            </a:r>
          </a:p>
          <a:p>
            <a:pPr>
              <a:defRPr sz="1200"/>
            </a:pPr>
            <a:r>
              <a:t>D:/pasar_fix/node_modules/.bun/@radix-ui+react-toolbar@1.1.11+07ecf1aa3bcbed22/node_modules/@radix-ui/react-toolbar/LICENSE</a:t>
            </a:r>
          </a:p>
          <a:p>
            <a:pPr>
              <a:defRPr sz="1200"/>
            </a:pPr>
            <a:r>
              <a:t>D:/pasar_fix/node_modules/.bun/@radix-ui+react-toolbar@1.1.11+07ecf1aa3bcbed22/node_modules/@radix-ui/react-toolbar/package.json</a:t>
            </a:r>
          </a:p>
          <a:p>
            <a:pPr>
              <a:defRPr sz="1200"/>
            </a:pPr>
            <a:r>
              <a:t>D:/pasar_fix/node_modules/.bun/@radix-ui+react-toolbar@1.1.11+07ecf1aa3bcbed22/node_modules/@radix-ui/react-toolbar/README.md</a:t>
            </a:r>
          </a:p>
          <a:p>
            <a:pPr>
              <a:defRPr sz="1200"/>
            </a:pPr>
            <a:r>
              <a:t>D:/pasar_fix/node_modules/.bun/@radix-ui+react-toolbar@1.1.11+07ecf1aa3bcbed22/node_modules/@radix-ui/react-toolbar/dist/index.d.mts</a:t>
            </a:r>
          </a:p>
          <a:p>
            <a:pPr>
              <a:defRPr sz="1200"/>
            </a:pPr>
            <a:r>
              <a:t>D:/pasar_fix/node_modules/.bun/@radix-ui+react-toolbar@1.1.11+07ecf1aa3bcbed22/node_modules/@radix-ui/react-toolbar/dist/index.d.ts</a:t>
            </a:r>
          </a:p>
          <a:p>
            <a:pPr>
              <a:defRPr sz="1200"/>
            </a:pPr>
            <a:r>
              <a:t>D:/pasar_fix/node_modules/.bun/@radix-ui+react-toolbar@1.1.11+07ecf1aa3bcbed22/node_modules/@radix-ui/react-toolbar/dist/index.js</a:t>
            </a:r>
          </a:p>
          <a:p>
            <a:pPr>
              <a:defRPr sz="1200"/>
            </a:pPr>
            <a:r>
              <a:t>D:/pasar_fix/node_modules/.bun/@radix-ui+react-toolbar@1.1.11+07ecf1aa3bcbed22/node_modules/@radix-ui/react-toolbar/dist/index.js.map</a:t>
            </a:r>
          </a:p>
          <a:p>
            <a:pPr>
              <a:defRPr sz="1200"/>
            </a:pPr>
            <a:r>
              <a:t>D:/pasar_fix/node_modules/.bun/@radix-ui+react-toolbar@1.1.11+07ecf1aa3bcbed22/node_modules/@radix-ui/react-toolbar/dist/index.mjs</a:t>
            </a:r>
          </a:p>
          <a:p>
            <a:pPr>
              <a:defRPr sz="1200"/>
            </a:pPr>
            <a:r>
              <a:t>D:/pasar_fix/node_modules/.bun/@radix-ui+react-toolbar@1.1.11+07ecf1aa3bcbed22/node_modules/@radix-ui/react-toolbar/dist/index.mjs.map</a:t>
            </a:r>
          </a:p>
          <a:p>
            <a:pPr>
              <a:defRPr sz="1200"/>
            </a:pPr>
            <a:r>
              <a:t>D:/pasar_fix/node_modules/.bun/@radix-ui+react-tooltip@1.2.8+07ecf1aa3bcbed22/node_modules/@radix-ui/react-tooltip/LICENSE</a:t>
            </a:r>
          </a:p>
          <a:p>
            <a:pPr>
              <a:defRPr sz="1200"/>
            </a:pPr>
            <a:r>
              <a:t>D:/pasar_fix/node_modules/.bun/@radix-ui+react-tooltip@1.2.8+07ecf1aa3bcbed22/node_modules/@radix-ui/react-tooltip/package.json</a:t>
            </a:r>
          </a:p>
          <a:p>
            <a:pPr>
              <a:defRPr sz="1200"/>
            </a:pPr>
            <a:r>
              <a:t>D:/pasar_fix/node_modules/.bun/@radix-ui+react-tooltip@1.2.8+07ecf1aa3bcbed22/node_modules/@radix-ui/react-tooltip/README.md</a:t>
            </a:r>
          </a:p>
          <a:p>
            <a:pPr>
              <a:defRPr sz="1200"/>
            </a:pPr>
            <a:r>
              <a:t>D:/pasar_fix/node_modules/.bun/@radix-ui+react-tooltip@1.2.8+07ecf1aa3bcbed22/node_modules/@radix-ui/react-tooltip/dist/index.d.mts</a:t>
            </a:r>
          </a:p>
          <a:p>
            <a:pPr>
              <a:defRPr sz="1200"/>
            </a:pPr>
            <a:r>
              <a:t>D:/pasar_fix/node_modules/.bun/@radix-ui+react-tooltip@1.2.8+07ecf1aa3bcbed22/node_modules/@radix-ui/react-tooltip/dist/index.d.ts</a:t>
            </a:r>
          </a:p>
          <a:p>
            <a:pPr>
              <a:defRPr sz="1200"/>
            </a:pPr>
            <a:r>
              <a:t>D:/pasar_fix/node_modules/.bun/@radix-ui+react-tooltip@1.2.8+07ecf1aa3bcbed22/node_modules/@radix-ui/react-tooltip/dist/index.js</a:t>
            </a:r>
          </a:p>
          <a:p>
            <a:pPr>
              <a:defRPr sz="1200"/>
            </a:pPr>
            <a:r>
              <a:t>D:/pasar_fix/node_modules/.bun/@radix-ui+react-tooltip@1.2.8+07ecf1aa3bcbed22/node_modules/@radix-ui/react-tooltip/dist/index.js.map</a:t>
            </a:r>
          </a:p>
          <a:p>
            <a:pPr>
              <a:defRPr sz="1200"/>
            </a:pPr>
            <a:r>
              <a:t>D:/pasar_fix/node_modules/.bun/@radix-ui+react-tooltip@1.2.8+07ecf1aa3bcbed22/node_modules/@radix-ui/react-tooltip/dist/index.mjs</a:t>
            </a:r>
          </a:p>
          <a:p>
            <a:pPr>
              <a:defRPr sz="1200"/>
            </a:pPr>
            <a:r>
              <a:t>D:/pasar_fix/node_modules/.bun/@radix-ui+react-tooltip@1.2.8+07ecf1aa3bcbed22/node_modules/@radix-ui/react-tooltip/dist/index.mjs.map</a:t>
            </a:r>
          </a:p>
          <a:p>
            <a:pPr>
              <a:defRPr sz="1200"/>
            </a:pPr>
            <a:r>
              <a:t>D:/pasar_fix/node_modules/.bun/@radix-ui+react-use-callback-ref@1.1.1+bf264c7668a20073/node_modules/@radix-ui/react-use-callback-ref/package.json</a:t>
            </a:r>
          </a:p>
          <a:p>
            <a:pPr>
              <a:defRPr sz="1200"/>
            </a:pPr>
            <a:r>
              <a:t>D:/pasar_fix/node_modules/.bun/@radix-ui+react-use-callback-ref@1.1.1+bf264c7668a20073/node_modules/@radix-ui/react-use-callback-ref/README.md</a:t>
            </a:r>
          </a:p>
          <a:p>
            <a:pPr>
              <a:defRPr sz="1200"/>
            </a:pPr>
            <a:r>
              <a:t>D:/pasar_fix/node_modules/.bun/@radix-ui+react-use-callback-ref@1.1.1+bf264c7668a20073/node_modules/@radix-ui/react-use-callback-ref/dist/index.d.mts</a:t>
            </a:r>
          </a:p>
          <a:p>
            <a:pPr>
              <a:defRPr sz="1200"/>
            </a:pPr>
            <a:r>
              <a:t>D:/pasar_fix/node_modules/.bun/@radix-ui+react-use-callback-ref@1.1.1+bf264c7668a20073/node_modules/@radix-ui/react-use-callback-ref/dist/index.d.ts</a:t>
            </a:r>
          </a:p>
          <a:p>
            <a:pPr>
              <a:defRPr sz="1200"/>
            </a:pPr>
            <a:r>
              <a:t>D:/pasar_fix/node_modules/.bun/@radix-ui+react-use-callback-ref@1.1.1+bf264c7668a20073/node_modules/@radix-ui/react-use-callback-ref/dist/index.js</a:t>
            </a:r>
          </a:p>
          <a:p>
            <a:pPr>
              <a:defRPr sz="1200"/>
            </a:pPr>
            <a:r>
              <a:t>D:/pasar_fix/node_modules/.bun/@radix-ui+react-use-callback-ref@1.1.1+bf264c7668a20073/node_modules/@radix-ui/react-use-callback-ref/dist/index.js.map</a:t>
            </a:r>
          </a:p>
          <a:p>
            <a:pPr>
              <a:defRPr sz="1200"/>
            </a:pPr>
            <a:r>
              <a:t>D:/pasar_fix/node_modules/.bun/@radix-ui+react-use-callback-ref@1.1.1+bf264c7668a20073/node_modules/@radix-ui/react-use-callback-ref/dist/index.mjs</a:t>
            </a:r>
          </a:p>
          <a:p>
            <a:pPr>
              <a:defRPr sz="1200"/>
            </a:pPr>
            <a:r>
              <a:t>D:/pasar_fix/node_modules/.bun/@radix-ui+react-use-callback-ref@1.1.1+bf264c7668a20073/node_modules/@radix-ui/react-use-callback-ref/dist/index.mjs.map</a:t>
            </a:r>
          </a:p>
          <a:p>
            <a:pPr>
              <a:defRPr sz="1200"/>
            </a:pPr>
            <a:r>
              <a:t>D:/pasar_fix/node_modules/.bun/@radix-ui+react-use-controllable-state@1.2.2+bf264c7668a20073/node_modules/@radix-ui/react-use-controllable-state/LICENSE</a:t>
            </a:r>
          </a:p>
          <a:p>
            <a:pPr>
              <a:defRPr sz="1200"/>
            </a:pPr>
            <a:r>
              <a:t>D:/pasar_fix/node_modules/.bun/@radix-ui+react-use-controllable-state@1.2.2+bf264c7668a20073/node_modules/@radix-ui/react-use-controllable-state/package.json</a:t>
            </a:r>
          </a:p>
          <a:p>
            <a:pPr>
              <a:defRPr sz="1200"/>
            </a:pPr>
            <a:r>
              <a:t>D:/pasar_fix/node_modules/.bun/@radix-ui+react-use-controllable-state@1.2.2+bf264c7668a20073/node_modules/@radix-ui/react-use-controllable-state/README.md</a:t>
            </a:r>
          </a:p>
          <a:p>
            <a:pPr>
              <a:defRPr sz="1200"/>
            </a:pPr>
            <a:r>
              <a:t>D:/pasar_fix/node_modules/.bun/@radix-ui+react-use-controllable-state@1.2.2+bf264c7668a20073/node_modules/@radix-ui/react-use-controllable-state/dist/index.d.mts</a:t>
            </a:r>
          </a:p>
          <a:p>
            <a:pPr>
              <a:defRPr sz="1200"/>
            </a:pPr>
            <a:r>
              <a:t>D:/pasar_fix/node_modules/.bun/@radix-ui+react-use-controllable-state@1.2.2+bf264c7668a20073/node_modules/@radix-ui/react-use-controllable-state/dist/index.d.ts</a:t>
            </a:r>
          </a:p>
          <a:p>
            <a:pPr>
              <a:defRPr sz="1200"/>
            </a:pPr>
            <a:r>
              <a:t>D:/pasar_fix/node_modules/.bun/@radix-ui+react-use-controllable-state@1.2.2+bf264c7668a20073/node_modules/@radix-ui/react-use-controllable-state/dist/index.js</a:t>
            </a:r>
          </a:p>
          <a:p>
            <a:pPr>
              <a:defRPr sz="1200"/>
            </a:pPr>
            <a:r>
              <a:t>D:/pasar_fix/node_modules/.bun/@radix-ui+react-use-controllable-state@1.2.2+bf264c7668a20073/node_modules/@radix-ui/react-use-controllable-state/dist/index.js.map</a:t>
            </a:r>
          </a:p>
          <a:p>
            <a:pPr>
              <a:defRPr sz="1200"/>
            </a:pPr>
            <a:r>
              <a:t>D:/pasar_fix/node_modules/.bun/@radix-ui+react-use-controllable-state@1.2.2+bf264c7668a20073/node_modules/@radix-ui/react-use-controllable-state/dist/index.mjs</a:t>
            </a:r>
          </a:p>
          <a:p>
            <a:pPr>
              <a:defRPr sz="1200"/>
            </a:pPr>
            <a:r>
              <a:t>D:/pasar_fix/node_modules/.bun/@radix-ui+react-use-controllable-state@1.2.2+bf264c7668a20073/node_modules/@radix-ui/react-use-controllable-state/dist/index.mjs.map</a:t>
            </a:r>
          </a:p>
          <a:p>
            <a:pPr>
              <a:defRPr sz="1200"/>
            </a:pPr>
            <a:r>
              <a:t>D:/pasar_fix/node_modules/.bun/@radix-ui+react-use-effect-event@0.0.2+bf264c7668a20073/node_modules/@radix-ui/react-use-effect-event/LICENSE</a:t>
            </a:r>
          </a:p>
          <a:p>
            <a:pPr>
              <a:defRPr sz="1200"/>
            </a:pPr>
            <a:r>
              <a:t>D:/pasar_fix/node_modules/.bun/@radix-ui+react-use-effect-event@0.0.2+bf264c7668a20073/node_modules/@radix-ui/react-use-effect-event/package.json</a:t>
            </a:r>
          </a:p>
          <a:p>
            <a:pPr>
              <a:defRPr sz="1200"/>
            </a:pPr>
            <a:r>
              <a:t>D:/pasar_fix/node_modules/.bun/@radix-ui+react-use-effect-event@0.0.2+bf264c7668a20073/node_modules/@radix-ui/react-use-effect-event/README.md</a:t>
            </a:r>
          </a:p>
          <a:p>
            <a:pPr>
              <a:defRPr sz="1200"/>
            </a:pPr>
            <a:r>
              <a:t>D:/pasar_fix/node_modules/.bun/@radix-ui+react-use-effect-event@0.0.2+bf264c7668a20073/node_modules/@radix-ui/react-use-effect-event/dist/index.d.mts</a:t>
            </a:r>
          </a:p>
          <a:p>
            <a:pPr>
              <a:defRPr sz="1200"/>
            </a:pPr>
            <a:r>
              <a:t>D:/pasar_fix/node_modules/.bun/@radix-ui+react-use-effect-event@0.0.2+bf264c7668a20073/node_modules/@radix-ui/react-use-effect-event/dist/index.d.ts</a:t>
            </a:r>
          </a:p>
          <a:p>
            <a:pPr>
              <a:defRPr sz="1200"/>
            </a:pPr>
            <a:r>
              <a:t>D:/pasar_fix/node_modules/.bun/@radix-ui+react-use-effect-event@0.0.2+bf264c7668a20073/node_modules/@radix-ui/react-use-effect-event/dist/index.js</a:t>
            </a:r>
          </a:p>
          <a:p>
            <a:pPr>
              <a:defRPr sz="1200"/>
            </a:pPr>
            <a:r>
              <a:t>D:/pasar_fix/node_modules/.bun/@radix-ui+react-use-effect-event@0.0.2+bf264c7668a20073/node_modules/@radix-ui/react-use-effect-event/dist/index.js.map</a:t>
            </a:r>
          </a:p>
          <a:p>
            <a:pPr>
              <a:defRPr sz="1200"/>
            </a:pPr>
            <a:r>
              <a:t>D:/pasar_fix/node_modules/.bun/@radix-ui+react-use-effect-event@0.0.2+bf264c7668a20073/node_modules/@radix-ui/react-use-effect-event/dist/index.mjs</a:t>
            </a:r>
          </a:p>
          <a:p>
            <a:pPr>
              <a:defRPr sz="1200"/>
            </a:pPr>
            <a:r>
              <a:t>D:/pasar_fix/node_modules/.bun/@radix-ui+react-use-effect-event@0.0.2+bf264c7668a20073/node_modules/@radix-ui/react-use-effect-event/dist/index.mjs.map</a:t>
            </a:r>
          </a:p>
          <a:p>
            <a:pPr>
              <a:defRPr sz="1200"/>
            </a:pPr>
            <a:r>
              <a:t>D:/pasar_fix/node_modules/.bun/@radix-ui+react-use-effect-event@0.0.2+bf264c7668a20073/node_modules/@radix-ui/react-use-effect-event/src/index.ts</a:t>
            </a:r>
          </a:p>
          <a:p>
            <a:pPr>
              <a:defRPr sz="1200"/>
            </a:pPr>
            <a:r>
              <a:t>D:/pasar_fix/node_modules/.bun/@radix-ui+react-use-effect-event@0.0.2+bf264c7668a20073/node_modules/@radix-ui/react-use-effect-event/src/use-effect-event.tsx</a:t>
            </a:r>
          </a:p>
          <a:p>
            <a:pPr>
              <a:defRPr sz="1200"/>
            </a:pPr>
            <a:r>
              <a:t>D:/pasar_fix/node_modules/.bun/@radix-ui+react-use-escape-keydown@1.1.1+bf264c7668a20073/node_modules/@radix-ui/react-use-escape-keydown/package.json</a:t>
            </a:r>
          </a:p>
          <a:p>
            <a:pPr>
              <a:defRPr sz="1200"/>
            </a:pPr>
            <a:r>
              <a:t>D:/pasar_fix/node_modules/.bun/@radix-ui+react-use-escape-keydown@1.1.1+bf264c7668a20073/node_modules/@radix-ui/react-use-escape-keydown/README.md</a:t>
            </a:r>
          </a:p>
          <a:p>
            <a:pPr>
              <a:defRPr sz="1200"/>
            </a:pPr>
            <a:r>
              <a:t>D:/pasar_fix/node_modules/.bun/@radix-ui+react-use-escape-keydown@1.1.1+bf264c7668a20073/node_modules/@radix-ui/react-use-escape-keydown/dist/index.d.mts</a:t>
            </a:r>
          </a:p>
          <a:p>
            <a:pPr>
              <a:defRPr sz="1200"/>
            </a:pPr>
            <a:r>
              <a:t>D:/pasar_fix/node_modules/.bun/@radix-ui+react-use-escape-keydown@1.1.1+bf264c7668a20073/node_modules/@radix-ui/react-use-escape-keydown/dist/index.d.ts</a:t>
            </a:r>
          </a:p>
          <a:p>
            <a:pPr>
              <a:defRPr sz="1200"/>
            </a:pPr>
            <a:r>
              <a:t>D:/pasar_fix/node_modules/.bun/@radix-ui+react-use-escape-keydown@1.1.1+bf264c7668a20073/node_modules/@radix-ui/react-use-escape-keydown/dist/index.js</a:t>
            </a:r>
          </a:p>
          <a:p>
            <a:pPr>
              <a:defRPr sz="1200"/>
            </a:pPr>
            <a:r>
              <a:t>D:/pasar_fix/node_modules/.bun/@radix-ui+react-use-escape-keydown@1.1.1+bf264c7668a20073/node_modules/@radix-ui/react-use-escape-keydown/dist/index.js.map</a:t>
            </a:r>
          </a:p>
          <a:p>
            <a:pPr>
              <a:defRPr sz="1200"/>
            </a:pPr>
            <a:r>
              <a:t>D:/pasar_fix/node_modules/.bun/@radix-ui+react-use-escape-keydown@1.1.1+bf264c7668a20073/node_modules/@radix-ui/react-use-escape-keydown/dist/index.mjs</a:t>
            </a:r>
          </a:p>
          <a:p>
            <a:pPr>
              <a:defRPr sz="1200"/>
            </a:pPr>
            <a:r>
              <a:t>D:/pasar_fix/node_modules/.bun/@radix-ui+react-use-escape-keydown@1.1.1+bf264c7668a20073/node_modules/@radix-ui/react-use-escape-keydown/dist/index.mjs.map</a:t>
            </a:r>
          </a:p>
          <a:p>
            <a:pPr>
              <a:defRPr sz="1200"/>
            </a:pPr>
            <a:r>
              <a:t>D:/pasar_fix/node_modules/.bun/@radix-ui+react-use-is-hydrated@0.1.0+bf264c7668a20073/node_modules/@radix-ui/react-use-is-hydrated/LICENSE</a:t>
            </a:r>
          </a:p>
          <a:p>
            <a:pPr>
              <a:defRPr sz="1200"/>
            </a:pPr>
            <a:r>
              <a:t>D:/pasar_fix/node_modules/.bun/@radix-ui+react-use-is-hydrated@0.1.0+bf264c7668a20073/node_modules/@radix-ui/react-use-is-hydrated/package.json</a:t>
            </a:r>
          </a:p>
          <a:p>
            <a:pPr>
              <a:defRPr sz="1200"/>
            </a:pPr>
            <a:r>
              <a:t>D:/pasar_fix/node_modules/.bun/@radix-ui+react-use-is-hydrated@0.1.0+bf264c7668a20073/node_modules/@radix-ui/react-use-is-hydrated/README.md</a:t>
            </a:r>
          </a:p>
          <a:p>
            <a:pPr>
              <a:defRPr sz="1200"/>
            </a:pPr>
            <a:r>
              <a:t>D:/pasar_fix/node_modules/.bun/@radix-ui+react-use-is-hydrated@0.1.0+bf264c7668a20073/node_modules/@radix-ui/react-use-is-hydrated/dist/index.d.mts</a:t>
            </a:r>
          </a:p>
          <a:p>
            <a:pPr>
              <a:defRPr sz="1200"/>
            </a:pPr>
            <a:r>
              <a:t>D:/pasar_fix/node_modules/.bun/@radix-ui+react-use-is-hydrated@0.1.0+bf264c7668a20073/node_modules/@radix-ui/react-use-is-hydrated/dist/index.d.ts</a:t>
            </a:r>
          </a:p>
          <a:p>
            <a:pPr>
              <a:defRPr sz="1200"/>
            </a:pPr>
            <a:r>
              <a:t>D:/pasar_fix/node_modules/.bun/@radix-ui+react-use-is-hydrated@0.1.0+bf264c7668a20073/node_modules/@radix-ui/react-use-is-hydrated/dist/index.js</a:t>
            </a:r>
          </a:p>
          <a:p>
            <a:pPr>
              <a:defRPr sz="1200"/>
            </a:pPr>
            <a:r>
              <a:t>D:/pasar_fix/node_modules/.bun/@radix-ui+react-use-is-hydrated@0.1.0+bf264c7668a20073/node_modules/@radix-ui/react-use-is-hydrated/dist/index.js.map</a:t>
            </a:r>
          </a:p>
          <a:p>
            <a:pPr>
              <a:defRPr sz="1200"/>
            </a:pPr>
            <a:r>
              <a:t>D:/pasar_fix/node_modules/.bun/@radix-ui+react-use-is-hydrated@0.1.0+bf264c7668a20073/node_modules/@radix-ui/react-use-is-hydrated/dist/index.mjs</a:t>
            </a:r>
          </a:p>
          <a:p>
            <a:pPr>
              <a:defRPr sz="1200"/>
            </a:pPr>
            <a:r>
              <a:t>D:/pasar_fix/node_modules/.bun/@radix-ui+react-use-is-hydrated@0.1.0+bf264c7668a20073/node_modules/@radix-ui/react-use-is-hydrated/dist/index.mjs.map</a:t>
            </a:r>
          </a:p>
          <a:p>
            <a:pPr>
              <a:defRPr sz="1200"/>
            </a:pPr>
            <a:r>
              <a:t>D:/pasar_fix/node_modules/.bun/@radix-ui+react-use-is-hydrated@0.1.0+bf264c7668a20073/node_modules/@radix-ui/react-use-is-hydrated/src/index.ts</a:t>
            </a:r>
          </a:p>
          <a:p>
            <a:pPr>
              <a:defRPr sz="1200"/>
            </a:pPr>
            <a:r>
              <a:t>D:/pasar_fix/node_modules/.bun/@radix-ui+react-use-is-hydrated@0.1.0+bf264c7668a20073/node_modules/@radix-ui/react-use-is-hydrated/src/use-is-hydrated.tsx</a:t>
            </a:r>
          </a:p>
          <a:p>
            <a:pPr>
              <a:defRPr sz="1200"/>
            </a:pPr>
            <a:r>
              <a:t>D:/pasar_fix/node_modules/.bun/@radix-ui+react-use-layout-effect@1.1.1+bf264c7668a20073/node_modules/@radix-ui/react-use-layout-effect/package.json</a:t>
            </a:r>
          </a:p>
          <a:p>
            <a:pPr>
              <a:defRPr sz="1200"/>
            </a:pPr>
            <a:r>
              <a:t>D:/pasar_fix/node_modules/.bun/@radix-ui+react-use-layout-effect@1.1.1+bf264c7668a20073/node_modules/@radix-ui/react-use-layout-effect/README.md</a:t>
            </a:r>
          </a:p>
          <a:p>
            <a:pPr>
              <a:defRPr sz="1200"/>
            </a:pPr>
            <a:r>
              <a:t>D:/pasar_fix/node_modules/.bun/@radix-ui+react-use-layout-effect@1.1.1+bf264c7668a20073/node_modules/@radix-ui/react-use-layout-effect/dist/index.d.mts</a:t>
            </a:r>
          </a:p>
          <a:p>
            <a:pPr>
              <a:defRPr sz="1200"/>
            </a:pPr>
            <a:r>
              <a:t>D:/pasar_fix/node_modules/.bun/@radix-ui+react-use-layout-effect@1.1.1+bf264c7668a20073/node_modules/@radix-ui/react-use-layout-effect/dist/index.d.ts</a:t>
            </a:r>
          </a:p>
          <a:p>
            <a:pPr>
              <a:defRPr sz="1200"/>
            </a:pPr>
            <a:r>
              <a:t>D:/pasar_fix/node_modules/.bun/@radix-ui+react-use-layout-effect@1.1.1+bf264c7668a20073/node_modules/@radix-ui/react-use-layout-effect/dist/index.js</a:t>
            </a:r>
          </a:p>
          <a:p>
            <a:pPr>
              <a:defRPr sz="1200"/>
            </a:pPr>
            <a:r>
              <a:t>D:/pasar_fix/node_modules/.bun/@radix-ui+react-use-layout-effect@1.1.1+bf264c7668a20073/node_modules/@radix-ui/react-use-layout-effect/dist/index.js.map</a:t>
            </a:r>
          </a:p>
          <a:p>
            <a:pPr>
              <a:defRPr sz="1200"/>
            </a:pPr>
            <a:r>
              <a:t>D:/pasar_fix/node_modules/.bun/@radix-ui+react-use-layout-effect@1.1.1+bf264c7668a20073/node_modules/@radix-ui/react-use-layout-effect/dist/index.mjs</a:t>
            </a:r>
          </a:p>
          <a:p>
            <a:pPr>
              <a:defRPr sz="1200"/>
            </a:pPr>
            <a:r>
              <a:t>D:/pasar_fix/node_modules/.bun/@radix-ui+react-use-layout-effect@1.1.1+bf264c7668a20073/node_modules/@radix-ui/react-use-layout-effect/dist/index.mjs.map</a:t>
            </a:r>
          </a:p>
          <a:p>
            <a:pPr>
              <a:defRPr sz="1200"/>
            </a:pPr>
            <a:r>
              <a:t>D:/pasar_fix/node_modules/.bun/@radix-ui+react-use-previous@1.1.1+bf264c7668a20073/node_modules/@radix-ui/react-use-previous/package.json</a:t>
            </a:r>
          </a:p>
          <a:p>
            <a:pPr>
              <a:defRPr sz="1200"/>
            </a:pPr>
            <a:r>
              <a:t>D:/pasar_fix/node_modules/.bun/@radix-ui+react-use-previous@1.1.1+bf264c7668a20073/node_modules/@radix-ui/react-use-previous/README.md</a:t>
            </a:r>
          </a:p>
          <a:p>
            <a:pPr>
              <a:defRPr sz="1200"/>
            </a:pPr>
            <a:r>
              <a:t>D:/pasar_fix/node_modules/.bun/@radix-ui+react-use-previous@1.1.1+bf264c7668a20073/node_modules/@radix-ui/react-use-previous/dist/index.d.mts</a:t>
            </a:r>
          </a:p>
          <a:p>
            <a:pPr>
              <a:defRPr sz="1200"/>
            </a:pPr>
            <a:r>
              <a:t>D:/pasar_fix/node_modules/.bun/@radix-ui+react-use-previous@1.1.1+bf264c7668a20073/node_modules/@radix-ui/react-use-previous/dist/index.d.ts</a:t>
            </a:r>
          </a:p>
          <a:p>
            <a:pPr>
              <a:defRPr sz="1200"/>
            </a:pPr>
            <a:r>
              <a:t>D:/pasar_fix/node_modules/.bun/@radix-ui+react-use-previous@1.1.1+bf264c7668a20073/node_modules/@radix-ui/react-use-previous/dist/index.js</a:t>
            </a:r>
          </a:p>
          <a:p>
            <a:pPr>
              <a:defRPr sz="1200"/>
            </a:pPr>
            <a:r>
              <a:t>D:/pasar_fix/node_modules/.bun/@radix-ui+react-use-previous@1.1.1+bf264c7668a20073/node_modules/@radix-ui/react-use-previous/dist/index.js.map</a:t>
            </a:r>
          </a:p>
          <a:p>
            <a:pPr>
              <a:defRPr sz="1200"/>
            </a:pPr>
            <a:r>
              <a:t>D:/pasar_fix/node_modules/.bun/@radix-ui+react-use-previous@1.1.1+bf264c7668a20073/node_modules/@radix-ui/react-use-previous/dist/index.mjs</a:t>
            </a:r>
          </a:p>
          <a:p>
            <a:pPr>
              <a:defRPr sz="1200"/>
            </a:pPr>
            <a:r>
              <a:t>D:/pasar_fix/node_modules/.bun/@radix-ui+react-use-previous@1.1.1+bf264c7668a20073/node_modules/@radix-ui/react-use-previous/dist/index.mjs.map</a:t>
            </a:r>
          </a:p>
          <a:p>
            <a:pPr>
              <a:defRPr sz="1200"/>
            </a:pPr>
            <a:r>
              <a:t>D:/pasar_fix/node_modules/.bun/@radix-ui+react-use-rect@1.1.1+bf264c7668a20073/node_modules/@radix-ui/react-use-rect/package.json</a:t>
            </a:r>
          </a:p>
          <a:p>
            <a:pPr>
              <a:defRPr sz="1200"/>
            </a:pPr>
            <a:r>
              <a:t>D:/pasar_fix/node_modules/.bun/@radix-ui+react-use-rect@1.1.1+bf264c7668a20073/node_modules/@radix-ui/react-use-rect/README.md</a:t>
            </a:r>
          </a:p>
          <a:p>
            <a:pPr>
              <a:defRPr sz="1200"/>
            </a:pPr>
            <a:r>
              <a:t>D:/pasar_fix/node_modules/.bun/@radix-ui+react-use-rect@1.1.1+bf264c7668a20073/node_modules/@radix-ui/react-use-rect/dist/index.d.mts</a:t>
            </a:r>
          </a:p>
          <a:p>
            <a:pPr>
              <a:defRPr sz="1200"/>
            </a:pPr>
            <a:r>
              <a:t>D:/pasar_fix/node_modules/.bun/@radix-ui+react-use-rect@1.1.1+bf264c7668a20073/node_modules/@radix-ui/react-use-rect/dist/index.d.ts</a:t>
            </a:r>
          </a:p>
          <a:p>
            <a:pPr>
              <a:defRPr sz="1200"/>
            </a:pPr>
            <a:r>
              <a:t>D:/pasar_fix/node_modules/.bun/@radix-ui+react-use-rect@1.1.1+bf264c7668a20073/node_modules/@radix-ui/react-use-rect/dist/index.js</a:t>
            </a:r>
          </a:p>
          <a:p>
            <a:pPr>
              <a:defRPr sz="1200"/>
            </a:pPr>
            <a:r>
              <a:t>D:/pasar_fix/node_modules/.bun/@radix-ui+react-use-rect@1.1.1+bf264c7668a20073/node_modules/@radix-ui/react-use-rect/dist/index.js.map</a:t>
            </a:r>
          </a:p>
          <a:p>
            <a:pPr>
              <a:defRPr sz="1200"/>
            </a:pPr>
            <a:r>
              <a:t>D:/pasar_fix/node_modules/.bun/@radix-ui+react-use-rect@1.1.1+bf264c7668a20073/node_modules/@radix-ui/react-use-rect/dist/index.mjs</a:t>
            </a:r>
          </a:p>
          <a:p>
            <a:pPr>
              <a:defRPr sz="1200"/>
            </a:pPr>
            <a:r>
              <a:t>D:/pasar_fix/node_modules/.bun/@radix-ui+react-use-rect@1.1.1+bf264c7668a20073/node_modules/@radix-ui/react-use-rect/dist/index.mjs.map</a:t>
            </a:r>
          </a:p>
          <a:p>
            <a:pPr>
              <a:defRPr sz="1200"/>
            </a:pPr>
            <a:r>
              <a:t>D:/pasar_fix/node_modules/.bun/@radix-ui+react-use-size@1.1.1+bf264c7668a20073/node_modules/@radix-ui/react-use-size/package.json</a:t>
            </a:r>
          </a:p>
          <a:p>
            <a:pPr>
              <a:defRPr sz="1200"/>
            </a:pPr>
            <a:r>
              <a:t>D:/pasar_fix/node_modules/.bun/@radix-ui+react-use-size@1.1.1+bf264c7668a20073/node_modules/@radix-ui/react-use-size/README.md</a:t>
            </a:r>
          </a:p>
          <a:p>
            <a:pPr>
              <a:defRPr sz="1200"/>
            </a:pPr>
            <a:r>
              <a:t>D:/pasar_fix/node_modules/.bun/@radix-ui+react-use-size@1.1.1+bf264c7668a20073/node_modules/@radix-ui/react-use-size/dist/index.d.mts</a:t>
            </a:r>
          </a:p>
          <a:p>
            <a:pPr>
              <a:defRPr sz="1200"/>
            </a:pPr>
            <a:r>
              <a:t>D:/pasar_fix/node_modules/.bun/@radix-ui+react-use-size@1.1.1+bf264c7668a20073/node_modules/@radix-ui/react-use-size/dist/index.d.ts</a:t>
            </a:r>
          </a:p>
          <a:p>
            <a:pPr>
              <a:defRPr sz="1200"/>
            </a:pPr>
            <a:r>
              <a:t>D:/pasar_fix/node_modules/.bun/@radix-ui+react-use-size@1.1.1+bf264c7668a20073/node_modules/@radix-ui/react-use-size/dist/index.js</a:t>
            </a:r>
          </a:p>
          <a:p>
            <a:pPr>
              <a:defRPr sz="1200"/>
            </a:pPr>
            <a:r>
              <a:t>D:/pasar_fix/node_modules/.bun/@radix-ui+react-use-size@1.1.1+bf264c7668a20073/node_modules/@radix-ui/react-use-size/dist/index.js.map</a:t>
            </a:r>
          </a:p>
          <a:p>
            <a:pPr>
              <a:defRPr sz="1200"/>
            </a:pPr>
            <a:r>
              <a:t>D:/pasar_fix/node_modules/.bun/@radix-ui+react-use-size@1.1.1+bf264c7668a20073/node_modules/@radix-ui/react-use-size/dist/index.mjs</a:t>
            </a:r>
          </a:p>
          <a:p>
            <a:pPr>
              <a:defRPr sz="1200"/>
            </a:pPr>
            <a:r>
              <a:t>D:/pasar_fix/node_modules/.bun/@radix-ui+react-use-size@1.1.1+bf264c7668a20073/node_modules/@radix-ui/react-use-size/dist/index.mjs.map</a:t>
            </a:r>
          </a:p>
          <a:p>
            <a:pPr>
              <a:defRPr sz="1200"/>
            </a:pPr>
            <a:r>
              <a:t>D:/pasar_fix/node_modules/.bun/@radix-ui+react-visually-hidden@1.2.3+07ecf1aa3bcbed22/node_modules/@radix-ui/react-visually-hidden/LICENSE</a:t>
            </a:r>
          </a:p>
          <a:p>
            <a:pPr>
              <a:defRPr sz="1200"/>
            </a:pPr>
            <a:r>
              <a:t>D:/pasar_fix/node_modules/.bun/@radix-ui+react-visually-hidden@1.2.3+07ecf1aa3bcbed22/node_modules/@radix-ui/react-visually-hidden/package.json</a:t>
            </a:r>
          </a:p>
          <a:p>
            <a:pPr>
              <a:defRPr sz="1200"/>
            </a:pPr>
            <a:r>
              <a:t>D:/pasar_fix/node_modules/.bun/@radix-ui+react-visually-hidden@1.2.3+07ecf1aa3bcbed22/node_modules/@radix-ui/react-visually-hidden/README.md</a:t>
            </a:r>
          </a:p>
          <a:p>
            <a:pPr>
              <a:defRPr sz="1200"/>
            </a:pPr>
            <a:r>
              <a:t>D:/pasar_fix/node_modules/.bun/@radix-ui+react-visually-hidden@1.2.3+07ecf1aa3bcbed22/node_modules/@radix-ui/react-visually-hidden/dist/index.d.mts</a:t>
            </a:r>
          </a:p>
          <a:p>
            <a:pPr>
              <a:defRPr sz="1200"/>
            </a:pPr>
            <a:r>
              <a:t>D:/pasar_fix/node_modules/.bun/@radix-ui+react-visually-hidden@1.2.3+07ecf1aa3bcbed22/node_modules/@radix-ui/react-visually-hidden/dist/index.d.ts</a:t>
            </a:r>
          </a:p>
          <a:p>
            <a:pPr>
              <a:defRPr sz="1200"/>
            </a:pPr>
            <a:r>
              <a:t>D:/pasar_fix/node_modules/.bun/@radix-ui+react-visually-hidden@1.2.3+07ecf1aa3bcbed22/node_modules/@radix-ui/react-visually-hidden/dist/index.js</a:t>
            </a:r>
          </a:p>
          <a:p>
            <a:pPr>
              <a:defRPr sz="1200"/>
            </a:pPr>
            <a:r>
              <a:t>D:/pasar_fix/node_modules/.bun/@radix-ui+react-visually-hidden@1.2.3+07ecf1aa3bcbed22/node_modules/@radix-ui/react-visually-hidden/dist/index.js.map</a:t>
            </a:r>
          </a:p>
          <a:p>
            <a:pPr>
              <a:defRPr sz="1200"/>
            </a:pPr>
            <a:r>
              <a:t>D:/pasar_fix/node_modules/.bun/@radix-ui+react-visually-hidden@1.2.3+07ecf1aa3bcbed22/node_modules/@radix-ui/react-visually-hidden/dist/index.mjs</a:t>
            </a:r>
          </a:p>
          <a:p>
            <a:pPr>
              <a:defRPr sz="1200"/>
            </a:pPr>
            <a:r>
              <a:t>D:/pasar_fix/node_modules/.bun/@radix-ui+react-visually-hidden@1.2.3+07ecf1aa3bcbed22/node_modules/@radix-ui/react-visually-hidden/dist/index.mjs.map</a:t>
            </a:r>
          </a:p>
          <a:p>
            <a:pPr>
              <a:defRPr sz="1200"/>
            </a:pPr>
            <a:r>
              <a:t>D:/pasar_fix/node_modules/.bun/@radix-ui+rect@1.1.1/node_modules/@radix-ui/rect/package.json</a:t>
            </a:r>
          </a:p>
          <a:p>
            <a:pPr>
              <a:defRPr sz="1200"/>
            </a:pPr>
            <a:r>
              <a:t>D:/pasar_fix/node_modules/.bun/@radix-ui+rect@1.1.1/node_modules/@radix-ui/rect/README.md</a:t>
            </a:r>
          </a:p>
          <a:p>
            <a:pPr>
              <a:defRPr sz="1200"/>
            </a:pPr>
            <a:r>
              <a:t>D:/pasar_fix/node_modules/.bun/@radix-ui+rect@1.1.1/node_modules/@radix-ui/rect/dist/index.d.mts</a:t>
            </a:r>
          </a:p>
          <a:p>
            <a:pPr>
              <a:defRPr sz="1200"/>
            </a:pPr>
            <a:r>
              <a:t>D:/pasar_fix/node_modules/.bun/@radix-ui+rect@1.1.1/node_modules/@radix-ui/rect/dist/index.d.ts</a:t>
            </a:r>
          </a:p>
          <a:p>
            <a:pPr>
              <a:defRPr sz="1200"/>
            </a:pPr>
            <a:r>
              <a:t>D:/pasar_fix/node_modules/.bun/@radix-ui+rect@1.1.1/node_modules/@radix-ui/rect/dist/index.js</a:t>
            </a:r>
          </a:p>
          <a:p>
            <a:pPr>
              <a:defRPr sz="1200"/>
            </a:pPr>
            <a:r>
              <a:t>D:/pasar_fix/node_modules/.bun/@radix-ui+rect@1.1.1/node_modules/@radix-ui/rect/dist/index.js.map</a:t>
            </a:r>
          </a:p>
          <a:p>
            <a:pPr>
              <a:defRPr sz="1200"/>
            </a:pPr>
            <a:r>
              <a:t>D:/pasar_fix/node_modules/.bun/@radix-ui+rect@1.1.1/node_modules/@radix-ui/rect/dist/index.mjs</a:t>
            </a:r>
          </a:p>
          <a:p>
            <a:pPr>
              <a:defRPr sz="1200"/>
            </a:pPr>
            <a:r>
              <a:t>D:/pasar_fix/node_modules/.bun/@radix-ui+rect@1.1.1/node_modules/@radix-ui/rect/dist/index.mjs.map</a:t>
            </a:r>
          </a:p>
          <a:p>
            <a:pPr>
              <a:defRPr sz="1200"/>
            </a:pPr>
            <a:r>
              <a:t>D:/pasar_fix/node_modules/.bun/@react-aria+focus@3.22.1+d0e719b86e9808b5/node_modules/@react-aria/focus/LICENSE</a:t>
            </a:r>
          </a:p>
          <a:p>
            <a:pPr>
              <a:defRPr sz="1200"/>
            </a:pPr>
            <a:r>
              <a:t>D:/pasar_fix/node_modules/.bun/@react-aria+focus@3.22.1+d0e719b86e9808b5/node_modules/@react-aria/focus/package.json</a:t>
            </a:r>
          </a:p>
          <a:p>
            <a:pPr>
              <a:defRPr sz="1200"/>
            </a:pPr>
            <a:r>
              <a:t>D:/pasar_fix/node_modules/.bun/@react-aria+focus@3.22.1+d0e719b86e9808b5/node_modules/@react-aria/focus/README.md</a:t>
            </a:r>
          </a:p>
          <a:p>
            <a:pPr>
              <a:defRPr sz="1200"/>
            </a:pPr>
            <a:r>
              <a:t>D:/pasar_fix/node_modules/.bun/@react-aria+focus@3.22.1+d0e719b86e9808b5/node_modules/@react-aria/focus/dist/import.mjs</a:t>
            </a:r>
          </a:p>
          <a:p>
            <a:pPr>
              <a:defRPr sz="1200"/>
            </a:pPr>
            <a:r>
              <a:t>D:/pasar_fix/node_modules/.bun/@react-aria+focus@3.22.1+d0e719b86e9808b5/node_modules/@react-aria/focus/dist/main.js</a:t>
            </a:r>
          </a:p>
          <a:p>
            <a:pPr>
              <a:defRPr sz="1200"/>
            </a:pPr>
            <a:r>
              <a:t>D:/pasar_fix/node_modules/.bun/@react-aria+focus@3.22.1+d0e719b86e9808b5/node_modules/@react-aria/focus/dist/main.js.map</a:t>
            </a:r>
          </a:p>
          <a:p>
            <a:pPr>
              <a:defRPr sz="1200"/>
            </a:pPr>
            <a:r>
              <a:t>D:/pasar_fix/node_modules/.bun/@react-aria+focus@3.22.1+d0e719b86e9808b5/node_modules/@react-aria/focus/dist/module.js</a:t>
            </a:r>
          </a:p>
          <a:p>
            <a:pPr>
              <a:defRPr sz="1200"/>
            </a:pPr>
            <a:r>
              <a:t>D:/pasar_fix/node_modules/.bun/@react-aria+focus@3.22.1+d0e719b86e9808b5/node_modules/@react-aria/focus/dist/module.js.map</a:t>
            </a:r>
          </a:p>
          <a:p>
            <a:pPr>
              <a:defRPr sz="1200"/>
            </a:pPr>
            <a:r>
              <a:t>D:/pasar_fix/node_modules/.bun/@react-aria+focus@3.22.1+d0e719b86e9808b5/node_modules/@react-aria/focus/dist/types/src/index.d.ts</a:t>
            </a:r>
          </a:p>
          <a:p>
            <a:pPr>
              <a:defRPr sz="1200"/>
            </a:pPr>
            <a:r>
              <a:t>D:/pasar_fix/node_modules/.bun/@react-aria+focus@3.22.1+d0e719b86e9808b5/node_modules/@react-aria/focus/src/index.ts</a:t>
            </a:r>
          </a:p>
          <a:p>
            <a:pPr>
              <a:defRPr sz="1200"/>
            </a:pPr>
            <a:r>
              <a:t>D:/pasar_fix/node_modules/.bun/@react-aria+interactions@3.28.1+d0e719b86e9808b5/node_modules/@react-aria/interactions/LICENSE</a:t>
            </a:r>
          </a:p>
          <a:p>
            <a:pPr>
              <a:defRPr sz="1200"/>
            </a:pPr>
            <a:r>
              <a:t>D:/pasar_fix/node_modules/.bun/@react-aria+interactions@3.28.1+d0e719b86e9808b5/node_modules/@react-aria/interactions/package.json</a:t>
            </a:r>
          </a:p>
          <a:p>
            <a:pPr>
              <a:defRPr sz="1200"/>
            </a:pPr>
            <a:r>
              <a:t>D:/pasar_fix/node_modules/.bun/@react-aria+interactions@3.28.1+d0e719b86e9808b5/node_modules/@react-aria/interactions/README.md</a:t>
            </a:r>
          </a:p>
          <a:p>
            <a:pPr>
              <a:defRPr sz="1200"/>
            </a:pPr>
            <a:r>
              <a:t>D:/pasar_fix/node_modules/.bun/@react-aria+interactions@3.28.1+d0e719b86e9808b5/node_modules/@react-aria/interactions/dist/import.mjs</a:t>
            </a:r>
          </a:p>
          <a:p>
            <a:pPr>
              <a:defRPr sz="1200"/>
            </a:pPr>
            <a:r>
              <a:t>D:/pasar_fix/node_modules/.bun/@react-aria+interactions@3.28.1+d0e719b86e9808b5/node_modules/@react-aria/interactions/dist/main.js</a:t>
            </a:r>
          </a:p>
          <a:p>
            <a:pPr>
              <a:defRPr sz="1200"/>
            </a:pPr>
            <a:r>
              <a:t>D:/pasar_fix/node_modules/.bun/@react-aria+interactions@3.28.1+d0e719b86e9808b5/node_modules/@react-aria/interactions/dist/main.js.map</a:t>
            </a:r>
          </a:p>
          <a:p>
            <a:pPr>
              <a:defRPr sz="1200"/>
            </a:pPr>
            <a:r>
              <a:t>D:/pasar_fix/node_modules/.bun/@react-aria+interactions@3.28.1+d0e719b86e9808b5/node_modules/@react-aria/interactions/dist/module.js</a:t>
            </a:r>
          </a:p>
          <a:p>
            <a:pPr>
              <a:defRPr sz="1200"/>
            </a:pPr>
            <a:r>
              <a:t>D:/pasar_fix/node_modules/.bun/@react-aria+interactions@3.28.1+d0e719b86e9808b5/node_modules/@react-aria/interactions/dist/module.js.map</a:t>
            </a:r>
          </a:p>
          <a:p>
            <a:pPr>
              <a:defRPr sz="1200"/>
            </a:pPr>
            <a:r>
              <a:t>D:/pasar_fix/node_modules/.bun/@react-aria+interactions@3.28.1+d0e719b86e9808b5/node_modules/@react-aria/interactions/dist/types/src/index.d.ts</a:t>
            </a:r>
          </a:p>
          <a:p>
            <a:pPr>
              <a:defRPr sz="1200"/>
            </a:pPr>
            <a:r>
              <a:t>D:/pasar_fix/node_modules/.bun/@react-aria+interactions@3.28.1+d0e719b86e9808b5/node_modules/@react-aria/interactions/src/index.ts</a:t>
            </a:r>
          </a:p>
          <a:p>
            <a:pPr>
              <a:defRPr sz="1200"/>
            </a:pPr>
            <a:r>
              <a:t>D:/pasar_fix/node_modules/.bun/@react-leaflet+core@3.0.0+8e99a21eecdb0fa2/node_modules/@react-leaflet/core/LICENSE.md</a:t>
            </a:r>
          </a:p>
          <a:p>
            <a:pPr>
              <a:defRPr sz="1200"/>
            </a:pPr>
            <a:r>
              <a:t>D:/pasar_fix/node_modules/.bun/@react-leaflet+core@3.0.0+8e99a21eecdb0fa2/node_modules/@react-leaflet/core/package.json</a:t>
            </a:r>
          </a:p>
          <a:p>
            <a:pPr>
              <a:defRPr sz="1200"/>
            </a:pPr>
            <a:r>
              <a:t>D:/pasar_fix/node_modules/.bun/@react-leaflet+core@3.0.0+8e99a21eecdb0fa2/node_modules/@react-leaflet/core/README.md</a:t>
            </a:r>
          </a:p>
          <a:p>
            <a:pPr>
              <a:defRPr sz="1200"/>
            </a:pPr>
            <a:r>
              <a:t>D:/pasar_fix/node_modules/.bun/@react-leaflet+core@3.0.0+8e99a21eecdb0fa2/node_modules/@react-leaflet/core/lib/attribution.d.ts</a:t>
            </a:r>
          </a:p>
          <a:p>
            <a:pPr>
              <a:defRPr sz="1200"/>
            </a:pPr>
            <a:r>
              <a:t>D:/pasar_fix/node_modules/.bun/@react-leaflet+core@3.0.0+8e99a21eecdb0fa2/node_modules/@react-leaflet/core/lib/attribution.js</a:t>
            </a:r>
          </a:p>
          <a:p>
            <a:pPr>
              <a:defRPr sz="1200"/>
            </a:pPr>
            <a:r>
              <a:t>D:/pasar_fix/node_modules/.bun/@react-leaflet+core@3.0.0+8e99a21eecdb0fa2/node_modules/@react-leaflet/core/lib/circle.d.ts</a:t>
            </a:r>
          </a:p>
          <a:p>
            <a:pPr>
              <a:defRPr sz="1200"/>
            </a:pPr>
            <a:r>
              <a:t>D:/pasar_fix/node_modules/.bun/@react-leaflet+core@3.0.0+8e99a21eecdb0fa2/node_modules/@react-leaflet/core/lib/circle.js</a:t>
            </a:r>
          </a:p>
          <a:p>
            <a:pPr>
              <a:defRPr sz="1200"/>
            </a:pPr>
            <a:r>
              <a:t>D:/pasar_fix/node_modules/.bun/@react-leaflet+core@3.0.0+8e99a21eecdb0fa2/node_modules/@react-leaflet/core/lib/component.d.ts</a:t>
            </a:r>
          </a:p>
          <a:p>
            <a:pPr>
              <a:defRPr sz="1200"/>
            </a:pPr>
            <a:r>
              <a:t>D:/pasar_fix/node_modules/.bun/@react-leaflet+core@3.0.0+8e99a21eecdb0fa2/node_modules/@react-leaflet/core/lib/component.js</a:t>
            </a:r>
          </a:p>
          <a:p>
            <a:pPr>
              <a:defRPr sz="1200"/>
            </a:pPr>
            <a:r>
              <a:t>D:/pasar_fix/node_modules/.bun/@react-leaflet+core@3.0.0+8e99a21eecdb0fa2/node_modules/@react-leaflet/core/lib/context.d.ts</a:t>
            </a:r>
          </a:p>
          <a:p>
            <a:pPr>
              <a:defRPr sz="1200"/>
            </a:pPr>
            <a:r>
              <a:t>D:/pasar_fix/node_modules/.bun/@react-leaflet+core@3.0.0+8e99a21eecdb0fa2/node_modules/@react-leaflet/core/lib/context.js</a:t>
            </a:r>
          </a:p>
          <a:p>
            <a:pPr>
              <a:defRPr sz="1200"/>
            </a:pPr>
            <a:r>
              <a:t>D:/pasar_fix/node_modules/.bun/@react-leaflet+core@3.0.0+8e99a21eecdb0fa2/node_modules/@react-leaflet/core/lib/control.d.ts</a:t>
            </a:r>
          </a:p>
          <a:p>
            <a:pPr>
              <a:defRPr sz="1200"/>
            </a:pPr>
            <a:r>
              <a:t>D:/pasar_fix/node_modules/.bun/@react-leaflet+core@3.0.0+8e99a21eecdb0fa2/node_modules/@react-leaflet/core/lib/control.js</a:t>
            </a:r>
          </a:p>
          <a:p>
            <a:pPr>
              <a:defRPr sz="1200"/>
            </a:pPr>
            <a:r>
              <a:t>D:/pasar_fix/node_modules/.bun/@react-leaflet+core@3.0.0+8e99a21eecdb0fa2/node_modules/@react-leaflet/core/lib/div-overlay.d.ts</a:t>
            </a:r>
          </a:p>
          <a:p>
            <a:pPr>
              <a:defRPr sz="1200"/>
            </a:pPr>
            <a:r>
              <a:t>D:/pasar_fix/node_modules/.bun/@react-leaflet+core@3.0.0+8e99a21eecdb0fa2/node_modules/@react-leaflet/core/lib/div-overlay.js</a:t>
            </a:r>
          </a:p>
          <a:p>
            <a:pPr>
              <a:defRPr sz="1200"/>
            </a:pPr>
            <a:r>
              <a:t>D:/pasar_fix/node_modules/.bun/@react-leaflet+core@3.0.0+8e99a21eecdb0fa2/node_modules/@react-leaflet/core/lib/dom.d.ts</a:t>
            </a:r>
          </a:p>
          <a:p>
            <a:pPr>
              <a:defRPr sz="1200"/>
            </a:pPr>
            <a:r>
              <a:t>D:/pasar_fix/node_modules/.bun/@react-leaflet+core@3.0.0+8e99a21eecdb0fa2/node_modules/@react-leaflet/core/lib/dom.js</a:t>
            </a:r>
          </a:p>
          <a:p>
            <a:pPr>
              <a:defRPr sz="1200"/>
            </a:pPr>
            <a:r>
              <a:t>D:/pasar_fix/node_modules/.bun/@react-leaflet+core@3.0.0+8e99a21eecdb0fa2/node_modules/@react-leaflet/core/lib/element.d.ts</a:t>
            </a:r>
          </a:p>
          <a:p>
            <a:pPr>
              <a:defRPr sz="1200"/>
            </a:pPr>
            <a:r>
              <a:t>D:/pasar_fix/node_modules/.bun/@react-leaflet+core@3.0.0+8e99a21eecdb0fa2/node_modules/@react-leaflet/core/lib/element.js</a:t>
            </a:r>
          </a:p>
          <a:p>
            <a:pPr>
              <a:defRPr sz="1200"/>
            </a:pPr>
            <a:r>
              <a:t>D:/pasar_fix/node_modules/.bun/@react-leaflet+core@3.0.0+8e99a21eecdb0fa2/node_modules/@react-leaflet/core/lib/events.d.ts</a:t>
            </a:r>
          </a:p>
          <a:p>
            <a:pPr>
              <a:defRPr sz="1200"/>
            </a:pPr>
            <a:r>
              <a:t>D:/pasar_fix/node_modules/.bun/@react-leaflet+core@3.0.0+8e99a21eecdb0fa2/node_modules/@react-leaflet/core/lib/events.js</a:t>
            </a:r>
          </a:p>
          <a:p>
            <a:pPr>
              <a:defRPr sz="1200"/>
            </a:pPr>
            <a:r>
              <a:t>D:/pasar_fix/node_modules/.bun/@react-leaflet+core@3.0.0+8e99a21eecdb0fa2/node_modules/@react-leaflet/core/lib/generic.d.ts</a:t>
            </a:r>
          </a:p>
          <a:p>
            <a:pPr>
              <a:defRPr sz="1200"/>
            </a:pPr>
            <a:r>
              <a:t>D:/pasar_fix/node_modules/.bun/@react-leaflet+core@3.0.0+8e99a21eecdb0fa2/node_modules/@react-leaflet/core/lib/generic.js</a:t>
            </a:r>
          </a:p>
          <a:p>
            <a:pPr>
              <a:defRPr sz="1200"/>
            </a:pPr>
            <a:r>
              <a:t>D:/pasar_fix/node_modules/.bun/@react-leaflet+core@3.0.0+8e99a21eecdb0fa2/node_modules/@react-leaflet/core/lib/grid-layer.d.ts</a:t>
            </a:r>
          </a:p>
          <a:p>
            <a:pPr>
              <a:defRPr sz="1200"/>
            </a:pPr>
            <a:r>
              <a:t>D:/pasar_fix/node_modules/.bun/@react-leaflet+core@3.0.0+8e99a21eecdb0fa2/node_modules/@react-leaflet/core/lib/grid-layer.js</a:t>
            </a:r>
          </a:p>
          <a:p>
            <a:pPr>
              <a:defRPr sz="1200"/>
            </a:pPr>
            <a:r>
              <a:t>D:/pasar_fix/node_modules/.bun/@react-leaflet+core@3.0.0+8e99a21eecdb0fa2/node_modules/@react-leaflet/core/lib/index.d.ts</a:t>
            </a:r>
          </a:p>
          <a:p>
            <a:pPr>
              <a:defRPr sz="1200"/>
            </a:pPr>
            <a:r>
              <a:t>D:/pasar_fix/node_modules/.bun/@react-leaflet+core@3.0.0+8e99a21eecdb0fa2/node_modules/@react-leaflet/core/lib/index.js</a:t>
            </a:r>
          </a:p>
          <a:p>
            <a:pPr>
              <a:defRPr sz="1200"/>
            </a:pPr>
            <a:r>
              <a:t>D:/pasar_fix/node_modules/.bun/@react-leaflet+core@3.0.0+8e99a21eecdb0fa2/node_modules/@react-leaflet/core/lib/layer.d.ts</a:t>
            </a:r>
          </a:p>
          <a:p>
            <a:pPr>
              <a:defRPr sz="1200"/>
            </a:pPr>
            <a:r>
              <a:t>D:/pasar_fix/node_modules/.bun/@react-leaflet+core@3.0.0+8e99a21eecdb0fa2/node_modules/@react-leaflet/core/lib/layer.js</a:t>
            </a:r>
          </a:p>
          <a:p>
            <a:pPr>
              <a:defRPr sz="1200"/>
            </a:pPr>
            <a:r>
              <a:t>D:/pasar_fix/node_modules/.bun/@react-leaflet+core@3.0.0+8e99a21eecdb0fa2/node_modules/@react-leaflet/core/lib/media-overlay.d.ts</a:t>
            </a:r>
          </a:p>
          <a:p>
            <a:pPr>
              <a:defRPr sz="1200"/>
            </a:pPr>
            <a:r>
              <a:t>D:/pasar_fix/node_modules/.bun/@react-leaflet+core@3.0.0+8e99a21eecdb0fa2/node_modules/@react-leaflet/core/lib/media-overlay.js</a:t>
            </a:r>
          </a:p>
          <a:p>
            <a:pPr>
              <a:defRPr sz="1200"/>
            </a:pPr>
            <a:r>
              <a:t>D:/pasar_fix/node_modules/.bun/@react-leaflet+core@3.0.0+8e99a21eecdb0fa2/node_modules/@react-leaflet/core/lib/pane.d.ts</a:t>
            </a:r>
          </a:p>
          <a:p>
            <a:pPr>
              <a:defRPr sz="1200"/>
            </a:pPr>
            <a:r>
              <a:t>D:/pasar_fix/node_modules/.bun/@react-leaflet+core@3.0.0+8e99a21eecdb0fa2/node_modules/@react-leaflet/core/lib/pane.js</a:t>
            </a:r>
          </a:p>
          <a:p>
            <a:pPr>
              <a:defRPr sz="1200"/>
            </a:pPr>
            <a:r>
              <a:t>D:/pasar_fix/node_modules/.bun/@react-leaflet+core@3.0.0+8e99a21eecdb0fa2/node_modules/@react-leaflet/core/lib/path.d.ts</a:t>
            </a:r>
          </a:p>
          <a:p>
            <a:pPr>
              <a:defRPr sz="1200"/>
            </a:pPr>
            <a:r>
              <a:t>D:/pasar_fix/node_modules/.bun/@react-leaflet+core@3.0.0+8e99a21eecdb0fa2/node_modules/@react-leaflet/core/lib/path.js</a:t>
            </a:r>
          </a:p>
          <a:p>
            <a:pPr>
              <a:defRPr sz="1200"/>
            </a:pPr>
            <a:r>
              <a:t>D:/pasar_fix/node_modules/.bun/@react-types+shared@3.36.0+d86b59289c1a13ae/node_modules/@react-types/shared/LICENSE</a:t>
            </a:r>
          </a:p>
          <a:p>
            <a:pPr>
              <a:defRPr sz="1200"/>
            </a:pPr>
            <a:r>
              <a:t>D:/pasar_fix/node_modules/.bun/@react-types+shared@3.36.0+d86b59289c1a13ae/node_modules/@react-types/shared/package.json</a:t>
            </a:r>
          </a:p>
          <a:p>
            <a:pPr>
              <a:defRPr sz="1200"/>
            </a:pPr>
            <a:r>
              <a:t>D:/pasar_fix/node_modules/.bun/@react-types+shared@3.36.0+d86b59289c1a13ae/node_modules/@react-types/shared/README.md</a:t>
            </a:r>
          </a:p>
          <a:p>
            <a:pPr>
              <a:defRPr sz="1200"/>
            </a:pPr>
            <a:r>
              <a:t>D:/pasar_fix/node_modules/.bun/@react-types+shared@3.36.0+d86b59289c1a13ae/node_modules/@react-types/shared/src/collections.d.ts</a:t>
            </a:r>
          </a:p>
          <a:p>
            <a:pPr>
              <a:defRPr sz="1200"/>
            </a:pPr>
            <a:r>
              <a:t>D:/pasar_fix/node_modules/.bun/@react-types+shared@3.36.0+d86b59289c1a13ae/node_modules/@react-types/shared/src/dna.d.ts</a:t>
            </a:r>
          </a:p>
          <a:p>
            <a:pPr>
              <a:defRPr sz="1200"/>
            </a:pPr>
            <a:r>
              <a:t>D:/pasar_fix/node_modules/.bun/@react-types+shared@3.36.0+d86b59289c1a13ae/node_modules/@react-types/shared/src/dnd.d.ts</a:t>
            </a:r>
          </a:p>
          <a:p>
            <a:pPr>
              <a:defRPr sz="1200"/>
            </a:pPr>
            <a:r>
              <a:t>D:/pasar_fix/node_modules/.bun/@react-types+shared@3.36.0+d86b59289c1a13ae/node_modules/@react-types/shared/src/dom.d.ts</a:t>
            </a:r>
          </a:p>
          <a:p>
            <a:pPr>
              <a:defRPr sz="1200"/>
            </a:pPr>
            <a:r>
              <a:t>D:/pasar_fix/node_modules/.bun/@react-types+shared@3.36.0+d86b59289c1a13ae/node_modules/@react-types/shared/src/events.d.ts</a:t>
            </a:r>
          </a:p>
          <a:p>
            <a:pPr>
              <a:defRPr sz="1200"/>
            </a:pPr>
            <a:r>
              <a:t>D:/pasar_fix/node_modules/.bun/@react-types+shared@3.36.0+d86b59289c1a13ae/node_modules/@react-types/shared/src/index.d.ts</a:t>
            </a:r>
          </a:p>
          <a:p>
            <a:pPr>
              <a:defRPr sz="1200"/>
            </a:pPr>
            <a:r>
              <a:t>D:/pasar_fix/node_modules/.bun/@react-types+shared@3.36.0+d86b59289c1a13ae/node_modules/@react-types/shared/src/inputs.d.ts</a:t>
            </a:r>
          </a:p>
          <a:p>
            <a:pPr>
              <a:defRPr sz="1200"/>
            </a:pPr>
            <a:r>
              <a:t>D:/pasar_fix/node_modules/.bun/@react-types+shared@3.36.0+d86b59289c1a13ae/node_modules/@react-types/shared/src/key.d.ts</a:t>
            </a:r>
          </a:p>
          <a:p>
            <a:pPr>
              <a:defRPr sz="1200"/>
            </a:pPr>
            <a:r>
              <a:t>D:/pasar_fix/node_modules/.bun/@react-types+shared@3.36.0+d86b59289c1a13ae/node_modules/@react-types/shared/src/labelable.d.ts</a:t>
            </a:r>
          </a:p>
          <a:p>
            <a:pPr>
              <a:defRPr sz="1200"/>
            </a:pPr>
            <a:r>
              <a:t>D:/pasar_fix/node_modules/.bun/@react-types+shared@3.36.0+d86b59289c1a13ae/node_modules/@react-types/shared/src/locale.d.ts</a:t>
            </a:r>
          </a:p>
          <a:p>
            <a:pPr>
              <a:defRPr sz="1200"/>
            </a:pPr>
            <a:r>
              <a:t>D:/pasar_fix/node_modules/.bun/@react-types+shared@3.36.0+d86b59289c1a13ae/node_modules/@react-types/shared/src/orientation.d.ts</a:t>
            </a:r>
          </a:p>
          <a:p>
            <a:pPr>
              <a:defRPr sz="1200"/>
            </a:pPr>
            <a:r>
              <a:t>D:/pasar_fix/node_modules/.bun/@react-types+shared@3.36.0+d86b59289c1a13ae/node_modules/@react-types/shared/src/refs.d.ts</a:t>
            </a:r>
          </a:p>
          <a:p>
            <a:pPr>
              <a:defRPr sz="1200"/>
            </a:pPr>
            <a:r>
              <a:t>D:/pasar_fix/node_modules/.bun/@react-types+shared@3.36.0+d86b59289c1a13ae/node_modules/@react-types/shared/src/removable.d.ts</a:t>
            </a:r>
          </a:p>
          <a:p>
            <a:pPr>
              <a:defRPr sz="1200"/>
            </a:pPr>
            <a:r>
              <a:t>D:/pasar_fix/node_modules/.bun/@react-types+shared@3.36.0+d86b59289c1a13ae/node_modules/@react-types/shared/src/selection.d.ts</a:t>
            </a:r>
          </a:p>
          <a:p>
            <a:pPr>
              <a:defRPr sz="1200"/>
            </a:pPr>
            <a:r>
              <a:t>D:/pasar_fix/node_modules/.bun/@react-types+shared@3.36.0+d86b59289c1a13ae/node_modules/@react-types/shared/src/style.d.ts</a:t>
            </a:r>
          </a:p>
          <a:p>
            <a:pPr>
              <a:defRPr sz="1200"/>
            </a:pPr>
            <a:r>
              <a:t>D:/pasar_fix/node_modules/.bun/@reduxjs+toolkit@2.12.0+cb6b22864b678a7f/node_modules/@reduxjs/toolkit/LICENSE</a:t>
            </a:r>
          </a:p>
          <a:p>
            <a:pPr>
              <a:defRPr sz="1200"/>
            </a:pPr>
            <a:r>
              <a:t>D:/pasar_fix/node_modules/.bun/@reduxjs+toolkit@2.12.0+cb6b22864b678a7f/node_modules/@reduxjs/toolkit/package.json</a:t>
            </a:r>
          </a:p>
          <a:p>
            <a:pPr>
              <a:defRPr sz="1200"/>
            </a:pPr>
            <a:r>
              <a:t>D:/pasar_fix/node_modules/.bun/@reduxjs+toolkit@2.12.0+cb6b22864b678a7f/node_modules/@reduxjs/toolkit/README.md</a:t>
            </a:r>
          </a:p>
          <a:p>
            <a:pPr>
              <a:defRPr sz="1200"/>
            </a:pPr>
            <a:r>
              <a:t>D:/pasar_fix/node_modules/.bun/@reduxjs+toolkit@2.12.0+cb6b22864b678a7f/node_modules/@reduxjs/toolkit/dist/index.d.mts</a:t>
            </a:r>
          </a:p>
          <a:p>
            <a:pPr>
              <a:defRPr sz="1200"/>
            </a:pPr>
            <a:r>
              <a:t>D:/pasar_fix/node_modules/.bun/@reduxjs+toolkit@2.12.0+cb6b22864b678a7f/node_modules/@reduxjs/toolkit/dist/index.d.ts</a:t>
            </a:r>
          </a:p>
          <a:p>
            <a:pPr>
              <a:defRPr sz="1200"/>
            </a:pPr>
            <a:r>
              <a:t>D:/pasar_fix/node_modules/.bun/@reduxjs+toolkit@2.12.0+cb6b22864b678a7f/node_modules/@reduxjs/toolkit/dist/redux-toolkit.browser.mjs</a:t>
            </a:r>
          </a:p>
          <a:p>
            <a:pPr>
              <a:defRPr sz="1200"/>
            </a:pPr>
            <a:r>
              <a:t>D:/pasar_fix/node_modules/.bun/@reduxjs+toolkit@2.12.0+cb6b22864b678a7f/node_modules/@reduxjs/toolkit/dist/redux-toolkit.browser.mjs.map</a:t>
            </a:r>
          </a:p>
          <a:p>
            <a:pPr>
              <a:defRPr sz="1200"/>
            </a:pPr>
            <a:r>
              <a:t>D:/pasar_fix/node_modules/.bun/@reduxjs+toolkit@2.12.0+cb6b22864b678a7f/node_modules/@reduxjs/toolkit/dist/redux-toolkit.legacy-esm.js</a:t>
            </a:r>
          </a:p>
          <a:p>
            <a:pPr>
              <a:defRPr sz="1200"/>
            </a:pPr>
            <a:r>
              <a:t>D:/pasar_fix/node_modules/.bun/@reduxjs+toolkit@2.12.0+cb6b22864b678a7f/node_modules/@reduxjs/toolkit/dist/redux-toolkit.legacy-esm.js.map</a:t>
            </a:r>
          </a:p>
          <a:p>
            <a:pPr>
              <a:defRPr sz="1200"/>
            </a:pPr>
            <a:r>
              <a:t>D:/pasar_fix/node_modules/.bun/@reduxjs+toolkit@2.12.0+cb6b22864b678a7f/node_modules/@reduxjs/toolkit/dist/redux-toolkit.modern.mjs</a:t>
            </a:r>
          </a:p>
          <a:p>
            <a:pPr>
              <a:defRPr sz="1200"/>
            </a:pPr>
            <a:r>
              <a:t>D:/pasar_fix/node_modules/.bun/@reduxjs+toolkit@2.12.0+cb6b22864b678a7f/node_modules/@reduxjs/toolkit/dist/redux-toolkit.modern.mjs.map</a:t>
            </a:r>
          </a:p>
          <a:p>
            <a:pPr>
              <a:defRPr sz="1200"/>
            </a:pPr>
            <a:r>
              <a:t>D:/pasar_fix/node_modules/.bun/@reduxjs+toolkit@2.12.0+cb6b22864b678a7f/node_modules/@reduxjs/toolkit/dist/uncheckedindexed.ts</a:t>
            </a:r>
          </a:p>
          <a:p>
            <a:pPr>
              <a:defRPr sz="1200"/>
            </a:pPr>
            <a:r>
              <a:t>D:/pasar_fix/node_modules/.bun/@reduxjs+toolkit@2.12.0+cb6b22864b678a7f/node_modules/@reduxjs/toolkit/dist/cjs/index.js</a:t>
            </a:r>
          </a:p>
          <a:p>
            <a:pPr>
              <a:defRPr sz="1200"/>
            </a:pPr>
            <a:r>
              <a:t>D:/pasar_fix/node_modules/.bun/@reduxjs+toolkit@2.12.0+cb6b22864b678a7f/node_modules/@reduxjs/toolkit/dist/cjs/redux-toolkit.development.cjs</a:t>
            </a:r>
          </a:p>
          <a:p>
            <a:pPr>
              <a:defRPr sz="1200"/>
            </a:pPr>
            <a:r>
              <a:t>D:/pasar_fix/node_modules/.bun/@reduxjs+toolkit@2.12.0+cb6b22864b678a7f/node_modules/@reduxjs/toolkit/dist/cjs/redux-toolkit.development.cjs.map</a:t>
            </a:r>
          </a:p>
          <a:p>
            <a:pPr>
              <a:defRPr sz="1200"/>
            </a:pPr>
            <a:r>
              <a:t>D:/pasar_fix/node_modules/.bun/@reduxjs+toolkit@2.12.0+cb6b22864b678a7f/node_modules/@reduxjs/toolkit/dist/cjs/redux-toolkit.production.min.cjs</a:t>
            </a:r>
          </a:p>
          <a:p>
            <a:pPr>
              <a:defRPr sz="1200"/>
            </a:pPr>
            <a:r>
              <a:t>D:/pasar_fix/node_modules/.bun/@reduxjs+toolkit@2.12.0+cb6b22864b678a7f/node_modules/@reduxjs/toolkit/dist/cjs/redux-toolkit.production.min.cjs.map</a:t>
            </a:r>
          </a:p>
          <a:p>
            <a:pPr>
              <a:defRPr sz="1200"/>
            </a:pPr>
            <a:r>
              <a:t>D:/pasar_fix/node_modules/.bun/@reduxjs+toolkit@2.12.0+cb6b22864b678a7f/node_modules/@reduxjs/toolkit/dist/query/index.d.mts</a:t>
            </a:r>
          </a:p>
          <a:p>
            <a:pPr>
              <a:defRPr sz="1200"/>
            </a:pPr>
            <a:r>
              <a:t>D:/pasar_fix/node_modules/.bun/@reduxjs+toolkit@2.12.0+cb6b22864b678a7f/node_modules/@reduxjs/toolkit/dist/query/index.d.ts</a:t>
            </a:r>
          </a:p>
          <a:p>
            <a:pPr>
              <a:defRPr sz="1200"/>
            </a:pPr>
            <a:r>
              <a:t>D:/pasar_fix/node_modules/.bun/@reduxjs+toolkit@2.12.0+cb6b22864b678a7f/node_modules/@reduxjs/toolkit/dist/query/rtk-query.browser.mjs</a:t>
            </a:r>
          </a:p>
          <a:p>
            <a:pPr>
              <a:defRPr sz="1200"/>
            </a:pPr>
            <a:r>
              <a:t>D:/pasar_fix/node_modules/.bun/@reduxjs+toolkit@2.12.0+cb6b22864b678a7f/node_modules/@reduxjs/toolkit/dist/query/rtk-query.browser.mjs.map</a:t>
            </a:r>
          </a:p>
          <a:p>
            <a:pPr>
              <a:defRPr sz="1200"/>
            </a:pPr>
            <a:r>
              <a:t>D:/pasar_fix/node_modules/.bun/@reduxjs+toolkit@2.12.0+cb6b22864b678a7f/node_modules/@reduxjs/toolkit/dist/query/rtk-query.legacy-esm.js</a:t>
            </a:r>
          </a:p>
          <a:p>
            <a:pPr>
              <a:defRPr sz="1200"/>
            </a:pPr>
            <a:r>
              <a:t>D:/pasar_fix/node_modules/.bun/@reduxjs+toolkit@2.12.0+cb6b22864b678a7f/node_modules/@reduxjs/toolkit/dist/query/rtk-query.legacy-esm.js.map</a:t>
            </a:r>
          </a:p>
          <a:p>
            <a:pPr>
              <a:defRPr sz="1200"/>
            </a:pPr>
            <a:r>
              <a:t>D:/pasar_fix/node_modules/.bun/@reduxjs+toolkit@2.12.0+cb6b22864b678a7f/node_modules/@reduxjs/toolkit/dist/query/rtk-query.modern.mjs</a:t>
            </a:r>
          </a:p>
          <a:p>
            <a:pPr>
              <a:defRPr sz="1200"/>
            </a:pPr>
            <a:r>
              <a:t>D:/pasar_fix/node_modules/.bun/@reduxjs+toolkit@2.12.0+cb6b22864b678a7f/node_modules/@reduxjs/toolkit/dist/query/rtk-query.modern.mjs.map</a:t>
            </a:r>
          </a:p>
          <a:p>
            <a:pPr>
              <a:defRPr sz="1200"/>
            </a:pPr>
            <a:r>
              <a:t>D:/pasar_fix/node_modules/.bun/@reduxjs+toolkit@2.12.0+cb6b22864b678a7f/node_modules/@reduxjs/toolkit/dist/query/cjs/index.js</a:t>
            </a:r>
          </a:p>
          <a:p>
            <a:pPr>
              <a:defRPr sz="1200"/>
            </a:pPr>
            <a:r>
              <a:t>D:/pasar_fix/node_modules/.bun/@reduxjs+toolkit@2.12.0+cb6b22864b678a7f/node_modules/@reduxjs/toolkit/dist/query/cjs/rtk-query.development.cjs</a:t>
            </a:r>
          </a:p>
          <a:p>
            <a:pPr>
              <a:defRPr sz="1200"/>
            </a:pPr>
            <a:r>
              <a:t>D:/pasar_fix/node_modules/.bun/@reduxjs+toolkit@2.12.0+cb6b22864b678a7f/node_modules/@reduxjs/toolkit/dist/query/cjs/rtk-query.development.cjs.map</a:t>
            </a:r>
          </a:p>
          <a:p>
            <a:pPr>
              <a:defRPr sz="1200"/>
            </a:pPr>
            <a:r>
              <a:t>D:/pasar_fix/node_modules/.bun/@reduxjs+toolkit@2.12.0+cb6b22864b678a7f/node_modules/@reduxjs/toolkit/dist/query/cjs/rtk-query.production.min.cjs</a:t>
            </a:r>
          </a:p>
          <a:p>
            <a:pPr>
              <a:defRPr sz="1200"/>
            </a:pPr>
            <a:r>
              <a:t>D:/pasar_fix/node_modules/.bun/@reduxjs+toolkit@2.12.0+cb6b22864b678a7f/node_modules/@reduxjs/toolkit/dist/query/cjs/rtk-query.production.min.cjs.map</a:t>
            </a:r>
          </a:p>
          <a:p>
            <a:pPr>
              <a:defRPr sz="1200"/>
            </a:pPr>
            <a:r>
              <a:t>D:/pasar_fix/node_modules/.bun/@reduxjs+toolkit@2.12.0+cb6b22864b678a7f/node_modules/@reduxjs/toolkit/dist/query/react/index.d.mts</a:t>
            </a:r>
          </a:p>
          <a:p>
            <a:pPr>
              <a:defRPr sz="1200"/>
            </a:pPr>
            <a:r>
              <a:t>D:/pasar_fix/node_modules/.bun/@reduxjs+toolkit@2.12.0+cb6b22864b678a7f/node_modules/@reduxjs/toolkit/dist/query/react/index.d.ts</a:t>
            </a:r>
          </a:p>
          <a:p>
            <a:pPr>
              <a:defRPr sz="1200"/>
            </a:pPr>
            <a:r>
              <a:t>D:/pasar_fix/node_modules/.bun/@reduxjs+toolkit@2.12.0+cb6b22864b678a7f/node_modules/@reduxjs/toolkit/dist/query/react/rtk-query-react.browser.mjs</a:t>
            </a:r>
          </a:p>
          <a:p>
            <a:pPr>
              <a:defRPr sz="1200"/>
            </a:pPr>
            <a:r>
              <a:t>D:/pasar_fix/node_modules/.bun/@reduxjs+toolkit@2.12.0+cb6b22864b678a7f/node_modules/@reduxjs/toolkit/dist/query/react/rtk-query-react.browser.mjs.map</a:t>
            </a:r>
          </a:p>
          <a:p>
            <a:pPr>
              <a:defRPr sz="1200"/>
            </a:pPr>
            <a:r>
              <a:t>D:/pasar_fix/node_modules/.bun/@reduxjs+toolkit@2.12.0+cb6b22864b678a7f/node_modules/@reduxjs/toolkit/dist/query/react/rtk-query-react.legacy-esm.js</a:t>
            </a:r>
          </a:p>
          <a:p>
            <a:pPr>
              <a:defRPr sz="1200"/>
            </a:pPr>
            <a:r>
              <a:t>D:/pasar_fix/node_modules/.bun/@reduxjs+toolkit@2.12.0+cb6b22864b678a7f/node_modules/@reduxjs/toolkit/dist/query/react/rtk-query-react.legacy-esm.js.map</a:t>
            </a:r>
          </a:p>
          <a:p>
            <a:pPr>
              <a:defRPr sz="1200"/>
            </a:pPr>
            <a:r>
              <a:t>D:/pasar_fix/node_modules/.bun/@reduxjs+toolkit@2.12.0+cb6b22864b678a7f/node_modules/@reduxjs/toolkit/dist/query/react/rtk-query-react.modern.mjs</a:t>
            </a:r>
          </a:p>
          <a:p>
            <a:pPr>
              <a:defRPr sz="1200"/>
            </a:pPr>
            <a:r>
              <a:t>D:/pasar_fix/node_modules/.bun/@reduxjs+toolkit@2.12.0+cb6b22864b678a7f/node_modules/@reduxjs/toolkit/dist/query/react/rtk-query-react.modern.mjs.map</a:t>
            </a:r>
          </a:p>
          <a:p>
            <a:pPr>
              <a:defRPr sz="1200"/>
            </a:pPr>
            <a:r>
              <a:t>D:/pasar_fix/node_modules/.bun/@reduxjs+toolkit@2.12.0+cb6b22864b678a7f/node_modules/@reduxjs/toolkit/dist/query/react/cjs/index.js</a:t>
            </a:r>
          </a:p>
          <a:p>
            <a:pPr>
              <a:defRPr sz="1200"/>
            </a:pPr>
            <a:r>
              <a:t>D:/pasar_fix/node_modules/.bun/@reduxjs+toolkit@2.12.0+cb6b22864b678a7f/node_modules/@reduxjs/toolkit/dist/query/react/cjs/rtk-query-react.development.cjs</a:t>
            </a:r>
          </a:p>
          <a:p>
            <a:pPr>
              <a:defRPr sz="1200"/>
            </a:pPr>
            <a:r>
              <a:t>D:/pasar_fix/node_modules/.bun/@reduxjs+toolkit@2.12.0+cb6b22864b678a7f/node_modules/@reduxjs/toolkit/dist/query/react/cjs/rtk-query-react.development.cjs.map</a:t>
            </a:r>
          </a:p>
          <a:p>
            <a:pPr>
              <a:defRPr sz="1200"/>
            </a:pPr>
            <a:r>
              <a:t>D:/pasar_fix/node_modules/.bun/@reduxjs+toolkit@2.12.0+cb6b22864b678a7f/node_modules/@reduxjs/toolkit/dist/query/react/cjs/rtk-query-react.production.min.cjs</a:t>
            </a:r>
          </a:p>
          <a:p>
            <a:pPr>
              <a:defRPr sz="1200"/>
            </a:pPr>
            <a:r>
              <a:t>D:/pasar_fix/node_modules/.bun/@reduxjs+toolkit@2.12.0+cb6b22864b678a7f/node_modules/@reduxjs/toolkit/dist/query/react/cjs/rtk-query-react.production.min.cjs.map</a:t>
            </a:r>
          </a:p>
          <a:p>
            <a:pPr>
              <a:defRPr sz="1200"/>
            </a:pPr>
            <a:r>
              <a:t>D:/pasar_fix/node_modules/.bun/@reduxjs+toolkit@2.12.0+cb6b22864b678a7f/node_modules/@reduxjs/toolkit/dist/react/index.d.mts</a:t>
            </a:r>
          </a:p>
          <a:p>
            <a:pPr>
              <a:defRPr sz="1200"/>
            </a:pPr>
            <a:r>
              <a:t>D:/pasar_fix/node_modules/.bun/@reduxjs+toolkit@2.12.0+cb6b22864b678a7f/node_modules/@reduxjs/toolkit/dist/react/index.d.ts</a:t>
            </a:r>
          </a:p>
          <a:p>
            <a:pPr>
              <a:defRPr sz="1200"/>
            </a:pPr>
            <a:r>
              <a:t>D:/pasar_fix/node_modules/.bun/@reduxjs+toolkit@2.12.0+cb6b22864b678a7f/node_modules/@reduxjs/toolkit/dist/react/redux-toolkit-react.browser.mjs</a:t>
            </a:r>
          </a:p>
          <a:p>
            <a:pPr>
              <a:defRPr sz="1200"/>
            </a:pPr>
            <a:r>
              <a:t>D:/pasar_fix/node_modules/.bun/@reduxjs+toolkit@2.12.0+cb6b22864b678a7f/node_modules/@reduxjs/toolkit/dist/react/redux-toolkit-react.browser.mjs.map</a:t>
            </a:r>
          </a:p>
          <a:p>
            <a:pPr>
              <a:defRPr sz="1200"/>
            </a:pPr>
            <a:r>
              <a:t>D:/pasar_fix/node_modules/.bun/@reduxjs+toolkit@2.12.0+cb6b22864b678a7f/node_modules/@reduxjs/toolkit/dist/react/redux-toolkit-react.legacy-esm.js</a:t>
            </a:r>
          </a:p>
          <a:p>
            <a:pPr>
              <a:defRPr sz="1200"/>
            </a:pPr>
            <a:r>
              <a:t>D:/pasar_fix/node_modules/.bun/@reduxjs+toolkit@2.12.0+cb6b22864b678a7f/node_modules/@reduxjs/toolkit/dist/react/redux-toolkit-react.legacy-esm.js.map</a:t>
            </a:r>
          </a:p>
          <a:p>
            <a:pPr>
              <a:defRPr sz="1200"/>
            </a:pPr>
            <a:r>
              <a:t>D:/pasar_fix/node_modules/.bun/@reduxjs+toolkit@2.12.0+cb6b22864b678a7f/node_modules/@reduxjs/toolkit/dist/react/redux-toolkit-react.modern.mjs</a:t>
            </a:r>
          </a:p>
          <a:p>
            <a:pPr>
              <a:defRPr sz="1200"/>
            </a:pPr>
            <a:r>
              <a:t>D:/pasar_fix/node_modules/.bun/@reduxjs+toolkit@2.12.0+cb6b22864b678a7f/node_modules/@reduxjs/toolkit/dist/react/redux-toolkit-react.modern.mjs.map</a:t>
            </a:r>
          </a:p>
          <a:p>
            <a:pPr>
              <a:defRPr sz="1200"/>
            </a:pPr>
            <a:r>
              <a:t>D:/pasar_fix/node_modules/.bun/@reduxjs+toolkit@2.12.0+cb6b22864b678a7f/node_modules/@reduxjs/toolkit/dist/react/cjs/index.js</a:t>
            </a:r>
          </a:p>
          <a:p>
            <a:pPr>
              <a:defRPr sz="1200"/>
            </a:pPr>
            <a:r>
              <a:t>D:/pasar_fix/node_modules/.bun/@reduxjs+toolkit@2.12.0+cb6b22864b678a7f/node_modules/@reduxjs/toolkit/dist/react/cjs/redux-toolkit-react.development.cjs</a:t>
            </a:r>
          </a:p>
          <a:p>
            <a:pPr>
              <a:defRPr sz="1200"/>
            </a:pPr>
            <a:r>
              <a:t>D:/pasar_fix/node_modules/.bun/@reduxjs+toolkit@2.12.0+cb6b22864b678a7f/node_modules/@reduxjs/toolkit/dist/react/cjs/redux-toolkit-react.development.cjs.map</a:t>
            </a:r>
          </a:p>
          <a:p>
            <a:pPr>
              <a:defRPr sz="1200"/>
            </a:pPr>
            <a:r>
              <a:t>D:/pasar_fix/node_modules/.bun/@reduxjs+toolkit@2.12.0+cb6b22864b678a7f/node_modules/@reduxjs/toolkit/dist/react/cjs/redux-toolkit-react.production.min.cjs</a:t>
            </a:r>
          </a:p>
          <a:p>
            <a:pPr>
              <a:defRPr sz="1200"/>
            </a:pPr>
            <a:r>
              <a:t>D:/pasar_fix/node_modules/.bun/@reduxjs+toolkit@2.12.0+cb6b22864b678a7f/node_modules/@reduxjs/toolkit/dist/react/cjs/redux-toolkit-react.production.min.cjs.map</a:t>
            </a:r>
          </a:p>
          <a:p>
            <a:pPr>
              <a:defRPr sz="1200"/>
            </a:pPr>
            <a:r>
              <a:t>D:/pasar_fix/node_modules/.bun/@reduxjs+toolkit@2.12.0+cb6b22864b678a7f/node_modules/@reduxjs/toolkit/query/package.json</a:t>
            </a:r>
          </a:p>
          <a:p>
            <a:pPr>
              <a:defRPr sz="1200"/>
            </a:pPr>
            <a:r>
              <a:t>D:/pasar_fix/node_modules/.bun/@reduxjs+toolkit@2.12.0+cb6b22864b678a7f/node_modules/@reduxjs/toolkit/query/react/package.json</a:t>
            </a:r>
          </a:p>
          <a:p>
            <a:pPr>
              <a:defRPr sz="1200"/>
            </a:pPr>
            <a:r>
              <a:t>D:/pasar_fix/node_modules/.bun/@reduxjs+toolkit@2.12.0+cb6b22864b678a7f/node_modules/@reduxjs/toolkit/react/package.json</a:t>
            </a:r>
          </a:p>
          <a:p>
            <a:pPr>
              <a:defRPr sz="1200"/>
            </a:pPr>
            <a:r>
              <a:t>D:/pasar_fix/node_modules/.bun/@reduxjs+toolkit@2.12.0+cb6b22864b678a7f/node_modules/@reduxjs/toolkit/skills/build-modern-redux-apps/modern-redux/SKILL.md</a:t>
            </a:r>
          </a:p>
          <a:p>
            <a:pPr>
              <a:defRPr sz="1200"/>
            </a:pPr>
            <a:r>
              <a:t>D:/pasar_fix/node_modules/.bun/@reduxjs+toolkit@2.12.0+cb6b22864b678a7f/node_modules/@reduxjs/toolkit/skills/build-modern-redux-apps/modern-redux/references/store-lifetime.md</a:t>
            </a:r>
          </a:p>
          <a:p>
            <a:pPr>
              <a:defRPr sz="1200"/>
            </a:pPr>
            <a:r>
              <a:t>D:/pasar_fix/node_modules/.bun/@reduxjs+toolkit@2.12.0+cb6b22864b678a7f/node_modules/@reduxjs/toolkit/skills/build-modern-redux-apps/redux-dataflow/SKILL.md</a:t>
            </a:r>
          </a:p>
          <a:p>
            <a:pPr>
              <a:defRPr sz="1200"/>
            </a:pPr>
            <a:r>
              <a:t>D:/pasar_fix/node_modules/.bun/@reduxjs+toolkit@2.12.0+cb6b22864b678a7f/node_modules/@reduxjs/toolkit/skills/evolve-and-diagnose-redux-apps/debug-redux-toolkit-apps/SKILL.md</a:t>
            </a:r>
          </a:p>
          <a:p>
            <a:pPr>
              <a:defRPr sz="1200"/>
            </a:pPr>
            <a:r>
              <a:t>D:/pasar_fix/node_modules/.bun/@reduxjs+toolkit@2.12.0+cb6b22864b678a7f/node_modules/@reduxjs/toolkit/skills/evolve-and-diagnose-redux-apps/migrate-to-modern-redux/SKILL.md</a:t>
            </a:r>
          </a:p>
          <a:p>
            <a:pPr>
              <a:defRPr sz="1200"/>
            </a:pPr>
            <a:r>
              <a:t>D:/pasar_fix/node_modules/.bun/@reduxjs+toolkit@2.12.0+cb6b22864b678a7f/node_modules/@reduxjs/toolkit/skills/manage-server-data/adopt-rtk-query/SKILL.md</a:t>
            </a:r>
          </a:p>
          <a:p>
            <a:pPr>
              <a:defRPr sz="1200"/>
            </a:pPr>
            <a:r>
              <a:t>D:/pasar_fix/node_modules/.bun/@reduxjs+toolkit@2.12.0+cb6b22864b678a7f/node_modules/@reduxjs/toolkit/skills/manage-server-data/adopt-rtk-query/references/endpoint-lifecycle.md</a:t>
            </a:r>
          </a:p>
          <a:p>
            <a:pPr>
              <a:defRPr sz="1200"/>
            </a:pPr>
            <a:r>
              <a:t>D:/pasar_fix/node_modules/.bun/@reduxjs+toolkit@2.12.0+cb6b22864b678a7f/node_modules/@reduxjs/toolkit/skills/model-redux-state/build-slices-and-selectors/SKILL.md</a:t>
            </a:r>
          </a:p>
          <a:p>
            <a:pPr>
              <a:defRPr sz="1200"/>
            </a:pPr>
            <a:r>
              <a:t>D:/pasar_fix/node_modules/.bun/@reduxjs+toolkit@2.12.0+cb6b22864b678a7f/node_modules/@reduxjs/toolkit/skills/model-redux-state/build-slices-and-selectors/references/slice-patterns.md</a:t>
            </a:r>
          </a:p>
          <a:p>
            <a:pPr>
              <a:defRPr sz="1200"/>
            </a:pPr>
            <a:r>
              <a:t>D:/pasar_fix/node_modules/.bun/@reduxjs+toolkit@2.12.0+cb6b22864b678a7f/node_modules/@reduxjs/toolkit/skills/model-redux-state/design-state-ownership/SKILL.md</a:t>
            </a:r>
          </a:p>
          <a:p>
            <a:pPr>
              <a:defRPr sz="1200"/>
            </a:pPr>
            <a:r>
              <a:t>D:/pasar_fix/node_modules/.bun/@reduxjs+toolkit@2.12.0+cb6b22864b678a7f/node_modules/@reduxjs/toolkit/skills/model-redux-state/design-state-ownership/references/state-ownership.md</a:t>
            </a:r>
          </a:p>
          <a:p>
            <a:pPr>
              <a:defRPr sz="1200"/>
            </a:pPr>
            <a:r>
              <a:t>D:/pasar_fix/node_modules/.bun/@reduxjs+toolkit@2.12.0+cb6b22864b678a7f/node_modules/@reduxjs/toolkit/skills/orchestrate-side-effects/handle-side-effects/SKILL.md</a:t>
            </a:r>
          </a:p>
          <a:p>
            <a:pPr>
              <a:defRPr sz="1200"/>
            </a:pPr>
            <a:r>
              <a:t>D:/pasar_fix/node_modules/.bun/@reduxjs+toolkit@2.12.0+cb6b22864b678a7f/node_modules/@reduxjs/toolkit/skills/orchestrate-side-effects/handle-side-effects/references/listener-workflows.md</a:t>
            </a:r>
          </a:p>
          <a:p>
            <a:pPr>
              <a:defRPr sz="1200"/>
            </a:pPr>
            <a:r>
              <a:t>D:/pasar_fix/node_modules/.bun/@reduxjs+toolkit@2.12.0+cb6b22864b678a7f/node_modules/@reduxjs/toolkit/src/actionCreatorInvariantMiddleware.ts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D:/pasar_fix/node_modules/.bun/@reduxjs+toolkit@2.12.0+cb6b22864b678a7f/node_modules/@reduxjs/toolkit/src/autoBatchEnhancer.ts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D:/pasar_fix/node_modules/.bun/@reduxjs+toolkit@2.12.0+cb6b22864b678a7f/node_modules/@reduxjs/toolkit/src/combineSlices.ts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D:/pasar_fix/node_modules/.bun/@reduxjs+toolkit@2.12.0+cb6b22864b678a7f/node_modules/@reduxjs/toolkit/src/configureStore.ts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D:/pasar_fix/node_modules/.bun/@reduxjs+toolkit@2.12.0+cb6b22864b678a7f/node_modules/@reduxjs/toolkit/src/createAction.ts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D:/pasar_fix/node_modules/.bun/@reduxjs+toolkit@2.12.0+cb6b22864b678a7f/node_modules/@reduxjs/toolkit/src/createAsyncThunk.ts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D:/pasar_fix/node_modules/.bun/@reduxjs+toolkit@2.12.0+cb6b22864b678a7f/node_modules/@reduxjs/toolkit/src/createDraftSafeSelector.ts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D:/pasar_fix/node_modules/.bun/@reduxjs+toolkit@2.12.0+cb6b22864b678a7f/node_modules/@reduxjs/toolkit/src/createReducer.ts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D:/pasar_fix/node_modules/.bun/@reduxjs+toolkit@2.12.0+cb6b22864b678a7f/node_modules/@reduxjs/toolkit/src/createSlice.ts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D:/pasar_fix/node_modules/.bun/@reduxjs+toolkit@2.12.0+cb6b22864b678a7f/node_modules/@reduxjs/toolkit/src/devtoolsExtension.ts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D:/pasar_fix/node_modules/.bun/@reduxjs+toolkit@2.12.0+cb6b22864b678a7f/node_modules/@reduxjs/toolkit/src/formatProdErrorMessage.ts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D:/pasar_fix/node_modules/.bun/@reduxjs+toolkit@2.12.0+cb6b22864b678a7f/node_modules/@reduxjs/toolkit/src/getDefaultEnhancers.ts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D:/pasar_fix/node_modules/.bun/@reduxjs+toolkit@2.12.0+cb6b22864b678a7f/node_modules/@reduxjs/toolkit/src/getDefaultMiddleware.ts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D:/pasar_fix/node_modules/.bun/@reduxjs+toolkit@2.12.0+cb6b22864b678a7f/node_modules/@reduxjs/toolkit/src/immerImports.ts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D:/pasar_fix/node_modules/.bun/@reduxjs+toolkit@2.12.0+cb6b22864b678a7f/node_modules/@reduxjs/toolkit/src/immutableStateInvariantMiddleware.ts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D:/pasar_fix/node_modules/.bun/@reduxjs+toolkit@2.12.0+cb6b22864b678a7f/node_modules/@reduxjs/toolkit/src/index.ts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D:/pasar_fix/node_modules/.bun/@reduxjs+toolkit@2.12.0+cb6b22864b678a7f/node_modules/@reduxjs/toolkit/src/mapBuilders.ts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D:/pasar_fix/node_modules/.bun/@reduxjs+toolkit@2.12.0+cb6b22864b678a7f/node_modules/@reduxjs/toolkit/src/matchers.ts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D:/pasar_fix/node_modules/.bun/@reduxjs+toolkit@2.12.0+cb6b22864b678a7f/node_modules/@reduxjs/toolkit/src/nanoid.ts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D:/pasar_fix/node_modules/.bun/@reduxjs+toolkit@2.12.0+cb6b22864b678a7f/node_modules/@reduxjs/toolkit/src/reduxImports.ts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D:/pasar_fix/node_modules/.bun/@reduxjs+toolkit@2.12.0+cb6b22864b678a7f/node_modules/@reduxjs/toolkit/src/reselectImports.ts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D:/pasar_fix/node_modules/.bun/@reduxjs+toolkit@2.12.0+cb6b22864b678a7f/node_modules/@reduxjs/toolkit/src/serializableStateInvariantMiddleware.ts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D:/pasar_fix/node_modules/.bun/@reduxjs+toolkit@2.12.0+cb6b22864b678a7f/node_modules/@reduxjs/toolkit/src/tsHelpers.ts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D:/pasar_fix/node_modules/.bun/@reduxjs+toolkit@2.12.0+cb6b22864b678a7f/node_modules/@reduxjs/toolkit/src/uncheckedindexed.ts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D:/pasar_fix/node_modules/.bun/@reduxjs+toolkit@2.12.0+cb6b22864b678a7f/node_modules/@reduxjs/toolkit/src/utils.ts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D:/pasar_fix/node_modules/.bun/@reduxjs+toolkit@2.12.0+cb6b22864b678a7f/node_modules/@reduxjs/toolkit/src/dynamicMiddleware/index.ts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D:/pasar_fix/node_modules/.bun/@reduxjs+toolkit@2.12.0+cb6b22864b678a7f/node_modules/@reduxjs/toolkit/src/dynamicMiddleware/types.ts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D:/pasar_fix/node_modules/.bun/@reduxjs+toolkit@2.12.0+cb6b22864b678a7f/node_modules/@reduxjs/toolkit/src/dynamicMiddleware/react/index.ts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D:/pasar_fix/node_modules/.bun/@reduxjs+toolkit@2.12.0+cb6b22864b678a7f/node_modules/@reduxjs/toolkit/src/entities/create_adapter.ts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D:/pasar_fix/node_modules/.bun/@reduxjs+toolkit@2.12.0+cb6b22864b678a7f/node_modules/@reduxjs/toolkit/src/entities/entity_state.ts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D:/pasar_fix/node_modules/.bun/@reduxjs+toolkit@2.12.0+cb6b22864b678a7f/node_modules/@reduxjs/toolkit/src/entities/index.ts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D:/pasar_fix/node_modules/.bun/@reduxjs+toolkit@2.12.0+cb6b22864b678a7f/node_modules/@reduxjs/toolkit/src/entities/models.ts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D:/pasar_fix/node_modules/.bun/@reduxjs+toolkit@2.12.0+cb6b22864b678a7f/node_modules/@reduxjs/toolkit/src/entities/sorted_state_adapter.ts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D:/pasar_fix/node_modules/.bun/@reduxjs+toolkit@2.12.0+cb6b22864b678a7f/node_modules/@reduxjs/toolkit/src/entities/state_adapter.ts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D:/pasar_fix/node_modules/.bun/@reduxjs+toolkit@2.12.0+cb6b22864b678a7f/node_modules/@reduxjs/toolkit/src/entities/state_selectors.ts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D:/pasar_fix/node_modules/.bun/@reduxjs+toolkit@2.12.0+cb6b22864b678a7f/node_modules/@reduxjs/toolkit/src/entities/unsorted_state_adapter.ts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D:/pasar_fix/node_modules/.bun/@reduxjs+toolkit@2.12.0+cb6b22864b678a7f/node_modules/@reduxjs/toolkit/src/entities/utils.ts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D:/pasar_fix/node_modules/.bun/@reduxjs+toolkit@2.12.0+cb6b22864b678a7f/node_modules/@reduxjs/toolkit/src/listenerMiddleware/exceptions.ts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D:/pasar_fix/node_modules/.bun/@reduxjs+toolkit@2.12.0+cb6b22864b678a7f/node_modules/@reduxjs/toolkit/src/listenerMiddleware/index.ts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D:/pasar_fix/node_modules/.bun/@reduxjs+toolkit@2.12.0+cb6b22864b678a7f/node_modules/@reduxjs/toolkit/src/listenerMiddleware/task.ts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D:/pasar_fix/node_modules/.bun/@reduxjs+toolkit@2.12.0+cb6b22864b678a7f/node_modules/@reduxjs/toolkit/src/listenerMiddleware/types.ts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D:/pasar_fix/node_modules/.bun/@reduxjs+toolkit@2.12.0+cb6b22864b678a7f/node_modules/@reduxjs/toolkit/src/listenerMiddleware/utils.ts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D:/pasar_fix/node_modules/.bun/@reduxjs+toolkit@2.12.0+cb6b22864b678a7f/node_modules/@reduxjs/toolkit/src/query/apiTypes.ts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D:/pasar_fix/node_modules/.bun/@reduxjs+toolkit@2.12.0+cb6b22864b678a7f/node_modules/@reduxjs/toolkit/src/query/baseQueryTypes.ts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D:/pasar_fix/node_modules/.bun/@reduxjs+toolkit@2.12.0+cb6b22864b678a7f/node_modules/@reduxjs/toolkit/src/query/createApi.ts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D:/pasar_fix/node_modules/.bun/@reduxjs+toolkit@2.12.0+cb6b22864b678a7f/node_modules/@reduxjs/toolkit/src/query/defaultSerializeQueryArgs.ts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D:/pasar_fix/node_modules/.bun/@reduxjs+toolkit@2.12.0+cb6b22864b678a7f/node_modules/@reduxjs/toolkit/src/query/endpointDefinitions.ts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D:/pasar_fix/node_modules/.bun/@reduxjs+toolkit@2.12.0+cb6b22864b678a7f/node_modules/@reduxjs/toolkit/src/query/fakeBaseQuery.ts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D:/pasar_fix/node_modules/.bun/@reduxjs+toolkit@2.12.0+cb6b22864b678a7f/node_modules/@reduxjs/toolkit/src/query/fetchBaseQuery.ts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D:/pasar_fix/node_modules/.bun/@reduxjs+toolkit@2.12.0+cb6b22864b678a7f/node_modules/@reduxjs/toolkit/src/query/HandledError.ts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D:/pasar_fix/node_modules/.bun/@reduxjs+toolkit@2.12.0+cb6b22864b678a7f/node_modules/@reduxjs/toolkit/src/query/index.ts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D:/pasar_fix/node_modules/.bun/@reduxjs+toolkit@2.12.0+cb6b22864b678a7f/node_modules/@reduxjs/toolkit/src/query/retry.ts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D:/pasar_fix/node_modules/.bun/@reduxjs+toolkit@2.12.0+cb6b22864b678a7f/node_modules/@reduxjs/toolkit/src/query/standardSchema.ts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D:/pasar_fix/node_modules/.bun/@reduxjs+toolkit@2.12.0+cb6b22864b678a7f/node_modules/@reduxjs/toolkit/src/query/tsHelpers.ts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D:/pasar_fix/node_modules/.bun/@reduxjs+toolkit@2.12.0+cb6b22864b678a7f/node_modules/@reduxjs/toolkit/src/query/core/apiState.ts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D:/pasar_fix/node_modules/.bun/@reduxjs+toolkit@2.12.0+cb6b22864b678a7f/node_modules/@reduxjs/toolkit/src/query/core/buildInitiate.ts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D:/pasar_fix/node_modules/.bun/@reduxjs+toolkit@2.12.0+cb6b22864b678a7f/node_modules/@reduxjs/toolkit/src/query/core/buildSelectors.ts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D:/pasar_fix/node_modules/.bun/@reduxjs+toolkit@2.12.0+cb6b22864b678a7f/node_modules/@reduxjs/toolkit/src/query/core/buildSlice.ts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D:/pasar_fix/node_modules/.bun/@reduxjs+toolkit@2.12.0+cb6b22864b678a7f/node_modules/@reduxjs/toolkit/src/query/core/buildThunks.ts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D:/pasar_fix/node_modules/.bun/@reduxjs+toolkit@2.12.0+cb6b22864b678a7f/node_modules/@reduxjs/toolkit/src/query/core/index.ts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D:/pasar_fix/node_modules/.bun/@reduxjs+toolkit@2.12.0+cb6b22864b678a7f/node_modules/@reduxjs/toolkit/src/query/core/module.ts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D:/pasar_fix/node_modules/.bun/@reduxjs+toolkit@2.12.0+cb6b22864b678a7f/node_modules/@reduxjs/toolkit/src/query/core/rtkImports.ts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D:/pasar_fix/node_modules/.bun/@reduxjs+toolkit@2.12.0+cb6b22864b678a7f/node_modules/@reduxjs/toolkit/src/query/core/setupListeners.ts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D:/pasar_fix/node_modules/.bun/@reduxjs+toolkit@2.12.0+cb6b22864b678a7f/node_modules/@reduxjs/toolkit/src/query/core/buildMiddleware/batchActions.ts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D:/pasar_fix/node_modules/.bun/@reduxjs+toolkit@2.12.0+cb6b22864b678a7f/node_modules/@reduxjs/toolkit/src/query/core/buildMiddleware/cacheCollection.ts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D:/pasar_fix/node_modules/.bun/@reduxjs+toolkit@2.12.0+cb6b22864b678a7f/node_modules/@reduxjs/toolkit/src/query/core/buildMiddleware/cacheLifecycle.ts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D:/pasar_fix/node_modules/.bun/@reduxjs+toolkit@2.12.0+cb6b22864b678a7f/node_modules/@reduxjs/toolkit/src/query/core/buildMiddleware/devMiddleware.ts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D:/pasar_fix/node_modules/.bun/@reduxjs+toolkit@2.12.0+cb6b22864b678a7f/node_modules/@reduxjs/toolkit/src/query/core/buildMiddleware/index.ts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D:/pasar_fix/node_modules/.bun/@reduxjs+toolkit@2.12.0+cb6b22864b678a7f/node_modules/@reduxjs/toolkit/src/query/core/buildMiddleware/invalidationByTags.ts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D:/pasar_fix/node_modules/.bun/@reduxjs+toolkit@2.12.0+cb6b22864b678a7f/node_modules/@reduxjs/toolkit/src/query/core/buildMiddleware/polling.ts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D:/pasar_fix/node_modules/.bun/@reduxjs+toolkit@2.12.0+cb6b22864b678a7f/node_modules/@reduxjs/toolkit/src/query/core/buildMiddleware/queryLifecycle.ts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D:/pasar_fix/node_modules/.bun/@reduxjs+toolkit@2.12.0+cb6b22864b678a7f/node_modules/@reduxjs/toolkit/src/query/core/buildMiddleware/types.ts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D:/pasar_fix/node_modules/.bun/@reduxjs+toolkit@2.12.0+cb6b22864b678a7f/node_modules/@reduxjs/toolkit/src/query/core/buildMiddleware/windowEventHandling.ts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D:/pasar_fix/node_modules/.bun/@reduxjs+toolkit@2.12.0+cb6b22864b678a7f/node_modules/@reduxjs/toolkit/src/query/react/ApiProvider.tsx</a:t>
            </a:r>
          </a:p>
          <a:p>
            <a:pPr>
              <a:defRPr sz="1200"/>
            </a:pPr>
            <a:r>
              <a:t>D:/pasar_fix/node_modules/.bun/@reduxjs+toolkit@2.12.0+cb6b22864b678a7f/node_modules/@reduxjs/toolkit/src/query/react/buildHooks.ts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D:/pasar_fix/node_modules/.bun/@reduxjs+toolkit@2.12.0+cb6b22864b678a7f/node_modules/@reduxjs/toolkit/src/query/react/constants.ts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D:/pasar_fix/node_modules/.bun/@reduxjs+toolkit@2.12.0+cb6b22864b678a7f/node_modules/@reduxjs/toolkit/src/query/react/index.ts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D:/pasar_fix/node_modules/.bun/@reduxjs+toolkit@2.12.0+cb6b22864b678a7f/node_modules/@reduxjs/toolkit/src/query/react/module.ts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D:/pasar_fix/node_modules/.bun/@reduxjs+toolkit@2.12.0+cb6b22864b678a7f/node_modules/@reduxjs/toolkit/src/query/react/namedHooks.ts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D:/pasar_fix/node_modules/.bun/@reduxjs+toolkit@2.12.0+cb6b22864b678a7f/node_modules/@reduxjs/toolkit/src/query/react/reactImports.ts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D:/pasar_fix/node_modules/.bun/@reduxjs+toolkit@2.12.0+cb6b22864b678a7f/node_modules/@reduxjs/toolkit/src/query/react/reactReduxImports.ts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D:/pasar_fix/node_modules/.bun/@reduxjs+toolkit@2.12.0+cb6b22864b678a7f/node_modules/@reduxjs/toolkit/src/query/react/rtkqImports.ts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D:/pasar_fix/node_modules/.bun/@reduxjs+toolkit@2.12.0+cb6b22864b678a7f/node_modules/@reduxjs/toolkit/src/query/react/useSerializedStableValue.ts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D:/pasar_fix/node_modules/.bun/@reduxjs+toolkit@2.12.0+cb6b22864b678a7f/node_modules/@reduxjs/toolkit/src/query/react/useShallowStableValue.ts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D:/pasar_fix/node_modules/.bun/@reduxjs+toolkit@2.12.0+cb6b22864b678a7f/node_modules/@reduxjs/toolkit/src/query/utils/capitalize.ts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D:/pasar_fix/node_modules/.bun/@reduxjs+toolkit@2.12.0+cb6b22864b678a7f/node_modules/@reduxjs/toolkit/src/query/utils/copyWithStructuralSharing.ts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D:/pasar_fix/node_modules/.bun/@reduxjs+toolkit@2.12.0+cb6b22864b678a7f/node_modules/@reduxjs/toolkit/src/query/utils/countObjectKeys.ts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D:/pasar_fix/node_modules/.bun/@reduxjs+toolkit@2.12.0+cb6b22864b678a7f/node_modules/@reduxjs/toolkit/src/query/utils/filterMap.ts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D:/pasar_fix/node_modules/.bun/@reduxjs+toolkit@2.12.0+cb6b22864b678a7f/node_modules/@reduxjs/toolkit/src/query/utils/getCurrent.ts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D:/pasar_fix/node_modules/.bun/@reduxjs+toolkit@2.12.0+cb6b22864b678a7f/node_modules/@reduxjs/toolkit/src/query/utils/getOrInsert.ts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D:/pasar_fix/node_modules/.bun/@reduxjs+toolkit@2.12.0+cb6b22864b678a7f/node_modules/@reduxjs/toolkit/src/query/utils/immerImports.ts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D:/pasar_fix/node_modules/.bun/@reduxjs+toolkit@2.12.0+cb6b22864b678a7f/node_modules/@reduxjs/toolkit/src/query/utils/index.ts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D:/pasar_fix/node_modules/.bun/@reduxjs+toolkit@2.12.0+cb6b22864b678a7f/node_modules/@reduxjs/toolkit/src/query/utils/isAbsoluteUrl.ts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D:/pasar_fix/node_modules/.bun/@reduxjs+toolkit@2.12.0+cb6b22864b678a7f/node_modules/@reduxjs/toolkit/src/query/utils/isDocumentVisible.ts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D:/pasar_fix/node_modules/.bun/@reduxjs+toolkit@2.12.0+cb6b22864b678a7f/node_modules/@reduxjs/toolkit/src/query/utils/isNotNullish.ts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D:/pasar_fix/node_modules/.bun/@reduxjs+toolkit@2.12.0+cb6b22864b678a7f/node_modules/@reduxjs/toolkit/src/query/utils/isOnline.ts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D:/pasar_fix/node_modules/.bun/@reduxjs+toolkit@2.12.0+cb6b22864b678a7f/node_modules/@reduxjs/toolkit/src/query/utils/isValidUrl.ts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D:/pasar_fix/node_modules/.bun/@reduxjs+toolkit@2.12.0+cb6b22864b678a7f/node_modules/@reduxjs/toolkit/src/query/utils/joinUrls.ts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D:/pasar_fix/node_modules/.bun/@reduxjs+toolkit@2.12.0+cb6b22864b678a7f/node_modules/@reduxjs/toolkit/src/query/utils/signals.ts</a:t>
            </a:r>
          </a:p>
          <a:p>
            <a:pPr>
              <a:defRPr sz="1200"/>
            </a:pPr>
            <a:r>
              <a:t>D:/pasar_fix/node_modules/.bun/@reduxjs+toolkit@2.12.0+cb6b22864b678a7f/node_modules/@reduxjs/toolkit/src/react/index.ts</a:t>
            </a:r>
          </a:p>
          <a:p>
            <a:pPr>
              <a:defRPr sz="1200"/>
            </a:pPr>
            <a:r>
              <a:t>D:/pasar_fix/node_modules/.bun/@rolldown+pluginutils@1.0.0-beta.27/node_modules/@rolldown/pluginutils/LICENSE</a:t>
            </a:r>
          </a:p>
          <a:p>
            <a:pPr>
              <a:defRPr sz="1200"/>
            </a:pPr>
            <a:r>
              <a:t>D:/pasar_fix/node_modules/.bun/@rolldown+pluginutils@1.0.0-beta.27/node_modules/@rolldown/pluginutils/package.json</a:t>
            </a:r>
          </a:p>
          <a:p>
            <a:pPr>
              <a:defRPr sz="1200"/>
            </a:pPr>
            <a:r>
              <a:t>D:/pasar_fix/node_modules/.bun/@rolldown+pluginutils@1.0.0-beta.27/node_modules/@rolldown/pluginutils/dist/index.cjs</a:t>
            </a:r>
          </a:p>
          <a:p>
            <a:pPr>
              <a:defRPr sz="1200"/>
            </a:pPr>
            <a:r>
              <a:t>D:/pasar_fix/node_modules/.bun/@rolldown+pluginutils@1.0.0-beta.27/node_modules/@rolldown/pluginutils/dist/index.d.cts</a:t>
            </a:r>
          </a:p>
          <a:p>
            <a:pPr>
              <a:defRPr sz="1200"/>
            </a:pPr>
            <a:r>
              <a:t>D:/pasar_fix/node_modules/.bun/@rolldown+pluginutils@1.0.0-beta.27/node_modules/@rolldown/pluginutils/dist/index.d.ts</a:t>
            </a:r>
          </a:p>
          <a:p>
            <a:pPr>
              <a:defRPr sz="1200"/>
            </a:pPr>
            <a:r>
              <a:t>D:/pasar_fix/node_modules/.bun/@rolldown+pluginutils@1.0.0-beta.27/node_modules/@rolldown/pluginutils/dist/index.js</a:t>
            </a:r>
          </a:p>
          <a:p>
            <a:pPr>
              <a:defRPr sz="1200"/>
            </a:pPr>
            <a:r>
              <a:t>D:/pasar_fix/node_modules/.bun/@rollup+plugin-alias@6.0.0+b720cfb40978a63e/node_modules/.bin/rollup.bunx</a:t>
            </a:r>
          </a:p>
          <a:p>
            <a:pPr>
              <a:defRPr sz="1200"/>
            </a:pPr>
            <a:r>
              <a:t>D:/pasar_fix/node_modules/.bun/@rollup+plugin-alias@6.0.0+b720cfb40978a63e/node_modules/.bin/rollup.exe</a:t>
            </a:r>
          </a:p>
          <a:p>
            <a:pPr>
              <a:defRPr sz="1200"/>
            </a:pPr>
            <a:r>
              <a:t>D:/pasar_fix/node_modules/.bun/@rollup+plugin-alias@6.0.0+b720cfb40978a63e/node_modules/@rollup/plugin-alias/LICENSE</a:t>
            </a:r>
          </a:p>
          <a:p>
            <a:pPr>
              <a:defRPr sz="1200"/>
            </a:pPr>
            <a:r>
              <a:t>D:/pasar_fix/node_modules/.bun/@rollup+plugin-alias@6.0.0+b720cfb40978a63e/node_modules/@rollup/plugin-alias/package.json</a:t>
            </a:r>
          </a:p>
          <a:p>
            <a:pPr>
              <a:defRPr sz="1200"/>
            </a:pPr>
            <a:r>
              <a:t>D:/pasar_fix/node_modules/.bun/@rollup+plugin-alias@6.0.0+b720cfb40978a63e/node_modules/@rollup/plugin-alias/README.md</a:t>
            </a:r>
          </a:p>
          <a:p>
            <a:pPr>
              <a:defRPr sz="1200"/>
            </a:pPr>
            <a:r>
              <a:t>D:/pasar_fix/node_modules/.bun/@rollup+plugin-alias@6.0.0+b720cfb40978a63e/node_modules/@rollup/plugin-alias/dist/index.d.ts</a:t>
            </a:r>
          </a:p>
          <a:p>
            <a:pPr>
              <a:defRPr sz="1200"/>
            </a:pPr>
            <a:r>
              <a:t>D:/pasar_fix/node_modules/.bun/@rollup+plugin-alias@6.0.0+b720cfb40978a63e/node_modules/@rollup/plugin-alias/dist/index.js</a:t>
            </a:r>
          </a:p>
          <a:p>
            <a:pPr>
              <a:defRPr sz="1200"/>
            </a:pPr>
            <a:r>
              <a:t>D:/pasar_fix/node_modules/.bun/@rollup+plugin-commonjs@29.0.2+b720cfb40978a63e/node_modules/.bin/rollup.bunx</a:t>
            </a:r>
          </a:p>
          <a:p>
            <a:pPr>
              <a:defRPr sz="1200"/>
            </a:pPr>
            <a:r>
              <a:t>D:/pasar_fix/node_modules/.bun/@rollup+plugin-commonjs@29.0.2+b720cfb40978a63e/node_modules/.bin/rollup.exe</a:t>
            </a:r>
          </a:p>
          <a:p>
            <a:pPr>
              <a:defRPr sz="1200"/>
            </a:pPr>
            <a:r>
              <a:t>D:/pasar_fix/node_modules/.bun/@rollup+plugin-commonjs@29.0.2+b720cfb40978a63e/node_modules/@rollup/plugin-commonjs/LICENSE</a:t>
            </a:r>
          </a:p>
          <a:p>
            <a:pPr>
              <a:defRPr sz="1200"/>
            </a:pPr>
            <a:r>
              <a:t>D:/pasar_fix/node_modules/.bun/@rollup+plugin-commonjs@29.0.2+b720cfb40978a63e/node_modules/@rollup/plugin-commonjs/package.json</a:t>
            </a:r>
          </a:p>
          <a:p>
            <a:pPr>
              <a:defRPr sz="1200"/>
            </a:pPr>
            <a:r>
              <a:t>D:/pasar_fix/node_modules/.bun/@rollup+plugin-commonjs@29.0.2+b720cfb40978a63e/node_modules/@rollup/plugin-commonjs/README.md</a:t>
            </a:r>
          </a:p>
          <a:p>
            <a:pPr>
              <a:defRPr sz="1200"/>
            </a:pPr>
            <a:r>
              <a:t>D:/pasar_fix/node_modules/.bun/@rollup+plugin-commonjs@29.0.2+b720cfb40978a63e/node_modules/@rollup/plugin-commonjs/dist/cjs/index.js</a:t>
            </a:r>
          </a:p>
          <a:p>
            <a:pPr>
              <a:defRPr sz="1200"/>
            </a:pPr>
            <a:r>
              <a:t>D:/pasar_fix/node_modules/.bun/@rollup+plugin-commonjs@29.0.2+b720cfb40978a63e/node_modules/@rollup/plugin-commonjs/dist/es/index.js</a:t>
            </a:r>
          </a:p>
          <a:p>
            <a:pPr>
              <a:defRPr sz="1200"/>
            </a:pPr>
            <a:r>
              <a:t>D:/pasar_fix/node_modules/.bun/@rollup+plugin-commonjs@29.0.2+b720cfb40978a63e/node_modules/@rollup/plugin-commonjs/dist/es/package.json</a:t>
            </a:r>
          </a:p>
          <a:p>
            <a:pPr>
              <a:defRPr sz="1200"/>
            </a:pPr>
            <a:r>
              <a:t>D:/pasar_fix/node_modules/.bun/@rollup+plugin-commonjs@29.0.2+b720cfb40978a63e/node_modules/@rollup/plugin-commonjs/types/index.d.ts</a:t>
            </a:r>
          </a:p>
          <a:p>
            <a:pPr>
              <a:defRPr sz="1200"/>
            </a:pPr>
            <a:r>
              <a:t>D:/pasar_fix/node_modules/.bun/@rollup+plugin-inject@5.0.5+b720cfb40978a63e/node_modules/.bin/rollup.bunx</a:t>
            </a:r>
          </a:p>
          <a:p>
            <a:pPr>
              <a:defRPr sz="1200"/>
            </a:pPr>
            <a:r>
              <a:t>D:/pasar_fix/node_modules/.bun/@rollup+plugin-inject@5.0.5+b720cfb40978a63e/node_modules/.bin/rollup.exe</a:t>
            </a:r>
          </a:p>
          <a:p>
            <a:pPr>
              <a:defRPr sz="1200"/>
            </a:pPr>
            <a:r>
              <a:t>D:/pasar_fix/node_modules/.bun/@rollup+plugin-inject@5.0.5+b720cfb40978a63e/node_modules/@rollup/plugin-inject/package.json</a:t>
            </a:r>
          </a:p>
          <a:p>
            <a:pPr>
              <a:defRPr sz="1200"/>
            </a:pPr>
            <a:r>
              <a:t>D:/pasar_fix/node_modules/.bun/@rollup+plugin-inject@5.0.5+b720cfb40978a63e/node_modules/@rollup/plugin-inject/README.md</a:t>
            </a:r>
          </a:p>
          <a:p>
            <a:pPr>
              <a:defRPr sz="1200"/>
            </a:pPr>
            <a:r>
              <a:t>D:/pasar_fix/node_modules/.bun/@rollup+plugin-inject@5.0.5+b720cfb40978a63e/node_modules/@rollup/plugin-inject/dist/cjs/index.js</a:t>
            </a:r>
          </a:p>
          <a:p>
            <a:pPr>
              <a:defRPr sz="1200"/>
            </a:pPr>
            <a:r>
              <a:t>D:/pasar_fix/node_modules/.bun/@rollup+plugin-inject@5.0.5+b720cfb40978a63e/node_modules/@rollup/plugin-inject/dist/es/index.js</a:t>
            </a:r>
          </a:p>
          <a:p>
            <a:pPr>
              <a:defRPr sz="1200"/>
            </a:pPr>
            <a:r>
              <a:t>D:/pasar_fix/node_modules/.bun/@rollup+plugin-inject@5.0.5+b720cfb40978a63e/node_modules/@rollup/plugin-inject/dist/es/package.json</a:t>
            </a:r>
          </a:p>
          <a:p>
            <a:pPr>
              <a:defRPr sz="1200"/>
            </a:pPr>
            <a:r>
              <a:t>D:/pasar_fix/node_modules/.bun/@rollup+plugin-inject@5.0.5+b720cfb40978a63e/node_modules/@rollup/plugin-inject/types/index.d.ts</a:t>
            </a:r>
          </a:p>
          <a:p>
            <a:pPr>
              <a:defRPr sz="1200"/>
            </a:pPr>
            <a:r>
              <a:t>D:/pasar_fix/node_modules/.bun/@rollup+plugin-json@6.1.0+b720cfb40978a63e/node_modules/.bin/rollup.bunx</a:t>
            </a:r>
          </a:p>
          <a:p>
            <a:pPr>
              <a:defRPr sz="1200"/>
            </a:pPr>
            <a:r>
              <a:t>D:/pasar_fix/node_modules/.bun/@rollup+plugin-json@6.1.0+b720cfb40978a63e/node_modules/.bin/rollup.exe</a:t>
            </a:r>
          </a:p>
          <a:p>
            <a:pPr>
              <a:defRPr sz="1200"/>
            </a:pPr>
            <a:r>
              <a:t>D:/pasar_fix/node_modules/.bun/@rollup+plugin-json@6.1.0+b720cfb40978a63e/node_modules/@rollup/plugin-json/LICENSE</a:t>
            </a:r>
          </a:p>
          <a:p>
            <a:pPr>
              <a:defRPr sz="1200"/>
            </a:pPr>
            <a:r>
              <a:t>D:/pasar_fix/node_modules/.bun/@rollup+plugin-json@6.1.0+b720cfb40978a63e/node_modules/@rollup/plugin-json/package.json</a:t>
            </a:r>
          </a:p>
          <a:p>
            <a:pPr>
              <a:defRPr sz="1200"/>
            </a:pPr>
            <a:r>
              <a:t>D:/pasar_fix/node_modules/.bun/@rollup+plugin-json@6.1.0+b720cfb40978a63e/node_modules/@rollup/plugin-json/README.md</a:t>
            </a:r>
          </a:p>
          <a:p>
            <a:pPr>
              <a:defRPr sz="1200"/>
            </a:pPr>
            <a:r>
              <a:t>D:/pasar_fix/node_modules/.bun/@rollup+plugin-json@6.1.0+b720cfb40978a63e/node_modules/@rollup/plugin-json/dist/cjs/index.js</a:t>
            </a:r>
          </a:p>
          <a:p>
            <a:pPr>
              <a:defRPr sz="1200"/>
            </a:pPr>
            <a:r>
              <a:t>D:/pasar_fix/node_modules/.bun/@rollup+plugin-json@6.1.0+b720cfb40978a63e/node_modules/@rollup/plugin-json/dist/es/index.js</a:t>
            </a:r>
          </a:p>
          <a:p>
            <a:pPr>
              <a:defRPr sz="1200"/>
            </a:pPr>
            <a:r>
              <a:t>D:/pasar_fix/node_modules/.bun/@rollup+plugin-json@6.1.0+b720cfb40978a63e/node_modules/@rollup/plugin-json/dist/es/package.json</a:t>
            </a:r>
          </a:p>
          <a:p>
            <a:pPr>
              <a:defRPr sz="1200"/>
            </a:pPr>
            <a:r>
              <a:t>D:/pasar_fix/node_modules/.bun/@rollup+plugin-json@6.1.0+b720cfb40978a63e/node_modules/@rollup/plugin-json/types/index.d.ts</a:t>
            </a:r>
          </a:p>
          <a:p>
            <a:pPr>
              <a:defRPr sz="1200"/>
            </a:pPr>
            <a:r>
              <a:t>D:/pasar_fix/node_modules/.bun/@rollup+plugin-node-resolve@16.0.3+b720cfb40978a63e/node_modules/.bin/resolve.bunx</a:t>
            </a:r>
          </a:p>
          <a:p>
            <a:pPr>
              <a:defRPr sz="1200"/>
            </a:pPr>
            <a:r>
              <a:t>D:/pasar_fix/node_modules/.bun/@rollup+plugin-node-resolve@16.0.3+b720cfb40978a63e/node_modules/.bin/resolve.exe</a:t>
            </a:r>
          </a:p>
          <a:p>
            <a:pPr>
              <a:defRPr sz="1200"/>
            </a:pPr>
            <a:r>
              <a:t>D:/pasar_fix/node_modules/.bun/@rollup+plugin-node-resolve@16.0.3+b720cfb40978a63e/node_modules/.bin/rollup.bunx</a:t>
            </a:r>
          </a:p>
          <a:p>
            <a:pPr>
              <a:defRPr sz="1200"/>
            </a:pPr>
            <a:r>
              <a:t>D:/pasar_fix/node_modules/.bun/@rollup+plugin-node-resolve@16.0.3+b720cfb40978a63e/node_modules/.bin/rollup.exe</a:t>
            </a:r>
          </a:p>
          <a:p>
            <a:pPr>
              <a:defRPr sz="1200"/>
            </a:pPr>
            <a:r>
              <a:t>D:/pasar_fix/node_modules/.bun/@rollup+plugin-node-resolve@16.0.3+b720cfb40978a63e/node_modules/@rollup/plugin-node-resolve/LICENSE</a:t>
            </a:r>
          </a:p>
          <a:p>
            <a:pPr>
              <a:defRPr sz="1200"/>
            </a:pPr>
            <a:r>
              <a:t>D:/pasar_fix/node_modules/.bun/@rollup+plugin-node-resolve@16.0.3+b720cfb40978a63e/node_modules/@rollup/plugin-node-resolve/package.json</a:t>
            </a:r>
          </a:p>
          <a:p>
            <a:pPr>
              <a:defRPr sz="1200"/>
            </a:pPr>
            <a:r>
              <a:t>D:/pasar_fix/node_modules/.bun/@rollup+plugin-node-resolve@16.0.3+b720cfb40978a63e/node_modules/@rollup/plugin-node-resolve/README.md</a:t>
            </a:r>
          </a:p>
          <a:p>
            <a:pPr>
              <a:defRPr sz="1200"/>
            </a:pPr>
            <a:r>
              <a:t>D:/pasar_fix/node_modules/.bun/@rollup+plugin-node-resolve@16.0.3+b720cfb40978a63e/node_modules/@rollup/plugin-node-resolve/dist/cjs/index.js</a:t>
            </a:r>
          </a:p>
          <a:p>
            <a:pPr>
              <a:defRPr sz="1200"/>
            </a:pPr>
            <a:r>
              <a:t>D:/pasar_fix/node_modules/.bun/@rollup+plugin-node-resolve@16.0.3+b720cfb40978a63e/node_modules/@rollup/plugin-node-resolve/dist/es/index.js</a:t>
            </a:r>
          </a:p>
          <a:p>
            <a:pPr>
              <a:defRPr sz="1200"/>
            </a:pPr>
            <a:r>
              <a:t>D:/pasar_fix/node_modules/.bun/@rollup+plugin-node-resolve@16.0.3+b720cfb40978a63e/node_modules/@rollup/plugin-node-resolve/dist/es/package.json</a:t>
            </a:r>
          </a:p>
          <a:p>
            <a:pPr>
              <a:defRPr sz="1200"/>
            </a:pPr>
            <a:r>
              <a:t>D:/pasar_fix/node_modules/.bun/@rollup+plugin-node-resolve@16.0.3+b720cfb40978a63e/node_modules/@rollup/plugin-node-resolve/types/index.d.ts</a:t>
            </a:r>
          </a:p>
          <a:p>
            <a:pPr>
              <a:defRPr sz="1200"/>
            </a:pPr>
            <a:r>
              <a:t>D:/pasar_fix/node_modules/.bun/@rollup+plugin-replace@6.0.3+b720cfb40978a63e/node_modules/.bin/rollup.bunx</a:t>
            </a:r>
          </a:p>
          <a:p>
            <a:pPr>
              <a:defRPr sz="1200"/>
            </a:pPr>
            <a:r>
              <a:t>D:/pasar_fix/node_modules/.bun/@rollup+plugin-replace@6.0.3+b720cfb40978a63e/node_modules/.bin/rollup.exe</a:t>
            </a:r>
          </a:p>
          <a:p>
            <a:pPr>
              <a:defRPr sz="1200"/>
            </a:pPr>
            <a:r>
              <a:t>D:/pasar_fix/node_modules/.bun/@rollup+plugin-replace@6.0.3+b720cfb40978a63e/node_modules/@rollup/plugin-replace/LICENSE</a:t>
            </a:r>
          </a:p>
          <a:p>
            <a:pPr>
              <a:defRPr sz="1200"/>
            </a:pPr>
            <a:r>
              <a:t>D:/pasar_fix/node_modules/.bun/@rollup+plugin-replace@6.0.3+b720cfb40978a63e/node_modules/@rollup/plugin-replace/package.json</a:t>
            </a:r>
          </a:p>
          <a:p>
            <a:pPr>
              <a:defRPr sz="1200"/>
            </a:pPr>
            <a:r>
              <a:t>D:/pasar_fix/node_modules/.bun/@rollup+plugin-replace@6.0.3+b720cfb40978a63e/node_modules/@rollup/plugin-replace/README.md</a:t>
            </a:r>
          </a:p>
          <a:p>
            <a:pPr>
              <a:defRPr sz="1200"/>
            </a:pPr>
            <a:r>
              <a:t>D:/pasar_fix/node_modules/.bun/@rollup+plugin-replace@6.0.3+b720cfb40978a63e/node_modules/@rollup/plugin-replace/dist/cjs/index.js</a:t>
            </a:r>
          </a:p>
          <a:p>
            <a:pPr>
              <a:defRPr sz="1200"/>
            </a:pPr>
            <a:r>
              <a:t>D:/pasar_fix/node_modules/.bun/@rollup+plugin-replace@6.0.3+b720cfb40978a63e/node_modules/@rollup/plugin-replace/dist/es/index.js</a:t>
            </a:r>
          </a:p>
          <a:p>
            <a:pPr>
              <a:defRPr sz="1200"/>
            </a:pPr>
            <a:r>
              <a:t>D:/pasar_fix/node_modules/.bun/@rollup+plugin-replace@6.0.3+b720cfb40978a63e/node_modules/@rollup/plugin-replace/dist/es/package.json</a:t>
            </a:r>
          </a:p>
          <a:p>
            <a:pPr>
              <a:defRPr sz="1200"/>
            </a:pPr>
            <a:r>
              <a:t>D:/pasar_fix/node_modules/.bun/@rollup+plugin-replace@6.0.3+b720cfb40978a63e/node_modules/@rollup/plugin-replace/src/index.js</a:t>
            </a:r>
          </a:p>
          <a:p>
            <a:pPr>
              <a:defRPr sz="1200"/>
            </a:pPr>
            <a:r>
              <a:t>D:/pasar_fix/node_modules/.bun/@rollup+plugin-replace@6.0.3+b720cfb40978a63e/node_modules/@rollup/plugin-replace/types/index.d.ts</a:t>
            </a:r>
          </a:p>
          <a:p>
            <a:pPr>
              <a:defRPr sz="1200"/>
            </a:pPr>
            <a:r>
              <a:t>D:/pasar_fix/node_modules/.bun/@rollup+plugin-terser@1.0.0+b720cfb40978a63e/node_modules/.bin/rollup.bunx</a:t>
            </a:r>
          </a:p>
          <a:p>
            <a:pPr>
              <a:defRPr sz="1200"/>
            </a:pPr>
            <a:r>
              <a:t>D:/pasar_fix/node_modules/.bun/@rollup+plugin-terser@1.0.0+b720cfb40978a63e/node_modules/.bin/rollup.exe</a:t>
            </a:r>
          </a:p>
          <a:p>
            <a:pPr>
              <a:defRPr sz="1200"/>
            </a:pPr>
            <a:r>
              <a:t>D:/pasar_fix/node_modules/.bun/@rollup+plugin-terser@1.0.0+b720cfb40978a63e/node_modules/.bin/terser.bunx</a:t>
            </a:r>
          </a:p>
          <a:p>
            <a:pPr>
              <a:defRPr sz="1200"/>
            </a:pPr>
            <a:r>
              <a:t>D:/pasar_fix/node_modules/.bun/@rollup+plugin-terser@1.0.0+b720cfb40978a63e/node_modules/.bin/terser.exe</a:t>
            </a:r>
          </a:p>
          <a:p>
            <a:pPr>
              <a:defRPr sz="1200"/>
            </a:pPr>
            <a:r>
              <a:t>D:/pasar_fix/node_modules/.bun/@rollup+plugin-terser@1.0.0+b720cfb40978a63e/node_modules/@rollup/plugin-terser/LICENSE</a:t>
            </a:r>
          </a:p>
          <a:p>
            <a:pPr>
              <a:defRPr sz="1200"/>
            </a:pPr>
            <a:r>
              <a:t>D:/pasar_fix/node_modules/.bun/@rollup+plugin-terser@1.0.0+b720cfb40978a63e/node_modules/@rollup/plugin-terser/package.json</a:t>
            </a:r>
          </a:p>
          <a:p>
            <a:pPr>
              <a:defRPr sz="1200"/>
            </a:pPr>
            <a:r>
              <a:t>D:/pasar_fix/node_modules/.bun/@rollup+plugin-terser@1.0.0+b720cfb40978a63e/node_modules/@rollup/plugin-terser/README.md</a:t>
            </a:r>
          </a:p>
          <a:p>
            <a:pPr>
              <a:defRPr sz="1200"/>
            </a:pPr>
            <a:r>
              <a:t>D:/pasar_fix/node_modules/.bun/@rollup+plugin-terser@1.0.0+b720cfb40978a63e/node_modules/@rollup/plugin-terser/dist/cjs/index.js</a:t>
            </a:r>
          </a:p>
          <a:p>
            <a:pPr>
              <a:defRPr sz="1200"/>
            </a:pPr>
            <a:r>
              <a:t>D:/pasar_fix/node_modules/.bun/@rollup+plugin-terser@1.0.0+b720cfb40978a63e/node_modules/@rollup/plugin-terser/dist/es/index.js</a:t>
            </a:r>
          </a:p>
          <a:p>
            <a:pPr>
              <a:defRPr sz="1200"/>
            </a:pPr>
            <a:r>
              <a:t>D:/pasar_fix/node_modules/.bun/@rollup+plugin-terser@1.0.0+b720cfb40978a63e/node_modules/@rollup/plugin-terser/dist/es/package.json</a:t>
            </a:r>
          </a:p>
          <a:p>
            <a:pPr>
              <a:defRPr sz="1200"/>
            </a:pPr>
            <a:r>
              <a:t>D:/pasar_fix/node_modules/.bun/@rollup+plugin-terser@1.0.0+b720cfb40978a63e/node_modules/@rollup/plugin-terser/src/constants.ts</a:t>
            </a:r>
          </a:p>
          <a:p>
            <a:pPr>
              <a:defRPr sz="1200"/>
            </a:pPr>
            <a:r>
              <a:t>D:/pasar_fix/node_modules/.bun/@rollup+plugin-terser@1.0.0+b720cfb40978a63e/node_modules/@rollup/plugin-terser/src/index.ts</a:t>
            </a:r>
          </a:p>
          <a:p>
            <a:pPr>
              <a:defRPr sz="1200"/>
            </a:pPr>
            <a:r>
              <a:t>D:/pasar_fix/node_modules/.bun/@rollup+plugin-terser@1.0.0+b720cfb40978a63e/node_modules/@rollup/plugin-terser/src/module.ts</a:t>
            </a:r>
          </a:p>
          <a:p>
            <a:pPr>
              <a:defRPr sz="1200"/>
            </a:pPr>
            <a:r>
              <a:t>D:/pasar_fix/node_modules/.bun/@rollup+plugin-terser@1.0.0+b720cfb40978a63e/node_modules/@rollup/plugin-terser/src/type.ts</a:t>
            </a:r>
          </a:p>
          <a:p>
            <a:pPr>
              <a:defRPr sz="1200"/>
            </a:pPr>
            <a:r>
              <a:t>D:/pasar_fix/node_modules/.bun/@rollup+plugin-terser@1.0.0+b720cfb40978a63e/node_modules/@rollup/plugin-terser/src/worker-pool.ts</a:t>
            </a:r>
          </a:p>
          <a:p>
            <a:pPr>
              <a:defRPr sz="1200"/>
            </a:pPr>
            <a:r>
              <a:t>D:/pasar_fix/node_modules/.bun/@rollup+plugin-terser@1.0.0+b720cfb40978a63e/node_modules/@rollup/plugin-terser/src/worker.ts</a:t>
            </a:r>
          </a:p>
          <a:p>
            <a:pPr>
              <a:defRPr sz="1200"/>
            </a:pPr>
            <a:r>
              <a:t>D:/pasar_fix/node_modules/.bun/@rollup+plugin-terser@1.0.0+b720cfb40978a63e/node_modules/@rollup/plugin-terser/types/index.d.ts</a:t>
            </a:r>
          </a:p>
          <a:p>
            <a:pPr>
              <a:defRPr sz="1200"/>
            </a:pPr>
            <a:r>
              <a:t>D:/pasar_fix/node_modules/.bun/@rollup+pluginutils@5.3.0+b720cfb40978a63e/node_modules/.bin/rollup.bunx</a:t>
            </a:r>
          </a:p>
          <a:p>
            <a:pPr>
              <a:defRPr sz="1200"/>
            </a:pPr>
            <a:r>
              <a:t>D:/pasar_fix/node_modules/.bun/@rollup+pluginutils@5.3.0+b720cfb40978a63e/node_modules/.bin/rollup.exe</a:t>
            </a:r>
          </a:p>
          <a:p>
            <a:pPr>
              <a:defRPr sz="1200"/>
            </a:pPr>
            <a:r>
              <a:t>D:/pasar_fix/node_modules/.bun/@rollup+pluginutils@5.3.0+b720cfb40978a63e/node_modules/@rollup/pluginutils/LICENSE</a:t>
            </a:r>
          </a:p>
          <a:p>
            <a:pPr>
              <a:defRPr sz="1200"/>
            </a:pPr>
            <a:r>
              <a:t>D:/pasar_fix/node_modules/.bun/@rollup+pluginutils@5.3.0+b720cfb40978a63e/node_modules/@rollup/pluginutils/package.json</a:t>
            </a:r>
          </a:p>
          <a:p>
            <a:pPr>
              <a:defRPr sz="1200"/>
            </a:pPr>
            <a:r>
              <a:t>D:/pasar_fix/node_modules/.bun/@rollup+pluginutils@5.3.0+b720cfb40978a63e/node_modules/@rollup/pluginutils/README.md</a:t>
            </a:r>
          </a:p>
          <a:p>
            <a:pPr>
              <a:defRPr sz="1200"/>
            </a:pPr>
            <a:r>
              <a:t>D:/pasar_fix/node_modules/.bun/@rollup+pluginutils@5.3.0+b720cfb40978a63e/node_modules/@rollup/pluginutils/dist/cjs/index.js</a:t>
            </a:r>
          </a:p>
          <a:p>
            <a:pPr>
              <a:defRPr sz="1200"/>
            </a:pPr>
            <a:r>
              <a:t>D:/pasar_fix/node_modules/.bun/@rollup+pluginutils@5.3.0+b720cfb40978a63e/node_modules/@rollup/pluginutils/dist/es/index.js</a:t>
            </a:r>
          </a:p>
          <a:p>
            <a:pPr>
              <a:defRPr sz="1200"/>
            </a:pPr>
            <a:r>
              <a:t>D:/pasar_fix/node_modules/.bun/@rollup+pluginutils@5.3.0+b720cfb40978a63e/node_modules/@rollup/pluginutils/dist/es/package.json</a:t>
            </a:r>
          </a:p>
          <a:p>
            <a:pPr>
              <a:defRPr sz="1200"/>
            </a:pPr>
            <a:r>
              <a:t>D:/pasar_fix/node_modules/.bun/@rollup+pluginutils@5.3.0+b720cfb40978a63e/node_modules/@rollup/pluginutils/types/index.d.ts</a:t>
            </a:r>
          </a:p>
          <a:p>
            <a:pPr>
              <a:defRPr sz="1200"/>
            </a:pPr>
            <a:r>
              <a:t>D:/pasar_fix/node_modules/.bun/@rollup+rollup-win32-x64-gnu@4.60.4/node_modules/@rollup/rollup-win32-x64-gnu/package.json</a:t>
            </a:r>
          </a:p>
          <a:p>
            <a:pPr>
              <a:defRPr sz="1200"/>
            </a:pPr>
            <a:r>
              <a:t>D:/pasar_fix/node_modules/.bun/@rollup+rollup-win32-x64-gnu@4.60.4/node_modules/@rollup/rollup-win32-x64-gnu/README.md</a:t>
            </a:r>
          </a:p>
          <a:p>
            <a:pPr>
              <a:defRPr sz="1200"/>
            </a:pPr>
            <a:r>
              <a:t>D:/pasar_fix/node_modules/.bun/@rollup+rollup-win32-x64-gnu@4.60.4/node_modules/@rollup/rollup-win32-x64-gnu/rollup.win32-x64-gnu.node</a:t>
            </a:r>
          </a:p>
          <a:p>
            <a:pPr>
              <a:defRPr sz="1200"/>
            </a:pPr>
            <a:r>
              <a:t>D:/pasar_fix/node_modules/.bun/@rollup+rollup-win32-x64-msvc@4.60.4/node_modules/@rollup/rollup-win32-x64-msvc/package.json</a:t>
            </a:r>
          </a:p>
          <a:p>
            <a:pPr>
              <a:defRPr sz="1200"/>
            </a:pPr>
            <a:r>
              <a:t>D:/pasar_fix/node_modules/.bun/@rollup+rollup-win32-x64-msvc@4.60.4/node_modules/@rollup/rollup-win32-x64-msvc/README.md</a:t>
            </a:r>
          </a:p>
          <a:p>
            <a:pPr>
              <a:defRPr sz="1200"/>
            </a:pPr>
            <a:r>
              <a:t>D:/pasar_fix/node_modules/.bun/@rollup+rollup-win32-x64-msvc@4.60.4/node_modules/@rollup/rollup-win32-x64-msvc/rollup.win32-x64-msvc.node</a:t>
            </a:r>
          </a:p>
          <a:p>
            <a:pPr>
              <a:defRPr sz="1200"/>
            </a:pPr>
            <a:r>
              <a:t>D:/pasar_fix/node_modules/.bun/@simplewebauthn+browser@13.3.0/node_modules/@simplewebauthn/browser/LICENSE.md</a:t>
            </a:r>
          </a:p>
          <a:p>
            <a:pPr>
              <a:defRPr sz="1200"/>
            </a:pPr>
            <a:r>
              <a:t>D:/pasar_fix/node_modules/.bun/@simplewebauthn+browser@13.3.0/node_modules/@simplewebauthn/browser/package.json</a:t>
            </a:r>
          </a:p>
          <a:p>
            <a:pPr>
              <a:defRPr sz="1200"/>
            </a:pPr>
            <a:r>
              <a:t>D:/pasar_fix/node_modules/.bun/@simplewebauthn+browser@13.3.0/node_modules/@simplewebauthn/browser/README.md</a:t>
            </a:r>
          </a:p>
          <a:p>
            <a:pPr>
              <a:defRPr sz="1200"/>
            </a:pPr>
            <a:r>
              <a:t>D:/pasar_fix/node_modules/.bun/@simplewebauthn+browser@13.3.0/node_modules/@simplewebauthn/browser/dist/bundle/index.es5.umd.min.js</a:t>
            </a:r>
          </a:p>
          <a:p>
            <a:pPr>
              <a:defRPr sz="1200"/>
            </a:pPr>
            <a:r>
              <a:t>D:/pasar_fix/node_modules/.bun/@simplewebauthn+browser@13.3.0/node_modules/@simplewebauthn/browser/dist/bundle/index.umd.min.js</a:t>
            </a:r>
          </a:p>
          <a:p>
            <a:pPr>
              <a:defRPr sz="1200"/>
            </a:pPr>
            <a:r>
              <a:t>D:/pasar_fix/node_modules/.bun/@simplewebauthn+browser@13.3.0/node_modules/@simplewebauthn/browser/esm/index.d.ts</a:t>
            </a:r>
          </a:p>
          <a:p>
            <a:pPr>
              <a:defRPr sz="1200"/>
            </a:pPr>
            <a:r>
              <a:t>D:/pasar_fix/node_modules/.bun/@simplewebauthn+browser@13.3.0/node_modules/@simplewebauthn/browser/esm/index.d.ts.map</a:t>
            </a:r>
          </a:p>
          <a:p>
            <a:pPr>
              <a:defRPr sz="1200"/>
            </a:pPr>
            <a:r>
              <a:t>D:/pasar_fix/node_modules/.bun/@simplewebauthn+browser@13.3.0/node_modules/@simplewebauthn/browser/esm/index.js</a:t>
            </a:r>
          </a:p>
          <a:p>
            <a:pPr>
              <a:defRPr sz="1200"/>
            </a:pPr>
            <a:r>
              <a:t>D:/pasar_fix/node_modules/.bun/@simplewebauthn+browser@13.3.0/node_modules/@simplewebauthn/browser/esm/package.json</a:t>
            </a:r>
          </a:p>
          <a:p>
            <a:pPr>
              <a:defRPr sz="1200"/>
            </a:pPr>
            <a:r>
              <a:t>D:/pasar_fix/node_modules/.bun/@simplewebauthn+browser@13.3.0/node_modules/@simplewebauthn/browser/esm/helpers/base64URLStringToBuffer.d.ts</a:t>
            </a:r>
          </a:p>
          <a:p>
            <a:pPr>
              <a:defRPr sz="1200"/>
            </a:pPr>
            <a:r>
              <a:t>D:/pasar_fix/node_modules/.bun/@simplewebauthn+browser@13.3.0/node_modules/@simplewebauthn/browser/esm/helpers/base64URLStringToBuffer.d.ts.map</a:t>
            </a:r>
          </a:p>
          <a:p>
            <a:pPr>
              <a:defRPr sz="1200"/>
            </a:pPr>
            <a:r>
              <a:t>D:/pasar_fix/node_modules/.bun/@simplewebauthn+browser@13.3.0/node_modules/@simplewebauthn/browser/esm/helpers/base64URLStringToBuffer.js</a:t>
            </a:r>
          </a:p>
          <a:p>
            <a:pPr>
              <a:defRPr sz="1200"/>
            </a:pPr>
            <a:r>
              <a:t>D:/pasar_fix/node_modules/.bun/@simplewebauthn+browser@13.3.0/node_modules/@simplewebauthn/browser/esm/helpers/browserSupportsWebAuthn.d.ts</a:t>
            </a:r>
          </a:p>
          <a:p>
            <a:pPr>
              <a:defRPr sz="1200"/>
            </a:pPr>
            <a:r>
              <a:t>D:/pasar_fix/node_modules/.bun/@simplewebauthn+browser@13.3.0/node_modules/@simplewebauthn/browser/esm/helpers/browserSupportsWebAuthn.d.ts.map</a:t>
            </a:r>
          </a:p>
          <a:p>
            <a:pPr>
              <a:defRPr sz="1200"/>
            </a:pPr>
            <a:r>
              <a:t>D:/pasar_fix/node_modules/.bun/@simplewebauthn+browser@13.3.0/node_modules/@simplewebauthn/browser/esm/helpers/browserSupportsWebAuthn.js</a:t>
            </a:r>
          </a:p>
          <a:p>
            <a:pPr>
              <a:defRPr sz="1200"/>
            </a:pPr>
            <a:r>
              <a:t>D:/pasar_fix/node_modules/.bun/@simplewebauthn+browser@13.3.0/node_modules/@simplewebauthn/browser/esm/helpers/browserSupportsWebAuthnAutofill.d.ts</a:t>
            </a:r>
          </a:p>
          <a:p>
            <a:pPr>
              <a:defRPr sz="1200"/>
            </a:pPr>
            <a:r>
              <a:t>D:/pasar_fix/node_modules/.bun/@simplewebauthn+browser@13.3.0/node_modules/@simplewebauthn/browser/esm/helpers/browserSupportsWebAuthnAutofill.d.ts.map</a:t>
            </a:r>
          </a:p>
          <a:p>
            <a:pPr>
              <a:defRPr sz="1200"/>
            </a:pPr>
            <a:r>
              <a:t>D:/pasar_fix/node_modules/.bun/@simplewebauthn+browser@13.3.0/node_modules/@simplewebauthn/browser/esm/helpers/browserSupportsWebAuthnAutofill.js</a:t>
            </a:r>
          </a:p>
          <a:p>
            <a:pPr>
              <a:defRPr sz="1200"/>
            </a:pPr>
            <a:r>
              <a:t>D:/pasar_fix/node_modules/.bun/@simplewebauthn+browser@13.3.0/node_modules/@simplewebauthn/browser/esm/helpers/bufferToBase64URLString.d.ts</a:t>
            </a:r>
          </a:p>
          <a:p>
            <a:pPr>
              <a:defRPr sz="1200"/>
            </a:pPr>
            <a:r>
              <a:t>D:/pasar_fix/node_modules/.bun/@simplewebauthn+browser@13.3.0/node_modules/@simplewebauthn/browser/esm/helpers/bufferToBase64URLString.d.ts.map</a:t>
            </a:r>
          </a:p>
          <a:p>
            <a:pPr>
              <a:defRPr sz="1200"/>
            </a:pPr>
            <a:r>
              <a:t>D:/pasar_fix/node_modules/.bun/@simplewebauthn+browser@13.3.0/node_modules/@simplewebauthn/browser/esm/helpers/bufferToBase64URLString.js</a:t>
            </a:r>
          </a:p>
          <a:p>
            <a:pPr>
              <a:defRPr sz="1200"/>
            </a:pPr>
            <a:r>
              <a:t>D:/pasar_fix/node_modules/.bun/@simplewebauthn+browser@13.3.0/node_modules/@simplewebauthn/browser/esm/helpers/identifyAuthenticationError.d.ts</a:t>
            </a:r>
          </a:p>
          <a:p>
            <a:pPr>
              <a:defRPr sz="1200"/>
            </a:pPr>
            <a:r>
              <a:t>D:/pasar_fix/node_modules/.bun/@simplewebauthn+browser@13.3.0/node_modules/@simplewebauthn/browser/esm/helpers/identifyAuthenticationError.d.ts.map</a:t>
            </a:r>
          </a:p>
          <a:p>
            <a:pPr>
              <a:defRPr sz="1200"/>
            </a:pPr>
            <a:r>
              <a:t>D:/pasar_fix/node_modules/.bun/@simplewebauthn+browser@13.3.0/node_modules/@simplewebauthn/browser/esm/helpers/identifyAuthenticationError.js</a:t>
            </a:r>
          </a:p>
          <a:p>
            <a:pPr>
              <a:defRPr sz="1200"/>
            </a:pPr>
            <a:r>
              <a:t>D:/pasar_fix/node_modules/.bun/@simplewebauthn+browser@13.3.0/node_modules/@simplewebauthn/browser/esm/helpers/identifyRegistrationError.d.ts</a:t>
            </a:r>
          </a:p>
          <a:p>
            <a:pPr>
              <a:defRPr sz="1200"/>
            </a:pPr>
            <a:r>
              <a:t>D:/pasar_fix/node_modules/.bun/@simplewebauthn+browser@13.3.0/node_modules/@simplewebauthn/browser/esm/helpers/identifyRegistrationError.d.ts.map</a:t>
            </a:r>
          </a:p>
          <a:p>
            <a:pPr>
              <a:defRPr sz="1200"/>
            </a:pPr>
            <a:r>
              <a:t>D:/pasar_fix/node_modules/.bun/@simplewebauthn+browser@13.3.0/node_modules/@simplewebauthn/browser/esm/helpers/identifyRegistrationError.js</a:t>
            </a:r>
          </a:p>
          <a:p>
            <a:pPr>
              <a:defRPr sz="1200"/>
            </a:pPr>
            <a:r>
              <a:t>D:/pasar_fix/node_modules/.bun/@simplewebauthn+browser@13.3.0/node_modules/@simplewebauthn/browser/esm/helpers/isValidDomain.d.ts</a:t>
            </a:r>
          </a:p>
          <a:p>
            <a:pPr>
              <a:defRPr sz="1200"/>
            </a:pPr>
            <a:r>
              <a:t>D:/pasar_fix/node_modules/.bun/@simplewebauthn+browser@13.3.0/node_modules/@simplewebauthn/browser/esm/helpers/isValidDomain.d.ts.map</a:t>
            </a:r>
          </a:p>
          <a:p>
            <a:pPr>
              <a:defRPr sz="1200"/>
            </a:pPr>
            <a:r>
              <a:t>D:/pasar_fix/node_modules/.bun/@simplewebauthn+browser@13.3.0/node_modules/@simplewebauthn/browser/esm/helpers/isValidDomain.js</a:t>
            </a:r>
          </a:p>
          <a:p>
            <a:pPr>
              <a:defRPr sz="1200"/>
            </a:pPr>
            <a:r>
              <a:t>D:/pasar_fix/node_modules/.bun/@simplewebauthn+browser@13.3.0/node_modules/@simplewebauthn/browser/esm/helpers/platformAuthenticatorIsAvailable.d.ts</a:t>
            </a:r>
          </a:p>
          <a:p>
            <a:pPr>
              <a:defRPr sz="1200"/>
            </a:pPr>
            <a:r>
              <a:t>D:/pasar_fix/node_modules/.bun/@simplewebauthn+browser@13.3.0/node_modules/@simplewebauthn/browser/esm/helpers/platformAuthenticatorIsAvailable.d.ts.map</a:t>
            </a:r>
          </a:p>
          <a:p>
            <a:pPr>
              <a:defRPr sz="1200"/>
            </a:pPr>
            <a:r>
              <a:t>D:/pasar_fix/node_modules/.bun/@simplewebauthn+browser@13.3.0/node_modules/@simplewebauthn/browser/esm/helpers/platformAuthenticatorIsAvailable.js</a:t>
            </a:r>
          </a:p>
          <a:p>
            <a:pPr>
              <a:defRPr sz="1200"/>
            </a:pPr>
            <a:r>
              <a:t>D:/pasar_fix/node_modules/.bun/@simplewebauthn+browser@13.3.0/node_modules/@simplewebauthn/browser/esm/helpers/toAuthenticatorAttachment.d.ts</a:t>
            </a:r>
          </a:p>
          <a:p>
            <a:pPr>
              <a:defRPr sz="1200"/>
            </a:pPr>
            <a:r>
              <a:t>D:/pasar_fix/node_modules/.bun/@simplewebauthn+browser@13.3.0/node_modules/@simplewebauthn/browser/esm/helpers/toAuthenticatorAttachment.d.ts.map</a:t>
            </a:r>
          </a:p>
          <a:p>
            <a:pPr>
              <a:defRPr sz="1200"/>
            </a:pPr>
            <a:r>
              <a:t>D:/pasar_fix/node_modules/.bun/@simplewebauthn+browser@13.3.0/node_modules/@simplewebauthn/browser/esm/helpers/toAuthenticatorAttachment.js</a:t>
            </a:r>
          </a:p>
          <a:p>
            <a:pPr>
              <a:defRPr sz="1200"/>
            </a:pPr>
            <a:r>
              <a:t>D:/pasar_fix/node_modules/.bun/@simplewebauthn+browser@13.3.0/node_modules/@simplewebauthn/browser/esm/helpers/toPublicKeyCredentialDescriptor.d.ts</a:t>
            </a:r>
          </a:p>
          <a:p>
            <a:pPr>
              <a:defRPr sz="1200"/>
            </a:pPr>
            <a:r>
              <a:t>D:/pasar_fix/node_modules/.bun/@simplewebauthn+browser@13.3.0/node_modules/@simplewebauthn/browser/esm/helpers/toPublicKeyCredentialDescriptor.d.ts.map</a:t>
            </a:r>
          </a:p>
          <a:p>
            <a:pPr>
              <a:defRPr sz="1200"/>
            </a:pPr>
            <a:r>
              <a:t>D:/pasar_fix/node_modules/.bun/@simplewebauthn+browser@13.3.0/node_modules/@simplewebauthn/browser/esm/helpers/toPublicKeyCredentialDescriptor.js</a:t>
            </a:r>
          </a:p>
          <a:p>
            <a:pPr>
              <a:defRPr sz="1200"/>
            </a:pPr>
            <a:r>
              <a:t>D:/pasar_fix/node_modules/.bun/@simplewebauthn+browser@13.3.0/node_modules/@simplewebauthn/browser/esm/helpers/webAuthnAbortService.d.ts</a:t>
            </a:r>
          </a:p>
          <a:p>
            <a:pPr>
              <a:defRPr sz="1200"/>
            </a:pPr>
            <a:r>
              <a:t>D:/pasar_fix/node_modules/.bun/@simplewebauthn+browser@13.3.0/node_modules/@simplewebauthn/browser/esm/helpers/webAuthnAbortService.d.ts.map</a:t>
            </a:r>
          </a:p>
          <a:p>
            <a:pPr>
              <a:defRPr sz="1200"/>
            </a:pPr>
            <a:r>
              <a:t>D:/pasar_fix/node_modules/.bun/@simplewebauthn+browser@13.3.0/node_modules/@simplewebauthn/browser/esm/helpers/webAuthnAbortService.js</a:t>
            </a:r>
          </a:p>
          <a:p>
            <a:pPr>
              <a:defRPr sz="1200"/>
            </a:pPr>
            <a:r>
              <a:t>D:/pasar_fix/node_modules/.bun/@simplewebauthn+browser@13.3.0/node_modules/@simplewebauthn/browser/esm/helpers/webAuthnError.d.ts</a:t>
            </a:r>
          </a:p>
          <a:p>
            <a:pPr>
              <a:defRPr sz="1200"/>
            </a:pPr>
            <a:r>
              <a:t>D:/pasar_fix/node_modules/.bun/@simplewebauthn+browser@13.3.0/node_modules/@simplewebauthn/browser/esm/helpers/webAuthnError.d.ts.map</a:t>
            </a:r>
          </a:p>
          <a:p>
            <a:pPr>
              <a:defRPr sz="1200"/>
            </a:pPr>
            <a:r>
              <a:t>D:/pasar_fix/node_modules/.bun/@simplewebauthn+browser@13.3.0/node_modules/@simplewebauthn/browser/esm/helpers/webAuthnError.js</a:t>
            </a:r>
          </a:p>
          <a:p>
            <a:pPr>
              <a:defRPr sz="1200"/>
            </a:pPr>
            <a:r>
              <a:t>D:/pasar_fix/node_modules/.bun/@simplewebauthn+browser@13.3.0/node_modules/@simplewebauthn/browser/esm/methods/startAuthentication.d.ts</a:t>
            </a:r>
          </a:p>
          <a:p>
            <a:pPr>
              <a:defRPr sz="1200"/>
            </a:pPr>
            <a:r>
              <a:t>D:/pasar_fix/node_modules/.bun/@simplewebauthn+browser@13.3.0/node_modules/@simplewebauthn/browser/esm/methods/startAuthentication.d.ts.map</a:t>
            </a:r>
          </a:p>
          <a:p>
            <a:pPr>
              <a:defRPr sz="1200"/>
            </a:pPr>
            <a:r>
              <a:t>D:/pasar_fix/node_modules/.bun/@simplewebauthn+browser@13.3.0/node_modules/@simplewebauthn/browser/esm/methods/startAuthentication.js</a:t>
            </a:r>
          </a:p>
          <a:p>
            <a:pPr>
              <a:defRPr sz="1200"/>
            </a:pPr>
            <a:r>
              <a:t>D:/pasar_fix/node_modules/.bun/@simplewebauthn+browser@13.3.0/node_modules/@simplewebauthn/browser/esm/methods/startRegistration.d.ts</a:t>
            </a:r>
          </a:p>
          <a:p>
            <a:pPr>
              <a:defRPr sz="1200"/>
            </a:pPr>
            <a:r>
              <a:t>D:/pasar_fix/node_modules/.bun/@simplewebauthn+browser@13.3.0/node_modules/@simplewebauthn/browser/esm/methods/startRegistration.d.ts.map</a:t>
            </a:r>
          </a:p>
          <a:p>
            <a:pPr>
              <a:defRPr sz="1200"/>
            </a:pPr>
            <a:r>
              <a:t>D:/pasar_fix/node_modules/.bun/@simplewebauthn+browser@13.3.0/node_modules/@simplewebauthn/browser/esm/methods/startRegistration.js</a:t>
            </a:r>
          </a:p>
          <a:p>
            <a:pPr>
              <a:defRPr sz="1200"/>
            </a:pPr>
            <a:r>
              <a:t>D:/pasar_fix/node_modules/.bun/@simplewebauthn+browser@13.3.0/node_modules/@simplewebauthn/browser/esm/types/dom.d.ts</a:t>
            </a:r>
          </a:p>
          <a:p>
            <a:pPr>
              <a:defRPr sz="1200"/>
            </a:pPr>
            <a:r>
              <a:t>D:/pasar_fix/node_modules/.bun/@simplewebauthn+browser@13.3.0/node_modules/@simplewebauthn/browser/esm/types/dom.d.ts.map</a:t>
            </a:r>
          </a:p>
          <a:p>
            <a:pPr>
              <a:defRPr sz="1200"/>
            </a:pPr>
            <a:r>
              <a:t>D:/pasar_fix/node_modules/.bun/@simplewebauthn+browser@13.3.0/node_modules/@simplewebauthn/browser/esm/types/dom.js</a:t>
            </a:r>
          </a:p>
          <a:p>
            <a:pPr>
              <a:defRPr sz="1200"/>
            </a:pPr>
            <a:r>
              <a:t>D:/pasar_fix/node_modules/.bun/@simplewebauthn+browser@13.3.0/node_modules/@simplewebauthn/browser/esm/types/index.d.ts</a:t>
            </a:r>
          </a:p>
          <a:p>
            <a:pPr>
              <a:defRPr sz="1200"/>
            </a:pPr>
            <a:r>
              <a:t>D:/pasar_fix/node_modules/.bun/@simplewebauthn+browser@13.3.0/node_modules/@simplewebauthn/browser/esm/types/index.d.ts.map</a:t>
            </a:r>
          </a:p>
          <a:p>
            <a:pPr>
              <a:defRPr sz="1200"/>
            </a:pPr>
            <a:r>
              <a:t>D:/pasar_fix/node_modules/.bun/@simplewebauthn+browser@13.3.0/node_modules/@simplewebauthn/browser/esm/types/index.js</a:t>
            </a:r>
          </a:p>
          <a:p>
            <a:pPr>
              <a:defRPr sz="1200"/>
            </a:pPr>
            <a:r>
              <a:t>D:/pasar_fix/node_modules/.bun/@simplewebauthn+browser@13.3.0/node_modules/@simplewebauthn/browser/script/index.d.ts</a:t>
            </a:r>
          </a:p>
          <a:p>
            <a:pPr>
              <a:defRPr sz="1200"/>
            </a:pPr>
            <a:r>
              <a:t>D:/pasar_fix/node_modules/.bun/@simplewebauthn+browser@13.3.0/node_modules/@simplewebauthn/browser/script/index.d.ts.map</a:t>
            </a:r>
          </a:p>
          <a:p>
            <a:pPr>
              <a:defRPr sz="1200"/>
            </a:pPr>
            <a:r>
              <a:t>D:/pasar_fix/node_modules/.bun/@simplewebauthn+browser@13.3.0/node_modules/@simplewebauthn/browser/script/index.js</a:t>
            </a:r>
          </a:p>
          <a:p>
            <a:pPr>
              <a:defRPr sz="1200"/>
            </a:pPr>
            <a:r>
              <a:t>D:/pasar_fix/node_modules/.bun/@simplewebauthn+browser@13.3.0/node_modules/@simplewebauthn/browser/script/package.json</a:t>
            </a:r>
          </a:p>
          <a:p>
            <a:pPr>
              <a:defRPr sz="1200"/>
            </a:pPr>
            <a:r>
              <a:t>D:/pasar_fix/node_modules/.bun/@simplewebauthn+browser@13.3.0/node_modules/@simplewebauthn/browser/script/helpers/base64URLStringToBuffer.d.ts</a:t>
            </a:r>
          </a:p>
          <a:p>
            <a:pPr>
              <a:defRPr sz="1200"/>
            </a:pPr>
            <a:r>
              <a:t>D:/pasar_fix/node_modules/.bun/@simplewebauthn+browser@13.3.0/node_modules/@simplewebauthn/browser/script/helpers/base64URLStringToBuffer.d.ts.map</a:t>
            </a:r>
          </a:p>
          <a:p>
            <a:pPr>
              <a:defRPr sz="1200"/>
            </a:pPr>
            <a:r>
              <a:t>D:/pasar_fix/node_modules/.bun/@simplewebauthn+browser@13.3.0/node_modules/@simplewebauthn/browser/script/helpers/base64URLStringToBuffer.js</a:t>
            </a:r>
          </a:p>
          <a:p>
            <a:pPr>
              <a:defRPr sz="1200"/>
            </a:pPr>
            <a:r>
              <a:t>D:/pasar_fix/node_modules/.bun/@simplewebauthn+browser@13.3.0/node_modules/@simplewebauthn/browser/script/helpers/browserSupportsWebAuthn.d.ts</a:t>
            </a:r>
          </a:p>
          <a:p>
            <a:pPr>
              <a:defRPr sz="1200"/>
            </a:pPr>
            <a:r>
              <a:t>D:/pasar_fix/node_modules/.bun/@simplewebauthn+browser@13.3.0/node_modules/@simplewebauthn/browser/script/helpers/browserSupportsWebAuthn.d.ts.map</a:t>
            </a:r>
          </a:p>
          <a:p>
            <a:pPr>
              <a:defRPr sz="1200"/>
            </a:pPr>
            <a:r>
              <a:t>D:/pasar_fix/node_modules/.bun/@simplewebauthn+browser@13.3.0/node_modules/@simplewebauthn/browser/script/helpers/browserSupportsWebAuthn.js</a:t>
            </a:r>
          </a:p>
          <a:p>
            <a:pPr>
              <a:defRPr sz="1200"/>
            </a:pPr>
            <a:r>
              <a:t>D:/pasar_fix/node_modules/.bun/@simplewebauthn+browser@13.3.0/node_modules/@simplewebauthn/browser/script/helpers/browserSupportsWebAuthnAutofill.d.ts</a:t>
            </a:r>
          </a:p>
          <a:p>
            <a:pPr>
              <a:defRPr sz="1200"/>
            </a:pPr>
            <a:r>
              <a:t>D:/pasar_fix/node_modules/.bun/@simplewebauthn+browser@13.3.0/node_modules/@simplewebauthn/browser/script/helpers/browserSupportsWebAuthnAutofill.d.ts.map</a:t>
            </a:r>
          </a:p>
          <a:p>
            <a:pPr>
              <a:defRPr sz="1200"/>
            </a:pPr>
            <a:r>
              <a:t>D:/pasar_fix/node_modules/.bun/@simplewebauthn+browser@13.3.0/node_modules/@simplewebauthn/browser/script/helpers/browserSupportsWebAuthnAutofill.js</a:t>
            </a:r>
          </a:p>
          <a:p>
            <a:pPr>
              <a:defRPr sz="1200"/>
            </a:pPr>
            <a:r>
              <a:t>D:/pasar_fix/node_modules/.bun/@simplewebauthn+browser@13.3.0/node_modules/@simplewebauthn/browser/script/helpers/bufferToBase64URLString.d.ts</a:t>
            </a:r>
          </a:p>
          <a:p>
            <a:pPr>
              <a:defRPr sz="1200"/>
            </a:pPr>
            <a:r>
              <a:t>D:/pasar_fix/node_modules/.bun/@simplewebauthn+browser@13.3.0/node_modules/@simplewebauthn/browser/script/helpers/bufferToBase64URLString.d.ts.map</a:t>
            </a:r>
          </a:p>
          <a:p>
            <a:pPr>
              <a:defRPr sz="1200"/>
            </a:pPr>
            <a:r>
              <a:t>D:/pasar_fix/node_modules/.bun/@simplewebauthn+browser@13.3.0/node_modules/@simplewebauthn/browser/script/helpers/bufferToBase64URLString.js</a:t>
            </a:r>
          </a:p>
          <a:p>
            <a:pPr>
              <a:defRPr sz="1200"/>
            </a:pPr>
            <a:r>
              <a:t>D:/pasar_fix/node_modules/.bun/@simplewebauthn+browser@13.3.0/node_modules/@simplewebauthn/browser/script/helpers/identifyAuthenticationError.d.ts</a:t>
            </a:r>
          </a:p>
          <a:p>
            <a:pPr>
              <a:defRPr sz="1200"/>
            </a:pPr>
            <a:r>
              <a:t>D:/pasar_fix/node_modules/.bun/@simplewebauthn+browser@13.3.0/node_modules/@simplewebauthn/browser/script/helpers/identifyAuthenticationError.d.ts.map</a:t>
            </a:r>
          </a:p>
          <a:p>
            <a:pPr>
              <a:defRPr sz="1200"/>
            </a:pPr>
            <a:r>
              <a:t>D:/pasar_fix/node_modules/.bun/@simplewebauthn+browser@13.3.0/node_modules/@simplewebauthn/browser/script/helpers/identifyAuthenticationError.js</a:t>
            </a:r>
          </a:p>
          <a:p>
            <a:pPr>
              <a:defRPr sz="1200"/>
            </a:pPr>
            <a:r>
              <a:t>D:/pasar_fix/node_modules/.bun/@simplewebauthn+browser@13.3.0/node_modules/@simplewebauthn/browser/script/helpers/identifyRegistrationError.d.ts</a:t>
            </a:r>
          </a:p>
          <a:p>
            <a:pPr>
              <a:defRPr sz="1200"/>
            </a:pPr>
            <a:r>
              <a:t>D:/pasar_fix/node_modules/.bun/@simplewebauthn+browser@13.3.0/node_modules/@simplewebauthn/browser/script/helpers/identifyRegistrationError.d.ts.map</a:t>
            </a:r>
          </a:p>
          <a:p>
            <a:pPr>
              <a:defRPr sz="1200"/>
            </a:pPr>
            <a:r>
              <a:t>D:/pasar_fix/node_modules/.bun/@simplewebauthn+browser@13.3.0/node_modules/@simplewebauthn/browser/script/helpers/identifyRegistrationError.js</a:t>
            </a:r>
          </a:p>
          <a:p>
            <a:pPr>
              <a:defRPr sz="1200"/>
            </a:pPr>
            <a:r>
              <a:t>D:/pasar_fix/node_modules/.bun/@simplewebauthn+browser@13.3.0/node_modules/@simplewebauthn/browser/script/helpers/isValidDomain.d.ts</a:t>
            </a:r>
          </a:p>
          <a:p>
            <a:pPr>
              <a:defRPr sz="1200"/>
            </a:pPr>
            <a:r>
              <a:t>D:/pasar_fix/node_modules/.bun/@simplewebauthn+browser@13.3.0/node_modules/@simplewebauthn/browser/script/helpers/isValidDomain.d.ts.map</a:t>
            </a:r>
          </a:p>
          <a:p>
            <a:pPr>
              <a:defRPr sz="1200"/>
            </a:pPr>
            <a:r>
              <a:t>D:/pasar_fix/node_modules/.bun/@simplewebauthn+browser@13.3.0/node_modules/@simplewebauthn/browser/script/helpers/isValidDomain.js</a:t>
            </a:r>
          </a:p>
          <a:p>
            <a:pPr>
              <a:defRPr sz="1200"/>
            </a:pPr>
            <a:r>
              <a:t>D:/pasar_fix/node_modules/.bun/@simplewebauthn+browser@13.3.0/node_modules/@simplewebauthn/browser/script/helpers/platformAuthenticatorIsAvailable.d.ts</a:t>
            </a:r>
          </a:p>
          <a:p>
            <a:pPr>
              <a:defRPr sz="1200"/>
            </a:pPr>
            <a:r>
              <a:t>D:/pasar_fix/node_modules/.bun/@simplewebauthn+browser@13.3.0/node_modules/@simplewebauthn/browser/script/helpers/platformAuthenticatorIsAvailable.d.ts.map</a:t>
            </a:r>
          </a:p>
          <a:p>
            <a:pPr>
              <a:defRPr sz="1200"/>
            </a:pPr>
            <a:r>
              <a:t>D:/pasar_fix/node_modules/.bun/@simplewebauthn+browser@13.3.0/node_modules/@simplewebauthn/browser/script/helpers/platformAuthenticatorIsAvailable.js</a:t>
            </a:r>
          </a:p>
          <a:p>
            <a:pPr>
              <a:defRPr sz="1200"/>
            </a:pPr>
            <a:r>
              <a:t>D:/pasar_fix/node_modules/.bun/@simplewebauthn+browser@13.3.0/node_modules/@simplewebauthn/browser/script/helpers/toAuthenticatorAttachment.d.ts</a:t>
            </a:r>
          </a:p>
          <a:p>
            <a:pPr>
              <a:defRPr sz="1200"/>
            </a:pPr>
            <a:r>
              <a:t>D:/pasar_fix/node_modules/.bun/@simplewebauthn+browser@13.3.0/node_modules/@simplewebauthn/browser/script/helpers/toAuthenticatorAttachment.d.ts.map</a:t>
            </a:r>
          </a:p>
          <a:p>
            <a:pPr>
              <a:defRPr sz="1200"/>
            </a:pPr>
            <a:r>
              <a:t>D:/pasar_fix/node_modules/.bun/@simplewebauthn+browser@13.3.0/node_modules/@simplewebauthn/browser/script/helpers/toAuthenticatorAttachment.js</a:t>
            </a:r>
          </a:p>
          <a:p>
            <a:pPr>
              <a:defRPr sz="1200"/>
            </a:pPr>
            <a:r>
              <a:t>D:/pasar_fix/node_modules/.bun/@simplewebauthn+browser@13.3.0/node_modules/@simplewebauthn/browser/script/helpers/toPublicKeyCredentialDescriptor.d.ts</a:t>
            </a:r>
          </a:p>
          <a:p>
            <a:pPr>
              <a:defRPr sz="1200"/>
            </a:pPr>
            <a:r>
              <a:t>D:/pasar_fix/node_modules/.bun/@simplewebauthn+browser@13.3.0/node_modules/@simplewebauthn/browser/script/helpers/toPublicKeyCredentialDescriptor.d.ts.map</a:t>
            </a:r>
          </a:p>
          <a:p>
            <a:pPr>
              <a:defRPr sz="1200"/>
            </a:pPr>
            <a:r>
              <a:t>D:/pasar_fix/node_modules/.bun/@simplewebauthn+browser@13.3.0/node_modules/@simplewebauthn/browser/script/helpers/toPublicKeyCredentialDescriptor.js</a:t>
            </a:r>
          </a:p>
          <a:p>
            <a:pPr>
              <a:defRPr sz="1200"/>
            </a:pPr>
            <a:r>
              <a:t>D:/pasar_fix/node_modules/.bun/@simplewebauthn+browser@13.3.0/node_modules/@simplewebauthn/browser/script/helpers/webAuthnAbortService.d.ts</a:t>
            </a:r>
          </a:p>
          <a:p>
            <a:pPr>
              <a:defRPr sz="1200"/>
            </a:pPr>
            <a:r>
              <a:t>D:/pasar_fix/node_modules/.bun/@simplewebauthn+browser@13.3.0/node_modules/@simplewebauthn/browser/script/helpers/webAuthnAbortService.d.ts.map</a:t>
            </a:r>
          </a:p>
          <a:p>
            <a:pPr>
              <a:defRPr sz="1200"/>
            </a:pPr>
            <a:r>
              <a:t>D:/pasar_fix/node_modules/.bun/@simplewebauthn+browser@13.3.0/node_modules/@simplewebauthn/browser/script/helpers/webAuthnAbortService.js</a:t>
            </a:r>
          </a:p>
          <a:p>
            <a:pPr>
              <a:defRPr sz="1200"/>
            </a:pPr>
            <a:r>
              <a:t>D:/pasar_fix/node_modules/.bun/@simplewebauthn+browser@13.3.0/node_modules/@simplewebauthn/browser/script/helpers/webAuthnError.d.ts</a:t>
            </a:r>
          </a:p>
          <a:p>
            <a:pPr>
              <a:defRPr sz="1200"/>
            </a:pPr>
            <a:r>
              <a:t>D:/pasar_fix/node_modules/.bun/@simplewebauthn+browser@13.3.0/node_modules/@simplewebauthn/browser/script/helpers/webAuthnError.d.ts.map</a:t>
            </a:r>
          </a:p>
          <a:p>
            <a:pPr>
              <a:defRPr sz="1200"/>
            </a:pPr>
            <a:r>
              <a:t>D:/pasar_fix/node_modules/.bun/@simplewebauthn+browser@13.3.0/node_modules/@simplewebauthn/browser/script/helpers/webAuthnError.js</a:t>
            </a:r>
          </a:p>
          <a:p>
            <a:pPr>
              <a:defRPr sz="1200"/>
            </a:pPr>
            <a:r>
              <a:t>D:/pasar_fix/node_modules/.bun/@simplewebauthn+browser@13.3.0/node_modules/@simplewebauthn/browser/script/methods/startAuthentication.d.ts</a:t>
            </a:r>
          </a:p>
          <a:p>
            <a:pPr>
              <a:defRPr sz="1200"/>
            </a:pPr>
            <a:r>
              <a:t>D:/pasar_fix/node_modules/.bun/@simplewebauthn+browser@13.3.0/node_modules/@simplewebauthn/browser/script/methods/startAuthentication.d.ts.map</a:t>
            </a:r>
          </a:p>
          <a:p>
            <a:pPr>
              <a:defRPr sz="1200"/>
            </a:pPr>
            <a:r>
              <a:t>D:/pasar_fix/node_modules/.bun/@simplewebauthn+browser@13.3.0/node_modules/@simplewebauthn/browser/script/methods/startAuthentication.js</a:t>
            </a:r>
          </a:p>
          <a:p>
            <a:pPr>
              <a:defRPr sz="1200"/>
            </a:pPr>
            <a:r>
              <a:t>D:/pasar_fix/node_modules/.bun/@simplewebauthn+browser@13.3.0/node_modules/@simplewebauthn/browser/script/methods/startRegistration.d.ts</a:t>
            </a:r>
          </a:p>
          <a:p>
            <a:pPr>
              <a:defRPr sz="1200"/>
            </a:pPr>
            <a:r>
              <a:t>D:/pasar_fix/node_modules/.bun/@simplewebauthn+browser@13.3.0/node_modules/@simplewebauthn/browser/script/methods/startRegistration.d.ts.map</a:t>
            </a:r>
          </a:p>
          <a:p>
            <a:pPr>
              <a:defRPr sz="1200"/>
            </a:pPr>
            <a:r>
              <a:t>D:/pasar_fix/node_modules/.bun/@simplewebauthn+browser@13.3.0/node_modules/@simplewebauthn/browser/script/methods/startRegistration.js</a:t>
            </a:r>
          </a:p>
          <a:p>
            <a:pPr>
              <a:defRPr sz="1200"/>
            </a:pPr>
            <a:r>
              <a:t>D:/pasar_fix/node_modules/.bun/@simplewebauthn+browser@13.3.0/node_modules/@simplewebauthn/browser/script/types/dom.d.ts</a:t>
            </a:r>
          </a:p>
          <a:p>
            <a:pPr>
              <a:defRPr sz="1200"/>
            </a:pPr>
            <a:r>
              <a:t>D:/pasar_fix/node_modules/.bun/@simplewebauthn+browser@13.3.0/node_modules/@simplewebauthn/browser/script/types/dom.d.ts.map</a:t>
            </a:r>
          </a:p>
          <a:p>
            <a:pPr>
              <a:defRPr sz="1200"/>
            </a:pPr>
            <a:r>
              <a:t>D:/pasar_fix/node_modules/.bun/@simplewebauthn+browser@13.3.0/node_modules/@simplewebauthn/browser/script/types/dom.js</a:t>
            </a:r>
          </a:p>
          <a:p>
            <a:pPr>
              <a:defRPr sz="1200"/>
            </a:pPr>
            <a:r>
              <a:t>D:/pasar_fix/node_modules/.bun/@simplewebauthn+browser@13.3.0/node_modules/@simplewebauthn/browser/script/types/index.d.ts</a:t>
            </a:r>
          </a:p>
          <a:p>
            <a:pPr>
              <a:defRPr sz="1200"/>
            </a:pPr>
            <a:r>
              <a:t>D:/pasar_fix/node_modules/.bun/@simplewebauthn+browser@13.3.0/node_modules/@simplewebauthn/browser/script/types/index.d.ts.map</a:t>
            </a:r>
          </a:p>
          <a:p>
            <a:pPr>
              <a:defRPr sz="1200"/>
            </a:pPr>
            <a:r>
              <a:t>D:/pasar_fix/node_modules/.bun/@simplewebauthn+browser@13.3.0/node_modules/@simplewebauthn/browser/script/types/index.js</a:t>
            </a:r>
          </a:p>
          <a:p>
            <a:pPr>
              <a:defRPr sz="1200"/>
            </a:pPr>
            <a:r>
              <a:t>D:/pasar_fix/node_modules/.bun/@simplewebauthn+server@13.3.0/node_modules/@simplewebauthn/server/LICENSE.md</a:t>
            </a:r>
          </a:p>
          <a:p>
            <a:pPr>
              <a:defRPr sz="1200"/>
            </a:pPr>
            <a:r>
              <a:t>D:/pasar_fix/node_modules/.bun/@simplewebauthn+server@13.3.0/node_modules/@simplewebauthn/server/package.json</a:t>
            </a:r>
          </a:p>
          <a:p>
            <a:pPr>
              <a:defRPr sz="1200"/>
            </a:pPr>
            <a:r>
              <a:t>D:/pasar_fix/node_modules/.bun/@simplewebauthn+server@13.3.0/node_modules/@simplewebauthn/server/README.md</a:t>
            </a:r>
          </a:p>
          <a:p>
            <a:pPr>
              <a:defRPr sz="1200"/>
            </a:pPr>
            <a:r>
              <a:t>D:/pasar_fix/node_modules/.bun/@simplewebauthn+server@13.3.0/node_modules/@simplewebauthn/server/esm/index.d.ts</a:t>
            </a:r>
          </a:p>
          <a:p>
            <a:pPr>
              <a:defRPr sz="1200"/>
            </a:pPr>
            <a:r>
              <a:t>D:/pasar_fix/node_modules/.bun/@simplewebauthn+server@13.3.0/node_modules/@simplewebauthn/server/esm/index.d.ts.map</a:t>
            </a:r>
          </a:p>
          <a:p>
            <a:pPr>
              <a:defRPr sz="1200"/>
            </a:pPr>
            <a:r>
              <a:t>D:/pasar_fix/node_modules/.bun/@simplewebauthn+server@13.3.0/node_modules/@simplewebauthn/server/esm/index.js</a:t>
            </a:r>
          </a:p>
          <a:p>
            <a:pPr>
              <a:defRPr sz="1200"/>
            </a:pPr>
            <a:r>
              <a:t>D:/pasar_fix/node_modules/.bun/@simplewebauthn+server@13.3.0/node_modules/@simplewebauthn/server/esm/package.json</a:t>
            </a:r>
          </a:p>
          <a:p>
            <a:pPr>
              <a:defRPr sz="1200"/>
            </a:pPr>
            <a:r>
              <a:t>D:/pasar_fix/node_modules/.bun/@simplewebauthn+server@13.3.0/node_modules/@simplewebauthn/server/esm/authentication/generateAuthenticationOptions.d.ts</a:t>
            </a:r>
          </a:p>
          <a:p>
            <a:pPr>
              <a:defRPr sz="1200"/>
            </a:pPr>
            <a:r>
              <a:t>D:/pasar_fix/node_modules/.bun/@simplewebauthn+server@13.3.0/node_modules/@simplewebauthn/server/esm/authentication/generateAuthenticationOptions.d.ts.map</a:t>
            </a:r>
          </a:p>
          <a:p>
            <a:pPr>
              <a:defRPr sz="1200"/>
            </a:pPr>
            <a:r>
              <a:t>D:/pasar_fix/node_modules/.bun/@simplewebauthn+server@13.3.0/node_modules/@simplewebauthn/server/esm/authentication/generateAuthenticationOptions.js</a:t>
            </a:r>
          </a:p>
          <a:p>
            <a:pPr>
              <a:defRPr sz="1200"/>
            </a:pPr>
            <a:r>
              <a:t>D:/pasar_fix/node_modules/.bun/@simplewebauthn+server@13.3.0/node_modules/@simplewebauthn/server/esm/authentication/verifyAuthenticationResponse.d.ts</a:t>
            </a:r>
          </a:p>
          <a:p>
            <a:pPr>
              <a:defRPr sz="1200"/>
            </a:pPr>
            <a:r>
              <a:t>D:/pasar_fix/node_modules/.bun/@simplewebauthn+server@13.3.0/node_modules/@simplewebauthn/server/esm/authentication/verifyAuthenticationResponse.d.ts.map</a:t>
            </a:r>
          </a:p>
          <a:p>
            <a:pPr>
              <a:defRPr sz="1200"/>
            </a:pPr>
            <a:r>
              <a:t>D:/pasar_fix/node_modules/.bun/@simplewebauthn+server@13.3.0/node_modules/@simplewebauthn/server/esm/authentication/verifyAuthenticationResponse.js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D:/pasar_fix/node_modules/.bun/@simplewebauthn+server@13.3.0/node_modules/@simplewebauthn/server/esm/helpers/convertAAGUIDToString.d.ts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D:/pasar_fix/node_modules/.bun/@simplewebauthn+server@13.3.0/node_modules/@simplewebauthn/server/esm/helpers/convertAAGUIDToString.d.ts.map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D:/pasar_fix/node_modules/.bun/@simplewebauthn+server@13.3.0/node_modules/@simplewebauthn/server/esm/helpers/convertAAGUIDToString.js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D:/pasar_fix/node_modules/.bun/@simplewebauthn+server@13.3.0/node_modules/@simplewebauthn/server/esm/helpers/convertCertBufferToPEM.d.ts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D:/pasar_fix/node_modules/.bun/@simplewebauthn+server@13.3.0/node_modules/@simplewebauthn/server/esm/helpers/convertCertBufferToPEM.d.ts.map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D:/pasar_fix/node_modules/.bun/@simplewebauthn+server@13.3.0/node_modules/@simplewebauthn/server/esm/helpers/convertCertBufferToPEM.js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D:/pasar_fix/node_modules/.bun/@simplewebauthn+server@13.3.0/node_modules/@simplewebauthn/server/esm/helpers/convertCOSEtoPKCS.d.ts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D:/pasar_fix/node_modules/.bun/@simplewebauthn+server@13.3.0/node_modules/@simplewebauthn/server/esm/helpers/convertCOSEtoPKCS.d.ts.map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D:/pasar_fix/node_modules/.bun/@simplewebauthn+server@13.3.0/node_modules/@simplewebauthn/server/esm/helpers/convertCOSEtoPKCS.js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D:/pasar_fix/node_modules/.bun/@simplewebauthn+server@13.3.0/node_modules/@simplewebauthn/server/esm/helpers/convertPEMToBytes.d.ts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D:/pasar_fix/node_modules/.bun/@simplewebauthn+server@13.3.0/node_modules/@simplewebauthn/server/esm/helpers/convertPEMToBytes.d.ts.map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D:/pasar_fix/node_modules/.bun/@simplewebauthn+server@13.3.0/node_modules/@simplewebauthn/server/esm/helpers/convertPEMToBytes.js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D:/pasar_fix/node_modules/.bun/@simplewebauthn+server@13.3.0/node_modules/@simplewebauthn/server/esm/helpers/convertX509PublicKeyToCOSE.d.ts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D:/pasar_fix/node_modules/.bun/@simplewebauthn+server@13.3.0/node_modules/@simplewebauthn/server/esm/helpers/convertX509PublicKeyToCOSE.d.ts.map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D:/pasar_fix/node_modules/.bun/@simplewebauthn+server@13.3.0/node_modules/@simplewebauthn/server/esm/helpers/convertX509PublicKeyToCOSE.js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D:/pasar_fix/node_modules/.bun/@simplewebauthn+server@13.3.0/node_modules/@simplewebauthn/server/esm/helpers/cose.d.ts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D:/pasar_fix/node_modules/.bun/@simplewebauthn+server@13.3.0/node_modules/@simplewebauthn/server/esm/helpers/cose.d.ts.map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D:/pasar_fix/node_modules/.bun/@simplewebauthn+server@13.3.0/node_modules/@simplewebauthn/server/esm/helpers/cose.js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D:/pasar_fix/node_modules/.bun/@simplewebauthn+server@13.3.0/node_modules/@simplewebauthn/server/esm/helpers/decodeAttestationObject.d.ts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D:/pasar_fix/node_modules/.bun/@simplewebauthn+server@13.3.0/node_modules/@simplewebauthn/server/esm/helpers/decodeAttestationObject.d.ts.map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D:/pasar_fix/node_modules/.bun/@simplewebauthn+server@13.3.0/node_modules/@simplewebauthn/server/esm/helpers/decodeAttestationObject.js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D:/pasar_fix/node_modules/.bun/@simplewebauthn+server@13.3.0/node_modules/@simplewebauthn/server/esm/helpers/decodeAuthenticatorExtensions.d.ts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D:/pasar_fix/node_modules/.bun/@simplewebauthn+server@13.3.0/node_modules/@simplewebauthn/server/esm/helpers/decodeAuthenticatorExtensions.d.ts.map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D:/pasar_fix/node_modules/.bun/@simplewebauthn+server@13.3.0/node_modules/@simplewebauthn/server/esm/helpers/decodeAuthenticatorExtensions.js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D:/pasar_fix/node_modules/.bun/@simplewebauthn+server@13.3.0/node_modules/@simplewebauthn/server/esm/helpers/decodeClientDataJSON.d.ts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D:/pasar_fix/node_modules/.bun/@simplewebauthn+server@13.3.0/node_modules/@simplewebauthn/server/esm/helpers/decodeClientDataJSON.d.ts.map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D:/pasar_fix/node_modules/.bun/@simplewebauthn+server@13.3.0/node_modules/@simplewebauthn/server/esm/helpers/decodeClientDataJSON.js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D:/pasar_fix/node_modules/.bun/@simplewebauthn+server@13.3.0/node_modules/@simplewebauthn/server/esm/helpers/decodeCredentialPublicKey.d.ts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D:/pasar_fix/node_modules/.bun/@simplewebauthn+server@13.3.0/node_modules/@simplewebauthn/server/esm/helpers/decodeCredentialPublicKey.d.ts.map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D:/pasar_fix/node_modules/.bun/@simplewebauthn+server@13.3.0/node_modules/@simplewebauthn/server/esm/helpers/decodeCredentialPublicKey.js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D:/pasar_fix/node_modules/.bun/@simplewebauthn+server@13.3.0/node_modules/@simplewebauthn/server/esm/helpers/fetch.d.ts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D:/pasar_fix/node_modules/.bun/@simplewebauthn+server@13.3.0/node_modules/@simplewebauthn/server/esm/helpers/fetch.d.ts.map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D:/pasar_fix/node_modules/.bun/@simplewebauthn+server@13.3.0/node_modules/@simplewebauthn/server/esm/helpers/fetch.js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D:/pasar_fix/node_modules/.bun/@simplewebauthn+server@13.3.0/node_modules/@simplewebauthn/server/esm/helpers/generateChallenge.d.ts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D:/pasar_fix/node_modules/.bun/@simplewebauthn+server@13.3.0/node_modules/@simplewebauthn/server/esm/helpers/generateChallenge.d.ts.map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D:/pasar_fix/node_modules/.bun/@simplewebauthn+server@13.3.0/node_modules/@simplewebauthn/server/esm/helpers/generateChallenge.js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D:/pasar_fix/node_modules/.bun/@simplewebauthn+server@13.3.0/node_modules/@simplewebauthn/server/esm/helpers/generateUserID.d.ts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D:/pasar_fix/node_modules/.bun/@simplewebauthn+server@13.3.0/node_modules/@simplewebauthn/server/esm/helpers/generateUserID.d.ts.map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D:/pasar_fix/node_modules/.bun/@simplewebauthn+server@13.3.0/node_modules/@simplewebauthn/server/esm/helpers/generateUserID.js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D:/pasar_fix/node_modules/.bun/@simplewebauthn+server@13.3.0/node_modules/@simplewebauthn/server/esm/helpers/getCertificateInfo.d.ts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D:/pasar_fix/node_modules/.bun/@simplewebauthn+server@13.3.0/node_modules/@simplewebauthn/server/esm/helpers/getCertificateInfo.d.ts.map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D:/pasar_fix/node_modules/.bun/@simplewebauthn+server@13.3.0/node_modules/@simplewebauthn/server/esm/helpers/getCertificateInfo.js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D:/pasar_fix/node_modules/.bun/@simplewebauthn+server@13.3.0/node_modules/@simplewebauthn/server/esm/helpers/index.d.ts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D:/pasar_fix/node_modules/.bun/@simplewebauthn+server@13.3.0/node_modules/@simplewebauthn/server/esm/helpers/index.d.ts.map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D:/pasar_fix/node_modules/.bun/@simplewebauthn+server@13.3.0/node_modules/@simplewebauthn/server/esm/helpers/index.js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D:/pasar_fix/node_modules/.bun/@simplewebauthn+server@13.3.0/node_modules/@simplewebauthn/server/esm/helpers/isCertRevoked.d.ts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D:/pasar_fix/node_modules/.bun/@simplewebauthn+server@13.3.0/node_modules/@simplewebauthn/server/esm/helpers/isCertRevoked.d.ts.map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D:/pasar_fix/node_modules/.bun/@simplewebauthn+server@13.3.0/node_modules/@simplewebauthn/server/esm/helpers/isCertRevoked.js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D:/pasar_fix/node_modules/.bun/@simplewebauthn+server@13.3.0/node_modules/@simplewebauthn/server/esm/helpers/logging.d.ts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D:/pasar_fix/node_modules/.bun/@simplewebauthn+server@13.3.0/node_modules/@simplewebauthn/server/esm/helpers/logging.d.ts.map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D:/pasar_fix/node_modules/.bun/@simplewebauthn+server@13.3.0/node_modules/@simplewebauthn/server/esm/helpers/logging.js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D:/pasar_fix/node_modules/.bun/@simplewebauthn+server@13.3.0/node_modules/@simplewebauthn/server/esm/helpers/mapX509SignatureAlgToCOSEAlg.d.ts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D:/pasar_fix/node_modules/.bun/@simplewebauthn+server@13.3.0/node_modules/@simplewebauthn/server/esm/helpers/mapX509SignatureAlgToCOSEAlg.d.ts.map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D:/pasar_fix/node_modules/.bun/@simplewebauthn+server@13.3.0/node_modules/@simplewebauthn/server/esm/helpers/mapX509SignatureAlgToCOSEAlg.js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D:/pasar_fix/node_modules/.bun/@simplewebauthn+server@13.3.0/node_modules/@simplewebauthn/server/esm/helpers/matchExpectedRPID.d.ts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D:/pasar_fix/node_modules/.bun/@simplewebauthn+server@13.3.0/node_modules/@simplewebauthn/server/esm/helpers/matchExpectedRPID.d.ts.map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D:/pasar_fix/node_modules/.bun/@simplewebauthn+server@13.3.0/node_modules/@simplewebauthn/server/esm/helpers/matchExpectedRPID.js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D:/pasar_fix/node_modules/.bun/@simplewebauthn+server@13.3.0/node_modules/@simplewebauthn/server/esm/helpers/parseAuthenticatorData.d.ts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D:/pasar_fix/node_modules/.bun/@simplewebauthn+server@13.3.0/node_modules/@simplewebauthn/server/esm/helpers/parseAuthenticatorData.d.ts.map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D:/pasar_fix/node_modules/.bun/@simplewebauthn+server@13.3.0/node_modules/@simplewebauthn/server/esm/helpers/parseAuthenticatorData.js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D:/pasar_fix/node_modules/.bun/@simplewebauthn+server@13.3.0/node_modules/@simplewebauthn/server/esm/helpers/parseBackupFlags.d.ts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D:/pasar_fix/node_modules/.bun/@simplewebauthn+server@13.3.0/node_modules/@simplewebauthn/server/esm/helpers/parseBackupFlags.d.ts.map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D:/pasar_fix/node_modules/.bun/@simplewebauthn+server@13.3.0/node_modules/@simplewebauthn/server/esm/helpers/parseBackupFlags.js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D:/pasar_fix/node_modules/.bun/@simplewebauthn+server@13.3.0/node_modules/@simplewebauthn/server/esm/helpers/toHash.d.ts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D:/pasar_fix/node_modules/.bun/@simplewebauthn+server@13.3.0/node_modules/@simplewebauthn/server/esm/helpers/toHash.d.ts.map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D:/pasar_fix/node_modules/.bun/@simplewebauthn+server@13.3.0/node_modules/@simplewebauthn/server/esm/helpers/toHash.js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D:/pasar_fix/node_modules/.bun/@simplewebauthn+server@13.3.0/node_modules/@simplewebauthn/server/esm/helpers/validateCertificatePath.d.ts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D:/pasar_fix/node_modules/.bun/@simplewebauthn+server@13.3.0/node_modules/@simplewebauthn/server/esm/helpers/validateCertificatePath.d.ts.map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D:/pasar_fix/node_modules/.bun/@simplewebauthn+server@13.3.0/node_modules/@simplewebauthn/server/esm/helpers/validateCertificatePath.js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D:/pasar_fix/node_modules/.bun/@simplewebauthn+server@13.3.0/node_modules/@simplewebauthn/server/esm/helpers/validateExtFIDOGenCEAAGUID.d.ts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D:/pasar_fix/node_modules/.bun/@simplewebauthn+server@13.3.0/node_modules/@simplewebauthn/server/esm/helpers/validateExtFIDOGenCEAAGUID.d.ts.map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D:/pasar_fix/node_modules/.bun/@simplewebauthn+server@13.3.0/node_modules/@simplewebauthn/server/esm/helpers/validateExtFIDOGenCEAAGUID.js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D:/pasar_fix/node_modules/.bun/@simplewebauthn+server@13.3.0/node_modules/@simplewebauthn/server/esm/helpers/verifySignature.d.ts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D:/pasar_fix/node_modules/.bun/@simplewebauthn+server@13.3.0/node_modules/@simplewebauthn/server/esm/helpers/verifySignature.d.ts.map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D:/pasar_fix/node_modules/.bun/@simplewebauthn+server@13.3.0/node_modules/@simplewebauthn/server/esm/helpers/verifySignature.js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D:/pasar_fix/node_modules/.bun/@simplewebauthn+server@13.3.0/node_modules/@simplewebauthn/server/esm/helpers/iso/index.d.ts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D:/pasar_fix/node_modules/.bun/@simplewebauthn+server@13.3.0/node_modules/@simplewebauthn/server/esm/helpers/iso/index.d.ts.map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D:/pasar_fix/node_modules/.bun/@simplewebauthn+server@13.3.0/node_modules/@simplewebauthn/server/esm/helpers/iso/index.js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D:/pasar_fix/node_modules/.bun/@simplewebauthn+server@13.3.0/node_modules/@simplewebauthn/server/esm/helpers/iso/isoBase64URL.d.ts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D:/pasar_fix/node_modules/.bun/@simplewebauthn+server@13.3.0/node_modules/@simplewebauthn/server/esm/helpers/iso/isoBase64URL.d.ts.map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D:/pasar_fix/node_modules/.bun/@simplewebauthn+server@13.3.0/node_modules/@simplewebauthn/server/esm/helpers/iso/isoBase64URL.js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D:/pasar_fix/node_modules/.bun/@simplewebauthn+server@13.3.0/node_modules/@simplewebauthn/server/esm/helpers/iso/isoCBOR.d.ts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D:/pasar_fix/node_modules/.bun/@simplewebauthn+server@13.3.0/node_modules/@simplewebauthn/server/esm/helpers/iso/isoCBOR.d.ts.map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D:/pasar_fix/node_modules/.bun/@simplewebauthn+server@13.3.0/node_modules/@simplewebauthn/server/esm/helpers/iso/isoCBOR.js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D:/pasar_fix/node_modules/.bun/@simplewebauthn+server@13.3.0/node_modules/@simplewebauthn/server/esm/helpers/iso/isoUint8Array.d.ts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D:/pasar_fix/node_modules/.bun/@simplewebauthn+server@13.3.0/node_modules/@simplewebauthn/server/esm/helpers/iso/isoUint8Array.d.ts.map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D:/pasar_fix/node_modules/.bun/@simplewebauthn+server@13.3.0/node_modules/@simplewebauthn/server/esm/helpers/iso/isoUint8Array.js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D:/pasar_fix/node_modules/.bun/@simplewebauthn+server@13.3.0/node_modules/@simplewebauthn/server/esm/helpers/iso/isoCrypto/digest.d.ts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D:/pasar_fix/node_modules/.bun/@simplewebauthn+server@13.3.0/node_modules/@simplewebauthn/server/esm/helpers/iso/isoCrypto/digest.d.ts.map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D:/pasar_fix/node_modules/.bun/@simplewebauthn+server@13.3.0/node_modules/@simplewebauthn/server/esm/helpers/iso/isoCrypto/digest.js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D:/pasar_fix/node_modules/.bun/@simplewebauthn+server@13.3.0/node_modules/@simplewebauthn/server/esm/helpers/iso/isoCrypto/getRandomValues.d.ts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D:/pasar_fix/node_modules/.bun/@simplewebauthn+server@13.3.0/node_modules/@simplewebauthn/server/esm/helpers/iso/isoCrypto/getRandomValues.d.ts.map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D:/pasar_fix/node_modules/.bun/@simplewebauthn+server@13.3.0/node_modules/@simplewebauthn/server/esm/helpers/iso/isoCrypto/getRandomValues.js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D:/pasar_fix/node_modules/.bun/@simplewebauthn+server@13.3.0/node_modules/@simplewebauthn/server/esm/helpers/iso/isoCrypto/getWebCrypto.d.ts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D:/pasar_fix/node_modules/.bun/@simplewebauthn+server@13.3.0/node_modules/@simplewebauthn/server/esm/helpers/iso/isoCrypto/getWebCrypto.d.ts.map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D:/pasar_fix/node_modules/.bun/@simplewebauthn+server@13.3.0/node_modules/@simplewebauthn/server/esm/helpers/iso/isoCrypto/getWebCrypto.js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D:/pasar_fix/node_modules/.bun/@simplewebauthn+server@13.3.0/node_modules/@simplewebauthn/server/esm/helpers/iso/isoCrypto/importKey.d.ts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D:/pasar_fix/node_modules/.bun/@simplewebauthn+server@13.3.0/node_modules/@simplewebauthn/server/esm/helpers/iso/isoCrypto/importKey.d.ts.map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D:/pasar_fix/node_modules/.bun/@simplewebauthn+server@13.3.0/node_modules/@simplewebauthn/server/esm/helpers/iso/isoCrypto/importKey.js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D:/pasar_fix/node_modules/.bun/@simplewebauthn+server@13.3.0/node_modules/@simplewebauthn/server/esm/helpers/iso/isoCrypto/index.d.ts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D:/pasar_fix/node_modules/.bun/@simplewebauthn+server@13.3.0/node_modules/@simplewebauthn/server/esm/helpers/iso/isoCrypto/index.d.ts.map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D:/pasar_fix/node_modules/.bun/@simplewebauthn+server@13.3.0/node_modules/@simplewebauthn/server/esm/helpers/iso/isoCrypto/index.js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D:/pasar_fix/node_modules/.bun/@simplewebauthn+server@13.3.0/node_modules/@simplewebauthn/server/esm/helpers/iso/isoCrypto/mapCoseAlgToWebCryptoAlg.d.ts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D:/pasar_fix/node_modules/.bun/@simplewebauthn+server@13.3.0/node_modules/@simplewebauthn/server/esm/helpers/iso/isoCrypto/mapCoseAlgToWebCryptoAlg.d.ts.map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D:/pasar_fix/node_modules/.bun/@simplewebauthn+server@13.3.0/node_modules/@simplewebauthn/server/esm/helpers/iso/isoCrypto/mapCoseAlgToWebCryptoAlg.js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D:/pasar_fix/node_modules/.bun/@simplewebauthn+server@13.3.0/node_modules/@simplewebauthn/server/esm/helpers/iso/isoCrypto/mapCoseAlgToWebCryptoKeyAlgName.d.ts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D:/pasar_fix/node_modules/.bun/@simplewebauthn+server@13.3.0/node_modules/@simplewebauthn/server/esm/helpers/iso/isoCrypto/mapCoseAlgToWebCryptoKeyAlgName.d.ts.map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D:/pasar_fix/node_modules/.bun/@simplewebauthn+server@13.3.0/node_modules/@simplewebauthn/server/esm/helpers/iso/isoCrypto/mapCoseAlgToWebCryptoKeyAlgName.js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D:/pasar_fix/node_modules/.bun/@simplewebauthn+server@13.3.0/node_modules/@simplewebauthn/server/esm/helpers/iso/isoCrypto/structs.d.ts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D:/pasar_fix/node_modules/.bun/@simplewebauthn+server@13.3.0/node_modules/@simplewebauthn/server/esm/helpers/iso/isoCrypto/structs.d.ts.map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D:/pasar_fix/node_modules/.bun/@simplewebauthn+server@13.3.0/node_modules/@simplewebauthn/server/esm/helpers/iso/isoCrypto/structs.js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D:/pasar_fix/node_modules/.bun/@simplewebauthn+server@13.3.0/node_modules/@simplewebauthn/server/esm/helpers/iso/isoCrypto/unwrapEC2Signature.d.ts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D:/pasar_fix/node_modules/.bun/@simplewebauthn+server@13.3.0/node_modules/@simplewebauthn/server/esm/helpers/iso/isoCrypto/unwrapEC2Signature.d.ts.map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D:/pasar_fix/node_modules/.bun/@simplewebauthn+server@13.3.0/node_modules/@simplewebauthn/server/esm/helpers/iso/isoCrypto/unwrapEC2Signature.js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D:/pasar_fix/node_modules/.bun/@simplewebauthn+server@13.3.0/node_modules/@simplewebauthn/server/esm/helpers/iso/isoCrypto/verify.d.ts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D:/pasar_fix/node_modules/.bun/@simplewebauthn+server@13.3.0/node_modules/@simplewebauthn/server/esm/helpers/iso/isoCrypto/verify.d.ts.map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D:/pasar_fix/node_modules/.bun/@simplewebauthn+server@13.3.0/node_modules/@simplewebauthn/server/esm/helpers/iso/isoCrypto/verify.js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D:/pasar_fix/node_modules/.bun/@simplewebauthn+server@13.3.0/node_modules/@simplewebauthn/server/esm/helpers/iso/isoCrypto/verifyEC2.d.ts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D:/pasar_fix/node_modules/.bun/@simplewebauthn+server@13.3.0/node_modules/@simplewebauthn/server/esm/helpers/iso/isoCrypto/verifyEC2.d.ts.map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D:/pasar_fix/node_modules/.bun/@simplewebauthn+server@13.3.0/node_modules/@simplewebauthn/server/esm/helpers/iso/isoCrypto/verifyEC2.js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D:/pasar_fix/node_modules/.bun/@simplewebauthn+server@13.3.0/node_modules/@simplewebauthn/server/esm/helpers/iso/isoCrypto/verifyOKP.d.ts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D:/pasar_fix/node_modules/.bun/@simplewebauthn+server@13.3.0/node_modules/@simplewebauthn/server/esm/helpers/iso/isoCrypto/verifyOKP.d.ts.map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D:/pasar_fix/node_modules/.bun/@simplewebauthn+server@13.3.0/node_modules/@simplewebauthn/server/esm/helpers/iso/isoCrypto/verifyOKP.js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D:/pasar_fix/node_modules/.bun/@simplewebauthn+server@13.3.0/node_modules/@simplewebauthn/server/esm/helpers/iso/isoCrypto/verifyRSA.d.ts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D:/pasar_fix/node_modules/.bun/@simplewebauthn+server@13.3.0/node_modules/@simplewebauthn/server/esm/helpers/iso/isoCrypto/verifyRSA.d.ts.map</a:t>
            </a:r>
          </a:p>
          <a:p>
            <a:pPr>
              <a:defRPr sz="1200"/>
            </a:pPr>
            <a:r>
              <a:t>D:/pasar_fix/node_modules/.bun/@simplewebauthn+server@13.3.0/node_modules/@simplewebauthn/server/esm/helpers/iso/isoCrypto/verifyRSA.js</a:t>
            </a:r>
          </a:p>
          <a:p>
            <a:pPr>
              <a:defRPr sz="1200"/>
            </a:pPr>
            <a:r>
              <a:t>D:/pasar_fix/node_modules/.bun/@simplewebauthn+server@13.3.0/node_modules/@simplewebauthn/server/esm/metadata/mdsTypes.d.ts</a:t>
            </a:r>
          </a:p>
          <a:p>
            <a:pPr>
              <a:defRPr sz="1200"/>
            </a:pPr>
            <a:r>
              <a:t>D:/pasar_fix/node_modules/.bun/@simplewebauthn+server@13.3.0/node_modules/@simplewebauthn/server/esm/metadata/mdsTypes.d.ts.map</a:t>
            </a:r>
          </a:p>
          <a:p>
            <a:pPr>
              <a:defRPr sz="1200"/>
            </a:pPr>
            <a:r>
              <a:t>D:/pasar_fix/node_modules/.bun/@simplewebauthn+server@13.3.0/node_modules/@simplewebauthn/server/esm/metadata/mdsTypes.js</a:t>
            </a:r>
          </a:p>
          <a:p>
            <a:pPr>
              <a:defRPr sz="1200"/>
            </a:pPr>
            <a:r>
              <a:t>D:/pasar_fix/node_modules/.bun/@simplewebauthn+server@13.3.0/node_modules/@simplewebauthn/server/esm/metadata/parseJWT.d.ts</a:t>
            </a:r>
          </a:p>
          <a:p>
            <a:pPr>
              <a:defRPr sz="1200"/>
            </a:pPr>
            <a:r>
              <a:t>D:/pasar_fix/node_modules/.bun/@simplewebauthn+server@13.3.0/node_modules/@simplewebauthn/server/esm/metadata/parseJWT.d.ts.map</a:t>
            </a:r>
          </a:p>
          <a:p>
            <a:pPr>
              <a:defRPr sz="1200"/>
            </a:pPr>
            <a:r>
              <a:t>D:/pasar_fix/node_modules/.bun/@simplewebauthn+server@13.3.0/node_modules/@simplewebauthn/server/esm/metadata/parseJWT.js</a:t>
            </a:r>
          </a:p>
          <a:p>
            <a:pPr>
              <a:defRPr sz="1200"/>
            </a:pPr>
            <a:r>
              <a:t>D:/pasar_fix/node_modules/.bun/@simplewebauthn+server@13.3.0/node_modules/@simplewebauthn/server/esm/metadata/verifyAttestationWithMetadata.d.ts</a:t>
            </a:r>
          </a:p>
          <a:p>
            <a:pPr>
              <a:defRPr sz="1200"/>
            </a:pPr>
            <a:r>
              <a:t>D:/pasar_fix/node_modules/.bun/@simplewebauthn+server@13.3.0/node_modules/@simplewebauthn/server/esm/metadata/verifyAttestationWithMetadata.d.ts.map</a:t>
            </a:r>
          </a:p>
          <a:p>
            <a:pPr>
              <a:defRPr sz="1200"/>
            </a:pPr>
            <a:r>
              <a:t>D:/pasar_fix/node_modules/.bun/@simplewebauthn+server@13.3.0/node_modules/@simplewebauthn/server/esm/metadata/verifyAttestationWithMetadata.js</a:t>
            </a:r>
          </a:p>
          <a:p>
            <a:pPr>
              <a:defRPr sz="1200"/>
            </a:pPr>
            <a:r>
              <a:t>D:/pasar_fix/node_modules/.bun/@simplewebauthn+server@13.3.0/node_modules/@simplewebauthn/server/esm/metadata/verifyJWT.d.ts</a:t>
            </a:r>
          </a:p>
          <a:p>
            <a:pPr>
              <a:defRPr sz="1200"/>
            </a:pPr>
            <a:r>
              <a:t>D:/pasar_fix/node_modules/.bun/@simplewebauthn+server@13.3.0/node_modules/@simplewebauthn/server/esm/metadata/verifyJWT.d.ts.map</a:t>
            </a:r>
          </a:p>
          <a:p>
            <a:pPr>
              <a:defRPr sz="1200"/>
            </a:pPr>
            <a:r>
              <a:t>D:/pasar_fix/node_modules/.bun/@simplewebauthn+server@13.3.0/node_modules/@simplewebauthn/server/esm/metadata/verifyJWT.js</a:t>
            </a:r>
          </a:p>
          <a:p>
            <a:pPr>
              <a:defRPr sz="1200"/>
            </a:pPr>
            <a:r>
              <a:t>D:/pasar_fix/node_modules/.bun/@simplewebauthn+server@13.3.0/node_modules/@simplewebauthn/server/esm/metadata/verifyMDSBlob.d.ts</a:t>
            </a:r>
          </a:p>
          <a:p>
            <a:pPr>
              <a:defRPr sz="1200"/>
            </a:pPr>
            <a:r>
              <a:t>D:/pasar_fix/node_modules/.bun/@simplewebauthn+server@13.3.0/node_modules/@simplewebauthn/server/esm/metadata/verifyMDSBlob.d.ts.map</a:t>
            </a:r>
          </a:p>
          <a:p>
            <a:pPr>
              <a:defRPr sz="1200"/>
            </a:pPr>
            <a:r>
              <a:t>D:/pasar_fix/node_modules/.bun/@simplewebauthn+server@13.3.0/node_modules/@simplewebauthn/server/esm/metadata/verifyMDSBlob.js</a:t>
            </a:r>
          </a:p>
          <a:p>
            <a:pPr>
              <a:defRPr sz="1200"/>
            </a:pPr>
            <a:r>
              <a:t>D:/pasar_fix/node_modules/.bun/@simplewebauthn+server@13.3.0/node_modules/@simplewebauthn/server/esm/registration/generateRegistrationOptions.d.ts</a:t>
            </a:r>
          </a:p>
          <a:p>
            <a:pPr>
              <a:defRPr sz="1200"/>
            </a:pPr>
            <a:r>
              <a:t>D:/pasar_fix/node_modules/.bun/@simplewebauthn+server@13.3.0/node_modules/@simplewebauthn/server/esm/registration/generateRegistrationOptions.d.ts.map</a:t>
            </a:r>
          </a:p>
          <a:p>
            <a:pPr>
              <a:defRPr sz="1200"/>
            </a:pPr>
            <a:r>
              <a:t>D:/pasar_fix/node_modules/.bun/@simplewebauthn+server@13.3.0/node_modules/@simplewebauthn/server/esm/registration/generateRegistrationOptions.js</a:t>
            </a:r>
          </a:p>
          <a:p>
            <a:pPr>
              <a:defRPr sz="1200"/>
            </a:pPr>
            <a:r>
              <a:t>D:/pasar_fix/node_modules/.bun/@simplewebauthn+server@13.3.0/node_modules/@simplewebauthn/server/esm/registration/verifyRegistrationResponse.d.ts</a:t>
            </a:r>
          </a:p>
          <a:p>
            <a:pPr>
              <a:defRPr sz="1200"/>
            </a:pPr>
            <a:r>
              <a:t>D:/pasar_fix/node_modules/.bun/@simplewebauthn+server@13.3.0/node_modules/@simplewebauthn/server/esm/registration/verifyRegistrationResponse.d.ts.map</a:t>
            </a:r>
          </a:p>
          <a:p>
            <a:pPr>
              <a:defRPr sz="1200"/>
            </a:pPr>
            <a:r>
              <a:t>D:/pasar_fix/node_modules/.bun/@simplewebauthn+server@13.3.0/node_modules/@simplewebauthn/server/esm/registration/verifyRegistrationResponse.js</a:t>
            </a:r>
          </a:p>
          <a:p>
            <a:pPr>
              <a:defRPr sz="1200"/>
            </a:pPr>
            <a:r>
              <a:t>D:/pasar_fix/node_modules/.bun/@simplewebauthn+server@13.3.0/node_modules/@simplewebauthn/server/esm/registration/verifications/verifyAttestationAndroidKey.d.ts</a:t>
            </a:r>
          </a:p>
          <a:p>
            <a:pPr>
              <a:defRPr sz="1200"/>
            </a:pPr>
            <a:r>
              <a:t>D:/pasar_fix/node_modules/.bun/@simplewebauthn+server@13.3.0/node_modules/@simplewebauthn/server/esm/registration/verifications/verifyAttestationAndroidKey.d.ts.map</a:t>
            </a:r>
          </a:p>
          <a:p>
            <a:pPr>
              <a:defRPr sz="1200"/>
            </a:pPr>
            <a:r>
              <a:t>D:/pasar_fix/node_modules/.bun/@simplewebauthn+server@13.3.0/node_modules/@simplewebauthn/server/esm/registration/verifications/verifyAttestationAndroidKey.js</a:t>
            </a:r>
          </a:p>
          <a:p>
            <a:pPr>
              <a:defRPr sz="1200"/>
            </a:pPr>
            <a:r>
              <a:t>D:/pasar_fix/node_modules/.bun/@simplewebauthn+server@13.3.0/node_modules/@simplewebauthn/server/esm/registration/verifications/verifyAttestationAndroidSafetyNet.d.ts</a:t>
            </a:r>
          </a:p>
          <a:p>
            <a:pPr>
              <a:defRPr sz="1200"/>
            </a:pPr>
            <a:r>
              <a:t>D:/pasar_fix/node_modules/.bun/@simplewebauthn+server@13.3.0/node_modules/@simplewebauthn/server/esm/registration/verifications/verifyAttestationAndroidSafetyNet.d.ts.map</a:t>
            </a:r>
          </a:p>
          <a:p>
            <a:pPr>
              <a:defRPr sz="1200"/>
            </a:pPr>
            <a:r>
              <a:t>D:/pasar_fix/node_modules/.bun/@simplewebauthn+server@13.3.0/node_modules/@simplewebauthn/server/esm/registration/verifications/verifyAttestationAndroidSafetyNet.js</a:t>
            </a:r>
          </a:p>
          <a:p>
            <a:pPr>
              <a:defRPr sz="1200"/>
            </a:pPr>
            <a:r>
              <a:t>D:/pasar_fix/node_modules/.bun/@simplewebauthn+server@13.3.0/node_modules/@simplewebauthn/server/esm/registration/verifications/verifyAttestationApple.d.ts</a:t>
            </a:r>
          </a:p>
          <a:p>
            <a:pPr>
              <a:defRPr sz="1200"/>
            </a:pPr>
            <a:r>
              <a:t>D:/pasar_fix/node_modules/.bun/@simplewebauthn+server@13.3.0/node_modules/@simplewebauthn/server/esm/registration/verifications/verifyAttestationApple.d.ts.map</a:t>
            </a:r>
          </a:p>
          <a:p>
            <a:pPr>
              <a:defRPr sz="1200"/>
            </a:pPr>
            <a:r>
              <a:t>D:/pasar_fix/node_modules/.bun/@simplewebauthn+server@13.3.0/node_modules/@simplewebauthn/server/esm/registration/verifications/verifyAttestationApple.js</a:t>
            </a:r>
          </a:p>
          <a:p>
            <a:pPr>
              <a:defRPr sz="1200"/>
            </a:pPr>
            <a:r>
              <a:t>D:/pasar_fix/node_modules/.bun/@simplewebauthn+server@13.3.0/node_modules/@simplewebauthn/server/esm/registration/verifications/verifyAttestationFIDOU2F.d.ts</a:t>
            </a:r>
          </a:p>
          <a:p>
            <a:pPr>
              <a:defRPr sz="1200"/>
            </a:pPr>
            <a:r>
              <a:t>D:/pasar_fix/node_modules/.bun/@simplewebauthn+server@13.3.0/node_modules/@simplewebauthn/server/esm/registration/verifications/verifyAttestationFIDOU2F.d.ts.map</a:t>
            </a:r>
          </a:p>
          <a:p>
            <a:pPr>
              <a:defRPr sz="1200"/>
            </a:pPr>
            <a:r>
              <a:t>D:/pasar_fix/node_modules/.bun/@simplewebauthn+server@13.3.0/node_modules/@simplewebauthn/server/esm/registration/verifications/verifyAttestationFIDOU2F.js</a:t>
            </a:r>
          </a:p>
          <a:p>
            <a:pPr>
              <a:defRPr sz="1200"/>
            </a:pPr>
            <a:r>
              <a:t>D:/pasar_fix/node_modules/.bun/@simplewebauthn+server@13.3.0/node_modules/@simplewebauthn/server/esm/registration/verifications/verifyAttestationPacked.d.ts</a:t>
            </a:r>
          </a:p>
          <a:p>
            <a:pPr>
              <a:defRPr sz="1200"/>
            </a:pPr>
            <a:r>
              <a:t>D:/pasar_fix/node_modules/.bun/@simplewebauthn+server@13.3.0/node_modules/@simplewebauthn/server/esm/registration/verifications/verifyAttestationPacked.d.ts.map</a:t>
            </a:r>
          </a:p>
          <a:p>
            <a:pPr>
              <a:defRPr sz="1200"/>
            </a:pPr>
            <a:r>
              <a:t>D:/pasar_fix/node_modules/.bun/@simplewebauthn+server@13.3.0/node_modules/@simplewebauthn/server/esm/registration/verifications/verifyAttestationPacked.js</a:t>
            </a:r>
          </a:p>
          <a:p>
            <a:pPr>
              <a:defRPr sz="1200"/>
            </a:pPr>
            <a:r>
              <a:t>D:/pasar_fix/node_modules/.bun/@simplewebauthn+server@13.3.0/node_modules/@simplewebauthn/server/esm/registration/verifications/tpm/constants.d.ts</a:t>
            </a:r>
          </a:p>
          <a:p>
            <a:pPr>
              <a:defRPr sz="1200"/>
            </a:pPr>
            <a:r>
              <a:t>D:/pasar_fix/node_modules/.bun/@simplewebauthn+server@13.3.0/node_modules/@simplewebauthn/server/esm/registration/verifications/tpm/constants.d.ts.map</a:t>
            </a:r>
          </a:p>
          <a:p>
            <a:pPr>
              <a:defRPr sz="1200"/>
            </a:pPr>
            <a:r>
              <a:t>D:/pasar_fix/node_modules/.bun/@simplewebauthn+server@13.3.0/node_modules/@simplewebauthn/server/esm/registration/verifications/tpm/constants.js</a:t>
            </a:r>
          </a:p>
          <a:p>
            <a:pPr>
              <a:defRPr sz="1200"/>
            </a:pPr>
            <a:r>
              <a:t>D:/pasar_fix/node_modules/.bun/@simplewebauthn+server@13.3.0/node_modules/@simplewebauthn/server/esm/registration/verifications/tpm/parseCertInfo.d.ts</a:t>
            </a:r>
          </a:p>
          <a:p>
            <a:pPr>
              <a:defRPr sz="1200"/>
            </a:pPr>
            <a:r>
              <a:t>D:/pasar_fix/node_modules/.bun/@simplewebauthn+server@13.3.0/node_modules/@simplewebauthn/server/esm/registration/verifications/tpm/parseCertInfo.d.ts.map</a:t>
            </a:r>
          </a:p>
          <a:p>
            <a:pPr>
              <a:defRPr sz="1200"/>
            </a:pPr>
            <a:r>
              <a:t>D:/pasar_fix/node_modules/.bun/@simplewebauthn+server@13.3.0/node_modules/@simplewebauthn/server/esm/registration/verifications/tpm/parseCertInfo.js</a:t>
            </a:r>
          </a:p>
          <a:p>
            <a:pPr>
              <a:defRPr sz="1200"/>
            </a:pPr>
            <a:r>
              <a:t>D:/pasar_fix/node_modules/.bun/@simplewebauthn+server@13.3.0/node_modules/@simplewebauthn/server/esm/registration/verifications/tpm/parsePubArea.d.ts</a:t>
            </a:r>
          </a:p>
          <a:p>
            <a:pPr>
              <a:defRPr sz="1200"/>
            </a:pPr>
            <a:r>
              <a:t>D:/pasar_fix/node_modules/.bun/@simplewebauthn+server@13.3.0/node_modules/@simplewebauthn/server/esm/registration/verifications/tpm/parsePubArea.d.ts.map</a:t>
            </a:r>
          </a:p>
          <a:p>
            <a:pPr>
              <a:defRPr sz="1200"/>
            </a:pPr>
            <a:r>
              <a:t>D:/pasar_fix/node_modules/.bun/@simplewebauthn+server@13.3.0/node_modules/@simplewebauthn/server/esm/registration/verifications/tpm/parsePubArea.js</a:t>
            </a:r>
          </a:p>
          <a:p>
            <a:pPr>
              <a:defRPr sz="1200"/>
            </a:pPr>
            <a:r>
              <a:t>D:/pasar_fix/node_modules/.bun/@simplewebauthn+server@13.3.0/node_modules/@simplewebauthn/server/esm/registration/verifications/tpm/verifyAttestationTPM.d.ts</a:t>
            </a:r>
          </a:p>
          <a:p>
            <a:pPr>
              <a:defRPr sz="1200"/>
            </a:pPr>
            <a:r>
              <a:t>D:/pasar_fix/node_modules/.bun/@simplewebauthn+server@13.3.0/node_modules/@simplewebauthn/server/esm/registration/verifications/tpm/verifyAttestationTPM.d.ts.map</a:t>
            </a:r>
          </a:p>
          <a:p>
            <a:pPr>
              <a:defRPr sz="1200"/>
            </a:pPr>
            <a:r>
              <a:t>D:/pasar_fix/node_modules/.bun/@simplewebauthn+server@13.3.0/node_modules/@simplewebauthn/server/esm/registration/verifications/tpm/verifyAttestationTPM.js</a:t>
            </a:r>
          </a:p>
          <a:p>
            <a:pPr>
              <a:defRPr sz="1200"/>
            </a:pPr>
            <a:r>
              <a:t>D:/pasar_fix/node_modules/.bun/@simplewebauthn+server@13.3.0/node_modules/@simplewebauthn/server/esm/services/metadataService.d.ts</a:t>
            </a:r>
          </a:p>
          <a:p>
            <a:pPr>
              <a:defRPr sz="1200"/>
            </a:pPr>
            <a:r>
              <a:t>D:/pasar_fix/node_modules/.bun/@simplewebauthn+server@13.3.0/node_modules/@simplewebauthn/server/esm/services/metadataService.d.ts.map</a:t>
            </a:r>
          </a:p>
          <a:p>
            <a:pPr>
              <a:defRPr sz="1200"/>
            </a:pPr>
            <a:r>
              <a:t>D:/pasar_fix/node_modules/.bun/@simplewebauthn+server@13.3.0/node_modules/@simplewebauthn/server/esm/services/metadataService.js</a:t>
            </a:r>
          </a:p>
          <a:p>
            <a:pPr>
              <a:defRPr sz="1200"/>
            </a:pPr>
            <a:r>
              <a:t>D:/pasar_fix/node_modules/.bun/@simplewebauthn+server@13.3.0/node_modules/@simplewebauthn/server/esm/services/settingsService.d.ts</a:t>
            </a:r>
          </a:p>
          <a:p>
            <a:pPr>
              <a:defRPr sz="1200"/>
            </a:pPr>
            <a:r>
              <a:t>D:/pasar_fix/node_modules/.bun/@simplewebauthn+server@13.3.0/node_modules/@simplewebauthn/server/esm/services/settingsService.d.ts.map</a:t>
            </a:r>
          </a:p>
          <a:p>
            <a:pPr>
              <a:defRPr sz="1200"/>
            </a:pPr>
            <a:r>
              <a:t>D:/pasar_fix/node_modules/.bun/@simplewebauthn+server@13.3.0/node_modules/@simplewebauthn/server/esm/services/settingsService.js</a:t>
            </a:r>
          </a:p>
          <a:p>
            <a:pPr>
              <a:defRPr sz="1200"/>
            </a:pPr>
            <a:r>
              <a:t>D:/pasar_fix/node_modules/.bun/@simplewebauthn+server@13.3.0/node_modules/@simplewebauthn/server/esm/services/defaultRootCerts/android-key.d.ts</a:t>
            </a:r>
          </a:p>
          <a:p>
            <a:pPr>
              <a:defRPr sz="1200"/>
            </a:pPr>
            <a:r>
              <a:t>D:/pasar_fix/node_modules/.bun/@simplewebauthn+server@13.3.0/node_modules/@simplewebauthn/server/esm/services/defaultRootCerts/android-key.d.ts.map</a:t>
            </a:r>
          </a:p>
          <a:p>
            <a:pPr>
              <a:defRPr sz="1200"/>
            </a:pPr>
            <a:r>
              <a:t>D:/pasar_fix/node_modules/.bun/@simplewebauthn+server@13.3.0/node_modules/@simplewebauthn/server/esm/services/defaultRootCerts/android-key.js</a:t>
            </a:r>
          </a:p>
          <a:p>
            <a:pPr>
              <a:defRPr sz="1200"/>
            </a:pPr>
            <a:r>
              <a:t>D:/pasar_fix/node_modules/.bun/@simplewebauthn+server@13.3.0/node_modules/@simplewebauthn/server/esm/services/defaultRootCerts/android-safetynet.d.ts</a:t>
            </a:r>
          </a:p>
          <a:p>
            <a:pPr>
              <a:defRPr sz="1200"/>
            </a:pPr>
            <a:r>
              <a:t>D:/pasar_fix/node_modules/.bun/@simplewebauthn+server@13.3.0/node_modules/@simplewebauthn/server/esm/services/defaultRootCerts/android-safetynet.d.ts.map</a:t>
            </a:r>
          </a:p>
          <a:p>
            <a:pPr>
              <a:defRPr sz="1200"/>
            </a:pPr>
            <a:r>
              <a:t>D:/pasar_fix/node_modules/.bun/@simplewebauthn+server@13.3.0/node_modules/@simplewebauthn/server/esm/services/defaultRootCerts/android-safetynet.js</a:t>
            </a:r>
          </a:p>
          <a:p>
            <a:pPr>
              <a:defRPr sz="1200"/>
            </a:pPr>
            <a:r>
              <a:t>D:/pasar_fix/node_modules/.bun/@simplewebauthn+server@13.3.0/node_modules/@simplewebauthn/server/esm/services/defaultRootCerts/apple.d.ts</a:t>
            </a:r>
          </a:p>
          <a:p>
            <a:pPr>
              <a:defRPr sz="1200"/>
            </a:pPr>
            <a:r>
              <a:t>D:/pasar_fix/node_modules/.bun/@simplewebauthn+server@13.3.0/node_modules/@simplewebauthn/server/esm/services/defaultRootCerts/apple.d.ts.map</a:t>
            </a:r>
          </a:p>
          <a:p>
            <a:pPr>
              <a:defRPr sz="1200"/>
            </a:pPr>
            <a:r>
              <a:t>D:/pasar_fix/node_modules/.bun/@simplewebauthn+server@13.3.0/node_modules/@simplewebauthn/server/esm/services/defaultRootCerts/apple.js</a:t>
            </a:r>
          </a:p>
          <a:p>
            <a:pPr>
              <a:defRPr sz="1200"/>
            </a:pPr>
            <a:r>
              <a:t>D:/pasar_fix/node_modules/.bun/@simplewebauthn+server@13.3.0/node_modules/@simplewebauthn/server/esm/services/defaultRootCerts/mds.d.ts</a:t>
            </a:r>
          </a:p>
          <a:p>
            <a:pPr>
              <a:defRPr sz="1200"/>
            </a:pPr>
            <a:r>
              <a:t>D:/pasar_fix/node_modules/.bun/@simplewebauthn+server@13.3.0/node_modules/@simplewebauthn/server/esm/services/defaultRootCerts/mds.d.ts.map</a:t>
            </a:r>
          </a:p>
          <a:p>
            <a:pPr>
              <a:defRPr sz="1200"/>
            </a:pPr>
            <a:r>
              <a:t>D:/pasar_fix/node_modules/.bun/@simplewebauthn+server@13.3.0/node_modules/@simplewebauthn/server/esm/services/defaultRootCerts/mds.js</a:t>
            </a:r>
          </a:p>
          <a:p>
            <a:pPr>
              <a:defRPr sz="1200"/>
            </a:pPr>
            <a:r>
              <a:t>D:/pasar_fix/node_modules/.bun/@simplewebauthn+server@13.3.0/node_modules/@simplewebauthn/server/esm/types/dom.d.ts</a:t>
            </a:r>
          </a:p>
          <a:p>
            <a:pPr>
              <a:defRPr sz="1200"/>
            </a:pPr>
            <a:r>
              <a:t>D:/pasar_fix/node_modules/.bun/@simplewebauthn+server@13.3.0/node_modules/@simplewebauthn/server/esm/types/dom.d.ts.map</a:t>
            </a:r>
          </a:p>
          <a:p>
            <a:pPr>
              <a:defRPr sz="1200"/>
            </a:pPr>
            <a:r>
              <a:t>D:/pasar_fix/node_modules/.bun/@simplewebauthn+server@13.3.0/node_modules/@simplewebauthn/server/esm/types/dom.js</a:t>
            </a:r>
          </a:p>
          <a:p>
            <a:pPr>
              <a:defRPr sz="1200"/>
            </a:pPr>
            <a:r>
              <a:t>D:/pasar_fix/node_modules/.bun/@simplewebauthn+server@13.3.0/node_modules/@simplewebauthn/server/esm/types/index.d.ts</a:t>
            </a:r>
          </a:p>
          <a:p>
            <a:pPr>
              <a:defRPr sz="1200"/>
            </a:pPr>
            <a:r>
              <a:t>D:/pasar_fix/node_modules/.bun/@simplewebauthn+server@13.3.0/node_modules/@simplewebauthn/server/esm/types/index.d.ts.map</a:t>
            </a:r>
          </a:p>
          <a:p>
            <a:pPr>
              <a:defRPr sz="1200"/>
            </a:pPr>
            <a:r>
              <a:t>D:/pasar_fix/node_modules/.bun/@simplewebauthn+server@13.3.0/node_modules/@simplewebauthn/server/esm/types/index.js</a:t>
            </a:r>
          </a:p>
          <a:p>
            <a:pPr>
              <a:defRPr sz="1200"/>
            </a:pPr>
            <a:r>
              <a:t>D:/pasar_fix/node_modules/.bun/@simplewebauthn+server@13.3.0/node_modules/@simplewebauthn/server/script/index.d.ts</a:t>
            </a:r>
          </a:p>
          <a:p>
            <a:pPr>
              <a:defRPr sz="1200"/>
            </a:pPr>
            <a:r>
              <a:t>D:/pasar_fix/node_modules/.bun/@simplewebauthn+server@13.3.0/node_modules/@simplewebauthn/server/script/index.d.ts.map</a:t>
            </a:r>
          </a:p>
          <a:p>
            <a:pPr>
              <a:defRPr sz="1200"/>
            </a:pPr>
            <a:r>
              <a:t>D:/pasar_fix/node_modules/.bun/@simplewebauthn+server@13.3.0/node_modules/@simplewebauthn/server/script/index.js</a:t>
            </a:r>
          </a:p>
          <a:p>
            <a:pPr>
              <a:defRPr sz="1200"/>
            </a:pPr>
            <a:r>
              <a:t>D:/pasar_fix/node_modules/.bun/@simplewebauthn+server@13.3.0/node_modules/@simplewebauthn/server/script/package.json</a:t>
            </a:r>
          </a:p>
          <a:p>
            <a:pPr>
              <a:defRPr sz="1200"/>
            </a:pPr>
            <a:r>
              <a:t>D:/pasar_fix/node_modules/.bun/@simplewebauthn+server@13.3.0/node_modules/@simplewebauthn/server/script/authentication/generateAuthenticationOptions.d.ts</a:t>
            </a:r>
          </a:p>
          <a:p>
            <a:pPr>
              <a:defRPr sz="1200"/>
            </a:pPr>
            <a:r>
              <a:t>D:/pasar_fix/node_modules/.bun/@simplewebauthn+server@13.3.0/node_modules/@simplewebauthn/server/script/authentication/generateAuthenticationOptions.d.ts.map</a:t>
            </a:r>
          </a:p>
          <a:p>
            <a:pPr>
              <a:defRPr sz="1200"/>
            </a:pPr>
            <a:r>
              <a:t>D:/pasar_fix/node_modules/.bun/@simplewebauthn+server@13.3.0/node_modules/@simplewebauthn/server/script/authentication/generateAuthenticationOptions.js</a:t>
            </a:r>
          </a:p>
          <a:p>
            <a:pPr>
              <a:defRPr sz="1200"/>
            </a:pPr>
            <a:r>
              <a:t>D:/pasar_fix/node_modules/.bun/@simplewebauthn+server@13.3.0/node_modules/@simplewebauthn/server/script/authentication/verifyAuthenticationResponse.d.ts</a:t>
            </a:r>
          </a:p>
          <a:p>
            <a:pPr>
              <a:defRPr sz="1200"/>
            </a:pPr>
            <a:r>
              <a:t>D:/pasar_fix/node_modules/.bun/@simplewebauthn+server@13.3.0/node_modules/@simplewebauthn/server/script/authentication/verifyAuthenticationResponse.d.ts.map</a:t>
            </a:r>
          </a:p>
          <a:p>
            <a:pPr>
              <a:defRPr sz="1200"/>
            </a:pPr>
            <a:r>
              <a:t>D:/pasar_fix/node_modules/.bun/@simplewebauthn+server@13.3.0/node_modules/@simplewebauthn/server/script/authentication/verifyAuthenticationResponse.js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D:/pasar_fix/node_modules/.bun/@simplewebauthn+server@13.3.0/node_modules/@simplewebauthn/server/script/helpers/convertAAGUIDToString.d.ts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D:/pasar_fix/node_modules/.bun/@simplewebauthn+server@13.3.0/node_modules/@simplewebauthn/server/script/helpers/convertAAGUIDToString.d.ts.map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D:/pasar_fix/node_modules/.bun/@simplewebauthn+server@13.3.0/node_modules/@simplewebauthn/server/script/helpers/convertAAGUIDToString.js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D:/pasar_fix/node_modules/.bun/@simplewebauthn+server@13.3.0/node_modules/@simplewebauthn/server/script/helpers/convertCertBufferToPEM.d.ts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D:/pasar_fix/node_modules/.bun/@simplewebauthn+server@13.3.0/node_modules/@simplewebauthn/server/script/helpers/convertCertBufferToPEM.d.ts.map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D:/pasar_fix/node_modules/.bun/@simplewebauthn+server@13.3.0/node_modules/@simplewebauthn/server/script/helpers/convertCertBufferToPEM.js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D:/pasar_fix/node_modules/.bun/@simplewebauthn+server@13.3.0/node_modules/@simplewebauthn/server/script/helpers/convertCOSEtoPKCS.d.ts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D:/pasar_fix/node_modules/.bun/@simplewebauthn+server@13.3.0/node_modules/@simplewebauthn/server/script/helpers/convertCOSEtoPKCS.d.ts.map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D:/pasar_fix/node_modules/.bun/@simplewebauthn+server@13.3.0/node_modules/@simplewebauthn/server/script/helpers/convertCOSEtoPKCS.js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D:/pasar_fix/node_modules/.bun/@simplewebauthn+server@13.3.0/node_modules/@simplewebauthn/server/script/helpers/convertPEMToBytes.d.ts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D:/pasar_fix/node_modules/.bun/@simplewebauthn+server@13.3.0/node_modules/@simplewebauthn/server/script/helpers/convertPEMToBytes.d.ts.map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D:/pasar_fix/node_modules/.bun/@simplewebauthn+server@13.3.0/node_modules/@simplewebauthn/server/script/helpers/convertPEMToBytes.js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D:/pasar_fix/node_modules/.bun/@simplewebauthn+server@13.3.0/node_modules/@simplewebauthn/server/script/helpers/convertX509PublicKeyToCOSE.d.ts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D:/pasar_fix/node_modules/.bun/@simplewebauthn+server@13.3.0/node_modules/@simplewebauthn/server/script/helpers/convertX509PublicKeyToCOSE.d.ts.map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D:/pasar_fix/node_modules/.bun/@simplewebauthn+server@13.3.0/node_modules/@simplewebauthn/server/script/helpers/convertX509PublicKeyToCOSE.js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D:/pasar_fix/node_modules/.bun/@simplewebauthn+server@13.3.0/node_modules/@simplewebauthn/server/script/helpers/cose.d.ts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D:/pasar_fix/node_modules/.bun/@simplewebauthn+server@13.3.0/node_modules/@simplewebauthn/server/script/helpers/cose.d.ts.map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D:/pasar_fix/node_modules/.bun/@simplewebauthn+server@13.3.0/node_modules/@simplewebauthn/server/script/helpers/cose.js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D:/pasar_fix/node_modules/.bun/@simplewebauthn+server@13.3.0/node_modules/@simplewebauthn/server/script/helpers/decodeAttestationObject.d.ts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D:/pasar_fix/node_modules/.bun/@simplewebauthn+server@13.3.0/node_modules/@simplewebauthn/server/script/helpers/decodeAttestationObject.d.ts.map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D:/pasar_fix/node_modules/.bun/@simplewebauthn+server@13.3.0/node_modules/@simplewebauthn/server/script/helpers/decodeAttestationObject.js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D:/pasar_fix/node_modules/.bun/@simplewebauthn+server@13.3.0/node_modules/@simplewebauthn/server/script/helpers/decodeAuthenticatorExtensions.d.ts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D:/pasar_fix/node_modules/.bun/@simplewebauthn+server@13.3.0/node_modules/@simplewebauthn/server/script/helpers/decodeAuthenticatorExtensions.d.ts.map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D:/pasar_fix/node_modules/.bun/@simplewebauthn+server@13.3.0/node_modules/@simplewebauthn/server/script/helpers/decodeAuthenticatorExtensions.js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D:/pasar_fix/node_modules/.bun/@simplewebauthn+server@13.3.0/node_modules/@simplewebauthn/server/script/helpers/decodeClientDataJSON.d.ts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D:/pasar_fix/node_modules/.bun/@simplewebauthn+server@13.3.0/node_modules/@simplewebauthn/server/script/helpers/decodeClientDataJSON.d.ts.map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D:/pasar_fix/node_modules/.bun/@simplewebauthn+server@13.3.0/node_modules/@simplewebauthn/server/script/helpers/decodeClientDataJSON.js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D:/pasar_fix/node_modules/.bun/@simplewebauthn+server@13.3.0/node_modules/@simplewebauthn/server/script/helpers/decodeCredentialPublicKey.d.ts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D:/pasar_fix/node_modules/.bun/@simplewebauthn+server@13.3.0/node_modules/@simplewebauthn/server/script/helpers/decodeCredentialPublicKey.d.ts.map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D:/pasar_fix/node_modules/.bun/@simplewebauthn+server@13.3.0/node_modules/@simplewebauthn/server/script/helpers/decodeCredentialPublicKey.js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D:/pasar_fix/node_modules/.bun/@simplewebauthn+server@13.3.0/node_modules/@simplewebauthn/server/script/helpers/fetch.d.ts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D:/pasar_fix/node_modules/.bun/@simplewebauthn+server@13.3.0/node_modules/@simplewebauthn/server/script/helpers/fetch.d.ts.map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D:/pasar_fix/node_modules/.bun/@simplewebauthn+server@13.3.0/node_modules/@simplewebauthn/server/script/helpers/fetch.js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D:/pasar_fix/node_modules/.bun/@simplewebauthn+server@13.3.0/node_modules/@simplewebauthn/server/script/helpers/generateChallenge.d.ts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D:/pasar_fix/node_modules/.bun/@simplewebauthn+server@13.3.0/node_modules/@simplewebauthn/server/script/helpers/generateChallenge.d.ts.map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D:/pasar_fix/node_modules/.bun/@simplewebauthn+server@13.3.0/node_modules/@simplewebauthn/server/script/helpers/generateChallenge.js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D:/pasar_fix/node_modules/.bun/@simplewebauthn+server@13.3.0/node_modules/@simplewebauthn/server/script/helpers/generateUserID.d.ts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D:/pasar_fix/node_modules/.bun/@simplewebauthn+server@13.3.0/node_modules/@simplewebauthn/server/script/helpers/generateUserID.d.ts.map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D:/pasar_fix/node_modules/.bun/@simplewebauthn+server@13.3.0/node_modules/@simplewebauthn/server/script/helpers/generateUserID.js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D:/pasar_fix/node_modules/.bun/@simplewebauthn+server@13.3.0/node_modules/@simplewebauthn/server/script/helpers/getCertificateInfo.d.ts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D:/pasar_fix/node_modules/.bun/@simplewebauthn+server@13.3.0/node_modules/@simplewebauthn/server/script/helpers/getCertificateInfo.d.ts.map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D:/pasar_fix/node_modules/.bun/@simplewebauthn+server@13.3.0/node_modules/@simplewebauthn/server/script/helpers/getCertificateInfo.js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D:/pasar_fix/node_modules/.bun/@simplewebauthn+server@13.3.0/node_modules/@simplewebauthn/server/script/helpers/index.d.ts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D:/pasar_fix/node_modules/.bun/@simplewebauthn+server@13.3.0/node_modules/@simplewebauthn/server/script/helpers/index.d.ts.map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D:/pasar_fix/node_modules/.bun/@simplewebauthn+server@13.3.0/node_modules/@simplewebauthn/server/script/helpers/index.js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D:/pasar_fix/node_modules/.bun/@simplewebauthn+server@13.3.0/node_modules/@simplewebauthn/server/script/helpers/isCertRevoked.d.ts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D:/pasar_fix/node_modules/.bun/@simplewebauthn+server@13.3.0/node_modules/@simplewebauthn/server/script/helpers/isCertRevoked.d.ts.map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D:/pasar_fix/node_modules/.bun/@simplewebauthn+server@13.3.0/node_modules/@simplewebauthn/server/script/helpers/isCertRevoked.js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D:/pasar_fix/node_modules/.bun/@simplewebauthn+server@13.3.0/node_modules/@simplewebauthn/server/script/helpers/logging.d.ts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D:/pasar_fix/node_modules/.bun/@simplewebauthn+server@13.3.0/node_modules/@simplewebauthn/server/script/helpers/logging.d.ts.map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D:/pasar_fix/node_modules/.bun/@simplewebauthn+server@13.3.0/node_modules/@simplewebauthn/server/script/helpers/logging.js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D:/pasar_fix/node_modules/.bun/@simplewebauthn+server@13.3.0/node_modules/@simplewebauthn/server/script/helpers/mapX509SignatureAlgToCOSEAlg.d.ts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D:/pasar_fix/node_modules/.bun/@simplewebauthn+server@13.3.0/node_modules/@simplewebauthn/server/script/helpers/mapX509SignatureAlgToCOSEAlg.d.ts.map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D:/pasar_fix/node_modules/.bun/@simplewebauthn+server@13.3.0/node_modules/@simplewebauthn/server/script/helpers/mapX509SignatureAlgToCOSEAlg.js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D:/pasar_fix/node_modules/.bun/@simplewebauthn+server@13.3.0/node_modules/@simplewebauthn/server/script/helpers/matchExpectedRPID.d.ts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D:/pasar_fix/node_modules/.bun/@simplewebauthn+server@13.3.0/node_modules/@simplewebauthn/server/script/helpers/matchExpectedRPID.d.ts.map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D:/pasar_fix/node_modules/.bun/@simplewebauthn+server@13.3.0/node_modules/@simplewebauthn/server/script/helpers/matchExpectedRPID.js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D:/pasar_fix/node_modules/.bun/@simplewebauthn+server@13.3.0/node_modules/@simplewebauthn/server/script/helpers/parseAuthenticatorData.d.ts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D:/pasar_fix/node_modules/.bun/@simplewebauthn+server@13.3.0/node_modules/@simplewebauthn/server/script/helpers/parseAuthenticatorData.d.ts.map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D:/pasar_fix/node_modules/.bun/@simplewebauthn+server@13.3.0/node_modules/@simplewebauthn/server/script/helpers/parseAuthenticatorData.js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D:/pasar_fix/node_modules/.bun/@simplewebauthn+server@13.3.0/node_modules/@simplewebauthn/server/script/helpers/parseBackupFlags.d.ts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D:/pasar_fix/node_modules/.bun/@simplewebauthn+server@13.3.0/node_modules/@simplewebauthn/server/script/helpers/parseBackupFlags.d.ts.map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D:/pasar_fix/node_modules/.bun/@simplewebauthn+server@13.3.0/node_modules/@simplewebauthn/server/script/helpers/parseBackupFlags.js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D:/pasar_fix/node_modules/.bun/@simplewebauthn+server@13.3.0/node_modules/@simplewebauthn/server/script/helpers/toHash.d.ts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D:/pasar_fix/node_modules/.bun/@simplewebauthn+server@13.3.0/node_modules/@simplewebauthn/server/script/helpers/toHash.d.ts.map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D:/pasar_fix/node_modules/.bun/@simplewebauthn+server@13.3.0/node_modules/@simplewebauthn/server/script/helpers/toHash.js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D:/pasar_fix/node_modules/.bun/@simplewebauthn+server@13.3.0/node_modules/@simplewebauthn/server/script/helpers/validateCertificatePath.d.ts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D:/pasar_fix/node_modules/.bun/@simplewebauthn+server@13.3.0/node_modules/@simplewebauthn/server/script/helpers/validateCertificatePath.d.ts.map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D:/pasar_fix/node_modules/.bun/@simplewebauthn+server@13.3.0/node_modules/@simplewebauthn/server/script/helpers/validateCertificatePath.js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D:/pasar_fix/node_modules/.bun/@simplewebauthn+server@13.3.0/node_modules/@simplewebauthn/server/script/helpers/validateExtFIDOGenCEAAGUID.d.ts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D:/pasar_fix/node_modules/.bun/@simplewebauthn+server@13.3.0/node_modules/@simplewebauthn/server/script/helpers/validateExtFIDOGenCEAAGUID.d.ts.map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D:/pasar_fix/node_modules/.bun/@simplewebauthn+server@13.3.0/node_modules/@simplewebauthn/server/script/helpers/validateExtFIDOGenCEAAGUID.js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D:/pasar_fix/node_modules/.bun/@simplewebauthn+server@13.3.0/node_modules/@simplewebauthn/server/script/helpers/verifySignature.d.ts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D:/pasar_fix/node_modules/.bun/@simplewebauthn+server@13.3.0/node_modules/@simplewebauthn/server/script/helpers/verifySignature.d.ts.map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D:/pasar_fix/node_modules/.bun/@simplewebauthn+server@13.3.0/node_modules/@simplewebauthn/server/script/helpers/verifySignature.js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D:/pasar_fix/node_modules/.bun/@simplewebauthn+server@13.3.0/node_modules/@simplewebauthn/server/script/helpers/iso/index.d.ts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D:/pasar_fix/node_modules/.bun/@simplewebauthn+server@13.3.0/node_modules/@simplewebauthn/server/script/helpers/iso/index.d.ts.map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D:/pasar_fix/node_modules/.bun/@simplewebauthn+server@13.3.0/node_modules/@simplewebauthn/server/script/helpers/iso/index.js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D:/pasar_fix/node_modules/.bun/@simplewebauthn+server@13.3.0/node_modules/@simplewebauthn/server/script/helpers/iso/isoBase64URL.d.ts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D:/pasar_fix/node_modules/.bun/@simplewebauthn+server@13.3.0/node_modules/@simplewebauthn/server/script/helpers/iso/isoBase64URL.d.ts.map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D:/pasar_fix/node_modules/.bun/@simplewebauthn+server@13.3.0/node_modules/@simplewebauthn/server/script/helpers/iso/isoBase64URL.js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D:/pasar_fix/node_modules/.bun/@simplewebauthn+server@13.3.0/node_modules/@simplewebauthn/server/script/helpers/iso/isoCBOR.d.ts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D:/pasar_fix/node_modules/.bun/@simplewebauthn+server@13.3.0/node_modules/@simplewebauthn/server/script/helpers/iso/isoCBOR.d.ts.map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D:/pasar_fix/node_modules/.bun/@simplewebauthn+server@13.3.0/node_modules/@simplewebauthn/server/script/helpers/iso/isoCBOR.js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D:/pasar_fix/node_modules/.bun/@simplewebauthn+server@13.3.0/node_modules/@simplewebauthn/server/script/helpers/iso/isoUint8Array.d.ts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D:/pasar_fix/node_modules/.bun/@simplewebauthn+server@13.3.0/node_modules/@simplewebauthn/server/script/helpers/iso/isoUint8Array.d.ts.map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D:/pasar_fix/node_modules/.bun/@simplewebauthn+server@13.3.0/node_modules/@simplewebauthn/server/script/helpers/iso/isoUint8Array.js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D:/pasar_fix/node_modules/.bun/@simplewebauthn+server@13.3.0/node_modules/@simplewebauthn/server/script/helpers/iso/isoCrypto/digest.d.ts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D:/pasar_fix/node_modules/.bun/@simplewebauthn+server@13.3.0/node_modules/@simplewebauthn/server/script/helpers/iso/isoCrypto/digest.d.ts.map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D:/pasar_fix/node_modules/.bun/@simplewebauthn+server@13.3.0/node_modules/@simplewebauthn/server/script/helpers/iso/isoCrypto/digest.js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D:/pasar_fix/node_modules/.bun/@simplewebauthn+server@13.3.0/node_modules/@simplewebauthn/server/script/helpers/iso/isoCrypto/getRandomValues.d.ts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D:/pasar_fix/node_modules/.bun/@simplewebauthn+server@13.3.0/node_modules/@simplewebauthn/server/script/helpers/iso/isoCrypto/getRandomValues.d.ts.map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D:/pasar_fix/node_modules/.bun/@simplewebauthn+server@13.3.0/node_modules/@simplewebauthn/server/script/helpers/iso/isoCrypto/getRandomValues.js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D:/pasar_fix/node_modules/.bun/@simplewebauthn+server@13.3.0/node_modules/@simplewebauthn/server/script/helpers/iso/isoCrypto/getWebCrypto.d.ts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D:/pasar_fix/node_modules/.bun/@simplewebauthn+server@13.3.0/node_modules/@simplewebauthn/server/script/helpers/iso/isoCrypto/getWebCrypto.d.ts.map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D:/pasar_fix/node_modules/.bun/@simplewebauthn+server@13.3.0/node_modules/@simplewebauthn/server/script/helpers/iso/isoCrypto/getWebCrypto.js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D:/pasar_fix/node_modules/.bun/@simplewebauthn+server@13.3.0/node_modules/@simplewebauthn/server/script/helpers/iso/isoCrypto/importKey.d.ts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D:/pasar_fix/node_modules/.bun/@simplewebauthn+server@13.3.0/node_modules/@simplewebauthn/server/script/helpers/iso/isoCrypto/importKey.d.ts.map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D:/pasar_fix/node_modules/.bun/@simplewebauthn+server@13.3.0/node_modules/@simplewebauthn/server/script/helpers/iso/isoCrypto/importKey.js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D:/pasar_fix/node_modules/.bun/@simplewebauthn+server@13.3.0/node_modules/@simplewebauthn/server/script/helpers/iso/isoCrypto/index.d.ts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D:/pasar_fix/node_modules/.bun/@simplewebauthn+server@13.3.0/node_modules/@simplewebauthn/server/script/helpers/iso/isoCrypto/index.d.ts.map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D:/pasar_fix/node_modules/.bun/@simplewebauthn+server@13.3.0/node_modules/@simplewebauthn/server/script/helpers/iso/isoCrypto/index.js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D:/pasar_fix/node_modules/.bun/@simplewebauthn+server@13.3.0/node_modules/@simplewebauthn/server/script/helpers/iso/isoCrypto/mapCoseAlgToWebCryptoAlg.d.ts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D:/pasar_fix/node_modules/.bun/@simplewebauthn+server@13.3.0/node_modules/@simplewebauthn/server/script/helpers/iso/isoCrypto/mapCoseAlgToWebCryptoAlg.d.ts.map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D:/pasar_fix/node_modules/.bun/@simplewebauthn+server@13.3.0/node_modules/@simplewebauthn/server/script/helpers/iso/isoCrypto/mapCoseAlgToWebCryptoAlg.js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D:/pasar_fix/node_modules/.bun/@simplewebauthn+server@13.3.0/node_modules/@simplewebauthn/server/script/helpers/iso/isoCrypto/mapCoseAlgToWebCryptoKeyAlgName.d.ts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D:/pasar_fix/node_modules/.bun/@simplewebauthn+server@13.3.0/node_modules/@simplewebauthn/server/script/helpers/iso/isoCrypto/mapCoseAlgToWebCryptoKeyAlgName.d.ts.map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D:/pasar_fix/node_modules/.bun/@simplewebauthn+server@13.3.0/node_modules/@simplewebauthn/server/script/helpers/iso/isoCrypto/mapCoseAlgToWebCryptoKeyAlgName.js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D:/pasar_fix/node_modules/.bun/@simplewebauthn+server@13.3.0/node_modules/@simplewebauthn/server/script/helpers/iso/isoCrypto/structs.d.ts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D:/pasar_fix/node_modules/.bun/@simplewebauthn+server@13.3.0/node_modules/@simplewebauthn/server/script/helpers/iso/isoCrypto/structs.d.ts.map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D:/pasar_fix/node_modules/.bun/@simplewebauthn+server@13.3.0/node_modules/@simplewebauthn/server/script/helpers/iso/isoCrypto/structs.js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D:/pasar_fix/node_modules/.bun/@simplewebauthn+server@13.3.0/node_modules/@simplewebauthn/server/script/helpers/iso/isoCrypto/unwrapEC2Signature.d.ts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D:/pasar_fix/node_modules/.bun/@simplewebauthn+server@13.3.0/node_modules/@simplewebauthn/server/script/helpers/iso/isoCrypto/unwrapEC2Signature.d.ts.map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D:/pasar_fix/node_modules/.bun/@simplewebauthn+server@13.3.0/node_modules/@simplewebauthn/server/script/helpers/iso/isoCrypto/unwrapEC2Signature.js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D:/pasar_fix/node_modules/.bun/@simplewebauthn+server@13.3.0/node_modules/@simplewebauthn/server/script/helpers/iso/isoCrypto/verify.d.ts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D:/pasar_fix/node_modules/.bun/@simplewebauthn+server@13.3.0/node_modules/@simplewebauthn/server/script/helpers/iso/isoCrypto/verify.d.ts.map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D:/pasar_fix/node_modules/.bun/@simplewebauthn+server@13.3.0/node_modules/@simplewebauthn/server/script/helpers/iso/isoCrypto/verify.js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D:/pasar_fix/node_modules/.bun/@simplewebauthn+server@13.3.0/node_modules/@simplewebauthn/server/script/helpers/iso/isoCrypto/verifyEC2.d.ts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D:/pasar_fix/node_modules/.bun/@simplewebauthn+server@13.3.0/node_modules/@simplewebauthn/server/script/helpers/iso/isoCrypto/verifyEC2.d.ts.map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D:/pasar_fix/node_modules/.bun/@simplewebauthn+server@13.3.0/node_modules/@simplewebauthn/server/script/helpers/iso/isoCrypto/verifyEC2.js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D:/pasar_fix/node_modules/.bun/@simplewebauthn+server@13.3.0/node_modules/@simplewebauthn/server/script/helpers/iso/isoCrypto/verifyOKP.d.ts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D:/pasar_fix/node_modules/.bun/@simplewebauthn+server@13.3.0/node_modules/@simplewebauthn/server/script/helpers/iso/isoCrypto/verifyOKP.d.ts.map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D:/pasar_fix/node_modules/.bun/@simplewebauthn+server@13.3.0/node_modules/@simplewebauthn/server/script/helpers/iso/isoCrypto/verifyOKP.js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D:/pasar_fix/node_modules/.bun/@simplewebauthn+server@13.3.0/node_modules/@simplewebauthn/server/script/helpers/iso/isoCrypto/verifyRSA.d.ts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D:/pasar_fix/node_modules/.bun/@simplewebauthn+server@13.3.0/node_modules/@simplewebauthn/server/script/helpers/iso/isoCrypto/verifyRSA.d.ts.map</a:t>
            </a:r>
          </a:p>
          <a:p>
            <a:pPr>
              <a:defRPr sz="1200"/>
            </a:pPr>
            <a:r>
              <a:t>D:/pasar_fix/node_modules/.bun/@simplewebauthn+server@13.3.0/node_modules/@simplewebauthn/server/script/helpers/iso/isoCrypto/verifyRSA.js</a:t>
            </a:r>
          </a:p>
          <a:p>
            <a:pPr>
              <a:defRPr sz="1200"/>
            </a:pPr>
            <a:r>
              <a:t>D:/pasar_fix/node_modules/.bun/@simplewebauthn+server@13.3.0/node_modules/@simplewebauthn/server/script/metadata/mdsTypes.d.ts</a:t>
            </a:r>
          </a:p>
          <a:p>
            <a:pPr>
              <a:defRPr sz="1200"/>
            </a:pPr>
            <a:r>
              <a:t>D:/pasar_fix/node_modules/.bun/@simplewebauthn+server@13.3.0/node_modules/@simplewebauthn/server/script/metadata/mdsTypes.d.ts.map</a:t>
            </a:r>
          </a:p>
          <a:p>
            <a:pPr>
              <a:defRPr sz="1200"/>
            </a:pPr>
            <a:r>
              <a:t>D:/pasar_fix/node_modules/.bun/@simplewebauthn+server@13.3.0/node_modules/@simplewebauthn/server/script/metadata/mdsTypes.js</a:t>
            </a:r>
          </a:p>
          <a:p>
            <a:pPr>
              <a:defRPr sz="1200"/>
            </a:pPr>
            <a:r>
              <a:t>D:/pasar_fix/node_modules/.bun/@simplewebauthn+server@13.3.0/node_modules/@simplewebauthn/server/script/metadata/parseJWT.d.ts</a:t>
            </a:r>
          </a:p>
          <a:p>
            <a:pPr>
              <a:defRPr sz="1200"/>
            </a:pPr>
            <a:r>
              <a:t>D:/pasar_fix/node_modules/.bun/@simplewebauthn+server@13.3.0/node_modules/@simplewebauthn/server/script/metadata/parseJWT.d.ts.map</a:t>
            </a:r>
          </a:p>
          <a:p>
            <a:pPr>
              <a:defRPr sz="1200"/>
            </a:pPr>
            <a:r>
              <a:t>D:/pasar_fix/node_modules/.bun/@simplewebauthn+server@13.3.0/node_modules/@simplewebauthn/server/script/metadata/parseJWT.js</a:t>
            </a:r>
          </a:p>
          <a:p>
            <a:pPr>
              <a:defRPr sz="1200"/>
            </a:pPr>
            <a:r>
              <a:t>D:/pasar_fix/node_modules/.bun/@simplewebauthn+server@13.3.0/node_modules/@simplewebauthn/server/script/metadata/verifyAttestationWithMetadata.d.ts</a:t>
            </a:r>
          </a:p>
          <a:p>
            <a:pPr>
              <a:defRPr sz="1200"/>
            </a:pPr>
            <a:r>
              <a:t>D:/pasar_fix/node_modules/.bun/@simplewebauthn+server@13.3.0/node_modules/@simplewebauthn/server/script/metadata/verifyAttestationWithMetadata.d.ts.map</a:t>
            </a:r>
          </a:p>
          <a:p>
            <a:pPr>
              <a:defRPr sz="1200"/>
            </a:pPr>
            <a:r>
              <a:t>D:/pasar_fix/node_modules/.bun/@simplewebauthn+server@13.3.0/node_modules/@simplewebauthn/server/script/metadata/verifyAttestationWithMetadata.js</a:t>
            </a:r>
          </a:p>
          <a:p>
            <a:pPr>
              <a:defRPr sz="1200"/>
            </a:pPr>
            <a:r>
              <a:t>D:/pasar_fix/node_modules/.bun/@simplewebauthn+server@13.3.0/node_modules/@simplewebauthn/server/script/metadata/verifyJWT.d.ts</a:t>
            </a:r>
          </a:p>
          <a:p>
            <a:pPr>
              <a:defRPr sz="1200"/>
            </a:pPr>
            <a:r>
              <a:t>D:/pasar_fix/node_modules/.bun/@simplewebauthn+server@13.3.0/node_modules/@simplewebauthn/server/script/metadata/verifyJWT.d.ts.map</a:t>
            </a:r>
          </a:p>
          <a:p>
            <a:pPr>
              <a:defRPr sz="1200"/>
            </a:pPr>
            <a:r>
              <a:t>D:/pasar_fix/node_modules/.bun/@simplewebauthn+server@13.3.0/node_modules/@simplewebauthn/server/script/metadata/verifyJWT.js</a:t>
            </a:r>
          </a:p>
          <a:p>
            <a:pPr>
              <a:defRPr sz="1200"/>
            </a:pPr>
            <a:r>
              <a:t>D:/pasar_fix/node_modules/.bun/@simplewebauthn+server@13.3.0/node_modules/@simplewebauthn/server/script/metadata/verifyMDSBlob.d.ts</a:t>
            </a:r>
          </a:p>
          <a:p>
            <a:pPr>
              <a:defRPr sz="1200"/>
            </a:pPr>
            <a:r>
              <a:t>D:/pasar_fix/node_modules/.bun/@simplewebauthn+server@13.3.0/node_modules/@simplewebauthn/server/script/metadata/verifyMDSBlob.d.ts.map</a:t>
            </a:r>
          </a:p>
          <a:p>
            <a:pPr>
              <a:defRPr sz="1200"/>
            </a:pPr>
            <a:r>
              <a:t>D:/pasar_fix/node_modules/.bun/@simplewebauthn+server@13.3.0/node_modules/@simplewebauthn/server/script/metadata/verifyMDSBlob.js</a:t>
            </a:r>
          </a:p>
          <a:p>
            <a:pPr>
              <a:defRPr sz="1200"/>
            </a:pPr>
            <a:r>
              <a:t>D:/pasar_fix/node_modules/.bun/@simplewebauthn+server@13.3.0/node_modules/@simplewebauthn/server/script/registration/generateRegistrationOptions.d.ts</a:t>
            </a:r>
          </a:p>
          <a:p>
            <a:pPr>
              <a:defRPr sz="1200"/>
            </a:pPr>
            <a:r>
              <a:t>D:/pasar_fix/node_modules/.bun/@simplewebauthn+server@13.3.0/node_modules/@simplewebauthn/server/script/registration/generateRegistrationOptions.d.ts.map</a:t>
            </a:r>
          </a:p>
          <a:p>
            <a:pPr>
              <a:defRPr sz="1200"/>
            </a:pPr>
            <a:r>
              <a:t>D:/pasar_fix/node_modules/.bun/@simplewebauthn+server@13.3.0/node_modules/@simplewebauthn/server/script/registration/generateRegistrationOptions.js</a:t>
            </a:r>
          </a:p>
          <a:p>
            <a:pPr>
              <a:defRPr sz="1200"/>
            </a:pPr>
            <a:r>
              <a:t>D:/pasar_fix/node_modules/.bun/@simplewebauthn+server@13.3.0/node_modules/@simplewebauthn/server/script/registration/verifyRegistrationResponse.d.ts</a:t>
            </a:r>
          </a:p>
          <a:p>
            <a:pPr>
              <a:defRPr sz="1200"/>
            </a:pPr>
            <a:r>
              <a:t>D:/pasar_fix/node_modules/.bun/@simplewebauthn+server@13.3.0/node_modules/@simplewebauthn/server/script/registration/verifyRegistrationResponse.d.ts.map</a:t>
            </a:r>
          </a:p>
          <a:p>
            <a:pPr>
              <a:defRPr sz="1200"/>
            </a:pPr>
            <a:r>
              <a:t>D:/pasar_fix/node_modules/.bun/@simplewebauthn+server@13.3.0/node_modules/@simplewebauthn/server/script/registration/verifyRegistrationResponse.js</a:t>
            </a:r>
          </a:p>
          <a:p>
            <a:pPr>
              <a:defRPr sz="1200"/>
            </a:pPr>
            <a:r>
              <a:t>D:/pasar_fix/node_modules/.bun/@simplewebauthn+server@13.3.0/node_modules/@simplewebauthn/server/script/registration/verifications/verifyAttestationAndroidKey.d.ts</a:t>
            </a:r>
          </a:p>
          <a:p>
            <a:pPr>
              <a:defRPr sz="1200"/>
            </a:pPr>
            <a:r>
              <a:t>D:/pasar_fix/node_modules/.bun/@simplewebauthn+server@13.3.0/node_modules/@simplewebauthn/server/script/registration/verifications/verifyAttestationAndroidKey.d.ts.map</a:t>
            </a:r>
          </a:p>
          <a:p>
            <a:pPr>
              <a:defRPr sz="1200"/>
            </a:pPr>
            <a:r>
              <a:t>D:/pasar_fix/node_modules/.bun/@simplewebauthn+server@13.3.0/node_modules/@simplewebauthn/server/script/registration/verifications/verifyAttestationAndroidKey.js</a:t>
            </a:r>
          </a:p>
          <a:p>
            <a:pPr>
              <a:defRPr sz="1200"/>
            </a:pPr>
            <a:r>
              <a:t>D:/pasar_fix/node_modules/.bun/@simplewebauthn+server@13.3.0/node_modules/@simplewebauthn/server/script/registration/verifications/verifyAttestationAndroidSafetyNet.d.ts</a:t>
            </a:r>
          </a:p>
          <a:p>
            <a:pPr>
              <a:defRPr sz="1200"/>
            </a:pPr>
            <a:r>
              <a:t>D:/pasar_fix/node_modules/.bun/@simplewebauthn+server@13.3.0/node_modules/@simplewebauthn/server/script/registration/verifications/verifyAttestationAndroidSafetyNet.d.ts.map</a:t>
            </a:r>
          </a:p>
          <a:p>
            <a:pPr>
              <a:defRPr sz="1200"/>
            </a:pPr>
            <a:r>
              <a:t>D:/pasar_fix/node_modules/.bun/@simplewebauthn+server@13.3.0/node_modules/@simplewebauthn/server/script/registration/verifications/verifyAttestationAndroidSafetyNet.js</a:t>
            </a:r>
          </a:p>
          <a:p>
            <a:pPr>
              <a:defRPr sz="1200"/>
            </a:pPr>
            <a:r>
              <a:t>D:/pasar_fix/node_modules/.bun/@simplewebauthn+server@13.3.0/node_modules/@simplewebauthn/server/script/registration/verifications/verifyAttestationApple.d.ts</a:t>
            </a:r>
          </a:p>
          <a:p>
            <a:pPr>
              <a:defRPr sz="1200"/>
            </a:pPr>
            <a:r>
              <a:t>D:/pasar_fix/node_modules/.bun/@simplewebauthn+server@13.3.0/node_modules/@simplewebauthn/server/script/registration/verifications/verifyAttestationApple.d.ts.map</a:t>
            </a:r>
          </a:p>
          <a:p>
            <a:pPr>
              <a:defRPr sz="1200"/>
            </a:pPr>
            <a:r>
              <a:t>D:/pasar_fix/node_modules/.bun/@simplewebauthn+server@13.3.0/node_modules/@simplewebauthn/server/script/registration/verifications/verifyAttestationApple.js</a:t>
            </a:r>
          </a:p>
          <a:p>
            <a:pPr>
              <a:defRPr sz="1200"/>
            </a:pPr>
            <a:r>
              <a:t>D:/pasar_fix/node_modules/.bun/@simplewebauthn+server@13.3.0/node_modules/@simplewebauthn/server/script/registration/verifications/verifyAttestationFIDOU2F.d.ts</a:t>
            </a:r>
          </a:p>
          <a:p>
            <a:pPr>
              <a:defRPr sz="1200"/>
            </a:pPr>
            <a:r>
              <a:t>D:/pasar_fix/node_modules/.bun/@simplewebauthn+server@13.3.0/node_modules/@simplewebauthn/server/script/registration/verifications/verifyAttestationFIDOU2F.d.ts.map</a:t>
            </a:r>
          </a:p>
          <a:p>
            <a:pPr>
              <a:defRPr sz="1200"/>
            </a:pPr>
            <a:r>
              <a:t>D:/pasar_fix/node_modules/.bun/@simplewebauthn+server@13.3.0/node_modules/@simplewebauthn/server/script/registration/verifications/verifyAttestationFIDOU2F.js</a:t>
            </a:r>
          </a:p>
          <a:p>
            <a:pPr>
              <a:defRPr sz="1200"/>
            </a:pPr>
            <a:r>
              <a:t>D:/pasar_fix/node_modules/.bun/@simplewebauthn+server@13.3.0/node_modules/@simplewebauthn/server/script/registration/verifications/verifyAttestationPacked.d.ts</a:t>
            </a:r>
          </a:p>
          <a:p>
            <a:pPr>
              <a:defRPr sz="1200"/>
            </a:pPr>
            <a:r>
              <a:t>D:/pasar_fix/node_modules/.bun/@simplewebauthn+server@13.3.0/node_modules/@simplewebauthn/server/script/registration/verifications/verifyAttestationPacked.d.ts.map</a:t>
            </a:r>
          </a:p>
          <a:p>
            <a:pPr>
              <a:defRPr sz="1200"/>
            </a:pPr>
            <a:r>
              <a:t>D:/pasar_fix/node_modules/.bun/@simplewebauthn+server@13.3.0/node_modules/@simplewebauthn/server/script/registration/verifications/verifyAttestationPacked.js</a:t>
            </a:r>
          </a:p>
          <a:p>
            <a:pPr>
              <a:defRPr sz="1200"/>
            </a:pPr>
            <a:r>
              <a:t>D:/pasar_fix/node_modules/.bun/@simplewebauthn+server@13.3.0/node_modules/@simplewebauthn/server/script/registration/verifications/tpm/constants.d.ts</a:t>
            </a:r>
          </a:p>
          <a:p>
            <a:pPr>
              <a:defRPr sz="1200"/>
            </a:pPr>
            <a:r>
              <a:t>D:/pasar_fix/node_modules/.bun/@simplewebauthn+server@13.3.0/node_modules/@simplewebauthn/server/script/registration/verifications/tpm/constants.d.ts.map</a:t>
            </a:r>
          </a:p>
          <a:p>
            <a:pPr>
              <a:defRPr sz="1200"/>
            </a:pPr>
            <a:r>
              <a:t>D:/pasar_fix/node_modules/.bun/@simplewebauthn+server@13.3.0/node_modules/@simplewebauthn/server/script/registration/verifications/tpm/constants.js</a:t>
            </a:r>
          </a:p>
          <a:p>
            <a:pPr>
              <a:defRPr sz="1200"/>
            </a:pPr>
            <a:r>
              <a:t>D:/pasar_fix/node_modules/.bun/@simplewebauthn+server@13.3.0/node_modules/@simplewebauthn/server/script/registration/verifications/tpm/parseCertInfo.d.ts</a:t>
            </a:r>
          </a:p>
          <a:p>
            <a:pPr>
              <a:defRPr sz="1200"/>
            </a:pPr>
            <a:r>
              <a:t>D:/pasar_fix/node_modules/.bun/@simplewebauthn+server@13.3.0/node_modules/@simplewebauthn/server/script/registration/verifications/tpm/parseCertInfo.d.ts.map</a:t>
            </a:r>
          </a:p>
          <a:p>
            <a:pPr>
              <a:defRPr sz="1200"/>
            </a:pPr>
            <a:r>
              <a:t>D:/pasar_fix/node_modules/.bun/@simplewebauthn+server@13.3.0/node_modules/@simplewebauthn/server/script/registration/verifications/tpm/parseCertInfo.js</a:t>
            </a:r>
          </a:p>
          <a:p>
            <a:pPr>
              <a:defRPr sz="1200"/>
            </a:pPr>
            <a:r>
              <a:t>D:/pasar_fix/node_modules/.bun/@simplewebauthn+server@13.3.0/node_modules/@simplewebauthn/server/script/registration/verifications/tpm/parsePubArea.d.ts</a:t>
            </a:r>
          </a:p>
          <a:p>
            <a:pPr>
              <a:defRPr sz="1200"/>
            </a:pPr>
            <a:r>
              <a:t>D:/pasar_fix/node_modules/.bun/@simplewebauthn+server@13.3.0/node_modules/@simplewebauthn/server/script/registration/verifications/tpm/parsePubArea.d.ts.map</a:t>
            </a:r>
          </a:p>
          <a:p>
            <a:pPr>
              <a:defRPr sz="1200"/>
            </a:pPr>
            <a:r>
              <a:t>D:/pasar_fix/node_modules/.bun/@simplewebauthn+server@13.3.0/node_modules/@simplewebauthn/server/script/registration/verifications/tpm/parsePubArea.js</a:t>
            </a:r>
          </a:p>
          <a:p>
            <a:pPr>
              <a:defRPr sz="1200"/>
            </a:pPr>
            <a:r>
              <a:t>D:/pasar_fix/node_modules/.bun/@simplewebauthn+server@13.3.0/node_modules/@simplewebauthn/server/script/registration/verifications/tpm/verifyAttestationTPM.d.ts</a:t>
            </a:r>
          </a:p>
          <a:p>
            <a:pPr>
              <a:defRPr sz="1200"/>
            </a:pPr>
            <a:r>
              <a:t>D:/pasar_fix/node_modules/.bun/@simplewebauthn+server@13.3.0/node_modules/@simplewebauthn/server/script/registration/verifications/tpm/verifyAttestationTPM.d.ts.map</a:t>
            </a:r>
          </a:p>
          <a:p>
            <a:pPr>
              <a:defRPr sz="1200"/>
            </a:pPr>
            <a:r>
              <a:t>D:/pasar_fix/node_modules/.bun/@simplewebauthn+server@13.3.0/node_modules/@simplewebauthn/server/script/registration/verifications/tpm/verifyAttestationTPM.js</a:t>
            </a:r>
          </a:p>
          <a:p>
            <a:pPr>
              <a:defRPr sz="1200"/>
            </a:pPr>
            <a:r>
              <a:t>D:/pasar_fix/node_modules/.bun/@simplewebauthn+server@13.3.0/node_modules/@simplewebauthn/server/script/services/metadataService.d.ts</a:t>
            </a:r>
          </a:p>
          <a:p>
            <a:pPr>
              <a:defRPr sz="1200"/>
            </a:pPr>
            <a:r>
              <a:t>D:/pasar_fix/node_modules/.bun/@simplewebauthn+server@13.3.0/node_modules/@simplewebauthn/server/script/services/metadataService.d.ts.map</a:t>
            </a:r>
          </a:p>
          <a:p>
            <a:pPr>
              <a:defRPr sz="1200"/>
            </a:pPr>
            <a:r>
              <a:t>D:/pasar_fix/node_modules/.bun/@simplewebauthn+server@13.3.0/node_modules/@simplewebauthn/server/script/services/metadataService.js</a:t>
            </a:r>
          </a:p>
          <a:p>
            <a:pPr>
              <a:defRPr sz="1200"/>
            </a:pPr>
            <a:r>
              <a:t>D:/pasar_fix/node_modules/.bun/@simplewebauthn+server@13.3.0/node_modules/@simplewebauthn/server/script/services/settingsService.d.ts</a:t>
            </a:r>
          </a:p>
          <a:p>
            <a:pPr>
              <a:defRPr sz="1200"/>
            </a:pPr>
            <a:r>
              <a:t>D:/pasar_fix/node_modules/.bun/@simplewebauthn+server@13.3.0/node_modules/@simplewebauthn/server/script/services/settingsService.d.ts.map</a:t>
            </a:r>
          </a:p>
          <a:p>
            <a:pPr>
              <a:defRPr sz="1200"/>
            </a:pPr>
            <a:r>
              <a:t>D:/pasar_fix/node_modules/.bun/@simplewebauthn+server@13.3.0/node_modules/@simplewebauthn/server/script/services/settingsService.js</a:t>
            </a:r>
          </a:p>
          <a:p>
            <a:pPr>
              <a:defRPr sz="1200"/>
            </a:pPr>
            <a:r>
              <a:t>D:/pasar_fix/node_modules/.bun/@simplewebauthn+server@13.3.0/node_modules/@simplewebauthn/server/script/services/defaultRootCerts/android-key.d.ts</a:t>
            </a:r>
          </a:p>
          <a:p>
            <a:pPr>
              <a:defRPr sz="1200"/>
            </a:pPr>
            <a:r>
              <a:t>D:/pasar_fix/node_modules/.bun/@simplewebauthn+server@13.3.0/node_modules/@simplewebauthn/server/script/services/defaultRootCerts/android-key.d.ts.map</a:t>
            </a:r>
          </a:p>
          <a:p>
            <a:pPr>
              <a:defRPr sz="1200"/>
            </a:pPr>
            <a:r>
              <a:t>D:/pasar_fix/node_modules/.bun/@simplewebauthn+server@13.3.0/node_modules/@simplewebauthn/server/script/services/defaultRootCerts/android-key.js</a:t>
            </a:r>
          </a:p>
          <a:p>
            <a:pPr>
              <a:defRPr sz="1200"/>
            </a:pPr>
            <a:r>
              <a:t>D:/pasar_fix/node_modules/.bun/@simplewebauthn+server@13.3.0/node_modules/@simplewebauthn/server/script/services/defaultRootCerts/android-safetynet.d.ts</a:t>
            </a:r>
          </a:p>
          <a:p>
            <a:pPr>
              <a:defRPr sz="1200"/>
            </a:pPr>
            <a:r>
              <a:t>D:/pasar_fix/node_modules/.bun/@simplewebauthn+server@13.3.0/node_modules/@simplewebauthn/server/script/services/defaultRootCerts/android-safetynet.d.ts.map</a:t>
            </a:r>
          </a:p>
          <a:p>
            <a:pPr>
              <a:defRPr sz="1200"/>
            </a:pPr>
            <a:r>
              <a:t>D:/pasar_fix/node_modules/.bun/@simplewebauthn+server@13.3.0/node_modules/@simplewebauthn/server/script/services/defaultRootCerts/android-safetynet.js</a:t>
            </a:r>
          </a:p>
          <a:p>
            <a:pPr>
              <a:defRPr sz="1200"/>
            </a:pPr>
            <a:r>
              <a:t>D:/pasar_fix/node_modules/.bun/@simplewebauthn+server@13.3.0/node_modules/@simplewebauthn/server/script/services/defaultRootCerts/apple.d.ts</a:t>
            </a:r>
          </a:p>
          <a:p>
            <a:pPr>
              <a:defRPr sz="1200"/>
            </a:pPr>
            <a:r>
              <a:t>D:/pasar_fix/node_modules/.bun/@simplewebauthn+server@13.3.0/node_modules/@simplewebauthn/server/script/services/defaultRootCerts/apple.d.ts.map</a:t>
            </a:r>
          </a:p>
          <a:p>
            <a:pPr>
              <a:defRPr sz="1200"/>
            </a:pPr>
            <a:r>
              <a:t>D:/pasar_fix/node_modules/.bun/@simplewebauthn+server@13.3.0/node_modules/@simplewebauthn/server/script/services/defaultRootCerts/apple.js</a:t>
            </a:r>
          </a:p>
          <a:p>
            <a:pPr>
              <a:defRPr sz="1200"/>
            </a:pPr>
            <a:r>
              <a:t>D:/pasar_fix/node_modules/.bun/@simplewebauthn+server@13.3.0/node_modules/@simplewebauthn/server/script/services/defaultRootCerts/mds.d.ts</a:t>
            </a:r>
          </a:p>
          <a:p>
            <a:pPr>
              <a:defRPr sz="1200"/>
            </a:pPr>
            <a:r>
              <a:t>D:/pasar_fix/node_modules/.bun/@simplewebauthn+server@13.3.0/node_modules/@simplewebauthn/server/script/services/defaultRootCerts/mds.d.ts.map</a:t>
            </a:r>
          </a:p>
          <a:p>
            <a:pPr>
              <a:defRPr sz="1200"/>
            </a:pPr>
            <a:r>
              <a:t>D:/pasar_fix/node_modules/.bun/@simplewebauthn+server@13.3.0/node_modules/@simplewebauthn/server/script/services/defaultRootCerts/mds.js</a:t>
            </a:r>
          </a:p>
          <a:p>
            <a:pPr>
              <a:defRPr sz="1200"/>
            </a:pPr>
            <a:r>
              <a:t>D:/pasar_fix/node_modules/.bun/@simplewebauthn+server@13.3.0/node_modules/@simplewebauthn/server/script/types/dom.d.ts</a:t>
            </a:r>
          </a:p>
          <a:p>
            <a:pPr>
              <a:defRPr sz="1200"/>
            </a:pPr>
            <a:r>
              <a:t>D:/pasar_fix/node_modules/.bun/@simplewebauthn+server@13.3.0/node_modules/@simplewebauthn/server/script/types/dom.d.ts.map</a:t>
            </a:r>
          </a:p>
          <a:p>
            <a:pPr>
              <a:defRPr sz="1200"/>
            </a:pPr>
            <a:r>
              <a:t>D:/pasar_fix/node_modules/.bun/@simplewebauthn+server@13.3.0/node_modules/@simplewebauthn/server/script/types/dom.js</a:t>
            </a:r>
          </a:p>
          <a:p>
            <a:pPr>
              <a:defRPr sz="1200"/>
            </a:pPr>
            <a:r>
              <a:t>D:/pasar_fix/node_modules/.bun/@simplewebauthn+server@13.3.0/node_modules/@simplewebauthn/server/script/types/index.d.ts</a:t>
            </a:r>
          </a:p>
          <a:p>
            <a:pPr>
              <a:defRPr sz="1200"/>
            </a:pPr>
            <a:r>
              <a:t>D:/pasar_fix/node_modules/.bun/@simplewebauthn+server@13.3.0/node_modules/@simplewebauthn/server/script/types/index.d.ts.map</a:t>
            </a:r>
          </a:p>
          <a:p>
            <a:pPr>
              <a:defRPr sz="1200"/>
            </a:pPr>
            <a:r>
              <a:t>D:/pasar_fix/node_modules/.bun/@simplewebauthn+server@13.3.0/node_modules/@simplewebauthn/server/script/types/index.js</a:t>
            </a:r>
          </a:p>
          <a:p>
            <a:pPr>
              <a:defRPr sz="1200"/>
            </a:pPr>
            <a:r>
              <a:t>D:/pasar_fix/node_modules/.bun/@sinclair+typebox@0.27.10/node_modules/@sinclair/typebox/license</a:t>
            </a:r>
          </a:p>
          <a:p>
            <a:pPr>
              <a:defRPr sz="1200"/>
            </a:pPr>
            <a:r>
              <a:t>D:/pasar_fix/node_modules/.bun/@sinclair+typebox@0.27.10/node_modules/@sinclair/typebox/package.json</a:t>
            </a:r>
          </a:p>
          <a:p>
            <a:pPr>
              <a:defRPr sz="1200"/>
            </a:pPr>
            <a:r>
              <a:t>D:/pasar_fix/node_modules/.bun/@sinclair+typebox@0.27.10/node_modules/@sinclair/typebox/readme.md</a:t>
            </a:r>
          </a:p>
          <a:p>
            <a:pPr>
              <a:defRPr sz="1200"/>
            </a:pPr>
            <a:r>
              <a:t>D:/pasar_fix/node_modules/.bun/@sinclair+typebox@0.27.10/node_modules/@sinclair/typebox/typebox.d.ts</a:t>
            </a:r>
          </a:p>
          <a:p>
            <a:pPr>
              <a:defRPr sz="1200"/>
            </a:pPr>
            <a:r>
              <a:t>D:/pasar_fix/node_modules/.bun/@sinclair+typebox@0.27.10/node_modules/@sinclair/typebox/typebox.js</a:t>
            </a:r>
          </a:p>
          <a:p>
            <a:pPr>
              <a:defRPr sz="1200"/>
            </a:pPr>
            <a:r>
              <a:t>D:/pasar_fix/node_modules/.bun/@sinclair+typebox@0.27.10/node_modules/@sinclair/typebox/compiler/compiler.d.ts</a:t>
            </a:r>
          </a:p>
          <a:p>
            <a:pPr>
              <a:defRPr sz="1200"/>
            </a:pPr>
            <a:r>
              <a:t>D:/pasar_fix/node_modules/.bun/@sinclair+typebox@0.27.10/node_modules/@sinclair/typebox/compiler/compiler.js</a:t>
            </a:r>
          </a:p>
          <a:p>
            <a:pPr>
              <a:defRPr sz="1200"/>
            </a:pPr>
            <a:r>
              <a:t>D:/pasar_fix/node_modules/.bun/@sinclair+typebox@0.27.10/node_modules/@sinclair/typebox/compiler/index.d.ts</a:t>
            </a:r>
          </a:p>
          <a:p>
            <a:pPr>
              <a:defRPr sz="1200"/>
            </a:pPr>
            <a:r>
              <a:t>D:/pasar_fix/node_modules/.bun/@sinclair+typebox@0.27.10/node_modules/@sinclair/typebox/compiler/index.js</a:t>
            </a:r>
          </a:p>
          <a:p>
            <a:pPr>
              <a:defRPr sz="1200"/>
            </a:pPr>
            <a:r>
              <a:t>D:/pasar_fix/node_modules/.bun/@sinclair+typebox@0.27.10/node_modules/@sinclair/typebox/errors/errors.d.ts</a:t>
            </a:r>
          </a:p>
          <a:p>
            <a:pPr>
              <a:defRPr sz="1200"/>
            </a:pPr>
            <a:r>
              <a:t>D:/pasar_fix/node_modules/.bun/@sinclair+typebox@0.27.10/node_modules/@sinclair/typebox/errors/errors.js</a:t>
            </a:r>
          </a:p>
          <a:p>
            <a:pPr>
              <a:defRPr sz="1200"/>
            </a:pPr>
            <a:r>
              <a:t>D:/pasar_fix/node_modules/.bun/@sinclair+typebox@0.27.10/node_modules/@sinclair/typebox/errors/index.d.ts</a:t>
            </a:r>
          </a:p>
          <a:p>
            <a:pPr>
              <a:defRPr sz="1200"/>
            </a:pPr>
            <a:r>
              <a:t>D:/pasar_fix/node_modules/.bun/@sinclair+typebox@0.27.10/node_modules/@sinclair/typebox/errors/index.js</a:t>
            </a:r>
          </a:p>
          <a:p>
            <a:pPr>
              <a:defRPr sz="1200"/>
            </a:pPr>
            <a:r>
              <a:t>D:/pasar_fix/node_modules/.bun/@sinclair+typebox@0.27.10/node_modules/@sinclair/typebox/system/index.d.ts</a:t>
            </a:r>
          </a:p>
          <a:p>
            <a:pPr>
              <a:defRPr sz="1200"/>
            </a:pPr>
            <a:r>
              <a:t>D:/pasar_fix/node_modules/.bun/@sinclair+typebox@0.27.10/node_modules/@sinclair/typebox/system/index.js</a:t>
            </a:r>
          </a:p>
          <a:p>
            <a:pPr>
              <a:defRPr sz="1200"/>
            </a:pPr>
            <a:r>
              <a:t>D:/pasar_fix/node_modules/.bun/@sinclair+typebox@0.27.10/node_modules/@sinclair/typebox/system/system.d.ts</a:t>
            </a:r>
          </a:p>
          <a:p>
            <a:pPr>
              <a:defRPr sz="1200"/>
            </a:pPr>
            <a:r>
              <a:t>D:/pasar_fix/node_modules/.bun/@sinclair+typebox@0.27.10/node_modules/@sinclair/typebox/system/system.js</a:t>
            </a:r>
          </a:p>
          <a:p>
            <a:pPr>
              <a:defRPr sz="1200"/>
            </a:pPr>
            <a:r>
              <a:t>D:/pasar_fix/node_modules/.bun/@sinclair+typebox@0.27.10/node_modules/@sinclair/typebox/value/cast.d.ts</a:t>
            </a:r>
          </a:p>
          <a:p>
            <a:pPr>
              <a:defRPr sz="1200"/>
            </a:pPr>
            <a:r>
              <a:t>D:/pasar_fix/node_modules/.bun/@sinclair+typebox@0.27.10/node_modules/@sinclair/typebox/value/cast.js</a:t>
            </a:r>
          </a:p>
          <a:p>
            <a:pPr>
              <a:defRPr sz="1200"/>
            </a:pPr>
            <a:r>
              <a:t>D:/pasar_fix/node_modules/.bun/@sinclair+typebox@0.27.10/node_modules/@sinclair/typebox/value/check.d.ts</a:t>
            </a:r>
          </a:p>
          <a:p>
            <a:pPr>
              <a:defRPr sz="1200"/>
            </a:pPr>
            <a:r>
              <a:t>D:/pasar_fix/node_modules/.bun/@sinclair+typebox@0.27.10/node_modules/@sinclair/typebox/value/check.js</a:t>
            </a:r>
          </a:p>
          <a:p>
            <a:pPr>
              <a:defRPr sz="1200"/>
            </a:pPr>
            <a:r>
              <a:t>D:/pasar_fix/node_modules/.bun/@sinclair+typebox@0.27.10/node_modules/@sinclair/typebox/value/clone.d.ts</a:t>
            </a:r>
          </a:p>
          <a:p>
            <a:pPr>
              <a:defRPr sz="1200"/>
            </a:pPr>
            <a:r>
              <a:t>D:/pasar_fix/node_modules/.bun/@sinclair+typebox@0.27.10/node_modules/@sinclair/typebox/value/clone.js</a:t>
            </a:r>
          </a:p>
          <a:p>
            <a:pPr>
              <a:defRPr sz="1200"/>
            </a:pPr>
            <a:r>
              <a:t>D:/pasar_fix/node_modules/.bun/@sinclair+typebox@0.27.10/node_modules/@sinclair/typebox/value/convert.d.ts</a:t>
            </a:r>
          </a:p>
          <a:p>
            <a:pPr>
              <a:defRPr sz="1200"/>
            </a:pPr>
            <a:r>
              <a:t>D:/pasar_fix/node_modules/.bun/@sinclair+typebox@0.27.10/node_modules/@sinclair/typebox/value/convert.js</a:t>
            </a:r>
          </a:p>
          <a:p>
            <a:pPr>
              <a:defRPr sz="1200"/>
            </a:pPr>
            <a:r>
              <a:t>D:/pasar_fix/node_modules/.bun/@sinclair+typebox@0.27.10/node_modules/@sinclair/typebox/value/create.d.ts</a:t>
            </a:r>
          </a:p>
          <a:p>
            <a:pPr>
              <a:defRPr sz="1200"/>
            </a:pPr>
            <a:r>
              <a:t>D:/pasar_fix/node_modules/.bun/@sinclair+typebox@0.27.10/node_modules/@sinclair/typebox/value/create.js</a:t>
            </a:r>
          </a:p>
          <a:p>
            <a:pPr>
              <a:defRPr sz="1200"/>
            </a:pPr>
            <a:r>
              <a:t>D:/pasar_fix/node_modules/.bun/@sinclair+typebox@0.27.10/node_modules/@sinclair/typebox/value/delta.d.ts</a:t>
            </a:r>
          </a:p>
          <a:p>
            <a:pPr>
              <a:defRPr sz="1200"/>
            </a:pPr>
            <a:r>
              <a:t>D:/pasar_fix/node_modules/.bun/@sinclair+typebox@0.27.10/node_modules/@sinclair/typebox/value/delta.js</a:t>
            </a:r>
          </a:p>
          <a:p>
            <a:pPr>
              <a:defRPr sz="1200"/>
            </a:pPr>
            <a:r>
              <a:t>D:/pasar_fix/node_modules/.bun/@sinclair+typebox@0.27.10/node_modules/@sinclair/typebox/value/equal.d.ts</a:t>
            </a:r>
          </a:p>
          <a:p>
            <a:pPr>
              <a:defRPr sz="1200"/>
            </a:pPr>
            <a:r>
              <a:t>D:/pasar_fix/node_modules/.bun/@sinclair+typebox@0.27.10/node_modules/@sinclair/typebox/value/equal.js</a:t>
            </a:r>
          </a:p>
          <a:p>
            <a:pPr>
              <a:defRPr sz="1200"/>
            </a:pPr>
            <a:r>
              <a:t>D:/pasar_fix/node_modules/.bun/@sinclair+typebox@0.27.10/node_modules/@sinclair/typebox/value/hash.d.ts</a:t>
            </a:r>
          </a:p>
          <a:p>
            <a:pPr>
              <a:defRPr sz="1200"/>
            </a:pPr>
            <a:r>
              <a:t>D:/pasar_fix/node_modules/.bun/@sinclair+typebox@0.27.10/node_modules/@sinclair/typebox/value/hash.js</a:t>
            </a:r>
          </a:p>
          <a:p>
            <a:pPr>
              <a:defRPr sz="1200"/>
            </a:pPr>
            <a:r>
              <a:t>D:/pasar_fix/node_modules/.bun/@sinclair+typebox@0.27.10/node_modules/@sinclair/typebox/value/index.d.ts</a:t>
            </a:r>
          </a:p>
          <a:p>
            <a:pPr>
              <a:defRPr sz="1200"/>
            </a:pPr>
            <a:r>
              <a:t>D:/pasar_fix/node_modules/.bun/@sinclair+typebox@0.27.10/node_modules/@sinclair/typebox/value/index.js</a:t>
            </a:r>
          </a:p>
          <a:p>
            <a:pPr>
              <a:defRPr sz="1200"/>
            </a:pPr>
            <a:r>
              <a:t>D:/pasar_fix/node_modules/.bun/@sinclair+typebox@0.27.10/node_modules/@sinclair/typebox/value/is.d.ts</a:t>
            </a:r>
          </a:p>
          <a:p>
            <a:pPr>
              <a:defRPr sz="1200"/>
            </a:pPr>
            <a:r>
              <a:t>D:/pasar_fix/node_modules/.bun/@sinclair+typebox@0.27.10/node_modules/@sinclair/typebox/value/is.js</a:t>
            </a:r>
          </a:p>
          <a:p>
            <a:pPr>
              <a:defRPr sz="1200"/>
            </a:pPr>
            <a:r>
              <a:t>D:/pasar_fix/node_modules/.bun/@sinclair+typebox@0.27.10/node_modules/@sinclair/typebox/value/mutate.d.ts</a:t>
            </a:r>
          </a:p>
          <a:p>
            <a:pPr>
              <a:defRPr sz="1200"/>
            </a:pPr>
            <a:r>
              <a:t>D:/pasar_fix/node_modules/.bun/@sinclair+typebox@0.27.10/node_modules/@sinclair/typebox/value/mutate.js</a:t>
            </a:r>
          </a:p>
          <a:p>
            <a:pPr>
              <a:defRPr sz="1200"/>
            </a:pPr>
            <a:r>
              <a:t>D:/pasar_fix/node_modules/.bun/@sinclair+typebox@0.27.10/node_modules/@sinclair/typebox/value/pointer.d.ts</a:t>
            </a:r>
          </a:p>
          <a:p>
            <a:pPr>
              <a:defRPr sz="1200"/>
            </a:pPr>
            <a:r>
              <a:t>D:/pasar_fix/node_modules/.bun/@sinclair+typebox@0.27.10/node_modules/@sinclair/typebox/value/pointer.js</a:t>
            </a:r>
          </a:p>
          <a:p>
            <a:pPr>
              <a:defRPr sz="1200"/>
            </a:pPr>
            <a:r>
              <a:t>D:/pasar_fix/node_modules/.bun/@sinclair+typebox@0.27.10/node_modules/@sinclair/typebox/value/value.d.ts</a:t>
            </a:r>
          </a:p>
          <a:p>
            <a:pPr>
              <a:defRPr sz="1200"/>
            </a:pPr>
            <a:r>
              <a:t>D:/pasar_fix/node_modules/.bun/@sinclair+typebox@0.27.10/node_modules/@sinclair/typebox/value/value.js</a:t>
            </a:r>
          </a:p>
          <a:p>
            <a:pPr>
              <a:defRPr sz="1200"/>
            </a:pPr>
            <a:r>
              <a:t>D:/pasar_fix/node_modules/.bun/@sindresorhus+is@7.2.0/node_modules/@sindresorhus/is/license</a:t>
            </a:r>
          </a:p>
          <a:p>
            <a:pPr>
              <a:defRPr sz="1200"/>
            </a:pPr>
            <a:r>
              <a:t>D:/pasar_fix/node_modules/.bun/@sindresorhus+is@7.2.0/node_modules/@sindresorhus/is/package.json</a:t>
            </a:r>
          </a:p>
          <a:p>
            <a:pPr>
              <a:defRPr sz="1200"/>
            </a:pPr>
            <a:r>
              <a:t>D:/pasar_fix/node_modules/.bun/@sindresorhus+is@7.2.0/node_modules/@sindresorhus/is/readme.md</a:t>
            </a:r>
          </a:p>
          <a:p>
            <a:pPr>
              <a:defRPr sz="1200"/>
            </a:pPr>
            <a:r>
              <a:t>D:/pasar_fix/node_modules/.bun/@sindresorhus+is@7.2.0/node_modules/@sindresorhus/is/distribution/index.d.ts</a:t>
            </a:r>
          </a:p>
          <a:p>
            <a:pPr>
              <a:defRPr sz="1200"/>
            </a:pPr>
            <a:r>
              <a:t>D:/pasar_fix/node_modules/.bun/@sindresorhus+is@7.2.0/node_modules/@sindresorhus/is/distribution/index.js</a:t>
            </a:r>
          </a:p>
          <a:p>
            <a:pPr>
              <a:defRPr sz="1200"/>
            </a:pPr>
            <a:r>
              <a:t>D:/pasar_fix/node_modules/.bun/@sindresorhus+is@7.2.0/node_modules/@sindresorhus/is/distribution/types.d.ts</a:t>
            </a:r>
          </a:p>
          <a:p>
            <a:pPr>
              <a:defRPr sz="1200"/>
            </a:pPr>
            <a:r>
              <a:t>D:/pasar_fix/node_modules/.bun/@sindresorhus+is@7.2.0/node_modules/@sindresorhus/is/distribution/types.js</a:t>
            </a:r>
          </a:p>
          <a:p>
            <a:pPr>
              <a:defRPr sz="1200"/>
            </a:pPr>
            <a:r>
              <a:t>D:/pasar_fix/node_modules/.bun/@sindresorhus+is@7.2.0/node_modules/@sindresorhus/is/distribution/utilities.d.ts</a:t>
            </a:r>
          </a:p>
          <a:p>
            <a:pPr>
              <a:defRPr sz="1200"/>
            </a:pPr>
            <a:r>
              <a:t>D:/pasar_fix/node_modules/.bun/@sindresorhus+is@7.2.0/node_modules/@sindresorhus/is/distribution/utilities.js</a:t>
            </a:r>
          </a:p>
          <a:p>
            <a:pPr>
              <a:defRPr sz="1200"/>
            </a:pPr>
            <a:r>
              <a:t>D:/pasar_fix/node_modules/.bun/@sindresorhus+merge-streams@4.0.0/node_modules/@sindresorhus/merge-streams/index.d.ts</a:t>
            </a:r>
          </a:p>
          <a:p>
            <a:pPr>
              <a:defRPr sz="1200"/>
            </a:pPr>
            <a:r>
              <a:t>D:/pasar_fix/node_modules/.bun/@sindresorhus+merge-streams@4.0.0/node_modules/@sindresorhus/merge-streams/index.js</a:t>
            </a:r>
          </a:p>
          <a:p>
            <a:pPr>
              <a:defRPr sz="1200"/>
            </a:pPr>
            <a:r>
              <a:t>D:/pasar_fix/node_modules/.bun/@sindresorhus+merge-streams@4.0.0/node_modules/@sindresorhus/merge-streams/license</a:t>
            </a:r>
          </a:p>
          <a:p>
            <a:pPr>
              <a:defRPr sz="1200"/>
            </a:pPr>
            <a:r>
              <a:t>D:/pasar_fix/node_modules/.bun/@sindresorhus+merge-streams@4.0.0/node_modules/@sindresorhus/merge-streams/package.json</a:t>
            </a:r>
          </a:p>
          <a:p>
            <a:pPr>
              <a:defRPr sz="1200"/>
            </a:pPr>
            <a:r>
              <a:t>D:/pasar_fix/node_modules/.bun/@sindresorhus+merge-streams@4.0.0/node_modules/@sindresorhus/merge-streams/readme.md</a:t>
            </a:r>
          </a:p>
          <a:p>
            <a:pPr>
              <a:defRPr sz="1200"/>
            </a:pPr>
            <a:r>
              <a:t>D:/pasar_fix/node_modules/.bun/@speed-highlight+core@1.2.15/node_modules/@speed-highlight/core/LICENSE</a:t>
            </a:r>
          </a:p>
          <a:p>
            <a:pPr>
              <a:defRPr sz="1200"/>
            </a:pPr>
            <a:r>
              <a:t>D:/pasar_fix/node_modules/.bun/@speed-highlight+core@1.2.15/node_modules/@speed-highlight/core/package.json</a:t>
            </a:r>
          </a:p>
          <a:p>
            <a:pPr>
              <a:defRPr sz="1200"/>
            </a:pPr>
            <a:r>
              <a:t>D:/pasar_fix/node_modules/.bun/@speed-highlight+core@1.2.15/node_modules/@speed-highlight/core/README.md</a:t>
            </a:r>
          </a:p>
          <a:p>
            <a:pPr>
              <a:defRPr sz="1200"/>
            </a:pPr>
            <a:r>
              <a:t>D:/pasar_fix/node_modules/.bun/@speed-highlight+core@1.2.15/node_modules/@speed-highlight/core/dist/common.d.ts</a:t>
            </a:r>
          </a:p>
          <a:p>
            <a:pPr>
              <a:defRPr sz="1200"/>
            </a:pPr>
            <a:r>
              <a:t>D:/pasar_fix/node_modules/.bun/@speed-highlight+core@1.2.15/node_modules/@speed-highlight/core/dist/common.d.ts.map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D:/pasar_fix/node_modules/.bun/@speed-highlight+core@1.2.15/node_modules/@speed-highlight/core/dist/common.js</a:t>
            </a:r>
          </a:p>
          <a:p>
            <a:pPr>
              <a:defRPr sz="1200"/>
            </a:pPr>
            <a:r>
              <a:t>D:/pasar_fix/node_modules/.bun/@speed-highlight+core@1.2.15/node_modules/@speed-highlight/core/dist/detect.d.ts</a:t>
            </a:r>
          </a:p>
          <a:p>
            <a:pPr>
              <a:defRPr sz="1200"/>
            </a:pPr>
            <a:r>
              <a:t>D:/pasar_fix/node_modules/.bun/@speed-highlight+core@1.2.15/node_modules/@speed-highlight/core/dist/detect.d.ts.map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D:/pasar_fix/node_modules/.bun/@speed-highlight+core@1.2.15/node_modules/@speed-highlight/core/dist/detect.js</a:t>
            </a:r>
          </a:p>
          <a:p>
            <a:pPr>
              <a:defRPr sz="1200"/>
            </a:pPr>
            <a:r>
              <a:t>D:/pasar_fix/node_modules/.bun/@speed-highlight+core@1.2.15/node_modules/@speed-highlight/core/dist/index.d.ts</a:t>
            </a:r>
          </a:p>
          <a:p>
            <a:pPr>
              <a:defRPr sz="1200"/>
            </a:pPr>
            <a:r>
              <a:t>D:/pasar_fix/node_modules/.bun/@speed-highlight+core@1.2.15/node_modules/@speed-highlight/core/dist/index.d.ts.map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D:/pasar_fix/node_modules/.bun/@speed-highlight+core@1.2.15/node_modules/@speed-highlight/core/dist/index.js</a:t>
            </a:r>
          </a:p>
          <a:p>
            <a:pPr>
              <a:defRPr sz="1200"/>
            </a:pPr>
            <a:r>
              <a:t>D:/pasar_fix/node_modules/.bun/@speed-highlight+core@1.2.15/node_modules/@speed-highlight/core/dist/terminal.d.ts</a:t>
            </a:r>
          </a:p>
          <a:p>
            <a:pPr>
              <a:defRPr sz="1200"/>
            </a:pPr>
            <a:r>
              <a:t>D:/pasar_fix/node_modules/.bun/@speed-highlight+core@1.2.15/node_modules/@speed-highlight/core/dist/terminal.d.ts.map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D:/pasar_fix/node_modules/.bun/@speed-highlight+core@1.2.15/node_modules/@speed-highlight/core/dist/terminal.js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D:/pasar_fix/node_modules/.bun/@speed-highlight+core@1.2.15/node_modules/@speed-highlight/core/dist/languages/asm.d.ts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D:/pasar_fix/node_modules/.bun/@speed-highlight+core@1.2.15/node_modules/@speed-highlight/core/dist/languages/asm.d.ts.map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D:/pasar_fix/node_modules/.bun/@speed-highlight+core@1.2.15/node_modules/@speed-highlight/core/dist/languages/asm.js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D:/pasar_fix/node_modules/.bun/@speed-highlight+core@1.2.15/node_modules/@speed-highlight/core/dist/languages/bash.d.ts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D:/pasar_fix/node_modules/.bun/@speed-highlight+core@1.2.15/node_modules/@speed-highlight/core/dist/languages/bash.d.ts.map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D:/pasar_fix/node_modules/.bun/@speed-highlight+core@1.2.15/node_modules/@speed-highlight/core/dist/languages/bash.js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D:/pasar_fix/node_modules/.bun/@speed-highlight+core@1.2.15/node_modules/@speed-highlight/core/dist/languages/bf.d.ts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D:/pasar_fix/node_modules/.bun/@speed-highlight+core@1.2.15/node_modules/@speed-highlight/core/dist/languages/bf.d.ts.map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D:/pasar_fix/node_modules/.bun/@speed-highlight+core@1.2.15/node_modules/@speed-highlight/core/dist/languages/bf.js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D:/pasar_fix/node_modules/.bun/@speed-highlight+core@1.2.15/node_modules/@speed-highlight/core/dist/languages/c.d.ts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D:/pasar_fix/node_modules/.bun/@speed-highlight+core@1.2.15/node_modules/@speed-highlight/core/dist/languages/c.d.ts.map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D:/pasar_fix/node_modules/.bun/@speed-highlight+core@1.2.15/node_modules/@speed-highlight/core/dist/languages/c.js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D:/pasar_fix/node_modules/.bun/@speed-highlight+core@1.2.15/node_modules/@speed-highlight/core/dist/languages/css.d.ts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D:/pasar_fix/node_modules/.bun/@speed-highlight+core@1.2.15/node_modules/@speed-highlight/core/dist/languages/css.d.ts.map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D:/pasar_fix/node_modules/.bun/@speed-highlight+core@1.2.15/node_modules/@speed-highlight/core/dist/languages/css.js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D:/pasar_fix/node_modules/.bun/@speed-highlight+core@1.2.15/node_modules/@speed-highlight/core/dist/languages/csv.d.ts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D:/pasar_fix/node_modules/.bun/@speed-highlight+core@1.2.15/node_modules/@speed-highlight/core/dist/languages/csv.d.ts.map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D:/pasar_fix/node_modules/.bun/@speed-highlight+core@1.2.15/node_modules/@speed-highlight/core/dist/languages/csv.js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D:/pasar_fix/node_modules/.bun/@speed-highlight+core@1.2.15/node_modules/@speed-highlight/core/dist/languages/diff.d.ts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D:/pasar_fix/node_modules/.bun/@speed-highlight+core@1.2.15/node_modules/@speed-highlight/core/dist/languages/diff.d.ts.map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D:/pasar_fix/node_modules/.bun/@speed-highlight+core@1.2.15/node_modules/@speed-highlight/core/dist/languages/diff.js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D:/pasar_fix/node_modules/.bun/@speed-highlight+core@1.2.15/node_modules/@speed-highlight/core/dist/languages/docker.d.ts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D:/pasar_fix/node_modules/.bun/@speed-highlight+core@1.2.15/node_modules/@speed-highlight/core/dist/languages/docker.d.ts.map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D:/pasar_fix/node_modules/.bun/@speed-highlight+core@1.2.15/node_modules/@speed-highlight/core/dist/languages/docker.js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D:/pasar_fix/node_modules/.bun/@speed-highlight+core@1.2.15/node_modules/@speed-highlight/core/dist/languages/git.d.ts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D:/pasar_fix/node_modules/.bun/@speed-highlight+core@1.2.15/node_modules/@speed-highlight/core/dist/languages/git.d.ts.map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D:/pasar_fix/node_modules/.bun/@speed-highlight+core@1.2.15/node_modules/@speed-highlight/core/dist/languages/git.js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D:/pasar_fix/node_modules/.bun/@speed-highlight+core@1.2.15/node_modules/@speed-highlight/core/dist/languages/go.d.ts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D:/pasar_fix/node_modules/.bun/@speed-highlight+core@1.2.15/node_modules/@speed-highlight/core/dist/languages/go.d.ts.map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D:/pasar_fix/node_modules/.bun/@speed-highlight+core@1.2.15/node_modules/@speed-highlight/core/dist/languages/go.js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D:/pasar_fix/node_modules/.bun/@speed-highlight+core@1.2.15/node_modules/@speed-highlight/core/dist/languages/html.d.ts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D:/pasar_fix/node_modules/.bun/@speed-highlight+core@1.2.15/node_modules/@speed-highlight/core/dist/languages/html.d.ts.map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D:/pasar_fix/node_modules/.bun/@speed-highlight+core@1.2.15/node_modules/@speed-highlight/core/dist/languages/html.js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D:/pasar_fix/node_modules/.bun/@speed-highlight+core@1.2.15/node_modules/@speed-highlight/core/dist/languages/http.d.ts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D:/pasar_fix/node_modules/.bun/@speed-highlight+core@1.2.15/node_modules/@speed-highlight/core/dist/languages/http.d.ts.map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D:/pasar_fix/node_modules/.bun/@speed-highlight+core@1.2.15/node_modules/@speed-highlight/core/dist/languages/http.js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D:/pasar_fix/node_modules/.bun/@speed-highlight+core@1.2.15/node_modules/@speed-highlight/core/dist/languages/ini.d.ts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D:/pasar_fix/node_modules/.bun/@speed-highlight+core@1.2.15/node_modules/@speed-highlight/core/dist/languages/ini.d.ts.map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D:/pasar_fix/node_modules/.bun/@speed-highlight+core@1.2.15/node_modules/@speed-highlight/core/dist/languages/ini.js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D:/pasar_fix/node_modules/.bun/@speed-highlight+core@1.2.15/node_modules/@speed-highlight/core/dist/languages/java.d.ts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D:/pasar_fix/node_modules/.bun/@speed-highlight+core@1.2.15/node_modules/@speed-highlight/core/dist/languages/java.d.ts.map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D:/pasar_fix/node_modules/.bun/@speed-highlight+core@1.2.15/node_modules/@speed-highlight/core/dist/languages/java.js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D:/pasar_fix/node_modules/.bun/@speed-highlight+core@1.2.15/node_modules/@speed-highlight/core/dist/languages/js.d.ts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D:/pasar_fix/node_modules/.bun/@speed-highlight+core@1.2.15/node_modules/@speed-highlight/core/dist/languages/js.d.ts.map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D:/pasar_fix/node_modules/.bun/@speed-highlight+core@1.2.15/node_modules/@speed-highlight/core/dist/languages/js.js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D:/pasar_fix/node_modules/.bun/@speed-highlight+core@1.2.15/node_modules/@speed-highlight/core/dist/languages/jsdoc.d.ts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D:/pasar_fix/node_modules/.bun/@speed-highlight+core@1.2.15/node_modules/@speed-highlight/core/dist/languages/jsdoc.d.ts.map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D:/pasar_fix/node_modules/.bun/@speed-highlight+core@1.2.15/node_modules/@speed-highlight/core/dist/languages/jsdoc.js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D:/pasar_fix/node_modules/.bun/@speed-highlight+core@1.2.15/node_modules/@speed-highlight/core/dist/languages/json.d.ts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D:/pasar_fix/node_modules/.bun/@speed-highlight+core@1.2.15/node_modules/@speed-highlight/core/dist/languages/json.d.ts.map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D:/pasar_fix/node_modules/.bun/@speed-highlight+core@1.2.15/node_modules/@speed-highlight/core/dist/languages/json.js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D:/pasar_fix/node_modules/.bun/@speed-highlight+core@1.2.15/node_modules/@speed-highlight/core/dist/languages/js_template_literals.d.ts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D:/pasar_fix/node_modules/.bun/@speed-highlight+core@1.2.15/node_modules/@speed-highlight/core/dist/languages/js_template_literals.d.ts.map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D:/pasar_fix/node_modules/.bun/@speed-highlight+core@1.2.15/node_modules/@speed-highlight/core/dist/languages/js_template_literals.js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D:/pasar_fix/node_modules/.bun/@speed-highlight+core@1.2.15/node_modules/@speed-highlight/core/dist/languages/leanpub-md.d.ts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D:/pasar_fix/node_modules/.bun/@speed-highlight+core@1.2.15/node_modules/@speed-highlight/core/dist/languages/leanpub-md.d.ts.map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D:/pasar_fix/node_modules/.bun/@speed-highlight+core@1.2.15/node_modules/@speed-highlight/core/dist/languages/leanpub-md.js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D:/pasar_fix/node_modules/.bun/@speed-highlight+core@1.2.15/node_modules/@speed-highlight/core/dist/languages/log.d.ts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D:/pasar_fix/node_modules/.bun/@speed-highlight+core@1.2.15/node_modules/@speed-highlight/core/dist/languages/log.d.ts.map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D:/pasar_fix/node_modules/.bun/@speed-highlight+core@1.2.15/node_modules/@speed-highlight/core/dist/languages/log.js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D:/pasar_fix/node_modules/.bun/@speed-highlight+core@1.2.15/node_modules/@speed-highlight/core/dist/languages/lua.d.ts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D:/pasar_fix/node_modules/.bun/@speed-highlight+core@1.2.15/node_modules/@speed-highlight/core/dist/languages/lua.d.ts.map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D:/pasar_fix/node_modules/.bun/@speed-highlight+core@1.2.15/node_modules/@speed-highlight/core/dist/languages/lua.js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D:/pasar_fix/node_modules/.bun/@speed-highlight+core@1.2.15/node_modules/@speed-highlight/core/dist/languages/make.d.ts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D:/pasar_fix/node_modules/.bun/@speed-highlight+core@1.2.15/node_modules/@speed-highlight/core/dist/languages/make.d.ts.map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D:/pasar_fix/node_modules/.bun/@speed-highlight+core@1.2.15/node_modules/@speed-highlight/core/dist/languages/make.js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D:/pasar_fix/node_modules/.bun/@speed-highlight+core@1.2.15/node_modules/@speed-highlight/core/dist/languages/md.d.ts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D:/pasar_fix/node_modules/.bun/@speed-highlight+core@1.2.15/node_modules/@speed-highlight/core/dist/languages/md.d.ts.map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D:/pasar_fix/node_modules/.bun/@speed-highlight+core@1.2.15/node_modules/@speed-highlight/core/dist/languages/md.js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D:/pasar_fix/node_modules/.bun/@speed-highlight+core@1.2.15/node_modules/@speed-highlight/core/dist/languages/pl.d.ts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D:/pasar_fix/node_modules/.bun/@speed-highlight+core@1.2.15/node_modules/@speed-highlight/core/dist/languages/pl.d.ts.map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D:/pasar_fix/node_modules/.bun/@speed-highlight+core@1.2.15/node_modules/@speed-highlight/core/dist/languages/pl.js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D:/pasar_fix/node_modules/.bun/@speed-highlight+core@1.2.15/node_modules/@speed-highlight/core/dist/languages/plain.d.ts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D:/pasar_fix/node_modules/.bun/@speed-highlight+core@1.2.15/node_modules/@speed-highlight/core/dist/languages/plain.d.ts.map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D:/pasar_fix/node_modules/.bun/@speed-highlight+core@1.2.15/node_modules/@speed-highlight/core/dist/languages/plain.js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D:/pasar_fix/node_modules/.bun/@speed-highlight+core@1.2.15/node_modules/@speed-highlight/core/dist/languages/py.d.ts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D:/pasar_fix/node_modules/.bun/@speed-highlight+core@1.2.15/node_modules/@speed-highlight/core/dist/languages/py.d.ts.map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D:/pasar_fix/node_modules/.bun/@speed-highlight+core@1.2.15/node_modules/@speed-highlight/core/dist/languages/py.js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D:/pasar_fix/node_modules/.bun/@speed-highlight+core@1.2.15/node_modules/@speed-highlight/core/dist/languages/regex.d.ts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D:/pasar_fix/node_modules/.bun/@speed-highlight+core@1.2.15/node_modules/@speed-highlight/core/dist/languages/regex.d.ts.map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D:/pasar_fix/node_modules/.bun/@speed-highlight+core@1.2.15/node_modules/@speed-highlight/core/dist/languages/regex.js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D:/pasar_fix/node_modules/.bun/@speed-highlight+core@1.2.15/node_modules/@speed-highlight/core/dist/languages/rs.d.ts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D:/pasar_fix/node_modules/.bun/@speed-highlight+core@1.2.15/node_modules/@speed-highlight/core/dist/languages/rs.d.ts.map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D:/pasar_fix/node_modules/.bun/@speed-highlight+core@1.2.15/node_modules/@speed-highlight/core/dist/languages/rs.js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D:/pasar_fix/node_modules/.bun/@speed-highlight+core@1.2.15/node_modules/@speed-highlight/core/dist/languages/sql.d.ts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D:/pasar_fix/node_modules/.bun/@speed-highlight+core@1.2.15/node_modules/@speed-highlight/core/dist/languages/sql.d.ts.map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D:/pasar_fix/node_modules/.bun/@speed-highlight+core@1.2.15/node_modules/@speed-highlight/core/dist/languages/sql.js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D:/pasar_fix/node_modules/.bun/@speed-highlight+core@1.2.15/node_modules/@speed-highlight/core/dist/languages/todo.d.ts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D:/pasar_fix/node_modules/.bun/@speed-highlight+core@1.2.15/node_modules/@speed-highlight/core/dist/languages/todo.d.ts.map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D:/pasar_fix/node_modules/.bun/@speed-highlight+core@1.2.15/node_modules/@speed-highlight/core/dist/languages/todo.js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D:/pasar_fix/node_modules/.bun/@speed-highlight+core@1.2.15/node_modules/@speed-highlight/core/dist/languages/toml.d.ts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D:/pasar_fix/node_modules/.bun/@speed-highlight+core@1.2.15/node_modules/@speed-highlight/core/dist/languages/toml.d.ts.map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D:/pasar_fix/node_modules/.bun/@speed-highlight+core@1.2.15/node_modules/@speed-highlight/core/dist/languages/toml.js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D:/pasar_fix/node_modules/.bun/@speed-highlight+core@1.2.15/node_modules/@speed-highlight/core/dist/languages/ts.d.ts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D:/pasar_fix/node_modules/.bun/@speed-highlight+core@1.2.15/node_modules/@speed-highlight/core/dist/languages/ts.d.ts.map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D:/pasar_fix/node_modules/.bun/@speed-highlight+core@1.2.15/node_modules/@speed-highlight/core/dist/languages/ts.js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D:/pasar_fix/node_modules/.bun/@speed-highlight+core@1.2.15/node_modules/@speed-highlight/core/dist/languages/uri.d.ts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D:/pasar_fix/node_modules/.bun/@speed-highlight+core@1.2.15/node_modules/@speed-highlight/core/dist/languages/uri.d.ts.map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D:/pasar_fix/node_modules/.bun/@speed-highlight+core@1.2.15/node_modules/@speed-highlight/core/dist/languages/uri.js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D:/pasar_fix/node_modules/.bun/@speed-highlight+core@1.2.15/node_modules/@speed-highlight/core/dist/languages/xml.d.ts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D:/pasar_fix/node_modules/.bun/@speed-highlight+core@1.2.15/node_modules/@speed-highlight/core/dist/languages/xml.d.ts.map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D:/pasar_fix/node_modules/.bun/@speed-highlight+core@1.2.15/node_modules/@speed-highlight/core/dist/languages/xml.js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D:/pasar_fix/node_modules/.bun/@speed-highlight+core@1.2.15/node_modules/@speed-highlight/core/dist/languages/yaml.d.ts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D:/pasar_fix/node_modules/.bun/@speed-highlight+core@1.2.15/node_modules/@speed-highlight/core/dist/languages/yaml.d.ts.map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D:/pasar_fix/node_modules/.bun/@speed-highlight+core@1.2.15/node_modules/@speed-highlight/core/dist/languages/yaml.js</a:t>
            </a:r>
          </a:p>
          <a:p>
            <a:pPr>
              <a:defRPr sz="1200"/>
            </a:pPr>
            <a:r>
              <a:t>D:/pasar_fix/node_modules/.bun/@speed-highlight+core@1.2.15/node_modules/@speed-highlight/core/dist/node/common.d.ts</a:t>
            </a:r>
          </a:p>
          <a:p>
            <a:pPr>
              <a:defRPr sz="1200"/>
            </a:pPr>
            <a:r>
              <a:t>D:/pasar_fix/node_modules/.bun/@speed-highlight+core@1.2.15/node_modules/@speed-highlight/core/dist/node/common.d.ts.map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D:/pasar_fix/node_modules/.bun/@speed-highlight+core@1.2.15/node_modules/@speed-highlight/core/dist/node/common.js</a:t>
            </a:r>
          </a:p>
          <a:p>
            <a:pPr>
              <a:defRPr sz="1200"/>
            </a:pPr>
            <a:r>
              <a:t>D:/pasar_fix/node_modules/.bun/@speed-highlight+core@1.2.15/node_modules/@speed-highlight/core/dist/node/detect.d.ts</a:t>
            </a:r>
          </a:p>
          <a:p>
            <a:pPr>
              <a:defRPr sz="1200"/>
            </a:pPr>
            <a:r>
              <a:t>D:/pasar_fix/node_modules/.bun/@speed-highlight+core@1.2.15/node_modules/@speed-highlight/core/dist/node/detect.d.ts.map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D:/pasar_fix/node_modules/.bun/@speed-highlight+core@1.2.15/node_modules/@speed-highlight/core/dist/node/detect.js</a:t>
            </a:r>
          </a:p>
          <a:p>
            <a:pPr>
              <a:defRPr sz="1200"/>
            </a:pPr>
            <a:r>
              <a:t>D:/pasar_fix/node_modules/.bun/@speed-highlight+core@1.2.15/node_modules/@speed-highlight/core/dist/node/index.d.ts</a:t>
            </a:r>
          </a:p>
          <a:p>
            <a:pPr>
              <a:defRPr sz="1200"/>
            </a:pPr>
            <a:r>
              <a:t>D:/pasar_fix/node_modules/.bun/@speed-highlight+core@1.2.15/node_modules/@speed-highlight/core/dist/node/index.d.ts.map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D:/pasar_fix/node_modules/.bun/@speed-highlight+core@1.2.15/node_modules/@speed-highlight/core/dist/node/index.js</a:t>
            </a:r>
          </a:p>
          <a:p>
            <a:pPr>
              <a:defRPr sz="1200"/>
            </a:pPr>
            <a:r>
              <a:t>D:/pasar_fix/node_modules/.bun/@speed-highlight+core@1.2.15/node_modules/@speed-highlight/core/dist/node/package.json</a:t>
            </a:r>
          </a:p>
          <a:p>
            <a:pPr>
              <a:defRPr sz="1200"/>
            </a:pPr>
            <a:r>
              <a:t>D:/pasar_fix/node_modules/.bun/@speed-highlight+core@1.2.15/node_modules/@speed-highlight/core/dist/node/terminal.d.ts</a:t>
            </a:r>
          </a:p>
          <a:p>
            <a:pPr>
              <a:defRPr sz="1200"/>
            </a:pPr>
            <a:r>
              <a:t>D:/pasar_fix/node_modules/.bun/@speed-highlight+core@1.2.15/node_modules/@speed-highlight/core/dist/node/terminal.d.ts.map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D:/pasar_fix/node_modules/.bun/@speed-highlight+core@1.2.15/node_modules/@speed-highlight/core/dist/node/terminal.js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D:/pasar_fix/node_modules/.bun/@speed-highlight+core@1.2.15/node_modules/@speed-highlight/core/dist/node/languages/asm.d.ts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D:/pasar_fix/node_modules/.bun/@speed-highlight+core@1.2.15/node_modules/@speed-highlight/core/dist/node/languages/asm.d.ts.map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D:/pasar_fix/node_modules/.bun/@speed-highlight+core@1.2.15/node_modules/@speed-highlight/core/dist/node/languages/asm.js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D:/pasar_fix/node_modules/.bun/@speed-highlight+core@1.2.15/node_modules/@speed-highlight/core/dist/node/languages/bash.d.ts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D:/pasar_fix/node_modules/.bun/@speed-highlight+core@1.2.15/node_modules/@speed-highlight/core/dist/node/languages/bash.d.ts.map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D:/pasar_fix/node_modules/.bun/@speed-highlight+core@1.2.15/node_modules/@speed-highlight/core/dist/node/languages/bash.js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D:/pasar_fix/node_modules/.bun/@speed-highlight+core@1.2.15/node_modules/@speed-highlight/core/dist/node/languages/bf.d.ts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D:/pasar_fix/node_modules/.bun/@speed-highlight+core@1.2.15/node_modules/@speed-highlight/core/dist/node/languages/bf.d.ts.map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D:/pasar_fix/node_modules/.bun/@speed-highlight+core@1.2.15/node_modules/@speed-highlight/core/dist/node/languages/bf.js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D:/pasar_fix/node_modules/.bun/@speed-highlight+core@1.2.15/node_modules/@speed-highlight/core/dist/node/languages/c.d.ts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D:/pasar_fix/node_modules/.bun/@speed-highlight+core@1.2.15/node_modules/@speed-highlight/core/dist/node/languages/c.d.ts.map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D:/pasar_fix/node_modules/.bun/@speed-highlight+core@1.2.15/node_modules/@speed-highlight/core/dist/node/languages/c.js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D:/pasar_fix/node_modules/.bun/@speed-highlight+core@1.2.15/node_modules/@speed-highlight/core/dist/node/languages/css.d.ts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D:/pasar_fix/node_modules/.bun/@speed-highlight+core@1.2.15/node_modules/@speed-highlight/core/dist/node/languages/css.d.ts.map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D:/pasar_fix/node_modules/.bun/@speed-highlight+core@1.2.15/node_modules/@speed-highlight/core/dist/node/languages/css.js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D:/pasar_fix/node_modules/.bun/@speed-highlight+core@1.2.15/node_modules/@speed-highlight/core/dist/node/languages/csv.d.ts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D:/pasar_fix/node_modules/.bun/@speed-highlight+core@1.2.15/node_modules/@speed-highlight/core/dist/node/languages/csv.d.ts.map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D:/pasar_fix/node_modules/.bun/@speed-highlight+core@1.2.15/node_modules/@speed-highlight/core/dist/node/languages/csv.js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D:/pasar_fix/node_modules/.bun/@speed-highlight+core@1.2.15/node_modules/@speed-highlight/core/dist/node/languages/diff.d.ts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D:/pasar_fix/node_modules/.bun/@speed-highlight+core@1.2.15/node_modules/@speed-highlight/core/dist/node/languages/diff.d.ts.map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D:/pasar_fix/node_modules/.bun/@speed-highlight+core@1.2.15/node_modules/@speed-highlight/core/dist/node/languages/diff.js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D:/pasar_fix/node_modules/.bun/@speed-highlight+core@1.2.15/node_modules/@speed-highlight/core/dist/node/languages/docker.d.ts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D:/pasar_fix/node_modules/.bun/@speed-highlight+core@1.2.15/node_modules/@speed-highlight/core/dist/node/languages/docker.d.ts.map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D:/pasar_fix/node_modules/.bun/@speed-highlight+core@1.2.15/node_modules/@speed-highlight/core/dist/node/languages/docker.js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D:/pasar_fix/node_modules/.bun/@speed-highlight+core@1.2.15/node_modules/@speed-highlight/core/dist/node/languages/git.d.ts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D:/pasar_fix/node_modules/.bun/@speed-highlight+core@1.2.15/node_modules/@speed-highlight/core/dist/node/languages/git.d.ts.map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D:/pasar_fix/node_modules/.bun/@speed-highlight+core@1.2.15/node_modules/@speed-highlight/core/dist/node/languages/git.js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D:/pasar_fix/node_modules/.bun/@speed-highlight+core@1.2.15/node_modules/@speed-highlight/core/dist/node/languages/go.d.ts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D:/pasar_fix/node_modules/.bun/@speed-highlight+core@1.2.15/node_modules/@speed-highlight/core/dist/node/languages/go.d.ts.map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D:/pasar_fix/node_modules/.bun/@speed-highlight+core@1.2.15/node_modules/@speed-highlight/core/dist/node/languages/go.js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D:/pasar_fix/node_modules/.bun/@speed-highlight+core@1.2.15/node_modules/@speed-highlight/core/dist/node/languages/html.d.ts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D:/pasar_fix/node_modules/.bun/@speed-highlight+core@1.2.15/node_modules/@speed-highlight/core/dist/node/languages/html.d.ts.map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D:/pasar_fix/node_modules/.bun/@speed-highlight+core@1.2.15/node_modules/@speed-highlight/core/dist/node/languages/html.js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D:/pasar_fix/node_modules/.bun/@speed-highlight+core@1.2.15/node_modules/@speed-highlight/core/dist/node/languages/http.d.ts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D:/pasar_fix/node_modules/.bun/@speed-highlight+core@1.2.15/node_modules/@speed-highlight/core/dist/node/languages/http.d.ts.map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D:/pasar_fix/node_modules/.bun/@speed-highlight+core@1.2.15/node_modules/@speed-highlight/core/dist/node/languages/http.js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D:/pasar_fix/node_modules/.bun/@speed-highlight+core@1.2.15/node_modules/@speed-highlight/core/dist/node/languages/ini.d.ts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D:/pasar_fix/node_modules/.bun/@speed-highlight+core@1.2.15/node_modules/@speed-highlight/core/dist/node/languages/ini.d.ts.map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D:/pasar_fix/node_modules/.bun/@speed-highlight+core@1.2.15/node_modules/@speed-highlight/core/dist/node/languages/ini.js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D:/pasar_fix/node_modules/.bun/@speed-highlight+core@1.2.15/node_modules/@speed-highlight/core/dist/node/languages/java.d.ts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D:/pasar_fix/node_modules/.bun/@speed-highlight+core@1.2.15/node_modules/@speed-highlight/core/dist/node/languages/java.d.ts.map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D:/pasar_fix/node_modules/.bun/@speed-highlight+core@1.2.15/node_modules/@speed-highlight/core/dist/node/languages/java.js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D:/pasar_fix/node_modules/.bun/@speed-highlight+core@1.2.15/node_modules/@speed-highlight/core/dist/node/languages/js.d.ts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D:/pasar_fix/node_modules/.bun/@speed-highlight+core@1.2.15/node_modules/@speed-highlight/core/dist/node/languages/js.d.ts.map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D:/pasar_fix/node_modules/.bun/@speed-highlight+core@1.2.15/node_modules/@speed-highlight/core/dist/node/languages/js.js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D:/pasar_fix/node_modules/.bun/@speed-highlight+core@1.2.15/node_modules/@speed-highlight/core/dist/node/languages/jsdoc.d.ts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D:/pasar_fix/node_modules/.bun/@speed-highlight+core@1.2.15/node_modules/@speed-highlight/core/dist/node/languages/jsdoc.d.ts.map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D:/pasar_fix/node_modules/.bun/@speed-highlight+core@1.2.15/node_modules/@speed-highlight/core/dist/node/languages/jsdoc.js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D:/pasar_fix/node_modules/.bun/@speed-highlight+core@1.2.15/node_modules/@speed-highlight/core/dist/node/languages/json.d.ts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D:/pasar_fix/node_modules/.bun/@speed-highlight+core@1.2.15/node_modules/@speed-highlight/core/dist/node/languages/json.d.ts.map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D:/pasar_fix/node_modules/.bun/@speed-highlight+core@1.2.15/node_modules/@speed-highlight/core/dist/node/languages/json.js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D:/pasar_fix/node_modules/.bun/@speed-highlight+core@1.2.15/node_modules/@speed-highlight/core/dist/node/languages/js_template_literals.d.ts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D:/pasar_fix/node_modules/.bun/@speed-highlight+core@1.2.15/node_modules/@speed-highlight/core/dist/node/languages/js_template_literals.d.ts.map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D:/pasar_fix/node_modules/.bun/@speed-highlight+core@1.2.15/node_modules/@speed-highlight/core/dist/node/languages/js_template_literals.js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D:/pasar_fix/node_modules/.bun/@speed-highlight+core@1.2.15/node_modules/@speed-highlight/core/dist/node/languages/leanpub-md.d.ts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D:/pasar_fix/node_modules/.bun/@speed-highlight+core@1.2.15/node_modules/@speed-highlight/core/dist/node/languages/leanpub-md.d.ts.map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D:/pasar_fix/node_modules/.bun/@speed-highlight+core@1.2.15/node_modules/@speed-highlight/core/dist/node/languages/leanpub-md.js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D:/pasar_fix/node_modules/.bun/@speed-highlight+core@1.2.15/node_modules/@speed-highlight/core/dist/node/languages/log.d.ts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D:/pasar_fix/node_modules/.bun/@speed-highlight+core@1.2.15/node_modules/@speed-highlight/core/dist/node/languages/log.d.ts.map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D:/pasar_fix/node_modules/.bun/@speed-highlight+core@1.2.15/node_modules/@speed-highlight/core/dist/node/languages/log.js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D:/pasar_fix/node_modules/.bun/@speed-highlight+core@1.2.15/node_modules/@speed-highlight/core/dist/node/languages/lua.d.ts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D:/pasar_fix/node_modules/.bun/@speed-highlight+core@1.2.15/node_modules/@speed-highlight/core/dist/node/languages/lua.d.ts.map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D:/pasar_fix/node_modules/.bun/@speed-highlight+core@1.2.15/node_modules/@speed-highlight/core/dist/node/languages/lua.js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D:/pasar_fix/node_modules/.bun/@speed-highlight+core@1.2.15/node_modules/@speed-highlight/core/dist/node/languages/make.d.ts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D:/pasar_fix/node_modules/.bun/@speed-highlight+core@1.2.15/node_modules/@speed-highlight/core/dist/node/languages/make.d.ts.map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D:/pasar_fix/node_modules/.bun/@speed-highlight+core@1.2.15/node_modules/@speed-highlight/core/dist/node/languages/make.js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D:/pasar_fix/node_modules/.bun/@speed-highlight+core@1.2.15/node_modules/@speed-highlight/core/dist/node/languages/md.d.ts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D:/pasar_fix/node_modules/.bun/@speed-highlight+core@1.2.15/node_modules/@speed-highlight/core/dist/node/languages/md.d.ts.map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D:/pasar_fix/node_modules/.bun/@speed-highlight+core@1.2.15/node_modules/@speed-highlight/core/dist/node/languages/md.js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D:/pasar_fix/node_modules/.bun/@speed-highlight+core@1.2.15/node_modules/@speed-highlight/core/dist/node/languages/pl.d.ts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D:/pasar_fix/node_modules/.bun/@speed-highlight+core@1.2.15/node_modules/@speed-highlight/core/dist/node/languages/pl.d.ts.map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D:/pasar_fix/node_modules/.bun/@speed-highlight+core@1.2.15/node_modules/@speed-highlight/core/dist/node/languages/pl.js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D:/pasar_fix/node_modules/.bun/@speed-highlight+core@1.2.15/node_modules/@speed-highlight/core/dist/node/languages/plain.d.ts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D:/pasar_fix/node_modules/.bun/@speed-highlight+core@1.2.15/node_modules/@speed-highlight/core/dist/node/languages/plain.d.ts.map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D:/pasar_fix/node_modules/.bun/@speed-highlight+core@1.2.15/node_modules/@speed-highlight/core/dist/node/languages/plain.js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D:/pasar_fix/node_modules/.bun/@speed-highlight+core@1.2.15/node_modules/@speed-highlight/core/dist/node/languages/py.d.ts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D:/pasar_fix/node_modules/.bun/@speed-highlight+core@1.2.15/node_modules/@speed-highlight/core/dist/node/languages/py.d.ts.map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D:/pasar_fix/node_modules/.bun/@speed-highlight+core@1.2.15/node_modules/@speed-highlight/core/dist/node/languages/py.js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D:/pasar_fix/node_modules/.bun/@speed-highlight+core@1.2.15/node_modules/@speed-highlight/core/dist/node/languages/regex.d.ts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D:/pasar_fix/node_modules/.bun/@speed-highlight+core@1.2.15/node_modules/@speed-highlight/core/dist/node/languages/regex.d.ts.map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D:/pasar_fix/node_modules/.bun/@speed-highlight+core@1.2.15/node_modules/@speed-highlight/core/dist/node/languages/regex.js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D:/pasar_fix/node_modules/.bun/@speed-highlight+core@1.2.15/node_modules/@speed-highlight/core/dist/node/languages/rs.d.ts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D:/pasar_fix/node_modules/.bun/@speed-highlight+core@1.2.15/node_modules/@speed-highlight/core/dist/node/languages/rs.d.ts.map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D:/pasar_fix/node_modules/.bun/@speed-highlight+core@1.2.15/node_modules/@speed-highlight/core/dist/node/languages/rs.js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D:/pasar_fix/node_modules/.bun/@speed-highlight+core@1.2.15/node_modules/@speed-highlight/core/dist/node/languages/sql.d.ts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D:/pasar_fix/node_modules/.bun/@speed-highlight+core@1.2.15/node_modules/@speed-highlight/core/dist/node/languages/sql.d.ts.map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D:/pasar_fix/node_modules/.bun/@speed-highlight+core@1.2.15/node_modules/@speed-highlight/core/dist/node/languages/sql.js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D:/pasar_fix/node_modules/.bun/@speed-highlight+core@1.2.15/node_modules/@speed-highlight/core/dist/node/languages/todo.d.ts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D:/pasar_fix/node_modules/.bun/@speed-highlight+core@1.2.15/node_modules/@speed-highlight/core/dist/node/languages/todo.d.ts.map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D:/pasar_fix/node_modules/.bun/@speed-highlight+core@1.2.15/node_modules/@speed-highlight/core/dist/node/languages/todo.js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D:/pasar_fix/node_modules/.bun/@speed-highlight+core@1.2.15/node_modules/@speed-highlight/core/dist/node/languages/toml.d.ts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D:/pasar_fix/node_modules/.bun/@speed-highlight+core@1.2.15/node_modules/@speed-highlight/core/dist/node/languages/toml.d.ts.map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D:/pasar_fix/node_modules/.bun/@speed-highlight+core@1.2.15/node_modules/@speed-highlight/core/dist/node/languages/toml.js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D:/pasar_fix/node_modules/.bun/@speed-highlight+core@1.2.15/node_modules/@speed-highlight/core/dist/node/languages/ts.d.ts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D:/pasar_fix/node_modules/.bun/@speed-highlight+core@1.2.15/node_modules/@speed-highlight/core/dist/node/languages/ts.d.ts.map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D:/pasar_fix/node_modules/.bun/@speed-highlight+core@1.2.15/node_modules/@speed-highlight/core/dist/node/languages/ts.js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D:/pasar_fix/node_modules/.bun/@speed-highlight+core@1.2.15/node_modules/@speed-highlight/core/dist/node/languages/uri.d.ts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D:/pasar_fix/node_modules/.bun/@speed-highlight+core@1.2.15/node_modules/@speed-highlight/core/dist/node/languages/uri.d.ts.map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D:/pasar_fix/node_modules/.bun/@speed-highlight+core@1.2.15/node_modules/@speed-highlight/core/dist/node/languages/uri.js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D:/pasar_fix/node_modules/.bun/@speed-highlight+core@1.2.15/node_modules/@speed-highlight/core/dist/node/languages/xml.d.ts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D:/pasar_fix/node_modules/.bun/@speed-highlight+core@1.2.15/node_modules/@speed-highlight/core/dist/node/languages/xml.d.ts.map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D:/pasar_fix/node_modules/.bun/@speed-highlight+core@1.2.15/node_modules/@speed-highlight/core/dist/node/languages/xml.js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D:/pasar_fix/node_modules/.bun/@speed-highlight+core@1.2.15/node_modules/@speed-highlight/core/dist/node/languages/yaml.d.ts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D:/pasar_fix/node_modules/.bun/@speed-highlight+core@1.2.15/node_modules/@speed-highlight/core/dist/node/languages/yaml.d.ts.map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D:/pasar_fix/node_modules/.bun/@speed-highlight+core@1.2.15/node_modules/@speed-highlight/core/dist/node/languages/yaml.js</a:t>
            </a:r>
          </a:p>
          <a:p>
            <a:pPr>
              <a:defRPr sz="1200"/>
            </a:pPr>
            <a:r>
              <a:t>D:/pasar_fix/node_modules/.bun/@speed-highlight+core@1.2.15/node_modules/@speed-highlight/core/dist/node/themes/atom-dark.d.ts</a:t>
            </a:r>
          </a:p>
          <a:p>
            <a:pPr>
              <a:defRPr sz="1200"/>
            </a:pPr>
            <a:r>
              <a:t>D:/pasar_fix/node_modules/.bun/@speed-highlight+core@1.2.15/node_modules/@speed-highlight/core/dist/node/themes/atom-dark.d.ts.map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D:/pasar_fix/node_modules/.bun/@speed-highlight+core@1.2.15/node_modules/@speed-highlight/core/dist/node/themes/atom-dark.js</a:t>
            </a:r>
          </a:p>
          <a:p>
            <a:pPr>
              <a:defRPr sz="1200"/>
            </a:pPr>
            <a:r>
              <a:t>D:/pasar_fix/node_modules/.bun/@speed-highlight+core@1.2.15/node_modules/@speed-highlight/core/dist/node/themes/default.d.ts</a:t>
            </a:r>
          </a:p>
          <a:p>
            <a:pPr>
              <a:defRPr sz="1200"/>
            </a:pPr>
            <a:r>
              <a:t>D:/pasar_fix/node_modules/.bun/@speed-highlight+core@1.2.15/node_modules/@speed-highlight/core/dist/node/themes/default.d.ts.map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D:/pasar_fix/node_modules/.bun/@speed-highlight+core@1.2.15/node_modules/@speed-highlight/core/dist/node/themes/default.js</a:t>
            </a:r>
          </a:p>
          <a:p>
            <a:pPr>
              <a:defRPr sz="1200"/>
            </a:pPr>
            <a:r>
              <a:t>D:/pasar_fix/node_modules/.bun/@speed-highlight+core@1.2.15/node_modules/@speed-highlight/core/dist/node/themes/termcolor.d.ts</a:t>
            </a:r>
          </a:p>
          <a:p>
            <a:pPr>
              <a:defRPr sz="1200"/>
            </a:pPr>
            <a:r>
              <a:t>D:/pasar_fix/node_modules/.bun/@speed-highlight+core@1.2.15/node_modules/@speed-highlight/core/dist/node/themes/termcolor.d.ts.map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D:/pasar_fix/node_modules/.bun/@speed-highlight+core@1.2.15/node_modules/@speed-highlight/core/dist/node/themes/termcolor.js</a:t>
            </a:r>
          </a:p>
          <a:p>
            <a:pPr>
              <a:defRPr sz="1200"/>
            </a:pPr>
            <a:r>
              <a:t>D:/pasar_fix/node_modules/.bun/@speed-highlight+core@1.2.15/node_modules/@speed-highlight/core/dist/themes/atom-dark.css</a:t>
            </a:r>
          </a:p>
          <a:p>
            <a:pPr>
              <a:defRPr sz="1200"/>
            </a:pPr>
            <a:r>
              <a:t>D:/pasar_fix/node_modules/.bun/@speed-highlight+core@1.2.15/node_modules/@speed-highlight/core/dist/themes/atom-dark.d.ts</a:t>
            </a:r>
          </a:p>
          <a:p>
            <a:pPr>
              <a:defRPr sz="1200"/>
            </a:pPr>
            <a:r>
              <a:t>D:/pasar_fix/node_modules/.bun/@speed-highlight+core@1.2.15/node_modules/@speed-highlight/core/dist/themes/atom-dark.d.ts.map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D:/pasar_fix/node_modules/.bun/@speed-highlight+core@1.2.15/node_modules/@speed-highlight/core/dist/themes/atom-dark.js</a:t>
            </a:r>
          </a:p>
          <a:p>
            <a:pPr>
              <a:defRPr sz="1200"/>
            </a:pPr>
            <a:r>
              <a:t>D:/pasar_fix/node_modules/.bun/@speed-highlight+core@1.2.15/node_modules/@speed-highlight/core/dist/themes/dark.css</a:t>
            </a:r>
          </a:p>
          <a:p>
            <a:pPr>
              <a:defRPr sz="1200"/>
            </a:pPr>
            <a:r>
              <a:t>D:/pasar_fix/node_modules/.bun/@speed-highlight+core@1.2.15/node_modules/@speed-highlight/core/dist/themes/default.css</a:t>
            </a:r>
          </a:p>
          <a:p>
            <a:pPr>
              <a:defRPr sz="1200"/>
            </a:pPr>
            <a:r>
              <a:t>D:/pasar_fix/node_modules/.bun/@speed-highlight+core@1.2.15/node_modules/@speed-highlight/core/dist/themes/default.d.ts</a:t>
            </a:r>
          </a:p>
          <a:p>
            <a:pPr>
              <a:defRPr sz="1200"/>
            </a:pPr>
            <a:r>
              <a:t>D:/pasar_fix/node_modules/.bun/@speed-highlight+core@1.2.15/node_modules/@speed-highlight/core/dist/themes/default.d.ts.map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D:/pasar_fix/node_modules/.bun/@speed-highlight+core@1.2.15/node_modules/@speed-highlight/core/dist/themes/default.js</a:t>
            </a:r>
          </a:p>
          <a:p>
            <a:pPr>
              <a:defRPr sz="1200"/>
            </a:pPr>
            <a:r>
              <a:t>D:/pasar_fix/node_modules/.bun/@speed-highlight+core@1.2.15/node_modules/@speed-highlight/core/dist/themes/github-dark.css</a:t>
            </a:r>
          </a:p>
          <a:p>
            <a:pPr>
              <a:defRPr sz="1200"/>
            </a:pPr>
            <a:r>
              <a:t>D:/pasar_fix/node_modules/.bun/@speed-highlight+core@1.2.15/node_modules/@speed-highlight/core/dist/themes/github-dim.css</a:t>
            </a:r>
          </a:p>
          <a:p>
            <a:pPr>
              <a:defRPr sz="1200"/>
            </a:pPr>
            <a:r>
              <a:t>D:/pasar_fix/node_modules/.bun/@speed-highlight+core@1.2.15/node_modules/@speed-highlight/core/dist/themes/github-light.css</a:t>
            </a:r>
          </a:p>
          <a:p>
            <a:pPr>
              <a:defRPr sz="1200"/>
            </a:pPr>
            <a:r>
              <a:t>D:/pasar_fix/node_modules/.bun/@speed-highlight+core@1.2.15/node_modules/@speed-highlight/core/dist/themes/termcolor.d.ts</a:t>
            </a:r>
          </a:p>
          <a:p>
            <a:pPr>
              <a:defRPr sz="1200"/>
            </a:pPr>
            <a:r>
              <a:t>D:/pasar_fix/node_modules/.bun/@speed-highlight+core@1.2.15/node_modules/@speed-highlight/core/dist/themes/termcolor.d.ts.map</a:t>
            </a:r>
          </a:p>
          <a:p>
            <a:pPr>
              <a:defRPr sz="1200"/>
            </a:pPr>
            <a:r>
              <a:t>D:/pasar_fix/node_modules/.bun/@speed-highlight+core@1.2.15/node_modules/@speed-highlight/core/dist/themes/termcolor.js</a:t>
            </a:r>
          </a:p>
          <a:p>
            <a:pPr>
              <a:defRPr sz="1200"/>
            </a:pPr>
            <a:r>
              <a:t>D:/pasar_fix/node_modules/.bun/@speed-highlight+core@1.2.15/node_modules/@speed-highlight/core/dist/themes/visual-studio-dark.css</a:t>
            </a:r>
          </a:p>
          <a:p>
            <a:pPr>
              <a:defRPr sz="1200"/>
            </a:pPr>
            <a:r>
              <a:t>D:/pasar_fix/node_modules/.bun/@standard-schema+spec@1.1.0/node_modules/@standard-schema/spec/LICENSE</a:t>
            </a:r>
          </a:p>
          <a:p>
            <a:pPr>
              <a:defRPr sz="1200"/>
            </a:pPr>
            <a:r>
              <a:t>D:/pasar_fix/node_modules/.bun/@standard-schema+spec@1.1.0/node_modules/@standard-schema/spec/package.json</a:t>
            </a:r>
          </a:p>
          <a:p>
            <a:pPr>
              <a:defRPr sz="1200"/>
            </a:pPr>
            <a:r>
              <a:t>D:/pasar_fix/node_modules/.bun/@standard-schema+spec@1.1.0/node_modules/@standard-schema/spec/README.md</a:t>
            </a:r>
          </a:p>
          <a:p>
            <a:pPr>
              <a:defRPr sz="1200"/>
            </a:pPr>
            <a:r>
              <a:t>D:/pasar_fix/node_modules/.bun/@standard-schema+spec@1.1.0/node_modules/@standard-schema/spec/dist/index.cjs</a:t>
            </a:r>
          </a:p>
          <a:p>
            <a:pPr>
              <a:defRPr sz="1200"/>
            </a:pPr>
            <a:r>
              <a:t>D:/pasar_fix/node_modules/.bun/@standard-schema+spec@1.1.0/node_modules/@standard-schema/spec/dist/index.d.cts</a:t>
            </a:r>
          </a:p>
          <a:p>
            <a:pPr>
              <a:defRPr sz="1200"/>
            </a:pPr>
            <a:r>
              <a:t>D:/pasar_fix/node_modules/.bun/@standard-schema+spec@1.1.0/node_modules/@standard-schema/spec/dist/index.d.ts</a:t>
            </a:r>
          </a:p>
          <a:p>
            <a:pPr>
              <a:defRPr sz="1200"/>
            </a:pPr>
            <a:r>
              <a:t>D:/pasar_fix/node_modules/.bun/@standard-schema+spec@1.1.0/node_modules/@standard-schema/spec/dist/index.js</a:t>
            </a:r>
          </a:p>
          <a:p>
            <a:pPr>
              <a:defRPr sz="1200"/>
            </a:pPr>
            <a:r>
              <a:t>D:/pasar_fix/node_modules/.bun/@standard-schema+utils@0.3.0/node_modules/@standard-schema/utils/LICENSE</a:t>
            </a:r>
          </a:p>
          <a:p>
            <a:pPr>
              <a:defRPr sz="1200"/>
            </a:pPr>
            <a:r>
              <a:t>D:/pasar_fix/node_modules/.bun/@standard-schema+utils@0.3.0/node_modules/@standard-schema/utils/package.json</a:t>
            </a:r>
          </a:p>
          <a:p>
            <a:pPr>
              <a:defRPr sz="1200"/>
            </a:pPr>
            <a:r>
              <a:t>D:/pasar_fix/node_modules/.bun/@standard-schema+utils@0.3.0/node_modules/@standard-schema/utils/README.md</a:t>
            </a:r>
          </a:p>
          <a:p>
            <a:pPr>
              <a:defRPr sz="1200"/>
            </a:pPr>
            <a:r>
              <a:t>D:/pasar_fix/node_modules/.bun/@standard-schema+utils@0.3.0/node_modules/@standard-schema/utils/dist/index.cjs</a:t>
            </a:r>
          </a:p>
          <a:p>
            <a:pPr>
              <a:defRPr sz="1200"/>
            </a:pPr>
            <a:r>
              <a:t>D:/pasar_fix/node_modules/.bun/@standard-schema+utils@0.3.0/node_modules/@standard-schema/utils/dist/index.d.cts</a:t>
            </a:r>
          </a:p>
          <a:p>
            <a:pPr>
              <a:defRPr sz="1200"/>
            </a:pPr>
            <a:r>
              <a:t>D:/pasar_fix/node_modules/.bun/@standard-schema+utils@0.3.0/node_modules/@standard-schema/utils/dist/index.d.ts</a:t>
            </a:r>
          </a:p>
          <a:p>
            <a:pPr>
              <a:defRPr sz="1200"/>
            </a:pPr>
            <a:r>
              <a:t>D:/pasar_fix/node_modules/.bun/@standard-schema+utils@0.3.0/node_modules/@standard-schema/utils/dist/index.js</a:t>
            </a:r>
          </a:p>
          <a:p>
            <a:pPr>
              <a:defRPr sz="1200"/>
            </a:pPr>
            <a:r>
              <a:t>D:/pasar_fix/node_modules/.bun/@swc+helpers@0.5.23/node_modules/@swc/helpers/LICENSE</a:t>
            </a:r>
          </a:p>
          <a:p>
            <a:pPr>
              <a:defRPr sz="1200"/>
            </a:pPr>
            <a:r>
              <a:t>D:/pasar_fix/node_modules/.bun/@swc+helpers@0.5.23/node_modules/@swc/helpers/package.json</a:t>
            </a:r>
          </a:p>
          <a:p>
            <a:pPr>
              <a:defRPr sz="1200"/>
            </a:pPr>
            <a:r>
              <a:t>D:/pasar_fix/node_modules/.bun/@swc+helpers@0.5.23/node_modules/@swc/helpers/cjs/index.cjs</a:t>
            </a:r>
          </a:p>
          <a:p>
            <a:pPr>
              <a:defRPr sz="1200"/>
            </a:pPr>
            <a:r>
              <a:t>D:/pasar_fix/node_modules/.bun/@swc+helpers@0.5.23/node_modules/@swc/helpers/cjs/_apply_decorated_descriptor.cjs</a:t>
            </a:r>
          </a:p>
          <a:p>
            <a:pPr>
              <a:defRPr sz="1200"/>
            </a:pPr>
            <a:r>
              <a:t>D:/pasar_fix/node_modules/.bun/@swc+helpers@0.5.23/node_modules/@swc/helpers/cjs/_apply_decs_2203_r.cjs</a:t>
            </a:r>
          </a:p>
          <a:p>
            <a:pPr>
              <a:defRPr sz="1200"/>
            </a:pPr>
            <a:r>
              <a:t>D:/pasar_fix/node_modules/.bun/@swc+helpers@0.5.23/node_modules/@swc/helpers/cjs/_apply_decs_2311.cjs</a:t>
            </a:r>
          </a:p>
          <a:p>
            <a:pPr>
              <a:defRPr sz="1200"/>
            </a:pPr>
            <a:r>
              <a:t>D:/pasar_fix/node_modules/.bun/@swc+helpers@0.5.23/node_modules/@swc/helpers/cjs/_array_like_to_array.cjs</a:t>
            </a:r>
          </a:p>
          <a:p>
            <a:pPr>
              <a:defRPr sz="1200"/>
            </a:pPr>
            <a:r>
              <a:t>D:/pasar_fix/node_modules/.bun/@swc+helpers@0.5.23/node_modules/@swc/helpers/cjs/_array_without_holes.cjs</a:t>
            </a:r>
          </a:p>
          <a:p>
            <a:pPr>
              <a:defRPr sz="1200"/>
            </a:pPr>
            <a:r>
              <a:t>D:/pasar_fix/node_modules/.bun/@swc+helpers@0.5.23/node_modules/@swc/helpers/cjs/_array_with_holes.cjs</a:t>
            </a:r>
          </a:p>
          <a:p>
            <a:pPr>
              <a:defRPr sz="1200"/>
            </a:pPr>
            <a:r>
              <a:t>D:/pasar_fix/node_modules/.bun/@swc+helpers@0.5.23/node_modules/@swc/helpers/cjs/_assert_this_initialized.cjs</a:t>
            </a:r>
          </a:p>
          <a:p>
            <a:pPr>
              <a:defRPr sz="1200"/>
            </a:pPr>
            <a:r>
              <a:t>D:/pasar_fix/node_modules/.bun/@swc+helpers@0.5.23/node_modules/@swc/helpers/cjs/_async_generator.cjs</a:t>
            </a:r>
          </a:p>
          <a:p>
            <a:pPr>
              <a:defRPr sz="1200"/>
            </a:pPr>
            <a:r>
              <a:t>D:/pasar_fix/node_modules/.bun/@swc+helpers@0.5.23/node_modules/@swc/helpers/cjs/_async_generator_delegate.cjs</a:t>
            </a:r>
          </a:p>
          <a:p>
            <a:pPr>
              <a:defRPr sz="1200"/>
            </a:pPr>
            <a:r>
              <a:t>D:/pasar_fix/node_modules/.bun/@swc+helpers@0.5.23/node_modules/@swc/helpers/cjs/_async_iterator.cjs</a:t>
            </a:r>
          </a:p>
          <a:p>
            <a:pPr>
              <a:defRPr sz="1200"/>
            </a:pPr>
            <a:r>
              <a:t>D:/pasar_fix/node_modules/.bun/@swc+helpers@0.5.23/node_modules/@swc/helpers/cjs/_async_to_generator.cjs</a:t>
            </a:r>
          </a:p>
          <a:p>
            <a:pPr>
              <a:defRPr sz="1200"/>
            </a:pPr>
            <a:r>
              <a:t>D:/pasar_fix/node_modules/.bun/@swc+helpers@0.5.23/node_modules/@swc/helpers/cjs/_await_async_generator.cjs</a:t>
            </a:r>
          </a:p>
          <a:p>
            <a:pPr>
              <a:defRPr sz="1200"/>
            </a:pPr>
            <a:r>
              <a:t>D:/pasar_fix/node_modules/.bun/@swc+helpers@0.5.23/node_modules/@swc/helpers/cjs/_await_value.cjs</a:t>
            </a:r>
          </a:p>
          <a:p>
            <a:pPr>
              <a:defRPr sz="1200"/>
            </a:pPr>
            <a:r>
              <a:t>D:/pasar_fix/node_modules/.bun/@swc+helpers@0.5.23/node_modules/@swc/helpers/cjs/_call_super.cjs</a:t>
            </a:r>
          </a:p>
          <a:p>
            <a:pPr>
              <a:defRPr sz="1200"/>
            </a:pPr>
            <a:r>
              <a:t>D:/pasar_fix/node_modules/.bun/@swc+helpers@0.5.23/node_modules/@swc/helpers/cjs/_check_private_redeclaration.cjs</a:t>
            </a:r>
          </a:p>
          <a:p>
            <a:pPr>
              <a:defRPr sz="1200"/>
            </a:pPr>
            <a:r>
              <a:t>D:/pasar_fix/node_modules/.bun/@swc+helpers@0.5.23/node_modules/@swc/helpers/cjs/_class_apply_descriptor_destructure.cjs</a:t>
            </a:r>
          </a:p>
          <a:p>
            <a:pPr>
              <a:defRPr sz="1200"/>
            </a:pPr>
            <a:r>
              <a:t>D:/pasar_fix/node_modules/.bun/@swc+helpers@0.5.23/node_modules/@swc/helpers/cjs/_class_apply_descriptor_get.cjs</a:t>
            </a:r>
          </a:p>
          <a:p>
            <a:pPr>
              <a:defRPr sz="1200"/>
            </a:pPr>
            <a:r>
              <a:t>D:/pasar_fix/node_modules/.bun/@swc+helpers@0.5.23/node_modules/@swc/helpers/cjs/_class_apply_descriptor_set.cjs</a:t>
            </a:r>
          </a:p>
          <a:p>
            <a:pPr>
              <a:defRPr sz="1200"/>
            </a:pPr>
            <a:r>
              <a:t>D:/pasar_fix/node_modules/.bun/@swc+helpers@0.5.23/node_modules/@swc/helpers/cjs/_class_apply_descriptor_update.cjs</a:t>
            </a:r>
          </a:p>
          <a:p>
            <a:pPr>
              <a:defRPr sz="1200"/>
            </a:pPr>
            <a:r>
              <a:t>D:/pasar_fix/node_modules/.bun/@swc+helpers@0.5.23/node_modules/@swc/helpers/cjs/_class_call_check.cjs</a:t>
            </a:r>
          </a:p>
          <a:p>
            <a:pPr>
              <a:defRPr sz="1200"/>
            </a:pPr>
            <a:r>
              <a:t>D:/pasar_fix/node_modules/.bun/@swc+helpers@0.5.23/node_modules/@swc/helpers/cjs/_class_check_private_static_access.cjs</a:t>
            </a:r>
          </a:p>
          <a:p>
            <a:pPr>
              <a:defRPr sz="1200"/>
            </a:pPr>
            <a:r>
              <a:t>D:/pasar_fix/node_modules/.bun/@swc+helpers@0.5.23/node_modules/@swc/helpers/cjs/_class_check_private_static_field_descriptor.cjs</a:t>
            </a:r>
          </a:p>
          <a:p>
            <a:pPr>
              <a:defRPr sz="1200"/>
            </a:pPr>
            <a:r>
              <a:t>D:/pasar_fix/node_modules/.bun/@swc+helpers@0.5.23/node_modules/@swc/helpers/cjs/_class_extract_field_descriptor.cjs</a:t>
            </a:r>
          </a:p>
          <a:p>
            <a:pPr>
              <a:defRPr sz="1200"/>
            </a:pPr>
            <a:r>
              <a:t>D:/pasar_fix/node_modules/.bun/@swc+helpers@0.5.23/node_modules/@swc/helpers/cjs/_class_name_tdz_error.cjs</a:t>
            </a:r>
          </a:p>
          <a:p>
            <a:pPr>
              <a:defRPr sz="1200"/>
            </a:pPr>
            <a:r>
              <a:t>D:/pasar_fix/node_modules/.bun/@swc+helpers@0.5.23/node_modules/@swc/helpers/cjs/_class_private_field_destructure.cjs</a:t>
            </a:r>
          </a:p>
          <a:p>
            <a:pPr>
              <a:defRPr sz="1200"/>
            </a:pPr>
            <a:r>
              <a:t>D:/pasar_fix/node_modules/.bun/@swc+helpers@0.5.23/node_modules/@swc/helpers/cjs/_class_private_field_get.cjs</a:t>
            </a:r>
          </a:p>
          <a:p>
            <a:pPr>
              <a:defRPr sz="1200"/>
            </a:pPr>
            <a:r>
              <a:t>D:/pasar_fix/node_modules/.bun/@swc+helpers@0.5.23/node_modules/@swc/helpers/cjs/_class_private_field_init.cjs</a:t>
            </a:r>
          </a:p>
          <a:p>
            <a:pPr>
              <a:defRPr sz="1200"/>
            </a:pPr>
            <a:r>
              <a:t>D:/pasar_fix/node_modules/.bun/@swc+helpers@0.5.23/node_modules/@swc/helpers/cjs/_class_private_field_loose_base.cjs</a:t>
            </a:r>
          </a:p>
          <a:p>
            <a:pPr>
              <a:defRPr sz="1200"/>
            </a:pPr>
            <a:r>
              <a:t>D:/pasar_fix/node_modules/.bun/@swc+helpers@0.5.23/node_modules/@swc/helpers/cjs/_class_private_field_loose_key.cjs</a:t>
            </a:r>
          </a:p>
          <a:p>
            <a:pPr>
              <a:defRPr sz="1200"/>
            </a:pPr>
            <a:r>
              <a:t>D:/pasar_fix/node_modules/.bun/@swc+helpers@0.5.23/node_modules/@swc/helpers/cjs/_class_private_field_set.cjs</a:t>
            </a:r>
          </a:p>
          <a:p>
            <a:pPr>
              <a:defRPr sz="1200"/>
            </a:pPr>
            <a:r>
              <a:t>D:/pasar_fix/node_modules/.bun/@swc+helpers@0.5.23/node_modules/@swc/helpers/cjs/_class_private_field_update.cjs</a:t>
            </a:r>
          </a:p>
          <a:p>
            <a:pPr>
              <a:defRPr sz="1200"/>
            </a:pPr>
            <a:r>
              <a:t>D:/pasar_fix/node_modules/.bun/@swc+helpers@0.5.23/node_modules/@swc/helpers/cjs/_class_private_method_get.cjs</a:t>
            </a:r>
          </a:p>
          <a:p>
            <a:pPr>
              <a:defRPr sz="1200"/>
            </a:pPr>
            <a:r>
              <a:t>D:/pasar_fix/node_modules/.bun/@swc+helpers@0.5.23/node_modules/@swc/helpers/cjs/_class_private_method_init.cjs</a:t>
            </a:r>
          </a:p>
          <a:p>
            <a:pPr>
              <a:defRPr sz="1200"/>
            </a:pPr>
            <a:r>
              <a:t>D:/pasar_fix/node_modules/.bun/@swc+helpers@0.5.23/node_modules/@swc/helpers/cjs/_class_private_method_set.cjs</a:t>
            </a:r>
          </a:p>
          <a:p>
            <a:pPr>
              <a:defRPr sz="1200"/>
            </a:pPr>
            <a:r>
              <a:t>D:/pasar_fix/node_modules/.bun/@swc+helpers@0.5.23/node_modules/@swc/helpers/cjs/_class_static_private_field_destructure.cjs</a:t>
            </a:r>
          </a:p>
          <a:p>
            <a:pPr>
              <a:defRPr sz="1200"/>
            </a:pPr>
            <a:r>
              <a:t>D:/pasar_fix/node_modules/.bun/@swc+helpers@0.5.23/node_modules/@swc/helpers/cjs/_class_static_private_field_spec_get.cjs</a:t>
            </a:r>
          </a:p>
          <a:p>
            <a:pPr>
              <a:defRPr sz="1200"/>
            </a:pPr>
            <a:r>
              <a:t>D:/pasar_fix/node_modules/.bun/@swc+helpers@0.5.23/node_modules/@swc/helpers/cjs/_class_static_private_field_spec_set.cjs</a:t>
            </a:r>
          </a:p>
          <a:p>
            <a:pPr>
              <a:defRPr sz="1200"/>
            </a:pPr>
            <a:r>
              <a:t>D:/pasar_fix/node_modules/.bun/@swc+helpers@0.5.23/node_modules/@swc/helpers/cjs/_class_static_private_field_update.cjs</a:t>
            </a:r>
          </a:p>
          <a:p>
            <a:pPr>
              <a:defRPr sz="1200"/>
            </a:pPr>
            <a:r>
              <a:t>D:/pasar_fix/node_modules/.bun/@swc+helpers@0.5.23/node_modules/@swc/helpers/cjs/_class_static_private_method_get.cjs</a:t>
            </a:r>
          </a:p>
          <a:p>
            <a:pPr>
              <a:defRPr sz="1200"/>
            </a:pPr>
            <a:r>
              <a:t>D:/pasar_fix/node_modules/.bun/@swc+helpers@0.5.23/node_modules/@swc/helpers/cjs/_construct.cjs</a:t>
            </a:r>
          </a:p>
          <a:p>
            <a:pPr>
              <a:defRPr sz="1200"/>
            </a:pPr>
            <a:r>
              <a:t>D:/pasar_fix/node_modules/.bun/@swc+helpers@0.5.23/node_modules/@swc/helpers/cjs/_create_class.cjs</a:t>
            </a:r>
          </a:p>
          <a:p>
            <a:pPr>
              <a:defRPr sz="1200"/>
            </a:pPr>
            <a:r>
              <a:t>D:/pasar_fix/node_modules/.bun/@swc+helpers@0.5.23/node_modules/@swc/helpers/cjs/_create_for_of_iterator_helper_loose.cjs</a:t>
            </a:r>
          </a:p>
          <a:p>
            <a:pPr>
              <a:defRPr sz="1200"/>
            </a:pPr>
            <a:r>
              <a:t>D:/pasar_fix/node_modules/.bun/@swc+helpers@0.5.23/node_modules/@swc/helpers/cjs/_create_super.cjs</a:t>
            </a:r>
          </a:p>
          <a:p>
            <a:pPr>
              <a:defRPr sz="1200"/>
            </a:pPr>
            <a:r>
              <a:t>D:/pasar_fix/node_modules/.bun/@swc+helpers@0.5.23/node_modules/@swc/helpers/cjs/_decorate.cjs</a:t>
            </a:r>
          </a:p>
          <a:p>
            <a:pPr>
              <a:defRPr sz="1200"/>
            </a:pPr>
            <a:r>
              <a:t>D:/pasar_fix/node_modules/.bun/@swc+helpers@0.5.23/node_modules/@swc/helpers/cjs/_defaults.cjs</a:t>
            </a:r>
          </a:p>
          <a:p>
            <a:pPr>
              <a:defRPr sz="1200"/>
            </a:pPr>
            <a:r>
              <a:t>D:/pasar_fix/node_modules/.bun/@swc+helpers@0.5.23/node_modules/@swc/helpers/cjs/_define_enumerable_properties.cjs</a:t>
            </a:r>
          </a:p>
          <a:p>
            <a:pPr>
              <a:defRPr sz="1200"/>
            </a:pPr>
            <a:r>
              <a:t>D:/pasar_fix/node_modules/.bun/@swc+helpers@0.5.23/node_modules/@swc/helpers/cjs/_define_property.cjs</a:t>
            </a:r>
          </a:p>
          <a:p>
            <a:pPr>
              <a:defRPr sz="1200"/>
            </a:pPr>
            <a:r>
              <a:t>D:/pasar_fix/node_modules/.bun/@swc+helpers@0.5.23/node_modules/@swc/helpers/cjs/_dispose.cjs</a:t>
            </a:r>
          </a:p>
          <a:p>
            <a:pPr>
              <a:defRPr sz="1200"/>
            </a:pPr>
            <a:r>
              <a:t>D:/pasar_fix/node_modules/.bun/@swc+helpers@0.5.23/node_modules/@swc/helpers/cjs/_export_star.cjs</a:t>
            </a:r>
          </a:p>
          <a:p>
            <a:pPr>
              <a:defRPr sz="1200"/>
            </a:pPr>
            <a:r>
              <a:t>D:/pasar_fix/node_modules/.bun/@swc+helpers@0.5.23/node_modules/@swc/helpers/cjs/_extends.cjs</a:t>
            </a:r>
          </a:p>
          <a:p>
            <a:pPr>
              <a:defRPr sz="1200"/>
            </a:pPr>
            <a:r>
              <a:t>D:/pasar_fix/node_modules/.bun/@swc+helpers@0.5.23/node_modules/@swc/helpers/cjs/_get.cjs</a:t>
            </a:r>
          </a:p>
          <a:p>
            <a:pPr>
              <a:defRPr sz="1200"/>
            </a:pPr>
            <a:r>
              <a:t>D:/pasar_fix/node_modules/.bun/@swc+helpers@0.5.23/node_modules/@swc/helpers/cjs/_get_prototype_of.cjs</a:t>
            </a:r>
          </a:p>
          <a:p>
            <a:pPr>
              <a:defRPr sz="1200"/>
            </a:pPr>
            <a:r>
              <a:t>D:/pasar_fix/node_modules/.bun/@swc+helpers@0.5.23/node_modules/@swc/helpers/cjs/_identity.cjs</a:t>
            </a:r>
          </a:p>
          <a:p>
            <a:pPr>
              <a:defRPr sz="1200"/>
            </a:pPr>
            <a:r>
              <a:t>D:/pasar_fix/node_modules/.bun/@swc+helpers@0.5.23/node_modules/@swc/helpers/cjs/_inherits.cjs</a:t>
            </a:r>
          </a:p>
          <a:p>
            <a:pPr>
              <a:defRPr sz="1200"/>
            </a:pPr>
            <a:r>
              <a:t>D:/pasar_fix/node_modules/.bun/@swc+helpers@0.5.23/node_modules/@swc/helpers/cjs/_inherits_loose.cjs</a:t>
            </a:r>
          </a:p>
          <a:p>
            <a:pPr>
              <a:defRPr sz="1200"/>
            </a:pPr>
            <a:r>
              <a:t>D:/pasar_fix/node_modules/.bun/@swc+helpers@0.5.23/node_modules/@swc/helpers/cjs/_initializer_define_property.cjs</a:t>
            </a:r>
          </a:p>
          <a:p>
            <a:pPr>
              <a:defRPr sz="1200"/>
            </a:pPr>
            <a:r>
              <a:t>D:/pasar_fix/node_modules/.bun/@swc+helpers@0.5.23/node_modules/@swc/helpers/cjs/_initializer_warning_helper.cjs</a:t>
            </a:r>
          </a:p>
          <a:p>
            <a:pPr>
              <a:defRPr sz="1200"/>
            </a:pPr>
            <a:r>
              <a:t>D:/pasar_fix/node_modules/.bun/@swc+helpers@0.5.23/node_modules/@swc/helpers/cjs/_instanceof.cjs</a:t>
            </a:r>
          </a:p>
          <a:p>
            <a:pPr>
              <a:defRPr sz="1200"/>
            </a:pPr>
            <a:r>
              <a:t>D:/pasar_fix/node_modules/.bun/@swc+helpers@0.5.23/node_modules/@swc/helpers/cjs/_interop_require_default.cjs</a:t>
            </a:r>
          </a:p>
          <a:p>
            <a:pPr>
              <a:defRPr sz="1200"/>
            </a:pPr>
            <a:r>
              <a:t>D:/pasar_fix/node_modules/.bun/@swc+helpers@0.5.23/node_modules/@swc/helpers/cjs/_interop_require_wildcard.cjs</a:t>
            </a:r>
          </a:p>
          <a:p>
            <a:pPr>
              <a:defRPr sz="1200"/>
            </a:pPr>
            <a:r>
              <a:t>D:/pasar_fix/node_modules/.bun/@swc+helpers@0.5.23/node_modules/@swc/helpers/cjs/_is_native_function.cjs</a:t>
            </a:r>
          </a:p>
          <a:p>
            <a:pPr>
              <a:defRPr sz="1200"/>
            </a:pPr>
            <a:r>
              <a:t>D:/pasar_fix/node_modules/.bun/@swc+helpers@0.5.23/node_modules/@swc/helpers/cjs/_is_native_reflect_construct.cjs</a:t>
            </a:r>
          </a:p>
          <a:p>
            <a:pPr>
              <a:defRPr sz="1200"/>
            </a:pPr>
            <a:r>
              <a:t>D:/pasar_fix/node_modules/.bun/@swc+helpers@0.5.23/node_modules/@swc/helpers/cjs/_iterable_to_array.cjs</a:t>
            </a:r>
          </a:p>
          <a:p>
            <a:pPr>
              <a:defRPr sz="1200"/>
            </a:pPr>
            <a:r>
              <a:t>D:/pasar_fix/node_modules/.bun/@swc+helpers@0.5.23/node_modules/@swc/helpers/cjs/_iterable_to_array_limit.cjs</a:t>
            </a:r>
          </a:p>
          <a:p>
            <a:pPr>
              <a:defRPr sz="1200"/>
            </a:pPr>
            <a:r>
              <a:t>D:/pasar_fix/node_modules/.bun/@swc+helpers@0.5.23/node_modules/@swc/helpers/cjs/_iterable_to_array_limit_loose.cjs</a:t>
            </a:r>
          </a:p>
          <a:p>
            <a:pPr>
              <a:defRPr sz="1200"/>
            </a:pPr>
            <a:r>
              <a:t>D:/pasar_fix/node_modules/.bun/@swc+helpers@0.5.23/node_modules/@swc/helpers/cjs/_jsx.cjs</a:t>
            </a:r>
          </a:p>
          <a:p>
            <a:pPr>
              <a:defRPr sz="1200"/>
            </a:pPr>
            <a:r>
              <a:t>D:/pasar_fix/node_modules/.bun/@swc+helpers@0.5.23/node_modules/@swc/helpers/cjs/_new_arrow_check.cjs</a:t>
            </a:r>
          </a:p>
          <a:p>
            <a:pPr>
              <a:defRPr sz="1200"/>
            </a:pPr>
            <a:r>
              <a:t>D:/pasar_fix/node_modules/.bun/@swc+helpers@0.5.23/node_modules/@swc/helpers/cjs/_non_iterable_rest.cjs</a:t>
            </a:r>
          </a:p>
          <a:p>
            <a:pPr>
              <a:defRPr sz="1200"/>
            </a:pPr>
            <a:r>
              <a:t>D:/pasar_fix/node_modules/.bun/@swc+helpers@0.5.23/node_modules/@swc/helpers/cjs/_non_iterable_spread.cjs</a:t>
            </a:r>
          </a:p>
          <a:p>
            <a:pPr>
              <a:defRPr sz="1200"/>
            </a:pPr>
            <a:r>
              <a:t>D:/pasar_fix/node_modules/.bun/@swc+helpers@0.5.23/node_modules/@swc/helpers/cjs/_object_destructuring_empty.cjs</a:t>
            </a:r>
          </a:p>
          <a:p>
            <a:pPr>
              <a:defRPr sz="1200"/>
            </a:pPr>
            <a:r>
              <a:t>D:/pasar_fix/node_modules/.bun/@swc+helpers@0.5.23/node_modules/@swc/helpers/cjs/_object_spread.cjs</a:t>
            </a:r>
          </a:p>
          <a:p>
            <a:pPr>
              <a:defRPr sz="1200"/>
            </a:pPr>
            <a:r>
              <a:t>D:/pasar_fix/node_modules/.bun/@swc+helpers@0.5.23/node_modules/@swc/helpers/cjs/_object_spread_props.cjs</a:t>
            </a:r>
          </a:p>
          <a:p>
            <a:pPr>
              <a:defRPr sz="1200"/>
            </a:pPr>
            <a:r>
              <a:t>D:/pasar_fix/node_modules/.bun/@swc+helpers@0.5.23/node_modules/@swc/helpers/cjs/_object_without_properties.cjs</a:t>
            </a:r>
          </a:p>
          <a:p>
            <a:pPr>
              <a:defRPr sz="1200"/>
            </a:pPr>
            <a:r>
              <a:t>D:/pasar_fix/node_modules/.bun/@swc+helpers@0.5.23/node_modules/@swc/helpers/cjs/_object_without_properties_loose.cjs</a:t>
            </a:r>
          </a:p>
          <a:p>
            <a:pPr>
              <a:defRPr sz="1200"/>
            </a:pPr>
            <a:r>
              <a:t>D:/pasar_fix/node_modules/.bun/@swc+helpers@0.5.23/node_modules/@swc/helpers/cjs/_overload_yield.cjs</a:t>
            </a:r>
          </a:p>
          <a:p>
            <a:pPr>
              <a:defRPr sz="1200"/>
            </a:pPr>
            <a:r>
              <a:t>D:/pasar_fix/node_modules/.bun/@swc+helpers@0.5.23/node_modules/@swc/helpers/cjs/_possible_constructor_return.cjs</a:t>
            </a:r>
          </a:p>
          <a:p>
            <a:pPr>
              <a:defRPr sz="1200"/>
            </a:pPr>
            <a:r>
              <a:t>D:/pasar_fix/node_modules/.bun/@swc+helpers@0.5.23/node_modules/@swc/helpers/cjs/_read_only_error.cjs</a:t>
            </a:r>
          </a:p>
          <a:p>
            <a:pPr>
              <a:defRPr sz="1200"/>
            </a:pPr>
            <a:r>
              <a:t>D:/pasar_fix/node_modules/.bun/@swc+helpers@0.5.23/node_modules/@swc/helpers/cjs/_set.cjs</a:t>
            </a:r>
          </a:p>
          <a:p>
            <a:pPr>
              <a:defRPr sz="1200"/>
            </a:pPr>
            <a:r>
              <a:t>D:/pasar_fix/node_modules/.bun/@swc+helpers@0.5.23/node_modules/@swc/helpers/cjs/_set_prototype_of.cjs</a:t>
            </a:r>
          </a:p>
          <a:p>
            <a:pPr>
              <a:defRPr sz="1200"/>
            </a:pPr>
            <a:r>
              <a:t>D:/pasar_fix/node_modules/.bun/@swc+helpers@0.5.23/node_modules/@swc/helpers/cjs/_skip_first_generator_next.cjs</a:t>
            </a:r>
          </a:p>
          <a:p>
            <a:pPr>
              <a:defRPr sz="1200"/>
            </a:pPr>
            <a:r>
              <a:t>D:/pasar_fix/node_modules/.bun/@swc+helpers@0.5.23/node_modules/@swc/helpers/cjs/_sliced_to_array.cjs</a:t>
            </a:r>
          </a:p>
          <a:p>
            <a:pPr>
              <a:defRPr sz="1200"/>
            </a:pPr>
            <a:r>
              <a:t>D:/pasar_fix/node_modules/.bun/@swc+helpers@0.5.23/node_modules/@swc/helpers/cjs/_sliced_to_array_loose.cjs</a:t>
            </a:r>
          </a:p>
          <a:p>
            <a:pPr>
              <a:defRPr sz="1200"/>
            </a:pPr>
            <a:r>
              <a:t>D:/pasar_fix/node_modules/.bun/@swc+helpers@0.5.23/node_modules/@swc/helpers/cjs/_super_prop_base.cjs</a:t>
            </a:r>
          </a:p>
          <a:p>
            <a:pPr>
              <a:defRPr sz="1200"/>
            </a:pPr>
            <a:r>
              <a:t>D:/pasar_fix/node_modules/.bun/@swc+helpers@0.5.23/node_modules/@swc/helpers/cjs/_tagged_template_literal.cjs</a:t>
            </a:r>
          </a:p>
          <a:p>
            <a:pPr>
              <a:defRPr sz="1200"/>
            </a:pPr>
            <a:r>
              <a:t>D:/pasar_fix/node_modules/.bun/@swc+helpers@0.5.23/node_modules/@swc/helpers/cjs/_tagged_template_literal_loose.cjs</a:t>
            </a:r>
          </a:p>
          <a:p>
            <a:pPr>
              <a:defRPr sz="1200"/>
            </a:pPr>
            <a:r>
              <a:t>D:/pasar_fix/node_modules/.bun/@swc+helpers@0.5.23/node_modules/@swc/helpers/cjs/_throw.cjs</a:t>
            </a:r>
          </a:p>
          <a:p>
            <a:pPr>
              <a:defRPr sz="1200"/>
            </a:pPr>
            <a:r>
              <a:t>D:/pasar_fix/node_modules/.bun/@swc+helpers@0.5.23/node_modules/@swc/helpers/cjs/_to_array.cjs</a:t>
            </a:r>
          </a:p>
          <a:p>
            <a:pPr>
              <a:defRPr sz="1200"/>
            </a:pPr>
            <a:r>
              <a:t>D:/pasar_fix/node_modules/.bun/@swc+helpers@0.5.23/node_modules/@swc/helpers/cjs/_to_consumable_array.cjs</a:t>
            </a:r>
          </a:p>
          <a:p>
            <a:pPr>
              <a:defRPr sz="1200"/>
            </a:pPr>
            <a:r>
              <a:t>D:/pasar_fix/node_modules/.bun/@swc+helpers@0.5.23/node_modules/@swc/helpers/cjs/_to_primitive.cjs</a:t>
            </a:r>
          </a:p>
          <a:p>
            <a:pPr>
              <a:defRPr sz="1200"/>
            </a:pPr>
            <a:r>
              <a:t>D:/pasar_fix/node_modules/.bun/@swc+helpers@0.5.23/node_modules/@swc/helpers/cjs/_to_property_key.cjs</a:t>
            </a:r>
          </a:p>
          <a:p>
            <a:pPr>
              <a:defRPr sz="1200"/>
            </a:pPr>
            <a:r>
              <a:t>D:/pasar_fix/node_modules/.bun/@swc+helpers@0.5.23/node_modules/@swc/helpers/cjs/_ts_add_disposable_resource.cjs</a:t>
            </a:r>
          </a:p>
          <a:p>
            <a:pPr>
              <a:defRPr sz="1200"/>
            </a:pPr>
            <a:r>
              <a:t>D:/pasar_fix/node_modules/.bun/@swc+helpers@0.5.23/node_modules/@swc/helpers/cjs/_ts_decorate.cjs</a:t>
            </a:r>
          </a:p>
          <a:p>
            <a:pPr>
              <a:defRPr sz="1200"/>
            </a:pPr>
            <a:r>
              <a:t>D:/pasar_fix/node_modules/.bun/@swc+helpers@0.5.23/node_modules/@swc/helpers/cjs/_ts_dispose_resources.cjs</a:t>
            </a:r>
          </a:p>
          <a:p>
            <a:pPr>
              <a:defRPr sz="1200"/>
            </a:pPr>
            <a:r>
              <a:t>D:/pasar_fix/node_modules/.bun/@swc+helpers@0.5.23/node_modules/@swc/helpers/cjs/_ts_generator.cjs</a:t>
            </a:r>
          </a:p>
          <a:p>
            <a:pPr>
              <a:defRPr sz="1200"/>
            </a:pPr>
            <a:r>
              <a:t>D:/pasar_fix/node_modules/.bun/@swc+helpers@0.5.23/node_modules/@swc/helpers/cjs/_ts_metadata.cjs</a:t>
            </a:r>
          </a:p>
          <a:p>
            <a:pPr>
              <a:defRPr sz="1200"/>
            </a:pPr>
            <a:r>
              <a:t>D:/pasar_fix/node_modules/.bun/@swc+helpers@0.5.23/node_modules/@swc/helpers/cjs/_ts_param.cjs</a:t>
            </a:r>
          </a:p>
          <a:p>
            <a:pPr>
              <a:defRPr sz="1200"/>
            </a:pPr>
            <a:r>
              <a:t>D:/pasar_fix/node_modules/.bun/@swc+helpers@0.5.23/node_modules/@swc/helpers/cjs/_ts_rewrite_relative_import_extension.cjs</a:t>
            </a:r>
          </a:p>
          <a:p>
            <a:pPr>
              <a:defRPr sz="1200"/>
            </a:pPr>
            <a:r>
              <a:t>D:/pasar_fix/node_modules/.bun/@swc+helpers@0.5.23/node_modules/@swc/helpers/cjs/_ts_values.cjs</a:t>
            </a:r>
          </a:p>
          <a:p>
            <a:pPr>
              <a:defRPr sz="1200"/>
            </a:pPr>
            <a:r>
              <a:t>D:/pasar_fix/node_modules/.bun/@swc+helpers@0.5.23/node_modules/@swc/helpers/cjs/_type_of.cjs</a:t>
            </a:r>
          </a:p>
          <a:p>
            <a:pPr>
              <a:defRPr sz="1200"/>
            </a:pPr>
            <a:r>
              <a:t>D:/pasar_fix/node_modules/.bun/@swc+helpers@0.5.23/node_modules/@swc/helpers/cjs/_unsupported_iterable_to_array.cjs</a:t>
            </a:r>
          </a:p>
          <a:p>
            <a:pPr>
              <a:defRPr sz="1200"/>
            </a:pPr>
            <a:r>
              <a:t>D:/pasar_fix/node_modules/.bun/@swc+helpers@0.5.23/node_modules/@swc/helpers/cjs/_update.cjs</a:t>
            </a:r>
          </a:p>
          <a:p>
            <a:pPr>
              <a:defRPr sz="1200"/>
            </a:pPr>
            <a:r>
              <a:t>D:/pasar_fix/node_modules/.bun/@swc+helpers@0.5.23/node_modules/@swc/helpers/cjs/_using.cjs</a:t>
            </a:r>
          </a:p>
          <a:p>
            <a:pPr>
              <a:defRPr sz="1200"/>
            </a:pPr>
            <a:r>
              <a:t>D:/pasar_fix/node_modules/.bun/@swc+helpers@0.5.23/node_modules/@swc/helpers/cjs/_using_ctx.cjs</a:t>
            </a:r>
          </a:p>
          <a:p>
            <a:pPr>
              <a:defRPr sz="1200"/>
            </a:pPr>
            <a:r>
              <a:t>D:/pasar_fix/node_modules/.bun/@swc+helpers@0.5.23/node_modules/@swc/helpers/cjs/_wrap_async_generator.cjs</a:t>
            </a:r>
          </a:p>
          <a:p>
            <a:pPr>
              <a:defRPr sz="1200"/>
            </a:pPr>
            <a:r>
              <a:t>D:/pasar_fix/node_modules/.bun/@swc+helpers@0.5.23/node_modules/@swc/helpers/cjs/_wrap_native_super.cjs</a:t>
            </a:r>
          </a:p>
          <a:p>
            <a:pPr>
              <a:defRPr sz="1200"/>
            </a:pPr>
            <a:r>
              <a:t>D:/pasar_fix/node_modules/.bun/@swc+helpers@0.5.23/node_modules/@swc/helpers/cjs/_wrap_reg_exp.cjs</a:t>
            </a:r>
          </a:p>
          <a:p>
            <a:pPr>
              <a:defRPr sz="1200"/>
            </a:pPr>
            <a:r>
              <a:t>D:/pasar_fix/node_modules/.bun/@swc+helpers@0.5.23/node_modules/@swc/helpers/cjs/_write_only_error.cjs</a:t>
            </a:r>
          </a:p>
          <a:p>
            <a:pPr>
              <a:defRPr sz="1200"/>
            </a:pPr>
            <a:r>
              <a:t>D:/pasar_fix/node_modules/.bun/@swc+helpers@0.5.23/node_modules/@swc/helpers/esm/index.js</a:t>
            </a:r>
          </a:p>
          <a:p>
            <a:pPr>
              <a:defRPr sz="1200"/>
            </a:pPr>
            <a:r>
              <a:t>D:/pasar_fix/node_modules/.bun/@swc+helpers@0.5.23/node_modules/@swc/helpers/esm/_apply_decorated_descriptor.js</a:t>
            </a:r>
          </a:p>
          <a:p>
            <a:pPr>
              <a:defRPr sz="1200"/>
            </a:pPr>
            <a:r>
              <a:t>D:/pasar_fix/node_modules/.bun/@swc+helpers@0.5.23/node_modules/@swc/helpers/esm/_apply_decs_2203_r.js</a:t>
            </a:r>
          </a:p>
          <a:p>
            <a:pPr>
              <a:defRPr sz="1200"/>
            </a:pPr>
            <a:r>
              <a:t>D:/pasar_fix/node_modules/.bun/@swc+helpers@0.5.23/node_modules/@swc/helpers/esm/_apply_decs_2311.js</a:t>
            </a:r>
          </a:p>
          <a:p>
            <a:pPr>
              <a:defRPr sz="1200"/>
            </a:pPr>
            <a:r>
              <a:t>D:/pasar_fix/node_modules/.bun/@swc+helpers@0.5.23/node_modules/@swc/helpers/esm/_array_like_to_array.js</a:t>
            </a:r>
          </a:p>
          <a:p>
            <a:pPr>
              <a:defRPr sz="1200"/>
            </a:pPr>
            <a:r>
              <a:t>D:/pasar_fix/node_modules/.bun/@swc+helpers@0.5.23/node_modules/@swc/helpers/esm/_array_without_holes.js</a:t>
            </a:r>
          </a:p>
          <a:p>
            <a:pPr>
              <a:defRPr sz="1200"/>
            </a:pPr>
            <a:r>
              <a:t>D:/pasar_fix/node_modules/.bun/@swc+helpers@0.5.23/node_modules/@swc/helpers/esm/_array_with_holes.js</a:t>
            </a:r>
          </a:p>
          <a:p>
            <a:pPr>
              <a:defRPr sz="1200"/>
            </a:pPr>
            <a:r>
              <a:t>D:/pasar_fix/node_modules/.bun/@swc+helpers@0.5.23/node_modules/@swc/helpers/esm/_assert_this_initialized.js</a:t>
            </a:r>
          </a:p>
          <a:p>
            <a:pPr>
              <a:defRPr sz="1200"/>
            </a:pPr>
            <a:r>
              <a:t>D:/pasar_fix/node_modules/.bun/@swc+helpers@0.5.23/node_modules/@swc/helpers/esm/_async_generator.js</a:t>
            </a:r>
          </a:p>
          <a:p>
            <a:pPr>
              <a:defRPr sz="1200"/>
            </a:pPr>
            <a:r>
              <a:t>D:/pasar_fix/node_modules/.bun/@swc+helpers@0.5.23/node_modules/@swc/helpers/esm/_async_generator_delegate.js</a:t>
            </a:r>
          </a:p>
          <a:p>
            <a:pPr>
              <a:defRPr sz="1200"/>
            </a:pPr>
            <a:r>
              <a:t>D:/pasar_fix/node_modules/.bun/@swc+helpers@0.5.23/node_modules/@swc/helpers/esm/_async_iterator.js</a:t>
            </a:r>
          </a:p>
          <a:p>
            <a:pPr>
              <a:defRPr sz="1200"/>
            </a:pPr>
            <a:r>
              <a:t>D:/pasar_fix/node_modules/.bun/@swc+helpers@0.5.23/node_modules/@swc/helpers/esm/_async_to_generator.js</a:t>
            </a:r>
          </a:p>
          <a:p>
            <a:pPr>
              <a:defRPr sz="1200"/>
            </a:pPr>
            <a:r>
              <a:t>D:/pasar_fix/node_modules/.bun/@swc+helpers@0.5.23/node_modules/@swc/helpers/esm/_await_async_generator.js</a:t>
            </a:r>
          </a:p>
          <a:p>
            <a:pPr>
              <a:defRPr sz="1200"/>
            </a:pPr>
            <a:r>
              <a:t>D:/pasar_fix/node_modules/.bun/@swc+helpers@0.5.23/node_modules/@swc/helpers/esm/_await_value.js</a:t>
            </a:r>
          </a:p>
          <a:p>
            <a:pPr>
              <a:defRPr sz="1200"/>
            </a:pPr>
            <a:r>
              <a:t>D:/pasar_fix/node_modules/.bun/@swc+helpers@0.5.23/node_modules/@swc/helpers/esm/_call_super.js</a:t>
            </a:r>
          </a:p>
          <a:p>
            <a:pPr>
              <a:defRPr sz="1200"/>
            </a:pPr>
            <a:r>
              <a:t>D:/pasar_fix/node_modules/.bun/@swc+helpers@0.5.23/node_modules/@swc/helpers/esm/_check_private_redeclaration.js</a:t>
            </a:r>
          </a:p>
          <a:p>
            <a:pPr>
              <a:defRPr sz="1200"/>
            </a:pPr>
            <a:r>
              <a:t>D:/pasar_fix/node_modules/.bun/@swc+helpers@0.5.23/node_modules/@swc/helpers/esm/_class_apply_descriptor_destructure.js</a:t>
            </a:r>
          </a:p>
          <a:p>
            <a:pPr>
              <a:defRPr sz="1200"/>
            </a:pPr>
            <a:r>
              <a:t>D:/pasar_fix/node_modules/.bun/@swc+helpers@0.5.23/node_modules/@swc/helpers/esm/_class_apply_descriptor_get.js</a:t>
            </a:r>
          </a:p>
          <a:p>
            <a:pPr>
              <a:defRPr sz="1200"/>
            </a:pPr>
            <a:r>
              <a:t>D:/pasar_fix/node_modules/.bun/@swc+helpers@0.5.23/node_modules/@swc/helpers/esm/_class_apply_descriptor_set.js</a:t>
            </a:r>
          </a:p>
          <a:p>
            <a:pPr>
              <a:defRPr sz="1200"/>
            </a:pPr>
            <a:r>
              <a:t>D:/pasar_fix/node_modules/.bun/@swc+helpers@0.5.23/node_modules/@swc/helpers/esm/_class_apply_descriptor_update.js</a:t>
            </a:r>
          </a:p>
          <a:p>
            <a:pPr>
              <a:defRPr sz="1200"/>
            </a:pPr>
            <a:r>
              <a:t>D:/pasar_fix/node_modules/.bun/@swc+helpers@0.5.23/node_modules/@swc/helpers/esm/_class_call_check.js</a:t>
            </a:r>
          </a:p>
          <a:p>
            <a:pPr>
              <a:defRPr sz="1200"/>
            </a:pPr>
            <a:r>
              <a:t>D:/pasar_fix/node_modules/.bun/@swc+helpers@0.5.23/node_modules/@swc/helpers/esm/_class_check_private_static_access.js</a:t>
            </a:r>
          </a:p>
          <a:p>
            <a:pPr>
              <a:defRPr sz="1200"/>
            </a:pPr>
            <a:r>
              <a:t>D:/pasar_fix/node_modules/.bun/@swc+helpers@0.5.23/node_modules/@swc/helpers/esm/_class_check_private_static_field_descriptor.js</a:t>
            </a:r>
          </a:p>
          <a:p>
            <a:pPr>
              <a:defRPr sz="1200"/>
            </a:pPr>
            <a:r>
              <a:t>D:/pasar_fix/node_modules/.bun/@swc+helpers@0.5.23/node_modules/@swc/helpers/esm/_class_extract_field_descriptor.js</a:t>
            </a:r>
          </a:p>
          <a:p>
            <a:pPr>
              <a:defRPr sz="1200"/>
            </a:pPr>
            <a:r>
              <a:t>D:/pasar_fix/node_modules/.bun/@swc+helpers@0.5.23/node_modules/@swc/helpers/esm/_class_name_tdz_error.js</a:t>
            </a:r>
          </a:p>
          <a:p>
            <a:pPr>
              <a:defRPr sz="1200"/>
            </a:pPr>
            <a:r>
              <a:t>D:/pasar_fix/node_modules/.bun/@swc+helpers@0.5.23/node_modules/@swc/helpers/esm/_class_private_field_destructure.js</a:t>
            </a:r>
          </a:p>
          <a:p>
            <a:pPr>
              <a:defRPr sz="1200"/>
            </a:pPr>
            <a:r>
              <a:t>D:/pasar_fix/node_modules/.bun/@swc+helpers@0.5.23/node_modules/@swc/helpers/esm/_class_private_field_get.js</a:t>
            </a:r>
          </a:p>
          <a:p>
            <a:pPr>
              <a:defRPr sz="1200"/>
            </a:pPr>
            <a:r>
              <a:t>D:/pasar_fix/node_modules/.bun/@swc+helpers@0.5.23/node_modules/@swc/helpers/esm/_class_private_field_init.js</a:t>
            </a:r>
          </a:p>
          <a:p>
            <a:pPr>
              <a:defRPr sz="1200"/>
            </a:pPr>
            <a:r>
              <a:t>D:/pasar_fix/node_modules/.bun/@swc+helpers@0.5.23/node_modules/@swc/helpers/esm/_class_private_field_loose_base.js</a:t>
            </a:r>
          </a:p>
          <a:p>
            <a:pPr>
              <a:defRPr sz="1200"/>
            </a:pPr>
            <a:r>
              <a:t>D:/pasar_fix/node_modules/.bun/@swc+helpers@0.5.23/node_modules/@swc/helpers/esm/_class_private_field_loose_key.js</a:t>
            </a:r>
          </a:p>
          <a:p>
            <a:pPr>
              <a:defRPr sz="1200"/>
            </a:pPr>
            <a:r>
              <a:t>D:/pasar_fix/node_modules/.bun/@swc+helpers@0.5.23/node_modules/@swc/helpers/esm/_class_private_field_set.js</a:t>
            </a:r>
          </a:p>
          <a:p>
            <a:pPr>
              <a:defRPr sz="1200"/>
            </a:pPr>
            <a:r>
              <a:t>D:/pasar_fix/node_modules/.bun/@swc+helpers@0.5.23/node_modules/@swc/helpers/esm/_class_private_field_update.js</a:t>
            </a:r>
          </a:p>
          <a:p>
            <a:pPr>
              <a:defRPr sz="1200"/>
            </a:pPr>
            <a:r>
              <a:t>D:/pasar_fix/node_modules/.bun/@swc+helpers@0.5.23/node_modules/@swc/helpers/esm/_class_private_method_get.js</a:t>
            </a:r>
          </a:p>
          <a:p>
            <a:pPr>
              <a:defRPr sz="1200"/>
            </a:pPr>
            <a:r>
              <a:t>D:/pasar_fix/node_modules/.bun/@swc+helpers@0.5.23/node_modules/@swc/helpers/esm/_class_private_method_init.js</a:t>
            </a:r>
          </a:p>
          <a:p>
            <a:pPr>
              <a:defRPr sz="1200"/>
            </a:pPr>
            <a:r>
              <a:t>D:/pasar_fix/node_modules/.bun/@swc+helpers@0.5.23/node_modules/@swc/helpers/esm/_class_private_method_set.js</a:t>
            </a:r>
          </a:p>
          <a:p>
            <a:pPr>
              <a:defRPr sz="1200"/>
            </a:pPr>
            <a:r>
              <a:t>D:/pasar_fix/node_modules/.bun/@swc+helpers@0.5.23/node_modules/@swc/helpers/esm/_class_static_private_field_destructure.js</a:t>
            </a:r>
          </a:p>
          <a:p>
            <a:pPr>
              <a:defRPr sz="1200"/>
            </a:pPr>
            <a:r>
              <a:t>D:/pasar_fix/node_modules/.bun/@swc+helpers@0.5.23/node_modules/@swc/helpers/esm/_class_static_private_field_spec_get.js</a:t>
            </a:r>
          </a:p>
          <a:p>
            <a:pPr>
              <a:defRPr sz="1200"/>
            </a:pPr>
            <a:r>
              <a:t>D:/pasar_fix/node_modules/.bun/@swc+helpers@0.5.23/node_modules/@swc/helpers/esm/_class_static_private_field_spec_set.js</a:t>
            </a:r>
          </a:p>
          <a:p>
            <a:pPr>
              <a:defRPr sz="1200"/>
            </a:pPr>
            <a:r>
              <a:t>D:/pasar_fix/node_modules/.bun/@swc+helpers@0.5.23/node_modules/@swc/helpers/esm/_class_static_private_field_update.js</a:t>
            </a:r>
          </a:p>
          <a:p>
            <a:pPr>
              <a:defRPr sz="1200"/>
            </a:pPr>
            <a:r>
              <a:t>D:/pasar_fix/node_modules/.bun/@swc+helpers@0.5.23/node_modules/@swc/helpers/esm/_class_static_private_method_get.js</a:t>
            </a:r>
          </a:p>
          <a:p>
            <a:pPr>
              <a:defRPr sz="1200"/>
            </a:pPr>
            <a:r>
              <a:t>D:/pasar_fix/node_modules/.bun/@swc+helpers@0.5.23/node_modules/@swc/helpers/esm/_construct.js</a:t>
            </a:r>
          </a:p>
          <a:p>
            <a:pPr>
              <a:defRPr sz="1200"/>
            </a:pPr>
            <a:r>
              <a:t>D:/pasar_fix/node_modules/.bun/@swc+helpers@0.5.23/node_modules/@swc/helpers/esm/_create_class.js</a:t>
            </a:r>
          </a:p>
          <a:p>
            <a:pPr>
              <a:defRPr sz="1200"/>
            </a:pPr>
            <a:r>
              <a:t>D:/pasar_fix/node_modules/.bun/@swc+helpers@0.5.23/node_modules/@swc/helpers/esm/_create_for_of_iterator_helper_loose.js</a:t>
            </a:r>
          </a:p>
          <a:p>
            <a:pPr>
              <a:defRPr sz="1200"/>
            </a:pPr>
            <a:r>
              <a:t>D:/pasar_fix/node_modules/.bun/@swc+helpers@0.5.23/node_modules/@swc/helpers/esm/_create_super.js</a:t>
            </a:r>
          </a:p>
          <a:p>
            <a:pPr>
              <a:defRPr sz="1200"/>
            </a:pPr>
            <a:r>
              <a:t>D:/pasar_fix/node_modules/.bun/@swc+helpers@0.5.23/node_modules/@swc/helpers/esm/_decorate.js</a:t>
            </a:r>
          </a:p>
          <a:p>
            <a:pPr>
              <a:defRPr sz="1200"/>
            </a:pPr>
            <a:r>
              <a:t>D:/pasar_fix/node_modules/.bun/@swc+helpers@0.5.23/node_modules/@swc/helpers/esm/_defaults.js</a:t>
            </a:r>
          </a:p>
          <a:p>
            <a:pPr>
              <a:defRPr sz="1200"/>
            </a:pPr>
            <a:r>
              <a:t>D:/pasar_fix/node_modules/.bun/@swc+helpers@0.5.23/node_modules/@swc/helpers/esm/_define_enumerable_properties.js</a:t>
            </a:r>
          </a:p>
          <a:p>
            <a:pPr>
              <a:defRPr sz="1200"/>
            </a:pPr>
            <a:r>
              <a:t>D:/pasar_fix/node_modules/.bun/@swc+helpers@0.5.23/node_modules/@swc/helpers/esm/_define_property.js</a:t>
            </a:r>
          </a:p>
          <a:p>
            <a:pPr>
              <a:defRPr sz="1200"/>
            </a:pPr>
            <a:r>
              <a:t>D:/pasar_fix/node_modules/.bun/@swc+helpers@0.5.23/node_modules/@swc/helpers/esm/_dispose.js</a:t>
            </a:r>
          </a:p>
          <a:p>
            <a:pPr>
              <a:defRPr sz="1200"/>
            </a:pPr>
            <a:r>
              <a:t>D:/pasar_fix/node_modules/.bun/@swc+helpers@0.5.23/node_modules/@swc/helpers/esm/_export_star.js</a:t>
            </a:r>
          </a:p>
          <a:p>
            <a:pPr>
              <a:defRPr sz="1200"/>
            </a:pPr>
            <a:r>
              <a:t>D:/pasar_fix/node_modules/.bun/@swc+helpers@0.5.23/node_modules/@swc/helpers/esm/_extends.js</a:t>
            </a:r>
          </a:p>
          <a:p>
            <a:pPr>
              <a:defRPr sz="1200"/>
            </a:pPr>
            <a:r>
              <a:t>D:/pasar_fix/node_modules/.bun/@swc+helpers@0.5.23/node_modules/@swc/helpers/esm/_get.js</a:t>
            </a:r>
          </a:p>
          <a:p>
            <a:pPr>
              <a:defRPr sz="1200"/>
            </a:pPr>
            <a:r>
              <a:t>D:/pasar_fix/node_modules/.bun/@swc+helpers@0.5.23/node_modules/@swc/helpers/esm/_get_prototype_of.js</a:t>
            </a:r>
          </a:p>
          <a:p>
            <a:pPr>
              <a:defRPr sz="1200"/>
            </a:pPr>
            <a:r>
              <a:t>D:/pasar_fix/node_modules/.bun/@swc+helpers@0.5.23/node_modules/@swc/helpers/esm/_identity.js</a:t>
            </a:r>
          </a:p>
          <a:p>
            <a:pPr>
              <a:defRPr sz="1200"/>
            </a:pPr>
            <a:r>
              <a:t>D:/pasar_fix/node_modules/.bun/@swc+helpers@0.5.23/node_modules/@swc/helpers/esm/_inherits.js</a:t>
            </a:r>
          </a:p>
          <a:p>
            <a:pPr>
              <a:defRPr sz="1200"/>
            </a:pPr>
            <a:r>
              <a:t>D:/pasar_fix/node_modules/.bun/@swc+helpers@0.5.23/node_modules/@swc/helpers/esm/_inherits_loose.js</a:t>
            </a:r>
          </a:p>
          <a:p>
            <a:pPr>
              <a:defRPr sz="1200"/>
            </a:pPr>
            <a:r>
              <a:t>D:/pasar_fix/node_modules/.bun/@swc+helpers@0.5.23/node_modules/@swc/helpers/esm/_initializer_define_property.js</a:t>
            </a:r>
          </a:p>
          <a:p>
            <a:pPr>
              <a:defRPr sz="1200"/>
            </a:pPr>
            <a:r>
              <a:t>D:/pasar_fix/node_modules/.bun/@swc+helpers@0.5.23/node_modules/@swc/helpers/esm/_initializer_warning_helper.js</a:t>
            </a:r>
          </a:p>
          <a:p>
            <a:pPr>
              <a:defRPr sz="1200"/>
            </a:pPr>
            <a:r>
              <a:t>D:/pasar_fix/node_modules/.bun/@swc+helpers@0.5.23/node_modules/@swc/helpers/esm/_instanceof.js</a:t>
            </a:r>
          </a:p>
          <a:p>
            <a:pPr>
              <a:defRPr sz="1200"/>
            </a:pPr>
            <a:r>
              <a:t>D:/pasar_fix/node_modules/.bun/@swc+helpers@0.5.23/node_modules/@swc/helpers/esm/_interop_require_default.js</a:t>
            </a:r>
          </a:p>
          <a:p>
            <a:pPr>
              <a:defRPr sz="1200"/>
            </a:pPr>
            <a:r>
              <a:t>D:/pasar_fix/node_modules/.bun/@swc+helpers@0.5.23/node_modules/@swc/helpers/esm/_interop_require_wildcard.js</a:t>
            </a:r>
          </a:p>
          <a:p>
            <a:pPr>
              <a:defRPr sz="1200"/>
            </a:pPr>
            <a:r>
              <a:t>D:/pasar_fix/node_modules/.bun/@swc+helpers@0.5.23/node_modules/@swc/helpers/esm/_is_native_function.js</a:t>
            </a:r>
          </a:p>
          <a:p>
            <a:pPr>
              <a:defRPr sz="1200"/>
            </a:pPr>
            <a:r>
              <a:t>D:/pasar_fix/node_modules/.bun/@swc+helpers@0.5.23/node_modules/@swc/helpers/esm/_is_native_reflect_construct.js</a:t>
            </a:r>
          </a:p>
          <a:p>
            <a:pPr>
              <a:defRPr sz="1200"/>
            </a:pPr>
            <a:r>
              <a:t>D:/pasar_fix/node_modules/.bun/@swc+helpers@0.5.23/node_modules/@swc/helpers/esm/_iterable_to_array.js</a:t>
            </a:r>
          </a:p>
          <a:p>
            <a:pPr>
              <a:defRPr sz="1200"/>
            </a:pPr>
            <a:r>
              <a:t>D:/pasar_fix/node_modules/.bun/@swc+helpers@0.5.23/node_modules/@swc/helpers/esm/_iterable_to_array_limit.js</a:t>
            </a:r>
          </a:p>
          <a:p>
            <a:pPr>
              <a:defRPr sz="1200"/>
            </a:pPr>
            <a:r>
              <a:t>D:/pasar_fix/node_modules/.bun/@swc+helpers@0.5.23/node_modules/@swc/helpers/esm/_iterable_to_array_limit_loose.js</a:t>
            </a:r>
          </a:p>
          <a:p>
            <a:pPr>
              <a:defRPr sz="1200"/>
            </a:pPr>
            <a:r>
              <a:t>D:/pasar_fix/node_modules/.bun/@swc+helpers@0.5.23/node_modules/@swc/helpers/esm/_jsx.js</a:t>
            </a:r>
          </a:p>
          <a:p>
            <a:pPr>
              <a:defRPr sz="1200"/>
            </a:pPr>
            <a:r>
              <a:t>D:/pasar_fix/node_modules/.bun/@swc+helpers@0.5.23/node_modules/@swc/helpers/esm/_new_arrow_check.js</a:t>
            </a:r>
          </a:p>
          <a:p>
            <a:pPr>
              <a:defRPr sz="1200"/>
            </a:pPr>
            <a:r>
              <a:t>D:/pasar_fix/node_modules/.bun/@swc+helpers@0.5.23/node_modules/@swc/helpers/esm/_non_iterable_rest.js</a:t>
            </a:r>
          </a:p>
          <a:p>
            <a:pPr>
              <a:defRPr sz="1200"/>
            </a:pPr>
            <a:r>
              <a:t>D:/pasar_fix/node_modules/.bun/@swc+helpers@0.5.23/node_modules/@swc/helpers/esm/_non_iterable_spread.js</a:t>
            </a:r>
          </a:p>
          <a:p>
            <a:pPr>
              <a:defRPr sz="1200"/>
            </a:pPr>
            <a:r>
              <a:t>D:/pasar_fix/node_modules/.bun/@swc+helpers@0.5.23/node_modules/@swc/helpers/esm/_object_destructuring_empty.js</a:t>
            </a:r>
          </a:p>
          <a:p>
            <a:pPr>
              <a:defRPr sz="1200"/>
            </a:pPr>
            <a:r>
              <a:t>D:/pasar_fix/node_modules/.bun/@swc+helpers@0.5.23/node_modules/@swc/helpers/esm/_object_spread.js</a:t>
            </a:r>
          </a:p>
          <a:p>
            <a:pPr>
              <a:defRPr sz="1200"/>
            </a:pPr>
            <a:r>
              <a:t>D:/pasar_fix/node_modules/.bun/@swc+helpers@0.5.23/node_modules/@swc/helpers/esm/_object_spread_props.js</a:t>
            </a:r>
          </a:p>
          <a:p>
            <a:pPr>
              <a:defRPr sz="1200"/>
            </a:pPr>
            <a:r>
              <a:t>D:/pasar_fix/node_modules/.bun/@swc+helpers@0.5.23/node_modules/@swc/helpers/esm/_object_without_properties.js</a:t>
            </a:r>
          </a:p>
          <a:p>
            <a:pPr>
              <a:defRPr sz="1200"/>
            </a:pPr>
            <a:r>
              <a:t>D:/pasar_fix/node_modules/.bun/@swc+helpers@0.5.23/node_modules/@swc/helpers/esm/_object_without_properties_loose.js</a:t>
            </a:r>
          </a:p>
          <a:p>
            <a:pPr>
              <a:defRPr sz="1200"/>
            </a:pPr>
            <a:r>
              <a:t>D:/pasar_fix/node_modules/.bun/@swc+helpers@0.5.23/node_modules/@swc/helpers/esm/_overload_yield.js</a:t>
            </a:r>
          </a:p>
          <a:p>
            <a:pPr>
              <a:defRPr sz="1200"/>
            </a:pPr>
            <a:r>
              <a:t>D:/pasar_fix/node_modules/.bun/@swc+helpers@0.5.23/node_modules/@swc/helpers/esm/_possible_constructor_return.js</a:t>
            </a:r>
          </a:p>
          <a:p>
            <a:pPr>
              <a:defRPr sz="1200"/>
            </a:pPr>
            <a:r>
              <a:t>D:/pasar_fix/node_modules/.bun/@swc+helpers@0.5.23/node_modules/@swc/helpers/esm/_read_only_error.js</a:t>
            </a:r>
          </a:p>
          <a:p>
            <a:pPr>
              <a:defRPr sz="1200"/>
            </a:pPr>
            <a:r>
              <a:t>D:/pasar_fix/node_modules/.bun/@swc+helpers@0.5.23/node_modules/@swc/helpers/esm/_set.js</a:t>
            </a:r>
          </a:p>
          <a:p>
            <a:pPr>
              <a:defRPr sz="1200"/>
            </a:pPr>
            <a:r>
              <a:t>D:/pasar_fix/node_modules/.bun/@swc+helpers@0.5.23/node_modules/@swc/helpers/esm/_set_prototype_of.js</a:t>
            </a:r>
          </a:p>
          <a:p>
            <a:pPr>
              <a:defRPr sz="1200"/>
            </a:pPr>
            <a:r>
              <a:t>D:/pasar_fix/node_modules/.bun/@swc+helpers@0.5.23/node_modules/@swc/helpers/esm/_skip_first_generator_next.js</a:t>
            </a:r>
          </a:p>
          <a:p>
            <a:pPr>
              <a:defRPr sz="1200"/>
            </a:pPr>
            <a:r>
              <a:t>D:/pasar_fix/node_modules/.bun/@swc+helpers@0.5.23/node_modules/@swc/helpers/esm/_sliced_to_array.js</a:t>
            </a:r>
          </a:p>
          <a:p>
            <a:pPr>
              <a:defRPr sz="1200"/>
            </a:pPr>
            <a:r>
              <a:t>D:/pasar_fix/node_modules/.bun/@swc+helpers@0.5.23/node_modules/@swc/helpers/esm/_sliced_to_array_loose.js</a:t>
            </a:r>
          </a:p>
          <a:p>
            <a:pPr>
              <a:defRPr sz="1200"/>
            </a:pPr>
            <a:r>
              <a:t>D:/pasar_fix/node_modules/.bun/@swc+helpers@0.5.23/node_modules/@swc/helpers/esm/_super_prop_base.js</a:t>
            </a:r>
          </a:p>
          <a:p>
            <a:pPr>
              <a:defRPr sz="1200"/>
            </a:pPr>
            <a:r>
              <a:t>D:/pasar_fix/node_modules/.bun/@swc+helpers@0.5.23/node_modules/@swc/helpers/esm/_tagged_template_literal.js</a:t>
            </a:r>
          </a:p>
          <a:p>
            <a:pPr>
              <a:defRPr sz="1200"/>
            </a:pPr>
            <a:r>
              <a:t>D:/pasar_fix/node_modules/.bun/@swc+helpers@0.5.23/node_modules/@swc/helpers/esm/_tagged_template_literal_loose.js</a:t>
            </a:r>
          </a:p>
          <a:p>
            <a:pPr>
              <a:defRPr sz="1200"/>
            </a:pPr>
            <a:r>
              <a:t>D:/pasar_fix/node_modules/.bun/@swc+helpers@0.5.23/node_modules/@swc/helpers/esm/_throw.js</a:t>
            </a:r>
          </a:p>
          <a:p>
            <a:pPr>
              <a:defRPr sz="1200"/>
            </a:pPr>
            <a:r>
              <a:t>D:/pasar_fix/node_modules/.bun/@swc+helpers@0.5.23/node_modules/@swc/helpers/esm/_to_array.js</a:t>
            </a:r>
          </a:p>
          <a:p>
            <a:pPr>
              <a:defRPr sz="1200"/>
            </a:pPr>
            <a:r>
              <a:t>D:/pasar_fix/node_modules/.bun/@swc+helpers@0.5.23/node_modules/@swc/helpers/esm/_to_consumable_array.js</a:t>
            </a:r>
          </a:p>
          <a:p>
            <a:pPr>
              <a:defRPr sz="1200"/>
            </a:pPr>
            <a:r>
              <a:t>D:/pasar_fix/node_modules/.bun/@swc+helpers@0.5.23/node_modules/@swc/helpers/esm/_to_primitive.js</a:t>
            </a:r>
          </a:p>
          <a:p>
            <a:pPr>
              <a:defRPr sz="1200"/>
            </a:pPr>
            <a:r>
              <a:t>D:/pasar_fix/node_modules/.bun/@swc+helpers@0.5.23/node_modules/@swc/helpers/esm/_to_property_key.js</a:t>
            </a:r>
          </a:p>
          <a:p>
            <a:pPr>
              <a:defRPr sz="1200"/>
            </a:pPr>
            <a:r>
              <a:t>D:/pasar_fix/node_modules/.bun/@swc+helpers@0.5.23/node_modules/@swc/helpers/esm/_ts_add_disposable_resource.js</a:t>
            </a:r>
          </a:p>
          <a:p>
            <a:pPr>
              <a:defRPr sz="1200"/>
            </a:pPr>
            <a:r>
              <a:t>D:/pasar_fix/node_modules/.bun/@swc+helpers@0.5.23/node_modules/@swc/helpers/esm/_ts_decorate.js</a:t>
            </a:r>
          </a:p>
          <a:p>
            <a:pPr>
              <a:defRPr sz="1200"/>
            </a:pPr>
            <a:r>
              <a:t>D:/pasar_fix/node_modules/.bun/@swc+helpers@0.5.23/node_modules/@swc/helpers/esm/_ts_dispose_resources.js</a:t>
            </a:r>
          </a:p>
          <a:p>
            <a:pPr>
              <a:defRPr sz="1200"/>
            </a:pPr>
            <a:r>
              <a:t>D:/pasar_fix/node_modules/.bun/@swc+helpers@0.5.23/node_modules/@swc/helpers/esm/_ts_generator.js</a:t>
            </a:r>
          </a:p>
          <a:p>
            <a:pPr>
              <a:defRPr sz="1200"/>
            </a:pPr>
            <a:r>
              <a:t>D:/pasar_fix/node_modules/.bun/@swc+helpers@0.5.23/node_modules/@swc/helpers/esm/_ts_metadata.js</a:t>
            </a:r>
          </a:p>
          <a:p>
            <a:pPr>
              <a:defRPr sz="1200"/>
            </a:pPr>
            <a:r>
              <a:t>D:/pasar_fix/node_modules/.bun/@swc+helpers@0.5.23/node_modules/@swc/helpers/esm/_ts_param.js</a:t>
            </a:r>
          </a:p>
          <a:p>
            <a:pPr>
              <a:defRPr sz="1200"/>
            </a:pPr>
            <a:r>
              <a:t>D:/pasar_fix/node_modules/.bun/@swc+helpers@0.5.23/node_modules/@swc/helpers/esm/_ts_rewrite_relative_import_extension.js</a:t>
            </a:r>
          </a:p>
          <a:p>
            <a:pPr>
              <a:defRPr sz="1200"/>
            </a:pPr>
            <a:r>
              <a:t>D:/pasar_fix/node_modules/.bun/@swc+helpers@0.5.23/node_modules/@swc/helpers/esm/_ts_values.js</a:t>
            </a:r>
          </a:p>
          <a:p>
            <a:pPr>
              <a:defRPr sz="1200"/>
            </a:pPr>
            <a:r>
              <a:t>D:/pasar_fix/node_modules/.bun/@swc+helpers@0.5.23/node_modules/@swc/helpers/esm/_type_of.js</a:t>
            </a:r>
          </a:p>
          <a:p>
            <a:pPr>
              <a:defRPr sz="1200"/>
            </a:pPr>
            <a:r>
              <a:t>D:/pasar_fix/node_modules/.bun/@swc+helpers@0.5.23/node_modules/@swc/helpers/esm/_unsupported_iterable_to_array.js</a:t>
            </a:r>
          </a:p>
          <a:p>
            <a:pPr>
              <a:defRPr sz="1200"/>
            </a:pPr>
            <a:r>
              <a:t>D:/pasar_fix/node_modules/.bun/@swc+helpers@0.5.23/node_modules/@swc/helpers/esm/_update.js</a:t>
            </a:r>
          </a:p>
          <a:p>
            <a:pPr>
              <a:defRPr sz="1200"/>
            </a:pPr>
            <a:r>
              <a:t>D:/pasar_fix/node_modules/.bun/@swc+helpers@0.5.23/node_modules/@swc/helpers/esm/_using.js</a:t>
            </a:r>
          </a:p>
          <a:p>
            <a:pPr>
              <a:defRPr sz="1200"/>
            </a:pPr>
            <a:r>
              <a:t>D:/pasar_fix/node_modules/.bun/@swc+helpers@0.5.23/node_modules/@swc/helpers/esm/_using_ctx.js</a:t>
            </a:r>
          </a:p>
          <a:p>
            <a:pPr>
              <a:defRPr sz="1200"/>
            </a:pPr>
            <a:r>
              <a:t>D:/pasar_fix/node_modules/.bun/@swc+helpers@0.5.23/node_modules/@swc/helpers/esm/_wrap_async_generator.js</a:t>
            </a:r>
          </a:p>
          <a:p>
            <a:pPr>
              <a:defRPr sz="1200"/>
            </a:pPr>
            <a:r>
              <a:t>D:/pasar_fix/node_modules/.bun/@swc+helpers@0.5.23/node_modules/@swc/helpers/esm/_wrap_native_super.js</a:t>
            </a:r>
          </a:p>
          <a:p>
            <a:pPr>
              <a:defRPr sz="1200"/>
            </a:pPr>
            <a:r>
              <a:t>D:/pasar_fix/node_modules/.bun/@swc+helpers@0.5.23/node_modules/@swc/helpers/esm/_wrap_reg_exp.js</a:t>
            </a:r>
          </a:p>
          <a:p>
            <a:pPr>
              <a:defRPr sz="1200"/>
            </a:pPr>
            <a:r>
              <a:t>D:/pasar_fix/node_modules/.bun/@swc+helpers@0.5.23/node_modules/@swc/helpers/esm/_write_only_error.js</a:t>
            </a:r>
          </a:p>
          <a:p>
            <a:pPr>
              <a:defRPr sz="1200"/>
            </a:pPr>
            <a:r>
              <a:t>D:/pasar_fix/node_modules/.bun/@swc+helpers@0.5.23/node_modules/@swc/helpers/scripts/ast_grep.js</a:t>
            </a:r>
          </a:p>
          <a:p>
            <a:pPr>
              <a:defRPr sz="1200"/>
            </a:pPr>
            <a:r>
              <a:t>D:/pasar_fix/node_modules/.bun/@swc+helpers@0.5.23/node_modules/@swc/helpers/scripts/build.js</a:t>
            </a:r>
          </a:p>
          <a:p>
            <a:pPr>
              <a:defRPr sz="1200"/>
            </a:pPr>
            <a:r>
              <a:t>D:/pasar_fix/node_modules/.bun/@swc+helpers@0.5.23/node_modules/@swc/helpers/scripts/errors.js</a:t>
            </a:r>
          </a:p>
          <a:p>
            <a:pPr>
              <a:defRPr sz="1200"/>
            </a:pPr>
            <a:r>
              <a:t>D:/pasar_fix/node_modules/.bun/@swc+helpers@0.5.23/node_modules/@swc/helpers/scripts/utils.js</a:t>
            </a:r>
          </a:p>
          <a:p>
            <a:pPr>
              <a:defRPr sz="1200"/>
            </a:pPr>
            <a:r>
              <a:t>D:/pasar_fix/node_modules/.bun/@swc+helpers@0.5.23/node_modules/@swc/helpers/src/index.mjs</a:t>
            </a:r>
          </a:p>
          <a:p>
            <a:pPr>
              <a:defRPr sz="1200"/>
            </a:pPr>
            <a:r>
              <a:t>D:/pasar_fix/node_modules/.bun/@swc+helpers@0.5.23/node_modules/@swc/helpers/src/_apply_decorated_descriptor.mjs</a:t>
            </a:r>
          </a:p>
          <a:p>
            <a:pPr>
              <a:defRPr sz="1200"/>
            </a:pPr>
            <a:r>
              <a:t>D:/pasar_fix/node_modules/.bun/@swc+helpers@0.5.23/node_modules/@swc/helpers/src/_apply_decs_2203_r.mjs</a:t>
            </a:r>
          </a:p>
          <a:p>
            <a:pPr>
              <a:defRPr sz="1200"/>
            </a:pPr>
            <a:r>
              <a:t>D:/pasar_fix/node_modules/.bun/@swc+helpers@0.5.23/node_modules/@swc/helpers/src/_apply_decs_2311.mjs</a:t>
            </a:r>
          </a:p>
          <a:p>
            <a:pPr>
              <a:defRPr sz="1200"/>
            </a:pPr>
            <a:r>
              <a:t>D:/pasar_fix/node_modules/.bun/@swc+helpers@0.5.23/node_modules/@swc/helpers/src/_array_like_to_array.mjs</a:t>
            </a:r>
          </a:p>
          <a:p>
            <a:pPr>
              <a:defRPr sz="1200"/>
            </a:pPr>
            <a:r>
              <a:t>D:/pasar_fix/node_modules/.bun/@swc+helpers@0.5.23/node_modules/@swc/helpers/src/_array_without_holes.mjs</a:t>
            </a:r>
          </a:p>
          <a:p>
            <a:pPr>
              <a:defRPr sz="1200"/>
            </a:pPr>
            <a:r>
              <a:t>D:/pasar_fix/node_modules/.bun/@swc+helpers@0.5.23/node_modules/@swc/helpers/src/_array_with_holes.mjs</a:t>
            </a:r>
          </a:p>
          <a:p>
            <a:pPr>
              <a:defRPr sz="1200"/>
            </a:pPr>
            <a:r>
              <a:t>D:/pasar_fix/node_modules/.bun/@swc+helpers@0.5.23/node_modules/@swc/helpers/src/_assert_this_initialized.mjs</a:t>
            </a:r>
          </a:p>
          <a:p>
            <a:pPr>
              <a:defRPr sz="1200"/>
            </a:pPr>
            <a:r>
              <a:t>D:/pasar_fix/node_modules/.bun/@swc+helpers@0.5.23/node_modules/@swc/helpers/src/_async_generator.mjs</a:t>
            </a:r>
          </a:p>
          <a:p>
            <a:pPr>
              <a:defRPr sz="1200"/>
            </a:pPr>
            <a:r>
              <a:t>D:/pasar_fix/node_modules/.bun/@swc+helpers@0.5.23/node_modules/@swc/helpers/src/_async_generator_delegate.mjs</a:t>
            </a:r>
          </a:p>
          <a:p>
            <a:pPr>
              <a:defRPr sz="1200"/>
            </a:pPr>
            <a:r>
              <a:t>D:/pasar_fix/node_modules/.bun/@swc+helpers@0.5.23/node_modules/@swc/helpers/src/_async_iterator.mjs</a:t>
            </a:r>
          </a:p>
          <a:p>
            <a:pPr>
              <a:defRPr sz="1200"/>
            </a:pPr>
            <a:r>
              <a:t>D:/pasar_fix/node_modules/.bun/@swc+helpers@0.5.23/node_modules/@swc/helpers/src/_async_to_generator.mjs</a:t>
            </a:r>
          </a:p>
          <a:p>
            <a:pPr>
              <a:defRPr sz="1200"/>
            </a:pPr>
            <a:r>
              <a:t>D:/pasar_fix/node_modules/.bun/@swc+helpers@0.5.23/node_modules/@swc/helpers/src/_await_async_generator.mjs</a:t>
            </a:r>
          </a:p>
          <a:p>
            <a:pPr>
              <a:defRPr sz="1200"/>
            </a:pPr>
            <a:r>
              <a:t>D:/pasar_fix/node_modules/.bun/@swc+helpers@0.5.23/node_modules/@swc/helpers/src/_await_value.mjs</a:t>
            </a:r>
          </a:p>
          <a:p>
            <a:pPr>
              <a:defRPr sz="1200"/>
            </a:pPr>
            <a:r>
              <a:t>D:/pasar_fix/node_modules/.bun/@swc+helpers@0.5.23/node_modules/@swc/helpers/src/_call_super.mjs</a:t>
            </a:r>
          </a:p>
          <a:p>
            <a:pPr>
              <a:defRPr sz="1200"/>
            </a:pPr>
            <a:r>
              <a:t>D:/pasar_fix/node_modules/.bun/@swc+helpers@0.5.23/node_modules/@swc/helpers/src/_check_private_redeclaration.mjs</a:t>
            </a:r>
          </a:p>
          <a:p>
            <a:pPr>
              <a:defRPr sz="1200"/>
            </a:pPr>
            <a:r>
              <a:t>D:/pasar_fix/node_modules/.bun/@swc+helpers@0.5.23/node_modules/@swc/helpers/src/_class_apply_descriptor_destructure.mjs</a:t>
            </a:r>
          </a:p>
          <a:p>
            <a:pPr>
              <a:defRPr sz="1200"/>
            </a:pPr>
            <a:r>
              <a:t>D:/pasar_fix/node_modules/.bun/@swc+helpers@0.5.23/node_modules/@swc/helpers/src/_class_apply_descriptor_get.mjs</a:t>
            </a:r>
          </a:p>
          <a:p>
            <a:pPr>
              <a:defRPr sz="1200"/>
            </a:pPr>
            <a:r>
              <a:t>D:/pasar_fix/node_modules/.bun/@swc+helpers@0.5.23/node_modules/@swc/helpers/src/_class_apply_descriptor_set.mjs</a:t>
            </a:r>
          </a:p>
          <a:p>
            <a:pPr>
              <a:defRPr sz="1200"/>
            </a:pPr>
            <a:r>
              <a:t>D:/pasar_fix/node_modules/.bun/@swc+helpers@0.5.23/node_modules/@swc/helpers/src/_class_apply_descriptor_update.mjs</a:t>
            </a:r>
          </a:p>
          <a:p>
            <a:pPr>
              <a:defRPr sz="1200"/>
            </a:pPr>
            <a:r>
              <a:t>D:/pasar_fix/node_modules/.bun/@swc+helpers@0.5.23/node_modules/@swc/helpers/src/_class_call_check.mjs</a:t>
            </a:r>
          </a:p>
          <a:p>
            <a:pPr>
              <a:defRPr sz="1200"/>
            </a:pPr>
            <a:r>
              <a:t>D:/pasar_fix/node_modules/.bun/@swc+helpers@0.5.23/node_modules/@swc/helpers/src/_class_check_private_static_access.mjs</a:t>
            </a:r>
          </a:p>
          <a:p>
            <a:pPr>
              <a:defRPr sz="1200"/>
            </a:pPr>
            <a:r>
              <a:t>D:/pasar_fix/node_modules/.bun/@swc+helpers@0.5.23/node_modules/@swc/helpers/src/_class_check_private_static_field_descriptor.mjs</a:t>
            </a:r>
          </a:p>
          <a:p>
            <a:pPr>
              <a:defRPr sz="1200"/>
            </a:pPr>
            <a:r>
              <a:t>D:/pasar_fix/node_modules/.bun/@swc+helpers@0.5.23/node_modules/@swc/helpers/src/_class_extract_field_descriptor.mjs</a:t>
            </a:r>
          </a:p>
          <a:p>
            <a:pPr>
              <a:defRPr sz="1200"/>
            </a:pPr>
            <a:r>
              <a:t>D:/pasar_fix/node_modules/.bun/@swc+helpers@0.5.23/node_modules/@swc/helpers/src/_class_name_tdz_error.mjs</a:t>
            </a:r>
          </a:p>
          <a:p>
            <a:pPr>
              <a:defRPr sz="1200"/>
            </a:pPr>
            <a:r>
              <a:t>D:/pasar_fix/node_modules/.bun/@swc+helpers@0.5.23/node_modules/@swc/helpers/src/_class_private_field_destructure.mjs</a:t>
            </a:r>
          </a:p>
          <a:p>
            <a:pPr>
              <a:defRPr sz="1200"/>
            </a:pPr>
            <a:r>
              <a:t>D:/pasar_fix/node_modules/.bun/@swc+helpers@0.5.23/node_modules/@swc/helpers/src/_class_private_field_get.mjs</a:t>
            </a:r>
          </a:p>
          <a:p>
            <a:pPr>
              <a:defRPr sz="1200"/>
            </a:pPr>
            <a:r>
              <a:t>D:/pasar_fix/node_modules/.bun/@swc+helpers@0.5.23/node_modules/@swc/helpers/src/_class_private_field_init.mjs</a:t>
            </a:r>
          </a:p>
          <a:p>
            <a:pPr>
              <a:defRPr sz="1200"/>
            </a:pPr>
            <a:r>
              <a:t>D:/pasar_fix/node_modules/.bun/@swc+helpers@0.5.23/node_modules/@swc/helpers/src/_class_private_field_loose_base.mjs</a:t>
            </a:r>
          </a:p>
          <a:p>
            <a:pPr>
              <a:defRPr sz="1200"/>
            </a:pPr>
            <a:r>
              <a:t>D:/pasar_fix/node_modules/.bun/@swc+helpers@0.5.23/node_modules/@swc/helpers/src/_class_private_field_loose_key.mjs</a:t>
            </a:r>
          </a:p>
          <a:p>
            <a:pPr>
              <a:defRPr sz="1200"/>
            </a:pPr>
            <a:r>
              <a:t>D:/pasar_fix/node_modules/.bun/@swc+helpers@0.5.23/node_modules/@swc/helpers/src/_class_private_field_set.mjs</a:t>
            </a:r>
          </a:p>
          <a:p>
            <a:pPr>
              <a:defRPr sz="1200"/>
            </a:pPr>
            <a:r>
              <a:t>D:/pasar_fix/node_modules/.bun/@swc+helpers@0.5.23/node_modules/@swc/helpers/src/_class_private_field_update.mjs</a:t>
            </a:r>
          </a:p>
          <a:p>
            <a:pPr>
              <a:defRPr sz="1200"/>
            </a:pPr>
            <a:r>
              <a:t>D:/pasar_fix/node_modules/.bun/@swc+helpers@0.5.23/node_modules/@swc/helpers/src/_class_private_method_get.mjs</a:t>
            </a:r>
          </a:p>
          <a:p>
            <a:pPr>
              <a:defRPr sz="1200"/>
            </a:pPr>
            <a:r>
              <a:t>D:/pasar_fix/node_modules/.bun/@swc+helpers@0.5.23/node_modules/@swc/helpers/src/_class_private_method_init.mjs</a:t>
            </a:r>
          </a:p>
          <a:p>
            <a:pPr>
              <a:defRPr sz="1200"/>
            </a:pPr>
            <a:r>
              <a:t>D:/pasar_fix/node_modules/.bun/@swc+helpers@0.5.23/node_modules/@swc/helpers/src/_class_private_method_set.mjs</a:t>
            </a:r>
          </a:p>
          <a:p>
            <a:pPr>
              <a:defRPr sz="1200"/>
            </a:pPr>
            <a:r>
              <a:t>D:/pasar_fix/node_modules/.bun/@swc+helpers@0.5.23/node_modules/@swc/helpers/src/_class_static_private_field_destructure.mjs</a:t>
            </a:r>
          </a:p>
          <a:p>
            <a:pPr>
              <a:defRPr sz="1200"/>
            </a:pPr>
            <a:r>
              <a:t>D:/pasar_fix/node_modules/.bun/@swc+helpers@0.5.23/node_modules/@swc/helpers/src/_class_static_private_field_spec_get.mjs</a:t>
            </a:r>
          </a:p>
          <a:p>
            <a:pPr>
              <a:defRPr sz="1200"/>
            </a:pPr>
            <a:r>
              <a:t>D:/pasar_fix/node_modules/.bun/@swc+helpers@0.5.23/node_modules/@swc/helpers/src/_class_static_private_field_spec_set.mjs</a:t>
            </a:r>
          </a:p>
          <a:p>
            <a:pPr>
              <a:defRPr sz="1200"/>
            </a:pPr>
            <a:r>
              <a:t>D:/pasar_fix/node_modules/.bun/@swc+helpers@0.5.23/node_modules/@swc/helpers/src/_class_static_private_field_update.mjs</a:t>
            </a:r>
          </a:p>
          <a:p>
            <a:pPr>
              <a:defRPr sz="1200"/>
            </a:pPr>
            <a:r>
              <a:t>D:/pasar_fix/node_modules/.bun/@swc+helpers@0.5.23/node_modules/@swc/helpers/src/_class_static_private_method_get.mjs</a:t>
            </a:r>
          </a:p>
          <a:p>
            <a:pPr>
              <a:defRPr sz="1200"/>
            </a:pPr>
            <a:r>
              <a:t>D:/pasar_fix/node_modules/.bun/@swc+helpers@0.5.23/node_modules/@swc/helpers/src/_construct.mjs</a:t>
            </a:r>
          </a:p>
          <a:p>
            <a:pPr>
              <a:defRPr sz="1200"/>
            </a:pPr>
            <a:r>
              <a:t>D:/pasar_fix/node_modules/.bun/@swc+helpers@0.5.23/node_modules/@swc/helpers/src/_create_class.mjs</a:t>
            </a:r>
          </a:p>
          <a:p>
            <a:pPr>
              <a:defRPr sz="1200"/>
            </a:pPr>
            <a:r>
              <a:t>D:/pasar_fix/node_modules/.bun/@swc+helpers@0.5.23/node_modules/@swc/helpers/src/_create_for_of_iterator_helper_loose.mjs</a:t>
            </a:r>
          </a:p>
          <a:p>
            <a:pPr>
              <a:defRPr sz="1200"/>
            </a:pPr>
            <a:r>
              <a:t>D:/pasar_fix/node_modules/.bun/@swc+helpers@0.5.23/node_modules/@swc/helpers/src/_create_super.mjs</a:t>
            </a:r>
          </a:p>
          <a:p>
            <a:pPr>
              <a:defRPr sz="1200"/>
            </a:pPr>
            <a:r>
              <a:t>D:/pasar_fix/node_modules/.bun/@swc+helpers@0.5.23/node_modules/@swc/helpers/src/_decorate.mjs</a:t>
            </a:r>
          </a:p>
          <a:p>
            <a:pPr>
              <a:defRPr sz="1200"/>
            </a:pPr>
            <a:r>
              <a:t>D:/pasar_fix/node_modules/.bun/@swc+helpers@0.5.23/node_modules/@swc/helpers/src/_defaults.mjs</a:t>
            </a:r>
          </a:p>
          <a:p>
            <a:pPr>
              <a:defRPr sz="1200"/>
            </a:pPr>
            <a:r>
              <a:t>D:/pasar_fix/node_modules/.bun/@swc+helpers@0.5.23/node_modules/@swc/helpers/src/_define_enumerable_properties.mjs</a:t>
            </a:r>
          </a:p>
          <a:p>
            <a:pPr>
              <a:defRPr sz="1200"/>
            </a:pPr>
            <a:r>
              <a:t>D:/pasar_fix/node_modules/.bun/@swc+helpers@0.5.23/node_modules/@swc/helpers/src/_define_property.mjs</a:t>
            </a:r>
          </a:p>
          <a:p>
            <a:pPr>
              <a:defRPr sz="1200"/>
            </a:pPr>
            <a:r>
              <a:t>D:/pasar_fix/node_modules/.bun/@swc+helpers@0.5.23/node_modules/@swc/helpers/src/_dispose.mjs</a:t>
            </a:r>
          </a:p>
          <a:p>
            <a:pPr>
              <a:defRPr sz="1200"/>
            </a:pPr>
            <a:r>
              <a:t>D:/pasar_fix/node_modules/.bun/@swc+helpers@0.5.23/node_modules/@swc/helpers/src/_export_star.mjs</a:t>
            </a:r>
          </a:p>
          <a:p>
            <a:pPr>
              <a:defRPr sz="1200"/>
            </a:pPr>
            <a:r>
              <a:t>D:/pasar_fix/node_modules/.bun/@swc+helpers@0.5.23/node_modules/@swc/helpers/src/_extends.mjs</a:t>
            </a:r>
          </a:p>
          <a:p>
            <a:pPr>
              <a:defRPr sz="1200"/>
            </a:pPr>
            <a:r>
              <a:t>D:/pasar_fix/node_modules/.bun/@swc+helpers@0.5.23/node_modules/@swc/helpers/src/_get.mjs</a:t>
            </a:r>
          </a:p>
          <a:p>
            <a:pPr>
              <a:defRPr sz="1200"/>
            </a:pPr>
            <a:r>
              <a:t>D:/pasar_fix/node_modules/.bun/@swc+helpers@0.5.23/node_modules/@swc/helpers/src/_get_prototype_of.mjs</a:t>
            </a:r>
          </a:p>
          <a:p>
            <a:pPr>
              <a:defRPr sz="1200"/>
            </a:pPr>
            <a:r>
              <a:t>D:/pasar_fix/node_modules/.bun/@swc+helpers@0.5.23/node_modules/@swc/helpers/src/_identity.mjs</a:t>
            </a:r>
          </a:p>
          <a:p>
            <a:pPr>
              <a:defRPr sz="1200"/>
            </a:pPr>
            <a:r>
              <a:t>D:/pasar_fix/node_modules/.bun/@swc+helpers@0.5.23/node_modules/@swc/helpers/src/_inherits.mjs</a:t>
            </a:r>
          </a:p>
          <a:p>
            <a:pPr>
              <a:defRPr sz="1200"/>
            </a:pPr>
            <a:r>
              <a:t>D:/pasar_fix/node_modules/.bun/@swc+helpers@0.5.23/node_modules/@swc/helpers/src/_inherits_loose.mjs</a:t>
            </a:r>
          </a:p>
          <a:p>
            <a:pPr>
              <a:defRPr sz="1200"/>
            </a:pPr>
            <a:r>
              <a:t>D:/pasar_fix/node_modules/.bun/@swc+helpers@0.5.23/node_modules/@swc/helpers/src/_initializer_define_property.mjs</a:t>
            </a:r>
          </a:p>
          <a:p>
            <a:pPr>
              <a:defRPr sz="1200"/>
            </a:pPr>
            <a:r>
              <a:t>D:/pasar_fix/node_modules/.bun/@swc+helpers@0.5.23/node_modules/@swc/helpers/src/_initializer_warning_helper.mjs</a:t>
            </a:r>
          </a:p>
          <a:p>
            <a:pPr>
              <a:defRPr sz="1200"/>
            </a:pPr>
            <a:r>
              <a:t>D:/pasar_fix/node_modules/.bun/@swc+helpers@0.5.23/node_modules/@swc/helpers/src/_instanceof.mjs</a:t>
            </a:r>
          </a:p>
          <a:p>
            <a:pPr>
              <a:defRPr sz="1200"/>
            </a:pPr>
            <a:r>
              <a:t>D:/pasar_fix/node_modules/.bun/@swc+helpers@0.5.23/node_modules/@swc/helpers/src/_interop_require_default.mjs</a:t>
            </a:r>
          </a:p>
          <a:p>
            <a:pPr>
              <a:defRPr sz="1200"/>
            </a:pPr>
            <a:r>
              <a:t>D:/pasar_fix/node_modules/.bun/@swc+helpers@0.5.23/node_modules/@swc/helpers/src/_interop_require_wildcard.mjs</a:t>
            </a:r>
          </a:p>
          <a:p>
            <a:pPr>
              <a:defRPr sz="1200"/>
            </a:pPr>
            <a:r>
              <a:t>D:/pasar_fix/node_modules/.bun/@swc+helpers@0.5.23/node_modules/@swc/helpers/src/_is_native_function.mjs</a:t>
            </a:r>
          </a:p>
          <a:p>
            <a:pPr>
              <a:defRPr sz="1200"/>
            </a:pPr>
            <a:r>
              <a:t>D:/pasar_fix/node_modules/.bun/@swc+helpers@0.5.23/node_modules/@swc/helpers/src/_is_native_reflect_construct.mjs</a:t>
            </a:r>
          </a:p>
          <a:p>
            <a:pPr>
              <a:defRPr sz="1200"/>
            </a:pPr>
            <a:r>
              <a:t>D:/pasar_fix/node_modules/.bun/@swc+helpers@0.5.23/node_modules/@swc/helpers/src/_iterable_to_array.mjs</a:t>
            </a:r>
          </a:p>
          <a:p>
            <a:pPr>
              <a:defRPr sz="1200"/>
            </a:pPr>
            <a:r>
              <a:t>D:/pasar_fix/node_modules/.bun/@swc+helpers@0.5.23/node_modules/@swc/helpers/src/_iterable_to_array_limit.mjs</a:t>
            </a:r>
          </a:p>
          <a:p>
            <a:pPr>
              <a:defRPr sz="1200"/>
            </a:pPr>
            <a:r>
              <a:t>D:/pasar_fix/node_modules/.bun/@swc+helpers@0.5.23/node_modules/@swc/helpers/src/_iterable_to_array_limit_loose.mjs</a:t>
            </a:r>
          </a:p>
          <a:p>
            <a:pPr>
              <a:defRPr sz="1200"/>
            </a:pPr>
            <a:r>
              <a:t>D:/pasar_fix/node_modules/.bun/@swc+helpers@0.5.23/node_modules/@swc/helpers/src/_jsx.mjs</a:t>
            </a:r>
          </a:p>
          <a:p>
            <a:pPr>
              <a:defRPr sz="1200"/>
            </a:pPr>
            <a:r>
              <a:t>D:/pasar_fix/node_modules/.bun/@swc+helpers@0.5.23/node_modules/@swc/helpers/src/_new_arrow_check.mjs</a:t>
            </a:r>
          </a:p>
          <a:p>
            <a:pPr>
              <a:defRPr sz="1200"/>
            </a:pPr>
            <a:r>
              <a:t>D:/pasar_fix/node_modules/.bun/@swc+helpers@0.5.23/node_modules/@swc/helpers/src/_non_iterable_rest.mjs</a:t>
            </a:r>
          </a:p>
          <a:p>
            <a:pPr>
              <a:defRPr sz="1200"/>
            </a:pPr>
            <a:r>
              <a:t>D:/pasar_fix/node_modules/.bun/@swc+helpers@0.5.23/node_modules/@swc/helpers/src/_non_iterable_spread.mjs</a:t>
            </a:r>
          </a:p>
          <a:p>
            <a:pPr>
              <a:defRPr sz="1200"/>
            </a:pPr>
            <a:r>
              <a:t>D:/pasar_fix/node_modules/.bun/@swc+helpers@0.5.23/node_modules/@swc/helpers/src/_object_destructuring_empty.mjs</a:t>
            </a:r>
          </a:p>
          <a:p>
            <a:pPr>
              <a:defRPr sz="1200"/>
            </a:pPr>
            <a:r>
              <a:t>D:/pasar_fix/node_modules/.bun/@swc+helpers@0.5.23/node_modules/@swc/helpers/src/_object_spread.mjs</a:t>
            </a:r>
          </a:p>
          <a:p>
            <a:pPr>
              <a:defRPr sz="1200"/>
            </a:pPr>
            <a:r>
              <a:t>D:/pasar_fix/node_modules/.bun/@swc+helpers@0.5.23/node_modules/@swc/helpers/src/_object_spread_props.mjs</a:t>
            </a:r>
          </a:p>
          <a:p>
            <a:pPr>
              <a:defRPr sz="1200"/>
            </a:pPr>
            <a:r>
              <a:t>D:/pasar_fix/node_modules/.bun/@swc+helpers@0.5.23/node_modules/@swc/helpers/src/_object_without_properties.mjs</a:t>
            </a:r>
          </a:p>
          <a:p>
            <a:pPr>
              <a:defRPr sz="1200"/>
            </a:pPr>
            <a:r>
              <a:t>D:/pasar_fix/node_modules/.bun/@swc+helpers@0.5.23/node_modules/@swc/helpers/src/_object_without_properties_loose.mjs</a:t>
            </a:r>
          </a:p>
          <a:p>
            <a:pPr>
              <a:defRPr sz="1200"/>
            </a:pPr>
            <a:r>
              <a:t>D:/pasar_fix/node_modules/.bun/@swc+helpers@0.5.23/node_modules/@swc/helpers/src/_overload_yield.mjs</a:t>
            </a:r>
          </a:p>
          <a:p>
            <a:pPr>
              <a:defRPr sz="1200"/>
            </a:pPr>
            <a:r>
              <a:t>D:/pasar_fix/node_modules/.bun/@swc+helpers@0.5.23/node_modules/@swc/helpers/src/_possible_constructor_return.mjs</a:t>
            </a:r>
          </a:p>
          <a:p>
            <a:pPr>
              <a:defRPr sz="1200"/>
            </a:pPr>
            <a:r>
              <a:t>D:/pasar_fix/node_modules/.bun/@swc+helpers@0.5.23/node_modules/@swc/helpers/src/_read_only_error.mjs</a:t>
            </a:r>
          </a:p>
          <a:p>
            <a:pPr>
              <a:defRPr sz="1200"/>
            </a:pPr>
            <a:r>
              <a:t>D:/pasar_fix/node_modules/.bun/@swc+helpers@0.5.23/node_modules/@swc/helpers/src/_set.mjs</a:t>
            </a:r>
          </a:p>
          <a:p>
            <a:pPr>
              <a:defRPr sz="1200"/>
            </a:pPr>
            <a:r>
              <a:t>D:/pasar_fix/node_modules/.bun/@swc+helpers@0.5.23/node_modules/@swc/helpers/src/_set_prototype_of.mjs</a:t>
            </a:r>
          </a:p>
          <a:p>
            <a:pPr>
              <a:defRPr sz="1200"/>
            </a:pPr>
            <a:r>
              <a:t>D:/pasar_fix/node_modules/.bun/@swc+helpers@0.5.23/node_modules/@swc/helpers/src/_skip_first_generator_next.mjs</a:t>
            </a:r>
          </a:p>
          <a:p>
            <a:pPr>
              <a:defRPr sz="1200"/>
            </a:pPr>
            <a:r>
              <a:t>D:/pasar_fix/node_modules/.bun/@swc+helpers@0.5.23/node_modules/@swc/helpers/src/_sliced_to_array.mjs</a:t>
            </a:r>
          </a:p>
          <a:p>
            <a:pPr>
              <a:defRPr sz="1200"/>
            </a:pPr>
            <a:r>
              <a:t>D:/pasar_fix/node_modules/.bun/@swc+helpers@0.5.23/node_modules/@swc/helpers/src/_sliced_to_array_loose.mjs</a:t>
            </a:r>
          </a:p>
          <a:p>
            <a:pPr>
              <a:defRPr sz="1200"/>
            </a:pPr>
            <a:r>
              <a:t>D:/pasar_fix/node_modules/.bun/@swc+helpers@0.5.23/node_modules/@swc/helpers/src/_super_prop_base.mjs</a:t>
            </a:r>
          </a:p>
          <a:p>
            <a:pPr>
              <a:defRPr sz="1200"/>
            </a:pPr>
            <a:r>
              <a:t>D:/pasar_fix/node_modules/.bun/@swc+helpers@0.5.23/node_modules/@swc/helpers/src/_tagged_template_literal.mjs</a:t>
            </a:r>
          </a:p>
          <a:p>
            <a:pPr>
              <a:defRPr sz="1200"/>
            </a:pPr>
            <a:r>
              <a:t>D:/pasar_fix/node_modules/.bun/@swc+helpers@0.5.23/node_modules/@swc/helpers/src/_tagged_template_literal_loose.mjs</a:t>
            </a:r>
          </a:p>
          <a:p>
            <a:pPr>
              <a:defRPr sz="1200"/>
            </a:pPr>
            <a:r>
              <a:t>D:/pasar_fix/node_modules/.bun/@swc+helpers@0.5.23/node_modules/@swc/helpers/src/_throw.mjs</a:t>
            </a:r>
          </a:p>
          <a:p>
            <a:pPr>
              <a:defRPr sz="1200"/>
            </a:pPr>
            <a:r>
              <a:t>D:/pasar_fix/node_modules/.bun/@swc+helpers@0.5.23/node_modules/@swc/helpers/src/_to_array.mjs</a:t>
            </a:r>
          </a:p>
          <a:p>
            <a:pPr>
              <a:defRPr sz="1200"/>
            </a:pPr>
            <a:r>
              <a:t>D:/pasar_fix/node_modules/.bun/@swc+helpers@0.5.23/node_modules/@swc/helpers/src/_to_consumable_array.mjs</a:t>
            </a:r>
          </a:p>
          <a:p>
            <a:pPr>
              <a:defRPr sz="1200"/>
            </a:pPr>
            <a:r>
              <a:t>D:/pasar_fix/node_modules/.bun/@swc+helpers@0.5.23/node_modules/@swc/helpers/src/_to_primitive.mjs</a:t>
            </a:r>
          </a:p>
          <a:p>
            <a:pPr>
              <a:defRPr sz="1200"/>
            </a:pPr>
            <a:r>
              <a:t>D:/pasar_fix/node_modules/.bun/@swc+helpers@0.5.23/node_modules/@swc/helpers/src/_to_property_key.mjs</a:t>
            </a:r>
          </a:p>
          <a:p>
            <a:pPr>
              <a:defRPr sz="1200"/>
            </a:pPr>
            <a:r>
              <a:t>D:/pasar_fix/node_modules/.bun/@swc+helpers@0.5.23/node_modules/@swc/helpers/src/_ts_add_disposable_resource.mjs</a:t>
            </a:r>
          </a:p>
          <a:p>
            <a:pPr>
              <a:defRPr sz="1200"/>
            </a:pPr>
            <a:r>
              <a:t>D:/pasar_fix/node_modules/.bun/@swc+helpers@0.5.23/node_modules/@swc/helpers/src/_ts_decorate.mjs</a:t>
            </a:r>
          </a:p>
          <a:p>
            <a:pPr>
              <a:defRPr sz="1200"/>
            </a:pPr>
            <a:r>
              <a:t>D:/pasar_fix/node_modules/.bun/@swc+helpers@0.5.23/node_modules/@swc/helpers/src/_ts_dispose_resources.mjs</a:t>
            </a:r>
          </a:p>
          <a:p>
            <a:pPr>
              <a:defRPr sz="1200"/>
            </a:pPr>
            <a:r>
              <a:t>D:/pasar_fix/node_modules/.bun/@swc+helpers@0.5.23/node_modules/@swc/helpers/src/_ts_generator.mjs</a:t>
            </a:r>
          </a:p>
          <a:p>
            <a:pPr>
              <a:defRPr sz="1200"/>
            </a:pPr>
            <a:r>
              <a:t>D:/pasar_fix/node_modules/.bun/@swc+helpers@0.5.23/node_modules/@swc/helpers/src/_ts_metadata.mjs</a:t>
            </a:r>
          </a:p>
          <a:p>
            <a:pPr>
              <a:defRPr sz="1200"/>
            </a:pPr>
            <a:r>
              <a:t>D:/pasar_fix/node_modules/.bun/@swc+helpers@0.5.23/node_modules/@swc/helpers/src/_ts_param.mjs</a:t>
            </a:r>
          </a:p>
          <a:p>
            <a:pPr>
              <a:defRPr sz="1200"/>
            </a:pPr>
            <a:r>
              <a:t>D:/pasar_fix/node_modules/.bun/@swc+helpers@0.5.23/node_modules/@swc/helpers/src/_ts_rewrite_relative_import_extension.mjs</a:t>
            </a:r>
          </a:p>
          <a:p>
            <a:pPr>
              <a:defRPr sz="1200"/>
            </a:pPr>
            <a:r>
              <a:t>D:/pasar_fix/node_modules/.bun/@swc+helpers@0.5.23/node_modules/@swc/helpers/src/_ts_values.mjs</a:t>
            </a:r>
          </a:p>
          <a:p>
            <a:pPr>
              <a:defRPr sz="1200"/>
            </a:pPr>
            <a:r>
              <a:t>D:/pasar_fix/node_modules/.bun/@swc+helpers@0.5.23/node_modules/@swc/helpers/src/_type_of.mjs</a:t>
            </a:r>
          </a:p>
          <a:p>
            <a:pPr>
              <a:defRPr sz="1200"/>
            </a:pPr>
            <a:r>
              <a:t>D:/pasar_fix/node_modules/.bun/@swc+helpers@0.5.23/node_modules/@swc/helpers/src/_unsupported_iterable_to_array.mjs</a:t>
            </a:r>
          </a:p>
          <a:p>
            <a:pPr>
              <a:defRPr sz="1200"/>
            </a:pPr>
            <a:r>
              <a:t>D:/pasar_fix/node_modules/.bun/@swc+helpers@0.5.23/node_modules/@swc/helpers/src/_update.mjs</a:t>
            </a:r>
          </a:p>
          <a:p>
            <a:pPr>
              <a:defRPr sz="1200"/>
            </a:pPr>
            <a:r>
              <a:t>D:/pasar_fix/node_modules/.bun/@swc+helpers@0.5.23/node_modules/@swc/helpers/src/_using.mjs</a:t>
            </a:r>
          </a:p>
          <a:p>
            <a:pPr>
              <a:defRPr sz="1200"/>
            </a:pPr>
            <a:r>
              <a:t>D:/pasar_fix/node_modules/.bun/@swc+helpers@0.5.23/node_modules/@swc/helpers/src/_using_ctx.mjs</a:t>
            </a:r>
          </a:p>
          <a:p>
            <a:pPr>
              <a:defRPr sz="1200"/>
            </a:pPr>
            <a:r>
              <a:t>D:/pasar_fix/node_modules/.bun/@swc+helpers@0.5.23/node_modules/@swc/helpers/src/_wrap_async_generator.mjs</a:t>
            </a:r>
          </a:p>
          <a:p>
            <a:pPr>
              <a:defRPr sz="1200"/>
            </a:pPr>
            <a:r>
              <a:t>D:/pasar_fix/node_modules/.bun/@swc+helpers@0.5.23/node_modules/@swc/helpers/src/_wrap_native_super.mjs</a:t>
            </a:r>
          </a:p>
          <a:p>
            <a:pPr>
              <a:defRPr sz="1200"/>
            </a:pPr>
            <a:r>
              <a:t>D:/pasar_fix/node_modules/.bun/@swc+helpers@0.5.23/node_modules/@swc/helpers/src/_wrap_reg_exp.mjs</a:t>
            </a:r>
          </a:p>
          <a:p>
            <a:pPr>
              <a:defRPr sz="1200"/>
            </a:pPr>
            <a:r>
              <a:t>D:/pasar_fix/node_modules/.bun/@swc+helpers@0.5.23/node_modules/@swc/helpers/src/_write_only_error.mjs</a:t>
            </a:r>
          </a:p>
          <a:p>
            <a:pPr>
              <a:defRPr sz="1200"/>
            </a:pPr>
            <a:r>
              <a:t>D:/pasar_fix/node_modules/.bun/@swc+helpers@0.5.23/node_modules/@swc/helpers/_/index/package.json</a:t>
            </a:r>
          </a:p>
          <a:p>
            <a:pPr>
              <a:defRPr sz="1200"/>
            </a:pPr>
            <a:r>
              <a:t>D:/pasar_fix/node_modules/.bun/@swc+helpers@0.5.23/node_modules/@swc/helpers/_/_apply_decorated_descriptor/package.json</a:t>
            </a:r>
          </a:p>
          <a:p>
            <a:pPr>
              <a:defRPr sz="1200"/>
            </a:pPr>
            <a:r>
              <a:t>D:/pasar_fix/node_modules/.bun/@swc+helpers@0.5.23/node_modules/@swc/helpers/_/_apply_decs_2203_r/package.json</a:t>
            </a:r>
          </a:p>
          <a:p>
            <a:pPr>
              <a:defRPr sz="1200"/>
            </a:pPr>
            <a:r>
              <a:t>D:/pasar_fix/node_modules/.bun/@swc+helpers@0.5.23/node_modules/@swc/helpers/_/_apply_decs_2311/package.json</a:t>
            </a:r>
          </a:p>
          <a:p>
            <a:pPr>
              <a:defRPr sz="1200"/>
            </a:pPr>
            <a:r>
              <a:t>D:/pasar_fix/node_modules/.bun/@swc+helpers@0.5.23/node_modules/@swc/helpers/_/_array_like_to_array/package.json</a:t>
            </a:r>
          </a:p>
          <a:p>
            <a:pPr>
              <a:defRPr sz="1200"/>
            </a:pPr>
            <a:r>
              <a:t>D:/pasar_fix/node_modules/.bun/@swc+helpers@0.5.23/node_modules/@swc/helpers/_/_array_without_holes/package.json</a:t>
            </a:r>
          </a:p>
          <a:p>
            <a:pPr>
              <a:defRPr sz="1200"/>
            </a:pPr>
            <a:r>
              <a:t>D:/pasar_fix/node_modules/.bun/@swc+helpers@0.5.23/node_modules/@swc/helpers/_/_array_with_holes/package.json</a:t>
            </a:r>
          </a:p>
          <a:p>
            <a:pPr>
              <a:defRPr sz="1200"/>
            </a:pPr>
            <a:r>
              <a:t>D:/pasar_fix/node_modules/.bun/@swc+helpers@0.5.23/node_modules/@swc/helpers/_/_assert_this_initialized/package.json</a:t>
            </a:r>
          </a:p>
          <a:p>
            <a:pPr>
              <a:defRPr sz="1200"/>
            </a:pPr>
            <a:r>
              <a:t>D:/pasar_fix/node_modules/.bun/@swc+helpers@0.5.23/node_modules/@swc/helpers/_/_async_generator/package.json</a:t>
            </a:r>
          </a:p>
          <a:p>
            <a:pPr>
              <a:defRPr sz="1200"/>
            </a:pPr>
            <a:r>
              <a:t>D:/pasar_fix/node_modules/.bun/@swc+helpers@0.5.23/node_modules/@swc/helpers/_/_async_generator_delegate/package.json</a:t>
            </a:r>
          </a:p>
          <a:p>
            <a:pPr>
              <a:defRPr sz="1200"/>
            </a:pPr>
            <a:r>
              <a:t>D:/pasar_fix/node_modules/.bun/@swc+helpers@0.5.23/node_modules/@swc/helpers/_/_async_iterator/package.json</a:t>
            </a:r>
          </a:p>
          <a:p>
            <a:pPr>
              <a:defRPr sz="1200"/>
            </a:pPr>
            <a:r>
              <a:t>D:/pasar_fix/node_modules/.bun/@swc+helpers@0.5.23/node_modules/@swc/helpers/_/_async_to_generator/package.json</a:t>
            </a:r>
          </a:p>
          <a:p>
            <a:pPr>
              <a:defRPr sz="1200"/>
            </a:pPr>
            <a:r>
              <a:t>D:/pasar_fix/node_modules/.bun/@swc+helpers@0.5.23/node_modules/@swc/helpers/_/_await_async_generator/package.json</a:t>
            </a:r>
          </a:p>
          <a:p>
            <a:pPr>
              <a:defRPr sz="1200"/>
            </a:pPr>
            <a:r>
              <a:t>D:/pasar_fix/node_modules/.bun/@swc+helpers@0.5.23/node_modules/@swc/helpers/_/_await_value/package.json</a:t>
            </a:r>
          </a:p>
          <a:p>
            <a:pPr>
              <a:defRPr sz="1200"/>
            </a:pPr>
            <a:r>
              <a:t>D:/pasar_fix/node_modules/.bun/@swc+helpers@0.5.23/node_modules/@swc/helpers/_/_call_super/package.json</a:t>
            </a:r>
          </a:p>
          <a:p>
            <a:pPr>
              <a:defRPr sz="1200"/>
            </a:pPr>
            <a:r>
              <a:t>D:/pasar_fix/node_modules/.bun/@swc+helpers@0.5.23/node_modules/@swc/helpers/_/_check_private_redeclaration/package.json</a:t>
            </a:r>
          </a:p>
          <a:p>
            <a:pPr>
              <a:defRPr sz="1200"/>
            </a:pPr>
            <a:r>
              <a:t>D:/pasar_fix/node_modules/.bun/@swc+helpers@0.5.23/node_modules/@swc/helpers/_/_class_apply_descriptor_destructure/package.json</a:t>
            </a:r>
          </a:p>
          <a:p>
            <a:pPr>
              <a:defRPr sz="1200"/>
            </a:pPr>
            <a:r>
              <a:t>D:/pasar_fix/node_modules/.bun/@swc+helpers@0.5.23/node_modules/@swc/helpers/_/_class_apply_descriptor_get/package.json</a:t>
            </a:r>
          </a:p>
          <a:p>
            <a:pPr>
              <a:defRPr sz="1200"/>
            </a:pPr>
            <a:r>
              <a:t>D:/pasar_fix/node_modules/.bun/@swc+helpers@0.5.23/node_modules/@swc/helpers/_/_class_apply_descriptor_set/package.json</a:t>
            </a:r>
          </a:p>
          <a:p>
            <a:pPr>
              <a:defRPr sz="1200"/>
            </a:pPr>
            <a:r>
              <a:t>D:/pasar_fix/node_modules/.bun/@swc+helpers@0.5.23/node_modules/@swc/helpers/_/_class_apply_descriptor_update/package.json</a:t>
            </a:r>
          </a:p>
          <a:p>
            <a:pPr>
              <a:defRPr sz="1200"/>
            </a:pPr>
            <a:r>
              <a:t>D:/pasar_fix/node_modules/.bun/@swc+helpers@0.5.23/node_modules/@swc/helpers/_/_class_call_check/package.json</a:t>
            </a:r>
          </a:p>
          <a:p>
            <a:pPr>
              <a:defRPr sz="1200"/>
            </a:pPr>
            <a:r>
              <a:t>D:/pasar_fix/node_modules/.bun/@swc+helpers@0.5.23/node_modules/@swc/helpers/_/_class_check_private_static_access/package.json</a:t>
            </a:r>
          </a:p>
          <a:p>
            <a:pPr>
              <a:defRPr sz="1200"/>
            </a:pPr>
            <a:r>
              <a:t>D:/pasar_fix/node_modules/.bun/@swc+helpers@0.5.23/node_modules/@swc/helpers/_/_class_check_private_static_field_descriptor/package.json</a:t>
            </a:r>
          </a:p>
          <a:p>
            <a:pPr>
              <a:defRPr sz="1200"/>
            </a:pPr>
            <a:r>
              <a:t>D:/pasar_fix/node_modules/.bun/@swc+helpers@0.5.23/node_modules/@swc/helpers/_/_class_extract_field_descriptor/package.json</a:t>
            </a:r>
          </a:p>
          <a:p>
            <a:pPr>
              <a:defRPr sz="1200"/>
            </a:pPr>
            <a:r>
              <a:t>D:/pasar_fix/node_modules/.bun/@swc+helpers@0.5.23/node_modules/@swc/helpers/_/_class_name_tdz_error/package.json</a:t>
            </a:r>
          </a:p>
          <a:p>
            <a:pPr>
              <a:defRPr sz="1200"/>
            </a:pPr>
            <a:r>
              <a:t>D:/pasar_fix/node_modules/.bun/@swc+helpers@0.5.23/node_modules/@swc/helpers/_/_class_private_field_destructure/package.json</a:t>
            </a:r>
          </a:p>
          <a:p>
            <a:pPr>
              <a:defRPr sz="1200"/>
            </a:pPr>
            <a:r>
              <a:t>D:/pasar_fix/node_modules/.bun/@swc+helpers@0.5.23/node_modules/@swc/helpers/_/_class_private_field_get/package.json</a:t>
            </a:r>
          </a:p>
          <a:p>
            <a:pPr>
              <a:defRPr sz="1200"/>
            </a:pPr>
            <a:r>
              <a:t>D:/pasar_fix/node_modules/.bun/@swc+helpers@0.5.23/node_modules/@swc/helpers/_/_class_private_field_init/package.json</a:t>
            </a:r>
          </a:p>
          <a:p>
            <a:pPr>
              <a:defRPr sz="1200"/>
            </a:pPr>
            <a:r>
              <a:t>D:/pasar_fix/node_modules/.bun/@swc+helpers@0.5.23/node_modules/@swc/helpers/_/_class_private_field_loose_base/package.json</a:t>
            </a:r>
          </a:p>
          <a:p>
            <a:pPr>
              <a:defRPr sz="1200"/>
            </a:pPr>
            <a:r>
              <a:t>D:/pasar_fix/node_modules/.bun/@swc+helpers@0.5.23/node_modules/@swc/helpers/_/_class_private_field_loose_key/package.json</a:t>
            </a:r>
          </a:p>
          <a:p>
            <a:pPr>
              <a:defRPr sz="1200"/>
            </a:pPr>
            <a:r>
              <a:t>D:/pasar_fix/node_modules/.bun/@swc+helpers@0.5.23/node_modules/@swc/helpers/_/_class_private_field_set/package.json</a:t>
            </a:r>
          </a:p>
          <a:p>
            <a:pPr>
              <a:defRPr sz="1200"/>
            </a:pPr>
            <a:r>
              <a:t>D:/pasar_fix/node_modules/.bun/@swc+helpers@0.5.23/node_modules/@swc/helpers/_/_class_private_field_update/package.json</a:t>
            </a:r>
          </a:p>
          <a:p>
            <a:pPr>
              <a:defRPr sz="1200"/>
            </a:pPr>
            <a:r>
              <a:t>D:/pasar_fix/node_modules/.bun/@swc+helpers@0.5.23/node_modules/@swc/helpers/_/_class_private_method_get/package.json</a:t>
            </a:r>
          </a:p>
          <a:p>
            <a:pPr>
              <a:defRPr sz="1200"/>
            </a:pPr>
            <a:r>
              <a:t>D:/pasar_fix/node_modules/.bun/@swc+helpers@0.5.23/node_modules/@swc/helpers/_/_class_private_method_init/package.json</a:t>
            </a:r>
          </a:p>
          <a:p>
            <a:pPr>
              <a:defRPr sz="1200"/>
            </a:pPr>
            <a:r>
              <a:t>D:/pasar_fix/node_modules/.bun/@swc+helpers@0.5.23/node_modules/@swc/helpers/_/_class_private_method_set/package.json</a:t>
            </a:r>
          </a:p>
          <a:p>
            <a:pPr>
              <a:defRPr sz="1200"/>
            </a:pPr>
            <a:r>
              <a:t>D:/pasar_fix/node_modules/.bun/@swc+helpers@0.5.23/node_modules/@swc/helpers/_/_class_static_private_field_destructure/package.json</a:t>
            </a:r>
          </a:p>
          <a:p>
            <a:pPr>
              <a:defRPr sz="1200"/>
            </a:pPr>
            <a:r>
              <a:t>D:/pasar_fix/node_modules/.bun/@swc+helpers@0.5.23/node_modules/@swc/helpers/_/_class_static_private_field_spec_get/package.json</a:t>
            </a:r>
          </a:p>
          <a:p>
            <a:pPr>
              <a:defRPr sz="1200"/>
            </a:pPr>
            <a:r>
              <a:t>D:/pasar_fix/node_modules/.bun/@swc+helpers@0.5.23/node_modules/@swc/helpers/_/_class_static_private_field_spec_set/package.json</a:t>
            </a:r>
          </a:p>
          <a:p>
            <a:pPr>
              <a:defRPr sz="1200"/>
            </a:pPr>
            <a:r>
              <a:t>D:/pasar_fix/node_modules/.bun/@swc+helpers@0.5.23/node_modules/@swc/helpers/_/_class_static_private_field_update/package.json</a:t>
            </a:r>
          </a:p>
          <a:p>
            <a:pPr>
              <a:defRPr sz="1200"/>
            </a:pPr>
            <a:r>
              <a:t>D:/pasar_fix/node_modules/.bun/@swc+helpers@0.5.23/node_modules/@swc/helpers/_/_class_static_private_method_get/package.json</a:t>
            </a:r>
          </a:p>
          <a:p>
            <a:pPr>
              <a:defRPr sz="1200"/>
            </a:pPr>
            <a:r>
              <a:t>D:/pasar_fix/node_modules/.bun/@swc+helpers@0.5.23/node_modules/@swc/helpers/_/_construct/package.json</a:t>
            </a:r>
          </a:p>
          <a:p>
            <a:pPr>
              <a:defRPr sz="1200"/>
            </a:pPr>
            <a:r>
              <a:t>D:/pasar_fix/node_modules/.bun/@swc+helpers@0.5.23/node_modules/@swc/helpers/_/_create_class/package.json</a:t>
            </a:r>
          </a:p>
          <a:p>
            <a:pPr>
              <a:defRPr sz="1200"/>
            </a:pPr>
            <a:r>
              <a:t>D:/pasar_fix/node_modules/.bun/@swc+helpers@0.5.23/node_modules/@swc/helpers/_/_create_for_of_iterator_helper_loose/package.json</a:t>
            </a:r>
          </a:p>
          <a:p>
            <a:pPr>
              <a:defRPr sz="1200"/>
            </a:pPr>
            <a:r>
              <a:t>D:/pasar_fix/node_modules/.bun/@swc+helpers@0.5.23/node_modules/@swc/helpers/_/_create_super/package.json</a:t>
            </a:r>
          </a:p>
          <a:p>
            <a:pPr>
              <a:defRPr sz="1200"/>
            </a:pPr>
            <a:r>
              <a:t>D:/pasar_fix/node_modules/.bun/@swc+helpers@0.5.23/node_modules/@swc/helpers/_/_decorate/package.json</a:t>
            </a:r>
          </a:p>
          <a:p>
            <a:pPr>
              <a:defRPr sz="1200"/>
            </a:pPr>
            <a:r>
              <a:t>D:/pasar_fix/node_modules/.bun/@swc+helpers@0.5.23/node_modules/@swc/helpers/_/_defaults/package.json</a:t>
            </a:r>
          </a:p>
          <a:p>
            <a:pPr>
              <a:defRPr sz="1200"/>
            </a:pPr>
            <a:r>
              <a:t>D:/pasar_fix/node_modules/.bun/@swc+helpers@0.5.23/node_modules/@swc/helpers/_/_define_enumerable_properties/package.json</a:t>
            </a:r>
          </a:p>
          <a:p>
            <a:pPr>
              <a:defRPr sz="1200"/>
            </a:pPr>
            <a:r>
              <a:t>D:/pasar_fix/node_modules/.bun/@swc+helpers@0.5.23/node_modules/@swc/helpers/_/_define_property/package.json</a:t>
            </a:r>
          </a:p>
          <a:p>
            <a:pPr>
              <a:defRPr sz="1200"/>
            </a:pPr>
            <a:r>
              <a:t>D:/pasar_fix/node_modules/.bun/@swc+helpers@0.5.23/node_modules/@swc/helpers/_/_dispose/package.json</a:t>
            </a:r>
          </a:p>
          <a:p>
            <a:pPr>
              <a:defRPr sz="1200"/>
            </a:pPr>
            <a:r>
              <a:t>D:/pasar_fix/node_modules/.bun/@swc+helpers@0.5.23/node_modules/@swc/helpers/_/_export_star/package.json</a:t>
            </a:r>
          </a:p>
          <a:p>
            <a:pPr>
              <a:defRPr sz="1200"/>
            </a:pPr>
            <a:r>
              <a:t>D:/pasar_fix/node_modules/.bun/@swc+helpers@0.5.23/node_modules/@swc/helpers/_/_extends/package.json</a:t>
            </a:r>
          </a:p>
          <a:p>
            <a:pPr>
              <a:defRPr sz="1200"/>
            </a:pPr>
            <a:r>
              <a:t>D:/pasar_fix/node_modules/.bun/@swc+helpers@0.5.23/node_modules/@swc/helpers/_/_get/package.json</a:t>
            </a:r>
          </a:p>
          <a:p>
            <a:pPr>
              <a:defRPr sz="1200"/>
            </a:pPr>
            <a:r>
              <a:t>D:/pasar_fix/node_modules/.bun/@swc+helpers@0.5.23/node_modules/@swc/helpers/_/_get_prototype_of/package.json</a:t>
            </a:r>
          </a:p>
          <a:p>
            <a:pPr>
              <a:defRPr sz="1200"/>
            </a:pPr>
            <a:r>
              <a:t>D:/pasar_fix/node_modules/.bun/@swc+helpers@0.5.23/node_modules/@swc/helpers/_/_identity/package.json</a:t>
            </a:r>
          </a:p>
          <a:p>
            <a:pPr>
              <a:defRPr sz="1200"/>
            </a:pPr>
            <a:r>
              <a:t>D:/pasar_fix/node_modules/.bun/@swc+helpers@0.5.23/node_modules/@swc/helpers/_/_inherits/package.json</a:t>
            </a:r>
          </a:p>
          <a:p>
            <a:pPr>
              <a:defRPr sz="1200"/>
            </a:pPr>
            <a:r>
              <a:t>D:/pasar_fix/node_modules/.bun/@swc+helpers@0.5.23/node_modules/@swc/helpers/_/_inherits_loose/package.json</a:t>
            </a:r>
          </a:p>
          <a:p>
            <a:pPr>
              <a:defRPr sz="1200"/>
            </a:pPr>
            <a:r>
              <a:t>D:/pasar_fix/node_modules/.bun/@swc+helpers@0.5.23/node_modules/@swc/helpers/_/_initializer_define_property/package.json</a:t>
            </a:r>
          </a:p>
          <a:p>
            <a:pPr>
              <a:defRPr sz="1200"/>
            </a:pPr>
            <a:r>
              <a:t>D:/pasar_fix/node_modules/.bun/@swc+helpers@0.5.23/node_modules/@swc/helpers/_/_initializer_warning_helper/package.json</a:t>
            </a:r>
          </a:p>
          <a:p>
            <a:pPr>
              <a:defRPr sz="1200"/>
            </a:pPr>
            <a:r>
              <a:t>D:/pasar_fix/node_modules/.bun/@swc+helpers@0.5.23/node_modules/@swc/helpers/_/_instanceof/package.json</a:t>
            </a:r>
          </a:p>
          <a:p>
            <a:pPr>
              <a:defRPr sz="1200"/>
            </a:pPr>
            <a:r>
              <a:t>D:/pasar_fix/node_modules/.bun/@swc+helpers@0.5.23/node_modules/@swc/helpers/_/_interop_require_default/package.json</a:t>
            </a:r>
          </a:p>
          <a:p>
            <a:pPr>
              <a:defRPr sz="1200"/>
            </a:pPr>
            <a:r>
              <a:t>D:/pasar_fix/node_modules/.bun/@swc+helpers@0.5.23/node_modules/@swc/helpers/_/_interop_require_wildcard/package.json</a:t>
            </a:r>
          </a:p>
          <a:p>
            <a:pPr>
              <a:defRPr sz="1200"/>
            </a:pPr>
            <a:r>
              <a:t>D:/pasar_fix/node_modules/.bun/@swc+helpers@0.5.23/node_modules/@swc/helpers/_/_is_native_function/package.json</a:t>
            </a:r>
          </a:p>
          <a:p>
            <a:pPr>
              <a:defRPr sz="1200"/>
            </a:pPr>
            <a:r>
              <a:t>D:/pasar_fix/node_modules/.bun/@swc+helpers@0.5.23/node_modules/@swc/helpers/_/_is_native_reflect_construct/package.json</a:t>
            </a:r>
          </a:p>
          <a:p>
            <a:pPr>
              <a:defRPr sz="1200"/>
            </a:pPr>
            <a:r>
              <a:t>D:/pasar_fix/node_modules/.bun/@swc+helpers@0.5.23/node_modules/@swc/helpers/_/_iterable_to_array/package.json</a:t>
            </a:r>
          </a:p>
          <a:p>
            <a:pPr>
              <a:defRPr sz="1200"/>
            </a:pPr>
            <a:r>
              <a:t>D:/pasar_fix/node_modules/.bun/@swc+helpers@0.5.23/node_modules/@swc/helpers/_/_iterable_to_array_limit/package.json</a:t>
            </a:r>
          </a:p>
          <a:p>
            <a:pPr>
              <a:defRPr sz="1200"/>
            </a:pPr>
            <a:r>
              <a:t>D:/pasar_fix/node_modules/.bun/@swc+helpers@0.5.23/node_modules/@swc/helpers/_/_iterable_to_array_limit_loose/package.json</a:t>
            </a:r>
          </a:p>
          <a:p>
            <a:pPr>
              <a:defRPr sz="1200"/>
            </a:pPr>
            <a:r>
              <a:t>D:/pasar_fix/node_modules/.bun/@swc+helpers@0.5.23/node_modules/@swc/helpers/_/_jsx/package.json</a:t>
            </a:r>
          </a:p>
          <a:p>
            <a:pPr>
              <a:defRPr sz="1200"/>
            </a:pPr>
            <a:r>
              <a:t>D:/pasar_fix/node_modules/.bun/@swc+helpers@0.5.23/node_modules/@swc/helpers/_/_new_arrow_check/package.json</a:t>
            </a:r>
          </a:p>
          <a:p>
            <a:pPr>
              <a:defRPr sz="1200"/>
            </a:pPr>
            <a:r>
              <a:t>D:/pasar_fix/node_modules/.bun/@swc+helpers@0.5.23/node_modules/@swc/helpers/_/_non_iterable_rest/package.json</a:t>
            </a:r>
          </a:p>
          <a:p>
            <a:pPr>
              <a:defRPr sz="1200"/>
            </a:pPr>
            <a:r>
              <a:t>D:/pasar_fix/node_modules/.bun/@swc+helpers@0.5.23/node_modules/@swc/helpers/_/_non_iterable_spread/package.json</a:t>
            </a:r>
          </a:p>
          <a:p>
            <a:pPr>
              <a:defRPr sz="1200"/>
            </a:pPr>
            <a:r>
              <a:t>D:/pasar_fix/node_modules/.bun/@swc+helpers@0.5.23/node_modules/@swc/helpers/_/_object_destructuring_empty/package.json</a:t>
            </a:r>
          </a:p>
          <a:p>
            <a:pPr>
              <a:defRPr sz="1200"/>
            </a:pPr>
            <a:r>
              <a:t>D:/pasar_fix/node_modules/.bun/@swc+helpers@0.5.23/node_modules/@swc/helpers/_/_object_spread/package.json</a:t>
            </a:r>
          </a:p>
          <a:p>
            <a:pPr>
              <a:defRPr sz="1200"/>
            </a:pPr>
            <a:r>
              <a:t>D:/pasar_fix/node_modules/.bun/@swc+helpers@0.5.23/node_modules/@swc/helpers/_/_object_spread_props/package.json</a:t>
            </a:r>
          </a:p>
          <a:p>
            <a:pPr>
              <a:defRPr sz="1200"/>
            </a:pPr>
            <a:r>
              <a:t>D:/pasar_fix/node_modules/.bun/@swc+helpers@0.5.23/node_modules/@swc/helpers/_/_object_without_properties/package.json</a:t>
            </a:r>
          </a:p>
          <a:p>
            <a:pPr>
              <a:defRPr sz="1200"/>
            </a:pPr>
            <a:r>
              <a:t>D:/pasar_fix/node_modules/.bun/@swc+helpers@0.5.23/node_modules/@swc/helpers/_/_object_without_properties_loose/package.json</a:t>
            </a:r>
          </a:p>
          <a:p>
            <a:pPr>
              <a:defRPr sz="1200"/>
            </a:pPr>
            <a:r>
              <a:t>D:/pasar_fix/node_modules/.bun/@swc+helpers@0.5.23/node_modules/@swc/helpers/_/_overload_yield/package.json</a:t>
            </a:r>
          </a:p>
          <a:p>
            <a:pPr>
              <a:defRPr sz="1200"/>
            </a:pPr>
            <a:r>
              <a:t>D:/pasar_fix/node_modules/.bun/@swc+helpers@0.5.23/node_modules/@swc/helpers/_/_possible_constructor_return/package.json</a:t>
            </a:r>
          </a:p>
          <a:p>
            <a:pPr>
              <a:defRPr sz="1200"/>
            </a:pPr>
            <a:r>
              <a:t>D:/pasar_fix/node_modules/.bun/@swc+helpers@0.5.23/node_modules/@swc/helpers/_/_read_only_error/package.json</a:t>
            </a:r>
          </a:p>
          <a:p>
            <a:pPr>
              <a:defRPr sz="1200"/>
            </a:pPr>
            <a:r>
              <a:t>D:/pasar_fix/node_modules/.bun/@swc+helpers@0.5.23/node_modules/@swc/helpers/_/_set/package.json</a:t>
            </a:r>
          </a:p>
          <a:p>
            <a:pPr>
              <a:defRPr sz="1200"/>
            </a:pPr>
            <a:r>
              <a:t>D:/pasar_fix/node_modules/.bun/@swc+helpers@0.5.23/node_modules/@swc/helpers/_/_set_prototype_of/package.json</a:t>
            </a:r>
          </a:p>
          <a:p>
            <a:pPr>
              <a:defRPr sz="1200"/>
            </a:pPr>
            <a:r>
              <a:t>D:/pasar_fix/node_modules/.bun/@swc+helpers@0.5.23/node_modules/@swc/helpers/_/_skip_first_generator_next/package.json</a:t>
            </a:r>
          </a:p>
          <a:p>
            <a:pPr>
              <a:defRPr sz="1200"/>
            </a:pPr>
            <a:r>
              <a:t>D:/pasar_fix/node_modules/.bun/@swc+helpers@0.5.23/node_modules/@swc/helpers/_/_sliced_to_array/package.json</a:t>
            </a:r>
          </a:p>
          <a:p>
            <a:pPr>
              <a:defRPr sz="1200"/>
            </a:pPr>
            <a:r>
              <a:t>D:/pasar_fix/node_modules/.bun/@swc+helpers@0.5.23/node_modules/@swc/helpers/_/_sliced_to_array_loose/package.json</a:t>
            </a:r>
          </a:p>
          <a:p>
            <a:pPr>
              <a:defRPr sz="1200"/>
            </a:pPr>
            <a:r>
              <a:t>D:/pasar_fix/node_modules/.bun/@swc+helpers@0.5.23/node_modules/@swc/helpers/_/_super_prop_base/package.json</a:t>
            </a:r>
          </a:p>
          <a:p>
            <a:pPr>
              <a:defRPr sz="1200"/>
            </a:pPr>
            <a:r>
              <a:t>D:/pasar_fix/node_modules/.bun/@swc+helpers@0.5.23/node_modules/@swc/helpers/_/_tagged_template_literal/package.json</a:t>
            </a:r>
          </a:p>
          <a:p>
            <a:pPr>
              <a:defRPr sz="1200"/>
            </a:pPr>
            <a:r>
              <a:t>D:/pasar_fix/node_modules/.bun/@swc+helpers@0.5.23/node_modules/@swc/helpers/_/_tagged_template_literal_loose/package.json</a:t>
            </a:r>
          </a:p>
          <a:p>
            <a:pPr>
              <a:defRPr sz="1200"/>
            </a:pPr>
            <a:r>
              <a:t>D:/pasar_fix/node_modules/.bun/@swc+helpers@0.5.23/node_modules/@swc/helpers/_/_throw/package.json</a:t>
            </a:r>
          </a:p>
          <a:p>
            <a:pPr>
              <a:defRPr sz="1200"/>
            </a:pPr>
            <a:r>
              <a:t>D:/pasar_fix/node_modules/.bun/@swc+helpers@0.5.23/node_modules/@swc/helpers/_/_to_array/package.json</a:t>
            </a:r>
          </a:p>
          <a:p>
            <a:pPr>
              <a:defRPr sz="1200"/>
            </a:pPr>
            <a:r>
              <a:t>D:/pasar_fix/node_modules/.bun/@swc+helpers@0.5.23/node_modules/@swc/helpers/_/_to_consumable_array/package.json</a:t>
            </a:r>
          </a:p>
          <a:p>
            <a:pPr>
              <a:defRPr sz="1200"/>
            </a:pPr>
            <a:r>
              <a:t>D:/pasar_fix/node_modules/.bun/@swc+helpers@0.5.23/node_modules/@swc/helpers/_/_to_primitive/package.json</a:t>
            </a:r>
          </a:p>
          <a:p>
            <a:pPr>
              <a:defRPr sz="1200"/>
            </a:pPr>
            <a:r>
              <a:t>D:/pasar_fix/node_modules/.bun/@swc+helpers@0.5.23/node_modules/@swc/helpers/_/_to_property_key/package.json</a:t>
            </a:r>
          </a:p>
          <a:p>
            <a:pPr>
              <a:defRPr sz="1200"/>
            </a:pPr>
            <a:r>
              <a:t>D:/pasar_fix/node_modules/.bun/@swc+helpers@0.5.23/node_modules/@swc/helpers/_/_ts_add_disposable_resource/package.json</a:t>
            </a:r>
          </a:p>
          <a:p>
            <a:pPr>
              <a:defRPr sz="1200"/>
            </a:pPr>
            <a:r>
              <a:t>D:/pasar_fix/node_modules/.bun/@swc+helpers@0.5.23/node_modules/@swc/helpers/_/_ts_decorate/package.json</a:t>
            </a:r>
          </a:p>
          <a:p>
            <a:pPr>
              <a:defRPr sz="1200"/>
            </a:pPr>
            <a:r>
              <a:t>D:/pasar_fix/node_modules/.bun/@swc+helpers@0.5.23/node_modules/@swc/helpers/_/_ts_dispose_resources/package.json</a:t>
            </a:r>
          </a:p>
          <a:p>
            <a:pPr>
              <a:defRPr sz="1200"/>
            </a:pPr>
            <a:r>
              <a:t>D:/pasar_fix/node_modules/.bun/@swc+helpers@0.5.23/node_modules/@swc/helpers/_/_ts_generator/package.json</a:t>
            </a:r>
          </a:p>
          <a:p>
            <a:pPr>
              <a:defRPr sz="1200"/>
            </a:pPr>
            <a:r>
              <a:t>D:/pasar_fix/node_modules/.bun/@swc+helpers@0.5.23/node_modules/@swc/helpers/_/_ts_metadata/package.json</a:t>
            </a:r>
          </a:p>
          <a:p>
            <a:pPr>
              <a:defRPr sz="1200"/>
            </a:pPr>
            <a:r>
              <a:t>D:/pasar_fix/node_modules/.bun/@swc+helpers@0.5.23/node_modules/@swc/helpers/_/_ts_param/package.json</a:t>
            </a:r>
          </a:p>
          <a:p>
            <a:pPr>
              <a:defRPr sz="1200"/>
            </a:pPr>
            <a:r>
              <a:t>D:/pasar_fix/node_modules/.bun/@swc+helpers@0.5.23/node_modules/@swc/helpers/_/_ts_rewrite_relative_import_extension/package.json</a:t>
            </a:r>
          </a:p>
          <a:p>
            <a:pPr>
              <a:defRPr sz="1200"/>
            </a:pPr>
            <a:r>
              <a:t>D:/pasar_fix/node_modules/.bun/@swc+helpers@0.5.23/node_modules/@swc/helpers/_/_ts_values/package.json</a:t>
            </a:r>
          </a:p>
          <a:p>
            <a:pPr>
              <a:defRPr sz="1200"/>
            </a:pPr>
            <a:r>
              <a:t>D:/pasar_fix/node_modules/.bun/@swc+helpers@0.5.23/node_modules/@swc/helpers/_/_type_of/package.json</a:t>
            </a:r>
          </a:p>
          <a:p>
            <a:pPr>
              <a:defRPr sz="1200"/>
            </a:pPr>
            <a:r>
              <a:t>D:/pasar_fix/node_modules/.bun/@swc+helpers@0.5.23/node_modules/@swc/helpers/_/_unsupported_iterable_to_array/package.json</a:t>
            </a:r>
          </a:p>
          <a:p>
            <a:pPr>
              <a:defRPr sz="1200"/>
            </a:pPr>
            <a:r>
              <a:t>D:/pasar_fix/node_modules/.bun/@swc+helpers@0.5.23/node_modules/@swc/helpers/_/_update/package.json</a:t>
            </a:r>
          </a:p>
          <a:p>
            <a:pPr>
              <a:defRPr sz="1200"/>
            </a:pPr>
            <a:r>
              <a:t>D:/pasar_fix/node_modules/.bun/@swc+helpers@0.5.23/node_modules/@swc/helpers/_/_using/package.json</a:t>
            </a:r>
          </a:p>
          <a:p>
            <a:pPr>
              <a:defRPr sz="1200"/>
            </a:pPr>
            <a:r>
              <a:t>D:/pasar_fix/node_modules/.bun/@swc+helpers@0.5.23/node_modules/@swc/helpers/_/_using_ctx/package.json</a:t>
            </a:r>
          </a:p>
          <a:p>
            <a:pPr>
              <a:defRPr sz="1200"/>
            </a:pPr>
            <a:r>
              <a:t>D:/pasar_fix/node_modules/.bun/@swc+helpers@0.5.23/node_modules/@swc/helpers/_/_wrap_async_generator/package.json</a:t>
            </a:r>
          </a:p>
          <a:p>
            <a:pPr>
              <a:defRPr sz="1200"/>
            </a:pPr>
            <a:r>
              <a:t>D:/pasar_fix/node_modules/.bun/@swc+helpers@0.5.23/node_modules/@swc/helpers/_/_wrap_native_super/package.json</a:t>
            </a:r>
          </a:p>
          <a:p>
            <a:pPr>
              <a:defRPr sz="1200"/>
            </a:pPr>
            <a:r>
              <a:t>D:/pasar_fix/node_modules/.bun/@swc+helpers@0.5.23/node_modules/@swc/helpers/_/_wrap_reg_exp/package.json</a:t>
            </a:r>
          </a:p>
          <a:p>
            <a:pPr>
              <a:defRPr sz="1200"/>
            </a:pPr>
            <a:r>
              <a:t>D:/pasar_fix/node_modules/.bun/@swc+helpers@0.5.23/node_modules/@swc/helpers/_/_write_only_error/package.json</a:t>
            </a:r>
          </a:p>
          <a:p>
            <a:pPr>
              <a:defRPr sz="1200"/>
            </a:pPr>
            <a:r>
              <a:t>D:/pasar_fix/node_modules/.bun/@t3-oss+env-core@0.12.0+0c71809567a8ae76/node_modules/.bin/tsc.bunx</a:t>
            </a:r>
          </a:p>
          <a:p>
            <a:pPr>
              <a:defRPr sz="1200"/>
            </a:pPr>
            <a:r>
              <a:t>D:/pasar_fix/node_modules/.bun/@t3-oss+env-core@0.12.0+0c71809567a8ae76/node_modules/.bin/tsc.exe</a:t>
            </a:r>
          </a:p>
          <a:p>
            <a:pPr>
              <a:defRPr sz="1200"/>
            </a:pPr>
            <a:r>
              <a:t>D:/pasar_fix/node_modules/.bun/@t3-oss+env-core@0.12.0+0c71809567a8ae76/node_modules/.bin/tsserver.bunx</a:t>
            </a:r>
          </a:p>
          <a:p>
            <a:pPr>
              <a:defRPr sz="1200"/>
            </a:pPr>
            <a:r>
              <a:t>D:/pasar_fix/node_modules/.bun/@t3-oss+env-core@0.12.0+0c71809567a8ae76/node_modules/.bin/tsserver.exe</a:t>
            </a:r>
          </a:p>
          <a:p>
            <a:pPr>
              <a:defRPr sz="1200"/>
            </a:pPr>
            <a:r>
              <a:t>D:/pasar_fix/node_modules/.bun/@t3-oss+env-core@0.12.0+0c71809567a8ae76/node_modules/@t3-oss/env-core/package.json</a:t>
            </a:r>
          </a:p>
          <a:p>
            <a:pPr>
              <a:defRPr sz="1200"/>
            </a:pPr>
            <a:r>
              <a:t>D:/pasar_fix/node_modules/.bun/@t3-oss+env-core@0.12.0+0c71809567a8ae76/node_modules/@t3-oss/env-core/dist/index.d.ts</a:t>
            </a:r>
          </a:p>
          <a:p>
            <a:pPr>
              <a:defRPr sz="1200"/>
            </a:pPr>
            <a:r>
              <a:t>D:/pasar_fix/node_modules/.bun/@t3-oss+env-core@0.12.0+0c71809567a8ae76/node_modules/@t3-oss/env-core/dist/index.js</a:t>
            </a:r>
          </a:p>
          <a:p>
            <a:pPr>
              <a:defRPr sz="1200"/>
            </a:pPr>
            <a:r>
              <a:t>D:/pasar_fix/node_modules/.bun/@t3-oss+env-core@0.12.0+0c71809567a8ae76/node_modules/@t3-oss/env-core/dist/presets-valibot.d.ts</a:t>
            </a:r>
          </a:p>
          <a:p>
            <a:pPr>
              <a:defRPr sz="1200"/>
            </a:pPr>
            <a:r>
              <a:t>D:/pasar_fix/node_modules/.bun/@t3-oss+env-core@0.12.0+0c71809567a8ae76/node_modules/@t3-oss/env-core/dist/presets-valibot.js</a:t>
            </a:r>
          </a:p>
          <a:p>
            <a:pPr>
              <a:defRPr sz="1200"/>
            </a:pPr>
            <a:r>
              <a:t>D:/pasar_fix/node_modules/.bun/@t3-oss+env-core@0.12.0+0c71809567a8ae76/node_modules/@t3-oss/env-core/dist/presets-zod.d.ts</a:t>
            </a:r>
          </a:p>
          <a:p>
            <a:pPr>
              <a:defRPr sz="1200"/>
            </a:pPr>
            <a:r>
              <a:t>D:/pasar_fix/node_modules/.bun/@t3-oss+env-core@0.12.0+0c71809567a8ae76/node_modules/@t3-oss/env-core/dist/presets-zod.js</a:t>
            </a:r>
          </a:p>
          <a:p>
            <a:pPr>
              <a:defRPr sz="1200"/>
            </a:pPr>
            <a:r>
              <a:t>D:/pasar_fix/node_modules/.bun/@tailwindcss+node@4.3.0/node_modules/.bin/jiti.bunx</a:t>
            </a:r>
          </a:p>
          <a:p>
            <a:pPr>
              <a:defRPr sz="1200"/>
            </a:pPr>
            <a:r>
              <a:t>D:/pasar_fix/node_modules/.bun/@tailwindcss+node@4.3.0/node_modules/.bin/jiti.exe</a:t>
            </a:r>
          </a:p>
          <a:p>
            <a:pPr>
              <a:defRPr sz="1200"/>
            </a:pPr>
            <a:r>
              <a:t>D:/pasar_fix/node_modules/.bun/@tailwindcss+node@4.3.0/node_modules/@tailwindcss/node/LICENSE</a:t>
            </a:r>
          </a:p>
          <a:p>
            <a:pPr>
              <a:defRPr sz="1200"/>
            </a:pPr>
            <a:r>
              <a:t>D:/pasar_fix/node_modules/.bun/@tailwindcss+node@4.3.0/node_modules/@tailwindcss/node/package.json</a:t>
            </a:r>
          </a:p>
          <a:p>
            <a:pPr>
              <a:defRPr sz="1200"/>
            </a:pPr>
            <a:r>
              <a:t>D:/pasar_fix/node_modules/.bun/@tailwindcss+node@4.3.0/node_modules/@tailwindcss/node/README.md</a:t>
            </a:r>
          </a:p>
          <a:p>
            <a:pPr>
              <a:defRPr sz="1200"/>
            </a:pPr>
            <a:r>
              <a:t>D:/pasar_fix/node_modules/.bun/@tailwindcss+node@4.3.0/node_modules/@tailwindcss/node/dist/esm-cache.loader.d.mts</a:t>
            </a:r>
          </a:p>
          <a:p>
            <a:pPr>
              <a:defRPr sz="1200"/>
            </a:pPr>
            <a:r>
              <a:t>D:/pasar_fix/node_modules/.bun/@tailwindcss+node@4.3.0/node_modules/@tailwindcss/node/dist/esm-cache.loader.mjs</a:t>
            </a:r>
          </a:p>
          <a:p>
            <a:pPr>
              <a:defRPr sz="1200"/>
            </a:pPr>
            <a:r>
              <a:t>D:/pasar_fix/node_modules/.bun/@tailwindcss+node@4.3.0/node_modules/@tailwindcss/node/dist/index.d.mts</a:t>
            </a:r>
          </a:p>
          <a:p>
            <a:pPr>
              <a:defRPr sz="1200"/>
            </a:pPr>
            <a:r>
              <a:t>D:/pasar_fix/node_modules/.bun/@tailwindcss+node@4.3.0/node_modules/@tailwindcss/node/dist/index.d.ts</a:t>
            </a:r>
          </a:p>
          <a:p>
            <a:pPr>
              <a:defRPr sz="1200"/>
            </a:pPr>
            <a:r>
              <a:t>D:/pasar_fix/node_modules/.bun/@tailwindcss+node@4.3.0/node_modules/@tailwindcss/node/dist/index.js</a:t>
            </a:r>
          </a:p>
          <a:p>
            <a:pPr>
              <a:defRPr sz="1200"/>
            </a:pPr>
            <a:r>
              <a:t>D:/pasar_fix/node_modules/.bun/@tailwindcss+node@4.3.0/node_modules/@tailwindcss/node/dist/index.mjs</a:t>
            </a:r>
          </a:p>
          <a:p>
            <a:pPr>
              <a:defRPr sz="1200"/>
            </a:pPr>
            <a:r>
              <a:t>D:/pasar_fix/node_modules/.bun/@tailwindcss+node@4.3.0/node_modules/@tailwindcss/node/dist/require-cache.d.ts</a:t>
            </a:r>
          </a:p>
          <a:p>
            <a:pPr>
              <a:defRPr sz="1200"/>
            </a:pPr>
            <a:r>
              <a:t>D:/pasar_fix/node_modules/.bun/@tailwindcss+node@4.3.0/node_modules/@tailwindcss/node/dist/require-cache.js</a:t>
            </a:r>
          </a:p>
          <a:p>
            <a:pPr>
              <a:defRPr sz="1200"/>
            </a:pPr>
            <a:r>
              <a:t>D:/pasar_fix/node_modules/.bun/@tailwindcss+oxide-win32-x64-msvc@4.3.0/node_modules/@tailwindcss/oxide-win32-x64-msvc/LICENSE</a:t>
            </a:r>
          </a:p>
          <a:p>
            <a:pPr>
              <a:defRPr sz="1200"/>
            </a:pPr>
            <a:r>
              <a:t>D:/pasar_fix/node_modules/.bun/@tailwindcss+oxide-win32-x64-msvc@4.3.0/node_modules/@tailwindcss/oxide-win32-x64-msvc/package.json</a:t>
            </a:r>
          </a:p>
          <a:p>
            <a:pPr>
              <a:defRPr sz="1200"/>
            </a:pPr>
            <a:r>
              <a:t>D:/pasar_fix/node_modules/.bun/@tailwindcss+oxide-win32-x64-msvc@4.3.0/node_modules/@tailwindcss/oxide-win32-x64-msvc/README.md</a:t>
            </a:r>
          </a:p>
          <a:p>
            <a:pPr>
              <a:defRPr sz="1200"/>
            </a:pPr>
            <a:r>
              <a:t>D:/pasar_fix/node_modules/.bun/@tailwindcss+oxide-win32-x64-msvc@4.3.0/node_modules/@tailwindcss/oxide-win32-x64-msvc/tailwindcss-oxide.win32-x64-msvc.node</a:t>
            </a:r>
          </a:p>
          <a:p>
            <a:pPr>
              <a:defRPr sz="1200"/>
            </a:pPr>
            <a:r>
              <a:t>D:/pasar_fix/node_modules/.bun/@tailwindcss+oxide@4.3.0/node_modules/@tailwindcss/oxide/index.d.ts</a:t>
            </a:r>
          </a:p>
          <a:p>
            <a:pPr>
              <a:defRPr sz="1200"/>
            </a:pPr>
            <a:r>
              <a:t>D:/pasar_fix/node_modules/.bun/@tailwindcss+oxide@4.3.0/node_modules/@tailwindcss/oxide/index.js</a:t>
            </a:r>
          </a:p>
          <a:p>
            <a:pPr>
              <a:defRPr sz="1200"/>
            </a:pPr>
            <a:r>
              <a:t>D:/pasar_fix/node_modules/.bun/@tailwindcss+oxide@4.3.0/node_modules/@tailwindcss/oxide/LICENSE</a:t>
            </a:r>
          </a:p>
          <a:p>
            <a:pPr>
              <a:defRPr sz="1200"/>
            </a:pPr>
            <a:r>
              <a:t>D:/pasar_fix/node_modules/.bun/@tailwindcss+oxide@4.3.0/node_modules/@tailwindcss/oxide/package.json</a:t>
            </a:r>
          </a:p>
          <a:p>
            <a:pPr>
              <a:defRPr sz="1200"/>
            </a:pPr>
            <a:r>
              <a:t>D:/pasar_fix/node_modules/.bun/@tailwindcss+vite@4.3.0+ff94d3202a6adee4/node_modules/.bin/vite.bunx</a:t>
            </a:r>
          </a:p>
          <a:p>
            <a:pPr>
              <a:defRPr sz="1200"/>
            </a:pPr>
            <a:r>
              <a:t>D:/pasar_fix/node_modules/.bun/@tailwindcss+vite@4.3.0+ff94d3202a6adee4/node_modules/.bin/vite.exe</a:t>
            </a:r>
          </a:p>
          <a:p>
            <a:pPr>
              <a:defRPr sz="1200"/>
            </a:pPr>
            <a:r>
              <a:t>D:/pasar_fix/node_modules/.bun/@tailwindcss+vite@4.3.0+ff94d3202a6adee4/node_modules/@tailwindcss/vite/LICENSE</a:t>
            </a:r>
          </a:p>
          <a:p>
            <a:pPr>
              <a:defRPr sz="1200"/>
            </a:pPr>
            <a:r>
              <a:t>D:/pasar_fix/node_modules/.bun/@tailwindcss+vite@4.3.0+ff94d3202a6adee4/node_modules/@tailwindcss/vite/package.json</a:t>
            </a:r>
          </a:p>
          <a:p>
            <a:pPr>
              <a:defRPr sz="1200"/>
            </a:pPr>
            <a:r>
              <a:t>D:/pasar_fix/node_modules/.bun/@tailwindcss+vite@4.3.0+ff94d3202a6adee4/node_modules/@tailwindcss/vite/README.md</a:t>
            </a:r>
          </a:p>
          <a:p>
            <a:pPr>
              <a:defRPr sz="1200"/>
            </a:pPr>
            <a:r>
              <a:t>D:/pasar_fix/node_modules/.bun/@tailwindcss+vite@4.3.0+ff94d3202a6adee4/node_modules/@tailwindcss/vite/dist/index.d.mts</a:t>
            </a:r>
          </a:p>
          <a:p>
            <a:pPr>
              <a:defRPr sz="1200"/>
            </a:pPr>
            <a:r>
              <a:t>D:/pasar_fix/node_modules/.bun/@tailwindcss+vite@4.3.0+ff94d3202a6adee4/node_modules/@tailwindcss/vite/dist/index.mjs</a:t>
            </a:r>
          </a:p>
          <a:p>
            <a:pPr>
              <a:defRPr sz="1200"/>
            </a:pPr>
            <a:r>
              <a:t>D:/pasar_fix/node_modules/.bun/@tanstack+devtools-event-client@0.4.3/node_modules/.bin/intent.bunx</a:t>
            </a:r>
          </a:p>
          <a:p>
            <a:pPr>
              <a:defRPr sz="1200"/>
            </a:pPr>
            <a:r>
              <a:t>D:/pasar_fix/node_modules/.bun/@tanstack+devtools-event-client@0.4.3/node_modules/.bin/intent.exe</a:t>
            </a:r>
          </a:p>
          <a:p>
            <a:pPr>
              <a:defRPr sz="1200"/>
            </a:pPr>
            <a:r>
              <a:t>D:/pasar_fix/node_modules/.bun/@tanstack+devtools-event-client@0.4.3/node_modules/@tanstack/devtools-event-client/LICENSE</a:t>
            </a:r>
          </a:p>
          <a:p>
            <a:pPr>
              <a:defRPr sz="1200"/>
            </a:pPr>
            <a:r>
              <a:t>D:/pasar_fix/node_modules/.bun/@tanstack+devtools-event-client@0.4.3/node_modules/@tanstack/devtools-event-client/package.json</a:t>
            </a:r>
          </a:p>
          <a:p>
            <a:pPr>
              <a:defRPr sz="1200"/>
            </a:pPr>
            <a:r>
              <a:t>D:/pasar_fix/node_modules/.bun/@tanstack+devtools-event-client@0.4.3/node_modules/@tanstack/devtools-event-client/README.md</a:t>
            </a:r>
          </a:p>
          <a:p>
            <a:pPr>
              <a:defRPr sz="1200"/>
            </a:pPr>
            <a:r>
              <a:t>D:/pasar_fix/node_modules/.bun/@tanstack+devtools-event-client@0.4.3/node_modules/@tanstack/devtools-event-client/bin/intent.js</a:t>
            </a:r>
          </a:p>
          <a:p>
            <a:pPr>
              <a:defRPr sz="1200"/>
            </a:pPr>
            <a:r>
              <a:t>D:/pasar_fix/node_modules/.bun/@tanstack+devtools-event-client@0.4.3/node_modules/@tanstack/devtools-event-client/dist/cjs/index.cjs</a:t>
            </a:r>
          </a:p>
          <a:p>
            <a:pPr>
              <a:defRPr sz="1200"/>
            </a:pPr>
            <a:r>
              <a:t>D:/pasar_fix/node_modules/.bun/@tanstack+devtools-event-client@0.4.3/node_modules/@tanstack/devtools-event-client/dist/cjs/index.cjs.map</a:t>
            </a:r>
          </a:p>
          <a:p>
            <a:pPr>
              <a:defRPr sz="1200"/>
            </a:pPr>
            <a:r>
              <a:t>D:/pasar_fix/node_modules/.bun/@tanstack+devtools-event-client@0.4.3/node_modules/@tanstack/devtools-event-client/dist/cjs/index.d.cts</a:t>
            </a:r>
          </a:p>
          <a:p>
            <a:pPr>
              <a:defRPr sz="1200"/>
            </a:pPr>
            <a:r>
              <a:t>D:/pasar_fix/node_modules/.bun/@tanstack+devtools-event-client@0.4.3/node_modules/@tanstack/devtools-event-client/dist/cjs/plugin.cjs</a:t>
            </a:r>
          </a:p>
          <a:p>
            <a:pPr>
              <a:defRPr sz="1200"/>
            </a:pPr>
            <a:r>
              <a:t>D:/pasar_fix/node_modules/.bun/@tanstack+devtools-event-client@0.4.3/node_modules/@tanstack/devtools-event-client/dist/cjs/plugin.cjs.map</a:t>
            </a:r>
          </a:p>
          <a:p>
            <a:pPr>
              <a:defRPr sz="1200"/>
            </a:pPr>
            <a:r>
              <a:t>D:/pasar_fix/node_modules/.bun/@tanstack+devtools-event-client@0.4.3/node_modules/@tanstack/devtools-event-client/dist/cjs/plugin.d.cts</a:t>
            </a:r>
          </a:p>
          <a:p>
            <a:pPr>
              <a:defRPr sz="1200"/>
            </a:pPr>
            <a:r>
              <a:t>D:/pasar_fix/node_modules/.bun/@tanstack+devtools-event-client@0.4.3/node_modules/@tanstack/devtools-event-client/dist/esm/index.d.ts</a:t>
            </a:r>
          </a:p>
          <a:p>
            <a:pPr>
              <a:defRPr sz="1200"/>
            </a:pPr>
            <a:r>
              <a:t>D:/pasar_fix/node_modules/.bun/@tanstack+devtools-event-client@0.4.3/node_modules/@tanstack/devtools-event-client/dist/esm/index.js</a:t>
            </a:r>
          </a:p>
          <a:p>
            <a:pPr>
              <a:defRPr sz="1200"/>
            </a:pPr>
            <a:r>
              <a:t>D:/pasar_fix/node_modules/.bun/@tanstack+devtools-event-client@0.4.3/node_modules/@tanstack/devtools-event-client/dist/esm/index.js.map</a:t>
            </a:r>
          </a:p>
          <a:p>
            <a:pPr>
              <a:defRPr sz="1200"/>
            </a:pPr>
            <a:r>
              <a:t>D:/pasar_fix/node_modules/.bun/@tanstack+devtools-event-client@0.4.3/node_modules/@tanstack/devtools-event-client/dist/esm/plugin.d.ts</a:t>
            </a:r>
          </a:p>
          <a:p>
            <a:pPr>
              <a:defRPr sz="1200"/>
            </a:pPr>
            <a:r>
              <a:t>D:/pasar_fix/node_modules/.bun/@tanstack+devtools-event-client@0.4.3/node_modules/@tanstack/devtools-event-client/dist/esm/plugin.js</a:t>
            </a:r>
          </a:p>
          <a:p>
            <a:pPr>
              <a:defRPr sz="1200"/>
            </a:pPr>
            <a:r>
              <a:t>D:/pasar_fix/node_modules/.bun/@tanstack+devtools-event-client@0.4.3/node_modules/@tanstack/devtools-event-client/dist/esm/plugin.js.map</a:t>
            </a:r>
          </a:p>
          <a:p>
            <a:pPr>
              <a:defRPr sz="1200"/>
            </a:pPr>
            <a:r>
              <a:t>D:/pasar_fix/node_modules/.bun/@tanstack+devtools-event-client@0.4.3/node_modules/@tanstack/devtools-event-client/skills/devtools-bidirectional/SKILL.md</a:t>
            </a:r>
          </a:p>
          <a:p>
            <a:pPr>
              <a:defRPr sz="1200"/>
            </a:pPr>
            <a:r>
              <a:t>D:/pasar_fix/node_modules/.bun/@tanstack+devtools-event-client@0.4.3/node_modules/@tanstack/devtools-event-client/skills/devtools-event-client/SKILL.md</a:t>
            </a:r>
          </a:p>
          <a:p>
            <a:pPr>
              <a:defRPr sz="1200"/>
            </a:pPr>
            <a:r>
              <a:t>D:/pasar_fix/node_modules/.bun/@tanstack+devtools-event-client@0.4.3/node_modules/@tanstack/devtools-event-client/skills/devtools-instrumentation/SKILL.md</a:t>
            </a:r>
          </a:p>
          <a:p>
            <a:pPr>
              <a:defRPr sz="1200"/>
            </a:pPr>
            <a:r>
              <a:t>D:/pasar_fix/node_modules/.bun/@tanstack+devtools-event-client@0.4.3/node_modules/@tanstack/devtools-event-client/src/index.ts</a:t>
            </a:r>
          </a:p>
          <a:p>
            <a:pPr>
              <a:defRPr sz="1200"/>
            </a:pPr>
            <a:r>
              <a:t>D:/pasar_fix/node_modules/.bun/@tanstack+devtools-event-client@0.4.3/node_modules/@tanstack/devtools-event-client/src/plugin.ts</a:t>
            </a:r>
          </a:p>
          <a:p>
            <a:pPr>
              <a:defRPr sz="1200"/>
            </a:pPr>
            <a:r>
              <a:t>D:/pasar_fix/node_modules/.bun/@tanstack+directive-functions-plugin@1.131.2+ff94d3202a6adee4/node_modules/.bin/vite.bunx</a:t>
            </a:r>
          </a:p>
          <a:p>
            <a:pPr>
              <a:defRPr sz="1200"/>
            </a:pPr>
            <a:r>
              <a:t>D:/pasar_fix/node_modules/.bun/@tanstack+directive-functions-plugin@1.131.2+ff94d3202a6adee4/node_modules/.bin/vite.exe</a:t>
            </a:r>
          </a:p>
          <a:p>
            <a:pPr>
              <a:defRPr sz="1200"/>
            </a:pPr>
            <a:r>
              <a:t>D:/pasar_fix/node_modules/.bun/@tanstack+directive-functions-plugin@1.131.2+ff94d3202a6adee4/node_modules/@tanstack/directive-functions-plugin/LICENSE</a:t>
            </a:r>
          </a:p>
          <a:p>
            <a:pPr>
              <a:defRPr sz="1200"/>
            </a:pPr>
            <a:r>
              <a:t>D:/pasar_fix/node_modules/.bun/@tanstack+directive-functions-plugin@1.131.2+ff94d3202a6adee4/node_modules/@tanstack/directive-functions-plugin/package.json</a:t>
            </a:r>
          </a:p>
          <a:p>
            <a:pPr>
              <a:defRPr sz="1200"/>
            </a:pPr>
            <a:r>
              <a:t>D:/pasar_fix/node_modules/.bun/@tanstack+directive-functions-plugin@1.131.2+ff94d3202a6adee4/node_modules/@tanstack/directive-functions-plugin/README.md</a:t>
            </a:r>
          </a:p>
          <a:p>
            <a:pPr>
              <a:defRPr sz="1200"/>
            </a:pPr>
            <a:r>
              <a:t>D:/pasar_fix/node_modules/.bun/@tanstack+directive-functions-plugin@1.131.2+ff94d3202a6adee4/node_modules/@tanstack/directive-functions-plugin/dist/cjs/compilers.cjs</a:t>
            </a:r>
          </a:p>
          <a:p>
            <a:pPr>
              <a:defRPr sz="1200"/>
            </a:pPr>
            <a:r>
              <a:t>D:/pasar_fix/node_modules/.bun/@tanstack+directive-functions-plugin@1.131.2+ff94d3202a6adee4/node_modules/@tanstack/directive-functions-plugin/dist/cjs/compilers.cjs.map</a:t>
            </a:r>
          </a:p>
          <a:p>
            <a:pPr>
              <a:defRPr sz="1200"/>
            </a:pPr>
            <a:r>
              <a:t>D:/pasar_fix/node_modules/.bun/@tanstack+directive-functions-plugin@1.131.2+ff94d3202a6adee4/node_modules/@tanstack/directive-functions-plugin/dist/cjs/compilers.d.cts</a:t>
            </a:r>
          </a:p>
          <a:p>
            <a:pPr>
              <a:defRPr sz="1200"/>
            </a:pPr>
            <a:r>
              <a:t>D:/pasar_fix/node_modules/.bun/@tanstack+directive-functions-plugin@1.131.2+ff94d3202a6adee4/node_modules/@tanstack/directive-functions-plugin/dist/cjs/index.cjs</a:t>
            </a:r>
          </a:p>
          <a:p>
            <a:pPr>
              <a:defRPr sz="1200"/>
            </a:pPr>
            <a:r>
              <a:t>D:/pasar_fix/node_modules/.bun/@tanstack+directive-functions-plugin@1.131.2+ff94d3202a6adee4/node_modules/@tanstack/directive-functions-plugin/dist/cjs/index.cjs.map</a:t>
            </a:r>
          </a:p>
          <a:p>
            <a:pPr>
              <a:defRPr sz="1200"/>
            </a:pPr>
            <a:r>
              <a:t>D:/pasar_fix/node_modules/.bun/@tanstack+directive-functions-plugin@1.131.2+ff94d3202a6adee4/node_modules/@tanstack/directive-functions-plugin/dist/cjs/index.d.cts</a:t>
            </a:r>
          </a:p>
          <a:p>
            <a:pPr>
              <a:defRPr sz="1200"/>
            </a:pPr>
            <a:r>
              <a:t>D:/pasar_fix/node_modules/.bun/@tanstack+directive-functions-plugin@1.131.2+ff94d3202a6adee4/node_modules/@tanstack/directive-functions-plugin/dist/esm/compilers.d.ts</a:t>
            </a:r>
          </a:p>
          <a:p>
            <a:pPr>
              <a:defRPr sz="1200"/>
            </a:pPr>
            <a:r>
              <a:t>D:/pasar_fix/node_modules/.bun/@tanstack+directive-functions-plugin@1.131.2+ff94d3202a6adee4/node_modules/@tanstack/directive-functions-plugin/dist/esm/compilers.js</a:t>
            </a:r>
          </a:p>
          <a:p>
            <a:pPr>
              <a:defRPr sz="1200"/>
            </a:pPr>
            <a:r>
              <a:t>D:/pasar_fix/node_modules/.bun/@tanstack+directive-functions-plugin@1.131.2+ff94d3202a6adee4/node_modules/@tanstack/directive-functions-plugin/dist/esm/compilers.js.map</a:t>
            </a:r>
          </a:p>
          <a:p>
            <a:pPr>
              <a:defRPr sz="1200"/>
            </a:pPr>
            <a:r>
              <a:t>D:/pasar_fix/node_modules/.bun/@tanstack+directive-functions-plugin@1.131.2+ff94d3202a6adee4/node_modules/@tanstack/directive-functions-plugin/dist/esm/index.d.ts</a:t>
            </a:r>
          </a:p>
          <a:p>
            <a:pPr>
              <a:defRPr sz="1200"/>
            </a:pPr>
            <a:r>
              <a:t>D:/pasar_fix/node_modules/.bun/@tanstack+directive-functions-plugin@1.131.2+ff94d3202a6adee4/node_modules/@tanstack/directive-functions-plugin/dist/esm/index.js</a:t>
            </a:r>
          </a:p>
          <a:p>
            <a:pPr>
              <a:defRPr sz="1200"/>
            </a:pPr>
            <a:r>
              <a:t>D:/pasar_fix/node_modules/.bun/@tanstack+directive-functions-plugin@1.131.2+ff94d3202a6adee4/node_modules/@tanstack/directive-functions-plugin/dist/esm/index.js.map</a:t>
            </a:r>
          </a:p>
          <a:p>
            <a:pPr>
              <a:defRPr sz="1200"/>
            </a:pPr>
            <a:r>
              <a:t>D:/pasar_fix/node_modules/.bun/@tanstack+directive-functions-plugin@1.131.2+ff94d3202a6adee4/node_modules/@tanstack/directive-functions-plugin/src/compilers.ts</a:t>
            </a:r>
          </a:p>
          <a:p>
            <a:pPr>
              <a:defRPr sz="1200"/>
            </a:pPr>
            <a:r>
              <a:t>D:/pasar_fix/node_modules/.bun/@tanstack+directive-functions-plugin@1.131.2+ff94d3202a6adee4/node_modules/@tanstack/directive-functions-plugin/src/index.ts</a:t>
            </a:r>
          </a:p>
          <a:p>
            <a:pPr>
              <a:defRPr sz="1200"/>
            </a:pPr>
            <a:r>
              <a:t>D:/pasar_fix/node_modules/.bun/@tanstack+form-core@1.32.0/node_modules/.bin/intent.bunx</a:t>
            </a:r>
          </a:p>
          <a:p>
            <a:pPr>
              <a:defRPr sz="1200"/>
            </a:pPr>
            <a:r>
              <a:t>D:/pasar_fix/node_modules/.bun/@tanstack+form-core@1.32.0/node_modules/.bin/intent.exe</a:t>
            </a:r>
          </a:p>
          <a:p>
            <a:pPr>
              <a:defRPr sz="1200"/>
            </a:pPr>
            <a:r>
              <a:t>D:/pasar_fix/node_modules/.bun/@tanstack+form-core@1.32.0/node_modules/@tanstack/form-core/LICENSE</a:t>
            </a:r>
          </a:p>
          <a:p>
            <a:pPr>
              <a:defRPr sz="1200"/>
            </a:pPr>
            <a:r>
              <a:t>D:/pasar_fix/node_modules/.bun/@tanstack+form-core@1.32.0/node_modules/@tanstack/form-core/package.json</a:t>
            </a:r>
          </a:p>
          <a:p>
            <a:pPr>
              <a:defRPr sz="1200"/>
            </a:pPr>
            <a:r>
              <a:t>D:/pasar_fix/node_modules/.bun/@tanstack+form-core@1.32.0/node_modules/@tanstack/form-core/dist/cjs/EventClient.cjs</a:t>
            </a:r>
          </a:p>
          <a:p>
            <a:pPr>
              <a:defRPr sz="1200"/>
            </a:pPr>
            <a:r>
              <a:t>D:/pasar_fix/node_modules/.bun/@tanstack+form-core@1.32.0/node_modules/@tanstack/form-core/dist/cjs/EventClient.cjs.map</a:t>
            </a:r>
          </a:p>
          <a:p>
            <a:pPr>
              <a:defRPr sz="1200"/>
            </a:pPr>
            <a:r>
              <a:t>D:/pasar_fix/node_modules/.bun/@tanstack+form-core@1.32.0/node_modules/@tanstack/form-core/dist/cjs/EventClient.d.cts</a:t>
            </a:r>
          </a:p>
          <a:p>
            <a:pPr>
              <a:defRPr sz="1200"/>
            </a:pPr>
            <a:r>
              <a:t>D:/pasar_fix/node_modules/.bun/@tanstack+form-core@1.32.0/node_modules/@tanstack/form-core/dist/cjs/FieldApi.cjs</a:t>
            </a:r>
          </a:p>
          <a:p>
            <a:pPr>
              <a:defRPr sz="1200"/>
            </a:pPr>
            <a:r>
              <a:t>D:/pasar_fix/node_modules/.bun/@tanstack+form-core@1.32.0/node_modules/@tanstack/form-core/dist/cjs/FieldApi.cjs.map</a:t>
            </a:r>
          </a:p>
          <a:p>
            <a:pPr>
              <a:defRPr sz="1200"/>
            </a:pPr>
            <a:r>
              <a:t>D:/pasar_fix/node_modules/.bun/@tanstack+form-core@1.32.0/node_modules/@tanstack/form-core/dist/cjs/FieldApi.d.cts</a:t>
            </a:r>
          </a:p>
          <a:p>
            <a:pPr>
              <a:defRPr sz="1200"/>
            </a:pPr>
            <a:r>
              <a:t>D:/pasar_fix/node_modules/.bun/@tanstack+form-core@1.32.0/node_modules/@tanstack/form-core/dist/cjs/FieldGroupApi.cjs</a:t>
            </a:r>
          </a:p>
          <a:p>
            <a:pPr>
              <a:defRPr sz="1200"/>
            </a:pPr>
            <a:r>
              <a:t>D:/pasar_fix/node_modules/.bun/@tanstack+form-core@1.32.0/node_modules/@tanstack/form-core/dist/cjs/FieldGroupApi.cjs.map</a:t>
            </a:r>
          </a:p>
          <a:p>
            <a:pPr>
              <a:defRPr sz="1200"/>
            </a:pPr>
            <a:r>
              <a:t>D:/pasar_fix/node_modules/.bun/@tanstack+form-core@1.32.0/node_modules/@tanstack/form-core/dist/cjs/FieldGroupApi.d.cts</a:t>
            </a:r>
          </a:p>
          <a:p>
            <a:pPr>
              <a:defRPr sz="1200"/>
            </a:pPr>
            <a:r>
              <a:t>D:/pasar_fix/node_modules/.bun/@tanstack+form-core@1.32.0/node_modules/@tanstack/form-core/dist/cjs/FormApi.cjs</a:t>
            </a:r>
          </a:p>
          <a:p>
            <a:pPr>
              <a:defRPr sz="1200"/>
            </a:pPr>
            <a:r>
              <a:t>D:/pasar_fix/node_modules/.bun/@tanstack+form-core@1.32.0/node_modules/@tanstack/form-core/dist/cjs/FormApi.cjs.map</a:t>
            </a:r>
          </a:p>
          <a:p>
            <a:pPr>
              <a:defRPr sz="1200"/>
            </a:pPr>
            <a:r>
              <a:t>D:/pasar_fix/node_modules/.bun/@tanstack+form-core@1.32.0/node_modules/@tanstack/form-core/dist/cjs/FormApi.d.cts</a:t>
            </a:r>
          </a:p>
          <a:p>
            <a:pPr>
              <a:defRPr sz="1200"/>
            </a:pPr>
            <a:r>
              <a:t>D:/pasar_fix/node_modules/.bun/@tanstack+form-core@1.32.0/node_modules/@tanstack/form-core/dist/cjs/formOptions.cjs</a:t>
            </a:r>
          </a:p>
          <a:p>
            <a:pPr>
              <a:defRPr sz="1200"/>
            </a:pPr>
            <a:r>
              <a:t>D:/pasar_fix/node_modules/.bun/@tanstack+form-core@1.32.0/node_modules/@tanstack/form-core/dist/cjs/formOptions.cjs.map</a:t>
            </a:r>
          </a:p>
          <a:p>
            <a:pPr>
              <a:defRPr sz="1200"/>
            </a:pPr>
            <a:r>
              <a:t>D:/pasar_fix/node_modules/.bun/@tanstack+form-core@1.32.0/node_modules/@tanstack/form-core/dist/cjs/formOptions.d.cts</a:t>
            </a:r>
          </a:p>
          <a:p>
            <a:pPr>
              <a:defRPr sz="1200"/>
            </a:pPr>
            <a:r>
              <a:t>D:/pasar_fix/node_modules/.bun/@tanstack+form-core@1.32.0/node_modules/@tanstack/form-core/dist/cjs/index.cjs</a:t>
            </a:r>
          </a:p>
          <a:p>
            <a:pPr>
              <a:defRPr sz="1200"/>
            </a:pPr>
            <a:r>
              <a:t>D:/pasar_fix/node_modules/.bun/@tanstack+form-core@1.32.0/node_modules/@tanstack/form-core/dist/cjs/index.cjs.map</a:t>
            </a:r>
          </a:p>
          <a:p>
            <a:pPr>
              <a:defRPr sz="1200"/>
            </a:pPr>
            <a:r>
              <a:t>D:/pasar_fix/node_modules/.bun/@tanstack+form-core@1.32.0/node_modules/@tanstack/form-core/dist/cjs/index.d.cts</a:t>
            </a:r>
          </a:p>
          <a:p>
            <a:pPr>
              <a:defRPr sz="1200"/>
            </a:pPr>
            <a:r>
              <a:t>D:/pasar_fix/node_modules/.bun/@tanstack+form-core@1.32.0/node_modules/@tanstack/form-core/dist/cjs/mergeForm.cjs</a:t>
            </a:r>
          </a:p>
          <a:p>
            <a:pPr>
              <a:defRPr sz="1200"/>
            </a:pPr>
            <a:r>
              <a:t>D:/pasar_fix/node_modules/.bun/@tanstack+form-core@1.32.0/node_modules/@tanstack/form-core/dist/cjs/mergeForm.cjs.map</a:t>
            </a:r>
          </a:p>
          <a:p>
            <a:pPr>
              <a:defRPr sz="1200"/>
            </a:pPr>
            <a:r>
              <a:t>D:/pasar_fix/node_modules/.bun/@tanstack+form-core@1.32.0/node_modules/@tanstack/form-core/dist/cjs/mergeForm.d.cts</a:t>
            </a:r>
          </a:p>
          <a:p>
            <a:pPr>
              <a:defRPr sz="1200"/>
            </a:pPr>
            <a:r>
              <a:t>D:/pasar_fix/node_modules/.bun/@tanstack+form-core@1.32.0/node_modules/@tanstack/form-core/dist/cjs/metaHelper.cjs</a:t>
            </a:r>
          </a:p>
          <a:p>
            <a:pPr>
              <a:defRPr sz="1200"/>
            </a:pPr>
            <a:r>
              <a:t>D:/pasar_fix/node_modules/.bun/@tanstack+form-core@1.32.0/node_modules/@tanstack/form-core/dist/cjs/metaHelper.cjs.map</a:t>
            </a:r>
          </a:p>
          <a:p>
            <a:pPr>
              <a:defRPr sz="1200"/>
            </a:pPr>
            <a:r>
              <a:t>D:/pasar_fix/node_modules/.bun/@tanstack+form-core@1.32.0/node_modules/@tanstack/form-core/dist/cjs/metaHelper.d.cts</a:t>
            </a:r>
          </a:p>
          <a:p>
            <a:pPr>
              <a:defRPr sz="1200"/>
            </a:pPr>
            <a:r>
              <a:t>D:/pasar_fix/node_modules/.bun/@tanstack+form-core@1.32.0/node_modules/@tanstack/form-core/dist/cjs/standardSchemaValidator.cjs</a:t>
            </a:r>
          </a:p>
          <a:p>
            <a:pPr>
              <a:defRPr sz="1200"/>
            </a:pPr>
            <a:r>
              <a:t>D:/pasar_fix/node_modules/.bun/@tanstack+form-core@1.32.0/node_modules/@tanstack/form-core/dist/cjs/standardSchemaValidator.cjs.map</a:t>
            </a:r>
          </a:p>
          <a:p>
            <a:pPr>
              <a:defRPr sz="1200"/>
            </a:pPr>
            <a:r>
              <a:t>D:/pasar_fix/node_modules/.bun/@tanstack+form-core@1.32.0/node_modules/@tanstack/form-core/dist/cjs/standardSchemaValidator.d.cts</a:t>
            </a:r>
          </a:p>
          <a:p>
            <a:pPr>
              <a:defRPr sz="1200"/>
            </a:pPr>
            <a:r>
              <a:t>D:/pasar_fix/node_modules/.bun/@tanstack+form-core@1.32.0/node_modules/@tanstack/form-core/dist/cjs/transform.cjs</a:t>
            </a:r>
          </a:p>
          <a:p>
            <a:pPr>
              <a:defRPr sz="1200"/>
            </a:pPr>
            <a:r>
              <a:t>D:/pasar_fix/node_modules/.bun/@tanstack+form-core@1.32.0/node_modules/@tanstack/form-core/dist/cjs/transform.cjs.map</a:t>
            </a:r>
          </a:p>
          <a:p>
            <a:pPr>
              <a:defRPr sz="1200"/>
            </a:pPr>
            <a:r>
              <a:t>D:/pasar_fix/node_modules/.bun/@tanstack+form-core@1.32.0/node_modules/@tanstack/form-core/dist/cjs/transform.d.cts</a:t>
            </a:r>
          </a:p>
          <a:p>
            <a:pPr>
              <a:defRPr sz="1200"/>
            </a:pPr>
            <a:r>
              <a:t>D:/pasar_fix/node_modules/.bun/@tanstack+form-core@1.32.0/node_modules/@tanstack/form-core/dist/cjs/types.d.cts</a:t>
            </a:r>
          </a:p>
          <a:p>
            <a:pPr>
              <a:defRPr sz="1200"/>
            </a:pPr>
            <a:r>
              <a:t>D:/pasar_fix/node_modules/.bun/@tanstack+form-core@1.32.0/node_modules/@tanstack/form-core/dist/cjs/util-types.d.cts</a:t>
            </a:r>
          </a:p>
          <a:p>
            <a:pPr>
              <a:defRPr sz="1200"/>
            </a:pPr>
            <a:r>
              <a:t>D:/pasar_fix/node_modules/.bun/@tanstack+form-core@1.32.0/node_modules/@tanstack/form-core/dist/cjs/utils.cjs</a:t>
            </a:r>
          </a:p>
          <a:p>
            <a:pPr>
              <a:defRPr sz="1200"/>
            </a:pPr>
            <a:r>
              <a:t>D:/pasar_fix/node_modules/.bun/@tanstack+form-core@1.32.0/node_modules/@tanstack/form-core/dist/cjs/utils.cjs.map</a:t>
            </a:r>
          </a:p>
          <a:p>
            <a:pPr>
              <a:defRPr sz="1200"/>
            </a:pPr>
            <a:r>
              <a:t>D:/pasar_fix/node_modules/.bun/@tanstack+form-core@1.32.0/node_modules/@tanstack/form-core/dist/cjs/utils.d.cts</a:t>
            </a:r>
          </a:p>
          <a:p>
            <a:pPr>
              <a:defRPr sz="1200"/>
            </a:pPr>
            <a:r>
              <a:t>D:/pasar_fix/node_modules/.bun/@tanstack+form-core@1.32.0/node_modules/@tanstack/form-core/dist/cjs/ValidationLogic.cjs</a:t>
            </a:r>
          </a:p>
          <a:p>
            <a:pPr>
              <a:defRPr sz="1200"/>
            </a:pPr>
            <a:r>
              <a:t>D:/pasar_fix/node_modules/.bun/@tanstack+form-core@1.32.0/node_modules/@tanstack/form-core/dist/cjs/ValidationLogic.cjs.map</a:t>
            </a:r>
          </a:p>
          <a:p>
            <a:pPr>
              <a:defRPr sz="1200"/>
            </a:pPr>
            <a:r>
              <a:t>D:/pasar_fix/node_modules/.bun/@tanstack+form-core@1.32.0/node_modules/@tanstack/form-core/dist/cjs/ValidationLogic.d.cts</a:t>
            </a:r>
          </a:p>
          <a:p>
            <a:pPr>
              <a:defRPr sz="1200"/>
            </a:pPr>
            <a:r>
              <a:t>D:/pasar_fix/node_modules/.bun/@tanstack+form-core@1.32.0/node_modules/@tanstack/form-core/dist/esm/EventClient.d.ts</a:t>
            </a:r>
          </a:p>
          <a:p>
            <a:pPr>
              <a:defRPr sz="1200"/>
            </a:pPr>
            <a:r>
              <a:t>D:/pasar_fix/node_modules/.bun/@tanstack+form-core@1.32.0/node_modules/@tanstack/form-core/dist/esm/EventClient.js</a:t>
            </a:r>
          </a:p>
          <a:p>
            <a:pPr>
              <a:defRPr sz="1200"/>
            </a:pPr>
            <a:r>
              <a:t>D:/pasar_fix/node_modules/.bun/@tanstack+form-core@1.32.0/node_modules/@tanstack/form-core/dist/esm/EventClient.js.map</a:t>
            </a:r>
          </a:p>
          <a:p>
            <a:pPr>
              <a:defRPr sz="1200"/>
            </a:pPr>
            <a:r>
              <a:t>D:/pasar_fix/node_modules/.bun/@tanstack+form-core@1.32.0/node_modules/@tanstack/form-core/dist/esm/FieldApi.d.ts</a:t>
            </a:r>
          </a:p>
          <a:p>
            <a:pPr>
              <a:defRPr sz="1200"/>
            </a:pPr>
            <a:r>
              <a:t>D:/pasar_fix/node_modules/.bun/@tanstack+form-core@1.32.0/node_modules/@tanstack/form-core/dist/esm/FieldApi.js</a:t>
            </a:r>
          </a:p>
          <a:p>
            <a:pPr>
              <a:defRPr sz="1200"/>
            </a:pPr>
            <a:r>
              <a:t>D:/pasar_fix/node_modules/.bun/@tanstack+form-core@1.32.0/node_modules/@tanstack/form-core/dist/esm/FieldApi.js.map</a:t>
            </a:r>
          </a:p>
          <a:p>
            <a:pPr>
              <a:defRPr sz="1200"/>
            </a:pPr>
            <a:r>
              <a:t>D:/pasar_fix/node_modules/.bun/@tanstack+form-core@1.32.0/node_modules/@tanstack/form-core/dist/esm/FieldGroupApi.d.ts</a:t>
            </a:r>
          </a:p>
          <a:p>
            <a:pPr>
              <a:defRPr sz="1200"/>
            </a:pPr>
            <a:r>
              <a:t>D:/pasar_fix/node_modules/.bun/@tanstack+form-core@1.32.0/node_modules/@tanstack/form-core/dist/esm/FieldGroupApi.js</a:t>
            </a:r>
          </a:p>
          <a:p>
            <a:pPr>
              <a:defRPr sz="1200"/>
            </a:pPr>
            <a:r>
              <a:t>D:/pasar_fix/node_modules/.bun/@tanstack+form-core@1.32.0/node_modules/@tanstack/form-core/dist/esm/FieldGroupApi.js.map</a:t>
            </a:r>
          </a:p>
          <a:p>
            <a:pPr>
              <a:defRPr sz="1200"/>
            </a:pPr>
            <a:r>
              <a:t>D:/pasar_fix/node_modules/.bun/@tanstack+form-core@1.32.0/node_modules/@tanstack/form-core/dist/esm/FormApi.d.ts</a:t>
            </a:r>
          </a:p>
          <a:p>
            <a:pPr>
              <a:defRPr sz="1200"/>
            </a:pPr>
            <a:r>
              <a:t>D:/pasar_fix/node_modules/.bun/@tanstack+form-core@1.32.0/node_modules/@tanstack/form-core/dist/esm/FormApi.js</a:t>
            </a:r>
          </a:p>
          <a:p>
            <a:pPr>
              <a:defRPr sz="1200"/>
            </a:pPr>
            <a:r>
              <a:t>D:/pasar_fix/node_modules/.bun/@tanstack+form-core@1.32.0/node_modules/@tanstack/form-core/dist/esm/FormApi.js.map</a:t>
            </a:r>
          </a:p>
          <a:p>
            <a:pPr>
              <a:defRPr sz="1200"/>
            </a:pPr>
            <a:r>
              <a:t>D:/pasar_fix/node_modules/.bun/@tanstack+form-core@1.32.0/node_modules/@tanstack/form-core/dist/esm/formOptions.d.ts</a:t>
            </a:r>
          </a:p>
          <a:p>
            <a:pPr>
              <a:defRPr sz="1200"/>
            </a:pPr>
            <a:r>
              <a:t>D:/pasar_fix/node_modules/.bun/@tanstack+form-core@1.32.0/node_modules/@tanstack/form-core/dist/esm/formOptions.js</a:t>
            </a:r>
          </a:p>
          <a:p>
            <a:pPr>
              <a:defRPr sz="1200"/>
            </a:pPr>
            <a:r>
              <a:t>D:/pasar_fix/node_modules/.bun/@tanstack+form-core@1.32.0/node_modules/@tanstack/form-core/dist/esm/formOptions.js.map</a:t>
            </a:r>
          </a:p>
          <a:p>
            <a:pPr>
              <a:defRPr sz="1200"/>
            </a:pPr>
            <a:r>
              <a:t>D:/pasar_fix/node_modules/.bun/@tanstack+form-core@1.32.0/node_modules/@tanstack/form-core/dist/esm/index.d.ts</a:t>
            </a:r>
          </a:p>
          <a:p>
            <a:pPr>
              <a:defRPr sz="1200"/>
            </a:pPr>
            <a:r>
              <a:t>D:/pasar_fix/node_modules/.bun/@tanstack+form-core@1.32.0/node_modules/@tanstack/form-core/dist/esm/index.js</a:t>
            </a:r>
          </a:p>
          <a:p>
            <a:pPr>
              <a:defRPr sz="1200"/>
            </a:pPr>
            <a:r>
              <a:t>D:/pasar_fix/node_modules/.bun/@tanstack+form-core@1.32.0/node_modules/@tanstack/form-core/dist/esm/index.js.map</a:t>
            </a:r>
          </a:p>
          <a:p>
            <a:pPr>
              <a:defRPr sz="1200"/>
            </a:pPr>
            <a:r>
              <a:t>D:/pasar_fix/node_modules/.bun/@tanstack+form-core@1.32.0/node_modules/@tanstack/form-core/dist/esm/mergeForm.d.ts</a:t>
            </a:r>
          </a:p>
          <a:p>
            <a:pPr>
              <a:defRPr sz="1200"/>
            </a:pPr>
            <a:r>
              <a:t>D:/pasar_fix/node_modules/.bun/@tanstack+form-core@1.32.0/node_modules/@tanstack/form-core/dist/esm/mergeForm.js</a:t>
            </a:r>
          </a:p>
          <a:p>
            <a:pPr>
              <a:defRPr sz="1200"/>
            </a:pPr>
            <a:r>
              <a:t>D:/pasar_fix/node_modules/.bun/@tanstack+form-core@1.32.0/node_modules/@tanstack/form-core/dist/esm/mergeForm.js.map</a:t>
            </a:r>
          </a:p>
          <a:p>
            <a:pPr>
              <a:defRPr sz="1200"/>
            </a:pPr>
            <a:r>
              <a:t>D:/pasar_fix/node_modules/.bun/@tanstack+form-core@1.32.0/node_modules/@tanstack/form-core/dist/esm/metaHelper.d.ts</a:t>
            </a:r>
          </a:p>
          <a:p>
            <a:pPr>
              <a:defRPr sz="1200"/>
            </a:pPr>
            <a:r>
              <a:t>D:/pasar_fix/node_modules/.bun/@tanstack+form-core@1.32.0/node_modules/@tanstack/form-core/dist/esm/metaHelper.js</a:t>
            </a:r>
          </a:p>
          <a:p>
            <a:pPr>
              <a:defRPr sz="1200"/>
            </a:pPr>
            <a:r>
              <a:t>D:/pasar_fix/node_modules/.bun/@tanstack+form-core@1.32.0/node_modules/@tanstack/form-core/dist/esm/metaHelper.js.map</a:t>
            </a:r>
          </a:p>
          <a:p>
            <a:pPr>
              <a:defRPr sz="1200"/>
            </a:pPr>
            <a:r>
              <a:t>D:/pasar_fix/node_modules/.bun/@tanstack+form-core@1.32.0/node_modules/@tanstack/form-core/dist/esm/standardSchemaValidator.d.ts</a:t>
            </a:r>
          </a:p>
          <a:p>
            <a:pPr>
              <a:defRPr sz="1200"/>
            </a:pPr>
            <a:r>
              <a:t>D:/pasar_fix/node_modules/.bun/@tanstack+form-core@1.32.0/node_modules/@tanstack/form-core/dist/esm/standardSchemaValidator.js</a:t>
            </a:r>
          </a:p>
          <a:p>
            <a:pPr>
              <a:defRPr sz="1200"/>
            </a:pPr>
            <a:r>
              <a:t>D:/pasar_fix/node_modules/.bun/@tanstack+form-core@1.32.0/node_modules/@tanstack/form-core/dist/esm/standardSchemaValidator.js.map</a:t>
            </a:r>
          </a:p>
          <a:p>
            <a:pPr>
              <a:defRPr sz="1200"/>
            </a:pPr>
            <a:r>
              <a:t>D:/pasar_fix/node_modules/.bun/@tanstack+form-core@1.32.0/node_modules/@tanstack/form-core/dist/esm/transform.d.ts</a:t>
            </a:r>
          </a:p>
          <a:p>
            <a:pPr>
              <a:defRPr sz="1200"/>
            </a:pPr>
            <a:r>
              <a:t>D:/pasar_fix/node_modules/.bun/@tanstack+form-core@1.32.0/node_modules/@tanstack/form-core/dist/esm/transform.js</a:t>
            </a:r>
          </a:p>
          <a:p>
            <a:pPr>
              <a:defRPr sz="1200"/>
            </a:pPr>
            <a:r>
              <a:t>D:/pasar_fix/node_modules/.bun/@tanstack+form-core@1.32.0/node_modules/@tanstack/form-core/dist/esm/transform.js.map</a:t>
            </a:r>
          </a:p>
          <a:p>
            <a:pPr>
              <a:defRPr sz="1200"/>
            </a:pPr>
            <a:r>
              <a:t>D:/pasar_fix/node_modules/.bun/@tanstack+form-core@1.32.0/node_modules/@tanstack/form-core/dist/esm/types.d.ts</a:t>
            </a:r>
          </a:p>
          <a:p>
            <a:pPr>
              <a:defRPr sz="1200"/>
            </a:pPr>
            <a:r>
              <a:t>D:/pasar_fix/node_modules/.bun/@tanstack+form-core@1.32.0/node_modules/@tanstack/form-core/dist/esm/util-types.d.ts</a:t>
            </a:r>
          </a:p>
          <a:p>
            <a:pPr>
              <a:defRPr sz="1200"/>
            </a:pPr>
            <a:r>
              <a:t>D:/pasar_fix/node_modules/.bun/@tanstack+form-core@1.32.0/node_modules/@tanstack/form-core/dist/esm/utils.d.ts</a:t>
            </a:r>
          </a:p>
          <a:p>
            <a:pPr>
              <a:defRPr sz="1200"/>
            </a:pPr>
            <a:r>
              <a:t>D:/pasar_fix/node_modules/.bun/@tanstack+form-core@1.32.0/node_modules/@tanstack/form-core/dist/esm/utils.js</a:t>
            </a:r>
          </a:p>
          <a:p>
            <a:pPr>
              <a:defRPr sz="1200"/>
            </a:pPr>
            <a:r>
              <a:t>D:/pasar_fix/node_modules/.bun/@tanstack+form-core@1.32.0/node_modules/@tanstack/form-core/dist/esm/utils.js.map</a:t>
            </a:r>
          </a:p>
          <a:p>
            <a:pPr>
              <a:defRPr sz="1200"/>
            </a:pPr>
            <a:r>
              <a:t>D:/pasar_fix/node_modules/.bun/@tanstack+form-core@1.32.0/node_modules/@tanstack/form-core/dist/esm/ValidationLogic.d.ts</a:t>
            </a:r>
          </a:p>
          <a:p>
            <a:pPr>
              <a:defRPr sz="1200"/>
            </a:pPr>
            <a:r>
              <a:t>D:/pasar_fix/node_modules/.bun/@tanstack+form-core@1.32.0/node_modules/@tanstack/form-core/dist/esm/ValidationLogic.js</a:t>
            </a:r>
          </a:p>
          <a:p>
            <a:pPr>
              <a:defRPr sz="1200"/>
            </a:pPr>
            <a:r>
              <a:t>D:/pasar_fix/node_modules/.bun/@tanstack+form-core@1.32.0/node_modules/@tanstack/form-core/dist/esm/ValidationLogic.js.map</a:t>
            </a:r>
          </a:p>
          <a:p>
            <a:pPr>
              <a:defRPr sz="1200"/>
            </a:pPr>
            <a:r>
              <a:t>D:/pasar_fix/node_modules/.bun/@tanstack+form-core@1.32.0/node_modules/@tanstack/form-core/src/EventClient.ts</a:t>
            </a:r>
          </a:p>
          <a:p>
            <a:pPr>
              <a:defRPr sz="1200"/>
            </a:pPr>
            <a:r>
              <a:t>D:/pasar_fix/node_modules/.bun/@tanstack+form-core@1.32.0/node_modules/@tanstack/form-core/src/FieldApi.ts</a:t>
            </a:r>
          </a:p>
          <a:p>
            <a:pPr>
              <a:defRPr sz="1200"/>
            </a:pPr>
            <a:r>
              <a:t>D:/pasar_fix/node_modules/.bun/@tanstack+form-core@1.32.0/node_modules/@tanstack/form-core/src/FieldGroupApi.ts</a:t>
            </a:r>
          </a:p>
          <a:p>
            <a:pPr>
              <a:defRPr sz="1200"/>
            </a:pPr>
            <a:r>
              <a:t>D:/pasar_fix/node_modules/.bun/@tanstack+form-core@1.32.0/node_modules/@tanstack/form-core/src/FormApi.ts</a:t>
            </a:r>
          </a:p>
          <a:p>
            <a:pPr>
              <a:defRPr sz="1200"/>
            </a:pPr>
            <a:r>
              <a:t>D:/pasar_fix/node_modules/.bun/@tanstack+form-core@1.32.0/node_modules/@tanstack/form-core/src/formOptions.ts</a:t>
            </a:r>
          </a:p>
          <a:p>
            <a:pPr>
              <a:defRPr sz="1200"/>
            </a:pPr>
            <a:r>
              <a:t>D:/pasar_fix/node_modules/.bun/@tanstack+form-core@1.32.0/node_modules/@tanstack/form-core/src/index.ts</a:t>
            </a:r>
          </a:p>
          <a:p>
            <a:pPr>
              <a:defRPr sz="1200"/>
            </a:pPr>
            <a:r>
              <a:t>D:/pasar_fix/node_modules/.bun/@tanstack+form-core@1.32.0/node_modules/@tanstack/form-core/src/mergeForm.ts</a:t>
            </a:r>
          </a:p>
          <a:p>
            <a:pPr>
              <a:defRPr sz="1200"/>
            </a:pPr>
            <a:r>
              <a:t>D:/pasar_fix/node_modules/.bun/@tanstack+form-core@1.32.0/node_modules/@tanstack/form-core/src/metaHelper.ts</a:t>
            </a:r>
          </a:p>
          <a:p>
            <a:pPr>
              <a:defRPr sz="1200"/>
            </a:pPr>
            <a:r>
              <a:t>D:/pasar_fix/node_modules/.bun/@tanstack+form-core@1.32.0/node_modules/@tanstack/form-core/src/standardSchemaValidator.ts</a:t>
            </a:r>
          </a:p>
          <a:p>
            <a:pPr>
              <a:defRPr sz="1200"/>
            </a:pPr>
            <a:r>
              <a:t>D:/pasar_fix/node_modules/.bun/@tanstack+form-core@1.32.0/node_modules/@tanstack/form-core/src/transform.ts</a:t>
            </a:r>
          </a:p>
          <a:p>
            <a:pPr>
              <a:defRPr sz="1200"/>
            </a:pPr>
            <a:r>
              <a:t>D:/pasar_fix/node_modules/.bun/@tanstack+form-core@1.32.0/node_modules/@tanstack/form-core/src/types.ts</a:t>
            </a:r>
          </a:p>
          <a:p>
            <a:pPr>
              <a:defRPr sz="1200"/>
            </a:pPr>
            <a:r>
              <a:t>D:/pasar_fix/node_modules/.bun/@tanstack+form-core@1.32.0/node_modules/@tanstack/form-core/src/util-types.ts</a:t>
            </a:r>
          </a:p>
          <a:p>
            <a:pPr>
              <a:defRPr sz="1200"/>
            </a:pPr>
            <a:r>
              <a:t>D:/pasar_fix/node_modules/.bun/@tanstack+form-core@1.32.0/node_modules/@tanstack/form-core/src/utils.ts</a:t>
            </a:r>
          </a:p>
          <a:p>
            <a:pPr>
              <a:defRPr sz="1200"/>
            </a:pPr>
            <a:r>
              <a:t>D:/pasar_fix/node_modules/.bun/@tanstack+form-core@1.32.0/node_modules/@tanstack/form-core/src/ValidationLogic.ts</a:t>
            </a:r>
          </a:p>
          <a:p>
            <a:pPr>
              <a:defRPr sz="1200"/>
            </a:pPr>
            <a:r>
              <a:t>D:/pasar_fix/node_modules/.bun/@tanstack+history@1.131.2/node_modules/@tanstack/history/LICENSE</a:t>
            </a:r>
          </a:p>
          <a:p>
            <a:pPr>
              <a:defRPr sz="1200"/>
            </a:pPr>
            <a:r>
              <a:t>D:/pasar_fix/node_modules/.bun/@tanstack+history@1.131.2/node_modules/@tanstack/history/package.json</a:t>
            </a:r>
          </a:p>
          <a:p>
            <a:pPr>
              <a:defRPr sz="1200"/>
            </a:pPr>
            <a:r>
              <a:t>D:/pasar_fix/node_modules/.bun/@tanstack+history@1.131.2/node_modules/@tanstack/history/dist/cjs/index.cjs</a:t>
            </a:r>
          </a:p>
          <a:p>
            <a:pPr>
              <a:defRPr sz="1200"/>
            </a:pPr>
            <a:r>
              <a:t>D:/pasar_fix/node_modules/.bun/@tanstack+history@1.131.2/node_modules/@tanstack/history/dist/cjs/index.cjs.map</a:t>
            </a:r>
          </a:p>
          <a:p>
            <a:pPr>
              <a:defRPr sz="1200"/>
            </a:pPr>
            <a:r>
              <a:t>D:/pasar_fix/node_modules/.bun/@tanstack+history@1.131.2/node_modules/@tanstack/history/dist/cjs/index.d.cts</a:t>
            </a:r>
          </a:p>
          <a:p>
            <a:pPr>
              <a:defRPr sz="1200"/>
            </a:pPr>
            <a:r>
              <a:t>D:/pasar_fix/node_modules/.bun/@tanstack+history@1.131.2/node_modules/@tanstack/history/dist/esm/index.d.ts</a:t>
            </a:r>
          </a:p>
          <a:p>
            <a:pPr>
              <a:defRPr sz="1200"/>
            </a:pPr>
            <a:r>
              <a:t>D:/pasar_fix/node_modules/.bun/@tanstack+history@1.131.2/node_modules/@tanstack/history/dist/esm/index.js</a:t>
            </a:r>
          </a:p>
          <a:p>
            <a:pPr>
              <a:defRPr sz="1200"/>
            </a:pPr>
            <a:r>
              <a:t>D:/pasar_fix/node_modules/.bun/@tanstack+history@1.131.2/node_modules/@tanstack/history/dist/esm/index.js.map</a:t>
            </a:r>
          </a:p>
          <a:p>
            <a:pPr>
              <a:defRPr sz="1200"/>
            </a:pPr>
            <a:r>
              <a:t>D:/pasar_fix/node_modules/.bun/@tanstack+history@1.131.2/node_modules/@tanstack/history/src/index.ts</a:t>
            </a:r>
          </a:p>
          <a:p>
            <a:pPr>
              <a:defRPr sz="1200"/>
            </a:pPr>
            <a:r>
              <a:t>D:/pasar_fix/node_modules/.bun/@tanstack+pacer-lite@0.1.1/node_modules/@tanstack/pacer-lite/LICENSE</a:t>
            </a:r>
          </a:p>
          <a:p>
            <a:pPr>
              <a:defRPr sz="1200"/>
            </a:pPr>
            <a:r>
              <a:t>D:/pasar_fix/node_modules/.bun/@tanstack+pacer-lite@0.1.1/node_modules/@tanstack/pacer-lite/package.json</a:t>
            </a:r>
          </a:p>
          <a:p>
            <a:pPr>
              <a:defRPr sz="1200"/>
            </a:pPr>
            <a:r>
              <a:t>D:/pasar_fix/node_modules/.bun/@tanstack+pacer-lite@0.1.1/node_modules/@tanstack/pacer-lite/README.md</a:t>
            </a:r>
          </a:p>
          <a:p>
            <a:pPr>
              <a:defRPr sz="1200"/>
            </a:pPr>
            <a:r>
              <a:t>D:/pasar_fix/node_modules/.bun/@tanstack+pacer-lite@0.1.1/node_modules/@tanstack/pacer-lite/dist/index.cjs</a:t>
            </a:r>
          </a:p>
          <a:p>
            <a:pPr>
              <a:defRPr sz="1200"/>
            </a:pPr>
            <a:r>
              <a:t>D:/pasar_fix/node_modules/.bun/@tanstack+pacer-lite@0.1.1/node_modules/@tanstack/pacer-lite/dist/index.d.cts</a:t>
            </a:r>
          </a:p>
          <a:p>
            <a:pPr>
              <a:defRPr sz="1200"/>
            </a:pPr>
            <a:r>
              <a:t>D:/pasar_fix/node_modules/.bun/@tanstack+pacer-lite@0.1.1/node_modules/@tanstack/pacer-lite/dist/index.d.ts</a:t>
            </a:r>
          </a:p>
          <a:p>
            <a:pPr>
              <a:defRPr sz="1200"/>
            </a:pPr>
            <a:r>
              <a:t>D:/pasar_fix/node_modules/.bun/@tanstack+pacer-lite@0.1.1/node_modules/@tanstack/pacer-lite/dist/index.js</a:t>
            </a:r>
          </a:p>
          <a:p>
            <a:pPr>
              <a:defRPr sz="1200"/>
            </a:pPr>
            <a:r>
              <a:t>D:/pasar_fix/node_modules/.bun/@tanstack+pacer-lite@0.1.1/node_modules/@tanstack/pacer-lite/dist/lite-batcher.cjs</a:t>
            </a:r>
          </a:p>
          <a:p>
            <a:pPr>
              <a:defRPr sz="1200"/>
            </a:pPr>
            <a:r>
              <a:t>D:/pasar_fix/node_modules/.bun/@tanstack+pacer-lite@0.1.1/node_modules/@tanstack/pacer-lite/dist/lite-batcher.cjs.map</a:t>
            </a:r>
          </a:p>
          <a:p>
            <a:pPr>
              <a:defRPr sz="1200"/>
            </a:pPr>
            <a:r>
              <a:t>D:/pasar_fix/node_modules/.bun/@tanstack+pacer-lite@0.1.1/node_modules/@tanstack/pacer-lite/dist/lite-batcher.d.cts</a:t>
            </a:r>
          </a:p>
          <a:p>
            <a:pPr>
              <a:defRPr sz="1200"/>
            </a:pPr>
            <a:r>
              <a:t>D:/pasar_fix/node_modules/.bun/@tanstack+pacer-lite@0.1.1/node_modules/@tanstack/pacer-lite/dist/lite-batcher.d.ts</a:t>
            </a:r>
          </a:p>
          <a:p>
            <a:pPr>
              <a:defRPr sz="1200"/>
            </a:pPr>
            <a:r>
              <a:t>D:/pasar_fix/node_modules/.bun/@tanstack+pacer-lite@0.1.1/node_modules/@tanstack/pacer-lite/dist/lite-batcher.js</a:t>
            </a:r>
          </a:p>
          <a:p>
            <a:pPr>
              <a:defRPr sz="1200"/>
            </a:pPr>
            <a:r>
              <a:t>D:/pasar_fix/node_modules/.bun/@tanstack+pacer-lite@0.1.1/node_modules/@tanstack/pacer-lite/dist/lite-batcher.js.map</a:t>
            </a:r>
          </a:p>
          <a:p>
            <a:pPr>
              <a:defRPr sz="1200"/>
            </a:pPr>
            <a:r>
              <a:t>D:/pasar_fix/node_modules/.bun/@tanstack+pacer-lite@0.1.1/node_modules/@tanstack/pacer-lite/dist/lite-debouncer.cjs</a:t>
            </a:r>
          </a:p>
          <a:p>
            <a:pPr>
              <a:defRPr sz="1200"/>
            </a:pPr>
            <a:r>
              <a:t>D:/pasar_fix/node_modules/.bun/@tanstack+pacer-lite@0.1.1/node_modules/@tanstack/pacer-lite/dist/lite-debouncer.cjs.map</a:t>
            </a:r>
          </a:p>
          <a:p>
            <a:pPr>
              <a:defRPr sz="1200"/>
            </a:pPr>
            <a:r>
              <a:t>D:/pasar_fix/node_modules/.bun/@tanstack+pacer-lite@0.1.1/node_modules/@tanstack/pacer-lite/dist/lite-debouncer.d.cts</a:t>
            </a:r>
          </a:p>
          <a:p>
            <a:pPr>
              <a:defRPr sz="1200"/>
            </a:pPr>
            <a:r>
              <a:t>D:/pasar_fix/node_modules/.bun/@tanstack+pacer-lite@0.1.1/node_modules/@tanstack/pacer-lite/dist/lite-debouncer.d.ts</a:t>
            </a:r>
          </a:p>
          <a:p>
            <a:pPr>
              <a:defRPr sz="1200"/>
            </a:pPr>
            <a:r>
              <a:t>D:/pasar_fix/node_modules/.bun/@tanstack+pacer-lite@0.1.1/node_modules/@tanstack/pacer-lite/dist/lite-debouncer.js</a:t>
            </a:r>
          </a:p>
          <a:p>
            <a:pPr>
              <a:defRPr sz="1200"/>
            </a:pPr>
            <a:r>
              <a:t>D:/pasar_fix/node_modules/.bun/@tanstack+pacer-lite@0.1.1/node_modules/@tanstack/pacer-lite/dist/lite-debouncer.js.map</a:t>
            </a:r>
          </a:p>
          <a:p>
            <a:pPr>
              <a:defRPr sz="1200"/>
            </a:pPr>
            <a:r>
              <a:t>D:/pasar_fix/node_modules/.bun/@tanstack+pacer-lite@0.1.1/node_modules/@tanstack/pacer-lite/dist/lite-queuer.cjs</a:t>
            </a:r>
          </a:p>
          <a:p>
            <a:pPr>
              <a:defRPr sz="1200"/>
            </a:pPr>
            <a:r>
              <a:t>D:/pasar_fix/node_modules/.bun/@tanstack+pacer-lite@0.1.1/node_modules/@tanstack/pacer-lite/dist/lite-queuer.cjs.map</a:t>
            </a:r>
          </a:p>
          <a:p>
            <a:pPr>
              <a:defRPr sz="1200"/>
            </a:pPr>
            <a:r>
              <a:t>D:/pasar_fix/node_modules/.bun/@tanstack+pacer-lite@0.1.1/node_modules/@tanstack/pacer-lite/dist/lite-queuer.d.cts</a:t>
            </a:r>
          </a:p>
          <a:p>
            <a:pPr>
              <a:defRPr sz="1200"/>
            </a:pPr>
            <a:r>
              <a:t>D:/pasar_fix/node_modules/.bun/@tanstack+pacer-lite@0.1.1/node_modules/@tanstack/pacer-lite/dist/lite-queuer.d.ts</a:t>
            </a:r>
          </a:p>
          <a:p>
            <a:pPr>
              <a:defRPr sz="1200"/>
            </a:pPr>
            <a:r>
              <a:t>D:/pasar_fix/node_modules/.bun/@tanstack+pacer-lite@0.1.1/node_modules/@tanstack/pacer-lite/dist/lite-queuer.js</a:t>
            </a:r>
          </a:p>
          <a:p>
            <a:pPr>
              <a:defRPr sz="1200"/>
            </a:pPr>
            <a:r>
              <a:t>D:/pasar_fix/node_modules/.bun/@tanstack+pacer-lite@0.1.1/node_modules/@tanstack/pacer-lite/dist/lite-queuer.js.map</a:t>
            </a:r>
          </a:p>
          <a:p>
            <a:pPr>
              <a:defRPr sz="1200"/>
            </a:pPr>
            <a:r>
              <a:t>D:/pasar_fix/node_modules/.bun/@tanstack+pacer-lite@0.1.1/node_modules/@tanstack/pacer-lite/dist/lite-rate-limiter.cjs</a:t>
            </a:r>
          </a:p>
          <a:p>
            <a:pPr>
              <a:defRPr sz="1200"/>
            </a:pPr>
            <a:r>
              <a:t>D:/pasar_fix/node_modules/.bun/@tanstack+pacer-lite@0.1.1/node_modules/@tanstack/pacer-lite/dist/lite-rate-limiter.cjs.map</a:t>
            </a:r>
          </a:p>
          <a:p>
            <a:pPr>
              <a:defRPr sz="1200"/>
            </a:pPr>
            <a:r>
              <a:t>D:/pasar_fix/node_modules/.bun/@tanstack+pacer-lite@0.1.1/node_modules/@tanstack/pacer-lite/dist/lite-rate-limiter.d.cts</a:t>
            </a:r>
          </a:p>
          <a:p>
            <a:pPr>
              <a:defRPr sz="1200"/>
            </a:pPr>
            <a:r>
              <a:t>D:/pasar_fix/node_modules/.bun/@tanstack+pacer-lite@0.1.1/node_modules/@tanstack/pacer-lite/dist/lite-rate-limiter.d.ts</a:t>
            </a:r>
          </a:p>
          <a:p>
            <a:pPr>
              <a:defRPr sz="1200"/>
            </a:pPr>
            <a:r>
              <a:t>D:/pasar_fix/node_modules/.bun/@tanstack+pacer-lite@0.1.1/node_modules/@tanstack/pacer-lite/dist/lite-rate-limiter.js</a:t>
            </a:r>
          </a:p>
          <a:p>
            <a:pPr>
              <a:defRPr sz="1200"/>
            </a:pPr>
            <a:r>
              <a:t>D:/pasar_fix/node_modules/.bun/@tanstack+pacer-lite@0.1.1/node_modules/@tanstack/pacer-lite/dist/lite-rate-limiter.js.map</a:t>
            </a:r>
          </a:p>
          <a:p>
            <a:pPr>
              <a:defRPr sz="1200"/>
            </a:pPr>
            <a:r>
              <a:t>D:/pasar_fix/node_modules/.bun/@tanstack+pacer-lite@0.1.1/node_modules/@tanstack/pacer-lite/dist/lite-throttler.cjs</a:t>
            </a:r>
          </a:p>
          <a:p>
            <a:pPr>
              <a:defRPr sz="1200"/>
            </a:pPr>
            <a:r>
              <a:t>D:/pasar_fix/node_modules/.bun/@tanstack+pacer-lite@0.1.1/node_modules/@tanstack/pacer-lite/dist/lite-throttler.cjs.map</a:t>
            </a:r>
          </a:p>
          <a:p>
            <a:pPr>
              <a:defRPr sz="1200"/>
            </a:pPr>
            <a:r>
              <a:t>D:/pasar_fix/node_modules/.bun/@tanstack+pacer-lite@0.1.1/node_modules/@tanstack/pacer-lite/dist/lite-throttler.d.cts</a:t>
            </a:r>
          </a:p>
          <a:p>
            <a:pPr>
              <a:defRPr sz="1200"/>
            </a:pPr>
            <a:r>
              <a:t>D:/pasar_fix/node_modules/.bun/@tanstack+pacer-lite@0.1.1/node_modules/@tanstack/pacer-lite/dist/lite-throttler.d.ts</a:t>
            </a:r>
          </a:p>
          <a:p>
            <a:pPr>
              <a:defRPr sz="1200"/>
            </a:pPr>
            <a:r>
              <a:t>D:/pasar_fix/node_modules/.bun/@tanstack+pacer-lite@0.1.1/node_modules/@tanstack/pacer-lite/dist/lite-throttler.js</a:t>
            </a:r>
          </a:p>
          <a:p>
            <a:pPr>
              <a:defRPr sz="1200"/>
            </a:pPr>
            <a:r>
              <a:t>D:/pasar_fix/node_modules/.bun/@tanstack+pacer-lite@0.1.1/node_modules/@tanstack/pacer-lite/dist/lite-throttler.js.map</a:t>
            </a:r>
          </a:p>
          <a:p>
            <a:pPr>
              <a:defRPr sz="1200"/>
            </a:pPr>
            <a:r>
              <a:t>D:/pasar_fix/node_modules/.bun/@tanstack+pacer-lite@0.1.1/node_modules/@tanstack/pacer-lite/src/index.ts</a:t>
            </a:r>
          </a:p>
          <a:p>
            <a:pPr>
              <a:defRPr sz="1200"/>
            </a:pPr>
            <a:r>
              <a:t>D:/pasar_fix/node_modules/.bun/@tanstack+pacer-lite@0.1.1/node_modules/@tanstack/pacer-lite/src/lite-batcher.ts</a:t>
            </a:r>
          </a:p>
          <a:p>
            <a:pPr>
              <a:defRPr sz="1200"/>
            </a:pPr>
            <a:r>
              <a:t>D:/pasar_fix/node_modules/.bun/@tanstack+pacer-lite@0.1.1/node_modules/@tanstack/pacer-lite/src/lite-debouncer.ts</a:t>
            </a:r>
          </a:p>
          <a:p>
            <a:pPr>
              <a:defRPr sz="1200"/>
            </a:pPr>
            <a:r>
              <a:t>D:/pasar_fix/node_modules/.bun/@tanstack+pacer-lite@0.1.1/node_modules/@tanstack/pacer-lite/src/lite-queuer.ts</a:t>
            </a:r>
          </a:p>
          <a:p>
            <a:pPr>
              <a:defRPr sz="1200"/>
            </a:pPr>
            <a:r>
              <a:t>D:/pasar_fix/node_modules/.bun/@tanstack+pacer-lite@0.1.1/node_modules/@tanstack/pacer-lite/src/lite-rate-limiter.ts</a:t>
            </a:r>
          </a:p>
          <a:p>
            <a:pPr>
              <a:defRPr sz="1200"/>
            </a:pPr>
            <a:r>
              <a:t>D:/pasar_fix/node_modules/.bun/@tanstack+pacer-lite@0.1.1/node_modules/@tanstack/pacer-lite/src/lite-throttler.ts</a:t>
            </a:r>
          </a:p>
          <a:p>
            <a:pPr>
              <a:defRPr sz="1200"/>
            </a:pPr>
            <a:r>
              <a:t>D:/pasar_fix/node_modules/.bun/@tanstack+query-core@5.83.1/node_modules/@tanstack/query-core/LICENSE</a:t>
            </a:r>
          </a:p>
          <a:p>
            <a:pPr>
              <a:defRPr sz="1200"/>
            </a:pPr>
            <a:r>
              <a:t>D:/pasar_fix/node_modules/.bun/@tanstack+query-core@5.83.1/node_modules/@tanstack/query-core/package.json</a:t>
            </a:r>
          </a:p>
          <a:p>
            <a:pPr>
              <a:defRPr sz="1200"/>
            </a:pPr>
            <a:r>
              <a:t>D:/pasar_fix/node_modules/.bun/@tanstack+query-core@5.83.1/node_modules/@tanstack/query-core/build/legacy/chunk-PXG64RU4.js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D:/pasar_fix/node_modules/.bun/@tanstack+query-core@5.83.1/node_modules/@tanstack/query-core/build/legacy/chunk-PXG64RU4.js.map</a:t>
            </a:r>
          </a:p>
          <a:p>
            <a:pPr>
              <a:defRPr sz="1200"/>
            </a:pPr>
            <a:r>
              <a:t>D:/pasar_fix/node_modules/.bun/@tanstack+query-core@5.83.1/node_modules/@tanstack/query-core/build/legacy/focusManager.cjs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D:/pasar_fix/node_modules/.bun/@tanstack+query-core@5.83.1/node_modules/@tanstack/query-core/build/legacy/focusManager.cjs.map</a:t>
            </a:r>
          </a:p>
          <a:p>
            <a:pPr>
              <a:defRPr sz="1200"/>
            </a:pPr>
            <a:r>
              <a:t>D:/pasar_fix/node_modules/.bun/@tanstack+query-core@5.83.1/node_modules/@tanstack/query-core/build/legacy/focusManager.d.cts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D:/pasar_fix/node_modules/.bun/@tanstack+query-core@5.83.1/node_modules/@tanstack/query-core/build/legacy/focusManager.d.ts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D:/pasar_fix/node_modules/.bun/@tanstack+query-core@5.83.1/node_modules/@tanstack/query-core/build/legacy/focusManager.js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D:/pasar_fix/node_modules/.bun/@tanstack+query-core@5.83.1/node_modules/@tanstack/query-core/build/legacy/focusManager.js.map</a:t>
            </a:r>
          </a:p>
          <a:p>
            <a:pPr>
              <a:defRPr sz="1200"/>
            </a:pPr>
            <a:r>
              <a:t>D:/pasar_fix/node_modules/.bun/@tanstack+query-core@5.83.1/node_modules/@tanstack/query-core/build/legacy/hydration-CADtEOkK.d.cts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D:/pasar_fix/node_modules/.bun/@tanstack+query-core@5.83.1/node_modules/@tanstack/query-core/build/legacy/hydration-Cvr-9VdO.d.ts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D:/pasar_fix/node_modules/.bun/@tanstack+query-core@5.83.1/node_modules/@tanstack/query-core/build/legacy/hydration.cjs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D:/pasar_fix/node_modules/.bun/@tanstack+query-core@5.83.1/node_modules/@tanstack/query-core/build/legacy/hydration.cjs.map</a:t>
            </a:r>
          </a:p>
          <a:p>
            <a:pPr>
              <a:defRPr sz="1200"/>
            </a:pPr>
            <a:r>
              <a:t>D:/pasar_fix/node_modules/.bun/@tanstack+query-core@5.83.1/node_modules/@tanstack/query-core/build/legacy/hydration.d.cts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D:/pasar_fix/node_modules/.bun/@tanstack+query-core@5.83.1/node_modules/@tanstack/query-core/build/legacy/hydration.d.ts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D:/pasar_fix/node_modules/.bun/@tanstack+query-core@5.83.1/node_modules/@tanstack/query-core/build/legacy/hydration.js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D:/pasar_fix/node_modules/.bun/@tanstack+query-core@5.83.1/node_modules/@tanstack/query-core/build/legacy/hydration.js.map</a:t>
            </a:r>
          </a:p>
          <a:p>
            <a:pPr>
              <a:defRPr sz="1200"/>
            </a:pPr>
            <a:r>
              <a:t>D:/pasar_fix/node_modules/.bun/@tanstack+query-core@5.83.1/node_modules/@tanstack/query-core/build/legacy/index.cjs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D:/pasar_fix/node_modules/.bun/@tanstack+query-core@5.83.1/node_modules/@tanstack/query-core/build/legacy/index.cjs.map</a:t>
            </a:r>
          </a:p>
          <a:p>
            <a:pPr>
              <a:defRPr sz="1200"/>
            </a:pPr>
            <a:r>
              <a:t>D:/pasar_fix/node_modules/.bun/@tanstack+query-core@5.83.1/node_modules/@tanstack/query-core/build/legacy/index.d.cts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D:/pasar_fix/node_modules/.bun/@tanstack+query-core@5.83.1/node_modules/@tanstack/query-core/build/legacy/index.d.ts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D:/pasar_fix/node_modules/.bun/@tanstack+query-core@5.83.1/node_modules/@tanstack/query-core/build/legacy/index.js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D:/pasar_fix/node_modules/.bun/@tanstack+query-core@5.83.1/node_modules/@tanstack/query-core/build/legacy/index.js.map</a:t>
            </a:r>
          </a:p>
          <a:p>
            <a:pPr>
              <a:defRPr sz="1200"/>
            </a:pPr>
            <a:r>
              <a:t>D:/pasar_fix/node_modules/.bun/@tanstack+query-core@5.83.1/node_modules/@tanstack/query-core/build/legacy/infiniteQueryBehavior.cjs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D:/pasar_fix/node_modules/.bun/@tanstack+query-core@5.83.1/node_modules/@tanstack/query-core/build/legacy/infiniteQueryBehavior.cjs.map</a:t>
            </a:r>
          </a:p>
          <a:p>
            <a:pPr>
              <a:defRPr sz="1200"/>
            </a:pPr>
            <a:r>
              <a:t>D:/pasar_fix/node_modules/.bun/@tanstack+query-core@5.83.1/node_modules/@tanstack/query-core/build/legacy/infiniteQueryBehavior.d.cts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D:/pasar_fix/node_modules/.bun/@tanstack+query-core@5.83.1/node_modules/@tanstack/query-core/build/legacy/infiniteQueryBehavior.d.ts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D:/pasar_fix/node_modules/.bun/@tanstack+query-core@5.83.1/node_modules/@tanstack/query-core/build/legacy/infiniteQueryBehavior.js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D:/pasar_fix/node_modules/.bun/@tanstack+query-core@5.83.1/node_modules/@tanstack/query-core/build/legacy/infiniteQueryBehavior.js.map</a:t>
            </a:r>
          </a:p>
          <a:p>
            <a:pPr>
              <a:defRPr sz="1200"/>
            </a:pPr>
            <a:r>
              <a:t>D:/pasar_fix/node_modules/.bun/@tanstack+query-core@5.83.1/node_modules/@tanstack/query-core/build/legacy/infiniteQueryObserver.cjs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D:/pasar_fix/node_modules/.bun/@tanstack+query-core@5.83.1/node_modules/@tanstack/query-core/build/legacy/infiniteQueryObserver.cjs.map</a:t>
            </a:r>
          </a:p>
          <a:p>
            <a:pPr>
              <a:defRPr sz="1200"/>
            </a:pPr>
            <a:r>
              <a:t>D:/pasar_fix/node_modules/.bun/@tanstack+query-core@5.83.1/node_modules/@tanstack/query-core/build/legacy/infiniteQueryObserver.d.cts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D:/pasar_fix/node_modules/.bun/@tanstack+query-core@5.83.1/node_modules/@tanstack/query-core/build/legacy/infiniteQueryObserver.d.ts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D:/pasar_fix/node_modules/.bun/@tanstack+query-core@5.83.1/node_modules/@tanstack/query-core/build/legacy/infiniteQueryObserver.js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D:/pasar_fix/node_modules/.bun/@tanstack+query-core@5.83.1/node_modules/@tanstack/query-core/build/legacy/infiniteQueryObserver.js.map</a:t>
            </a:r>
          </a:p>
          <a:p>
            <a:pPr>
              <a:defRPr sz="1200"/>
            </a:pPr>
            <a:r>
              <a:t>D:/pasar_fix/node_modules/.bun/@tanstack+query-core@5.83.1/node_modules/@tanstack/query-core/build/legacy/mutation.cjs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D:/pasar_fix/node_modules/.bun/@tanstack+query-core@5.83.1/node_modules/@tanstack/query-core/build/legacy/mutation.cjs.map</a:t>
            </a:r>
          </a:p>
          <a:p>
            <a:pPr>
              <a:defRPr sz="1200"/>
            </a:pPr>
            <a:r>
              <a:t>D:/pasar_fix/node_modules/.bun/@tanstack+query-core@5.83.1/node_modules/@tanstack/query-core/build/legacy/mutation.d.cts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D:/pasar_fix/node_modules/.bun/@tanstack+query-core@5.83.1/node_modules/@tanstack/query-core/build/legacy/mutation.d.ts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D:/pasar_fix/node_modules/.bun/@tanstack+query-core@5.83.1/node_modules/@tanstack/query-core/build/legacy/mutation.js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D:/pasar_fix/node_modules/.bun/@tanstack+query-core@5.83.1/node_modules/@tanstack/query-core/build/legacy/mutation.js.map</a:t>
            </a:r>
          </a:p>
          <a:p>
            <a:pPr>
              <a:defRPr sz="1200"/>
            </a:pPr>
            <a:r>
              <a:t>D:/pasar_fix/node_modules/.bun/@tanstack+query-core@5.83.1/node_modules/@tanstack/query-core/build/legacy/mutationCache.cjs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D:/pasar_fix/node_modules/.bun/@tanstack+query-core@5.83.1/node_modules/@tanstack/query-core/build/legacy/mutationCache.cjs.map</a:t>
            </a:r>
          </a:p>
          <a:p>
            <a:pPr>
              <a:defRPr sz="1200"/>
            </a:pPr>
            <a:r>
              <a:t>D:/pasar_fix/node_modules/.bun/@tanstack+query-core@5.83.1/node_modules/@tanstack/query-core/build/legacy/mutationCache.d.cts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D:/pasar_fix/node_modules/.bun/@tanstack+query-core@5.83.1/node_modules/@tanstack/query-core/build/legacy/mutationCache.d.ts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D:/pasar_fix/node_modules/.bun/@tanstack+query-core@5.83.1/node_modules/@tanstack/query-core/build/legacy/mutationCache.js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D:/pasar_fix/node_modules/.bun/@tanstack+query-core@5.83.1/node_modules/@tanstack/query-core/build/legacy/mutationCache.js.map</a:t>
            </a:r>
          </a:p>
          <a:p>
            <a:pPr>
              <a:defRPr sz="1200"/>
            </a:pPr>
            <a:r>
              <a:t>D:/pasar_fix/node_modules/.bun/@tanstack+query-core@5.83.1/node_modules/@tanstack/query-core/build/legacy/mutationObserver.cjs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D:/pasar_fix/node_modules/.bun/@tanstack+query-core@5.83.1/node_modules/@tanstack/query-core/build/legacy/mutationObserver.cjs.map</a:t>
            </a:r>
          </a:p>
          <a:p>
            <a:pPr>
              <a:defRPr sz="1200"/>
            </a:pPr>
            <a:r>
              <a:t>D:/pasar_fix/node_modules/.bun/@tanstack+query-core@5.83.1/node_modules/@tanstack/query-core/build/legacy/mutationObserver.d.cts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D:/pasar_fix/node_modules/.bun/@tanstack+query-core@5.83.1/node_modules/@tanstack/query-core/build/legacy/mutationObserver.d.ts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D:/pasar_fix/node_modules/.bun/@tanstack+query-core@5.83.1/node_modules/@tanstack/query-core/build/legacy/mutationObserver.js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D:/pasar_fix/node_modules/.bun/@tanstack+query-core@5.83.1/node_modules/@tanstack/query-core/build/legacy/mutationObserver.js.map</a:t>
            </a:r>
          </a:p>
          <a:p>
            <a:pPr>
              <a:defRPr sz="1200"/>
            </a:pPr>
            <a:r>
              <a:t>D:/pasar_fix/node_modules/.bun/@tanstack+query-core@5.83.1/node_modules/@tanstack/query-core/build/legacy/notifyManager.cjs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D:/pasar_fix/node_modules/.bun/@tanstack+query-core@5.83.1/node_modules/@tanstack/query-core/build/legacy/notifyManager.cjs.map</a:t>
            </a:r>
          </a:p>
          <a:p>
            <a:pPr>
              <a:defRPr sz="1200"/>
            </a:pPr>
            <a:r>
              <a:t>D:/pasar_fix/node_modules/.bun/@tanstack+query-core@5.83.1/node_modules/@tanstack/query-core/build/legacy/notifyManager.d.cts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D:/pasar_fix/node_modules/.bun/@tanstack+query-core@5.83.1/node_modules/@tanstack/query-core/build/legacy/notifyManager.d.ts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D:/pasar_fix/node_modules/.bun/@tanstack+query-core@5.83.1/node_modules/@tanstack/query-core/build/legacy/notifyManager.js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D:/pasar_fix/node_modules/.bun/@tanstack+query-core@5.83.1/node_modules/@tanstack/query-core/build/legacy/notifyManager.js.map</a:t>
            </a:r>
          </a:p>
          <a:p>
            <a:pPr>
              <a:defRPr sz="1200"/>
            </a:pPr>
            <a:r>
              <a:t>D:/pasar_fix/node_modules/.bun/@tanstack+query-core@5.83.1/node_modules/@tanstack/query-core/build/legacy/onlineManager.cjs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D:/pasar_fix/node_modules/.bun/@tanstack+query-core@5.83.1/node_modules/@tanstack/query-core/build/legacy/onlineManager.cjs.map</a:t>
            </a:r>
          </a:p>
          <a:p>
            <a:pPr>
              <a:defRPr sz="1200"/>
            </a:pPr>
            <a:r>
              <a:t>D:/pasar_fix/node_modules/.bun/@tanstack+query-core@5.83.1/node_modules/@tanstack/query-core/build/legacy/onlineManager.d.cts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D:/pasar_fix/node_modules/.bun/@tanstack+query-core@5.83.1/node_modules/@tanstack/query-core/build/legacy/onlineManager.d.ts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D:/pasar_fix/node_modules/.bun/@tanstack+query-core@5.83.1/node_modules/@tanstack/query-core/build/legacy/onlineManager.js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D:/pasar_fix/node_modules/.bun/@tanstack+query-core@5.83.1/node_modules/@tanstack/query-core/build/legacy/onlineManager.js.map</a:t>
            </a:r>
          </a:p>
          <a:p>
            <a:pPr>
              <a:defRPr sz="1200"/>
            </a:pPr>
            <a:r>
              <a:t>D:/pasar_fix/node_modules/.bun/@tanstack+query-core@5.83.1/node_modules/@tanstack/query-core/build/legacy/queriesObserver.cjs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D:/pasar_fix/node_modules/.bun/@tanstack+query-core@5.83.1/node_modules/@tanstack/query-core/build/legacy/queriesObserver.cjs.map</a:t>
            </a:r>
          </a:p>
          <a:p>
            <a:pPr>
              <a:defRPr sz="1200"/>
            </a:pPr>
            <a:r>
              <a:t>D:/pasar_fix/node_modules/.bun/@tanstack+query-core@5.83.1/node_modules/@tanstack/query-core/build/legacy/queriesObserver.d.cts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D:/pasar_fix/node_modules/.bun/@tanstack+query-core@5.83.1/node_modules/@tanstack/query-core/build/legacy/queriesObserver.d.ts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D:/pasar_fix/node_modules/.bun/@tanstack+query-core@5.83.1/node_modules/@tanstack/query-core/build/legacy/queriesObserver.js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D:/pasar_fix/node_modules/.bun/@tanstack+query-core@5.83.1/node_modules/@tanstack/query-core/build/legacy/queriesObserver.js.map</a:t>
            </a:r>
          </a:p>
          <a:p>
            <a:pPr>
              <a:defRPr sz="1200"/>
            </a:pPr>
            <a:r>
              <a:t>D:/pasar_fix/node_modules/.bun/@tanstack+query-core@5.83.1/node_modules/@tanstack/query-core/build/legacy/query.cjs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D:/pasar_fix/node_modules/.bun/@tanstack+query-core@5.83.1/node_modules/@tanstack/query-core/build/legacy/query.cjs.map</a:t>
            </a:r>
          </a:p>
          <a:p>
            <a:pPr>
              <a:defRPr sz="1200"/>
            </a:pPr>
            <a:r>
              <a:t>D:/pasar_fix/node_modules/.bun/@tanstack+query-core@5.83.1/node_modules/@tanstack/query-core/build/legacy/query.d.cts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D:/pasar_fix/node_modules/.bun/@tanstack+query-core@5.83.1/node_modules/@tanstack/query-core/build/legacy/query.d.ts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D:/pasar_fix/node_modules/.bun/@tanstack+query-core@5.83.1/node_modules/@tanstack/query-core/build/legacy/query.js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D:/pasar_fix/node_modules/.bun/@tanstack+query-core@5.83.1/node_modules/@tanstack/query-core/build/legacy/query.js.map</a:t>
            </a:r>
          </a:p>
          <a:p>
            <a:pPr>
              <a:defRPr sz="1200"/>
            </a:pPr>
            <a:r>
              <a:t>D:/pasar_fix/node_modules/.bun/@tanstack+query-core@5.83.1/node_modules/@tanstack/query-core/build/legacy/queryCache.cjs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D:/pasar_fix/node_modules/.bun/@tanstack+query-core@5.83.1/node_modules/@tanstack/query-core/build/legacy/queryCache.cjs.map</a:t>
            </a:r>
          </a:p>
          <a:p>
            <a:pPr>
              <a:defRPr sz="1200"/>
            </a:pPr>
            <a:r>
              <a:t>D:/pasar_fix/node_modules/.bun/@tanstack+query-core@5.83.1/node_modules/@tanstack/query-core/build/legacy/queryCache.d.cts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D:/pasar_fix/node_modules/.bun/@tanstack+query-core@5.83.1/node_modules/@tanstack/query-core/build/legacy/queryCache.d.ts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D:/pasar_fix/node_modules/.bun/@tanstack+query-core@5.83.1/node_modules/@tanstack/query-core/build/legacy/queryCache.js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D:/pasar_fix/node_modules/.bun/@tanstack+query-core@5.83.1/node_modules/@tanstack/query-core/build/legacy/queryCache.js.map</a:t>
            </a:r>
          </a:p>
          <a:p>
            <a:pPr>
              <a:defRPr sz="1200"/>
            </a:pPr>
            <a:r>
              <a:t>D:/pasar_fix/node_modules/.bun/@tanstack+query-core@5.83.1/node_modules/@tanstack/query-core/build/legacy/queryClient.cjs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D:/pasar_fix/node_modules/.bun/@tanstack+query-core@5.83.1/node_modules/@tanstack/query-core/build/legacy/queryClient.cjs.map</a:t>
            </a:r>
          </a:p>
          <a:p>
            <a:pPr>
              <a:defRPr sz="1200"/>
            </a:pPr>
            <a:r>
              <a:t>D:/pasar_fix/node_modules/.bun/@tanstack+query-core@5.83.1/node_modules/@tanstack/query-core/build/legacy/queryClient.d.cts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D:/pasar_fix/node_modules/.bun/@tanstack+query-core@5.83.1/node_modules/@tanstack/query-core/build/legacy/queryClient.d.ts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D:/pasar_fix/node_modules/.bun/@tanstack+query-core@5.83.1/node_modules/@tanstack/query-core/build/legacy/queryClient.js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D:/pasar_fix/node_modules/.bun/@tanstack+query-core@5.83.1/node_modules/@tanstack/query-core/build/legacy/queryClient.js.map</a:t>
            </a:r>
          </a:p>
          <a:p>
            <a:pPr>
              <a:defRPr sz="1200"/>
            </a:pPr>
            <a:r>
              <a:t>D:/pasar_fix/node_modules/.bun/@tanstack+query-core@5.83.1/node_modules/@tanstack/query-core/build/legacy/queryObserver.cjs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D:/pasar_fix/node_modules/.bun/@tanstack+query-core@5.83.1/node_modules/@tanstack/query-core/build/legacy/queryObserver.cjs.map</a:t>
            </a:r>
          </a:p>
          <a:p>
            <a:pPr>
              <a:defRPr sz="1200"/>
            </a:pPr>
            <a:r>
              <a:t>D:/pasar_fix/node_modules/.bun/@tanstack+query-core@5.83.1/node_modules/@tanstack/query-core/build/legacy/queryObserver.d.cts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D:/pasar_fix/node_modules/.bun/@tanstack+query-core@5.83.1/node_modules/@tanstack/query-core/build/legacy/queryObserver.d.ts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D:/pasar_fix/node_modules/.bun/@tanstack+query-core@5.83.1/node_modules/@tanstack/query-core/build/legacy/queryObserver.js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D:/pasar_fix/node_modules/.bun/@tanstack+query-core@5.83.1/node_modules/@tanstack/query-core/build/legacy/queryObserver.js.map</a:t>
            </a:r>
          </a:p>
          <a:p>
            <a:pPr>
              <a:defRPr sz="1200"/>
            </a:pPr>
            <a:r>
              <a:t>D:/pasar_fix/node_modules/.bun/@tanstack+query-core@5.83.1/node_modules/@tanstack/query-core/build/legacy/removable.cjs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D:/pasar_fix/node_modules/.bun/@tanstack+query-core@5.83.1/node_modules/@tanstack/query-core/build/legacy/removable.cjs.map</a:t>
            </a:r>
          </a:p>
          <a:p>
            <a:pPr>
              <a:defRPr sz="1200"/>
            </a:pPr>
            <a:r>
              <a:t>D:/pasar_fix/node_modules/.bun/@tanstack+query-core@5.83.1/node_modules/@tanstack/query-core/build/legacy/removable.d.cts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D:/pasar_fix/node_modules/.bun/@tanstack+query-core@5.83.1/node_modules/@tanstack/query-core/build/legacy/removable.d.ts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D:/pasar_fix/node_modules/.bun/@tanstack+query-core@5.83.1/node_modules/@tanstack/query-core/build/legacy/removable.js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D:/pasar_fix/node_modules/.bun/@tanstack+query-core@5.83.1/node_modules/@tanstack/query-core/build/legacy/removable.js.map</a:t>
            </a:r>
          </a:p>
          <a:p>
            <a:pPr>
              <a:defRPr sz="1200"/>
            </a:pPr>
            <a:r>
              <a:t>D:/pasar_fix/node_modules/.bun/@tanstack+query-core@5.83.1/node_modules/@tanstack/query-core/build/legacy/retryer.cjs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D:/pasar_fix/node_modules/.bun/@tanstack+query-core@5.83.1/node_modules/@tanstack/query-core/build/legacy/retryer.cjs.map</a:t>
            </a:r>
          </a:p>
          <a:p>
            <a:pPr>
              <a:defRPr sz="1200"/>
            </a:pPr>
            <a:r>
              <a:t>D:/pasar_fix/node_modules/.bun/@tanstack+query-core@5.83.1/node_modules/@tanstack/query-core/build/legacy/retryer.d.cts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D:/pasar_fix/node_modules/.bun/@tanstack+query-core@5.83.1/node_modules/@tanstack/query-core/build/legacy/retryer.d.ts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D:/pasar_fix/node_modules/.bun/@tanstack+query-core@5.83.1/node_modules/@tanstack/query-core/build/legacy/retryer.js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D:/pasar_fix/node_modules/.bun/@tanstack+query-core@5.83.1/node_modules/@tanstack/query-core/build/legacy/retryer.js.map</a:t>
            </a:r>
          </a:p>
          <a:p>
            <a:pPr>
              <a:defRPr sz="1200"/>
            </a:pPr>
            <a:r>
              <a:t>D:/pasar_fix/node_modules/.bun/@tanstack+query-core@5.83.1/node_modules/@tanstack/query-core/build/legacy/streamedQuery.cjs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D:/pasar_fix/node_modules/.bun/@tanstack+query-core@5.83.1/node_modules/@tanstack/query-core/build/legacy/streamedQuery.cjs.map</a:t>
            </a:r>
          </a:p>
          <a:p>
            <a:pPr>
              <a:defRPr sz="1200"/>
            </a:pPr>
            <a:r>
              <a:t>D:/pasar_fix/node_modules/.bun/@tanstack+query-core@5.83.1/node_modules/@tanstack/query-core/build/legacy/streamedQuery.d.cts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D:/pasar_fix/node_modules/.bun/@tanstack+query-core@5.83.1/node_modules/@tanstack/query-core/build/legacy/streamedQuery.d.ts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D:/pasar_fix/node_modules/.bun/@tanstack+query-core@5.83.1/node_modules/@tanstack/query-core/build/legacy/streamedQuery.js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D:/pasar_fix/node_modules/.bun/@tanstack+query-core@5.83.1/node_modules/@tanstack/query-core/build/legacy/streamedQuery.js.map</a:t>
            </a:r>
          </a:p>
          <a:p>
            <a:pPr>
              <a:defRPr sz="1200"/>
            </a:pPr>
            <a:r>
              <a:t>D:/pasar_fix/node_modules/.bun/@tanstack+query-core@5.83.1/node_modules/@tanstack/query-core/build/legacy/subscribable.cjs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D:/pasar_fix/node_modules/.bun/@tanstack+query-core@5.83.1/node_modules/@tanstack/query-core/build/legacy/subscribable.cjs.map</a:t>
            </a:r>
          </a:p>
          <a:p>
            <a:pPr>
              <a:defRPr sz="1200"/>
            </a:pPr>
            <a:r>
              <a:t>D:/pasar_fix/node_modules/.bun/@tanstack+query-core@5.83.1/node_modules/@tanstack/query-core/build/legacy/subscribable.d.cts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D:/pasar_fix/node_modules/.bun/@tanstack+query-core@5.83.1/node_modules/@tanstack/query-core/build/legacy/subscribable.d.ts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D:/pasar_fix/node_modules/.bun/@tanstack+query-core@5.83.1/node_modules/@tanstack/query-core/build/legacy/subscribable.js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D:/pasar_fix/node_modules/.bun/@tanstack+query-core@5.83.1/node_modules/@tanstack/query-core/build/legacy/subscribable.js.map</a:t>
            </a:r>
          </a:p>
          <a:p>
            <a:pPr>
              <a:defRPr sz="1200"/>
            </a:pPr>
            <a:r>
              <a:t>D:/pasar_fix/node_modules/.bun/@tanstack+query-core@5.83.1/node_modules/@tanstack/query-core/build/legacy/thenable.cjs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D:/pasar_fix/node_modules/.bun/@tanstack+query-core@5.83.1/node_modules/@tanstack/query-core/build/legacy/thenable.cjs.map</a:t>
            </a:r>
          </a:p>
          <a:p>
            <a:pPr>
              <a:defRPr sz="1200"/>
            </a:pPr>
            <a:r>
              <a:t>D:/pasar_fix/node_modules/.bun/@tanstack+query-core@5.83.1/node_modules/@tanstack/query-core/build/legacy/thenable.d.cts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D:/pasar_fix/node_modules/.bun/@tanstack+query-core@5.83.1/node_modules/@tanstack/query-core/build/legacy/thenable.d.ts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D:/pasar_fix/node_modules/.bun/@tanstack+query-core@5.83.1/node_modules/@tanstack/query-core/build/legacy/thenable.js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D:/pasar_fix/node_modules/.bun/@tanstack+query-core@5.83.1/node_modules/@tanstack/query-core/build/legacy/thenable.js.map</a:t>
            </a:r>
          </a:p>
          <a:p>
            <a:pPr>
              <a:defRPr sz="1200"/>
            </a:pPr>
            <a:r>
              <a:t>D:/pasar_fix/node_modules/.bun/@tanstack+query-core@5.83.1/node_modules/@tanstack/query-core/build/legacy/types.cjs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D:/pasar_fix/node_modules/.bun/@tanstack+query-core@5.83.1/node_modules/@tanstack/query-core/build/legacy/types.cjs.map</a:t>
            </a:r>
          </a:p>
          <a:p>
            <a:pPr>
              <a:defRPr sz="1200"/>
            </a:pPr>
            <a:r>
              <a:t>D:/pasar_fix/node_modules/.bun/@tanstack+query-core@5.83.1/node_modules/@tanstack/query-core/build/legacy/types.d.cts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D:/pasar_fix/node_modules/.bun/@tanstack+query-core@5.83.1/node_modules/@tanstack/query-core/build/legacy/types.d.ts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D:/pasar_fix/node_modules/.bun/@tanstack+query-core@5.83.1/node_modules/@tanstack/query-core/build/legacy/types.js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D:/pasar_fix/node_modules/.bun/@tanstack+query-core@5.83.1/node_modules/@tanstack/query-core/build/legacy/types.js.map</a:t>
            </a:r>
          </a:p>
          <a:p>
            <a:pPr>
              <a:defRPr sz="1200"/>
            </a:pPr>
            <a:r>
              <a:t>D:/pasar_fix/node_modules/.bun/@tanstack+query-core@5.83.1/node_modules/@tanstack/query-core/build/legacy/utils.cjs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D:/pasar_fix/node_modules/.bun/@tanstack+query-core@5.83.1/node_modules/@tanstack/query-core/build/legacy/utils.cjs.map</a:t>
            </a:r>
          </a:p>
          <a:p>
            <a:pPr>
              <a:defRPr sz="1200"/>
            </a:pPr>
            <a:r>
              <a:t>D:/pasar_fix/node_modules/.bun/@tanstack+query-core@5.83.1/node_modules/@tanstack/query-core/build/legacy/utils.d.cts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D:/pasar_fix/node_modules/.bun/@tanstack+query-core@5.83.1/node_modules/@tanstack/query-core/build/legacy/utils.d.ts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D:/pasar_fix/node_modules/.bun/@tanstack+query-core@5.83.1/node_modules/@tanstack/query-core/build/legacy/utils.js</a:t>
            </a:r>
          </a:p>
          <a:p>
            <a:pPr>
              <a:defRPr sz="1200"/>
            </a:pPr>
            <a:r>
              <a:t>D:/pasar_fix/node_modules/.bun/@tanstack+query-core@5.83.1/node_modules/@tanstack/query-core/build/legacy/utils.js.map</a:t>
            </a:r>
          </a:p>
          <a:p>
            <a:pPr>
              <a:defRPr sz="1200"/>
            </a:pPr>
            <a:r>
              <a:t>D:/pasar_fix/node_modules/.bun/@tanstack+query-core@5.83.1/node_modules/@tanstack/query-core/build/modern/focusManager.cjs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D:/pasar_fix/node_modules/.bun/@tanstack+query-core@5.83.1/node_modules/@tanstack/query-core/build/modern/focusManager.cjs.map</a:t>
            </a:r>
          </a:p>
          <a:p>
            <a:pPr>
              <a:defRPr sz="1200"/>
            </a:pPr>
            <a:r>
              <a:t>D:/pasar_fix/node_modules/.bun/@tanstack+query-core@5.83.1/node_modules/@tanstack/query-core/build/modern/focusManager.d.cts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D:/pasar_fix/node_modules/.bun/@tanstack+query-core@5.83.1/node_modules/@tanstack/query-core/build/modern/focusManager.d.ts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D:/pasar_fix/node_modules/.bun/@tanstack+query-core@5.83.1/node_modules/@tanstack/query-core/build/modern/focusManager.js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D:/pasar_fix/node_modules/.bun/@tanstack+query-core@5.83.1/node_modules/@tanstack/query-core/build/modern/focusManager.js.map</a:t>
            </a:r>
          </a:p>
          <a:p>
            <a:pPr>
              <a:defRPr sz="1200"/>
            </a:pPr>
            <a:r>
              <a:t>D:/pasar_fix/node_modules/.bun/@tanstack+query-core@5.83.1/node_modules/@tanstack/query-core/build/modern/hydration-CADtEOkK.d.cts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D:/pasar_fix/node_modules/.bun/@tanstack+query-core@5.83.1/node_modules/@tanstack/query-core/build/modern/hydration-Cvr-9VdO.d.ts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D:/pasar_fix/node_modules/.bun/@tanstack+query-core@5.83.1/node_modules/@tanstack/query-core/build/modern/hydration.cjs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D:/pasar_fix/node_modules/.bun/@tanstack+query-core@5.83.1/node_modules/@tanstack/query-core/build/modern/hydration.cjs.map</a:t>
            </a:r>
          </a:p>
          <a:p>
            <a:pPr>
              <a:defRPr sz="1200"/>
            </a:pPr>
            <a:r>
              <a:t>D:/pasar_fix/node_modules/.bun/@tanstack+query-core@5.83.1/node_modules/@tanstack/query-core/build/modern/hydration.d.cts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D:/pasar_fix/node_modules/.bun/@tanstack+query-core@5.83.1/node_modules/@tanstack/query-core/build/modern/hydration.d.ts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D:/pasar_fix/node_modules/.bun/@tanstack+query-core@5.83.1/node_modules/@tanstack/query-core/build/modern/hydration.js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D:/pasar_fix/node_modules/.bun/@tanstack+query-core@5.83.1/node_modules/@tanstack/query-core/build/modern/hydration.js.map</a:t>
            </a:r>
          </a:p>
          <a:p>
            <a:pPr>
              <a:defRPr sz="1200"/>
            </a:pPr>
            <a:r>
              <a:t>D:/pasar_fix/node_modules/.bun/@tanstack+query-core@5.83.1/node_modules/@tanstack/query-core/build/modern/index.cjs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D:/pasar_fix/node_modules/.bun/@tanstack+query-core@5.83.1/node_modules/@tanstack/query-core/build/modern/index.cjs.map</a:t>
            </a:r>
          </a:p>
          <a:p>
            <a:pPr>
              <a:defRPr sz="1200"/>
            </a:pPr>
            <a:r>
              <a:t>D:/pasar_fix/node_modules/.bun/@tanstack+query-core@5.83.1/node_modules/@tanstack/query-core/build/modern/index.d.cts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D:/pasar_fix/node_modules/.bun/@tanstack+query-core@5.83.1/node_modules/@tanstack/query-core/build/modern/index.d.ts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D:/pasar_fix/node_modules/.bun/@tanstack+query-core@5.83.1/node_modules/@tanstack/query-core/build/modern/index.js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D:/pasar_fix/node_modules/.bun/@tanstack+query-core@5.83.1/node_modules/@tanstack/query-core/build/modern/index.js.map</a:t>
            </a:r>
          </a:p>
          <a:p>
            <a:pPr>
              <a:defRPr sz="1200"/>
            </a:pPr>
            <a:r>
              <a:t>D:/pasar_fix/node_modules/.bun/@tanstack+query-core@5.83.1/node_modules/@tanstack/query-core/build/modern/infiniteQueryBehavior.cjs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D:/pasar_fix/node_modules/.bun/@tanstack+query-core@5.83.1/node_modules/@tanstack/query-core/build/modern/infiniteQueryBehavior.cjs.map</a:t>
            </a:r>
          </a:p>
          <a:p>
            <a:pPr>
              <a:defRPr sz="1200"/>
            </a:pPr>
            <a:r>
              <a:t>D:/pasar_fix/node_modules/.bun/@tanstack+query-core@5.83.1/node_modules/@tanstack/query-core/build/modern/infiniteQueryBehavior.d.cts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D:/pasar_fix/node_modules/.bun/@tanstack+query-core@5.83.1/node_modules/@tanstack/query-core/build/modern/infiniteQueryBehavior.d.ts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D:/pasar_fix/node_modules/.bun/@tanstack+query-core@5.83.1/node_modules/@tanstack/query-core/build/modern/infiniteQueryBehavior.js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D:/pasar_fix/node_modules/.bun/@tanstack+query-core@5.83.1/node_modules/@tanstack/query-core/build/modern/infiniteQueryBehavior.js.map</a:t>
            </a:r>
          </a:p>
          <a:p>
            <a:pPr>
              <a:defRPr sz="1200"/>
            </a:pPr>
            <a:r>
              <a:t>D:/pasar_fix/node_modules/.bun/@tanstack+query-core@5.83.1/node_modules/@tanstack/query-core/build/modern/infiniteQueryObserver.cjs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D:/pasar_fix/node_modules/.bun/@tanstack+query-core@5.83.1/node_modules/@tanstack/query-core/build/modern/infiniteQueryObserver.cjs.map</a:t>
            </a:r>
          </a:p>
          <a:p>
            <a:pPr>
              <a:defRPr sz="1200"/>
            </a:pPr>
            <a:r>
              <a:t>D:/pasar_fix/node_modules/.bun/@tanstack+query-core@5.83.1/node_modules/@tanstack/query-core/build/modern/infiniteQueryObserver.d.cts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D:/pasar_fix/node_modules/.bun/@tanstack+query-core@5.83.1/node_modules/@tanstack/query-core/build/modern/infiniteQueryObserver.d.ts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D:/pasar_fix/node_modules/.bun/@tanstack+query-core@5.83.1/node_modules/@tanstack/query-core/build/modern/infiniteQueryObserver.js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D:/pasar_fix/node_modules/.bun/@tanstack+query-core@5.83.1/node_modules/@tanstack/query-core/build/modern/infiniteQueryObserver.js.map</a:t>
            </a:r>
          </a:p>
          <a:p>
            <a:pPr>
              <a:defRPr sz="1200"/>
            </a:pPr>
            <a:r>
              <a:t>D:/pasar_fix/node_modules/.bun/@tanstack+query-core@5.83.1/node_modules/@tanstack/query-core/build/modern/mutation.cjs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D:/pasar_fix/node_modules/.bun/@tanstack+query-core@5.83.1/node_modules/@tanstack/query-core/build/modern/mutation.cjs.map</a:t>
            </a:r>
          </a:p>
          <a:p>
            <a:pPr>
              <a:defRPr sz="1200"/>
            </a:pPr>
            <a:r>
              <a:t>D:/pasar_fix/node_modules/.bun/@tanstack+query-core@5.83.1/node_modules/@tanstack/query-core/build/modern/mutation.d.cts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D:/pasar_fix/node_modules/.bun/@tanstack+query-core@5.83.1/node_modules/@tanstack/query-core/build/modern/mutation.d.ts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D:/pasar_fix/node_modules/.bun/@tanstack+query-core@5.83.1/node_modules/@tanstack/query-core/build/modern/mutation.js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D:/pasar_fix/node_modules/.bun/@tanstack+query-core@5.83.1/node_modules/@tanstack/query-core/build/modern/mutation.js.map</a:t>
            </a:r>
          </a:p>
          <a:p>
            <a:pPr>
              <a:defRPr sz="1200"/>
            </a:pPr>
            <a:r>
              <a:t>D:/pasar_fix/node_modules/.bun/@tanstack+query-core@5.83.1/node_modules/@tanstack/query-core/build/modern/mutationCache.cjs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D:/pasar_fix/node_modules/.bun/@tanstack+query-core@5.83.1/node_modules/@tanstack/query-core/build/modern/mutationCache.cjs.map</a:t>
            </a:r>
          </a:p>
          <a:p>
            <a:pPr>
              <a:defRPr sz="1200"/>
            </a:pPr>
            <a:r>
              <a:t>D:/pasar_fix/node_modules/.bun/@tanstack+query-core@5.83.1/node_modules/@tanstack/query-core/build/modern/mutationCache.d.cts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D:/pasar_fix/node_modules/.bun/@tanstack+query-core@5.83.1/node_modules/@tanstack/query-core/build/modern/mutationCache.d.ts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D:/pasar_fix/node_modules/.bun/@tanstack+query-core@5.83.1/node_modules/@tanstack/query-core/build/modern/mutationCache.js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D:/pasar_fix/node_modules/.bun/@tanstack+query-core@5.83.1/node_modules/@tanstack/query-core/build/modern/mutationCache.js.map</a:t>
            </a:r>
          </a:p>
          <a:p>
            <a:pPr>
              <a:defRPr sz="1200"/>
            </a:pPr>
            <a:r>
              <a:t>D:/pasar_fix/node_modules/.bun/@tanstack+query-core@5.83.1/node_modules/@tanstack/query-core/build/modern/mutationObserver.cjs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D:/pasar_fix/node_modules/.bun/@tanstack+query-core@5.83.1/node_modules/@tanstack/query-core/build/modern/mutationObserver.cjs.map</a:t>
            </a:r>
          </a:p>
          <a:p>
            <a:pPr>
              <a:defRPr sz="1200"/>
            </a:pPr>
            <a:r>
              <a:t>D:/pasar_fix/node_modules/.bun/@tanstack+query-core@5.83.1/node_modules/@tanstack/query-core/build/modern/mutationObserver.d.cts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D:/pasar_fix/node_modules/.bun/@tanstack+query-core@5.83.1/node_modules/@tanstack/query-core/build/modern/mutationObserver.d.ts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D:/pasar_fix/node_modules/.bun/@tanstack+query-core@5.83.1/node_modules/@tanstack/query-core/build/modern/mutationObserver.js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D:/pasar_fix/node_modules/.bun/@tanstack+query-core@5.83.1/node_modules/@tanstack/query-core/build/modern/mutationObserver.js.map</a:t>
            </a:r>
          </a:p>
          <a:p>
            <a:pPr>
              <a:defRPr sz="1200"/>
            </a:pPr>
            <a:r>
              <a:t>D:/pasar_fix/node_modules/.bun/@tanstack+query-core@5.83.1/node_modules/@tanstack/query-core/build/modern/notifyManager.cjs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D:/pasar_fix/node_modules/.bun/@tanstack+query-core@5.83.1/node_modules/@tanstack/query-core/build/modern/notifyManager.cjs.map</a:t>
            </a:r>
          </a:p>
          <a:p>
            <a:pPr>
              <a:defRPr sz="1200"/>
            </a:pPr>
            <a:r>
              <a:t>D:/pasar_fix/node_modules/.bun/@tanstack+query-core@5.83.1/node_modules/@tanstack/query-core/build/modern/notifyManager.d.cts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D:/pasar_fix/node_modules/.bun/@tanstack+query-core@5.83.1/node_modules/@tanstack/query-core/build/modern/notifyManager.d.ts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D:/pasar_fix/node_modules/.bun/@tanstack+query-core@5.83.1/node_modules/@tanstack/query-core/build/modern/notifyManager.js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D:/pasar_fix/node_modules/.bun/@tanstack+query-core@5.83.1/node_modules/@tanstack/query-core/build/modern/notifyManager.js.map</a:t>
            </a:r>
          </a:p>
          <a:p>
            <a:pPr>
              <a:defRPr sz="1200"/>
            </a:pPr>
            <a:r>
              <a:t>D:/pasar_fix/node_modules/.bun/@tanstack+query-core@5.83.1/node_modules/@tanstack/query-core/build/modern/onlineManager.cjs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D:/pasar_fix/node_modules/.bun/@tanstack+query-core@5.83.1/node_modules/@tanstack/query-core/build/modern/onlineManager.cjs.map</a:t>
            </a:r>
          </a:p>
          <a:p>
            <a:pPr>
              <a:defRPr sz="1200"/>
            </a:pPr>
            <a:r>
              <a:t>D:/pasar_fix/node_modules/.bun/@tanstack+query-core@5.83.1/node_modules/@tanstack/query-core/build/modern/onlineManager.d.cts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D:/pasar_fix/node_modules/.bun/@tanstack+query-core@5.83.1/node_modules/@tanstack/query-core/build/modern/onlineManager.d.ts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D:/pasar_fix/node_modules/.bun/@tanstack+query-core@5.83.1/node_modules/@tanstack/query-core/build/modern/onlineManager.js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D:/pasar_fix/node_modules/.bun/@tanstack+query-core@5.83.1/node_modules/@tanstack/query-core/build/modern/onlineManager.js.map</a:t>
            </a:r>
          </a:p>
          <a:p>
            <a:pPr>
              <a:defRPr sz="1200"/>
            </a:pPr>
            <a:r>
              <a:t>D:/pasar_fix/node_modules/.bun/@tanstack+query-core@5.83.1/node_modules/@tanstack/query-core/build/modern/queriesObserver.cjs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D:/pasar_fix/node_modules/.bun/@tanstack+query-core@5.83.1/node_modules/@tanstack/query-core/build/modern/queriesObserver.cjs.map</a:t>
            </a:r>
          </a:p>
          <a:p>
            <a:pPr>
              <a:defRPr sz="1200"/>
            </a:pPr>
            <a:r>
              <a:t>D:/pasar_fix/node_modules/.bun/@tanstack+query-core@5.83.1/node_modules/@tanstack/query-core/build/modern/queriesObserver.d.cts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D:/pasar_fix/node_modules/.bun/@tanstack+query-core@5.83.1/node_modules/@tanstack/query-core/build/modern/queriesObserver.d.ts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D:/pasar_fix/node_modules/.bun/@tanstack+query-core@5.83.1/node_modules/@tanstack/query-core/build/modern/queriesObserver.js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D:/pasar_fix/node_modules/.bun/@tanstack+query-core@5.83.1/node_modules/@tanstack/query-core/build/modern/queriesObserver.js.map</a:t>
            </a:r>
          </a:p>
          <a:p>
            <a:pPr>
              <a:defRPr sz="1200"/>
            </a:pPr>
            <a:r>
              <a:t>D:/pasar_fix/node_modules/.bun/@tanstack+query-core@5.83.1/node_modules/@tanstack/query-core/build/modern/query.cjs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D:/pasar_fix/node_modules/.bun/@tanstack+query-core@5.83.1/node_modules/@tanstack/query-core/build/modern/query.cjs.map</a:t>
            </a:r>
          </a:p>
          <a:p>
            <a:pPr>
              <a:defRPr sz="1200"/>
            </a:pPr>
            <a:r>
              <a:t>D:/pasar_fix/node_modules/.bun/@tanstack+query-core@5.83.1/node_modules/@tanstack/query-core/build/modern/query.d.cts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D:/pasar_fix/node_modules/.bun/@tanstack+query-core@5.83.1/node_modules/@tanstack/query-core/build/modern/query.d.ts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D:/pasar_fix/node_modules/.bun/@tanstack+query-core@5.83.1/node_modules/@tanstack/query-core/build/modern/query.js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D:/pasar_fix/node_modules/.bun/@tanstack+query-core@5.83.1/node_modules/@tanstack/query-core/build/modern/query.js.map</a:t>
            </a:r>
          </a:p>
          <a:p>
            <a:pPr>
              <a:defRPr sz="1200"/>
            </a:pPr>
            <a:r>
              <a:t>D:/pasar_fix/node_modules/.bun/@tanstack+query-core@5.83.1/node_modules/@tanstack/query-core/build/modern/queryCache.cjs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D:/pasar_fix/node_modules/.bun/@tanstack+query-core@5.83.1/node_modules/@tanstack/query-core/build/modern/queryCache.cjs.map</a:t>
            </a:r>
          </a:p>
          <a:p>
            <a:pPr>
              <a:defRPr sz="1200"/>
            </a:pPr>
            <a:r>
              <a:t>D:/pasar_fix/node_modules/.bun/@tanstack+query-core@5.83.1/node_modules/@tanstack/query-core/build/modern/queryCache.d.cts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D:/pasar_fix/node_modules/.bun/@tanstack+query-core@5.83.1/node_modules/@tanstack/query-core/build/modern/queryCache.d.ts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D:/pasar_fix/node_modules/.bun/@tanstack+query-core@5.83.1/node_modules/@tanstack/query-core/build/modern/queryCache.js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D:/pasar_fix/node_modules/.bun/@tanstack+query-core@5.83.1/node_modules/@tanstack/query-core/build/modern/queryCache.js.map</a:t>
            </a:r>
          </a:p>
          <a:p>
            <a:pPr>
              <a:defRPr sz="1200"/>
            </a:pPr>
            <a:r>
              <a:t>D:/pasar_fix/node_modules/.bun/@tanstack+query-core@5.83.1/node_modules/@tanstack/query-core/build/modern/queryClient.cjs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D:/pasar_fix/node_modules/.bun/@tanstack+query-core@5.83.1/node_modules/@tanstack/query-core/build/modern/queryClient.cjs.map</a:t>
            </a:r>
          </a:p>
          <a:p>
            <a:pPr>
              <a:defRPr sz="1200"/>
            </a:pPr>
            <a:r>
              <a:t>D:/pasar_fix/node_modules/.bun/@tanstack+query-core@5.83.1/node_modules/@tanstack/query-core/build/modern/queryClient.d.cts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D:/pasar_fix/node_modules/.bun/@tanstack+query-core@5.83.1/node_modules/@tanstack/query-core/build/modern/queryClient.d.ts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D:/pasar_fix/node_modules/.bun/@tanstack+query-core@5.83.1/node_modules/@tanstack/query-core/build/modern/queryClient.js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D:/pasar_fix/node_modules/.bun/@tanstack+query-core@5.83.1/node_modules/@tanstack/query-core/build/modern/queryClient.js.map</a:t>
            </a:r>
          </a:p>
          <a:p>
            <a:pPr>
              <a:defRPr sz="1200"/>
            </a:pPr>
            <a:r>
              <a:t>D:/pasar_fix/node_modules/.bun/@tanstack+query-core@5.83.1/node_modules/@tanstack/query-core/build/modern/queryObserver.cjs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D:/pasar_fix/node_modules/.bun/@tanstack+query-core@5.83.1/node_modules/@tanstack/query-core/build/modern/queryObserver.cjs.map</a:t>
            </a:r>
          </a:p>
          <a:p>
            <a:pPr>
              <a:defRPr sz="1200"/>
            </a:pPr>
            <a:r>
              <a:t>D:/pasar_fix/node_modules/.bun/@tanstack+query-core@5.83.1/node_modules/@tanstack/query-core/build/modern/queryObserver.d.cts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D:/pasar_fix/node_modules/.bun/@tanstack+query-core@5.83.1/node_modules/@tanstack/query-core/build/modern/queryObserver.d.ts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D:/pasar_fix/node_modules/.bun/@tanstack+query-core@5.83.1/node_modules/@tanstack/query-core/build/modern/queryObserver.js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D:/pasar_fix/node_modules/.bun/@tanstack+query-core@5.83.1/node_modules/@tanstack/query-core/build/modern/queryObserver.js.map</a:t>
            </a:r>
          </a:p>
          <a:p>
            <a:pPr>
              <a:defRPr sz="1200"/>
            </a:pPr>
            <a:r>
              <a:t>D:/pasar_fix/node_modules/.bun/@tanstack+query-core@5.83.1/node_modules/@tanstack/query-core/build/modern/removable.cjs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D:/pasar_fix/node_modules/.bun/@tanstack+query-core@5.83.1/node_modules/@tanstack/query-core/build/modern/removable.cjs.map</a:t>
            </a:r>
          </a:p>
          <a:p>
            <a:pPr>
              <a:defRPr sz="1200"/>
            </a:pPr>
            <a:r>
              <a:t>D:/pasar_fix/node_modules/.bun/@tanstack+query-core@5.83.1/node_modules/@tanstack/query-core/build/modern/removable.d.cts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D:/pasar_fix/node_modules/.bun/@tanstack+query-core@5.83.1/node_modules/@tanstack/query-core/build/modern/removable.d.ts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D:/pasar_fix/node_modules/.bun/@tanstack+query-core@5.83.1/node_modules/@tanstack/query-core/build/modern/removable.js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D:/pasar_fix/node_modules/.bun/@tanstack+query-core@5.83.1/node_modules/@tanstack/query-core/build/modern/removable.js.map</a:t>
            </a:r>
          </a:p>
          <a:p>
            <a:pPr>
              <a:defRPr sz="1200"/>
            </a:pPr>
            <a:r>
              <a:t>D:/pasar_fix/node_modules/.bun/@tanstack+query-core@5.83.1/node_modules/@tanstack/query-core/build/modern/retryer.cjs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D:/pasar_fix/node_modules/.bun/@tanstack+query-core@5.83.1/node_modules/@tanstack/query-core/build/modern/retryer.cjs.map</a:t>
            </a:r>
          </a:p>
          <a:p>
            <a:pPr>
              <a:defRPr sz="1200"/>
            </a:pPr>
            <a:r>
              <a:t>D:/pasar_fix/node_modules/.bun/@tanstack+query-core@5.83.1/node_modules/@tanstack/query-core/build/modern/retryer.d.cts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D:/pasar_fix/node_modules/.bun/@tanstack+query-core@5.83.1/node_modules/@tanstack/query-core/build/modern/retryer.d.ts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D:/pasar_fix/node_modules/.bun/@tanstack+query-core@5.83.1/node_modules/@tanstack/query-core/build/modern/retryer.js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D:/pasar_fix/node_modules/.bun/@tanstack+query-core@5.83.1/node_modules/@tanstack/query-core/build/modern/retryer.js.map</a:t>
            </a:r>
          </a:p>
          <a:p>
            <a:pPr>
              <a:defRPr sz="1200"/>
            </a:pPr>
            <a:r>
              <a:t>D:/pasar_fix/node_modules/.bun/@tanstack+query-core@5.83.1/node_modules/@tanstack/query-core/build/modern/streamedQuery.cjs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D:/pasar_fix/node_modules/.bun/@tanstack+query-core@5.83.1/node_modules/@tanstack/query-core/build/modern/streamedQuery.cjs.map</a:t>
            </a:r>
          </a:p>
          <a:p>
            <a:pPr>
              <a:defRPr sz="1200"/>
            </a:pPr>
            <a:r>
              <a:t>D:/pasar_fix/node_modules/.bun/@tanstack+query-core@5.83.1/node_modules/@tanstack/query-core/build/modern/streamedQuery.d.cts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D:/pasar_fix/node_modules/.bun/@tanstack+query-core@5.83.1/node_modules/@tanstack/query-core/build/modern/streamedQuery.d.ts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D:/pasar_fix/node_modules/.bun/@tanstack+query-core@5.83.1/node_modules/@tanstack/query-core/build/modern/streamedQuery.js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D:/pasar_fix/node_modules/.bun/@tanstack+query-core@5.83.1/node_modules/@tanstack/query-core/build/modern/streamedQuery.js.map</a:t>
            </a:r>
          </a:p>
          <a:p>
            <a:pPr>
              <a:defRPr sz="1200"/>
            </a:pPr>
            <a:r>
              <a:t>D:/pasar_fix/node_modules/.bun/@tanstack+query-core@5.83.1/node_modules/@tanstack/query-core/build/modern/subscribable.cjs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D:/pasar_fix/node_modules/.bun/@tanstack+query-core@5.83.1/node_modules/@tanstack/query-core/build/modern/subscribable.cjs.map</a:t>
            </a:r>
          </a:p>
          <a:p>
            <a:pPr>
              <a:defRPr sz="1200"/>
            </a:pPr>
            <a:r>
              <a:t>D:/pasar_fix/node_modules/.bun/@tanstack+query-core@5.83.1/node_modules/@tanstack/query-core/build/modern/subscribable.d.cts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D:/pasar_fix/node_modules/.bun/@tanstack+query-core@5.83.1/node_modules/@tanstack/query-core/build/modern/subscribable.d.ts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D:/pasar_fix/node_modules/.bun/@tanstack+query-core@5.83.1/node_modules/@tanstack/query-core/build/modern/subscribable.js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D:/pasar_fix/node_modules/.bun/@tanstack+query-core@5.83.1/node_modules/@tanstack/query-core/build/modern/subscribable.js.map</a:t>
            </a:r>
          </a:p>
          <a:p>
            <a:pPr>
              <a:defRPr sz="1200"/>
            </a:pPr>
            <a:r>
              <a:t>D:/pasar_fix/node_modules/.bun/@tanstack+query-core@5.83.1/node_modules/@tanstack/query-core/build/modern/thenable.cjs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D:/pasar_fix/node_modules/.bun/@tanstack+query-core@5.83.1/node_modules/@tanstack/query-core/build/modern/thenable.cjs.map</a:t>
            </a:r>
          </a:p>
          <a:p>
            <a:pPr>
              <a:defRPr sz="1200"/>
            </a:pPr>
            <a:r>
              <a:t>D:/pasar_fix/node_modules/.bun/@tanstack+query-core@5.83.1/node_modules/@tanstack/query-core/build/modern/thenable.d.cts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D:/pasar_fix/node_modules/.bun/@tanstack+query-core@5.83.1/node_modules/@tanstack/query-core/build/modern/thenable.d.ts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D:/pasar_fix/node_modules/.bun/@tanstack+query-core@5.83.1/node_modules/@tanstack/query-core/build/modern/thenable.js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D:/pasar_fix/node_modules/.bun/@tanstack+query-core@5.83.1/node_modules/@tanstack/query-core/build/modern/thenable.js.map</a:t>
            </a:r>
          </a:p>
          <a:p>
            <a:pPr>
              <a:defRPr sz="1200"/>
            </a:pPr>
            <a:r>
              <a:t>D:/pasar_fix/node_modules/.bun/@tanstack+query-core@5.83.1/node_modules/@tanstack/query-core/build/modern/types.cjs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D:/pasar_fix/node_modules/.bun/@tanstack+query-core@5.83.1/node_modules/@tanstack/query-core/build/modern/types.cjs.map</a:t>
            </a:r>
          </a:p>
          <a:p>
            <a:pPr>
              <a:defRPr sz="1200"/>
            </a:pPr>
            <a:r>
              <a:t>D:/pasar_fix/node_modules/.bun/@tanstack+query-core@5.83.1/node_modules/@tanstack/query-core/build/modern/types.d.cts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D:/pasar_fix/node_modules/.bun/@tanstack+query-core@5.83.1/node_modules/@tanstack/query-core/build/modern/types.d.ts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D:/pasar_fix/node_modules/.bun/@tanstack+query-core@5.83.1/node_modules/@tanstack/query-core/build/modern/types.js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D:/pasar_fix/node_modules/.bun/@tanstack+query-core@5.83.1/node_modules/@tanstack/query-core/build/modern/types.js.map</a:t>
            </a:r>
          </a:p>
          <a:p>
            <a:pPr>
              <a:defRPr sz="1200"/>
            </a:pPr>
            <a:r>
              <a:t>D:/pasar_fix/node_modules/.bun/@tanstack+query-core@5.83.1/node_modules/@tanstack/query-core/build/modern/utils.cjs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D:/pasar_fix/node_modules/.bun/@tanstack+query-core@5.83.1/node_modules/@tanstack/query-core/build/modern/utils.cjs.map</a:t>
            </a:r>
          </a:p>
          <a:p>
            <a:pPr>
              <a:defRPr sz="1200"/>
            </a:pPr>
            <a:r>
              <a:t>D:/pasar_fix/node_modules/.bun/@tanstack+query-core@5.83.1/node_modules/@tanstack/query-core/build/modern/utils.d.cts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D:/pasar_fix/node_modules/.bun/@tanstack+query-core@5.83.1/node_modules/@tanstack/query-core/build/modern/utils.d.ts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D:/pasar_fix/node_modules/.bun/@tanstack+query-core@5.83.1/node_modules/@tanstack/query-core/build/modern/utils.js</a:t>
            </a:r>
          </a:p>
          <a:p>
            <a:pPr>
              <a:defRPr sz="1200"/>
            </a:pPr>
            <a:r>
              <a:t>D:/pasar_fix/node_modules/.bun/@tanstack+query-core@5.83.1/node_modules/@tanstack/query-core/build/modern/utils.js.map</a:t>
            </a:r>
          </a:p>
          <a:p>
            <a:pPr>
              <a:defRPr sz="1200"/>
            </a:pPr>
            <a:r>
              <a:t>D:/pasar_fix/node_modules/.bun/@tanstack+query-core@5.83.1/node_modules/@tanstack/query-core/src/focusManager.ts</a:t>
            </a:r>
          </a:p>
          <a:p>
            <a:pPr>
              <a:defRPr sz="1200"/>
            </a:pPr>
            <a:r>
              <a:t>D:/pasar_fix/node_modules/.bun/@tanstack+query-core@5.83.1/node_modules/@tanstack/query-core/src/hydration.ts</a:t>
            </a:r>
          </a:p>
          <a:p>
            <a:pPr>
              <a:defRPr sz="1200"/>
            </a:pPr>
            <a:r>
              <a:t>D:/pasar_fix/node_modules/.bun/@tanstack+query-core@5.83.1/node_modules/@tanstack/query-core/src/index.ts</a:t>
            </a:r>
          </a:p>
          <a:p>
            <a:pPr>
              <a:defRPr sz="1200"/>
            </a:pPr>
            <a:r>
              <a:t>D:/pasar_fix/node_modules/.bun/@tanstack+query-core@5.83.1/node_modules/@tanstack/query-core/src/infiniteQueryBehavior.ts</a:t>
            </a:r>
          </a:p>
          <a:p>
            <a:pPr>
              <a:defRPr sz="1200"/>
            </a:pPr>
            <a:r>
              <a:t>D:/pasar_fix/node_modules/.bun/@tanstack+query-core@5.83.1/node_modules/@tanstack/query-core/src/infiniteQueryObserver.ts</a:t>
            </a:r>
          </a:p>
          <a:p>
            <a:pPr>
              <a:defRPr sz="1200"/>
            </a:pPr>
            <a:r>
              <a:t>D:/pasar_fix/node_modules/.bun/@tanstack+query-core@5.83.1/node_modules/@tanstack/query-core/src/mutation.ts</a:t>
            </a:r>
          </a:p>
          <a:p>
            <a:pPr>
              <a:defRPr sz="1200"/>
            </a:pPr>
            <a:r>
              <a:t>D:/pasar_fix/node_modules/.bun/@tanstack+query-core@5.83.1/node_modules/@tanstack/query-core/src/mutationCache.ts</a:t>
            </a:r>
          </a:p>
          <a:p>
            <a:pPr>
              <a:defRPr sz="1200"/>
            </a:pPr>
            <a:r>
              <a:t>D:/pasar_fix/node_modules/.bun/@tanstack+query-core@5.83.1/node_modules/@tanstack/query-core/src/mutationObserver.ts</a:t>
            </a:r>
          </a:p>
          <a:p>
            <a:pPr>
              <a:defRPr sz="1200"/>
            </a:pPr>
            <a:r>
              <a:t>D:/pasar_fix/node_modules/.bun/@tanstack+query-core@5.83.1/node_modules/@tanstack/query-core/src/notifyManager.ts</a:t>
            </a:r>
          </a:p>
          <a:p>
            <a:pPr>
              <a:defRPr sz="1200"/>
            </a:pPr>
            <a:r>
              <a:t>D:/pasar_fix/node_modules/.bun/@tanstack+query-core@5.83.1/node_modules/@tanstack/query-core/src/onlineManager.ts</a:t>
            </a:r>
          </a:p>
          <a:p>
            <a:pPr>
              <a:defRPr sz="1200"/>
            </a:pPr>
            <a:r>
              <a:t>D:/pasar_fix/node_modules/.bun/@tanstack+query-core@5.83.1/node_modules/@tanstack/query-core/src/queriesObserver.ts</a:t>
            </a:r>
          </a:p>
          <a:p>
            <a:pPr>
              <a:defRPr sz="1200"/>
            </a:pPr>
            <a:r>
              <a:t>D:/pasar_fix/node_modules/.bun/@tanstack+query-core@5.83.1/node_modules/@tanstack/query-core/src/query.ts</a:t>
            </a:r>
          </a:p>
          <a:p>
            <a:pPr>
              <a:defRPr sz="1200"/>
            </a:pPr>
            <a:r>
              <a:t>D:/pasar_fix/node_modules/.bun/@tanstack+query-core@5.83.1/node_modules/@tanstack/query-core/src/queryCache.ts</a:t>
            </a:r>
          </a:p>
          <a:p>
            <a:pPr>
              <a:defRPr sz="1200"/>
            </a:pPr>
            <a:r>
              <a:t>D:/pasar_fix/node_modules/.bun/@tanstack+query-core@5.83.1/node_modules/@tanstack/query-core/src/queryClient.ts</a:t>
            </a:r>
          </a:p>
          <a:p>
            <a:pPr>
              <a:defRPr sz="1200"/>
            </a:pPr>
            <a:r>
              <a:t>D:/pasar_fix/node_modules/.bun/@tanstack+query-core@5.83.1/node_modules/@tanstack/query-core/src/queryObserver.ts</a:t>
            </a:r>
          </a:p>
          <a:p>
            <a:pPr>
              <a:defRPr sz="1200"/>
            </a:pPr>
            <a:r>
              <a:t>D:/pasar_fix/node_modules/.bun/@tanstack+query-core@5.83.1/node_modules/@tanstack/query-core/src/removable.ts</a:t>
            </a:r>
          </a:p>
          <a:p>
            <a:pPr>
              <a:defRPr sz="1200"/>
            </a:pPr>
            <a:r>
              <a:t>D:/pasar_fix/node_modules/.bun/@tanstack+query-core@5.83.1/node_modules/@tanstack/query-core/src/retryer.ts</a:t>
            </a:r>
          </a:p>
          <a:p>
            <a:pPr>
              <a:defRPr sz="1200"/>
            </a:pPr>
            <a:r>
              <a:t>D:/pasar_fix/node_modules/.bun/@tanstack+query-core@5.83.1/node_modules/@tanstack/query-core/src/streamedQuery.ts</a:t>
            </a:r>
          </a:p>
          <a:p>
            <a:pPr>
              <a:defRPr sz="1200"/>
            </a:pPr>
            <a:r>
              <a:t>D:/pasar_fix/node_modules/.bun/@tanstack+query-core@5.83.1/node_modules/@tanstack/query-core/src/subscribable.ts</a:t>
            </a:r>
          </a:p>
          <a:p>
            <a:pPr>
              <a:defRPr sz="1200"/>
            </a:pPr>
            <a:r>
              <a:t>D:/pasar_fix/node_modules/.bun/@tanstack+query-core@5.83.1/node_modules/@tanstack/query-core/src/thenable.ts</a:t>
            </a:r>
          </a:p>
          <a:p>
            <a:pPr>
              <a:defRPr sz="1200"/>
            </a:pPr>
            <a:r>
              <a:t>D:/pasar_fix/node_modules/.bun/@tanstack+query-core@5.83.1/node_modules/@tanstack/query-core/src/types.ts</a:t>
            </a:r>
          </a:p>
          <a:p>
            <a:pPr>
              <a:defRPr sz="1200"/>
            </a:pPr>
            <a:r>
              <a:t>D:/pasar_fix/node_modules/.bun/@tanstack+query-core@5.83.1/node_modules/@tanstack/query-core/src/utils.ts</a:t>
            </a:r>
          </a:p>
          <a:p>
            <a:pPr>
              <a:defRPr sz="1200"/>
            </a:pPr>
            <a:r>
              <a:t>D:/pasar_fix/node_modules/.bun/@tanstack+query-devtools@5.84.0/node_modules/@tanstack/query-devtools/LICENSE</a:t>
            </a:r>
          </a:p>
          <a:p>
            <a:pPr>
              <a:defRPr sz="1200"/>
            </a:pPr>
            <a:r>
              <a:t>D:/pasar_fix/node_modules/.bun/@tanstack+query-devtools@5.84.0/node_modules/@tanstack/query-devtools/package.json</a:t>
            </a:r>
          </a:p>
          <a:p>
            <a:pPr>
              <a:defRPr sz="1200"/>
            </a:pPr>
            <a:r>
              <a:t>D:/pasar_fix/node_modules/.bun/@tanstack+query-devtools@5.84.0/node_modules/@tanstack/query-devtools/build/dev.cjs</a:t>
            </a:r>
          </a:p>
          <a:p>
            <a:pPr>
              <a:defRPr sz="1200"/>
            </a:pPr>
            <a:r>
              <a:t>D:/pasar_fix/node_modules/.bun/@tanstack+query-devtools@5.84.0/node_modules/@tanstack/query-devtools/build/dev.js</a:t>
            </a:r>
          </a:p>
          <a:p>
            <a:pPr>
              <a:defRPr sz="1200"/>
            </a:pPr>
            <a:r>
              <a:t>D:/pasar_fix/node_modules/.bun/@tanstack+query-devtools@5.84.0/node_modules/@tanstack/query-devtools/build/index.cjs</a:t>
            </a:r>
          </a:p>
          <a:p>
            <a:pPr>
              <a:defRPr sz="1200"/>
            </a:pPr>
            <a:r>
              <a:t>D:/pasar_fix/node_modules/.bun/@tanstack+query-devtools@5.84.0/node_modules/@tanstack/query-devtools/build/index.d.cts</a:t>
            </a:r>
          </a:p>
          <a:p>
            <a:pPr>
              <a:defRPr sz="1200"/>
            </a:pPr>
            <a:r>
              <a:t>D:/pasar_fix/node_modules/.bun/@tanstack+query-devtools@5.84.0/node_modules/@tanstack/query-devtools/build/index.d.ts</a:t>
            </a:r>
          </a:p>
          <a:p>
            <a:pPr>
              <a:defRPr sz="1200"/>
            </a:pPr>
            <a:r>
              <a:t>D:/pasar_fix/node_modules/.bun/@tanstack+query-devtools@5.84.0/node_modules/@tanstack/query-devtools/build/index.js</a:t>
            </a:r>
          </a:p>
          <a:p>
            <a:pPr>
              <a:defRPr sz="1200"/>
            </a:pPr>
            <a:r>
              <a:t>D:/pasar_fix/node_modules/.bun/@tanstack+query-devtools@5.84.0/node_modules/@tanstack/query-devtools/build/chunk/CXOMC62J.js</a:t>
            </a:r>
          </a:p>
          <a:p>
            <a:pPr>
              <a:defRPr sz="1200"/>
            </a:pPr>
            <a:r>
              <a:t>D:/pasar_fix/node_modules/.bun/@tanstack+query-devtools@5.84.0/node_modules/@tanstack/query-devtools/build/chunk/EIDV623S.js</a:t>
            </a:r>
          </a:p>
          <a:p>
            <a:pPr>
              <a:defRPr sz="1200"/>
            </a:pPr>
            <a:r>
              <a:t>D:/pasar_fix/node_modules/.bun/@tanstack+query-devtools@5.84.0/node_modules/@tanstack/query-devtools/build/chunk/YPM2AS64.js</a:t>
            </a:r>
          </a:p>
          <a:p>
            <a:pPr>
              <a:defRPr sz="1200"/>
            </a:pPr>
            <a:r>
              <a:t>D:/pasar_fix/node_modules/.bun/@tanstack+query-devtools@5.84.0/node_modules/@tanstack/query-devtools/build/chunk/YTSEMULZ.js</a:t>
            </a:r>
          </a:p>
          <a:p>
            <a:pPr>
              <a:defRPr sz="1200"/>
            </a:pPr>
            <a:r>
              <a:t>D:/pasar_fix/node_modules/.bun/@tanstack+query-devtools@5.84.0/node_modules/@tanstack/query-devtools/build/DevtoolsComponent/EDEL3XIZ.js</a:t>
            </a:r>
          </a:p>
          <a:p>
            <a:pPr>
              <a:defRPr sz="1200"/>
            </a:pPr>
            <a:r>
              <a:t>D:/pasar_fix/node_modules/.bun/@tanstack+query-devtools@5.84.0/node_modules/@tanstack/query-devtools/build/DevtoolsComponent/LNWAZHJI.js</a:t>
            </a:r>
          </a:p>
          <a:p>
            <a:pPr>
              <a:defRPr sz="1200"/>
            </a:pPr>
            <a:r>
              <a:t>D:/pasar_fix/node_modules/.bun/@tanstack+query-devtools@5.84.0/node_modules/@tanstack/query-devtools/build/DevtoolsPanelComponent/MWZ6AO7Z.js</a:t>
            </a:r>
          </a:p>
          <a:p>
            <a:pPr>
              <a:defRPr sz="1200"/>
            </a:pPr>
            <a:r>
              <a:t>D:/pasar_fix/node_modules/.bun/@tanstack+query-devtools@5.84.0/node_modules/@tanstack/query-devtools/build/DevtoolsPanelComponent/RN252AT2.js</a:t>
            </a:r>
          </a:p>
          <a:p>
            <a:pPr>
              <a:defRPr sz="1200"/>
            </a:pPr>
            <a:r>
              <a:t>D:/pasar_fix/node_modules/.bun/@tanstack+query-devtools@5.84.0/node_modules/@tanstack/query-devtools/src/constants.ts</a:t>
            </a:r>
          </a:p>
          <a:p>
            <a:pPr>
              <a:defRPr sz="1200"/>
            </a:pPr>
            <a:r>
              <a:t>D:/pasar_fix/node_modules/.bun/@tanstack+query-devtools@5.84.0/node_modules/@tanstack/query-devtools/src/Devtools.tsx</a:t>
            </a:r>
          </a:p>
          <a:p>
            <a:pPr>
              <a:defRPr sz="1200"/>
            </a:pPr>
            <a:r>
              <a:t>D:/pasar_fix/node_modules/.bun/@tanstack+query-devtools@5.84.0/node_modules/@tanstack/query-devtools/src/DevtoolsComponent.tsx</a:t>
            </a:r>
          </a:p>
          <a:p>
            <a:pPr>
              <a:defRPr sz="1200"/>
            </a:pPr>
            <a:r>
              <a:t>D:/pasar_fix/node_modules/.bun/@tanstack+query-devtools@5.84.0/node_modules/@tanstack/query-devtools/src/DevtoolsPanelComponent.tsx</a:t>
            </a:r>
          </a:p>
          <a:p>
            <a:pPr>
              <a:defRPr sz="1200"/>
            </a:pPr>
            <a:r>
              <a:t>D:/pasar_fix/node_modules/.bun/@tanstack+query-devtools@5.84.0/node_modules/@tanstack/query-devtools/src/Explorer.tsx</a:t>
            </a:r>
          </a:p>
          <a:p>
            <a:pPr>
              <a:defRPr sz="1200"/>
            </a:pPr>
            <a:r>
              <a:t>D:/pasar_fix/node_modules/.bun/@tanstack+query-devtools@5.84.0/node_modules/@tanstack/query-devtools/src/index.ts</a:t>
            </a:r>
          </a:p>
          <a:p>
            <a:pPr>
              <a:defRPr sz="1200"/>
            </a:pPr>
            <a:r>
              <a:t>D:/pasar_fix/node_modules/.bun/@tanstack+query-devtools@5.84.0/node_modules/@tanstack/query-devtools/src/TanstackQueryDevtools.tsx</a:t>
            </a:r>
          </a:p>
          <a:p>
            <a:pPr>
              <a:defRPr sz="1200"/>
            </a:pPr>
            <a:r>
              <a:t>D:/pasar_fix/node_modules/.bun/@tanstack+query-devtools@5.84.0/node_modules/@tanstack/query-devtools/src/TanstackQueryDevtoolsPanel.tsx</a:t>
            </a:r>
          </a:p>
          <a:p>
            <a:pPr>
              <a:defRPr sz="1200"/>
            </a:pPr>
            <a:r>
              <a:t>D:/pasar_fix/node_modules/.bun/@tanstack+query-devtools@5.84.0/node_modules/@tanstack/query-devtools/src/theme.ts</a:t>
            </a:r>
          </a:p>
          <a:p>
            <a:pPr>
              <a:defRPr sz="1200"/>
            </a:pPr>
            <a:r>
              <a:t>D:/pasar_fix/node_modules/.bun/@tanstack+query-devtools@5.84.0/node_modules/@tanstack/query-devtools/src/utils.tsx</a:t>
            </a:r>
          </a:p>
          <a:p>
            <a:pPr>
              <a:defRPr sz="1200"/>
            </a:pPr>
            <a:r>
              <a:t>D:/pasar_fix/node_modules/.bun/@tanstack+query-devtools@5.84.0/node_modules/@tanstack/query-devtools/src/contexts/index.ts</a:t>
            </a:r>
          </a:p>
          <a:p>
            <a:pPr>
              <a:defRPr sz="1200"/>
            </a:pPr>
            <a:r>
              <a:t>D:/pasar_fix/node_modules/.bun/@tanstack+query-devtools@5.84.0/node_modules/@tanstack/query-devtools/src/contexts/PiPContext.tsx</a:t>
            </a:r>
          </a:p>
          <a:p>
            <a:pPr>
              <a:defRPr sz="1200"/>
            </a:pPr>
            <a:r>
              <a:t>D:/pasar_fix/node_modules/.bun/@tanstack+query-devtools@5.84.0/node_modules/@tanstack/query-devtools/src/contexts/QueryDevtoolsContext.ts</a:t>
            </a:r>
          </a:p>
          <a:p>
            <a:pPr>
              <a:defRPr sz="1200"/>
            </a:pPr>
            <a:r>
              <a:t>D:/pasar_fix/node_modules/.bun/@tanstack+query-devtools@5.84.0/node_modules/@tanstack/query-devtools/src/contexts/ThemeContext.ts</a:t>
            </a:r>
          </a:p>
          <a:p>
            <a:pPr>
              <a:defRPr sz="1200"/>
            </a:pPr>
            <a:r>
              <a:t>D:/pasar_fix/node_modules/.bun/@tanstack+query-devtools@5.84.0/node_modules/@tanstack/query-devtools/src/icons/index.tsx</a:t>
            </a:r>
          </a:p>
          <a:p>
            <a:pPr>
              <a:defRPr sz="1200"/>
            </a:pPr>
            <a:r>
              <a:t>D:/pasar_fix/node_modules/.bun/@tanstack+react-form@1.32.0+d0e719b86e9808b5/node_modules/@tanstack/react-form/LICENSE</a:t>
            </a:r>
          </a:p>
          <a:p>
            <a:pPr>
              <a:defRPr sz="1200"/>
            </a:pPr>
            <a:r>
              <a:t>D:/pasar_fix/node_modules/.bun/@tanstack+react-form@1.32.0+d0e719b86e9808b5/node_modules/@tanstack/react-form/package.json</a:t>
            </a:r>
          </a:p>
          <a:p>
            <a:pPr>
              <a:defRPr sz="1200"/>
            </a:pPr>
            <a:r>
              <a:t>D:/pasar_fix/node_modules/.bun/@tanstack+react-form@1.32.0+d0e719b86e9808b5/node_modules/@tanstack/react-form/README.md</a:t>
            </a:r>
          </a:p>
          <a:p>
            <a:pPr>
              <a:defRPr sz="1200"/>
            </a:pPr>
            <a:r>
              <a:t>D:/pasar_fix/node_modules/.bun/@tanstack+react-form@1.32.0+d0e719b86e9808b5/node_modules/@tanstack/react-form/dist/cjs/createFormHook.cjs</a:t>
            </a:r>
          </a:p>
          <a:p>
            <a:pPr>
              <a:defRPr sz="1200"/>
            </a:pPr>
            <a:r>
              <a:t>D:/pasar_fix/node_modules/.bun/@tanstack+react-form@1.32.0+d0e719b86e9808b5/node_modules/@tanstack/react-form/dist/cjs/createFormHook.cjs.map</a:t>
            </a:r>
          </a:p>
          <a:p>
            <a:pPr>
              <a:defRPr sz="1200"/>
            </a:pPr>
            <a:r>
              <a:t>D:/pasar_fix/node_modules/.bun/@tanstack+react-form@1.32.0+d0e719b86e9808b5/node_modules/@tanstack/react-form/dist/cjs/createFormHook.d.cts</a:t>
            </a:r>
          </a:p>
          <a:p>
            <a:pPr>
              <a:defRPr sz="1200"/>
            </a:pPr>
            <a:r>
              <a:t>D:/pasar_fix/node_modules/.bun/@tanstack+react-form@1.32.0+d0e719b86e9808b5/node_modules/@tanstack/react-form/dist/cjs/index.cjs</a:t>
            </a:r>
          </a:p>
          <a:p>
            <a:pPr>
              <a:defRPr sz="1200"/>
            </a:pPr>
            <a:r>
              <a:t>D:/pasar_fix/node_modules/.bun/@tanstack+react-form@1.32.0+d0e719b86e9808b5/node_modules/@tanstack/react-form/dist/cjs/index.cjs.map</a:t>
            </a:r>
          </a:p>
          <a:p>
            <a:pPr>
              <a:defRPr sz="1200"/>
            </a:pPr>
            <a:r>
              <a:t>D:/pasar_fix/node_modules/.bun/@tanstack+react-form@1.32.0+d0e719b86e9808b5/node_modules/@tanstack/react-form/dist/cjs/index.d.cts</a:t>
            </a:r>
          </a:p>
          <a:p>
            <a:pPr>
              <a:defRPr sz="1200"/>
            </a:pPr>
            <a:r>
              <a:t>D:/pasar_fix/node_modules/.bun/@tanstack+react-form@1.32.0+d0e719b86e9808b5/node_modules/@tanstack/react-form/dist/cjs/types.d.cts</a:t>
            </a:r>
          </a:p>
          <a:p>
            <a:pPr>
              <a:defRPr sz="1200"/>
            </a:pPr>
            <a:r>
              <a:t>D:/pasar_fix/node_modules/.bun/@tanstack+react-form@1.32.0+d0e719b86e9808b5/node_modules/@tanstack/react-form/dist/cjs/useField.cjs</a:t>
            </a:r>
          </a:p>
          <a:p>
            <a:pPr>
              <a:defRPr sz="1200"/>
            </a:pPr>
            <a:r>
              <a:t>D:/pasar_fix/node_modules/.bun/@tanstack+react-form@1.32.0+d0e719b86e9808b5/node_modules/@tanstack/react-form/dist/cjs/useField.cjs.map</a:t>
            </a:r>
          </a:p>
          <a:p>
            <a:pPr>
              <a:defRPr sz="1200"/>
            </a:pPr>
            <a:r>
              <a:t>D:/pasar_fix/node_modules/.bun/@tanstack+react-form@1.32.0+d0e719b86e9808b5/node_modules/@tanstack/react-form/dist/cjs/useField.d.cts</a:t>
            </a:r>
          </a:p>
          <a:p>
            <a:pPr>
              <a:defRPr sz="1200"/>
            </a:pPr>
            <a:r>
              <a:t>D:/pasar_fix/node_modules/.bun/@tanstack+react-form@1.32.0+d0e719b86e9808b5/node_modules/@tanstack/react-form/dist/cjs/useFieldGroup.cjs</a:t>
            </a:r>
          </a:p>
          <a:p>
            <a:pPr>
              <a:defRPr sz="1200"/>
            </a:pPr>
            <a:r>
              <a:t>D:/pasar_fix/node_modules/.bun/@tanstack+react-form@1.32.0+d0e719b86e9808b5/node_modules/@tanstack/react-form/dist/cjs/useFieldGroup.cjs.map</a:t>
            </a:r>
          </a:p>
          <a:p>
            <a:pPr>
              <a:defRPr sz="1200"/>
            </a:pPr>
            <a:r>
              <a:t>D:/pasar_fix/node_modules/.bun/@tanstack+react-form@1.32.0+d0e719b86e9808b5/node_modules/@tanstack/react-form/dist/cjs/useFieldGroup.d.cts</a:t>
            </a:r>
          </a:p>
          <a:p>
            <a:pPr>
              <a:defRPr sz="1200"/>
            </a:pPr>
            <a:r>
              <a:t>D:/pasar_fix/node_modules/.bun/@tanstack+react-form@1.32.0+d0e719b86e9808b5/node_modules/@tanstack/react-form/dist/cjs/useForm.cjs</a:t>
            </a:r>
          </a:p>
          <a:p>
            <a:pPr>
              <a:defRPr sz="1200"/>
            </a:pPr>
            <a:r>
              <a:t>D:/pasar_fix/node_modules/.bun/@tanstack+react-form@1.32.0+d0e719b86e9808b5/node_modules/@tanstack/react-form/dist/cjs/useForm.cjs.map</a:t>
            </a:r>
          </a:p>
          <a:p>
            <a:pPr>
              <a:defRPr sz="1200"/>
            </a:pPr>
            <a:r>
              <a:t>D:/pasar_fix/node_modules/.bun/@tanstack+react-form@1.32.0+d0e719b86e9808b5/node_modules/@tanstack/react-form/dist/cjs/useForm.d.cts</a:t>
            </a:r>
          </a:p>
          <a:p>
            <a:pPr>
              <a:defRPr sz="1200"/>
            </a:pPr>
            <a:r>
              <a:t>D:/pasar_fix/node_modules/.bun/@tanstack+react-form@1.32.0+d0e719b86e9808b5/node_modules/@tanstack/react-form/dist/cjs/useFormId.cjs</a:t>
            </a:r>
          </a:p>
          <a:p>
            <a:pPr>
              <a:defRPr sz="1200"/>
            </a:pPr>
            <a:r>
              <a:t>D:/pasar_fix/node_modules/.bun/@tanstack+react-form@1.32.0+d0e719b86e9808b5/node_modules/@tanstack/react-form/dist/cjs/useFormId.cjs.map</a:t>
            </a:r>
          </a:p>
          <a:p>
            <a:pPr>
              <a:defRPr sz="1200"/>
            </a:pPr>
            <a:r>
              <a:t>D:/pasar_fix/node_modules/.bun/@tanstack+react-form@1.32.0+d0e719b86e9808b5/node_modules/@tanstack/react-form/dist/cjs/useFormId.d.cts</a:t>
            </a:r>
          </a:p>
          <a:p>
            <a:pPr>
              <a:defRPr sz="1200"/>
            </a:pPr>
            <a:r>
              <a:t>D:/pasar_fix/node_modules/.bun/@tanstack+react-form@1.32.0+d0e719b86e9808b5/node_modules/@tanstack/react-form/dist/cjs/useIsomorphicLayoutEffect.cjs</a:t>
            </a:r>
          </a:p>
          <a:p>
            <a:pPr>
              <a:defRPr sz="1200"/>
            </a:pPr>
            <a:r>
              <a:t>D:/pasar_fix/node_modules/.bun/@tanstack+react-form@1.32.0+d0e719b86e9808b5/node_modules/@tanstack/react-form/dist/cjs/useIsomorphicLayoutEffect.cjs.map</a:t>
            </a:r>
          </a:p>
          <a:p>
            <a:pPr>
              <a:defRPr sz="1200"/>
            </a:pPr>
            <a:r>
              <a:t>D:/pasar_fix/node_modules/.bun/@tanstack+react-form@1.32.0+d0e719b86e9808b5/node_modules/@tanstack/react-form/dist/cjs/useIsomorphicLayoutEffect.d.cts</a:t>
            </a:r>
          </a:p>
          <a:p>
            <a:pPr>
              <a:defRPr sz="1200"/>
            </a:pPr>
            <a:r>
              <a:t>D:/pasar_fix/node_modules/.bun/@tanstack+react-form@1.32.0+d0e719b86e9808b5/node_modules/@tanstack/react-form/dist/cjs/useUUID.cjs</a:t>
            </a:r>
          </a:p>
          <a:p>
            <a:pPr>
              <a:defRPr sz="1200"/>
            </a:pPr>
            <a:r>
              <a:t>D:/pasar_fix/node_modules/.bun/@tanstack+react-form@1.32.0+d0e719b86e9808b5/node_modules/@tanstack/react-form/dist/cjs/useUUID.cjs.map</a:t>
            </a:r>
          </a:p>
          <a:p>
            <a:pPr>
              <a:defRPr sz="1200"/>
            </a:pPr>
            <a:r>
              <a:t>D:/pasar_fix/node_modules/.bun/@tanstack+react-form@1.32.0+d0e719b86e9808b5/node_modules/@tanstack/react-form/dist/cjs/useUUID.d.cts</a:t>
            </a:r>
          </a:p>
          <a:p>
            <a:pPr>
              <a:defRPr sz="1200"/>
            </a:pPr>
            <a:r>
              <a:t>D:/pasar_fix/node_modules/.bun/@tanstack+react-form@1.32.0+d0e719b86e9808b5/node_modules/@tanstack/react-form/dist/esm/createFormHook.d.ts</a:t>
            </a:r>
          </a:p>
          <a:p>
            <a:pPr>
              <a:defRPr sz="1200"/>
            </a:pPr>
            <a:r>
              <a:t>D:/pasar_fix/node_modules/.bun/@tanstack+react-form@1.32.0+d0e719b86e9808b5/node_modules/@tanstack/react-form/dist/esm/createFormHook.js</a:t>
            </a:r>
          </a:p>
          <a:p>
            <a:pPr>
              <a:defRPr sz="1200"/>
            </a:pPr>
            <a:r>
              <a:t>D:/pasar_fix/node_modules/.bun/@tanstack+react-form@1.32.0+d0e719b86e9808b5/node_modules/@tanstack/react-form/dist/esm/createFormHook.js.map</a:t>
            </a:r>
          </a:p>
          <a:p>
            <a:pPr>
              <a:defRPr sz="1200"/>
            </a:pPr>
            <a:r>
              <a:t>D:/pasar_fix/node_modules/.bun/@tanstack+react-form@1.32.0+d0e719b86e9808b5/node_modules/@tanstack/react-form/dist/esm/index.d.ts</a:t>
            </a:r>
          </a:p>
          <a:p>
            <a:pPr>
              <a:defRPr sz="1200"/>
            </a:pPr>
            <a:r>
              <a:t>D:/pasar_fix/node_modules/.bun/@tanstack+react-form@1.32.0+d0e719b86e9808b5/node_modules/@tanstack/react-form/dist/esm/index.js</a:t>
            </a:r>
          </a:p>
          <a:p>
            <a:pPr>
              <a:defRPr sz="1200"/>
            </a:pPr>
            <a:r>
              <a:t>D:/pasar_fix/node_modules/.bun/@tanstack+react-form@1.32.0+d0e719b86e9808b5/node_modules/@tanstack/react-form/dist/esm/index.js.map</a:t>
            </a:r>
          </a:p>
          <a:p>
            <a:pPr>
              <a:defRPr sz="1200"/>
            </a:pPr>
            <a:r>
              <a:t>D:/pasar_fix/node_modules/.bun/@tanstack+react-form@1.32.0+d0e719b86e9808b5/node_modules/@tanstack/react-form/dist/esm/types.d.ts</a:t>
            </a:r>
          </a:p>
          <a:p>
            <a:pPr>
              <a:defRPr sz="1200"/>
            </a:pPr>
            <a:r>
              <a:t>D:/pasar_fix/node_modules/.bun/@tanstack+react-form@1.32.0+d0e719b86e9808b5/node_modules/@tanstack/react-form/dist/esm/useField.d.ts</a:t>
            </a:r>
          </a:p>
          <a:p>
            <a:pPr>
              <a:defRPr sz="1200"/>
            </a:pPr>
            <a:r>
              <a:t>D:/pasar_fix/node_modules/.bun/@tanstack+react-form@1.32.0+d0e719b86e9808b5/node_modules/@tanstack/react-form/dist/esm/useField.js</a:t>
            </a:r>
          </a:p>
          <a:p>
            <a:pPr>
              <a:defRPr sz="1200"/>
            </a:pPr>
            <a:r>
              <a:t>D:/pasar_fix/node_modules/.bun/@tanstack+react-form@1.32.0+d0e719b86e9808b5/node_modules/@tanstack/react-form/dist/esm/useField.js.map</a:t>
            </a:r>
          </a:p>
          <a:p>
            <a:pPr>
              <a:defRPr sz="1200"/>
            </a:pPr>
            <a:r>
              <a:t>D:/pasar_fix/node_modules/.bun/@tanstack+react-form@1.32.0+d0e719b86e9808b5/node_modules/@tanstack/react-form/dist/esm/useFieldGroup.d.ts</a:t>
            </a:r>
          </a:p>
          <a:p>
            <a:pPr>
              <a:defRPr sz="1200"/>
            </a:pPr>
            <a:r>
              <a:t>D:/pasar_fix/node_modules/.bun/@tanstack+react-form@1.32.0+d0e719b86e9808b5/node_modules/@tanstack/react-form/dist/esm/useFieldGroup.js</a:t>
            </a:r>
          </a:p>
          <a:p>
            <a:pPr>
              <a:defRPr sz="1200"/>
            </a:pPr>
            <a:r>
              <a:t>D:/pasar_fix/node_modules/.bun/@tanstack+react-form@1.32.0+d0e719b86e9808b5/node_modules/@tanstack/react-form/dist/esm/useFieldGroup.js.map</a:t>
            </a:r>
          </a:p>
          <a:p>
            <a:pPr>
              <a:defRPr sz="1200"/>
            </a:pPr>
            <a:r>
              <a:t>D:/pasar_fix/node_modules/.bun/@tanstack+react-form@1.32.0+d0e719b86e9808b5/node_modules/@tanstack/react-form/dist/esm/useForm.d.ts</a:t>
            </a:r>
          </a:p>
          <a:p>
            <a:pPr>
              <a:defRPr sz="1200"/>
            </a:pPr>
            <a:r>
              <a:t>D:/pasar_fix/node_modules/.bun/@tanstack+react-form@1.32.0+d0e719b86e9808b5/node_modules/@tanstack/react-form/dist/esm/useForm.js</a:t>
            </a:r>
          </a:p>
          <a:p>
            <a:pPr>
              <a:defRPr sz="1200"/>
            </a:pPr>
            <a:r>
              <a:t>D:/pasar_fix/node_modules/.bun/@tanstack+react-form@1.32.0+d0e719b86e9808b5/node_modules/@tanstack/react-form/dist/esm/useForm.js.map</a:t>
            </a:r>
          </a:p>
          <a:p>
            <a:pPr>
              <a:defRPr sz="1200"/>
            </a:pPr>
            <a:r>
              <a:t>D:/pasar_fix/node_modules/.bun/@tanstack+react-form@1.32.0+d0e719b86e9808b5/node_modules/@tanstack/react-form/dist/esm/useFormId.d.ts</a:t>
            </a:r>
          </a:p>
          <a:p>
            <a:pPr>
              <a:defRPr sz="1200"/>
            </a:pPr>
            <a:r>
              <a:t>D:/pasar_fix/node_modules/.bun/@tanstack+react-form@1.32.0+d0e719b86e9808b5/node_modules/@tanstack/react-form/dist/esm/useFormId.js</a:t>
            </a:r>
          </a:p>
          <a:p>
            <a:pPr>
              <a:defRPr sz="1200"/>
            </a:pPr>
            <a:r>
              <a:t>D:/pasar_fix/node_modules/.bun/@tanstack+react-form@1.32.0+d0e719b86e9808b5/node_modules/@tanstack/react-form/dist/esm/useFormId.js.map</a:t>
            </a:r>
          </a:p>
          <a:p>
            <a:pPr>
              <a:defRPr sz="1200"/>
            </a:pPr>
            <a:r>
              <a:t>D:/pasar_fix/node_modules/.bun/@tanstack+react-form@1.32.0+d0e719b86e9808b5/node_modules/@tanstack/react-form/dist/esm/useIsomorphicLayoutEffect.d.ts</a:t>
            </a:r>
          </a:p>
          <a:p>
            <a:pPr>
              <a:defRPr sz="1200"/>
            </a:pPr>
            <a:r>
              <a:t>D:/pasar_fix/node_modules/.bun/@tanstack+react-form@1.32.0+d0e719b86e9808b5/node_modules/@tanstack/react-form/dist/esm/useIsomorphicLayoutEffect.js</a:t>
            </a:r>
          </a:p>
          <a:p>
            <a:pPr>
              <a:defRPr sz="1200"/>
            </a:pPr>
            <a:r>
              <a:t>D:/pasar_fix/node_modules/.bun/@tanstack+react-form@1.32.0+d0e719b86e9808b5/node_modules/@tanstack/react-form/dist/esm/useIsomorphicLayoutEffect.js.map</a:t>
            </a:r>
          </a:p>
          <a:p>
            <a:pPr>
              <a:defRPr sz="1200"/>
            </a:pPr>
            <a:r>
              <a:t>D:/pasar_fix/node_modules/.bun/@tanstack+react-form@1.32.0+d0e719b86e9808b5/node_modules/@tanstack/react-form/dist/esm/useUUID.d.ts</a:t>
            </a:r>
          </a:p>
          <a:p>
            <a:pPr>
              <a:defRPr sz="1200"/>
            </a:pPr>
            <a:r>
              <a:t>D:/pasar_fix/node_modules/.bun/@tanstack+react-form@1.32.0+d0e719b86e9808b5/node_modules/@tanstack/react-form/dist/esm/useUUID.js</a:t>
            </a:r>
          </a:p>
          <a:p>
            <a:pPr>
              <a:defRPr sz="1200"/>
            </a:pPr>
            <a:r>
              <a:t>D:/pasar_fix/node_modules/.bun/@tanstack+react-form@1.32.0+d0e719b86e9808b5/node_modules/@tanstack/react-form/dist/esm/useUUID.js.map</a:t>
            </a:r>
          </a:p>
          <a:p>
            <a:pPr>
              <a:defRPr sz="1200"/>
            </a:pPr>
            <a:r>
              <a:t>D:/pasar_fix/node_modules/.bun/@tanstack+react-form@1.32.0+d0e719b86e9808b5/node_modules/@tanstack/react-form/src/createFormHook.tsx</a:t>
            </a:r>
          </a:p>
          <a:p>
            <a:pPr>
              <a:defRPr sz="1200"/>
            </a:pPr>
            <a:r>
              <a:t>D:/pasar_fix/node_modules/.bun/@tanstack+react-form@1.32.0+d0e719b86e9808b5/node_modules/@tanstack/react-form/src/index.ts</a:t>
            </a:r>
          </a:p>
          <a:p>
            <a:pPr>
              <a:defRPr sz="1200"/>
            </a:pPr>
            <a:r>
              <a:t>D:/pasar_fix/node_modules/.bun/@tanstack+react-form@1.32.0+d0e719b86e9808b5/node_modules/@tanstack/react-form/src/types.ts</a:t>
            </a:r>
          </a:p>
          <a:p>
            <a:pPr>
              <a:defRPr sz="1200"/>
            </a:pPr>
            <a:r>
              <a:t>D:/pasar_fix/node_modules/.bun/@tanstack+react-form@1.32.0+d0e719b86e9808b5/node_modules/@tanstack/react-form/src/useField.tsx</a:t>
            </a:r>
          </a:p>
          <a:p>
            <a:pPr>
              <a:defRPr sz="1200"/>
            </a:pPr>
            <a:r>
              <a:t>D:/pasar_fix/node_modules/.bun/@tanstack+react-form@1.32.0+d0e719b86e9808b5/node_modules/@tanstack/react-form/src/useFieldGroup.tsx</a:t>
            </a:r>
          </a:p>
          <a:p>
            <a:pPr>
              <a:defRPr sz="1200"/>
            </a:pPr>
            <a:r>
              <a:t>D:/pasar_fix/node_modules/.bun/@tanstack+react-form@1.32.0+d0e719b86e9808b5/node_modules/@tanstack/react-form/src/useForm.tsx</a:t>
            </a:r>
          </a:p>
          <a:p>
            <a:pPr>
              <a:defRPr sz="1200"/>
            </a:pPr>
            <a:r>
              <a:t>D:/pasar_fix/node_modules/.bun/@tanstack+react-form@1.32.0+d0e719b86e9808b5/node_modules/@tanstack/react-form/src/useFormId.ts</a:t>
            </a:r>
          </a:p>
          <a:p>
            <a:pPr>
              <a:defRPr sz="1200"/>
            </a:pPr>
            <a:r>
              <a:t>D:/pasar_fix/node_modules/.bun/@tanstack+react-form@1.32.0+d0e719b86e9808b5/node_modules/@tanstack/react-form/src/useIsomorphicLayoutEffect.ts</a:t>
            </a:r>
          </a:p>
          <a:p>
            <a:pPr>
              <a:defRPr sz="1200"/>
            </a:pPr>
            <a:r>
              <a:t>D:/pasar_fix/node_modules/.bun/@tanstack+react-form@1.32.0+d0e719b86e9808b5/node_modules/@tanstack/react-form/src/useUUID.ts</a:t>
            </a:r>
          </a:p>
          <a:p>
            <a:pPr>
              <a:defRPr sz="1200"/>
            </a:pPr>
            <a:r>
              <a:t>D:/pasar_fix/node_modules/.bun/@tanstack+react-query-devtools@5.84.2+1c3a35ca8ab18f79/node_modules/@tanstack/react-query-devtools/LICENSE</a:t>
            </a:r>
          </a:p>
          <a:p>
            <a:pPr>
              <a:defRPr sz="1200"/>
            </a:pPr>
            <a:r>
              <a:t>D:/pasar_fix/node_modules/.bun/@tanstack+react-query-devtools@5.84.2+1c3a35ca8ab18f79/node_modules/@tanstack/react-query-devtools/package.json</a:t>
            </a:r>
          </a:p>
          <a:p>
            <a:pPr>
              <a:defRPr sz="1200"/>
            </a:pPr>
            <a:r>
              <a:t>D:/pasar_fix/node_modules/.bun/@tanstack+react-query-devtools@5.84.2+1c3a35ca8ab18f79/node_modules/@tanstack/react-query-devtools/build/legacy/index.cjs</a:t>
            </a:r>
          </a:p>
          <a:p>
            <a:pPr>
              <a:defRPr sz="1200"/>
            </a:pPr>
            <a:r>
              <a:t>D:/pasar_fix/node_modules/.bun/@tanstack+react-query-devtools@5.84.2+1c3a35ca8ab18f79/node_modules/@tanstack/react-query-devtools/build/legacy/index.cjs.map</a:t>
            </a:r>
          </a:p>
          <a:p>
            <a:pPr>
              <a:defRPr sz="1200"/>
            </a:pPr>
            <a:r>
              <a:t>D:/pasar_fix/node_modules/.bun/@tanstack+react-query-devtools@5.84.2+1c3a35ca8ab18f79/node_modules/@tanstack/react-query-devtools/build/legacy/index.d.cts</a:t>
            </a:r>
          </a:p>
          <a:p>
            <a:pPr>
              <a:defRPr sz="1200"/>
            </a:pPr>
            <a:r>
              <a:t>D:/pasar_fix/node_modules/.bun/@tanstack+react-query-devtools@5.84.2+1c3a35ca8ab18f79/node_modules/@tanstack/react-query-devtools/build/legacy/index.d.ts</a:t>
            </a:r>
          </a:p>
          <a:p>
            <a:pPr>
              <a:defRPr sz="1200"/>
            </a:pPr>
            <a:r>
              <a:t>D:/pasar_fix/node_modules/.bun/@tanstack+react-query-devtools@5.84.2+1c3a35ca8ab18f79/node_modules/@tanstack/react-query-devtools/build/legacy/index.js</a:t>
            </a:r>
          </a:p>
          <a:p>
            <a:pPr>
              <a:defRPr sz="1200"/>
            </a:pPr>
            <a:r>
              <a:t>D:/pasar_fix/node_modules/.bun/@tanstack+react-query-devtools@5.84.2+1c3a35ca8ab18f79/node_modules/@tanstack/react-query-devtools/build/legacy/index.js.map</a:t>
            </a:r>
          </a:p>
          <a:p>
            <a:pPr>
              <a:defRPr sz="1200"/>
            </a:pPr>
            <a:r>
              <a:t>D:/pasar_fix/node_modules/.bun/@tanstack+react-query-devtools@5.84.2+1c3a35ca8ab18f79/node_modules/@tanstack/react-query-devtools/build/legacy/production.cjs</a:t>
            </a:r>
          </a:p>
          <a:p>
            <a:pPr>
              <a:defRPr sz="1200"/>
            </a:pPr>
            <a:r>
              <a:t>D:/pasar_fix/node_modules/.bun/@tanstack+react-query-devtools@5.84.2+1c3a35ca8ab18f79/node_modules/@tanstack/react-query-devtools/build/legacy/production.cjs.map</a:t>
            </a:r>
          </a:p>
          <a:p>
            <a:pPr>
              <a:defRPr sz="1200"/>
            </a:pPr>
            <a:r>
              <a:t>D:/pasar_fix/node_modules/.bun/@tanstack+react-query-devtools@5.84.2+1c3a35ca8ab18f79/node_modules/@tanstack/react-query-devtools/build/legacy/production.d.cts</a:t>
            </a:r>
          </a:p>
          <a:p>
            <a:pPr>
              <a:defRPr sz="1200"/>
            </a:pPr>
            <a:r>
              <a:t>D:/pasar_fix/node_modules/.bun/@tanstack+react-query-devtools@5.84.2+1c3a35ca8ab18f79/node_modules/@tanstack/react-query-devtools/build/legacy/production.d.ts</a:t>
            </a:r>
          </a:p>
          <a:p>
            <a:pPr>
              <a:defRPr sz="1200"/>
            </a:pPr>
            <a:r>
              <a:t>D:/pasar_fix/node_modules/.bun/@tanstack+react-query-devtools@5.84.2+1c3a35ca8ab18f79/node_modules/@tanstack/react-query-devtools/build/legacy/production.js</a:t>
            </a:r>
          </a:p>
          <a:p>
            <a:pPr>
              <a:defRPr sz="1200"/>
            </a:pPr>
            <a:r>
              <a:t>D:/pasar_fix/node_modules/.bun/@tanstack+react-query-devtools@5.84.2+1c3a35ca8ab18f79/node_modules/@tanstack/react-query-devtools/build/legacy/production.js.map</a:t>
            </a:r>
          </a:p>
          <a:p>
            <a:pPr>
              <a:defRPr sz="1200"/>
            </a:pPr>
            <a:r>
              <a:t>D:/pasar_fix/node_modules/.bun/@tanstack+react-query-devtools@5.84.2+1c3a35ca8ab18f79/node_modules/@tanstack/react-query-devtools/build/legacy/ReactQueryDevtools-DO8QvfQP.d.cts</a:t>
            </a:r>
          </a:p>
          <a:p>
            <a:pPr>
              <a:defRPr sz="1200"/>
            </a:pPr>
            <a:r>
              <a:t>D:/pasar_fix/node_modules/.bun/@tanstack+react-query-devtools@5.84.2+1c3a35ca8ab18f79/node_modules/@tanstack/react-query-devtools/build/legacy/ReactQueryDevtools-DO8QvfQP.d.ts</a:t>
            </a:r>
          </a:p>
          <a:p>
            <a:pPr>
              <a:defRPr sz="1200"/>
            </a:pPr>
            <a:r>
              <a:t>D:/pasar_fix/node_modules/.bun/@tanstack+react-query-devtools@5.84.2+1c3a35ca8ab18f79/node_modules/@tanstack/react-query-devtools/build/legacy/ReactQueryDevtools.cjs</a:t>
            </a:r>
          </a:p>
          <a:p>
            <a:pPr>
              <a:defRPr sz="1200"/>
            </a:pPr>
            <a:r>
              <a:t>D:/pasar_fix/node_modules/.bun/@tanstack+react-query-devtools@5.84.2+1c3a35ca8ab18f79/node_modules/@tanstack/react-query-devtools/build/legacy/ReactQueryDevtools.cjs.map</a:t>
            </a:r>
          </a:p>
          <a:p>
            <a:pPr>
              <a:defRPr sz="1200"/>
            </a:pPr>
            <a:r>
              <a:t>D:/pasar_fix/node_modules/.bun/@tanstack+react-query-devtools@5.84.2+1c3a35ca8ab18f79/node_modules/@tanstack/react-query-devtools/build/legacy/ReactQueryDevtools.d.cts</a:t>
            </a:r>
          </a:p>
          <a:p>
            <a:pPr>
              <a:defRPr sz="1200"/>
            </a:pPr>
            <a:r>
              <a:t>D:/pasar_fix/node_modules/.bun/@tanstack+react-query-devtools@5.84.2+1c3a35ca8ab18f79/node_modules/@tanstack/react-query-devtools/build/legacy/ReactQueryDevtools.d.ts</a:t>
            </a:r>
          </a:p>
          <a:p>
            <a:pPr>
              <a:defRPr sz="1200"/>
            </a:pPr>
            <a:r>
              <a:t>D:/pasar_fix/node_modules/.bun/@tanstack+react-query-devtools@5.84.2+1c3a35ca8ab18f79/node_modules/@tanstack/react-query-devtools/build/legacy/ReactQueryDevtools.js</a:t>
            </a:r>
          </a:p>
          <a:p>
            <a:pPr>
              <a:defRPr sz="1200"/>
            </a:pPr>
            <a:r>
              <a:t>D:/pasar_fix/node_modules/.bun/@tanstack+react-query-devtools@5.84.2+1c3a35ca8ab18f79/node_modules/@tanstack/react-query-devtools/build/legacy/ReactQueryDevtools.js.map</a:t>
            </a:r>
          </a:p>
          <a:p>
            <a:pPr>
              <a:defRPr sz="1200"/>
            </a:pPr>
            <a:r>
              <a:t>D:/pasar_fix/node_modules/.bun/@tanstack+react-query-devtools@5.84.2+1c3a35ca8ab18f79/node_modules/@tanstack/react-query-devtools/build/legacy/ReactQueryDevtoolsPanel-BAUD7o3r.d.cts</a:t>
            </a:r>
          </a:p>
          <a:p>
            <a:pPr>
              <a:defRPr sz="1200"/>
            </a:pPr>
            <a:r>
              <a:t>D:/pasar_fix/node_modules/.bun/@tanstack+react-query-devtools@5.84.2+1c3a35ca8ab18f79/node_modules/@tanstack/react-query-devtools/build/legacy/ReactQueryDevtoolsPanel-BAUD7o3r.d.ts</a:t>
            </a:r>
          </a:p>
          <a:p>
            <a:pPr>
              <a:defRPr sz="1200"/>
            </a:pPr>
            <a:r>
              <a:t>D:/pasar_fix/node_modules/.bun/@tanstack+react-query-devtools@5.84.2+1c3a35ca8ab18f79/node_modules/@tanstack/react-query-devtools/build/legacy/ReactQueryDevtoolsPanel.cjs</a:t>
            </a:r>
          </a:p>
          <a:p>
            <a:pPr>
              <a:defRPr sz="1200"/>
            </a:pPr>
            <a:r>
              <a:t>D:/pasar_fix/node_modules/.bun/@tanstack+react-query-devtools@5.84.2+1c3a35ca8ab18f79/node_modules/@tanstack/react-query-devtools/build/legacy/ReactQueryDevtoolsPanel.cjs.map</a:t>
            </a:r>
          </a:p>
          <a:p>
            <a:pPr>
              <a:defRPr sz="1200"/>
            </a:pPr>
            <a:r>
              <a:t>D:/pasar_fix/node_modules/.bun/@tanstack+react-query-devtools@5.84.2+1c3a35ca8ab18f79/node_modules/@tanstack/react-query-devtools/build/legacy/ReactQueryDevtoolsPanel.d.cts</a:t>
            </a:r>
          </a:p>
          <a:p>
            <a:pPr>
              <a:defRPr sz="1200"/>
            </a:pPr>
            <a:r>
              <a:t>D:/pasar_fix/node_modules/.bun/@tanstack+react-query-devtools@5.84.2+1c3a35ca8ab18f79/node_modules/@tanstack/react-query-devtools/build/legacy/ReactQueryDevtoolsPanel.d.ts</a:t>
            </a:r>
          </a:p>
          <a:p>
            <a:pPr>
              <a:defRPr sz="1200"/>
            </a:pPr>
            <a:r>
              <a:t>D:/pasar_fix/node_modules/.bun/@tanstack+react-query-devtools@5.84.2+1c3a35ca8ab18f79/node_modules/@tanstack/react-query-devtools/build/legacy/ReactQueryDevtoolsPanel.js</a:t>
            </a:r>
          </a:p>
          <a:p>
            <a:pPr>
              <a:defRPr sz="1200"/>
            </a:pPr>
            <a:r>
              <a:t>D:/pasar_fix/node_modules/.bun/@tanstack+react-query-devtools@5.84.2+1c3a35ca8ab18f79/node_modules/@tanstack/react-query-devtools/build/legacy/ReactQueryDevtoolsPanel.js.map</a:t>
            </a:r>
          </a:p>
          <a:p>
            <a:pPr>
              <a:defRPr sz="1200"/>
            </a:pPr>
            <a:r>
              <a:t>D:/pasar_fix/node_modules/.bun/@tanstack+react-query-devtools@5.84.2+1c3a35ca8ab18f79/node_modules/@tanstack/react-query-devtools/build/modern/index.cjs</a:t>
            </a:r>
          </a:p>
          <a:p>
            <a:pPr>
              <a:defRPr sz="1200"/>
            </a:pPr>
            <a:r>
              <a:t>D:/pasar_fix/node_modules/.bun/@tanstack+react-query-devtools@5.84.2+1c3a35ca8ab18f79/node_modules/@tanstack/react-query-devtools/build/modern/index.cjs.map</a:t>
            </a:r>
          </a:p>
          <a:p>
            <a:pPr>
              <a:defRPr sz="1200"/>
            </a:pPr>
            <a:r>
              <a:t>D:/pasar_fix/node_modules/.bun/@tanstack+react-query-devtools@5.84.2+1c3a35ca8ab18f79/node_modules/@tanstack/react-query-devtools/build/modern/index.d.cts</a:t>
            </a:r>
          </a:p>
          <a:p>
            <a:pPr>
              <a:defRPr sz="1200"/>
            </a:pPr>
            <a:r>
              <a:t>D:/pasar_fix/node_modules/.bun/@tanstack+react-query-devtools@5.84.2+1c3a35ca8ab18f79/node_modules/@tanstack/react-query-devtools/build/modern/index.d.ts</a:t>
            </a:r>
          </a:p>
          <a:p>
            <a:pPr>
              <a:defRPr sz="1200"/>
            </a:pPr>
            <a:r>
              <a:t>D:/pasar_fix/node_modules/.bun/@tanstack+react-query-devtools@5.84.2+1c3a35ca8ab18f79/node_modules/@tanstack/react-query-devtools/build/modern/index.js</a:t>
            </a:r>
          </a:p>
          <a:p>
            <a:pPr>
              <a:defRPr sz="1200"/>
            </a:pPr>
            <a:r>
              <a:t>D:/pasar_fix/node_modules/.bun/@tanstack+react-query-devtools@5.84.2+1c3a35ca8ab18f79/node_modules/@tanstack/react-query-devtools/build/modern/index.js.map</a:t>
            </a:r>
          </a:p>
          <a:p>
            <a:pPr>
              <a:defRPr sz="1200"/>
            </a:pPr>
            <a:r>
              <a:t>D:/pasar_fix/node_modules/.bun/@tanstack+react-query-devtools@5.84.2+1c3a35ca8ab18f79/node_modules/@tanstack/react-query-devtools/build/modern/production.cjs</a:t>
            </a:r>
          </a:p>
          <a:p>
            <a:pPr>
              <a:defRPr sz="1200"/>
            </a:pPr>
            <a:r>
              <a:t>D:/pasar_fix/node_modules/.bun/@tanstack+react-query-devtools@5.84.2+1c3a35ca8ab18f79/node_modules/@tanstack/react-query-devtools/build/modern/production.cjs.map</a:t>
            </a:r>
          </a:p>
          <a:p>
            <a:pPr>
              <a:defRPr sz="1200"/>
            </a:pPr>
            <a:r>
              <a:t>D:/pasar_fix/node_modules/.bun/@tanstack+react-query-devtools@5.84.2+1c3a35ca8ab18f79/node_modules/@tanstack/react-query-devtools/build/modern/production.d.cts</a:t>
            </a:r>
          </a:p>
          <a:p>
            <a:pPr>
              <a:defRPr sz="1200"/>
            </a:pPr>
            <a:r>
              <a:t>D:/pasar_fix/node_modules/.bun/@tanstack+react-query-devtools@5.84.2+1c3a35ca8ab18f79/node_modules/@tanstack/react-query-devtools/build/modern/production.d.ts</a:t>
            </a:r>
          </a:p>
          <a:p>
            <a:pPr>
              <a:defRPr sz="1200"/>
            </a:pPr>
            <a:r>
              <a:t>D:/pasar_fix/node_modules/.bun/@tanstack+react-query-devtools@5.84.2+1c3a35ca8ab18f79/node_modules/@tanstack/react-query-devtools/build/modern/production.js</a:t>
            </a:r>
          </a:p>
          <a:p>
            <a:pPr>
              <a:defRPr sz="1200"/>
            </a:pPr>
            <a:r>
              <a:t>D:/pasar_fix/node_modules/.bun/@tanstack+react-query-devtools@5.84.2+1c3a35ca8ab18f79/node_modules/@tanstack/react-query-devtools/build/modern/production.js.map</a:t>
            </a:r>
          </a:p>
          <a:p>
            <a:pPr>
              <a:defRPr sz="1200"/>
            </a:pPr>
            <a:r>
              <a:t>D:/pasar_fix/node_modules/.bun/@tanstack+react-query-devtools@5.84.2+1c3a35ca8ab18f79/node_modules/@tanstack/react-query-devtools/build/modern/ReactQueryDevtools-DO8QvfQP.d.cts</a:t>
            </a:r>
          </a:p>
          <a:p>
            <a:pPr>
              <a:defRPr sz="1200"/>
            </a:pPr>
            <a:r>
              <a:t>D:/pasar_fix/node_modules/.bun/@tanstack+react-query-devtools@5.84.2+1c3a35ca8ab18f79/node_modules/@tanstack/react-query-devtools/build/modern/ReactQueryDevtools-DO8QvfQP.d.ts</a:t>
            </a:r>
          </a:p>
          <a:p>
            <a:pPr>
              <a:defRPr sz="1200"/>
            </a:pPr>
            <a:r>
              <a:t>D:/pasar_fix/node_modules/.bun/@tanstack+react-query-devtools@5.84.2+1c3a35ca8ab18f79/node_modules/@tanstack/react-query-devtools/build/modern/ReactQueryDevtools.cjs</a:t>
            </a:r>
          </a:p>
          <a:p>
            <a:pPr>
              <a:defRPr sz="1200"/>
            </a:pPr>
            <a:r>
              <a:t>D:/pasar_fix/node_modules/.bun/@tanstack+react-query-devtools@5.84.2+1c3a35ca8ab18f79/node_modules/@tanstack/react-query-devtools/build/modern/ReactQueryDevtools.cjs.map</a:t>
            </a:r>
          </a:p>
          <a:p>
            <a:pPr>
              <a:defRPr sz="1200"/>
            </a:pPr>
            <a:r>
              <a:t>D:/pasar_fix/node_modules/.bun/@tanstack+react-query-devtools@5.84.2+1c3a35ca8ab18f79/node_modules/@tanstack/react-query-devtools/build/modern/ReactQueryDevtools.d.cts</a:t>
            </a:r>
          </a:p>
          <a:p>
            <a:pPr>
              <a:defRPr sz="1200"/>
            </a:pPr>
            <a:r>
              <a:t>D:/pasar_fix/node_modules/.bun/@tanstack+react-query-devtools@5.84.2+1c3a35ca8ab18f79/node_modules/@tanstack/react-query-devtools/build/modern/ReactQueryDevtools.d.ts</a:t>
            </a:r>
          </a:p>
          <a:p>
            <a:pPr>
              <a:defRPr sz="1200"/>
            </a:pPr>
            <a:r>
              <a:t>D:/pasar_fix/node_modules/.bun/@tanstack+react-query-devtools@5.84.2+1c3a35ca8ab18f79/node_modules/@tanstack/react-query-devtools/build/modern/ReactQueryDevtools.js</a:t>
            </a:r>
          </a:p>
          <a:p>
            <a:pPr>
              <a:defRPr sz="1200"/>
            </a:pPr>
            <a:r>
              <a:t>D:/pasar_fix/node_modules/.bun/@tanstack+react-query-devtools@5.84.2+1c3a35ca8ab18f79/node_modules/@tanstack/react-query-devtools/build/modern/ReactQueryDevtools.js.map</a:t>
            </a:r>
          </a:p>
          <a:p>
            <a:pPr>
              <a:defRPr sz="1200"/>
            </a:pPr>
            <a:r>
              <a:t>D:/pasar_fix/node_modules/.bun/@tanstack+react-query-devtools@5.84.2+1c3a35ca8ab18f79/node_modules/@tanstack/react-query-devtools/build/modern/ReactQueryDevtoolsPanel-BAUD7o3r.d.cts</a:t>
            </a:r>
          </a:p>
          <a:p>
            <a:pPr>
              <a:defRPr sz="1200"/>
            </a:pPr>
            <a:r>
              <a:t>D:/pasar_fix/node_modules/.bun/@tanstack+react-query-devtools@5.84.2+1c3a35ca8ab18f79/node_modules/@tanstack/react-query-devtools/build/modern/ReactQueryDevtoolsPanel-BAUD7o3r.d.ts</a:t>
            </a:r>
          </a:p>
          <a:p>
            <a:pPr>
              <a:defRPr sz="1200"/>
            </a:pPr>
            <a:r>
              <a:t>D:/pasar_fix/node_modules/.bun/@tanstack+react-query-devtools@5.84.2+1c3a35ca8ab18f79/node_modules/@tanstack/react-query-devtools/build/modern/ReactQueryDevtoolsPanel.cjs</a:t>
            </a:r>
          </a:p>
          <a:p>
            <a:pPr>
              <a:defRPr sz="1200"/>
            </a:pPr>
            <a:r>
              <a:t>D:/pasar_fix/node_modules/.bun/@tanstack+react-query-devtools@5.84.2+1c3a35ca8ab18f79/node_modules/@tanstack/react-query-devtools/build/modern/ReactQueryDevtoolsPanel.cjs.map</a:t>
            </a:r>
          </a:p>
          <a:p>
            <a:pPr>
              <a:defRPr sz="1200"/>
            </a:pPr>
            <a:r>
              <a:t>D:/pasar_fix/node_modules/.bun/@tanstack+react-query-devtools@5.84.2+1c3a35ca8ab18f79/node_modules/@tanstack/react-query-devtools/build/modern/ReactQueryDevtoolsPanel.d.cts</a:t>
            </a:r>
          </a:p>
          <a:p>
            <a:pPr>
              <a:defRPr sz="1200"/>
            </a:pPr>
            <a:r>
              <a:t>D:/pasar_fix/node_modules/.bun/@tanstack+react-query-devtools@5.84.2+1c3a35ca8ab18f79/node_modules/@tanstack/react-query-devtools/build/modern/ReactQueryDevtoolsPanel.d.ts</a:t>
            </a:r>
          </a:p>
          <a:p>
            <a:pPr>
              <a:defRPr sz="1200"/>
            </a:pPr>
            <a:r>
              <a:t>D:/pasar_fix/node_modules/.bun/@tanstack+react-query-devtools@5.84.2+1c3a35ca8ab18f79/node_modules/@tanstack/react-query-devtools/build/modern/ReactQueryDevtoolsPanel.js</a:t>
            </a:r>
          </a:p>
          <a:p>
            <a:pPr>
              <a:defRPr sz="1200"/>
            </a:pPr>
            <a:r>
              <a:t>D:/pasar_fix/node_modules/.bun/@tanstack+react-query-devtools@5.84.2+1c3a35ca8ab18f79/node_modules/@tanstack/react-query-devtools/build/modern/ReactQueryDevtoolsPanel.js.map</a:t>
            </a:r>
          </a:p>
          <a:p>
            <a:pPr>
              <a:defRPr sz="1200"/>
            </a:pPr>
            <a:r>
              <a:t>D:/pasar_fix/node_modules/.bun/@tanstack+react-query-devtools@5.84.2+1c3a35ca8ab18f79/node_modules/@tanstack/react-query-devtools/src/index.ts</a:t>
            </a:r>
          </a:p>
          <a:p>
            <a:pPr>
              <a:defRPr sz="1200"/>
            </a:pPr>
            <a:r>
              <a:t>D:/pasar_fix/node_modules/.bun/@tanstack+react-query-devtools@5.84.2+1c3a35ca8ab18f79/node_modules/@tanstack/react-query-devtools/src/production.ts</a:t>
            </a:r>
          </a:p>
          <a:p>
            <a:pPr>
              <a:defRPr sz="1200"/>
            </a:pPr>
            <a:r>
              <a:t>D:/pasar_fix/node_modules/.bun/@tanstack+react-query-devtools@5.84.2+1c3a35ca8ab18f79/node_modules/@tanstack/react-query-devtools/src/ReactQueryDevtools.tsx</a:t>
            </a:r>
          </a:p>
          <a:p>
            <a:pPr>
              <a:defRPr sz="1200"/>
            </a:pPr>
            <a:r>
              <a:t>D:/pasar_fix/node_modules/.bun/@tanstack+react-query-devtools@5.84.2+1c3a35ca8ab18f79/node_modules/@tanstack/react-query-devtools/src/ReactQueryDevtoolsPanel.tsx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D:/pasar_fix/node_modules/.bun/@tanstack+react-query@5.84.2+d86b59289c1a13ae/node_modules/@tanstack/react-query/LICENSE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D:/pasar_fix/node_modules/.bun/@tanstack+react-query@5.84.2+d86b59289c1a13ae/node_modules/@tanstack/react-query/package.json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D:/pasar_fix/node_modules/.bun/@tanstack+react-query@5.84.2+d86b59289c1a13ae/node_modules/@tanstack/react-query/README.md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D:/pasar_fix/node_modules/.bun/@tanstack+react-query@5.84.2+d86b59289c1a13ae/node_modules/@tanstack/react-query/build/codemods/src/utils/index.cjs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D:/pasar_fix/node_modules/.bun/@tanstack+react-query@5.84.2+d86b59289c1a13ae/node_modules/@tanstack/react-query/build/codemods/src/utils/transformers/query-cache-transformer.cjs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D:/pasar_fix/node_modules/.bun/@tanstack+react-query@5.84.2+d86b59289c1a13ae/node_modules/@tanstack/react-query/build/codemods/src/utils/transformers/query-client-transformer.cjs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D:/pasar_fix/node_modules/.bun/@tanstack+react-query@5.84.2+d86b59289c1a13ae/node_modules/@tanstack/react-query/build/codemods/src/utils/transformers/use-query-like-transformer.cjs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D:/pasar_fix/node_modules/.bun/@tanstack+react-query@5.84.2+d86b59289c1a13ae/node_modules/@tanstack/react-query/build/codemods/src/v4/key-transformation.cjs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D:/pasar_fix/node_modules/.bun/@tanstack+react-query@5.84.2+d86b59289c1a13ae/node_modules/@tanstack/react-query/build/codemods/src/v4/replace-import-specifier.cjs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D:/pasar_fix/node_modules/.bun/@tanstack+react-query@5.84.2+d86b59289c1a13ae/node_modules/@tanstack/react-query/build/codemods/src/v4/utils/replacers/key-replacer.cjs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D:/pasar_fix/node_modules/.bun/@tanstack+react-query@5.84.2+d86b59289c1a13ae/node_modules/@tanstack/react-query/build/codemods/src/v5/is-loading/is-loading.cjs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D:/pasar_fix/node_modules/.bun/@tanstack+react-query@5.84.2+d86b59289c1a13ae/node_modules/@tanstack/react-query/build/codemods/src/v5/keep-previous-data/keep-previous-data.cjs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D:/pasar_fix/node_modules/.bun/@tanstack+react-query@5.84.2+d86b59289c1a13ae/node_modules/@tanstack/react-query/build/codemods/src/v5/keep-previous-data/README.md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D:/pasar_fix/node_modules/.bun/@tanstack+react-query@5.84.2+d86b59289c1a13ae/node_modules/@tanstack/react-query/build/codemods/src/v5/keep-previous-data/utils/already-has-placeholder-data-property.cjs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D:/pasar_fix/node_modules/.bun/@tanstack+react-query@5.84.2+d86b59289c1a13ae/node_modules/@tanstack/react-query/build/codemods/src/v5/remove-overloads/remove-overloads.cjs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D:/pasar_fix/node_modules/.bun/@tanstack+react-query@5.84.2+d86b59289c1a13ae/node_modules/@tanstack/react-query/build/codemods/src/v5/remove-overloads/transformers/filter-aware-usage-transformer.cjs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D:/pasar_fix/node_modules/.bun/@tanstack+react-query@5.84.2+d86b59289c1a13ae/node_modules/@tanstack/react-query/build/codemods/src/v5/remove-overloads/transformers/query-fn-aware-usage-transformer.cjs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D:/pasar_fix/node_modules/.bun/@tanstack+react-query@5.84.2+d86b59289c1a13ae/node_modules/@tanstack/react-query/build/codemods/src/v5/remove-overloads/utils/index.cjs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D:/pasar_fix/node_modules/.bun/@tanstack+react-query@5.84.2+d86b59289c1a13ae/node_modules/@tanstack/react-query/build/codemods/src/v5/remove-overloads/utils/unknown-usage-error.cjs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D:/pasar_fix/node_modules/.bun/@tanstack+react-query@5.84.2+d86b59289c1a13ae/node_modules/@tanstack/react-query/build/codemods/src/v5/rename-hydrate/rename-hydrate.cjs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D:/pasar_fix/node_modules/.bun/@tanstack+react-query@5.84.2+d86b59289c1a13ae/node_modules/@tanstack/react-query/build/codemods/src/v5/rename-properties/rename-properties.cjs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D:/pasar_fix/node_modules/.bun/@tanstack+react-query@5.84.2+d86b59289c1a13ae/node_modules/@tanstack/react-query/build/legacy/errorBoundaryUtils.cjs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D:/pasar_fix/node_modules/.bun/@tanstack+react-query@5.84.2+d86b59289c1a13ae/node_modules/@tanstack/react-query/build/legacy/errorBoundaryUtils.cjs.map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D:/pasar_fix/node_modules/.bun/@tanstack+react-query@5.84.2+d86b59289c1a13ae/node_modules/@tanstack/react-query/build/legacy/errorBoundaryUtils.d.cts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D:/pasar_fix/node_modules/.bun/@tanstack+react-query@5.84.2+d86b59289c1a13ae/node_modules/@tanstack/react-query/build/legacy/errorBoundaryUtils.d.ts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D:/pasar_fix/node_modules/.bun/@tanstack+react-query@5.84.2+d86b59289c1a13ae/node_modules/@tanstack/react-query/build/legacy/errorBoundaryUtils.js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D:/pasar_fix/node_modules/.bun/@tanstack+react-query@5.84.2+d86b59289c1a13ae/node_modules/@tanstack/react-query/build/legacy/errorBoundaryUtils.js.map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D:/pasar_fix/node_modules/.bun/@tanstack+react-query@5.84.2+d86b59289c1a13ae/node_modules/@tanstack/react-query/build/legacy/HydrationBoundary.cjs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D:/pasar_fix/node_modules/.bun/@tanstack+react-query@5.84.2+d86b59289c1a13ae/node_modules/@tanstack/react-query/build/legacy/HydrationBoundary.cjs.map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D:/pasar_fix/node_modules/.bun/@tanstack+react-query@5.84.2+d86b59289c1a13ae/node_modules/@tanstack/react-query/build/legacy/HydrationBoundary.d.cts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D:/pasar_fix/node_modules/.bun/@tanstack+react-query@5.84.2+d86b59289c1a13ae/node_modules/@tanstack/react-query/build/legacy/HydrationBoundary.d.ts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D:/pasar_fix/node_modules/.bun/@tanstack+react-query@5.84.2+d86b59289c1a13ae/node_modules/@tanstack/react-query/build/legacy/HydrationBoundary.js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D:/pasar_fix/node_modules/.bun/@tanstack+react-query@5.84.2+d86b59289c1a13ae/node_modules/@tanstack/react-query/build/legacy/HydrationBoundary.js.map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D:/pasar_fix/node_modules/.bun/@tanstack+react-query@5.84.2+d86b59289c1a13ae/node_modules/@tanstack/react-query/build/legacy/index.cjs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D:/pasar_fix/node_modules/.bun/@tanstack+react-query@5.84.2+d86b59289c1a13ae/node_modules/@tanstack/react-query/build/legacy/index.cjs.map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D:/pasar_fix/node_modules/.bun/@tanstack+react-query@5.84.2+d86b59289c1a13ae/node_modules/@tanstack/react-query/build/legacy/index.d.cts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D:/pasar_fix/node_modules/.bun/@tanstack+react-query@5.84.2+d86b59289c1a13ae/node_modules/@tanstack/react-query/build/legacy/index.d.ts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D:/pasar_fix/node_modules/.bun/@tanstack+react-query@5.84.2+d86b59289c1a13ae/node_modules/@tanstack/react-query/build/legacy/index.js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D:/pasar_fix/node_modules/.bun/@tanstack+react-query@5.84.2+d86b59289c1a13ae/node_modules/@tanstack/react-query/build/legacy/index.js.map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D:/pasar_fix/node_modules/.bun/@tanstack+react-query@5.84.2+d86b59289c1a13ae/node_modules/@tanstack/react-query/build/legacy/infiniteQueryOptions.cjs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D:/pasar_fix/node_modules/.bun/@tanstack+react-query@5.84.2+d86b59289c1a13ae/node_modules/@tanstack/react-query/build/legacy/infiniteQueryOptions.cjs.map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D:/pasar_fix/node_modules/.bun/@tanstack+react-query@5.84.2+d86b59289c1a13ae/node_modules/@tanstack/react-query/build/legacy/infiniteQueryOptions.d.cts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D:/pasar_fix/node_modules/.bun/@tanstack+react-query@5.84.2+d86b59289c1a13ae/node_modules/@tanstack/react-query/build/legacy/infiniteQueryOptions.d.ts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D:/pasar_fix/node_modules/.bun/@tanstack+react-query@5.84.2+d86b59289c1a13ae/node_modules/@tanstack/react-query/build/legacy/infiniteQueryOptions.js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D:/pasar_fix/node_modules/.bun/@tanstack+react-query@5.84.2+d86b59289c1a13ae/node_modules/@tanstack/react-query/build/legacy/infiniteQueryOptions.js.map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D:/pasar_fix/node_modules/.bun/@tanstack+react-query@5.84.2+d86b59289c1a13ae/node_modules/@tanstack/react-query/build/legacy/IsRestoringProvider.cjs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D:/pasar_fix/node_modules/.bun/@tanstack+react-query@5.84.2+d86b59289c1a13ae/node_modules/@tanstack/react-query/build/legacy/IsRestoringProvider.cjs.map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D:/pasar_fix/node_modules/.bun/@tanstack+react-query@5.84.2+d86b59289c1a13ae/node_modules/@tanstack/react-query/build/legacy/IsRestoringProvider.d.cts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D:/pasar_fix/node_modules/.bun/@tanstack+react-query@5.84.2+d86b59289c1a13ae/node_modules/@tanstack/react-query/build/legacy/IsRestoringProvider.d.ts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D:/pasar_fix/node_modules/.bun/@tanstack+react-query@5.84.2+d86b59289c1a13ae/node_modules/@tanstack/react-query/build/legacy/IsRestoringProvider.js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D:/pasar_fix/node_modules/.bun/@tanstack+react-query@5.84.2+d86b59289c1a13ae/node_modules/@tanstack/react-query/build/legacy/IsRestoringProvider.js.map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D:/pasar_fix/node_modules/.bun/@tanstack+react-query@5.84.2+d86b59289c1a13ae/node_modules/@tanstack/react-query/build/legacy/mutationOptions.cjs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D:/pasar_fix/node_modules/.bun/@tanstack+react-query@5.84.2+d86b59289c1a13ae/node_modules/@tanstack/react-query/build/legacy/mutationOptions.cjs.map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D:/pasar_fix/node_modules/.bun/@tanstack+react-query@5.84.2+d86b59289c1a13ae/node_modules/@tanstack/react-query/build/legacy/mutationOptions.d.cts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D:/pasar_fix/node_modules/.bun/@tanstack+react-query@5.84.2+d86b59289c1a13ae/node_modules/@tanstack/react-query/build/legacy/mutationOptions.d.ts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D:/pasar_fix/node_modules/.bun/@tanstack+react-query@5.84.2+d86b59289c1a13ae/node_modules/@tanstack/react-query/build/legacy/mutationOptions.js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D:/pasar_fix/node_modules/.bun/@tanstack+react-query@5.84.2+d86b59289c1a13ae/node_modules/@tanstack/react-query/build/legacy/mutationOptions.js.map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D:/pasar_fix/node_modules/.bun/@tanstack+react-query@5.84.2+d86b59289c1a13ae/node_modules/@tanstack/react-query/build/legacy/QueryClientProvider.cjs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D:/pasar_fix/node_modules/.bun/@tanstack+react-query@5.84.2+d86b59289c1a13ae/node_modules/@tanstack/react-query/build/legacy/QueryClientProvider.cjs.map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D:/pasar_fix/node_modules/.bun/@tanstack+react-query@5.84.2+d86b59289c1a13ae/node_modules/@tanstack/react-query/build/legacy/QueryClientProvider.d.cts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D:/pasar_fix/node_modules/.bun/@tanstack+react-query@5.84.2+d86b59289c1a13ae/node_modules/@tanstack/react-query/build/legacy/QueryClientProvider.d.ts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D:/pasar_fix/node_modules/.bun/@tanstack+react-query@5.84.2+d86b59289c1a13ae/node_modules/@tanstack/react-query/build/legacy/QueryClientProvider.js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D:/pasar_fix/node_modules/.bun/@tanstack+react-query@5.84.2+d86b59289c1a13ae/node_modules/@tanstack/react-query/build/legacy/QueryClientProvider.js.map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D:/pasar_fix/node_modules/.bun/@tanstack+react-query@5.84.2+d86b59289c1a13ae/node_modules/@tanstack/react-query/build/legacy/QueryErrorResetBoundary.cjs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D:/pasar_fix/node_modules/.bun/@tanstack+react-query@5.84.2+d86b59289c1a13ae/node_modules/@tanstack/react-query/build/legacy/QueryErrorResetBoundary.cjs.map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D:/pasar_fix/node_modules/.bun/@tanstack+react-query@5.84.2+d86b59289c1a13ae/node_modules/@tanstack/react-query/build/legacy/QueryErrorResetBoundary.d.cts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D:/pasar_fix/node_modules/.bun/@tanstack+react-query@5.84.2+d86b59289c1a13ae/node_modules/@tanstack/react-query/build/legacy/QueryErrorResetBoundary.d.ts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D:/pasar_fix/node_modules/.bun/@tanstack+react-query@5.84.2+d86b59289c1a13ae/node_modules/@tanstack/react-query/build/legacy/QueryErrorResetBoundary.js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D:/pasar_fix/node_modules/.bun/@tanstack+react-query@5.84.2+d86b59289c1a13ae/node_modules/@tanstack/react-query/build/legacy/QueryErrorResetBoundary.js.map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D:/pasar_fix/node_modules/.bun/@tanstack+react-query@5.84.2+d86b59289c1a13ae/node_modules/@tanstack/react-query/build/legacy/queryOptions.cjs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D:/pasar_fix/node_modules/.bun/@tanstack+react-query@5.84.2+d86b59289c1a13ae/node_modules/@tanstack/react-query/build/legacy/queryOptions.cjs.map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D:/pasar_fix/node_modules/.bun/@tanstack+react-query@5.84.2+d86b59289c1a13ae/node_modules/@tanstack/react-query/build/legacy/queryOptions.d.cts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D:/pasar_fix/node_modules/.bun/@tanstack+react-query@5.84.2+d86b59289c1a13ae/node_modules/@tanstack/react-query/build/legacy/queryOptions.d.ts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D:/pasar_fix/node_modules/.bun/@tanstack+react-query@5.84.2+d86b59289c1a13ae/node_modules/@tanstack/react-query/build/legacy/queryOptions.js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D:/pasar_fix/node_modules/.bun/@tanstack+react-query@5.84.2+d86b59289c1a13ae/node_modules/@tanstack/react-query/build/legacy/queryOptions.js.map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D:/pasar_fix/node_modules/.bun/@tanstack+react-query@5.84.2+d86b59289c1a13ae/node_modules/@tanstack/react-query/build/legacy/suspense.cjs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D:/pasar_fix/node_modules/.bun/@tanstack+react-query@5.84.2+d86b59289c1a13ae/node_modules/@tanstack/react-query/build/legacy/suspense.cjs.map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D:/pasar_fix/node_modules/.bun/@tanstack+react-query@5.84.2+d86b59289c1a13ae/node_modules/@tanstack/react-query/build/legacy/suspense.d.cts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D:/pasar_fix/node_modules/.bun/@tanstack+react-query@5.84.2+d86b59289c1a13ae/node_modules/@tanstack/react-query/build/legacy/suspense.d.ts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D:/pasar_fix/node_modules/.bun/@tanstack+react-query@5.84.2+d86b59289c1a13ae/node_modules/@tanstack/react-query/build/legacy/suspense.js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D:/pasar_fix/node_modules/.bun/@tanstack+react-query@5.84.2+d86b59289c1a13ae/node_modules/@tanstack/react-query/build/legacy/suspense.js.map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D:/pasar_fix/node_modules/.bun/@tanstack+react-query@5.84.2+d86b59289c1a13ae/node_modules/@tanstack/react-query/build/legacy/types.cjs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D:/pasar_fix/node_modules/.bun/@tanstack+react-query@5.84.2+d86b59289c1a13ae/node_modules/@tanstack/react-query/build/legacy/types.cjs.map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D:/pasar_fix/node_modules/.bun/@tanstack+react-query@5.84.2+d86b59289c1a13ae/node_modules/@tanstack/react-query/build/legacy/types.d.cts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D:/pasar_fix/node_modules/.bun/@tanstack+react-query@5.84.2+d86b59289c1a13ae/node_modules/@tanstack/react-query/build/legacy/types.d.ts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D:/pasar_fix/node_modules/.bun/@tanstack+react-query@5.84.2+d86b59289c1a13ae/node_modules/@tanstack/react-query/build/legacy/types.js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D:/pasar_fix/node_modules/.bun/@tanstack+react-query@5.84.2+d86b59289c1a13ae/node_modules/@tanstack/react-query/build/legacy/types.js.map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D:/pasar_fix/node_modules/.bun/@tanstack+react-query@5.84.2+d86b59289c1a13ae/node_modules/@tanstack/react-query/build/legacy/useBaseQuery.cjs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D:/pasar_fix/node_modules/.bun/@tanstack+react-query@5.84.2+d86b59289c1a13ae/node_modules/@tanstack/react-query/build/legacy/useBaseQuery.cjs.map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D:/pasar_fix/node_modules/.bun/@tanstack+react-query@5.84.2+d86b59289c1a13ae/node_modules/@tanstack/react-query/build/legacy/useBaseQuery.d.cts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D:/pasar_fix/node_modules/.bun/@tanstack+react-query@5.84.2+d86b59289c1a13ae/node_modules/@tanstack/react-query/build/legacy/useBaseQuery.d.ts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D:/pasar_fix/node_modules/.bun/@tanstack+react-query@5.84.2+d86b59289c1a13ae/node_modules/@tanstack/react-query/build/legacy/useBaseQuery.js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D:/pasar_fix/node_modules/.bun/@tanstack+react-query@5.84.2+d86b59289c1a13ae/node_modules/@tanstack/react-query/build/legacy/useBaseQuery.js.map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D:/pasar_fix/node_modules/.bun/@tanstack+react-query@5.84.2+d86b59289c1a13ae/node_modules/@tanstack/react-query/build/legacy/useInfiniteQuery.cjs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D:/pasar_fix/node_modules/.bun/@tanstack+react-query@5.84.2+d86b59289c1a13ae/node_modules/@tanstack/react-query/build/legacy/useInfiniteQuery.cjs.map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D:/pasar_fix/node_modules/.bun/@tanstack+react-query@5.84.2+d86b59289c1a13ae/node_modules/@tanstack/react-query/build/legacy/useInfiniteQuery.d.cts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D:/pasar_fix/node_modules/.bun/@tanstack+react-query@5.84.2+d86b59289c1a13ae/node_modules/@tanstack/react-query/build/legacy/useInfiniteQuery.d.ts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D:/pasar_fix/node_modules/.bun/@tanstack+react-query@5.84.2+d86b59289c1a13ae/node_modules/@tanstack/react-query/build/legacy/useInfiniteQuery.js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D:/pasar_fix/node_modules/.bun/@tanstack+react-query@5.84.2+d86b59289c1a13ae/node_modules/@tanstack/react-query/build/legacy/useInfiniteQuery.js.map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D:/pasar_fix/node_modules/.bun/@tanstack+react-query@5.84.2+d86b59289c1a13ae/node_modules/@tanstack/react-query/build/legacy/useIsFetching.cjs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D:/pasar_fix/node_modules/.bun/@tanstack+react-query@5.84.2+d86b59289c1a13ae/node_modules/@tanstack/react-query/build/legacy/useIsFetching.cjs.map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D:/pasar_fix/node_modules/.bun/@tanstack+react-query@5.84.2+d86b59289c1a13ae/node_modules/@tanstack/react-query/build/legacy/useIsFetching.d.cts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D:/pasar_fix/node_modules/.bun/@tanstack+react-query@5.84.2+d86b59289c1a13ae/node_modules/@tanstack/react-query/build/legacy/useIsFetching.d.ts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D:/pasar_fix/node_modules/.bun/@tanstack+react-query@5.84.2+d86b59289c1a13ae/node_modules/@tanstack/react-query/build/legacy/useIsFetching.js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D:/pasar_fix/node_modules/.bun/@tanstack+react-query@5.84.2+d86b59289c1a13ae/node_modules/@tanstack/react-query/build/legacy/useIsFetching.js.map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D:/pasar_fix/node_modules/.bun/@tanstack+react-query@5.84.2+d86b59289c1a13ae/node_modules/@tanstack/react-query/build/legacy/useMutation.cjs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D:/pasar_fix/node_modules/.bun/@tanstack+react-query@5.84.2+d86b59289c1a13ae/node_modules/@tanstack/react-query/build/legacy/useMutation.cjs.map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D:/pasar_fix/node_modules/.bun/@tanstack+react-query@5.84.2+d86b59289c1a13ae/node_modules/@tanstack/react-query/build/legacy/useMutation.d.cts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D:/pasar_fix/node_modules/.bun/@tanstack+react-query@5.84.2+d86b59289c1a13ae/node_modules/@tanstack/react-query/build/legacy/useMutation.d.ts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D:/pasar_fix/node_modules/.bun/@tanstack+react-query@5.84.2+d86b59289c1a13ae/node_modules/@tanstack/react-query/build/legacy/useMutation.js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D:/pasar_fix/node_modules/.bun/@tanstack+react-query@5.84.2+d86b59289c1a13ae/node_modules/@tanstack/react-query/build/legacy/useMutation.js.map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D:/pasar_fix/node_modules/.bun/@tanstack+react-query@5.84.2+d86b59289c1a13ae/node_modules/@tanstack/react-query/build/legacy/useMutationState.cjs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D:/pasar_fix/node_modules/.bun/@tanstack+react-query@5.84.2+d86b59289c1a13ae/node_modules/@tanstack/react-query/build/legacy/useMutationState.cjs.map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D:/pasar_fix/node_modules/.bun/@tanstack+react-query@5.84.2+d86b59289c1a13ae/node_modules/@tanstack/react-query/build/legacy/useMutationState.d.cts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D:/pasar_fix/node_modules/.bun/@tanstack+react-query@5.84.2+d86b59289c1a13ae/node_modules/@tanstack/react-query/build/legacy/useMutationState.d.ts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D:/pasar_fix/node_modules/.bun/@tanstack+react-query@5.84.2+d86b59289c1a13ae/node_modules/@tanstack/react-query/build/legacy/useMutationState.js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D:/pasar_fix/node_modules/.bun/@tanstack+react-query@5.84.2+d86b59289c1a13ae/node_modules/@tanstack/react-query/build/legacy/useMutationState.js.map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D:/pasar_fix/node_modules/.bun/@tanstack+react-query@5.84.2+d86b59289c1a13ae/node_modules/@tanstack/react-query/build/legacy/usePrefetchInfiniteQuery.cjs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D:/pasar_fix/node_modules/.bun/@tanstack+react-query@5.84.2+d86b59289c1a13ae/node_modules/@tanstack/react-query/build/legacy/usePrefetchInfiniteQuery.cjs.map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D:/pasar_fix/node_modules/.bun/@tanstack+react-query@5.84.2+d86b59289c1a13ae/node_modules/@tanstack/react-query/build/legacy/usePrefetchInfiniteQuery.d.cts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D:/pasar_fix/node_modules/.bun/@tanstack+react-query@5.84.2+d86b59289c1a13ae/node_modules/@tanstack/react-query/build/legacy/usePrefetchInfiniteQuery.d.ts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D:/pasar_fix/node_modules/.bun/@tanstack+react-query@5.84.2+d86b59289c1a13ae/node_modules/@tanstack/react-query/build/legacy/usePrefetchInfiniteQuery.js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D:/pasar_fix/node_modules/.bun/@tanstack+react-query@5.84.2+d86b59289c1a13ae/node_modules/@tanstack/react-query/build/legacy/usePrefetchInfiniteQuery.js.map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D:/pasar_fix/node_modules/.bun/@tanstack+react-query@5.84.2+d86b59289c1a13ae/node_modules/@tanstack/react-query/build/legacy/usePrefetchQuery.cjs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D:/pasar_fix/node_modules/.bun/@tanstack+react-query@5.84.2+d86b59289c1a13ae/node_modules/@tanstack/react-query/build/legacy/usePrefetchQuery.cjs.map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D:/pasar_fix/node_modules/.bun/@tanstack+react-query@5.84.2+d86b59289c1a13ae/node_modules/@tanstack/react-query/build/legacy/usePrefetchQuery.d.cts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D:/pasar_fix/node_modules/.bun/@tanstack+react-query@5.84.2+d86b59289c1a13ae/node_modules/@tanstack/react-query/build/legacy/usePrefetchQuery.d.ts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D:/pasar_fix/node_modules/.bun/@tanstack+react-query@5.84.2+d86b59289c1a13ae/node_modules/@tanstack/react-query/build/legacy/usePrefetchQuery.js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D:/pasar_fix/node_modules/.bun/@tanstack+react-query@5.84.2+d86b59289c1a13ae/node_modules/@tanstack/react-query/build/legacy/usePrefetchQuery.js.map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D:/pasar_fix/node_modules/.bun/@tanstack+react-query@5.84.2+d86b59289c1a13ae/node_modules/@tanstack/react-query/build/legacy/useQueries.cjs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D:/pasar_fix/node_modules/.bun/@tanstack+react-query@5.84.2+d86b59289c1a13ae/node_modules/@tanstack/react-query/build/legacy/useQueries.cjs.map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D:/pasar_fix/node_modules/.bun/@tanstack+react-query@5.84.2+d86b59289c1a13ae/node_modules/@tanstack/react-query/build/legacy/useQueries.d.cts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D:/pasar_fix/node_modules/.bun/@tanstack+react-query@5.84.2+d86b59289c1a13ae/node_modules/@tanstack/react-query/build/legacy/useQueries.d.ts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D:/pasar_fix/node_modules/.bun/@tanstack+react-query@5.84.2+d86b59289c1a13ae/node_modules/@tanstack/react-query/build/legacy/useQueries.js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D:/pasar_fix/node_modules/.bun/@tanstack+react-query@5.84.2+d86b59289c1a13ae/node_modules/@tanstack/react-query/build/legacy/useQueries.js.map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D:/pasar_fix/node_modules/.bun/@tanstack+react-query@5.84.2+d86b59289c1a13ae/node_modules/@tanstack/react-query/build/legacy/useQuery.cjs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D:/pasar_fix/node_modules/.bun/@tanstack+react-query@5.84.2+d86b59289c1a13ae/node_modules/@tanstack/react-query/build/legacy/useQuery.cjs.map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D:/pasar_fix/node_modules/.bun/@tanstack+react-query@5.84.2+d86b59289c1a13ae/node_modules/@tanstack/react-query/build/legacy/useQuery.d.cts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D:/pasar_fix/node_modules/.bun/@tanstack+react-query@5.84.2+d86b59289c1a13ae/node_modules/@tanstack/react-query/build/legacy/useQuery.d.ts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D:/pasar_fix/node_modules/.bun/@tanstack+react-query@5.84.2+d86b59289c1a13ae/node_modules/@tanstack/react-query/build/legacy/useQuery.js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D:/pasar_fix/node_modules/.bun/@tanstack+react-query@5.84.2+d86b59289c1a13ae/node_modules/@tanstack/react-query/build/legacy/useQuery.js.map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D:/pasar_fix/node_modules/.bun/@tanstack+react-query@5.84.2+d86b59289c1a13ae/node_modules/@tanstack/react-query/build/legacy/useSuspenseInfiniteQuery.cjs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D:/pasar_fix/node_modules/.bun/@tanstack+react-query@5.84.2+d86b59289c1a13ae/node_modules/@tanstack/react-query/build/legacy/useSuspenseInfiniteQuery.cjs.map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D:/pasar_fix/node_modules/.bun/@tanstack+react-query@5.84.2+d86b59289c1a13ae/node_modules/@tanstack/react-query/build/legacy/useSuspenseInfiniteQuery.d.cts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D:/pasar_fix/node_modules/.bun/@tanstack+react-query@5.84.2+d86b59289c1a13ae/node_modules/@tanstack/react-query/build/legacy/useSuspenseInfiniteQuery.d.ts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D:/pasar_fix/node_modules/.bun/@tanstack+react-query@5.84.2+d86b59289c1a13ae/node_modules/@tanstack/react-query/build/legacy/useSuspenseInfiniteQuery.js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D:/pasar_fix/node_modules/.bun/@tanstack+react-query@5.84.2+d86b59289c1a13ae/node_modules/@tanstack/react-query/build/legacy/useSuspenseInfiniteQuery.js.map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D:/pasar_fix/node_modules/.bun/@tanstack+react-query@5.84.2+d86b59289c1a13ae/node_modules/@tanstack/react-query/build/legacy/useSuspenseQueries.cjs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D:/pasar_fix/node_modules/.bun/@tanstack+react-query@5.84.2+d86b59289c1a13ae/node_modules/@tanstack/react-query/build/legacy/useSuspenseQueries.cjs.map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D:/pasar_fix/node_modules/.bun/@tanstack+react-query@5.84.2+d86b59289c1a13ae/node_modules/@tanstack/react-query/build/legacy/useSuspenseQueries.d.cts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D:/pasar_fix/node_modules/.bun/@tanstack+react-query@5.84.2+d86b59289c1a13ae/node_modules/@tanstack/react-query/build/legacy/useSuspenseQueries.d.ts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D:/pasar_fix/node_modules/.bun/@tanstack+react-query@5.84.2+d86b59289c1a13ae/node_modules/@tanstack/react-query/build/legacy/useSuspenseQueries.js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D:/pasar_fix/node_modules/.bun/@tanstack+react-query@5.84.2+d86b59289c1a13ae/node_modules/@tanstack/react-query/build/legacy/useSuspenseQueries.js.map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D:/pasar_fix/node_modules/.bun/@tanstack+react-query@5.84.2+d86b59289c1a13ae/node_modules/@tanstack/react-query/build/legacy/useSuspenseQuery.cjs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D:/pasar_fix/node_modules/.bun/@tanstack+react-query@5.84.2+d86b59289c1a13ae/node_modules/@tanstack/react-query/build/legacy/useSuspenseQuery.cjs.map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D:/pasar_fix/node_modules/.bun/@tanstack+react-query@5.84.2+d86b59289c1a13ae/node_modules/@tanstack/react-query/build/legacy/useSuspenseQuery.d.cts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D:/pasar_fix/node_modules/.bun/@tanstack+react-query@5.84.2+d86b59289c1a13ae/node_modules/@tanstack/react-query/build/legacy/useSuspenseQuery.d.ts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D:/pasar_fix/node_modules/.bun/@tanstack+react-query@5.84.2+d86b59289c1a13ae/node_modules/@tanstack/react-query/build/legacy/useSuspenseQuery.js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D:/pasar_fix/node_modules/.bun/@tanstack+react-query@5.84.2+d86b59289c1a13ae/node_modules/@tanstack/react-query/build/legacy/useSuspenseQuery.js.map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D:/pasar_fix/node_modules/.bun/@tanstack+react-query@5.84.2+d86b59289c1a13ae/node_modules/@tanstack/react-query/build/modern/errorBoundaryUtils.cjs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D:/pasar_fix/node_modules/.bun/@tanstack+react-query@5.84.2+d86b59289c1a13ae/node_modules/@tanstack/react-query/build/modern/errorBoundaryUtils.cjs.map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D:/pasar_fix/node_modules/.bun/@tanstack+react-query@5.84.2+d86b59289c1a13ae/node_modules/@tanstack/react-query/build/modern/errorBoundaryUtils.d.cts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D:/pasar_fix/node_modules/.bun/@tanstack+react-query@5.84.2+d86b59289c1a13ae/node_modules/@tanstack/react-query/build/modern/errorBoundaryUtils.d.ts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D:/pasar_fix/node_modules/.bun/@tanstack+react-query@5.84.2+d86b59289c1a13ae/node_modules/@tanstack/react-query/build/modern/errorBoundaryUtils.js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D:/pasar_fix/node_modules/.bun/@tanstack+react-query@5.84.2+d86b59289c1a13ae/node_modules/@tanstack/react-query/build/modern/errorBoundaryUtils.js.map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D:/pasar_fix/node_modules/.bun/@tanstack+react-query@5.84.2+d86b59289c1a13ae/node_modules/@tanstack/react-query/build/modern/HydrationBoundary.cjs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D:/pasar_fix/node_modules/.bun/@tanstack+react-query@5.84.2+d86b59289c1a13ae/node_modules/@tanstack/react-query/build/modern/HydrationBoundary.cjs.map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D:/pasar_fix/node_modules/.bun/@tanstack+react-query@5.84.2+d86b59289c1a13ae/node_modules/@tanstack/react-query/build/modern/HydrationBoundary.d.cts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D:/pasar_fix/node_modules/.bun/@tanstack+react-query@5.84.2+d86b59289c1a13ae/node_modules/@tanstack/react-query/build/modern/HydrationBoundary.d.ts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D:/pasar_fix/node_modules/.bun/@tanstack+react-query@5.84.2+d86b59289c1a13ae/node_modules/@tanstack/react-query/build/modern/HydrationBoundary.js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D:/pasar_fix/node_modules/.bun/@tanstack+react-query@5.84.2+d86b59289c1a13ae/node_modules/@tanstack/react-query/build/modern/HydrationBoundary.js.map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D:/pasar_fix/node_modules/.bun/@tanstack+react-query@5.84.2+d86b59289c1a13ae/node_modules/@tanstack/react-query/build/modern/index.cjs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D:/pasar_fix/node_modules/.bun/@tanstack+react-query@5.84.2+d86b59289c1a13ae/node_modules/@tanstack/react-query/build/modern/index.cjs.map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D:/pasar_fix/node_modules/.bun/@tanstack+react-query@5.84.2+d86b59289c1a13ae/node_modules/@tanstack/react-query/build/modern/index.d.cts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D:/pasar_fix/node_modules/.bun/@tanstack+react-query@5.84.2+d86b59289c1a13ae/node_modules/@tanstack/react-query/build/modern/index.d.ts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D:/pasar_fix/node_modules/.bun/@tanstack+react-query@5.84.2+d86b59289c1a13ae/node_modules/@tanstack/react-query/build/modern/index.js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D:/pasar_fix/node_modules/.bun/@tanstack+react-query@5.84.2+d86b59289c1a13ae/node_modules/@tanstack/react-query/build/modern/index.js.map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D:/pasar_fix/node_modules/.bun/@tanstack+react-query@5.84.2+d86b59289c1a13ae/node_modules/@tanstack/react-query/build/modern/infiniteQueryOptions.cjs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D:/pasar_fix/node_modules/.bun/@tanstack+react-query@5.84.2+d86b59289c1a13ae/node_modules/@tanstack/react-query/build/modern/infiniteQueryOptions.cjs.map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D:/pasar_fix/node_modules/.bun/@tanstack+react-query@5.84.2+d86b59289c1a13ae/node_modules/@tanstack/react-query/build/modern/infiniteQueryOptions.d.cts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D:/pasar_fix/node_modules/.bun/@tanstack+react-query@5.84.2+d86b59289c1a13ae/node_modules/@tanstack/react-query/build/modern/infiniteQueryOptions.d.ts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D:/pasar_fix/node_modules/.bun/@tanstack+react-query@5.84.2+d86b59289c1a13ae/node_modules/@tanstack/react-query/build/modern/infiniteQueryOptions.js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D:/pasar_fix/node_modules/.bun/@tanstack+react-query@5.84.2+d86b59289c1a13ae/node_modules/@tanstack/react-query/build/modern/infiniteQueryOptions.js.map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D:/pasar_fix/node_modules/.bun/@tanstack+react-query@5.84.2+d86b59289c1a13ae/node_modules/@tanstack/react-query/build/modern/IsRestoringProvider.cjs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D:/pasar_fix/node_modules/.bun/@tanstack+react-query@5.84.2+d86b59289c1a13ae/node_modules/@tanstack/react-query/build/modern/IsRestoringProvider.cjs.map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D:/pasar_fix/node_modules/.bun/@tanstack+react-query@5.84.2+d86b59289c1a13ae/node_modules/@tanstack/react-query/build/modern/IsRestoringProvider.d.cts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D:/pasar_fix/node_modules/.bun/@tanstack+react-query@5.84.2+d86b59289c1a13ae/node_modules/@tanstack/react-query/build/modern/IsRestoringProvider.d.ts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D:/pasar_fix/node_modules/.bun/@tanstack+react-query@5.84.2+d86b59289c1a13ae/node_modules/@tanstack/react-query/build/modern/IsRestoringProvider.js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D:/pasar_fix/node_modules/.bun/@tanstack+react-query@5.84.2+d86b59289c1a13ae/node_modules/@tanstack/react-query/build/modern/IsRestoringProvider.js.map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D:/pasar_fix/node_modules/.bun/@tanstack+react-query@5.84.2+d86b59289c1a13ae/node_modules/@tanstack/react-query/build/modern/mutationOptions.cjs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D:/pasar_fix/node_modules/.bun/@tanstack+react-query@5.84.2+d86b59289c1a13ae/node_modules/@tanstack/react-query/build/modern/mutationOptions.cjs.map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D:/pasar_fix/node_modules/.bun/@tanstack+react-query@5.84.2+d86b59289c1a13ae/node_modules/@tanstack/react-query/build/modern/mutationOptions.d.cts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D:/pasar_fix/node_modules/.bun/@tanstack+react-query@5.84.2+d86b59289c1a13ae/node_modules/@tanstack/react-query/build/modern/mutationOptions.d.ts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D:/pasar_fix/node_modules/.bun/@tanstack+react-query@5.84.2+d86b59289c1a13ae/node_modules/@tanstack/react-query/build/modern/mutationOptions.js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D:/pasar_fix/node_modules/.bun/@tanstack+react-query@5.84.2+d86b59289c1a13ae/node_modules/@tanstack/react-query/build/modern/mutationOptions.js.map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D:/pasar_fix/node_modules/.bun/@tanstack+react-query@5.84.2+d86b59289c1a13ae/node_modules/@tanstack/react-query/build/modern/QueryClientProvider.cjs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D:/pasar_fix/node_modules/.bun/@tanstack+react-query@5.84.2+d86b59289c1a13ae/node_modules/@tanstack/react-query/build/modern/QueryClientProvider.cjs.map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D:/pasar_fix/node_modules/.bun/@tanstack+react-query@5.84.2+d86b59289c1a13ae/node_modules/@tanstack/react-query/build/modern/QueryClientProvider.d.cts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D:/pasar_fix/node_modules/.bun/@tanstack+react-query@5.84.2+d86b59289c1a13ae/node_modules/@tanstack/react-query/build/modern/QueryClientProvider.d.ts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D:/pasar_fix/node_modules/.bun/@tanstack+react-query@5.84.2+d86b59289c1a13ae/node_modules/@tanstack/react-query/build/modern/QueryClientProvider.js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D:/pasar_fix/node_modules/.bun/@tanstack+react-query@5.84.2+d86b59289c1a13ae/node_modules/@tanstack/react-query/build/modern/QueryClientProvider.js.map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D:/pasar_fix/node_modules/.bun/@tanstack+react-query@5.84.2+d86b59289c1a13ae/node_modules/@tanstack/react-query/build/modern/QueryErrorResetBoundary.cjs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D:/pasar_fix/node_modules/.bun/@tanstack+react-query@5.84.2+d86b59289c1a13ae/node_modules/@tanstack/react-query/build/modern/QueryErrorResetBoundary.cjs.map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D:/pasar_fix/node_modules/.bun/@tanstack+react-query@5.84.2+d86b59289c1a13ae/node_modules/@tanstack/react-query/build/modern/QueryErrorResetBoundary.d.cts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D:/pasar_fix/node_modules/.bun/@tanstack+react-query@5.84.2+d86b59289c1a13ae/node_modules/@tanstack/react-query/build/modern/QueryErrorResetBoundary.d.ts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D:/pasar_fix/node_modules/.bun/@tanstack+react-query@5.84.2+d86b59289c1a13ae/node_modules/@tanstack/react-query/build/modern/QueryErrorResetBoundary.js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D:/pasar_fix/node_modules/.bun/@tanstack+react-query@5.84.2+d86b59289c1a13ae/node_modules/@tanstack/react-query/build/modern/QueryErrorResetBoundary.js.map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D:/pasar_fix/node_modules/.bun/@tanstack+react-query@5.84.2+d86b59289c1a13ae/node_modules/@tanstack/react-query/build/modern/queryOptions.cjs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D:/pasar_fix/node_modules/.bun/@tanstack+react-query@5.84.2+d86b59289c1a13ae/node_modules/@tanstack/react-query/build/modern/queryOptions.cjs.map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D:/pasar_fix/node_modules/.bun/@tanstack+react-query@5.84.2+d86b59289c1a13ae/node_modules/@tanstack/react-query/build/modern/queryOptions.d.cts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D:/pasar_fix/node_modules/.bun/@tanstack+react-query@5.84.2+d86b59289c1a13ae/node_modules/@tanstack/react-query/build/modern/queryOptions.d.ts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D:/pasar_fix/node_modules/.bun/@tanstack+react-query@5.84.2+d86b59289c1a13ae/node_modules/@tanstack/react-query/build/modern/queryOptions.js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D:/pasar_fix/node_modules/.bun/@tanstack+react-query@5.84.2+d86b59289c1a13ae/node_modules/@tanstack/react-query/build/modern/queryOptions.js.map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D:/pasar_fix/node_modules/.bun/@tanstack+react-query@5.84.2+d86b59289c1a13ae/node_modules/@tanstack/react-query/build/modern/suspense.cjs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D:/pasar_fix/node_modules/.bun/@tanstack+react-query@5.84.2+d86b59289c1a13ae/node_modules/@tanstack/react-query/build/modern/suspense.cjs.map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D:/pasar_fix/node_modules/.bun/@tanstack+react-query@5.84.2+d86b59289c1a13ae/node_modules/@tanstack/react-query/build/modern/suspense.d.cts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D:/pasar_fix/node_modules/.bun/@tanstack+react-query@5.84.2+d86b59289c1a13ae/node_modules/@tanstack/react-query/build/modern/suspense.d.ts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D:/pasar_fix/node_modules/.bun/@tanstack+react-query@5.84.2+d86b59289c1a13ae/node_modules/@tanstack/react-query/build/modern/suspense.js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D:/pasar_fix/node_modules/.bun/@tanstack+react-query@5.84.2+d86b59289c1a13ae/node_modules/@tanstack/react-query/build/modern/suspense.js.map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D:/pasar_fix/node_modules/.bun/@tanstack+react-query@5.84.2+d86b59289c1a13ae/node_modules/@tanstack/react-query/build/modern/types.cjs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D:/pasar_fix/node_modules/.bun/@tanstack+react-query@5.84.2+d86b59289c1a13ae/node_modules/@tanstack/react-query/build/modern/types.cjs.map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D:/pasar_fix/node_modules/.bun/@tanstack+react-query@5.84.2+d86b59289c1a13ae/node_modules/@tanstack/react-query/build/modern/types.d.cts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D:/pasar_fix/node_modules/.bun/@tanstack+react-query@5.84.2+d86b59289c1a13ae/node_modules/@tanstack/react-query/build/modern/types.d.ts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D:/pasar_fix/node_modules/.bun/@tanstack+react-query@5.84.2+d86b59289c1a13ae/node_modules/@tanstack/react-query/build/modern/types.js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D:/pasar_fix/node_modules/.bun/@tanstack+react-query@5.84.2+d86b59289c1a13ae/node_modules/@tanstack/react-query/build/modern/types.js.map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D:/pasar_fix/node_modules/.bun/@tanstack+react-query@5.84.2+d86b59289c1a13ae/node_modules/@tanstack/react-query/build/modern/useBaseQuery.cjs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D:/pasar_fix/node_modules/.bun/@tanstack+react-query@5.84.2+d86b59289c1a13ae/node_modules/@tanstack/react-query/build/modern/useBaseQuery.cjs.map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D:/pasar_fix/node_modules/.bun/@tanstack+react-query@5.84.2+d86b59289c1a13ae/node_modules/@tanstack/react-query/build/modern/useBaseQuery.d.cts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D:/pasar_fix/node_modules/.bun/@tanstack+react-query@5.84.2+d86b59289c1a13ae/node_modules/@tanstack/react-query/build/modern/useBaseQuery.d.ts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D:/pasar_fix/node_modules/.bun/@tanstack+react-query@5.84.2+d86b59289c1a13ae/node_modules/@tanstack/react-query/build/modern/useBaseQuery.js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D:/pasar_fix/node_modules/.bun/@tanstack+react-query@5.84.2+d86b59289c1a13ae/node_modules/@tanstack/react-query/build/modern/useBaseQuery.js.map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D:/pasar_fix/node_modules/.bun/@tanstack+react-query@5.84.2+d86b59289c1a13ae/node_modules/@tanstack/react-query/build/modern/useInfiniteQuery.cjs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D:/pasar_fix/node_modules/.bun/@tanstack+react-query@5.84.2+d86b59289c1a13ae/node_modules/@tanstack/react-query/build/modern/useInfiniteQuery.cjs.map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D:/pasar_fix/node_modules/.bun/@tanstack+react-query@5.84.2+d86b59289c1a13ae/node_modules/@tanstack/react-query/build/modern/useInfiniteQuery.d.cts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D:/pasar_fix/node_modules/.bun/@tanstack+react-query@5.84.2+d86b59289c1a13ae/node_modules/@tanstack/react-query/build/modern/useInfiniteQuery.d.ts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D:/pasar_fix/node_modules/.bun/@tanstack+react-query@5.84.2+d86b59289c1a13ae/node_modules/@tanstack/react-query/build/modern/useInfiniteQuery.js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D:/pasar_fix/node_modules/.bun/@tanstack+react-query@5.84.2+d86b59289c1a13ae/node_modules/@tanstack/react-query/build/modern/useInfiniteQuery.js.map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D:/pasar_fix/node_modules/.bun/@tanstack+react-query@5.84.2+d86b59289c1a13ae/node_modules/@tanstack/react-query/build/modern/useIsFetching.cjs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D:/pasar_fix/node_modules/.bun/@tanstack+react-query@5.84.2+d86b59289c1a13ae/node_modules/@tanstack/react-query/build/modern/useIsFetching.cjs.map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D:/pasar_fix/node_modules/.bun/@tanstack+react-query@5.84.2+d86b59289c1a13ae/node_modules/@tanstack/react-query/build/modern/useIsFetching.d.cts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D:/pasar_fix/node_modules/.bun/@tanstack+react-query@5.84.2+d86b59289c1a13ae/node_modules/@tanstack/react-query/build/modern/useIsFetching.d.ts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D:/pasar_fix/node_modules/.bun/@tanstack+react-query@5.84.2+d86b59289c1a13ae/node_modules/@tanstack/react-query/build/modern/useIsFetching.js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D:/pasar_fix/node_modules/.bun/@tanstack+react-query@5.84.2+d86b59289c1a13ae/node_modules/@tanstack/react-query/build/modern/useIsFetching.js.map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D:/pasar_fix/node_modules/.bun/@tanstack+react-query@5.84.2+d86b59289c1a13ae/node_modules/@tanstack/react-query/build/modern/useMutation.cjs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D:/pasar_fix/node_modules/.bun/@tanstack+react-query@5.84.2+d86b59289c1a13ae/node_modules/@tanstack/react-query/build/modern/useMutation.cjs.map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D:/pasar_fix/node_modules/.bun/@tanstack+react-query@5.84.2+d86b59289c1a13ae/node_modules/@tanstack/react-query/build/modern/useMutation.d.cts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D:/pasar_fix/node_modules/.bun/@tanstack+react-query@5.84.2+d86b59289c1a13ae/node_modules/@tanstack/react-query/build/modern/useMutation.d.ts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D:/pasar_fix/node_modules/.bun/@tanstack+react-query@5.84.2+d86b59289c1a13ae/node_modules/@tanstack/react-query/build/modern/useMutation.js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D:/pasar_fix/node_modules/.bun/@tanstack+react-query@5.84.2+d86b59289c1a13ae/node_modules/@tanstack/react-query/build/modern/useMutation.js.map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D:/pasar_fix/node_modules/.bun/@tanstack+react-query@5.84.2+d86b59289c1a13ae/node_modules/@tanstack/react-query/build/modern/useMutationState.cjs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D:/pasar_fix/node_modules/.bun/@tanstack+react-query@5.84.2+d86b59289c1a13ae/node_modules/@tanstack/react-query/build/modern/useMutationState.cjs.map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D:/pasar_fix/node_modules/.bun/@tanstack+react-query@5.84.2+d86b59289c1a13ae/node_modules/@tanstack/react-query/build/modern/useMutationState.d.cts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D:/pasar_fix/node_modules/.bun/@tanstack+react-query@5.84.2+d86b59289c1a13ae/node_modules/@tanstack/react-query/build/modern/useMutationState.d.ts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D:/pasar_fix/node_modules/.bun/@tanstack+react-query@5.84.2+d86b59289c1a13ae/node_modules/@tanstack/react-query/build/modern/useMutationState.js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D:/pasar_fix/node_modules/.bun/@tanstack+react-query@5.84.2+d86b59289c1a13ae/node_modules/@tanstack/react-query/build/modern/useMutationState.js.map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D:/pasar_fix/node_modules/.bun/@tanstack+react-query@5.84.2+d86b59289c1a13ae/node_modules/@tanstack/react-query/build/modern/usePrefetchInfiniteQuery.cjs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D:/pasar_fix/node_modules/.bun/@tanstack+react-query@5.84.2+d86b59289c1a13ae/node_modules/@tanstack/react-query/build/modern/usePrefetchInfiniteQuery.cjs.map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D:/pasar_fix/node_modules/.bun/@tanstack+react-query@5.84.2+d86b59289c1a13ae/node_modules/@tanstack/react-query/build/modern/usePrefetchInfiniteQuery.d.cts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D:/pasar_fix/node_modules/.bun/@tanstack+react-query@5.84.2+d86b59289c1a13ae/node_modules/@tanstack/react-query/build/modern/usePrefetchInfiniteQuery.d.ts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D:/pasar_fix/node_modules/.bun/@tanstack+react-query@5.84.2+d86b59289c1a13ae/node_modules/@tanstack/react-query/build/modern/usePrefetchInfiniteQuery.js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D:/pasar_fix/node_modules/.bun/@tanstack+react-query@5.84.2+d86b59289c1a13ae/node_modules/@tanstack/react-query/build/modern/usePrefetchInfiniteQuery.js.map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D:/pasar_fix/node_modules/.bun/@tanstack+react-query@5.84.2+d86b59289c1a13ae/node_modules/@tanstack/react-query/build/modern/usePrefetchQuery.cjs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D:/pasar_fix/node_modules/.bun/@tanstack+react-query@5.84.2+d86b59289c1a13ae/node_modules/@tanstack/react-query/build/modern/usePrefetchQuery.cjs.map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D:/pasar_fix/node_modules/.bun/@tanstack+react-query@5.84.2+d86b59289c1a13ae/node_modules/@tanstack/react-query/build/modern/usePrefetchQuery.d.cts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D:/pasar_fix/node_modules/.bun/@tanstack+react-query@5.84.2+d86b59289c1a13ae/node_modules/@tanstack/react-query/build/modern/usePrefetchQuery.d.ts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D:/pasar_fix/node_modules/.bun/@tanstack+react-query@5.84.2+d86b59289c1a13ae/node_modules/@tanstack/react-query/build/modern/usePrefetchQuery.js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D:/pasar_fix/node_modules/.bun/@tanstack+react-query@5.84.2+d86b59289c1a13ae/node_modules/@tanstack/react-query/build/modern/usePrefetchQuery.js.map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D:/pasar_fix/node_modules/.bun/@tanstack+react-query@5.84.2+d86b59289c1a13ae/node_modules/@tanstack/react-query/build/modern/useQueries.cjs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D:/pasar_fix/node_modules/.bun/@tanstack+react-query@5.84.2+d86b59289c1a13ae/node_modules/@tanstack/react-query/build/modern/useQueries.cjs.map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D:/pasar_fix/node_modules/.bun/@tanstack+react-query@5.84.2+d86b59289c1a13ae/node_modules/@tanstack/react-query/build/modern/useQueries.d.cts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D:/pasar_fix/node_modules/.bun/@tanstack+react-query@5.84.2+d86b59289c1a13ae/node_modules/@tanstack/react-query/build/modern/useQueries.d.ts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D:/pasar_fix/node_modules/.bun/@tanstack+react-query@5.84.2+d86b59289c1a13ae/node_modules/@tanstack/react-query/build/modern/useQueries.js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D:/pasar_fix/node_modules/.bun/@tanstack+react-query@5.84.2+d86b59289c1a13ae/node_modules/@tanstack/react-query/build/modern/useQueries.js.map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D:/pasar_fix/node_modules/.bun/@tanstack+react-query@5.84.2+d86b59289c1a13ae/node_modules/@tanstack/react-query/build/modern/useQuery.cjs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D:/pasar_fix/node_modules/.bun/@tanstack+react-query@5.84.2+d86b59289c1a13ae/node_modules/@tanstack/react-query/build/modern/useQuery.cjs.map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D:/pasar_fix/node_modules/.bun/@tanstack+react-query@5.84.2+d86b59289c1a13ae/node_modules/@tanstack/react-query/build/modern/useQuery.d.cts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D:/pasar_fix/node_modules/.bun/@tanstack+react-query@5.84.2+d86b59289c1a13ae/node_modules/@tanstack/react-query/build/modern/useQuery.d.ts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D:/pasar_fix/node_modules/.bun/@tanstack+react-query@5.84.2+d86b59289c1a13ae/node_modules/@tanstack/react-query/build/modern/useQuery.js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D:/pasar_fix/node_modules/.bun/@tanstack+react-query@5.84.2+d86b59289c1a13ae/node_modules/@tanstack/react-query/build/modern/useQuery.js.map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D:/pasar_fix/node_modules/.bun/@tanstack+react-query@5.84.2+d86b59289c1a13ae/node_modules/@tanstack/react-query/build/modern/useSuspenseInfiniteQuery.cjs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D:/pasar_fix/node_modules/.bun/@tanstack+react-query@5.84.2+d86b59289c1a13ae/node_modules/@tanstack/react-query/build/modern/useSuspenseInfiniteQuery.cjs.map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D:/pasar_fix/node_modules/.bun/@tanstack+react-query@5.84.2+d86b59289c1a13ae/node_modules/@tanstack/react-query/build/modern/useSuspenseInfiniteQuery.d.cts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D:/pasar_fix/node_modules/.bun/@tanstack+react-query@5.84.2+d86b59289c1a13ae/node_modules/@tanstack/react-query/build/modern/useSuspenseInfiniteQuery.d.ts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D:/pasar_fix/node_modules/.bun/@tanstack+react-query@5.84.2+d86b59289c1a13ae/node_modules/@tanstack/react-query/build/modern/useSuspenseInfiniteQuery.js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D:/pasar_fix/node_modules/.bun/@tanstack+react-query@5.84.2+d86b59289c1a13ae/node_modules/@tanstack/react-query/build/modern/useSuspenseInfiniteQuery.js.map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D:/pasar_fix/node_modules/.bun/@tanstack+react-query@5.84.2+d86b59289c1a13ae/node_modules/@tanstack/react-query/build/modern/useSuspenseQueries.cjs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D:/pasar_fix/node_modules/.bun/@tanstack+react-query@5.84.2+d86b59289c1a13ae/node_modules/@tanstack/react-query/build/modern/useSuspenseQueries.cjs.map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D:/pasar_fix/node_modules/.bun/@tanstack+react-query@5.84.2+d86b59289c1a13ae/node_modules/@tanstack/react-query/build/modern/useSuspenseQueries.d.cts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D:/pasar_fix/node_modules/.bun/@tanstack+react-query@5.84.2+d86b59289c1a13ae/node_modules/@tanstack/react-query/build/modern/useSuspenseQueries.d.ts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D:/pasar_fix/node_modules/.bun/@tanstack+react-query@5.84.2+d86b59289c1a13ae/node_modules/@tanstack/react-query/build/modern/useSuspenseQueries.js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D:/pasar_fix/node_modules/.bun/@tanstack+react-query@5.84.2+d86b59289c1a13ae/node_modules/@tanstack/react-query/build/modern/useSuspenseQueries.js.map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D:/pasar_fix/node_modules/.bun/@tanstack+react-query@5.84.2+d86b59289c1a13ae/node_modules/@tanstack/react-query/build/modern/useSuspenseQuery.cjs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D:/pasar_fix/node_modules/.bun/@tanstack+react-query@5.84.2+d86b59289c1a13ae/node_modules/@tanstack/react-query/build/modern/useSuspenseQuery.cjs.map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D:/pasar_fix/node_modules/.bun/@tanstack+react-query@5.84.2+d86b59289c1a13ae/node_modules/@tanstack/react-query/build/modern/useSuspenseQuery.d.cts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D:/pasar_fix/node_modules/.bun/@tanstack+react-query@5.84.2+d86b59289c1a13ae/node_modules/@tanstack/react-query/build/modern/useSuspenseQuery.d.ts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D:/pasar_fix/node_modules/.bun/@tanstack+react-query@5.84.2+d86b59289c1a13ae/node_modules/@tanstack/react-query/build/modern/useSuspenseQuery.js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D:/pasar_fix/node_modules/.bun/@tanstack+react-query@5.84.2+d86b59289c1a13ae/node_modules/@tanstack/react-query/build/modern/useSuspenseQuery.js.map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D:/pasar_fix/node_modules/.bun/@tanstack+react-query@5.84.2+d86b59289c1a13ae/node_modules/@tanstack/react-query/build/query-codemods/eslint.config.js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D:/pasar_fix/node_modules/.bun/@tanstack+react-query@5.84.2+d86b59289c1a13ae/node_modules/@tanstack/react-query/build/query-codemods/package.json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D:/pasar_fix/node_modules/.bun/@tanstack+react-query@5.84.2+d86b59289c1a13ae/node_modules/@tanstack/react-query/build/query-codemods/root.eslint.config.js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D:/pasar_fix/node_modules/.bun/@tanstack+react-query@5.84.2+d86b59289c1a13ae/node_modules/@tanstack/react-query/build/query-codemods/tsconfig.json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D:/pasar_fix/node_modules/.bun/@tanstack+react-query@5.84.2+d86b59289c1a13ae/node_modules/@tanstack/react-query/build/query-codemods/vite.config.ts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D:/pasar_fix/node_modules/.bun/@tanstack+react-query@5.84.2+d86b59289c1a13ae/node_modules/@tanstack/react-query/src/errorBoundaryUtils.ts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D:/pasar_fix/node_modules/.bun/@tanstack+react-query@5.84.2+d86b59289c1a13ae/node_modules/@tanstack/react-query/src/HydrationBoundary.tsx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D:/pasar_fix/node_modules/.bun/@tanstack+react-query@5.84.2+d86b59289c1a13ae/node_modules/@tanstack/react-query/src/index.ts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D:/pasar_fix/node_modules/.bun/@tanstack+react-query@5.84.2+d86b59289c1a13ae/node_modules/@tanstack/react-query/src/infiniteQueryOptions.ts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D:/pasar_fix/node_modules/.bun/@tanstack+react-query@5.84.2+d86b59289c1a13ae/node_modules/@tanstack/react-query/src/IsRestoringProvider.ts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D:/pasar_fix/node_modules/.bun/@tanstack+react-query@5.84.2+d86b59289c1a13ae/node_modules/@tanstack/react-query/src/mutationOptions.ts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D:/pasar_fix/node_modules/.bun/@tanstack+react-query@5.84.2+d86b59289c1a13ae/node_modules/@tanstack/react-query/src/QueryClientProvider.tsx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D:/pasar_fix/node_modules/.bun/@tanstack+react-query@5.84.2+d86b59289c1a13ae/node_modules/@tanstack/react-query/src/QueryErrorResetBoundary.tsx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D:/pasar_fix/node_modules/.bun/@tanstack+react-query@5.84.2+d86b59289c1a13ae/node_modules/@tanstack/react-query/src/queryOptions.ts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D:/pasar_fix/node_modules/.bun/@tanstack+react-query@5.84.2+d86b59289c1a13ae/node_modules/@tanstack/react-query/src/suspense.ts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D:/pasar_fix/node_modules/.bun/@tanstack+react-query@5.84.2+d86b59289c1a13ae/node_modules/@tanstack/react-query/src/types.ts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D:/pasar_fix/node_modules/.bun/@tanstack+react-query@5.84.2+d86b59289c1a13ae/node_modules/@tanstack/react-query/src/useBaseQuery.ts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D:/pasar_fix/node_modules/.bun/@tanstack+react-query@5.84.2+d86b59289c1a13ae/node_modules/@tanstack/react-query/src/useInfiniteQuery.ts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D:/pasar_fix/node_modules/.bun/@tanstack+react-query@5.84.2+d86b59289c1a13ae/node_modules/@tanstack/react-query/src/useIsFetching.ts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D:/pasar_fix/node_modules/.bun/@tanstack+react-query@5.84.2+d86b59289c1a13ae/node_modules/@tanstack/react-query/src/useMutation.ts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D:/pasar_fix/node_modules/.bun/@tanstack+react-query@5.84.2+d86b59289c1a13ae/node_modules/@tanstack/react-query/src/useMutationState.ts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D:/pasar_fix/node_modules/.bun/@tanstack+react-query@5.84.2+d86b59289c1a13ae/node_modules/@tanstack/react-query/src/usePrefetchInfiniteQuery.tsx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D:/pasar_fix/node_modules/.bun/@tanstack+react-query@5.84.2+d86b59289c1a13ae/node_modules/@tanstack/react-query/src/usePrefetchQuery.tsx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D:/pasar_fix/node_modules/.bun/@tanstack+react-query@5.84.2+d86b59289c1a13ae/node_modules/@tanstack/react-query/src/useQueries.ts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D:/pasar_fix/node_modules/.bun/@tanstack+react-query@5.84.2+d86b59289c1a13ae/node_modules/@tanstack/react-query/src/useQuery.ts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D:/pasar_fix/node_modules/.bun/@tanstack+react-query@5.84.2+d86b59289c1a13ae/node_modules/@tanstack/react-query/src/useSuspenseInfiniteQuery.ts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D:/pasar_fix/node_modules/.bun/@tanstack+react-query@5.84.2+d86b59289c1a13ae/node_modules/@tanstack/react-query/src/useSuspenseQueries.ts</a:t>
            </a:r>
          </a:p>
          <a:p>
            <a:pPr>
              <a:defRPr sz="1200"/>
            </a:pPr>
            <a:r>
              <a:t>D:/pasar_fix/node_modules/.bun/@tanstack+react-query@5.84.2+d86b59289c1a13ae/node_modules/@tanstack/react-query/src/useSuspenseQuery.ts</a:t>
            </a:r>
          </a:p>
          <a:p>
            <a:pPr>
              <a:defRPr sz="1200"/>
            </a:pPr>
            <a:r>
              <a:t>D:/pasar_fix/node_modules/.bun/@tanstack+react-router-devtools@1.131.2+0ea9f30e57315610/node_modules/@tanstack/react-router-devtools/LICENSE</a:t>
            </a:r>
          </a:p>
          <a:p>
            <a:pPr>
              <a:defRPr sz="1200"/>
            </a:pPr>
            <a:r>
              <a:t>D:/pasar_fix/node_modules/.bun/@tanstack+react-router-devtools@1.131.2+0ea9f30e57315610/node_modules/@tanstack/react-router-devtools/package.json</a:t>
            </a:r>
          </a:p>
          <a:p>
            <a:pPr>
              <a:defRPr sz="1200"/>
            </a:pPr>
            <a:r>
              <a:t>D:/pasar_fix/node_modules/.bun/@tanstack+react-router-devtools@1.131.2+0ea9f30e57315610/node_modules/@tanstack/react-router-devtools/README.md</a:t>
            </a:r>
          </a:p>
          <a:p>
            <a:pPr>
              <a:defRPr sz="1200"/>
            </a:pPr>
            <a:r>
              <a:t>D:/pasar_fix/node_modules/.bun/@tanstack+react-router-devtools@1.131.2+0ea9f30e57315610/node_modules/@tanstack/react-router-devtools/dist/cjs/index.cjs</a:t>
            </a:r>
          </a:p>
          <a:p>
            <a:pPr>
              <a:defRPr sz="1200"/>
            </a:pPr>
            <a:r>
              <a:t>D:/pasar_fix/node_modules/.bun/@tanstack+react-router-devtools@1.131.2+0ea9f30e57315610/node_modules/@tanstack/react-router-devtools/dist/cjs/index.cjs.map</a:t>
            </a:r>
          </a:p>
          <a:p>
            <a:pPr>
              <a:defRPr sz="1200"/>
            </a:pPr>
            <a:r>
              <a:t>D:/pasar_fix/node_modules/.bun/@tanstack+react-router-devtools@1.131.2+0ea9f30e57315610/node_modules/@tanstack/react-router-devtools/dist/cjs/index.d.cts</a:t>
            </a:r>
          </a:p>
          <a:p>
            <a:pPr>
              <a:defRPr sz="1200"/>
            </a:pPr>
            <a:r>
              <a:t>D:/pasar_fix/node_modules/.bun/@tanstack+react-router-devtools@1.131.2+0ea9f30e57315610/node_modules/@tanstack/react-router-devtools/dist/cjs/TanStackRouterDevtools.cjs</a:t>
            </a:r>
          </a:p>
          <a:p>
            <a:pPr>
              <a:defRPr sz="1200"/>
            </a:pPr>
            <a:r>
              <a:t>D:/pasar_fix/node_modules/.bun/@tanstack+react-router-devtools@1.131.2+0ea9f30e57315610/node_modules/@tanstack/react-router-devtools/dist/cjs/TanStackRouterDevtools.cjs.map</a:t>
            </a:r>
          </a:p>
          <a:p>
            <a:pPr>
              <a:defRPr sz="1200"/>
            </a:pPr>
            <a:r>
              <a:t>D:/pasar_fix/node_modules/.bun/@tanstack+react-router-devtools@1.131.2+0ea9f30e57315610/node_modules/@tanstack/react-router-devtools/dist/cjs/TanStackRouterDevtools.d.cts</a:t>
            </a:r>
          </a:p>
          <a:p>
            <a:pPr>
              <a:defRPr sz="1200"/>
            </a:pPr>
            <a:r>
              <a:t>D:/pasar_fix/node_modules/.bun/@tanstack+react-router-devtools@1.131.2+0ea9f30e57315610/node_modules/@tanstack/react-router-devtools/dist/cjs/TanStackRouterDevtoolsPanel.cjs</a:t>
            </a:r>
          </a:p>
          <a:p>
            <a:pPr>
              <a:defRPr sz="1200"/>
            </a:pPr>
            <a:r>
              <a:t>D:/pasar_fix/node_modules/.bun/@tanstack+react-router-devtools@1.131.2+0ea9f30e57315610/node_modules/@tanstack/react-router-devtools/dist/cjs/TanStackRouterDevtoolsPanel.cjs.map</a:t>
            </a:r>
          </a:p>
          <a:p>
            <a:pPr>
              <a:defRPr sz="1200"/>
            </a:pPr>
            <a:r>
              <a:t>D:/pasar_fix/node_modules/.bun/@tanstack+react-router-devtools@1.131.2+0ea9f30e57315610/node_modules/@tanstack/react-router-devtools/dist/cjs/TanStackRouterDevtoolsPanel.d.cts</a:t>
            </a:r>
          </a:p>
          <a:p>
            <a:pPr>
              <a:defRPr sz="1200"/>
            </a:pPr>
            <a:r>
              <a:t>D:/pasar_fix/node_modules/.bun/@tanstack+react-router-devtools@1.131.2+0ea9f30e57315610/node_modules/@tanstack/react-router-devtools/dist/esm/index.d.ts</a:t>
            </a:r>
          </a:p>
          <a:p>
            <a:pPr>
              <a:defRPr sz="1200"/>
            </a:pPr>
            <a:r>
              <a:t>D:/pasar_fix/node_modules/.bun/@tanstack+react-router-devtools@1.131.2+0ea9f30e57315610/node_modules/@tanstack/react-router-devtools/dist/esm/index.js</a:t>
            </a:r>
          </a:p>
          <a:p>
            <a:pPr>
              <a:defRPr sz="1200"/>
            </a:pPr>
            <a:r>
              <a:t>D:/pasar_fix/node_modules/.bun/@tanstack+react-router-devtools@1.131.2+0ea9f30e57315610/node_modules/@tanstack/react-router-devtools/dist/esm/index.js.map</a:t>
            </a:r>
          </a:p>
          <a:p>
            <a:pPr>
              <a:defRPr sz="1200"/>
            </a:pPr>
            <a:r>
              <a:t>D:/pasar_fix/node_modules/.bun/@tanstack+react-router-devtools@1.131.2+0ea9f30e57315610/node_modules/@tanstack/react-router-devtools/dist/esm/TanStackRouterDevtools.d.ts</a:t>
            </a:r>
          </a:p>
          <a:p>
            <a:pPr>
              <a:defRPr sz="1200"/>
            </a:pPr>
            <a:r>
              <a:t>D:/pasar_fix/node_modules/.bun/@tanstack+react-router-devtools@1.131.2+0ea9f30e57315610/node_modules/@tanstack/react-router-devtools/dist/esm/TanStackRouterDevtools.js</a:t>
            </a:r>
          </a:p>
          <a:p>
            <a:pPr>
              <a:defRPr sz="1200"/>
            </a:pPr>
            <a:r>
              <a:t>D:/pasar_fix/node_modules/.bun/@tanstack+react-router-devtools@1.131.2+0ea9f30e57315610/node_modules/@tanstack/react-router-devtools/dist/esm/TanStackRouterDevtools.js.map</a:t>
            </a:r>
          </a:p>
          <a:p>
            <a:pPr>
              <a:defRPr sz="1200"/>
            </a:pPr>
            <a:r>
              <a:t>D:/pasar_fix/node_modules/.bun/@tanstack+react-router-devtools@1.131.2+0ea9f30e57315610/node_modules/@tanstack/react-router-devtools/dist/esm/TanStackRouterDevtoolsPanel.d.ts</a:t>
            </a:r>
          </a:p>
          <a:p>
            <a:pPr>
              <a:defRPr sz="1200"/>
            </a:pPr>
            <a:r>
              <a:t>D:/pasar_fix/node_modules/.bun/@tanstack+react-router-devtools@1.131.2+0ea9f30e57315610/node_modules/@tanstack/react-router-devtools/dist/esm/TanStackRouterDevtoolsPanel.js</a:t>
            </a:r>
          </a:p>
          <a:p>
            <a:pPr>
              <a:defRPr sz="1200"/>
            </a:pPr>
            <a:r>
              <a:t>D:/pasar_fix/node_modules/.bun/@tanstack+react-router-devtools@1.131.2+0ea9f30e57315610/node_modules/@tanstack/react-router-devtools/dist/esm/TanStackRouterDevtoolsPanel.js.map</a:t>
            </a:r>
          </a:p>
          <a:p>
            <a:pPr>
              <a:defRPr sz="1200"/>
            </a:pPr>
            <a:r>
              <a:t>D:/pasar_fix/node_modules/.bun/@tanstack+react-router-devtools@1.131.2+0ea9f30e57315610/node_modules/@tanstack/react-router-devtools/src/index.ts</a:t>
            </a:r>
          </a:p>
          <a:p>
            <a:pPr>
              <a:defRPr sz="1200"/>
            </a:pPr>
            <a:r>
              <a:t>D:/pasar_fix/node_modules/.bun/@tanstack+react-router-devtools@1.131.2+0ea9f30e57315610/node_modules/@tanstack/react-router-devtools/src/TanStackRouterDevtools.tsx</a:t>
            </a:r>
          </a:p>
          <a:p>
            <a:pPr>
              <a:defRPr sz="1200"/>
            </a:pPr>
            <a:r>
              <a:t>D:/pasar_fix/node_modules/.bun/@tanstack+react-router-devtools@1.131.2+0ea9f30e57315610/node_modules/@tanstack/react-router-devtools/src/TanStackRouterDevtoolsPanel.tsx</a:t>
            </a:r>
          </a:p>
          <a:p>
            <a:pPr>
              <a:defRPr sz="1200"/>
            </a:pPr>
            <a:r>
              <a:t>D:/pasar_fix/node_modules/.bun/@tanstack+react-router-ssr-query@1.131.2+20a1f06348600cc5/node_modules/@tanstack/react-router-ssr-query/LICENSE</a:t>
            </a:r>
          </a:p>
          <a:p>
            <a:pPr>
              <a:defRPr sz="1200"/>
            </a:pPr>
            <a:r>
              <a:t>D:/pasar_fix/node_modules/.bun/@tanstack+react-router-ssr-query@1.131.2+20a1f06348600cc5/node_modules/@tanstack/react-router-ssr-query/package.json</a:t>
            </a:r>
          </a:p>
          <a:p>
            <a:pPr>
              <a:defRPr sz="1200"/>
            </a:pPr>
            <a:r>
              <a:t>D:/pasar_fix/node_modules/.bun/@tanstack+react-router-ssr-query@1.131.2+20a1f06348600cc5/node_modules/@tanstack/react-router-ssr-query/README.md</a:t>
            </a:r>
          </a:p>
          <a:p>
            <a:pPr>
              <a:defRPr sz="1200"/>
            </a:pPr>
            <a:r>
              <a:t>D:/pasar_fix/node_modules/.bun/@tanstack+react-router-ssr-query@1.131.2+20a1f06348600cc5/node_modules/@tanstack/react-router-ssr-query/dist/cjs/index.cjs</a:t>
            </a:r>
          </a:p>
          <a:p>
            <a:pPr>
              <a:defRPr sz="1200"/>
            </a:pPr>
            <a:r>
              <a:t>D:/pasar_fix/node_modules/.bun/@tanstack+react-router-ssr-query@1.131.2+20a1f06348600cc5/node_modules/@tanstack/react-router-ssr-query/dist/cjs/index.cjs.map</a:t>
            </a:r>
          </a:p>
          <a:p>
            <a:pPr>
              <a:defRPr sz="1200"/>
            </a:pPr>
            <a:r>
              <a:t>D:/pasar_fix/node_modules/.bun/@tanstack+react-router-ssr-query@1.131.2+20a1f06348600cc5/node_modules/@tanstack/react-router-ssr-query/dist/cjs/index.d.cts</a:t>
            </a:r>
          </a:p>
          <a:p>
            <a:pPr>
              <a:defRPr sz="1200"/>
            </a:pPr>
            <a:r>
              <a:t>D:/pasar_fix/node_modules/.bun/@tanstack+react-router-ssr-query@1.131.2+20a1f06348600cc5/node_modules/@tanstack/react-router-ssr-query/dist/esm/index.d.ts</a:t>
            </a:r>
          </a:p>
          <a:p>
            <a:pPr>
              <a:defRPr sz="1200"/>
            </a:pPr>
            <a:r>
              <a:t>D:/pasar_fix/node_modules/.bun/@tanstack+react-router-ssr-query@1.131.2+20a1f06348600cc5/node_modules/@tanstack/react-router-ssr-query/dist/esm/index.js</a:t>
            </a:r>
          </a:p>
          <a:p>
            <a:pPr>
              <a:defRPr sz="1200"/>
            </a:pPr>
            <a:r>
              <a:t>D:/pasar_fix/node_modules/.bun/@tanstack+react-router-ssr-query@1.131.2+20a1f06348600cc5/node_modules/@tanstack/react-router-ssr-query/dist/esm/index.js.map</a:t>
            </a:r>
          </a:p>
          <a:p>
            <a:pPr>
              <a:defRPr sz="1200"/>
            </a:pPr>
            <a:r>
              <a:t>D:/pasar_fix/node_modules/.bun/@tanstack+react-router-ssr-query@1.131.2+20a1f06348600cc5/node_modules/@tanstack/react-router-ssr-query/src/index.tsx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D:/pasar_fix/node_modules/.bun/@tanstack+react-router@1.131.2+d0e719b86e9808b5/node_modules/@tanstack/react-router/LICENSE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D:/pasar_fix/node_modules/.bun/@tanstack+react-router@1.131.2+d0e719b86e9808b5/node_modules/@tanstack/react-router/package.json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D:/pasar_fix/node_modules/.bun/@tanstack+react-router@1.131.2+d0e719b86e9808b5/node_modules/@tanstack/react-router/README.md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D:/pasar_fix/node_modules/.bun/@tanstack+react-router@1.131.2+d0e719b86e9808b5/node_modules/@tanstack/react-router/dist/cjs/Asset.cjs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D:/pasar_fix/node_modules/.bun/@tanstack+react-router@1.131.2+d0e719b86e9808b5/node_modules/@tanstack/react-router/dist/cjs/Asset.cjs.map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D:/pasar_fix/node_modules/.bun/@tanstack+react-router@1.131.2+d0e719b86e9808b5/node_modules/@tanstack/react-router/dist/cjs/Asset.d.cts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D:/pasar_fix/node_modules/.bun/@tanstack+react-router@1.131.2+d0e719b86e9808b5/node_modules/@tanstack/react-router/dist/cjs/awaited.cjs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D:/pasar_fix/node_modules/.bun/@tanstack+react-router@1.131.2+d0e719b86e9808b5/node_modules/@tanstack/react-router/dist/cjs/awaited.cjs.map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D:/pasar_fix/node_modules/.bun/@tanstack+react-router@1.131.2+d0e719b86e9808b5/node_modules/@tanstack/react-router/dist/cjs/awaited.d.cts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D:/pasar_fix/node_modules/.bun/@tanstack+react-router@1.131.2+d0e719b86e9808b5/node_modules/@tanstack/react-router/dist/cjs/CatchBoundary.cjs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D:/pasar_fix/node_modules/.bun/@tanstack+react-router@1.131.2+d0e719b86e9808b5/node_modules/@tanstack/react-router/dist/cjs/CatchBoundary.cjs.map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D:/pasar_fix/node_modules/.bun/@tanstack+react-router@1.131.2+d0e719b86e9808b5/node_modules/@tanstack/react-router/dist/cjs/CatchBoundary.d.cts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D:/pasar_fix/node_modules/.bun/@tanstack+react-router@1.131.2+d0e719b86e9808b5/node_modules/@tanstack/react-router/dist/cjs/ClientOnly.cjs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D:/pasar_fix/node_modules/.bun/@tanstack+react-router@1.131.2+d0e719b86e9808b5/node_modules/@tanstack/react-router/dist/cjs/ClientOnly.cjs.map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D:/pasar_fix/node_modules/.bun/@tanstack+react-router@1.131.2+d0e719b86e9808b5/node_modules/@tanstack/react-router/dist/cjs/ClientOnly.d.cts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D:/pasar_fix/node_modules/.bun/@tanstack+react-router@1.131.2+d0e719b86e9808b5/node_modules/@tanstack/react-router/dist/cjs/fileRoute.cjs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D:/pasar_fix/node_modules/.bun/@tanstack+react-router@1.131.2+d0e719b86e9808b5/node_modules/@tanstack/react-router/dist/cjs/fileRoute.cjs.map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D:/pasar_fix/node_modules/.bun/@tanstack+react-router@1.131.2+d0e719b86e9808b5/node_modules/@tanstack/react-router/dist/cjs/fileRoute.d.cts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D:/pasar_fix/node_modules/.bun/@tanstack+react-router@1.131.2+d0e719b86e9808b5/node_modules/@tanstack/react-router/dist/cjs/HeadContent.cjs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D:/pasar_fix/node_modules/.bun/@tanstack+react-router@1.131.2+d0e719b86e9808b5/node_modules/@tanstack/react-router/dist/cjs/HeadContent.cjs.map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D:/pasar_fix/node_modules/.bun/@tanstack+react-router@1.131.2+d0e719b86e9808b5/node_modules/@tanstack/react-router/dist/cjs/HeadContent.d.cts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D:/pasar_fix/node_modules/.bun/@tanstack+react-router@1.131.2+d0e719b86e9808b5/node_modules/@tanstack/react-router/dist/cjs/history.d.cts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D:/pasar_fix/node_modules/.bun/@tanstack+react-router@1.131.2+d0e719b86e9808b5/node_modules/@tanstack/react-router/dist/cjs/index.cjs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D:/pasar_fix/node_modules/.bun/@tanstack+react-router@1.131.2+d0e719b86e9808b5/node_modules/@tanstack/react-router/dist/cjs/index.cjs.map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D:/pasar_fix/node_modules/.bun/@tanstack+react-router@1.131.2+d0e719b86e9808b5/node_modules/@tanstack/react-router/dist/cjs/index.d.cts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D:/pasar_fix/node_modules/.bun/@tanstack+react-router@1.131.2+d0e719b86e9808b5/node_modules/@tanstack/react-router/dist/cjs/lazyRouteComponent.cjs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D:/pasar_fix/node_modules/.bun/@tanstack+react-router@1.131.2+d0e719b86e9808b5/node_modules/@tanstack/react-router/dist/cjs/lazyRouteComponent.cjs.map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D:/pasar_fix/node_modules/.bun/@tanstack+react-router@1.131.2+d0e719b86e9808b5/node_modules/@tanstack/react-router/dist/cjs/lazyRouteComponent.d.cts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D:/pasar_fix/node_modules/.bun/@tanstack+react-router@1.131.2+d0e719b86e9808b5/node_modules/@tanstack/react-router/dist/cjs/link.cjs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D:/pasar_fix/node_modules/.bun/@tanstack+react-router@1.131.2+d0e719b86e9808b5/node_modules/@tanstack/react-router/dist/cjs/link.cjs.map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D:/pasar_fix/node_modules/.bun/@tanstack+react-router@1.131.2+d0e719b86e9808b5/node_modules/@tanstack/react-router/dist/cjs/link.d.cts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D:/pasar_fix/node_modules/.bun/@tanstack+react-router@1.131.2+d0e719b86e9808b5/node_modules/@tanstack/react-router/dist/cjs/Match.cjs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D:/pasar_fix/node_modules/.bun/@tanstack+react-router@1.131.2+d0e719b86e9808b5/node_modules/@tanstack/react-router/dist/cjs/Match.cjs.map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D:/pasar_fix/node_modules/.bun/@tanstack+react-router@1.131.2+d0e719b86e9808b5/node_modules/@tanstack/react-router/dist/cjs/Match.d.cts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D:/pasar_fix/node_modules/.bun/@tanstack+react-router@1.131.2+d0e719b86e9808b5/node_modules/@tanstack/react-router/dist/cjs/matchContext.cjs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D:/pasar_fix/node_modules/.bun/@tanstack+react-router@1.131.2+d0e719b86e9808b5/node_modules/@tanstack/react-router/dist/cjs/matchContext.cjs.map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D:/pasar_fix/node_modules/.bun/@tanstack+react-router@1.131.2+d0e719b86e9808b5/node_modules/@tanstack/react-router/dist/cjs/matchContext.d.cts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D:/pasar_fix/node_modules/.bun/@tanstack+react-router@1.131.2+d0e719b86e9808b5/node_modules/@tanstack/react-router/dist/cjs/Matches.cjs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D:/pasar_fix/node_modules/.bun/@tanstack+react-router@1.131.2+d0e719b86e9808b5/node_modules/@tanstack/react-router/dist/cjs/Matches.cjs.map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D:/pasar_fix/node_modules/.bun/@tanstack+react-router@1.131.2+d0e719b86e9808b5/node_modules/@tanstack/react-router/dist/cjs/Matches.d.cts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D:/pasar_fix/node_modules/.bun/@tanstack+react-router@1.131.2+d0e719b86e9808b5/node_modules/@tanstack/react-router/dist/cjs/not-found.cjs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D:/pasar_fix/node_modules/.bun/@tanstack+react-router@1.131.2+d0e719b86e9808b5/node_modules/@tanstack/react-router/dist/cjs/not-found.cjs.map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D:/pasar_fix/node_modules/.bun/@tanstack+react-router@1.131.2+d0e719b86e9808b5/node_modules/@tanstack/react-router/dist/cjs/not-found.d.cts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D:/pasar_fix/node_modules/.bun/@tanstack+react-router@1.131.2+d0e719b86e9808b5/node_modules/@tanstack/react-router/dist/cjs/renderRouteNotFound.cjs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D:/pasar_fix/node_modules/.bun/@tanstack+react-router@1.131.2+d0e719b86e9808b5/node_modules/@tanstack/react-router/dist/cjs/renderRouteNotFound.cjs.map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D:/pasar_fix/node_modules/.bun/@tanstack+react-router@1.131.2+d0e719b86e9808b5/node_modules/@tanstack/react-router/dist/cjs/renderRouteNotFound.d.cts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D:/pasar_fix/node_modules/.bun/@tanstack+react-router@1.131.2+d0e719b86e9808b5/node_modules/@tanstack/react-router/dist/cjs/route.cjs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D:/pasar_fix/node_modules/.bun/@tanstack+react-router@1.131.2+d0e719b86e9808b5/node_modules/@tanstack/react-router/dist/cjs/route.cjs.map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D:/pasar_fix/node_modules/.bun/@tanstack+react-router@1.131.2+d0e719b86e9808b5/node_modules/@tanstack/react-router/dist/cjs/route.d.cts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D:/pasar_fix/node_modules/.bun/@tanstack+react-router@1.131.2+d0e719b86e9808b5/node_modules/@tanstack/react-router/dist/cjs/router.cjs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D:/pasar_fix/node_modules/.bun/@tanstack+react-router@1.131.2+d0e719b86e9808b5/node_modules/@tanstack/react-router/dist/cjs/router.cjs.map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D:/pasar_fix/node_modules/.bun/@tanstack+react-router@1.131.2+d0e719b86e9808b5/node_modules/@tanstack/react-router/dist/cjs/router.d.cts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D:/pasar_fix/node_modules/.bun/@tanstack+react-router@1.131.2+d0e719b86e9808b5/node_modules/@tanstack/react-router/dist/cjs/routerContext.cjs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D:/pasar_fix/node_modules/.bun/@tanstack+react-router@1.131.2+d0e719b86e9808b5/node_modules/@tanstack/react-router/dist/cjs/routerContext.cjs.map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D:/pasar_fix/node_modules/.bun/@tanstack+react-router@1.131.2+d0e719b86e9808b5/node_modules/@tanstack/react-router/dist/cjs/routerContext.d.cts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D:/pasar_fix/node_modules/.bun/@tanstack+react-router@1.131.2+d0e719b86e9808b5/node_modules/@tanstack/react-router/dist/cjs/RouterProvider.cjs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D:/pasar_fix/node_modules/.bun/@tanstack+react-router@1.131.2+d0e719b86e9808b5/node_modules/@tanstack/react-router/dist/cjs/RouterProvider.cjs.map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D:/pasar_fix/node_modules/.bun/@tanstack+react-router@1.131.2+d0e719b86e9808b5/node_modules/@tanstack/react-router/dist/cjs/RouterProvider.d.cts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D:/pasar_fix/node_modules/.bun/@tanstack+react-router@1.131.2+d0e719b86e9808b5/node_modules/@tanstack/react-router/dist/cjs/SafeFragment.cjs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D:/pasar_fix/node_modules/.bun/@tanstack+react-router@1.131.2+d0e719b86e9808b5/node_modules/@tanstack/react-router/dist/cjs/SafeFragment.cjs.map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D:/pasar_fix/node_modules/.bun/@tanstack+react-router@1.131.2+d0e719b86e9808b5/node_modules/@tanstack/react-router/dist/cjs/SafeFragment.d.cts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D:/pasar_fix/node_modules/.bun/@tanstack+react-router@1.131.2+d0e719b86e9808b5/node_modules/@tanstack/react-router/dist/cjs/ScriptOnce.cjs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D:/pasar_fix/node_modules/.bun/@tanstack+react-router@1.131.2+d0e719b86e9808b5/node_modules/@tanstack/react-router/dist/cjs/ScriptOnce.cjs.map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D:/pasar_fix/node_modules/.bun/@tanstack+react-router@1.131.2+d0e719b86e9808b5/node_modules/@tanstack/react-router/dist/cjs/ScriptOnce.d.cts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D:/pasar_fix/node_modules/.bun/@tanstack+react-router@1.131.2+d0e719b86e9808b5/node_modules/@tanstack/react-router/dist/cjs/Scripts.cjs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D:/pasar_fix/node_modules/.bun/@tanstack+react-router@1.131.2+d0e719b86e9808b5/node_modules/@tanstack/react-router/dist/cjs/Scripts.cjs.map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D:/pasar_fix/node_modules/.bun/@tanstack+react-router@1.131.2+d0e719b86e9808b5/node_modules/@tanstack/react-router/dist/cjs/Scripts.d.cts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D:/pasar_fix/node_modules/.bun/@tanstack+react-router@1.131.2+d0e719b86e9808b5/node_modules/@tanstack/react-router/dist/cjs/scroll-restoration.cjs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D:/pasar_fix/node_modules/.bun/@tanstack+react-router@1.131.2+d0e719b86e9808b5/node_modules/@tanstack/react-router/dist/cjs/scroll-restoration.cjs.map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D:/pasar_fix/node_modules/.bun/@tanstack+react-router@1.131.2+d0e719b86e9808b5/node_modules/@tanstack/react-router/dist/cjs/scroll-restoration.d.cts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D:/pasar_fix/node_modules/.bun/@tanstack+react-router@1.131.2+d0e719b86e9808b5/node_modules/@tanstack/react-router/dist/cjs/ScrollRestoration.cjs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D:/pasar_fix/node_modules/.bun/@tanstack+react-router@1.131.2+d0e719b86e9808b5/node_modules/@tanstack/react-router/dist/cjs/ScrollRestoration.cjs.map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D:/pasar_fix/node_modules/.bun/@tanstack+react-router@1.131.2+d0e719b86e9808b5/node_modules/@tanstack/react-router/dist/cjs/ScrollRestoration.d.cts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D:/pasar_fix/node_modules/.bun/@tanstack+react-router@1.131.2+d0e719b86e9808b5/node_modules/@tanstack/react-router/dist/cjs/structuralSharing.d.cts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D:/pasar_fix/node_modules/.bun/@tanstack+react-router@1.131.2+d0e719b86e9808b5/node_modules/@tanstack/react-router/dist/cjs/Transitioner.cjs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D:/pasar_fix/node_modules/.bun/@tanstack+react-router@1.131.2+d0e719b86e9808b5/node_modules/@tanstack/react-router/dist/cjs/Transitioner.cjs.map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D:/pasar_fix/node_modules/.bun/@tanstack+react-router@1.131.2+d0e719b86e9808b5/node_modules/@tanstack/react-router/dist/cjs/Transitioner.d.cts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D:/pasar_fix/node_modules/.bun/@tanstack+react-router@1.131.2+d0e719b86e9808b5/node_modules/@tanstack/react-router/dist/cjs/typePrimitives.d.cts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D:/pasar_fix/node_modules/.bun/@tanstack+react-router@1.131.2+d0e719b86e9808b5/node_modules/@tanstack/react-router/dist/cjs/useBlocker.cjs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D:/pasar_fix/node_modules/.bun/@tanstack+react-router@1.131.2+d0e719b86e9808b5/node_modules/@tanstack/react-router/dist/cjs/useBlocker.cjs.map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D:/pasar_fix/node_modules/.bun/@tanstack+react-router@1.131.2+d0e719b86e9808b5/node_modules/@tanstack/react-router/dist/cjs/useBlocker.d.cts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D:/pasar_fix/node_modules/.bun/@tanstack+react-router@1.131.2+d0e719b86e9808b5/node_modules/@tanstack/react-router/dist/cjs/useCanGoBack.cjs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D:/pasar_fix/node_modules/.bun/@tanstack+react-router@1.131.2+d0e719b86e9808b5/node_modules/@tanstack/react-router/dist/cjs/useCanGoBack.cjs.map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D:/pasar_fix/node_modules/.bun/@tanstack+react-router@1.131.2+d0e719b86e9808b5/node_modules/@tanstack/react-router/dist/cjs/useCanGoBack.d.cts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D:/pasar_fix/node_modules/.bun/@tanstack+react-router@1.131.2+d0e719b86e9808b5/node_modules/@tanstack/react-router/dist/cjs/useLoaderData.cjs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D:/pasar_fix/node_modules/.bun/@tanstack+react-router@1.131.2+d0e719b86e9808b5/node_modules/@tanstack/react-router/dist/cjs/useLoaderData.cjs.map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D:/pasar_fix/node_modules/.bun/@tanstack+react-router@1.131.2+d0e719b86e9808b5/node_modules/@tanstack/react-router/dist/cjs/useLoaderData.d.cts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D:/pasar_fix/node_modules/.bun/@tanstack+react-router@1.131.2+d0e719b86e9808b5/node_modules/@tanstack/react-router/dist/cjs/useLoaderDeps.cjs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D:/pasar_fix/node_modules/.bun/@tanstack+react-router@1.131.2+d0e719b86e9808b5/node_modules/@tanstack/react-router/dist/cjs/useLoaderDeps.cjs.map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D:/pasar_fix/node_modules/.bun/@tanstack+react-router@1.131.2+d0e719b86e9808b5/node_modules/@tanstack/react-router/dist/cjs/useLoaderDeps.d.cts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D:/pasar_fix/node_modules/.bun/@tanstack+react-router@1.131.2+d0e719b86e9808b5/node_modules/@tanstack/react-router/dist/cjs/useLocation.cjs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D:/pasar_fix/node_modules/.bun/@tanstack+react-router@1.131.2+d0e719b86e9808b5/node_modules/@tanstack/react-router/dist/cjs/useLocation.cjs.map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D:/pasar_fix/node_modules/.bun/@tanstack+react-router@1.131.2+d0e719b86e9808b5/node_modules/@tanstack/react-router/dist/cjs/useLocation.d.cts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D:/pasar_fix/node_modules/.bun/@tanstack+react-router@1.131.2+d0e719b86e9808b5/node_modules/@tanstack/react-router/dist/cjs/useMatch.cjs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D:/pasar_fix/node_modules/.bun/@tanstack+react-router@1.131.2+d0e719b86e9808b5/node_modules/@tanstack/react-router/dist/cjs/useMatch.cjs.map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D:/pasar_fix/node_modules/.bun/@tanstack+react-router@1.131.2+d0e719b86e9808b5/node_modules/@tanstack/react-router/dist/cjs/useMatch.d.cts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D:/pasar_fix/node_modules/.bun/@tanstack+react-router@1.131.2+d0e719b86e9808b5/node_modules/@tanstack/react-router/dist/cjs/useNavigate.cjs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D:/pasar_fix/node_modules/.bun/@tanstack+react-router@1.131.2+d0e719b86e9808b5/node_modules/@tanstack/react-router/dist/cjs/useNavigate.cjs.map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D:/pasar_fix/node_modules/.bun/@tanstack+react-router@1.131.2+d0e719b86e9808b5/node_modules/@tanstack/react-router/dist/cjs/useNavigate.d.cts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D:/pasar_fix/node_modules/.bun/@tanstack+react-router@1.131.2+d0e719b86e9808b5/node_modules/@tanstack/react-router/dist/cjs/useParams.cjs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D:/pasar_fix/node_modules/.bun/@tanstack+react-router@1.131.2+d0e719b86e9808b5/node_modules/@tanstack/react-router/dist/cjs/useParams.cjs.map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D:/pasar_fix/node_modules/.bun/@tanstack+react-router@1.131.2+d0e719b86e9808b5/node_modules/@tanstack/react-router/dist/cjs/useParams.d.cts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D:/pasar_fix/node_modules/.bun/@tanstack+react-router@1.131.2+d0e719b86e9808b5/node_modules/@tanstack/react-router/dist/cjs/useRouteContext.cjs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D:/pasar_fix/node_modules/.bun/@tanstack+react-router@1.131.2+d0e719b86e9808b5/node_modules/@tanstack/react-router/dist/cjs/useRouteContext.cjs.map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D:/pasar_fix/node_modules/.bun/@tanstack+react-router@1.131.2+d0e719b86e9808b5/node_modules/@tanstack/react-router/dist/cjs/useRouteContext.d.cts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D:/pasar_fix/node_modules/.bun/@tanstack+react-router@1.131.2+d0e719b86e9808b5/node_modules/@tanstack/react-router/dist/cjs/useRouter.cjs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D:/pasar_fix/node_modules/.bun/@tanstack+react-router@1.131.2+d0e719b86e9808b5/node_modules/@tanstack/react-router/dist/cjs/useRouter.cjs.map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D:/pasar_fix/node_modules/.bun/@tanstack+react-router@1.131.2+d0e719b86e9808b5/node_modules/@tanstack/react-router/dist/cjs/useRouter.d.cts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D:/pasar_fix/node_modules/.bun/@tanstack+react-router@1.131.2+d0e719b86e9808b5/node_modules/@tanstack/react-router/dist/cjs/useRouterState.cjs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D:/pasar_fix/node_modules/.bun/@tanstack+react-router@1.131.2+d0e719b86e9808b5/node_modules/@tanstack/react-router/dist/cjs/useRouterState.cjs.map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D:/pasar_fix/node_modules/.bun/@tanstack+react-router@1.131.2+d0e719b86e9808b5/node_modules/@tanstack/react-router/dist/cjs/useRouterState.d.cts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D:/pasar_fix/node_modules/.bun/@tanstack+react-router@1.131.2+d0e719b86e9808b5/node_modules/@tanstack/react-router/dist/cjs/useSearch.cjs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D:/pasar_fix/node_modules/.bun/@tanstack+react-router@1.131.2+d0e719b86e9808b5/node_modules/@tanstack/react-router/dist/cjs/useSearch.cjs.map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D:/pasar_fix/node_modules/.bun/@tanstack+react-router@1.131.2+d0e719b86e9808b5/node_modules/@tanstack/react-router/dist/cjs/useSearch.d.cts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D:/pasar_fix/node_modules/.bun/@tanstack+react-router@1.131.2+d0e719b86e9808b5/node_modules/@tanstack/react-router/dist/cjs/utils.cjs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D:/pasar_fix/node_modules/.bun/@tanstack+react-router@1.131.2+d0e719b86e9808b5/node_modules/@tanstack/react-router/dist/cjs/utils.cjs.map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D:/pasar_fix/node_modules/.bun/@tanstack+react-router@1.131.2+d0e719b86e9808b5/node_modules/@tanstack/react-router/dist/cjs/utils.d.cts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D:/pasar_fix/node_modules/.bun/@tanstack+react-router@1.131.2+d0e719b86e9808b5/node_modules/@tanstack/react-router/dist/cjs/ssr/client.cjs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D:/pasar_fix/node_modules/.bun/@tanstack+react-router@1.131.2+d0e719b86e9808b5/node_modules/@tanstack/react-router/dist/cjs/ssr/client.cjs.map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D:/pasar_fix/node_modules/.bun/@tanstack+react-router@1.131.2+d0e719b86e9808b5/node_modules/@tanstack/react-router/dist/cjs/ssr/client.d.cts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D:/pasar_fix/node_modules/.bun/@tanstack+react-router@1.131.2+d0e719b86e9808b5/node_modules/@tanstack/react-router/dist/cjs/ssr/defaultRenderHandler.cjs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D:/pasar_fix/node_modules/.bun/@tanstack+react-router@1.131.2+d0e719b86e9808b5/node_modules/@tanstack/react-router/dist/cjs/ssr/defaultRenderHandler.cjs.map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D:/pasar_fix/node_modules/.bun/@tanstack+react-router@1.131.2+d0e719b86e9808b5/node_modules/@tanstack/react-router/dist/cjs/ssr/defaultRenderHandler.d.cts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D:/pasar_fix/node_modules/.bun/@tanstack+react-router@1.131.2+d0e719b86e9808b5/node_modules/@tanstack/react-router/dist/cjs/ssr/defaultStreamHandler.cjs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D:/pasar_fix/node_modules/.bun/@tanstack+react-router@1.131.2+d0e719b86e9808b5/node_modules/@tanstack/react-router/dist/cjs/ssr/defaultStreamHandler.cjs.map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D:/pasar_fix/node_modules/.bun/@tanstack+react-router@1.131.2+d0e719b86e9808b5/node_modules/@tanstack/react-router/dist/cjs/ssr/defaultStreamHandler.d.cts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D:/pasar_fix/node_modules/.bun/@tanstack+react-router@1.131.2+d0e719b86e9808b5/node_modules/@tanstack/react-router/dist/cjs/ssr/renderRouterToStream.cjs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D:/pasar_fix/node_modules/.bun/@tanstack+react-router@1.131.2+d0e719b86e9808b5/node_modules/@tanstack/react-router/dist/cjs/ssr/renderRouterToStream.cjs.map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D:/pasar_fix/node_modules/.bun/@tanstack+react-router@1.131.2+d0e719b86e9808b5/node_modules/@tanstack/react-router/dist/cjs/ssr/renderRouterToStream.d.cts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D:/pasar_fix/node_modules/.bun/@tanstack+react-router@1.131.2+d0e719b86e9808b5/node_modules/@tanstack/react-router/dist/cjs/ssr/renderRouterToString.cjs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D:/pasar_fix/node_modules/.bun/@tanstack+react-router@1.131.2+d0e719b86e9808b5/node_modules/@tanstack/react-router/dist/cjs/ssr/renderRouterToString.cjs.map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D:/pasar_fix/node_modules/.bun/@tanstack+react-router@1.131.2+d0e719b86e9808b5/node_modules/@tanstack/react-router/dist/cjs/ssr/renderRouterToString.d.cts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D:/pasar_fix/node_modules/.bun/@tanstack+react-router@1.131.2+d0e719b86e9808b5/node_modules/@tanstack/react-router/dist/cjs/ssr/RouterClient.cjs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D:/pasar_fix/node_modules/.bun/@tanstack+react-router@1.131.2+d0e719b86e9808b5/node_modules/@tanstack/react-router/dist/cjs/ssr/RouterClient.cjs.map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D:/pasar_fix/node_modules/.bun/@tanstack+react-router@1.131.2+d0e719b86e9808b5/node_modules/@tanstack/react-router/dist/cjs/ssr/RouterClient.d.cts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D:/pasar_fix/node_modules/.bun/@tanstack+react-router@1.131.2+d0e719b86e9808b5/node_modules/@tanstack/react-router/dist/cjs/ssr/RouterServer.cjs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D:/pasar_fix/node_modules/.bun/@tanstack+react-router@1.131.2+d0e719b86e9808b5/node_modules/@tanstack/react-router/dist/cjs/ssr/RouterServer.cjs.map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D:/pasar_fix/node_modules/.bun/@tanstack+react-router@1.131.2+d0e719b86e9808b5/node_modules/@tanstack/react-router/dist/cjs/ssr/RouterServer.d.cts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D:/pasar_fix/node_modules/.bun/@tanstack+react-router@1.131.2+d0e719b86e9808b5/node_modules/@tanstack/react-router/dist/cjs/ssr/server.cjs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D:/pasar_fix/node_modules/.bun/@tanstack+react-router@1.131.2+d0e719b86e9808b5/node_modules/@tanstack/react-router/dist/cjs/ssr/server.cjs.map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D:/pasar_fix/node_modules/.bun/@tanstack+react-router@1.131.2+d0e719b86e9808b5/node_modules/@tanstack/react-router/dist/cjs/ssr/server.d.cts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D:/pasar_fix/node_modules/.bun/@tanstack+react-router@1.131.2+d0e719b86e9808b5/node_modules/@tanstack/react-router/dist/esm/Asset.d.ts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D:/pasar_fix/node_modules/.bun/@tanstack+react-router@1.131.2+d0e719b86e9808b5/node_modules/@tanstack/react-router/dist/esm/Asset.js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D:/pasar_fix/node_modules/.bun/@tanstack+react-router@1.131.2+d0e719b86e9808b5/node_modules/@tanstack/react-router/dist/esm/Asset.js.map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D:/pasar_fix/node_modules/.bun/@tanstack+react-router@1.131.2+d0e719b86e9808b5/node_modules/@tanstack/react-router/dist/esm/awaited.d.ts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D:/pasar_fix/node_modules/.bun/@tanstack+react-router@1.131.2+d0e719b86e9808b5/node_modules/@tanstack/react-router/dist/esm/awaited.js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D:/pasar_fix/node_modules/.bun/@tanstack+react-router@1.131.2+d0e719b86e9808b5/node_modules/@tanstack/react-router/dist/esm/awaited.js.map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D:/pasar_fix/node_modules/.bun/@tanstack+react-router@1.131.2+d0e719b86e9808b5/node_modules/@tanstack/react-router/dist/esm/CatchBoundary.d.ts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D:/pasar_fix/node_modules/.bun/@tanstack+react-router@1.131.2+d0e719b86e9808b5/node_modules/@tanstack/react-router/dist/esm/CatchBoundary.js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D:/pasar_fix/node_modules/.bun/@tanstack+react-router@1.131.2+d0e719b86e9808b5/node_modules/@tanstack/react-router/dist/esm/CatchBoundary.js.map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D:/pasar_fix/node_modules/.bun/@tanstack+react-router@1.131.2+d0e719b86e9808b5/node_modules/@tanstack/react-router/dist/esm/ClientOnly.d.ts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D:/pasar_fix/node_modules/.bun/@tanstack+react-router@1.131.2+d0e719b86e9808b5/node_modules/@tanstack/react-router/dist/esm/ClientOnly.js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D:/pasar_fix/node_modules/.bun/@tanstack+react-router@1.131.2+d0e719b86e9808b5/node_modules/@tanstack/react-router/dist/esm/ClientOnly.js.map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D:/pasar_fix/node_modules/.bun/@tanstack+react-router@1.131.2+d0e719b86e9808b5/node_modules/@tanstack/react-router/dist/esm/fileRoute.d.ts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D:/pasar_fix/node_modules/.bun/@tanstack+react-router@1.131.2+d0e719b86e9808b5/node_modules/@tanstack/react-router/dist/esm/fileRoute.js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D:/pasar_fix/node_modules/.bun/@tanstack+react-router@1.131.2+d0e719b86e9808b5/node_modules/@tanstack/react-router/dist/esm/fileRoute.js.map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D:/pasar_fix/node_modules/.bun/@tanstack+react-router@1.131.2+d0e719b86e9808b5/node_modules/@tanstack/react-router/dist/esm/HeadContent.d.ts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D:/pasar_fix/node_modules/.bun/@tanstack+react-router@1.131.2+d0e719b86e9808b5/node_modules/@tanstack/react-router/dist/esm/HeadContent.js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D:/pasar_fix/node_modules/.bun/@tanstack+react-router@1.131.2+d0e719b86e9808b5/node_modules/@tanstack/react-router/dist/esm/HeadContent.js.map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D:/pasar_fix/node_modules/.bun/@tanstack+react-router@1.131.2+d0e719b86e9808b5/node_modules/@tanstack/react-router/dist/esm/history.d.ts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D:/pasar_fix/node_modules/.bun/@tanstack+react-router@1.131.2+d0e719b86e9808b5/node_modules/@tanstack/react-router/dist/esm/index.d.ts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D:/pasar_fix/node_modules/.bun/@tanstack+react-router@1.131.2+d0e719b86e9808b5/node_modules/@tanstack/react-router/dist/esm/index.js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D:/pasar_fix/node_modules/.bun/@tanstack+react-router@1.131.2+d0e719b86e9808b5/node_modules/@tanstack/react-router/dist/esm/index.js.map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D:/pasar_fix/node_modules/.bun/@tanstack+react-router@1.131.2+d0e719b86e9808b5/node_modules/@tanstack/react-router/dist/esm/lazyRouteComponent.d.ts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D:/pasar_fix/node_modules/.bun/@tanstack+react-router@1.131.2+d0e719b86e9808b5/node_modules/@tanstack/react-router/dist/esm/lazyRouteComponent.js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D:/pasar_fix/node_modules/.bun/@tanstack+react-router@1.131.2+d0e719b86e9808b5/node_modules/@tanstack/react-router/dist/esm/lazyRouteComponent.js.map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D:/pasar_fix/node_modules/.bun/@tanstack+react-router@1.131.2+d0e719b86e9808b5/node_modules/@tanstack/react-router/dist/esm/link.d.ts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D:/pasar_fix/node_modules/.bun/@tanstack+react-router@1.131.2+d0e719b86e9808b5/node_modules/@tanstack/react-router/dist/esm/link.js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D:/pasar_fix/node_modules/.bun/@tanstack+react-router@1.131.2+d0e719b86e9808b5/node_modules/@tanstack/react-router/dist/esm/link.js.map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D:/pasar_fix/node_modules/.bun/@tanstack+react-router@1.131.2+d0e719b86e9808b5/node_modules/@tanstack/react-router/dist/esm/Match.d.ts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D:/pasar_fix/node_modules/.bun/@tanstack+react-router@1.131.2+d0e719b86e9808b5/node_modules/@tanstack/react-router/dist/esm/Match.js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D:/pasar_fix/node_modules/.bun/@tanstack+react-router@1.131.2+d0e719b86e9808b5/node_modules/@tanstack/react-router/dist/esm/Match.js.map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D:/pasar_fix/node_modules/.bun/@tanstack+react-router@1.131.2+d0e719b86e9808b5/node_modules/@tanstack/react-router/dist/esm/matchContext.d.ts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D:/pasar_fix/node_modules/.bun/@tanstack+react-router@1.131.2+d0e719b86e9808b5/node_modules/@tanstack/react-router/dist/esm/matchContext.js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D:/pasar_fix/node_modules/.bun/@tanstack+react-router@1.131.2+d0e719b86e9808b5/node_modules/@tanstack/react-router/dist/esm/matchContext.js.map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D:/pasar_fix/node_modules/.bun/@tanstack+react-router@1.131.2+d0e719b86e9808b5/node_modules/@tanstack/react-router/dist/esm/Matches.d.ts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D:/pasar_fix/node_modules/.bun/@tanstack+react-router@1.131.2+d0e719b86e9808b5/node_modules/@tanstack/react-router/dist/esm/Matches.js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D:/pasar_fix/node_modules/.bun/@tanstack+react-router@1.131.2+d0e719b86e9808b5/node_modules/@tanstack/react-router/dist/esm/Matches.js.map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D:/pasar_fix/node_modules/.bun/@tanstack+react-router@1.131.2+d0e719b86e9808b5/node_modules/@tanstack/react-router/dist/esm/not-found.d.ts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D:/pasar_fix/node_modules/.bun/@tanstack+react-router@1.131.2+d0e719b86e9808b5/node_modules/@tanstack/react-router/dist/esm/not-found.js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D:/pasar_fix/node_modules/.bun/@tanstack+react-router@1.131.2+d0e719b86e9808b5/node_modules/@tanstack/react-router/dist/esm/not-found.js.map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D:/pasar_fix/node_modules/.bun/@tanstack+react-router@1.131.2+d0e719b86e9808b5/node_modules/@tanstack/react-router/dist/esm/renderRouteNotFound.d.ts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D:/pasar_fix/node_modules/.bun/@tanstack+react-router@1.131.2+d0e719b86e9808b5/node_modules/@tanstack/react-router/dist/esm/renderRouteNotFound.js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D:/pasar_fix/node_modules/.bun/@tanstack+react-router@1.131.2+d0e719b86e9808b5/node_modules/@tanstack/react-router/dist/esm/renderRouteNotFound.js.map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D:/pasar_fix/node_modules/.bun/@tanstack+react-router@1.131.2+d0e719b86e9808b5/node_modules/@tanstack/react-router/dist/esm/route.d.ts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D:/pasar_fix/node_modules/.bun/@tanstack+react-router@1.131.2+d0e719b86e9808b5/node_modules/@tanstack/react-router/dist/esm/route.js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D:/pasar_fix/node_modules/.bun/@tanstack+react-router@1.131.2+d0e719b86e9808b5/node_modules/@tanstack/react-router/dist/esm/route.js.map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D:/pasar_fix/node_modules/.bun/@tanstack+react-router@1.131.2+d0e719b86e9808b5/node_modules/@tanstack/react-router/dist/esm/router.d.ts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D:/pasar_fix/node_modules/.bun/@tanstack+react-router@1.131.2+d0e719b86e9808b5/node_modules/@tanstack/react-router/dist/esm/router.js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D:/pasar_fix/node_modules/.bun/@tanstack+react-router@1.131.2+d0e719b86e9808b5/node_modules/@tanstack/react-router/dist/esm/router.js.map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D:/pasar_fix/node_modules/.bun/@tanstack+react-router@1.131.2+d0e719b86e9808b5/node_modules/@tanstack/react-router/dist/esm/routerContext.d.ts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D:/pasar_fix/node_modules/.bun/@tanstack+react-router@1.131.2+d0e719b86e9808b5/node_modules/@tanstack/react-router/dist/esm/routerContext.js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D:/pasar_fix/node_modules/.bun/@tanstack+react-router@1.131.2+d0e719b86e9808b5/node_modules/@tanstack/react-router/dist/esm/routerContext.js.map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D:/pasar_fix/node_modules/.bun/@tanstack+react-router@1.131.2+d0e719b86e9808b5/node_modules/@tanstack/react-router/dist/esm/RouterProvider.d.ts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D:/pasar_fix/node_modules/.bun/@tanstack+react-router@1.131.2+d0e719b86e9808b5/node_modules/@tanstack/react-router/dist/esm/RouterProvider.js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D:/pasar_fix/node_modules/.bun/@tanstack+react-router@1.131.2+d0e719b86e9808b5/node_modules/@tanstack/react-router/dist/esm/RouterProvider.js.map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D:/pasar_fix/node_modules/.bun/@tanstack+react-router@1.131.2+d0e719b86e9808b5/node_modules/@tanstack/react-router/dist/esm/SafeFragment.d.ts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D:/pasar_fix/node_modules/.bun/@tanstack+react-router@1.131.2+d0e719b86e9808b5/node_modules/@tanstack/react-router/dist/esm/SafeFragment.js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D:/pasar_fix/node_modules/.bun/@tanstack+react-router@1.131.2+d0e719b86e9808b5/node_modules/@tanstack/react-router/dist/esm/SafeFragment.js.map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D:/pasar_fix/node_modules/.bun/@tanstack+react-router@1.131.2+d0e719b86e9808b5/node_modules/@tanstack/react-router/dist/esm/ScriptOnce.d.ts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D:/pasar_fix/node_modules/.bun/@tanstack+react-router@1.131.2+d0e719b86e9808b5/node_modules/@tanstack/react-router/dist/esm/ScriptOnce.js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D:/pasar_fix/node_modules/.bun/@tanstack+react-router@1.131.2+d0e719b86e9808b5/node_modules/@tanstack/react-router/dist/esm/ScriptOnce.js.map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D:/pasar_fix/node_modules/.bun/@tanstack+react-router@1.131.2+d0e719b86e9808b5/node_modules/@tanstack/react-router/dist/esm/Scripts.d.ts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D:/pasar_fix/node_modules/.bun/@tanstack+react-router@1.131.2+d0e719b86e9808b5/node_modules/@tanstack/react-router/dist/esm/Scripts.js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D:/pasar_fix/node_modules/.bun/@tanstack+react-router@1.131.2+d0e719b86e9808b5/node_modules/@tanstack/react-router/dist/esm/Scripts.js.map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D:/pasar_fix/node_modules/.bun/@tanstack+react-router@1.131.2+d0e719b86e9808b5/node_modules/@tanstack/react-router/dist/esm/scroll-restoration.d.ts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D:/pasar_fix/node_modules/.bun/@tanstack+react-router@1.131.2+d0e719b86e9808b5/node_modules/@tanstack/react-router/dist/esm/scroll-restoration.js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D:/pasar_fix/node_modules/.bun/@tanstack+react-router@1.131.2+d0e719b86e9808b5/node_modules/@tanstack/react-router/dist/esm/scroll-restoration.js.map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D:/pasar_fix/node_modules/.bun/@tanstack+react-router@1.131.2+d0e719b86e9808b5/node_modules/@tanstack/react-router/dist/esm/ScrollRestoration.d.ts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D:/pasar_fix/node_modules/.bun/@tanstack+react-router@1.131.2+d0e719b86e9808b5/node_modules/@tanstack/react-router/dist/esm/ScrollRestoration.js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D:/pasar_fix/node_modules/.bun/@tanstack+react-router@1.131.2+d0e719b86e9808b5/node_modules/@tanstack/react-router/dist/esm/ScrollRestoration.js.map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D:/pasar_fix/node_modules/.bun/@tanstack+react-router@1.131.2+d0e719b86e9808b5/node_modules/@tanstack/react-router/dist/esm/structuralSharing.d.ts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D:/pasar_fix/node_modules/.bun/@tanstack+react-router@1.131.2+d0e719b86e9808b5/node_modules/@tanstack/react-router/dist/esm/Transitioner.d.ts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D:/pasar_fix/node_modules/.bun/@tanstack+react-router@1.131.2+d0e719b86e9808b5/node_modules/@tanstack/react-router/dist/esm/Transitioner.js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D:/pasar_fix/node_modules/.bun/@tanstack+react-router@1.131.2+d0e719b86e9808b5/node_modules/@tanstack/react-router/dist/esm/Transitioner.js.map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D:/pasar_fix/node_modules/.bun/@tanstack+react-router@1.131.2+d0e719b86e9808b5/node_modules/@tanstack/react-router/dist/esm/typePrimitives.d.ts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D:/pasar_fix/node_modules/.bun/@tanstack+react-router@1.131.2+d0e719b86e9808b5/node_modules/@tanstack/react-router/dist/esm/useBlocker.d.ts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D:/pasar_fix/node_modules/.bun/@tanstack+react-router@1.131.2+d0e719b86e9808b5/node_modules/@tanstack/react-router/dist/esm/useBlocker.js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D:/pasar_fix/node_modules/.bun/@tanstack+react-router@1.131.2+d0e719b86e9808b5/node_modules/@tanstack/react-router/dist/esm/useBlocker.js.map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D:/pasar_fix/node_modules/.bun/@tanstack+react-router@1.131.2+d0e719b86e9808b5/node_modules/@tanstack/react-router/dist/esm/useCanGoBack.d.ts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D:/pasar_fix/node_modules/.bun/@tanstack+react-router@1.131.2+d0e719b86e9808b5/node_modules/@tanstack/react-router/dist/esm/useCanGoBack.js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D:/pasar_fix/node_modules/.bun/@tanstack+react-router@1.131.2+d0e719b86e9808b5/node_modules/@tanstack/react-router/dist/esm/useCanGoBack.js.map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D:/pasar_fix/node_modules/.bun/@tanstack+react-router@1.131.2+d0e719b86e9808b5/node_modules/@tanstack/react-router/dist/esm/useLoaderData.d.ts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D:/pasar_fix/node_modules/.bun/@tanstack+react-router@1.131.2+d0e719b86e9808b5/node_modules/@tanstack/react-router/dist/esm/useLoaderData.js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D:/pasar_fix/node_modules/.bun/@tanstack+react-router@1.131.2+d0e719b86e9808b5/node_modules/@tanstack/react-router/dist/esm/useLoaderData.js.map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D:/pasar_fix/node_modules/.bun/@tanstack+react-router@1.131.2+d0e719b86e9808b5/node_modules/@tanstack/react-router/dist/esm/useLoaderDeps.d.ts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D:/pasar_fix/node_modules/.bun/@tanstack+react-router@1.131.2+d0e719b86e9808b5/node_modules/@tanstack/react-router/dist/esm/useLoaderDeps.js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D:/pasar_fix/node_modules/.bun/@tanstack+react-router@1.131.2+d0e719b86e9808b5/node_modules/@tanstack/react-router/dist/esm/useLoaderDeps.js.map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D:/pasar_fix/node_modules/.bun/@tanstack+react-router@1.131.2+d0e719b86e9808b5/node_modules/@tanstack/react-router/dist/esm/useLocation.d.ts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D:/pasar_fix/node_modules/.bun/@tanstack+react-router@1.131.2+d0e719b86e9808b5/node_modules/@tanstack/react-router/dist/esm/useLocation.js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D:/pasar_fix/node_modules/.bun/@tanstack+react-router@1.131.2+d0e719b86e9808b5/node_modules/@tanstack/react-router/dist/esm/useLocation.js.map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D:/pasar_fix/node_modules/.bun/@tanstack+react-router@1.131.2+d0e719b86e9808b5/node_modules/@tanstack/react-router/dist/esm/useMatch.d.ts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D:/pasar_fix/node_modules/.bun/@tanstack+react-router@1.131.2+d0e719b86e9808b5/node_modules/@tanstack/react-router/dist/esm/useMatch.js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D:/pasar_fix/node_modules/.bun/@tanstack+react-router@1.131.2+d0e719b86e9808b5/node_modules/@tanstack/react-router/dist/esm/useMatch.js.map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D:/pasar_fix/node_modules/.bun/@tanstack+react-router@1.131.2+d0e719b86e9808b5/node_modules/@tanstack/react-router/dist/esm/useNavigate.d.ts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D:/pasar_fix/node_modules/.bun/@tanstack+react-router@1.131.2+d0e719b86e9808b5/node_modules/@tanstack/react-router/dist/esm/useNavigate.js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D:/pasar_fix/node_modules/.bun/@tanstack+react-router@1.131.2+d0e719b86e9808b5/node_modules/@tanstack/react-router/dist/esm/useNavigate.js.map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D:/pasar_fix/node_modules/.bun/@tanstack+react-router@1.131.2+d0e719b86e9808b5/node_modules/@tanstack/react-router/dist/esm/useParams.d.ts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D:/pasar_fix/node_modules/.bun/@tanstack+react-router@1.131.2+d0e719b86e9808b5/node_modules/@tanstack/react-router/dist/esm/useParams.js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D:/pasar_fix/node_modules/.bun/@tanstack+react-router@1.131.2+d0e719b86e9808b5/node_modules/@tanstack/react-router/dist/esm/useParams.js.map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D:/pasar_fix/node_modules/.bun/@tanstack+react-router@1.131.2+d0e719b86e9808b5/node_modules/@tanstack/react-router/dist/esm/useRouteContext.d.ts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D:/pasar_fix/node_modules/.bun/@tanstack+react-router@1.131.2+d0e719b86e9808b5/node_modules/@tanstack/react-router/dist/esm/useRouteContext.js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D:/pasar_fix/node_modules/.bun/@tanstack+react-router@1.131.2+d0e719b86e9808b5/node_modules/@tanstack/react-router/dist/esm/useRouteContext.js.map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D:/pasar_fix/node_modules/.bun/@tanstack+react-router@1.131.2+d0e719b86e9808b5/node_modules/@tanstack/react-router/dist/esm/useRouter.d.ts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D:/pasar_fix/node_modules/.bun/@tanstack+react-router@1.131.2+d0e719b86e9808b5/node_modules/@tanstack/react-router/dist/esm/useRouter.js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D:/pasar_fix/node_modules/.bun/@tanstack+react-router@1.131.2+d0e719b86e9808b5/node_modules/@tanstack/react-router/dist/esm/useRouter.js.map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D:/pasar_fix/node_modules/.bun/@tanstack+react-router@1.131.2+d0e719b86e9808b5/node_modules/@tanstack/react-router/dist/esm/useRouterState.d.ts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D:/pasar_fix/node_modules/.bun/@tanstack+react-router@1.131.2+d0e719b86e9808b5/node_modules/@tanstack/react-router/dist/esm/useRouterState.js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D:/pasar_fix/node_modules/.bun/@tanstack+react-router@1.131.2+d0e719b86e9808b5/node_modules/@tanstack/react-router/dist/esm/useRouterState.js.map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D:/pasar_fix/node_modules/.bun/@tanstack+react-router@1.131.2+d0e719b86e9808b5/node_modules/@tanstack/react-router/dist/esm/useSearch.d.ts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D:/pasar_fix/node_modules/.bun/@tanstack+react-router@1.131.2+d0e719b86e9808b5/node_modules/@tanstack/react-router/dist/esm/useSearch.js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D:/pasar_fix/node_modules/.bun/@tanstack+react-router@1.131.2+d0e719b86e9808b5/node_modules/@tanstack/react-router/dist/esm/useSearch.js.map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D:/pasar_fix/node_modules/.bun/@tanstack+react-router@1.131.2+d0e719b86e9808b5/node_modules/@tanstack/react-router/dist/esm/utils.d.ts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D:/pasar_fix/node_modules/.bun/@tanstack+react-router@1.131.2+d0e719b86e9808b5/node_modules/@tanstack/react-router/dist/esm/utils.js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D:/pasar_fix/node_modules/.bun/@tanstack+react-router@1.131.2+d0e719b86e9808b5/node_modules/@tanstack/react-router/dist/esm/utils.js.map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D:/pasar_fix/node_modules/.bun/@tanstack+react-router@1.131.2+d0e719b86e9808b5/node_modules/@tanstack/react-router/dist/esm/ssr/client.d.ts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D:/pasar_fix/node_modules/.bun/@tanstack+react-router@1.131.2+d0e719b86e9808b5/node_modules/@tanstack/react-router/dist/esm/ssr/client.js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D:/pasar_fix/node_modules/.bun/@tanstack+react-router@1.131.2+d0e719b86e9808b5/node_modules/@tanstack/react-router/dist/esm/ssr/client.js.map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D:/pasar_fix/node_modules/.bun/@tanstack+react-router@1.131.2+d0e719b86e9808b5/node_modules/@tanstack/react-router/dist/esm/ssr/defaultRenderHandler.d.ts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D:/pasar_fix/node_modules/.bun/@tanstack+react-router@1.131.2+d0e719b86e9808b5/node_modules/@tanstack/react-router/dist/esm/ssr/defaultRenderHandler.js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D:/pasar_fix/node_modules/.bun/@tanstack+react-router@1.131.2+d0e719b86e9808b5/node_modules/@tanstack/react-router/dist/esm/ssr/defaultRenderHandler.js.map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D:/pasar_fix/node_modules/.bun/@tanstack+react-router@1.131.2+d0e719b86e9808b5/node_modules/@tanstack/react-router/dist/esm/ssr/defaultStreamHandler.d.ts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D:/pasar_fix/node_modules/.bun/@tanstack+react-router@1.131.2+d0e719b86e9808b5/node_modules/@tanstack/react-router/dist/esm/ssr/defaultStreamHandler.js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D:/pasar_fix/node_modules/.bun/@tanstack+react-router@1.131.2+d0e719b86e9808b5/node_modules/@tanstack/react-router/dist/esm/ssr/defaultStreamHandler.js.map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D:/pasar_fix/node_modules/.bun/@tanstack+react-router@1.131.2+d0e719b86e9808b5/node_modules/@tanstack/react-router/dist/esm/ssr/renderRouterToStream.d.ts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D:/pasar_fix/node_modules/.bun/@tanstack+react-router@1.131.2+d0e719b86e9808b5/node_modules/@tanstack/react-router/dist/esm/ssr/renderRouterToStream.js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D:/pasar_fix/node_modules/.bun/@tanstack+react-router@1.131.2+d0e719b86e9808b5/node_modules/@tanstack/react-router/dist/esm/ssr/renderRouterToStream.js.map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D:/pasar_fix/node_modules/.bun/@tanstack+react-router@1.131.2+d0e719b86e9808b5/node_modules/@tanstack/react-router/dist/esm/ssr/renderRouterToString.d.ts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D:/pasar_fix/node_modules/.bun/@tanstack+react-router@1.131.2+d0e719b86e9808b5/node_modules/@tanstack/react-router/dist/esm/ssr/renderRouterToString.js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D:/pasar_fix/node_modules/.bun/@tanstack+react-router@1.131.2+d0e719b86e9808b5/node_modules/@tanstack/react-router/dist/esm/ssr/renderRouterToString.js.map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D:/pasar_fix/node_modules/.bun/@tanstack+react-router@1.131.2+d0e719b86e9808b5/node_modules/@tanstack/react-router/dist/esm/ssr/RouterClient.d.ts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D:/pasar_fix/node_modules/.bun/@tanstack+react-router@1.131.2+d0e719b86e9808b5/node_modules/@tanstack/react-router/dist/esm/ssr/RouterClient.js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D:/pasar_fix/node_modules/.bun/@tanstack+react-router@1.131.2+d0e719b86e9808b5/node_modules/@tanstack/react-router/dist/esm/ssr/RouterClient.js.map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D:/pasar_fix/node_modules/.bun/@tanstack+react-router@1.131.2+d0e719b86e9808b5/node_modules/@tanstack/react-router/dist/esm/ssr/RouterServer.d.ts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D:/pasar_fix/node_modules/.bun/@tanstack+react-router@1.131.2+d0e719b86e9808b5/node_modules/@tanstack/react-router/dist/esm/ssr/RouterServer.js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D:/pasar_fix/node_modules/.bun/@tanstack+react-router@1.131.2+d0e719b86e9808b5/node_modules/@tanstack/react-router/dist/esm/ssr/RouterServer.js.map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D:/pasar_fix/node_modules/.bun/@tanstack+react-router@1.131.2+d0e719b86e9808b5/node_modules/@tanstack/react-router/dist/esm/ssr/server.d.ts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D:/pasar_fix/node_modules/.bun/@tanstack+react-router@1.131.2+d0e719b86e9808b5/node_modules/@tanstack/react-router/dist/esm/ssr/server.js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D:/pasar_fix/node_modules/.bun/@tanstack+react-router@1.131.2+d0e719b86e9808b5/node_modules/@tanstack/react-router/dist/esm/ssr/server.js.map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D:/pasar_fix/node_modules/.bun/@tanstack+react-router@1.131.2+d0e719b86e9808b5/node_modules/@tanstack/react-router/dist/llms/index.d.ts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D:/pasar_fix/node_modules/.bun/@tanstack+react-router@1.131.2+d0e719b86e9808b5/node_modules/@tanstack/react-router/dist/llms/index.js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D:/pasar_fix/node_modules/.bun/@tanstack+react-router@1.131.2+d0e719b86e9808b5/node_modules/@tanstack/react-router/dist/llms/rules/api.d.ts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D:/pasar_fix/node_modules/.bun/@tanstack+react-router@1.131.2+d0e719b86e9808b5/node_modules/@tanstack/react-router/dist/llms/rules/api.js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D:/pasar_fix/node_modules/.bun/@tanstack+react-router@1.131.2+d0e719b86e9808b5/node_modules/@tanstack/react-router/dist/llms/rules/guide.d.ts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D:/pasar_fix/node_modules/.bun/@tanstack+react-router@1.131.2+d0e719b86e9808b5/node_modules/@tanstack/react-router/dist/llms/rules/guide.js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D:/pasar_fix/node_modules/.bun/@tanstack+react-router@1.131.2+d0e719b86e9808b5/node_modules/@tanstack/react-router/dist/llms/rules/routing.d.ts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D:/pasar_fix/node_modules/.bun/@tanstack+react-router@1.131.2+d0e719b86e9808b5/node_modules/@tanstack/react-router/dist/llms/rules/routing.js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D:/pasar_fix/node_modules/.bun/@tanstack+react-router@1.131.2+d0e719b86e9808b5/node_modules/@tanstack/react-router/dist/llms/rules/setup-and-architecture.d.ts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D:/pasar_fix/node_modules/.bun/@tanstack+react-router@1.131.2+d0e719b86e9808b5/node_modules/@tanstack/react-router/dist/llms/rules/setup-and-architecture.js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D:/pasar_fix/node_modules/.bun/@tanstack+react-router@1.131.2+d0e719b86e9808b5/node_modules/@tanstack/react-router/src/Asset.tsx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D:/pasar_fix/node_modules/.bun/@tanstack+react-router@1.131.2+d0e719b86e9808b5/node_modules/@tanstack/react-router/src/awaited.tsx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D:/pasar_fix/node_modules/.bun/@tanstack+react-router@1.131.2+d0e719b86e9808b5/node_modules/@tanstack/react-router/src/CatchBoundary.tsx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D:/pasar_fix/node_modules/.bun/@tanstack+react-router@1.131.2+d0e719b86e9808b5/node_modules/@tanstack/react-router/src/ClientOnly.tsx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D:/pasar_fix/node_modules/.bun/@tanstack+react-router@1.131.2+d0e719b86e9808b5/node_modules/@tanstack/react-router/src/fileRoute.ts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D:/pasar_fix/node_modules/.bun/@tanstack+react-router@1.131.2+d0e719b86e9808b5/node_modules/@tanstack/react-router/src/HeadContent.tsx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D:/pasar_fix/node_modules/.bun/@tanstack+react-router@1.131.2+d0e719b86e9808b5/node_modules/@tanstack/react-router/src/history.ts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D:/pasar_fix/node_modules/.bun/@tanstack+react-router@1.131.2+d0e719b86e9808b5/node_modules/@tanstack/react-router/src/index.tsx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D:/pasar_fix/node_modules/.bun/@tanstack+react-router@1.131.2+d0e719b86e9808b5/node_modules/@tanstack/react-router/src/lazyRouteComponent.tsx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D:/pasar_fix/node_modules/.bun/@tanstack+react-router@1.131.2+d0e719b86e9808b5/node_modules/@tanstack/react-router/src/link.tsx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D:/pasar_fix/node_modules/.bun/@tanstack+react-router@1.131.2+d0e719b86e9808b5/node_modules/@tanstack/react-router/src/Match.tsx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D:/pasar_fix/node_modules/.bun/@tanstack+react-router@1.131.2+d0e719b86e9808b5/node_modules/@tanstack/react-router/src/matchContext.tsx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D:/pasar_fix/node_modules/.bun/@tanstack+react-router@1.131.2+d0e719b86e9808b5/node_modules/@tanstack/react-router/src/Matches.tsx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D:/pasar_fix/node_modules/.bun/@tanstack+react-router@1.131.2+d0e719b86e9808b5/node_modules/@tanstack/react-router/src/not-found.tsx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D:/pasar_fix/node_modules/.bun/@tanstack+react-router@1.131.2+d0e719b86e9808b5/node_modules/@tanstack/react-router/src/renderRouteNotFound.tsx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D:/pasar_fix/node_modules/.bun/@tanstack+react-router@1.131.2+d0e719b86e9808b5/node_modules/@tanstack/react-router/src/route.tsx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D:/pasar_fix/node_modules/.bun/@tanstack+react-router@1.131.2+d0e719b86e9808b5/node_modules/@tanstack/react-router/src/router.ts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D:/pasar_fix/node_modules/.bun/@tanstack+react-router@1.131.2+d0e719b86e9808b5/node_modules/@tanstack/react-router/src/routerContext.tsx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D:/pasar_fix/node_modules/.bun/@tanstack+react-router@1.131.2+d0e719b86e9808b5/node_modules/@tanstack/react-router/src/RouterProvider.tsx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D:/pasar_fix/node_modules/.bun/@tanstack+react-router@1.131.2+d0e719b86e9808b5/node_modules/@tanstack/react-router/src/SafeFragment.tsx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D:/pasar_fix/node_modules/.bun/@tanstack+react-router@1.131.2+d0e719b86e9808b5/node_modules/@tanstack/react-router/src/ScriptOnce.tsx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D:/pasar_fix/node_modules/.bun/@tanstack+react-router@1.131.2+d0e719b86e9808b5/node_modules/@tanstack/react-router/src/Scripts.tsx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D:/pasar_fix/node_modules/.bun/@tanstack+react-router@1.131.2+d0e719b86e9808b5/node_modules/@tanstack/react-router/src/scroll-restoration.tsx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D:/pasar_fix/node_modules/.bun/@tanstack+react-router@1.131.2+d0e719b86e9808b5/node_modules/@tanstack/react-router/src/ScrollRestoration.tsx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D:/pasar_fix/node_modules/.bun/@tanstack+react-router@1.131.2+d0e719b86e9808b5/node_modules/@tanstack/react-router/src/structuralSharing.ts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D:/pasar_fix/node_modules/.bun/@tanstack+react-router@1.131.2+d0e719b86e9808b5/node_modules/@tanstack/react-router/src/Transitioner.tsx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D:/pasar_fix/node_modules/.bun/@tanstack+react-router@1.131.2+d0e719b86e9808b5/node_modules/@tanstack/react-router/src/typePrimitives.ts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D:/pasar_fix/node_modules/.bun/@tanstack+react-router@1.131.2+d0e719b86e9808b5/node_modules/@tanstack/react-router/src/useBlocker.tsx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D:/pasar_fix/node_modules/.bun/@tanstack+react-router@1.131.2+d0e719b86e9808b5/node_modules/@tanstack/react-router/src/useCanGoBack.ts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D:/pasar_fix/node_modules/.bun/@tanstack+react-router@1.131.2+d0e719b86e9808b5/node_modules/@tanstack/react-router/src/useLoaderData.tsx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D:/pasar_fix/node_modules/.bun/@tanstack+react-router@1.131.2+d0e719b86e9808b5/node_modules/@tanstack/react-router/src/useLoaderDeps.tsx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D:/pasar_fix/node_modules/.bun/@tanstack+react-router@1.131.2+d0e719b86e9808b5/node_modules/@tanstack/react-router/src/useLocation.tsx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D:/pasar_fix/node_modules/.bun/@tanstack+react-router@1.131.2+d0e719b86e9808b5/node_modules/@tanstack/react-router/src/useMatch.tsx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D:/pasar_fix/node_modules/.bun/@tanstack+react-router@1.131.2+d0e719b86e9808b5/node_modules/@tanstack/react-router/src/useNavigate.tsx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D:/pasar_fix/node_modules/.bun/@tanstack+react-router@1.131.2+d0e719b86e9808b5/node_modules/@tanstack/react-router/src/useParams.tsx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D:/pasar_fix/node_modules/.bun/@tanstack+react-router@1.131.2+d0e719b86e9808b5/node_modules/@tanstack/react-router/src/useRouteContext.ts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D:/pasar_fix/node_modules/.bun/@tanstack+react-router@1.131.2+d0e719b86e9808b5/node_modules/@tanstack/react-router/src/useRouter.tsx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D:/pasar_fix/node_modules/.bun/@tanstack+react-router@1.131.2+d0e719b86e9808b5/node_modules/@tanstack/react-router/src/useRouterState.tsx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D:/pasar_fix/node_modules/.bun/@tanstack+react-router@1.131.2+d0e719b86e9808b5/node_modules/@tanstack/react-router/src/useSearch.tsx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D:/pasar_fix/node_modules/.bun/@tanstack+react-router@1.131.2+d0e719b86e9808b5/node_modules/@tanstack/react-router/src/utils.ts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D:/pasar_fix/node_modules/.bun/@tanstack+react-router@1.131.2+d0e719b86e9808b5/node_modules/@tanstack/react-router/src/ssr/client.ts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D:/pasar_fix/node_modules/.bun/@tanstack+react-router@1.131.2+d0e719b86e9808b5/node_modules/@tanstack/react-router/src/ssr/defaultRenderHandler.tsx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D:/pasar_fix/node_modules/.bun/@tanstack+react-router@1.131.2+d0e719b86e9808b5/node_modules/@tanstack/react-router/src/ssr/defaultStreamHandler.tsx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D:/pasar_fix/node_modules/.bun/@tanstack+react-router@1.131.2+d0e719b86e9808b5/node_modules/@tanstack/react-router/src/ssr/renderRouterToStream.tsx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D:/pasar_fix/node_modules/.bun/@tanstack+react-router@1.131.2+d0e719b86e9808b5/node_modules/@tanstack/react-router/src/ssr/renderRouterToString.tsx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D:/pasar_fix/node_modules/.bun/@tanstack+react-router@1.131.2+d0e719b86e9808b5/node_modules/@tanstack/react-router/src/ssr/RouterClient.tsx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D:/pasar_fix/node_modules/.bun/@tanstack+react-router@1.131.2+d0e719b86e9808b5/node_modules/@tanstack/react-router/src/ssr/RouterServer.tsx</a:t>
            </a:r>
          </a:p>
          <a:p>
            <a:pPr>
              <a:defRPr sz="1200"/>
            </a:pPr>
            <a:r>
              <a:t>D:/pasar_fix/node_modules/.bun/@tanstack+react-router@1.131.2+d0e719b86e9808b5/node_modules/@tanstack/react-router/src/ssr/server.ts</a:t>
            </a:r>
          </a:p>
          <a:p>
            <a:pPr>
              <a:defRPr sz="1200"/>
            </a:pPr>
            <a:r>
              <a:t>D:/pasar_fix/node_modules/.bun/@tanstack+react-start-client@1.131.2+d0e719b86e9808b5/node_modules/@tanstack/react-start-client/LICENSE</a:t>
            </a:r>
          </a:p>
          <a:p>
            <a:pPr>
              <a:defRPr sz="1200"/>
            </a:pPr>
            <a:r>
              <a:t>D:/pasar_fix/node_modules/.bun/@tanstack+react-start-client@1.131.2+d0e719b86e9808b5/node_modules/@tanstack/react-start-client/package.json</a:t>
            </a:r>
          </a:p>
          <a:p>
            <a:pPr>
              <a:defRPr sz="1200"/>
            </a:pPr>
            <a:r>
              <a:t>D:/pasar_fix/node_modules/.bun/@tanstack+react-start-client@1.131.2+d0e719b86e9808b5/node_modules/@tanstack/react-start-client/README.md</a:t>
            </a:r>
          </a:p>
          <a:p>
            <a:pPr>
              <a:defRPr sz="1200"/>
            </a:pPr>
            <a:r>
              <a:t>D:/pasar_fix/node_modules/.bun/@tanstack+react-start-client@1.131.2+d0e719b86e9808b5/node_modules/@tanstack/react-start-client/dist/cjs/index.cjs</a:t>
            </a:r>
          </a:p>
          <a:p>
            <a:pPr>
              <a:defRPr sz="1200"/>
            </a:pPr>
            <a:r>
              <a:t>D:/pasar_fix/node_modules/.bun/@tanstack+react-start-client@1.131.2+d0e719b86e9808b5/node_modules/@tanstack/react-start-client/dist/cjs/index.cjs.map</a:t>
            </a:r>
          </a:p>
          <a:p>
            <a:pPr>
              <a:defRPr sz="1200"/>
            </a:pPr>
            <a:r>
              <a:t>D:/pasar_fix/node_modules/.bun/@tanstack+react-start-client@1.131.2+d0e719b86e9808b5/node_modules/@tanstack/react-start-client/dist/cjs/index.d.cts</a:t>
            </a:r>
          </a:p>
          <a:p>
            <a:pPr>
              <a:defRPr sz="1200"/>
            </a:pPr>
            <a:r>
              <a:t>D:/pasar_fix/node_modules/.bun/@tanstack+react-start-client@1.131.2+d0e719b86e9808b5/node_modules/@tanstack/react-start-client/dist/cjs/Meta.cjs</a:t>
            </a:r>
          </a:p>
          <a:p>
            <a:pPr>
              <a:defRPr sz="1200"/>
            </a:pPr>
            <a:r>
              <a:t>D:/pasar_fix/node_modules/.bun/@tanstack+react-start-client@1.131.2+d0e719b86e9808b5/node_modules/@tanstack/react-start-client/dist/cjs/Meta.cjs.map</a:t>
            </a:r>
          </a:p>
          <a:p>
            <a:pPr>
              <a:defRPr sz="1200"/>
            </a:pPr>
            <a:r>
              <a:t>D:/pasar_fix/node_modules/.bun/@tanstack+react-start-client@1.131.2+d0e719b86e9808b5/node_modules/@tanstack/react-start-client/dist/cjs/Meta.d.cts</a:t>
            </a:r>
          </a:p>
          <a:p>
            <a:pPr>
              <a:defRPr sz="1200"/>
            </a:pPr>
            <a:r>
              <a:t>D:/pasar_fix/node_modules/.bun/@tanstack+react-start-client@1.131.2+d0e719b86e9808b5/node_modules/@tanstack/react-start-client/dist/cjs/renderRSC.cjs</a:t>
            </a:r>
          </a:p>
          <a:p>
            <a:pPr>
              <a:defRPr sz="1200"/>
            </a:pPr>
            <a:r>
              <a:t>D:/pasar_fix/node_modules/.bun/@tanstack+react-start-client@1.131.2+d0e719b86e9808b5/node_modules/@tanstack/react-start-client/dist/cjs/renderRSC.cjs.map</a:t>
            </a:r>
          </a:p>
          <a:p>
            <a:pPr>
              <a:defRPr sz="1200"/>
            </a:pPr>
            <a:r>
              <a:t>D:/pasar_fix/node_modules/.bun/@tanstack+react-start-client@1.131.2+d0e719b86e9808b5/node_modules/@tanstack/react-start-client/dist/cjs/renderRSC.d.cts</a:t>
            </a:r>
          </a:p>
          <a:p>
            <a:pPr>
              <a:defRPr sz="1200"/>
            </a:pPr>
            <a:r>
              <a:t>D:/pasar_fix/node_modules/.bun/@tanstack+react-start-client@1.131.2+d0e719b86e9808b5/node_modules/@tanstack/react-start-client/dist/cjs/Scripts.cjs</a:t>
            </a:r>
          </a:p>
          <a:p>
            <a:pPr>
              <a:defRPr sz="1200"/>
            </a:pPr>
            <a:r>
              <a:t>D:/pasar_fix/node_modules/.bun/@tanstack+react-start-client@1.131.2+d0e719b86e9808b5/node_modules/@tanstack/react-start-client/dist/cjs/Scripts.cjs.map</a:t>
            </a:r>
          </a:p>
          <a:p>
            <a:pPr>
              <a:defRPr sz="1200"/>
            </a:pPr>
            <a:r>
              <a:t>D:/pasar_fix/node_modules/.bun/@tanstack+react-start-client@1.131.2+d0e719b86e9808b5/node_modules/@tanstack/react-start-client/dist/cjs/Scripts.d.cts</a:t>
            </a:r>
          </a:p>
          <a:p>
            <a:pPr>
              <a:defRPr sz="1200"/>
            </a:pPr>
            <a:r>
              <a:t>D:/pasar_fix/node_modules/.bun/@tanstack+react-start-client@1.131.2+d0e719b86e9808b5/node_modules/@tanstack/react-start-client/dist/cjs/serializer.d.cts</a:t>
            </a:r>
          </a:p>
          <a:p>
            <a:pPr>
              <a:defRPr sz="1200"/>
            </a:pPr>
            <a:r>
              <a:t>D:/pasar_fix/node_modules/.bun/@tanstack+react-start-client@1.131.2+d0e719b86e9808b5/node_modules/@tanstack/react-start-client/dist/cjs/StartClient.cjs</a:t>
            </a:r>
          </a:p>
          <a:p>
            <a:pPr>
              <a:defRPr sz="1200"/>
            </a:pPr>
            <a:r>
              <a:t>D:/pasar_fix/node_modules/.bun/@tanstack+react-start-client@1.131.2+d0e719b86e9808b5/node_modules/@tanstack/react-start-client/dist/cjs/StartClient.cjs.map</a:t>
            </a:r>
          </a:p>
          <a:p>
            <a:pPr>
              <a:defRPr sz="1200"/>
            </a:pPr>
            <a:r>
              <a:t>D:/pasar_fix/node_modules/.bun/@tanstack+react-start-client@1.131.2+d0e719b86e9808b5/node_modules/@tanstack/react-start-client/dist/cjs/StartClient.d.cts</a:t>
            </a:r>
          </a:p>
          <a:p>
            <a:pPr>
              <a:defRPr sz="1200"/>
            </a:pPr>
            <a:r>
              <a:t>D:/pasar_fix/node_modules/.bun/@tanstack+react-start-client@1.131.2+d0e719b86e9808b5/node_modules/@tanstack/react-start-client/dist/cjs/useServerFn.cjs</a:t>
            </a:r>
          </a:p>
          <a:p>
            <a:pPr>
              <a:defRPr sz="1200"/>
            </a:pPr>
            <a:r>
              <a:t>D:/pasar_fix/node_modules/.bun/@tanstack+react-start-client@1.131.2+d0e719b86e9808b5/node_modules/@tanstack/react-start-client/dist/cjs/useServerFn.cjs.map</a:t>
            </a:r>
          </a:p>
          <a:p>
            <a:pPr>
              <a:defRPr sz="1200"/>
            </a:pPr>
            <a:r>
              <a:t>D:/pasar_fix/node_modules/.bun/@tanstack+react-start-client@1.131.2+d0e719b86e9808b5/node_modules/@tanstack/react-start-client/dist/cjs/useServerFn.d.cts</a:t>
            </a:r>
          </a:p>
          <a:p>
            <a:pPr>
              <a:defRPr sz="1200"/>
            </a:pPr>
            <a:r>
              <a:t>D:/pasar_fix/node_modules/.bun/@tanstack+react-start-client@1.131.2+d0e719b86e9808b5/node_modules/@tanstack/react-start-client/dist/cjs/tests/createServerFn.test-d.d.cts</a:t>
            </a:r>
          </a:p>
          <a:p>
            <a:pPr>
              <a:defRPr sz="1200"/>
            </a:pPr>
            <a:r>
              <a:t>D:/pasar_fix/node_modules/.bun/@tanstack+react-start-client@1.131.2+d0e719b86e9808b5/node_modules/@tanstack/react-start-client/dist/cjs/tests/setupTests.d.cts</a:t>
            </a:r>
          </a:p>
          <a:p>
            <a:pPr>
              <a:defRPr sz="1200"/>
            </a:pPr>
            <a:r>
              <a:t>D:/pasar_fix/node_modules/.bun/@tanstack+react-start-client@1.131.2+d0e719b86e9808b5/node_modules/@tanstack/react-start-client/dist/esm/index.d.ts</a:t>
            </a:r>
          </a:p>
          <a:p>
            <a:pPr>
              <a:defRPr sz="1200"/>
            </a:pPr>
            <a:r>
              <a:t>D:/pasar_fix/node_modules/.bun/@tanstack+react-start-client@1.131.2+d0e719b86e9808b5/node_modules/@tanstack/react-start-client/dist/esm/index.js</a:t>
            </a:r>
          </a:p>
          <a:p>
            <a:pPr>
              <a:defRPr sz="1200"/>
            </a:pPr>
            <a:r>
              <a:t>D:/pasar_fix/node_modules/.bun/@tanstack+react-start-client@1.131.2+d0e719b86e9808b5/node_modules/@tanstack/react-start-client/dist/esm/index.js.map</a:t>
            </a:r>
          </a:p>
          <a:p>
            <a:pPr>
              <a:defRPr sz="1200"/>
            </a:pPr>
            <a:r>
              <a:t>D:/pasar_fix/node_modules/.bun/@tanstack+react-start-client@1.131.2+d0e719b86e9808b5/node_modules/@tanstack/react-start-client/dist/esm/Meta.d.ts</a:t>
            </a:r>
          </a:p>
          <a:p>
            <a:pPr>
              <a:defRPr sz="1200"/>
            </a:pPr>
            <a:r>
              <a:t>D:/pasar_fix/node_modules/.bun/@tanstack+react-start-client@1.131.2+d0e719b86e9808b5/node_modules/@tanstack/react-start-client/dist/esm/Meta.js</a:t>
            </a:r>
          </a:p>
          <a:p>
            <a:pPr>
              <a:defRPr sz="1200"/>
            </a:pPr>
            <a:r>
              <a:t>D:/pasar_fix/node_modules/.bun/@tanstack+react-start-client@1.131.2+d0e719b86e9808b5/node_modules/@tanstack/react-start-client/dist/esm/Meta.js.map</a:t>
            </a:r>
          </a:p>
          <a:p>
            <a:pPr>
              <a:defRPr sz="1200"/>
            </a:pPr>
            <a:r>
              <a:t>D:/pasar_fix/node_modules/.bun/@tanstack+react-start-client@1.131.2+d0e719b86e9808b5/node_modules/@tanstack/react-start-client/dist/esm/renderRSC.d.ts</a:t>
            </a:r>
          </a:p>
          <a:p>
            <a:pPr>
              <a:defRPr sz="1200"/>
            </a:pPr>
            <a:r>
              <a:t>D:/pasar_fix/node_modules/.bun/@tanstack+react-start-client@1.131.2+d0e719b86e9808b5/node_modules/@tanstack/react-start-client/dist/esm/renderRSC.js</a:t>
            </a:r>
          </a:p>
          <a:p>
            <a:pPr>
              <a:defRPr sz="1200"/>
            </a:pPr>
            <a:r>
              <a:t>D:/pasar_fix/node_modules/.bun/@tanstack+react-start-client@1.131.2+d0e719b86e9808b5/node_modules/@tanstack/react-start-client/dist/esm/renderRSC.js.map</a:t>
            </a:r>
          </a:p>
          <a:p>
            <a:pPr>
              <a:defRPr sz="1200"/>
            </a:pPr>
            <a:r>
              <a:t>D:/pasar_fix/node_modules/.bun/@tanstack+react-start-client@1.131.2+d0e719b86e9808b5/node_modules/@tanstack/react-start-client/dist/esm/Scripts.d.ts</a:t>
            </a:r>
          </a:p>
          <a:p>
            <a:pPr>
              <a:defRPr sz="1200"/>
            </a:pPr>
            <a:r>
              <a:t>D:/pasar_fix/node_modules/.bun/@tanstack+react-start-client@1.131.2+d0e719b86e9808b5/node_modules/@tanstack/react-start-client/dist/esm/Scripts.js</a:t>
            </a:r>
          </a:p>
          <a:p>
            <a:pPr>
              <a:defRPr sz="1200"/>
            </a:pPr>
            <a:r>
              <a:t>D:/pasar_fix/node_modules/.bun/@tanstack+react-start-client@1.131.2+d0e719b86e9808b5/node_modules/@tanstack/react-start-client/dist/esm/Scripts.js.map</a:t>
            </a:r>
          </a:p>
          <a:p>
            <a:pPr>
              <a:defRPr sz="1200"/>
            </a:pPr>
            <a:r>
              <a:t>D:/pasar_fix/node_modules/.bun/@tanstack+react-start-client@1.131.2+d0e719b86e9808b5/node_modules/@tanstack/react-start-client/dist/esm/serializer.d.ts</a:t>
            </a:r>
          </a:p>
          <a:p>
            <a:pPr>
              <a:defRPr sz="1200"/>
            </a:pPr>
            <a:r>
              <a:t>D:/pasar_fix/node_modules/.bun/@tanstack+react-start-client@1.131.2+d0e719b86e9808b5/node_modules/@tanstack/react-start-client/dist/esm/StartClient.d.ts</a:t>
            </a:r>
          </a:p>
          <a:p>
            <a:pPr>
              <a:defRPr sz="1200"/>
            </a:pPr>
            <a:r>
              <a:t>D:/pasar_fix/node_modules/.bun/@tanstack+react-start-client@1.131.2+d0e719b86e9808b5/node_modules/@tanstack/react-start-client/dist/esm/StartClient.js</a:t>
            </a:r>
          </a:p>
          <a:p>
            <a:pPr>
              <a:defRPr sz="1200"/>
            </a:pPr>
            <a:r>
              <a:t>D:/pasar_fix/node_modules/.bun/@tanstack+react-start-client@1.131.2+d0e719b86e9808b5/node_modules/@tanstack/react-start-client/dist/esm/StartClient.js.map</a:t>
            </a:r>
          </a:p>
          <a:p>
            <a:pPr>
              <a:defRPr sz="1200"/>
            </a:pPr>
            <a:r>
              <a:t>D:/pasar_fix/node_modules/.bun/@tanstack+react-start-client@1.131.2+d0e719b86e9808b5/node_modules/@tanstack/react-start-client/dist/esm/useServerFn.d.ts</a:t>
            </a:r>
          </a:p>
          <a:p>
            <a:pPr>
              <a:defRPr sz="1200"/>
            </a:pPr>
            <a:r>
              <a:t>D:/pasar_fix/node_modules/.bun/@tanstack+react-start-client@1.131.2+d0e719b86e9808b5/node_modules/@tanstack/react-start-client/dist/esm/useServerFn.js</a:t>
            </a:r>
          </a:p>
          <a:p>
            <a:pPr>
              <a:defRPr sz="1200"/>
            </a:pPr>
            <a:r>
              <a:t>D:/pasar_fix/node_modules/.bun/@tanstack+react-start-client@1.131.2+d0e719b86e9808b5/node_modules/@tanstack/react-start-client/dist/esm/useServerFn.js.map</a:t>
            </a:r>
          </a:p>
          <a:p>
            <a:pPr>
              <a:defRPr sz="1200"/>
            </a:pPr>
            <a:r>
              <a:t>D:/pasar_fix/node_modules/.bun/@tanstack+react-start-client@1.131.2+d0e719b86e9808b5/node_modules/@tanstack/react-start-client/dist/esm/tests/createServerFn.test-d.d.ts</a:t>
            </a:r>
          </a:p>
          <a:p>
            <a:pPr>
              <a:defRPr sz="1200"/>
            </a:pPr>
            <a:r>
              <a:t>D:/pasar_fix/node_modules/.bun/@tanstack+react-start-client@1.131.2+d0e719b86e9808b5/node_modules/@tanstack/react-start-client/dist/esm/tests/setupTests.d.ts</a:t>
            </a:r>
          </a:p>
          <a:p>
            <a:pPr>
              <a:defRPr sz="1200"/>
            </a:pPr>
            <a:r>
              <a:t>D:/pasar_fix/node_modules/.bun/@tanstack+react-start-client@1.131.2+d0e719b86e9808b5/node_modules/@tanstack/react-start-client/src/index.tsx</a:t>
            </a:r>
          </a:p>
          <a:p>
            <a:pPr>
              <a:defRPr sz="1200"/>
            </a:pPr>
            <a:r>
              <a:t>D:/pasar_fix/node_modules/.bun/@tanstack+react-start-client@1.131.2+d0e719b86e9808b5/node_modules/@tanstack/react-start-client/src/Meta.tsx</a:t>
            </a:r>
          </a:p>
          <a:p>
            <a:pPr>
              <a:defRPr sz="1200"/>
            </a:pPr>
            <a:r>
              <a:t>D:/pasar_fix/node_modules/.bun/@tanstack+react-start-client@1.131.2+d0e719b86e9808b5/node_modules/@tanstack/react-start-client/src/renderRSC.tsx</a:t>
            </a:r>
          </a:p>
          <a:p>
            <a:pPr>
              <a:defRPr sz="1200"/>
            </a:pPr>
            <a:r>
              <a:t>D:/pasar_fix/node_modules/.bun/@tanstack+react-start-client@1.131.2+d0e719b86e9808b5/node_modules/@tanstack/react-start-client/src/Scripts.tsx</a:t>
            </a:r>
          </a:p>
          <a:p>
            <a:pPr>
              <a:defRPr sz="1200"/>
            </a:pPr>
            <a:r>
              <a:t>D:/pasar_fix/node_modules/.bun/@tanstack+react-start-client@1.131.2+d0e719b86e9808b5/node_modules/@tanstack/react-start-client/src/serializer.ts</a:t>
            </a:r>
          </a:p>
          <a:p>
            <a:pPr>
              <a:defRPr sz="1200"/>
            </a:pPr>
            <a:r>
              <a:t>D:/pasar_fix/node_modules/.bun/@tanstack+react-start-client@1.131.2+d0e719b86e9808b5/node_modules/@tanstack/react-start-client/src/StartClient.tsx</a:t>
            </a:r>
          </a:p>
          <a:p>
            <a:pPr>
              <a:defRPr sz="1200"/>
            </a:pPr>
            <a:r>
              <a:t>D:/pasar_fix/node_modules/.bun/@tanstack+react-start-client@1.131.2+d0e719b86e9808b5/node_modules/@tanstack/react-start-client/src/useServerFn.ts</a:t>
            </a:r>
          </a:p>
          <a:p>
            <a:pPr>
              <a:defRPr sz="1200"/>
            </a:pPr>
            <a:r>
              <a:t>D:/pasar_fix/node_modules/.bun/@tanstack+react-start-client@1.131.2+d0e719b86e9808b5/node_modules/@tanstack/react-start-client/src/tests/createServerFn.test-d.tsx</a:t>
            </a:r>
          </a:p>
          <a:p>
            <a:pPr>
              <a:defRPr sz="1200"/>
            </a:pPr>
            <a:r>
              <a:t>D:/pasar_fix/node_modules/.bun/@tanstack+react-start-client@1.131.2+d0e719b86e9808b5/node_modules/@tanstack/react-start-client/src/tests/setupTests.tsx</a:t>
            </a:r>
          </a:p>
          <a:p>
            <a:pPr>
              <a:defRPr sz="1200"/>
            </a:pPr>
            <a:r>
              <a:t>D:/pasar_fix/node_modules/.bun/@tanstack+react-start-plugin@1.131.2+a2b237f29d42fe61/node_modules/.bin/vite.bunx</a:t>
            </a:r>
          </a:p>
          <a:p>
            <a:pPr>
              <a:defRPr sz="1200"/>
            </a:pPr>
            <a:r>
              <a:t>D:/pasar_fix/node_modules/.bun/@tanstack+react-start-plugin@1.131.2+a2b237f29d42fe61/node_modules/.bin/vite.exe</a:t>
            </a:r>
          </a:p>
          <a:p>
            <a:pPr>
              <a:defRPr sz="1200"/>
            </a:pPr>
            <a:r>
              <a:t>D:/pasar_fix/node_modules/.bun/@tanstack+react-start-plugin@1.131.2+a2b237f29d42fe61/node_modules/@tanstack/react-start-plugin/LICENSE</a:t>
            </a:r>
          </a:p>
          <a:p>
            <a:pPr>
              <a:defRPr sz="1200"/>
            </a:pPr>
            <a:r>
              <a:t>D:/pasar_fix/node_modules/.bun/@tanstack+react-start-plugin@1.131.2+a2b237f29d42fe61/node_modules/@tanstack/react-start-plugin/package.json</a:t>
            </a:r>
          </a:p>
          <a:p>
            <a:pPr>
              <a:defRPr sz="1200"/>
            </a:pPr>
            <a:r>
              <a:t>D:/pasar_fix/node_modules/.bun/@tanstack+react-start-plugin@1.131.2+a2b237f29d42fe61/node_modules/@tanstack/react-start-plugin/README.md</a:t>
            </a:r>
          </a:p>
          <a:p>
            <a:pPr>
              <a:defRPr sz="1200"/>
            </a:pPr>
            <a:r>
              <a:t>D:/pasar_fix/node_modules/.bun/@tanstack+react-start-plugin@1.131.2+a2b237f29d42fe61/node_modules/@tanstack/react-start-plugin/dist/esm/index.d.ts</a:t>
            </a:r>
          </a:p>
          <a:p>
            <a:pPr>
              <a:defRPr sz="1200"/>
            </a:pPr>
            <a:r>
              <a:t>D:/pasar_fix/node_modules/.bun/@tanstack+react-start-plugin@1.131.2+a2b237f29d42fe61/node_modules/@tanstack/react-start-plugin/dist/esm/index.js</a:t>
            </a:r>
          </a:p>
          <a:p>
            <a:pPr>
              <a:defRPr sz="1200"/>
            </a:pPr>
            <a:r>
              <a:t>D:/pasar_fix/node_modules/.bun/@tanstack+react-start-plugin@1.131.2+a2b237f29d42fe61/node_modules/@tanstack/react-start-plugin/dist/esm/index.js.map</a:t>
            </a:r>
          </a:p>
          <a:p>
            <a:pPr>
              <a:defRPr sz="1200"/>
            </a:pPr>
            <a:r>
              <a:t>D:/pasar_fix/node_modules/.bun/@tanstack+react-start-plugin@1.131.2+a2b237f29d42fe61/node_modules/@tanstack/react-start-plugin/dist/esm/schema.d.ts</a:t>
            </a:r>
          </a:p>
          <a:p>
            <a:pPr>
              <a:defRPr sz="1200"/>
            </a:pPr>
            <a:r>
              <a:t>D:/pasar_fix/node_modules/.bun/@tanstack+react-start-plugin@1.131.2+a2b237f29d42fe61/node_modules/@tanstack/react-start-plugin/dist/esm/schema.js</a:t>
            </a:r>
          </a:p>
          <a:p>
            <a:pPr>
              <a:defRPr sz="1200"/>
            </a:pPr>
            <a:r>
              <a:t>D:/pasar_fix/node_modules/.bun/@tanstack+react-start-plugin@1.131.2+a2b237f29d42fe61/node_modules/@tanstack/react-start-plugin/dist/esm/schema.js.map</a:t>
            </a:r>
          </a:p>
          <a:p>
            <a:pPr>
              <a:defRPr sz="1200"/>
            </a:pPr>
            <a:r>
              <a:t>D:/pasar_fix/node_modules/.bun/@tanstack+react-start-plugin@1.131.2+a2b237f29d42fe61/node_modules/@tanstack/react-start-plugin/src/index.ts</a:t>
            </a:r>
          </a:p>
          <a:p>
            <a:pPr>
              <a:defRPr sz="1200"/>
            </a:pPr>
            <a:r>
              <a:t>D:/pasar_fix/node_modules/.bun/@tanstack+react-start-plugin@1.131.2+a2b237f29d42fe61/node_modules/@tanstack/react-start-plugin/src/schema.ts</a:t>
            </a:r>
          </a:p>
          <a:p>
            <a:pPr>
              <a:defRPr sz="1200"/>
            </a:pPr>
            <a:r>
              <a:t>D:/pasar_fix/node_modules/.bun/@tanstack+react-start-server@1.131.2+d0e719b86e9808b5/node_modules/@tanstack/react-start-server/LICENSE</a:t>
            </a:r>
          </a:p>
          <a:p>
            <a:pPr>
              <a:defRPr sz="1200"/>
            </a:pPr>
            <a:r>
              <a:t>D:/pasar_fix/node_modules/.bun/@tanstack+react-start-server@1.131.2+d0e719b86e9808b5/node_modules/@tanstack/react-start-server/package.json</a:t>
            </a:r>
          </a:p>
          <a:p>
            <a:pPr>
              <a:defRPr sz="1200"/>
            </a:pPr>
            <a:r>
              <a:t>D:/pasar_fix/node_modules/.bun/@tanstack+react-start-server@1.131.2+d0e719b86e9808b5/node_modules/@tanstack/react-start-server/README.md</a:t>
            </a:r>
          </a:p>
          <a:p>
            <a:pPr>
              <a:defRPr sz="1200"/>
            </a:pPr>
            <a:r>
              <a:t>D:/pasar_fix/node_modules/.bun/@tanstack+react-start-server@1.131.2+d0e719b86e9808b5/node_modules/@tanstack/react-start-server/dist/cjs/defaultRenderHandler.cjs</a:t>
            </a:r>
          </a:p>
          <a:p>
            <a:pPr>
              <a:defRPr sz="1200"/>
            </a:pPr>
            <a:r>
              <a:t>D:/pasar_fix/node_modules/.bun/@tanstack+react-start-server@1.131.2+d0e719b86e9808b5/node_modules/@tanstack/react-start-server/dist/cjs/defaultRenderHandler.cjs.map</a:t>
            </a:r>
          </a:p>
          <a:p>
            <a:pPr>
              <a:defRPr sz="1200"/>
            </a:pPr>
            <a:r>
              <a:t>D:/pasar_fix/node_modules/.bun/@tanstack+react-start-server@1.131.2+d0e719b86e9808b5/node_modules/@tanstack/react-start-server/dist/cjs/defaultRenderHandler.d.cts</a:t>
            </a:r>
          </a:p>
          <a:p>
            <a:pPr>
              <a:defRPr sz="1200"/>
            </a:pPr>
            <a:r>
              <a:t>D:/pasar_fix/node_modules/.bun/@tanstack+react-start-server@1.131.2+d0e719b86e9808b5/node_modules/@tanstack/react-start-server/dist/cjs/defaultStreamHandler.cjs</a:t>
            </a:r>
          </a:p>
          <a:p>
            <a:pPr>
              <a:defRPr sz="1200"/>
            </a:pPr>
            <a:r>
              <a:t>D:/pasar_fix/node_modules/.bun/@tanstack+react-start-server@1.131.2+d0e719b86e9808b5/node_modules/@tanstack/react-start-server/dist/cjs/defaultStreamHandler.cjs.map</a:t>
            </a:r>
          </a:p>
          <a:p>
            <a:pPr>
              <a:defRPr sz="1200"/>
            </a:pPr>
            <a:r>
              <a:t>D:/pasar_fix/node_modules/.bun/@tanstack+react-start-server@1.131.2+d0e719b86e9808b5/node_modules/@tanstack/react-start-server/dist/cjs/defaultStreamHandler.d.cts</a:t>
            </a:r>
          </a:p>
          <a:p>
            <a:pPr>
              <a:defRPr sz="1200"/>
            </a:pPr>
            <a:r>
              <a:t>D:/pasar_fix/node_modules/.bun/@tanstack+react-start-server@1.131.2+d0e719b86e9808b5/node_modules/@tanstack/react-start-server/dist/cjs/index.cjs</a:t>
            </a:r>
          </a:p>
          <a:p>
            <a:pPr>
              <a:defRPr sz="1200"/>
            </a:pPr>
            <a:r>
              <a:t>D:/pasar_fix/node_modules/.bun/@tanstack+react-start-server@1.131.2+d0e719b86e9808b5/node_modules/@tanstack/react-start-server/dist/cjs/index.cjs.map</a:t>
            </a:r>
          </a:p>
          <a:p>
            <a:pPr>
              <a:defRPr sz="1200"/>
            </a:pPr>
            <a:r>
              <a:t>D:/pasar_fix/node_modules/.bun/@tanstack+react-start-server@1.131.2+d0e719b86e9808b5/node_modules/@tanstack/react-start-server/dist/cjs/index.d.cts</a:t>
            </a:r>
          </a:p>
          <a:p>
            <a:pPr>
              <a:defRPr sz="1200"/>
            </a:pPr>
            <a:r>
              <a:t>D:/pasar_fix/node_modules/.bun/@tanstack+react-start-server@1.131.2+d0e719b86e9808b5/node_modules/@tanstack/react-start-server/dist/cjs/StartServer.cjs</a:t>
            </a:r>
          </a:p>
          <a:p>
            <a:pPr>
              <a:defRPr sz="1200"/>
            </a:pPr>
            <a:r>
              <a:t>D:/pasar_fix/node_modules/.bun/@tanstack+react-start-server@1.131.2+d0e719b86e9808b5/node_modules/@tanstack/react-start-server/dist/cjs/StartServer.cjs.map</a:t>
            </a:r>
          </a:p>
          <a:p>
            <a:pPr>
              <a:defRPr sz="1200"/>
            </a:pPr>
            <a:r>
              <a:t>D:/pasar_fix/node_modules/.bun/@tanstack+react-start-server@1.131.2+d0e719b86e9808b5/node_modules/@tanstack/react-start-server/dist/cjs/StartServer.d.cts</a:t>
            </a:r>
          </a:p>
          <a:p>
            <a:pPr>
              <a:defRPr sz="1200"/>
            </a:pPr>
            <a:r>
              <a:t>D:/pasar_fix/node_modules/.bun/@tanstack+react-start-server@1.131.2+d0e719b86e9808b5/node_modules/@tanstack/react-start-server/dist/esm/defaultRenderHandler.d.ts</a:t>
            </a:r>
          </a:p>
          <a:p>
            <a:pPr>
              <a:defRPr sz="1200"/>
            </a:pPr>
            <a:r>
              <a:t>D:/pasar_fix/node_modules/.bun/@tanstack+react-start-server@1.131.2+d0e719b86e9808b5/node_modules/@tanstack/react-start-server/dist/esm/defaultRenderHandler.js</a:t>
            </a:r>
          </a:p>
          <a:p>
            <a:pPr>
              <a:defRPr sz="1200"/>
            </a:pPr>
            <a:r>
              <a:t>D:/pasar_fix/node_modules/.bun/@tanstack+react-start-server@1.131.2+d0e719b86e9808b5/node_modules/@tanstack/react-start-server/dist/esm/defaultRenderHandler.js.map</a:t>
            </a:r>
          </a:p>
          <a:p>
            <a:pPr>
              <a:defRPr sz="1200"/>
            </a:pPr>
            <a:r>
              <a:t>D:/pasar_fix/node_modules/.bun/@tanstack+react-start-server@1.131.2+d0e719b86e9808b5/node_modules/@tanstack/react-start-server/dist/esm/defaultStreamHandler.d.ts</a:t>
            </a:r>
          </a:p>
          <a:p>
            <a:pPr>
              <a:defRPr sz="1200"/>
            </a:pPr>
            <a:r>
              <a:t>D:/pasar_fix/node_modules/.bun/@tanstack+react-start-server@1.131.2+d0e719b86e9808b5/node_modules/@tanstack/react-start-server/dist/esm/defaultStreamHandler.js</a:t>
            </a:r>
          </a:p>
          <a:p>
            <a:pPr>
              <a:defRPr sz="1200"/>
            </a:pPr>
            <a:r>
              <a:t>D:/pasar_fix/node_modules/.bun/@tanstack+react-start-server@1.131.2+d0e719b86e9808b5/node_modules/@tanstack/react-start-server/dist/esm/defaultStreamHandler.js.map</a:t>
            </a:r>
          </a:p>
          <a:p>
            <a:pPr>
              <a:defRPr sz="1200"/>
            </a:pPr>
            <a:r>
              <a:t>D:/pasar_fix/node_modules/.bun/@tanstack+react-start-server@1.131.2+d0e719b86e9808b5/node_modules/@tanstack/react-start-server/dist/esm/index.d.ts</a:t>
            </a:r>
          </a:p>
          <a:p>
            <a:pPr>
              <a:defRPr sz="1200"/>
            </a:pPr>
            <a:r>
              <a:t>D:/pasar_fix/node_modules/.bun/@tanstack+react-start-server@1.131.2+d0e719b86e9808b5/node_modules/@tanstack/react-start-server/dist/esm/index.js</a:t>
            </a:r>
          </a:p>
          <a:p>
            <a:pPr>
              <a:defRPr sz="1200"/>
            </a:pPr>
            <a:r>
              <a:t>D:/pasar_fix/node_modules/.bun/@tanstack+react-start-server@1.131.2+d0e719b86e9808b5/node_modules/@tanstack/react-start-server/dist/esm/index.js.map</a:t>
            </a:r>
          </a:p>
          <a:p>
            <a:pPr>
              <a:defRPr sz="1200"/>
            </a:pPr>
            <a:r>
              <a:t>D:/pasar_fix/node_modules/.bun/@tanstack+react-start-server@1.131.2+d0e719b86e9808b5/node_modules/@tanstack/react-start-server/dist/esm/StartServer.d.ts</a:t>
            </a:r>
          </a:p>
          <a:p>
            <a:pPr>
              <a:defRPr sz="1200"/>
            </a:pPr>
            <a:r>
              <a:t>D:/pasar_fix/node_modules/.bun/@tanstack+react-start-server@1.131.2+d0e719b86e9808b5/node_modules/@tanstack/react-start-server/dist/esm/StartServer.js</a:t>
            </a:r>
          </a:p>
          <a:p>
            <a:pPr>
              <a:defRPr sz="1200"/>
            </a:pPr>
            <a:r>
              <a:t>D:/pasar_fix/node_modules/.bun/@tanstack+react-start-server@1.131.2+d0e719b86e9808b5/node_modules/@tanstack/react-start-server/dist/esm/StartServer.js.map</a:t>
            </a:r>
          </a:p>
          <a:p>
            <a:pPr>
              <a:defRPr sz="1200"/>
            </a:pPr>
            <a:r>
              <a:t>D:/pasar_fix/node_modules/.bun/@tanstack+react-start-server@1.131.2+d0e719b86e9808b5/node_modules/@tanstack/react-start-server/src/defaultRenderHandler.tsx</a:t>
            </a:r>
          </a:p>
          <a:p>
            <a:pPr>
              <a:defRPr sz="1200"/>
            </a:pPr>
            <a:r>
              <a:t>D:/pasar_fix/node_modules/.bun/@tanstack+react-start-server@1.131.2+d0e719b86e9808b5/node_modules/@tanstack/react-start-server/src/defaultStreamHandler.tsx</a:t>
            </a:r>
          </a:p>
          <a:p>
            <a:pPr>
              <a:defRPr sz="1200"/>
            </a:pPr>
            <a:r>
              <a:t>D:/pasar_fix/node_modules/.bun/@tanstack+react-start-server@1.131.2+d0e719b86e9808b5/node_modules/@tanstack/react-start-server/src/index.tsx</a:t>
            </a:r>
          </a:p>
          <a:p>
            <a:pPr>
              <a:defRPr sz="1200"/>
            </a:pPr>
            <a:r>
              <a:t>D:/pasar_fix/node_modules/.bun/@tanstack+react-start-server@1.131.2+d0e719b86e9808b5/node_modules/@tanstack/react-start-server/src/StartServer.tsx</a:t>
            </a:r>
          </a:p>
          <a:p>
            <a:pPr>
              <a:defRPr sz="1200"/>
            </a:pPr>
            <a:r>
              <a:t>D:/pasar_fix/node_modules/.bun/@tanstack+react-start@1.131.2+a2b237f29d42fe61/node_modules/.bin/vite.bunx</a:t>
            </a:r>
          </a:p>
          <a:p>
            <a:pPr>
              <a:defRPr sz="1200"/>
            </a:pPr>
            <a:r>
              <a:t>D:/pasar_fix/node_modules/.bun/@tanstack+react-start@1.131.2+a2b237f29d42fe61/node_modules/.bin/vite.exe</a:t>
            </a:r>
          </a:p>
          <a:p>
            <a:pPr>
              <a:defRPr sz="1200"/>
            </a:pPr>
            <a:r>
              <a:t>D:/pasar_fix/node_modules/.bun/@tanstack+react-start@1.131.2+a2b237f29d42fe61/node_modules/@tanstack/react-start/LICENSE</a:t>
            </a:r>
          </a:p>
          <a:p>
            <a:pPr>
              <a:defRPr sz="1200"/>
            </a:pPr>
            <a:r>
              <a:t>D:/pasar_fix/node_modules/.bun/@tanstack+react-start@1.131.2+a2b237f29d42fe61/node_modules/@tanstack/react-start/package.json</a:t>
            </a:r>
          </a:p>
          <a:p>
            <a:pPr>
              <a:defRPr sz="1200"/>
            </a:pPr>
            <a:r>
              <a:t>D:/pasar_fix/node_modules/.bun/@tanstack+react-start@1.131.2+a2b237f29d42fe61/node_modules/@tanstack/react-start/README.md</a:t>
            </a:r>
          </a:p>
          <a:p>
            <a:pPr>
              <a:defRPr sz="1200"/>
            </a:pPr>
            <a:r>
              <a:t>D:/pasar_fix/node_modules/.bun/@tanstack+react-start@1.131.2+a2b237f29d42fe61/node_modules/@tanstack/react-start/dist/cjs/client.cjs</a:t>
            </a:r>
          </a:p>
          <a:p>
            <a:pPr>
              <a:defRPr sz="1200"/>
            </a:pPr>
            <a:r>
              <a:t>D:/pasar_fix/node_modules/.bun/@tanstack+react-start@1.131.2+a2b237f29d42fe61/node_modules/@tanstack/react-start/dist/cjs/client.cjs.map</a:t>
            </a:r>
          </a:p>
          <a:p>
            <a:pPr>
              <a:defRPr sz="1200"/>
            </a:pPr>
            <a:r>
              <a:t>D:/pasar_fix/node_modules/.bun/@tanstack+react-start@1.131.2+a2b237f29d42fe61/node_modules/@tanstack/react-start/dist/cjs/client.d.cts</a:t>
            </a:r>
          </a:p>
          <a:p>
            <a:pPr>
              <a:defRPr sz="1200"/>
            </a:pPr>
            <a:r>
              <a:t>D:/pasar_fix/node_modules/.bun/@tanstack+react-start@1.131.2+a2b237f29d42fe61/node_modules/@tanstack/react-start/dist/cjs/plugin-vite.cjs</a:t>
            </a:r>
          </a:p>
          <a:p>
            <a:pPr>
              <a:defRPr sz="1200"/>
            </a:pPr>
            <a:r>
              <a:t>D:/pasar_fix/node_modules/.bun/@tanstack+react-start@1.131.2+a2b237f29d42fe61/node_modules/@tanstack/react-start/dist/cjs/plugin-vite.cjs.map</a:t>
            </a:r>
          </a:p>
          <a:p>
            <a:pPr>
              <a:defRPr sz="1200"/>
            </a:pPr>
            <a:r>
              <a:t>D:/pasar_fix/node_modules/.bun/@tanstack+react-start@1.131.2+a2b237f29d42fe61/node_modules/@tanstack/react-start/dist/cjs/plugin-vite.d.cts</a:t>
            </a:r>
          </a:p>
          <a:p>
            <a:pPr>
              <a:defRPr sz="1200"/>
            </a:pPr>
            <a:r>
              <a:t>D:/pasar_fix/node_modules/.bun/@tanstack+react-start@1.131.2+a2b237f29d42fe61/node_modules/@tanstack/react-start/dist/cjs/server-functions-client.cjs</a:t>
            </a:r>
          </a:p>
          <a:p>
            <a:pPr>
              <a:defRPr sz="1200"/>
            </a:pPr>
            <a:r>
              <a:t>D:/pasar_fix/node_modules/.bun/@tanstack+react-start@1.131.2+a2b237f29d42fe61/node_modules/@tanstack/react-start/dist/cjs/server-functions-client.cjs.map</a:t>
            </a:r>
          </a:p>
          <a:p>
            <a:pPr>
              <a:defRPr sz="1200"/>
            </a:pPr>
            <a:r>
              <a:t>D:/pasar_fix/node_modules/.bun/@tanstack+react-start@1.131.2+a2b237f29d42fe61/node_modules/@tanstack/react-start/dist/cjs/server-functions-client.d.cts</a:t>
            </a:r>
          </a:p>
          <a:p>
            <a:pPr>
              <a:defRPr sz="1200"/>
            </a:pPr>
            <a:r>
              <a:t>D:/pasar_fix/node_modules/.bun/@tanstack+react-start@1.131.2+a2b237f29d42fe61/node_modules/@tanstack/react-start/dist/cjs/server-functions-server.cjs</a:t>
            </a:r>
          </a:p>
          <a:p>
            <a:pPr>
              <a:defRPr sz="1200"/>
            </a:pPr>
            <a:r>
              <a:t>D:/pasar_fix/node_modules/.bun/@tanstack+react-start@1.131.2+a2b237f29d42fe61/node_modules/@tanstack/react-start/dist/cjs/server-functions-server.cjs.map</a:t>
            </a:r>
          </a:p>
          <a:p>
            <a:pPr>
              <a:defRPr sz="1200"/>
            </a:pPr>
            <a:r>
              <a:t>D:/pasar_fix/node_modules/.bun/@tanstack+react-start@1.131.2+a2b237f29d42fe61/node_modules/@tanstack/react-start/dist/cjs/server-functions-server.d.cts</a:t>
            </a:r>
          </a:p>
          <a:p>
            <a:pPr>
              <a:defRPr sz="1200"/>
            </a:pPr>
            <a:r>
              <a:t>D:/pasar_fix/node_modules/.bun/@tanstack+react-start@1.131.2+a2b237f29d42fe61/node_modules/@tanstack/react-start/dist/cjs/server.cjs</a:t>
            </a:r>
          </a:p>
          <a:p>
            <a:pPr>
              <a:defRPr sz="1200"/>
            </a:pPr>
            <a:r>
              <a:t>D:/pasar_fix/node_modules/.bun/@tanstack+react-start@1.131.2+a2b237f29d42fe61/node_modules/@tanstack/react-start/dist/cjs/server.cjs.map</a:t>
            </a:r>
          </a:p>
          <a:p>
            <a:pPr>
              <a:defRPr sz="1200"/>
            </a:pPr>
            <a:r>
              <a:t>D:/pasar_fix/node_modules/.bun/@tanstack+react-start@1.131.2+a2b237f29d42fe61/node_modules/@tanstack/react-start/dist/cjs/server.d.cts</a:t>
            </a:r>
          </a:p>
          <a:p>
            <a:pPr>
              <a:defRPr sz="1200"/>
            </a:pPr>
            <a:r>
              <a:t>D:/pasar_fix/node_modules/.bun/@tanstack+react-start@1.131.2+a2b237f29d42fe61/node_modules/@tanstack/react-start/dist/esm/client.d.ts</a:t>
            </a:r>
          </a:p>
          <a:p>
            <a:pPr>
              <a:defRPr sz="1200"/>
            </a:pPr>
            <a:r>
              <a:t>D:/pasar_fix/node_modules/.bun/@tanstack+react-start@1.131.2+a2b237f29d42fe61/node_modules/@tanstack/react-start/dist/esm/client.js</a:t>
            </a:r>
          </a:p>
          <a:p>
            <a:pPr>
              <a:defRPr sz="1200"/>
            </a:pPr>
            <a:r>
              <a:t>D:/pasar_fix/node_modules/.bun/@tanstack+react-start@1.131.2+a2b237f29d42fe61/node_modules/@tanstack/react-start/dist/esm/client.js.map</a:t>
            </a:r>
          </a:p>
          <a:p>
            <a:pPr>
              <a:defRPr sz="1200"/>
            </a:pPr>
            <a:r>
              <a:t>D:/pasar_fix/node_modules/.bun/@tanstack+react-start@1.131.2+a2b237f29d42fe61/node_modules/@tanstack/react-start/dist/esm/plugin-vite.d.ts</a:t>
            </a:r>
          </a:p>
          <a:p>
            <a:pPr>
              <a:defRPr sz="1200"/>
            </a:pPr>
            <a:r>
              <a:t>D:/pasar_fix/node_modules/.bun/@tanstack+react-start@1.131.2+a2b237f29d42fe61/node_modules/@tanstack/react-start/dist/esm/plugin-vite.js</a:t>
            </a:r>
          </a:p>
          <a:p>
            <a:pPr>
              <a:defRPr sz="1200"/>
            </a:pPr>
            <a:r>
              <a:t>D:/pasar_fix/node_modules/.bun/@tanstack+react-start@1.131.2+a2b237f29d42fe61/node_modules/@tanstack/react-start/dist/esm/plugin-vite.js.map</a:t>
            </a:r>
          </a:p>
          <a:p>
            <a:pPr>
              <a:defRPr sz="1200"/>
            </a:pPr>
            <a:r>
              <a:t>D:/pasar_fix/node_modules/.bun/@tanstack+react-start@1.131.2+a2b237f29d42fe61/node_modules/@tanstack/react-start/dist/esm/server-functions-client.d.ts</a:t>
            </a:r>
          </a:p>
          <a:p>
            <a:pPr>
              <a:defRPr sz="1200"/>
            </a:pPr>
            <a:r>
              <a:t>D:/pasar_fix/node_modules/.bun/@tanstack+react-start@1.131.2+a2b237f29d42fe61/node_modules/@tanstack/react-start/dist/esm/server-functions-client.js</a:t>
            </a:r>
          </a:p>
          <a:p>
            <a:pPr>
              <a:defRPr sz="1200"/>
            </a:pPr>
            <a:r>
              <a:t>D:/pasar_fix/node_modules/.bun/@tanstack+react-start@1.131.2+a2b237f29d42fe61/node_modules/@tanstack/react-start/dist/esm/server-functions-client.js.map</a:t>
            </a:r>
          </a:p>
          <a:p>
            <a:pPr>
              <a:defRPr sz="1200"/>
            </a:pPr>
            <a:r>
              <a:t>D:/pasar_fix/node_modules/.bun/@tanstack+react-start@1.131.2+a2b237f29d42fe61/node_modules/@tanstack/react-start/dist/esm/server-functions-server.d.ts</a:t>
            </a:r>
          </a:p>
          <a:p>
            <a:pPr>
              <a:defRPr sz="1200"/>
            </a:pPr>
            <a:r>
              <a:t>D:/pasar_fix/node_modules/.bun/@tanstack+react-start@1.131.2+a2b237f29d42fe61/node_modules/@tanstack/react-start/dist/esm/server-functions-server.js</a:t>
            </a:r>
          </a:p>
          <a:p>
            <a:pPr>
              <a:defRPr sz="1200"/>
            </a:pPr>
            <a:r>
              <a:t>D:/pasar_fix/node_modules/.bun/@tanstack+react-start@1.131.2+a2b237f29d42fe61/node_modules/@tanstack/react-start/dist/esm/server-functions-server.js.map</a:t>
            </a:r>
          </a:p>
          <a:p>
            <a:pPr>
              <a:defRPr sz="1200"/>
            </a:pPr>
            <a:r>
              <a:t>D:/pasar_fix/node_modules/.bun/@tanstack+react-start@1.131.2+a2b237f29d42fe61/node_modules/@tanstack/react-start/dist/esm/server.d.ts</a:t>
            </a:r>
          </a:p>
          <a:p>
            <a:pPr>
              <a:defRPr sz="1200"/>
            </a:pPr>
            <a:r>
              <a:t>D:/pasar_fix/node_modules/.bun/@tanstack+react-start@1.131.2+a2b237f29d42fe61/node_modules/@tanstack/react-start/dist/esm/server.js</a:t>
            </a:r>
          </a:p>
          <a:p>
            <a:pPr>
              <a:defRPr sz="1200"/>
            </a:pPr>
            <a:r>
              <a:t>D:/pasar_fix/node_modules/.bun/@tanstack+react-start@1.131.2+a2b237f29d42fe61/node_modules/@tanstack/react-start/dist/esm/server.js.map</a:t>
            </a:r>
          </a:p>
          <a:p>
            <a:pPr>
              <a:defRPr sz="1200"/>
            </a:pPr>
            <a:r>
              <a:t>D:/pasar_fix/node_modules/.bun/@tanstack+react-start@1.131.2+a2b237f29d42fe61/node_modules/@tanstack/react-start/src/client.tsx</a:t>
            </a:r>
          </a:p>
          <a:p>
            <a:pPr>
              <a:defRPr sz="1200"/>
            </a:pPr>
            <a:r>
              <a:t>D:/pasar_fix/node_modules/.bun/@tanstack+react-start@1.131.2+a2b237f29d42fe61/node_modules/@tanstack/react-start/src/plugin-vite.ts</a:t>
            </a:r>
          </a:p>
          <a:p>
            <a:pPr>
              <a:defRPr sz="1200"/>
            </a:pPr>
            <a:r>
              <a:t>D:/pasar_fix/node_modules/.bun/@tanstack+react-start@1.131.2+a2b237f29d42fe61/node_modules/@tanstack/react-start/src/server-functions-client.tsx</a:t>
            </a:r>
          </a:p>
          <a:p>
            <a:pPr>
              <a:defRPr sz="1200"/>
            </a:pPr>
            <a:r>
              <a:t>D:/pasar_fix/node_modules/.bun/@tanstack+react-start@1.131.2+a2b237f29d42fe61/node_modules/@tanstack/react-start/src/server-functions-server.tsx</a:t>
            </a:r>
          </a:p>
          <a:p>
            <a:pPr>
              <a:defRPr sz="1200"/>
            </a:pPr>
            <a:r>
              <a:t>D:/pasar_fix/node_modules/.bun/@tanstack+react-start@1.131.2+a2b237f29d42fe61/node_modules/@tanstack/react-start/src/server.tsx</a:t>
            </a:r>
          </a:p>
          <a:p>
            <a:pPr>
              <a:defRPr sz="1200"/>
            </a:pPr>
            <a:r>
              <a:t>D:/pasar_fix/node_modules/.bun/@tanstack+react-store@0.7.7+d0e719b86e9808b5/node_modules/@tanstack/react-store/LICENSE</a:t>
            </a:r>
          </a:p>
          <a:p>
            <a:pPr>
              <a:defRPr sz="1200"/>
            </a:pPr>
            <a:r>
              <a:t>D:/pasar_fix/node_modules/.bun/@tanstack+react-store@0.7.7+d0e719b86e9808b5/node_modules/@tanstack/react-store/package.json</a:t>
            </a:r>
          </a:p>
          <a:p>
            <a:pPr>
              <a:defRPr sz="1200"/>
            </a:pPr>
            <a:r>
              <a:t>D:/pasar_fix/node_modules/.bun/@tanstack+react-store@0.7.7+d0e719b86e9808b5/node_modules/@tanstack/react-store/dist/cjs/index.cjs</a:t>
            </a:r>
          </a:p>
          <a:p>
            <a:pPr>
              <a:defRPr sz="1200"/>
            </a:pPr>
            <a:r>
              <a:t>D:/pasar_fix/node_modules/.bun/@tanstack+react-store@0.7.7+d0e719b86e9808b5/node_modules/@tanstack/react-store/dist/cjs/index.cjs.map</a:t>
            </a:r>
          </a:p>
          <a:p>
            <a:pPr>
              <a:defRPr sz="1200"/>
            </a:pPr>
            <a:r>
              <a:t>D:/pasar_fix/node_modules/.bun/@tanstack+react-store@0.7.7+d0e719b86e9808b5/node_modules/@tanstack/react-store/dist/cjs/index.d.cts</a:t>
            </a:r>
          </a:p>
          <a:p>
            <a:pPr>
              <a:defRPr sz="1200"/>
            </a:pPr>
            <a:r>
              <a:t>D:/pasar_fix/node_modules/.bun/@tanstack+react-store@0.7.7+d0e719b86e9808b5/node_modules/@tanstack/react-store/dist/esm/index.d.ts</a:t>
            </a:r>
          </a:p>
          <a:p>
            <a:pPr>
              <a:defRPr sz="1200"/>
            </a:pPr>
            <a:r>
              <a:t>D:/pasar_fix/node_modules/.bun/@tanstack+react-store@0.7.7+d0e719b86e9808b5/node_modules/@tanstack/react-store/dist/esm/index.js</a:t>
            </a:r>
          </a:p>
          <a:p>
            <a:pPr>
              <a:defRPr sz="1200"/>
            </a:pPr>
            <a:r>
              <a:t>D:/pasar_fix/node_modules/.bun/@tanstack+react-store@0.7.7+d0e719b86e9808b5/node_modules/@tanstack/react-store/dist/esm/index.js.map</a:t>
            </a:r>
          </a:p>
          <a:p>
            <a:pPr>
              <a:defRPr sz="1200"/>
            </a:pPr>
            <a:r>
              <a:t>D:/pasar_fix/node_modules/.bun/@tanstack+react-store@0.7.7+d0e719b86e9808b5/node_modules/@tanstack/react-store/src/index.ts</a:t>
            </a:r>
          </a:p>
          <a:p>
            <a:pPr>
              <a:defRPr sz="1200"/>
            </a:pPr>
            <a:r>
              <a:t>D:/pasar_fix/node_modules/.bun/@tanstack+react-store@0.9.3+d0e719b86e9808b5/node_modules/@tanstack/react-store/LICENSE</a:t>
            </a:r>
          </a:p>
          <a:p>
            <a:pPr>
              <a:defRPr sz="1200"/>
            </a:pPr>
            <a:r>
              <a:t>D:/pasar_fix/node_modules/.bun/@tanstack+react-store@0.9.3+d0e719b86e9808b5/node_modules/@tanstack/react-store/package.json</a:t>
            </a:r>
          </a:p>
          <a:p>
            <a:pPr>
              <a:defRPr sz="1200"/>
            </a:pPr>
            <a:r>
              <a:t>D:/pasar_fix/node_modules/.bun/@tanstack+react-store@0.9.3+d0e719b86e9808b5/node_modules/@tanstack/react-store/dist/cjs/index.cjs</a:t>
            </a:r>
          </a:p>
          <a:p>
            <a:pPr>
              <a:defRPr sz="1200"/>
            </a:pPr>
            <a:r>
              <a:t>D:/pasar_fix/node_modules/.bun/@tanstack+react-store@0.9.3+d0e719b86e9808b5/node_modules/@tanstack/react-store/dist/cjs/index.cjs.map</a:t>
            </a:r>
          </a:p>
          <a:p>
            <a:pPr>
              <a:defRPr sz="1200"/>
            </a:pPr>
            <a:r>
              <a:t>D:/pasar_fix/node_modules/.bun/@tanstack+react-store@0.9.3+d0e719b86e9808b5/node_modules/@tanstack/react-store/dist/cjs/index.d.cts</a:t>
            </a:r>
          </a:p>
          <a:p>
            <a:pPr>
              <a:defRPr sz="1200"/>
            </a:pPr>
            <a:r>
              <a:t>D:/pasar_fix/node_modules/.bun/@tanstack+react-store@0.9.3+d0e719b86e9808b5/node_modules/@tanstack/react-store/dist/cjs/useStore.cjs</a:t>
            </a:r>
          </a:p>
          <a:p>
            <a:pPr>
              <a:defRPr sz="1200"/>
            </a:pPr>
            <a:r>
              <a:t>D:/pasar_fix/node_modules/.bun/@tanstack+react-store@0.9.3+d0e719b86e9808b5/node_modules/@tanstack/react-store/dist/cjs/useStore.cjs.map</a:t>
            </a:r>
          </a:p>
          <a:p>
            <a:pPr>
              <a:defRPr sz="1200"/>
            </a:pPr>
            <a:r>
              <a:t>D:/pasar_fix/node_modules/.bun/@tanstack+react-store@0.9.3+d0e719b86e9808b5/node_modules/@tanstack/react-store/dist/cjs/useStore.d.cts</a:t>
            </a:r>
          </a:p>
          <a:p>
            <a:pPr>
              <a:defRPr sz="1200"/>
            </a:pPr>
            <a:r>
              <a:t>D:/pasar_fix/node_modules/.bun/@tanstack+react-store@0.9.3+d0e719b86e9808b5/node_modules/@tanstack/react-store/dist/esm/index.d.ts</a:t>
            </a:r>
          </a:p>
          <a:p>
            <a:pPr>
              <a:defRPr sz="1200"/>
            </a:pPr>
            <a:r>
              <a:t>D:/pasar_fix/node_modules/.bun/@tanstack+react-store@0.9.3+d0e719b86e9808b5/node_modules/@tanstack/react-store/dist/esm/index.js</a:t>
            </a:r>
          </a:p>
          <a:p>
            <a:pPr>
              <a:defRPr sz="1200"/>
            </a:pPr>
            <a:r>
              <a:t>D:/pasar_fix/node_modules/.bun/@tanstack+react-store@0.9.3+d0e719b86e9808b5/node_modules/@tanstack/react-store/dist/esm/index.js.map</a:t>
            </a:r>
          </a:p>
          <a:p>
            <a:pPr>
              <a:defRPr sz="1200"/>
            </a:pPr>
            <a:r>
              <a:t>D:/pasar_fix/node_modules/.bun/@tanstack+react-store@0.9.3+d0e719b86e9808b5/node_modules/@tanstack/react-store/dist/esm/useStore.d.ts</a:t>
            </a:r>
          </a:p>
          <a:p>
            <a:pPr>
              <a:defRPr sz="1200"/>
            </a:pPr>
            <a:r>
              <a:t>D:/pasar_fix/node_modules/.bun/@tanstack+react-store@0.9.3+d0e719b86e9808b5/node_modules/@tanstack/react-store/dist/esm/useStore.js</a:t>
            </a:r>
          </a:p>
          <a:p>
            <a:pPr>
              <a:defRPr sz="1200"/>
            </a:pPr>
            <a:r>
              <a:t>D:/pasar_fix/node_modules/.bun/@tanstack+react-store@0.9.3+d0e719b86e9808b5/node_modules/@tanstack/react-store/dist/esm/useStore.js.map</a:t>
            </a:r>
          </a:p>
          <a:p>
            <a:pPr>
              <a:defRPr sz="1200"/>
            </a:pPr>
            <a:r>
              <a:t>D:/pasar_fix/node_modules/.bun/@tanstack+react-store@0.9.3+d0e719b86e9808b5/node_modules/@tanstack/react-store/src/index.ts</a:t>
            </a:r>
          </a:p>
          <a:p>
            <a:pPr>
              <a:defRPr sz="1200"/>
            </a:pPr>
            <a:r>
              <a:t>D:/pasar_fix/node_modules/.bun/@tanstack+react-store@0.9.3+d0e719b86e9808b5/node_modules/@tanstack/react-store/src/useStore.ts</a:t>
            </a:r>
          </a:p>
          <a:p>
            <a:pPr>
              <a:defRPr sz="1200"/>
            </a:pPr>
            <a:r>
              <a:t>D:/pasar_fix/node_modules/.bun/@tanstack+react-virtual@3.14.3+d0e719b86e9808b5/node_modules/@tanstack/react-virtual/LICENSE</a:t>
            </a:r>
          </a:p>
          <a:p>
            <a:pPr>
              <a:defRPr sz="1200"/>
            </a:pPr>
            <a:r>
              <a:t>D:/pasar_fix/node_modules/.bun/@tanstack+react-virtual@3.14.3+d0e719b86e9808b5/node_modules/@tanstack/react-virtual/package.json</a:t>
            </a:r>
          </a:p>
          <a:p>
            <a:pPr>
              <a:defRPr sz="1200"/>
            </a:pPr>
            <a:r>
              <a:t>D:/pasar_fix/node_modules/.bun/@tanstack+react-virtual@3.14.3+d0e719b86e9808b5/node_modules/@tanstack/react-virtual/dist/cjs/index.cjs</a:t>
            </a:r>
          </a:p>
          <a:p>
            <a:pPr>
              <a:defRPr sz="1200"/>
            </a:pPr>
            <a:r>
              <a:t>D:/pasar_fix/node_modules/.bun/@tanstack+react-virtual@3.14.3+d0e719b86e9808b5/node_modules/@tanstack/react-virtual/dist/cjs/index.cjs.map</a:t>
            </a:r>
          </a:p>
          <a:p>
            <a:pPr>
              <a:defRPr sz="1200"/>
            </a:pPr>
            <a:r>
              <a:t>D:/pasar_fix/node_modules/.bun/@tanstack+react-virtual@3.14.3+d0e719b86e9808b5/node_modules/@tanstack/react-virtual/dist/cjs/index.d.cts</a:t>
            </a:r>
          </a:p>
          <a:p>
            <a:pPr>
              <a:defRPr sz="1200"/>
            </a:pPr>
            <a:r>
              <a:t>D:/pasar_fix/node_modules/.bun/@tanstack+react-virtual@3.14.3+d0e719b86e9808b5/node_modules/@tanstack/react-virtual/dist/esm/index.d.ts</a:t>
            </a:r>
          </a:p>
          <a:p>
            <a:pPr>
              <a:defRPr sz="1200"/>
            </a:pPr>
            <a:r>
              <a:t>D:/pasar_fix/node_modules/.bun/@tanstack+react-virtual@3.14.3+d0e719b86e9808b5/node_modules/@tanstack/react-virtual/dist/esm/index.js</a:t>
            </a:r>
          </a:p>
          <a:p>
            <a:pPr>
              <a:defRPr sz="1200"/>
            </a:pPr>
            <a:r>
              <a:t>D:/pasar_fix/node_modules/.bun/@tanstack+react-virtual@3.14.3+d0e719b86e9808b5/node_modules/@tanstack/react-virtual/dist/esm/index.js.map</a:t>
            </a:r>
          </a:p>
          <a:p>
            <a:pPr>
              <a:defRPr sz="1200"/>
            </a:pPr>
            <a:r>
              <a:t>D:/pasar_fix/node_modules/.bun/@tanstack+react-virtual@3.14.3+d0e719b86e9808b5/node_modules/@tanstack/react-virtual/src/index.tsx</a:t>
            </a:r>
          </a:p>
          <a:p>
            <a:pPr>
              <a:defRPr sz="1200"/>
            </a:pPr>
            <a:r>
              <a:t>D:/pasar_fix/node_modules/.bun/@tanstack+router-core@1.131.2/node_modules/@tanstack/router-core/LICENSE</a:t>
            </a:r>
          </a:p>
          <a:p>
            <a:pPr>
              <a:defRPr sz="1200"/>
            </a:pPr>
            <a:r>
              <a:t>D:/pasar_fix/node_modules/.bun/@tanstack+router-core@1.131.2/node_modules/@tanstack/router-core/package.json</a:t>
            </a:r>
          </a:p>
          <a:p>
            <a:pPr>
              <a:defRPr sz="1200"/>
            </a:pPr>
            <a:r>
              <a:t>D:/pasar_fix/node_modules/.bun/@tanstack+router-core@1.131.2/node_modules/@tanstack/router-core/README.md</a:t>
            </a:r>
          </a:p>
          <a:p>
            <a:pPr>
              <a:defRPr sz="1200"/>
            </a:pPr>
            <a:r>
              <a:t>D:/pasar_fix/node_modules/.bun/@tanstack+router-core@1.131.2/node_modules/@tanstack/router-core/dist/cjs/defer.cjs</a:t>
            </a:r>
          </a:p>
          <a:p>
            <a:pPr>
              <a:defRPr sz="1200"/>
            </a:pPr>
            <a:r>
              <a:t>D:/pasar_fix/node_modules/.bun/@tanstack+router-core@1.131.2/node_modules/@tanstack/router-core/dist/cjs/defer.cjs.map</a:t>
            </a:r>
          </a:p>
          <a:p>
            <a:pPr>
              <a:defRPr sz="1200"/>
            </a:pPr>
            <a:r>
              <a:t>D:/pasar_fix/node_modules/.bun/@tanstack+router-core@1.131.2/node_modules/@tanstack/router-core/dist/cjs/defer.d.cts</a:t>
            </a:r>
          </a:p>
          <a:p>
            <a:pPr>
              <a:defRPr sz="1200"/>
            </a:pPr>
            <a:r>
              <a:t>D:/pasar_fix/node_modules/.bun/@tanstack+router-core@1.131.2/node_modules/@tanstack/router-core/dist/cjs/fileRoute.d.cts</a:t>
            </a:r>
          </a:p>
          <a:p>
            <a:pPr>
              <a:defRPr sz="1200"/>
            </a:pPr>
            <a:r>
              <a:t>D:/pasar_fix/node_modules/.bun/@tanstack+router-core@1.131.2/node_modules/@tanstack/router-core/dist/cjs/global.d.cts</a:t>
            </a:r>
          </a:p>
          <a:p>
            <a:pPr>
              <a:defRPr sz="1200"/>
            </a:pPr>
            <a:r>
              <a:t>D:/pasar_fix/node_modules/.bun/@tanstack+router-core@1.131.2/node_modules/@tanstack/router-core/dist/cjs/history.d.cts</a:t>
            </a:r>
          </a:p>
          <a:p>
            <a:pPr>
              <a:defRPr sz="1200"/>
            </a:pPr>
            <a:r>
              <a:t>D:/pasar_fix/node_modules/.bun/@tanstack+router-core@1.131.2/node_modules/@tanstack/router-core/dist/cjs/index.cjs</a:t>
            </a:r>
          </a:p>
          <a:p>
            <a:pPr>
              <a:defRPr sz="1200"/>
            </a:pPr>
            <a:r>
              <a:t>D:/pasar_fix/node_modules/.bun/@tanstack+router-core@1.131.2/node_modules/@tanstack/router-core/dist/cjs/index.cjs.map</a:t>
            </a:r>
          </a:p>
          <a:p>
            <a:pPr>
              <a:defRPr sz="1200"/>
            </a:pPr>
            <a:r>
              <a:t>D:/pasar_fix/node_modules/.bun/@tanstack+router-core@1.131.2/node_modules/@tanstack/router-core/dist/cjs/index.d.cts</a:t>
            </a:r>
          </a:p>
          <a:p>
            <a:pPr>
              <a:defRPr sz="1200"/>
            </a:pPr>
            <a:r>
              <a:t>D:/pasar_fix/node_modules/.bun/@tanstack+router-core@1.131.2/node_modules/@tanstack/router-core/dist/cjs/link.cjs</a:t>
            </a:r>
          </a:p>
          <a:p>
            <a:pPr>
              <a:defRPr sz="1200"/>
            </a:pPr>
            <a:r>
              <a:t>D:/pasar_fix/node_modules/.bun/@tanstack+router-core@1.131.2/node_modules/@tanstack/router-core/dist/cjs/link.cjs.map</a:t>
            </a:r>
          </a:p>
          <a:p>
            <a:pPr>
              <a:defRPr sz="1200"/>
            </a:pPr>
            <a:r>
              <a:t>D:/pasar_fix/node_modules/.bun/@tanstack+router-core@1.131.2/node_modules/@tanstack/router-core/dist/cjs/link.d.cts</a:t>
            </a:r>
          </a:p>
          <a:p>
            <a:pPr>
              <a:defRPr sz="1200"/>
            </a:pPr>
            <a:r>
              <a:t>D:/pasar_fix/node_modules/.bun/@tanstack+router-core@1.131.2/node_modules/@tanstack/router-core/dist/cjs/location.d.cts</a:t>
            </a:r>
          </a:p>
          <a:p>
            <a:pPr>
              <a:defRPr sz="1200"/>
            </a:pPr>
            <a:r>
              <a:t>D:/pasar_fix/node_modules/.bun/@tanstack+router-core@1.131.2/node_modules/@tanstack/router-core/dist/cjs/lru-cache.cjs</a:t>
            </a:r>
          </a:p>
          <a:p>
            <a:pPr>
              <a:defRPr sz="1200"/>
            </a:pPr>
            <a:r>
              <a:t>D:/pasar_fix/node_modules/.bun/@tanstack+router-core@1.131.2/node_modules/@tanstack/router-core/dist/cjs/lru-cache.cjs.map</a:t>
            </a:r>
          </a:p>
          <a:p>
            <a:pPr>
              <a:defRPr sz="1200"/>
            </a:pPr>
            <a:r>
              <a:t>D:/pasar_fix/node_modules/.bun/@tanstack+router-core@1.131.2/node_modules/@tanstack/router-core/dist/cjs/lru-cache.d.cts</a:t>
            </a:r>
          </a:p>
          <a:p>
            <a:pPr>
              <a:defRPr sz="1200"/>
            </a:pPr>
            <a:r>
              <a:t>D:/pasar_fix/node_modules/.bun/@tanstack+router-core@1.131.2/node_modules/@tanstack/router-core/dist/cjs/manifest.d.cts</a:t>
            </a:r>
          </a:p>
          <a:p>
            <a:pPr>
              <a:defRPr sz="1200"/>
            </a:pPr>
            <a:r>
              <a:t>D:/pasar_fix/node_modules/.bun/@tanstack+router-core@1.131.2/node_modules/@tanstack/router-core/dist/cjs/Matches.cjs</a:t>
            </a:r>
          </a:p>
          <a:p>
            <a:pPr>
              <a:defRPr sz="1200"/>
            </a:pPr>
            <a:r>
              <a:t>D:/pasar_fix/node_modules/.bun/@tanstack+router-core@1.131.2/node_modules/@tanstack/router-core/dist/cjs/Matches.cjs.map</a:t>
            </a:r>
          </a:p>
          <a:p>
            <a:pPr>
              <a:defRPr sz="1200"/>
            </a:pPr>
            <a:r>
              <a:t>D:/pasar_fix/node_modules/.bun/@tanstack+router-core@1.131.2/node_modules/@tanstack/router-core/dist/cjs/Matches.d.cts</a:t>
            </a:r>
          </a:p>
          <a:p>
            <a:pPr>
              <a:defRPr sz="1200"/>
            </a:pPr>
            <a:r>
              <a:t>D:/pasar_fix/node_modules/.bun/@tanstack+router-core@1.131.2/node_modules/@tanstack/router-core/dist/cjs/not-found.cjs</a:t>
            </a:r>
          </a:p>
          <a:p>
            <a:pPr>
              <a:defRPr sz="1200"/>
            </a:pPr>
            <a:r>
              <a:t>D:/pasar_fix/node_modules/.bun/@tanstack+router-core@1.131.2/node_modules/@tanstack/router-core/dist/cjs/not-found.cjs.map</a:t>
            </a:r>
          </a:p>
          <a:p>
            <a:pPr>
              <a:defRPr sz="1200"/>
            </a:pPr>
            <a:r>
              <a:t>D:/pasar_fix/node_modules/.bun/@tanstack+router-core@1.131.2/node_modules/@tanstack/router-core/dist/cjs/not-found.d.cts</a:t>
            </a:r>
          </a:p>
          <a:p>
            <a:pPr>
              <a:defRPr sz="1200"/>
            </a:pPr>
            <a:r>
              <a:t>D:/pasar_fix/node_modules/.bun/@tanstack+router-core@1.131.2/node_modules/@tanstack/router-core/dist/cjs/path.cjs</a:t>
            </a:r>
          </a:p>
          <a:p>
            <a:pPr>
              <a:defRPr sz="1200"/>
            </a:pPr>
            <a:r>
              <a:t>D:/pasar_fix/node_modules/.bun/@tanstack+router-core@1.131.2/node_modules/@tanstack/router-core/dist/cjs/path.cjs.map</a:t>
            </a:r>
          </a:p>
          <a:p>
            <a:pPr>
              <a:defRPr sz="1200"/>
            </a:pPr>
            <a:r>
              <a:t>D:/pasar_fix/node_modules/.bun/@tanstack+router-core@1.131.2/node_modules/@tanstack/router-core/dist/cjs/path.d.cts</a:t>
            </a:r>
          </a:p>
          <a:p>
            <a:pPr>
              <a:defRPr sz="1200"/>
            </a:pPr>
            <a:r>
              <a:t>D:/pasar_fix/node_modules/.bun/@tanstack+router-core@1.131.2/node_modules/@tanstack/router-core/dist/cjs/qss.cjs</a:t>
            </a:r>
          </a:p>
          <a:p>
            <a:pPr>
              <a:defRPr sz="1200"/>
            </a:pPr>
            <a:r>
              <a:t>D:/pasar_fix/node_modules/.bun/@tanstack+router-core@1.131.2/node_modules/@tanstack/router-core/dist/cjs/qss.cjs.map</a:t>
            </a:r>
          </a:p>
          <a:p>
            <a:pPr>
              <a:defRPr sz="1200"/>
            </a:pPr>
            <a:r>
              <a:t>D:/pasar_fix/node_modules/.bun/@tanstack+router-core@1.131.2/node_modules/@tanstack/router-core/dist/cjs/qss.d.cts</a:t>
            </a:r>
          </a:p>
          <a:p>
            <a:pPr>
              <a:defRPr sz="1200"/>
            </a:pPr>
            <a:r>
              <a:t>D:/pasar_fix/node_modules/.bun/@tanstack+router-core@1.131.2/node_modules/@tanstack/router-core/dist/cjs/redirect.cjs</a:t>
            </a:r>
          </a:p>
          <a:p>
            <a:pPr>
              <a:defRPr sz="1200"/>
            </a:pPr>
            <a:r>
              <a:t>D:/pasar_fix/node_modules/.bun/@tanstack+router-core@1.131.2/node_modules/@tanstack/router-core/dist/cjs/redirect.cjs.map</a:t>
            </a:r>
          </a:p>
          <a:p>
            <a:pPr>
              <a:defRPr sz="1200"/>
            </a:pPr>
            <a:r>
              <a:t>D:/pasar_fix/node_modules/.bun/@tanstack+router-core@1.131.2/node_modules/@tanstack/router-core/dist/cjs/redirect.d.cts</a:t>
            </a:r>
          </a:p>
          <a:p>
            <a:pPr>
              <a:defRPr sz="1200"/>
            </a:pPr>
            <a:r>
              <a:t>D:/pasar_fix/node_modules/.bun/@tanstack+router-core@1.131.2/node_modules/@tanstack/router-core/dist/cjs/root.cjs</a:t>
            </a:r>
          </a:p>
          <a:p>
            <a:pPr>
              <a:defRPr sz="1200"/>
            </a:pPr>
            <a:r>
              <a:t>D:/pasar_fix/node_modules/.bun/@tanstack+router-core@1.131.2/node_modules/@tanstack/router-core/dist/cjs/root.cjs.map</a:t>
            </a:r>
          </a:p>
          <a:p>
            <a:pPr>
              <a:defRPr sz="1200"/>
            </a:pPr>
            <a:r>
              <a:t>D:/pasar_fix/node_modules/.bun/@tanstack+router-core@1.131.2/node_modules/@tanstack/router-core/dist/cjs/root.d.cts</a:t>
            </a:r>
          </a:p>
          <a:p>
            <a:pPr>
              <a:defRPr sz="1200"/>
            </a:pPr>
            <a:r>
              <a:t>D:/pasar_fix/node_modules/.bun/@tanstack+router-core@1.131.2/node_modules/@tanstack/router-core/dist/cjs/route.cjs</a:t>
            </a:r>
          </a:p>
          <a:p>
            <a:pPr>
              <a:defRPr sz="1200"/>
            </a:pPr>
            <a:r>
              <a:t>D:/pasar_fix/node_modules/.bun/@tanstack+router-core@1.131.2/node_modules/@tanstack/router-core/dist/cjs/route.cjs.map</a:t>
            </a:r>
          </a:p>
          <a:p>
            <a:pPr>
              <a:defRPr sz="1200"/>
            </a:pPr>
            <a:r>
              <a:t>D:/pasar_fix/node_modules/.bun/@tanstack+router-core@1.131.2/node_modules/@tanstack/router-core/dist/cjs/route.d.cts</a:t>
            </a:r>
          </a:p>
          <a:p>
            <a:pPr>
              <a:defRPr sz="1200"/>
            </a:pPr>
            <a:r>
              <a:t>D:/pasar_fix/node_modules/.bun/@tanstack+router-core@1.131.2/node_modules/@tanstack/router-core/dist/cjs/routeInfo.d.cts</a:t>
            </a:r>
          </a:p>
          <a:p>
            <a:pPr>
              <a:defRPr sz="1200"/>
            </a:pPr>
            <a:r>
              <a:t>D:/pasar_fix/node_modules/.bun/@tanstack+router-core@1.131.2/node_modules/@tanstack/router-core/dist/cjs/router.cjs</a:t>
            </a:r>
          </a:p>
          <a:p>
            <a:pPr>
              <a:defRPr sz="1200"/>
            </a:pPr>
            <a:r>
              <a:t>D:/pasar_fix/node_modules/.bun/@tanstack+router-core@1.131.2/node_modules/@tanstack/router-core/dist/cjs/router.cjs.map</a:t>
            </a:r>
          </a:p>
          <a:p>
            <a:pPr>
              <a:defRPr sz="1200"/>
            </a:pPr>
            <a:r>
              <a:t>D:/pasar_fix/node_modules/.bun/@tanstack+router-core@1.131.2/node_modules/@tanstack/router-core/dist/cjs/router.d.cts</a:t>
            </a:r>
          </a:p>
          <a:p>
            <a:pPr>
              <a:defRPr sz="1200"/>
            </a:pPr>
            <a:r>
              <a:t>D:/pasar_fix/node_modules/.bun/@tanstack+router-core@1.131.2/node_modules/@tanstack/router-core/dist/cjs/RouterProvider.d.cts</a:t>
            </a:r>
          </a:p>
          <a:p>
            <a:pPr>
              <a:defRPr sz="1200"/>
            </a:pPr>
            <a:r>
              <a:t>D:/pasar_fix/node_modules/.bun/@tanstack+router-core@1.131.2/node_modules/@tanstack/router-core/dist/cjs/scroll-restoration.cjs</a:t>
            </a:r>
          </a:p>
          <a:p>
            <a:pPr>
              <a:defRPr sz="1200"/>
            </a:pPr>
            <a:r>
              <a:t>D:/pasar_fix/node_modules/.bun/@tanstack+router-core@1.131.2/node_modules/@tanstack/router-core/dist/cjs/scroll-restoration.cjs.map</a:t>
            </a:r>
          </a:p>
          <a:p>
            <a:pPr>
              <a:defRPr sz="1200"/>
            </a:pPr>
            <a:r>
              <a:t>D:/pasar_fix/node_modules/.bun/@tanstack+router-core@1.131.2/node_modules/@tanstack/router-core/dist/cjs/scroll-restoration.d.cts</a:t>
            </a:r>
          </a:p>
          <a:p>
            <a:pPr>
              <a:defRPr sz="1200"/>
            </a:pPr>
            <a:r>
              <a:t>D:/pasar_fix/node_modules/.bun/@tanstack+router-core@1.131.2/node_modules/@tanstack/router-core/dist/cjs/searchMiddleware.cjs</a:t>
            </a:r>
          </a:p>
          <a:p>
            <a:pPr>
              <a:defRPr sz="1200"/>
            </a:pPr>
            <a:r>
              <a:t>D:/pasar_fix/node_modules/.bun/@tanstack+router-core@1.131.2/node_modules/@tanstack/router-core/dist/cjs/searchMiddleware.cjs.map</a:t>
            </a:r>
          </a:p>
          <a:p>
            <a:pPr>
              <a:defRPr sz="1200"/>
            </a:pPr>
            <a:r>
              <a:t>D:/pasar_fix/node_modules/.bun/@tanstack+router-core@1.131.2/node_modules/@tanstack/router-core/dist/cjs/searchMiddleware.d.cts</a:t>
            </a:r>
          </a:p>
          <a:p>
            <a:pPr>
              <a:defRPr sz="1200"/>
            </a:pPr>
            <a:r>
              <a:t>D:/pasar_fix/node_modules/.bun/@tanstack+router-core@1.131.2/node_modules/@tanstack/router-core/dist/cjs/searchParams.cjs</a:t>
            </a:r>
          </a:p>
          <a:p>
            <a:pPr>
              <a:defRPr sz="1200"/>
            </a:pPr>
            <a:r>
              <a:t>D:/pasar_fix/node_modules/.bun/@tanstack+router-core@1.131.2/node_modules/@tanstack/router-core/dist/cjs/searchParams.cjs.map</a:t>
            </a:r>
          </a:p>
          <a:p>
            <a:pPr>
              <a:defRPr sz="1200"/>
            </a:pPr>
            <a:r>
              <a:t>D:/pasar_fix/node_modules/.bun/@tanstack+router-core@1.131.2/node_modules/@tanstack/router-core/dist/cjs/searchParams.d.cts</a:t>
            </a:r>
          </a:p>
          <a:p>
            <a:pPr>
              <a:defRPr sz="1200"/>
            </a:pPr>
            <a:r>
              <a:t>D:/pasar_fix/node_modules/.bun/@tanstack+router-core@1.131.2/node_modules/@tanstack/router-core/dist/cjs/structuralSharing.d.cts</a:t>
            </a:r>
          </a:p>
          <a:p>
            <a:pPr>
              <a:defRPr sz="1200"/>
            </a:pPr>
            <a:r>
              <a:t>D:/pasar_fix/node_modules/.bun/@tanstack+router-core@1.131.2/node_modules/@tanstack/router-core/dist/cjs/typePrimitives.d.cts</a:t>
            </a:r>
          </a:p>
          <a:p>
            <a:pPr>
              <a:defRPr sz="1200"/>
            </a:pPr>
            <a:r>
              <a:t>D:/pasar_fix/node_modules/.bun/@tanstack+router-core@1.131.2/node_modules/@tanstack/router-core/dist/cjs/useLoaderData.d.cts</a:t>
            </a:r>
          </a:p>
          <a:p>
            <a:pPr>
              <a:defRPr sz="1200"/>
            </a:pPr>
            <a:r>
              <a:t>D:/pasar_fix/node_modules/.bun/@tanstack+router-core@1.131.2/node_modules/@tanstack/router-core/dist/cjs/useLoaderDeps.d.cts</a:t>
            </a:r>
          </a:p>
          <a:p>
            <a:pPr>
              <a:defRPr sz="1200"/>
            </a:pPr>
            <a:r>
              <a:t>D:/pasar_fix/node_modules/.bun/@tanstack+router-core@1.131.2/node_modules/@tanstack/router-core/dist/cjs/useNavigate.d.cts</a:t>
            </a:r>
          </a:p>
          <a:p>
            <a:pPr>
              <a:defRPr sz="1200"/>
            </a:pPr>
            <a:r>
              <a:t>D:/pasar_fix/node_modules/.bun/@tanstack+router-core@1.131.2/node_modules/@tanstack/router-core/dist/cjs/useParams.d.cts</a:t>
            </a:r>
          </a:p>
          <a:p>
            <a:pPr>
              <a:defRPr sz="1200"/>
            </a:pPr>
            <a:r>
              <a:t>D:/pasar_fix/node_modules/.bun/@tanstack+router-core@1.131.2/node_modules/@tanstack/router-core/dist/cjs/useRouteContext.d.cts</a:t>
            </a:r>
          </a:p>
          <a:p>
            <a:pPr>
              <a:defRPr sz="1200"/>
            </a:pPr>
            <a:r>
              <a:t>D:/pasar_fix/node_modules/.bun/@tanstack+router-core@1.131.2/node_modules/@tanstack/router-core/dist/cjs/useSearch.d.cts</a:t>
            </a:r>
          </a:p>
          <a:p>
            <a:pPr>
              <a:defRPr sz="1200"/>
            </a:pPr>
            <a:r>
              <a:t>D:/pasar_fix/node_modules/.bun/@tanstack+router-core@1.131.2/node_modules/@tanstack/router-core/dist/cjs/utils.cjs</a:t>
            </a:r>
          </a:p>
          <a:p>
            <a:pPr>
              <a:defRPr sz="1200"/>
            </a:pPr>
            <a:r>
              <a:t>D:/pasar_fix/node_modules/.bun/@tanstack+router-core@1.131.2/node_modules/@tanstack/router-core/dist/cjs/utils.cjs.map</a:t>
            </a:r>
          </a:p>
          <a:p>
            <a:pPr>
              <a:defRPr sz="1200"/>
            </a:pPr>
            <a:r>
              <a:t>D:/pasar_fix/node_modules/.bun/@tanstack+router-core@1.131.2/node_modules/@tanstack/router-core/dist/cjs/utils.d.cts</a:t>
            </a:r>
          </a:p>
          <a:p>
            <a:pPr>
              <a:defRPr sz="1200"/>
            </a:pPr>
            <a:r>
              <a:t>D:/pasar_fix/node_modules/.bun/@tanstack+router-core@1.131.2/node_modules/@tanstack/router-core/dist/cjs/validators.d.cts</a:t>
            </a:r>
          </a:p>
          <a:p>
            <a:pPr>
              <a:defRPr sz="1200"/>
            </a:pPr>
            <a:r>
              <a:t>D:/pasar_fix/node_modules/.bun/@tanstack+router-core@1.131.2/node_modules/@tanstack/router-core/dist/cjs/ssr/client.cjs</a:t>
            </a:r>
          </a:p>
          <a:p>
            <a:pPr>
              <a:defRPr sz="1200"/>
            </a:pPr>
            <a:r>
              <a:t>D:/pasar_fix/node_modules/.bun/@tanstack+router-core@1.131.2/node_modules/@tanstack/router-core/dist/cjs/ssr/client.cjs.map</a:t>
            </a:r>
          </a:p>
          <a:p>
            <a:pPr>
              <a:defRPr sz="1200"/>
            </a:pPr>
            <a:r>
              <a:t>D:/pasar_fix/node_modules/.bun/@tanstack+router-core@1.131.2/node_modules/@tanstack/router-core/dist/cjs/ssr/client.d.cts</a:t>
            </a:r>
          </a:p>
          <a:p>
            <a:pPr>
              <a:defRPr sz="1200"/>
            </a:pPr>
            <a:r>
              <a:t>D:/pasar_fix/node_modules/.bun/@tanstack+router-core@1.131.2/node_modules/@tanstack/router-core/dist/cjs/ssr/createRequestHandler.cjs</a:t>
            </a:r>
          </a:p>
          <a:p>
            <a:pPr>
              <a:defRPr sz="1200"/>
            </a:pPr>
            <a:r>
              <a:t>D:/pasar_fix/node_modules/.bun/@tanstack+router-core@1.131.2/node_modules/@tanstack/router-core/dist/cjs/ssr/createRequestHandler.cjs.map</a:t>
            </a:r>
          </a:p>
          <a:p>
            <a:pPr>
              <a:defRPr sz="1200"/>
            </a:pPr>
            <a:r>
              <a:t>D:/pasar_fix/node_modules/.bun/@tanstack+router-core@1.131.2/node_modules/@tanstack/router-core/dist/cjs/ssr/createRequestHandler.d.cts</a:t>
            </a:r>
          </a:p>
          <a:p>
            <a:pPr>
              <a:defRPr sz="1200"/>
            </a:pPr>
            <a:r>
              <a:t>D:/pasar_fix/node_modules/.bun/@tanstack+router-core@1.131.2/node_modules/@tanstack/router-core/dist/cjs/ssr/handlerCallback.cjs</a:t>
            </a:r>
          </a:p>
          <a:p>
            <a:pPr>
              <a:defRPr sz="1200"/>
            </a:pPr>
            <a:r>
              <a:t>D:/pasar_fix/node_modules/.bun/@tanstack+router-core@1.131.2/node_modules/@tanstack/router-core/dist/cjs/ssr/handlerCallback.cjs.map</a:t>
            </a:r>
          </a:p>
          <a:p>
            <a:pPr>
              <a:defRPr sz="1200"/>
            </a:pPr>
            <a:r>
              <a:t>D:/pasar_fix/node_modules/.bun/@tanstack+router-core@1.131.2/node_modules/@tanstack/router-core/dist/cjs/ssr/handlerCallback.d.cts</a:t>
            </a:r>
          </a:p>
          <a:p>
            <a:pPr>
              <a:defRPr sz="1200"/>
            </a:pPr>
            <a:r>
              <a:t>D:/pasar_fix/node_modules/.bun/@tanstack+router-core@1.131.2/node_modules/@tanstack/router-core/dist/cjs/ssr/headers.cjs</a:t>
            </a:r>
          </a:p>
          <a:p>
            <a:pPr>
              <a:defRPr sz="1200"/>
            </a:pPr>
            <a:r>
              <a:t>D:/pasar_fix/node_modules/.bun/@tanstack+router-core@1.131.2/node_modules/@tanstack/router-core/dist/cjs/ssr/headers.cjs.map</a:t>
            </a:r>
          </a:p>
          <a:p>
            <a:pPr>
              <a:defRPr sz="1200"/>
            </a:pPr>
            <a:r>
              <a:t>D:/pasar_fix/node_modules/.bun/@tanstack+router-core@1.131.2/node_modules/@tanstack/router-core/dist/cjs/ssr/headers.d.cts</a:t>
            </a:r>
          </a:p>
          <a:p>
            <a:pPr>
              <a:defRPr sz="1200"/>
            </a:pPr>
            <a:r>
              <a:t>D:/pasar_fix/node_modules/.bun/@tanstack+router-core@1.131.2/node_modules/@tanstack/router-core/dist/cjs/ssr/json.cjs</a:t>
            </a:r>
          </a:p>
          <a:p>
            <a:pPr>
              <a:defRPr sz="1200"/>
            </a:pPr>
            <a:r>
              <a:t>D:/pasar_fix/node_modules/.bun/@tanstack+router-core@1.131.2/node_modules/@tanstack/router-core/dist/cjs/ssr/json.cjs.map</a:t>
            </a:r>
          </a:p>
          <a:p>
            <a:pPr>
              <a:defRPr sz="1200"/>
            </a:pPr>
            <a:r>
              <a:t>D:/pasar_fix/node_modules/.bun/@tanstack+router-core@1.131.2/node_modules/@tanstack/router-core/dist/cjs/ssr/json.d.cts</a:t>
            </a:r>
          </a:p>
          <a:p>
            <a:pPr>
              <a:defRPr sz="1200"/>
            </a:pPr>
            <a:r>
              <a:t>D:/pasar_fix/node_modules/.bun/@tanstack+router-core@1.131.2/node_modules/@tanstack/router-core/dist/cjs/ssr/seroval-plugins.cjs</a:t>
            </a:r>
          </a:p>
          <a:p>
            <a:pPr>
              <a:defRPr sz="1200"/>
            </a:pPr>
            <a:r>
              <a:t>D:/pasar_fix/node_modules/.bun/@tanstack+router-core@1.131.2/node_modules/@tanstack/router-core/dist/cjs/ssr/seroval-plugins.cjs.map</a:t>
            </a:r>
          </a:p>
          <a:p>
            <a:pPr>
              <a:defRPr sz="1200"/>
            </a:pPr>
            <a:r>
              <a:t>D:/pasar_fix/node_modules/.bun/@tanstack+router-core@1.131.2/node_modules/@tanstack/router-core/dist/cjs/ssr/seroval-plugins.d.cts</a:t>
            </a:r>
          </a:p>
          <a:p>
            <a:pPr>
              <a:defRPr sz="1200"/>
            </a:pPr>
            <a:r>
              <a:t>D:/pasar_fix/node_modules/.bun/@tanstack+router-core@1.131.2/node_modules/@tanstack/router-core/dist/cjs/ssr/server.cjs</a:t>
            </a:r>
          </a:p>
          <a:p>
            <a:pPr>
              <a:defRPr sz="1200"/>
            </a:pPr>
            <a:r>
              <a:t>D:/pasar_fix/node_modules/.bun/@tanstack+router-core@1.131.2/node_modules/@tanstack/router-core/dist/cjs/ssr/server.cjs.map</a:t>
            </a:r>
          </a:p>
          <a:p>
            <a:pPr>
              <a:defRPr sz="1200"/>
            </a:pPr>
            <a:r>
              <a:t>D:/pasar_fix/node_modules/.bun/@tanstack+router-core@1.131.2/node_modules/@tanstack/router-core/dist/cjs/ssr/server.d.cts</a:t>
            </a:r>
          </a:p>
          <a:p>
            <a:pPr>
              <a:defRPr sz="1200"/>
            </a:pPr>
            <a:r>
              <a:t>D:/pasar_fix/node_modules/.bun/@tanstack+router-core@1.131.2/node_modules/@tanstack/router-core/dist/cjs/ssr/ssr-client.cjs</a:t>
            </a:r>
          </a:p>
          <a:p>
            <a:pPr>
              <a:defRPr sz="1200"/>
            </a:pPr>
            <a:r>
              <a:t>D:/pasar_fix/node_modules/.bun/@tanstack+router-core@1.131.2/node_modules/@tanstack/router-core/dist/cjs/ssr/ssr-client.cjs.map</a:t>
            </a:r>
          </a:p>
          <a:p>
            <a:pPr>
              <a:defRPr sz="1200"/>
            </a:pPr>
            <a:r>
              <a:t>D:/pasar_fix/node_modules/.bun/@tanstack+router-core@1.131.2/node_modules/@tanstack/router-core/dist/cjs/ssr/ssr-client.d.cts</a:t>
            </a:r>
          </a:p>
          <a:p>
            <a:pPr>
              <a:defRPr sz="1200"/>
            </a:pPr>
            <a:r>
              <a:t>D:/pasar_fix/node_modules/.bun/@tanstack+router-core@1.131.2/node_modules/@tanstack/router-core/dist/cjs/ssr/ssr-server.cjs</a:t>
            </a:r>
          </a:p>
          <a:p>
            <a:pPr>
              <a:defRPr sz="1200"/>
            </a:pPr>
            <a:r>
              <a:t>D:/pasar_fix/node_modules/.bun/@tanstack+router-core@1.131.2/node_modules/@tanstack/router-core/dist/cjs/ssr/ssr-server.cjs.map</a:t>
            </a:r>
          </a:p>
          <a:p>
            <a:pPr>
              <a:defRPr sz="1200"/>
            </a:pPr>
            <a:r>
              <a:t>D:/pasar_fix/node_modules/.bun/@tanstack+router-core@1.131.2/node_modules/@tanstack/router-core/dist/cjs/ssr/ssr-server.d.cts</a:t>
            </a:r>
          </a:p>
          <a:p>
            <a:pPr>
              <a:defRPr sz="1200"/>
            </a:pPr>
            <a:r>
              <a:t>D:/pasar_fix/node_modules/.bun/@tanstack+router-core@1.131.2/node_modules/@tanstack/router-core/dist/cjs/ssr/transformStreamWithRouter.cjs</a:t>
            </a:r>
          </a:p>
          <a:p>
            <a:pPr>
              <a:defRPr sz="1200"/>
            </a:pPr>
            <a:r>
              <a:t>D:/pasar_fix/node_modules/.bun/@tanstack+router-core@1.131.2/node_modules/@tanstack/router-core/dist/cjs/ssr/transformStreamWithRouter.cjs.map</a:t>
            </a:r>
          </a:p>
          <a:p>
            <a:pPr>
              <a:defRPr sz="1200"/>
            </a:pPr>
            <a:r>
              <a:t>D:/pasar_fix/node_modules/.bun/@tanstack+router-core@1.131.2/node_modules/@tanstack/router-core/dist/cjs/ssr/transformStreamWithRouter.d.cts</a:t>
            </a:r>
          </a:p>
          <a:p>
            <a:pPr>
              <a:defRPr sz="1200"/>
            </a:pPr>
            <a:r>
              <a:t>D:/pasar_fix/node_modules/.bun/@tanstack+router-core@1.131.2/node_modules/@tanstack/router-core/dist/cjs/ssr/tsrScript.cjs</a:t>
            </a:r>
          </a:p>
          <a:p>
            <a:pPr>
              <a:defRPr sz="1200"/>
            </a:pPr>
            <a:r>
              <a:t>D:/pasar_fix/node_modules/.bun/@tanstack+router-core@1.131.2/node_modules/@tanstack/router-core/dist/cjs/ssr/tsrScript.cjs.map</a:t>
            </a:r>
          </a:p>
          <a:p>
            <a:pPr>
              <a:defRPr sz="1200"/>
            </a:pPr>
            <a:r>
              <a:t>D:/pasar_fix/node_modules/.bun/@tanstack+router-core@1.131.2/node_modules/@tanstack/router-core/dist/cjs/ssr/tsrScript.d.cts</a:t>
            </a:r>
          </a:p>
          <a:p>
            <a:pPr>
              <a:defRPr sz="1200"/>
            </a:pPr>
            <a:r>
              <a:t>D:/pasar_fix/node_modules/.bun/@tanstack+router-core@1.131.2/node_modules/@tanstack/router-core/dist/esm/defer.d.ts</a:t>
            </a:r>
          </a:p>
          <a:p>
            <a:pPr>
              <a:defRPr sz="1200"/>
            </a:pPr>
            <a:r>
              <a:t>D:/pasar_fix/node_modules/.bun/@tanstack+router-core@1.131.2/node_modules/@tanstack/router-core/dist/esm/defer.js</a:t>
            </a:r>
          </a:p>
          <a:p>
            <a:pPr>
              <a:defRPr sz="1200"/>
            </a:pPr>
            <a:r>
              <a:t>D:/pasar_fix/node_modules/.bun/@tanstack+router-core@1.131.2/node_modules/@tanstack/router-core/dist/esm/defer.js.map</a:t>
            </a:r>
          </a:p>
          <a:p>
            <a:pPr>
              <a:defRPr sz="1200"/>
            </a:pPr>
            <a:r>
              <a:t>D:/pasar_fix/node_modules/.bun/@tanstack+router-core@1.131.2/node_modules/@tanstack/router-core/dist/esm/fileRoute.d.ts</a:t>
            </a:r>
          </a:p>
          <a:p>
            <a:pPr>
              <a:defRPr sz="1200"/>
            </a:pPr>
            <a:r>
              <a:t>D:/pasar_fix/node_modules/.bun/@tanstack+router-core@1.131.2/node_modules/@tanstack/router-core/dist/esm/global.d.ts</a:t>
            </a:r>
          </a:p>
          <a:p>
            <a:pPr>
              <a:defRPr sz="1200"/>
            </a:pPr>
            <a:r>
              <a:t>D:/pasar_fix/node_modules/.bun/@tanstack+router-core@1.131.2/node_modules/@tanstack/router-core/dist/esm/history.d.ts</a:t>
            </a:r>
          </a:p>
          <a:p>
            <a:pPr>
              <a:defRPr sz="1200"/>
            </a:pPr>
            <a:r>
              <a:t>D:/pasar_fix/node_modules/.bun/@tanstack+router-core@1.131.2/node_modules/@tanstack/router-core/dist/esm/index.d.ts</a:t>
            </a:r>
          </a:p>
          <a:p>
            <a:pPr>
              <a:defRPr sz="1200"/>
            </a:pPr>
            <a:r>
              <a:t>D:/pasar_fix/node_modules/.bun/@tanstack+router-core@1.131.2/node_modules/@tanstack/router-core/dist/esm/index.js</a:t>
            </a:r>
          </a:p>
          <a:p>
            <a:pPr>
              <a:defRPr sz="1200"/>
            </a:pPr>
            <a:r>
              <a:t>D:/pasar_fix/node_modules/.bun/@tanstack+router-core@1.131.2/node_modules/@tanstack/router-core/dist/esm/index.js.map</a:t>
            </a:r>
          </a:p>
          <a:p>
            <a:pPr>
              <a:defRPr sz="1200"/>
            </a:pPr>
            <a:r>
              <a:t>D:/pasar_fix/node_modules/.bun/@tanstack+router-core@1.131.2/node_modules/@tanstack/router-core/dist/esm/link.d.ts</a:t>
            </a:r>
          </a:p>
          <a:p>
            <a:pPr>
              <a:defRPr sz="1200"/>
            </a:pPr>
            <a:r>
              <a:t>D:/pasar_fix/node_modules/.bun/@tanstack+router-core@1.131.2/node_modules/@tanstack/router-core/dist/esm/link.js</a:t>
            </a:r>
          </a:p>
          <a:p>
            <a:pPr>
              <a:defRPr sz="1200"/>
            </a:pPr>
            <a:r>
              <a:t>D:/pasar_fix/node_modules/.bun/@tanstack+router-core@1.131.2/node_modules/@tanstack/router-core/dist/esm/link.js.map</a:t>
            </a:r>
          </a:p>
          <a:p>
            <a:pPr>
              <a:defRPr sz="1200"/>
            </a:pPr>
            <a:r>
              <a:t>D:/pasar_fix/node_modules/.bun/@tanstack+router-core@1.131.2/node_modules/@tanstack/router-core/dist/esm/location.d.ts</a:t>
            </a:r>
          </a:p>
          <a:p>
            <a:pPr>
              <a:defRPr sz="1200"/>
            </a:pPr>
            <a:r>
              <a:t>D:/pasar_fix/node_modules/.bun/@tanstack+router-core@1.131.2/node_modules/@tanstack/router-core/dist/esm/lru-cache.d.ts</a:t>
            </a:r>
          </a:p>
          <a:p>
            <a:pPr>
              <a:defRPr sz="1200"/>
            </a:pPr>
            <a:r>
              <a:t>D:/pasar_fix/node_modules/.bun/@tanstack+router-core@1.131.2/node_modules/@tanstack/router-core/dist/esm/lru-cache.js</a:t>
            </a:r>
          </a:p>
          <a:p>
            <a:pPr>
              <a:defRPr sz="1200"/>
            </a:pPr>
            <a:r>
              <a:t>D:/pasar_fix/node_modules/.bun/@tanstack+router-core@1.131.2/node_modules/@tanstack/router-core/dist/esm/lru-cache.js.map</a:t>
            </a:r>
          </a:p>
          <a:p>
            <a:pPr>
              <a:defRPr sz="1200"/>
            </a:pPr>
            <a:r>
              <a:t>D:/pasar_fix/node_modules/.bun/@tanstack+router-core@1.131.2/node_modules/@tanstack/router-core/dist/esm/manifest.d.ts</a:t>
            </a:r>
          </a:p>
          <a:p>
            <a:pPr>
              <a:defRPr sz="1200"/>
            </a:pPr>
            <a:r>
              <a:t>D:/pasar_fix/node_modules/.bun/@tanstack+router-core@1.131.2/node_modules/@tanstack/router-core/dist/esm/Matches.d.ts</a:t>
            </a:r>
          </a:p>
          <a:p>
            <a:pPr>
              <a:defRPr sz="1200"/>
            </a:pPr>
            <a:r>
              <a:t>D:/pasar_fix/node_modules/.bun/@tanstack+router-core@1.131.2/node_modules/@tanstack/router-core/dist/esm/Matches.js</a:t>
            </a:r>
          </a:p>
          <a:p>
            <a:pPr>
              <a:defRPr sz="1200"/>
            </a:pPr>
            <a:r>
              <a:t>D:/pasar_fix/node_modules/.bun/@tanstack+router-core@1.131.2/node_modules/@tanstack/router-core/dist/esm/Matches.js.map</a:t>
            </a:r>
          </a:p>
          <a:p>
            <a:pPr>
              <a:defRPr sz="1200"/>
            </a:pPr>
            <a:r>
              <a:t>D:/pasar_fix/node_modules/.bun/@tanstack+router-core@1.131.2/node_modules/@tanstack/router-core/dist/esm/not-found.d.ts</a:t>
            </a:r>
          </a:p>
          <a:p>
            <a:pPr>
              <a:defRPr sz="1200"/>
            </a:pPr>
            <a:r>
              <a:t>D:/pasar_fix/node_modules/.bun/@tanstack+router-core@1.131.2/node_modules/@tanstack/router-core/dist/esm/not-found.js</a:t>
            </a:r>
          </a:p>
          <a:p>
            <a:pPr>
              <a:defRPr sz="1200"/>
            </a:pPr>
            <a:r>
              <a:t>D:/pasar_fix/node_modules/.bun/@tanstack+router-core@1.131.2/node_modules/@tanstack/router-core/dist/esm/not-found.js.map</a:t>
            </a:r>
          </a:p>
          <a:p>
            <a:pPr>
              <a:defRPr sz="1200"/>
            </a:pPr>
            <a:r>
              <a:t>D:/pasar_fix/node_modules/.bun/@tanstack+router-core@1.131.2/node_modules/@tanstack/router-core/dist/esm/path.d.ts</a:t>
            </a:r>
          </a:p>
          <a:p>
            <a:pPr>
              <a:defRPr sz="1200"/>
            </a:pPr>
            <a:r>
              <a:t>D:/pasar_fix/node_modules/.bun/@tanstack+router-core@1.131.2/node_modules/@tanstack/router-core/dist/esm/path.js</a:t>
            </a:r>
          </a:p>
          <a:p>
            <a:pPr>
              <a:defRPr sz="1200"/>
            </a:pPr>
            <a:r>
              <a:t>D:/pasar_fix/node_modules/.bun/@tanstack+router-core@1.131.2/node_modules/@tanstack/router-core/dist/esm/path.js.map</a:t>
            </a:r>
          </a:p>
          <a:p>
            <a:pPr>
              <a:defRPr sz="1200"/>
            </a:pPr>
            <a:r>
              <a:t>D:/pasar_fix/node_modules/.bun/@tanstack+router-core@1.131.2/node_modules/@tanstack/router-core/dist/esm/qss.d.ts</a:t>
            </a:r>
          </a:p>
          <a:p>
            <a:pPr>
              <a:defRPr sz="1200"/>
            </a:pPr>
            <a:r>
              <a:t>D:/pasar_fix/node_modules/.bun/@tanstack+router-core@1.131.2/node_modules/@tanstack/router-core/dist/esm/qss.js</a:t>
            </a:r>
          </a:p>
          <a:p>
            <a:pPr>
              <a:defRPr sz="1200"/>
            </a:pPr>
            <a:r>
              <a:t>D:/pasar_fix/node_modules/.bun/@tanstack+router-core@1.131.2/node_modules/@tanstack/router-core/dist/esm/qss.js.map</a:t>
            </a:r>
          </a:p>
          <a:p>
            <a:pPr>
              <a:defRPr sz="1200"/>
            </a:pPr>
            <a:r>
              <a:t>D:/pasar_fix/node_modules/.bun/@tanstack+router-core@1.131.2/node_modules/@tanstack/router-core/dist/esm/redirect.d.ts</a:t>
            </a:r>
          </a:p>
          <a:p>
            <a:pPr>
              <a:defRPr sz="1200"/>
            </a:pPr>
            <a:r>
              <a:t>D:/pasar_fix/node_modules/.bun/@tanstack+router-core@1.131.2/node_modules/@tanstack/router-core/dist/esm/redirect.js</a:t>
            </a:r>
          </a:p>
          <a:p>
            <a:pPr>
              <a:defRPr sz="1200"/>
            </a:pPr>
            <a:r>
              <a:t>D:/pasar_fix/node_modules/.bun/@tanstack+router-core@1.131.2/node_modules/@tanstack/router-core/dist/esm/redirect.js.map</a:t>
            </a:r>
          </a:p>
          <a:p>
            <a:pPr>
              <a:defRPr sz="1200"/>
            </a:pPr>
            <a:r>
              <a:t>D:/pasar_fix/node_modules/.bun/@tanstack+router-core@1.131.2/node_modules/@tanstack/router-core/dist/esm/root.d.ts</a:t>
            </a:r>
          </a:p>
          <a:p>
            <a:pPr>
              <a:defRPr sz="1200"/>
            </a:pPr>
            <a:r>
              <a:t>D:/pasar_fix/node_modules/.bun/@tanstack+router-core@1.131.2/node_modules/@tanstack/router-core/dist/esm/root.js</a:t>
            </a:r>
          </a:p>
          <a:p>
            <a:pPr>
              <a:defRPr sz="1200"/>
            </a:pPr>
            <a:r>
              <a:t>D:/pasar_fix/node_modules/.bun/@tanstack+router-core@1.131.2/node_modules/@tanstack/router-core/dist/esm/root.js.map</a:t>
            </a:r>
          </a:p>
          <a:p>
            <a:pPr>
              <a:defRPr sz="1200"/>
            </a:pPr>
            <a:r>
              <a:t>D:/pasar_fix/node_modules/.bun/@tanstack+router-core@1.131.2/node_modules/@tanstack/router-core/dist/esm/route.d.ts</a:t>
            </a:r>
          </a:p>
          <a:p>
            <a:pPr>
              <a:defRPr sz="1200"/>
            </a:pPr>
            <a:r>
              <a:t>D:/pasar_fix/node_modules/.bun/@tanstack+router-core@1.131.2/node_modules/@tanstack/router-core/dist/esm/route.js</a:t>
            </a:r>
          </a:p>
          <a:p>
            <a:pPr>
              <a:defRPr sz="1200"/>
            </a:pPr>
            <a:r>
              <a:t>D:/pasar_fix/node_modules/.bun/@tanstack+router-core@1.131.2/node_modules/@tanstack/router-core/dist/esm/route.js.map</a:t>
            </a:r>
          </a:p>
          <a:p>
            <a:pPr>
              <a:defRPr sz="1200"/>
            </a:pPr>
            <a:r>
              <a:t>D:/pasar_fix/node_modules/.bun/@tanstack+router-core@1.131.2/node_modules/@tanstack/router-core/dist/esm/routeInfo.d.ts</a:t>
            </a:r>
          </a:p>
          <a:p>
            <a:pPr>
              <a:defRPr sz="1200"/>
            </a:pPr>
            <a:r>
              <a:t>D:/pasar_fix/node_modules/.bun/@tanstack+router-core@1.131.2/node_modules/@tanstack/router-core/dist/esm/router.d.ts</a:t>
            </a:r>
          </a:p>
          <a:p>
            <a:pPr>
              <a:defRPr sz="1200"/>
            </a:pPr>
            <a:r>
              <a:t>D:/pasar_fix/node_modules/.bun/@tanstack+router-core@1.131.2/node_modules/@tanstack/router-core/dist/esm/router.js</a:t>
            </a:r>
          </a:p>
          <a:p>
            <a:pPr>
              <a:defRPr sz="1200"/>
            </a:pPr>
            <a:r>
              <a:t>D:/pasar_fix/node_modules/.bun/@tanstack+router-core@1.131.2/node_modules/@tanstack/router-core/dist/esm/router.js.map</a:t>
            </a:r>
          </a:p>
          <a:p>
            <a:pPr>
              <a:defRPr sz="1200"/>
            </a:pPr>
            <a:r>
              <a:t>D:/pasar_fix/node_modules/.bun/@tanstack+router-core@1.131.2/node_modules/@tanstack/router-core/dist/esm/RouterProvider.d.ts</a:t>
            </a:r>
          </a:p>
          <a:p>
            <a:pPr>
              <a:defRPr sz="1200"/>
            </a:pPr>
            <a:r>
              <a:t>D:/pasar_fix/node_modules/.bun/@tanstack+router-core@1.131.2/node_modules/@tanstack/router-core/dist/esm/scroll-restoration.d.ts</a:t>
            </a:r>
          </a:p>
          <a:p>
            <a:pPr>
              <a:defRPr sz="1200"/>
            </a:pPr>
            <a:r>
              <a:t>D:/pasar_fix/node_modules/.bun/@tanstack+router-core@1.131.2/node_modules/@tanstack/router-core/dist/esm/scroll-restoration.js</a:t>
            </a:r>
          </a:p>
          <a:p>
            <a:pPr>
              <a:defRPr sz="1200"/>
            </a:pPr>
            <a:r>
              <a:t>D:/pasar_fix/node_modules/.bun/@tanstack+router-core@1.131.2/node_modules/@tanstack/router-core/dist/esm/scroll-restoration.js.map</a:t>
            </a:r>
          </a:p>
          <a:p>
            <a:pPr>
              <a:defRPr sz="1200"/>
            </a:pPr>
            <a:r>
              <a:t>D:/pasar_fix/node_modules/.bun/@tanstack+router-core@1.131.2/node_modules/@tanstack/router-core/dist/esm/searchMiddleware.d.ts</a:t>
            </a:r>
          </a:p>
          <a:p>
            <a:pPr>
              <a:defRPr sz="1200"/>
            </a:pPr>
            <a:r>
              <a:t>D:/pasar_fix/node_modules/.bun/@tanstack+router-core@1.131.2/node_modules/@tanstack/router-core/dist/esm/searchMiddleware.js</a:t>
            </a:r>
          </a:p>
          <a:p>
            <a:pPr>
              <a:defRPr sz="1200"/>
            </a:pPr>
            <a:r>
              <a:t>D:/pasar_fix/node_modules/.bun/@tanstack+router-core@1.131.2/node_modules/@tanstack/router-core/dist/esm/searchMiddleware.js.map</a:t>
            </a:r>
          </a:p>
          <a:p>
            <a:pPr>
              <a:defRPr sz="1200"/>
            </a:pPr>
            <a:r>
              <a:t>D:/pasar_fix/node_modules/.bun/@tanstack+router-core@1.131.2/node_modules/@tanstack/router-core/dist/esm/searchParams.d.ts</a:t>
            </a:r>
          </a:p>
          <a:p>
            <a:pPr>
              <a:defRPr sz="1200"/>
            </a:pPr>
            <a:r>
              <a:t>D:/pasar_fix/node_modules/.bun/@tanstack+router-core@1.131.2/node_modules/@tanstack/router-core/dist/esm/searchParams.js</a:t>
            </a:r>
          </a:p>
          <a:p>
            <a:pPr>
              <a:defRPr sz="1200"/>
            </a:pPr>
            <a:r>
              <a:t>D:/pasar_fix/node_modules/.bun/@tanstack+router-core@1.131.2/node_modules/@tanstack/router-core/dist/esm/searchParams.js.map</a:t>
            </a:r>
          </a:p>
          <a:p>
            <a:pPr>
              <a:defRPr sz="1200"/>
            </a:pPr>
            <a:r>
              <a:t>D:/pasar_fix/node_modules/.bun/@tanstack+router-core@1.131.2/node_modules/@tanstack/router-core/dist/esm/structuralSharing.d.ts</a:t>
            </a:r>
          </a:p>
          <a:p>
            <a:pPr>
              <a:defRPr sz="1200"/>
            </a:pPr>
            <a:r>
              <a:t>D:/pasar_fix/node_modules/.bun/@tanstack+router-core@1.131.2/node_modules/@tanstack/router-core/dist/esm/typePrimitives.d.ts</a:t>
            </a:r>
          </a:p>
          <a:p>
            <a:pPr>
              <a:defRPr sz="1200"/>
            </a:pPr>
            <a:r>
              <a:t>D:/pasar_fix/node_modules/.bun/@tanstack+router-core@1.131.2/node_modules/@tanstack/router-core/dist/esm/useLoaderData.d.ts</a:t>
            </a:r>
          </a:p>
          <a:p>
            <a:pPr>
              <a:defRPr sz="1200"/>
            </a:pPr>
            <a:r>
              <a:t>D:/pasar_fix/node_modules/.bun/@tanstack+router-core@1.131.2/node_modules/@tanstack/router-core/dist/esm/useLoaderDeps.d.ts</a:t>
            </a:r>
          </a:p>
          <a:p>
            <a:pPr>
              <a:defRPr sz="1200"/>
            </a:pPr>
            <a:r>
              <a:t>D:/pasar_fix/node_modules/.bun/@tanstack+router-core@1.131.2/node_modules/@tanstack/router-core/dist/esm/useNavigate.d.ts</a:t>
            </a:r>
          </a:p>
          <a:p>
            <a:pPr>
              <a:defRPr sz="1200"/>
            </a:pPr>
            <a:r>
              <a:t>D:/pasar_fix/node_modules/.bun/@tanstack+router-core@1.131.2/node_modules/@tanstack/router-core/dist/esm/useParams.d.ts</a:t>
            </a:r>
          </a:p>
          <a:p>
            <a:pPr>
              <a:defRPr sz="1200"/>
            </a:pPr>
            <a:r>
              <a:t>D:/pasar_fix/node_modules/.bun/@tanstack+router-core@1.131.2/node_modules/@tanstack/router-core/dist/esm/useRouteContext.d.ts</a:t>
            </a:r>
          </a:p>
          <a:p>
            <a:pPr>
              <a:defRPr sz="1200"/>
            </a:pPr>
            <a:r>
              <a:t>D:/pasar_fix/node_modules/.bun/@tanstack+router-core@1.131.2/node_modules/@tanstack/router-core/dist/esm/useSearch.d.ts</a:t>
            </a:r>
          </a:p>
          <a:p>
            <a:pPr>
              <a:defRPr sz="1200"/>
            </a:pPr>
            <a:r>
              <a:t>D:/pasar_fix/node_modules/.bun/@tanstack+router-core@1.131.2/node_modules/@tanstack/router-core/dist/esm/utils.d.ts</a:t>
            </a:r>
          </a:p>
          <a:p>
            <a:pPr>
              <a:defRPr sz="1200"/>
            </a:pPr>
            <a:r>
              <a:t>D:/pasar_fix/node_modules/.bun/@tanstack+router-core@1.131.2/node_modules/@tanstack/router-core/dist/esm/utils.js</a:t>
            </a:r>
          </a:p>
          <a:p>
            <a:pPr>
              <a:defRPr sz="1200"/>
            </a:pPr>
            <a:r>
              <a:t>D:/pasar_fix/node_modules/.bun/@tanstack+router-core@1.131.2/node_modules/@tanstack/router-core/dist/esm/utils.js.map</a:t>
            </a:r>
          </a:p>
          <a:p>
            <a:pPr>
              <a:defRPr sz="1200"/>
            </a:pPr>
            <a:r>
              <a:t>D:/pasar_fix/node_modules/.bun/@tanstack+router-core@1.131.2/node_modules/@tanstack/router-core/dist/esm/validators.d.ts</a:t>
            </a:r>
          </a:p>
          <a:p>
            <a:pPr>
              <a:defRPr sz="1200"/>
            </a:pPr>
            <a:r>
              <a:t>D:/pasar_fix/node_modules/.bun/@tanstack+router-core@1.131.2/node_modules/@tanstack/router-core/dist/esm/ssr/client.d.ts</a:t>
            </a:r>
          </a:p>
          <a:p>
            <a:pPr>
              <a:defRPr sz="1200"/>
            </a:pPr>
            <a:r>
              <a:t>D:/pasar_fix/node_modules/.bun/@tanstack+router-core@1.131.2/node_modules/@tanstack/router-core/dist/esm/ssr/client.js</a:t>
            </a:r>
          </a:p>
          <a:p>
            <a:pPr>
              <a:defRPr sz="1200"/>
            </a:pPr>
            <a:r>
              <a:t>D:/pasar_fix/node_modules/.bun/@tanstack+router-core@1.131.2/node_modules/@tanstack/router-core/dist/esm/ssr/client.js.map</a:t>
            </a:r>
          </a:p>
          <a:p>
            <a:pPr>
              <a:defRPr sz="1200"/>
            </a:pPr>
            <a:r>
              <a:t>D:/pasar_fix/node_modules/.bun/@tanstack+router-core@1.131.2/node_modules/@tanstack/router-core/dist/esm/ssr/createRequestHandler.d.ts</a:t>
            </a:r>
          </a:p>
          <a:p>
            <a:pPr>
              <a:defRPr sz="1200"/>
            </a:pPr>
            <a:r>
              <a:t>D:/pasar_fix/node_modules/.bun/@tanstack+router-core@1.131.2/node_modules/@tanstack/router-core/dist/esm/ssr/createRequestHandler.js</a:t>
            </a:r>
          </a:p>
          <a:p>
            <a:pPr>
              <a:defRPr sz="1200"/>
            </a:pPr>
            <a:r>
              <a:t>D:/pasar_fix/node_modules/.bun/@tanstack+router-core@1.131.2/node_modules/@tanstack/router-core/dist/esm/ssr/createRequestHandler.js.map</a:t>
            </a:r>
          </a:p>
          <a:p>
            <a:pPr>
              <a:defRPr sz="1200"/>
            </a:pPr>
            <a:r>
              <a:t>D:/pasar_fix/node_modules/.bun/@tanstack+router-core@1.131.2/node_modules/@tanstack/router-core/dist/esm/ssr/handlerCallback.d.ts</a:t>
            </a:r>
          </a:p>
          <a:p>
            <a:pPr>
              <a:defRPr sz="1200"/>
            </a:pPr>
            <a:r>
              <a:t>D:/pasar_fix/node_modules/.bun/@tanstack+router-core@1.131.2/node_modules/@tanstack/router-core/dist/esm/ssr/handlerCallback.js</a:t>
            </a:r>
          </a:p>
          <a:p>
            <a:pPr>
              <a:defRPr sz="1200"/>
            </a:pPr>
            <a:r>
              <a:t>D:/pasar_fix/node_modules/.bun/@tanstack+router-core@1.131.2/node_modules/@tanstack/router-core/dist/esm/ssr/handlerCallback.js.map</a:t>
            </a:r>
          </a:p>
          <a:p>
            <a:pPr>
              <a:defRPr sz="1200"/>
            </a:pPr>
            <a:r>
              <a:t>D:/pasar_fix/node_modules/.bun/@tanstack+router-core@1.131.2/node_modules/@tanstack/router-core/dist/esm/ssr/headers.d.ts</a:t>
            </a:r>
          </a:p>
          <a:p>
            <a:pPr>
              <a:defRPr sz="1200"/>
            </a:pPr>
            <a:r>
              <a:t>D:/pasar_fix/node_modules/.bun/@tanstack+router-core@1.131.2/node_modules/@tanstack/router-core/dist/esm/ssr/headers.js</a:t>
            </a:r>
          </a:p>
          <a:p>
            <a:pPr>
              <a:defRPr sz="1200"/>
            </a:pPr>
            <a:r>
              <a:t>D:/pasar_fix/node_modules/.bun/@tanstack+router-core@1.131.2/node_modules/@tanstack/router-core/dist/esm/ssr/headers.js.map</a:t>
            </a:r>
          </a:p>
          <a:p>
            <a:pPr>
              <a:defRPr sz="1200"/>
            </a:pPr>
            <a:r>
              <a:t>D:/pasar_fix/node_modules/.bun/@tanstack+router-core@1.131.2/node_modules/@tanstack/router-core/dist/esm/ssr/json.d.ts</a:t>
            </a:r>
          </a:p>
          <a:p>
            <a:pPr>
              <a:defRPr sz="1200"/>
            </a:pPr>
            <a:r>
              <a:t>D:/pasar_fix/node_modules/.bun/@tanstack+router-core@1.131.2/node_modules/@tanstack/router-core/dist/esm/ssr/json.js</a:t>
            </a:r>
          </a:p>
          <a:p>
            <a:pPr>
              <a:defRPr sz="1200"/>
            </a:pPr>
            <a:r>
              <a:t>D:/pasar_fix/node_modules/.bun/@tanstack+router-core@1.131.2/node_modules/@tanstack/router-core/dist/esm/ssr/json.js.map</a:t>
            </a:r>
          </a:p>
          <a:p>
            <a:pPr>
              <a:defRPr sz="1200"/>
            </a:pPr>
            <a:r>
              <a:t>D:/pasar_fix/node_modules/.bun/@tanstack+router-core@1.131.2/node_modules/@tanstack/router-core/dist/esm/ssr/seroval-plugins.d.ts</a:t>
            </a:r>
          </a:p>
          <a:p>
            <a:pPr>
              <a:defRPr sz="1200"/>
            </a:pPr>
            <a:r>
              <a:t>D:/pasar_fix/node_modules/.bun/@tanstack+router-core@1.131.2/node_modules/@tanstack/router-core/dist/esm/ssr/seroval-plugins.js</a:t>
            </a:r>
          </a:p>
          <a:p>
            <a:pPr>
              <a:defRPr sz="1200"/>
            </a:pPr>
            <a:r>
              <a:t>D:/pasar_fix/node_modules/.bun/@tanstack+router-core@1.131.2/node_modules/@tanstack/router-core/dist/esm/ssr/seroval-plugins.js.map</a:t>
            </a:r>
          </a:p>
          <a:p>
            <a:pPr>
              <a:defRPr sz="1200"/>
            </a:pPr>
            <a:r>
              <a:t>D:/pasar_fix/node_modules/.bun/@tanstack+router-core@1.131.2/node_modules/@tanstack/router-core/dist/esm/ssr/server.d.ts</a:t>
            </a:r>
          </a:p>
          <a:p>
            <a:pPr>
              <a:defRPr sz="1200"/>
            </a:pPr>
            <a:r>
              <a:t>D:/pasar_fix/node_modules/.bun/@tanstack+router-core@1.131.2/node_modules/@tanstack/router-core/dist/esm/ssr/server.js</a:t>
            </a:r>
          </a:p>
          <a:p>
            <a:pPr>
              <a:defRPr sz="1200"/>
            </a:pPr>
            <a:r>
              <a:t>D:/pasar_fix/node_modules/.bun/@tanstack+router-core@1.131.2/node_modules/@tanstack/router-core/dist/esm/ssr/server.js.map</a:t>
            </a:r>
          </a:p>
          <a:p>
            <a:pPr>
              <a:defRPr sz="1200"/>
            </a:pPr>
            <a:r>
              <a:t>D:/pasar_fix/node_modules/.bun/@tanstack+router-core@1.131.2/node_modules/@tanstack/router-core/dist/esm/ssr/ssr-client.d.ts</a:t>
            </a:r>
          </a:p>
          <a:p>
            <a:pPr>
              <a:defRPr sz="1200"/>
            </a:pPr>
            <a:r>
              <a:t>D:/pasar_fix/node_modules/.bun/@tanstack+router-core@1.131.2/node_modules/@tanstack/router-core/dist/esm/ssr/ssr-client.js</a:t>
            </a:r>
          </a:p>
          <a:p>
            <a:pPr>
              <a:defRPr sz="1200"/>
            </a:pPr>
            <a:r>
              <a:t>D:/pasar_fix/node_modules/.bun/@tanstack+router-core@1.131.2/node_modules/@tanstack/router-core/dist/esm/ssr/ssr-client.js.map</a:t>
            </a:r>
          </a:p>
          <a:p>
            <a:pPr>
              <a:defRPr sz="1200"/>
            </a:pPr>
            <a:r>
              <a:t>D:/pasar_fix/node_modules/.bun/@tanstack+router-core@1.131.2/node_modules/@tanstack/router-core/dist/esm/ssr/ssr-server.d.ts</a:t>
            </a:r>
          </a:p>
          <a:p>
            <a:pPr>
              <a:defRPr sz="1200"/>
            </a:pPr>
            <a:r>
              <a:t>D:/pasar_fix/node_modules/.bun/@tanstack+router-core@1.131.2/node_modules/@tanstack/router-core/dist/esm/ssr/ssr-server.js</a:t>
            </a:r>
          </a:p>
          <a:p>
            <a:pPr>
              <a:defRPr sz="1200"/>
            </a:pPr>
            <a:r>
              <a:t>D:/pasar_fix/node_modules/.bun/@tanstack+router-core@1.131.2/node_modules/@tanstack/router-core/dist/esm/ssr/ssr-server.js.map</a:t>
            </a:r>
          </a:p>
          <a:p>
            <a:pPr>
              <a:defRPr sz="1200"/>
            </a:pPr>
            <a:r>
              <a:t>D:/pasar_fix/node_modules/.bun/@tanstack+router-core@1.131.2/node_modules/@tanstack/router-core/dist/esm/ssr/transformStreamWithRouter.d.ts</a:t>
            </a:r>
          </a:p>
          <a:p>
            <a:pPr>
              <a:defRPr sz="1200"/>
            </a:pPr>
            <a:r>
              <a:t>D:/pasar_fix/node_modules/.bun/@tanstack+router-core@1.131.2/node_modules/@tanstack/router-core/dist/esm/ssr/transformStreamWithRouter.js</a:t>
            </a:r>
          </a:p>
          <a:p>
            <a:pPr>
              <a:defRPr sz="1200"/>
            </a:pPr>
            <a:r>
              <a:t>D:/pasar_fix/node_modules/.bun/@tanstack+router-core@1.131.2/node_modules/@tanstack/router-core/dist/esm/ssr/transformStreamWithRouter.js.map</a:t>
            </a:r>
          </a:p>
          <a:p>
            <a:pPr>
              <a:defRPr sz="1200"/>
            </a:pPr>
            <a:r>
              <a:t>D:/pasar_fix/node_modules/.bun/@tanstack+router-core@1.131.2/node_modules/@tanstack/router-core/dist/esm/ssr/tsrScript.d.ts</a:t>
            </a:r>
          </a:p>
          <a:p>
            <a:pPr>
              <a:defRPr sz="1200"/>
            </a:pPr>
            <a:r>
              <a:t>D:/pasar_fix/node_modules/.bun/@tanstack+router-core@1.131.2/node_modules/@tanstack/router-core/dist/esm/ssr/tsrScript.js</a:t>
            </a:r>
          </a:p>
          <a:p>
            <a:pPr>
              <a:defRPr sz="1200"/>
            </a:pPr>
            <a:r>
              <a:t>D:/pasar_fix/node_modules/.bun/@tanstack+router-core@1.131.2/node_modules/@tanstack/router-core/dist/esm/ssr/tsrScript.js.map</a:t>
            </a:r>
          </a:p>
          <a:p>
            <a:pPr>
              <a:defRPr sz="1200"/>
            </a:pPr>
            <a:r>
              <a:t>D:/pasar_fix/node_modules/.bun/@tanstack+router-core@1.131.2/node_modules/@tanstack/router-core/src/defer.ts</a:t>
            </a:r>
          </a:p>
          <a:p>
            <a:pPr>
              <a:defRPr sz="1200"/>
            </a:pPr>
            <a:r>
              <a:t>D:/pasar_fix/node_modules/.bun/@tanstack+router-core@1.131.2/node_modules/@tanstack/router-core/src/fileRoute.ts</a:t>
            </a:r>
          </a:p>
          <a:p>
            <a:pPr>
              <a:defRPr sz="1200"/>
            </a:pPr>
            <a:r>
              <a:t>D:/pasar_fix/node_modules/.bun/@tanstack+router-core@1.131.2/node_modules/@tanstack/router-core/src/global.ts</a:t>
            </a:r>
          </a:p>
          <a:p>
            <a:pPr>
              <a:defRPr sz="1200"/>
            </a:pPr>
            <a:r>
              <a:t>D:/pasar_fix/node_modules/.bun/@tanstack+router-core@1.131.2/node_modules/@tanstack/router-core/src/history.ts</a:t>
            </a:r>
          </a:p>
          <a:p>
            <a:pPr>
              <a:defRPr sz="1200"/>
            </a:pPr>
            <a:r>
              <a:t>D:/pasar_fix/node_modules/.bun/@tanstack+router-core@1.131.2/node_modules/@tanstack/router-core/src/index.ts</a:t>
            </a:r>
          </a:p>
          <a:p>
            <a:pPr>
              <a:defRPr sz="1200"/>
            </a:pPr>
            <a:r>
              <a:t>D:/pasar_fix/node_modules/.bun/@tanstack+router-core@1.131.2/node_modules/@tanstack/router-core/src/link.ts</a:t>
            </a:r>
          </a:p>
          <a:p>
            <a:pPr>
              <a:defRPr sz="1200"/>
            </a:pPr>
            <a:r>
              <a:t>D:/pasar_fix/node_modules/.bun/@tanstack+router-core@1.131.2/node_modules/@tanstack/router-core/src/location.ts</a:t>
            </a:r>
          </a:p>
          <a:p>
            <a:pPr>
              <a:defRPr sz="1200"/>
            </a:pPr>
            <a:r>
              <a:t>D:/pasar_fix/node_modules/.bun/@tanstack+router-core@1.131.2/node_modules/@tanstack/router-core/src/lru-cache.ts</a:t>
            </a:r>
          </a:p>
          <a:p>
            <a:pPr>
              <a:defRPr sz="1200"/>
            </a:pPr>
            <a:r>
              <a:t>D:/pasar_fix/node_modules/.bun/@tanstack+router-core@1.131.2/node_modules/@tanstack/router-core/src/manifest.ts</a:t>
            </a:r>
          </a:p>
          <a:p>
            <a:pPr>
              <a:defRPr sz="1200"/>
            </a:pPr>
            <a:r>
              <a:t>D:/pasar_fix/node_modules/.bun/@tanstack+router-core@1.131.2/node_modules/@tanstack/router-core/src/Matches.ts</a:t>
            </a:r>
          </a:p>
          <a:p>
            <a:pPr>
              <a:defRPr sz="1200"/>
            </a:pPr>
            <a:r>
              <a:t>D:/pasar_fix/node_modules/.bun/@tanstack+router-core@1.131.2/node_modules/@tanstack/router-core/src/not-found.ts</a:t>
            </a:r>
          </a:p>
          <a:p>
            <a:pPr>
              <a:defRPr sz="1200"/>
            </a:pPr>
            <a:r>
              <a:t>D:/pasar_fix/node_modules/.bun/@tanstack+router-core@1.131.2/node_modules/@tanstack/router-core/src/path.ts</a:t>
            </a:r>
          </a:p>
          <a:p>
            <a:pPr>
              <a:defRPr sz="1200"/>
            </a:pPr>
            <a:r>
              <a:t>D:/pasar_fix/node_modules/.bun/@tanstack+router-core@1.131.2/node_modules/@tanstack/router-core/src/qss.ts</a:t>
            </a:r>
          </a:p>
          <a:p>
            <a:pPr>
              <a:defRPr sz="1200"/>
            </a:pPr>
            <a:r>
              <a:t>D:/pasar_fix/node_modules/.bun/@tanstack+router-core@1.131.2/node_modules/@tanstack/router-core/src/redirect.ts</a:t>
            </a:r>
          </a:p>
          <a:p>
            <a:pPr>
              <a:defRPr sz="1200"/>
            </a:pPr>
            <a:r>
              <a:t>D:/pasar_fix/node_modules/.bun/@tanstack+router-core@1.131.2/node_modules/@tanstack/router-core/src/root.ts</a:t>
            </a:r>
          </a:p>
          <a:p>
            <a:pPr>
              <a:defRPr sz="1200"/>
            </a:pPr>
            <a:r>
              <a:t>D:/pasar_fix/node_modules/.bun/@tanstack+router-core@1.131.2/node_modules/@tanstack/router-core/src/route.ts</a:t>
            </a:r>
          </a:p>
          <a:p>
            <a:pPr>
              <a:defRPr sz="1200"/>
            </a:pPr>
            <a:r>
              <a:t>D:/pasar_fix/node_modules/.bun/@tanstack+router-core@1.131.2/node_modules/@tanstack/router-core/src/routeInfo.ts</a:t>
            </a:r>
          </a:p>
          <a:p>
            <a:pPr>
              <a:defRPr sz="1200"/>
            </a:pPr>
            <a:r>
              <a:t>D:/pasar_fix/node_modules/.bun/@tanstack+router-core@1.131.2/node_modules/@tanstack/router-core/src/router.ts</a:t>
            </a:r>
          </a:p>
          <a:p>
            <a:pPr>
              <a:defRPr sz="1200"/>
            </a:pPr>
            <a:r>
              <a:t>D:/pasar_fix/node_modules/.bun/@tanstack+router-core@1.131.2/node_modules/@tanstack/router-core/src/RouterProvider.ts</a:t>
            </a:r>
          </a:p>
          <a:p>
            <a:pPr>
              <a:defRPr sz="1200"/>
            </a:pPr>
            <a:r>
              <a:t>D:/pasar_fix/node_modules/.bun/@tanstack+router-core@1.131.2/node_modules/@tanstack/router-core/src/scroll-restoration.ts</a:t>
            </a:r>
          </a:p>
          <a:p>
            <a:pPr>
              <a:defRPr sz="1200"/>
            </a:pPr>
            <a:r>
              <a:t>D:/pasar_fix/node_modules/.bun/@tanstack+router-core@1.131.2/node_modules/@tanstack/router-core/src/searchMiddleware.ts</a:t>
            </a:r>
          </a:p>
          <a:p>
            <a:pPr>
              <a:defRPr sz="1200"/>
            </a:pPr>
            <a:r>
              <a:t>D:/pasar_fix/node_modules/.bun/@tanstack+router-core@1.131.2/node_modules/@tanstack/router-core/src/searchParams.ts</a:t>
            </a:r>
          </a:p>
          <a:p>
            <a:pPr>
              <a:defRPr sz="1200"/>
            </a:pPr>
            <a:r>
              <a:t>D:/pasar_fix/node_modules/.bun/@tanstack+router-core@1.131.2/node_modules/@tanstack/router-core/src/structuralSharing.ts</a:t>
            </a:r>
          </a:p>
          <a:p>
            <a:pPr>
              <a:defRPr sz="1200"/>
            </a:pPr>
            <a:r>
              <a:t>D:/pasar_fix/node_modules/.bun/@tanstack+router-core@1.131.2/node_modules/@tanstack/router-core/src/typePrimitives.ts</a:t>
            </a:r>
          </a:p>
          <a:p>
            <a:pPr>
              <a:defRPr sz="1200"/>
            </a:pPr>
            <a:r>
              <a:t>D:/pasar_fix/node_modules/.bun/@tanstack+router-core@1.131.2/node_modules/@tanstack/router-core/src/useLoaderData.ts</a:t>
            </a:r>
          </a:p>
          <a:p>
            <a:pPr>
              <a:defRPr sz="1200"/>
            </a:pPr>
            <a:r>
              <a:t>D:/pasar_fix/node_modules/.bun/@tanstack+router-core@1.131.2/node_modules/@tanstack/router-core/src/useLoaderDeps.ts</a:t>
            </a:r>
          </a:p>
          <a:p>
            <a:pPr>
              <a:defRPr sz="1200"/>
            </a:pPr>
            <a:r>
              <a:t>D:/pasar_fix/node_modules/.bun/@tanstack+router-core@1.131.2/node_modules/@tanstack/router-core/src/useNavigate.ts</a:t>
            </a:r>
          </a:p>
          <a:p>
            <a:pPr>
              <a:defRPr sz="1200"/>
            </a:pPr>
            <a:r>
              <a:t>D:/pasar_fix/node_modules/.bun/@tanstack+router-core@1.131.2/node_modules/@tanstack/router-core/src/useParams.ts</a:t>
            </a:r>
          </a:p>
          <a:p>
            <a:pPr>
              <a:defRPr sz="1200"/>
            </a:pPr>
            <a:r>
              <a:t>D:/pasar_fix/node_modules/.bun/@tanstack+router-core@1.131.2/node_modules/@tanstack/router-core/src/useRouteContext.ts</a:t>
            </a:r>
          </a:p>
          <a:p>
            <a:pPr>
              <a:defRPr sz="1200"/>
            </a:pPr>
            <a:r>
              <a:t>D:/pasar_fix/node_modules/.bun/@tanstack+router-core@1.131.2/node_modules/@tanstack/router-core/src/useSearch.ts</a:t>
            </a:r>
          </a:p>
          <a:p>
            <a:pPr>
              <a:defRPr sz="1200"/>
            </a:pPr>
            <a:r>
              <a:t>D:/pasar_fix/node_modules/.bun/@tanstack+router-core@1.131.2/node_modules/@tanstack/router-core/src/utils.ts</a:t>
            </a:r>
          </a:p>
          <a:p>
            <a:pPr>
              <a:defRPr sz="1200"/>
            </a:pPr>
            <a:r>
              <a:t>D:/pasar_fix/node_modules/.bun/@tanstack+router-core@1.131.2/node_modules/@tanstack/router-core/src/validators.ts</a:t>
            </a:r>
          </a:p>
          <a:p>
            <a:pPr>
              <a:defRPr sz="1200"/>
            </a:pPr>
            <a:r>
              <a:t>D:/pasar_fix/node_modules/.bun/@tanstack+router-core@1.131.2/node_modules/@tanstack/router-core/src/vite-env.d.ts</a:t>
            </a:r>
          </a:p>
          <a:p>
            <a:pPr>
              <a:defRPr sz="1200"/>
            </a:pPr>
            <a:r>
              <a:t>D:/pasar_fix/node_modules/.bun/@tanstack+router-core@1.131.2/node_modules/@tanstack/router-core/src/ssr/client.ts</a:t>
            </a:r>
          </a:p>
          <a:p>
            <a:pPr>
              <a:defRPr sz="1200"/>
            </a:pPr>
            <a:r>
              <a:t>D:/pasar_fix/node_modules/.bun/@tanstack+router-core@1.131.2/node_modules/@tanstack/router-core/src/ssr/createRequestHandler.ts</a:t>
            </a:r>
          </a:p>
          <a:p>
            <a:pPr>
              <a:defRPr sz="1200"/>
            </a:pPr>
            <a:r>
              <a:t>D:/pasar_fix/node_modules/.bun/@tanstack+router-core@1.131.2/node_modules/@tanstack/router-core/src/ssr/handlerCallback.ts</a:t>
            </a:r>
          </a:p>
          <a:p>
            <a:pPr>
              <a:defRPr sz="1200"/>
            </a:pPr>
            <a:r>
              <a:t>D:/pasar_fix/node_modules/.bun/@tanstack+router-core@1.131.2/node_modules/@tanstack/router-core/src/ssr/headers.ts</a:t>
            </a:r>
          </a:p>
          <a:p>
            <a:pPr>
              <a:defRPr sz="1200"/>
            </a:pPr>
            <a:r>
              <a:t>D:/pasar_fix/node_modules/.bun/@tanstack+router-core@1.131.2/node_modules/@tanstack/router-core/src/ssr/json.ts</a:t>
            </a:r>
          </a:p>
          <a:p>
            <a:pPr>
              <a:defRPr sz="1200"/>
            </a:pPr>
            <a:r>
              <a:t>D:/pasar_fix/node_modules/.bun/@tanstack+router-core@1.131.2/node_modules/@tanstack/router-core/src/ssr/seroval-plugins.ts</a:t>
            </a:r>
          </a:p>
          <a:p>
            <a:pPr>
              <a:defRPr sz="1200"/>
            </a:pPr>
            <a:r>
              <a:t>D:/pasar_fix/node_modules/.bun/@tanstack+router-core@1.131.2/node_modules/@tanstack/router-core/src/ssr/server.ts</a:t>
            </a:r>
          </a:p>
          <a:p>
            <a:pPr>
              <a:defRPr sz="1200"/>
            </a:pPr>
            <a:r>
              <a:t>D:/pasar_fix/node_modules/.bun/@tanstack+router-core@1.131.2/node_modules/@tanstack/router-core/src/ssr/ssr-client.ts</a:t>
            </a:r>
          </a:p>
          <a:p>
            <a:pPr>
              <a:defRPr sz="1200"/>
            </a:pPr>
            <a:r>
              <a:t>D:/pasar_fix/node_modules/.bun/@tanstack+router-core@1.131.2/node_modules/@tanstack/router-core/src/ssr/ssr-server.ts</a:t>
            </a:r>
          </a:p>
          <a:p>
            <a:pPr>
              <a:defRPr sz="1200"/>
            </a:pPr>
            <a:r>
              <a:t>D:/pasar_fix/node_modules/.bun/@tanstack+router-core@1.131.2/node_modules/@tanstack/router-core/src/ssr/transformStreamWithRouter.ts</a:t>
            </a:r>
          </a:p>
          <a:p>
            <a:pPr>
              <a:defRPr sz="1200"/>
            </a:pPr>
            <a:r>
              <a:t>D:/pasar_fix/node_modules/.bun/@tanstack+router-core@1.131.2/node_modules/@tanstack/router-core/src/ssr/tsrScript.ts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D:/pasar_fix/node_modules/.bun/@tanstack+router-devtools-core@1.131.2+bd41ad3ec0e9e14d/node_modules/@tanstack/router-devtools-core/LICENSE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D:/pasar_fix/node_modules/.bun/@tanstack+router-devtools-core@1.131.2+bd41ad3ec0e9e14d/node_modules/@tanstack/router-devtools-core/package.json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D:/pasar_fix/node_modules/.bun/@tanstack+router-devtools-core@1.131.2+bd41ad3ec0e9e14d/node_modules/@tanstack/router-devtools-core/README.md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D:/pasar_fix/node_modules/.bun/@tanstack+router-devtools-core@1.131.2+bd41ad3ec0e9e14d/node_modules/@tanstack/router-devtools-core/dist/cjs/AgeTicker.cjs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D:/pasar_fix/node_modules/.bun/@tanstack+router-devtools-core@1.131.2+bd41ad3ec0e9e14d/node_modules/@tanstack/router-devtools-core/dist/cjs/AgeTicker.cjs.map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D:/pasar_fix/node_modules/.bun/@tanstack+router-devtools-core@1.131.2+bd41ad3ec0e9e14d/node_modules/@tanstack/router-devtools-core/dist/cjs/AgeTicker.d.cts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D:/pasar_fix/node_modules/.bun/@tanstack+router-devtools-core@1.131.2+bd41ad3ec0e9e14d/node_modules/@tanstack/router-devtools-core/dist/cjs/BaseTanStackRouterDevtoolsPanel.cjs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D:/pasar_fix/node_modules/.bun/@tanstack+router-devtools-core@1.131.2+bd41ad3ec0e9e14d/node_modules/@tanstack/router-devtools-core/dist/cjs/BaseTanStackRouterDevtoolsPanel.cjs.map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D:/pasar_fix/node_modules/.bun/@tanstack+router-devtools-core@1.131.2+bd41ad3ec0e9e14d/node_modules/@tanstack/router-devtools-core/dist/cjs/BaseTanStackRouterDevtoolsPanel.d.cts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D:/pasar_fix/node_modules/.bun/@tanstack+router-devtools-core@1.131.2+bd41ad3ec0e9e14d/node_modules/@tanstack/router-devtools-core/dist/cjs/context.cjs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D:/pasar_fix/node_modules/.bun/@tanstack+router-devtools-core@1.131.2+bd41ad3ec0e9e14d/node_modules/@tanstack/router-devtools-core/dist/cjs/context.cjs.map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D:/pasar_fix/node_modules/.bun/@tanstack+router-devtools-core@1.131.2+bd41ad3ec0e9e14d/node_modules/@tanstack/router-devtools-core/dist/cjs/context.d.cts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D:/pasar_fix/node_modules/.bun/@tanstack+router-devtools-core@1.131.2+bd41ad3ec0e9e14d/node_modules/@tanstack/router-devtools-core/dist/cjs/Explorer.cjs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D:/pasar_fix/node_modules/.bun/@tanstack+router-devtools-core@1.131.2+bd41ad3ec0e9e14d/node_modules/@tanstack/router-devtools-core/dist/cjs/Explorer.cjs.map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D:/pasar_fix/node_modules/.bun/@tanstack+router-devtools-core@1.131.2+bd41ad3ec0e9e14d/node_modules/@tanstack/router-devtools-core/dist/cjs/Explorer.d.cts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D:/pasar_fix/node_modules/.bun/@tanstack+router-devtools-core@1.131.2+bd41ad3ec0e9e14d/node_modules/@tanstack/router-devtools-core/dist/cjs/FloatingTanStackRouterDevtools.cjs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D:/pasar_fix/node_modules/.bun/@tanstack+router-devtools-core@1.131.2+bd41ad3ec0e9e14d/node_modules/@tanstack/router-devtools-core/dist/cjs/FloatingTanStackRouterDevtools.cjs.map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D:/pasar_fix/node_modules/.bun/@tanstack+router-devtools-core@1.131.2+bd41ad3ec0e9e14d/node_modules/@tanstack/router-devtools-core/dist/cjs/FloatingTanStackRouterDevtools.d.cts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D:/pasar_fix/node_modules/.bun/@tanstack+router-devtools-core@1.131.2+bd41ad3ec0e9e14d/node_modules/@tanstack/router-devtools-core/dist/cjs/index.cjs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D:/pasar_fix/node_modules/.bun/@tanstack+router-devtools-core@1.131.2+bd41ad3ec0e9e14d/node_modules/@tanstack/router-devtools-core/dist/cjs/index.cjs.map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D:/pasar_fix/node_modules/.bun/@tanstack+router-devtools-core@1.131.2+bd41ad3ec0e9e14d/node_modules/@tanstack/router-devtools-core/dist/cjs/index.d.cts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D:/pasar_fix/node_modules/.bun/@tanstack+router-devtools-core@1.131.2+bd41ad3ec0e9e14d/node_modules/@tanstack/router-devtools-core/dist/cjs/logo.cjs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D:/pasar_fix/node_modules/.bun/@tanstack+router-devtools-core@1.131.2+bd41ad3ec0e9e14d/node_modules/@tanstack/router-devtools-core/dist/cjs/logo.cjs.map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D:/pasar_fix/node_modules/.bun/@tanstack+router-devtools-core@1.131.2+bd41ad3ec0e9e14d/node_modules/@tanstack/router-devtools-core/dist/cjs/logo.d.cts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D:/pasar_fix/node_modules/.bun/@tanstack+router-devtools-core@1.131.2+bd41ad3ec0e9e14d/node_modules/@tanstack/router-devtools-core/dist/cjs/NavigateButton.cjs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D:/pasar_fix/node_modules/.bun/@tanstack+router-devtools-core@1.131.2+bd41ad3ec0e9e14d/node_modules/@tanstack/router-devtools-core/dist/cjs/NavigateButton.cjs.map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D:/pasar_fix/node_modules/.bun/@tanstack+router-devtools-core@1.131.2+bd41ad3ec0e9e14d/node_modules/@tanstack/router-devtools-core/dist/cjs/NavigateButton.d.cts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D:/pasar_fix/node_modules/.bun/@tanstack+router-devtools-core@1.131.2+bd41ad3ec0e9e14d/node_modules/@tanstack/router-devtools-core/dist/cjs/TanStackRouterDevtoolsCore.cjs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D:/pasar_fix/node_modules/.bun/@tanstack+router-devtools-core@1.131.2+bd41ad3ec0e9e14d/node_modules/@tanstack/router-devtools-core/dist/cjs/TanStackRouterDevtoolsCore.cjs.map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D:/pasar_fix/node_modules/.bun/@tanstack+router-devtools-core@1.131.2+bd41ad3ec0e9e14d/node_modules/@tanstack/router-devtools-core/dist/cjs/TanStackRouterDevtoolsCore.d.cts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D:/pasar_fix/node_modules/.bun/@tanstack+router-devtools-core@1.131.2+bd41ad3ec0e9e14d/node_modules/@tanstack/router-devtools-core/dist/cjs/TanStackRouterDevtoolsPanelCore.cjs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D:/pasar_fix/node_modules/.bun/@tanstack+router-devtools-core@1.131.2+bd41ad3ec0e9e14d/node_modules/@tanstack/router-devtools-core/dist/cjs/TanStackRouterDevtoolsPanelCore.cjs.map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D:/pasar_fix/node_modules/.bun/@tanstack+router-devtools-core@1.131.2+bd41ad3ec0e9e14d/node_modules/@tanstack/router-devtools-core/dist/cjs/TanStackRouterDevtoolsPanelCore.d.cts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D:/pasar_fix/node_modules/.bun/@tanstack+router-devtools-core@1.131.2+bd41ad3ec0e9e14d/node_modules/@tanstack/router-devtools-core/dist/cjs/theme.d.cts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D:/pasar_fix/node_modules/.bun/@tanstack+router-devtools-core@1.131.2+bd41ad3ec0e9e14d/node_modules/@tanstack/router-devtools-core/dist/cjs/tokens.cjs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D:/pasar_fix/node_modules/.bun/@tanstack+router-devtools-core@1.131.2+bd41ad3ec0e9e14d/node_modules/@tanstack/router-devtools-core/dist/cjs/tokens.cjs.map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D:/pasar_fix/node_modules/.bun/@tanstack+router-devtools-core@1.131.2+bd41ad3ec0e9e14d/node_modules/@tanstack/router-devtools-core/dist/cjs/tokens.d.cts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D:/pasar_fix/node_modules/.bun/@tanstack+router-devtools-core@1.131.2+bd41ad3ec0e9e14d/node_modules/@tanstack/router-devtools-core/dist/cjs/useLocalStorage.cjs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D:/pasar_fix/node_modules/.bun/@tanstack+router-devtools-core@1.131.2+bd41ad3ec0e9e14d/node_modules/@tanstack/router-devtools-core/dist/cjs/useLocalStorage.cjs.map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D:/pasar_fix/node_modules/.bun/@tanstack+router-devtools-core@1.131.2+bd41ad3ec0e9e14d/node_modules/@tanstack/router-devtools-core/dist/cjs/useLocalStorage.d.cts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D:/pasar_fix/node_modules/.bun/@tanstack+router-devtools-core@1.131.2+bd41ad3ec0e9e14d/node_modules/@tanstack/router-devtools-core/dist/cjs/useMediaQuery.d.cts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D:/pasar_fix/node_modules/.bun/@tanstack+router-devtools-core@1.131.2+bd41ad3ec0e9e14d/node_modules/@tanstack/router-devtools-core/dist/cjs/useStyles.cjs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D:/pasar_fix/node_modules/.bun/@tanstack+router-devtools-core@1.131.2+bd41ad3ec0e9e14d/node_modules/@tanstack/router-devtools-core/dist/cjs/useStyles.cjs.map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D:/pasar_fix/node_modules/.bun/@tanstack+router-devtools-core@1.131.2+bd41ad3ec0e9e14d/node_modules/@tanstack/router-devtools-core/dist/cjs/useStyles.d.cts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D:/pasar_fix/node_modules/.bun/@tanstack+router-devtools-core@1.131.2+bd41ad3ec0e9e14d/node_modules/@tanstack/router-devtools-core/dist/cjs/utils.cjs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D:/pasar_fix/node_modules/.bun/@tanstack+router-devtools-core@1.131.2+bd41ad3ec0e9e14d/node_modules/@tanstack/router-devtools-core/dist/cjs/utils.cjs.map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D:/pasar_fix/node_modules/.bun/@tanstack+router-devtools-core@1.131.2+bd41ad3ec0e9e14d/node_modules/@tanstack/router-devtools-core/dist/cjs/utils.d.cts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D:/pasar_fix/node_modules/.bun/@tanstack+router-devtools-core@1.131.2+bd41ad3ec0e9e14d/node_modules/@tanstack/router-devtools-core/dist/esm/AgeTicker.d.ts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D:/pasar_fix/node_modules/.bun/@tanstack+router-devtools-core@1.131.2+bd41ad3ec0e9e14d/node_modules/@tanstack/router-devtools-core/dist/esm/AgeTicker.js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D:/pasar_fix/node_modules/.bun/@tanstack+router-devtools-core@1.131.2+bd41ad3ec0e9e14d/node_modules/@tanstack/router-devtools-core/dist/esm/AgeTicker.js.map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D:/pasar_fix/node_modules/.bun/@tanstack+router-devtools-core@1.131.2+bd41ad3ec0e9e14d/node_modules/@tanstack/router-devtools-core/dist/esm/BaseTanStackRouterDevtoolsPanel.d.ts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D:/pasar_fix/node_modules/.bun/@tanstack+router-devtools-core@1.131.2+bd41ad3ec0e9e14d/node_modules/@tanstack/router-devtools-core/dist/esm/BaseTanStackRouterDevtoolsPanel.js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D:/pasar_fix/node_modules/.bun/@tanstack+router-devtools-core@1.131.2+bd41ad3ec0e9e14d/node_modules/@tanstack/router-devtools-core/dist/esm/BaseTanStackRouterDevtoolsPanel.js.map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D:/pasar_fix/node_modules/.bun/@tanstack+router-devtools-core@1.131.2+bd41ad3ec0e9e14d/node_modules/@tanstack/router-devtools-core/dist/esm/context.d.ts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D:/pasar_fix/node_modules/.bun/@tanstack+router-devtools-core@1.131.2+bd41ad3ec0e9e14d/node_modules/@tanstack/router-devtools-core/dist/esm/context.js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D:/pasar_fix/node_modules/.bun/@tanstack+router-devtools-core@1.131.2+bd41ad3ec0e9e14d/node_modules/@tanstack/router-devtools-core/dist/esm/context.js.map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D:/pasar_fix/node_modules/.bun/@tanstack+router-devtools-core@1.131.2+bd41ad3ec0e9e14d/node_modules/@tanstack/router-devtools-core/dist/esm/Explorer.d.ts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D:/pasar_fix/node_modules/.bun/@tanstack+router-devtools-core@1.131.2+bd41ad3ec0e9e14d/node_modules/@tanstack/router-devtools-core/dist/esm/Explorer.js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D:/pasar_fix/node_modules/.bun/@tanstack+router-devtools-core@1.131.2+bd41ad3ec0e9e14d/node_modules/@tanstack/router-devtools-core/dist/esm/Explorer.js.map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D:/pasar_fix/node_modules/.bun/@tanstack+router-devtools-core@1.131.2+bd41ad3ec0e9e14d/node_modules/@tanstack/router-devtools-core/dist/esm/FloatingTanStackRouterDevtools.d.ts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D:/pasar_fix/node_modules/.bun/@tanstack+router-devtools-core@1.131.2+bd41ad3ec0e9e14d/node_modules/@tanstack/router-devtools-core/dist/esm/FloatingTanStackRouterDevtools.js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D:/pasar_fix/node_modules/.bun/@tanstack+router-devtools-core@1.131.2+bd41ad3ec0e9e14d/node_modules/@tanstack/router-devtools-core/dist/esm/FloatingTanStackRouterDevtools.js.map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D:/pasar_fix/node_modules/.bun/@tanstack+router-devtools-core@1.131.2+bd41ad3ec0e9e14d/node_modules/@tanstack/router-devtools-core/dist/esm/index.d.ts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D:/pasar_fix/node_modules/.bun/@tanstack+router-devtools-core@1.131.2+bd41ad3ec0e9e14d/node_modules/@tanstack/router-devtools-core/dist/esm/index.js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D:/pasar_fix/node_modules/.bun/@tanstack+router-devtools-core@1.131.2+bd41ad3ec0e9e14d/node_modules/@tanstack/router-devtools-core/dist/esm/index.js.map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D:/pasar_fix/node_modules/.bun/@tanstack+router-devtools-core@1.131.2+bd41ad3ec0e9e14d/node_modules/@tanstack/router-devtools-core/dist/esm/logo.d.ts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D:/pasar_fix/node_modules/.bun/@tanstack+router-devtools-core@1.131.2+bd41ad3ec0e9e14d/node_modules/@tanstack/router-devtools-core/dist/esm/logo.js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D:/pasar_fix/node_modules/.bun/@tanstack+router-devtools-core@1.131.2+bd41ad3ec0e9e14d/node_modules/@tanstack/router-devtools-core/dist/esm/logo.js.map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D:/pasar_fix/node_modules/.bun/@tanstack+router-devtools-core@1.131.2+bd41ad3ec0e9e14d/node_modules/@tanstack/router-devtools-core/dist/esm/NavigateButton.d.ts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D:/pasar_fix/node_modules/.bun/@tanstack+router-devtools-core@1.131.2+bd41ad3ec0e9e14d/node_modules/@tanstack/router-devtools-core/dist/esm/NavigateButton.js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D:/pasar_fix/node_modules/.bun/@tanstack+router-devtools-core@1.131.2+bd41ad3ec0e9e14d/node_modules/@tanstack/router-devtools-core/dist/esm/NavigateButton.js.map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D:/pasar_fix/node_modules/.bun/@tanstack+router-devtools-core@1.131.2+bd41ad3ec0e9e14d/node_modules/@tanstack/router-devtools-core/dist/esm/TanStackRouterDevtoolsCore.d.ts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D:/pasar_fix/node_modules/.bun/@tanstack+router-devtools-core@1.131.2+bd41ad3ec0e9e14d/node_modules/@tanstack/router-devtools-core/dist/esm/TanStackRouterDevtoolsCore.js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D:/pasar_fix/node_modules/.bun/@tanstack+router-devtools-core@1.131.2+bd41ad3ec0e9e14d/node_modules/@tanstack/router-devtools-core/dist/esm/TanStackRouterDevtoolsCore.js.map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D:/pasar_fix/node_modules/.bun/@tanstack+router-devtools-core@1.131.2+bd41ad3ec0e9e14d/node_modules/@tanstack/router-devtools-core/dist/esm/TanStackRouterDevtoolsPanelCore.d.ts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D:/pasar_fix/node_modules/.bun/@tanstack+router-devtools-core@1.131.2+bd41ad3ec0e9e14d/node_modules/@tanstack/router-devtools-core/dist/esm/TanStackRouterDevtoolsPanelCore.js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D:/pasar_fix/node_modules/.bun/@tanstack+router-devtools-core@1.131.2+bd41ad3ec0e9e14d/node_modules/@tanstack/router-devtools-core/dist/esm/TanStackRouterDevtoolsPanelCore.js.map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D:/pasar_fix/node_modules/.bun/@tanstack+router-devtools-core@1.131.2+bd41ad3ec0e9e14d/node_modules/@tanstack/router-devtools-core/dist/esm/theme.d.ts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D:/pasar_fix/node_modules/.bun/@tanstack+router-devtools-core@1.131.2+bd41ad3ec0e9e14d/node_modules/@tanstack/router-devtools-core/dist/esm/tokens.d.ts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D:/pasar_fix/node_modules/.bun/@tanstack+router-devtools-core@1.131.2+bd41ad3ec0e9e14d/node_modules/@tanstack/router-devtools-core/dist/esm/tokens.js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D:/pasar_fix/node_modules/.bun/@tanstack+router-devtools-core@1.131.2+bd41ad3ec0e9e14d/node_modules/@tanstack/router-devtools-core/dist/esm/tokens.js.map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D:/pasar_fix/node_modules/.bun/@tanstack+router-devtools-core@1.131.2+bd41ad3ec0e9e14d/node_modules/@tanstack/router-devtools-core/dist/esm/useLocalStorage.d.ts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D:/pasar_fix/node_modules/.bun/@tanstack+router-devtools-core@1.131.2+bd41ad3ec0e9e14d/node_modules/@tanstack/router-devtools-core/dist/esm/useLocalStorage.js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D:/pasar_fix/node_modules/.bun/@tanstack+router-devtools-core@1.131.2+bd41ad3ec0e9e14d/node_modules/@tanstack/router-devtools-core/dist/esm/useLocalStorage.js.map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D:/pasar_fix/node_modules/.bun/@tanstack+router-devtools-core@1.131.2+bd41ad3ec0e9e14d/node_modules/@tanstack/router-devtools-core/dist/esm/useMediaQuery.d.ts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D:/pasar_fix/node_modules/.bun/@tanstack+router-devtools-core@1.131.2+bd41ad3ec0e9e14d/node_modules/@tanstack/router-devtools-core/dist/esm/useStyles.d.ts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D:/pasar_fix/node_modules/.bun/@tanstack+router-devtools-core@1.131.2+bd41ad3ec0e9e14d/node_modules/@tanstack/router-devtools-core/dist/esm/useStyles.js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D:/pasar_fix/node_modules/.bun/@tanstack+router-devtools-core@1.131.2+bd41ad3ec0e9e14d/node_modules/@tanstack/router-devtools-core/dist/esm/useStyles.js.map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D:/pasar_fix/node_modules/.bun/@tanstack+router-devtools-core@1.131.2+bd41ad3ec0e9e14d/node_modules/@tanstack/router-devtools-core/dist/esm/utils.d.ts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D:/pasar_fix/node_modules/.bun/@tanstack+router-devtools-core@1.131.2+bd41ad3ec0e9e14d/node_modules/@tanstack/router-devtools-core/dist/esm/utils.js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D:/pasar_fix/node_modules/.bun/@tanstack+router-devtools-core@1.131.2+bd41ad3ec0e9e14d/node_modules/@tanstack/router-devtools-core/dist/esm/utils.js.map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D:/pasar_fix/node_modules/.bun/@tanstack+router-devtools-core@1.131.2+bd41ad3ec0e9e14d/node_modules/@tanstack/router-devtools-core/src/AgeTicker.tsx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D:/pasar_fix/node_modules/.bun/@tanstack+router-devtools-core@1.131.2+bd41ad3ec0e9e14d/node_modules/@tanstack/router-devtools-core/src/BaseTanStackRouterDevtoolsPanel.tsx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D:/pasar_fix/node_modules/.bun/@tanstack+router-devtools-core@1.131.2+bd41ad3ec0e9e14d/node_modules/@tanstack/router-devtools-core/src/context.ts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D:/pasar_fix/node_modules/.bun/@tanstack+router-devtools-core@1.131.2+bd41ad3ec0e9e14d/node_modules/@tanstack/router-devtools-core/src/Explorer.tsx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D:/pasar_fix/node_modules/.bun/@tanstack+router-devtools-core@1.131.2+bd41ad3ec0e9e14d/node_modules/@tanstack/router-devtools-core/src/FloatingTanStackRouterDevtools.tsx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D:/pasar_fix/node_modules/.bun/@tanstack+router-devtools-core@1.131.2+bd41ad3ec0e9e14d/node_modules/@tanstack/router-devtools-core/src/index.tsx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D:/pasar_fix/node_modules/.bun/@tanstack+router-devtools-core@1.131.2+bd41ad3ec0e9e14d/node_modules/@tanstack/router-devtools-core/src/logo.tsx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D:/pasar_fix/node_modules/.bun/@tanstack+router-devtools-core@1.131.2+bd41ad3ec0e9e14d/node_modules/@tanstack/router-devtools-core/src/NavigateButton.tsx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D:/pasar_fix/node_modules/.bun/@tanstack+router-devtools-core@1.131.2+bd41ad3ec0e9e14d/node_modules/@tanstack/router-devtools-core/src/TanStackRouterDevtoolsCore.tsx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D:/pasar_fix/node_modules/.bun/@tanstack+router-devtools-core@1.131.2+bd41ad3ec0e9e14d/node_modules/@tanstack/router-devtools-core/src/TanStackRouterDevtoolsPanelCore.tsx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D:/pasar_fix/node_modules/.bun/@tanstack+router-devtools-core@1.131.2+bd41ad3ec0e9e14d/node_modules/@tanstack/router-devtools-core/src/theme.tsx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D:/pasar_fix/node_modules/.bun/@tanstack+router-devtools-core@1.131.2+bd41ad3ec0e9e14d/node_modules/@tanstack/router-devtools-core/src/tokens.ts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D:/pasar_fix/node_modules/.bun/@tanstack+router-devtools-core@1.131.2+bd41ad3ec0e9e14d/node_modules/@tanstack/router-devtools-core/src/useLocalStorage.ts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D:/pasar_fix/node_modules/.bun/@tanstack+router-devtools-core@1.131.2+bd41ad3ec0e9e14d/node_modules/@tanstack/router-devtools-core/src/useMediaQuery.ts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D:/pasar_fix/node_modules/.bun/@tanstack+router-devtools-core@1.131.2+bd41ad3ec0e9e14d/node_modules/@tanstack/router-devtools-core/src/useStyles.tsx</a:t>
            </a:r>
          </a:p>
          <a:p>
            <a:pPr>
              <a:defRPr sz="1200"/>
            </a:pPr>
            <a:r>
              <a:t>D:/pasar_fix/node_modules/.bun/@tanstack+router-devtools-core@1.131.2+bd41ad3ec0e9e14d/node_modules/@tanstack/router-devtools-core/src/utils.tsx</a:t>
            </a:r>
          </a:p>
          <a:p>
            <a:pPr>
              <a:defRPr sz="1200"/>
            </a:pPr>
            <a:r>
              <a:t>D:/pasar_fix/node_modules/.bun/@tanstack+router-generator@1.131.2/node_modules/.bin/prettier.bunx</a:t>
            </a:r>
          </a:p>
          <a:p>
            <a:pPr>
              <a:defRPr sz="1200"/>
            </a:pPr>
            <a:r>
              <a:t>D:/pasar_fix/node_modules/.bun/@tanstack+router-generator@1.131.2/node_modules/.bin/prettier.exe</a:t>
            </a:r>
          </a:p>
          <a:p>
            <a:pPr>
              <a:defRPr sz="1200"/>
            </a:pPr>
            <a:r>
              <a:t>D:/pasar_fix/node_modules/.bun/@tanstack+router-generator@1.131.2/node_modules/.bin/tsx.bunx</a:t>
            </a:r>
          </a:p>
          <a:p>
            <a:pPr>
              <a:defRPr sz="1200"/>
            </a:pPr>
            <a:r>
              <a:t>D:/pasar_fix/node_modules/.bun/@tanstack+router-generator@1.131.2/node_modules/.bin/tsx.exe</a:t>
            </a:r>
          </a:p>
          <a:p>
            <a:pPr>
              <a:defRPr sz="1200"/>
            </a:pPr>
            <a:r>
              <a:t>D:/pasar_fix/node_modules/.bun/@tanstack+router-generator@1.131.2/node_modules/@tanstack/router-generator/LICENSE</a:t>
            </a:r>
          </a:p>
          <a:p>
            <a:pPr>
              <a:defRPr sz="1200"/>
            </a:pPr>
            <a:r>
              <a:t>D:/pasar_fix/node_modules/.bun/@tanstack+router-generator@1.131.2/node_modules/@tanstack/router-generator/package.json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D:/pasar_fix/node_modules/.bun/@tanstack+router-generator@1.131.2/node_modules/@tanstack/router-generator/dist/cjs/config.cjs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D:/pasar_fix/node_modules/.bun/@tanstack+router-generator@1.131.2/node_modules/@tanstack/router-generator/dist/cjs/config.cjs.map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D:/pasar_fix/node_modules/.bun/@tanstack+router-generator@1.131.2/node_modules/@tanstack/router-generator/dist/cjs/config.d.cts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D:/pasar_fix/node_modules/.bun/@tanstack+router-generator@1.131.2/node_modules/@tanstack/router-generator/dist/cjs/generator.cjs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D:/pasar_fix/node_modules/.bun/@tanstack+router-generator@1.131.2/node_modules/@tanstack/router-generator/dist/cjs/generator.cjs.map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D:/pasar_fix/node_modules/.bun/@tanstack+router-generator@1.131.2/node_modules/@tanstack/router-generator/dist/cjs/generator.d.cts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D:/pasar_fix/node_modules/.bun/@tanstack+router-generator@1.131.2/node_modules/@tanstack/router-generator/dist/cjs/index.cjs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D:/pasar_fix/node_modules/.bun/@tanstack+router-generator@1.131.2/node_modules/@tanstack/router-generator/dist/cjs/index.cjs.map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D:/pasar_fix/node_modules/.bun/@tanstack+router-generator@1.131.2/node_modules/@tanstack/router-generator/dist/cjs/index.d.cts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D:/pasar_fix/node_modules/.bun/@tanstack+router-generator@1.131.2/node_modules/@tanstack/router-generator/dist/cjs/logger.cjs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D:/pasar_fix/node_modules/.bun/@tanstack+router-generator@1.131.2/node_modules/@tanstack/router-generator/dist/cjs/logger.cjs.map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D:/pasar_fix/node_modules/.bun/@tanstack+router-generator@1.131.2/node_modules/@tanstack/router-generator/dist/cjs/logger.d.cts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D:/pasar_fix/node_modules/.bun/@tanstack+router-generator@1.131.2/node_modules/@tanstack/router-generator/dist/cjs/template.cjs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D:/pasar_fix/node_modules/.bun/@tanstack+router-generator@1.131.2/node_modules/@tanstack/router-generator/dist/cjs/template.cjs.map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D:/pasar_fix/node_modules/.bun/@tanstack+router-generator@1.131.2/node_modules/@tanstack/router-generator/dist/cjs/template.d.cts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D:/pasar_fix/node_modules/.bun/@tanstack+router-generator@1.131.2/node_modules/@tanstack/router-generator/dist/cjs/types.d.cts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D:/pasar_fix/node_modules/.bun/@tanstack+router-generator@1.131.2/node_modules/@tanstack/router-generator/dist/cjs/utils.cjs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D:/pasar_fix/node_modules/.bun/@tanstack+router-generator@1.131.2/node_modules/@tanstack/router-generator/dist/cjs/utils.cjs.map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D:/pasar_fix/node_modules/.bun/@tanstack+router-generator@1.131.2/node_modules/@tanstack/router-generator/dist/cjs/utils.d.cts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D:/pasar_fix/node_modules/.bun/@tanstack+router-generator@1.131.2/node_modules/@tanstack/router-generator/dist/cjs/filesystem/physical/getRouteNodes.cjs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D:/pasar_fix/node_modules/.bun/@tanstack+router-generator@1.131.2/node_modules/@tanstack/router-generator/dist/cjs/filesystem/physical/getRouteNodes.cjs.map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D:/pasar_fix/node_modules/.bun/@tanstack+router-generator@1.131.2/node_modules/@tanstack/router-generator/dist/cjs/filesystem/physical/getRouteNodes.d.cts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D:/pasar_fix/node_modules/.bun/@tanstack+router-generator@1.131.2/node_modules/@tanstack/router-generator/dist/cjs/filesystem/physical/rootPathId.cjs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D:/pasar_fix/node_modules/.bun/@tanstack+router-generator@1.131.2/node_modules/@tanstack/router-generator/dist/cjs/filesystem/physical/rootPathId.cjs.map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D:/pasar_fix/node_modules/.bun/@tanstack+router-generator@1.131.2/node_modules/@tanstack/router-generator/dist/cjs/filesystem/physical/rootPathId.d.cts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D:/pasar_fix/node_modules/.bun/@tanstack+router-generator@1.131.2/node_modules/@tanstack/router-generator/dist/cjs/filesystem/virtual/config.cjs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D:/pasar_fix/node_modules/.bun/@tanstack+router-generator@1.131.2/node_modules/@tanstack/router-generator/dist/cjs/filesystem/virtual/config.cjs.map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D:/pasar_fix/node_modules/.bun/@tanstack+router-generator@1.131.2/node_modules/@tanstack/router-generator/dist/cjs/filesystem/virtual/config.d.cts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D:/pasar_fix/node_modules/.bun/@tanstack+router-generator@1.131.2/node_modules/@tanstack/router-generator/dist/cjs/filesystem/virtual/getRouteNodes.cjs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D:/pasar_fix/node_modules/.bun/@tanstack+router-generator@1.131.2/node_modules/@tanstack/router-generator/dist/cjs/filesystem/virtual/getRouteNodes.cjs.map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D:/pasar_fix/node_modules/.bun/@tanstack+router-generator@1.131.2/node_modules/@tanstack/router-generator/dist/cjs/filesystem/virtual/getRouteNodes.d.cts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D:/pasar_fix/node_modules/.bun/@tanstack+router-generator@1.131.2/node_modules/@tanstack/router-generator/dist/cjs/filesystem/virtual/loadConfigFile.cjs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D:/pasar_fix/node_modules/.bun/@tanstack+router-generator@1.131.2/node_modules/@tanstack/router-generator/dist/cjs/filesystem/virtual/loadConfigFile.cjs.map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D:/pasar_fix/node_modules/.bun/@tanstack+router-generator@1.131.2/node_modules/@tanstack/router-generator/dist/cjs/filesystem/virtual/loadConfigFile.d.cts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D:/pasar_fix/node_modules/.bun/@tanstack+router-generator@1.131.2/node_modules/@tanstack/router-generator/dist/cjs/plugin/default-generator-plugin.cjs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D:/pasar_fix/node_modules/.bun/@tanstack+router-generator@1.131.2/node_modules/@tanstack/router-generator/dist/cjs/plugin/default-generator-plugin.cjs.map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D:/pasar_fix/node_modules/.bun/@tanstack+router-generator@1.131.2/node_modules/@tanstack/router-generator/dist/cjs/plugin/default-generator-plugin.d.cts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D:/pasar_fix/node_modules/.bun/@tanstack+router-generator@1.131.2/node_modules/@tanstack/router-generator/dist/cjs/plugin/types.d.cts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D:/pasar_fix/node_modules/.bun/@tanstack+router-generator@1.131.2/node_modules/@tanstack/router-generator/dist/cjs/transform/default-transform-plugin.cjs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D:/pasar_fix/node_modules/.bun/@tanstack+router-generator@1.131.2/node_modules/@tanstack/router-generator/dist/cjs/transform/default-transform-plugin.cjs.map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D:/pasar_fix/node_modules/.bun/@tanstack+router-generator@1.131.2/node_modules/@tanstack/router-generator/dist/cjs/transform/default-transform-plugin.d.cts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D:/pasar_fix/node_modules/.bun/@tanstack+router-generator@1.131.2/node_modules/@tanstack/router-generator/dist/cjs/transform/transform.cjs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D:/pasar_fix/node_modules/.bun/@tanstack+router-generator@1.131.2/node_modules/@tanstack/router-generator/dist/cjs/transform/transform.cjs.map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D:/pasar_fix/node_modules/.bun/@tanstack+router-generator@1.131.2/node_modules/@tanstack/router-generator/dist/cjs/transform/transform.d.cts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D:/pasar_fix/node_modules/.bun/@tanstack+router-generator@1.131.2/node_modules/@tanstack/router-generator/dist/cjs/transform/types.d.cts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D:/pasar_fix/node_modules/.bun/@tanstack+router-generator@1.131.2/node_modules/@tanstack/router-generator/dist/cjs/transform/utils.cjs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D:/pasar_fix/node_modules/.bun/@tanstack+router-generator@1.131.2/node_modules/@tanstack/router-generator/dist/cjs/transform/utils.cjs.map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D:/pasar_fix/node_modules/.bun/@tanstack+router-generator@1.131.2/node_modules/@tanstack/router-generator/dist/cjs/transform/utils.d.cts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D:/pasar_fix/node_modules/.bun/@tanstack+router-generator@1.131.2/node_modules/@tanstack/router-generator/dist/esm/config.d.ts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D:/pasar_fix/node_modules/.bun/@tanstack+router-generator@1.131.2/node_modules/@tanstack/router-generator/dist/esm/config.js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D:/pasar_fix/node_modules/.bun/@tanstack+router-generator@1.131.2/node_modules/@tanstack/router-generator/dist/esm/config.js.map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D:/pasar_fix/node_modules/.bun/@tanstack+router-generator@1.131.2/node_modules/@tanstack/router-generator/dist/esm/generator.d.ts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D:/pasar_fix/node_modules/.bun/@tanstack+router-generator@1.131.2/node_modules/@tanstack/router-generator/dist/esm/generator.js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D:/pasar_fix/node_modules/.bun/@tanstack+router-generator@1.131.2/node_modules/@tanstack/router-generator/dist/esm/generator.js.map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D:/pasar_fix/node_modules/.bun/@tanstack+router-generator@1.131.2/node_modules/@tanstack/router-generator/dist/esm/index.d.ts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D:/pasar_fix/node_modules/.bun/@tanstack+router-generator@1.131.2/node_modules/@tanstack/router-generator/dist/esm/index.js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D:/pasar_fix/node_modules/.bun/@tanstack+router-generator@1.131.2/node_modules/@tanstack/router-generator/dist/esm/index.js.map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D:/pasar_fix/node_modules/.bun/@tanstack+router-generator@1.131.2/node_modules/@tanstack/router-generator/dist/esm/logger.d.ts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D:/pasar_fix/node_modules/.bun/@tanstack+router-generator@1.131.2/node_modules/@tanstack/router-generator/dist/esm/logger.js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D:/pasar_fix/node_modules/.bun/@tanstack+router-generator@1.131.2/node_modules/@tanstack/router-generator/dist/esm/logger.js.map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D:/pasar_fix/node_modules/.bun/@tanstack+router-generator@1.131.2/node_modules/@tanstack/router-generator/dist/esm/template.d.ts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D:/pasar_fix/node_modules/.bun/@tanstack+router-generator@1.131.2/node_modules/@tanstack/router-generator/dist/esm/template.js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D:/pasar_fix/node_modules/.bun/@tanstack+router-generator@1.131.2/node_modules/@tanstack/router-generator/dist/esm/template.js.map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D:/pasar_fix/node_modules/.bun/@tanstack+router-generator@1.131.2/node_modules/@tanstack/router-generator/dist/esm/types.d.ts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D:/pasar_fix/node_modules/.bun/@tanstack+router-generator@1.131.2/node_modules/@tanstack/router-generator/dist/esm/utils.d.ts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D:/pasar_fix/node_modules/.bun/@tanstack+router-generator@1.131.2/node_modules/@tanstack/router-generator/dist/esm/utils.js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D:/pasar_fix/node_modules/.bun/@tanstack+router-generator@1.131.2/node_modules/@tanstack/router-generator/dist/esm/utils.js.map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D:/pasar_fix/node_modules/.bun/@tanstack+router-generator@1.131.2/node_modules/@tanstack/router-generator/dist/esm/filesystem/physical/getRouteNodes.d.ts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D:/pasar_fix/node_modules/.bun/@tanstack+router-generator@1.131.2/node_modules/@tanstack/router-generator/dist/esm/filesystem/physical/getRouteNodes.js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D:/pasar_fix/node_modules/.bun/@tanstack+router-generator@1.131.2/node_modules/@tanstack/router-generator/dist/esm/filesystem/physical/getRouteNodes.js.map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D:/pasar_fix/node_modules/.bun/@tanstack+router-generator@1.131.2/node_modules/@tanstack/router-generator/dist/esm/filesystem/physical/rootPathId.d.ts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D:/pasar_fix/node_modules/.bun/@tanstack+router-generator@1.131.2/node_modules/@tanstack/router-generator/dist/esm/filesystem/physical/rootPathId.js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D:/pasar_fix/node_modules/.bun/@tanstack+router-generator@1.131.2/node_modules/@tanstack/router-generator/dist/esm/filesystem/physical/rootPathId.js.map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D:/pasar_fix/node_modules/.bun/@tanstack+router-generator@1.131.2/node_modules/@tanstack/router-generator/dist/esm/filesystem/virtual/config.d.ts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D:/pasar_fix/node_modules/.bun/@tanstack+router-generator@1.131.2/node_modules/@tanstack/router-generator/dist/esm/filesystem/virtual/config.js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D:/pasar_fix/node_modules/.bun/@tanstack+router-generator@1.131.2/node_modules/@tanstack/router-generator/dist/esm/filesystem/virtual/config.js.map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D:/pasar_fix/node_modules/.bun/@tanstack+router-generator@1.131.2/node_modules/@tanstack/router-generator/dist/esm/filesystem/virtual/getRouteNodes.d.ts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D:/pasar_fix/node_modules/.bun/@tanstack+router-generator@1.131.2/node_modules/@tanstack/router-generator/dist/esm/filesystem/virtual/getRouteNodes.js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D:/pasar_fix/node_modules/.bun/@tanstack+router-generator@1.131.2/node_modules/@tanstack/router-generator/dist/esm/filesystem/virtual/getRouteNodes.js.map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D:/pasar_fix/node_modules/.bun/@tanstack+router-generator@1.131.2/node_modules/@tanstack/router-generator/dist/esm/filesystem/virtual/loadConfigFile.d.ts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D:/pasar_fix/node_modules/.bun/@tanstack+router-generator@1.131.2/node_modules/@tanstack/router-generator/dist/esm/filesystem/virtual/loadConfigFile.js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D:/pasar_fix/node_modules/.bun/@tanstack+router-generator@1.131.2/node_modules/@tanstack/router-generator/dist/esm/filesystem/virtual/loadConfigFile.js.map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D:/pasar_fix/node_modules/.bun/@tanstack+router-generator@1.131.2/node_modules/@tanstack/router-generator/dist/esm/plugin/default-generator-plugin.d.ts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D:/pasar_fix/node_modules/.bun/@tanstack+router-generator@1.131.2/node_modules/@tanstack/router-generator/dist/esm/plugin/default-generator-plugin.js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D:/pasar_fix/node_modules/.bun/@tanstack+router-generator@1.131.2/node_modules/@tanstack/router-generator/dist/esm/plugin/default-generator-plugin.js.map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D:/pasar_fix/node_modules/.bun/@tanstack+router-generator@1.131.2/node_modules/@tanstack/router-generator/dist/esm/plugin/types.d.ts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D:/pasar_fix/node_modules/.bun/@tanstack+router-generator@1.131.2/node_modules/@tanstack/router-generator/dist/esm/transform/default-transform-plugin.d.ts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D:/pasar_fix/node_modules/.bun/@tanstack+router-generator@1.131.2/node_modules/@tanstack/router-generator/dist/esm/transform/default-transform-plugin.js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D:/pasar_fix/node_modules/.bun/@tanstack+router-generator@1.131.2/node_modules/@tanstack/router-generator/dist/esm/transform/default-transform-plugin.js.map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D:/pasar_fix/node_modules/.bun/@tanstack+router-generator@1.131.2/node_modules/@tanstack/router-generator/dist/esm/transform/transform.d.ts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D:/pasar_fix/node_modules/.bun/@tanstack+router-generator@1.131.2/node_modules/@tanstack/router-generator/dist/esm/transform/transform.js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D:/pasar_fix/node_modules/.bun/@tanstack+router-generator@1.131.2/node_modules/@tanstack/router-generator/dist/esm/transform/transform.js.map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D:/pasar_fix/node_modules/.bun/@tanstack+router-generator@1.131.2/node_modules/@tanstack/router-generator/dist/esm/transform/types.d.ts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D:/pasar_fix/node_modules/.bun/@tanstack+router-generator@1.131.2/node_modules/@tanstack/router-generator/dist/esm/transform/utils.d.ts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D:/pasar_fix/node_modules/.bun/@tanstack+router-generator@1.131.2/node_modules/@tanstack/router-generator/dist/esm/transform/utils.js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D:/pasar_fix/node_modules/.bun/@tanstack+router-generator@1.131.2/node_modules/@tanstack/router-generator/dist/esm/transform/utils.js.map</a:t>
            </a:r>
          </a:p>
          <a:p>
            <a:pPr>
              <a:defRPr sz="1200"/>
            </a:pPr>
            <a:r>
              <a:t>D:/pasar_fix/node_modules/.bun/@tanstack+router-generator@1.131.2/node_modules/@tanstack/router-generator/src/config.ts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D:/pasar_fix/node_modules/.bun/@tanstack+router-generator@1.131.2/node_modules/@tanstack/router-generator/src/generator.ts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D:/pasar_fix/node_modules/.bun/@tanstack+router-generator@1.131.2/node_modules/@tanstack/router-generator/src/index.ts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D:/pasar_fix/node_modules/.bun/@tanstack+router-generator@1.131.2/node_modules/@tanstack/router-generator/src/logger.ts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D:/pasar_fix/node_modules/.bun/@tanstack+router-generator@1.131.2/node_modules/@tanstack/router-generator/src/template.ts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D:/pasar_fix/node_modules/.bun/@tanstack+router-generator@1.131.2/node_modules/@tanstack/router-generator/src/types.ts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D:/pasar_fix/node_modules/.bun/@tanstack+router-generator@1.131.2/node_modules/@tanstack/router-generator/src/utils.ts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D:/pasar_fix/node_modules/.bun/@tanstack+router-generator@1.131.2/node_modules/@tanstack/router-generator/src/filesystem/physical/getRouteNodes.ts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D:/pasar_fix/node_modules/.bun/@tanstack+router-generator@1.131.2/node_modules/@tanstack/router-generator/src/filesystem/physical/rootPathId.ts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D:/pasar_fix/node_modules/.bun/@tanstack+router-generator@1.131.2/node_modules/@tanstack/router-generator/src/filesystem/virtual/config.ts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D:/pasar_fix/node_modules/.bun/@tanstack+router-generator@1.131.2/node_modules/@tanstack/router-generator/src/filesystem/virtual/getRouteNodes.ts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D:/pasar_fix/node_modules/.bun/@tanstack+router-generator@1.131.2/node_modules/@tanstack/router-generator/src/filesystem/virtual/loadConfigFile.ts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D:/pasar_fix/node_modules/.bun/@tanstack+router-generator@1.131.2/node_modules/@tanstack/router-generator/src/plugin/default-generator-plugin.ts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D:/pasar_fix/node_modules/.bun/@tanstack+router-generator@1.131.2/node_modules/@tanstack/router-generator/src/plugin/types.ts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D:/pasar_fix/node_modules/.bun/@tanstack+router-generator@1.131.2/node_modules/@tanstack/router-generator/src/transform/default-transform-plugin.ts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D:/pasar_fix/node_modules/.bun/@tanstack+router-generator@1.131.2/node_modules/@tanstack/router-generator/src/transform/transform.ts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D:/pasar_fix/node_modules/.bun/@tanstack+router-generator@1.131.2/node_modules/@tanstack/router-generator/src/transform/types.ts</a:t>
            </a:r>
          </a:p>
          <a:p>
            <a:pPr>
              <a:defRPr sz="1200"/>
            </a:pPr>
            <a:r>
              <a:t>D:/pasar_fix/node_modules/.bun/@tanstack+router-generator@1.131.2/node_modules/@tanstack/router-generator/src/transform/utils.ts</a:t>
            </a:r>
          </a:p>
          <a:p>
            <a:pPr>
              <a:defRPr sz="1200"/>
            </a:pPr>
            <a:r>
              <a:t>D:/pasar_fix/node_modules/.bun/@tanstack+router-plugin@1.131.2+da18fdba49108f2c/node_modules/.bin/vite.bunx</a:t>
            </a:r>
          </a:p>
          <a:p>
            <a:pPr>
              <a:defRPr sz="1200"/>
            </a:pPr>
            <a:r>
              <a:t>D:/pasar_fix/node_modules/.bun/@tanstack+router-plugin@1.131.2+da18fdba49108f2c/node_modules/.bin/vite.exe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D:/pasar_fix/node_modules/.bun/@tanstack+router-plugin@1.131.2+da18fdba49108f2c/node_modules/@tanstack/router-plugin/LICENSE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D:/pasar_fix/node_modules/.bun/@tanstack+router-plugin@1.131.2+da18fdba49108f2c/node_modules/@tanstack/router-plugin/package.json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D:/pasar_fix/node_modules/.bun/@tanstack+router-plugin@1.131.2+da18fdba49108f2c/node_modules/@tanstack/router-plugin/README.md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D:/pasar_fix/node_modules/.bun/@tanstack+router-plugin@1.131.2+da18fdba49108f2c/node_modules/@tanstack/router-plugin/dist/cjs/esbuild.cjs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D:/pasar_fix/node_modules/.bun/@tanstack+router-plugin@1.131.2+da18fdba49108f2c/node_modules/@tanstack/router-plugin/dist/cjs/esbuild.cjs.map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D:/pasar_fix/node_modules/.bun/@tanstack+router-plugin@1.131.2+da18fdba49108f2c/node_modules/@tanstack/router-plugin/dist/cjs/esbuild.d.cts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D:/pasar_fix/node_modules/.bun/@tanstack+router-plugin@1.131.2+da18fdba49108f2c/node_modules/@tanstack/router-plugin/dist/cjs/index.cjs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D:/pasar_fix/node_modules/.bun/@tanstack+router-plugin@1.131.2+da18fdba49108f2c/node_modules/@tanstack/router-plugin/dist/cjs/index.cjs.map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D:/pasar_fix/node_modules/.bun/@tanstack+router-plugin@1.131.2+da18fdba49108f2c/node_modules/@tanstack/router-plugin/dist/cjs/index.d.cts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D:/pasar_fix/node_modules/.bun/@tanstack+router-plugin@1.131.2+da18fdba49108f2c/node_modules/@tanstack/router-plugin/dist/cjs/rspack.cjs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D:/pasar_fix/node_modules/.bun/@tanstack+router-plugin@1.131.2+da18fdba49108f2c/node_modules/@tanstack/router-plugin/dist/cjs/rspack.cjs.map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D:/pasar_fix/node_modules/.bun/@tanstack+router-plugin@1.131.2+da18fdba49108f2c/node_modules/@tanstack/router-plugin/dist/cjs/rspack.d.cts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D:/pasar_fix/node_modules/.bun/@tanstack+router-plugin@1.131.2+da18fdba49108f2c/node_modules/@tanstack/router-plugin/dist/cjs/vite.cjs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D:/pasar_fix/node_modules/.bun/@tanstack+router-plugin@1.131.2+da18fdba49108f2c/node_modules/@tanstack/router-plugin/dist/cjs/vite.cjs.map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D:/pasar_fix/node_modules/.bun/@tanstack+router-plugin@1.131.2+da18fdba49108f2c/node_modules/@tanstack/router-plugin/dist/cjs/vite.d.cts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D:/pasar_fix/node_modules/.bun/@tanstack+router-plugin@1.131.2+da18fdba49108f2c/node_modules/@tanstack/router-plugin/dist/cjs/webpack.cjs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D:/pasar_fix/node_modules/.bun/@tanstack+router-plugin@1.131.2+da18fdba49108f2c/node_modules/@tanstack/router-plugin/dist/cjs/webpack.cjs.map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D:/pasar_fix/node_modules/.bun/@tanstack+router-plugin@1.131.2+da18fdba49108f2c/node_modules/@tanstack/router-plugin/dist/cjs/webpack.d.cts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D:/pasar_fix/node_modules/.bun/@tanstack+router-plugin@1.131.2+da18fdba49108f2c/node_modules/@tanstack/router-plugin/dist/cjs/core/config.cjs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D:/pasar_fix/node_modules/.bun/@tanstack+router-plugin@1.131.2+da18fdba49108f2c/node_modules/@tanstack/router-plugin/dist/cjs/core/config.cjs.map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D:/pasar_fix/node_modules/.bun/@tanstack+router-plugin@1.131.2+da18fdba49108f2c/node_modules/@tanstack/router-plugin/dist/cjs/core/config.d.cts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D:/pasar_fix/node_modules/.bun/@tanstack+router-plugin@1.131.2+da18fdba49108f2c/node_modules/@tanstack/router-plugin/dist/cjs/core/constants.cjs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D:/pasar_fix/node_modules/.bun/@tanstack+router-plugin@1.131.2+da18fdba49108f2c/node_modules/@tanstack/router-plugin/dist/cjs/core/constants.cjs.map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D:/pasar_fix/node_modules/.bun/@tanstack+router-plugin@1.131.2+da18fdba49108f2c/node_modules/@tanstack/router-plugin/dist/cjs/core/constants.d.cts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D:/pasar_fix/node_modules/.bun/@tanstack+router-plugin@1.131.2+da18fdba49108f2c/node_modules/@tanstack/router-plugin/dist/cjs/core/route-autoimport-plugin.cjs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D:/pasar_fix/node_modules/.bun/@tanstack+router-plugin@1.131.2+da18fdba49108f2c/node_modules/@tanstack/router-plugin/dist/cjs/core/route-autoimport-plugin.cjs.map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D:/pasar_fix/node_modules/.bun/@tanstack+router-plugin@1.131.2+da18fdba49108f2c/node_modules/@tanstack/router-plugin/dist/cjs/core/route-autoimport-plugin.d.cts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D:/pasar_fix/node_modules/.bun/@tanstack+router-plugin@1.131.2+da18fdba49108f2c/node_modules/@tanstack/router-plugin/dist/cjs/core/route-hmr-statement.cjs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D:/pasar_fix/node_modules/.bun/@tanstack+router-plugin@1.131.2+da18fdba49108f2c/node_modules/@tanstack/router-plugin/dist/cjs/core/route-hmr-statement.cjs.map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D:/pasar_fix/node_modules/.bun/@tanstack+router-plugin@1.131.2+da18fdba49108f2c/node_modules/@tanstack/router-plugin/dist/cjs/core/route-hmr-statement.d.cts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D:/pasar_fix/node_modules/.bun/@tanstack+router-plugin@1.131.2+da18fdba49108f2c/node_modules/@tanstack/router-plugin/dist/cjs/core/router-code-splitter-plugin.cjs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D:/pasar_fix/node_modules/.bun/@tanstack+router-plugin@1.131.2+da18fdba49108f2c/node_modules/@tanstack/router-plugin/dist/cjs/core/router-code-splitter-plugin.cjs.map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D:/pasar_fix/node_modules/.bun/@tanstack+router-plugin@1.131.2+da18fdba49108f2c/node_modules/@tanstack/router-plugin/dist/cjs/core/router-code-splitter-plugin.d.cts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D:/pasar_fix/node_modules/.bun/@tanstack+router-plugin@1.131.2+da18fdba49108f2c/node_modules/@tanstack/router-plugin/dist/cjs/core/router-composed-plugin.cjs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D:/pasar_fix/node_modules/.bun/@tanstack+router-plugin@1.131.2+da18fdba49108f2c/node_modules/@tanstack/router-plugin/dist/cjs/core/router-composed-plugin.cjs.map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D:/pasar_fix/node_modules/.bun/@tanstack+router-plugin@1.131.2+da18fdba49108f2c/node_modules/@tanstack/router-plugin/dist/cjs/core/router-composed-plugin.d.cts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D:/pasar_fix/node_modules/.bun/@tanstack+router-plugin@1.131.2+da18fdba49108f2c/node_modules/@tanstack/router-plugin/dist/cjs/core/router-generator-plugin.cjs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D:/pasar_fix/node_modules/.bun/@tanstack+router-plugin@1.131.2+da18fdba49108f2c/node_modules/@tanstack/router-plugin/dist/cjs/core/router-generator-plugin.cjs.map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D:/pasar_fix/node_modules/.bun/@tanstack+router-plugin@1.131.2+da18fdba49108f2c/node_modules/@tanstack/router-plugin/dist/cjs/core/router-generator-plugin.d.cts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D:/pasar_fix/node_modules/.bun/@tanstack+router-plugin@1.131.2+da18fdba49108f2c/node_modules/@tanstack/router-plugin/dist/cjs/core/router-hmr-plugin.cjs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D:/pasar_fix/node_modules/.bun/@tanstack+router-plugin@1.131.2+da18fdba49108f2c/node_modules/@tanstack/router-plugin/dist/cjs/core/router-hmr-plugin.cjs.map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D:/pasar_fix/node_modules/.bun/@tanstack+router-plugin@1.131.2+da18fdba49108f2c/node_modules/@tanstack/router-plugin/dist/cjs/core/router-hmr-plugin.d.cts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D:/pasar_fix/node_modules/.bun/@tanstack+router-plugin@1.131.2+da18fdba49108f2c/node_modules/@tanstack/router-plugin/dist/cjs/core/utils.cjs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D:/pasar_fix/node_modules/.bun/@tanstack+router-plugin@1.131.2+da18fdba49108f2c/node_modules/@tanstack/router-plugin/dist/cjs/core/utils.cjs.map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D:/pasar_fix/node_modules/.bun/@tanstack+router-plugin@1.131.2+da18fdba49108f2c/node_modules/@tanstack/router-plugin/dist/cjs/core/utils.d.cts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D:/pasar_fix/node_modules/.bun/@tanstack+router-plugin@1.131.2+da18fdba49108f2c/node_modules/@tanstack/router-plugin/dist/cjs/core/code-splitter/compilers.cjs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D:/pasar_fix/node_modules/.bun/@tanstack+router-plugin@1.131.2+da18fdba49108f2c/node_modules/@tanstack/router-plugin/dist/cjs/core/code-splitter/compilers.cjs.map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D:/pasar_fix/node_modules/.bun/@tanstack+router-plugin@1.131.2+da18fdba49108f2c/node_modules/@tanstack/router-plugin/dist/cjs/core/code-splitter/compilers.d.cts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D:/pasar_fix/node_modules/.bun/@tanstack+router-plugin@1.131.2+da18fdba49108f2c/node_modules/@tanstack/router-plugin/dist/cjs/core/code-splitter/framework-options.cjs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D:/pasar_fix/node_modules/.bun/@tanstack+router-plugin@1.131.2+da18fdba49108f2c/node_modules/@tanstack/router-plugin/dist/cjs/core/code-splitter/framework-options.cjs.map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D:/pasar_fix/node_modules/.bun/@tanstack+router-plugin@1.131.2+da18fdba49108f2c/node_modules/@tanstack/router-plugin/dist/cjs/core/code-splitter/framework-options.d.cts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D:/pasar_fix/node_modules/.bun/@tanstack+router-plugin@1.131.2+da18fdba49108f2c/node_modules/@tanstack/router-plugin/dist/cjs/core/code-splitter/path-ids.cjs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D:/pasar_fix/node_modules/.bun/@tanstack+router-plugin@1.131.2+da18fdba49108f2c/node_modules/@tanstack/router-plugin/dist/cjs/core/code-splitter/path-ids.cjs.map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D:/pasar_fix/node_modules/.bun/@tanstack+router-plugin@1.131.2+da18fdba49108f2c/node_modules/@tanstack/router-plugin/dist/cjs/core/code-splitter/path-ids.d.cts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D:/pasar_fix/node_modules/.bun/@tanstack+router-plugin@1.131.2+da18fdba49108f2c/node_modules/@tanstack/router-plugin/dist/esm/esbuild.d.ts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D:/pasar_fix/node_modules/.bun/@tanstack+router-plugin@1.131.2+da18fdba49108f2c/node_modules/@tanstack/router-plugin/dist/esm/esbuild.js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D:/pasar_fix/node_modules/.bun/@tanstack+router-plugin@1.131.2+da18fdba49108f2c/node_modules/@tanstack/router-plugin/dist/esm/esbuild.js.map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D:/pasar_fix/node_modules/.bun/@tanstack+router-plugin@1.131.2+da18fdba49108f2c/node_modules/@tanstack/router-plugin/dist/esm/index.d.ts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D:/pasar_fix/node_modules/.bun/@tanstack+router-plugin@1.131.2+da18fdba49108f2c/node_modules/@tanstack/router-plugin/dist/esm/index.js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D:/pasar_fix/node_modules/.bun/@tanstack+router-plugin@1.131.2+da18fdba49108f2c/node_modules/@tanstack/router-plugin/dist/esm/index.js.map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D:/pasar_fix/node_modules/.bun/@tanstack+router-plugin@1.131.2+da18fdba49108f2c/node_modules/@tanstack/router-plugin/dist/esm/rspack.d.ts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D:/pasar_fix/node_modules/.bun/@tanstack+router-plugin@1.131.2+da18fdba49108f2c/node_modules/@tanstack/router-plugin/dist/esm/rspack.js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D:/pasar_fix/node_modules/.bun/@tanstack+router-plugin@1.131.2+da18fdba49108f2c/node_modules/@tanstack/router-plugin/dist/esm/rspack.js.map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D:/pasar_fix/node_modules/.bun/@tanstack+router-plugin@1.131.2+da18fdba49108f2c/node_modules/@tanstack/router-plugin/dist/esm/vite.d.ts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D:/pasar_fix/node_modules/.bun/@tanstack+router-plugin@1.131.2+da18fdba49108f2c/node_modules/@tanstack/router-plugin/dist/esm/vite.js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D:/pasar_fix/node_modules/.bun/@tanstack+router-plugin@1.131.2+da18fdba49108f2c/node_modules/@tanstack/router-plugin/dist/esm/vite.js.map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D:/pasar_fix/node_modules/.bun/@tanstack+router-plugin@1.131.2+da18fdba49108f2c/node_modules/@tanstack/router-plugin/dist/esm/webpack.d.ts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D:/pasar_fix/node_modules/.bun/@tanstack+router-plugin@1.131.2+da18fdba49108f2c/node_modules/@tanstack/router-plugin/dist/esm/webpack.js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D:/pasar_fix/node_modules/.bun/@tanstack+router-plugin@1.131.2+da18fdba49108f2c/node_modules/@tanstack/router-plugin/dist/esm/webpack.js.map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D:/pasar_fix/node_modules/.bun/@tanstack+router-plugin@1.131.2+da18fdba49108f2c/node_modules/@tanstack/router-plugin/dist/esm/core/config.d.ts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D:/pasar_fix/node_modules/.bun/@tanstack+router-plugin@1.131.2+da18fdba49108f2c/node_modules/@tanstack/router-plugin/dist/esm/core/config.js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D:/pasar_fix/node_modules/.bun/@tanstack+router-plugin@1.131.2+da18fdba49108f2c/node_modules/@tanstack/router-plugin/dist/esm/core/config.js.map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D:/pasar_fix/node_modules/.bun/@tanstack+router-plugin@1.131.2+da18fdba49108f2c/node_modules/@tanstack/router-plugin/dist/esm/core/constants.d.ts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D:/pasar_fix/node_modules/.bun/@tanstack+router-plugin@1.131.2+da18fdba49108f2c/node_modules/@tanstack/router-plugin/dist/esm/core/constants.js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D:/pasar_fix/node_modules/.bun/@tanstack+router-plugin@1.131.2+da18fdba49108f2c/node_modules/@tanstack/router-plugin/dist/esm/core/constants.js.map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D:/pasar_fix/node_modules/.bun/@tanstack+router-plugin@1.131.2+da18fdba49108f2c/node_modules/@tanstack/router-plugin/dist/esm/core/route-autoimport-plugin.d.ts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D:/pasar_fix/node_modules/.bun/@tanstack+router-plugin@1.131.2+da18fdba49108f2c/node_modules/@tanstack/router-plugin/dist/esm/core/route-autoimport-plugin.js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D:/pasar_fix/node_modules/.bun/@tanstack+router-plugin@1.131.2+da18fdba49108f2c/node_modules/@tanstack/router-plugin/dist/esm/core/route-autoimport-plugin.js.map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D:/pasar_fix/node_modules/.bun/@tanstack+router-plugin@1.131.2+da18fdba49108f2c/node_modules/@tanstack/router-plugin/dist/esm/core/route-hmr-statement.d.ts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D:/pasar_fix/node_modules/.bun/@tanstack+router-plugin@1.131.2+da18fdba49108f2c/node_modules/@tanstack/router-plugin/dist/esm/core/route-hmr-statement.js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D:/pasar_fix/node_modules/.bun/@tanstack+router-plugin@1.131.2+da18fdba49108f2c/node_modules/@tanstack/router-plugin/dist/esm/core/route-hmr-statement.js.map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D:/pasar_fix/node_modules/.bun/@tanstack+router-plugin@1.131.2+da18fdba49108f2c/node_modules/@tanstack/router-plugin/dist/esm/core/router-code-splitter-plugin.d.ts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D:/pasar_fix/node_modules/.bun/@tanstack+router-plugin@1.131.2+da18fdba49108f2c/node_modules/@tanstack/router-plugin/dist/esm/core/router-code-splitter-plugin.js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D:/pasar_fix/node_modules/.bun/@tanstack+router-plugin@1.131.2+da18fdba49108f2c/node_modules/@tanstack/router-plugin/dist/esm/core/router-code-splitter-plugin.js.map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D:/pasar_fix/node_modules/.bun/@tanstack+router-plugin@1.131.2+da18fdba49108f2c/node_modules/@tanstack/router-plugin/dist/esm/core/router-composed-plugin.d.ts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D:/pasar_fix/node_modules/.bun/@tanstack+router-plugin@1.131.2+da18fdba49108f2c/node_modules/@tanstack/router-plugin/dist/esm/core/router-composed-plugin.js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D:/pasar_fix/node_modules/.bun/@tanstack+router-plugin@1.131.2+da18fdba49108f2c/node_modules/@tanstack/router-plugin/dist/esm/core/router-composed-plugin.js.map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D:/pasar_fix/node_modules/.bun/@tanstack+router-plugin@1.131.2+da18fdba49108f2c/node_modules/@tanstack/router-plugin/dist/esm/core/router-generator-plugin.d.ts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D:/pasar_fix/node_modules/.bun/@tanstack+router-plugin@1.131.2+da18fdba49108f2c/node_modules/@tanstack/router-plugin/dist/esm/core/router-generator-plugin.js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D:/pasar_fix/node_modules/.bun/@tanstack+router-plugin@1.131.2+da18fdba49108f2c/node_modules/@tanstack/router-plugin/dist/esm/core/router-generator-plugin.js.map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D:/pasar_fix/node_modules/.bun/@tanstack+router-plugin@1.131.2+da18fdba49108f2c/node_modules/@tanstack/router-plugin/dist/esm/core/router-hmr-plugin.d.ts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D:/pasar_fix/node_modules/.bun/@tanstack+router-plugin@1.131.2+da18fdba49108f2c/node_modules/@tanstack/router-plugin/dist/esm/core/router-hmr-plugin.js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D:/pasar_fix/node_modules/.bun/@tanstack+router-plugin@1.131.2+da18fdba49108f2c/node_modules/@tanstack/router-plugin/dist/esm/core/router-hmr-plugin.js.map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D:/pasar_fix/node_modules/.bun/@tanstack+router-plugin@1.131.2+da18fdba49108f2c/node_modules/@tanstack/router-plugin/dist/esm/core/utils.d.ts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D:/pasar_fix/node_modules/.bun/@tanstack+router-plugin@1.131.2+da18fdba49108f2c/node_modules/@tanstack/router-plugin/dist/esm/core/utils.js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D:/pasar_fix/node_modules/.bun/@tanstack+router-plugin@1.131.2+da18fdba49108f2c/node_modules/@tanstack/router-plugin/dist/esm/core/utils.js.map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D:/pasar_fix/node_modules/.bun/@tanstack+router-plugin@1.131.2+da18fdba49108f2c/node_modules/@tanstack/router-plugin/dist/esm/core/code-splitter/compilers.d.ts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D:/pasar_fix/node_modules/.bun/@tanstack+router-plugin@1.131.2+da18fdba49108f2c/node_modules/@tanstack/router-plugin/dist/esm/core/code-splitter/compilers.js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D:/pasar_fix/node_modules/.bun/@tanstack+router-plugin@1.131.2+da18fdba49108f2c/node_modules/@tanstack/router-plugin/dist/esm/core/code-splitter/compilers.js.map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D:/pasar_fix/node_modules/.bun/@tanstack+router-plugin@1.131.2+da18fdba49108f2c/node_modules/@tanstack/router-plugin/dist/esm/core/code-splitter/framework-options.d.ts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D:/pasar_fix/node_modules/.bun/@tanstack+router-plugin@1.131.2+da18fdba49108f2c/node_modules/@tanstack/router-plugin/dist/esm/core/code-splitter/framework-options.js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D:/pasar_fix/node_modules/.bun/@tanstack+router-plugin@1.131.2+da18fdba49108f2c/node_modules/@tanstack/router-plugin/dist/esm/core/code-splitter/framework-options.js.map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D:/pasar_fix/node_modules/.bun/@tanstack+router-plugin@1.131.2+da18fdba49108f2c/node_modules/@tanstack/router-plugin/dist/esm/core/code-splitter/path-ids.d.ts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D:/pasar_fix/node_modules/.bun/@tanstack+router-plugin@1.131.2+da18fdba49108f2c/node_modules/@tanstack/router-plugin/dist/esm/core/code-splitter/path-ids.js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D:/pasar_fix/node_modules/.bun/@tanstack+router-plugin@1.131.2+da18fdba49108f2c/node_modules/@tanstack/router-plugin/dist/esm/core/code-splitter/path-ids.js.map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D:/pasar_fix/node_modules/.bun/@tanstack+router-plugin@1.131.2+da18fdba49108f2c/node_modules/@tanstack/router-plugin/src/esbuild.ts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D:/pasar_fix/node_modules/.bun/@tanstack+router-plugin@1.131.2+da18fdba49108f2c/node_modules/@tanstack/router-plugin/src/global.d.ts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D:/pasar_fix/node_modules/.bun/@tanstack+router-plugin@1.131.2+da18fdba49108f2c/node_modules/@tanstack/router-plugin/src/index.ts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D:/pasar_fix/node_modules/.bun/@tanstack+router-plugin@1.131.2+da18fdba49108f2c/node_modules/@tanstack/router-plugin/src/rspack.ts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D:/pasar_fix/node_modules/.bun/@tanstack+router-plugin@1.131.2+da18fdba49108f2c/node_modules/@tanstack/router-plugin/src/vite.ts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D:/pasar_fix/node_modules/.bun/@tanstack+router-plugin@1.131.2+da18fdba49108f2c/node_modules/@tanstack/router-plugin/src/webpack.ts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D:/pasar_fix/node_modules/.bun/@tanstack+router-plugin@1.131.2+da18fdba49108f2c/node_modules/@tanstack/router-plugin/src/core/config.ts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D:/pasar_fix/node_modules/.bun/@tanstack+router-plugin@1.131.2+da18fdba49108f2c/node_modules/@tanstack/router-plugin/src/core/constants.ts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D:/pasar_fix/node_modules/.bun/@tanstack+router-plugin@1.131.2+da18fdba49108f2c/node_modules/@tanstack/router-plugin/src/core/route-autoimport-plugin.ts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D:/pasar_fix/node_modules/.bun/@tanstack+router-plugin@1.131.2+da18fdba49108f2c/node_modules/@tanstack/router-plugin/src/core/route-hmr-statement.ts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D:/pasar_fix/node_modules/.bun/@tanstack+router-plugin@1.131.2+da18fdba49108f2c/node_modules/@tanstack/router-plugin/src/core/router-code-splitter-plugin.ts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D:/pasar_fix/node_modules/.bun/@tanstack+router-plugin@1.131.2+da18fdba49108f2c/node_modules/@tanstack/router-plugin/src/core/router-composed-plugin.ts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D:/pasar_fix/node_modules/.bun/@tanstack+router-plugin@1.131.2+da18fdba49108f2c/node_modules/@tanstack/router-plugin/src/core/router-generator-plugin.ts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D:/pasar_fix/node_modules/.bun/@tanstack+router-plugin@1.131.2+da18fdba49108f2c/node_modules/@tanstack/router-plugin/src/core/router-hmr-plugin.ts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D:/pasar_fix/node_modules/.bun/@tanstack+router-plugin@1.131.2+da18fdba49108f2c/node_modules/@tanstack/router-plugin/src/core/utils.ts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D:/pasar_fix/node_modules/.bun/@tanstack+router-plugin@1.131.2+da18fdba49108f2c/node_modules/@tanstack/router-plugin/src/core/code-splitter/compilers.ts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D:/pasar_fix/node_modules/.bun/@tanstack+router-plugin@1.131.2+da18fdba49108f2c/node_modules/@tanstack/router-plugin/src/core/code-splitter/framework-options.ts</a:t>
            </a:r>
          </a:p>
          <a:p>
            <a:pPr>
              <a:defRPr sz="1200"/>
            </a:pPr>
            <a:r>
              <a:t>D:/pasar_fix/node_modules/.bun/@tanstack+router-plugin@1.131.2+da18fdba49108f2c/node_modules/@tanstack/router-plugin/src/core/code-splitter/path-ids.ts</a:t>
            </a:r>
          </a:p>
          <a:p>
            <a:pPr>
              <a:defRPr sz="1200"/>
            </a:pPr>
            <a:r>
              <a:t>D:/pasar_fix/node_modules/.bun/@tanstack+router-ssr-query-core@1.131.2+70e2425123f9bf7d/node_modules/@tanstack/router-ssr-query-core/LICENSE</a:t>
            </a:r>
          </a:p>
          <a:p>
            <a:pPr>
              <a:defRPr sz="1200"/>
            </a:pPr>
            <a:r>
              <a:t>D:/pasar_fix/node_modules/.bun/@tanstack+router-ssr-query-core@1.131.2+70e2425123f9bf7d/node_modules/@tanstack/router-ssr-query-core/package.json</a:t>
            </a:r>
          </a:p>
          <a:p>
            <a:pPr>
              <a:defRPr sz="1200"/>
            </a:pPr>
            <a:r>
              <a:t>D:/pasar_fix/node_modules/.bun/@tanstack+router-ssr-query-core@1.131.2+70e2425123f9bf7d/node_modules/@tanstack/router-ssr-query-core/README.md</a:t>
            </a:r>
          </a:p>
          <a:p>
            <a:pPr>
              <a:defRPr sz="1200"/>
            </a:pPr>
            <a:r>
              <a:t>D:/pasar_fix/node_modules/.bun/@tanstack+router-ssr-query-core@1.131.2+70e2425123f9bf7d/node_modules/@tanstack/router-ssr-query-core/dist/cjs/index.cjs</a:t>
            </a:r>
          </a:p>
          <a:p>
            <a:pPr>
              <a:defRPr sz="1200"/>
            </a:pPr>
            <a:r>
              <a:t>D:/pasar_fix/node_modules/.bun/@tanstack+router-ssr-query-core@1.131.2+70e2425123f9bf7d/node_modules/@tanstack/router-ssr-query-core/dist/cjs/index.cjs.map</a:t>
            </a:r>
          </a:p>
          <a:p>
            <a:pPr>
              <a:defRPr sz="1200"/>
            </a:pPr>
            <a:r>
              <a:t>D:/pasar_fix/node_modules/.bun/@tanstack+router-ssr-query-core@1.131.2+70e2425123f9bf7d/node_modules/@tanstack/router-ssr-query-core/dist/cjs/index.d.cts</a:t>
            </a:r>
          </a:p>
          <a:p>
            <a:pPr>
              <a:defRPr sz="1200"/>
            </a:pPr>
            <a:r>
              <a:t>D:/pasar_fix/node_modules/.bun/@tanstack+router-ssr-query-core@1.131.2+70e2425123f9bf7d/node_modules/@tanstack/router-ssr-query-core/dist/esm/index.d.ts</a:t>
            </a:r>
          </a:p>
          <a:p>
            <a:pPr>
              <a:defRPr sz="1200"/>
            </a:pPr>
            <a:r>
              <a:t>D:/pasar_fix/node_modules/.bun/@tanstack+router-ssr-query-core@1.131.2+70e2425123f9bf7d/node_modules/@tanstack/router-ssr-query-core/dist/esm/index.js</a:t>
            </a:r>
          </a:p>
          <a:p>
            <a:pPr>
              <a:defRPr sz="1200"/>
            </a:pPr>
            <a:r>
              <a:t>D:/pasar_fix/node_modules/.bun/@tanstack+router-ssr-query-core@1.131.2+70e2425123f9bf7d/node_modules/@tanstack/router-ssr-query-core/dist/esm/index.js.map</a:t>
            </a:r>
          </a:p>
          <a:p>
            <a:pPr>
              <a:defRPr sz="1200"/>
            </a:pPr>
            <a:r>
              <a:t>D:/pasar_fix/node_modules/.bun/@tanstack+router-ssr-query-core@1.131.2+70e2425123f9bf7d/node_modules/@tanstack/router-ssr-query-core/src/index.ts</a:t>
            </a:r>
          </a:p>
          <a:p>
            <a:pPr>
              <a:defRPr sz="1200"/>
            </a:pPr>
            <a:r>
              <a:t>D:/pasar_fix/node_modules/.bun/@tanstack+router-utils@1.131.2/node_modules/.bin/parser.bunx</a:t>
            </a:r>
          </a:p>
          <a:p>
            <a:pPr>
              <a:defRPr sz="1200"/>
            </a:pPr>
            <a:r>
              <a:t>D:/pasar_fix/node_modules/.bun/@tanstack+router-utils@1.131.2/node_modules/.bin/parser.exe</a:t>
            </a:r>
          </a:p>
          <a:p>
            <a:pPr>
              <a:defRPr sz="1200"/>
            </a:pPr>
            <a:r>
              <a:t>D:/pasar_fix/node_modules/.bun/@tanstack+router-utils@1.131.2/node_modules/@tanstack/router-utils/LICENSE</a:t>
            </a:r>
          </a:p>
          <a:p>
            <a:pPr>
              <a:defRPr sz="1200"/>
            </a:pPr>
            <a:r>
              <a:t>D:/pasar_fix/node_modules/.bun/@tanstack+router-utils@1.131.2/node_modules/@tanstack/router-utils/package.json</a:t>
            </a:r>
          </a:p>
          <a:p>
            <a:pPr>
              <a:defRPr sz="1200"/>
            </a:pPr>
            <a:r>
              <a:t>D:/pasar_fix/node_modules/.bun/@tanstack+router-utils@1.131.2/node_modules/@tanstack/router-utils/dist/cjs/ast.cjs</a:t>
            </a:r>
          </a:p>
          <a:p>
            <a:pPr>
              <a:defRPr sz="1200"/>
            </a:pPr>
            <a:r>
              <a:t>D:/pasar_fix/node_modules/.bun/@tanstack+router-utils@1.131.2/node_modules/@tanstack/router-utils/dist/cjs/ast.cjs.map</a:t>
            </a:r>
          </a:p>
          <a:p>
            <a:pPr>
              <a:defRPr sz="1200"/>
            </a:pPr>
            <a:r>
              <a:t>D:/pasar_fix/node_modules/.bun/@tanstack+router-utils@1.131.2/node_modules/@tanstack/router-utils/dist/cjs/ast.d.cts</a:t>
            </a:r>
          </a:p>
          <a:p>
            <a:pPr>
              <a:defRPr sz="1200"/>
            </a:pPr>
            <a:r>
              <a:t>D:/pasar_fix/node_modules/.bun/@tanstack+router-utils@1.131.2/node_modules/@tanstack/router-utils/dist/cjs/index.cjs</a:t>
            </a:r>
          </a:p>
          <a:p>
            <a:pPr>
              <a:defRPr sz="1200"/>
            </a:pPr>
            <a:r>
              <a:t>D:/pasar_fix/node_modules/.bun/@tanstack+router-utils@1.131.2/node_modules/@tanstack/router-utils/dist/cjs/index.cjs.map</a:t>
            </a:r>
          </a:p>
          <a:p>
            <a:pPr>
              <a:defRPr sz="1200"/>
            </a:pPr>
            <a:r>
              <a:t>D:/pasar_fix/node_modules/.bun/@tanstack+router-utils@1.131.2/node_modules/@tanstack/router-utils/dist/cjs/index.d.cts</a:t>
            </a:r>
          </a:p>
          <a:p>
            <a:pPr>
              <a:defRPr sz="1200"/>
            </a:pPr>
            <a:r>
              <a:t>D:/pasar_fix/node_modules/.bun/@tanstack+router-utils@1.131.2/node_modules/@tanstack/router-utils/dist/cjs/logger.cjs</a:t>
            </a:r>
          </a:p>
          <a:p>
            <a:pPr>
              <a:defRPr sz="1200"/>
            </a:pPr>
            <a:r>
              <a:t>D:/pasar_fix/node_modules/.bun/@tanstack+router-utils@1.131.2/node_modules/@tanstack/router-utils/dist/cjs/logger.cjs.map</a:t>
            </a:r>
          </a:p>
          <a:p>
            <a:pPr>
              <a:defRPr sz="1200"/>
            </a:pPr>
            <a:r>
              <a:t>D:/pasar_fix/node_modules/.bun/@tanstack+router-utils@1.131.2/node_modules/@tanstack/router-utils/dist/cjs/logger.d.cts</a:t>
            </a:r>
          </a:p>
          <a:p>
            <a:pPr>
              <a:defRPr sz="1200"/>
            </a:pPr>
            <a:r>
              <a:t>D:/pasar_fix/node_modules/.bun/@tanstack+router-utils@1.131.2/node_modules/@tanstack/router-utils/dist/esm/ast.d.ts</a:t>
            </a:r>
          </a:p>
          <a:p>
            <a:pPr>
              <a:defRPr sz="1200"/>
            </a:pPr>
            <a:r>
              <a:t>D:/pasar_fix/node_modules/.bun/@tanstack+router-utils@1.131.2/node_modules/@tanstack/router-utils/dist/esm/ast.js</a:t>
            </a:r>
          </a:p>
          <a:p>
            <a:pPr>
              <a:defRPr sz="1200"/>
            </a:pPr>
            <a:r>
              <a:t>D:/pasar_fix/node_modules/.bun/@tanstack+router-utils@1.131.2/node_modules/@tanstack/router-utils/dist/esm/ast.js.map</a:t>
            </a:r>
          </a:p>
          <a:p>
            <a:pPr>
              <a:defRPr sz="1200"/>
            </a:pPr>
            <a:r>
              <a:t>D:/pasar_fix/node_modules/.bun/@tanstack+router-utils@1.131.2/node_modules/@tanstack/router-utils/dist/esm/index.d.ts</a:t>
            </a:r>
          </a:p>
          <a:p>
            <a:pPr>
              <a:defRPr sz="1200"/>
            </a:pPr>
            <a:r>
              <a:t>D:/pasar_fix/node_modules/.bun/@tanstack+router-utils@1.131.2/node_modules/@tanstack/router-utils/dist/esm/index.js</a:t>
            </a:r>
          </a:p>
          <a:p>
            <a:pPr>
              <a:defRPr sz="1200"/>
            </a:pPr>
            <a:r>
              <a:t>D:/pasar_fix/node_modules/.bun/@tanstack+router-utils@1.131.2/node_modules/@tanstack/router-utils/dist/esm/index.js.map</a:t>
            </a:r>
          </a:p>
          <a:p>
            <a:pPr>
              <a:defRPr sz="1200"/>
            </a:pPr>
            <a:r>
              <a:t>D:/pasar_fix/node_modules/.bun/@tanstack+router-utils@1.131.2/node_modules/@tanstack/router-utils/dist/esm/logger.d.ts</a:t>
            </a:r>
          </a:p>
          <a:p>
            <a:pPr>
              <a:defRPr sz="1200"/>
            </a:pPr>
            <a:r>
              <a:t>D:/pasar_fix/node_modules/.bun/@tanstack+router-utils@1.131.2/node_modules/@tanstack/router-utils/dist/esm/logger.js</a:t>
            </a:r>
          </a:p>
          <a:p>
            <a:pPr>
              <a:defRPr sz="1200"/>
            </a:pPr>
            <a:r>
              <a:t>D:/pasar_fix/node_modules/.bun/@tanstack+router-utils@1.131.2/node_modules/@tanstack/router-utils/dist/esm/logger.js.map</a:t>
            </a:r>
          </a:p>
          <a:p>
            <a:pPr>
              <a:defRPr sz="1200"/>
            </a:pPr>
            <a:r>
              <a:t>D:/pasar_fix/node_modules/.bun/@tanstack+router-utils@1.131.2/node_modules/@tanstack/router-utils/src/ast.ts</a:t>
            </a:r>
          </a:p>
          <a:p>
            <a:pPr>
              <a:defRPr sz="1200"/>
            </a:pPr>
            <a:r>
              <a:t>D:/pasar_fix/node_modules/.bun/@tanstack+router-utils@1.131.2/node_modules/@tanstack/router-utils/src/index.ts</a:t>
            </a:r>
          </a:p>
          <a:p>
            <a:pPr>
              <a:defRPr sz="1200"/>
            </a:pPr>
            <a:r>
              <a:t>D:/pasar_fix/node_modules/.bun/@tanstack+router-utils@1.131.2/node_modules/@tanstack/router-utils/src/logger.ts</a:t>
            </a:r>
          </a:p>
          <a:p>
            <a:pPr>
              <a:defRPr sz="1200"/>
            </a:pPr>
            <a:r>
              <a:t>D:/pasar_fix/node_modules/.bun/@tanstack+server-functions-plugin@1.131.2+ff94d3202a6adee4/node_modules/@tanstack/server-functions-plugin/LICENSE</a:t>
            </a:r>
          </a:p>
          <a:p>
            <a:pPr>
              <a:defRPr sz="1200"/>
            </a:pPr>
            <a:r>
              <a:t>D:/pasar_fix/node_modules/.bun/@tanstack+server-functions-plugin@1.131.2+ff94d3202a6adee4/node_modules/@tanstack/server-functions-plugin/package.json</a:t>
            </a:r>
          </a:p>
          <a:p>
            <a:pPr>
              <a:defRPr sz="1200"/>
            </a:pPr>
            <a:r>
              <a:t>D:/pasar_fix/node_modules/.bun/@tanstack+server-functions-plugin@1.131.2+ff94d3202a6adee4/node_modules/@tanstack/server-functions-plugin/README.md</a:t>
            </a:r>
          </a:p>
          <a:p>
            <a:pPr>
              <a:defRPr sz="1200"/>
            </a:pPr>
            <a:r>
              <a:t>D:/pasar_fix/node_modules/.bun/@tanstack+server-functions-plugin@1.131.2+ff94d3202a6adee4/node_modules/@tanstack/server-functions-plugin/dist/cjs/index.cjs</a:t>
            </a:r>
          </a:p>
          <a:p>
            <a:pPr>
              <a:defRPr sz="1200"/>
            </a:pPr>
            <a:r>
              <a:t>D:/pasar_fix/node_modules/.bun/@tanstack+server-functions-plugin@1.131.2+ff94d3202a6adee4/node_modules/@tanstack/server-functions-plugin/dist/cjs/index.cjs.map</a:t>
            </a:r>
          </a:p>
          <a:p>
            <a:pPr>
              <a:defRPr sz="1200"/>
            </a:pPr>
            <a:r>
              <a:t>D:/pasar_fix/node_modules/.bun/@tanstack+server-functions-plugin@1.131.2+ff94d3202a6adee4/node_modules/@tanstack/server-functions-plugin/dist/cjs/index.d.cts</a:t>
            </a:r>
          </a:p>
          <a:p>
            <a:pPr>
              <a:defRPr sz="1200"/>
            </a:pPr>
            <a:r>
              <a:t>D:/pasar_fix/node_modules/.bun/@tanstack+server-functions-plugin@1.131.2+ff94d3202a6adee4/node_modules/@tanstack/server-functions-plugin/dist/esm/index.d.ts</a:t>
            </a:r>
          </a:p>
          <a:p>
            <a:pPr>
              <a:defRPr sz="1200"/>
            </a:pPr>
            <a:r>
              <a:t>D:/pasar_fix/node_modules/.bun/@tanstack+server-functions-plugin@1.131.2+ff94d3202a6adee4/node_modules/@tanstack/server-functions-plugin/dist/esm/index.js</a:t>
            </a:r>
          </a:p>
          <a:p>
            <a:pPr>
              <a:defRPr sz="1200"/>
            </a:pPr>
            <a:r>
              <a:t>D:/pasar_fix/node_modules/.bun/@tanstack+server-functions-plugin@1.131.2+ff94d3202a6adee4/node_modules/@tanstack/server-functions-plugin/dist/esm/index.js.map</a:t>
            </a:r>
          </a:p>
          <a:p>
            <a:pPr>
              <a:defRPr sz="1200"/>
            </a:pPr>
            <a:r>
              <a:t>D:/pasar_fix/node_modules/.bun/@tanstack+server-functions-plugin@1.131.2+ff94d3202a6adee4/node_modules/@tanstack/server-functions-plugin/src/index.ts</a:t>
            </a:r>
          </a:p>
          <a:p>
            <a:pPr>
              <a:defRPr sz="1200"/>
            </a:pPr>
            <a:r>
              <a:t>D:/pasar_fix/node_modules/.bun/@tanstack+start-client-core@1.131.2/node_modules/@tanstack/start-client-core/LICENSE</a:t>
            </a:r>
          </a:p>
          <a:p>
            <a:pPr>
              <a:defRPr sz="1200"/>
            </a:pPr>
            <a:r>
              <a:t>D:/pasar_fix/node_modules/.bun/@tanstack+start-client-core@1.131.2/node_modules/@tanstack/start-client-core/package.json</a:t>
            </a:r>
          </a:p>
          <a:p>
            <a:pPr>
              <a:defRPr sz="1200"/>
            </a:pPr>
            <a:r>
              <a:t>D:/pasar_fix/node_modules/.bun/@tanstack+start-client-core@1.131.2/node_modules/@tanstack/start-client-core/README.md</a:t>
            </a:r>
          </a:p>
          <a:p>
            <a:pPr>
              <a:defRPr sz="1200"/>
            </a:pPr>
            <a:r>
              <a:t>D:/pasar_fix/node_modules/.bun/@tanstack+start-client-core@1.131.2/node_modules/@tanstack/start-client-core/dist/cjs/createIsomorphicFn.cjs</a:t>
            </a:r>
          </a:p>
          <a:p>
            <a:pPr>
              <a:defRPr sz="1200"/>
            </a:pPr>
            <a:r>
              <a:t>D:/pasar_fix/node_modules/.bun/@tanstack+start-client-core@1.131.2/node_modules/@tanstack/start-client-core/dist/cjs/createIsomorphicFn.cjs.map</a:t>
            </a:r>
          </a:p>
          <a:p>
            <a:pPr>
              <a:defRPr sz="1200"/>
            </a:pPr>
            <a:r>
              <a:t>D:/pasar_fix/node_modules/.bun/@tanstack+start-client-core@1.131.2/node_modules/@tanstack/start-client-core/dist/cjs/createIsomorphicFn.d.cts</a:t>
            </a:r>
          </a:p>
          <a:p>
            <a:pPr>
              <a:defRPr sz="1200"/>
            </a:pPr>
            <a:r>
              <a:t>D:/pasar_fix/node_modules/.bun/@tanstack+start-client-core@1.131.2/node_modules/@tanstack/start-client-core/dist/cjs/createMiddleware.cjs</a:t>
            </a:r>
          </a:p>
          <a:p>
            <a:pPr>
              <a:defRPr sz="1200"/>
            </a:pPr>
            <a:r>
              <a:t>D:/pasar_fix/node_modules/.bun/@tanstack+start-client-core@1.131.2/node_modules/@tanstack/start-client-core/dist/cjs/createMiddleware.cjs.map</a:t>
            </a:r>
          </a:p>
          <a:p>
            <a:pPr>
              <a:defRPr sz="1200"/>
            </a:pPr>
            <a:r>
              <a:t>D:/pasar_fix/node_modules/.bun/@tanstack+start-client-core@1.131.2/node_modules/@tanstack/start-client-core/dist/cjs/createMiddleware.d.cts</a:t>
            </a:r>
          </a:p>
          <a:p>
            <a:pPr>
              <a:defRPr sz="1200"/>
            </a:pPr>
            <a:r>
              <a:t>D:/pasar_fix/node_modules/.bun/@tanstack+start-client-core@1.131.2/node_modules/@tanstack/start-client-core/dist/cjs/createServerFn.cjs</a:t>
            </a:r>
          </a:p>
          <a:p>
            <a:pPr>
              <a:defRPr sz="1200"/>
            </a:pPr>
            <a:r>
              <a:t>D:/pasar_fix/node_modules/.bun/@tanstack+start-client-core@1.131.2/node_modules/@tanstack/start-client-core/dist/cjs/createServerFn.cjs.map</a:t>
            </a:r>
          </a:p>
          <a:p>
            <a:pPr>
              <a:defRPr sz="1200"/>
            </a:pPr>
            <a:r>
              <a:t>D:/pasar_fix/node_modules/.bun/@tanstack+start-client-core@1.131.2/node_modules/@tanstack/start-client-core/dist/cjs/createServerFn.d.cts</a:t>
            </a:r>
          </a:p>
          <a:p>
            <a:pPr>
              <a:defRPr sz="1200"/>
            </a:pPr>
            <a:r>
              <a:t>D:/pasar_fix/node_modules/.bun/@tanstack+start-client-core@1.131.2/node_modules/@tanstack/start-client-core/dist/cjs/envOnly.cjs</a:t>
            </a:r>
          </a:p>
          <a:p>
            <a:pPr>
              <a:defRPr sz="1200"/>
            </a:pPr>
            <a:r>
              <a:t>D:/pasar_fix/node_modules/.bun/@tanstack+start-client-core@1.131.2/node_modules/@tanstack/start-client-core/dist/cjs/envOnly.cjs.map</a:t>
            </a:r>
          </a:p>
          <a:p>
            <a:pPr>
              <a:defRPr sz="1200"/>
            </a:pPr>
            <a:r>
              <a:t>D:/pasar_fix/node_modules/.bun/@tanstack+start-client-core@1.131.2/node_modules/@tanstack/start-client-core/dist/cjs/envOnly.d.cts</a:t>
            </a:r>
          </a:p>
          <a:p>
            <a:pPr>
              <a:defRPr sz="1200"/>
            </a:pPr>
            <a:r>
              <a:t>D:/pasar_fix/node_modules/.bun/@tanstack+start-client-core@1.131.2/node_modules/@tanstack/start-client-core/dist/cjs/index.cjs</a:t>
            </a:r>
          </a:p>
          <a:p>
            <a:pPr>
              <a:defRPr sz="1200"/>
            </a:pPr>
            <a:r>
              <a:t>D:/pasar_fix/node_modules/.bun/@tanstack+start-client-core@1.131.2/node_modules/@tanstack/start-client-core/dist/cjs/index.cjs.map</a:t>
            </a:r>
          </a:p>
          <a:p>
            <a:pPr>
              <a:defRPr sz="1200"/>
            </a:pPr>
            <a:r>
              <a:t>D:/pasar_fix/node_modules/.bun/@tanstack+start-client-core@1.131.2/node_modules/@tanstack/start-client-core/dist/cjs/index.d.cts</a:t>
            </a:r>
          </a:p>
          <a:p>
            <a:pPr>
              <a:defRPr sz="1200"/>
            </a:pPr>
            <a:r>
              <a:t>D:/pasar_fix/node_modules/.bun/@tanstack+start-client-core@1.131.2/node_modules/@tanstack/start-client-core/dist/cjs/registerGlobalMiddleware.cjs</a:t>
            </a:r>
          </a:p>
          <a:p>
            <a:pPr>
              <a:defRPr sz="1200"/>
            </a:pPr>
            <a:r>
              <a:t>D:/pasar_fix/node_modules/.bun/@tanstack+start-client-core@1.131.2/node_modules/@tanstack/start-client-core/dist/cjs/registerGlobalMiddleware.cjs.map</a:t>
            </a:r>
          </a:p>
          <a:p>
            <a:pPr>
              <a:defRPr sz="1200"/>
            </a:pPr>
            <a:r>
              <a:t>D:/pasar_fix/node_modules/.bun/@tanstack+start-client-core@1.131.2/node_modules/@tanstack/start-client-core/dist/cjs/registerGlobalMiddleware.d.cts</a:t>
            </a:r>
          </a:p>
          <a:p>
            <a:pPr>
              <a:defRPr sz="1200"/>
            </a:pPr>
            <a:r>
              <a:t>D:/pasar_fix/node_modules/.bun/@tanstack+start-client-core@1.131.2/node_modules/@tanstack/start-client-core/dist/cjs/serializer.cjs</a:t>
            </a:r>
          </a:p>
          <a:p>
            <a:pPr>
              <a:defRPr sz="1200"/>
            </a:pPr>
            <a:r>
              <a:t>D:/pasar_fix/node_modules/.bun/@tanstack+start-client-core@1.131.2/node_modules/@tanstack/start-client-core/dist/cjs/serializer.cjs.map</a:t>
            </a:r>
          </a:p>
          <a:p>
            <a:pPr>
              <a:defRPr sz="1200"/>
            </a:pPr>
            <a:r>
              <a:t>D:/pasar_fix/node_modules/.bun/@tanstack+start-client-core@1.131.2/node_modules/@tanstack/start-client-core/dist/cjs/serializer.d.cts</a:t>
            </a:r>
          </a:p>
          <a:p>
            <a:pPr>
              <a:defRPr sz="1200"/>
            </a:pPr>
            <a:r>
              <a:t>D:/pasar_fix/node_modules/.bun/@tanstack+start-client-core@1.131.2/node_modules/@tanstack/start-client-core/dist/cjs/tests/createIsomorphicFn.test-d.d.cts</a:t>
            </a:r>
          </a:p>
          <a:p>
            <a:pPr>
              <a:defRPr sz="1200"/>
            </a:pPr>
            <a:r>
              <a:t>D:/pasar_fix/node_modules/.bun/@tanstack+start-client-core@1.131.2/node_modules/@tanstack/start-client-core/dist/cjs/tests/createServerFn.test-d.d.cts</a:t>
            </a:r>
          </a:p>
          <a:p>
            <a:pPr>
              <a:defRPr sz="1200"/>
            </a:pPr>
            <a:r>
              <a:t>D:/pasar_fix/node_modules/.bun/@tanstack+start-client-core@1.131.2/node_modules/@tanstack/start-client-core/dist/cjs/tests/createServerMiddleware.test-d.d.cts</a:t>
            </a:r>
          </a:p>
          <a:p>
            <a:pPr>
              <a:defRPr sz="1200"/>
            </a:pPr>
            <a:r>
              <a:t>D:/pasar_fix/node_modules/.bun/@tanstack+start-client-core@1.131.2/node_modules/@tanstack/start-client-core/dist/cjs/tests/envOnly.test-d.d.cts</a:t>
            </a:r>
          </a:p>
          <a:p>
            <a:pPr>
              <a:defRPr sz="1200"/>
            </a:pPr>
            <a:r>
              <a:t>D:/pasar_fix/node_modules/.bun/@tanstack+start-client-core@1.131.2/node_modules/@tanstack/start-client-core/dist/cjs/tests/serializer.test.d.cts</a:t>
            </a:r>
          </a:p>
          <a:p>
            <a:pPr>
              <a:defRPr sz="1200"/>
            </a:pPr>
            <a:r>
              <a:t>D:/pasar_fix/node_modules/.bun/@tanstack+start-client-core@1.131.2/node_modules/@tanstack/start-client-core/dist/esm/createIsomorphicFn.d.ts</a:t>
            </a:r>
          </a:p>
          <a:p>
            <a:pPr>
              <a:defRPr sz="1200"/>
            </a:pPr>
            <a:r>
              <a:t>D:/pasar_fix/node_modules/.bun/@tanstack+start-client-core@1.131.2/node_modules/@tanstack/start-client-core/dist/esm/createIsomorphicFn.js</a:t>
            </a:r>
          </a:p>
          <a:p>
            <a:pPr>
              <a:defRPr sz="1200"/>
            </a:pPr>
            <a:r>
              <a:t>D:/pasar_fix/node_modules/.bun/@tanstack+start-client-core@1.131.2/node_modules/@tanstack/start-client-core/dist/esm/createIsomorphicFn.js.map</a:t>
            </a:r>
          </a:p>
          <a:p>
            <a:pPr>
              <a:defRPr sz="1200"/>
            </a:pPr>
            <a:r>
              <a:t>D:/pasar_fix/node_modules/.bun/@tanstack+start-client-core@1.131.2/node_modules/@tanstack/start-client-core/dist/esm/createMiddleware.d.ts</a:t>
            </a:r>
          </a:p>
          <a:p>
            <a:pPr>
              <a:defRPr sz="1200"/>
            </a:pPr>
            <a:r>
              <a:t>D:/pasar_fix/node_modules/.bun/@tanstack+start-client-core@1.131.2/node_modules/@tanstack/start-client-core/dist/esm/createMiddleware.js</a:t>
            </a:r>
          </a:p>
          <a:p>
            <a:pPr>
              <a:defRPr sz="1200"/>
            </a:pPr>
            <a:r>
              <a:t>D:/pasar_fix/node_modules/.bun/@tanstack+start-client-core@1.131.2/node_modules/@tanstack/start-client-core/dist/esm/createMiddleware.js.map</a:t>
            </a:r>
          </a:p>
          <a:p>
            <a:pPr>
              <a:defRPr sz="1200"/>
            </a:pPr>
            <a:r>
              <a:t>D:/pasar_fix/node_modules/.bun/@tanstack+start-client-core@1.131.2/node_modules/@tanstack/start-client-core/dist/esm/createServerFn.d.ts</a:t>
            </a:r>
          </a:p>
          <a:p>
            <a:pPr>
              <a:defRPr sz="1200"/>
            </a:pPr>
            <a:r>
              <a:t>D:/pasar_fix/node_modules/.bun/@tanstack+start-client-core@1.131.2/node_modules/@tanstack/start-client-core/dist/esm/createServerFn.js</a:t>
            </a:r>
          </a:p>
          <a:p>
            <a:pPr>
              <a:defRPr sz="1200"/>
            </a:pPr>
            <a:r>
              <a:t>D:/pasar_fix/node_modules/.bun/@tanstack+start-client-core@1.131.2/node_modules/@tanstack/start-client-core/dist/esm/createServerFn.js.map</a:t>
            </a:r>
          </a:p>
          <a:p>
            <a:pPr>
              <a:defRPr sz="1200"/>
            </a:pPr>
            <a:r>
              <a:t>D:/pasar_fix/node_modules/.bun/@tanstack+start-client-core@1.131.2/node_modules/@tanstack/start-client-core/dist/esm/envOnly.d.ts</a:t>
            </a:r>
          </a:p>
          <a:p>
            <a:pPr>
              <a:defRPr sz="1200"/>
            </a:pPr>
            <a:r>
              <a:t>D:/pasar_fix/node_modules/.bun/@tanstack+start-client-core@1.131.2/node_modules/@tanstack/start-client-core/dist/esm/envOnly.js</a:t>
            </a:r>
          </a:p>
          <a:p>
            <a:pPr>
              <a:defRPr sz="1200"/>
            </a:pPr>
            <a:r>
              <a:t>D:/pasar_fix/node_modules/.bun/@tanstack+start-client-core@1.131.2/node_modules/@tanstack/start-client-core/dist/esm/envOnly.js.map</a:t>
            </a:r>
          </a:p>
          <a:p>
            <a:pPr>
              <a:defRPr sz="1200"/>
            </a:pPr>
            <a:r>
              <a:t>D:/pasar_fix/node_modules/.bun/@tanstack+start-client-core@1.131.2/node_modules/@tanstack/start-client-core/dist/esm/index.d.ts</a:t>
            </a:r>
          </a:p>
          <a:p>
            <a:pPr>
              <a:defRPr sz="1200"/>
            </a:pPr>
            <a:r>
              <a:t>D:/pasar_fix/node_modules/.bun/@tanstack+start-client-core@1.131.2/node_modules/@tanstack/start-client-core/dist/esm/index.js</a:t>
            </a:r>
          </a:p>
          <a:p>
            <a:pPr>
              <a:defRPr sz="1200"/>
            </a:pPr>
            <a:r>
              <a:t>D:/pasar_fix/node_modules/.bun/@tanstack+start-client-core@1.131.2/node_modules/@tanstack/start-client-core/dist/esm/index.js.map</a:t>
            </a:r>
          </a:p>
          <a:p>
            <a:pPr>
              <a:defRPr sz="1200"/>
            </a:pPr>
            <a:r>
              <a:t>D:/pasar_fix/node_modules/.bun/@tanstack+start-client-core@1.131.2/node_modules/@tanstack/start-client-core/dist/esm/registerGlobalMiddleware.d.ts</a:t>
            </a:r>
          </a:p>
          <a:p>
            <a:pPr>
              <a:defRPr sz="1200"/>
            </a:pPr>
            <a:r>
              <a:t>D:/pasar_fix/node_modules/.bun/@tanstack+start-client-core@1.131.2/node_modules/@tanstack/start-client-core/dist/esm/registerGlobalMiddleware.js</a:t>
            </a:r>
          </a:p>
          <a:p>
            <a:pPr>
              <a:defRPr sz="1200"/>
            </a:pPr>
            <a:r>
              <a:t>D:/pasar_fix/node_modules/.bun/@tanstack+start-client-core@1.131.2/node_modules/@tanstack/start-client-core/dist/esm/registerGlobalMiddleware.js.map</a:t>
            </a:r>
          </a:p>
          <a:p>
            <a:pPr>
              <a:defRPr sz="1200"/>
            </a:pPr>
            <a:r>
              <a:t>D:/pasar_fix/node_modules/.bun/@tanstack+start-client-core@1.131.2/node_modules/@tanstack/start-client-core/dist/esm/serializer.d.ts</a:t>
            </a:r>
          </a:p>
          <a:p>
            <a:pPr>
              <a:defRPr sz="1200"/>
            </a:pPr>
            <a:r>
              <a:t>D:/pasar_fix/node_modules/.bun/@tanstack+start-client-core@1.131.2/node_modules/@tanstack/start-client-core/dist/esm/serializer.js</a:t>
            </a:r>
          </a:p>
          <a:p>
            <a:pPr>
              <a:defRPr sz="1200"/>
            </a:pPr>
            <a:r>
              <a:t>D:/pasar_fix/node_modules/.bun/@tanstack+start-client-core@1.131.2/node_modules/@tanstack/start-client-core/dist/esm/serializer.js.map</a:t>
            </a:r>
          </a:p>
          <a:p>
            <a:pPr>
              <a:defRPr sz="1200"/>
            </a:pPr>
            <a:r>
              <a:t>D:/pasar_fix/node_modules/.bun/@tanstack+start-client-core@1.131.2/node_modules/@tanstack/start-client-core/dist/esm/tests/createIsomorphicFn.test-d.d.ts</a:t>
            </a:r>
          </a:p>
          <a:p>
            <a:pPr>
              <a:defRPr sz="1200"/>
            </a:pPr>
            <a:r>
              <a:t>D:/pasar_fix/node_modules/.bun/@tanstack+start-client-core@1.131.2/node_modules/@tanstack/start-client-core/dist/esm/tests/createServerFn.test-d.d.ts</a:t>
            </a:r>
          </a:p>
          <a:p>
            <a:pPr>
              <a:defRPr sz="1200"/>
            </a:pPr>
            <a:r>
              <a:t>D:/pasar_fix/node_modules/.bun/@tanstack+start-client-core@1.131.2/node_modules/@tanstack/start-client-core/dist/esm/tests/createServerMiddleware.test-d.d.ts</a:t>
            </a:r>
          </a:p>
          <a:p>
            <a:pPr>
              <a:defRPr sz="1200"/>
            </a:pPr>
            <a:r>
              <a:t>D:/pasar_fix/node_modules/.bun/@tanstack+start-client-core@1.131.2/node_modules/@tanstack/start-client-core/dist/esm/tests/envOnly.test-d.d.ts</a:t>
            </a:r>
          </a:p>
          <a:p>
            <a:pPr>
              <a:defRPr sz="1200"/>
            </a:pPr>
            <a:r>
              <a:t>D:/pasar_fix/node_modules/.bun/@tanstack+start-client-core@1.131.2/node_modules/@tanstack/start-client-core/dist/esm/tests/serializer.test.d.ts</a:t>
            </a:r>
          </a:p>
          <a:p>
            <a:pPr>
              <a:defRPr sz="1200"/>
            </a:pPr>
            <a:r>
              <a:t>D:/pasar_fix/node_modules/.bun/@tanstack+start-client-core@1.131.2/node_modules/@tanstack/start-client-core/src/createIsomorphicFn.ts</a:t>
            </a:r>
          </a:p>
          <a:p>
            <a:pPr>
              <a:defRPr sz="1200"/>
            </a:pPr>
            <a:r>
              <a:t>D:/pasar_fix/node_modules/.bun/@tanstack+start-client-core@1.131.2/node_modules/@tanstack/start-client-core/src/createMiddleware.ts</a:t>
            </a:r>
          </a:p>
          <a:p>
            <a:pPr>
              <a:defRPr sz="1200"/>
            </a:pPr>
            <a:r>
              <a:t>D:/pasar_fix/node_modules/.bun/@tanstack+start-client-core@1.131.2/node_modules/@tanstack/start-client-core/src/createServerFn.ts</a:t>
            </a:r>
          </a:p>
          <a:p>
            <a:pPr>
              <a:defRPr sz="1200"/>
            </a:pPr>
            <a:r>
              <a:t>D:/pasar_fix/node_modules/.bun/@tanstack+start-client-core@1.131.2/node_modules/@tanstack/start-client-core/src/envOnly.ts</a:t>
            </a:r>
          </a:p>
          <a:p>
            <a:pPr>
              <a:defRPr sz="1200"/>
            </a:pPr>
            <a:r>
              <a:t>D:/pasar_fix/node_modules/.bun/@tanstack+start-client-core@1.131.2/node_modules/@tanstack/start-client-core/src/index.tsx</a:t>
            </a:r>
          </a:p>
          <a:p>
            <a:pPr>
              <a:defRPr sz="1200"/>
            </a:pPr>
            <a:r>
              <a:t>D:/pasar_fix/node_modules/.bun/@tanstack+start-client-core@1.131.2/node_modules/@tanstack/start-client-core/src/registerGlobalMiddleware.ts</a:t>
            </a:r>
          </a:p>
          <a:p>
            <a:pPr>
              <a:defRPr sz="1200"/>
            </a:pPr>
            <a:r>
              <a:t>D:/pasar_fix/node_modules/.bun/@tanstack+start-client-core@1.131.2/node_modules/@tanstack/start-client-core/src/serializer.ts</a:t>
            </a:r>
          </a:p>
          <a:p>
            <a:pPr>
              <a:defRPr sz="1200"/>
            </a:pPr>
            <a:r>
              <a:t>D:/pasar_fix/node_modules/.bun/@tanstack+start-client-core@1.131.2/node_modules/@tanstack/start-client-core/src/tests/createIsomorphicFn.test-d.ts</a:t>
            </a:r>
          </a:p>
          <a:p>
            <a:pPr>
              <a:defRPr sz="1200"/>
            </a:pPr>
            <a:r>
              <a:t>D:/pasar_fix/node_modules/.bun/@tanstack+start-client-core@1.131.2/node_modules/@tanstack/start-client-core/src/tests/createServerFn.test-d.ts</a:t>
            </a:r>
          </a:p>
          <a:p>
            <a:pPr>
              <a:defRPr sz="1200"/>
            </a:pPr>
            <a:r>
              <a:t>D:/pasar_fix/node_modules/.bun/@tanstack+start-client-core@1.131.2/node_modules/@tanstack/start-client-core/src/tests/createServerMiddleware.test-d.ts</a:t>
            </a:r>
          </a:p>
          <a:p>
            <a:pPr>
              <a:defRPr sz="1200"/>
            </a:pPr>
            <a:r>
              <a:t>D:/pasar_fix/node_modules/.bun/@tanstack+start-client-core@1.131.2/node_modules/@tanstack/start-client-core/src/tests/envOnly.test-d.ts</a:t>
            </a:r>
          </a:p>
          <a:p>
            <a:pPr>
              <a:defRPr sz="1200"/>
            </a:pPr>
            <a:r>
              <a:t>D:/pasar_fix/node_modules/.bun/@tanstack+start-client-core@1.131.2/node_modules/@tanstack/start-client-core/src/tests/serializer.test.tsx</a:t>
            </a:r>
          </a:p>
          <a:p>
            <a:pPr>
              <a:defRPr sz="1200"/>
            </a:pPr>
            <a:r>
              <a:t>D:/pasar_fix/node_modules/.bun/@tanstack+start-plugin-core@1.131.2+4b5df1f407a720d0/node_modules/.bin/nitro.bunx</a:t>
            </a:r>
          </a:p>
          <a:p>
            <a:pPr>
              <a:defRPr sz="1200"/>
            </a:pPr>
            <a:r>
              <a:t>D:/pasar_fix/node_modules/.bun/@tanstack+start-plugin-core@1.131.2+4b5df1f407a720d0/node_modules/.bin/nitro.exe</a:t>
            </a:r>
          </a:p>
          <a:p>
            <a:pPr>
              <a:defRPr sz="1200"/>
            </a:pPr>
            <a:r>
              <a:t>D:/pasar_fix/node_modules/.bun/@tanstack+start-plugin-core@1.131.2+4b5df1f407a720d0/node_modules/.bin/nitropack.bunx</a:t>
            </a:r>
          </a:p>
          <a:p>
            <a:pPr>
              <a:defRPr sz="1200"/>
            </a:pPr>
            <a:r>
              <a:t>D:/pasar_fix/node_modules/.bun/@tanstack+start-plugin-core@1.131.2+4b5df1f407a720d0/node_modules/.bin/nitropack.exe</a:t>
            </a:r>
          </a:p>
          <a:p>
            <a:pPr>
              <a:defRPr sz="1200"/>
            </a:pPr>
            <a:r>
              <a:t>D:/pasar_fix/node_modules/.bun/@tanstack+start-plugin-core@1.131.2+4b5df1f407a720d0/node_modules/.bin/vite.bunx</a:t>
            </a:r>
          </a:p>
          <a:p>
            <a:pPr>
              <a:defRPr sz="1200"/>
            </a:pPr>
            <a:r>
              <a:t>D:/pasar_fix/node_modules/.bun/@tanstack+start-plugin-core@1.131.2+4b5df1f407a720d0/node_modules/.bin/vite.exe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D:/pasar_fix/node_modules/.bun/@tanstack+start-plugin-core@1.131.2+4b5df1f407a720d0/node_modules/@tanstack/start-plugin-core/LICENSE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D:/pasar_fix/node_modules/.bun/@tanstack+start-plugin-core@1.131.2+4b5df1f407a720d0/node_modules/@tanstack/start-plugin-core/package.json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D:/pasar_fix/node_modules/.bun/@tanstack+start-plugin-core@1.131.2+4b5df1f407a720d0/node_modules/@tanstack/start-plugin-core/README.md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D:/pasar_fix/node_modules/.bun/@tanstack+start-plugin-core@1.131.2+4b5df1f407a720d0/node_modules/@tanstack/start-plugin-core/dist/cjs/compilers.cjs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D:/pasar_fix/node_modules/.bun/@tanstack+start-plugin-core@1.131.2+4b5df1f407a720d0/node_modules/@tanstack/start-plugin-core/dist/cjs/compilers.cjs.map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D:/pasar_fix/node_modules/.bun/@tanstack+start-plugin-core@1.131.2+4b5df1f407a720d0/node_modules/@tanstack/start-plugin-core/dist/cjs/compilers.d.cts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D:/pasar_fix/node_modules/.bun/@tanstack+start-plugin-core@1.131.2+4b5df1f407a720d0/node_modules/@tanstack/start-plugin-core/dist/cjs/constants.cjs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D:/pasar_fix/node_modules/.bun/@tanstack+start-plugin-core@1.131.2+4b5df1f407a720d0/node_modules/@tanstack/start-plugin-core/dist/cjs/constants.cjs.map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D:/pasar_fix/node_modules/.bun/@tanstack+start-plugin-core@1.131.2+4b5df1f407a720d0/node_modules/@tanstack/start-plugin-core/dist/cjs/constants.d.cts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D:/pasar_fix/node_modules/.bun/@tanstack+start-plugin-core@1.131.2+4b5df1f407a720d0/node_modules/@tanstack/start-plugin-core/dist/cjs/debug.cjs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D:/pasar_fix/node_modules/.bun/@tanstack+start-plugin-core@1.131.2+4b5df1f407a720d0/node_modules/@tanstack/start-plugin-core/dist/cjs/debug.cjs.map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D:/pasar_fix/node_modules/.bun/@tanstack+start-plugin-core@1.131.2+4b5df1f407a720d0/node_modules/@tanstack/start-plugin-core/dist/cjs/debug.d.cts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D:/pasar_fix/node_modules/.bun/@tanstack+start-plugin-core@1.131.2+4b5df1f407a720d0/node_modules/@tanstack/start-plugin-core/dist/cjs/index.cjs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D:/pasar_fix/node_modules/.bun/@tanstack+start-plugin-core@1.131.2+4b5df1f407a720d0/node_modules/@tanstack/start-plugin-core/dist/cjs/index.cjs.map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D:/pasar_fix/node_modules/.bun/@tanstack+start-plugin-core@1.131.2+4b5df1f407a720d0/node_modules/@tanstack/start-plugin-core/dist/cjs/index.d.cts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D:/pasar_fix/node_modules/.bun/@tanstack+start-plugin-core@1.131.2+4b5df1f407a720d0/node_modules/@tanstack/start-plugin-core/dist/cjs/plugin.cjs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D:/pasar_fix/node_modules/.bun/@tanstack+start-plugin-core@1.131.2+4b5df1f407a720d0/node_modules/@tanstack/start-plugin-core/dist/cjs/plugin.cjs.map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D:/pasar_fix/node_modules/.bun/@tanstack+start-plugin-core@1.131.2+4b5df1f407a720d0/node_modules/@tanstack/start-plugin-core/dist/cjs/plugin.d.cts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D:/pasar_fix/node_modules/.bun/@tanstack+start-plugin-core@1.131.2+4b5df1f407a720d0/node_modules/@tanstack/start-plugin-core/dist/cjs/schema.cjs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D:/pasar_fix/node_modules/.bun/@tanstack+start-plugin-core@1.131.2+4b5df1f407a720d0/node_modules/@tanstack/start-plugin-core/dist/cjs/schema.cjs.map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D:/pasar_fix/node_modules/.bun/@tanstack+start-plugin-core@1.131.2+4b5df1f407a720d0/node_modules/@tanstack/start-plugin-core/dist/cjs/schema.d.cts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D:/pasar_fix/node_modules/.bun/@tanstack+start-plugin-core@1.131.2+4b5df1f407a720d0/node_modules/@tanstack/start-plugin-core/dist/cjs/start-compiler-plugin.cjs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D:/pasar_fix/node_modules/.bun/@tanstack+start-plugin-core@1.131.2+4b5df1f407a720d0/node_modules/@tanstack/start-plugin-core/dist/cjs/start-compiler-plugin.cjs.map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D:/pasar_fix/node_modules/.bun/@tanstack+start-plugin-core@1.131.2+4b5df1f407a720d0/node_modules/@tanstack/start-plugin-core/dist/cjs/start-compiler-plugin.d.cts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D:/pasar_fix/node_modules/.bun/@tanstack+start-plugin-core@1.131.2+4b5df1f407a720d0/node_modules/@tanstack/start-plugin-core/dist/cjs/utils.cjs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D:/pasar_fix/node_modules/.bun/@tanstack+start-plugin-core@1.131.2+4b5df1f407a720d0/node_modules/@tanstack/start-plugin-core/dist/cjs/utils.cjs.map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D:/pasar_fix/node_modules/.bun/@tanstack+start-plugin-core@1.131.2+4b5df1f407a720d0/node_modules/@tanstack/start-plugin-core/dist/cjs/utils.d.cts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D:/pasar_fix/node_modules/.bun/@tanstack+start-plugin-core@1.131.2+4b5df1f407a720d0/node_modules/@tanstack/start-plugin-core/dist/cjs/dev-server-plugin/extract-html-scripts.cjs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D:/pasar_fix/node_modules/.bun/@tanstack+start-plugin-core@1.131.2+4b5df1f407a720d0/node_modules/@tanstack/start-plugin-core/dist/cjs/dev-server-plugin/extract-html-scripts.cjs.map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D:/pasar_fix/node_modules/.bun/@tanstack+start-plugin-core@1.131.2+4b5df1f407a720d0/node_modules/@tanstack/start-plugin-core/dist/cjs/dev-server-plugin/extract-html-scripts.d.cts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D:/pasar_fix/node_modules/.bun/@tanstack+start-plugin-core@1.131.2+4b5df1f407a720d0/node_modules/@tanstack/start-plugin-core/dist/cjs/dev-server-plugin/plugin.cjs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D:/pasar_fix/node_modules/.bun/@tanstack+start-plugin-core@1.131.2+4b5df1f407a720d0/node_modules/@tanstack/start-plugin-core/dist/cjs/dev-server-plugin/plugin.cjs.map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D:/pasar_fix/node_modules/.bun/@tanstack+start-plugin-core@1.131.2+4b5df1f407a720d0/node_modules/@tanstack/start-plugin-core/dist/cjs/dev-server-plugin/plugin.d.cts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D:/pasar_fix/node_modules/.bun/@tanstack+start-plugin-core@1.131.2+4b5df1f407a720d0/node_modules/@tanstack/start-plugin-core/dist/cjs/load-env-plugin/plugin.cjs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D:/pasar_fix/node_modules/.bun/@tanstack+start-plugin-core@1.131.2+4b5df1f407a720d0/node_modules/@tanstack/start-plugin-core/dist/cjs/load-env-plugin/plugin.cjs.map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D:/pasar_fix/node_modules/.bun/@tanstack+start-plugin-core@1.131.2+4b5df1f407a720d0/node_modules/@tanstack/start-plugin-core/dist/cjs/load-env-plugin/plugin.d.cts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D:/pasar_fix/node_modules/.bun/@tanstack+start-plugin-core@1.131.2+4b5df1f407a720d0/node_modules/@tanstack/start-plugin-core/dist/cjs/nitro-plugin/build-sitemap.cjs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D:/pasar_fix/node_modules/.bun/@tanstack+start-plugin-core@1.131.2+4b5df1f407a720d0/node_modules/@tanstack/start-plugin-core/dist/cjs/nitro-plugin/build-sitemap.cjs.map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D:/pasar_fix/node_modules/.bun/@tanstack+start-plugin-core@1.131.2+4b5df1f407a720d0/node_modules/@tanstack/start-plugin-core/dist/cjs/nitro-plugin/build-sitemap.d.cts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D:/pasar_fix/node_modules/.bun/@tanstack+start-plugin-core@1.131.2+4b5df1f407a720d0/node_modules/@tanstack/start-plugin-core/dist/cjs/nitro-plugin/plugin.cjs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D:/pasar_fix/node_modules/.bun/@tanstack+start-plugin-core@1.131.2+4b5df1f407a720d0/node_modules/@tanstack/start-plugin-core/dist/cjs/nitro-plugin/plugin.cjs.map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D:/pasar_fix/node_modules/.bun/@tanstack+start-plugin-core@1.131.2+4b5df1f407a720d0/node_modules/@tanstack/start-plugin-core/dist/cjs/nitro-plugin/plugin.d.cts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D:/pasar_fix/node_modules/.bun/@tanstack+start-plugin-core@1.131.2+4b5df1f407a720d0/node_modules/@tanstack/start-plugin-core/dist/cjs/nitro-plugin/prerender.cjs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D:/pasar_fix/node_modules/.bun/@tanstack+start-plugin-core@1.131.2+4b5df1f407a720d0/node_modules/@tanstack/start-plugin-core/dist/cjs/nitro-plugin/prerender.cjs.map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D:/pasar_fix/node_modules/.bun/@tanstack+start-plugin-core@1.131.2+4b5df1f407a720d0/node_modules/@tanstack/start-plugin-core/dist/cjs/nitro-plugin/prerender.d.cts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D:/pasar_fix/node_modules/.bun/@tanstack+start-plugin-core@1.131.2+4b5df1f407a720d0/node_modules/@tanstack/start-plugin-core/dist/cjs/nitro-plugin/queue.cjs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D:/pasar_fix/node_modules/.bun/@tanstack+start-plugin-core@1.131.2+4b5df1f407a720d0/node_modules/@tanstack/start-plugin-core/dist/cjs/nitro-plugin/queue.cjs.map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D:/pasar_fix/node_modules/.bun/@tanstack+start-plugin-core@1.131.2+4b5df1f407a720d0/node_modules/@tanstack/start-plugin-core/dist/cjs/nitro-plugin/queue.d.cts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D:/pasar_fix/node_modules/.bun/@tanstack+start-plugin-core@1.131.2+4b5df1f407a720d0/node_modules/@tanstack/start-plugin-core/dist/cjs/resolve-virtual-entries-plugin/plugin.cjs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D:/pasar_fix/node_modules/.bun/@tanstack+start-plugin-core@1.131.2+4b5df1f407a720d0/node_modules/@tanstack/start-plugin-core/dist/cjs/resolve-virtual-entries-plugin/plugin.cjs.map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D:/pasar_fix/node_modules/.bun/@tanstack+start-plugin-core@1.131.2+4b5df1f407a720d0/node_modules/@tanstack/start-plugin-core/dist/cjs/resolve-virtual-entries-plugin/plugin.d.cts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D:/pasar_fix/node_modules/.bun/@tanstack+start-plugin-core@1.131.2+4b5df1f407a720d0/node_modules/@tanstack/start-plugin-core/dist/cjs/start-manifest-plugin/plugin.cjs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D:/pasar_fix/node_modules/.bun/@tanstack+start-plugin-core@1.131.2+4b5df1f407a720d0/node_modules/@tanstack/start-plugin-core/dist/cjs/start-manifest-plugin/plugin.cjs.map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D:/pasar_fix/node_modules/.bun/@tanstack+start-plugin-core@1.131.2+4b5df1f407a720d0/node_modules/@tanstack/start-plugin-core/dist/cjs/start-manifest-plugin/plugin.d.cts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D:/pasar_fix/node_modules/.bun/@tanstack+start-plugin-core@1.131.2+4b5df1f407a720d0/node_modules/@tanstack/start-plugin-core/dist/cjs/start-router-plugin/plugin.cjs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D:/pasar_fix/node_modules/.bun/@tanstack+start-plugin-core@1.131.2+4b5df1f407a720d0/node_modules/@tanstack/start-plugin-core/dist/cjs/start-router-plugin/plugin.cjs.map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D:/pasar_fix/node_modules/.bun/@tanstack+start-plugin-core@1.131.2+4b5df1f407a720d0/node_modules/@tanstack/start-plugin-core/dist/cjs/start-router-plugin/plugin.d.cts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D:/pasar_fix/node_modules/.bun/@tanstack+start-plugin-core@1.131.2+4b5df1f407a720d0/node_modules/@tanstack/start-plugin-core/dist/cjs/start-router-plugin/route-tree-client-plugin.cjs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D:/pasar_fix/node_modules/.bun/@tanstack+start-plugin-core@1.131.2+4b5df1f407a720d0/node_modules/@tanstack/start-plugin-core/dist/cjs/start-router-plugin/route-tree-client-plugin.cjs.map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D:/pasar_fix/node_modules/.bun/@tanstack+start-plugin-core@1.131.2+4b5df1f407a720d0/node_modules/@tanstack/start-plugin-core/dist/cjs/start-router-plugin/route-tree-client-plugin.d.cts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D:/pasar_fix/node_modules/.bun/@tanstack+start-plugin-core@1.131.2+4b5df1f407a720d0/node_modules/@tanstack/start-plugin-core/dist/cjs/start-router-plugin/virtual-route-tree-plugin.cjs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D:/pasar_fix/node_modules/.bun/@tanstack+start-plugin-core@1.131.2+4b5df1f407a720d0/node_modules/@tanstack/start-plugin-core/dist/cjs/start-router-plugin/virtual-route-tree-plugin.cjs.map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D:/pasar_fix/node_modules/.bun/@tanstack+start-plugin-core@1.131.2+4b5df1f407a720d0/node_modules/@tanstack/start-plugin-core/dist/cjs/start-router-plugin/virtual-route-tree-plugin.d.cts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D:/pasar_fix/node_modules/.bun/@tanstack+start-plugin-core@1.131.2+4b5df1f407a720d0/node_modules/@tanstack/start-plugin-core/dist/cjs/start-router-plugin/generator-plugins/routes-manifest-plugin.cjs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D:/pasar_fix/node_modules/.bun/@tanstack+start-plugin-core@1.131.2+4b5df1f407a720d0/node_modules/@tanstack/start-plugin-core/dist/cjs/start-router-plugin/generator-plugins/routes-manifest-plugin.cjs.map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D:/pasar_fix/node_modules/.bun/@tanstack+start-plugin-core@1.131.2+4b5df1f407a720d0/node_modules/@tanstack/start-plugin-core/dist/cjs/start-router-plugin/generator-plugins/routes-manifest-plugin.d.cts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D:/pasar_fix/node_modules/.bun/@tanstack+start-plugin-core@1.131.2+4b5df1f407a720d0/node_modules/@tanstack/start-plugin-core/dist/cjs/start-router-plugin/generator-plugins/server-routes-plugin.cjs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D:/pasar_fix/node_modules/.bun/@tanstack+start-plugin-core@1.131.2+4b5df1f407a720d0/node_modules/@tanstack/start-plugin-core/dist/cjs/start-router-plugin/generator-plugins/server-routes-plugin.cjs.map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D:/pasar_fix/node_modules/.bun/@tanstack+start-plugin-core@1.131.2+4b5df1f407a720d0/node_modules/@tanstack/start-plugin-core/dist/cjs/start-router-plugin/generator-plugins/server-routes-plugin.d.cts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D:/pasar_fix/node_modules/.bun/@tanstack+start-plugin-core@1.131.2+4b5df1f407a720d0/node_modules/@tanstack/start-plugin-core/dist/esm/compilers.d.ts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D:/pasar_fix/node_modules/.bun/@tanstack+start-plugin-core@1.131.2+4b5df1f407a720d0/node_modules/@tanstack/start-plugin-core/dist/esm/compilers.js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D:/pasar_fix/node_modules/.bun/@tanstack+start-plugin-core@1.131.2+4b5df1f407a720d0/node_modules/@tanstack/start-plugin-core/dist/esm/compilers.js.map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D:/pasar_fix/node_modules/.bun/@tanstack+start-plugin-core@1.131.2+4b5df1f407a720d0/node_modules/@tanstack/start-plugin-core/dist/esm/constants.d.ts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D:/pasar_fix/node_modules/.bun/@tanstack+start-plugin-core@1.131.2+4b5df1f407a720d0/node_modules/@tanstack/start-plugin-core/dist/esm/constants.js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D:/pasar_fix/node_modules/.bun/@tanstack+start-plugin-core@1.131.2+4b5df1f407a720d0/node_modules/@tanstack/start-plugin-core/dist/esm/constants.js.map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D:/pasar_fix/node_modules/.bun/@tanstack+start-plugin-core@1.131.2+4b5df1f407a720d0/node_modules/@tanstack/start-plugin-core/dist/esm/debug.d.ts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D:/pasar_fix/node_modules/.bun/@tanstack+start-plugin-core@1.131.2+4b5df1f407a720d0/node_modules/@tanstack/start-plugin-core/dist/esm/debug.js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D:/pasar_fix/node_modules/.bun/@tanstack+start-plugin-core@1.131.2+4b5df1f407a720d0/node_modules/@tanstack/start-plugin-core/dist/esm/debug.js.map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D:/pasar_fix/node_modules/.bun/@tanstack+start-plugin-core@1.131.2+4b5df1f407a720d0/node_modules/@tanstack/start-plugin-core/dist/esm/index.d.ts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D:/pasar_fix/node_modules/.bun/@tanstack+start-plugin-core@1.131.2+4b5df1f407a720d0/node_modules/@tanstack/start-plugin-core/dist/esm/index.js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D:/pasar_fix/node_modules/.bun/@tanstack+start-plugin-core@1.131.2+4b5df1f407a720d0/node_modules/@tanstack/start-plugin-core/dist/esm/index.js.map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D:/pasar_fix/node_modules/.bun/@tanstack+start-plugin-core@1.131.2+4b5df1f407a720d0/node_modules/@tanstack/start-plugin-core/dist/esm/plugin.d.ts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D:/pasar_fix/node_modules/.bun/@tanstack+start-plugin-core@1.131.2+4b5df1f407a720d0/node_modules/@tanstack/start-plugin-core/dist/esm/plugin.js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D:/pasar_fix/node_modules/.bun/@tanstack+start-plugin-core@1.131.2+4b5df1f407a720d0/node_modules/@tanstack/start-plugin-core/dist/esm/plugin.js.map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D:/pasar_fix/node_modules/.bun/@tanstack+start-plugin-core@1.131.2+4b5df1f407a720d0/node_modules/@tanstack/start-plugin-core/dist/esm/schema.d.ts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D:/pasar_fix/node_modules/.bun/@tanstack+start-plugin-core@1.131.2+4b5df1f407a720d0/node_modules/@tanstack/start-plugin-core/dist/esm/schema.js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D:/pasar_fix/node_modules/.bun/@tanstack+start-plugin-core@1.131.2+4b5df1f407a720d0/node_modules/@tanstack/start-plugin-core/dist/esm/schema.js.map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D:/pasar_fix/node_modules/.bun/@tanstack+start-plugin-core@1.131.2+4b5df1f407a720d0/node_modules/@tanstack/start-plugin-core/dist/esm/start-compiler-plugin.d.ts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D:/pasar_fix/node_modules/.bun/@tanstack+start-plugin-core@1.131.2+4b5df1f407a720d0/node_modules/@tanstack/start-plugin-core/dist/esm/start-compiler-plugin.js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D:/pasar_fix/node_modules/.bun/@tanstack+start-plugin-core@1.131.2+4b5df1f407a720d0/node_modules/@tanstack/start-plugin-core/dist/esm/start-compiler-plugin.js.map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D:/pasar_fix/node_modules/.bun/@tanstack+start-plugin-core@1.131.2+4b5df1f407a720d0/node_modules/@tanstack/start-plugin-core/dist/esm/utils.d.ts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D:/pasar_fix/node_modules/.bun/@tanstack+start-plugin-core@1.131.2+4b5df1f407a720d0/node_modules/@tanstack/start-plugin-core/dist/esm/utils.js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D:/pasar_fix/node_modules/.bun/@tanstack+start-plugin-core@1.131.2+4b5df1f407a720d0/node_modules/@tanstack/start-plugin-core/dist/esm/utils.js.map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D:/pasar_fix/node_modules/.bun/@tanstack+start-plugin-core@1.131.2+4b5df1f407a720d0/node_modules/@tanstack/start-plugin-core/dist/esm/dev-server-plugin/extract-html-scripts.d.ts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D:/pasar_fix/node_modules/.bun/@tanstack+start-plugin-core@1.131.2+4b5df1f407a720d0/node_modules/@tanstack/start-plugin-core/dist/esm/dev-server-plugin/extract-html-scripts.js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D:/pasar_fix/node_modules/.bun/@tanstack+start-plugin-core@1.131.2+4b5df1f407a720d0/node_modules/@tanstack/start-plugin-core/dist/esm/dev-server-plugin/extract-html-scripts.js.map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D:/pasar_fix/node_modules/.bun/@tanstack+start-plugin-core@1.131.2+4b5df1f407a720d0/node_modules/@tanstack/start-plugin-core/dist/esm/dev-server-plugin/plugin.d.ts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D:/pasar_fix/node_modules/.bun/@tanstack+start-plugin-core@1.131.2+4b5df1f407a720d0/node_modules/@tanstack/start-plugin-core/dist/esm/dev-server-plugin/plugin.js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D:/pasar_fix/node_modules/.bun/@tanstack+start-plugin-core@1.131.2+4b5df1f407a720d0/node_modules/@tanstack/start-plugin-core/dist/esm/dev-server-plugin/plugin.js.map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D:/pasar_fix/node_modules/.bun/@tanstack+start-plugin-core@1.131.2+4b5df1f407a720d0/node_modules/@tanstack/start-plugin-core/dist/esm/load-env-plugin/plugin.d.ts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D:/pasar_fix/node_modules/.bun/@tanstack+start-plugin-core@1.131.2+4b5df1f407a720d0/node_modules/@tanstack/start-plugin-core/dist/esm/load-env-plugin/plugin.js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D:/pasar_fix/node_modules/.bun/@tanstack+start-plugin-core@1.131.2+4b5df1f407a720d0/node_modules/@tanstack/start-plugin-core/dist/esm/load-env-plugin/plugin.js.map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D:/pasar_fix/node_modules/.bun/@tanstack+start-plugin-core@1.131.2+4b5df1f407a720d0/node_modules/@tanstack/start-plugin-core/dist/esm/nitro-plugin/build-sitemap.d.ts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D:/pasar_fix/node_modules/.bun/@tanstack+start-plugin-core@1.131.2+4b5df1f407a720d0/node_modules/@tanstack/start-plugin-core/dist/esm/nitro-plugin/build-sitemap.js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D:/pasar_fix/node_modules/.bun/@tanstack+start-plugin-core@1.131.2+4b5df1f407a720d0/node_modules/@tanstack/start-plugin-core/dist/esm/nitro-plugin/build-sitemap.js.map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D:/pasar_fix/node_modules/.bun/@tanstack+start-plugin-core@1.131.2+4b5df1f407a720d0/node_modules/@tanstack/start-plugin-core/dist/esm/nitro-plugin/plugin.d.ts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D:/pasar_fix/node_modules/.bun/@tanstack+start-plugin-core@1.131.2+4b5df1f407a720d0/node_modules/@tanstack/start-plugin-core/dist/esm/nitro-plugin/plugin.js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D:/pasar_fix/node_modules/.bun/@tanstack+start-plugin-core@1.131.2+4b5df1f407a720d0/node_modules/@tanstack/start-plugin-core/dist/esm/nitro-plugin/plugin.js.map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D:/pasar_fix/node_modules/.bun/@tanstack+start-plugin-core@1.131.2+4b5df1f407a720d0/node_modules/@tanstack/start-plugin-core/dist/esm/nitro-plugin/prerender.d.ts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D:/pasar_fix/node_modules/.bun/@tanstack+start-plugin-core@1.131.2+4b5df1f407a720d0/node_modules/@tanstack/start-plugin-core/dist/esm/nitro-plugin/prerender.js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D:/pasar_fix/node_modules/.bun/@tanstack+start-plugin-core@1.131.2+4b5df1f407a720d0/node_modules/@tanstack/start-plugin-core/dist/esm/nitro-plugin/prerender.js.map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D:/pasar_fix/node_modules/.bun/@tanstack+start-plugin-core@1.131.2+4b5df1f407a720d0/node_modules/@tanstack/start-plugin-core/dist/esm/nitro-plugin/queue.d.ts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D:/pasar_fix/node_modules/.bun/@tanstack+start-plugin-core@1.131.2+4b5df1f407a720d0/node_modules/@tanstack/start-plugin-core/dist/esm/nitro-plugin/queue.js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D:/pasar_fix/node_modules/.bun/@tanstack+start-plugin-core@1.131.2+4b5df1f407a720d0/node_modules/@tanstack/start-plugin-core/dist/esm/nitro-plugin/queue.js.map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D:/pasar_fix/node_modules/.bun/@tanstack+start-plugin-core@1.131.2+4b5df1f407a720d0/node_modules/@tanstack/start-plugin-core/dist/esm/resolve-virtual-entries-plugin/plugin.d.ts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D:/pasar_fix/node_modules/.bun/@tanstack+start-plugin-core@1.131.2+4b5df1f407a720d0/node_modules/@tanstack/start-plugin-core/dist/esm/resolve-virtual-entries-plugin/plugin.js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D:/pasar_fix/node_modules/.bun/@tanstack+start-plugin-core@1.131.2+4b5df1f407a720d0/node_modules/@tanstack/start-plugin-core/dist/esm/resolve-virtual-entries-plugin/plugin.js.map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D:/pasar_fix/node_modules/.bun/@tanstack+start-plugin-core@1.131.2+4b5df1f407a720d0/node_modules/@tanstack/start-plugin-core/dist/esm/start-manifest-plugin/plugin.d.ts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D:/pasar_fix/node_modules/.bun/@tanstack+start-plugin-core@1.131.2+4b5df1f407a720d0/node_modules/@tanstack/start-plugin-core/dist/esm/start-manifest-plugin/plugin.js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D:/pasar_fix/node_modules/.bun/@tanstack+start-plugin-core@1.131.2+4b5df1f407a720d0/node_modules/@tanstack/start-plugin-core/dist/esm/start-manifest-plugin/plugin.js.map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D:/pasar_fix/node_modules/.bun/@tanstack+start-plugin-core@1.131.2+4b5df1f407a720d0/node_modules/@tanstack/start-plugin-core/dist/esm/start-router-plugin/plugin.d.ts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D:/pasar_fix/node_modules/.bun/@tanstack+start-plugin-core@1.131.2+4b5df1f407a720d0/node_modules/@tanstack/start-plugin-core/dist/esm/start-router-plugin/plugin.js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D:/pasar_fix/node_modules/.bun/@tanstack+start-plugin-core@1.131.2+4b5df1f407a720d0/node_modules/@tanstack/start-plugin-core/dist/esm/start-router-plugin/plugin.js.map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D:/pasar_fix/node_modules/.bun/@tanstack+start-plugin-core@1.131.2+4b5df1f407a720d0/node_modules/@tanstack/start-plugin-core/dist/esm/start-router-plugin/route-tree-client-plugin.d.ts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D:/pasar_fix/node_modules/.bun/@tanstack+start-plugin-core@1.131.2+4b5df1f407a720d0/node_modules/@tanstack/start-plugin-core/dist/esm/start-router-plugin/route-tree-client-plugin.js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D:/pasar_fix/node_modules/.bun/@tanstack+start-plugin-core@1.131.2+4b5df1f407a720d0/node_modules/@tanstack/start-plugin-core/dist/esm/start-router-plugin/route-tree-client-plugin.js.map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D:/pasar_fix/node_modules/.bun/@tanstack+start-plugin-core@1.131.2+4b5df1f407a720d0/node_modules/@tanstack/start-plugin-core/dist/esm/start-router-plugin/virtual-route-tree-plugin.d.ts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D:/pasar_fix/node_modules/.bun/@tanstack+start-plugin-core@1.131.2+4b5df1f407a720d0/node_modules/@tanstack/start-plugin-core/dist/esm/start-router-plugin/virtual-route-tree-plugin.js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D:/pasar_fix/node_modules/.bun/@tanstack+start-plugin-core@1.131.2+4b5df1f407a720d0/node_modules/@tanstack/start-plugin-core/dist/esm/start-router-plugin/virtual-route-tree-plugin.js.map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D:/pasar_fix/node_modules/.bun/@tanstack+start-plugin-core@1.131.2+4b5df1f407a720d0/node_modules/@tanstack/start-plugin-core/dist/esm/start-router-plugin/generator-plugins/routes-manifest-plugin.d.ts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D:/pasar_fix/node_modules/.bun/@tanstack+start-plugin-core@1.131.2+4b5df1f407a720d0/node_modules/@tanstack/start-plugin-core/dist/esm/start-router-plugin/generator-plugins/routes-manifest-plugin.js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D:/pasar_fix/node_modules/.bun/@tanstack+start-plugin-core@1.131.2+4b5df1f407a720d0/node_modules/@tanstack/start-plugin-core/dist/esm/start-router-plugin/generator-plugins/routes-manifest-plugin.js.map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D:/pasar_fix/node_modules/.bun/@tanstack+start-plugin-core@1.131.2+4b5df1f407a720d0/node_modules/@tanstack/start-plugin-core/dist/esm/start-router-plugin/generator-plugins/server-routes-plugin.d.ts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D:/pasar_fix/node_modules/.bun/@tanstack+start-plugin-core@1.131.2+4b5df1f407a720d0/node_modules/@tanstack/start-plugin-core/dist/esm/start-router-plugin/generator-plugins/server-routes-plugin.js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D:/pasar_fix/node_modules/.bun/@tanstack+start-plugin-core@1.131.2+4b5df1f407a720d0/node_modules/@tanstack/start-plugin-core/dist/esm/start-router-plugin/generator-plugins/server-routes-plugin.js.map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D:/pasar_fix/node_modules/.bun/@tanstack+start-plugin-core@1.131.2+4b5df1f407a720d0/node_modules/@tanstack/start-plugin-core/src/compilers.ts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D:/pasar_fix/node_modules/.bun/@tanstack+start-plugin-core@1.131.2+4b5df1f407a720d0/node_modules/@tanstack/start-plugin-core/src/constants.ts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D:/pasar_fix/node_modules/.bun/@tanstack+start-plugin-core@1.131.2+4b5df1f407a720d0/node_modules/@tanstack/start-plugin-core/src/debug.ts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D:/pasar_fix/node_modules/.bun/@tanstack+start-plugin-core@1.131.2+4b5df1f407a720d0/node_modules/@tanstack/start-plugin-core/src/global.d.ts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D:/pasar_fix/node_modules/.bun/@tanstack+start-plugin-core@1.131.2+4b5df1f407a720d0/node_modules/@tanstack/start-plugin-core/src/index.ts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D:/pasar_fix/node_modules/.bun/@tanstack+start-plugin-core@1.131.2+4b5df1f407a720d0/node_modules/@tanstack/start-plugin-core/src/plugin.ts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D:/pasar_fix/node_modules/.bun/@tanstack+start-plugin-core@1.131.2+4b5df1f407a720d0/node_modules/@tanstack/start-plugin-core/src/schema.ts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D:/pasar_fix/node_modules/.bun/@tanstack+start-plugin-core@1.131.2+4b5df1f407a720d0/node_modules/@tanstack/start-plugin-core/src/start-compiler-plugin.ts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D:/pasar_fix/node_modules/.bun/@tanstack+start-plugin-core@1.131.2+4b5df1f407a720d0/node_modules/@tanstack/start-plugin-core/src/utils.ts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D:/pasar_fix/node_modules/.bun/@tanstack+start-plugin-core@1.131.2+4b5df1f407a720d0/node_modules/@tanstack/start-plugin-core/src/dev-server-plugin/extract-html-scripts.ts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D:/pasar_fix/node_modules/.bun/@tanstack+start-plugin-core@1.131.2+4b5df1f407a720d0/node_modules/@tanstack/start-plugin-core/src/dev-server-plugin/plugin.ts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D:/pasar_fix/node_modules/.bun/@tanstack+start-plugin-core@1.131.2+4b5df1f407a720d0/node_modules/@tanstack/start-plugin-core/src/load-env-plugin/plugin.ts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D:/pasar_fix/node_modules/.bun/@tanstack+start-plugin-core@1.131.2+4b5df1f407a720d0/node_modules/@tanstack/start-plugin-core/src/nitro-plugin/build-sitemap.ts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D:/pasar_fix/node_modules/.bun/@tanstack+start-plugin-core@1.131.2+4b5df1f407a720d0/node_modules/@tanstack/start-plugin-core/src/nitro-plugin/plugin.ts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D:/pasar_fix/node_modules/.bun/@tanstack+start-plugin-core@1.131.2+4b5df1f407a720d0/node_modules/@tanstack/start-plugin-core/src/nitro-plugin/prerender.ts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D:/pasar_fix/node_modules/.bun/@tanstack+start-plugin-core@1.131.2+4b5df1f407a720d0/node_modules/@tanstack/start-plugin-core/src/nitro-plugin/queue.ts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D:/pasar_fix/node_modules/.bun/@tanstack+start-plugin-core@1.131.2+4b5df1f407a720d0/node_modules/@tanstack/start-plugin-core/src/resolve-virtual-entries-plugin/plugin.ts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D:/pasar_fix/node_modules/.bun/@tanstack+start-plugin-core@1.131.2+4b5df1f407a720d0/node_modules/@tanstack/start-plugin-core/src/start-manifest-plugin/plugin.ts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D:/pasar_fix/node_modules/.bun/@tanstack+start-plugin-core@1.131.2+4b5df1f407a720d0/node_modules/@tanstack/start-plugin-core/src/start-router-plugin/plugin.ts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D:/pasar_fix/node_modules/.bun/@tanstack+start-plugin-core@1.131.2+4b5df1f407a720d0/node_modules/@tanstack/start-plugin-core/src/start-router-plugin/route-tree-client-plugin.ts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D:/pasar_fix/node_modules/.bun/@tanstack+start-plugin-core@1.131.2+4b5df1f407a720d0/node_modules/@tanstack/start-plugin-core/src/start-router-plugin/virtual-route-tree-plugin.ts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D:/pasar_fix/node_modules/.bun/@tanstack+start-plugin-core@1.131.2+4b5df1f407a720d0/node_modules/@tanstack/start-plugin-core/src/start-router-plugin/generator-plugins/routes-manifest-plugin.ts</a:t>
            </a:r>
          </a:p>
          <a:p>
            <a:pPr>
              <a:defRPr sz="1200"/>
            </a:pPr>
            <a:r>
              <a:t>D:/pasar_fix/node_modules/.bun/@tanstack+start-plugin-core@1.131.2+4b5df1f407a720d0/node_modules/@tanstack/start-plugin-core/src/start-router-plugin/generator-plugins/server-routes-plugin.ts</a:t>
            </a:r>
          </a:p>
          <a:p>
            <a:pPr>
              <a:defRPr sz="1200"/>
            </a:pPr>
            <a:r>
              <a:t>D:/pasar_fix/node_modules/.bun/@tanstack+start-server-core@1.131.2/node_modules/@tanstack/start-server-core/LICENSE</a:t>
            </a:r>
          </a:p>
          <a:p>
            <a:pPr>
              <a:defRPr sz="1200"/>
            </a:pPr>
            <a:r>
              <a:t>D:/pasar_fix/node_modules/.bun/@tanstack+start-server-core@1.131.2/node_modules/@tanstack/start-server-core/package.json</a:t>
            </a:r>
          </a:p>
          <a:p>
            <a:pPr>
              <a:defRPr sz="1200"/>
            </a:pPr>
            <a:r>
              <a:t>D:/pasar_fix/node_modules/.bun/@tanstack+start-server-core@1.131.2/node_modules/@tanstack/start-server-core/README.md</a:t>
            </a:r>
          </a:p>
          <a:p>
            <a:pPr>
              <a:defRPr sz="1200"/>
            </a:pPr>
            <a:r>
              <a:t>D:/pasar_fix/node_modules/.bun/@tanstack+start-server-core@1.131.2/node_modules/@tanstack/start-server-core/dist/cjs/constants.cjs</a:t>
            </a:r>
          </a:p>
          <a:p>
            <a:pPr>
              <a:defRPr sz="1200"/>
            </a:pPr>
            <a:r>
              <a:t>D:/pasar_fix/node_modules/.bun/@tanstack+start-server-core@1.131.2/node_modules/@tanstack/start-server-core/dist/cjs/constants.cjs.map</a:t>
            </a:r>
          </a:p>
          <a:p>
            <a:pPr>
              <a:defRPr sz="1200"/>
            </a:pPr>
            <a:r>
              <a:t>D:/pasar_fix/node_modules/.bun/@tanstack+start-server-core@1.131.2/node_modules/@tanstack/start-server-core/dist/cjs/constants.d.cts</a:t>
            </a:r>
          </a:p>
          <a:p>
            <a:pPr>
              <a:defRPr sz="1200"/>
            </a:pPr>
            <a:r>
              <a:t>D:/pasar_fix/node_modules/.bun/@tanstack+start-server-core@1.131.2/node_modules/@tanstack/start-server-core/dist/cjs/createStartHandler.cjs</a:t>
            </a:r>
          </a:p>
          <a:p>
            <a:pPr>
              <a:defRPr sz="1200"/>
            </a:pPr>
            <a:r>
              <a:t>D:/pasar_fix/node_modules/.bun/@tanstack+start-server-core@1.131.2/node_modules/@tanstack/start-server-core/dist/cjs/createStartHandler.cjs.map</a:t>
            </a:r>
          </a:p>
          <a:p>
            <a:pPr>
              <a:defRPr sz="1200"/>
            </a:pPr>
            <a:r>
              <a:t>D:/pasar_fix/node_modules/.bun/@tanstack+start-server-core@1.131.2/node_modules/@tanstack/start-server-core/dist/cjs/createStartHandler.d.cts</a:t>
            </a:r>
          </a:p>
          <a:p>
            <a:pPr>
              <a:defRPr sz="1200"/>
            </a:pPr>
            <a:r>
              <a:t>D:/pasar_fix/node_modules/.bun/@tanstack+start-server-core@1.131.2/node_modules/@tanstack/start-server-core/dist/cjs/h3.cjs</a:t>
            </a:r>
          </a:p>
          <a:p>
            <a:pPr>
              <a:defRPr sz="1200"/>
            </a:pPr>
            <a:r>
              <a:t>D:/pasar_fix/node_modules/.bun/@tanstack+start-server-core@1.131.2/node_modules/@tanstack/start-server-core/dist/cjs/h3.cjs.map</a:t>
            </a:r>
          </a:p>
          <a:p>
            <a:pPr>
              <a:defRPr sz="1200"/>
            </a:pPr>
            <a:r>
              <a:t>D:/pasar_fix/node_modules/.bun/@tanstack+start-server-core@1.131.2/node_modules/@tanstack/start-server-core/dist/cjs/h3.d.cts</a:t>
            </a:r>
          </a:p>
          <a:p>
            <a:pPr>
              <a:defRPr sz="1200"/>
            </a:pPr>
            <a:r>
              <a:t>D:/pasar_fix/node_modules/.bun/@tanstack+start-server-core@1.131.2/node_modules/@tanstack/start-server-core/dist/cjs/index.cjs</a:t>
            </a:r>
          </a:p>
          <a:p>
            <a:pPr>
              <a:defRPr sz="1200"/>
            </a:pPr>
            <a:r>
              <a:t>D:/pasar_fix/node_modules/.bun/@tanstack+start-server-core@1.131.2/node_modules/@tanstack/start-server-core/dist/cjs/index.cjs.map</a:t>
            </a:r>
          </a:p>
          <a:p>
            <a:pPr>
              <a:defRPr sz="1200"/>
            </a:pPr>
            <a:r>
              <a:t>D:/pasar_fix/node_modules/.bun/@tanstack+start-server-core@1.131.2/node_modules/@tanstack/start-server-core/dist/cjs/index.d.cts</a:t>
            </a:r>
          </a:p>
          <a:p>
            <a:pPr>
              <a:defRPr sz="1200"/>
            </a:pPr>
            <a:r>
              <a:t>D:/pasar_fix/node_modules/.bun/@tanstack+start-server-core@1.131.2/node_modules/@tanstack/start-server-core/dist/cjs/loadVirtualModule.cjs</a:t>
            </a:r>
          </a:p>
          <a:p>
            <a:pPr>
              <a:defRPr sz="1200"/>
            </a:pPr>
            <a:r>
              <a:t>D:/pasar_fix/node_modules/.bun/@tanstack+start-server-core@1.131.2/node_modules/@tanstack/start-server-core/dist/cjs/loadVirtualModule.cjs.map</a:t>
            </a:r>
          </a:p>
          <a:p>
            <a:pPr>
              <a:defRPr sz="1200"/>
            </a:pPr>
            <a:r>
              <a:t>D:/pasar_fix/node_modules/.bun/@tanstack+start-server-core@1.131.2/node_modules/@tanstack/start-server-core/dist/cjs/loadVirtualModule.d.cts</a:t>
            </a:r>
          </a:p>
          <a:p>
            <a:pPr>
              <a:defRPr sz="1200"/>
            </a:pPr>
            <a:r>
              <a:t>D:/pasar_fix/node_modules/.bun/@tanstack+start-server-core@1.131.2/node_modules/@tanstack/start-server-core/dist/cjs/router-manifest.cjs</a:t>
            </a:r>
          </a:p>
          <a:p>
            <a:pPr>
              <a:defRPr sz="1200"/>
            </a:pPr>
            <a:r>
              <a:t>D:/pasar_fix/node_modules/.bun/@tanstack+start-server-core@1.131.2/node_modules/@tanstack/start-server-core/dist/cjs/router-manifest.cjs.map</a:t>
            </a:r>
          </a:p>
          <a:p>
            <a:pPr>
              <a:defRPr sz="1200"/>
            </a:pPr>
            <a:r>
              <a:t>D:/pasar_fix/node_modules/.bun/@tanstack+start-server-core@1.131.2/node_modules/@tanstack/start-server-core/dist/cjs/router-manifest.d.cts</a:t>
            </a:r>
          </a:p>
          <a:p>
            <a:pPr>
              <a:defRPr sz="1200"/>
            </a:pPr>
            <a:r>
              <a:t>D:/pasar_fix/node_modules/.bun/@tanstack+start-server-core@1.131.2/node_modules/@tanstack/start-server-core/dist/cjs/server-functions-handler.cjs</a:t>
            </a:r>
          </a:p>
          <a:p>
            <a:pPr>
              <a:defRPr sz="1200"/>
            </a:pPr>
            <a:r>
              <a:t>D:/pasar_fix/node_modules/.bun/@tanstack+start-server-core@1.131.2/node_modules/@tanstack/start-server-core/dist/cjs/server-functions-handler.cjs.map</a:t>
            </a:r>
          </a:p>
          <a:p>
            <a:pPr>
              <a:defRPr sz="1200"/>
            </a:pPr>
            <a:r>
              <a:t>D:/pasar_fix/node_modules/.bun/@tanstack+start-server-core@1.131.2/node_modules/@tanstack/start-server-core/dist/cjs/server-functions-handler.d.cts</a:t>
            </a:r>
          </a:p>
          <a:p>
            <a:pPr>
              <a:defRPr sz="1200"/>
            </a:pPr>
            <a:r>
              <a:t>D:/pasar_fix/node_modules/.bun/@tanstack+start-server-core@1.131.2/node_modules/@tanstack/start-server-core/dist/cjs/serverRoute.cjs</a:t>
            </a:r>
          </a:p>
          <a:p>
            <a:pPr>
              <a:defRPr sz="1200"/>
            </a:pPr>
            <a:r>
              <a:t>D:/pasar_fix/node_modules/.bun/@tanstack+start-server-core@1.131.2/node_modules/@tanstack/start-server-core/dist/cjs/serverRoute.cjs.map</a:t>
            </a:r>
          </a:p>
          <a:p>
            <a:pPr>
              <a:defRPr sz="1200"/>
            </a:pPr>
            <a:r>
              <a:t>D:/pasar_fix/node_modules/.bun/@tanstack+start-server-core@1.131.2/node_modules/@tanstack/start-server-core/dist/cjs/serverRoute.d.cts</a:t>
            </a:r>
          </a:p>
          <a:p>
            <a:pPr>
              <a:defRPr sz="1200"/>
            </a:pPr>
            <a:r>
              <a:t>D:/pasar_fix/node_modules/.bun/@tanstack+start-server-core@1.131.2/node_modules/@tanstack/start-server-core/dist/cjs/virtual-modules.cjs</a:t>
            </a:r>
          </a:p>
          <a:p>
            <a:pPr>
              <a:defRPr sz="1200"/>
            </a:pPr>
            <a:r>
              <a:t>D:/pasar_fix/node_modules/.bun/@tanstack+start-server-core@1.131.2/node_modules/@tanstack/start-server-core/dist/cjs/virtual-modules.cjs.map</a:t>
            </a:r>
          </a:p>
          <a:p>
            <a:pPr>
              <a:defRPr sz="1200"/>
            </a:pPr>
            <a:r>
              <a:t>D:/pasar_fix/node_modules/.bun/@tanstack+start-server-core@1.131.2/node_modules/@tanstack/start-server-core/dist/cjs/virtual-modules.d.cts</a:t>
            </a:r>
          </a:p>
          <a:p>
            <a:pPr>
              <a:defRPr sz="1200"/>
            </a:pPr>
            <a:r>
              <a:t>D:/pasar_fix/node_modules/.bun/@tanstack+start-server-core@1.131.2/node_modules/@tanstack/start-server-core/dist/esm/constants.d.ts</a:t>
            </a:r>
          </a:p>
          <a:p>
            <a:pPr>
              <a:defRPr sz="1200"/>
            </a:pPr>
            <a:r>
              <a:t>D:/pasar_fix/node_modules/.bun/@tanstack+start-server-core@1.131.2/node_modules/@tanstack/start-server-core/dist/esm/constants.js</a:t>
            </a:r>
          </a:p>
          <a:p>
            <a:pPr>
              <a:defRPr sz="1200"/>
            </a:pPr>
            <a:r>
              <a:t>D:/pasar_fix/node_modules/.bun/@tanstack+start-server-core@1.131.2/node_modules/@tanstack/start-server-core/dist/esm/constants.js.map</a:t>
            </a:r>
          </a:p>
          <a:p>
            <a:pPr>
              <a:defRPr sz="1200"/>
            </a:pPr>
            <a:r>
              <a:t>D:/pasar_fix/node_modules/.bun/@tanstack+start-server-core@1.131.2/node_modules/@tanstack/start-server-core/dist/esm/createStartHandler.d.ts</a:t>
            </a:r>
          </a:p>
          <a:p>
            <a:pPr>
              <a:defRPr sz="1200"/>
            </a:pPr>
            <a:r>
              <a:t>D:/pasar_fix/node_modules/.bun/@tanstack+start-server-core@1.131.2/node_modules/@tanstack/start-server-core/dist/esm/createStartHandler.js</a:t>
            </a:r>
          </a:p>
          <a:p>
            <a:pPr>
              <a:defRPr sz="1200"/>
            </a:pPr>
            <a:r>
              <a:t>D:/pasar_fix/node_modules/.bun/@tanstack+start-server-core@1.131.2/node_modules/@tanstack/start-server-core/dist/esm/createStartHandler.js.map</a:t>
            </a:r>
          </a:p>
          <a:p>
            <a:pPr>
              <a:defRPr sz="1200"/>
            </a:pPr>
            <a:r>
              <a:t>D:/pasar_fix/node_modules/.bun/@tanstack+start-server-core@1.131.2/node_modules/@tanstack/start-server-core/dist/esm/h3.d.ts</a:t>
            </a:r>
          </a:p>
          <a:p>
            <a:pPr>
              <a:defRPr sz="1200"/>
            </a:pPr>
            <a:r>
              <a:t>D:/pasar_fix/node_modules/.bun/@tanstack+start-server-core@1.131.2/node_modules/@tanstack/start-server-core/dist/esm/h3.js</a:t>
            </a:r>
          </a:p>
          <a:p>
            <a:pPr>
              <a:defRPr sz="1200"/>
            </a:pPr>
            <a:r>
              <a:t>D:/pasar_fix/node_modules/.bun/@tanstack+start-server-core@1.131.2/node_modules/@tanstack/start-server-core/dist/esm/h3.js.map</a:t>
            </a:r>
          </a:p>
          <a:p>
            <a:pPr>
              <a:defRPr sz="1200"/>
            </a:pPr>
            <a:r>
              <a:t>D:/pasar_fix/node_modules/.bun/@tanstack+start-server-core@1.131.2/node_modules/@tanstack/start-server-core/dist/esm/index.d.ts</a:t>
            </a:r>
          </a:p>
          <a:p>
            <a:pPr>
              <a:defRPr sz="1200"/>
            </a:pPr>
            <a:r>
              <a:t>D:/pasar_fix/node_modules/.bun/@tanstack+start-server-core@1.131.2/node_modules/@tanstack/start-server-core/dist/esm/index.js</a:t>
            </a:r>
          </a:p>
          <a:p>
            <a:pPr>
              <a:defRPr sz="1200"/>
            </a:pPr>
            <a:r>
              <a:t>D:/pasar_fix/node_modules/.bun/@tanstack+start-server-core@1.131.2/node_modules/@tanstack/start-server-core/dist/esm/index.js.map</a:t>
            </a:r>
          </a:p>
          <a:p>
            <a:pPr>
              <a:defRPr sz="1200"/>
            </a:pPr>
            <a:r>
              <a:t>D:/pasar_fix/node_modules/.bun/@tanstack+start-server-core@1.131.2/node_modules/@tanstack/start-server-core/dist/esm/loadVirtualModule.d.ts</a:t>
            </a:r>
          </a:p>
          <a:p>
            <a:pPr>
              <a:defRPr sz="1200"/>
            </a:pPr>
            <a:r>
              <a:t>D:/pasar_fix/node_modules/.bun/@tanstack+start-server-core@1.131.2/node_modules/@tanstack/start-server-core/dist/esm/loadVirtualModule.js</a:t>
            </a:r>
          </a:p>
          <a:p>
            <a:pPr>
              <a:defRPr sz="1200"/>
            </a:pPr>
            <a:r>
              <a:t>D:/pasar_fix/node_modules/.bun/@tanstack+start-server-core@1.131.2/node_modules/@tanstack/start-server-core/dist/esm/loadVirtualModule.js.map</a:t>
            </a:r>
          </a:p>
          <a:p>
            <a:pPr>
              <a:defRPr sz="1200"/>
            </a:pPr>
            <a:r>
              <a:t>D:/pasar_fix/node_modules/.bun/@tanstack+start-server-core@1.131.2/node_modules/@tanstack/start-server-core/dist/esm/router-manifest.d.ts</a:t>
            </a:r>
          </a:p>
          <a:p>
            <a:pPr>
              <a:defRPr sz="1200"/>
            </a:pPr>
            <a:r>
              <a:t>D:/pasar_fix/node_modules/.bun/@tanstack+start-server-core@1.131.2/node_modules/@tanstack/start-server-core/dist/esm/router-manifest.js</a:t>
            </a:r>
          </a:p>
          <a:p>
            <a:pPr>
              <a:defRPr sz="1200"/>
            </a:pPr>
            <a:r>
              <a:t>D:/pasar_fix/node_modules/.bun/@tanstack+start-server-core@1.131.2/node_modules/@tanstack/start-server-core/dist/esm/router-manifest.js.map</a:t>
            </a:r>
          </a:p>
          <a:p>
            <a:pPr>
              <a:defRPr sz="1200"/>
            </a:pPr>
            <a:r>
              <a:t>D:/pasar_fix/node_modules/.bun/@tanstack+start-server-core@1.131.2/node_modules/@tanstack/start-server-core/dist/esm/server-functions-handler.d.ts</a:t>
            </a:r>
          </a:p>
          <a:p>
            <a:pPr>
              <a:defRPr sz="1200"/>
            </a:pPr>
            <a:r>
              <a:t>D:/pasar_fix/node_modules/.bun/@tanstack+start-server-core@1.131.2/node_modules/@tanstack/start-server-core/dist/esm/server-functions-handler.js</a:t>
            </a:r>
          </a:p>
          <a:p>
            <a:pPr>
              <a:defRPr sz="1200"/>
            </a:pPr>
            <a:r>
              <a:t>D:/pasar_fix/node_modules/.bun/@tanstack+start-server-core@1.131.2/node_modules/@tanstack/start-server-core/dist/esm/server-functions-handler.js.map</a:t>
            </a:r>
          </a:p>
          <a:p>
            <a:pPr>
              <a:defRPr sz="1200"/>
            </a:pPr>
            <a:r>
              <a:t>D:/pasar_fix/node_modules/.bun/@tanstack+start-server-core@1.131.2/node_modules/@tanstack/start-server-core/dist/esm/serverRoute.d.ts</a:t>
            </a:r>
          </a:p>
          <a:p>
            <a:pPr>
              <a:defRPr sz="1200"/>
            </a:pPr>
            <a:r>
              <a:t>D:/pasar_fix/node_modules/.bun/@tanstack+start-server-core@1.131.2/node_modules/@tanstack/start-server-core/dist/esm/serverRoute.js</a:t>
            </a:r>
          </a:p>
          <a:p>
            <a:pPr>
              <a:defRPr sz="1200"/>
            </a:pPr>
            <a:r>
              <a:t>D:/pasar_fix/node_modules/.bun/@tanstack+start-server-core@1.131.2/node_modules/@tanstack/start-server-core/dist/esm/serverRoute.js.map</a:t>
            </a:r>
          </a:p>
          <a:p>
            <a:pPr>
              <a:defRPr sz="1200"/>
            </a:pPr>
            <a:r>
              <a:t>D:/pasar_fix/node_modules/.bun/@tanstack+start-server-core@1.131.2/node_modules/@tanstack/start-server-core/dist/esm/virtual-modules.d.ts</a:t>
            </a:r>
          </a:p>
          <a:p>
            <a:pPr>
              <a:defRPr sz="1200"/>
            </a:pPr>
            <a:r>
              <a:t>D:/pasar_fix/node_modules/.bun/@tanstack+start-server-core@1.131.2/node_modules/@tanstack/start-server-core/dist/esm/virtual-modules.js</a:t>
            </a:r>
          </a:p>
          <a:p>
            <a:pPr>
              <a:defRPr sz="1200"/>
            </a:pPr>
            <a:r>
              <a:t>D:/pasar_fix/node_modules/.bun/@tanstack+start-server-core@1.131.2/node_modules/@tanstack/start-server-core/dist/esm/virtual-modules.js.map</a:t>
            </a:r>
          </a:p>
          <a:p>
            <a:pPr>
              <a:defRPr sz="1200"/>
            </a:pPr>
            <a:r>
              <a:t>D:/pasar_fix/node_modules/.bun/@tanstack+start-server-core@1.131.2/node_modules/@tanstack/start-server-core/src/constants.ts</a:t>
            </a:r>
          </a:p>
          <a:p>
            <a:pPr>
              <a:defRPr sz="1200"/>
            </a:pPr>
            <a:r>
              <a:t>D:/pasar_fix/node_modules/.bun/@tanstack+start-server-core@1.131.2/node_modules/@tanstack/start-server-core/src/createStartHandler.ts</a:t>
            </a:r>
          </a:p>
          <a:p>
            <a:pPr>
              <a:defRPr sz="1200"/>
            </a:pPr>
            <a:r>
              <a:t>D:/pasar_fix/node_modules/.bun/@tanstack+start-server-core@1.131.2/node_modules/@tanstack/start-server-core/src/global.d.ts</a:t>
            </a:r>
          </a:p>
          <a:p>
            <a:pPr>
              <a:defRPr sz="1200"/>
            </a:pPr>
            <a:r>
              <a:t>D:/pasar_fix/node_modules/.bun/@tanstack+start-server-core@1.131.2/node_modules/@tanstack/start-server-core/src/h3.ts</a:t>
            </a:r>
          </a:p>
          <a:p>
            <a:pPr>
              <a:defRPr sz="1200"/>
            </a:pPr>
            <a:r>
              <a:t>D:/pasar_fix/node_modules/.bun/@tanstack+start-server-core@1.131.2/node_modules/@tanstack/start-server-core/src/index.tsx</a:t>
            </a:r>
          </a:p>
          <a:p>
            <a:pPr>
              <a:defRPr sz="1200"/>
            </a:pPr>
            <a:r>
              <a:t>D:/pasar_fix/node_modules/.bun/@tanstack+start-server-core@1.131.2/node_modules/@tanstack/start-server-core/src/loadVirtualModule.ts</a:t>
            </a:r>
          </a:p>
          <a:p>
            <a:pPr>
              <a:defRPr sz="1200"/>
            </a:pPr>
            <a:r>
              <a:t>D:/pasar_fix/node_modules/.bun/@tanstack+start-server-core@1.131.2/node_modules/@tanstack/start-server-core/src/router-manifest.ts</a:t>
            </a:r>
          </a:p>
          <a:p>
            <a:pPr>
              <a:defRPr sz="1200"/>
            </a:pPr>
            <a:r>
              <a:t>D:/pasar_fix/node_modules/.bun/@tanstack+start-server-core@1.131.2/node_modules/@tanstack/start-server-core/src/server-functions-handler.ts</a:t>
            </a:r>
          </a:p>
          <a:p>
            <a:pPr>
              <a:defRPr sz="1200"/>
            </a:pPr>
            <a:r>
              <a:t>D:/pasar_fix/node_modules/.bun/@tanstack+start-server-core@1.131.2/node_modules/@tanstack/start-server-core/src/serverRoute.ts</a:t>
            </a:r>
          </a:p>
          <a:p>
            <a:pPr>
              <a:defRPr sz="1200"/>
            </a:pPr>
            <a:r>
              <a:t>D:/pasar_fix/node_modules/.bun/@tanstack+start-server-core@1.131.2/node_modules/@tanstack/start-server-core/src/tanstack-start.d.ts</a:t>
            </a:r>
          </a:p>
          <a:p>
            <a:pPr>
              <a:defRPr sz="1200"/>
            </a:pPr>
            <a:r>
              <a:t>D:/pasar_fix/node_modules/.bun/@tanstack+start-server-core@1.131.2/node_modules/@tanstack/start-server-core/src/virtual-modules.ts</a:t>
            </a:r>
          </a:p>
          <a:p>
            <a:pPr>
              <a:defRPr sz="1200"/>
            </a:pPr>
            <a:r>
              <a:t>D:/pasar_fix/node_modules/.bun/@tanstack+start-server-functions-client@1.131.2+ff94d3202a6adee4/node_modules/@tanstack/start-server-functions-client/LICENSE</a:t>
            </a:r>
          </a:p>
          <a:p>
            <a:pPr>
              <a:defRPr sz="1200"/>
            </a:pPr>
            <a:r>
              <a:t>D:/pasar_fix/node_modules/.bun/@tanstack+start-server-functions-client@1.131.2+ff94d3202a6adee4/node_modules/@tanstack/start-server-functions-client/package.json</a:t>
            </a:r>
          </a:p>
          <a:p>
            <a:pPr>
              <a:defRPr sz="1200"/>
            </a:pPr>
            <a:r>
              <a:t>D:/pasar_fix/node_modules/.bun/@tanstack+start-server-functions-client@1.131.2+ff94d3202a6adee4/node_modules/@tanstack/start-server-functions-client/README.md</a:t>
            </a:r>
          </a:p>
          <a:p>
            <a:pPr>
              <a:defRPr sz="1200"/>
            </a:pPr>
            <a:r>
              <a:t>D:/pasar_fix/node_modules/.bun/@tanstack+start-server-functions-client@1.131.2+ff94d3202a6adee4/node_modules/@tanstack/start-server-functions-client/dist/cjs/index.cjs</a:t>
            </a:r>
          </a:p>
          <a:p>
            <a:pPr>
              <a:defRPr sz="1200"/>
            </a:pPr>
            <a:r>
              <a:t>D:/pasar_fix/node_modules/.bun/@tanstack+start-server-functions-client@1.131.2+ff94d3202a6adee4/node_modules/@tanstack/start-server-functions-client/dist/cjs/index.cjs.map</a:t>
            </a:r>
          </a:p>
          <a:p>
            <a:pPr>
              <a:defRPr sz="1200"/>
            </a:pPr>
            <a:r>
              <a:t>D:/pasar_fix/node_modules/.bun/@tanstack+start-server-functions-client@1.131.2+ff94d3202a6adee4/node_modules/@tanstack/start-server-functions-client/dist/cjs/index.d.cts</a:t>
            </a:r>
          </a:p>
          <a:p>
            <a:pPr>
              <a:defRPr sz="1200"/>
            </a:pPr>
            <a:r>
              <a:t>D:/pasar_fix/node_modules/.bun/@tanstack+start-server-functions-client@1.131.2+ff94d3202a6adee4/node_modules/@tanstack/start-server-functions-client/dist/esm/index.d.ts</a:t>
            </a:r>
          </a:p>
          <a:p>
            <a:pPr>
              <a:defRPr sz="1200"/>
            </a:pPr>
            <a:r>
              <a:t>D:/pasar_fix/node_modules/.bun/@tanstack+start-server-functions-client@1.131.2+ff94d3202a6adee4/node_modules/@tanstack/start-server-functions-client/dist/esm/index.js</a:t>
            </a:r>
          </a:p>
          <a:p>
            <a:pPr>
              <a:defRPr sz="1200"/>
            </a:pPr>
            <a:r>
              <a:t>D:/pasar_fix/node_modules/.bun/@tanstack+start-server-functions-client@1.131.2+ff94d3202a6adee4/node_modules/@tanstack/start-server-functions-client/dist/esm/index.js.map</a:t>
            </a:r>
          </a:p>
          <a:p>
            <a:pPr>
              <a:defRPr sz="1200"/>
            </a:pPr>
            <a:r>
              <a:t>D:/pasar_fix/node_modules/.bun/@tanstack+start-server-functions-client@1.131.2+ff94d3202a6adee4/node_modules/@tanstack/start-server-functions-client/src/index.ts</a:t>
            </a:r>
          </a:p>
          <a:p>
            <a:pPr>
              <a:defRPr sz="1200"/>
            </a:pPr>
            <a:r>
              <a:t>D:/pasar_fix/node_modules/.bun/@tanstack+start-server-functions-fetcher@1.131.2/node_modules/@tanstack/start-server-functions-fetcher/LICENSE</a:t>
            </a:r>
          </a:p>
          <a:p>
            <a:pPr>
              <a:defRPr sz="1200"/>
            </a:pPr>
            <a:r>
              <a:t>D:/pasar_fix/node_modules/.bun/@tanstack+start-server-functions-fetcher@1.131.2/node_modules/@tanstack/start-server-functions-fetcher/package.json</a:t>
            </a:r>
          </a:p>
          <a:p>
            <a:pPr>
              <a:defRPr sz="1200"/>
            </a:pPr>
            <a:r>
              <a:t>D:/pasar_fix/node_modules/.bun/@tanstack+start-server-functions-fetcher@1.131.2/node_modules/@tanstack/start-server-functions-fetcher/README.md</a:t>
            </a:r>
          </a:p>
          <a:p>
            <a:pPr>
              <a:defRPr sz="1200"/>
            </a:pPr>
            <a:r>
              <a:t>D:/pasar_fix/node_modules/.bun/@tanstack+start-server-functions-fetcher@1.131.2/node_modules/@tanstack/start-server-functions-fetcher/dist/cjs/index.cjs</a:t>
            </a:r>
          </a:p>
          <a:p>
            <a:pPr>
              <a:defRPr sz="1200"/>
            </a:pPr>
            <a:r>
              <a:t>D:/pasar_fix/node_modules/.bun/@tanstack+start-server-functions-fetcher@1.131.2/node_modules/@tanstack/start-server-functions-fetcher/dist/cjs/index.cjs.map</a:t>
            </a:r>
          </a:p>
          <a:p>
            <a:pPr>
              <a:defRPr sz="1200"/>
            </a:pPr>
            <a:r>
              <a:t>D:/pasar_fix/node_modules/.bun/@tanstack+start-server-functions-fetcher@1.131.2/node_modules/@tanstack/start-server-functions-fetcher/dist/cjs/index.d.cts</a:t>
            </a:r>
          </a:p>
          <a:p>
            <a:pPr>
              <a:defRPr sz="1200"/>
            </a:pPr>
            <a:r>
              <a:t>D:/pasar_fix/node_modules/.bun/@tanstack+start-server-functions-fetcher@1.131.2/node_modules/@tanstack/start-server-functions-fetcher/dist/esm/index.d.ts</a:t>
            </a:r>
          </a:p>
          <a:p>
            <a:pPr>
              <a:defRPr sz="1200"/>
            </a:pPr>
            <a:r>
              <a:t>D:/pasar_fix/node_modules/.bun/@tanstack+start-server-functions-fetcher@1.131.2/node_modules/@tanstack/start-server-functions-fetcher/dist/esm/index.js</a:t>
            </a:r>
          </a:p>
          <a:p>
            <a:pPr>
              <a:defRPr sz="1200"/>
            </a:pPr>
            <a:r>
              <a:t>D:/pasar_fix/node_modules/.bun/@tanstack+start-server-functions-fetcher@1.131.2/node_modules/@tanstack/start-server-functions-fetcher/dist/esm/index.js.map</a:t>
            </a:r>
          </a:p>
          <a:p>
            <a:pPr>
              <a:defRPr sz="1200"/>
            </a:pPr>
            <a:r>
              <a:t>D:/pasar_fix/node_modules/.bun/@tanstack+start-server-functions-fetcher@1.131.2/node_modules/@tanstack/start-server-functions-fetcher/src/index.ts</a:t>
            </a:r>
          </a:p>
          <a:p>
            <a:pPr>
              <a:defRPr sz="1200"/>
            </a:pPr>
            <a:r>
              <a:t>D:/pasar_fix/node_modules/.bun/@tanstack+start-server-functions-server@1.131.2+ff94d3202a6adee4/node_modules/@tanstack/start-server-functions-server/LICENSE</a:t>
            </a:r>
          </a:p>
          <a:p>
            <a:pPr>
              <a:defRPr sz="1200"/>
            </a:pPr>
            <a:r>
              <a:t>D:/pasar_fix/node_modules/.bun/@tanstack+start-server-functions-server@1.131.2+ff94d3202a6adee4/node_modules/@tanstack/start-server-functions-server/package.json</a:t>
            </a:r>
          </a:p>
          <a:p>
            <a:pPr>
              <a:defRPr sz="1200"/>
            </a:pPr>
            <a:r>
              <a:t>D:/pasar_fix/node_modules/.bun/@tanstack+start-server-functions-server@1.131.2+ff94d3202a6adee4/node_modules/@tanstack/start-server-functions-server/README.md</a:t>
            </a:r>
          </a:p>
          <a:p>
            <a:pPr>
              <a:defRPr sz="1200"/>
            </a:pPr>
            <a:r>
              <a:t>D:/pasar_fix/node_modules/.bun/@tanstack+start-server-functions-server@1.131.2+ff94d3202a6adee4/node_modules/@tanstack/start-server-functions-server/dist/cjs/index.cjs</a:t>
            </a:r>
          </a:p>
          <a:p>
            <a:pPr>
              <a:defRPr sz="1200"/>
            </a:pPr>
            <a:r>
              <a:t>D:/pasar_fix/node_modules/.bun/@tanstack+start-server-functions-server@1.131.2+ff94d3202a6adee4/node_modules/@tanstack/start-server-functions-server/dist/cjs/index.cjs.map</a:t>
            </a:r>
          </a:p>
          <a:p>
            <a:pPr>
              <a:defRPr sz="1200"/>
            </a:pPr>
            <a:r>
              <a:t>D:/pasar_fix/node_modules/.bun/@tanstack+start-server-functions-server@1.131.2+ff94d3202a6adee4/node_modules/@tanstack/start-server-functions-server/dist/cjs/index.d.cts</a:t>
            </a:r>
          </a:p>
          <a:p>
            <a:pPr>
              <a:defRPr sz="1200"/>
            </a:pPr>
            <a:r>
              <a:t>D:/pasar_fix/node_modules/.bun/@tanstack+start-server-functions-server@1.131.2+ff94d3202a6adee4/node_modules/@tanstack/start-server-functions-server/dist/esm/index.d.ts</a:t>
            </a:r>
          </a:p>
          <a:p>
            <a:pPr>
              <a:defRPr sz="1200"/>
            </a:pPr>
            <a:r>
              <a:t>D:/pasar_fix/node_modules/.bun/@tanstack+start-server-functions-server@1.131.2+ff94d3202a6adee4/node_modules/@tanstack/start-server-functions-server/dist/esm/index.js</a:t>
            </a:r>
          </a:p>
          <a:p>
            <a:pPr>
              <a:defRPr sz="1200"/>
            </a:pPr>
            <a:r>
              <a:t>D:/pasar_fix/node_modules/.bun/@tanstack+start-server-functions-server@1.131.2+ff94d3202a6adee4/node_modules/@tanstack/start-server-functions-server/dist/esm/index.js.map</a:t>
            </a:r>
          </a:p>
          <a:p>
            <a:pPr>
              <a:defRPr sz="1200"/>
            </a:pPr>
            <a:r>
              <a:t>D:/pasar_fix/node_modules/.bun/@tanstack+start-server-functions-server@1.131.2+ff94d3202a6adee4/node_modules/@tanstack/start-server-functions-server/src/index.ts</a:t>
            </a:r>
          </a:p>
          <a:p>
            <a:pPr>
              <a:defRPr sz="1200"/>
            </a:pPr>
            <a:r>
              <a:t>D:/pasar_fix/node_modules/.bun/@tanstack+start-storage-context@1.131.2/node_modules/@tanstack/start-storage-context/LICENSE</a:t>
            </a:r>
          </a:p>
          <a:p>
            <a:pPr>
              <a:defRPr sz="1200"/>
            </a:pPr>
            <a:r>
              <a:t>D:/pasar_fix/node_modules/.bun/@tanstack+start-storage-context@1.131.2/node_modules/@tanstack/start-storage-context/package.json</a:t>
            </a:r>
          </a:p>
          <a:p>
            <a:pPr>
              <a:defRPr sz="1200"/>
            </a:pPr>
            <a:r>
              <a:t>D:/pasar_fix/node_modules/.bun/@tanstack+start-storage-context@1.131.2/node_modules/@tanstack/start-storage-context/README.md</a:t>
            </a:r>
          </a:p>
          <a:p>
            <a:pPr>
              <a:defRPr sz="1200"/>
            </a:pPr>
            <a:r>
              <a:t>D:/pasar_fix/node_modules/.bun/@tanstack+start-storage-context@1.131.2/node_modules/@tanstack/start-storage-context/dist/cjs/async-local-storage.cjs</a:t>
            </a:r>
          </a:p>
          <a:p>
            <a:pPr>
              <a:defRPr sz="1200"/>
            </a:pPr>
            <a:r>
              <a:t>D:/pasar_fix/node_modules/.bun/@tanstack+start-storage-context@1.131.2/node_modules/@tanstack/start-storage-context/dist/cjs/async-local-storage.cjs.map</a:t>
            </a:r>
          </a:p>
          <a:p>
            <a:pPr>
              <a:defRPr sz="1200"/>
            </a:pPr>
            <a:r>
              <a:t>D:/pasar_fix/node_modules/.bun/@tanstack+start-storage-context@1.131.2/node_modules/@tanstack/start-storage-context/dist/cjs/async-local-storage.d.cts</a:t>
            </a:r>
          </a:p>
          <a:p>
            <a:pPr>
              <a:defRPr sz="1200"/>
            </a:pPr>
            <a:r>
              <a:t>D:/pasar_fix/node_modules/.bun/@tanstack+start-storage-context@1.131.2/node_modules/@tanstack/start-storage-context/dist/cjs/index.cjs</a:t>
            </a:r>
          </a:p>
          <a:p>
            <a:pPr>
              <a:defRPr sz="1200"/>
            </a:pPr>
            <a:r>
              <a:t>D:/pasar_fix/node_modules/.bun/@tanstack+start-storage-context@1.131.2/node_modules/@tanstack/start-storage-context/dist/cjs/index.cjs.map</a:t>
            </a:r>
          </a:p>
          <a:p>
            <a:pPr>
              <a:defRPr sz="1200"/>
            </a:pPr>
            <a:r>
              <a:t>D:/pasar_fix/node_modules/.bun/@tanstack+start-storage-context@1.131.2/node_modules/@tanstack/start-storage-context/dist/cjs/index.d.cts</a:t>
            </a:r>
          </a:p>
          <a:p>
            <a:pPr>
              <a:defRPr sz="1200"/>
            </a:pPr>
            <a:r>
              <a:t>D:/pasar_fix/node_modules/.bun/@tanstack+start-storage-context@1.131.2/node_modules/@tanstack/start-storage-context/dist/esm/async-local-storage.d.ts</a:t>
            </a:r>
          </a:p>
          <a:p>
            <a:pPr>
              <a:defRPr sz="1200"/>
            </a:pPr>
            <a:r>
              <a:t>D:/pasar_fix/node_modules/.bun/@tanstack+start-storage-context@1.131.2/node_modules/@tanstack/start-storage-context/dist/esm/async-local-storage.js</a:t>
            </a:r>
          </a:p>
          <a:p>
            <a:pPr>
              <a:defRPr sz="1200"/>
            </a:pPr>
            <a:r>
              <a:t>D:/pasar_fix/node_modules/.bun/@tanstack+start-storage-context@1.131.2/node_modules/@tanstack/start-storage-context/dist/esm/async-local-storage.js.map</a:t>
            </a:r>
          </a:p>
          <a:p>
            <a:pPr>
              <a:defRPr sz="1200"/>
            </a:pPr>
            <a:r>
              <a:t>D:/pasar_fix/node_modules/.bun/@tanstack+start-storage-context@1.131.2/node_modules/@tanstack/start-storage-context/dist/esm/index.d.ts</a:t>
            </a:r>
          </a:p>
          <a:p>
            <a:pPr>
              <a:defRPr sz="1200"/>
            </a:pPr>
            <a:r>
              <a:t>D:/pasar_fix/node_modules/.bun/@tanstack+start-storage-context@1.131.2/node_modules/@tanstack/start-storage-context/dist/esm/index.js</a:t>
            </a:r>
          </a:p>
          <a:p>
            <a:pPr>
              <a:defRPr sz="1200"/>
            </a:pPr>
            <a:r>
              <a:t>D:/pasar_fix/node_modules/.bun/@tanstack+start-storage-context@1.131.2/node_modules/@tanstack/start-storage-context/dist/esm/index.js.map</a:t>
            </a:r>
          </a:p>
          <a:p>
            <a:pPr>
              <a:defRPr sz="1200"/>
            </a:pPr>
            <a:r>
              <a:t>D:/pasar_fix/node_modules/.bun/@tanstack+start-storage-context@1.131.2/node_modules/@tanstack/start-storage-context/src/async-local-storage.ts</a:t>
            </a:r>
          </a:p>
          <a:p>
            <a:pPr>
              <a:defRPr sz="1200"/>
            </a:pPr>
            <a:r>
              <a:t>D:/pasar_fix/node_modules/.bun/@tanstack+start-storage-context@1.131.2/node_modules/@tanstack/start-storage-context/src/index.tsx</a:t>
            </a:r>
          </a:p>
          <a:p>
            <a:pPr>
              <a:defRPr sz="1200"/>
            </a:pPr>
            <a:r>
              <a:t>D:/pasar_fix/node_modules/.bun/@tanstack+store@0.7.7/node_modules/@tanstack/store/LICENSE</a:t>
            </a:r>
          </a:p>
          <a:p>
            <a:pPr>
              <a:defRPr sz="1200"/>
            </a:pPr>
            <a:r>
              <a:t>D:/pasar_fix/node_modules/.bun/@tanstack+store@0.7.7/node_modules/@tanstack/store/package.json</a:t>
            </a:r>
          </a:p>
          <a:p>
            <a:pPr>
              <a:defRPr sz="1200"/>
            </a:pPr>
            <a:r>
              <a:t>D:/pasar_fix/node_modules/.bun/@tanstack+store@0.7.7/node_modules/@tanstack/store/dist/cjs/derived.cjs</a:t>
            </a:r>
          </a:p>
          <a:p>
            <a:pPr>
              <a:defRPr sz="1200"/>
            </a:pPr>
            <a:r>
              <a:t>D:/pasar_fix/node_modules/.bun/@tanstack+store@0.7.7/node_modules/@tanstack/store/dist/cjs/derived.cjs.map</a:t>
            </a:r>
          </a:p>
          <a:p>
            <a:pPr>
              <a:defRPr sz="1200"/>
            </a:pPr>
            <a:r>
              <a:t>D:/pasar_fix/node_modules/.bun/@tanstack+store@0.7.7/node_modules/@tanstack/store/dist/cjs/derived.d.cts</a:t>
            </a:r>
          </a:p>
          <a:p>
            <a:pPr>
              <a:defRPr sz="1200"/>
            </a:pPr>
            <a:r>
              <a:t>D:/pasar_fix/node_modules/.bun/@tanstack+store@0.7.7/node_modules/@tanstack/store/dist/cjs/effect.cjs</a:t>
            </a:r>
          </a:p>
          <a:p>
            <a:pPr>
              <a:defRPr sz="1200"/>
            </a:pPr>
            <a:r>
              <a:t>D:/pasar_fix/node_modules/.bun/@tanstack+store@0.7.7/node_modules/@tanstack/store/dist/cjs/effect.cjs.map</a:t>
            </a:r>
          </a:p>
          <a:p>
            <a:pPr>
              <a:defRPr sz="1200"/>
            </a:pPr>
            <a:r>
              <a:t>D:/pasar_fix/node_modules/.bun/@tanstack+store@0.7.7/node_modules/@tanstack/store/dist/cjs/effect.d.cts</a:t>
            </a:r>
          </a:p>
          <a:p>
            <a:pPr>
              <a:defRPr sz="1200"/>
            </a:pPr>
            <a:r>
              <a:t>D:/pasar_fix/node_modules/.bun/@tanstack+store@0.7.7/node_modules/@tanstack/store/dist/cjs/index.cjs</a:t>
            </a:r>
          </a:p>
          <a:p>
            <a:pPr>
              <a:defRPr sz="1200"/>
            </a:pPr>
            <a:r>
              <a:t>D:/pasar_fix/node_modules/.bun/@tanstack+store@0.7.7/node_modules/@tanstack/store/dist/cjs/index.cjs.map</a:t>
            </a:r>
          </a:p>
          <a:p>
            <a:pPr>
              <a:defRPr sz="1200"/>
            </a:pPr>
            <a:r>
              <a:t>D:/pasar_fix/node_modules/.bun/@tanstack+store@0.7.7/node_modules/@tanstack/store/dist/cjs/index.d.cts</a:t>
            </a:r>
          </a:p>
          <a:p>
            <a:pPr>
              <a:defRPr sz="1200"/>
            </a:pPr>
            <a:r>
              <a:t>D:/pasar_fix/node_modules/.bun/@tanstack+store@0.7.7/node_modules/@tanstack/store/dist/cjs/scheduler.cjs</a:t>
            </a:r>
          </a:p>
          <a:p>
            <a:pPr>
              <a:defRPr sz="1200"/>
            </a:pPr>
            <a:r>
              <a:t>D:/pasar_fix/node_modules/.bun/@tanstack+store@0.7.7/node_modules/@tanstack/store/dist/cjs/scheduler.cjs.map</a:t>
            </a:r>
          </a:p>
          <a:p>
            <a:pPr>
              <a:defRPr sz="1200"/>
            </a:pPr>
            <a:r>
              <a:t>D:/pasar_fix/node_modules/.bun/@tanstack+store@0.7.7/node_modules/@tanstack/store/dist/cjs/scheduler.d.cts</a:t>
            </a:r>
          </a:p>
          <a:p>
            <a:pPr>
              <a:defRPr sz="1200"/>
            </a:pPr>
            <a:r>
              <a:t>D:/pasar_fix/node_modules/.bun/@tanstack+store@0.7.7/node_modules/@tanstack/store/dist/cjs/store.cjs</a:t>
            </a:r>
          </a:p>
          <a:p>
            <a:pPr>
              <a:defRPr sz="1200"/>
            </a:pPr>
            <a:r>
              <a:t>D:/pasar_fix/node_modules/.bun/@tanstack+store@0.7.7/node_modules/@tanstack/store/dist/cjs/store.cjs.map</a:t>
            </a:r>
          </a:p>
          <a:p>
            <a:pPr>
              <a:defRPr sz="1200"/>
            </a:pPr>
            <a:r>
              <a:t>D:/pasar_fix/node_modules/.bun/@tanstack+store@0.7.7/node_modules/@tanstack/store/dist/cjs/store.d.cts</a:t>
            </a:r>
          </a:p>
          <a:p>
            <a:pPr>
              <a:defRPr sz="1200"/>
            </a:pPr>
            <a:r>
              <a:t>D:/pasar_fix/node_modules/.bun/@tanstack+store@0.7.7/node_modules/@tanstack/store/dist/cjs/types.cjs</a:t>
            </a:r>
          </a:p>
          <a:p>
            <a:pPr>
              <a:defRPr sz="1200"/>
            </a:pPr>
            <a:r>
              <a:t>D:/pasar_fix/node_modules/.bun/@tanstack+store@0.7.7/node_modules/@tanstack/store/dist/cjs/types.cjs.map</a:t>
            </a:r>
          </a:p>
          <a:p>
            <a:pPr>
              <a:defRPr sz="1200"/>
            </a:pPr>
            <a:r>
              <a:t>D:/pasar_fix/node_modules/.bun/@tanstack+store@0.7.7/node_modules/@tanstack/store/dist/cjs/types.d.cts</a:t>
            </a:r>
          </a:p>
          <a:p>
            <a:pPr>
              <a:defRPr sz="1200"/>
            </a:pPr>
            <a:r>
              <a:t>D:/pasar_fix/node_modules/.bun/@tanstack+store@0.7.7/node_modules/@tanstack/store/dist/esm/derived.d.ts</a:t>
            </a:r>
          </a:p>
          <a:p>
            <a:pPr>
              <a:defRPr sz="1200"/>
            </a:pPr>
            <a:r>
              <a:t>D:/pasar_fix/node_modules/.bun/@tanstack+store@0.7.7/node_modules/@tanstack/store/dist/esm/derived.js</a:t>
            </a:r>
          </a:p>
          <a:p>
            <a:pPr>
              <a:defRPr sz="1200"/>
            </a:pPr>
            <a:r>
              <a:t>D:/pasar_fix/node_modules/.bun/@tanstack+store@0.7.7/node_modules/@tanstack/store/dist/esm/derived.js.map</a:t>
            </a:r>
          </a:p>
          <a:p>
            <a:pPr>
              <a:defRPr sz="1200"/>
            </a:pPr>
            <a:r>
              <a:t>D:/pasar_fix/node_modules/.bun/@tanstack+store@0.7.7/node_modules/@tanstack/store/dist/esm/effect.d.ts</a:t>
            </a:r>
          </a:p>
          <a:p>
            <a:pPr>
              <a:defRPr sz="1200"/>
            </a:pPr>
            <a:r>
              <a:t>D:/pasar_fix/node_modules/.bun/@tanstack+store@0.7.7/node_modules/@tanstack/store/dist/esm/effect.js</a:t>
            </a:r>
          </a:p>
          <a:p>
            <a:pPr>
              <a:defRPr sz="1200"/>
            </a:pPr>
            <a:r>
              <a:t>D:/pasar_fix/node_modules/.bun/@tanstack+store@0.7.7/node_modules/@tanstack/store/dist/esm/effect.js.map</a:t>
            </a:r>
          </a:p>
          <a:p>
            <a:pPr>
              <a:defRPr sz="1200"/>
            </a:pPr>
            <a:r>
              <a:t>D:/pasar_fix/node_modules/.bun/@tanstack+store@0.7.7/node_modules/@tanstack/store/dist/esm/index.d.ts</a:t>
            </a:r>
          </a:p>
          <a:p>
            <a:pPr>
              <a:defRPr sz="1200"/>
            </a:pPr>
            <a:r>
              <a:t>D:/pasar_fix/node_modules/.bun/@tanstack+store@0.7.7/node_modules/@tanstack/store/dist/esm/index.js</a:t>
            </a:r>
          </a:p>
          <a:p>
            <a:pPr>
              <a:defRPr sz="1200"/>
            </a:pPr>
            <a:r>
              <a:t>D:/pasar_fix/node_modules/.bun/@tanstack+store@0.7.7/node_modules/@tanstack/store/dist/esm/index.js.map</a:t>
            </a:r>
          </a:p>
          <a:p>
            <a:pPr>
              <a:defRPr sz="1200"/>
            </a:pPr>
            <a:r>
              <a:t>D:/pasar_fix/node_modules/.bun/@tanstack+store@0.7.7/node_modules/@tanstack/store/dist/esm/scheduler.d.ts</a:t>
            </a:r>
          </a:p>
          <a:p>
            <a:pPr>
              <a:defRPr sz="1200"/>
            </a:pPr>
            <a:r>
              <a:t>D:/pasar_fix/node_modules/.bun/@tanstack+store@0.7.7/node_modules/@tanstack/store/dist/esm/scheduler.js</a:t>
            </a:r>
          </a:p>
          <a:p>
            <a:pPr>
              <a:defRPr sz="1200"/>
            </a:pPr>
            <a:r>
              <a:t>D:/pasar_fix/node_modules/.bun/@tanstack+store@0.7.7/node_modules/@tanstack/store/dist/esm/scheduler.js.map</a:t>
            </a:r>
          </a:p>
          <a:p>
            <a:pPr>
              <a:defRPr sz="1200"/>
            </a:pPr>
            <a:r>
              <a:t>D:/pasar_fix/node_modules/.bun/@tanstack+store@0.7.7/node_modules/@tanstack/store/dist/esm/store.d.ts</a:t>
            </a:r>
          </a:p>
          <a:p>
            <a:pPr>
              <a:defRPr sz="1200"/>
            </a:pPr>
            <a:r>
              <a:t>D:/pasar_fix/node_modules/.bun/@tanstack+store@0.7.7/node_modules/@tanstack/store/dist/esm/store.js</a:t>
            </a:r>
          </a:p>
          <a:p>
            <a:pPr>
              <a:defRPr sz="1200"/>
            </a:pPr>
            <a:r>
              <a:t>D:/pasar_fix/node_modules/.bun/@tanstack+store@0.7.7/node_modules/@tanstack/store/dist/esm/store.js.map</a:t>
            </a:r>
          </a:p>
          <a:p>
            <a:pPr>
              <a:defRPr sz="1200"/>
            </a:pPr>
            <a:r>
              <a:t>D:/pasar_fix/node_modules/.bun/@tanstack+store@0.7.7/node_modules/@tanstack/store/dist/esm/types.d.ts</a:t>
            </a:r>
          </a:p>
          <a:p>
            <a:pPr>
              <a:defRPr sz="1200"/>
            </a:pPr>
            <a:r>
              <a:t>D:/pasar_fix/node_modules/.bun/@tanstack+store@0.7.7/node_modules/@tanstack/store/dist/esm/types.js</a:t>
            </a:r>
          </a:p>
          <a:p>
            <a:pPr>
              <a:defRPr sz="1200"/>
            </a:pPr>
            <a:r>
              <a:t>D:/pasar_fix/node_modules/.bun/@tanstack+store@0.7.7/node_modules/@tanstack/store/dist/esm/types.js.map</a:t>
            </a:r>
          </a:p>
          <a:p>
            <a:pPr>
              <a:defRPr sz="1200"/>
            </a:pPr>
            <a:r>
              <a:t>D:/pasar_fix/node_modules/.bun/@tanstack+store@0.7.7/node_modules/@tanstack/store/src/derived.ts</a:t>
            </a:r>
          </a:p>
          <a:p>
            <a:pPr>
              <a:defRPr sz="1200"/>
            </a:pPr>
            <a:r>
              <a:t>D:/pasar_fix/node_modules/.bun/@tanstack+store@0.7.7/node_modules/@tanstack/store/src/effect.ts</a:t>
            </a:r>
          </a:p>
          <a:p>
            <a:pPr>
              <a:defRPr sz="1200"/>
            </a:pPr>
            <a:r>
              <a:t>D:/pasar_fix/node_modules/.bun/@tanstack+store@0.7.7/node_modules/@tanstack/store/src/index.ts</a:t>
            </a:r>
          </a:p>
          <a:p>
            <a:pPr>
              <a:defRPr sz="1200"/>
            </a:pPr>
            <a:r>
              <a:t>D:/pasar_fix/node_modules/.bun/@tanstack+store@0.7.7/node_modules/@tanstack/store/src/scheduler.ts</a:t>
            </a:r>
          </a:p>
          <a:p>
            <a:pPr>
              <a:defRPr sz="1200"/>
            </a:pPr>
            <a:r>
              <a:t>D:/pasar_fix/node_modules/.bun/@tanstack+store@0.7.7/node_modules/@tanstack/store/src/store.ts</a:t>
            </a:r>
          </a:p>
          <a:p>
            <a:pPr>
              <a:defRPr sz="1200"/>
            </a:pPr>
            <a:r>
              <a:t>D:/pasar_fix/node_modules/.bun/@tanstack+store@0.7.7/node_modules/@tanstack/store/src/types.ts</a:t>
            </a:r>
          </a:p>
          <a:p>
            <a:pPr>
              <a:defRPr sz="1200"/>
            </a:pPr>
            <a:r>
              <a:t>D:/pasar_fix/node_modules/.bun/@tanstack+store@0.9.3/node_modules/@tanstack/store/LICENSE</a:t>
            </a:r>
          </a:p>
          <a:p>
            <a:pPr>
              <a:defRPr sz="1200"/>
            </a:pPr>
            <a:r>
              <a:t>D:/pasar_fix/node_modules/.bun/@tanstack+store@0.9.3/node_modules/@tanstack/store/package.json</a:t>
            </a:r>
          </a:p>
          <a:p>
            <a:pPr>
              <a:defRPr sz="1200"/>
            </a:pPr>
            <a:r>
              <a:t>D:/pasar_fix/node_modules/.bun/@tanstack+store@0.9.3/node_modules/@tanstack/store/dist/cjs/alien.cjs</a:t>
            </a:r>
          </a:p>
          <a:p>
            <a:pPr>
              <a:defRPr sz="1200"/>
            </a:pPr>
            <a:r>
              <a:t>D:/pasar_fix/node_modules/.bun/@tanstack+store@0.9.3/node_modules/@tanstack/store/dist/cjs/alien.cjs.map</a:t>
            </a:r>
          </a:p>
          <a:p>
            <a:pPr>
              <a:defRPr sz="1200"/>
            </a:pPr>
            <a:r>
              <a:t>D:/pasar_fix/node_modules/.bun/@tanstack+store@0.9.3/node_modules/@tanstack/store/dist/cjs/alien.d.cts</a:t>
            </a:r>
          </a:p>
          <a:p>
            <a:pPr>
              <a:defRPr sz="1200"/>
            </a:pPr>
            <a:r>
              <a:t>D:/pasar_fix/node_modules/.bun/@tanstack+store@0.9.3/node_modules/@tanstack/store/dist/cjs/atom.cjs</a:t>
            </a:r>
          </a:p>
          <a:p>
            <a:pPr>
              <a:defRPr sz="1200"/>
            </a:pPr>
            <a:r>
              <a:t>D:/pasar_fix/node_modules/.bun/@tanstack+store@0.9.3/node_modules/@tanstack/store/dist/cjs/atom.cjs.map</a:t>
            </a:r>
          </a:p>
          <a:p>
            <a:pPr>
              <a:defRPr sz="1200"/>
            </a:pPr>
            <a:r>
              <a:t>D:/pasar_fix/node_modules/.bun/@tanstack+store@0.9.3/node_modules/@tanstack/store/dist/cjs/atom.d.cts</a:t>
            </a:r>
          </a:p>
          <a:p>
            <a:pPr>
              <a:defRPr sz="1200"/>
            </a:pPr>
            <a:r>
              <a:t>D:/pasar_fix/node_modules/.bun/@tanstack+store@0.9.3/node_modules/@tanstack/store/dist/cjs/index.cjs</a:t>
            </a:r>
          </a:p>
          <a:p>
            <a:pPr>
              <a:defRPr sz="1200"/>
            </a:pPr>
            <a:r>
              <a:t>D:/pasar_fix/node_modules/.bun/@tanstack+store@0.9.3/node_modules/@tanstack/store/dist/cjs/index.cjs.map</a:t>
            </a:r>
          </a:p>
          <a:p>
            <a:pPr>
              <a:defRPr sz="1200"/>
            </a:pPr>
            <a:r>
              <a:t>D:/pasar_fix/node_modules/.bun/@tanstack+store@0.9.3/node_modules/@tanstack/store/dist/cjs/index.d.cts</a:t>
            </a:r>
          </a:p>
          <a:p>
            <a:pPr>
              <a:defRPr sz="1200"/>
            </a:pPr>
            <a:r>
              <a:t>D:/pasar_fix/node_modules/.bun/@tanstack+store@0.9.3/node_modules/@tanstack/store/dist/cjs/signal.d.cts</a:t>
            </a:r>
          </a:p>
          <a:p>
            <a:pPr>
              <a:defRPr sz="1200"/>
            </a:pPr>
            <a:r>
              <a:t>D:/pasar_fix/node_modules/.bun/@tanstack+store@0.9.3/node_modules/@tanstack/store/dist/cjs/store.cjs</a:t>
            </a:r>
          </a:p>
          <a:p>
            <a:pPr>
              <a:defRPr sz="1200"/>
            </a:pPr>
            <a:r>
              <a:t>D:/pasar_fix/node_modules/.bun/@tanstack+store@0.9.3/node_modules/@tanstack/store/dist/cjs/store.cjs.map</a:t>
            </a:r>
          </a:p>
          <a:p>
            <a:pPr>
              <a:defRPr sz="1200"/>
            </a:pPr>
            <a:r>
              <a:t>D:/pasar_fix/node_modules/.bun/@tanstack+store@0.9.3/node_modules/@tanstack/store/dist/cjs/store.d.cts</a:t>
            </a:r>
          </a:p>
          <a:p>
            <a:pPr>
              <a:defRPr sz="1200"/>
            </a:pPr>
            <a:r>
              <a:t>D:/pasar_fix/node_modules/.bun/@tanstack+store@0.9.3/node_modules/@tanstack/store/dist/cjs/types.d.cts</a:t>
            </a:r>
          </a:p>
          <a:p>
            <a:pPr>
              <a:defRPr sz="1200"/>
            </a:pPr>
            <a:r>
              <a:t>D:/pasar_fix/node_modules/.bun/@tanstack+store@0.9.3/node_modules/@tanstack/store/dist/esm/alien.d.ts</a:t>
            </a:r>
          </a:p>
          <a:p>
            <a:pPr>
              <a:defRPr sz="1200"/>
            </a:pPr>
            <a:r>
              <a:t>D:/pasar_fix/node_modules/.bun/@tanstack+store@0.9.3/node_modules/@tanstack/store/dist/esm/alien.js</a:t>
            </a:r>
          </a:p>
          <a:p>
            <a:pPr>
              <a:defRPr sz="1200"/>
            </a:pPr>
            <a:r>
              <a:t>D:/pasar_fix/node_modules/.bun/@tanstack+store@0.9.3/node_modules/@tanstack/store/dist/esm/alien.js.map</a:t>
            </a:r>
          </a:p>
          <a:p>
            <a:pPr>
              <a:defRPr sz="1200"/>
            </a:pPr>
            <a:r>
              <a:t>D:/pasar_fix/node_modules/.bun/@tanstack+store@0.9.3/node_modules/@tanstack/store/dist/esm/atom.d.ts</a:t>
            </a:r>
          </a:p>
          <a:p>
            <a:pPr>
              <a:defRPr sz="1200"/>
            </a:pPr>
            <a:r>
              <a:t>D:/pasar_fix/node_modules/.bun/@tanstack+store@0.9.3/node_modules/@tanstack/store/dist/esm/atom.js</a:t>
            </a:r>
          </a:p>
          <a:p>
            <a:pPr>
              <a:defRPr sz="1200"/>
            </a:pPr>
            <a:r>
              <a:t>D:/pasar_fix/node_modules/.bun/@tanstack+store@0.9.3/node_modules/@tanstack/store/dist/esm/atom.js.map</a:t>
            </a:r>
          </a:p>
          <a:p>
            <a:pPr>
              <a:defRPr sz="1200"/>
            </a:pPr>
            <a:r>
              <a:t>D:/pasar_fix/node_modules/.bun/@tanstack+store@0.9.3/node_modules/@tanstack/store/dist/esm/index.d.ts</a:t>
            </a:r>
          </a:p>
          <a:p>
            <a:pPr>
              <a:defRPr sz="1200"/>
            </a:pPr>
            <a:r>
              <a:t>D:/pasar_fix/node_modules/.bun/@tanstack+store@0.9.3/node_modules/@tanstack/store/dist/esm/index.js</a:t>
            </a:r>
          </a:p>
          <a:p>
            <a:pPr>
              <a:defRPr sz="1200"/>
            </a:pPr>
            <a:r>
              <a:t>D:/pasar_fix/node_modules/.bun/@tanstack+store@0.9.3/node_modules/@tanstack/store/dist/esm/index.js.map</a:t>
            </a:r>
          </a:p>
          <a:p>
            <a:pPr>
              <a:defRPr sz="1200"/>
            </a:pPr>
            <a:r>
              <a:t>D:/pasar_fix/node_modules/.bun/@tanstack+store@0.9.3/node_modules/@tanstack/store/dist/esm/signal.d.ts</a:t>
            </a:r>
          </a:p>
          <a:p>
            <a:pPr>
              <a:defRPr sz="1200"/>
            </a:pPr>
            <a:r>
              <a:t>D:/pasar_fix/node_modules/.bun/@tanstack+store@0.9.3/node_modules/@tanstack/store/dist/esm/store.d.ts</a:t>
            </a:r>
          </a:p>
          <a:p>
            <a:pPr>
              <a:defRPr sz="1200"/>
            </a:pPr>
            <a:r>
              <a:t>D:/pasar_fix/node_modules/.bun/@tanstack+store@0.9.3/node_modules/@tanstack/store/dist/esm/store.js</a:t>
            </a:r>
          </a:p>
          <a:p>
            <a:pPr>
              <a:defRPr sz="1200"/>
            </a:pPr>
            <a:r>
              <a:t>D:/pasar_fix/node_modules/.bun/@tanstack+store@0.9.3/node_modules/@tanstack/store/dist/esm/store.js.map</a:t>
            </a:r>
          </a:p>
          <a:p>
            <a:pPr>
              <a:defRPr sz="1200"/>
            </a:pPr>
            <a:r>
              <a:t>D:/pasar_fix/node_modules/.bun/@tanstack+store@0.9.3/node_modules/@tanstack/store/dist/esm/types.d.ts</a:t>
            </a:r>
          </a:p>
          <a:p>
            <a:pPr>
              <a:defRPr sz="1200"/>
            </a:pPr>
            <a:r>
              <a:t>D:/pasar_fix/node_modules/.bun/@tanstack+store@0.9.3/node_modules/@tanstack/store/src/alien.ts</a:t>
            </a:r>
          </a:p>
          <a:p>
            <a:pPr>
              <a:defRPr sz="1200"/>
            </a:pPr>
            <a:r>
              <a:t>D:/pasar_fix/node_modules/.bun/@tanstack+store@0.9.3/node_modules/@tanstack/store/src/atom.ts</a:t>
            </a:r>
          </a:p>
          <a:p>
            <a:pPr>
              <a:defRPr sz="1200"/>
            </a:pPr>
            <a:r>
              <a:t>D:/pasar_fix/node_modules/.bun/@tanstack+store@0.9.3/node_modules/@tanstack/store/src/index.ts</a:t>
            </a:r>
          </a:p>
          <a:p>
            <a:pPr>
              <a:defRPr sz="1200"/>
            </a:pPr>
            <a:r>
              <a:t>D:/pasar_fix/node_modules/.bun/@tanstack+store@0.9.3/node_modules/@tanstack/store/src/signal.ts</a:t>
            </a:r>
          </a:p>
          <a:p>
            <a:pPr>
              <a:defRPr sz="1200"/>
            </a:pPr>
            <a:r>
              <a:t>D:/pasar_fix/node_modules/.bun/@tanstack+store@0.9.3/node_modules/@tanstack/store/src/store.ts</a:t>
            </a:r>
          </a:p>
          <a:p>
            <a:pPr>
              <a:defRPr sz="1200"/>
            </a:pPr>
            <a:r>
              <a:t>D:/pasar_fix/node_modules/.bun/@tanstack+store@0.9.3/node_modules/@tanstack/store/src/types.ts</a:t>
            </a:r>
          </a:p>
          <a:p>
            <a:pPr>
              <a:defRPr sz="1200"/>
            </a:pPr>
            <a:r>
              <a:t>D:/pasar_fix/node_modules/.bun/@tanstack+virtual-core@3.17.1/node_modules/@tanstack/virtual-core/LICENSE</a:t>
            </a:r>
          </a:p>
          <a:p>
            <a:pPr>
              <a:defRPr sz="1200"/>
            </a:pPr>
            <a:r>
              <a:t>D:/pasar_fix/node_modules/.bun/@tanstack+virtual-core@3.17.1/node_modules/@tanstack/virtual-core/package.json</a:t>
            </a:r>
          </a:p>
          <a:p>
            <a:pPr>
              <a:defRPr sz="1200"/>
            </a:pPr>
            <a:r>
              <a:t>D:/pasar_fix/node_modules/.bun/@tanstack+virtual-core@3.17.1/node_modules/@tanstack/virtual-core/dist/cjs/index.cjs</a:t>
            </a:r>
          </a:p>
          <a:p>
            <a:pPr>
              <a:defRPr sz="1200"/>
            </a:pPr>
            <a:r>
              <a:t>D:/pasar_fix/node_modules/.bun/@tanstack+virtual-core@3.17.1/node_modules/@tanstack/virtual-core/dist/cjs/index.cjs.map</a:t>
            </a:r>
          </a:p>
          <a:p>
            <a:pPr>
              <a:defRPr sz="1200"/>
            </a:pPr>
            <a:r>
              <a:t>D:/pasar_fix/node_modules/.bun/@tanstack+virtual-core@3.17.1/node_modules/@tanstack/virtual-core/dist/cjs/index.d.cts</a:t>
            </a:r>
          </a:p>
          <a:p>
            <a:pPr>
              <a:defRPr sz="1200"/>
            </a:pPr>
            <a:r>
              <a:t>D:/pasar_fix/node_modules/.bun/@tanstack+virtual-core@3.17.1/node_modules/@tanstack/virtual-core/dist/cjs/lazy-measurements.cjs</a:t>
            </a:r>
          </a:p>
          <a:p>
            <a:pPr>
              <a:defRPr sz="1200"/>
            </a:pPr>
            <a:r>
              <a:t>D:/pasar_fix/node_modules/.bun/@tanstack+virtual-core@3.17.1/node_modules/@tanstack/virtual-core/dist/cjs/lazy-measurements.cjs.map</a:t>
            </a:r>
          </a:p>
          <a:p>
            <a:pPr>
              <a:defRPr sz="1200"/>
            </a:pPr>
            <a:r>
              <a:t>D:/pasar_fix/node_modules/.bun/@tanstack+virtual-core@3.17.1/node_modules/@tanstack/virtual-core/dist/cjs/lazy-measurements.d.cts</a:t>
            </a:r>
          </a:p>
          <a:p>
            <a:pPr>
              <a:defRPr sz="1200"/>
            </a:pPr>
            <a:r>
              <a:t>D:/pasar_fix/node_modules/.bun/@tanstack+virtual-core@3.17.1/node_modules/@tanstack/virtual-core/dist/cjs/utils.cjs</a:t>
            </a:r>
          </a:p>
          <a:p>
            <a:pPr>
              <a:defRPr sz="1200"/>
            </a:pPr>
            <a:r>
              <a:t>D:/pasar_fix/node_modules/.bun/@tanstack+virtual-core@3.17.1/node_modules/@tanstack/virtual-core/dist/cjs/utils.cjs.map</a:t>
            </a:r>
          </a:p>
          <a:p>
            <a:pPr>
              <a:defRPr sz="1200"/>
            </a:pPr>
            <a:r>
              <a:t>D:/pasar_fix/node_modules/.bun/@tanstack+virtual-core@3.17.1/node_modules/@tanstack/virtual-core/dist/cjs/utils.d.cts</a:t>
            </a:r>
          </a:p>
          <a:p>
            <a:pPr>
              <a:defRPr sz="1200"/>
            </a:pPr>
            <a:r>
              <a:t>D:/pasar_fix/node_modules/.bun/@tanstack+virtual-core@3.17.1/node_modules/@tanstack/virtual-core/dist/esm/index.d.ts</a:t>
            </a:r>
          </a:p>
          <a:p>
            <a:pPr>
              <a:defRPr sz="1200"/>
            </a:pPr>
            <a:r>
              <a:t>D:/pasar_fix/node_modules/.bun/@tanstack+virtual-core@3.17.1/node_modules/@tanstack/virtual-core/dist/esm/index.js</a:t>
            </a:r>
          </a:p>
          <a:p>
            <a:pPr>
              <a:defRPr sz="1200"/>
            </a:pPr>
            <a:r>
              <a:t>D:/pasar_fix/node_modules/.bun/@tanstack+virtual-core@3.17.1/node_modules/@tanstack/virtual-core/dist/esm/index.js.map</a:t>
            </a:r>
          </a:p>
          <a:p>
            <a:pPr>
              <a:defRPr sz="1200"/>
            </a:pPr>
            <a:r>
              <a:t>D:/pasar_fix/node_modules/.bun/@tanstack+virtual-core@3.17.1/node_modules/@tanstack/virtual-core/dist/esm/lazy-measurements.d.ts</a:t>
            </a:r>
          </a:p>
          <a:p>
            <a:pPr>
              <a:defRPr sz="1200"/>
            </a:pPr>
            <a:r>
              <a:t>D:/pasar_fix/node_modules/.bun/@tanstack+virtual-core@3.17.1/node_modules/@tanstack/virtual-core/dist/esm/lazy-measurements.js</a:t>
            </a:r>
          </a:p>
          <a:p>
            <a:pPr>
              <a:defRPr sz="1200"/>
            </a:pPr>
            <a:r>
              <a:t>D:/pasar_fix/node_modules/.bun/@tanstack+virtual-core@3.17.1/node_modules/@tanstack/virtual-core/dist/esm/lazy-measurements.js.map</a:t>
            </a:r>
          </a:p>
          <a:p>
            <a:pPr>
              <a:defRPr sz="1200"/>
            </a:pPr>
            <a:r>
              <a:t>D:/pasar_fix/node_modules/.bun/@tanstack+virtual-core@3.17.1/node_modules/@tanstack/virtual-core/dist/esm/utils.d.ts</a:t>
            </a:r>
          </a:p>
          <a:p>
            <a:pPr>
              <a:defRPr sz="1200"/>
            </a:pPr>
            <a:r>
              <a:t>D:/pasar_fix/node_modules/.bun/@tanstack+virtual-core@3.17.1/node_modules/@tanstack/virtual-core/dist/esm/utils.js</a:t>
            </a:r>
          </a:p>
          <a:p>
            <a:pPr>
              <a:defRPr sz="1200"/>
            </a:pPr>
            <a:r>
              <a:t>D:/pasar_fix/node_modules/.bun/@tanstack+virtual-core@3.17.1/node_modules/@tanstack/virtual-core/dist/esm/utils.js.map</a:t>
            </a:r>
          </a:p>
          <a:p>
            <a:pPr>
              <a:defRPr sz="1200"/>
            </a:pPr>
            <a:r>
              <a:t>D:/pasar_fix/node_modules/.bun/@tanstack+virtual-core@3.17.1/node_modules/@tanstack/virtual-core/src/index.ts</a:t>
            </a:r>
          </a:p>
          <a:p>
            <a:pPr>
              <a:defRPr sz="1200"/>
            </a:pPr>
            <a:r>
              <a:t>D:/pasar_fix/node_modules/.bun/@tanstack+virtual-core@3.17.1/node_modules/@tanstack/virtual-core/src/lazy-measurements.ts</a:t>
            </a:r>
          </a:p>
          <a:p>
            <a:pPr>
              <a:defRPr sz="1200"/>
            </a:pPr>
            <a:r>
              <a:t>D:/pasar_fix/node_modules/.bun/@tanstack+virtual-core@3.17.1/node_modules/@tanstack/virtual-core/src/utils.ts</a:t>
            </a:r>
          </a:p>
          <a:p>
            <a:pPr>
              <a:defRPr sz="1200"/>
            </a:pPr>
            <a:r>
              <a:t>D:/pasar_fix/node_modules/.bun/@tanstack+virtual-file-routes@1.131.2/node_modules/@tanstack/virtual-file-routes/LICENSE</a:t>
            </a:r>
          </a:p>
          <a:p>
            <a:pPr>
              <a:defRPr sz="1200"/>
            </a:pPr>
            <a:r>
              <a:t>D:/pasar_fix/node_modules/.bun/@tanstack+virtual-file-routes@1.131.2/node_modules/@tanstack/virtual-file-routes/package.json</a:t>
            </a:r>
          </a:p>
          <a:p>
            <a:pPr>
              <a:defRPr sz="1200"/>
            </a:pPr>
            <a:r>
              <a:t>D:/pasar_fix/node_modules/.bun/@tanstack+virtual-file-routes@1.131.2/node_modules/@tanstack/virtual-file-routes/dist/cjs/api.cjs</a:t>
            </a:r>
          </a:p>
          <a:p>
            <a:pPr>
              <a:defRPr sz="1200"/>
            </a:pPr>
            <a:r>
              <a:t>D:/pasar_fix/node_modules/.bun/@tanstack+virtual-file-routes@1.131.2/node_modules/@tanstack/virtual-file-routes/dist/cjs/api.cjs.map</a:t>
            </a:r>
          </a:p>
          <a:p>
            <a:pPr>
              <a:defRPr sz="1200"/>
            </a:pPr>
            <a:r>
              <a:t>D:/pasar_fix/node_modules/.bun/@tanstack+virtual-file-routes@1.131.2/node_modules/@tanstack/virtual-file-routes/dist/cjs/api.d.cts</a:t>
            </a:r>
          </a:p>
          <a:p>
            <a:pPr>
              <a:defRPr sz="1200"/>
            </a:pPr>
            <a:r>
              <a:t>D:/pasar_fix/node_modules/.bun/@tanstack+virtual-file-routes@1.131.2/node_modules/@tanstack/virtual-file-routes/dist/cjs/defineConfig.cjs</a:t>
            </a:r>
          </a:p>
          <a:p>
            <a:pPr>
              <a:defRPr sz="1200"/>
            </a:pPr>
            <a:r>
              <a:t>D:/pasar_fix/node_modules/.bun/@tanstack+virtual-file-routes@1.131.2/node_modules/@tanstack/virtual-file-routes/dist/cjs/defineConfig.cjs.map</a:t>
            </a:r>
          </a:p>
          <a:p>
            <a:pPr>
              <a:defRPr sz="1200"/>
            </a:pPr>
            <a:r>
              <a:t>D:/pasar_fix/node_modules/.bun/@tanstack+virtual-file-routes@1.131.2/node_modules/@tanstack/virtual-file-routes/dist/cjs/defineConfig.d.cts</a:t>
            </a:r>
          </a:p>
          <a:p>
            <a:pPr>
              <a:defRPr sz="1200"/>
            </a:pPr>
            <a:r>
              <a:t>D:/pasar_fix/node_modules/.bun/@tanstack+virtual-file-routes@1.131.2/node_modules/@tanstack/virtual-file-routes/dist/cjs/index.cjs</a:t>
            </a:r>
          </a:p>
          <a:p>
            <a:pPr>
              <a:defRPr sz="1200"/>
            </a:pPr>
            <a:r>
              <a:t>D:/pasar_fix/node_modules/.bun/@tanstack+virtual-file-routes@1.131.2/node_modules/@tanstack/virtual-file-routes/dist/cjs/index.cjs.map</a:t>
            </a:r>
          </a:p>
          <a:p>
            <a:pPr>
              <a:defRPr sz="1200"/>
            </a:pPr>
            <a:r>
              <a:t>D:/pasar_fix/node_modules/.bun/@tanstack+virtual-file-routes@1.131.2/node_modules/@tanstack/virtual-file-routes/dist/cjs/index.d.cts</a:t>
            </a:r>
          </a:p>
          <a:p>
            <a:pPr>
              <a:defRPr sz="1200"/>
            </a:pPr>
            <a:r>
              <a:t>D:/pasar_fix/node_modules/.bun/@tanstack+virtual-file-routes@1.131.2/node_modules/@tanstack/virtual-file-routes/dist/cjs/types.d.cts</a:t>
            </a:r>
          </a:p>
          <a:p>
            <a:pPr>
              <a:defRPr sz="1200"/>
            </a:pPr>
            <a:r>
              <a:t>D:/pasar_fix/node_modules/.bun/@tanstack+virtual-file-routes@1.131.2/node_modules/@tanstack/virtual-file-routes/dist/esm/api.d.ts</a:t>
            </a:r>
          </a:p>
          <a:p>
            <a:pPr>
              <a:defRPr sz="1200"/>
            </a:pPr>
            <a:r>
              <a:t>D:/pasar_fix/node_modules/.bun/@tanstack+virtual-file-routes@1.131.2/node_modules/@tanstack/virtual-file-routes/dist/esm/api.js</a:t>
            </a:r>
          </a:p>
          <a:p>
            <a:pPr>
              <a:defRPr sz="1200"/>
            </a:pPr>
            <a:r>
              <a:t>D:/pasar_fix/node_modules/.bun/@tanstack+virtual-file-routes@1.131.2/node_modules/@tanstack/virtual-file-routes/dist/esm/api.js.map</a:t>
            </a:r>
          </a:p>
          <a:p>
            <a:pPr>
              <a:defRPr sz="1200"/>
            </a:pPr>
            <a:r>
              <a:t>D:/pasar_fix/node_modules/.bun/@tanstack+virtual-file-routes@1.131.2/node_modules/@tanstack/virtual-file-routes/dist/esm/defineConfig.d.ts</a:t>
            </a:r>
          </a:p>
          <a:p>
            <a:pPr>
              <a:defRPr sz="1200"/>
            </a:pPr>
            <a:r>
              <a:t>D:/pasar_fix/node_modules/.bun/@tanstack+virtual-file-routes@1.131.2/node_modules/@tanstack/virtual-file-routes/dist/esm/defineConfig.js</a:t>
            </a:r>
          </a:p>
          <a:p>
            <a:pPr>
              <a:defRPr sz="1200"/>
            </a:pPr>
            <a:r>
              <a:t>D:/pasar_fix/node_modules/.bun/@tanstack+virtual-file-routes@1.131.2/node_modules/@tanstack/virtual-file-routes/dist/esm/defineConfig.js.map</a:t>
            </a:r>
          </a:p>
          <a:p>
            <a:pPr>
              <a:defRPr sz="1200"/>
            </a:pPr>
            <a:r>
              <a:t>D:/pasar_fix/node_modules/.bun/@tanstack+virtual-file-routes@1.131.2/node_modules/@tanstack/virtual-file-routes/dist/esm/index.d.ts</a:t>
            </a:r>
          </a:p>
          <a:p>
            <a:pPr>
              <a:defRPr sz="1200"/>
            </a:pPr>
            <a:r>
              <a:t>D:/pasar_fix/node_modules/.bun/@tanstack+virtual-file-routes@1.131.2/node_modules/@tanstack/virtual-file-routes/dist/esm/index.js</a:t>
            </a:r>
          </a:p>
          <a:p>
            <a:pPr>
              <a:defRPr sz="1200"/>
            </a:pPr>
            <a:r>
              <a:t>D:/pasar_fix/node_modules/.bun/@tanstack+virtual-file-routes@1.131.2/node_modules/@tanstack/virtual-file-routes/dist/esm/index.js.map</a:t>
            </a:r>
          </a:p>
          <a:p>
            <a:pPr>
              <a:defRPr sz="1200"/>
            </a:pPr>
            <a:r>
              <a:t>D:/pasar_fix/node_modules/.bun/@tanstack+virtual-file-routes@1.131.2/node_modules/@tanstack/virtual-file-routes/dist/esm/types.d.ts</a:t>
            </a:r>
          </a:p>
          <a:p>
            <a:pPr>
              <a:defRPr sz="1200"/>
            </a:pPr>
            <a:r>
              <a:t>D:/pasar_fix/node_modules/.bun/@tanstack+virtual-file-routes@1.131.2/node_modules/@tanstack/virtual-file-routes/src/api.ts</a:t>
            </a:r>
          </a:p>
          <a:p>
            <a:pPr>
              <a:defRPr sz="1200"/>
            </a:pPr>
            <a:r>
              <a:t>D:/pasar_fix/node_modules/.bun/@tanstack+virtual-file-routes@1.131.2/node_modules/@tanstack/virtual-file-routes/src/defineConfig.ts</a:t>
            </a:r>
          </a:p>
          <a:p>
            <a:pPr>
              <a:defRPr sz="1200"/>
            </a:pPr>
            <a:r>
              <a:t>D:/pasar_fix/node_modules/.bun/@tanstack+virtual-file-routes@1.131.2/node_modules/@tanstack/virtual-file-routes/src/index.ts</a:t>
            </a:r>
          </a:p>
          <a:p>
            <a:pPr>
              <a:defRPr sz="1200"/>
            </a:pPr>
            <a:r>
              <a:t>D:/pasar_fix/node_modules/.bun/@tanstack+virtual-file-routes@1.131.2/node_modules/@tanstack/virtual-file-routes/src/types.ts</a:t>
            </a:r>
          </a:p>
          <a:p>
            <a:pPr>
              <a:defRPr sz="1200"/>
            </a:pPr>
            <a:r>
              <a:t>D:/pasar_fix/node_modules/.bun/@testing-library+dom@10.4.1/node_modules/.bin/lz-string.bunx</a:t>
            </a:r>
          </a:p>
          <a:p>
            <a:pPr>
              <a:defRPr sz="1200"/>
            </a:pPr>
            <a:r>
              <a:t>D:/pasar_fix/node_modules/.bun/@testing-library+dom@10.4.1/node_modules/.bin/lz-string.exe</a:t>
            </a:r>
          </a:p>
          <a:p>
            <a:pPr>
              <a:defRPr sz="1200"/>
            </a:pPr>
            <a:r>
              <a:t>D:/pasar_fix/node_modules/.bun/@testing-library+dom@10.4.1/node_modules/@testing-library/dom/LICENSE</a:t>
            </a:r>
          </a:p>
          <a:p>
            <a:pPr>
              <a:defRPr sz="1200"/>
            </a:pPr>
            <a:r>
              <a:t>D:/pasar_fix/node_modules/.bun/@testing-library+dom@10.4.1/node_modules/@testing-library/dom/package.json</a:t>
            </a:r>
          </a:p>
          <a:p>
            <a:pPr>
              <a:defRPr sz="1200"/>
            </a:pPr>
            <a:r>
              <a:t>D:/pasar_fix/node_modules/.bun/@testing-library+dom@10.4.1/node_modules/@testing-library/dom/README.md</a:t>
            </a:r>
          </a:p>
          <a:p>
            <a:pPr>
              <a:defRPr sz="1200"/>
            </a:pPr>
            <a:r>
              <a:t>D:/pasar_fix/node_modules/.bun/@testing-library+dom@10.4.1/node_modules/@testing-library/dom/dist/config.js</a:t>
            </a:r>
          </a:p>
          <a:p>
            <a:pPr>
              <a:defRPr sz="1200"/>
            </a:pPr>
            <a:r>
              <a:t>D:/pasar_fix/node_modules/.bun/@testing-library+dom@10.4.1/node_modules/@testing-library/dom/dist/DOMElementFilter.js</a:t>
            </a:r>
          </a:p>
          <a:p>
            <a:pPr>
              <a:defRPr sz="1200"/>
            </a:pPr>
            <a:r>
              <a:t>D:/pasar_fix/node_modules/.bun/@testing-library+dom@10.4.1/node_modules/@testing-library/dom/dist/event-map.js</a:t>
            </a:r>
          </a:p>
          <a:p>
            <a:pPr>
              <a:defRPr sz="1200"/>
            </a:pPr>
            <a:r>
              <a:t>D:/pasar_fix/node_modules/.bun/@testing-library+dom@10.4.1/node_modules/@testing-library/dom/dist/events.js</a:t>
            </a:r>
          </a:p>
          <a:p>
            <a:pPr>
              <a:defRPr sz="1200"/>
            </a:pPr>
            <a:r>
              <a:t>D:/pasar_fix/node_modules/.bun/@testing-library+dom@10.4.1/node_modules/@testing-library/dom/dist/get-node-text.js</a:t>
            </a:r>
          </a:p>
          <a:p>
            <a:pPr>
              <a:defRPr sz="1200"/>
            </a:pPr>
            <a:r>
              <a:t>D:/pasar_fix/node_modules/.bun/@testing-library+dom@10.4.1/node_modules/@testing-library/dom/dist/get-queries-for-element.js</a:t>
            </a:r>
          </a:p>
          <a:p>
            <a:pPr>
              <a:defRPr sz="1200"/>
            </a:pPr>
            <a:r>
              <a:t>D:/pasar_fix/node_modules/.bun/@testing-library+dom@10.4.1/node_modules/@testing-library/dom/dist/get-user-code-frame.js</a:t>
            </a:r>
          </a:p>
          <a:p>
            <a:pPr>
              <a:defRPr sz="1200"/>
            </a:pPr>
            <a:r>
              <a:t>D:/pasar_fix/node_modules/.bun/@testing-library+dom@10.4.1/node_modules/@testing-library/dom/dist/helpers.js</a:t>
            </a:r>
          </a:p>
          <a:p>
            <a:pPr>
              <a:defRPr sz="1200"/>
            </a:pPr>
            <a:r>
              <a:t>D:/pasar_fix/node_modules/.bun/@testing-library+dom@10.4.1/node_modules/@testing-library/dom/dist/index.js</a:t>
            </a:r>
          </a:p>
          <a:p>
            <a:pPr>
              <a:defRPr sz="1200"/>
            </a:pPr>
            <a:r>
              <a:t>D:/pasar_fix/node_modules/.bun/@testing-library+dom@10.4.1/node_modules/@testing-library/dom/dist/label-helpers.js</a:t>
            </a:r>
          </a:p>
          <a:p>
            <a:pPr>
              <a:defRPr sz="1200"/>
            </a:pPr>
            <a:r>
              <a:t>D:/pasar_fix/node_modules/.bun/@testing-library+dom@10.4.1/node_modules/@testing-library/dom/dist/matches.js</a:t>
            </a:r>
          </a:p>
          <a:p>
            <a:pPr>
              <a:defRPr sz="1200"/>
            </a:pPr>
            <a:r>
              <a:t>D:/pasar_fix/node_modules/.bun/@testing-library+dom@10.4.1/node_modules/@testing-library/dom/dist/pretty-dom.js</a:t>
            </a:r>
          </a:p>
          <a:p>
            <a:pPr>
              <a:defRPr sz="1200"/>
            </a:pPr>
            <a:r>
              <a:t>D:/pasar_fix/node_modules/.bun/@testing-library+dom@10.4.1/node_modules/@testing-library/dom/dist/query-helpers.js</a:t>
            </a:r>
          </a:p>
          <a:p>
            <a:pPr>
              <a:defRPr sz="1200"/>
            </a:pPr>
            <a:r>
              <a:t>D:/pasar_fix/node_modules/.bun/@testing-library+dom@10.4.1/node_modules/@testing-library/dom/dist/role-helpers.js</a:t>
            </a:r>
          </a:p>
          <a:p>
            <a:pPr>
              <a:defRPr sz="1200"/>
            </a:pPr>
            <a:r>
              <a:t>D:/pasar_fix/node_modules/.bun/@testing-library+dom@10.4.1/node_modules/@testing-library/dom/dist/screen.js</a:t>
            </a:r>
          </a:p>
          <a:p>
            <a:pPr>
              <a:defRPr sz="1200"/>
            </a:pPr>
            <a:r>
              <a:t>D:/pasar_fix/node_modules/.bun/@testing-library+dom@10.4.1/node_modules/@testing-library/dom/dist/suggestions.js</a:t>
            </a:r>
          </a:p>
          <a:p>
            <a:pPr>
              <a:defRPr sz="1200"/>
            </a:pPr>
            <a:r>
              <a:t>D:/pasar_fix/node_modules/.bun/@testing-library+dom@10.4.1/node_modules/@testing-library/dom/dist/wait-for-element-to-be-removed.js</a:t>
            </a:r>
          </a:p>
          <a:p>
            <a:pPr>
              <a:defRPr sz="1200"/>
            </a:pPr>
            <a:r>
              <a:t>D:/pasar_fix/node_modules/.bun/@testing-library+dom@10.4.1/node_modules/@testing-library/dom/dist/wait-for.js</a:t>
            </a:r>
          </a:p>
          <a:p>
            <a:pPr>
              <a:defRPr sz="1200"/>
            </a:pPr>
            <a:r>
              <a:t>D:/pasar_fix/node_modules/.bun/@testing-library+dom@10.4.1/node_modules/@testing-library/dom/dist/@testing-library/dom.cjs.js</a:t>
            </a:r>
          </a:p>
          <a:p>
            <a:pPr>
              <a:defRPr sz="1200"/>
            </a:pPr>
            <a:r>
              <a:t>D:/pasar_fix/node_modules/.bun/@testing-library+dom@10.4.1/node_modules/@testing-library/dom/dist/@testing-library/dom.esm.js</a:t>
            </a:r>
          </a:p>
          <a:p>
            <a:pPr>
              <a:defRPr sz="1200"/>
            </a:pPr>
            <a:r>
              <a:t>D:/pasar_fix/node_modules/.bun/@testing-library+dom@10.4.1/node_modules/@testing-library/dom/dist/@testing-library/dom.umd.js</a:t>
            </a:r>
          </a:p>
          <a:p>
            <a:pPr>
              <a:defRPr sz="1200"/>
            </a:pPr>
            <a:r>
              <a:t>D:/pasar_fix/node_modules/.bun/@testing-library+dom@10.4.1/node_modules/@testing-library/dom/dist/@testing-library/dom.umd.js.map</a:t>
            </a:r>
          </a:p>
          <a:p>
            <a:pPr>
              <a:defRPr sz="1200"/>
            </a:pPr>
            <a:r>
              <a:t>D:/pasar_fix/node_modules/.bun/@testing-library+dom@10.4.1/node_modules/@testing-library/dom/dist/@testing-library/dom.umd.min.js</a:t>
            </a:r>
          </a:p>
          <a:p>
            <a:pPr>
              <a:defRPr sz="1200"/>
            </a:pPr>
            <a:r>
              <a:t>D:/pasar_fix/node_modules/.bun/@testing-library+dom@10.4.1/node_modules/@testing-library/dom/dist/@testing-library/dom.umd.min.js.map</a:t>
            </a:r>
          </a:p>
          <a:p>
            <a:pPr>
              <a:defRPr sz="1200"/>
            </a:pPr>
            <a:r>
              <a:t>D:/pasar_fix/node_modules/.bun/@testing-library+dom@10.4.1/node_modules/@testing-library/dom/dist/queries/all-utils.js</a:t>
            </a:r>
          </a:p>
          <a:p>
            <a:pPr>
              <a:defRPr sz="1200"/>
            </a:pPr>
            <a:r>
              <a:t>D:/pasar_fix/node_modules/.bun/@testing-library+dom@10.4.1/node_modules/@testing-library/dom/dist/queries/alt-text.js</a:t>
            </a:r>
          </a:p>
          <a:p>
            <a:pPr>
              <a:defRPr sz="1200"/>
            </a:pPr>
            <a:r>
              <a:t>D:/pasar_fix/node_modules/.bun/@testing-library+dom@10.4.1/node_modules/@testing-library/dom/dist/queries/display-value.js</a:t>
            </a:r>
          </a:p>
          <a:p>
            <a:pPr>
              <a:defRPr sz="1200"/>
            </a:pPr>
            <a:r>
              <a:t>D:/pasar_fix/node_modules/.bun/@testing-library+dom@10.4.1/node_modules/@testing-library/dom/dist/queries/index.js</a:t>
            </a:r>
          </a:p>
          <a:p>
            <a:pPr>
              <a:defRPr sz="1200"/>
            </a:pPr>
            <a:r>
              <a:t>D:/pasar_fix/node_modules/.bun/@testing-library+dom@10.4.1/node_modules/@testing-library/dom/dist/queries/label-text.js</a:t>
            </a:r>
          </a:p>
          <a:p>
            <a:pPr>
              <a:defRPr sz="1200"/>
            </a:pPr>
            <a:r>
              <a:t>D:/pasar_fix/node_modules/.bun/@testing-library+dom@10.4.1/node_modules/@testing-library/dom/dist/queries/placeholder-text.js</a:t>
            </a:r>
          </a:p>
          <a:p>
            <a:pPr>
              <a:defRPr sz="1200"/>
            </a:pPr>
            <a:r>
              <a:t>D:/pasar_fix/node_modules/.bun/@testing-library+dom@10.4.1/node_modules/@testing-library/dom/dist/queries/role.js</a:t>
            </a:r>
          </a:p>
          <a:p>
            <a:pPr>
              <a:defRPr sz="1200"/>
            </a:pPr>
            <a:r>
              <a:t>D:/pasar_fix/node_modules/.bun/@testing-library+dom@10.4.1/node_modules/@testing-library/dom/dist/queries/test-id.js</a:t>
            </a:r>
          </a:p>
          <a:p>
            <a:pPr>
              <a:defRPr sz="1200"/>
            </a:pPr>
            <a:r>
              <a:t>D:/pasar_fix/node_modules/.bun/@testing-library+dom@10.4.1/node_modules/@testing-library/dom/dist/queries/text.js</a:t>
            </a:r>
          </a:p>
          <a:p>
            <a:pPr>
              <a:defRPr sz="1200"/>
            </a:pPr>
            <a:r>
              <a:t>D:/pasar_fix/node_modules/.bun/@testing-library+dom@10.4.1/node_modules/@testing-library/dom/dist/queries/title.js</a:t>
            </a:r>
          </a:p>
          <a:p>
            <a:pPr>
              <a:defRPr sz="1200"/>
            </a:pPr>
            <a:r>
              <a:t>D:/pasar_fix/node_modules/.bun/@testing-library+dom@10.4.1/node_modules/@testing-library/dom/types/config.d.ts</a:t>
            </a:r>
          </a:p>
          <a:p>
            <a:pPr>
              <a:defRPr sz="1200"/>
            </a:pPr>
            <a:r>
              <a:t>D:/pasar_fix/node_modules/.bun/@testing-library+dom@10.4.1/node_modules/@testing-library/dom/types/events.d.ts</a:t>
            </a:r>
          </a:p>
          <a:p>
            <a:pPr>
              <a:defRPr sz="1200"/>
            </a:pPr>
            <a:r>
              <a:t>D:/pasar_fix/node_modules/.bun/@testing-library+dom@10.4.1/node_modules/@testing-library/dom/types/get-node-text.d.ts</a:t>
            </a:r>
          </a:p>
          <a:p>
            <a:pPr>
              <a:defRPr sz="1200"/>
            </a:pPr>
            <a:r>
              <a:t>D:/pasar_fix/node_modules/.bun/@testing-library+dom@10.4.1/node_modules/@testing-library/dom/types/get-queries-for-element.d.ts</a:t>
            </a:r>
          </a:p>
          <a:p>
            <a:pPr>
              <a:defRPr sz="1200"/>
            </a:pPr>
            <a:r>
              <a:t>D:/pasar_fix/node_modules/.bun/@testing-library+dom@10.4.1/node_modules/@testing-library/dom/types/index.d.ts</a:t>
            </a:r>
          </a:p>
          <a:p>
            <a:pPr>
              <a:defRPr sz="1200"/>
            </a:pPr>
            <a:r>
              <a:t>D:/pasar_fix/node_modules/.bun/@testing-library+dom@10.4.1/node_modules/@testing-library/dom/types/matches.d.ts</a:t>
            </a:r>
          </a:p>
          <a:p>
            <a:pPr>
              <a:defRPr sz="1200"/>
            </a:pPr>
            <a:r>
              <a:t>D:/pasar_fix/node_modules/.bun/@testing-library+dom@10.4.1/node_modules/@testing-library/dom/types/pretty-dom.d.ts</a:t>
            </a:r>
          </a:p>
          <a:p>
            <a:pPr>
              <a:defRPr sz="1200"/>
            </a:pPr>
            <a:r>
              <a:t>D:/pasar_fix/node_modules/.bun/@testing-library+dom@10.4.1/node_modules/@testing-library/dom/types/queries.d.ts</a:t>
            </a:r>
          </a:p>
          <a:p>
            <a:pPr>
              <a:defRPr sz="1200"/>
            </a:pPr>
            <a:r>
              <a:t>D:/pasar_fix/node_modules/.bun/@testing-library+dom@10.4.1/node_modules/@testing-library/dom/types/query-helpers.d.ts</a:t>
            </a:r>
          </a:p>
          <a:p>
            <a:pPr>
              <a:defRPr sz="1200"/>
            </a:pPr>
            <a:r>
              <a:t>D:/pasar_fix/node_modules/.bun/@testing-library+dom@10.4.1/node_modules/@testing-library/dom/types/role-helpers.d.ts</a:t>
            </a:r>
          </a:p>
          <a:p>
            <a:pPr>
              <a:defRPr sz="1200"/>
            </a:pPr>
            <a:r>
              <a:t>D:/pasar_fix/node_modules/.bun/@testing-library+dom@10.4.1/node_modules/@testing-library/dom/types/screen.d.ts</a:t>
            </a:r>
          </a:p>
          <a:p>
            <a:pPr>
              <a:defRPr sz="1200"/>
            </a:pPr>
            <a:r>
              <a:t>D:/pasar_fix/node_modules/.bun/@testing-library+dom@10.4.1/node_modules/@testing-library/dom/types/suggestions.d.ts</a:t>
            </a:r>
          </a:p>
          <a:p>
            <a:pPr>
              <a:defRPr sz="1200"/>
            </a:pPr>
            <a:r>
              <a:t>D:/pasar_fix/node_modules/.bun/@testing-library+dom@10.4.1/node_modules/@testing-library/dom/types/wait-for-element-to-be-removed.d.ts</a:t>
            </a:r>
          </a:p>
          <a:p>
            <a:pPr>
              <a:defRPr sz="1200"/>
            </a:pPr>
            <a:r>
              <a:t>D:/pasar_fix/node_modules/.bun/@testing-library+dom@10.4.1/node_modules/@testing-library/dom/types/wait-for.d.ts</a:t>
            </a:r>
          </a:p>
          <a:p>
            <a:pPr>
              <a:defRPr sz="1200"/>
            </a:pPr>
            <a:r>
              <a:t>D:/pasar_fix/node_modules/.bun/@testing-library+react@16.3.2+94aad97eed60b534/node_modules/@testing-library/react/dont-cleanup-after-each.js</a:t>
            </a:r>
          </a:p>
          <a:p>
            <a:pPr>
              <a:defRPr sz="1200"/>
            </a:pPr>
            <a:r>
              <a:t>D:/pasar_fix/node_modules/.bun/@testing-library+react@16.3.2+94aad97eed60b534/node_modules/@testing-library/react/LICENSE</a:t>
            </a:r>
          </a:p>
          <a:p>
            <a:pPr>
              <a:defRPr sz="1200"/>
            </a:pPr>
            <a:r>
              <a:t>D:/pasar_fix/node_modules/.bun/@testing-library+react@16.3.2+94aad97eed60b534/node_modules/@testing-library/react/package.json</a:t>
            </a:r>
          </a:p>
          <a:p>
            <a:pPr>
              <a:defRPr sz="1200"/>
            </a:pPr>
            <a:r>
              <a:t>D:/pasar_fix/node_modules/.bun/@testing-library+react@16.3.2+94aad97eed60b534/node_modules/@testing-library/react/pure.d.ts</a:t>
            </a:r>
          </a:p>
          <a:p>
            <a:pPr>
              <a:defRPr sz="1200"/>
            </a:pPr>
            <a:r>
              <a:t>D:/pasar_fix/node_modules/.bun/@testing-library+react@16.3.2+94aad97eed60b534/node_modules/@testing-library/react/pure.js</a:t>
            </a:r>
          </a:p>
          <a:p>
            <a:pPr>
              <a:defRPr sz="1200"/>
            </a:pPr>
            <a:r>
              <a:t>D:/pasar_fix/node_modules/.bun/@testing-library+react@16.3.2+94aad97eed60b534/node_modules/@testing-library/react/README.md</a:t>
            </a:r>
          </a:p>
          <a:p>
            <a:pPr>
              <a:defRPr sz="1200"/>
            </a:pPr>
            <a:r>
              <a:t>D:/pasar_fix/node_modules/.bun/@testing-library+react@16.3.2+94aad97eed60b534/node_modules/@testing-library/react/dist/act-compat.js</a:t>
            </a:r>
          </a:p>
          <a:p>
            <a:pPr>
              <a:defRPr sz="1200"/>
            </a:pPr>
            <a:r>
              <a:t>D:/pasar_fix/node_modules/.bun/@testing-library+react@16.3.2+94aad97eed60b534/node_modules/@testing-library/react/dist/config.js</a:t>
            </a:r>
          </a:p>
          <a:p>
            <a:pPr>
              <a:defRPr sz="1200"/>
            </a:pPr>
            <a:r>
              <a:t>D:/pasar_fix/node_modules/.bun/@testing-library+react@16.3.2+94aad97eed60b534/node_modules/@testing-library/react/dist/fire-event.js</a:t>
            </a:r>
          </a:p>
          <a:p>
            <a:pPr>
              <a:defRPr sz="1200"/>
            </a:pPr>
            <a:r>
              <a:t>D:/pasar_fix/node_modules/.bun/@testing-library+react@16.3.2+94aad97eed60b534/node_modules/@testing-library/react/dist/index.js</a:t>
            </a:r>
          </a:p>
          <a:p>
            <a:pPr>
              <a:defRPr sz="1200"/>
            </a:pPr>
            <a:r>
              <a:t>D:/pasar_fix/node_modules/.bun/@testing-library+react@16.3.2+94aad97eed60b534/node_modules/@testing-library/react/dist/pure.js</a:t>
            </a:r>
          </a:p>
          <a:p>
            <a:pPr>
              <a:defRPr sz="1200"/>
            </a:pPr>
            <a:r>
              <a:t>D:/pasar_fix/node_modules/.bun/@testing-library+react@16.3.2+94aad97eed60b534/node_modules/@testing-library/react/dist/@testing-library/react.cjs.js</a:t>
            </a:r>
          </a:p>
          <a:p>
            <a:pPr>
              <a:defRPr sz="1200"/>
            </a:pPr>
            <a:r>
              <a:t>D:/pasar_fix/node_modules/.bun/@testing-library+react@16.3.2+94aad97eed60b534/node_modules/@testing-library/react/dist/@testing-library/react.esm.js</a:t>
            </a:r>
          </a:p>
          <a:p>
            <a:pPr>
              <a:defRPr sz="1200"/>
            </a:pPr>
            <a:r>
              <a:t>D:/pasar_fix/node_modules/.bun/@testing-library+react@16.3.2+94aad97eed60b534/node_modules/@testing-library/react/dist/@testing-library/react.pure.cjs.js</a:t>
            </a:r>
          </a:p>
          <a:p>
            <a:pPr>
              <a:defRPr sz="1200"/>
            </a:pPr>
            <a:r>
              <a:t>D:/pasar_fix/node_modules/.bun/@testing-library+react@16.3.2+94aad97eed60b534/node_modules/@testing-library/react/dist/@testing-library/react.pure.esm.js</a:t>
            </a:r>
          </a:p>
          <a:p>
            <a:pPr>
              <a:defRPr sz="1200"/>
            </a:pPr>
            <a:r>
              <a:t>D:/pasar_fix/node_modules/.bun/@testing-library+react@16.3.2+94aad97eed60b534/node_modules/@testing-library/react/dist/@testing-library/react.pure.umd.js</a:t>
            </a:r>
          </a:p>
          <a:p>
            <a:pPr>
              <a:defRPr sz="1200"/>
            </a:pPr>
            <a:r>
              <a:t>D:/pasar_fix/node_modules/.bun/@testing-library+react@16.3.2+94aad97eed60b534/node_modules/@testing-library/react/dist/@testing-library/react.pure.umd.js.map</a:t>
            </a:r>
          </a:p>
          <a:p>
            <a:pPr>
              <a:defRPr sz="1200"/>
            </a:pPr>
            <a:r>
              <a:t>D:/pasar_fix/node_modules/.bun/@testing-library+react@16.3.2+94aad97eed60b534/node_modules/@testing-library/react/dist/@testing-library/react.pure.umd.min.js</a:t>
            </a:r>
          </a:p>
          <a:p>
            <a:pPr>
              <a:defRPr sz="1200"/>
            </a:pPr>
            <a:r>
              <a:t>D:/pasar_fix/node_modules/.bun/@testing-library+react@16.3.2+94aad97eed60b534/node_modules/@testing-library/react/dist/@testing-library/react.pure.umd.min.js.map</a:t>
            </a:r>
          </a:p>
          <a:p>
            <a:pPr>
              <a:defRPr sz="1200"/>
            </a:pPr>
            <a:r>
              <a:t>D:/pasar_fix/node_modules/.bun/@testing-library+react@16.3.2+94aad97eed60b534/node_modules/@testing-library/react/dist/@testing-library/react.umd.js</a:t>
            </a:r>
          </a:p>
          <a:p>
            <a:pPr>
              <a:defRPr sz="1200"/>
            </a:pPr>
            <a:r>
              <a:t>D:/pasar_fix/node_modules/.bun/@testing-library+react@16.3.2+94aad97eed60b534/node_modules/@testing-library/react/dist/@testing-library/react.umd.js.map</a:t>
            </a:r>
          </a:p>
          <a:p>
            <a:pPr>
              <a:defRPr sz="1200"/>
            </a:pPr>
            <a:r>
              <a:t>D:/pasar_fix/node_modules/.bun/@testing-library+react@16.3.2+94aad97eed60b534/node_modules/@testing-library/react/dist/@testing-library/react.umd.min.js</a:t>
            </a:r>
          </a:p>
          <a:p>
            <a:pPr>
              <a:defRPr sz="1200"/>
            </a:pPr>
            <a:r>
              <a:t>D:/pasar_fix/node_modules/.bun/@testing-library+react@16.3.2+94aad97eed60b534/node_modules/@testing-library/react/dist/@testing-library/react.umd.min.js.map</a:t>
            </a:r>
          </a:p>
          <a:p>
            <a:pPr>
              <a:defRPr sz="1200"/>
            </a:pPr>
            <a:r>
              <a:t>D:/pasar_fix/node_modules/.bun/@testing-library+react@16.3.2+94aad97eed60b534/node_modules/@testing-library/react/types/index.d.ts</a:t>
            </a:r>
          </a:p>
          <a:p>
            <a:pPr>
              <a:defRPr sz="1200"/>
            </a:pPr>
            <a:r>
              <a:t>D:/pasar_fix/node_modules/.bun/@testing-library+react@16.3.2+94aad97eed60b534/node_modules/@testing-library/react/types/pure.d.ts</a:t>
            </a:r>
          </a:p>
          <a:p>
            <a:pPr>
              <a:defRPr sz="1200"/>
            </a:pPr>
            <a:r>
              <a:t>D:/pasar_fix/node_modules/.bun/@tootallnate+quickjs-emscripten@0.23.0/node_modules/@tootallnate/quickjs-emscripten/LICENSE</a:t>
            </a:r>
          </a:p>
          <a:p>
            <a:pPr>
              <a:defRPr sz="1200"/>
            </a:pPr>
            <a:r>
              <a:t>D:/pasar_fix/node_modules/.bun/@tootallnate+quickjs-emscripten@0.23.0/node_modules/@tootallnate/quickjs-emscripten/package.json</a:t>
            </a:r>
          </a:p>
          <a:p>
            <a:pPr>
              <a:defRPr sz="1200"/>
            </a:pPr>
            <a:r>
              <a:t>D:/pasar_fix/node_modules/.bun/@tootallnate+quickjs-emscripten@0.23.0/node_modules/@tootallnate/quickjs-emscripten/README.md</a:t>
            </a:r>
          </a:p>
          <a:p>
            <a:pPr>
              <a:defRPr sz="1200"/>
            </a:pPr>
            <a:r>
              <a:t>D:/pasar_fix/node_modules/.bun/@tootallnate+quickjs-emscripten@0.23.0/node_modules/@tootallnate/quickjs-emscripten/c/interface.c</a:t>
            </a:r>
          </a:p>
          <a:p>
            <a:pPr>
              <a:defRPr sz="1200"/>
            </a:pPr>
            <a:r>
              <a:t>D:/pasar_fix/node_modules/.bun/@tootallnate+quickjs-emscripten@0.23.0/node_modules/@tootallnate/quickjs-emscripten/dist/asyncify-helpers.d.ts</a:t>
            </a:r>
          </a:p>
          <a:p>
            <a:pPr>
              <a:defRPr sz="1200"/>
            </a:pPr>
            <a:r>
              <a:t>D:/pasar_fix/node_modules/.bun/@tootallnate+quickjs-emscripten@0.23.0/node_modules/@tootallnate/quickjs-emscripten/dist/asyncify-helpers.js</a:t>
            </a:r>
          </a:p>
          <a:p>
            <a:pPr>
              <a:defRPr sz="1200"/>
            </a:pPr>
            <a:r>
              <a:t>D:/pasar_fix/node_modules/.bun/@tootallnate+quickjs-emscripten@0.23.0/node_modules/@tootallnate/quickjs-emscripten/dist/asyncify-helpers.js.map</a:t>
            </a:r>
          </a:p>
          <a:p>
            <a:pPr>
              <a:defRPr sz="1200"/>
            </a:pPr>
            <a:r>
              <a:t>D:/pasar_fix/node_modules/.bun/@tootallnate+quickjs-emscripten@0.23.0/node_modules/@tootallnate/quickjs-emscripten/dist/context-asyncify.d.ts</a:t>
            </a:r>
          </a:p>
          <a:p>
            <a:pPr>
              <a:defRPr sz="1200"/>
            </a:pPr>
            <a:r>
              <a:t>D:/pasar_fix/node_modules/.bun/@tootallnate+quickjs-emscripten@0.23.0/node_modules/@tootallnate/quickjs-emscripten/dist/context-asyncify.js</a:t>
            </a:r>
          </a:p>
          <a:p>
            <a:pPr>
              <a:defRPr sz="1200"/>
            </a:pPr>
            <a:r>
              <a:t>D:/pasar_fix/node_modules/.bun/@tootallnate+quickjs-emscripten@0.23.0/node_modules/@tootallnate/quickjs-emscripten/dist/context-asyncify.js.map</a:t>
            </a:r>
          </a:p>
          <a:p>
            <a:pPr>
              <a:defRPr sz="1200"/>
            </a:pPr>
            <a:r>
              <a:t>D:/pasar_fix/node_modules/.bun/@tootallnate+quickjs-emscripten@0.23.0/node_modules/@tootallnate/quickjs-emscripten/dist/context.d.ts</a:t>
            </a:r>
          </a:p>
          <a:p>
            <a:pPr>
              <a:defRPr sz="1200"/>
            </a:pPr>
            <a:r>
              <a:t>D:/pasar_fix/node_modules/.bun/@tootallnate+quickjs-emscripten@0.23.0/node_modules/@tootallnate/quickjs-emscripten/dist/context.js</a:t>
            </a:r>
          </a:p>
          <a:p>
            <a:pPr>
              <a:defRPr sz="1200"/>
            </a:pPr>
            <a:r>
              <a:t>D:/pasar_fix/node_modules/.bun/@tootallnate+quickjs-emscripten@0.23.0/node_modules/@tootallnate/quickjs-emscripten/dist/context.js.map</a:t>
            </a:r>
          </a:p>
          <a:p>
            <a:pPr>
              <a:defRPr sz="1200"/>
            </a:pPr>
            <a:r>
              <a:t>D:/pasar_fix/node_modules/.bun/@tootallnate+quickjs-emscripten@0.23.0/node_modules/@tootallnate/quickjs-emscripten/dist/debug.d.ts</a:t>
            </a:r>
          </a:p>
          <a:p>
            <a:pPr>
              <a:defRPr sz="1200"/>
            </a:pPr>
            <a:r>
              <a:t>D:/pasar_fix/node_modules/.bun/@tootallnate+quickjs-emscripten@0.23.0/node_modules/@tootallnate/quickjs-emscripten/dist/debug.js</a:t>
            </a:r>
          </a:p>
          <a:p>
            <a:pPr>
              <a:defRPr sz="1200"/>
            </a:pPr>
            <a:r>
              <a:t>D:/pasar_fix/node_modules/.bun/@tootallnate+quickjs-emscripten@0.23.0/node_modules/@tootallnate/quickjs-emscripten/dist/debug.js.map</a:t>
            </a:r>
          </a:p>
          <a:p>
            <a:pPr>
              <a:defRPr sz="1200"/>
            </a:pPr>
            <a:r>
              <a:t>D:/pasar_fix/node_modules/.bun/@tootallnate+quickjs-emscripten@0.23.0/node_modules/@tootallnate/quickjs-emscripten/dist/deferred-promise.d.ts</a:t>
            </a:r>
          </a:p>
          <a:p>
            <a:pPr>
              <a:defRPr sz="1200"/>
            </a:pPr>
            <a:r>
              <a:t>D:/pasar_fix/node_modules/.bun/@tootallnate+quickjs-emscripten@0.23.0/node_modules/@tootallnate/quickjs-emscripten/dist/deferred-promise.js</a:t>
            </a:r>
          </a:p>
          <a:p>
            <a:pPr>
              <a:defRPr sz="1200"/>
            </a:pPr>
            <a:r>
              <a:t>D:/pasar_fix/node_modules/.bun/@tootallnate+quickjs-emscripten@0.23.0/node_modules/@tootallnate/quickjs-emscripten/dist/deferred-promise.js.map</a:t>
            </a:r>
          </a:p>
          <a:p>
            <a:pPr>
              <a:defRPr sz="1200"/>
            </a:pPr>
            <a:r>
              <a:t>D:/pasar_fix/node_modules/.bun/@tootallnate+quickjs-emscripten@0.23.0/node_modules/@tootallnate/quickjs-emscripten/dist/emscripten-types.d.ts</a:t>
            </a:r>
          </a:p>
          <a:p>
            <a:pPr>
              <a:defRPr sz="1200"/>
            </a:pPr>
            <a:r>
              <a:t>D:/pasar_fix/node_modules/.bun/@tootallnate+quickjs-emscripten@0.23.0/node_modules/@tootallnate/quickjs-emscripten/dist/emscripten-types.js</a:t>
            </a:r>
          </a:p>
          <a:p>
            <a:pPr>
              <a:defRPr sz="1200"/>
            </a:pPr>
            <a:r>
              <a:t>D:/pasar_fix/node_modules/.bun/@tootallnate+quickjs-emscripten@0.23.0/node_modules/@tootallnate/quickjs-emscripten/dist/emscripten-types.js.map</a:t>
            </a:r>
          </a:p>
          <a:p>
            <a:pPr>
              <a:defRPr sz="1200"/>
            </a:pPr>
            <a:r>
              <a:t>D:/pasar_fix/node_modules/.bun/@tootallnate+quickjs-emscripten@0.23.0/node_modules/@tootallnate/quickjs-emscripten/dist/errors.d.ts</a:t>
            </a:r>
          </a:p>
          <a:p>
            <a:pPr>
              <a:defRPr sz="1200"/>
            </a:pPr>
            <a:r>
              <a:t>D:/pasar_fix/node_modules/.bun/@tootallnate+quickjs-emscripten@0.23.0/node_modules/@tootallnate/quickjs-emscripten/dist/errors.js</a:t>
            </a:r>
          </a:p>
          <a:p>
            <a:pPr>
              <a:defRPr sz="1200"/>
            </a:pPr>
            <a:r>
              <a:t>D:/pasar_fix/node_modules/.bun/@tootallnate+quickjs-emscripten@0.23.0/node_modules/@tootallnate/quickjs-emscripten/dist/errors.js.map</a:t>
            </a:r>
          </a:p>
          <a:p>
            <a:pPr>
              <a:defRPr sz="1200"/>
            </a:pPr>
            <a:r>
              <a:t>D:/pasar_fix/node_modules/.bun/@tootallnate+quickjs-emscripten@0.23.0/node_modules/@tootallnate/quickjs-emscripten/dist/esmHelpers.d.ts</a:t>
            </a:r>
          </a:p>
          <a:p>
            <a:pPr>
              <a:defRPr sz="1200"/>
            </a:pPr>
            <a:r>
              <a:t>D:/pasar_fix/node_modules/.bun/@tootallnate+quickjs-emscripten@0.23.0/node_modules/@tootallnate/quickjs-emscripten/dist/esmHelpers.js</a:t>
            </a:r>
          </a:p>
          <a:p>
            <a:pPr>
              <a:defRPr sz="1200"/>
            </a:pPr>
            <a:r>
              <a:t>D:/pasar_fix/node_modules/.bun/@tootallnate+quickjs-emscripten@0.23.0/node_modules/@tootallnate/quickjs-emscripten/dist/esmHelpers.js.map</a:t>
            </a:r>
          </a:p>
          <a:p>
            <a:pPr>
              <a:defRPr sz="1200"/>
            </a:pPr>
            <a:r>
              <a:t>D:/pasar_fix/node_modules/.bun/@tootallnate+quickjs-emscripten@0.23.0/node_modules/@tootallnate/quickjs-emscripten/dist/index.d.ts</a:t>
            </a:r>
          </a:p>
          <a:p>
            <a:pPr>
              <a:defRPr sz="1200"/>
            </a:pPr>
            <a:r>
              <a:t>D:/pasar_fix/node_modules/.bun/@tootallnate+quickjs-emscripten@0.23.0/node_modules/@tootallnate/quickjs-emscripten/dist/index.js</a:t>
            </a:r>
          </a:p>
          <a:p>
            <a:pPr>
              <a:defRPr sz="1200"/>
            </a:pPr>
            <a:r>
              <a:t>D:/pasar_fix/node_modules/.bun/@tootallnate+quickjs-emscripten@0.23.0/node_modules/@tootallnate/quickjs-emscripten/dist/index.js.map</a:t>
            </a:r>
          </a:p>
          <a:p>
            <a:pPr>
              <a:defRPr sz="1200"/>
            </a:pPr>
            <a:r>
              <a:t>D:/pasar_fix/node_modules/.bun/@tootallnate+quickjs-emscripten@0.23.0/node_modules/@tootallnate/quickjs-emscripten/dist/lifetime.d.ts</a:t>
            </a:r>
          </a:p>
          <a:p>
            <a:pPr>
              <a:defRPr sz="1200"/>
            </a:pPr>
            <a:r>
              <a:t>D:/pasar_fix/node_modules/.bun/@tootallnate+quickjs-emscripten@0.23.0/node_modules/@tootallnate/quickjs-emscripten/dist/lifetime.js</a:t>
            </a:r>
          </a:p>
          <a:p>
            <a:pPr>
              <a:defRPr sz="1200"/>
            </a:pPr>
            <a:r>
              <a:t>D:/pasar_fix/node_modules/.bun/@tootallnate+quickjs-emscripten@0.23.0/node_modules/@tootallnate/quickjs-emscripten/dist/lifetime.js.map</a:t>
            </a:r>
          </a:p>
          <a:p>
            <a:pPr>
              <a:defRPr sz="1200"/>
            </a:pPr>
            <a:r>
              <a:t>D:/pasar_fix/node_modules/.bun/@tootallnate+quickjs-emscripten@0.23.0/node_modules/@tootallnate/quickjs-emscripten/dist/memory.d.ts</a:t>
            </a:r>
          </a:p>
          <a:p>
            <a:pPr>
              <a:defRPr sz="1200"/>
            </a:pPr>
            <a:r>
              <a:t>D:/pasar_fix/node_modules/.bun/@tootallnate+quickjs-emscripten@0.23.0/node_modules/@tootallnate/quickjs-emscripten/dist/memory.js</a:t>
            </a:r>
          </a:p>
          <a:p>
            <a:pPr>
              <a:defRPr sz="1200"/>
            </a:pPr>
            <a:r>
              <a:t>D:/pasar_fix/node_modules/.bun/@tootallnate+quickjs-emscripten@0.23.0/node_modules/@tootallnate/quickjs-emscripten/dist/memory.js.map</a:t>
            </a:r>
          </a:p>
          <a:p>
            <a:pPr>
              <a:defRPr sz="1200"/>
            </a:pPr>
            <a:r>
              <a:t>D:/pasar_fix/node_modules/.bun/@tootallnate+quickjs-emscripten@0.23.0/node_modules/@tootallnate/quickjs-emscripten/dist/module-asyncify.d.ts</a:t>
            </a:r>
          </a:p>
          <a:p>
            <a:pPr>
              <a:defRPr sz="1200"/>
            </a:pPr>
            <a:r>
              <a:t>D:/pasar_fix/node_modules/.bun/@tootallnate+quickjs-emscripten@0.23.0/node_modules/@tootallnate/quickjs-emscripten/dist/module-asyncify.js</a:t>
            </a:r>
          </a:p>
          <a:p>
            <a:pPr>
              <a:defRPr sz="1200"/>
            </a:pPr>
            <a:r>
              <a:t>D:/pasar_fix/node_modules/.bun/@tootallnate+quickjs-emscripten@0.23.0/node_modules/@tootallnate/quickjs-emscripten/dist/module-asyncify.js.map</a:t>
            </a:r>
          </a:p>
          <a:p>
            <a:pPr>
              <a:defRPr sz="1200"/>
            </a:pPr>
            <a:r>
              <a:t>D:/pasar_fix/node_modules/.bun/@tootallnate+quickjs-emscripten@0.23.0/node_modules/@tootallnate/quickjs-emscripten/dist/module-test.d.ts</a:t>
            </a:r>
          </a:p>
          <a:p>
            <a:pPr>
              <a:defRPr sz="1200"/>
            </a:pPr>
            <a:r>
              <a:t>D:/pasar_fix/node_modules/.bun/@tootallnate+quickjs-emscripten@0.23.0/node_modules/@tootallnate/quickjs-emscripten/dist/module-test.js</a:t>
            </a:r>
          </a:p>
          <a:p>
            <a:pPr>
              <a:defRPr sz="1200"/>
            </a:pPr>
            <a:r>
              <a:t>D:/pasar_fix/node_modules/.bun/@tootallnate+quickjs-emscripten@0.23.0/node_modules/@tootallnate/quickjs-emscripten/dist/module-test.js.map</a:t>
            </a:r>
          </a:p>
          <a:p>
            <a:pPr>
              <a:defRPr sz="1200"/>
            </a:pPr>
            <a:r>
              <a:t>D:/pasar_fix/node_modules/.bun/@tootallnate+quickjs-emscripten@0.23.0/node_modules/@tootallnate/quickjs-emscripten/dist/module.d.ts</a:t>
            </a:r>
          </a:p>
          <a:p>
            <a:pPr>
              <a:defRPr sz="1200"/>
            </a:pPr>
            <a:r>
              <a:t>D:/pasar_fix/node_modules/.bun/@tootallnate+quickjs-emscripten@0.23.0/node_modules/@tootallnate/quickjs-emscripten/dist/module.js</a:t>
            </a:r>
          </a:p>
          <a:p>
            <a:pPr>
              <a:defRPr sz="1200"/>
            </a:pPr>
            <a:r>
              <a:t>D:/pasar_fix/node_modules/.bun/@tootallnate+quickjs-emscripten@0.23.0/node_modules/@tootallnate/quickjs-emscripten/dist/module.js.map</a:t>
            </a:r>
          </a:p>
          <a:p>
            <a:pPr>
              <a:defRPr sz="1200"/>
            </a:pPr>
            <a:r>
              <a:t>D:/pasar_fix/node_modules/.bun/@tootallnate+quickjs-emscripten@0.23.0/node_modules/@tootallnate/quickjs-emscripten/dist/runtime-asyncify.d.ts</a:t>
            </a:r>
          </a:p>
          <a:p>
            <a:pPr>
              <a:defRPr sz="1200"/>
            </a:pPr>
            <a:r>
              <a:t>D:/pasar_fix/node_modules/.bun/@tootallnate+quickjs-emscripten@0.23.0/node_modules/@tootallnate/quickjs-emscripten/dist/runtime-asyncify.js</a:t>
            </a:r>
          </a:p>
          <a:p>
            <a:pPr>
              <a:defRPr sz="1200"/>
            </a:pPr>
            <a:r>
              <a:t>D:/pasar_fix/node_modules/.bun/@tootallnate+quickjs-emscripten@0.23.0/node_modules/@tootallnate/quickjs-emscripten/dist/runtime-asyncify.js.map</a:t>
            </a:r>
          </a:p>
          <a:p>
            <a:pPr>
              <a:defRPr sz="1200"/>
            </a:pPr>
            <a:r>
              <a:t>D:/pasar_fix/node_modules/.bun/@tootallnate+quickjs-emscripten@0.23.0/node_modules/@tootallnate/quickjs-emscripten/dist/runtime.d.ts</a:t>
            </a:r>
          </a:p>
          <a:p>
            <a:pPr>
              <a:defRPr sz="1200"/>
            </a:pPr>
            <a:r>
              <a:t>D:/pasar_fix/node_modules/.bun/@tootallnate+quickjs-emscripten@0.23.0/node_modules/@tootallnate/quickjs-emscripten/dist/runtime.js</a:t>
            </a:r>
          </a:p>
          <a:p>
            <a:pPr>
              <a:defRPr sz="1200"/>
            </a:pPr>
            <a:r>
              <a:t>D:/pasar_fix/node_modules/.bun/@tootallnate+quickjs-emscripten@0.23.0/node_modules/@tootallnate/quickjs-emscripten/dist/runtime.js.map</a:t>
            </a:r>
          </a:p>
          <a:p>
            <a:pPr>
              <a:defRPr sz="1200"/>
            </a:pPr>
            <a:r>
              <a:t>D:/pasar_fix/node_modules/.bun/@tootallnate+quickjs-emscripten@0.23.0/node_modules/@tootallnate/quickjs-emscripten/dist/types-ffi.d.ts</a:t>
            </a:r>
          </a:p>
          <a:p>
            <a:pPr>
              <a:defRPr sz="1200"/>
            </a:pPr>
            <a:r>
              <a:t>D:/pasar_fix/node_modules/.bun/@tootallnate+quickjs-emscripten@0.23.0/node_modules/@tootallnate/quickjs-emscripten/dist/types-ffi.js</a:t>
            </a:r>
          </a:p>
          <a:p>
            <a:pPr>
              <a:defRPr sz="1200"/>
            </a:pPr>
            <a:r>
              <a:t>D:/pasar_fix/node_modules/.bun/@tootallnate+quickjs-emscripten@0.23.0/node_modules/@tootallnate/quickjs-emscripten/dist/types-ffi.js.map</a:t>
            </a:r>
          </a:p>
          <a:p>
            <a:pPr>
              <a:defRPr sz="1200"/>
            </a:pPr>
            <a:r>
              <a:t>D:/pasar_fix/node_modules/.bun/@tootallnate+quickjs-emscripten@0.23.0/node_modules/@tootallnate/quickjs-emscripten/dist/types.d.ts</a:t>
            </a:r>
          </a:p>
          <a:p>
            <a:pPr>
              <a:defRPr sz="1200"/>
            </a:pPr>
            <a:r>
              <a:t>D:/pasar_fix/node_modules/.bun/@tootallnate+quickjs-emscripten@0.23.0/node_modules/@tootallnate/quickjs-emscripten/dist/types.js</a:t>
            </a:r>
          </a:p>
          <a:p>
            <a:pPr>
              <a:defRPr sz="1200"/>
            </a:pPr>
            <a:r>
              <a:t>D:/pasar_fix/node_modules/.bun/@tootallnate+quickjs-emscripten@0.23.0/node_modules/@tootallnate/quickjs-emscripten/dist/types.js.map</a:t>
            </a:r>
          </a:p>
          <a:p>
            <a:pPr>
              <a:defRPr sz="1200"/>
            </a:pPr>
            <a:r>
              <a:t>D:/pasar_fix/node_modules/.bun/@tootallnate+quickjs-emscripten@0.23.0/node_modules/@tootallnate/quickjs-emscripten/dist/variants.d.ts</a:t>
            </a:r>
          </a:p>
          <a:p>
            <a:pPr>
              <a:defRPr sz="1200"/>
            </a:pPr>
            <a:r>
              <a:t>D:/pasar_fix/node_modules/.bun/@tootallnate+quickjs-emscripten@0.23.0/node_modules/@tootallnate/quickjs-emscripten/dist/variants.js</a:t>
            </a:r>
          </a:p>
          <a:p>
            <a:pPr>
              <a:defRPr sz="1200"/>
            </a:pPr>
            <a:r>
              <a:t>D:/pasar_fix/node_modules/.bun/@tootallnate+quickjs-emscripten@0.23.0/node_modules/@tootallnate/quickjs-emscripten/dist/variants.js.map</a:t>
            </a:r>
          </a:p>
          <a:p>
            <a:pPr>
              <a:defRPr sz="1200"/>
            </a:pPr>
            <a:r>
              <a:t>D:/pasar_fix/node_modules/.bun/@tootallnate+quickjs-emscripten@0.23.0/node_modules/@tootallnate/quickjs-emscripten/dist/vm-interface.d.ts</a:t>
            </a:r>
          </a:p>
          <a:p>
            <a:pPr>
              <a:defRPr sz="1200"/>
            </a:pPr>
            <a:r>
              <a:t>D:/pasar_fix/node_modules/.bun/@tootallnate+quickjs-emscripten@0.23.0/node_modules/@tootallnate/quickjs-emscripten/dist/vm-interface.js</a:t>
            </a:r>
          </a:p>
          <a:p>
            <a:pPr>
              <a:defRPr sz="1200"/>
            </a:pPr>
            <a:r>
              <a:t>D:/pasar_fix/node_modules/.bun/@tootallnate+quickjs-emscripten@0.23.0/node_modules/@tootallnate/quickjs-emscripten/dist/vm-interface.js.map</a:t>
            </a:r>
          </a:p>
          <a:p>
            <a:pPr>
              <a:defRPr sz="1200"/>
            </a:pPr>
            <a:r>
              <a:t>D:/pasar_fix/node_modules/.bun/@tootallnate+quickjs-emscripten@0.23.0/node_modules/@tootallnate/quickjs-emscripten/dist/generated/emscripten-module.WASM_RELEASE_SYNC.d.ts</a:t>
            </a:r>
          </a:p>
          <a:p>
            <a:pPr>
              <a:defRPr sz="1200"/>
            </a:pPr>
            <a:r>
              <a:t>D:/pasar_fix/node_modules/.bun/@tootallnate+quickjs-emscripten@0.23.0/node_modules/@tootallnate/quickjs-emscripten/dist/generated/emscripten-module.WASM_RELEASE_SYNC.js</a:t>
            </a:r>
          </a:p>
          <a:p>
            <a:pPr>
              <a:defRPr sz="1200"/>
            </a:pPr>
            <a:r>
              <a:t>D:/pasar_fix/node_modules/.bun/@tootallnate+quickjs-emscripten@0.23.0/node_modules/@tootallnate/quickjs-emscripten/dist/generated/emscripten-module.WASM_RELEASE_SYNC.js.map</a:t>
            </a:r>
          </a:p>
          <a:p>
            <a:pPr>
              <a:defRPr sz="1200"/>
            </a:pPr>
            <a:r>
              <a:t>D:/pasar_fix/node_modules/.bun/@tootallnate+quickjs-emscripten@0.23.0/node_modules/@tootallnate/quickjs-emscripten/dist/generated/ffi.WASM_RELEASE_SYNC.d.ts</a:t>
            </a:r>
          </a:p>
          <a:p>
            <a:pPr>
              <a:defRPr sz="1200"/>
            </a:pPr>
            <a:r>
              <a:t>D:/pasar_fix/node_modules/.bun/@tootallnate+quickjs-emscripten@0.23.0/node_modules/@tootallnate/quickjs-emscripten/dist/generated/ffi.WASM_RELEASE_SYNC.js</a:t>
            </a:r>
          </a:p>
          <a:p>
            <a:pPr>
              <a:defRPr sz="1200"/>
            </a:pPr>
            <a:r>
              <a:t>D:/pasar_fix/node_modules/.bun/@tootallnate+quickjs-emscripten@0.23.0/node_modules/@tootallnate/quickjs-emscripten/dist/generated/ffi.WASM_RELEASE_SYNC.js.map</a:t>
            </a:r>
          </a:p>
          <a:p>
            <a:pPr>
              <a:defRPr sz="1200"/>
            </a:pPr>
            <a:r>
              <a:t>D:/pasar_fix/node_modules/.bun/@trpc+server@11.17.0+1fb4c65d43e298b9/node_modules/.bin/intent.bunx</a:t>
            </a:r>
          </a:p>
          <a:p>
            <a:pPr>
              <a:defRPr sz="1200"/>
            </a:pPr>
            <a:r>
              <a:t>D:/pasar_fix/node_modules/.bun/@trpc+server@11.17.0+1fb4c65d43e298b9/node_modules/.bin/intent.exe</a:t>
            </a:r>
          </a:p>
          <a:p>
            <a:pPr>
              <a:defRPr sz="1200"/>
            </a:pPr>
            <a:r>
              <a:t>D:/pasar_fix/node_modules/.bun/@trpc+server@11.17.0+1fb4c65d43e298b9/node_modules/.bin/tsc.bunx</a:t>
            </a:r>
          </a:p>
          <a:p>
            <a:pPr>
              <a:defRPr sz="1200"/>
            </a:pPr>
            <a:r>
              <a:t>D:/pasar_fix/node_modules/.bun/@trpc+server@11.17.0+1fb4c65d43e298b9/node_modules/.bin/tsc.exe</a:t>
            </a:r>
          </a:p>
          <a:p>
            <a:pPr>
              <a:defRPr sz="1200"/>
            </a:pPr>
            <a:r>
              <a:t>D:/pasar_fix/node_modules/.bun/@trpc+server@11.17.0+1fb4c65d43e298b9/node_modules/.bin/tsserver.bunx</a:t>
            </a:r>
          </a:p>
          <a:p>
            <a:pPr>
              <a:defRPr sz="1200"/>
            </a:pPr>
            <a:r>
              <a:t>D:/pasar_fix/node_modules/.bun/@trpc+server@11.17.0+1fb4c65d43e298b9/node_modules/.bin/tsserver.exe</a:t>
            </a:r>
          </a:p>
          <a:p>
            <a:pPr>
              <a:defRPr sz="1200"/>
            </a:pPr>
            <a:r>
              <a:t>D:/pasar_fix/node_modules/.bun/@trpc+server@11.17.0+1fb4c65d43e298b9/node_modules/@trpc/server/LICENSE</a:t>
            </a:r>
          </a:p>
          <a:p>
            <a:pPr>
              <a:defRPr sz="1200"/>
            </a:pPr>
            <a:r>
              <a:t>D:/pasar_fix/node_modules/.bun/@trpc+server@11.17.0+1fb4c65d43e298b9/node_modules/@trpc/server/package.json</a:t>
            </a:r>
          </a:p>
          <a:p>
            <a:pPr>
              <a:defRPr sz="1200"/>
            </a:pPr>
            <a:r>
              <a:t>D:/pasar_fix/node_modules/.bun/@trpc+server@11.17.0+1fb4c65d43e298b9/node_modules/@trpc/server/README.md</a:t>
            </a:r>
          </a:p>
          <a:p>
            <a:pPr>
              <a:defRPr sz="1200"/>
            </a:pPr>
            <a:r>
              <a:t>D:/pasar_fix/node_modules/.bun/@trpc+server@11.17.0+1fb4c65d43e298b9/node_modules/@trpc/server/adapters/aws-lambda/package.json</a:t>
            </a:r>
          </a:p>
          <a:p>
            <a:pPr>
              <a:defRPr sz="1200"/>
            </a:pPr>
            <a:r>
              <a:t>D:/pasar_fix/node_modules/.bun/@trpc+server@11.17.0+1fb4c65d43e298b9/node_modules/@trpc/server/adapters/express/package.json</a:t>
            </a:r>
          </a:p>
          <a:p>
            <a:pPr>
              <a:defRPr sz="1200"/>
            </a:pPr>
            <a:r>
              <a:t>D:/pasar_fix/node_modules/.bun/@trpc+server@11.17.0+1fb4c65d43e298b9/node_modules/@trpc/server/adapters/fastify/package.json</a:t>
            </a:r>
          </a:p>
          <a:p>
            <a:pPr>
              <a:defRPr sz="1200"/>
            </a:pPr>
            <a:r>
              <a:t>D:/pasar_fix/node_modules/.bun/@trpc+server@11.17.0+1fb4c65d43e298b9/node_modules/@trpc/server/adapters/fetch/package.json</a:t>
            </a:r>
          </a:p>
          <a:p>
            <a:pPr>
              <a:defRPr sz="1200"/>
            </a:pPr>
            <a:r>
              <a:t>D:/pasar_fix/node_modules/.bun/@trpc+server@11.17.0+1fb4c65d43e298b9/node_modules/@trpc/server/adapters/next/package.json</a:t>
            </a:r>
          </a:p>
          <a:p>
            <a:pPr>
              <a:defRPr sz="1200"/>
            </a:pPr>
            <a:r>
              <a:t>D:/pasar_fix/node_modules/.bun/@trpc+server@11.17.0+1fb4c65d43e298b9/node_modules/@trpc/server/adapters/next-app-dir/package.json</a:t>
            </a:r>
          </a:p>
          <a:p>
            <a:pPr>
              <a:defRPr sz="1200"/>
            </a:pPr>
            <a:r>
              <a:t>D:/pasar_fix/node_modules/.bun/@trpc+server@11.17.0+1fb4c65d43e298b9/node_modules/@trpc/server/adapters/node-http/package.json</a:t>
            </a:r>
          </a:p>
          <a:p>
            <a:pPr>
              <a:defRPr sz="1200"/>
            </a:pPr>
            <a:r>
              <a:t>D:/pasar_fix/node_modules/.bun/@trpc+server@11.17.0+1fb4c65d43e298b9/node_modules/@trpc/server/adapters/standalone/package.json</a:t>
            </a:r>
          </a:p>
          <a:p>
            <a:pPr>
              <a:defRPr sz="1200"/>
            </a:pPr>
            <a:r>
              <a:t>D:/pasar_fix/node_modules/.bun/@trpc+server@11.17.0+1fb4c65d43e298b9/node_modules/@trpc/server/adapters/ws/package.json</a:t>
            </a:r>
          </a:p>
          <a:p>
            <a:pPr>
              <a:defRPr sz="1200"/>
            </a:pPr>
            <a:r>
              <a:t>D:/pasar_fix/node_modules/.bun/@trpc+server@11.17.0+1fb4c65d43e298b9/node_modules/@trpc/server/bin/intent.js</a:t>
            </a:r>
          </a:p>
          <a:p>
            <a:pPr>
              <a:defRPr sz="1200"/>
            </a:pPr>
            <a:r>
              <a:t>D:/pasar_fix/node_modules/.bun/@trpc+server@11.17.0+1fb4c65d43e298b9/node_modules/@trpc/server/dist/codes-BfZsPdy-.cjs</a:t>
            </a:r>
          </a:p>
          <a:p>
            <a:pPr>
              <a:defRPr sz="1200"/>
            </a:pPr>
            <a:r>
              <a:t>D:/pasar_fix/node_modules/.bun/@trpc+server@11.17.0+1fb4c65d43e298b9/node_modules/@trpc/server/dist/codes-DagpWZLc.mjs</a:t>
            </a:r>
          </a:p>
          <a:p>
            <a:pPr>
              <a:defRPr sz="1200"/>
            </a:pPr>
            <a:r>
              <a:t>D:/pasar_fix/node_modules/.bun/@trpc+server@11.17.0+1fb4c65d43e298b9/node_modules/@trpc/server/dist/codes-DagpWZLc.mjs.map</a:t>
            </a:r>
          </a:p>
          <a:p>
            <a:pPr>
              <a:defRPr sz="1200"/>
            </a:pPr>
            <a:r>
              <a:t>D:/pasar_fix/node_modules/.bun/@trpc+server@11.17.0+1fb4c65d43e298b9/node_modules/@trpc/server/dist/contentTypeParsers-iAFF_pJG.cjs</a:t>
            </a:r>
          </a:p>
          <a:p>
            <a:pPr>
              <a:defRPr sz="1200"/>
            </a:pPr>
            <a:r>
              <a:t>D:/pasar_fix/node_modules/.bun/@trpc+server@11.17.0+1fb4c65d43e298b9/node_modules/@trpc/server/dist/contentTypeParsers-SN4WL9ze.mjs</a:t>
            </a:r>
          </a:p>
          <a:p>
            <a:pPr>
              <a:defRPr sz="1200"/>
            </a:pPr>
            <a:r>
              <a:t>D:/pasar_fix/node_modules/.bun/@trpc+server@11.17.0+1fb4c65d43e298b9/node_modules/@trpc/server/dist/contentTypeParsers-SN4WL9ze.mjs.map</a:t>
            </a:r>
          </a:p>
          <a:p>
            <a:pPr>
              <a:defRPr sz="1200"/>
            </a:pPr>
            <a:r>
              <a:t>D:/pasar_fix/node_modules/.bun/@trpc+server@11.17.0+1fb4c65d43e298b9/node_modules/@trpc/server/dist/getErrorShape-BPSzUA7W.mjs</a:t>
            </a:r>
          </a:p>
          <a:p>
            <a:pPr>
              <a:defRPr sz="1200"/>
            </a:pPr>
            <a:r>
              <a:t>D:/pasar_fix/node_modules/.bun/@trpc+server@11.17.0+1fb4c65d43e298b9/node_modules/@trpc/server/dist/getErrorShape-BPSzUA7W.mjs.map</a:t>
            </a:r>
          </a:p>
          <a:p>
            <a:pPr>
              <a:defRPr sz="1200"/>
            </a:pPr>
            <a:r>
              <a:t>D:/pasar_fix/node_modules/.bun/@trpc+server@11.17.0+1fb4c65d43e298b9/node_modules/@trpc/server/dist/getErrorShape-Ed1OwssN.cjs</a:t>
            </a:r>
          </a:p>
          <a:p>
            <a:pPr>
              <a:defRPr sz="1200"/>
            </a:pPr>
            <a:r>
              <a:t>D:/pasar_fix/node_modules/.bun/@trpc+server@11.17.0+1fb4c65d43e298b9/node_modules/@trpc/server/dist/http-CWyjOa1l.mjs</a:t>
            </a:r>
          </a:p>
          <a:p>
            <a:pPr>
              <a:defRPr sz="1200"/>
            </a:pPr>
            <a:r>
              <a:t>D:/pasar_fix/node_modules/.bun/@trpc+server@11.17.0+1fb4c65d43e298b9/node_modules/@trpc/server/dist/http-DXy3XyhL.cjs</a:t>
            </a:r>
          </a:p>
          <a:p>
            <a:pPr>
              <a:defRPr sz="1200"/>
            </a:pPr>
            <a:r>
              <a:t>D:/pasar_fix/node_modules/.bun/@trpc+server@11.17.0+1fb4c65d43e298b9/node_modules/@trpc/server/dist/http.cjs</a:t>
            </a:r>
          </a:p>
          <a:p>
            <a:pPr>
              <a:defRPr sz="1200"/>
            </a:pPr>
            <a:r>
              <a:t>D:/pasar_fix/node_modules/.bun/@trpc+server@11.17.0+1fb4c65d43e298b9/node_modules/@trpc/server/dist/http.d.cts</a:t>
            </a:r>
          </a:p>
          <a:p>
            <a:pPr>
              <a:defRPr sz="1200"/>
            </a:pPr>
            <a:r>
              <a:t>D:/pasar_fix/node_modules/.bun/@trpc+server@11.17.0+1fb4c65d43e298b9/node_modules/@trpc/server/dist/http.d.mts</a:t>
            </a:r>
          </a:p>
          <a:p>
            <a:pPr>
              <a:defRPr sz="1200"/>
            </a:pPr>
            <a:r>
              <a:t>D:/pasar_fix/node_modules/.bun/@trpc+server@11.17.0+1fb4c65d43e298b9/node_modules/@trpc/server/dist/http.mjs</a:t>
            </a:r>
          </a:p>
          <a:p>
            <a:pPr>
              <a:defRPr sz="1200"/>
            </a:pPr>
            <a:r>
              <a:t>D:/pasar_fix/node_modules/.bun/@trpc+server@11.17.0+1fb4c65d43e298b9/node_modules/@trpc/server/dist/index.cjs</a:t>
            </a:r>
          </a:p>
          <a:p>
            <a:pPr>
              <a:defRPr sz="1200"/>
            </a:pPr>
            <a:r>
              <a:t>D:/pasar_fix/node_modules/.bun/@trpc+server@11.17.0+1fb4c65d43e298b9/node_modules/@trpc/server/dist/index.d-BiUz7kM_.d.cts</a:t>
            </a:r>
          </a:p>
          <a:p>
            <a:pPr>
              <a:defRPr sz="1200"/>
            </a:pPr>
            <a:r>
              <a:t>D:/pasar_fix/node_modules/.bun/@trpc+server@11.17.0+1fb4c65d43e298b9/node_modules/@trpc/server/dist/index.d-BiUz7kM_.d.cts.map</a:t>
            </a:r>
          </a:p>
          <a:p>
            <a:pPr>
              <a:defRPr sz="1200"/>
            </a:pPr>
            <a:r>
              <a:t>D:/pasar_fix/node_modules/.bun/@trpc+server@11.17.0+1fb4c65d43e298b9/node_modules/@trpc/server/dist/index.d-CvZXeEyR.d.cts</a:t>
            </a:r>
          </a:p>
          <a:p>
            <a:pPr>
              <a:defRPr sz="1200"/>
            </a:pPr>
            <a:r>
              <a:t>D:/pasar_fix/node_modules/.bun/@trpc+server@11.17.0+1fb4c65d43e298b9/node_modules/@trpc/server/dist/index.d-CvZXeEyR.d.cts.map</a:t>
            </a:r>
          </a:p>
          <a:p>
            <a:pPr>
              <a:defRPr sz="1200"/>
            </a:pPr>
            <a:r>
              <a:t>D:/pasar_fix/node_modules/.bun/@trpc+server@11.17.0+1fb4c65d43e298b9/node_modules/@trpc/server/dist/index.d-D4qZxQJh.d.mts</a:t>
            </a:r>
          </a:p>
          <a:p>
            <a:pPr>
              <a:defRPr sz="1200"/>
            </a:pPr>
            <a:r>
              <a:t>D:/pasar_fix/node_modules/.bun/@trpc+server@11.17.0+1fb4c65d43e298b9/node_modules/@trpc/server/dist/index.d-D4qZxQJh.d.mts.map</a:t>
            </a:r>
          </a:p>
          <a:p>
            <a:pPr>
              <a:defRPr sz="1200"/>
            </a:pPr>
            <a:r>
              <a:t>D:/pasar_fix/node_modules/.bun/@trpc+server@11.17.0+1fb4c65d43e298b9/node_modules/@trpc/server/dist/index.d-DhhodpGb.d.mts</a:t>
            </a:r>
          </a:p>
          <a:p>
            <a:pPr>
              <a:defRPr sz="1200"/>
            </a:pPr>
            <a:r>
              <a:t>D:/pasar_fix/node_modules/.bun/@trpc+server@11.17.0+1fb4c65d43e298b9/node_modules/@trpc/server/dist/index.d-DhhodpGb.d.mts.map</a:t>
            </a:r>
          </a:p>
          <a:p>
            <a:pPr>
              <a:defRPr sz="1200"/>
            </a:pPr>
            <a:r>
              <a:t>D:/pasar_fix/node_modules/.bun/@trpc+server@11.17.0+1fb4c65d43e298b9/node_modules/@trpc/server/dist/index.d-fBAdSX6g.d.cts</a:t>
            </a:r>
          </a:p>
          <a:p>
            <a:pPr>
              <a:defRPr sz="1200"/>
            </a:pPr>
            <a:r>
              <a:t>D:/pasar_fix/node_modules/.bun/@trpc+server@11.17.0+1fb4c65d43e298b9/node_modules/@trpc/server/dist/index.d-fBAdSX6g.d.cts.map</a:t>
            </a:r>
          </a:p>
          <a:p>
            <a:pPr>
              <a:defRPr sz="1200"/>
            </a:pPr>
            <a:r>
              <a:t>D:/pasar_fix/node_modules/.bun/@trpc+server@11.17.0+1fb4c65d43e298b9/node_modules/@trpc/server/dist/index.d-vq_QHko2.d.mts</a:t>
            </a:r>
          </a:p>
          <a:p>
            <a:pPr>
              <a:defRPr sz="1200"/>
            </a:pPr>
            <a:r>
              <a:t>D:/pasar_fix/node_modules/.bun/@trpc+server@11.17.0+1fb4c65d43e298b9/node_modules/@trpc/server/dist/index.d-vq_QHko2.d.mts.map</a:t>
            </a:r>
          </a:p>
          <a:p>
            <a:pPr>
              <a:defRPr sz="1200"/>
            </a:pPr>
            <a:r>
              <a:t>D:/pasar_fix/node_modules/.bun/@trpc+server@11.17.0+1fb4c65d43e298b9/node_modules/@trpc/server/dist/index.d.cts</a:t>
            </a:r>
          </a:p>
          <a:p>
            <a:pPr>
              <a:defRPr sz="1200"/>
            </a:pPr>
            <a:r>
              <a:t>D:/pasar_fix/node_modules/.bun/@trpc+server@11.17.0+1fb4c65d43e298b9/node_modules/@trpc/server/dist/index.d.mts</a:t>
            </a:r>
          </a:p>
          <a:p>
            <a:pPr>
              <a:defRPr sz="1200"/>
            </a:pPr>
            <a:r>
              <a:t>D:/pasar_fix/node_modules/.bun/@trpc+server@11.17.0+1fb4c65d43e298b9/node_modules/@trpc/server/dist/index.mjs</a:t>
            </a:r>
          </a:p>
          <a:p>
            <a:pPr>
              <a:defRPr sz="1200"/>
            </a:pPr>
            <a:r>
              <a:t>D:/pasar_fix/node_modules/.bun/@trpc+server@11.17.0+1fb4c65d43e298b9/node_modules/@trpc/server/dist/initTRPC-BRf4imah.mjs</a:t>
            </a:r>
          </a:p>
          <a:p>
            <a:pPr>
              <a:defRPr sz="1200"/>
            </a:pPr>
            <a:r>
              <a:t>D:/pasar_fix/node_modules/.bun/@trpc+server@11.17.0+1fb4c65d43e298b9/node_modules/@trpc/server/dist/initTRPC-BRf4imah.mjs.map</a:t>
            </a:r>
          </a:p>
          <a:p>
            <a:pPr>
              <a:defRPr sz="1200"/>
            </a:pPr>
            <a:r>
              <a:t>D:/pasar_fix/node_modules/.bun/@trpc+server@11.17.0+1fb4c65d43e298b9/node_modules/@trpc/server/dist/initTRPC-_cqIfGlH.cjs</a:t>
            </a:r>
          </a:p>
          <a:p>
            <a:pPr>
              <a:defRPr sz="1200"/>
            </a:pPr>
            <a:r>
              <a:t>D:/pasar_fix/node_modules/.bun/@trpc+server@11.17.0+1fb4c65d43e298b9/node_modules/@trpc/server/dist/node-http-bPWQbKlA.cjs</a:t>
            </a:r>
          </a:p>
          <a:p>
            <a:pPr>
              <a:defRPr sz="1200"/>
            </a:pPr>
            <a:r>
              <a:t>D:/pasar_fix/node_modules/.bun/@trpc+server@11.17.0+1fb4c65d43e298b9/node_modules/@trpc/server/dist/node-http-gyWQuCv2.mjs</a:t>
            </a:r>
          </a:p>
          <a:p>
            <a:pPr>
              <a:defRPr sz="1200"/>
            </a:pPr>
            <a:r>
              <a:t>D:/pasar_fix/node_modules/.bun/@trpc+server@11.17.0+1fb4c65d43e298b9/node_modules/@trpc/server/dist/node-http-gyWQuCv2.mjs.map</a:t>
            </a:r>
          </a:p>
          <a:p>
            <a:pPr>
              <a:defRPr sz="1200"/>
            </a:pPr>
            <a:r>
              <a:t>D:/pasar_fix/node_modules/.bun/@trpc+server@11.17.0+1fb4c65d43e298b9/node_modules/@trpc/server/dist/observable-B1Nk6r1H.cjs</a:t>
            </a:r>
          </a:p>
          <a:p>
            <a:pPr>
              <a:defRPr sz="1200"/>
            </a:pPr>
            <a:r>
              <a:t>D:/pasar_fix/node_modules/.bun/@trpc+server@11.17.0+1fb4c65d43e298b9/node_modules/@trpc/server/dist/observable-BVzLuBs6.cjs</a:t>
            </a:r>
          </a:p>
          <a:p>
            <a:pPr>
              <a:defRPr sz="1200"/>
            </a:pPr>
            <a:r>
              <a:t>D:/pasar_fix/node_modules/.bun/@trpc+server@11.17.0+1fb4c65d43e298b9/node_modules/@trpc/server/dist/observable-CUiPknO-.mjs</a:t>
            </a:r>
          </a:p>
          <a:p>
            <a:pPr>
              <a:defRPr sz="1200"/>
            </a:pPr>
            <a:r>
              <a:t>D:/pasar_fix/node_modules/.bun/@trpc+server@11.17.0+1fb4c65d43e298b9/node_modules/@trpc/server/dist/observable-CUiPknO-.mjs.map</a:t>
            </a:r>
          </a:p>
          <a:p>
            <a:pPr>
              <a:defRPr sz="1200"/>
            </a:pPr>
            <a:r>
              <a:t>D:/pasar_fix/node_modules/.bun/@trpc+server@11.17.0+1fb4c65d43e298b9/node_modules/@trpc/server/dist/observable-UMO3vUa_.mjs</a:t>
            </a:r>
          </a:p>
          <a:p>
            <a:pPr>
              <a:defRPr sz="1200"/>
            </a:pPr>
            <a:r>
              <a:t>D:/pasar_fix/node_modules/.bun/@trpc+server@11.17.0+1fb4c65d43e298b9/node_modules/@trpc/server/dist/observable-UMO3vUa_.mjs.map</a:t>
            </a:r>
          </a:p>
          <a:p>
            <a:pPr>
              <a:defRPr sz="1200"/>
            </a:pPr>
            <a:r>
              <a:t>D:/pasar_fix/node_modules/.bun/@trpc+server@11.17.0+1fb4c65d43e298b9/node_modules/@trpc/server/dist/parseTRPCMessage-7Ltmq-Fb.cjs</a:t>
            </a:r>
          </a:p>
          <a:p>
            <a:pPr>
              <a:defRPr sz="1200"/>
            </a:pPr>
            <a:r>
              <a:t>D:/pasar_fix/node_modules/.bun/@trpc+server@11.17.0+1fb4c65d43e298b9/node_modules/@trpc/server/dist/parseTRPCMessage-CTow-umk.mjs</a:t>
            </a:r>
          </a:p>
          <a:p>
            <a:pPr>
              <a:defRPr sz="1200"/>
            </a:pPr>
            <a:r>
              <a:t>D:/pasar_fix/node_modules/.bun/@trpc+server@11.17.0+1fb4c65d43e298b9/node_modules/@trpc/server/dist/parseTRPCMessage-CTow-umk.mjs.map</a:t>
            </a:r>
          </a:p>
          <a:p>
            <a:pPr>
              <a:defRPr sz="1200"/>
            </a:pPr>
            <a:r>
              <a:t>D:/pasar_fix/node_modules/.bun/@trpc+server@11.17.0+1fb4c65d43e298b9/node_modules/@trpc/server/dist/resolveResponse-BCkjJQIz.cjs</a:t>
            </a:r>
          </a:p>
          <a:p>
            <a:pPr>
              <a:defRPr sz="1200"/>
            </a:pPr>
            <a:r>
              <a:t>D:/pasar_fix/node_modules/.bun/@trpc+server@11.17.0+1fb4c65d43e298b9/node_modules/@trpc/server/dist/resolveResponse-CdASWfAV.mjs</a:t>
            </a:r>
          </a:p>
          <a:p>
            <a:pPr>
              <a:defRPr sz="1200"/>
            </a:pPr>
            <a:r>
              <a:t>D:/pasar_fix/node_modules/.bun/@trpc+server@11.17.0+1fb4c65d43e298b9/node_modules/@trpc/server/dist/resolveResponse-CdASWfAV.mjs.map</a:t>
            </a:r>
          </a:p>
          <a:p>
            <a:pPr>
              <a:defRPr sz="1200"/>
            </a:pPr>
            <a:r>
              <a:t>D:/pasar_fix/node_modules/.bun/@trpc+server@11.17.0+1fb4c65d43e298b9/node_modules/@trpc/server/dist/rpc.cjs</a:t>
            </a:r>
          </a:p>
          <a:p>
            <a:pPr>
              <a:defRPr sz="1200"/>
            </a:pPr>
            <a:r>
              <a:t>D:/pasar_fix/node_modules/.bun/@trpc+server@11.17.0+1fb4c65d43e298b9/node_modules/@trpc/server/dist/rpc.d.cts</a:t>
            </a:r>
          </a:p>
          <a:p>
            <a:pPr>
              <a:defRPr sz="1200"/>
            </a:pPr>
            <a:r>
              <a:t>D:/pasar_fix/node_modules/.bun/@trpc+server@11.17.0+1fb4c65d43e298b9/node_modules/@trpc/server/dist/rpc.d.mts</a:t>
            </a:r>
          </a:p>
          <a:p>
            <a:pPr>
              <a:defRPr sz="1200"/>
            </a:pPr>
            <a:r>
              <a:t>D:/pasar_fix/node_modules/.bun/@trpc+server@11.17.0+1fb4c65d43e298b9/node_modules/@trpc/server/dist/rpc.mjs</a:t>
            </a:r>
          </a:p>
          <a:p>
            <a:pPr>
              <a:defRPr sz="1200"/>
            </a:pPr>
            <a:r>
              <a:t>D:/pasar_fix/node_modules/.bun/@trpc+server@11.17.0+1fb4c65d43e298b9/node_modules/@trpc/server/dist/shared.cjs</a:t>
            </a:r>
          </a:p>
          <a:p>
            <a:pPr>
              <a:defRPr sz="1200"/>
            </a:pPr>
            <a:r>
              <a:t>D:/pasar_fix/node_modules/.bun/@trpc+server@11.17.0+1fb4c65d43e298b9/node_modules/@trpc/server/dist/shared.d.cts</a:t>
            </a:r>
          </a:p>
          <a:p>
            <a:pPr>
              <a:defRPr sz="1200"/>
            </a:pPr>
            <a:r>
              <a:t>D:/pasar_fix/node_modules/.bun/@trpc+server@11.17.0+1fb4c65d43e298b9/node_modules/@trpc/server/dist/shared.d.mts</a:t>
            </a:r>
          </a:p>
          <a:p>
            <a:pPr>
              <a:defRPr sz="1200"/>
            </a:pPr>
            <a:r>
              <a:t>D:/pasar_fix/node_modules/.bun/@trpc+server@11.17.0+1fb4c65d43e298b9/node_modules/@trpc/server/dist/shared.mjs</a:t>
            </a:r>
          </a:p>
          <a:p>
            <a:pPr>
              <a:defRPr sz="1200"/>
            </a:pPr>
            <a:r>
              <a:t>D:/pasar_fix/node_modules/.bun/@trpc+server@11.17.0+1fb4c65d43e298b9/node_modules/@trpc/server/dist/tracked-DFxm8M2u.cjs</a:t>
            </a:r>
          </a:p>
          <a:p>
            <a:pPr>
              <a:defRPr sz="1200"/>
            </a:pPr>
            <a:r>
              <a:t>D:/pasar_fix/node_modules/.bun/@trpc+server@11.17.0+1fb4c65d43e298b9/node_modules/@trpc/server/dist/tracked-DWInO6EQ.mjs</a:t>
            </a:r>
          </a:p>
          <a:p>
            <a:pPr>
              <a:defRPr sz="1200"/>
            </a:pPr>
            <a:r>
              <a:t>D:/pasar_fix/node_modules/.bun/@trpc+server@11.17.0+1fb4c65d43e298b9/node_modules/@trpc/server/dist/tracked-DWInO6EQ.mjs.map</a:t>
            </a:r>
          </a:p>
          <a:p>
            <a:pPr>
              <a:defRPr sz="1200"/>
            </a:pPr>
            <a:r>
              <a:t>D:/pasar_fix/node_modules/.bun/@trpc+server@11.17.0+1fb4c65d43e298b9/node_modules/@trpc/server/dist/unstable-core-do-not-import-9NNw8uQM.mjs</a:t>
            </a:r>
          </a:p>
          <a:p>
            <a:pPr>
              <a:defRPr sz="1200"/>
            </a:pPr>
            <a:r>
              <a:t>D:/pasar_fix/node_modules/.bun/@trpc+server@11.17.0+1fb4c65d43e298b9/node_modules/@trpc/server/dist/unstable-core-do-not-import-9NNw8uQM.mjs.map</a:t>
            </a:r>
          </a:p>
          <a:p>
            <a:pPr>
              <a:defRPr sz="1200"/>
            </a:pPr>
            <a:r>
              <a:t>D:/pasar_fix/node_modules/.bun/@trpc+server@11.17.0+1fb4c65d43e298b9/node_modules/@trpc/server/dist/unstable-core-do-not-import-fsjhEhgh.cjs</a:t>
            </a:r>
          </a:p>
          <a:p>
            <a:pPr>
              <a:defRPr sz="1200"/>
            </a:pPr>
            <a:r>
              <a:t>D:/pasar_fix/node_modules/.bun/@trpc+server@11.17.0+1fb4c65d43e298b9/node_modules/@trpc/server/dist/unstable-core-do-not-import.cjs</a:t>
            </a:r>
          </a:p>
          <a:p>
            <a:pPr>
              <a:defRPr sz="1200"/>
            </a:pPr>
            <a:r>
              <a:t>D:/pasar_fix/node_modules/.bun/@trpc+server@11.17.0+1fb4c65d43e298b9/node_modules/@trpc/server/dist/unstable-core-do-not-import.d-BdVSvUCr.d.mts</a:t>
            </a:r>
          </a:p>
          <a:p>
            <a:pPr>
              <a:defRPr sz="1200"/>
            </a:pPr>
            <a:r>
              <a:t>D:/pasar_fix/node_modules/.bun/@trpc+server@11.17.0+1fb4c65d43e298b9/node_modules/@trpc/server/dist/unstable-core-do-not-import.d-BdVSvUCr.d.mts.map</a:t>
            </a:r>
          </a:p>
          <a:p>
            <a:pPr>
              <a:defRPr sz="1200"/>
            </a:pPr>
            <a:r>
              <a:t>D:/pasar_fix/node_modules/.bun/@trpc+server@11.17.0+1fb4c65d43e298b9/node_modules/@trpc/server/dist/unstable-core-do-not-import.d-Dh9CT5RO.d.cts</a:t>
            </a:r>
          </a:p>
          <a:p>
            <a:pPr>
              <a:defRPr sz="1200"/>
            </a:pPr>
            <a:r>
              <a:t>D:/pasar_fix/node_modules/.bun/@trpc+server@11.17.0+1fb4c65d43e298b9/node_modules/@trpc/server/dist/unstable-core-do-not-import.d-Dh9CT5RO.d.cts.map</a:t>
            </a:r>
          </a:p>
          <a:p>
            <a:pPr>
              <a:defRPr sz="1200"/>
            </a:pPr>
            <a:r>
              <a:t>D:/pasar_fix/node_modules/.bun/@trpc+server@11.17.0+1fb4c65d43e298b9/node_modules/@trpc/server/dist/unstable-core-do-not-import.d.cts</a:t>
            </a:r>
          </a:p>
          <a:p>
            <a:pPr>
              <a:defRPr sz="1200"/>
            </a:pPr>
            <a:r>
              <a:t>D:/pasar_fix/node_modules/.bun/@trpc+server@11.17.0+1fb4c65d43e298b9/node_modules/@trpc/server/dist/unstable-core-do-not-import.d.mts</a:t>
            </a:r>
          </a:p>
          <a:p>
            <a:pPr>
              <a:defRPr sz="1200"/>
            </a:pPr>
            <a:r>
              <a:t>D:/pasar_fix/node_modules/.bun/@trpc+server@11.17.0+1fb4c65d43e298b9/node_modules/@trpc/server/dist/unstable-core-do-not-import.mjs</a:t>
            </a:r>
          </a:p>
          <a:p>
            <a:pPr>
              <a:defRPr sz="1200"/>
            </a:pPr>
            <a:r>
              <a:t>D:/pasar_fix/node_modules/.bun/@trpc+server@11.17.0+1fb4c65d43e298b9/node_modules/@trpc/server/dist/ws-BoiCYrkt.mjs</a:t>
            </a:r>
          </a:p>
          <a:p>
            <a:pPr>
              <a:defRPr sz="1200"/>
            </a:pPr>
            <a:r>
              <a:t>D:/pasar_fix/node_modules/.bun/@trpc+server@11.17.0+1fb4c65d43e298b9/node_modules/@trpc/server/dist/ws-BoiCYrkt.mjs.map</a:t>
            </a:r>
          </a:p>
          <a:p>
            <a:pPr>
              <a:defRPr sz="1200"/>
            </a:pPr>
            <a:r>
              <a:t>D:/pasar_fix/node_modules/.bun/@trpc+server@11.17.0+1fb4c65d43e298b9/node_modules/@trpc/server/dist/ws-CTzlBSdd.cjs</a:t>
            </a:r>
          </a:p>
          <a:p>
            <a:pPr>
              <a:defRPr sz="1200"/>
            </a:pPr>
            <a:r>
              <a:t>D:/pasar_fix/node_modules/.bun/@trpc+server@11.17.0+1fb4c65d43e298b9/node_modules/@trpc/server/dist/adapters/express.cjs</a:t>
            </a:r>
          </a:p>
          <a:p>
            <a:pPr>
              <a:defRPr sz="1200"/>
            </a:pPr>
            <a:r>
              <a:t>D:/pasar_fix/node_modules/.bun/@trpc+server@11.17.0+1fb4c65d43e298b9/node_modules/@trpc/server/dist/adapters/express.d.cts</a:t>
            </a:r>
          </a:p>
          <a:p>
            <a:pPr>
              <a:defRPr sz="1200"/>
            </a:pPr>
            <a:r>
              <a:t>D:/pasar_fix/node_modules/.bun/@trpc+server@11.17.0+1fb4c65d43e298b9/node_modules/@trpc/server/dist/adapters/express.d.cts.map</a:t>
            </a:r>
          </a:p>
          <a:p>
            <a:pPr>
              <a:defRPr sz="1200"/>
            </a:pPr>
            <a:r>
              <a:t>D:/pasar_fix/node_modules/.bun/@trpc+server@11.17.0+1fb4c65d43e298b9/node_modules/@trpc/server/dist/adapters/express.d.mts</a:t>
            </a:r>
          </a:p>
          <a:p>
            <a:pPr>
              <a:defRPr sz="1200"/>
            </a:pPr>
            <a:r>
              <a:t>D:/pasar_fix/node_modules/.bun/@trpc+server@11.17.0+1fb4c65d43e298b9/node_modules/@trpc/server/dist/adapters/express.d.mts.map</a:t>
            </a:r>
          </a:p>
          <a:p>
            <a:pPr>
              <a:defRPr sz="1200"/>
            </a:pPr>
            <a:r>
              <a:t>D:/pasar_fix/node_modules/.bun/@trpc+server@11.17.0+1fb4c65d43e298b9/node_modules/@trpc/server/dist/adapters/express.mjs</a:t>
            </a:r>
          </a:p>
          <a:p>
            <a:pPr>
              <a:defRPr sz="1200"/>
            </a:pPr>
            <a:r>
              <a:t>D:/pasar_fix/node_modules/.bun/@trpc+server@11.17.0+1fb4c65d43e298b9/node_modules/@trpc/server/dist/adapters/express.mjs.map</a:t>
            </a:r>
          </a:p>
          <a:p>
            <a:pPr>
              <a:defRPr sz="1200"/>
            </a:pPr>
            <a:r>
              <a:t>D:/pasar_fix/node_modules/.bun/@trpc+server@11.17.0+1fb4c65d43e298b9/node_modules/@trpc/server/dist/adapters/next-app-dir.cjs</a:t>
            </a:r>
          </a:p>
          <a:p>
            <a:pPr>
              <a:defRPr sz="1200"/>
            </a:pPr>
            <a:r>
              <a:t>D:/pasar_fix/node_modules/.bun/@trpc+server@11.17.0+1fb4c65d43e298b9/node_modules/@trpc/server/dist/adapters/next-app-dir.d.cts</a:t>
            </a:r>
          </a:p>
          <a:p>
            <a:pPr>
              <a:defRPr sz="1200"/>
            </a:pPr>
            <a:r>
              <a:t>D:/pasar_fix/node_modules/.bun/@trpc+server@11.17.0+1fb4c65d43e298b9/node_modules/@trpc/server/dist/adapters/next-app-dir.d.cts.map</a:t>
            </a:r>
          </a:p>
          <a:p>
            <a:pPr>
              <a:defRPr sz="1200"/>
            </a:pPr>
            <a:r>
              <a:t>D:/pasar_fix/node_modules/.bun/@trpc+server@11.17.0+1fb4c65d43e298b9/node_modules/@trpc/server/dist/adapters/next-app-dir.d.mts</a:t>
            </a:r>
          </a:p>
          <a:p>
            <a:pPr>
              <a:defRPr sz="1200"/>
            </a:pPr>
            <a:r>
              <a:t>D:/pasar_fix/node_modules/.bun/@trpc+server@11.17.0+1fb4c65d43e298b9/node_modules/@trpc/server/dist/adapters/next-app-dir.d.mts.map</a:t>
            </a:r>
          </a:p>
          <a:p>
            <a:pPr>
              <a:defRPr sz="1200"/>
            </a:pPr>
            <a:r>
              <a:t>D:/pasar_fix/node_modules/.bun/@trpc+server@11.17.0+1fb4c65d43e298b9/node_modules/@trpc/server/dist/adapters/next-app-dir.mjs</a:t>
            </a:r>
          </a:p>
          <a:p>
            <a:pPr>
              <a:defRPr sz="1200"/>
            </a:pPr>
            <a:r>
              <a:t>D:/pasar_fix/node_modules/.bun/@trpc+server@11.17.0+1fb4c65d43e298b9/node_modules/@trpc/server/dist/adapters/next-app-dir.mjs.map</a:t>
            </a:r>
          </a:p>
          <a:p>
            <a:pPr>
              <a:defRPr sz="1200"/>
            </a:pPr>
            <a:r>
              <a:t>D:/pasar_fix/node_modules/.bun/@trpc+server@11.17.0+1fb4c65d43e298b9/node_modules/@trpc/server/dist/adapters/next.cjs</a:t>
            </a:r>
          </a:p>
          <a:p>
            <a:pPr>
              <a:defRPr sz="1200"/>
            </a:pPr>
            <a:r>
              <a:t>D:/pasar_fix/node_modules/.bun/@trpc+server@11.17.0+1fb4c65d43e298b9/node_modules/@trpc/server/dist/adapters/next.d.cts</a:t>
            </a:r>
          </a:p>
          <a:p>
            <a:pPr>
              <a:defRPr sz="1200"/>
            </a:pPr>
            <a:r>
              <a:t>D:/pasar_fix/node_modules/.bun/@trpc+server@11.17.0+1fb4c65d43e298b9/node_modules/@trpc/server/dist/adapters/next.d.cts.map</a:t>
            </a:r>
          </a:p>
          <a:p>
            <a:pPr>
              <a:defRPr sz="1200"/>
            </a:pPr>
            <a:r>
              <a:t>D:/pasar_fix/node_modules/.bun/@trpc+server@11.17.0+1fb4c65d43e298b9/node_modules/@trpc/server/dist/adapters/next.d.mts</a:t>
            </a:r>
          </a:p>
          <a:p>
            <a:pPr>
              <a:defRPr sz="1200"/>
            </a:pPr>
            <a:r>
              <a:t>D:/pasar_fix/node_modules/.bun/@trpc+server@11.17.0+1fb4c65d43e298b9/node_modules/@trpc/server/dist/adapters/next.d.mts.map</a:t>
            </a:r>
          </a:p>
          <a:p>
            <a:pPr>
              <a:defRPr sz="1200"/>
            </a:pPr>
            <a:r>
              <a:t>D:/pasar_fix/node_modules/.bun/@trpc+server@11.17.0+1fb4c65d43e298b9/node_modules/@trpc/server/dist/adapters/next.mjs</a:t>
            </a:r>
          </a:p>
          <a:p>
            <a:pPr>
              <a:defRPr sz="1200"/>
            </a:pPr>
            <a:r>
              <a:t>D:/pasar_fix/node_modules/.bun/@trpc+server@11.17.0+1fb4c65d43e298b9/node_modules/@trpc/server/dist/adapters/next.mjs.map</a:t>
            </a:r>
          </a:p>
          <a:p>
            <a:pPr>
              <a:defRPr sz="1200"/>
            </a:pPr>
            <a:r>
              <a:t>D:/pasar_fix/node_modules/.bun/@trpc+server@11.17.0+1fb4c65d43e298b9/node_modules/@trpc/server/dist/adapters/standalone.cjs</a:t>
            </a:r>
          </a:p>
          <a:p>
            <a:pPr>
              <a:defRPr sz="1200"/>
            </a:pPr>
            <a:r>
              <a:t>D:/pasar_fix/node_modules/.bun/@trpc+server@11.17.0+1fb4c65d43e298b9/node_modules/@trpc/server/dist/adapters/standalone.d.cts</a:t>
            </a:r>
          </a:p>
          <a:p>
            <a:pPr>
              <a:defRPr sz="1200"/>
            </a:pPr>
            <a:r>
              <a:t>D:/pasar_fix/node_modules/.bun/@trpc+server@11.17.0+1fb4c65d43e298b9/node_modules/@trpc/server/dist/adapters/standalone.d.cts.map</a:t>
            </a:r>
          </a:p>
          <a:p>
            <a:pPr>
              <a:defRPr sz="1200"/>
            </a:pPr>
            <a:r>
              <a:t>D:/pasar_fix/node_modules/.bun/@trpc+server@11.17.0+1fb4c65d43e298b9/node_modules/@trpc/server/dist/adapters/standalone.d.mts</a:t>
            </a:r>
          </a:p>
          <a:p>
            <a:pPr>
              <a:defRPr sz="1200"/>
            </a:pPr>
            <a:r>
              <a:t>D:/pasar_fix/node_modules/.bun/@trpc+server@11.17.0+1fb4c65d43e298b9/node_modules/@trpc/server/dist/adapters/standalone.d.mts.map</a:t>
            </a:r>
          </a:p>
          <a:p>
            <a:pPr>
              <a:defRPr sz="1200"/>
            </a:pPr>
            <a:r>
              <a:t>D:/pasar_fix/node_modules/.bun/@trpc+server@11.17.0+1fb4c65d43e298b9/node_modules/@trpc/server/dist/adapters/standalone.mjs</a:t>
            </a:r>
          </a:p>
          <a:p>
            <a:pPr>
              <a:defRPr sz="1200"/>
            </a:pPr>
            <a:r>
              <a:t>D:/pasar_fix/node_modules/.bun/@trpc+server@11.17.0+1fb4c65d43e298b9/node_modules/@trpc/server/dist/adapters/standalone.mjs.map</a:t>
            </a:r>
          </a:p>
          <a:p>
            <a:pPr>
              <a:defRPr sz="1200"/>
            </a:pPr>
            <a:r>
              <a:t>D:/pasar_fix/node_modules/.bun/@trpc+server@11.17.0+1fb4c65d43e298b9/node_modules/@trpc/server/dist/adapters/ws.cjs</a:t>
            </a:r>
          </a:p>
          <a:p>
            <a:pPr>
              <a:defRPr sz="1200"/>
            </a:pPr>
            <a:r>
              <a:t>D:/pasar_fix/node_modules/.bun/@trpc+server@11.17.0+1fb4c65d43e298b9/node_modules/@trpc/server/dist/adapters/ws.d.cts</a:t>
            </a:r>
          </a:p>
          <a:p>
            <a:pPr>
              <a:defRPr sz="1200"/>
            </a:pPr>
            <a:r>
              <a:t>D:/pasar_fix/node_modules/.bun/@trpc+server@11.17.0+1fb4c65d43e298b9/node_modules/@trpc/server/dist/adapters/ws.d.cts.map</a:t>
            </a:r>
          </a:p>
          <a:p>
            <a:pPr>
              <a:defRPr sz="1200"/>
            </a:pPr>
            <a:r>
              <a:t>D:/pasar_fix/node_modules/.bun/@trpc+server@11.17.0+1fb4c65d43e298b9/node_modules/@trpc/server/dist/adapters/ws.d.mts</a:t>
            </a:r>
          </a:p>
          <a:p>
            <a:pPr>
              <a:defRPr sz="1200"/>
            </a:pPr>
            <a:r>
              <a:t>D:/pasar_fix/node_modules/.bun/@trpc+server@11.17.0+1fb4c65d43e298b9/node_modules/@trpc/server/dist/adapters/ws.d.mts.map</a:t>
            </a:r>
          </a:p>
          <a:p>
            <a:pPr>
              <a:defRPr sz="1200"/>
            </a:pPr>
            <a:r>
              <a:t>D:/pasar_fix/node_modules/.bun/@trpc+server@11.17.0+1fb4c65d43e298b9/node_modules/@trpc/server/dist/adapters/ws.mjs</a:t>
            </a:r>
          </a:p>
          <a:p>
            <a:pPr>
              <a:defRPr sz="1200"/>
            </a:pPr>
            <a:r>
              <a:t>D:/pasar_fix/node_modules/.bun/@trpc+server@11.17.0+1fb4c65d43e298b9/node_modules/@trpc/server/dist/adapters/aws-lambda/index.cjs</a:t>
            </a:r>
          </a:p>
          <a:p>
            <a:pPr>
              <a:defRPr sz="1200"/>
            </a:pPr>
            <a:r>
              <a:t>D:/pasar_fix/node_modules/.bun/@trpc+server@11.17.0+1fb4c65d43e298b9/node_modules/@trpc/server/dist/adapters/aws-lambda/index.d.cts</a:t>
            </a:r>
          </a:p>
          <a:p>
            <a:pPr>
              <a:defRPr sz="1200"/>
            </a:pPr>
            <a:r>
              <a:t>D:/pasar_fix/node_modules/.bun/@trpc+server@11.17.0+1fb4c65d43e298b9/node_modules/@trpc/server/dist/adapters/aws-lambda/index.d.cts.map</a:t>
            </a:r>
          </a:p>
          <a:p>
            <a:pPr>
              <a:defRPr sz="1200"/>
            </a:pPr>
            <a:r>
              <a:t>D:/pasar_fix/node_modules/.bun/@trpc+server@11.17.0+1fb4c65d43e298b9/node_modules/@trpc/server/dist/adapters/aws-lambda/index.d.mts</a:t>
            </a:r>
          </a:p>
          <a:p>
            <a:pPr>
              <a:defRPr sz="1200"/>
            </a:pPr>
            <a:r>
              <a:t>D:/pasar_fix/node_modules/.bun/@trpc+server@11.17.0+1fb4c65d43e298b9/node_modules/@trpc/server/dist/adapters/aws-lambda/index.d.mts.map</a:t>
            </a:r>
          </a:p>
          <a:p>
            <a:pPr>
              <a:defRPr sz="1200"/>
            </a:pPr>
            <a:r>
              <a:t>D:/pasar_fix/node_modules/.bun/@trpc+server@11.17.0+1fb4c65d43e298b9/node_modules/@trpc/server/dist/adapters/aws-lambda/index.mjs</a:t>
            </a:r>
          </a:p>
          <a:p>
            <a:pPr>
              <a:defRPr sz="1200"/>
            </a:pPr>
            <a:r>
              <a:t>D:/pasar_fix/node_modules/.bun/@trpc+server@11.17.0+1fb4c65d43e298b9/node_modules/@trpc/server/dist/adapters/aws-lambda/index.mjs.map</a:t>
            </a:r>
          </a:p>
          <a:p>
            <a:pPr>
              <a:defRPr sz="1200"/>
            </a:pPr>
            <a:r>
              <a:t>D:/pasar_fix/node_modules/.bun/@trpc+server@11.17.0+1fb4c65d43e298b9/node_modules/@trpc/server/dist/adapters/fastify/index.cjs</a:t>
            </a:r>
          </a:p>
          <a:p>
            <a:pPr>
              <a:defRPr sz="1200"/>
            </a:pPr>
            <a:r>
              <a:t>D:/pasar_fix/node_modules/.bun/@trpc+server@11.17.0+1fb4c65d43e298b9/node_modules/@trpc/server/dist/adapters/fastify/index.d.cts</a:t>
            </a:r>
          </a:p>
          <a:p>
            <a:pPr>
              <a:defRPr sz="1200"/>
            </a:pPr>
            <a:r>
              <a:t>D:/pasar_fix/node_modules/.bun/@trpc+server@11.17.0+1fb4c65d43e298b9/node_modules/@trpc/server/dist/adapters/fastify/index.d.cts.map</a:t>
            </a:r>
          </a:p>
          <a:p>
            <a:pPr>
              <a:defRPr sz="1200"/>
            </a:pPr>
            <a:r>
              <a:t>D:/pasar_fix/node_modules/.bun/@trpc+server@11.17.0+1fb4c65d43e298b9/node_modules/@trpc/server/dist/adapters/fastify/index.d.mts</a:t>
            </a:r>
          </a:p>
          <a:p>
            <a:pPr>
              <a:defRPr sz="1200"/>
            </a:pPr>
            <a:r>
              <a:t>D:/pasar_fix/node_modules/.bun/@trpc+server@11.17.0+1fb4c65d43e298b9/node_modules/@trpc/server/dist/adapters/fastify/index.d.mts.map</a:t>
            </a:r>
          </a:p>
          <a:p>
            <a:pPr>
              <a:defRPr sz="1200"/>
            </a:pPr>
            <a:r>
              <a:t>D:/pasar_fix/node_modules/.bun/@trpc+server@11.17.0+1fb4c65d43e298b9/node_modules/@trpc/server/dist/adapters/fastify/index.mjs</a:t>
            </a:r>
          </a:p>
          <a:p>
            <a:pPr>
              <a:defRPr sz="1200"/>
            </a:pPr>
            <a:r>
              <a:t>D:/pasar_fix/node_modules/.bun/@trpc+server@11.17.0+1fb4c65d43e298b9/node_modules/@trpc/server/dist/adapters/fastify/index.mjs.map</a:t>
            </a:r>
          </a:p>
          <a:p>
            <a:pPr>
              <a:defRPr sz="1200"/>
            </a:pPr>
            <a:r>
              <a:t>D:/pasar_fix/node_modules/.bun/@trpc+server@11.17.0+1fb4c65d43e298b9/node_modules/@trpc/server/dist/adapters/fetch/index.cjs</a:t>
            </a:r>
          </a:p>
          <a:p>
            <a:pPr>
              <a:defRPr sz="1200"/>
            </a:pPr>
            <a:r>
              <a:t>D:/pasar_fix/node_modules/.bun/@trpc+server@11.17.0+1fb4c65d43e298b9/node_modules/@trpc/server/dist/adapters/fetch/index.d.cts</a:t>
            </a:r>
          </a:p>
          <a:p>
            <a:pPr>
              <a:defRPr sz="1200"/>
            </a:pPr>
            <a:r>
              <a:t>D:/pasar_fix/node_modules/.bun/@trpc+server@11.17.0+1fb4c65d43e298b9/node_modules/@trpc/server/dist/adapters/fetch/index.d.cts.map</a:t>
            </a:r>
          </a:p>
          <a:p>
            <a:pPr>
              <a:defRPr sz="1200"/>
            </a:pPr>
            <a:r>
              <a:t>D:/pasar_fix/node_modules/.bun/@trpc+server@11.17.0+1fb4c65d43e298b9/node_modules/@trpc/server/dist/adapters/fetch/index.d.mts</a:t>
            </a:r>
          </a:p>
          <a:p>
            <a:pPr>
              <a:defRPr sz="1200"/>
            </a:pPr>
            <a:r>
              <a:t>D:/pasar_fix/node_modules/.bun/@trpc+server@11.17.0+1fb4c65d43e298b9/node_modules/@trpc/server/dist/adapters/fetch/index.d.mts.map</a:t>
            </a:r>
          </a:p>
          <a:p>
            <a:pPr>
              <a:defRPr sz="1200"/>
            </a:pPr>
            <a:r>
              <a:t>D:/pasar_fix/node_modules/.bun/@trpc+server@11.17.0+1fb4c65d43e298b9/node_modules/@trpc/server/dist/adapters/fetch/index.mjs</a:t>
            </a:r>
          </a:p>
          <a:p>
            <a:pPr>
              <a:defRPr sz="1200"/>
            </a:pPr>
            <a:r>
              <a:t>D:/pasar_fix/node_modules/.bun/@trpc+server@11.17.0+1fb4c65d43e298b9/node_modules/@trpc/server/dist/adapters/fetch/index.mjs.map</a:t>
            </a:r>
          </a:p>
          <a:p>
            <a:pPr>
              <a:defRPr sz="1200"/>
            </a:pPr>
            <a:r>
              <a:t>D:/pasar_fix/node_modules/.bun/@trpc+server@11.17.0+1fb4c65d43e298b9/node_modules/@trpc/server/dist/adapters/node-http/index.cjs</a:t>
            </a:r>
          </a:p>
          <a:p>
            <a:pPr>
              <a:defRPr sz="1200"/>
            </a:pPr>
            <a:r>
              <a:t>D:/pasar_fix/node_modules/.bun/@trpc+server@11.17.0+1fb4c65d43e298b9/node_modules/@trpc/server/dist/adapters/node-http/index.d.cts</a:t>
            </a:r>
          </a:p>
          <a:p>
            <a:pPr>
              <a:defRPr sz="1200"/>
            </a:pPr>
            <a:r>
              <a:t>D:/pasar_fix/node_modules/.bun/@trpc+server@11.17.0+1fb4c65d43e298b9/node_modules/@trpc/server/dist/adapters/node-http/index.d.mts</a:t>
            </a:r>
          </a:p>
          <a:p>
            <a:pPr>
              <a:defRPr sz="1200"/>
            </a:pPr>
            <a:r>
              <a:t>D:/pasar_fix/node_modules/.bun/@trpc+server@11.17.0+1fb4c65d43e298b9/node_modules/@trpc/server/dist/adapters/node-http/index.mjs</a:t>
            </a:r>
          </a:p>
          <a:p>
            <a:pPr>
              <a:defRPr sz="1200"/>
            </a:pPr>
            <a:r>
              <a:t>D:/pasar_fix/node_modules/.bun/@trpc+server@11.17.0+1fb4c65d43e298b9/node_modules/@trpc/server/dist/observable/index.cjs</a:t>
            </a:r>
          </a:p>
          <a:p>
            <a:pPr>
              <a:defRPr sz="1200"/>
            </a:pPr>
            <a:r>
              <a:t>D:/pasar_fix/node_modules/.bun/@trpc+server@11.17.0+1fb4c65d43e298b9/node_modules/@trpc/server/dist/observable/index.d.cts</a:t>
            </a:r>
          </a:p>
          <a:p>
            <a:pPr>
              <a:defRPr sz="1200"/>
            </a:pPr>
            <a:r>
              <a:t>D:/pasar_fix/node_modules/.bun/@trpc+server@11.17.0+1fb4c65d43e298b9/node_modules/@trpc/server/dist/observable/index.d.mts</a:t>
            </a:r>
          </a:p>
          <a:p>
            <a:pPr>
              <a:defRPr sz="1200"/>
            </a:pPr>
            <a:r>
              <a:t>D:/pasar_fix/node_modules/.bun/@trpc+server@11.17.0+1fb4c65d43e298b9/node_modules/@trpc/server/dist/observable/index.mjs</a:t>
            </a:r>
          </a:p>
          <a:p>
            <a:pPr>
              <a:defRPr sz="1200"/>
            </a:pPr>
            <a:r>
              <a:t>D:/pasar_fix/node_modules/.bun/@trpc+server@11.17.0+1fb4c65d43e298b9/node_modules/@trpc/server/http/package.json</a:t>
            </a:r>
          </a:p>
          <a:p>
            <a:pPr>
              <a:defRPr sz="1200"/>
            </a:pPr>
            <a:r>
              <a:t>D:/pasar_fix/node_modules/.bun/@trpc+server@11.17.0+1fb4c65d43e298b9/node_modules/@trpc/server/observable/package.json</a:t>
            </a:r>
          </a:p>
          <a:p>
            <a:pPr>
              <a:defRPr sz="1200"/>
            </a:pPr>
            <a:r>
              <a:t>D:/pasar_fix/node_modules/.bun/@trpc+server@11.17.0+1fb4c65d43e298b9/node_modules/@trpc/server/rpc/package.json</a:t>
            </a:r>
          </a:p>
          <a:p>
            <a:pPr>
              <a:defRPr sz="1200"/>
            </a:pPr>
            <a:r>
              <a:t>D:/pasar_fix/node_modules/.bun/@trpc+server@11.17.0+1fb4c65d43e298b9/node_modules/@trpc/server/shared/package.json</a:t>
            </a:r>
          </a:p>
          <a:p>
            <a:pPr>
              <a:defRPr sz="1200"/>
            </a:pPr>
            <a:r>
              <a:t>D:/pasar_fix/node_modules/.bun/@trpc+server@11.17.0+1fb4c65d43e298b9/node_modules/@trpc/server/skills/adapter-aws-lambda/SKILL.md</a:t>
            </a:r>
          </a:p>
          <a:p>
            <a:pPr>
              <a:defRPr sz="1200"/>
            </a:pPr>
            <a:r>
              <a:t>D:/pasar_fix/node_modules/.bun/@trpc+server@11.17.0+1fb4c65d43e298b9/node_modules/@trpc/server/skills/adapter-express/SKILL.md</a:t>
            </a:r>
          </a:p>
          <a:p>
            <a:pPr>
              <a:defRPr sz="1200"/>
            </a:pPr>
            <a:r>
              <a:t>D:/pasar_fix/node_modules/.bun/@trpc+server@11.17.0+1fb4c65d43e298b9/node_modules/@trpc/server/skills/adapter-fastify/SKILL.md</a:t>
            </a:r>
          </a:p>
          <a:p>
            <a:pPr>
              <a:defRPr sz="1200"/>
            </a:pPr>
            <a:r>
              <a:t>D:/pasar_fix/node_modules/.bun/@trpc+server@11.17.0+1fb4c65d43e298b9/node_modules/@trpc/server/skills/adapter-fetch/SKILL.md</a:t>
            </a:r>
          </a:p>
          <a:p>
            <a:pPr>
              <a:defRPr sz="1200"/>
            </a:pPr>
            <a:r>
              <a:t>D:/pasar_fix/node_modules/.bun/@trpc+server@11.17.0+1fb4c65d43e298b9/node_modules/@trpc/server/skills/adapter-standalone/SKILL.md</a:t>
            </a:r>
          </a:p>
          <a:p>
            <a:pPr>
              <a:defRPr sz="1200"/>
            </a:pPr>
            <a:r>
              <a:t>D:/pasar_fix/node_modules/.bun/@trpc+server@11.17.0+1fb4c65d43e298b9/node_modules/@trpc/server/skills/auth/SKILL.md</a:t>
            </a:r>
          </a:p>
          <a:p>
            <a:pPr>
              <a:defRPr sz="1200"/>
            </a:pPr>
            <a:r>
              <a:t>D:/pasar_fix/node_modules/.bun/@trpc+server@11.17.0+1fb4c65d43e298b9/node_modules/@trpc/server/skills/caching/SKILL.md</a:t>
            </a:r>
          </a:p>
          <a:p>
            <a:pPr>
              <a:defRPr sz="1200"/>
            </a:pPr>
            <a:r>
              <a:t>D:/pasar_fix/node_modules/.bun/@trpc+server@11.17.0+1fb4c65d43e298b9/node_modules/@trpc/server/skills/error-handling/SKILL.md</a:t>
            </a:r>
          </a:p>
          <a:p>
            <a:pPr>
              <a:defRPr sz="1200"/>
            </a:pPr>
            <a:r>
              <a:t>D:/pasar_fix/node_modules/.bun/@trpc+server@11.17.0+1fb4c65d43e298b9/node_modules/@trpc/server/skills/middlewares/SKILL.md</a:t>
            </a:r>
          </a:p>
          <a:p>
            <a:pPr>
              <a:defRPr sz="1200"/>
            </a:pPr>
            <a:r>
              <a:t>D:/pasar_fix/node_modules/.bun/@trpc+server@11.17.0+1fb4c65d43e298b9/node_modules/@trpc/server/skills/non-json-content-types/SKILL.md</a:t>
            </a:r>
          </a:p>
          <a:p>
            <a:pPr>
              <a:defRPr sz="1200"/>
            </a:pPr>
            <a:r>
              <a:t>D:/pasar_fix/node_modules/.bun/@trpc+server@11.17.0+1fb4c65d43e298b9/node_modules/@trpc/server/skills/server-setup/SKILL.md</a:t>
            </a:r>
          </a:p>
          <a:p>
            <a:pPr>
              <a:defRPr sz="1200"/>
            </a:pPr>
            <a:r>
              <a:t>D:/pasar_fix/node_modules/.bun/@trpc+server@11.17.0+1fb4c65d43e298b9/node_modules/@trpc/server/skills/server-side-calls/SKILL.md</a:t>
            </a:r>
          </a:p>
          <a:p>
            <a:pPr>
              <a:defRPr sz="1200"/>
            </a:pPr>
            <a:r>
              <a:t>D:/pasar_fix/node_modules/.bun/@trpc+server@11.17.0+1fb4c65d43e298b9/node_modules/@trpc/server/skills/service-oriented-architecture/SKILL.md</a:t>
            </a:r>
          </a:p>
          <a:p>
            <a:pPr>
              <a:defRPr sz="1200"/>
            </a:pPr>
            <a:r>
              <a:t>D:/pasar_fix/node_modules/.bun/@trpc+server@11.17.0+1fb4c65d43e298b9/node_modules/@trpc/server/skills/subscriptions/SKILL.md</a:t>
            </a:r>
          </a:p>
          <a:p>
            <a:pPr>
              <a:defRPr sz="1200"/>
            </a:pPr>
            <a:r>
              <a:t>D:/pasar_fix/node_modules/.bun/@trpc+server@11.17.0+1fb4c65d43e298b9/node_modules/@trpc/server/skills/trpc-router/SKILL.md</a:t>
            </a:r>
          </a:p>
          <a:p>
            <a:pPr>
              <a:defRPr sz="1200"/>
            </a:pPr>
            <a:r>
              <a:t>D:/pasar_fix/node_modules/.bun/@trpc+server@11.17.0+1fb4c65d43e298b9/node_modules/@trpc/server/skills/validators/SKILL.md</a:t>
            </a:r>
          </a:p>
          <a:p>
            <a:pPr>
              <a:defRPr sz="1200"/>
            </a:pPr>
            <a:r>
              <a:t>D:/pasar_fix/node_modules/.bun/@trpc+server@11.17.0+1fb4c65d43e298b9/node_modules/@trpc/server/src/http.ts</a:t>
            </a:r>
          </a:p>
          <a:p>
            <a:pPr>
              <a:defRPr sz="1200"/>
            </a:pPr>
            <a:r>
              <a:t>D:/pasar_fix/node_modules/.bun/@trpc+server@11.17.0+1fb4c65d43e298b9/node_modules/@trpc/server/src/index.ts</a:t>
            </a:r>
          </a:p>
          <a:p>
            <a:pPr>
              <a:defRPr sz="1200"/>
            </a:pPr>
            <a:r>
              <a:t>D:/pasar_fix/node_modules/.bun/@trpc+server@11.17.0+1fb4c65d43e298b9/node_modules/@trpc/server/src/rpc.ts</a:t>
            </a:r>
          </a:p>
          <a:p>
            <a:pPr>
              <a:defRPr sz="1200"/>
            </a:pPr>
            <a:r>
              <a:t>D:/pasar_fix/node_modules/.bun/@trpc+server@11.17.0+1fb4c65d43e298b9/node_modules/@trpc/server/src/shared.ts</a:t>
            </a:r>
          </a:p>
          <a:p>
            <a:pPr>
              <a:defRPr sz="1200"/>
            </a:pPr>
            <a:r>
              <a:t>D:/pasar_fix/node_modules/.bun/@trpc+server@11.17.0+1fb4c65d43e298b9/node_modules/@trpc/server/src/unstable-core-do-not-import.ts</a:t>
            </a:r>
          </a:p>
          <a:p>
            <a:pPr>
              <a:defRPr sz="1200"/>
            </a:pPr>
            <a:r>
              <a:t>D:/pasar_fix/node_modules/.bun/@trpc+server@11.17.0+1fb4c65d43e298b9/node_modules/@trpc/server/src/@trpc/server/http.ts</a:t>
            </a:r>
          </a:p>
          <a:p>
            <a:pPr>
              <a:defRPr sz="1200"/>
            </a:pPr>
            <a:r>
              <a:t>D:/pasar_fix/node_modules/.bun/@trpc+server@11.17.0+1fb4c65d43e298b9/node_modules/@trpc/server/src/@trpc/server/index.ts</a:t>
            </a:r>
          </a:p>
          <a:p>
            <a:pPr>
              <a:defRPr sz="1200"/>
            </a:pPr>
            <a:r>
              <a:t>D:/pasar_fix/node_modules/.bun/@trpc+server@11.17.0+1fb4c65d43e298b9/node_modules/@trpc/server/src/@trpc/server/rpc.ts</a:t>
            </a:r>
          </a:p>
          <a:p>
            <a:pPr>
              <a:defRPr sz="1200"/>
            </a:pPr>
            <a:r>
              <a:t>D:/pasar_fix/node_modules/.bun/@trpc+server@11.17.0+1fb4c65d43e298b9/node_modules/@trpc/server/src/adapters/express.ts</a:t>
            </a:r>
          </a:p>
          <a:p>
            <a:pPr>
              <a:defRPr sz="1200"/>
            </a:pPr>
            <a:r>
              <a:t>D:/pasar_fix/node_modules/.bun/@trpc+server@11.17.0+1fb4c65d43e298b9/node_modules/@trpc/server/src/adapters/next-app-dir.ts</a:t>
            </a:r>
          </a:p>
          <a:p>
            <a:pPr>
              <a:defRPr sz="1200"/>
            </a:pPr>
            <a:r>
              <a:t>D:/pasar_fix/node_modules/.bun/@trpc+server@11.17.0+1fb4c65d43e298b9/node_modules/@trpc/server/src/adapters/next.ts</a:t>
            </a:r>
          </a:p>
          <a:p>
            <a:pPr>
              <a:defRPr sz="1200"/>
            </a:pPr>
            <a:r>
              <a:t>D:/pasar_fix/node_modules/.bun/@trpc+server@11.17.0+1fb4c65d43e298b9/node_modules/@trpc/server/src/adapters/standalone.ts</a:t>
            </a:r>
          </a:p>
          <a:p>
            <a:pPr>
              <a:defRPr sz="1200"/>
            </a:pPr>
            <a:r>
              <a:t>D:/pasar_fix/node_modules/.bun/@trpc+server@11.17.0+1fb4c65d43e298b9/node_modules/@trpc/server/src/adapters/ws.ts</a:t>
            </a:r>
          </a:p>
          <a:p>
            <a:pPr>
              <a:defRPr sz="1200"/>
            </a:pPr>
            <a:r>
              <a:t>D:/pasar_fix/node_modules/.bun/@trpc+server@11.17.0+1fb4c65d43e298b9/node_modules/@trpc/server/src/adapters/wsEncoder.ts</a:t>
            </a:r>
          </a:p>
          <a:p>
            <a:pPr>
              <a:defRPr sz="1200"/>
            </a:pPr>
            <a:r>
              <a:t>D:/pasar_fix/node_modules/.bun/@trpc+server@11.17.0+1fb4c65d43e298b9/node_modules/@trpc/server/src/adapters/aws-lambda/getPlanner.ts</a:t>
            </a:r>
          </a:p>
          <a:p>
            <a:pPr>
              <a:defRPr sz="1200"/>
            </a:pPr>
            <a:r>
              <a:t>D:/pasar_fix/node_modules/.bun/@trpc+server@11.17.0+1fb4c65d43e298b9/node_modules/@trpc/server/src/adapters/aws-lambda/index.ts</a:t>
            </a:r>
          </a:p>
          <a:p>
            <a:pPr>
              <a:defRPr sz="1200"/>
            </a:pPr>
            <a:r>
              <a:t>D:/pasar_fix/node_modules/.bun/@trpc+server@11.17.0+1fb4c65d43e298b9/node_modules/@trpc/server/src/adapters/fastify/fastifyRequestHandler.ts</a:t>
            </a:r>
          </a:p>
          <a:p>
            <a:pPr>
              <a:defRPr sz="1200"/>
            </a:pPr>
            <a:r>
              <a:t>D:/pasar_fix/node_modules/.bun/@trpc+server@11.17.0+1fb4c65d43e298b9/node_modules/@trpc/server/src/adapters/fastify/fastifyTRPCPlugin.ts</a:t>
            </a:r>
          </a:p>
          <a:p>
            <a:pPr>
              <a:defRPr sz="1200"/>
            </a:pPr>
            <a:r>
              <a:t>D:/pasar_fix/node_modules/.bun/@trpc+server@11.17.0+1fb4c65d43e298b9/node_modules/@trpc/server/src/adapters/fastify/index.ts</a:t>
            </a:r>
          </a:p>
          <a:p>
            <a:pPr>
              <a:defRPr sz="1200"/>
            </a:pPr>
            <a:r>
              <a:t>D:/pasar_fix/node_modules/.bun/@trpc+server@11.17.0+1fb4c65d43e298b9/node_modules/@trpc/server/src/adapters/fetch/fetchRequestHandler.ts</a:t>
            </a:r>
          </a:p>
          <a:p>
            <a:pPr>
              <a:defRPr sz="1200"/>
            </a:pPr>
            <a:r>
              <a:t>D:/pasar_fix/node_modules/.bun/@trpc+server@11.17.0+1fb4c65d43e298b9/node_modules/@trpc/server/src/adapters/fetch/index.ts</a:t>
            </a:r>
          </a:p>
          <a:p>
            <a:pPr>
              <a:defRPr sz="1200"/>
            </a:pPr>
            <a:r>
              <a:t>D:/pasar_fix/node_modules/.bun/@trpc+server@11.17.0+1fb4c65d43e298b9/node_modules/@trpc/server/src/adapters/fetch/types.ts</a:t>
            </a:r>
          </a:p>
          <a:p>
            <a:pPr>
              <a:defRPr sz="1200"/>
            </a:pPr>
            <a:r>
              <a:t>D:/pasar_fix/node_modules/.bun/@trpc+server@11.17.0+1fb4c65d43e298b9/node_modules/@trpc/server/src/adapters/next-app-dir/nextAppDirCaller.ts</a:t>
            </a:r>
          </a:p>
          <a:p>
            <a:pPr>
              <a:defRPr sz="1200"/>
            </a:pPr>
            <a:r>
              <a:t>D:/pasar_fix/node_modules/.bun/@trpc+server@11.17.0+1fb4c65d43e298b9/node_modules/@trpc/server/src/adapters/next-app-dir/notFound.ts</a:t>
            </a:r>
          </a:p>
          <a:p>
            <a:pPr>
              <a:defRPr sz="1200"/>
            </a:pPr>
            <a:r>
              <a:t>D:/pasar_fix/node_modules/.bun/@trpc+server@11.17.0+1fb4c65d43e298b9/node_modules/@trpc/server/src/adapters/next-app-dir/redirect.ts</a:t>
            </a:r>
          </a:p>
          <a:p>
            <a:pPr>
              <a:defRPr sz="1200"/>
            </a:pPr>
            <a:r>
              <a:t>D:/pasar_fix/node_modules/.bun/@trpc+server@11.17.0+1fb4c65d43e298b9/node_modules/@trpc/server/src/adapters/next-app-dir/rethrowNextErrors.ts</a:t>
            </a:r>
          </a:p>
          <a:p>
            <a:pPr>
              <a:defRPr sz="1200"/>
            </a:pPr>
            <a:r>
              <a:t>D:/pasar_fix/node_modules/.bun/@trpc+server@11.17.0+1fb4c65d43e298b9/node_modules/@trpc/server/src/adapters/node-http/incomingMessageToRequest.ts</a:t>
            </a:r>
          </a:p>
          <a:p>
            <a:pPr>
              <a:defRPr sz="1200"/>
            </a:pPr>
            <a:r>
              <a:t>D:/pasar_fix/node_modules/.bun/@trpc+server@11.17.0+1fb4c65d43e298b9/node_modules/@trpc/server/src/adapters/node-http/index.ts</a:t>
            </a:r>
          </a:p>
          <a:p>
            <a:pPr>
              <a:defRPr sz="1200"/>
            </a:pPr>
            <a:r>
              <a:t>D:/pasar_fix/node_modules/.bun/@trpc+server@11.17.0+1fb4c65d43e298b9/node_modules/@trpc/server/src/adapters/node-http/nodeHTTPRequestHandler.ts</a:t>
            </a:r>
          </a:p>
          <a:p>
            <a:pPr>
              <a:defRPr sz="1200"/>
            </a:pPr>
            <a:r>
              <a:t>D:/pasar_fix/node_modules/.bun/@trpc+server@11.17.0+1fb4c65d43e298b9/node_modules/@trpc/server/src/adapters/node-http/types.ts</a:t>
            </a:r>
          </a:p>
          <a:p>
            <a:pPr>
              <a:defRPr sz="1200"/>
            </a:pPr>
            <a:r>
              <a:t>D:/pasar_fix/node_modules/.bun/@trpc+server@11.17.0+1fb4c65d43e298b9/node_modules/@trpc/server/src/adapters/node-http/writeResponse.ts</a:t>
            </a:r>
          </a:p>
          <a:p>
            <a:pPr>
              <a:defRPr sz="1200"/>
            </a:pPr>
            <a:r>
              <a:t>D:/pasar_fix/node_modules/.bun/@trpc+server@11.17.0+1fb4c65d43e298b9/node_modules/@trpc/server/src/observable/behaviorSubject.ts</a:t>
            </a:r>
          </a:p>
          <a:p>
            <a:pPr>
              <a:defRPr sz="1200"/>
            </a:pPr>
            <a:r>
              <a:t>D:/pasar_fix/node_modules/.bun/@trpc+server@11.17.0+1fb4c65d43e298b9/node_modules/@trpc/server/src/observable/index.ts</a:t>
            </a:r>
          </a:p>
          <a:p>
            <a:pPr>
              <a:defRPr sz="1200"/>
            </a:pPr>
            <a:r>
              <a:t>D:/pasar_fix/node_modules/.bun/@trpc+server@11.17.0+1fb4c65d43e298b9/node_modules/@trpc/server/src/observable/observable.ts</a:t>
            </a:r>
          </a:p>
          <a:p>
            <a:pPr>
              <a:defRPr sz="1200"/>
            </a:pPr>
            <a:r>
              <a:t>D:/pasar_fix/node_modules/.bun/@trpc+server@11.17.0+1fb4c65d43e298b9/node_modules/@trpc/server/src/observable/operators.ts</a:t>
            </a:r>
          </a:p>
          <a:p>
            <a:pPr>
              <a:defRPr sz="1200"/>
            </a:pPr>
            <a:r>
              <a:t>D:/pasar_fix/node_modules/.bun/@trpc+server@11.17.0+1fb4c65d43e298b9/node_modules/@trpc/server/src/observable/types.ts</a:t>
            </a:r>
          </a:p>
          <a:p>
            <a:pPr>
              <a:defRPr sz="1200"/>
            </a:pPr>
            <a:r>
              <a:t>D:/pasar_fix/node_modules/.bun/@trpc+server@11.17.0+1fb4c65d43e298b9/node_modules/@trpc/server/src/unstable-core-do-not-import/createProxy.ts</a:t>
            </a:r>
          </a:p>
          <a:p>
            <a:pPr>
              <a:defRPr sz="1200"/>
            </a:pPr>
            <a:r>
              <a:t>D:/pasar_fix/node_modules/.bun/@trpc+server@11.17.0+1fb4c65d43e298b9/node_modules/@trpc/server/src/unstable-core-do-not-import/initTRPC.ts</a:t>
            </a:r>
          </a:p>
          <a:p>
            <a:pPr>
              <a:defRPr sz="1200"/>
            </a:pPr>
            <a:r>
              <a:t>D:/pasar_fix/node_modules/.bun/@trpc+server@11.17.0+1fb4c65d43e298b9/node_modules/@trpc/server/src/unstable-core-do-not-import/middleware.ts</a:t>
            </a:r>
          </a:p>
          <a:p>
            <a:pPr>
              <a:defRPr sz="1200"/>
            </a:pPr>
            <a:r>
              <a:t>D:/pasar_fix/node_modules/.bun/@trpc+server@11.17.0+1fb4c65d43e298b9/node_modules/@trpc/server/src/unstable-core-do-not-import/parser.ts</a:t>
            </a:r>
          </a:p>
          <a:p>
            <a:pPr>
              <a:defRPr sz="1200"/>
            </a:pPr>
            <a:r>
              <a:t>D:/pasar_fix/node_modules/.bun/@trpc+server@11.17.0+1fb4c65d43e298b9/node_modules/@trpc/server/src/unstable-core-do-not-import/procedure.ts</a:t>
            </a:r>
          </a:p>
          <a:p>
            <a:pPr>
              <a:defRPr sz="1200"/>
            </a:pPr>
            <a:r>
              <a:t>D:/pasar_fix/node_modules/.bun/@trpc+server@11.17.0+1fb4c65d43e298b9/node_modules/@trpc/server/src/unstable-core-do-not-import/procedureBuilder.ts</a:t>
            </a:r>
          </a:p>
          <a:p>
            <a:pPr>
              <a:defRPr sz="1200"/>
            </a:pPr>
            <a:r>
              <a:t>D:/pasar_fix/node_modules/.bun/@trpc+server@11.17.0+1fb4c65d43e298b9/node_modules/@trpc/server/src/unstable-core-do-not-import/rootConfig.ts</a:t>
            </a:r>
          </a:p>
          <a:p>
            <a:pPr>
              <a:defRPr sz="1200"/>
            </a:pPr>
            <a:r>
              <a:t>D:/pasar_fix/node_modules/.bun/@trpc+server@11.17.0+1fb4c65d43e298b9/node_modules/@trpc/server/src/unstable-core-do-not-import/router.ts</a:t>
            </a:r>
          </a:p>
          <a:p>
            <a:pPr>
              <a:defRPr sz="1200"/>
            </a:pPr>
            <a:r>
              <a:t>D:/pasar_fix/node_modules/.bun/@trpc+server@11.17.0+1fb4c65d43e298b9/node_modules/@trpc/server/src/unstable-core-do-not-import/transformer.ts</a:t>
            </a:r>
          </a:p>
          <a:p>
            <a:pPr>
              <a:defRPr sz="1200"/>
            </a:pPr>
            <a:r>
              <a:t>D:/pasar_fix/node_modules/.bun/@trpc+server@11.17.0+1fb4c65d43e298b9/node_modules/@trpc/server/src/unstable-core-do-not-import/types.ts</a:t>
            </a:r>
          </a:p>
          <a:p>
            <a:pPr>
              <a:defRPr sz="1200"/>
            </a:pPr>
            <a:r>
              <a:t>D:/pasar_fix/node_modules/.bun/@trpc+server@11.17.0+1fb4c65d43e298b9/node_modules/@trpc/server/src/unstable-core-do-not-import/utils.ts</a:t>
            </a:r>
          </a:p>
          <a:p>
            <a:pPr>
              <a:defRPr sz="1200"/>
            </a:pPr>
            <a:r>
              <a:t>D:/pasar_fix/node_modules/.bun/@trpc+server@11.17.0+1fb4c65d43e298b9/node_modules/@trpc/server/src/unstable-core-do-not-import/clientish/inference.ts</a:t>
            </a:r>
          </a:p>
          <a:p>
            <a:pPr>
              <a:defRPr sz="1200"/>
            </a:pPr>
            <a:r>
              <a:t>D:/pasar_fix/node_modules/.bun/@trpc+server@11.17.0+1fb4c65d43e298b9/node_modules/@trpc/server/src/unstable-core-do-not-import/clientish/inferrable.ts</a:t>
            </a:r>
          </a:p>
          <a:p>
            <a:pPr>
              <a:defRPr sz="1200"/>
            </a:pPr>
            <a:r>
              <a:t>D:/pasar_fix/node_modules/.bun/@trpc+server@11.17.0+1fb4c65d43e298b9/node_modules/@trpc/server/src/unstable-core-do-not-import/clientish/serialize.ts</a:t>
            </a:r>
          </a:p>
          <a:p>
            <a:pPr>
              <a:defRPr sz="1200"/>
            </a:pPr>
            <a:r>
              <a:t>D:/pasar_fix/node_modules/.bun/@trpc+server@11.17.0+1fb4c65d43e298b9/node_modules/@trpc/server/src/unstable-core-do-not-import/error/formatter.ts</a:t>
            </a:r>
          </a:p>
          <a:p>
            <a:pPr>
              <a:defRPr sz="1200"/>
            </a:pPr>
            <a:r>
              <a:t>D:/pasar_fix/node_modules/.bun/@trpc+server@11.17.0+1fb4c65d43e298b9/node_modules/@trpc/server/src/unstable-core-do-not-import/error/getErrorShape.ts</a:t>
            </a:r>
          </a:p>
          <a:p>
            <a:pPr>
              <a:defRPr sz="1200"/>
            </a:pPr>
            <a:r>
              <a:t>D:/pasar_fix/node_modules/.bun/@trpc+server@11.17.0+1fb4c65d43e298b9/node_modules/@trpc/server/src/unstable-core-do-not-import/error/TRPCError.ts</a:t>
            </a:r>
          </a:p>
          <a:p>
            <a:pPr>
              <a:defRPr sz="1200"/>
            </a:pPr>
            <a:r>
              <a:t>D:/pasar_fix/node_modules/.bun/@trpc+server@11.17.0+1fb4c65d43e298b9/node_modules/@trpc/server/src/unstable-core-do-not-import/http/abortError.ts</a:t>
            </a:r>
          </a:p>
          <a:p>
            <a:pPr>
              <a:defRPr sz="1200"/>
            </a:pPr>
            <a:r>
              <a:t>D:/pasar_fix/node_modules/.bun/@trpc+server@11.17.0+1fb4c65d43e298b9/node_modules/@trpc/server/src/unstable-core-do-not-import/http/contentType.ts</a:t>
            </a:r>
          </a:p>
          <a:p>
            <a:pPr>
              <a:defRPr sz="1200"/>
            </a:pPr>
            <a:r>
              <a:t>D:/pasar_fix/node_modules/.bun/@trpc+server@11.17.0+1fb4c65d43e298b9/node_modules/@trpc/server/src/unstable-core-do-not-import/http/contentTypeParsers.ts</a:t>
            </a:r>
          </a:p>
          <a:p>
            <a:pPr>
              <a:defRPr sz="1200"/>
            </a:pPr>
            <a:r>
              <a:t>D:/pasar_fix/node_modules/.bun/@trpc+server@11.17.0+1fb4c65d43e298b9/node_modules/@trpc/server/src/unstable-core-do-not-import/http/formDataToObject.ts</a:t>
            </a:r>
          </a:p>
          <a:p>
            <a:pPr>
              <a:defRPr sz="1200"/>
            </a:pPr>
            <a:r>
              <a:t>D:/pasar_fix/node_modules/.bun/@trpc+server@11.17.0+1fb4c65d43e298b9/node_modules/@trpc/server/src/unstable-core-do-not-import/http/getHTTPStatusCode.ts</a:t>
            </a:r>
          </a:p>
          <a:p>
            <a:pPr>
              <a:defRPr sz="1200"/>
            </a:pPr>
            <a:r>
              <a:t>D:/pasar_fix/node_modules/.bun/@trpc+server@11.17.0+1fb4c65d43e298b9/node_modules/@trpc/server/src/unstable-core-do-not-import/http/parseConnectionParams.ts</a:t>
            </a:r>
          </a:p>
          <a:p>
            <a:pPr>
              <a:defRPr sz="1200"/>
            </a:pPr>
            <a:r>
              <a:t>D:/pasar_fix/node_modules/.bun/@trpc+server@11.17.0+1fb4c65d43e298b9/node_modules/@trpc/server/src/unstable-core-do-not-import/http/resolveResponse.ts</a:t>
            </a:r>
          </a:p>
          <a:p>
            <a:pPr>
              <a:defRPr sz="1200"/>
            </a:pPr>
            <a:r>
              <a:t>D:/pasar_fix/node_modules/.bun/@trpc+server@11.17.0+1fb4c65d43e298b9/node_modules/@trpc/server/src/unstable-core-do-not-import/http/types.ts</a:t>
            </a:r>
          </a:p>
          <a:p>
            <a:pPr>
              <a:defRPr sz="1200"/>
            </a:pPr>
            <a:r>
              <a:t>D:/pasar_fix/node_modules/.bun/@trpc+server@11.17.0+1fb4c65d43e298b9/node_modules/@trpc/server/src/unstable-core-do-not-import/rpc/codes.ts</a:t>
            </a:r>
          </a:p>
          <a:p>
            <a:pPr>
              <a:defRPr sz="1200"/>
            </a:pPr>
            <a:r>
              <a:t>D:/pasar_fix/node_modules/.bun/@trpc+server@11.17.0+1fb4c65d43e298b9/node_modules/@trpc/server/src/unstable-core-do-not-import/rpc/envelopes.ts</a:t>
            </a:r>
          </a:p>
          <a:p>
            <a:pPr>
              <a:defRPr sz="1200"/>
            </a:pPr>
            <a:r>
              <a:t>D:/pasar_fix/node_modules/.bun/@trpc+server@11.17.0+1fb4c65d43e298b9/node_modules/@trpc/server/src/unstable-core-do-not-import/rpc/index.ts</a:t>
            </a:r>
          </a:p>
          <a:p>
            <a:pPr>
              <a:defRPr sz="1200"/>
            </a:pPr>
            <a:r>
              <a:t>D:/pasar_fix/node_modules/.bun/@trpc+server@11.17.0+1fb4c65d43e298b9/node_modules/@trpc/server/src/unstable-core-do-not-import/rpc/parseTRPCMessage.ts</a:t>
            </a:r>
          </a:p>
          <a:p>
            <a:pPr>
              <a:defRPr sz="1200"/>
            </a:pPr>
            <a:r>
              <a:t>D:/pasar_fix/node_modules/.bun/@trpc+server@11.17.0+1fb4c65d43e298b9/node_modules/@trpc/server/src/unstable-core-do-not-import/stream/jsonl.ts</a:t>
            </a:r>
          </a:p>
          <a:p>
            <a:pPr>
              <a:defRPr sz="1200"/>
            </a:pPr>
            <a:r>
              <a:t>D:/pasar_fix/node_modules/.bun/@trpc+server@11.17.0+1fb4c65d43e298b9/node_modules/@trpc/server/src/unstable-core-do-not-import/stream/sse.ts</a:t>
            </a:r>
          </a:p>
          <a:p>
            <a:pPr>
              <a:defRPr sz="1200"/>
            </a:pPr>
            <a:r>
              <a:t>D:/pasar_fix/node_modules/.bun/@trpc+server@11.17.0+1fb4c65d43e298b9/node_modules/@trpc/server/src/unstable-core-do-not-import/stream/sse.types.ts</a:t>
            </a:r>
          </a:p>
          <a:p>
            <a:pPr>
              <a:defRPr sz="1200"/>
            </a:pPr>
            <a:r>
              <a:t>D:/pasar_fix/node_modules/.bun/@trpc+server@11.17.0+1fb4c65d43e298b9/node_modules/@trpc/server/src/unstable-core-do-not-import/stream/tracked.ts</a:t>
            </a:r>
          </a:p>
          <a:p>
            <a:pPr>
              <a:defRPr sz="1200"/>
            </a:pPr>
            <a:r>
              <a:t>D:/pasar_fix/node_modules/.bun/@trpc+server@11.17.0+1fb4c65d43e298b9/node_modules/@trpc/server/src/unstable-core-do-not-import/stream/utils/asyncIterable.ts</a:t>
            </a:r>
          </a:p>
          <a:p>
            <a:pPr>
              <a:defRPr sz="1200"/>
            </a:pPr>
            <a:r>
              <a:t>D:/pasar_fix/node_modules/.bun/@trpc+server@11.17.0+1fb4c65d43e298b9/node_modules/@trpc/server/src/unstable-core-do-not-import/stream/utils/createDeferred.ts</a:t>
            </a:r>
          </a:p>
          <a:p>
            <a:pPr>
              <a:defRPr sz="1200"/>
            </a:pPr>
            <a:r>
              <a:t>D:/pasar_fix/node_modules/.bun/@trpc+server@11.17.0+1fb4c65d43e298b9/node_modules/@trpc/server/src/unstable-core-do-not-import/stream/utils/disposable.ts</a:t>
            </a:r>
          </a:p>
          <a:p>
            <a:pPr>
              <a:defRPr sz="1200"/>
            </a:pPr>
            <a:r>
              <a:t>D:/pasar_fix/node_modules/.bun/@trpc+server@11.17.0+1fb4c65d43e298b9/node_modules/@trpc/server/src/unstable-core-do-not-import/stream/utils/mergeAsyncIterables.ts</a:t>
            </a:r>
          </a:p>
          <a:p>
            <a:pPr>
              <a:defRPr sz="1200"/>
            </a:pPr>
            <a:r>
              <a:t>D:/pasar_fix/node_modules/.bun/@trpc+server@11.17.0+1fb4c65d43e298b9/node_modules/@trpc/server/src/unstable-core-do-not-import/stream/utils/readableStreamFrom.ts</a:t>
            </a:r>
          </a:p>
          <a:p>
            <a:pPr>
              <a:defRPr sz="1200"/>
            </a:pPr>
            <a:r>
              <a:t>D:/pasar_fix/node_modules/.bun/@trpc+server@11.17.0+1fb4c65d43e298b9/node_modules/@trpc/server/src/unstable-core-do-not-import/stream/utils/timerResource.ts</a:t>
            </a:r>
          </a:p>
          <a:p>
            <a:pPr>
              <a:defRPr sz="1200"/>
            </a:pPr>
            <a:r>
              <a:t>D:/pasar_fix/node_modules/.bun/@trpc+server@11.17.0+1fb4c65d43e298b9/node_modules/@trpc/server/src/unstable-core-do-not-import/stream/utils/withPing.ts</a:t>
            </a:r>
          </a:p>
          <a:p>
            <a:pPr>
              <a:defRPr sz="1200"/>
            </a:pPr>
            <a:r>
              <a:t>D:/pasar_fix/node_modules/.bun/@trpc+server@11.17.0+1fb4c65d43e298b9/node_modules/@trpc/server/src/vendor/is-plain-object.ts</a:t>
            </a:r>
          </a:p>
          <a:p>
            <a:pPr>
              <a:defRPr sz="1200"/>
            </a:pPr>
            <a:r>
              <a:t>D:/pasar_fix/node_modules/.bun/@trpc+server@11.17.0+1fb4c65d43e298b9/node_modules/@trpc/server/src/vendor/cookie-es/set-cookie/split.ts</a:t>
            </a:r>
          </a:p>
          <a:p>
            <a:pPr>
              <a:defRPr sz="1200"/>
            </a:pPr>
            <a:r>
              <a:t>D:/pasar_fix/node_modules/.bun/@trpc+server@11.17.0+1fb4c65d43e298b9/node_modules/@trpc/server/src/vendor/standard-schema-v1/error.ts</a:t>
            </a:r>
          </a:p>
          <a:p>
            <a:pPr>
              <a:defRPr sz="1200"/>
            </a:pPr>
            <a:r>
              <a:t>D:/pasar_fix/node_modules/.bun/@trpc+server@11.17.0+1fb4c65d43e298b9/node_modules/@trpc/server/src/vendor/standard-schema-v1/spec.ts</a:t>
            </a:r>
          </a:p>
          <a:p>
            <a:pPr>
              <a:defRPr sz="1200"/>
            </a:pPr>
            <a:r>
              <a:t>D:/pasar_fix/node_modules/.bun/@trpc+server@11.17.0+1fb4c65d43e298b9/node_modules/@trpc/server/src/vendor/unpromise/ATTRIBUTION.txt</a:t>
            </a:r>
          </a:p>
          <a:p>
            <a:pPr>
              <a:defRPr sz="1200"/>
            </a:pPr>
            <a:r>
              <a:t>D:/pasar_fix/node_modules/.bun/@trpc+server@11.17.0+1fb4c65d43e298b9/node_modules/@trpc/server/src/vendor/unpromise/index.ts</a:t>
            </a:r>
          </a:p>
          <a:p>
            <a:pPr>
              <a:defRPr sz="1200"/>
            </a:pPr>
            <a:r>
              <a:t>D:/pasar_fix/node_modules/.bun/@trpc+server@11.17.0+1fb4c65d43e298b9/node_modules/@trpc/server/src/vendor/unpromise/LICENSE</a:t>
            </a:r>
          </a:p>
          <a:p>
            <a:pPr>
              <a:defRPr sz="1200"/>
            </a:pPr>
            <a:r>
              <a:t>D:/pasar_fix/node_modules/.bun/@trpc+server@11.17.0+1fb4c65d43e298b9/node_modules/@trpc/server/src/vendor/unpromise/types.ts</a:t>
            </a:r>
          </a:p>
          <a:p>
            <a:pPr>
              <a:defRPr sz="1200"/>
            </a:pPr>
            <a:r>
              <a:t>D:/pasar_fix/node_modules/.bun/@trpc+server@11.17.0+1fb4c65d43e298b9/node_modules/@trpc/server/src/vendor/unpromise/unpromise.ts</a:t>
            </a:r>
          </a:p>
          <a:p>
            <a:pPr>
              <a:defRPr sz="1200"/>
            </a:pPr>
            <a:r>
              <a:t>D:/pasar_fix/node_modules/.bun/@trpc+server@11.17.0+1fb4c65d43e298b9/node_modules/@trpc/server/unstable-core-do-not-import/package.json</a:t>
            </a:r>
          </a:p>
          <a:p>
            <a:pPr>
              <a:defRPr sz="1200"/>
            </a:pPr>
            <a:r>
              <a:t>D:/pasar_fix/node_modules/.bun/@turbo+windows-64@2.9.14/node_modules/@turbo/windows-64/LICENSE</a:t>
            </a:r>
          </a:p>
          <a:p>
            <a:pPr>
              <a:defRPr sz="1200"/>
            </a:pPr>
            <a:r>
              <a:t>D:/pasar_fix/node_modules/.bun/@turbo+windows-64@2.9.14/node_modules/@turbo/windows-64/package.json</a:t>
            </a:r>
          </a:p>
          <a:p>
            <a:pPr>
              <a:defRPr sz="1200"/>
            </a:pPr>
            <a:r>
              <a:t>D:/pasar_fix/node_modules/.bun/@turbo+windows-64@2.9.14/node_modules/@turbo/windows-64/README.md</a:t>
            </a:r>
          </a:p>
          <a:p>
            <a:pPr>
              <a:defRPr sz="1200"/>
            </a:pPr>
            <a:r>
              <a:t>D:/pasar_fix/node_modules/.bun/@turbo+windows-64@2.9.14/node_modules/@turbo/windows-64/bin/turbo</a:t>
            </a:r>
          </a:p>
          <a:p>
            <a:pPr>
              <a:defRPr sz="1200"/>
            </a:pPr>
            <a:r>
              <a:t>D:/pasar_fix/node_modules/.bun/@turbo+windows-64@2.9.14/node_modules/@turbo/windows-64/bin/turbo.exe</a:t>
            </a:r>
          </a:p>
          <a:p>
            <a:pPr>
              <a:defRPr sz="1200"/>
            </a:pPr>
            <a:r>
              <a:t>D:/pasar_fix/node_modules/.bun/@types+aria-query@5.0.4/node_modules/@types/aria-query/index.d.ts</a:t>
            </a:r>
          </a:p>
          <a:p>
            <a:pPr>
              <a:defRPr sz="1200"/>
            </a:pPr>
            <a:r>
              <a:t>D:/pasar_fix/node_modules/.bun/@types+aria-query@5.0.4/node_modules/@types/aria-query/LICENSE</a:t>
            </a:r>
          </a:p>
          <a:p>
            <a:pPr>
              <a:defRPr sz="1200"/>
            </a:pPr>
            <a:r>
              <a:t>D:/pasar_fix/node_modules/.bun/@types+aria-query@5.0.4/node_modules/@types/aria-query/package.json</a:t>
            </a:r>
          </a:p>
          <a:p>
            <a:pPr>
              <a:defRPr sz="1200"/>
            </a:pPr>
            <a:r>
              <a:t>D:/pasar_fix/node_modules/.bun/@types+aria-query@5.0.4/node_modules/@types/aria-query/README.md</a:t>
            </a:r>
          </a:p>
          <a:p>
            <a:pPr>
              <a:defRPr sz="1200"/>
            </a:pPr>
            <a:r>
              <a:t>D:/pasar_fix/node_modules/.bun/@types+babel__code-frame@7.27.0/node_modules/@types/babel__code-frame/index.d.ts</a:t>
            </a:r>
          </a:p>
          <a:p>
            <a:pPr>
              <a:defRPr sz="1200"/>
            </a:pPr>
            <a:r>
              <a:t>D:/pasar_fix/node_modules/.bun/@types+babel__code-frame@7.27.0/node_modules/@types/babel__code-frame/LICENSE</a:t>
            </a:r>
          </a:p>
          <a:p>
            <a:pPr>
              <a:defRPr sz="1200"/>
            </a:pPr>
            <a:r>
              <a:t>D:/pasar_fix/node_modules/.bun/@types+babel__code-frame@7.27.0/node_modules/@types/babel__code-frame/package.json</a:t>
            </a:r>
          </a:p>
          <a:p>
            <a:pPr>
              <a:defRPr sz="1200"/>
            </a:pPr>
            <a:r>
              <a:t>D:/pasar_fix/node_modules/.bun/@types+babel__code-frame@7.27.0/node_modules/@types/babel__code-frame/README.md</a:t>
            </a:r>
          </a:p>
          <a:p>
            <a:pPr>
              <a:defRPr sz="1200"/>
            </a:pPr>
            <a:r>
              <a:t>D:/pasar_fix/node_modules/.bun/@types+babel__core@7.20.5/node_modules/.bin/parser.bunx</a:t>
            </a:r>
          </a:p>
          <a:p>
            <a:pPr>
              <a:defRPr sz="1200"/>
            </a:pPr>
            <a:r>
              <a:t>D:/pasar_fix/node_modules/.bun/@types+babel__core@7.20.5/node_modules/.bin/parser.exe</a:t>
            </a:r>
          </a:p>
          <a:p>
            <a:pPr>
              <a:defRPr sz="1200"/>
            </a:pPr>
            <a:r>
              <a:t>D:/pasar_fix/node_modules/.bun/@types+babel__core@7.20.5/node_modules/@types/babel__core/index.d.ts</a:t>
            </a:r>
          </a:p>
          <a:p>
            <a:pPr>
              <a:defRPr sz="1200"/>
            </a:pPr>
            <a:r>
              <a:t>D:/pasar_fix/node_modules/.bun/@types+babel__core@7.20.5/node_modules/@types/babel__core/LICENSE</a:t>
            </a:r>
          </a:p>
          <a:p>
            <a:pPr>
              <a:defRPr sz="1200"/>
            </a:pPr>
            <a:r>
              <a:t>D:/pasar_fix/node_modules/.bun/@types+babel__core@7.20.5/node_modules/@types/babel__core/package.json</a:t>
            </a:r>
          </a:p>
          <a:p>
            <a:pPr>
              <a:defRPr sz="1200"/>
            </a:pPr>
            <a:r>
              <a:t>D:/pasar_fix/node_modules/.bun/@types+babel__core@7.20.5/node_modules/@types/babel__core/README.md</a:t>
            </a:r>
          </a:p>
          <a:p>
            <a:pPr>
              <a:defRPr sz="1200"/>
            </a:pPr>
            <a:r>
              <a:t>D:/pasar_fix/node_modules/.bun/@types+babel__generator@7.27.0/node_modules/@types/babel__generator/index.d.ts</a:t>
            </a:r>
          </a:p>
          <a:p>
            <a:pPr>
              <a:defRPr sz="1200"/>
            </a:pPr>
            <a:r>
              <a:t>D:/pasar_fix/node_modules/.bun/@types+babel__generator@7.27.0/node_modules/@types/babel__generator/LICENSE</a:t>
            </a:r>
          </a:p>
          <a:p>
            <a:pPr>
              <a:defRPr sz="1200"/>
            </a:pPr>
            <a:r>
              <a:t>D:/pasar_fix/node_modules/.bun/@types+babel__generator@7.27.0/node_modules/@types/babel__generator/package.json</a:t>
            </a:r>
          </a:p>
          <a:p>
            <a:pPr>
              <a:defRPr sz="1200"/>
            </a:pPr>
            <a:r>
              <a:t>D:/pasar_fix/node_modules/.bun/@types+babel__generator@7.27.0/node_modules/@types/babel__generator/README.md</a:t>
            </a:r>
          </a:p>
          <a:p>
            <a:pPr>
              <a:defRPr sz="1200"/>
            </a:pPr>
            <a:r>
              <a:t>D:/pasar_fix/node_modules/.bun/@types+babel__template@7.4.4/node_modules/.bin/parser.bunx</a:t>
            </a:r>
          </a:p>
          <a:p>
            <a:pPr>
              <a:defRPr sz="1200"/>
            </a:pPr>
            <a:r>
              <a:t>D:/pasar_fix/node_modules/.bun/@types+babel__template@7.4.4/node_modules/.bin/parser.exe</a:t>
            </a:r>
          </a:p>
          <a:p>
            <a:pPr>
              <a:defRPr sz="1200"/>
            </a:pPr>
            <a:r>
              <a:t>D:/pasar_fix/node_modules/.bun/@types+babel__template@7.4.4/node_modules/@types/babel__template/index.d.ts</a:t>
            </a:r>
          </a:p>
          <a:p>
            <a:pPr>
              <a:defRPr sz="1200"/>
            </a:pPr>
            <a:r>
              <a:t>D:/pasar_fix/node_modules/.bun/@types+babel__template@7.4.4/node_modules/@types/babel__template/LICENSE</a:t>
            </a:r>
          </a:p>
          <a:p>
            <a:pPr>
              <a:defRPr sz="1200"/>
            </a:pPr>
            <a:r>
              <a:t>D:/pasar_fix/node_modules/.bun/@types+babel__template@7.4.4/node_modules/@types/babel__template/package.json</a:t>
            </a:r>
          </a:p>
          <a:p>
            <a:pPr>
              <a:defRPr sz="1200"/>
            </a:pPr>
            <a:r>
              <a:t>D:/pasar_fix/node_modules/.bun/@types+babel__template@7.4.4/node_modules/@types/babel__template/README.md</a:t>
            </a:r>
          </a:p>
          <a:p>
            <a:pPr>
              <a:defRPr sz="1200"/>
            </a:pPr>
            <a:r>
              <a:t>D:/pasar_fix/node_modules/.bun/@types+babel__traverse@7.28.0/node_modules/@types/babel__traverse/index.d.ts</a:t>
            </a:r>
          </a:p>
          <a:p>
            <a:pPr>
              <a:defRPr sz="1200"/>
            </a:pPr>
            <a:r>
              <a:t>D:/pasar_fix/node_modules/.bun/@types+babel__traverse@7.28.0/node_modules/@types/babel__traverse/LICENSE</a:t>
            </a:r>
          </a:p>
          <a:p>
            <a:pPr>
              <a:defRPr sz="1200"/>
            </a:pPr>
            <a:r>
              <a:t>D:/pasar_fix/node_modules/.bun/@types+babel__traverse@7.28.0/node_modules/@types/babel__traverse/package.json</a:t>
            </a:r>
          </a:p>
          <a:p>
            <a:pPr>
              <a:defRPr sz="1200"/>
            </a:pPr>
            <a:r>
              <a:t>D:/pasar_fix/node_modules/.bun/@types+babel__traverse@7.28.0/node_modules/@types/babel__traverse/README.md</a:t>
            </a:r>
          </a:p>
          <a:p>
            <a:pPr>
              <a:defRPr sz="1200"/>
            </a:pPr>
            <a:r>
              <a:t>D:/pasar_fix/node_modules/.bun/@types+bun@1.3.14/node_modules/@types/bun/index.d.ts</a:t>
            </a:r>
          </a:p>
          <a:p>
            <a:pPr>
              <a:defRPr sz="1200"/>
            </a:pPr>
            <a:r>
              <a:t>D:/pasar_fix/node_modules/.bun/@types+bun@1.3.14/node_modules/@types/bun/LICENSE</a:t>
            </a:r>
          </a:p>
          <a:p>
            <a:pPr>
              <a:defRPr sz="1200"/>
            </a:pPr>
            <a:r>
              <a:t>D:/pasar_fix/node_modules/.bun/@types+bun@1.3.14/node_modules/@types/bun/package.json</a:t>
            </a:r>
          </a:p>
          <a:p>
            <a:pPr>
              <a:defRPr sz="1200"/>
            </a:pPr>
            <a:r>
              <a:t>D:/pasar_fix/node_modules/.bun/@types+bun@1.3.14/node_modules/@types/bun/README.md</a:t>
            </a:r>
          </a:p>
          <a:p>
            <a:pPr>
              <a:defRPr sz="1200"/>
            </a:pPr>
            <a:r>
              <a:t>D:/pasar_fix/node_modules/.bun/@types+chai@5.2.3/node_modules/@types/chai/index.d.ts</a:t>
            </a:r>
          </a:p>
          <a:p>
            <a:pPr>
              <a:defRPr sz="1200"/>
            </a:pPr>
            <a:r>
              <a:t>D:/pasar_fix/node_modules/.bun/@types+chai@5.2.3/node_modules/@types/chai/LICENSE</a:t>
            </a:r>
          </a:p>
          <a:p>
            <a:pPr>
              <a:defRPr sz="1200"/>
            </a:pPr>
            <a:r>
              <a:t>D:/pasar_fix/node_modules/.bun/@types+chai@5.2.3/node_modules/@types/chai/package.json</a:t>
            </a:r>
          </a:p>
          <a:p>
            <a:pPr>
              <a:defRPr sz="1200"/>
            </a:pPr>
            <a:r>
              <a:t>D:/pasar_fix/node_modules/.bun/@types+chai@5.2.3/node_modules/@types/chai/README.md</a:t>
            </a:r>
          </a:p>
          <a:p>
            <a:pPr>
              <a:defRPr sz="1200"/>
            </a:pPr>
            <a:r>
              <a:t>D:/pasar_fix/node_modules/.bun/@types+chai@5.2.3/node_modules/@types/chai/register-should.d.ts</a:t>
            </a:r>
          </a:p>
          <a:p>
            <a:pPr>
              <a:defRPr sz="1200"/>
            </a:pPr>
            <a:r>
              <a:t>D:/pasar_fix/node_modules/.bun/@types+d3-array@3.2.2/node_modules/@types/d3-array/index.d.ts</a:t>
            </a:r>
          </a:p>
          <a:p>
            <a:pPr>
              <a:defRPr sz="1200"/>
            </a:pPr>
            <a:r>
              <a:t>D:/pasar_fix/node_modules/.bun/@types+d3-array@3.2.2/node_modules/@types/d3-array/LICENSE</a:t>
            </a:r>
          </a:p>
          <a:p>
            <a:pPr>
              <a:defRPr sz="1200"/>
            </a:pPr>
            <a:r>
              <a:t>D:/pasar_fix/node_modules/.bun/@types+d3-array@3.2.2/node_modules/@types/d3-array/package.json</a:t>
            </a:r>
          </a:p>
          <a:p>
            <a:pPr>
              <a:defRPr sz="1200"/>
            </a:pPr>
            <a:r>
              <a:t>D:/pasar_fix/node_modules/.bun/@types+d3-array@3.2.2/node_modules/@types/d3-array/README.md</a:t>
            </a:r>
          </a:p>
          <a:p>
            <a:pPr>
              <a:defRPr sz="1200"/>
            </a:pPr>
            <a:r>
              <a:t>D:/pasar_fix/node_modules/.bun/@types+d3-axis@3.0.6/node_modules/@types/d3-axis/index.d.ts</a:t>
            </a:r>
          </a:p>
          <a:p>
            <a:pPr>
              <a:defRPr sz="1200"/>
            </a:pPr>
            <a:r>
              <a:t>D:/pasar_fix/node_modules/.bun/@types+d3-axis@3.0.6/node_modules/@types/d3-axis/LICENSE</a:t>
            </a:r>
          </a:p>
          <a:p>
            <a:pPr>
              <a:defRPr sz="1200"/>
            </a:pPr>
            <a:r>
              <a:t>D:/pasar_fix/node_modules/.bun/@types+d3-axis@3.0.6/node_modules/@types/d3-axis/package.json</a:t>
            </a:r>
          </a:p>
          <a:p>
            <a:pPr>
              <a:defRPr sz="1200"/>
            </a:pPr>
            <a:r>
              <a:t>D:/pasar_fix/node_modules/.bun/@types+d3-axis@3.0.6/node_modules/@types/d3-axis/README.md</a:t>
            </a:r>
          </a:p>
          <a:p>
            <a:pPr>
              <a:defRPr sz="1200"/>
            </a:pPr>
            <a:r>
              <a:t>D:/pasar_fix/node_modules/.bun/@types+d3-brush@3.0.6/node_modules/@types/d3-brush/index.d.ts</a:t>
            </a:r>
          </a:p>
          <a:p>
            <a:pPr>
              <a:defRPr sz="1200"/>
            </a:pPr>
            <a:r>
              <a:t>D:/pasar_fix/node_modules/.bun/@types+d3-brush@3.0.6/node_modules/@types/d3-brush/LICENSE</a:t>
            </a:r>
          </a:p>
          <a:p>
            <a:pPr>
              <a:defRPr sz="1200"/>
            </a:pPr>
            <a:r>
              <a:t>D:/pasar_fix/node_modules/.bun/@types+d3-brush@3.0.6/node_modules/@types/d3-brush/package.json</a:t>
            </a:r>
          </a:p>
          <a:p>
            <a:pPr>
              <a:defRPr sz="1200"/>
            </a:pPr>
            <a:r>
              <a:t>D:/pasar_fix/node_modules/.bun/@types+d3-brush@3.0.6/node_modules/@types/d3-brush/README.md</a:t>
            </a:r>
          </a:p>
          <a:p>
            <a:pPr>
              <a:defRPr sz="1200"/>
            </a:pPr>
            <a:r>
              <a:t>D:/pasar_fix/node_modules/.bun/@types+d3-chord@3.0.6/node_modules/@types/d3-chord/index.d.ts</a:t>
            </a:r>
          </a:p>
          <a:p>
            <a:pPr>
              <a:defRPr sz="1200"/>
            </a:pPr>
            <a:r>
              <a:t>D:/pasar_fix/node_modules/.bun/@types+d3-chord@3.0.6/node_modules/@types/d3-chord/LICENSE</a:t>
            </a:r>
          </a:p>
          <a:p>
            <a:pPr>
              <a:defRPr sz="1200"/>
            </a:pPr>
            <a:r>
              <a:t>D:/pasar_fix/node_modules/.bun/@types+d3-chord@3.0.6/node_modules/@types/d3-chord/package.json</a:t>
            </a:r>
          </a:p>
          <a:p>
            <a:pPr>
              <a:defRPr sz="1200"/>
            </a:pPr>
            <a:r>
              <a:t>D:/pasar_fix/node_modules/.bun/@types+d3-chord@3.0.6/node_modules/@types/d3-chord/README.md</a:t>
            </a:r>
          </a:p>
          <a:p>
            <a:pPr>
              <a:defRPr sz="1200"/>
            </a:pPr>
            <a:r>
              <a:t>D:/pasar_fix/node_modules/.bun/@types+d3-color@3.1.3/node_modules/@types/d3-color/index.d.ts</a:t>
            </a:r>
          </a:p>
          <a:p>
            <a:pPr>
              <a:defRPr sz="1200"/>
            </a:pPr>
            <a:r>
              <a:t>D:/pasar_fix/node_modules/.bun/@types+d3-color@3.1.3/node_modules/@types/d3-color/LICENSE</a:t>
            </a:r>
          </a:p>
          <a:p>
            <a:pPr>
              <a:defRPr sz="1200"/>
            </a:pPr>
            <a:r>
              <a:t>D:/pasar_fix/node_modules/.bun/@types+d3-color@3.1.3/node_modules/@types/d3-color/package.json</a:t>
            </a:r>
          </a:p>
          <a:p>
            <a:pPr>
              <a:defRPr sz="1200"/>
            </a:pPr>
            <a:r>
              <a:t>D:/pasar_fix/node_modules/.bun/@types+d3-color@3.1.3/node_modules/@types/d3-color/README.md</a:t>
            </a:r>
          </a:p>
          <a:p>
            <a:pPr>
              <a:defRPr sz="1200"/>
            </a:pPr>
            <a:r>
              <a:t>D:/pasar_fix/node_modules/.bun/@types+d3-contour@3.0.6/node_modules/@types/d3-contour/index.d.ts</a:t>
            </a:r>
          </a:p>
          <a:p>
            <a:pPr>
              <a:defRPr sz="1200"/>
            </a:pPr>
            <a:r>
              <a:t>D:/pasar_fix/node_modules/.bun/@types+d3-contour@3.0.6/node_modules/@types/d3-contour/LICENSE</a:t>
            </a:r>
          </a:p>
          <a:p>
            <a:pPr>
              <a:defRPr sz="1200"/>
            </a:pPr>
            <a:r>
              <a:t>D:/pasar_fix/node_modules/.bun/@types+d3-contour@3.0.6/node_modules/@types/d3-contour/package.json</a:t>
            </a:r>
          </a:p>
          <a:p>
            <a:pPr>
              <a:defRPr sz="1200"/>
            </a:pPr>
            <a:r>
              <a:t>D:/pasar_fix/node_modules/.bun/@types+d3-contour@3.0.6/node_modules/@types/d3-contour/README.md</a:t>
            </a:r>
          </a:p>
          <a:p>
            <a:pPr>
              <a:defRPr sz="1200"/>
            </a:pPr>
            <a:r>
              <a:t>D:/pasar_fix/node_modules/.bun/@types+d3-delaunay@6.0.4/node_modules/@types/d3-delaunay/index.d.ts</a:t>
            </a:r>
          </a:p>
          <a:p>
            <a:pPr>
              <a:defRPr sz="1200"/>
            </a:pPr>
            <a:r>
              <a:t>D:/pasar_fix/node_modules/.bun/@types+d3-delaunay@6.0.4/node_modules/@types/d3-delaunay/LICENSE</a:t>
            </a:r>
          </a:p>
          <a:p>
            <a:pPr>
              <a:defRPr sz="1200"/>
            </a:pPr>
            <a:r>
              <a:t>D:/pasar_fix/node_modules/.bun/@types+d3-delaunay@6.0.4/node_modules/@types/d3-delaunay/package.json</a:t>
            </a:r>
          </a:p>
          <a:p>
            <a:pPr>
              <a:defRPr sz="1200"/>
            </a:pPr>
            <a:r>
              <a:t>D:/pasar_fix/node_modules/.bun/@types+d3-delaunay@6.0.4/node_modules/@types/d3-delaunay/README.md</a:t>
            </a:r>
          </a:p>
          <a:p>
            <a:pPr>
              <a:defRPr sz="1200"/>
            </a:pPr>
            <a:r>
              <a:t>D:/pasar_fix/node_modules/.bun/@types+d3-dispatch@3.0.7/node_modules/@types/d3-dispatch/index.d.ts</a:t>
            </a:r>
          </a:p>
          <a:p>
            <a:pPr>
              <a:defRPr sz="1200"/>
            </a:pPr>
            <a:r>
              <a:t>D:/pasar_fix/node_modules/.bun/@types+d3-dispatch@3.0.7/node_modules/@types/d3-dispatch/LICENSE</a:t>
            </a:r>
          </a:p>
          <a:p>
            <a:pPr>
              <a:defRPr sz="1200"/>
            </a:pPr>
            <a:r>
              <a:t>D:/pasar_fix/node_modules/.bun/@types+d3-dispatch@3.0.7/node_modules/@types/d3-dispatch/package.json</a:t>
            </a:r>
          </a:p>
          <a:p>
            <a:pPr>
              <a:defRPr sz="1200"/>
            </a:pPr>
            <a:r>
              <a:t>D:/pasar_fix/node_modules/.bun/@types+d3-dispatch@3.0.7/node_modules/@types/d3-dispatch/README.md</a:t>
            </a:r>
          </a:p>
          <a:p>
            <a:pPr>
              <a:defRPr sz="1200"/>
            </a:pPr>
            <a:r>
              <a:t>D:/pasar_fix/node_modules/.bun/@types+d3-drag@3.0.7/node_modules/@types/d3-drag/index.d.ts</a:t>
            </a:r>
          </a:p>
          <a:p>
            <a:pPr>
              <a:defRPr sz="1200"/>
            </a:pPr>
            <a:r>
              <a:t>D:/pasar_fix/node_modules/.bun/@types+d3-drag@3.0.7/node_modules/@types/d3-drag/LICENSE</a:t>
            </a:r>
          </a:p>
          <a:p>
            <a:pPr>
              <a:defRPr sz="1200"/>
            </a:pPr>
            <a:r>
              <a:t>D:/pasar_fix/node_modules/.bun/@types+d3-drag@3.0.7/node_modules/@types/d3-drag/package.json</a:t>
            </a:r>
          </a:p>
          <a:p>
            <a:pPr>
              <a:defRPr sz="1200"/>
            </a:pPr>
            <a:r>
              <a:t>D:/pasar_fix/node_modules/.bun/@types+d3-drag@3.0.7/node_modules/@types/d3-drag/README.md</a:t>
            </a:r>
          </a:p>
          <a:p>
            <a:pPr>
              <a:defRPr sz="1200"/>
            </a:pPr>
            <a:r>
              <a:t>D:/pasar_fix/node_modules/.bun/@types+d3-dsv@3.0.7/node_modules/@types/d3-dsv/index.d.ts</a:t>
            </a:r>
          </a:p>
          <a:p>
            <a:pPr>
              <a:defRPr sz="1200"/>
            </a:pPr>
            <a:r>
              <a:t>D:/pasar_fix/node_modules/.bun/@types+d3-dsv@3.0.7/node_modules/@types/d3-dsv/LICENSE</a:t>
            </a:r>
          </a:p>
          <a:p>
            <a:pPr>
              <a:defRPr sz="1200"/>
            </a:pPr>
            <a:r>
              <a:t>D:/pasar_fix/node_modules/.bun/@types+d3-dsv@3.0.7/node_modules/@types/d3-dsv/package.json</a:t>
            </a:r>
          </a:p>
          <a:p>
            <a:pPr>
              <a:defRPr sz="1200"/>
            </a:pPr>
            <a:r>
              <a:t>D:/pasar_fix/node_modules/.bun/@types+d3-dsv@3.0.7/node_modules/@types/d3-dsv/README.md</a:t>
            </a:r>
          </a:p>
          <a:p>
            <a:pPr>
              <a:defRPr sz="1200"/>
            </a:pPr>
            <a:r>
              <a:t>D:/pasar_fix/node_modules/.bun/@types+d3-ease@3.0.2/node_modules/@types/d3-ease/index.d.ts</a:t>
            </a:r>
          </a:p>
          <a:p>
            <a:pPr>
              <a:defRPr sz="1200"/>
            </a:pPr>
            <a:r>
              <a:t>D:/pasar_fix/node_modules/.bun/@types+d3-ease@3.0.2/node_modules/@types/d3-ease/LICENSE</a:t>
            </a:r>
          </a:p>
          <a:p>
            <a:pPr>
              <a:defRPr sz="1200"/>
            </a:pPr>
            <a:r>
              <a:t>D:/pasar_fix/node_modules/.bun/@types+d3-ease@3.0.2/node_modules/@types/d3-ease/package.json</a:t>
            </a:r>
          </a:p>
          <a:p>
            <a:pPr>
              <a:defRPr sz="1200"/>
            </a:pPr>
            <a:r>
              <a:t>D:/pasar_fix/node_modules/.bun/@types+d3-ease@3.0.2/node_modules/@types/d3-ease/README.md</a:t>
            </a:r>
          </a:p>
          <a:p>
            <a:pPr>
              <a:defRPr sz="1200"/>
            </a:pPr>
            <a:r>
              <a:t>D:/pasar_fix/node_modules/.bun/@types+d3-fetch@3.0.7/node_modules/@types/d3-fetch/index.d.ts</a:t>
            </a:r>
          </a:p>
          <a:p>
            <a:pPr>
              <a:defRPr sz="1200"/>
            </a:pPr>
            <a:r>
              <a:t>D:/pasar_fix/node_modules/.bun/@types+d3-fetch@3.0.7/node_modules/@types/d3-fetch/LICENSE</a:t>
            </a:r>
          </a:p>
          <a:p>
            <a:pPr>
              <a:defRPr sz="1200"/>
            </a:pPr>
            <a:r>
              <a:t>D:/pasar_fix/node_modules/.bun/@types+d3-fetch@3.0.7/node_modules/@types/d3-fetch/package.json</a:t>
            </a:r>
          </a:p>
          <a:p>
            <a:pPr>
              <a:defRPr sz="1200"/>
            </a:pPr>
            <a:r>
              <a:t>D:/pasar_fix/node_modules/.bun/@types+d3-fetch@3.0.7/node_modules/@types/d3-fetch/README.md</a:t>
            </a:r>
          </a:p>
          <a:p>
            <a:pPr>
              <a:defRPr sz="1200"/>
            </a:pPr>
            <a:r>
              <a:t>D:/pasar_fix/node_modules/.bun/@types+d3-force@3.0.10/node_modules/@types/d3-force/index.d.ts</a:t>
            </a:r>
          </a:p>
          <a:p>
            <a:pPr>
              <a:defRPr sz="1200"/>
            </a:pPr>
            <a:r>
              <a:t>D:/pasar_fix/node_modules/.bun/@types+d3-force@3.0.10/node_modules/@types/d3-force/LICENSE</a:t>
            </a:r>
          </a:p>
          <a:p>
            <a:pPr>
              <a:defRPr sz="1200"/>
            </a:pPr>
            <a:r>
              <a:t>D:/pasar_fix/node_modules/.bun/@types+d3-force@3.0.10/node_modules/@types/d3-force/package.json</a:t>
            </a:r>
          </a:p>
          <a:p>
            <a:pPr>
              <a:defRPr sz="1200"/>
            </a:pPr>
            <a:r>
              <a:t>D:/pasar_fix/node_modules/.bun/@types+d3-force@3.0.10/node_modules/@types/d3-force/README.md</a:t>
            </a:r>
          </a:p>
          <a:p>
            <a:pPr>
              <a:defRPr sz="1200"/>
            </a:pPr>
            <a:r>
              <a:t>D:/pasar_fix/node_modules/.bun/@types+d3-format@3.0.4/node_modules/@types/d3-format/index.d.ts</a:t>
            </a:r>
          </a:p>
          <a:p>
            <a:pPr>
              <a:defRPr sz="1200"/>
            </a:pPr>
            <a:r>
              <a:t>D:/pasar_fix/node_modules/.bun/@types+d3-format@3.0.4/node_modules/@types/d3-format/LICENSE</a:t>
            </a:r>
          </a:p>
          <a:p>
            <a:pPr>
              <a:defRPr sz="1200"/>
            </a:pPr>
            <a:r>
              <a:t>D:/pasar_fix/node_modules/.bun/@types+d3-format@3.0.4/node_modules/@types/d3-format/package.json</a:t>
            </a:r>
          </a:p>
          <a:p>
            <a:pPr>
              <a:defRPr sz="1200"/>
            </a:pPr>
            <a:r>
              <a:t>D:/pasar_fix/node_modules/.bun/@types+d3-format@3.0.4/node_modules/@types/d3-format/README.md</a:t>
            </a:r>
          </a:p>
          <a:p>
            <a:pPr>
              <a:defRPr sz="1200"/>
            </a:pPr>
            <a:r>
              <a:t>D:/pasar_fix/node_modules/.bun/@types+d3-geo@3.1.0/node_modules/@types/d3-geo/index.d.ts</a:t>
            </a:r>
          </a:p>
          <a:p>
            <a:pPr>
              <a:defRPr sz="1200"/>
            </a:pPr>
            <a:r>
              <a:t>D:/pasar_fix/node_modules/.bun/@types+d3-geo@3.1.0/node_modules/@types/d3-geo/LICENSE</a:t>
            </a:r>
          </a:p>
          <a:p>
            <a:pPr>
              <a:defRPr sz="1200"/>
            </a:pPr>
            <a:r>
              <a:t>D:/pasar_fix/node_modules/.bun/@types+d3-geo@3.1.0/node_modules/@types/d3-geo/package.json</a:t>
            </a:r>
          </a:p>
          <a:p>
            <a:pPr>
              <a:defRPr sz="1200"/>
            </a:pPr>
            <a:r>
              <a:t>D:/pasar_fix/node_modules/.bun/@types+d3-geo@3.1.0/node_modules/@types/d3-geo/README.md</a:t>
            </a:r>
          </a:p>
          <a:p>
            <a:pPr>
              <a:defRPr sz="1200"/>
            </a:pPr>
            <a:r>
              <a:t>D:/pasar_fix/node_modules/.bun/@types+d3-hierarchy@3.1.7/node_modules/@types/d3-hierarchy/index.d.ts</a:t>
            </a:r>
          </a:p>
          <a:p>
            <a:pPr>
              <a:defRPr sz="1200"/>
            </a:pPr>
            <a:r>
              <a:t>D:/pasar_fix/node_modules/.bun/@types+d3-hierarchy@3.1.7/node_modules/@types/d3-hierarchy/LICENSE</a:t>
            </a:r>
          </a:p>
          <a:p>
            <a:pPr>
              <a:defRPr sz="1200"/>
            </a:pPr>
            <a:r>
              <a:t>D:/pasar_fix/node_modules/.bun/@types+d3-hierarchy@3.1.7/node_modules/@types/d3-hierarchy/package.json</a:t>
            </a:r>
          </a:p>
          <a:p>
            <a:pPr>
              <a:defRPr sz="1200"/>
            </a:pPr>
            <a:r>
              <a:t>D:/pasar_fix/node_modules/.bun/@types+d3-hierarchy@3.1.7/node_modules/@types/d3-hierarchy/README.md</a:t>
            </a:r>
          </a:p>
          <a:p>
            <a:pPr>
              <a:defRPr sz="1200"/>
            </a:pPr>
            <a:r>
              <a:t>D:/pasar_fix/node_modules/.bun/@types+d3-interpolate@3.0.4/node_modules/@types/d3-interpolate/index.d.ts</a:t>
            </a:r>
          </a:p>
          <a:p>
            <a:pPr>
              <a:defRPr sz="1200"/>
            </a:pPr>
            <a:r>
              <a:t>D:/pasar_fix/node_modules/.bun/@types+d3-interpolate@3.0.4/node_modules/@types/d3-interpolate/LICENSE</a:t>
            </a:r>
          </a:p>
          <a:p>
            <a:pPr>
              <a:defRPr sz="1200"/>
            </a:pPr>
            <a:r>
              <a:t>D:/pasar_fix/node_modules/.bun/@types+d3-interpolate@3.0.4/node_modules/@types/d3-interpolate/package.json</a:t>
            </a:r>
          </a:p>
          <a:p>
            <a:pPr>
              <a:defRPr sz="1200"/>
            </a:pPr>
            <a:r>
              <a:t>D:/pasar_fix/node_modules/.bun/@types+d3-interpolate@3.0.4/node_modules/@types/d3-interpolate/README.md</a:t>
            </a:r>
          </a:p>
          <a:p>
            <a:pPr>
              <a:defRPr sz="1200"/>
            </a:pPr>
            <a:r>
              <a:t>D:/pasar_fix/node_modules/.bun/@types+d3-path@3.1.1/node_modules/@types/d3-path/index.d.ts</a:t>
            </a:r>
          </a:p>
          <a:p>
            <a:pPr>
              <a:defRPr sz="1200"/>
            </a:pPr>
            <a:r>
              <a:t>D:/pasar_fix/node_modules/.bun/@types+d3-path@3.1.1/node_modules/@types/d3-path/LICENSE</a:t>
            </a:r>
          </a:p>
          <a:p>
            <a:pPr>
              <a:defRPr sz="1200"/>
            </a:pPr>
            <a:r>
              <a:t>D:/pasar_fix/node_modules/.bun/@types+d3-path@3.1.1/node_modules/@types/d3-path/package.json</a:t>
            </a:r>
          </a:p>
          <a:p>
            <a:pPr>
              <a:defRPr sz="1200"/>
            </a:pPr>
            <a:r>
              <a:t>D:/pasar_fix/node_modules/.bun/@types+d3-path@3.1.1/node_modules/@types/d3-path/README.md</a:t>
            </a:r>
          </a:p>
          <a:p>
            <a:pPr>
              <a:defRPr sz="1200"/>
            </a:pPr>
            <a:r>
              <a:t>D:/pasar_fix/node_modules/.bun/@types+d3-polygon@3.0.2/node_modules/@types/d3-polygon/index.d.ts</a:t>
            </a:r>
          </a:p>
          <a:p>
            <a:pPr>
              <a:defRPr sz="1200"/>
            </a:pPr>
            <a:r>
              <a:t>D:/pasar_fix/node_modules/.bun/@types+d3-polygon@3.0.2/node_modules/@types/d3-polygon/LICENSE</a:t>
            </a:r>
          </a:p>
          <a:p>
            <a:pPr>
              <a:defRPr sz="1200"/>
            </a:pPr>
            <a:r>
              <a:t>D:/pasar_fix/node_modules/.bun/@types+d3-polygon@3.0.2/node_modules/@types/d3-polygon/package.json</a:t>
            </a:r>
          </a:p>
          <a:p>
            <a:pPr>
              <a:defRPr sz="1200"/>
            </a:pPr>
            <a:r>
              <a:t>D:/pasar_fix/node_modules/.bun/@types+d3-polygon@3.0.2/node_modules/@types/d3-polygon/README.md</a:t>
            </a:r>
          </a:p>
          <a:p>
            <a:pPr>
              <a:defRPr sz="1200"/>
            </a:pPr>
            <a:r>
              <a:t>D:/pasar_fix/node_modules/.bun/@types+d3-quadtree@3.0.6/node_modules/@types/d3-quadtree/index.d.ts</a:t>
            </a:r>
          </a:p>
          <a:p>
            <a:pPr>
              <a:defRPr sz="1200"/>
            </a:pPr>
            <a:r>
              <a:t>D:/pasar_fix/node_modules/.bun/@types+d3-quadtree@3.0.6/node_modules/@types/d3-quadtree/LICENSE</a:t>
            </a:r>
          </a:p>
          <a:p>
            <a:pPr>
              <a:defRPr sz="1200"/>
            </a:pPr>
            <a:r>
              <a:t>D:/pasar_fix/node_modules/.bun/@types+d3-quadtree@3.0.6/node_modules/@types/d3-quadtree/package.json</a:t>
            </a:r>
          </a:p>
          <a:p>
            <a:pPr>
              <a:defRPr sz="1200"/>
            </a:pPr>
            <a:r>
              <a:t>D:/pasar_fix/node_modules/.bun/@types+d3-quadtree@3.0.6/node_modules/@types/d3-quadtree/README.md</a:t>
            </a:r>
          </a:p>
          <a:p>
            <a:pPr>
              <a:defRPr sz="1200"/>
            </a:pPr>
            <a:r>
              <a:t>D:/pasar_fix/node_modules/.bun/@types+d3-random@3.0.3/node_modules/@types/d3-random/index.d.ts</a:t>
            </a:r>
          </a:p>
          <a:p>
            <a:pPr>
              <a:defRPr sz="1200"/>
            </a:pPr>
            <a:r>
              <a:t>D:/pasar_fix/node_modules/.bun/@types+d3-random@3.0.3/node_modules/@types/d3-random/LICENSE</a:t>
            </a:r>
          </a:p>
          <a:p>
            <a:pPr>
              <a:defRPr sz="1200"/>
            </a:pPr>
            <a:r>
              <a:t>D:/pasar_fix/node_modules/.bun/@types+d3-random@3.0.3/node_modules/@types/d3-random/package.json</a:t>
            </a:r>
          </a:p>
          <a:p>
            <a:pPr>
              <a:defRPr sz="1200"/>
            </a:pPr>
            <a:r>
              <a:t>D:/pasar_fix/node_modules/.bun/@types+d3-random@3.0.3/node_modules/@types/d3-random/README.md</a:t>
            </a:r>
          </a:p>
          <a:p>
            <a:pPr>
              <a:defRPr sz="1200"/>
            </a:pPr>
            <a:r>
              <a:t>D:/pasar_fix/node_modules/.bun/@types+d3-scale-chromatic@3.1.0/node_modules/@types/d3-scale-chromatic/index.d.ts</a:t>
            </a:r>
          </a:p>
          <a:p>
            <a:pPr>
              <a:defRPr sz="1200"/>
            </a:pPr>
            <a:r>
              <a:t>D:/pasar_fix/node_modules/.bun/@types+d3-scale-chromatic@3.1.0/node_modules/@types/d3-scale-chromatic/LICENSE</a:t>
            </a:r>
          </a:p>
          <a:p>
            <a:pPr>
              <a:defRPr sz="1200"/>
            </a:pPr>
            <a:r>
              <a:t>D:/pasar_fix/node_modules/.bun/@types+d3-scale-chromatic@3.1.0/node_modules/@types/d3-scale-chromatic/package.json</a:t>
            </a:r>
          </a:p>
          <a:p>
            <a:pPr>
              <a:defRPr sz="1200"/>
            </a:pPr>
            <a:r>
              <a:t>D:/pasar_fix/node_modules/.bun/@types+d3-scale-chromatic@3.1.0/node_modules/@types/d3-scale-chromatic/README.md</a:t>
            </a:r>
          </a:p>
          <a:p>
            <a:pPr>
              <a:defRPr sz="1200"/>
            </a:pPr>
            <a:r>
              <a:t>D:/pasar_fix/node_modules/.bun/@types+d3-scale@4.0.9/node_modules/@types/d3-scale/index.d.ts</a:t>
            </a:r>
          </a:p>
          <a:p>
            <a:pPr>
              <a:defRPr sz="1200"/>
            </a:pPr>
            <a:r>
              <a:t>D:/pasar_fix/node_modules/.bun/@types+d3-scale@4.0.9/node_modules/@types/d3-scale/LICENSE</a:t>
            </a:r>
          </a:p>
          <a:p>
            <a:pPr>
              <a:defRPr sz="1200"/>
            </a:pPr>
            <a:r>
              <a:t>D:/pasar_fix/node_modules/.bun/@types+d3-scale@4.0.9/node_modules/@types/d3-scale/package.json</a:t>
            </a:r>
          </a:p>
          <a:p>
            <a:pPr>
              <a:defRPr sz="1200"/>
            </a:pPr>
            <a:r>
              <a:t>D:/pasar_fix/node_modules/.bun/@types+d3-scale@4.0.9/node_modules/@types/d3-scale/README.md</a:t>
            </a:r>
          </a:p>
          <a:p>
            <a:pPr>
              <a:defRPr sz="1200"/>
            </a:pPr>
            <a:r>
              <a:t>D:/pasar_fix/node_modules/.bun/@types+d3-selection@3.0.11/node_modules/@types/d3-selection/index.d.ts</a:t>
            </a:r>
          </a:p>
          <a:p>
            <a:pPr>
              <a:defRPr sz="1200"/>
            </a:pPr>
            <a:r>
              <a:t>D:/pasar_fix/node_modules/.bun/@types+d3-selection@3.0.11/node_modules/@types/d3-selection/LICENSE</a:t>
            </a:r>
          </a:p>
          <a:p>
            <a:pPr>
              <a:defRPr sz="1200"/>
            </a:pPr>
            <a:r>
              <a:t>D:/pasar_fix/node_modules/.bun/@types+d3-selection@3.0.11/node_modules/@types/d3-selection/package.json</a:t>
            </a:r>
          </a:p>
          <a:p>
            <a:pPr>
              <a:defRPr sz="1200"/>
            </a:pPr>
            <a:r>
              <a:t>D:/pasar_fix/node_modules/.bun/@types+d3-selection@3.0.11/node_modules/@types/d3-selection/README.md</a:t>
            </a:r>
          </a:p>
          <a:p>
            <a:pPr>
              <a:defRPr sz="1200"/>
            </a:pPr>
            <a:r>
              <a:t>D:/pasar_fix/node_modules/.bun/@types+d3-shape@3.1.8/node_modules/@types/d3-shape/index.d.ts</a:t>
            </a:r>
          </a:p>
          <a:p>
            <a:pPr>
              <a:defRPr sz="1200"/>
            </a:pPr>
            <a:r>
              <a:t>D:/pasar_fix/node_modules/.bun/@types+d3-shape@3.1.8/node_modules/@types/d3-shape/LICENSE</a:t>
            </a:r>
          </a:p>
          <a:p>
            <a:pPr>
              <a:defRPr sz="1200"/>
            </a:pPr>
            <a:r>
              <a:t>D:/pasar_fix/node_modules/.bun/@types+d3-shape@3.1.8/node_modules/@types/d3-shape/package.json</a:t>
            </a:r>
          </a:p>
          <a:p>
            <a:pPr>
              <a:defRPr sz="1200"/>
            </a:pPr>
            <a:r>
              <a:t>D:/pasar_fix/node_modules/.bun/@types+d3-shape@3.1.8/node_modules/@types/d3-shape/README.md</a:t>
            </a:r>
          </a:p>
          <a:p>
            <a:pPr>
              <a:defRPr sz="1200"/>
            </a:pPr>
            <a:r>
              <a:t>D:/pasar_fix/node_modules/.bun/@types+d3-time-format@4.0.3/node_modules/@types/d3-time-format/index.d.ts</a:t>
            </a:r>
          </a:p>
          <a:p>
            <a:pPr>
              <a:defRPr sz="1200"/>
            </a:pPr>
            <a:r>
              <a:t>D:/pasar_fix/node_modules/.bun/@types+d3-time-format@4.0.3/node_modules/@types/d3-time-format/LICENSE</a:t>
            </a:r>
          </a:p>
          <a:p>
            <a:pPr>
              <a:defRPr sz="1200"/>
            </a:pPr>
            <a:r>
              <a:t>D:/pasar_fix/node_modules/.bun/@types+d3-time-format@4.0.3/node_modules/@types/d3-time-format/package.json</a:t>
            </a:r>
          </a:p>
          <a:p>
            <a:pPr>
              <a:defRPr sz="1200"/>
            </a:pPr>
            <a:r>
              <a:t>D:/pasar_fix/node_modules/.bun/@types+d3-time-format@4.0.3/node_modules/@types/d3-time-format/README.md</a:t>
            </a:r>
          </a:p>
          <a:p>
            <a:pPr>
              <a:defRPr sz="1200"/>
            </a:pPr>
            <a:r>
              <a:t>D:/pasar_fix/node_modules/.bun/@types+d3-time@3.0.4/node_modules/@types/d3-time/index.d.ts</a:t>
            </a:r>
          </a:p>
          <a:p>
            <a:pPr>
              <a:defRPr sz="1200"/>
            </a:pPr>
            <a:r>
              <a:t>D:/pasar_fix/node_modules/.bun/@types+d3-time@3.0.4/node_modules/@types/d3-time/LICENSE</a:t>
            </a:r>
          </a:p>
          <a:p>
            <a:pPr>
              <a:defRPr sz="1200"/>
            </a:pPr>
            <a:r>
              <a:t>D:/pasar_fix/node_modules/.bun/@types+d3-time@3.0.4/node_modules/@types/d3-time/package.json</a:t>
            </a:r>
          </a:p>
          <a:p>
            <a:pPr>
              <a:defRPr sz="1200"/>
            </a:pPr>
            <a:r>
              <a:t>D:/pasar_fix/node_modules/.bun/@types+d3-time@3.0.4/node_modules/@types/d3-time/README.md</a:t>
            </a:r>
          </a:p>
          <a:p>
            <a:pPr>
              <a:defRPr sz="1200"/>
            </a:pPr>
            <a:r>
              <a:t>D:/pasar_fix/node_modules/.bun/@types+d3-timer@3.0.2/node_modules/@types/d3-timer/index.d.ts</a:t>
            </a:r>
          </a:p>
          <a:p>
            <a:pPr>
              <a:defRPr sz="1200"/>
            </a:pPr>
            <a:r>
              <a:t>D:/pasar_fix/node_modules/.bun/@types+d3-timer@3.0.2/node_modules/@types/d3-timer/LICENSE</a:t>
            </a:r>
          </a:p>
          <a:p>
            <a:pPr>
              <a:defRPr sz="1200"/>
            </a:pPr>
            <a:r>
              <a:t>D:/pasar_fix/node_modules/.bun/@types+d3-timer@3.0.2/node_modules/@types/d3-timer/package.json</a:t>
            </a:r>
          </a:p>
          <a:p>
            <a:pPr>
              <a:defRPr sz="1200"/>
            </a:pPr>
            <a:r>
              <a:t>D:/pasar_fix/node_modules/.bun/@types+d3-timer@3.0.2/node_modules/@types/d3-timer/README.md</a:t>
            </a:r>
          </a:p>
          <a:p>
            <a:pPr>
              <a:defRPr sz="1200"/>
            </a:pPr>
            <a:r>
              <a:t>D:/pasar_fix/node_modules/.bun/@types+d3-transition@3.0.9/node_modules/@types/d3-transition/index.d.ts</a:t>
            </a:r>
          </a:p>
          <a:p>
            <a:pPr>
              <a:defRPr sz="1200"/>
            </a:pPr>
            <a:r>
              <a:t>D:/pasar_fix/node_modules/.bun/@types+d3-transition@3.0.9/node_modules/@types/d3-transition/LICENSE</a:t>
            </a:r>
          </a:p>
          <a:p>
            <a:pPr>
              <a:defRPr sz="1200"/>
            </a:pPr>
            <a:r>
              <a:t>D:/pasar_fix/node_modules/.bun/@types+d3-transition@3.0.9/node_modules/@types/d3-transition/package.json</a:t>
            </a:r>
          </a:p>
          <a:p>
            <a:pPr>
              <a:defRPr sz="1200"/>
            </a:pPr>
            <a:r>
              <a:t>D:/pasar_fix/node_modules/.bun/@types+d3-transition@3.0.9/node_modules/@types/d3-transition/README.md</a:t>
            </a:r>
          </a:p>
          <a:p>
            <a:pPr>
              <a:defRPr sz="1200"/>
            </a:pPr>
            <a:r>
              <a:t>D:/pasar_fix/node_modules/.bun/@types+d3-zoom@3.0.8/node_modules/@types/d3-zoom/index.d.ts</a:t>
            </a:r>
          </a:p>
          <a:p>
            <a:pPr>
              <a:defRPr sz="1200"/>
            </a:pPr>
            <a:r>
              <a:t>D:/pasar_fix/node_modules/.bun/@types+d3-zoom@3.0.8/node_modules/@types/d3-zoom/LICENSE</a:t>
            </a:r>
          </a:p>
          <a:p>
            <a:pPr>
              <a:defRPr sz="1200"/>
            </a:pPr>
            <a:r>
              <a:t>D:/pasar_fix/node_modules/.bun/@types+d3-zoom@3.0.8/node_modules/@types/d3-zoom/package.json</a:t>
            </a:r>
          </a:p>
          <a:p>
            <a:pPr>
              <a:defRPr sz="1200"/>
            </a:pPr>
            <a:r>
              <a:t>D:/pasar_fix/node_modules/.bun/@types+d3-zoom@3.0.8/node_modules/@types/d3-zoom/README.md</a:t>
            </a:r>
          </a:p>
          <a:p>
            <a:pPr>
              <a:defRPr sz="1200"/>
            </a:pPr>
            <a:r>
              <a:t>D:/pasar_fix/node_modules/.bun/@types+d3@7.4.3/node_modules/@types/d3/index.d.ts</a:t>
            </a:r>
          </a:p>
          <a:p>
            <a:pPr>
              <a:defRPr sz="1200"/>
            </a:pPr>
            <a:r>
              <a:t>D:/pasar_fix/node_modules/.bun/@types+d3@7.4.3/node_modules/@types/d3/LICENSE</a:t>
            </a:r>
          </a:p>
          <a:p>
            <a:pPr>
              <a:defRPr sz="1200"/>
            </a:pPr>
            <a:r>
              <a:t>D:/pasar_fix/node_modules/.bun/@types+d3@7.4.3/node_modules/@types/d3/package.json</a:t>
            </a:r>
          </a:p>
          <a:p>
            <a:pPr>
              <a:defRPr sz="1200"/>
            </a:pPr>
            <a:r>
              <a:t>D:/pasar_fix/node_modules/.bun/@types+d3@7.4.3/node_modules/@types/d3/README.md</a:t>
            </a:r>
          </a:p>
          <a:p>
            <a:pPr>
              <a:defRPr sz="1200"/>
            </a:pPr>
            <a:r>
              <a:t>D:/pasar_fix/node_modules/.bun/@types+deep-eql@4.0.2/node_modules/@types/deep-eql/index.d.ts</a:t>
            </a:r>
          </a:p>
          <a:p>
            <a:pPr>
              <a:defRPr sz="1200"/>
            </a:pPr>
            <a:r>
              <a:t>D:/pasar_fix/node_modules/.bun/@types+deep-eql@4.0.2/node_modules/@types/deep-eql/LICENSE</a:t>
            </a:r>
          </a:p>
          <a:p>
            <a:pPr>
              <a:defRPr sz="1200"/>
            </a:pPr>
            <a:r>
              <a:t>D:/pasar_fix/node_modules/.bun/@types+deep-eql@4.0.2/node_modules/@types/deep-eql/package.json</a:t>
            </a:r>
          </a:p>
          <a:p>
            <a:pPr>
              <a:defRPr sz="1200"/>
            </a:pPr>
            <a:r>
              <a:t>D:/pasar_fix/node_modules/.bun/@types+deep-eql@4.0.2/node_modules/@types/deep-eql/README.md</a:t>
            </a:r>
          </a:p>
          <a:p>
            <a:pPr>
              <a:defRPr sz="1200"/>
            </a:pPr>
            <a:r>
              <a:t>D:/pasar_fix/node_modules/.bun/@types+estree@1.0.8/node_modules/@types/estree/flow.d.ts</a:t>
            </a:r>
          </a:p>
          <a:p>
            <a:pPr>
              <a:defRPr sz="1200"/>
            </a:pPr>
            <a:r>
              <a:t>D:/pasar_fix/node_modules/.bun/@types+estree@1.0.8/node_modules/@types/estree/index.d.ts</a:t>
            </a:r>
          </a:p>
          <a:p>
            <a:pPr>
              <a:defRPr sz="1200"/>
            </a:pPr>
            <a:r>
              <a:t>D:/pasar_fix/node_modules/.bun/@types+estree@1.0.8/node_modules/@types/estree/LICENSE</a:t>
            </a:r>
          </a:p>
          <a:p>
            <a:pPr>
              <a:defRPr sz="1200"/>
            </a:pPr>
            <a:r>
              <a:t>D:/pasar_fix/node_modules/.bun/@types+estree@1.0.8/node_modules/@types/estree/package.json</a:t>
            </a:r>
          </a:p>
          <a:p>
            <a:pPr>
              <a:defRPr sz="1200"/>
            </a:pPr>
            <a:r>
              <a:t>D:/pasar_fix/node_modules/.bun/@types+estree@1.0.8/node_modules/@types/estree/README.md</a:t>
            </a:r>
          </a:p>
          <a:p>
            <a:pPr>
              <a:defRPr sz="1200"/>
            </a:pPr>
            <a:r>
              <a:t>D:/pasar_fix/node_modules/.bun/@types+estree@1.0.9/node_modules/@types/estree/flow.d.ts</a:t>
            </a:r>
          </a:p>
          <a:p>
            <a:pPr>
              <a:defRPr sz="1200"/>
            </a:pPr>
            <a:r>
              <a:t>D:/pasar_fix/node_modules/.bun/@types+estree@1.0.9/node_modules/@types/estree/index.d.ts</a:t>
            </a:r>
          </a:p>
          <a:p>
            <a:pPr>
              <a:defRPr sz="1200"/>
            </a:pPr>
            <a:r>
              <a:t>D:/pasar_fix/node_modules/.bun/@types+estree@1.0.9/node_modules/@types/estree/LICENSE</a:t>
            </a:r>
          </a:p>
          <a:p>
            <a:pPr>
              <a:defRPr sz="1200"/>
            </a:pPr>
            <a:r>
              <a:t>D:/pasar_fix/node_modules/.bun/@types+estree@1.0.9/node_modules/@types/estree/package.json</a:t>
            </a:r>
          </a:p>
          <a:p>
            <a:pPr>
              <a:defRPr sz="1200"/>
            </a:pPr>
            <a:r>
              <a:t>D:/pasar_fix/node_modules/.bun/@types+estree@1.0.9/node_modules/@types/estree/README.md</a:t>
            </a:r>
          </a:p>
          <a:p>
            <a:pPr>
              <a:defRPr sz="1200"/>
            </a:pPr>
            <a:r>
              <a:t>D:/pasar_fix/node_modules/.bun/@types+file-saver@2.0.7/node_modules/@types/file-saver/index.d.ts</a:t>
            </a:r>
          </a:p>
          <a:p>
            <a:pPr>
              <a:defRPr sz="1200"/>
            </a:pPr>
            <a:r>
              <a:t>D:/pasar_fix/node_modules/.bun/@types+file-saver@2.0.7/node_modules/@types/file-saver/LICENSE</a:t>
            </a:r>
          </a:p>
          <a:p>
            <a:pPr>
              <a:defRPr sz="1200"/>
            </a:pPr>
            <a:r>
              <a:t>D:/pasar_fix/node_modules/.bun/@types+file-saver@2.0.7/node_modules/@types/file-saver/package.json</a:t>
            </a:r>
          </a:p>
          <a:p>
            <a:pPr>
              <a:defRPr sz="1200"/>
            </a:pPr>
            <a:r>
              <a:t>D:/pasar_fix/node_modules/.bun/@types+file-saver@2.0.7/node_modules/@types/file-saver/README.md</a:t>
            </a:r>
          </a:p>
          <a:p>
            <a:pPr>
              <a:defRPr sz="1200"/>
            </a:pPr>
            <a:r>
              <a:t>D:/pasar_fix/node_modules/.bun/@types+geojson@7946.0.16/node_modules/@types/geojson/index.d.ts</a:t>
            </a:r>
          </a:p>
          <a:p>
            <a:pPr>
              <a:defRPr sz="1200"/>
            </a:pPr>
            <a:r>
              <a:t>D:/pasar_fix/node_modules/.bun/@types+geojson@7946.0.16/node_modules/@types/geojson/LICENSE</a:t>
            </a:r>
          </a:p>
          <a:p>
            <a:pPr>
              <a:defRPr sz="1200"/>
            </a:pPr>
            <a:r>
              <a:t>D:/pasar_fix/node_modules/.bun/@types+geojson@7946.0.16/node_modules/@types/geojson/package.json</a:t>
            </a:r>
          </a:p>
          <a:p>
            <a:pPr>
              <a:defRPr sz="1200"/>
            </a:pPr>
            <a:r>
              <a:t>D:/pasar_fix/node_modules/.bun/@types+geojson@7946.0.16/node_modules/@types/geojson/README.md</a:t>
            </a:r>
          </a:p>
          <a:p>
            <a:pPr>
              <a:defRPr sz="1200"/>
            </a:pPr>
            <a:r>
              <a:t>D:/pasar_fix/node_modules/.bun/@types+istanbul-lib-coverage@2.0.6/node_modules/@types/istanbul-lib-coverage/index.d.ts</a:t>
            </a:r>
          </a:p>
          <a:p>
            <a:pPr>
              <a:defRPr sz="1200"/>
            </a:pPr>
            <a:r>
              <a:t>D:/pasar_fix/node_modules/.bun/@types+istanbul-lib-coverage@2.0.6/node_modules/@types/istanbul-lib-coverage/LICENSE</a:t>
            </a:r>
          </a:p>
          <a:p>
            <a:pPr>
              <a:defRPr sz="1200"/>
            </a:pPr>
            <a:r>
              <a:t>D:/pasar_fix/node_modules/.bun/@types+istanbul-lib-coverage@2.0.6/node_modules/@types/istanbul-lib-coverage/package.json</a:t>
            </a:r>
          </a:p>
          <a:p>
            <a:pPr>
              <a:defRPr sz="1200"/>
            </a:pPr>
            <a:r>
              <a:t>D:/pasar_fix/node_modules/.bun/@types+istanbul-lib-coverage@2.0.6/node_modules/@types/istanbul-lib-coverage/README.md</a:t>
            </a:r>
          </a:p>
          <a:p>
            <a:pPr>
              <a:defRPr sz="1200"/>
            </a:pPr>
            <a:r>
              <a:t>D:/pasar_fix/node_modules/.bun/@types+istanbul-lib-report@3.0.3/node_modules/@types/istanbul-lib-report/index.d.ts</a:t>
            </a:r>
          </a:p>
          <a:p>
            <a:pPr>
              <a:defRPr sz="1200"/>
            </a:pPr>
            <a:r>
              <a:t>D:/pasar_fix/node_modules/.bun/@types+istanbul-lib-report@3.0.3/node_modules/@types/istanbul-lib-report/LICENSE</a:t>
            </a:r>
          </a:p>
          <a:p>
            <a:pPr>
              <a:defRPr sz="1200"/>
            </a:pPr>
            <a:r>
              <a:t>D:/pasar_fix/node_modules/.bun/@types+istanbul-lib-report@3.0.3/node_modules/@types/istanbul-lib-report/package.json</a:t>
            </a:r>
          </a:p>
          <a:p>
            <a:pPr>
              <a:defRPr sz="1200"/>
            </a:pPr>
            <a:r>
              <a:t>D:/pasar_fix/node_modules/.bun/@types+istanbul-lib-report@3.0.3/node_modules/@types/istanbul-lib-report/README.md</a:t>
            </a:r>
          </a:p>
          <a:p>
            <a:pPr>
              <a:defRPr sz="1200"/>
            </a:pPr>
            <a:r>
              <a:t>D:/pasar_fix/node_modules/.bun/@types+istanbul-reports@3.0.4/node_modules/@types/istanbul-reports/index.d.ts</a:t>
            </a:r>
          </a:p>
          <a:p>
            <a:pPr>
              <a:defRPr sz="1200"/>
            </a:pPr>
            <a:r>
              <a:t>D:/pasar_fix/node_modules/.bun/@types+istanbul-reports@3.0.4/node_modules/@types/istanbul-reports/LICENSE</a:t>
            </a:r>
          </a:p>
          <a:p>
            <a:pPr>
              <a:defRPr sz="1200"/>
            </a:pPr>
            <a:r>
              <a:t>D:/pasar_fix/node_modules/.bun/@types+istanbul-reports@3.0.4/node_modules/@types/istanbul-reports/package.json</a:t>
            </a:r>
          </a:p>
          <a:p>
            <a:pPr>
              <a:defRPr sz="1200"/>
            </a:pPr>
            <a:r>
              <a:t>D:/pasar_fix/node_modules/.bun/@types+istanbul-reports@3.0.4/node_modules/@types/istanbul-reports/README.md</a:t>
            </a:r>
          </a:p>
          <a:p>
            <a:pPr>
              <a:defRPr sz="1200"/>
            </a:pPr>
            <a:r>
              <a:t>D:/pasar_fix/node_modules/.bun/@types+leaflet@1.9.21/node_modules/@types/leaflet/index.d.ts</a:t>
            </a:r>
          </a:p>
          <a:p>
            <a:pPr>
              <a:defRPr sz="1200"/>
            </a:pPr>
            <a:r>
              <a:t>D:/pasar_fix/node_modules/.bun/@types+leaflet@1.9.21/node_modules/@types/leaflet/LICENSE</a:t>
            </a:r>
          </a:p>
          <a:p>
            <a:pPr>
              <a:defRPr sz="1200"/>
            </a:pPr>
            <a:r>
              <a:t>D:/pasar_fix/node_modules/.bun/@types+leaflet@1.9.21/node_modules/@types/leaflet/package.json</a:t>
            </a:r>
          </a:p>
          <a:p>
            <a:pPr>
              <a:defRPr sz="1200"/>
            </a:pPr>
            <a:r>
              <a:t>D:/pasar_fix/node_modules/.bun/@types+leaflet@1.9.21/node_modules/@types/leaflet/README.md</a:t>
            </a:r>
          </a:p>
          <a:p>
            <a:pPr>
              <a:defRPr sz="1200"/>
            </a:pPr>
            <a:r>
              <a:t>D:/pasar_fix/node_modules/.bun/@types+node@25.8.0/node_modules/@types/node/assert.d.ts</a:t>
            </a:r>
          </a:p>
          <a:p>
            <a:pPr>
              <a:defRPr sz="1200"/>
            </a:pPr>
            <a:r>
              <a:t>D:/pasar_fix/node_modules/.bun/@types+node@25.8.0/node_modules/@types/node/async_hooks.d.ts</a:t>
            </a:r>
          </a:p>
          <a:p>
            <a:pPr>
              <a:defRPr sz="1200"/>
            </a:pPr>
            <a:r>
              <a:t>D:/pasar_fix/node_modules/.bun/@types+node@25.8.0/node_modules/@types/node/buffer.buffer.d.ts</a:t>
            </a:r>
          </a:p>
          <a:p>
            <a:pPr>
              <a:defRPr sz="1200"/>
            </a:pPr>
            <a:r>
              <a:t>D:/pasar_fix/node_modules/.bun/@types+node@25.8.0/node_modules/@types/node/buffer.d.ts</a:t>
            </a:r>
          </a:p>
          <a:p>
            <a:pPr>
              <a:defRPr sz="1200"/>
            </a:pPr>
            <a:r>
              <a:t>D:/pasar_fix/node_modules/.bun/@types+node@25.8.0/node_modules/@types/node/child_process.d.ts</a:t>
            </a:r>
          </a:p>
          <a:p>
            <a:pPr>
              <a:defRPr sz="1200"/>
            </a:pPr>
            <a:r>
              <a:t>D:/pasar_fix/node_modules/.bun/@types+node@25.8.0/node_modules/@types/node/cluster.d.ts</a:t>
            </a:r>
          </a:p>
          <a:p>
            <a:pPr>
              <a:defRPr sz="1200"/>
            </a:pPr>
            <a:r>
              <a:t>D:/pasar_fix/node_modules/.bun/@types+node@25.8.0/node_modules/@types/node/console.d.ts</a:t>
            </a:r>
          </a:p>
          <a:p>
            <a:pPr>
              <a:defRPr sz="1200"/>
            </a:pPr>
            <a:r>
              <a:t>D:/pasar_fix/node_modules/.bun/@types+node@25.8.0/node_modules/@types/node/constants.d.ts</a:t>
            </a:r>
          </a:p>
          <a:p>
            <a:pPr>
              <a:defRPr sz="1200"/>
            </a:pPr>
            <a:r>
              <a:t>D:/pasar_fix/node_modules/.bun/@types+node@25.8.0/node_modules/@types/node/crypto.d.ts</a:t>
            </a:r>
          </a:p>
          <a:p>
            <a:pPr>
              <a:defRPr sz="1200"/>
            </a:pPr>
            <a:r>
              <a:t>D:/pasar_fix/node_modules/.bun/@types+node@25.8.0/node_modules/@types/node/dgram.d.ts</a:t>
            </a:r>
          </a:p>
          <a:p>
            <a:pPr>
              <a:defRPr sz="1200"/>
            </a:pPr>
            <a:r>
              <a:t>D:/pasar_fix/node_modules/.bun/@types+node@25.8.0/node_modules/@types/node/diagnostics_channel.d.ts</a:t>
            </a:r>
          </a:p>
          <a:p>
            <a:pPr>
              <a:defRPr sz="1200"/>
            </a:pPr>
            <a:r>
              <a:t>D:/pasar_fix/node_modules/.bun/@types+node@25.8.0/node_modules/@types/node/dns.d.ts</a:t>
            </a:r>
          </a:p>
          <a:p>
            <a:pPr>
              <a:defRPr sz="1200"/>
            </a:pPr>
            <a:r>
              <a:t>D:/pasar_fix/node_modules/.bun/@types+node@25.8.0/node_modules/@types/node/domain.d.ts</a:t>
            </a:r>
          </a:p>
          <a:p>
            <a:pPr>
              <a:defRPr sz="1200"/>
            </a:pPr>
            <a:r>
              <a:t>D:/pasar_fix/node_modules/.bun/@types+node@25.8.0/node_modules/@types/node/events.d.ts</a:t>
            </a:r>
          </a:p>
          <a:p>
            <a:pPr>
              <a:defRPr sz="1200"/>
            </a:pPr>
            <a:r>
              <a:t>D:/pasar_fix/node_modules/.bun/@types+node@25.8.0/node_modules/@types/node/fs.d.ts</a:t>
            </a:r>
          </a:p>
          <a:p>
            <a:pPr>
              <a:defRPr sz="1200"/>
            </a:pPr>
            <a:r>
              <a:t>D:/pasar_fix/node_modules/.bun/@types+node@25.8.0/node_modules/@types/node/globals.d.ts</a:t>
            </a:r>
          </a:p>
          <a:p>
            <a:pPr>
              <a:defRPr sz="1200"/>
            </a:pPr>
            <a:r>
              <a:t>D:/pasar_fix/node_modules/.bun/@types+node@25.8.0/node_modules/@types/node/globals.typedarray.d.ts</a:t>
            </a:r>
          </a:p>
          <a:p>
            <a:pPr>
              <a:defRPr sz="1200"/>
            </a:pPr>
            <a:r>
              <a:t>D:/pasar_fix/node_modules/.bun/@types+node@25.8.0/node_modules/@types/node/http.d.ts</a:t>
            </a:r>
          </a:p>
          <a:p>
            <a:pPr>
              <a:defRPr sz="1200"/>
            </a:pPr>
            <a:r>
              <a:t>D:/pasar_fix/node_modules/.bun/@types+node@25.8.0/node_modules/@types/node/http2.d.ts</a:t>
            </a:r>
          </a:p>
          <a:p>
            <a:pPr>
              <a:defRPr sz="1200"/>
            </a:pPr>
            <a:r>
              <a:t>D:/pasar_fix/node_modules/.bun/@types+node@25.8.0/node_modules/@types/node/https.d.ts</a:t>
            </a:r>
          </a:p>
          <a:p>
            <a:pPr>
              <a:defRPr sz="1200"/>
            </a:pPr>
            <a:r>
              <a:t>D:/pasar_fix/node_modules/.bun/@types+node@25.8.0/node_modules/@types/node/index.d.ts</a:t>
            </a:r>
          </a:p>
          <a:p>
            <a:pPr>
              <a:defRPr sz="1200"/>
            </a:pPr>
            <a:r>
              <a:t>D:/pasar_fix/node_modules/.bun/@types+node@25.8.0/node_modules/@types/node/inspector.d.ts</a:t>
            </a:r>
          </a:p>
          <a:p>
            <a:pPr>
              <a:defRPr sz="1200"/>
            </a:pPr>
            <a:r>
              <a:t>D:/pasar_fix/node_modules/.bun/@types+node@25.8.0/node_modules/@types/node/inspector.generated.d.ts</a:t>
            </a:r>
          </a:p>
          <a:p>
            <a:pPr>
              <a:defRPr sz="1200"/>
            </a:pPr>
            <a:r>
              <a:t>D:/pasar_fix/node_modules/.bun/@types+node@25.8.0/node_modules/@types/node/LICENSE</a:t>
            </a:r>
          </a:p>
          <a:p>
            <a:pPr>
              <a:defRPr sz="1200"/>
            </a:pPr>
            <a:r>
              <a:t>D:/pasar_fix/node_modules/.bun/@types+node@25.8.0/node_modules/@types/node/module.d.ts</a:t>
            </a:r>
          </a:p>
          <a:p>
            <a:pPr>
              <a:defRPr sz="1200"/>
            </a:pPr>
            <a:r>
              <a:t>D:/pasar_fix/node_modules/.bun/@types+node@25.8.0/node_modules/@types/node/net.d.ts</a:t>
            </a:r>
          </a:p>
          <a:p>
            <a:pPr>
              <a:defRPr sz="1200"/>
            </a:pPr>
            <a:r>
              <a:t>D:/pasar_fix/node_modules/.bun/@types+node@25.8.0/node_modules/@types/node/os.d.ts</a:t>
            </a:r>
          </a:p>
          <a:p>
            <a:pPr>
              <a:defRPr sz="1200"/>
            </a:pPr>
            <a:r>
              <a:t>D:/pasar_fix/node_modules/.bun/@types+node@25.8.0/node_modules/@types/node/package.json</a:t>
            </a:r>
          </a:p>
          <a:p>
            <a:pPr>
              <a:defRPr sz="1200"/>
            </a:pPr>
            <a:r>
              <a:t>D:/pasar_fix/node_modules/.bun/@types+node@25.8.0/node_modules/@types/node/path.d.ts</a:t>
            </a:r>
          </a:p>
          <a:p>
            <a:pPr>
              <a:defRPr sz="1200"/>
            </a:pPr>
            <a:r>
              <a:t>D:/pasar_fix/node_modules/.bun/@types+node@25.8.0/node_modules/@types/node/perf_hooks.d.ts</a:t>
            </a:r>
          </a:p>
          <a:p>
            <a:pPr>
              <a:defRPr sz="1200"/>
            </a:pPr>
            <a:r>
              <a:t>D:/pasar_fix/node_modules/.bun/@types+node@25.8.0/node_modules/@types/node/process.d.ts</a:t>
            </a:r>
          </a:p>
          <a:p>
            <a:pPr>
              <a:defRPr sz="1200"/>
            </a:pPr>
            <a:r>
              <a:t>D:/pasar_fix/node_modules/.bun/@types+node@25.8.0/node_modules/@types/node/punycode.d.ts</a:t>
            </a:r>
          </a:p>
          <a:p>
            <a:pPr>
              <a:defRPr sz="1200"/>
            </a:pPr>
            <a:r>
              <a:t>D:/pasar_fix/node_modules/.bun/@types+node@25.8.0/node_modules/@types/node/querystring.d.ts</a:t>
            </a:r>
          </a:p>
          <a:p>
            <a:pPr>
              <a:defRPr sz="1200"/>
            </a:pPr>
            <a:r>
              <a:t>D:/pasar_fix/node_modules/.bun/@types+node@25.8.0/node_modules/@types/node/quic.d.ts</a:t>
            </a:r>
          </a:p>
          <a:p>
            <a:pPr>
              <a:defRPr sz="1200"/>
            </a:pPr>
            <a:r>
              <a:t>D:/pasar_fix/node_modules/.bun/@types+node@25.8.0/node_modules/@types/node/readline.d.ts</a:t>
            </a:r>
          </a:p>
          <a:p>
            <a:pPr>
              <a:defRPr sz="1200"/>
            </a:pPr>
            <a:r>
              <a:t>D:/pasar_fix/node_modules/.bun/@types+node@25.8.0/node_modules/@types/node/README.md</a:t>
            </a:r>
          </a:p>
          <a:p>
            <a:pPr>
              <a:defRPr sz="1200"/>
            </a:pPr>
            <a:r>
              <a:t>D:/pasar_fix/node_modules/.bun/@types+node@25.8.0/node_modules/@types/node/repl.d.ts</a:t>
            </a:r>
          </a:p>
          <a:p>
            <a:pPr>
              <a:defRPr sz="1200"/>
            </a:pPr>
            <a:r>
              <a:t>D:/pasar_fix/node_modules/.bun/@types+node@25.8.0/node_modules/@types/node/sea.d.ts</a:t>
            </a:r>
          </a:p>
          <a:p>
            <a:pPr>
              <a:defRPr sz="1200"/>
            </a:pPr>
            <a:r>
              <a:t>D:/pasar_fix/node_modules/.bun/@types+node@25.8.0/node_modules/@types/node/sqlite.d.ts</a:t>
            </a:r>
          </a:p>
          <a:p>
            <a:pPr>
              <a:defRPr sz="1200"/>
            </a:pPr>
            <a:r>
              <a:t>D:/pasar_fix/node_modules/.bun/@types+node@25.8.0/node_modules/@types/node/stream.d.ts</a:t>
            </a:r>
          </a:p>
          <a:p>
            <a:pPr>
              <a:defRPr sz="1200"/>
            </a:pPr>
            <a:r>
              <a:t>D:/pasar_fix/node_modules/.bun/@types+node@25.8.0/node_modules/@types/node/string_decoder.d.ts</a:t>
            </a:r>
          </a:p>
          <a:p>
            <a:pPr>
              <a:defRPr sz="1200"/>
            </a:pPr>
            <a:r>
              <a:t>D:/pasar_fix/node_modules/.bun/@types+node@25.8.0/node_modules/@types/node/test.d.ts</a:t>
            </a:r>
          </a:p>
          <a:p>
            <a:pPr>
              <a:defRPr sz="1200"/>
            </a:pPr>
            <a:r>
              <a:t>D:/pasar_fix/node_modules/.bun/@types+node@25.8.0/node_modules/@types/node/timers.d.ts</a:t>
            </a:r>
          </a:p>
          <a:p>
            <a:pPr>
              <a:defRPr sz="1200"/>
            </a:pPr>
            <a:r>
              <a:t>D:/pasar_fix/node_modules/.bun/@types+node@25.8.0/node_modules/@types/node/tls.d.ts</a:t>
            </a:r>
          </a:p>
          <a:p>
            <a:pPr>
              <a:defRPr sz="1200"/>
            </a:pPr>
            <a:r>
              <a:t>D:/pasar_fix/node_modules/.bun/@types+node@25.8.0/node_modules/@types/node/trace_events.d.ts</a:t>
            </a:r>
          </a:p>
          <a:p>
            <a:pPr>
              <a:defRPr sz="1200"/>
            </a:pPr>
            <a:r>
              <a:t>D:/pasar_fix/node_modules/.bun/@types+node@25.8.0/node_modules/@types/node/tty.d.ts</a:t>
            </a:r>
          </a:p>
          <a:p>
            <a:pPr>
              <a:defRPr sz="1200"/>
            </a:pPr>
            <a:r>
              <a:t>D:/pasar_fix/node_modules/.bun/@types+node@25.8.0/node_modules/@types/node/url.d.ts</a:t>
            </a:r>
          </a:p>
          <a:p>
            <a:pPr>
              <a:defRPr sz="1200"/>
            </a:pPr>
            <a:r>
              <a:t>D:/pasar_fix/node_modules/.bun/@types+node@25.8.0/node_modules/@types/node/util.d.ts</a:t>
            </a:r>
          </a:p>
          <a:p>
            <a:pPr>
              <a:defRPr sz="1200"/>
            </a:pPr>
            <a:r>
              <a:t>D:/pasar_fix/node_modules/.bun/@types+node@25.8.0/node_modules/@types/node/v8.d.ts</a:t>
            </a:r>
          </a:p>
          <a:p>
            <a:pPr>
              <a:defRPr sz="1200"/>
            </a:pPr>
            <a:r>
              <a:t>D:/pasar_fix/node_modules/.bun/@types+node@25.8.0/node_modules/@types/node/vm.d.ts</a:t>
            </a:r>
          </a:p>
          <a:p>
            <a:pPr>
              <a:defRPr sz="1200"/>
            </a:pPr>
            <a:r>
              <a:t>D:/pasar_fix/node_modules/.bun/@types+node@25.8.0/node_modules/@types/node/wasi.d.ts</a:t>
            </a:r>
          </a:p>
          <a:p>
            <a:pPr>
              <a:defRPr sz="1200"/>
            </a:pPr>
            <a:r>
              <a:t>D:/pasar_fix/node_modules/.bun/@types+node@25.8.0/node_modules/@types/node/worker_threads.d.ts</a:t>
            </a:r>
          </a:p>
          <a:p>
            <a:pPr>
              <a:defRPr sz="1200"/>
            </a:pPr>
            <a:r>
              <a:t>D:/pasar_fix/node_modules/.bun/@types+node@25.8.0/node_modules/@types/node/zlib.d.ts</a:t>
            </a:r>
          </a:p>
          <a:p>
            <a:pPr>
              <a:defRPr sz="1200"/>
            </a:pPr>
            <a:r>
              <a:t>D:/pasar_fix/node_modules/.bun/@types+node@25.8.0/node_modules/@types/node/assert/strict.d.ts</a:t>
            </a:r>
          </a:p>
          <a:p>
            <a:pPr>
              <a:defRPr sz="1200"/>
            </a:pPr>
            <a:r>
              <a:t>D:/pasar_fix/node_modules/.bun/@types+node@25.8.0/node_modules/@types/node/compatibility/iterators.d.ts</a:t>
            </a:r>
          </a:p>
          <a:p>
            <a:pPr>
              <a:defRPr sz="1200"/>
            </a:pPr>
            <a:r>
              <a:t>D:/pasar_fix/node_modules/.bun/@types+node@25.8.0/node_modules/@types/node/dns/promises.d.ts</a:t>
            </a:r>
          </a:p>
          <a:p>
            <a:pPr>
              <a:defRPr sz="1200"/>
            </a:pPr>
            <a:r>
              <a:t>D:/pasar_fix/node_modules/.bun/@types+node@25.8.0/node_modules/@types/node/fs/promises.d.ts</a:t>
            </a:r>
          </a:p>
          <a:p>
            <a:pPr>
              <a:defRPr sz="1200"/>
            </a:pPr>
            <a:r>
              <a:t>D:/pasar_fix/node_modules/.bun/@types+node@25.8.0/node_modules/@types/node/inspector/promises.d.ts</a:t>
            </a:r>
          </a:p>
          <a:p>
            <a:pPr>
              <a:defRPr sz="1200"/>
            </a:pPr>
            <a:r>
              <a:t>D:/pasar_fix/node_modules/.bun/@types+node@25.8.0/node_modules/@types/node/path/posix.d.ts</a:t>
            </a:r>
          </a:p>
          <a:p>
            <a:pPr>
              <a:defRPr sz="1200"/>
            </a:pPr>
            <a:r>
              <a:t>D:/pasar_fix/node_modules/.bun/@types+node@25.8.0/node_modules/@types/node/path/win32.d.ts</a:t>
            </a:r>
          </a:p>
          <a:p>
            <a:pPr>
              <a:defRPr sz="1200"/>
            </a:pPr>
            <a:r>
              <a:t>D:/pasar_fix/node_modules/.bun/@types+node@25.8.0/node_modules/@types/node/readline/promises.d.ts</a:t>
            </a:r>
          </a:p>
          <a:p>
            <a:pPr>
              <a:defRPr sz="1200"/>
            </a:pPr>
            <a:r>
              <a:t>D:/pasar_fix/node_modules/.bun/@types+node@25.8.0/node_modules/@types/node/stream/consumers.d.ts</a:t>
            </a:r>
          </a:p>
          <a:p>
            <a:pPr>
              <a:defRPr sz="1200"/>
            </a:pPr>
            <a:r>
              <a:t>D:/pasar_fix/node_modules/.bun/@types+node@25.8.0/node_modules/@types/node/stream/promises.d.ts</a:t>
            </a:r>
          </a:p>
          <a:p>
            <a:pPr>
              <a:defRPr sz="1200"/>
            </a:pPr>
            <a:r>
              <a:t>D:/pasar_fix/node_modules/.bun/@types+node@25.8.0/node_modules/@types/node/stream/web.d.ts</a:t>
            </a:r>
          </a:p>
          <a:p>
            <a:pPr>
              <a:defRPr sz="1200"/>
            </a:pPr>
            <a:r>
              <a:t>D:/pasar_fix/node_modules/.bun/@types+node@25.8.0/node_modules/@types/node/test/reporters.d.ts</a:t>
            </a:r>
          </a:p>
          <a:p>
            <a:pPr>
              <a:defRPr sz="1200"/>
            </a:pPr>
            <a:r>
              <a:t>D:/pasar_fix/node_modules/.bun/@types+node@25.8.0/node_modules/@types/node/timers/promises.d.ts</a:t>
            </a:r>
          </a:p>
          <a:p>
            <a:pPr>
              <a:defRPr sz="1200"/>
            </a:pPr>
            <a:r>
              <a:t>D:/pasar_fix/node_modules/.bun/@types+node@25.8.0/node_modules/@types/node/ts5.6/buffer.buffer.d.ts</a:t>
            </a:r>
          </a:p>
          <a:p>
            <a:pPr>
              <a:defRPr sz="1200"/>
            </a:pPr>
            <a:r>
              <a:t>D:/pasar_fix/node_modules/.bun/@types+node@25.8.0/node_modules/@types/node/ts5.6/globals.typedarray.d.ts</a:t>
            </a:r>
          </a:p>
          <a:p>
            <a:pPr>
              <a:defRPr sz="1200"/>
            </a:pPr>
            <a:r>
              <a:t>D:/pasar_fix/node_modules/.bun/@types+node@25.8.0/node_modules/@types/node/ts5.6/index.d.ts</a:t>
            </a:r>
          </a:p>
          <a:p>
            <a:pPr>
              <a:defRPr sz="1200"/>
            </a:pPr>
            <a:r>
              <a:t>D:/pasar_fix/node_modules/.bun/@types+node@25.8.0/node_modules/@types/node/ts5.6/compatibility/float16array.d.ts</a:t>
            </a:r>
          </a:p>
          <a:p>
            <a:pPr>
              <a:defRPr sz="1200"/>
            </a:pPr>
            <a:r>
              <a:t>D:/pasar_fix/node_modules/.bun/@types+node@25.8.0/node_modules/@types/node/ts5.7/index.d.ts</a:t>
            </a:r>
          </a:p>
          <a:p>
            <a:pPr>
              <a:defRPr sz="1200"/>
            </a:pPr>
            <a:r>
              <a:t>D:/pasar_fix/node_modules/.bun/@types+node@25.8.0/node_modules/@types/node/ts5.7/compatibility/float16array.d.ts</a:t>
            </a:r>
          </a:p>
          <a:p>
            <a:pPr>
              <a:defRPr sz="1200"/>
            </a:pPr>
            <a:r>
              <a:t>D:/pasar_fix/node_modules/.bun/@types+node@25.8.0/node_modules/@types/node/util/types.d.ts</a:t>
            </a:r>
          </a:p>
          <a:p>
            <a:pPr>
              <a:defRPr sz="1200"/>
            </a:pPr>
            <a:r>
              <a:t>D:/pasar_fix/node_modules/.bun/@types+node@25.8.0/node_modules/@types/node/web-globals/abortcontroller.d.ts</a:t>
            </a:r>
          </a:p>
          <a:p>
            <a:pPr>
              <a:defRPr sz="1200"/>
            </a:pPr>
            <a:r>
              <a:t>D:/pasar_fix/node_modules/.bun/@types+node@25.8.0/node_modules/@types/node/web-globals/blob.d.ts</a:t>
            </a:r>
          </a:p>
          <a:p>
            <a:pPr>
              <a:defRPr sz="1200"/>
            </a:pPr>
            <a:r>
              <a:t>D:/pasar_fix/node_modules/.bun/@types+node@25.8.0/node_modules/@types/node/web-globals/console.d.ts</a:t>
            </a:r>
          </a:p>
          <a:p>
            <a:pPr>
              <a:defRPr sz="1200"/>
            </a:pPr>
            <a:r>
              <a:t>D:/pasar_fix/node_modules/.bun/@types+node@25.8.0/node_modules/@types/node/web-globals/crypto.d.ts</a:t>
            </a:r>
          </a:p>
          <a:p>
            <a:pPr>
              <a:defRPr sz="1200"/>
            </a:pPr>
            <a:r>
              <a:t>D:/pasar_fix/node_modules/.bun/@types+node@25.8.0/node_modules/@types/node/web-globals/domexception.d.ts</a:t>
            </a:r>
          </a:p>
          <a:p>
            <a:pPr>
              <a:defRPr sz="1200"/>
            </a:pPr>
            <a:r>
              <a:t>D:/pasar_fix/node_modules/.bun/@types+node@25.8.0/node_modules/@types/node/web-globals/encoding.d.ts</a:t>
            </a:r>
          </a:p>
          <a:p>
            <a:pPr>
              <a:defRPr sz="1200"/>
            </a:pPr>
            <a:r>
              <a:t>D:/pasar_fix/node_modules/.bun/@types+node@25.8.0/node_modules/@types/node/web-globals/events.d.ts</a:t>
            </a:r>
          </a:p>
          <a:p>
            <a:pPr>
              <a:defRPr sz="1200"/>
            </a:pPr>
            <a:r>
              <a:t>D:/pasar_fix/node_modules/.bun/@types+node@25.8.0/node_modules/@types/node/web-globals/fetch.d.ts</a:t>
            </a:r>
          </a:p>
          <a:p>
            <a:pPr>
              <a:defRPr sz="1200"/>
            </a:pPr>
            <a:r>
              <a:t>D:/pasar_fix/node_modules/.bun/@types+node@25.8.0/node_modules/@types/node/web-globals/importmeta.d.ts</a:t>
            </a:r>
          </a:p>
          <a:p>
            <a:pPr>
              <a:defRPr sz="1200"/>
            </a:pPr>
            <a:r>
              <a:t>D:/pasar_fix/node_modules/.bun/@types+node@25.8.0/node_modules/@types/node/web-globals/messaging.d.ts</a:t>
            </a:r>
          </a:p>
          <a:p>
            <a:pPr>
              <a:defRPr sz="1200"/>
            </a:pPr>
            <a:r>
              <a:t>D:/pasar_fix/node_modules/.bun/@types+node@25.8.0/node_modules/@types/node/web-globals/navigator.d.ts</a:t>
            </a:r>
          </a:p>
          <a:p>
            <a:pPr>
              <a:defRPr sz="1200"/>
            </a:pPr>
            <a:r>
              <a:t>D:/pasar_fix/node_modules/.bun/@types+node@25.8.0/node_modules/@types/node/web-globals/performance.d.ts</a:t>
            </a:r>
          </a:p>
          <a:p>
            <a:pPr>
              <a:defRPr sz="1200"/>
            </a:pPr>
            <a:r>
              <a:t>D:/pasar_fix/node_modules/.bun/@types+node@25.8.0/node_modules/@types/node/web-globals/storage.d.ts</a:t>
            </a:r>
          </a:p>
          <a:p>
            <a:pPr>
              <a:defRPr sz="1200"/>
            </a:pPr>
            <a:r>
              <a:t>D:/pasar_fix/node_modules/.bun/@types+node@25.8.0/node_modules/@types/node/web-globals/streams.d.ts</a:t>
            </a:r>
          </a:p>
          <a:p>
            <a:pPr>
              <a:defRPr sz="1200"/>
            </a:pPr>
            <a:r>
              <a:t>D:/pasar_fix/node_modules/.bun/@types+node@25.8.0/node_modules/@types/node/web-globals/timers.d.ts</a:t>
            </a:r>
          </a:p>
          <a:p>
            <a:pPr>
              <a:defRPr sz="1200"/>
            </a:pPr>
            <a:r>
              <a:t>D:/pasar_fix/node_modules/.bun/@types+node@25.8.0/node_modules/@types/node/web-globals/url.d.ts</a:t>
            </a:r>
          </a:p>
          <a:p>
            <a:pPr>
              <a:defRPr sz="1200"/>
            </a:pPr>
            <a:r>
              <a:t>D:/pasar_fix/node_modules/.bun/@types+omelette@0.4.5/node_modules/@types/omelette/index.d.ts</a:t>
            </a:r>
          </a:p>
          <a:p>
            <a:pPr>
              <a:defRPr sz="1200"/>
            </a:pPr>
            <a:r>
              <a:t>D:/pasar_fix/node_modules/.bun/@types+omelette@0.4.5/node_modules/@types/omelette/LICENSE</a:t>
            </a:r>
          </a:p>
          <a:p>
            <a:pPr>
              <a:defRPr sz="1200"/>
            </a:pPr>
            <a:r>
              <a:t>D:/pasar_fix/node_modules/.bun/@types+omelette@0.4.5/node_modules/@types/omelette/package.json</a:t>
            </a:r>
          </a:p>
          <a:p>
            <a:pPr>
              <a:defRPr sz="1200"/>
            </a:pPr>
            <a:r>
              <a:t>D:/pasar_fix/node_modules/.bun/@types+omelette@0.4.5/node_modules/@types/omelette/README.md</a:t>
            </a:r>
          </a:p>
          <a:p>
            <a:pPr>
              <a:defRPr sz="1200"/>
            </a:pPr>
            <a:r>
              <a:t>D:/pasar_fix/node_modules/.bun/@types+pg@8.20.0/node_modules/@types/pg/index.d.mts</a:t>
            </a:r>
          </a:p>
          <a:p>
            <a:pPr>
              <a:defRPr sz="1200"/>
            </a:pPr>
            <a:r>
              <a:t>D:/pasar_fix/node_modules/.bun/@types+pg@8.20.0/node_modules/@types/pg/index.d.ts</a:t>
            </a:r>
          </a:p>
          <a:p>
            <a:pPr>
              <a:defRPr sz="1200"/>
            </a:pPr>
            <a:r>
              <a:t>D:/pasar_fix/node_modules/.bun/@types+pg@8.20.0/node_modules/@types/pg/LICENSE</a:t>
            </a:r>
          </a:p>
          <a:p>
            <a:pPr>
              <a:defRPr sz="1200"/>
            </a:pPr>
            <a:r>
              <a:t>D:/pasar_fix/node_modules/.bun/@types+pg@8.20.0/node_modules/@types/pg/package.json</a:t>
            </a:r>
          </a:p>
          <a:p>
            <a:pPr>
              <a:defRPr sz="1200"/>
            </a:pPr>
            <a:r>
              <a:t>D:/pasar_fix/node_modules/.bun/@types+pg@8.20.0/node_modules/@types/pg/README.md</a:t>
            </a:r>
          </a:p>
          <a:p>
            <a:pPr>
              <a:defRPr sz="1200"/>
            </a:pPr>
            <a:r>
              <a:t>D:/pasar_fix/node_modules/.bun/@types+pg@8.20.0/node_modules/@types/pg/lib/connection-parameters.d.ts</a:t>
            </a:r>
          </a:p>
          <a:p>
            <a:pPr>
              <a:defRPr sz="1200"/>
            </a:pPr>
            <a:r>
              <a:t>D:/pasar_fix/node_modules/.bun/@types+pg@8.20.0/node_modules/@types/pg/lib/type-overrides.d.ts</a:t>
            </a:r>
          </a:p>
          <a:p>
            <a:pPr>
              <a:defRPr sz="1200"/>
            </a:pPr>
            <a:r>
              <a:t>D:/pasar_fix/node_modules/.bun/@types+react-dom@19.2.3+273cdfb19a04c3e9/node_modules/@types/react-dom/canary.d.ts</a:t>
            </a:r>
          </a:p>
          <a:p>
            <a:pPr>
              <a:defRPr sz="1200"/>
            </a:pPr>
            <a:r>
              <a:t>D:/pasar_fix/node_modules/.bun/@types+react-dom@19.2.3+273cdfb19a04c3e9/node_modules/@types/react-dom/client.d.ts</a:t>
            </a:r>
          </a:p>
          <a:p>
            <a:pPr>
              <a:defRPr sz="1200"/>
            </a:pPr>
            <a:r>
              <a:t>D:/pasar_fix/node_modules/.bun/@types+react-dom@19.2.3+273cdfb19a04c3e9/node_modules/@types/react-dom/experimental.d.ts</a:t>
            </a:r>
          </a:p>
          <a:p>
            <a:pPr>
              <a:defRPr sz="1200"/>
            </a:pPr>
            <a:r>
              <a:t>D:/pasar_fix/node_modules/.bun/@types+react-dom@19.2.3+273cdfb19a04c3e9/node_modules/@types/react-dom/index.d.ts</a:t>
            </a:r>
          </a:p>
          <a:p>
            <a:pPr>
              <a:defRPr sz="1200"/>
            </a:pPr>
            <a:r>
              <a:t>D:/pasar_fix/node_modules/.bun/@types+react-dom@19.2.3+273cdfb19a04c3e9/node_modules/@types/react-dom/LICENSE</a:t>
            </a:r>
          </a:p>
          <a:p>
            <a:pPr>
              <a:defRPr sz="1200"/>
            </a:pPr>
            <a:r>
              <a:t>D:/pasar_fix/node_modules/.bun/@types+react-dom@19.2.3+273cdfb19a04c3e9/node_modules/@types/react-dom/package.json</a:t>
            </a:r>
          </a:p>
          <a:p>
            <a:pPr>
              <a:defRPr sz="1200"/>
            </a:pPr>
            <a:r>
              <a:t>D:/pasar_fix/node_modules/.bun/@types+react-dom@19.2.3+273cdfb19a04c3e9/node_modules/@types/react-dom/README.md</a:t>
            </a:r>
          </a:p>
          <a:p>
            <a:pPr>
              <a:defRPr sz="1200"/>
            </a:pPr>
            <a:r>
              <a:t>D:/pasar_fix/node_modules/.bun/@types+react-dom@19.2.3+273cdfb19a04c3e9/node_modules/@types/react-dom/server.browser.d.ts</a:t>
            </a:r>
          </a:p>
          <a:p>
            <a:pPr>
              <a:defRPr sz="1200"/>
            </a:pPr>
            <a:r>
              <a:t>D:/pasar_fix/node_modules/.bun/@types+react-dom@19.2.3+273cdfb19a04c3e9/node_modules/@types/react-dom/server.bun.d.ts</a:t>
            </a:r>
          </a:p>
          <a:p>
            <a:pPr>
              <a:defRPr sz="1200"/>
            </a:pPr>
            <a:r>
              <a:t>D:/pasar_fix/node_modules/.bun/@types+react-dom@19.2.3+273cdfb19a04c3e9/node_modules/@types/react-dom/server.d.ts</a:t>
            </a:r>
          </a:p>
          <a:p>
            <a:pPr>
              <a:defRPr sz="1200"/>
            </a:pPr>
            <a:r>
              <a:t>D:/pasar_fix/node_modules/.bun/@types+react-dom@19.2.3+273cdfb19a04c3e9/node_modules/@types/react-dom/server.edge.d.ts</a:t>
            </a:r>
          </a:p>
          <a:p>
            <a:pPr>
              <a:defRPr sz="1200"/>
            </a:pPr>
            <a:r>
              <a:t>D:/pasar_fix/node_modules/.bun/@types+react-dom@19.2.3+273cdfb19a04c3e9/node_modules/@types/react-dom/server.node.d.ts</a:t>
            </a:r>
          </a:p>
          <a:p>
            <a:pPr>
              <a:defRPr sz="1200"/>
            </a:pPr>
            <a:r>
              <a:t>D:/pasar_fix/node_modules/.bun/@types+react-dom@19.2.3+273cdfb19a04c3e9/node_modules/@types/react-dom/static.browser.d.ts</a:t>
            </a:r>
          </a:p>
          <a:p>
            <a:pPr>
              <a:defRPr sz="1200"/>
            </a:pPr>
            <a:r>
              <a:t>D:/pasar_fix/node_modules/.bun/@types+react-dom@19.2.3+273cdfb19a04c3e9/node_modules/@types/react-dom/static.d.ts</a:t>
            </a:r>
          </a:p>
          <a:p>
            <a:pPr>
              <a:defRPr sz="1200"/>
            </a:pPr>
            <a:r>
              <a:t>D:/pasar_fix/node_modules/.bun/@types+react-dom@19.2.3+273cdfb19a04c3e9/node_modules/@types/react-dom/static.edge.d.ts</a:t>
            </a:r>
          </a:p>
          <a:p>
            <a:pPr>
              <a:defRPr sz="1200"/>
            </a:pPr>
            <a:r>
              <a:t>D:/pasar_fix/node_modules/.bun/@types+react-dom@19.2.3+273cdfb19a04c3e9/node_modules/@types/react-dom/static.node.d.ts</a:t>
            </a:r>
          </a:p>
          <a:p>
            <a:pPr>
              <a:defRPr sz="1200"/>
            </a:pPr>
            <a:r>
              <a:t>D:/pasar_fix/node_modules/.bun/@types+react-dom@19.2.3+273cdfb19a04c3e9/node_modules/@types/react-dom/test-utils/index.d.ts</a:t>
            </a:r>
          </a:p>
          <a:p>
            <a:pPr>
              <a:defRPr sz="1200"/>
            </a:pPr>
            <a:r>
              <a:t>D:/pasar_fix/node_modules/.bun/@types+react-grid-layout@1.3.6/node_modules/@types/react-grid-layout/index.d.ts</a:t>
            </a:r>
          </a:p>
          <a:p>
            <a:pPr>
              <a:defRPr sz="1200"/>
            </a:pPr>
            <a:r>
              <a:t>D:/pasar_fix/node_modules/.bun/@types+react-grid-layout@1.3.6/node_modules/@types/react-grid-layout/LICENSE</a:t>
            </a:r>
          </a:p>
          <a:p>
            <a:pPr>
              <a:defRPr sz="1200"/>
            </a:pPr>
            <a:r>
              <a:t>D:/pasar_fix/node_modules/.bun/@types+react-grid-layout@1.3.6/node_modules/@types/react-grid-layout/package.json</a:t>
            </a:r>
          </a:p>
          <a:p>
            <a:pPr>
              <a:defRPr sz="1200"/>
            </a:pPr>
            <a:r>
              <a:t>D:/pasar_fix/node_modules/.bun/@types+react-grid-layout@1.3.6/node_modules/@types/react-grid-layout/README.md</a:t>
            </a:r>
          </a:p>
          <a:p>
            <a:pPr>
              <a:defRPr sz="1200"/>
            </a:pPr>
            <a:r>
              <a:t>D:/pasar_fix/node_modules/.bun/@types+react@19.2.14/node_modules/@types/react/canary.d.ts</a:t>
            </a:r>
          </a:p>
          <a:p>
            <a:pPr>
              <a:defRPr sz="1200"/>
            </a:pPr>
            <a:r>
              <a:t>D:/pasar_fix/node_modules/.bun/@types+react@19.2.14/node_modules/@types/react/compiler-runtime.d.ts</a:t>
            </a:r>
          </a:p>
          <a:p>
            <a:pPr>
              <a:defRPr sz="1200"/>
            </a:pPr>
            <a:r>
              <a:t>D:/pasar_fix/node_modules/.bun/@types+react@19.2.14/node_modules/@types/react/experimental.d.ts</a:t>
            </a:r>
          </a:p>
          <a:p>
            <a:pPr>
              <a:defRPr sz="1200"/>
            </a:pPr>
            <a:r>
              <a:t>D:/pasar_fix/node_modules/.bun/@types+react@19.2.14/node_modules/@types/react/global.d.ts</a:t>
            </a:r>
          </a:p>
          <a:p>
            <a:pPr>
              <a:defRPr sz="1200"/>
            </a:pPr>
            <a:r>
              <a:t>D:/pasar_fix/node_modules/.bun/@types+react@19.2.14/node_modules/@types/react/index.d.ts</a:t>
            </a:r>
          </a:p>
          <a:p>
            <a:pPr>
              <a:defRPr sz="1200"/>
            </a:pPr>
            <a:r>
              <a:t>D:/pasar_fix/node_modules/.bun/@types+react@19.2.14/node_modules/@types/react/jsx-dev-runtime.d.ts</a:t>
            </a:r>
          </a:p>
          <a:p>
            <a:pPr>
              <a:defRPr sz="1200"/>
            </a:pPr>
            <a:r>
              <a:t>D:/pasar_fix/node_modules/.bun/@types+react@19.2.14/node_modules/@types/react/jsx-runtime.d.ts</a:t>
            </a:r>
          </a:p>
          <a:p>
            <a:pPr>
              <a:defRPr sz="1200"/>
            </a:pPr>
            <a:r>
              <a:t>D:/pasar_fix/node_modules/.bun/@types+react@19.2.14/node_modules/@types/react/LICENSE</a:t>
            </a:r>
          </a:p>
          <a:p>
            <a:pPr>
              <a:defRPr sz="1200"/>
            </a:pPr>
            <a:r>
              <a:t>D:/pasar_fix/node_modules/.bun/@types+react@19.2.14/node_modules/@types/react/package.json</a:t>
            </a:r>
          </a:p>
          <a:p>
            <a:pPr>
              <a:defRPr sz="1200"/>
            </a:pPr>
            <a:r>
              <a:t>D:/pasar_fix/node_modules/.bun/@types+react@19.2.14/node_modules/@types/react/README.md</a:t>
            </a:r>
          </a:p>
          <a:p>
            <a:pPr>
              <a:defRPr sz="1200"/>
            </a:pPr>
            <a:r>
              <a:t>D:/pasar_fix/node_modules/.bun/@types+react@19.2.14/node_modules/@types/react/ts5.0/canary.d.ts</a:t>
            </a:r>
          </a:p>
          <a:p>
            <a:pPr>
              <a:defRPr sz="1200"/>
            </a:pPr>
            <a:r>
              <a:t>D:/pasar_fix/node_modules/.bun/@types+react@19.2.14/node_modules/@types/react/ts5.0/experimental.d.ts</a:t>
            </a:r>
          </a:p>
          <a:p>
            <a:pPr>
              <a:defRPr sz="1200"/>
            </a:pPr>
            <a:r>
              <a:t>D:/pasar_fix/node_modules/.bun/@types+react@19.2.14/node_modules/@types/react/ts5.0/global.d.ts</a:t>
            </a:r>
          </a:p>
          <a:p>
            <a:pPr>
              <a:defRPr sz="1200"/>
            </a:pPr>
            <a:r>
              <a:t>D:/pasar_fix/node_modules/.bun/@types+react@19.2.14/node_modules/@types/react/ts5.0/index.d.ts</a:t>
            </a:r>
          </a:p>
          <a:p>
            <a:pPr>
              <a:defRPr sz="1200"/>
            </a:pPr>
            <a:r>
              <a:t>D:/pasar_fix/node_modules/.bun/@types+react@19.2.14/node_modules/@types/react/ts5.0/jsx-dev-runtime.d.ts</a:t>
            </a:r>
          </a:p>
          <a:p>
            <a:pPr>
              <a:defRPr sz="1200"/>
            </a:pPr>
            <a:r>
              <a:t>D:/pasar_fix/node_modules/.bun/@types+react@19.2.14/node_modules/@types/react/ts5.0/jsx-runtime.d.ts</a:t>
            </a:r>
          </a:p>
          <a:p>
            <a:pPr>
              <a:defRPr sz="1200"/>
            </a:pPr>
            <a:r>
              <a:t>D:/pasar_fix/node_modules/.bun/@types+resolve@1.20.2/node_modules/@types/resolve/index.d.ts</a:t>
            </a:r>
          </a:p>
          <a:p>
            <a:pPr>
              <a:defRPr sz="1200"/>
            </a:pPr>
            <a:r>
              <a:t>D:/pasar_fix/node_modules/.bun/@types+resolve@1.20.2/node_modules/@types/resolve/LICENSE</a:t>
            </a:r>
          </a:p>
          <a:p>
            <a:pPr>
              <a:defRPr sz="1200"/>
            </a:pPr>
            <a:r>
              <a:t>D:/pasar_fix/node_modules/.bun/@types+resolve@1.20.2/node_modules/@types/resolve/package.json</a:t>
            </a:r>
          </a:p>
          <a:p>
            <a:pPr>
              <a:defRPr sz="1200"/>
            </a:pPr>
            <a:r>
              <a:t>D:/pasar_fix/node_modules/.bun/@types+resolve@1.20.2/node_modules/@types/resolve/README.md</a:t>
            </a:r>
          </a:p>
          <a:p>
            <a:pPr>
              <a:defRPr sz="1200"/>
            </a:pPr>
            <a:r>
              <a:t>D:/pasar_fix/node_modules/.bun/@types+trusted-types@2.0.7/node_modules/@types/trusted-types/index.d.ts</a:t>
            </a:r>
          </a:p>
          <a:p>
            <a:pPr>
              <a:defRPr sz="1200"/>
            </a:pPr>
            <a:r>
              <a:t>D:/pasar_fix/node_modules/.bun/@types+trusted-types@2.0.7/node_modules/@types/trusted-types/LICENSE</a:t>
            </a:r>
          </a:p>
          <a:p>
            <a:pPr>
              <a:defRPr sz="1200"/>
            </a:pPr>
            <a:r>
              <a:t>D:/pasar_fix/node_modules/.bun/@types+trusted-types@2.0.7/node_modules/@types/trusted-types/package.json</a:t>
            </a:r>
          </a:p>
          <a:p>
            <a:pPr>
              <a:defRPr sz="1200"/>
            </a:pPr>
            <a:r>
              <a:t>D:/pasar_fix/node_modules/.bun/@types+trusted-types@2.0.7/node_modules/@types/trusted-types/README.md</a:t>
            </a:r>
          </a:p>
          <a:p>
            <a:pPr>
              <a:defRPr sz="1200"/>
            </a:pPr>
            <a:r>
              <a:t>D:/pasar_fix/node_modules/.bun/@types+trusted-types@2.0.7/node_modules/@types/trusted-types/lib/index.d.ts</a:t>
            </a:r>
          </a:p>
          <a:p>
            <a:pPr>
              <a:defRPr sz="1200"/>
            </a:pPr>
            <a:r>
              <a:t>D:/pasar_fix/node_modules/.bun/@types+use-sync-external-store@0.0.6/node_modules/@types/use-sync-external-store/index.d.ts</a:t>
            </a:r>
          </a:p>
          <a:p>
            <a:pPr>
              <a:defRPr sz="1200"/>
            </a:pPr>
            <a:r>
              <a:t>D:/pasar_fix/node_modules/.bun/@types+use-sync-external-store@0.0.6/node_modules/@types/use-sync-external-store/LICENSE</a:t>
            </a:r>
          </a:p>
          <a:p>
            <a:pPr>
              <a:defRPr sz="1200"/>
            </a:pPr>
            <a:r>
              <a:t>D:/pasar_fix/node_modules/.bun/@types+use-sync-external-store@0.0.6/node_modules/@types/use-sync-external-store/package.json</a:t>
            </a:r>
          </a:p>
          <a:p>
            <a:pPr>
              <a:defRPr sz="1200"/>
            </a:pPr>
            <a:r>
              <a:t>D:/pasar_fix/node_modules/.bun/@types+use-sync-external-store@0.0.6/node_modules/@types/use-sync-external-store/README.md</a:t>
            </a:r>
          </a:p>
          <a:p>
            <a:pPr>
              <a:defRPr sz="1200"/>
            </a:pPr>
            <a:r>
              <a:t>D:/pasar_fix/node_modules/.bun/@types+use-sync-external-store@0.0.6/node_modules/@types/use-sync-external-store/with-selector.d.ts</a:t>
            </a:r>
          </a:p>
          <a:p>
            <a:pPr>
              <a:defRPr sz="1200"/>
            </a:pPr>
            <a:r>
              <a:t>D:/pasar_fix/node_modules/.bun/@types+use-sync-external-store@0.0.6/node_modules/@types/use-sync-external-store/shim/index.d.ts</a:t>
            </a:r>
          </a:p>
          <a:p>
            <a:pPr>
              <a:defRPr sz="1200"/>
            </a:pPr>
            <a:r>
              <a:t>D:/pasar_fix/node_modules/.bun/@types+use-sync-external-store@0.0.6/node_modules/@types/use-sync-external-store/shim/with-selector.d.ts</a:t>
            </a:r>
          </a:p>
          <a:p>
            <a:pPr>
              <a:defRPr sz="1200"/>
            </a:pPr>
            <a:r>
              <a:t>D:/pasar_fix/node_modules/.bun/@types+yargs-parser@21.0.3/node_modules/@types/yargs-parser/index.d.ts</a:t>
            </a:r>
          </a:p>
          <a:p>
            <a:pPr>
              <a:defRPr sz="1200"/>
            </a:pPr>
            <a:r>
              <a:t>D:/pasar_fix/node_modules/.bun/@types+yargs-parser@21.0.3/node_modules/@types/yargs-parser/LICENSE</a:t>
            </a:r>
          </a:p>
          <a:p>
            <a:pPr>
              <a:defRPr sz="1200"/>
            </a:pPr>
            <a:r>
              <a:t>D:/pasar_fix/node_modules/.bun/@types+yargs-parser@21.0.3/node_modules/@types/yargs-parser/package.json</a:t>
            </a:r>
          </a:p>
          <a:p>
            <a:pPr>
              <a:defRPr sz="1200"/>
            </a:pPr>
            <a:r>
              <a:t>D:/pasar_fix/node_modules/.bun/@types+yargs-parser@21.0.3/node_modules/@types/yargs-parser/README.md</a:t>
            </a:r>
          </a:p>
          <a:p>
            <a:pPr>
              <a:defRPr sz="1200"/>
            </a:pPr>
            <a:r>
              <a:t>D:/pasar_fix/node_modules/.bun/@types+yargs@17.0.35/node_modules/@types/yargs/helpers.d.mts</a:t>
            </a:r>
          </a:p>
          <a:p>
            <a:pPr>
              <a:defRPr sz="1200"/>
            </a:pPr>
            <a:r>
              <a:t>D:/pasar_fix/node_modules/.bun/@types+yargs@17.0.35/node_modules/@types/yargs/helpers.d.ts</a:t>
            </a:r>
          </a:p>
          <a:p>
            <a:pPr>
              <a:defRPr sz="1200"/>
            </a:pPr>
            <a:r>
              <a:t>D:/pasar_fix/node_modules/.bun/@types+yargs@17.0.35/node_modules/@types/yargs/index.d.mts</a:t>
            </a:r>
          </a:p>
          <a:p>
            <a:pPr>
              <a:defRPr sz="1200"/>
            </a:pPr>
            <a:r>
              <a:t>D:/pasar_fix/node_modules/.bun/@types+yargs@17.0.35/node_modules/@types/yargs/index.d.ts</a:t>
            </a:r>
          </a:p>
          <a:p>
            <a:pPr>
              <a:defRPr sz="1200"/>
            </a:pPr>
            <a:r>
              <a:t>D:/pasar_fix/node_modules/.bun/@types+yargs@17.0.35/node_modules/@types/yargs/LICENSE</a:t>
            </a:r>
          </a:p>
          <a:p>
            <a:pPr>
              <a:defRPr sz="1200"/>
            </a:pPr>
            <a:r>
              <a:t>D:/pasar_fix/node_modules/.bun/@types+yargs@17.0.35/node_modules/@types/yargs/package.json</a:t>
            </a:r>
          </a:p>
          <a:p>
            <a:pPr>
              <a:defRPr sz="1200"/>
            </a:pPr>
            <a:r>
              <a:t>D:/pasar_fix/node_modules/.bun/@types+yargs@17.0.35/node_modules/@types/yargs/README.md</a:t>
            </a:r>
          </a:p>
          <a:p>
            <a:pPr>
              <a:defRPr sz="1200"/>
            </a:pPr>
            <a:r>
              <a:t>D:/pasar_fix/node_modules/.bun/@types+yargs@17.0.35/node_modules/@types/yargs/yargs.d.ts</a:t>
            </a:r>
          </a:p>
          <a:p>
            <a:pPr>
              <a:defRPr sz="1200"/>
            </a:pPr>
            <a:r>
              <a:t>D:/pasar_fix/node_modules/.bun/@types+yauzl@2.10.3/node_modules/@types/yauzl/index.d.ts</a:t>
            </a:r>
          </a:p>
          <a:p>
            <a:pPr>
              <a:defRPr sz="1200"/>
            </a:pPr>
            <a:r>
              <a:t>D:/pasar_fix/node_modules/.bun/@types+yauzl@2.10.3/node_modules/@types/yauzl/LICENSE</a:t>
            </a:r>
          </a:p>
          <a:p>
            <a:pPr>
              <a:defRPr sz="1200"/>
            </a:pPr>
            <a:r>
              <a:t>D:/pasar_fix/node_modules/.bun/@types+yauzl@2.10.3/node_modules/@types/yauzl/package.json</a:t>
            </a:r>
          </a:p>
          <a:p>
            <a:pPr>
              <a:defRPr sz="1200"/>
            </a:pPr>
            <a:r>
              <a:t>D:/pasar_fix/node_modules/.bun/@types+yauzl@2.10.3/node_modules/@types/yauzl/README.md</a:t>
            </a:r>
          </a:p>
          <a:p>
            <a:pPr>
              <a:defRPr sz="1200"/>
            </a:pPr>
            <a:r>
              <a:t>D:/pasar_fix/node_modules/.bun/@upsetjs+venn.js@2.0.0/node_modules/@upsetjs/venn.js/LICENSE</a:t>
            </a:r>
          </a:p>
          <a:p>
            <a:pPr>
              <a:defRPr sz="1200"/>
            </a:pPr>
            <a:r>
              <a:t>D:/pasar_fix/node_modules/.bun/@upsetjs+venn.js@2.0.0/node_modules/@upsetjs/venn.js/package.json</a:t>
            </a:r>
          </a:p>
          <a:p>
            <a:pPr>
              <a:defRPr sz="1200"/>
            </a:pPr>
            <a:r>
              <a:t>D:/pasar_fix/node_modules/.bun/@upsetjs+venn.js@2.0.0/node_modules/@upsetjs/venn.js/README.md</a:t>
            </a:r>
          </a:p>
          <a:p>
            <a:pPr>
              <a:defRPr sz="1200"/>
            </a:pPr>
            <a:r>
              <a:t>D:/pasar_fix/node_modules/.bun/@upsetjs+venn.js@2.0.0/node_modules/@upsetjs/venn.js/build/venn.esm.js</a:t>
            </a:r>
          </a:p>
          <a:p>
            <a:pPr>
              <a:defRPr sz="1200"/>
            </a:pPr>
            <a:r>
              <a:t>D:/pasar_fix/node_modules/.bun/@upsetjs+venn.js@2.0.0/node_modules/@upsetjs/venn.js/build/venn.js</a:t>
            </a:r>
          </a:p>
          <a:p>
            <a:pPr>
              <a:defRPr sz="1200"/>
            </a:pPr>
            <a:r>
              <a:t>D:/pasar_fix/node_modules/.bun/@upsetjs+venn.js@2.0.0/node_modules/@upsetjs/venn.js/build/venn.min.js</a:t>
            </a:r>
          </a:p>
          <a:p>
            <a:pPr>
              <a:defRPr sz="1200"/>
            </a:pPr>
            <a:r>
              <a:t>D:/pasar_fix/node_modules/.bun/@upsetjs+venn.js@2.0.0/node_modules/@upsetjs/venn.js/src/circleintersection.js</a:t>
            </a:r>
          </a:p>
          <a:p>
            <a:pPr>
              <a:defRPr sz="1200"/>
            </a:pPr>
            <a:r>
              <a:t>D:/pasar_fix/node_modules/.bun/@upsetjs+venn.js@2.0.0/node_modules/@upsetjs/venn.js/src/circleintersection.spec.js</a:t>
            </a:r>
          </a:p>
          <a:p>
            <a:pPr>
              <a:defRPr sz="1200"/>
            </a:pPr>
            <a:r>
              <a:t>D:/pasar_fix/node_modules/.bun/@upsetjs+venn.js@2.0.0/node_modules/@upsetjs/venn.js/src/diagram.js</a:t>
            </a:r>
          </a:p>
          <a:p>
            <a:pPr>
              <a:defRPr sz="1200"/>
            </a:pPr>
            <a:r>
              <a:t>D:/pasar_fix/node_modules/.bun/@upsetjs+venn.js@2.0.0/node_modules/@upsetjs/venn.js/src/diagram.spec.js</a:t>
            </a:r>
          </a:p>
          <a:p>
            <a:pPr>
              <a:defRPr sz="1200"/>
            </a:pPr>
            <a:r>
              <a:t>D:/pasar_fix/node_modules/.bun/@upsetjs+venn.js@2.0.0/node_modules/@upsetjs/venn.js/src/index.d.ts</a:t>
            </a:r>
          </a:p>
          <a:p>
            <a:pPr>
              <a:defRPr sz="1200"/>
            </a:pPr>
            <a:r>
              <a:t>D:/pasar_fix/node_modules/.bun/@upsetjs+venn.js@2.0.0/node_modules/@upsetjs/venn.js/src/index.js</a:t>
            </a:r>
          </a:p>
          <a:p>
            <a:pPr>
              <a:defRPr sz="1200"/>
            </a:pPr>
            <a:r>
              <a:t>D:/pasar_fix/node_modules/.bun/@upsetjs+venn.js@2.0.0/node_modules/@upsetjs/venn.js/src/layout.js</a:t>
            </a:r>
          </a:p>
          <a:p>
            <a:pPr>
              <a:defRPr sz="1200"/>
            </a:pPr>
            <a:r>
              <a:t>D:/pasar_fix/node_modules/.bun/@upsetjs+venn.js@2.0.0/node_modules/@upsetjs/venn.js/src/layout.spec.js</a:t>
            </a:r>
          </a:p>
          <a:p>
            <a:pPr>
              <a:defRPr sz="1200"/>
            </a:pPr>
            <a:r>
              <a:t>D:/pasar_fix/node_modules/.bun/@vercel+nft@1.5.0+b720cfb40978a63e/node_modules/.bin/acorn.bunx</a:t>
            </a:r>
          </a:p>
          <a:p>
            <a:pPr>
              <a:defRPr sz="1200"/>
            </a:pPr>
            <a:r>
              <a:t>D:/pasar_fix/node_modules/.bun/@vercel+nft@1.5.0+b720cfb40978a63e/node_modules/.bin/acorn.exe</a:t>
            </a:r>
          </a:p>
          <a:p>
            <a:pPr>
              <a:defRPr sz="1200"/>
            </a:pPr>
            <a:r>
              <a:t>D:/pasar_fix/node_modules/.bun/@vercel+nft@1.5.0+b720cfb40978a63e/node_modules/.bin/nft.bunx</a:t>
            </a:r>
          </a:p>
          <a:p>
            <a:pPr>
              <a:defRPr sz="1200"/>
            </a:pPr>
            <a:r>
              <a:t>D:/pasar_fix/node_modules/.bun/@vercel+nft@1.5.0+b720cfb40978a63e/node_modules/.bin/nft.exe</a:t>
            </a:r>
          </a:p>
          <a:p>
            <a:pPr>
              <a:defRPr sz="1200"/>
            </a:pPr>
            <a:r>
              <a:t>D:/pasar_fix/node_modules/.bun/@vercel+nft@1.5.0+b720cfb40978a63e/node_modules/.bin/node-gyp-build-optional.bunx</a:t>
            </a:r>
          </a:p>
          <a:p>
            <a:pPr>
              <a:defRPr sz="1200"/>
            </a:pPr>
            <a:r>
              <a:t>D:/pasar_fix/node_modules/.bun/@vercel+nft@1.5.0+b720cfb40978a63e/node_modules/.bin/node-gyp-build-optional.exe</a:t>
            </a:r>
          </a:p>
          <a:p>
            <a:pPr>
              <a:defRPr sz="1200"/>
            </a:pPr>
            <a:r>
              <a:t>D:/pasar_fix/node_modules/.bun/@vercel+nft@1.5.0+b720cfb40978a63e/node_modules/.bin/node-gyp-build-test.bunx</a:t>
            </a:r>
          </a:p>
          <a:p>
            <a:pPr>
              <a:defRPr sz="1200"/>
            </a:pPr>
            <a:r>
              <a:t>D:/pasar_fix/node_modules/.bun/@vercel+nft@1.5.0+b720cfb40978a63e/node_modules/.bin/node-gyp-build-test.exe</a:t>
            </a:r>
          </a:p>
          <a:p>
            <a:pPr>
              <a:defRPr sz="1200"/>
            </a:pPr>
            <a:r>
              <a:t>D:/pasar_fix/node_modules/.bun/@vercel+nft@1.5.0+b720cfb40978a63e/node_modules/.bin/node-gyp-build.bunx</a:t>
            </a:r>
          </a:p>
          <a:p>
            <a:pPr>
              <a:defRPr sz="1200"/>
            </a:pPr>
            <a:r>
              <a:t>D:/pasar_fix/node_modules/.bun/@vercel+nft@1.5.0+b720cfb40978a63e/node_modules/.bin/node-gyp-build.exe</a:t>
            </a:r>
          </a:p>
          <a:p>
            <a:pPr>
              <a:defRPr sz="1200"/>
            </a:pPr>
            <a:r>
              <a:t>D:/pasar_fix/node_modules/.bun/@vercel+nft@1.5.0+b720cfb40978a63e/node_modules/.bin/node-pre-gyp.bunx</a:t>
            </a:r>
          </a:p>
          <a:p>
            <a:pPr>
              <a:defRPr sz="1200"/>
            </a:pPr>
            <a:r>
              <a:t>D:/pasar_fix/node_modules/.bun/@vercel+nft@1.5.0+b720cfb40978a63e/node_modules/.bin/node-pre-gyp.exe</a:t>
            </a:r>
          </a:p>
          <a:p>
            <a:pPr>
              <a:defRPr sz="1200"/>
            </a:pPr>
            <a:r>
              <a:t>D:/pasar_fix/node_modules/.bun/@vercel+nft@1.5.0+b720cfb40978a63e/node_modules/@vercel/nft/LICENSE</a:t>
            </a:r>
          </a:p>
          <a:p>
            <a:pPr>
              <a:defRPr sz="1200"/>
            </a:pPr>
            <a:r>
              <a:t>D:/pasar_fix/node_modules/.bun/@vercel+nft@1.5.0+b720cfb40978a63e/node_modules/@vercel/nft/package.json</a:t>
            </a:r>
          </a:p>
          <a:p>
            <a:pPr>
              <a:defRPr sz="1200"/>
            </a:pPr>
            <a:r>
              <a:t>D:/pasar_fix/node_modules/.bun/@vercel+nft@1.5.0+b720cfb40978a63e/node_modules/@vercel/nft/readme.md</a:t>
            </a:r>
          </a:p>
          <a:p>
            <a:pPr>
              <a:defRPr sz="1200"/>
            </a:pPr>
            <a:r>
              <a:t>D:/pasar_fix/node_modules/.bun/@vercel+nft@1.5.0+b720cfb40978a63e/node_modules/@vercel/nft/out/analyze.d.ts</a:t>
            </a:r>
          </a:p>
          <a:p>
            <a:pPr>
              <a:defRPr sz="1200"/>
            </a:pPr>
            <a:r>
              <a:t>D:/pasar_fix/node_modules/.bun/@vercel+nft@1.5.0+b720cfb40978a63e/node_modules/@vercel/nft/out/analyze.js</a:t>
            </a:r>
          </a:p>
          <a:p>
            <a:pPr>
              <a:defRPr sz="1200"/>
            </a:pPr>
            <a:r>
              <a:t>D:/pasar_fix/node_modules/.bun/@vercel+nft@1.5.0+b720cfb40978a63e/node_modules/@vercel/nft/out/analyze.js.map</a:t>
            </a:r>
          </a:p>
          <a:p>
            <a:pPr>
              <a:defRPr sz="1200"/>
            </a:pPr>
            <a:r>
              <a:t>D:/pasar_fix/node_modules/.bun/@vercel+nft@1.5.0+b720cfb40978a63e/node_modules/@vercel/nft/out/cli.d.ts</a:t>
            </a:r>
          </a:p>
          <a:p>
            <a:pPr>
              <a:defRPr sz="1200"/>
            </a:pPr>
            <a:r>
              <a:t>D:/pasar_fix/node_modules/.bun/@vercel+nft@1.5.0+b720cfb40978a63e/node_modules/@vercel/nft/out/cli.js</a:t>
            </a:r>
          </a:p>
          <a:p>
            <a:pPr>
              <a:defRPr sz="1200"/>
            </a:pPr>
            <a:r>
              <a:t>D:/pasar_fix/node_modules/.bun/@vercel+nft@1.5.0+b720cfb40978a63e/node_modules/@vercel/nft/out/cli.js.map</a:t>
            </a:r>
          </a:p>
          <a:p>
            <a:pPr>
              <a:defRPr sz="1200"/>
            </a:pPr>
            <a:r>
              <a:t>D:/pasar_fix/node_modules/.bun/@vercel+nft@1.5.0+b720cfb40978a63e/node_modules/@vercel/nft/out/fs.d.ts</a:t>
            </a:r>
          </a:p>
          <a:p>
            <a:pPr>
              <a:defRPr sz="1200"/>
            </a:pPr>
            <a:r>
              <a:t>D:/pasar_fix/node_modules/.bun/@vercel+nft@1.5.0+b720cfb40978a63e/node_modules/@vercel/nft/out/fs.js</a:t>
            </a:r>
          </a:p>
          <a:p>
            <a:pPr>
              <a:defRPr sz="1200"/>
            </a:pPr>
            <a:r>
              <a:t>D:/pasar_fix/node_modules/.bun/@vercel+nft@1.5.0+b720cfb40978a63e/node_modules/@vercel/nft/out/fs.js.map</a:t>
            </a:r>
          </a:p>
          <a:p>
            <a:pPr>
              <a:defRPr sz="1200"/>
            </a:pPr>
            <a:r>
              <a:t>D:/pasar_fix/node_modules/.bun/@vercel+nft@1.5.0+b720cfb40978a63e/node_modules/@vercel/nft/out/index.d.ts</a:t>
            </a:r>
          </a:p>
          <a:p>
            <a:pPr>
              <a:defRPr sz="1200"/>
            </a:pPr>
            <a:r>
              <a:t>D:/pasar_fix/node_modules/.bun/@vercel+nft@1.5.0+b720cfb40978a63e/node_modules/@vercel/nft/out/index.js</a:t>
            </a:r>
          </a:p>
          <a:p>
            <a:pPr>
              <a:defRPr sz="1200"/>
            </a:pPr>
            <a:r>
              <a:t>D:/pasar_fix/node_modules/.bun/@vercel+nft@1.5.0+b720cfb40978a63e/node_modules/@vercel/nft/out/index.js.map</a:t>
            </a:r>
          </a:p>
          <a:p>
            <a:pPr>
              <a:defRPr sz="1200"/>
            </a:pPr>
            <a:r>
              <a:t>D:/pasar_fix/node_modules/.bun/@vercel+nft@1.5.0+b720cfb40978a63e/node_modules/@vercel/nft/out/node-file-trace.d.ts</a:t>
            </a:r>
          </a:p>
          <a:p>
            <a:pPr>
              <a:defRPr sz="1200"/>
            </a:pPr>
            <a:r>
              <a:t>D:/pasar_fix/node_modules/.bun/@vercel+nft@1.5.0+b720cfb40978a63e/node_modules/@vercel/nft/out/node-file-trace.js</a:t>
            </a:r>
          </a:p>
          <a:p>
            <a:pPr>
              <a:defRPr sz="1200"/>
            </a:pPr>
            <a:r>
              <a:t>D:/pasar_fix/node_modules/.bun/@vercel+nft@1.5.0+b720cfb40978a63e/node_modules/@vercel/nft/out/node-file-trace.js.map</a:t>
            </a:r>
          </a:p>
          <a:p>
            <a:pPr>
              <a:defRPr sz="1200"/>
            </a:pPr>
            <a:r>
              <a:t>D:/pasar_fix/node_modules/.bun/@vercel+nft@1.5.0+b720cfb40978a63e/node_modules/@vercel/nft/out/resolve-dependency.d.ts</a:t>
            </a:r>
          </a:p>
          <a:p>
            <a:pPr>
              <a:defRPr sz="1200"/>
            </a:pPr>
            <a:r>
              <a:t>D:/pasar_fix/node_modules/.bun/@vercel+nft@1.5.0+b720cfb40978a63e/node_modules/@vercel/nft/out/resolve-dependency.js</a:t>
            </a:r>
          </a:p>
          <a:p>
            <a:pPr>
              <a:defRPr sz="1200"/>
            </a:pPr>
            <a:r>
              <a:t>D:/pasar_fix/node_modules/.bun/@vercel+nft@1.5.0+b720cfb40978a63e/node_modules/@vercel/nft/out/resolve-dependency.js.map</a:t>
            </a:r>
          </a:p>
          <a:p>
            <a:pPr>
              <a:defRPr sz="1200"/>
            </a:pPr>
            <a:r>
              <a:t>D:/pasar_fix/node_modules/.bun/@vercel+nft@1.5.0+b720cfb40978a63e/node_modules/@vercel/nft/out/types.d.ts</a:t>
            </a:r>
          </a:p>
          <a:p>
            <a:pPr>
              <a:defRPr sz="1200"/>
            </a:pPr>
            <a:r>
              <a:t>D:/pasar_fix/node_modules/.bun/@vercel+nft@1.5.0+b720cfb40978a63e/node_modules/@vercel/nft/out/types.js</a:t>
            </a:r>
          </a:p>
          <a:p>
            <a:pPr>
              <a:defRPr sz="1200"/>
            </a:pPr>
            <a:r>
              <a:t>D:/pasar_fix/node_modules/.bun/@vercel+nft@1.5.0+b720cfb40978a63e/node_modules/@vercel/nft/out/types.js.map</a:t>
            </a:r>
          </a:p>
          <a:p>
            <a:pPr>
              <a:defRPr sz="1200"/>
            </a:pPr>
            <a:r>
              <a:t>D:/pasar_fix/node_modules/.bun/@vercel+nft@1.5.0+b720cfb40978a63e/node_modules/@vercel/nft/out/utils/ast-helpers.js</a:t>
            </a:r>
          </a:p>
          <a:p>
            <a:pPr>
              <a:defRPr sz="1200"/>
            </a:pPr>
            <a:r>
              <a:t>D:/pasar_fix/node_modules/.bun/@vercel+nft@1.5.0+b720cfb40978a63e/node_modules/@vercel/nft/out/utils/ast-helpers.js.map</a:t>
            </a:r>
          </a:p>
          <a:p>
            <a:pPr>
              <a:defRPr sz="1200"/>
            </a:pPr>
            <a:r>
              <a:t>D:/pasar_fix/node_modules/.bun/@vercel+nft@1.5.0+b720cfb40978a63e/node_modules/@vercel/nft/out/utils/binary-locators.js</a:t>
            </a:r>
          </a:p>
          <a:p>
            <a:pPr>
              <a:defRPr sz="1200"/>
            </a:pPr>
            <a:r>
              <a:t>D:/pasar_fix/node_modules/.bun/@vercel+nft@1.5.0+b720cfb40978a63e/node_modules/@vercel/nft/out/utils/binary-locators.js.map</a:t>
            </a:r>
          </a:p>
          <a:p>
            <a:pPr>
              <a:defRPr sz="1200"/>
            </a:pPr>
            <a:r>
              <a:t>D:/pasar_fix/node_modules/.bun/@vercel+nft@1.5.0+b720cfb40978a63e/node_modules/@vercel/nft/out/utils/get-package-base.js</a:t>
            </a:r>
          </a:p>
          <a:p>
            <a:pPr>
              <a:defRPr sz="1200"/>
            </a:pPr>
            <a:r>
              <a:t>D:/pasar_fix/node_modules/.bun/@vercel+nft@1.5.0+b720cfb40978a63e/node_modules/@vercel/nft/out/utils/get-package-base.js.map</a:t>
            </a:r>
          </a:p>
          <a:p>
            <a:pPr>
              <a:defRPr sz="1200"/>
            </a:pPr>
            <a:r>
              <a:t>D:/pasar_fix/node_modules/.bun/@vercel+nft@1.5.0+b720cfb40978a63e/node_modules/@vercel/nft/out/utils/interop-require.js</a:t>
            </a:r>
          </a:p>
          <a:p>
            <a:pPr>
              <a:defRPr sz="1200"/>
            </a:pPr>
            <a:r>
              <a:t>D:/pasar_fix/node_modules/.bun/@vercel+nft@1.5.0+b720cfb40978a63e/node_modules/@vercel/nft/out/utils/interop-require.js.map</a:t>
            </a:r>
          </a:p>
          <a:p>
            <a:pPr>
              <a:defRPr sz="1200"/>
            </a:pPr>
            <a:r>
              <a:t>D:/pasar_fix/node_modules/.bun/@vercel+nft@1.5.0+b720cfb40978a63e/node_modules/@vercel/nft/out/utils/node-version.js</a:t>
            </a:r>
          </a:p>
          <a:p>
            <a:pPr>
              <a:defRPr sz="1200"/>
            </a:pPr>
            <a:r>
              <a:t>D:/pasar_fix/node_modules/.bun/@vercel+nft@1.5.0+b720cfb40978a63e/node_modules/@vercel/nft/out/utils/node-version.js.map</a:t>
            </a:r>
          </a:p>
          <a:p>
            <a:pPr>
              <a:defRPr sz="1200"/>
            </a:pPr>
            <a:r>
              <a:t>D:/pasar_fix/node_modules/.bun/@vercel+nft@1.5.0+b720cfb40978a63e/node_modules/@vercel/nft/out/utils/sharedlib-emit.js</a:t>
            </a:r>
          </a:p>
          <a:p>
            <a:pPr>
              <a:defRPr sz="1200"/>
            </a:pPr>
            <a:r>
              <a:t>D:/pasar_fix/node_modules/.bun/@vercel+nft@1.5.0+b720cfb40978a63e/node_modules/@vercel/nft/out/utils/sharedlib-emit.js.map</a:t>
            </a:r>
          </a:p>
          <a:p>
            <a:pPr>
              <a:defRPr sz="1200"/>
            </a:pPr>
            <a:r>
              <a:t>D:/pasar_fix/node_modules/.bun/@vercel+nft@1.5.0+b720cfb40978a63e/node_modules/@vercel/nft/out/utils/special-cases.js</a:t>
            </a:r>
          </a:p>
          <a:p>
            <a:pPr>
              <a:defRPr sz="1200"/>
            </a:pPr>
            <a:r>
              <a:t>D:/pasar_fix/node_modules/.bun/@vercel+nft@1.5.0+b720cfb40978a63e/node_modules/@vercel/nft/out/utils/special-cases.js.map</a:t>
            </a:r>
          </a:p>
          <a:p>
            <a:pPr>
              <a:defRPr sz="1200"/>
            </a:pPr>
            <a:r>
              <a:t>D:/pasar_fix/node_modules/.bun/@vercel+nft@1.5.0+b720cfb40978a63e/node_modules/@vercel/nft/out/utils/static-eval.js</a:t>
            </a:r>
          </a:p>
          <a:p>
            <a:pPr>
              <a:defRPr sz="1200"/>
            </a:pPr>
            <a:r>
              <a:t>D:/pasar_fix/node_modules/.bun/@vercel+nft@1.5.0+b720cfb40978a63e/node_modules/@vercel/nft/out/utils/static-eval.js.map</a:t>
            </a:r>
          </a:p>
          <a:p>
            <a:pPr>
              <a:defRPr sz="1200"/>
            </a:pPr>
            <a:r>
              <a:t>D:/pasar_fix/node_modules/.bun/@vercel+nft@1.5.0+b720cfb40978a63e/node_modules/@vercel/nft/out/utils/types.js</a:t>
            </a:r>
          </a:p>
          <a:p>
            <a:pPr>
              <a:defRPr sz="1200"/>
            </a:pPr>
            <a:r>
              <a:t>D:/pasar_fix/node_modules/.bun/@vercel+nft@1.5.0+b720cfb40978a63e/node_modules/@vercel/nft/out/utils/types.js.map</a:t>
            </a:r>
          </a:p>
          <a:p>
            <a:pPr>
              <a:defRPr sz="1200"/>
            </a:pPr>
            <a:r>
              <a:t>D:/pasar_fix/node_modules/.bun/@vercel+nft@1.5.0+b720cfb40978a63e/node_modules/@vercel/nft/out/utils/wrappers.js</a:t>
            </a:r>
          </a:p>
          <a:p>
            <a:pPr>
              <a:defRPr sz="1200"/>
            </a:pPr>
            <a:r>
              <a:t>D:/pasar_fix/node_modules/.bun/@vercel+nft@1.5.0+b720cfb40978a63e/node_modules/@vercel/nft/out/utils/wrappers.js.map</a:t>
            </a:r>
          </a:p>
          <a:p>
            <a:pPr>
              <a:defRPr sz="1200"/>
            </a:pPr>
            <a:r>
              <a:t>D:/pasar_fix/node_modules/.bun/@vitejs+plugin-react@4.7.0+ff94d3202a6adee4/node_modules/.bin/vite.bunx</a:t>
            </a:r>
          </a:p>
          <a:p>
            <a:pPr>
              <a:defRPr sz="1200"/>
            </a:pPr>
            <a:r>
              <a:t>D:/pasar_fix/node_modules/.bun/@vitejs+plugin-react@4.7.0+ff94d3202a6adee4/node_modules/.bin/vite.exe</a:t>
            </a:r>
          </a:p>
          <a:p>
            <a:pPr>
              <a:defRPr sz="1200"/>
            </a:pPr>
            <a:r>
              <a:t>D:/pasar_fix/node_modules/.bun/@vitejs+plugin-react@4.7.0+ff94d3202a6adee4/node_modules/@vitejs/plugin-react/LICENSE</a:t>
            </a:r>
          </a:p>
          <a:p>
            <a:pPr>
              <a:defRPr sz="1200"/>
            </a:pPr>
            <a:r>
              <a:t>D:/pasar_fix/node_modules/.bun/@vitejs+plugin-react@4.7.0+ff94d3202a6adee4/node_modules/@vitejs/plugin-react/package.json</a:t>
            </a:r>
          </a:p>
          <a:p>
            <a:pPr>
              <a:defRPr sz="1200"/>
            </a:pPr>
            <a:r>
              <a:t>D:/pasar_fix/node_modules/.bun/@vitejs+plugin-react@4.7.0+ff94d3202a6adee4/node_modules/@vitejs/plugin-react/README.md</a:t>
            </a:r>
          </a:p>
          <a:p>
            <a:pPr>
              <a:defRPr sz="1200"/>
            </a:pPr>
            <a:r>
              <a:t>D:/pasar_fix/node_modules/.bun/@vitejs+plugin-react@4.7.0+ff94d3202a6adee4/node_modules/@vitejs/plugin-react/dist/index.cjs</a:t>
            </a:r>
          </a:p>
          <a:p>
            <a:pPr>
              <a:defRPr sz="1200"/>
            </a:pPr>
            <a:r>
              <a:t>D:/pasar_fix/node_modules/.bun/@vitejs+plugin-react@4.7.0+ff94d3202a6adee4/node_modules/@vitejs/plugin-react/dist/index.d.cts</a:t>
            </a:r>
          </a:p>
          <a:p>
            <a:pPr>
              <a:defRPr sz="1200"/>
            </a:pPr>
            <a:r>
              <a:t>D:/pasar_fix/node_modules/.bun/@vitejs+plugin-react@4.7.0+ff94d3202a6adee4/node_modules/@vitejs/plugin-react/dist/index.d.ts</a:t>
            </a:r>
          </a:p>
          <a:p>
            <a:pPr>
              <a:defRPr sz="1200"/>
            </a:pPr>
            <a:r>
              <a:t>D:/pasar_fix/node_modules/.bun/@vitejs+plugin-react@4.7.0+ff94d3202a6adee4/node_modules/@vitejs/plugin-react/dist/index.js</a:t>
            </a:r>
          </a:p>
          <a:p>
            <a:pPr>
              <a:defRPr sz="1200"/>
            </a:pPr>
            <a:r>
              <a:t>D:/pasar_fix/node_modules/.bun/@vitejs+plugin-react@4.7.0+ff94d3202a6adee4/node_modules/@vitejs/plugin-react/dist/refresh-runtime.js</a:t>
            </a:r>
          </a:p>
          <a:p>
            <a:pPr>
              <a:defRPr sz="1200"/>
            </a:pPr>
            <a:r>
              <a:t>D:/pasar_fix/node_modules/.bun/@vitest+expect@3.2.4/node_modules/@vitest/expect/LICENSE</a:t>
            </a:r>
          </a:p>
          <a:p>
            <a:pPr>
              <a:defRPr sz="1200"/>
            </a:pPr>
            <a:r>
              <a:t>D:/pasar_fix/node_modules/.bun/@vitest+expect@3.2.4/node_modules/@vitest/expect/package.json</a:t>
            </a:r>
          </a:p>
          <a:p>
            <a:pPr>
              <a:defRPr sz="1200"/>
            </a:pPr>
            <a:r>
              <a:t>D:/pasar_fix/node_modules/.bun/@vitest+expect@3.2.4/node_modules/@vitest/expect/README.md</a:t>
            </a:r>
          </a:p>
          <a:p>
            <a:pPr>
              <a:defRPr sz="1200"/>
            </a:pPr>
            <a:r>
              <a:t>D:/pasar_fix/node_modules/.bun/@vitest+expect@3.2.4/node_modules/@vitest/expect/dist/index.d.ts</a:t>
            </a:r>
          </a:p>
          <a:p>
            <a:pPr>
              <a:defRPr sz="1200"/>
            </a:pPr>
            <a:r>
              <a:t>D:/pasar_fix/node_modules/.bun/@vitest+expect@3.2.4/node_modules/@vitest/expect/dist/index.js</a:t>
            </a:r>
          </a:p>
          <a:p>
            <a:pPr>
              <a:defRPr sz="1200"/>
            </a:pPr>
            <a:r>
              <a:t>D:/pasar_fix/node_modules/.bun/@vitest+mocker@3.2.4+ff94d3202a6adee4/node_modules/.bin/vite.bunx</a:t>
            </a:r>
          </a:p>
          <a:p>
            <a:pPr>
              <a:defRPr sz="1200"/>
            </a:pPr>
            <a:r>
              <a:t>D:/pasar_fix/node_modules/.bun/@vitest+mocker@3.2.4+ff94d3202a6adee4/node_modules/.bin/vite.exe</a:t>
            </a:r>
          </a:p>
          <a:p>
            <a:pPr>
              <a:defRPr sz="1200"/>
            </a:pPr>
            <a:r>
              <a:t>D:/pasar_fix/node_modules/.bun/@vitest+mocker@3.2.4+ff94d3202a6adee4/node_modules/@vitest/mocker/LICENSE</a:t>
            </a:r>
          </a:p>
          <a:p>
            <a:pPr>
              <a:defRPr sz="1200"/>
            </a:pPr>
            <a:r>
              <a:t>D:/pasar_fix/node_modules/.bun/@vitest+mocker@3.2.4+ff94d3202a6adee4/node_modules/@vitest/mocker/package.json</a:t>
            </a:r>
          </a:p>
          <a:p>
            <a:pPr>
              <a:defRPr sz="1200"/>
            </a:pPr>
            <a:r>
              <a:t>D:/pasar_fix/node_modules/.bun/@vitest+mocker@3.2.4+ff94d3202a6adee4/node_modules/@vitest/mocker/README.md</a:t>
            </a:r>
          </a:p>
          <a:p>
            <a:pPr>
              <a:defRPr sz="1200"/>
            </a:pPr>
            <a:r>
              <a:t>D:/pasar_fix/node_modules/.bun/@vitest+mocker@3.2.4+ff94d3202a6adee4/node_modules/@vitest/mocker/dist/auto-register.d.ts</a:t>
            </a:r>
          </a:p>
          <a:p>
            <a:pPr>
              <a:defRPr sz="1200"/>
            </a:pPr>
            <a:r>
              <a:t>D:/pasar_fix/node_modules/.bun/@vitest+mocker@3.2.4+ff94d3202a6adee4/node_modules/@vitest/mocker/dist/auto-register.js</a:t>
            </a:r>
          </a:p>
          <a:p>
            <a:pPr>
              <a:defRPr sz="1200"/>
            </a:pPr>
            <a:r>
              <a:t>D:/pasar_fix/node_modules/.bun/@vitest+mocker@3.2.4+ff94d3202a6adee4/node_modules/@vitest/mocker/dist/browser.d.ts</a:t>
            </a:r>
          </a:p>
          <a:p>
            <a:pPr>
              <a:defRPr sz="1200"/>
            </a:pPr>
            <a:r>
              <a:t>D:/pasar_fix/node_modules/.bun/@vitest+mocker@3.2.4+ff94d3202a6adee4/node_modules/@vitest/mocker/dist/browser.js</a:t>
            </a:r>
          </a:p>
          <a:p>
            <a:pPr>
              <a:defRPr sz="1200"/>
            </a:pPr>
            <a:r>
              <a:t>D:/pasar_fix/node_modules/.bun/@vitest+mocker@3.2.4+ff94d3202a6adee4/node_modules/@vitest/mocker/dist/chunk-interceptor-native.js</a:t>
            </a:r>
          </a:p>
          <a:p>
            <a:pPr>
              <a:defRPr sz="1200"/>
            </a:pPr>
            <a:r>
              <a:t>D:/pasar_fix/node_modules/.bun/@vitest+mocker@3.2.4+ff94d3202a6adee4/node_modules/@vitest/mocker/dist/chunk-mocker.js</a:t>
            </a:r>
          </a:p>
          <a:p>
            <a:pPr>
              <a:defRPr sz="1200"/>
            </a:pPr>
            <a:r>
              <a:t>D:/pasar_fix/node_modules/.bun/@vitest+mocker@3.2.4+ff94d3202a6adee4/node_modules/@vitest/mocker/dist/chunk-pathe.M-eThtNZ.js</a:t>
            </a:r>
          </a:p>
          <a:p>
            <a:pPr>
              <a:defRPr sz="1200"/>
            </a:pPr>
            <a:r>
              <a:t>D:/pasar_fix/node_modules/.bun/@vitest+mocker@3.2.4+ff94d3202a6adee4/node_modules/@vitest/mocker/dist/chunk-registry.js</a:t>
            </a:r>
          </a:p>
          <a:p>
            <a:pPr>
              <a:defRPr sz="1200"/>
            </a:pPr>
            <a:r>
              <a:t>D:/pasar_fix/node_modules/.bun/@vitest+mocker@3.2.4+ff94d3202a6adee4/node_modules/@vitest/mocker/dist/chunk-utils.js</a:t>
            </a:r>
          </a:p>
          <a:p>
            <a:pPr>
              <a:defRPr sz="1200"/>
            </a:pPr>
            <a:r>
              <a:t>D:/pasar_fix/node_modules/.bun/@vitest+mocker@3.2.4+ff94d3202a6adee4/node_modules/@vitest/mocker/dist/index.d.ts</a:t>
            </a:r>
          </a:p>
          <a:p>
            <a:pPr>
              <a:defRPr sz="1200"/>
            </a:pPr>
            <a:r>
              <a:t>D:/pasar_fix/node_modules/.bun/@vitest+mocker@3.2.4+ff94d3202a6adee4/node_modules/@vitest/mocker/dist/index.js</a:t>
            </a:r>
          </a:p>
          <a:p>
            <a:pPr>
              <a:defRPr sz="1200"/>
            </a:pPr>
            <a:r>
              <a:t>D:/pasar_fix/node_modules/.bun/@vitest+mocker@3.2.4+ff94d3202a6adee4/node_modules/@vitest/mocker/dist/mocker.d-Ce9_ySj5.d.ts</a:t>
            </a:r>
          </a:p>
          <a:p>
            <a:pPr>
              <a:defRPr sz="1200"/>
            </a:pPr>
            <a:r>
              <a:t>D:/pasar_fix/node_modules/.bun/@vitest+mocker@3.2.4+ff94d3202a6adee4/node_modules/@vitest/mocker/dist/node.d.ts</a:t>
            </a:r>
          </a:p>
          <a:p>
            <a:pPr>
              <a:defRPr sz="1200"/>
            </a:pPr>
            <a:r>
              <a:t>D:/pasar_fix/node_modules/.bun/@vitest+mocker@3.2.4+ff94d3202a6adee4/node_modules/@vitest/mocker/dist/node.js</a:t>
            </a:r>
          </a:p>
          <a:p>
            <a:pPr>
              <a:defRPr sz="1200"/>
            </a:pPr>
            <a:r>
              <a:t>D:/pasar_fix/node_modules/.bun/@vitest+mocker@3.2.4+ff94d3202a6adee4/node_modules/@vitest/mocker/dist/redirect.d.ts</a:t>
            </a:r>
          </a:p>
          <a:p>
            <a:pPr>
              <a:defRPr sz="1200"/>
            </a:pPr>
            <a:r>
              <a:t>D:/pasar_fix/node_modules/.bun/@vitest+mocker@3.2.4+ff94d3202a6adee4/node_modules/@vitest/mocker/dist/redirect.js</a:t>
            </a:r>
          </a:p>
          <a:p>
            <a:pPr>
              <a:defRPr sz="1200"/>
            </a:pPr>
            <a:r>
              <a:t>D:/pasar_fix/node_modules/.bun/@vitest+mocker@3.2.4+ff94d3202a6adee4/node_modules/@vitest/mocker/dist/register.d.ts</a:t>
            </a:r>
          </a:p>
          <a:p>
            <a:pPr>
              <a:defRPr sz="1200"/>
            </a:pPr>
            <a:r>
              <a:t>D:/pasar_fix/node_modules/.bun/@vitest+mocker@3.2.4+ff94d3202a6adee4/node_modules/@vitest/mocker/dist/register.js</a:t>
            </a:r>
          </a:p>
          <a:p>
            <a:pPr>
              <a:defRPr sz="1200"/>
            </a:pPr>
            <a:r>
              <a:t>D:/pasar_fix/node_modules/.bun/@vitest+mocker@3.2.4+ff94d3202a6adee4/node_modules/@vitest/mocker/dist/registry.d-D765pazg.d.ts</a:t>
            </a:r>
          </a:p>
          <a:p>
            <a:pPr>
              <a:defRPr sz="1200"/>
            </a:pPr>
            <a:r>
              <a:t>D:/pasar_fix/node_modules/.bun/@vitest+mocker@3.2.4+ff94d3202a6adee4/node_modules/@vitest/mocker/dist/types.d-D_aRZRdy.d.ts</a:t>
            </a:r>
          </a:p>
          <a:p>
            <a:pPr>
              <a:defRPr sz="1200"/>
            </a:pPr>
            <a:r>
              <a:t>D:/pasar_fix/node_modules/.bun/@vitest+pretty-format@3.2.4/node_modules/@vitest/pretty-format/LICENSE</a:t>
            </a:r>
          </a:p>
          <a:p>
            <a:pPr>
              <a:defRPr sz="1200"/>
            </a:pPr>
            <a:r>
              <a:t>D:/pasar_fix/node_modules/.bun/@vitest+pretty-format@3.2.4/node_modules/@vitest/pretty-format/package.json</a:t>
            </a:r>
          </a:p>
          <a:p>
            <a:pPr>
              <a:defRPr sz="1200"/>
            </a:pPr>
            <a:r>
              <a:t>D:/pasar_fix/node_modules/.bun/@vitest+pretty-format@3.2.4/node_modules/@vitest/pretty-format/dist/index.d.ts</a:t>
            </a:r>
          </a:p>
          <a:p>
            <a:pPr>
              <a:defRPr sz="1200"/>
            </a:pPr>
            <a:r>
              <a:t>D:/pasar_fix/node_modules/.bun/@vitest+pretty-format@3.2.4/node_modules/@vitest/pretty-format/dist/index.js</a:t>
            </a:r>
          </a:p>
          <a:p>
            <a:pPr>
              <a:defRPr sz="1200"/>
            </a:pPr>
            <a:r>
              <a:t>D:/pasar_fix/node_modules/.bun/@vitest+runner@3.2.4/node_modules/@vitest/runner/LICENSE</a:t>
            </a:r>
          </a:p>
          <a:p>
            <a:pPr>
              <a:defRPr sz="1200"/>
            </a:pPr>
            <a:r>
              <a:t>D:/pasar_fix/node_modules/.bun/@vitest+runner@3.2.4/node_modules/@vitest/runner/package.json</a:t>
            </a:r>
          </a:p>
          <a:p>
            <a:pPr>
              <a:defRPr sz="1200"/>
            </a:pPr>
            <a:r>
              <a:t>D:/pasar_fix/node_modules/.bun/@vitest+runner@3.2.4/node_modules/@vitest/runner/README.md</a:t>
            </a:r>
          </a:p>
          <a:p>
            <a:pPr>
              <a:defRPr sz="1200"/>
            </a:pPr>
            <a:r>
              <a:t>D:/pasar_fix/node_modules/.bun/@vitest+runner@3.2.4/node_modules/@vitest/runner/types.d.ts</a:t>
            </a:r>
          </a:p>
          <a:p>
            <a:pPr>
              <a:defRPr sz="1200"/>
            </a:pPr>
            <a:r>
              <a:t>D:/pasar_fix/node_modules/.bun/@vitest+runner@3.2.4/node_modules/@vitest/runner/utils.d.ts</a:t>
            </a:r>
          </a:p>
          <a:p>
            <a:pPr>
              <a:defRPr sz="1200"/>
            </a:pPr>
            <a:r>
              <a:t>D:/pasar_fix/node_modules/.bun/@vitest+runner@3.2.4/node_modules/@vitest/runner/dist/chunk-hooks.js</a:t>
            </a:r>
          </a:p>
          <a:p>
            <a:pPr>
              <a:defRPr sz="1200"/>
            </a:pPr>
            <a:r>
              <a:t>D:/pasar_fix/node_modules/.bun/@vitest+runner@3.2.4/node_modules/@vitest/runner/dist/index.d.ts</a:t>
            </a:r>
          </a:p>
          <a:p>
            <a:pPr>
              <a:defRPr sz="1200"/>
            </a:pPr>
            <a:r>
              <a:t>D:/pasar_fix/node_modules/.bun/@vitest+runner@3.2.4/node_modules/@vitest/runner/dist/index.js</a:t>
            </a:r>
          </a:p>
          <a:p>
            <a:pPr>
              <a:defRPr sz="1200"/>
            </a:pPr>
            <a:r>
              <a:t>D:/pasar_fix/node_modules/.bun/@vitest+runner@3.2.4/node_modules/@vitest/runner/dist/tasks.d-CkscK4of.d.ts</a:t>
            </a:r>
          </a:p>
          <a:p>
            <a:pPr>
              <a:defRPr sz="1200"/>
            </a:pPr>
            <a:r>
              <a:t>D:/pasar_fix/node_modules/.bun/@vitest+runner@3.2.4/node_modules/@vitest/runner/dist/types.d.ts</a:t>
            </a:r>
          </a:p>
          <a:p>
            <a:pPr>
              <a:defRPr sz="1200"/>
            </a:pPr>
            <a:r>
              <a:t>D:/pasar_fix/node_modules/.bun/@vitest+runner@3.2.4/node_modules/@vitest/runner/dist/types.js</a:t>
            </a:r>
          </a:p>
          <a:p>
            <a:pPr>
              <a:defRPr sz="1200"/>
            </a:pPr>
            <a:r>
              <a:t>D:/pasar_fix/node_modules/.bun/@vitest+runner@3.2.4/node_modules/@vitest/runner/dist/utils.d.ts</a:t>
            </a:r>
          </a:p>
          <a:p>
            <a:pPr>
              <a:defRPr sz="1200"/>
            </a:pPr>
            <a:r>
              <a:t>D:/pasar_fix/node_modules/.bun/@vitest+runner@3.2.4/node_modules/@vitest/runner/dist/utils.js</a:t>
            </a:r>
          </a:p>
          <a:p>
            <a:pPr>
              <a:defRPr sz="1200"/>
            </a:pPr>
            <a:r>
              <a:t>D:/pasar_fix/node_modules/.bun/@vitest+snapshot@3.2.4/node_modules/@vitest/snapshot/environment.d.ts</a:t>
            </a:r>
          </a:p>
          <a:p>
            <a:pPr>
              <a:defRPr sz="1200"/>
            </a:pPr>
            <a:r>
              <a:t>D:/pasar_fix/node_modules/.bun/@vitest+snapshot@3.2.4/node_modules/@vitest/snapshot/LICENSE</a:t>
            </a:r>
          </a:p>
          <a:p>
            <a:pPr>
              <a:defRPr sz="1200"/>
            </a:pPr>
            <a:r>
              <a:t>D:/pasar_fix/node_modules/.bun/@vitest+snapshot@3.2.4/node_modules/@vitest/snapshot/manager.d.ts</a:t>
            </a:r>
          </a:p>
          <a:p>
            <a:pPr>
              <a:defRPr sz="1200"/>
            </a:pPr>
            <a:r>
              <a:t>D:/pasar_fix/node_modules/.bun/@vitest+snapshot@3.2.4/node_modules/@vitest/snapshot/package.json</a:t>
            </a:r>
          </a:p>
          <a:p>
            <a:pPr>
              <a:defRPr sz="1200"/>
            </a:pPr>
            <a:r>
              <a:t>D:/pasar_fix/node_modules/.bun/@vitest+snapshot@3.2.4/node_modules/@vitest/snapshot/README.md</a:t>
            </a:r>
          </a:p>
          <a:p>
            <a:pPr>
              <a:defRPr sz="1200"/>
            </a:pPr>
            <a:r>
              <a:t>D:/pasar_fix/node_modules/.bun/@vitest+snapshot@3.2.4/node_modules/@vitest/snapshot/dist/environment.d-DHdQ1Csl.d.ts</a:t>
            </a:r>
          </a:p>
          <a:p>
            <a:pPr>
              <a:defRPr sz="1200"/>
            </a:pPr>
            <a:r>
              <a:t>D:/pasar_fix/node_modules/.bun/@vitest+snapshot@3.2.4/node_modules/@vitest/snapshot/dist/environment.d.ts</a:t>
            </a:r>
          </a:p>
          <a:p>
            <a:pPr>
              <a:defRPr sz="1200"/>
            </a:pPr>
            <a:r>
              <a:t>D:/pasar_fix/node_modules/.bun/@vitest+snapshot@3.2.4/node_modules/@vitest/snapshot/dist/environment.js</a:t>
            </a:r>
          </a:p>
          <a:p>
            <a:pPr>
              <a:defRPr sz="1200"/>
            </a:pPr>
            <a:r>
              <a:t>D:/pasar_fix/node_modules/.bun/@vitest+snapshot@3.2.4/node_modules/@vitest/snapshot/dist/index.d.ts</a:t>
            </a:r>
          </a:p>
          <a:p>
            <a:pPr>
              <a:defRPr sz="1200"/>
            </a:pPr>
            <a:r>
              <a:t>D:/pasar_fix/node_modules/.bun/@vitest+snapshot@3.2.4/node_modules/@vitest/snapshot/dist/index.js</a:t>
            </a:r>
          </a:p>
          <a:p>
            <a:pPr>
              <a:defRPr sz="1200"/>
            </a:pPr>
            <a:r>
              <a:t>D:/pasar_fix/node_modules/.bun/@vitest+snapshot@3.2.4/node_modules/@vitest/snapshot/dist/manager.d.ts</a:t>
            </a:r>
          </a:p>
          <a:p>
            <a:pPr>
              <a:defRPr sz="1200"/>
            </a:pPr>
            <a:r>
              <a:t>D:/pasar_fix/node_modules/.bun/@vitest+snapshot@3.2.4/node_modules/@vitest/snapshot/dist/manager.js</a:t>
            </a:r>
          </a:p>
          <a:p>
            <a:pPr>
              <a:defRPr sz="1200"/>
            </a:pPr>
            <a:r>
              <a:t>D:/pasar_fix/node_modules/.bun/@vitest+snapshot@3.2.4/node_modules/@vitest/snapshot/dist/rawSnapshot.d-lFsMJFUd.d.ts</a:t>
            </a:r>
          </a:p>
          <a:p>
            <a:pPr>
              <a:defRPr sz="1200"/>
            </a:pPr>
            <a:r>
              <a:t>D:/pasar_fix/node_modules/.bun/@vitest+spy@3.2.4/node_modules/@vitest/spy/LICENSE</a:t>
            </a:r>
          </a:p>
          <a:p>
            <a:pPr>
              <a:defRPr sz="1200"/>
            </a:pPr>
            <a:r>
              <a:t>D:/pasar_fix/node_modules/.bun/@vitest+spy@3.2.4/node_modules/@vitest/spy/package.json</a:t>
            </a:r>
          </a:p>
          <a:p>
            <a:pPr>
              <a:defRPr sz="1200"/>
            </a:pPr>
            <a:r>
              <a:t>D:/pasar_fix/node_modules/.bun/@vitest+spy@3.2.4/node_modules/@vitest/spy/README.md</a:t>
            </a:r>
          </a:p>
          <a:p>
            <a:pPr>
              <a:defRPr sz="1200"/>
            </a:pPr>
            <a:r>
              <a:t>D:/pasar_fix/node_modules/.bun/@vitest+spy@3.2.4/node_modules/@vitest/spy/dist/index.d.ts</a:t>
            </a:r>
          </a:p>
          <a:p>
            <a:pPr>
              <a:defRPr sz="1200"/>
            </a:pPr>
            <a:r>
              <a:t>D:/pasar_fix/node_modules/.bun/@vitest+spy@3.2.4/node_modules/@vitest/spy/dist/index.js</a:t>
            </a:r>
          </a:p>
          <a:p>
            <a:pPr>
              <a:defRPr sz="1200"/>
            </a:pPr>
            <a:r>
              <a:t>D:/pasar_fix/node_modules/.bun/@vitest+utils@3.2.4/node_modules/@vitest/utils/diff.d.ts</a:t>
            </a:r>
          </a:p>
          <a:p>
            <a:pPr>
              <a:defRPr sz="1200"/>
            </a:pPr>
            <a:r>
              <a:t>D:/pasar_fix/node_modules/.bun/@vitest+utils@3.2.4/node_modules/@vitest/utils/error.d.ts</a:t>
            </a:r>
          </a:p>
          <a:p>
            <a:pPr>
              <a:defRPr sz="1200"/>
            </a:pPr>
            <a:r>
              <a:t>D:/pasar_fix/node_modules/.bun/@vitest+utils@3.2.4/node_modules/@vitest/utils/helpers.d.ts</a:t>
            </a:r>
          </a:p>
          <a:p>
            <a:pPr>
              <a:defRPr sz="1200"/>
            </a:pPr>
            <a:r>
              <a:t>D:/pasar_fix/node_modules/.bun/@vitest+utils@3.2.4/node_modules/@vitest/utils/LICENSE</a:t>
            </a:r>
          </a:p>
          <a:p>
            <a:pPr>
              <a:defRPr sz="1200"/>
            </a:pPr>
            <a:r>
              <a:t>D:/pasar_fix/node_modules/.bun/@vitest+utils@3.2.4/node_modules/@vitest/utils/package.json</a:t>
            </a:r>
          </a:p>
          <a:p>
            <a:pPr>
              <a:defRPr sz="1200"/>
            </a:pPr>
            <a:r>
              <a:t>D:/pasar_fix/node_modules/.bun/@vitest+utils@3.2.4/node_modules/@vitest/utils/dist/chunk-_commonjsHelpers.js</a:t>
            </a:r>
          </a:p>
          <a:p>
            <a:pPr>
              <a:defRPr sz="1200"/>
            </a:pPr>
            <a:r>
              <a:t>D:/pasar_fix/node_modules/.bun/@vitest+utils@3.2.4/node_modules/@vitest/utils/dist/diff.d.ts</a:t>
            </a:r>
          </a:p>
          <a:p>
            <a:pPr>
              <a:defRPr sz="1200"/>
            </a:pPr>
            <a:r>
              <a:t>D:/pasar_fix/node_modules/.bun/@vitest+utils@3.2.4/node_modules/@vitest/utils/dist/diff.js</a:t>
            </a:r>
          </a:p>
          <a:p>
            <a:pPr>
              <a:defRPr sz="1200"/>
            </a:pPr>
            <a:r>
              <a:t>D:/pasar_fix/node_modules/.bun/@vitest+utils@3.2.4/node_modules/@vitest/utils/dist/error.d.ts</a:t>
            </a:r>
          </a:p>
          <a:p>
            <a:pPr>
              <a:defRPr sz="1200"/>
            </a:pPr>
            <a:r>
              <a:t>D:/pasar_fix/node_modules/.bun/@vitest+utils@3.2.4/node_modules/@vitest/utils/dist/error.js</a:t>
            </a:r>
          </a:p>
          <a:p>
            <a:pPr>
              <a:defRPr sz="1200"/>
            </a:pPr>
            <a:r>
              <a:t>D:/pasar_fix/node_modules/.bun/@vitest+utils@3.2.4/node_modules/@vitest/utils/dist/helpers.d.ts</a:t>
            </a:r>
          </a:p>
          <a:p>
            <a:pPr>
              <a:defRPr sz="1200"/>
            </a:pPr>
            <a:r>
              <a:t>D:/pasar_fix/node_modules/.bun/@vitest+utils@3.2.4/node_modules/@vitest/utils/dist/helpers.js</a:t>
            </a:r>
          </a:p>
          <a:p>
            <a:pPr>
              <a:defRPr sz="1200"/>
            </a:pPr>
            <a:r>
              <a:t>D:/pasar_fix/node_modules/.bun/@vitest+utils@3.2.4/node_modules/@vitest/utils/dist/index.d.ts</a:t>
            </a:r>
          </a:p>
          <a:p>
            <a:pPr>
              <a:defRPr sz="1200"/>
            </a:pPr>
            <a:r>
              <a:t>D:/pasar_fix/node_modules/.bun/@vitest+utils@3.2.4/node_modules/@vitest/utils/dist/index.js</a:t>
            </a:r>
          </a:p>
          <a:p>
            <a:pPr>
              <a:defRPr sz="1200"/>
            </a:pPr>
            <a:r>
              <a:t>D:/pasar_fix/node_modules/.bun/@vitest+utils@3.2.4/node_modules/@vitest/utils/dist/source-map.d.ts</a:t>
            </a:r>
          </a:p>
          <a:p>
            <a:pPr>
              <a:defRPr sz="1200"/>
            </a:pPr>
            <a:r>
              <a:t>D:/pasar_fix/node_modules/.bun/@vitest+utils@3.2.4/node_modules/@vitest/utils/dist/source-map.js</a:t>
            </a:r>
          </a:p>
          <a:p>
            <a:pPr>
              <a:defRPr sz="1200"/>
            </a:pPr>
            <a:r>
              <a:t>D:/pasar_fix/node_modules/.bun/@vitest+utils@3.2.4/node_modules/@vitest/utils/dist/types.d-BCElaP-c.d.ts</a:t>
            </a:r>
          </a:p>
          <a:p>
            <a:pPr>
              <a:defRPr sz="1200"/>
            </a:pPr>
            <a:r>
              <a:t>D:/pasar_fix/node_modules/.bun/@vitest+utils@3.2.4/node_modules/@vitest/utils/dist/types.d.ts</a:t>
            </a:r>
          </a:p>
          <a:p>
            <a:pPr>
              <a:defRPr sz="1200"/>
            </a:pPr>
            <a:r>
              <a:t>D:/pasar_fix/node_modules/.bun/@vitest+utils@3.2.4/node_modules/@vitest/utils/dist/types.js</a:t>
            </a:r>
          </a:p>
          <a:p>
            <a:pPr>
              <a:defRPr sz="1200"/>
            </a:pPr>
            <a:r>
              <a:t>D:/pasar_fix/node_modules/.bun/@zenuml+core@3.50.1+766f361b7dafa767/node_modules/@zenuml/core/LICENSE</a:t>
            </a:r>
          </a:p>
          <a:p>
            <a:pPr>
              <a:defRPr sz="1200"/>
            </a:pPr>
            <a:r>
              <a:t>D:/pasar_fix/node_modules/.bun/@zenuml+core@3.50.1+766f361b7dafa767/node_modules/@zenuml/core/package.json</a:t>
            </a:r>
          </a:p>
          <a:p>
            <a:pPr>
              <a:defRPr sz="1200"/>
            </a:pPr>
            <a:r>
              <a:t>D:/pasar_fix/node_modules/.bun/@zenuml+core@3.50.1+766f361b7dafa767/node_modules/@zenuml/core/README.md</a:t>
            </a:r>
          </a:p>
          <a:p>
            <a:pPr>
              <a:defRPr sz="1200"/>
            </a:pPr>
            <a:r>
              <a:t>D:/pasar_fix/node_modules/.bun/@zenuml+core@3.50.1+766f361b7dafa767/node_modules/@zenuml/core/dist/cloud-icons-eHuugVSv.js</a:t>
            </a:r>
          </a:p>
          <a:p>
            <a:pPr>
              <a:defRPr sz="1200"/>
            </a:pPr>
            <a:r>
              <a:t>D:/pasar_fix/node_modules/.bun/@zenuml+core@3.50.1+766f361b7dafa767/node_modules/@zenuml/core/dist/cloud-icons-eHuugVSv.js.map</a:t>
            </a:r>
          </a:p>
          <a:p>
            <a:pPr>
              <a:defRPr sz="1200"/>
            </a:pPr>
            <a:r>
              <a:t>D:/pasar_fix/node_modules/.bun/@zenuml+core@3.50.1+766f361b7dafa767/node_modules/@zenuml/core/dist/CNAME.txt</a:t>
            </a:r>
          </a:p>
          <a:p>
            <a:pPr>
              <a:defRPr sz="1200"/>
            </a:pPr>
            <a:r>
              <a:t>D:/pasar_fix/node_modules/.bun/@zenuml+core@3.50.1+766f361b7dafa767/node_modules/@zenuml/core/dist/embed-container-demo.html</a:t>
            </a:r>
          </a:p>
          <a:p>
            <a:pPr>
              <a:defRPr sz="1200"/>
            </a:pPr>
            <a:r>
              <a:t>D:/pasar_fix/node_modules/.bun/@zenuml+core@3.50.1+766f361b7dafa767/node_modules/@zenuml/core/dist/favicon.ico</a:t>
            </a:r>
          </a:p>
          <a:p>
            <a:pPr>
              <a:defRPr sz="1200"/>
            </a:pPr>
            <a:r>
              <a:t>D:/pasar_fix/node_modules/.bun/@zenuml+core@3.50.1+766f361b7dafa767/node_modules/@zenuml/core/dist/test-chinese.html</a:t>
            </a:r>
          </a:p>
          <a:p>
            <a:pPr>
              <a:defRPr sz="1200"/>
            </a:pPr>
            <a:r>
              <a:t>D:/pasar_fix/node_modules/.bun/@zenuml+core@3.50.1+766f361b7dafa767/node_modules/@zenuml/core/dist/vite.svg</a:t>
            </a:r>
          </a:p>
          <a:p>
            <a:pPr>
              <a:defRPr sz="1200"/>
            </a:pPr>
            <a:r>
              <a:t>D:/pasar_fix/node_modules/.bun/@zenuml+core@3.50.1+766f361b7dafa767/node_modules/@zenuml/core/dist/zenuml.esm.mjs</a:t>
            </a:r>
          </a:p>
          <a:p>
            <a:pPr>
              <a:defRPr sz="1200"/>
            </a:pPr>
            <a:r>
              <a:t>D:/pasar_fix/node_modules/.bun/@zenuml+core@3.50.1+766f361b7dafa767/node_modules/@zenuml/core/dist/zenuml.esm.mjs.map</a:t>
            </a:r>
          </a:p>
          <a:p>
            <a:pPr>
              <a:defRPr sz="1200"/>
            </a:pPr>
            <a:r>
              <a:t>D:/pasar_fix/node_modules/.bun/@zenuml+core@3.50.1+766f361b7dafa767/node_modules/@zenuml/core/dist/zenuml.js</a:t>
            </a:r>
          </a:p>
          <a:p>
            <a:pPr>
              <a:defRPr sz="1200"/>
            </a:pPr>
            <a:r>
              <a:t>D:/pasar_fix/node_modules/.bun/@zenuml+core@3.50.1+766f361b7dafa767/node_modules/@zenuml/core/dist/zenuml.js.map</a:t>
            </a:r>
          </a:p>
          <a:p>
            <a:pPr>
              <a:defRPr sz="1200"/>
            </a:pPr>
            <a:r>
              <a:t>D:/pasar_fix/node_modules/.bun/@zenuml+core@3.50.1+766f361b7dafa767/node_modules/@zenuml/core/dist/cli/zenuml.mjs</a:t>
            </a:r>
          </a:p>
          <a:p>
            <a:pPr>
              <a:defRPr sz="1200"/>
            </a:pPr>
            <a:r>
              <a:t>D:/pasar_fix/node_modules/.bun/@zenuml+core@3.50.1+766f361b7dafa767/node_modules/@zenuml/core/dist/cli/zenuml.mjs.map</a:t>
            </a:r>
          </a:p>
          <a:p>
            <a:pPr>
              <a:defRPr sz="1200"/>
            </a:pPr>
            <a:r>
              <a:t>D:/pasar_fix/node_modules/.bun/@zenuml+core@3.50.1+766f361b7dafa767/node_modules/@zenuml/core/dist/fonts/MS Sans Serif.ttf</a:t>
            </a:r>
          </a:p>
          <a:p>
            <a:pPr>
              <a:defRPr sz="1200"/>
            </a:pPr>
            <a:r>
              <a:t>D:/pasar_fix/node_modules/.bun/@zenuml+core@3.50.1+766f361b7dafa767/node_modules/@zenuml/core/dist/lsp/main.js</a:t>
            </a:r>
          </a:p>
          <a:p>
            <a:pPr>
              <a:defRPr sz="1200"/>
            </a:pPr>
            <a:r>
              <a:t>D:/pasar_fix/node_modules/.bun/@zenuml+core@3.50.1+766f361b7dafa767/node_modules/@zenuml/core/dist/lsp/zenuml-server.worker.js</a:t>
            </a:r>
          </a:p>
          <a:p>
            <a:pPr>
              <a:defRPr sz="1200"/>
            </a:pPr>
            <a:r>
              <a:t>D:/pasar_fix/node_modules/.bun/@zenuml+core@3.50.1+766f361b7dafa767/node_modules/@zenuml/core/dist/vendor/codemirror/codemirror.min.css</a:t>
            </a:r>
          </a:p>
          <a:p>
            <a:pPr>
              <a:defRPr sz="1200"/>
            </a:pPr>
            <a:r>
              <a:t>D:/pasar_fix/node_modules/.bun/@zenuml+core@3.50.1+766f361b7dafa767/node_modules/@zenuml/core/dist/vendor/codemirror/codemirror.min.js</a:t>
            </a:r>
          </a:p>
          <a:p>
            <a:pPr>
              <a:defRPr sz="1200"/>
            </a:pPr>
            <a:r>
              <a:t>D:/pasar_fix/node_modules/.bun/@zenuml+core@3.50.1+766f361b7dafa767/node_modules/@zenuml/core/dist/vendor/codemirror/material-darker.min.css</a:t>
            </a:r>
          </a:p>
          <a:p>
            <a:pPr>
              <a:defRPr sz="1200"/>
            </a:pPr>
            <a:r>
              <a:t>D:/pasar_fix/node_modules/.bun/@zenuml+core@3.50.1+766f361b7dafa767/node_modules/@zenuml/core/dist/vendor/highlightjs/github-dark.min.css</a:t>
            </a:r>
          </a:p>
          <a:p>
            <a:pPr>
              <a:defRPr sz="1200"/>
            </a:pPr>
            <a:r>
              <a:t>D:/pasar_fix/node_modules/.bun/@zenuml+core@3.50.1+766f361b7dafa767/node_modules/@zenuml/core/dist/vendor/tailwindcss/tailwindcss.js</a:t>
            </a:r>
          </a:p>
          <a:p>
            <a:pPr>
              <a:defRPr sz="1200"/>
            </a:pPr>
            <a:r>
              <a:t>D:/pasar_fix/node_modules/.bun/@zenuml+core@3.50.1+766f361b7dafa767/node_modules/@zenuml/core/types/index.d.ts</a:t>
            </a:r>
          </a:p>
          <a:p>
            <a:pPr>
              <a:defRPr sz="1200"/>
            </a:pPr>
            <a:r>
              <a:t>D:/pasar_fix/node_modules/.bun/@zenuml+core@3.50.1+766f361b7dafa767/node_modules/@zenuml/core/types/svg.d.ts</a:t>
            </a:r>
          </a:p>
          <a:p>
            <a:pPr>
              <a:defRPr sz="1200"/>
            </a:pPr>
            <a:r>
              <a:t>D:/pasar_fix/node_modules/.bun/abbrev@3.0.1/node_modules/abbrev/LICENSE</a:t>
            </a:r>
          </a:p>
          <a:p>
            <a:pPr>
              <a:defRPr sz="1200"/>
            </a:pPr>
            <a:r>
              <a:t>D:/pasar_fix/node_modules/.bun/abbrev@3.0.1/node_modules/abbrev/package.json</a:t>
            </a:r>
          </a:p>
          <a:p>
            <a:pPr>
              <a:defRPr sz="1200"/>
            </a:pPr>
            <a:r>
              <a:t>D:/pasar_fix/node_modules/.bun/abbrev@3.0.1/node_modules/abbrev/README.md</a:t>
            </a:r>
          </a:p>
          <a:p>
            <a:pPr>
              <a:defRPr sz="1200"/>
            </a:pPr>
            <a:r>
              <a:t>D:/pasar_fix/node_modules/.bun/abbrev@3.0.1/node_modules/abbrev/lib/index.js</a:t>
            </a:r>
          </a:p>
          <a:p>
            <a:pPr>
              <a:defRPr sz="1200"/>
            </a:pPr>
            <a:r>
              <a:t>D:/pasar_fix/node_modules/.bun/abort-controller@3.0.0/node_modules/abort-controller/browser.js</a:t>
            </a:r>
          </a:p>
          <a:p>
            <a:pPr>
              <a:defRPr sz="1200"/>
            </a:pPr>
            <a:r>
              <a:t>D:/pasar_fix/node_modules/.bun/abort-controller@3.0.0/node_modules/abort-controller/browser.mjs</a:t>
            </a:r>
          </a:p>
          <a:p>
            <a:pPr>
              <a:defRPr sz="1200"/>
            </a:pPr>
            <a:r>
              <a:t>D:/pasar_fix/node_modules/.bun/abort-controller@3.0.0/node_modules/abort-controller/LICENSE</a:t>
            </a:r>
          </a:p>
          <a:p>
            <a:pPr>
              <a:defRPr sz="1200"/>
            </a:pPr>
            <a:r>
              <a:t>D:/pasar_fix/node_modules/.bun/abort-controller@3.0.0/node_modules/abort-controller/package.json</a:t>
            </a:r>
          </a:p>
          <a:p>
            <a:pPr>
              <a:defRPr sz="1200"/>
            </a:pPr>
            <a:r>
              <a:t>D:/pasar_fix/node_modules/.bun/abort-controller@3.0.0/node_modules/abort-controller/polyfill.js</a:t>
            </a:r>
          </a:p>
          <a:p>
            <a:pPr>
              <a:defRPr sz="1200"/>
            </a:pPr>
            <a:r>
              <a:t>D:/pasar_fix/node_modules/.bun/abort-controller@3.0.0/node_modules/abort-controller/polyfill.mjs</a:t>
            </a:r>
          </a:p>
          <a:p>
            <a:pPr>
              <a:defRPr sz="1200"/>
            </a:pPr>
            <a:r>
              <a:t>D:/pasar_fix/node_modules/.bun/abort-controller@3.0.0/node_modules/abort-controller/README.md</a:t>
            </a:r>
          </a:p>
          <a:p>
            <a:pPr>
              <a:defRPr sz="1200"/>
            </a:pPr>
            <a:r>
              <a:t>D:/pasar_fix/node_modules/.bun/abort-controller@3.0.0/node_modules/abort-controller/dist/abort-controller.d.ts</a:t>
            </a:r>
          </a:p>
          <a:p>
            <a:pPr>
              <a:defRPr sz="1200"/>
            </a:pPr>
            <a:r>
              <a:t>D:/pasar_fix/node_modules/.bun/abort-controller@3.0.0/node_modules/abort-controller/dist/abort-controller.js</a:t>
            </a:r>
          </a:p>
          <a:p>
            <a:pPr>
              <a:defRPr sz="1200"/>
            </a:pPr>
            <a:r>
              <a:t>D:/pasar_fix/node_modules/.bun/abort-controller@3.0.0/node_modules/abort-controller/dist/abort-controller.js.map</a:t>
            </a:r>
          </a:p>
          <a:p>
            <a:pPr>
              <a:defRPr sz="1200"/>
            </a:pPr>
            <a:r>
              <a:t>D:/pasar_fix/node_modules/.bun/abort-controller@3.0.0/node_modules/abort-controller/dist/abort-controller.mjs</a:t>
            </a:r>
          </a:p>
          <a:p>
            <a:pPr>
              <a:defRPr sz="1200"/>
            </a:pPr>
            <a:r>
              <a:t>D:/pasar_fix/node_modules/.bun/abort-controller@3.0.0/node_modules/abort-controller/dist/abort-controller.mjs.map</a:t>
            </a:r>
          </a:p>
          <a:p>
            <a:pPr>
              <a:defRPr sz="1200"/>
            </a:pPr>
            <a:r>
              <a:t>D:/pasar_fix/node_modules/.bun/abort-controller@3.0.0/node_modules/abort-controller/dist/abort-controller.umd.js</a:t>
            </a:r>
          </a:p>
          <a:p>
            <a:pPr>
              <a:defRPr sz="1200"/>
            </a:pPr>
            <a:r>
              <a:t>D:/pasar_fix/node_modules/.bun/abort-controller@3.0.0/node_modules/abort-controller/dist/abort-controller.umd.js.map</a:t>
            </a:r>
          </a:p>
          <a:p>
            <a:pPr>
              <a:defRPr sz="1200"/>
            </a:pPr>
            <a:r>
              <a:t>D:/pasar_fix/node_modules/.bun/acorn-import-attributes@1.9.5+ed870fa5b9aaeac5/node_modules/.bin/acorn.bunx</a:t>
            </a:r>
          </a:p>
          <a:p>
            <a:pPr>
              <a:defRPr sz="1200"/>
            </a:pPr>
            <a:r>
              <a:t>D:/pasar_fix/node_modules/.bun/acorn-import-attributes@1.9.5+ed870fa5b9aaeac5/node_modules/.bin/acorn.exe</a:t>
            </a:r>
          </a:p>
          <a:p>
            <a:pPr>
              <a:defRPr sz="1200"/>
            </a:pPr>
            <a:r>
              <a:t>D:/pasar_fix/node_modules/.bun/acorn-import-attributes@1.9.5+ed870fa5b9aaeac5/node_modules/acorn-import-attributes/LICENSE</a:t>
            </a:r>
          </a:p>
          <a:p>
            <a:pPr>
              <a:defRPr sz="1200"/>
            </a:pPr>
            <a:r>
              <a:t>D:/pasar_fix/node_modules/.bun/acorn-import-attributes@1.9.5+ed870fa5b9aaeac5/node_modules/acorn-import-attributes/package.json</a:t>
            </a:r>
          </a:p>
          <a:p>
            <a:pPr>
              <a:defRPr sz="1200"/>
            </a:pPr>
            <a:r>
              <a:t>D:/pasar_fix/node_modules/.bun/acorn-import-attributes@1.9.5+ed870fa5b9aaeac5/node_modules/acorn-import-attributes/README.md</a:t>
            </a:r>
          </a:p>
          <a:p>
            <a:pPr>
              <a:defRPr sz="1200"/>
            </a:pPr>
            <a:r>
              <a:t>D:/pasar_fix/node_modules/.bun/acorn-import-attributes@1.9.5+ed870fa5b9aaeac5/node_modules/acorn-import-attributes/lib/index.js</a:t>
            </a:r>
          </a:p>
          <a:p>
            <a:pPr>
              <a:defRPr sz="1200"/>
            </a:pPr>
            <a:r>
              <a:t>D:/pasar_fix/node_modules/.bun/acorn-import-attributes@1.9.5+ed870fa5b9aaeac5/node_modules/acorn-import-attributes/lib/index.mjs</a:t>
            </a:r>
          </a:p>
          <a:p>
            <a:pPr>
              <a:defRPr sz="1200"/>
            </a:pPr>
            <a:r>
              <a:t>D:/pasar_fix/node_modules/.bun/acorn-import-attributes@1.9.5+ed870fa5b9aaeac5/node_modules/acorn-import-attributes/src/index.js</a:t>
            </a:r>
          </a:p>
          <a:p>
            <a:pPr>
              <a:defRPr sz="1200"/>
            </a:pPr>
            <a:r>
              <a:t>D:/pasar_fix/node_modules/.bun/acorn@8.16.0/node_modules/.bin/acorn.bunx</a:t>
            </a:r>
          </a:p>
          <a:p>
            <a:pPr>
              <a:defRPr sz="1200"/>
            </a:pPr>
            <a:r>
              <a:t>D:/pasar_fix/node_modules/.bun/acorn@8.16.0/node_modules/.bin/acorn.exe</a:t>
            </a:r>
          </a:p>
          <a:p>
            <a:pPr>
              <a:defRPr sz="1200"/>
            </a:pPr>
            <a:r>
              <a:t>D:/pasar_fix/node_modules/.bun/acorn@8.16.0/node_modules/acorn/CHANGELOG.md</a:t>
            </a:r>
          </a:p>
          <a:p>
            <a:pPr>
              <a:defRPr sz="1200"/>
            </a:pPr>
            <a:r>
              <a:t>D:/pasar_fix/node_modules/.bun/acorn@8.16.0/node_modules/acorn/LICENSE</a:t>
            </a:r>
          </a:p>
          <a:p>
            <a:pPr>
              <a:defRPr sz="1200"/>
            </a:pPr>
            <a:r>
              <a:t>D:/pasar_fix/node_modules/.bun/acorn@8.16.0/node_modules/acorn/package.json</a:t>
            </a:r>
          </a:p>
          <a:p>
            <a:pPr>
              <a:defRPr sz="1200"/>
            </a:pPr>
            <a:r>
              <a:t>D:/pasar_fix/node_modules/.bun/acorn@8.16.0/node_modules/acorn/README.md</a:t>
            </a:r>
          </a:p>
          <a:p>
            <a:pPr>
              <a:defRPr sz="1200"/>
            </a:pPr>
            <a:r>
              <a:t>D:/pasar_fix/node_modules/.bun/acorn@8.16.0/node_modules/acorn/bin/acorn</a:t>
            </a:r>
          </a:p>
          <a:p>
            <a:pPr>
              <a:defRPr sz="1200"/>
            </a:pPr>
            <a:r>
              <a:t>D:/pasar_fix/node_modules/.bun/acorn@8.16.0/node_modules/acorn/dist/acorn.d.mts</a:t>
            </a:r>
          </a:p>
          <a:p>
            <a:pPr>
              <a:defRPr sz="1200"/>
            </a:pPr>
            <a:r>
              <a:t>D:/pasar_fix/node_modules/.bun/acorn@8.16.0/node_modules/acorn/dist/acorn.d.ts</a:t>
            </a:r>
          </a:p>
          <a:p>
            <a:pPr>
              <a:defRPr sz="1200"/>
            </a:pPr>
            <a:r>
              <a:t>D:/pasar_fix/node_modules/.bun/acorn@8.16.0/node_modules/acorn/dist/acorn.js</a:t>
            </a:r>
          </a:p>
          <a:p>
            <a:pPr>
              <a:defRPr sz="1200"/>
            </a:pPr>
            <a:r>
              <a:t>D:/pasar_fix/node_modules/.bun/acorn@8.16.0/node_modules/acorn/dist/acorn.mjs</a:t>
            </a:r>
          </a:p>
          <a:p>
            <a:pPr>
              <a:defRPr sz="1200"/>
            </a:pPr>
            <a:r>
              <a:t>D:/pasar_fix/node_modules/.bun/acorn@8.16.0/node_modules/acorn/dist/bin.js</a:t>
            </a:r>
          </a:p>
          <a:p>
            <a:pPr>
              <a:defRPr sz="1200"/>
            </a:pPr>
            <a:r>
              <a:t>D:/pasar_fix/node_modules/.bun/adler-32@1.3.1/node_modules/adler-32/adler32.js</a:t>
            </a:r>
          </a:p>
          <a:p>
            <a:pPr>
              <a:defRPr sz="1200"/>
            </a:pPr>
            <a:r>
              <a:t>D:/pasar_fix/node_modules/.bun/adler-32@1.3.1/node_modules/adler-32/LICENSE</a:t>
            </a:r>
          </a:p>
          <a:p>
            <a:pPr>
              <a:defRPr sz="1200"/>
            </a:pPr>
            <a:r>
              <a:t>D:/pasar_fix/node_modules/.bun/adler-32@1.3.1/node_modules/adler-32/package.json</a:t>
            </a:r>
          </a:p>
          <a:p>
            <a:pPr>
              <a:defRPr sz="1200"/>
            </a:pPr>
            <a:r>
              <a:t>D:/pasar_fix/node_modules/.bun/adler-32@1.3.1/node_modules/adler-32/README.md</a:t>
            </a:r>
          </a:p>
          <a:p>
            <a:pPr>
              <a:defRPr sz="1200"/>
            </a:pPr>
            <a:r>
              <a:t>D:/pasar_fix/node_modules/.bun/adler-32@1.3.1/node_modules/adler-32/types/index.d.ts</a:t>
            </a:r>
          </a:p>
          <a:p>
            <a:pPr>
              <a:defRPr sz="1200"/>
            </a:pPr>
            <a:r>
              <a:t>D:/pasar_fix/node_modules/.bun/adler-32@1.3.1/node_modules/adler-32/types/tsconfig.json</a:t>
            </a:r>
          </a:p>
          <a:p>
            <a:pPr>
              <a:defRPr sz="1200"/>
            </a:pPr>
            <a:r>
              <a:t>D:/pasar_fix/node_modules/.bun/adler-32@1.3.1/node_modules/adler-32/types/tslint.json</a:t>
            </a:r>
          </a:p>
          <a:p>
            <a:pPr>
              <a:defRPr sz="1200"/>
            </a:pPr>
            <a:r>
              <a:t>D:/pasar_fix/node_modules/.bun/agent-base@7.1.4/node_modules/agent-base/LICENSE</a:t>
            </a:r>
          </a:p>
          <a:p>
            <a:pPr>
              <a:defRPr sz="1200"/>
            </a:pPr>
            <a:r>
              <a:t>D:/pasar_fix/node_modules/.bun/agent-base@7.1.4/node_modules/agent-base/package.json</a:t>
            </a:r>
          </a:p>
          <a:p>
            <a:pPr>
              <a:defRPr sz="1200"/>
            </a:pPr>
            <a:r>
              <a:t>D:/pasar_fix/node_modules/.bun/agent-base@7.1.4/node_modules/agent-base/README.md</a:t>
            </a:r>
          </a:p>
          <a:p>
            <a:pPr>
              <a:defRPr sz="1200"/>
            </a:pPr>
            <a:r>
              <a:t>D:/pasar_fix/node_modules/.bun/agent-base@7.1.4/node_modules/agent-base/dist/helpers.d.ts</a:t>
            </a:r>
          </a:p>
          <a:p>
            <a:pPr>
              <a:defRPr sz="1200"/>
            </a:pPr>
            <a:r>
              <a:t>D:/pasar_fix/node_modules/.bun/agent-base@7.1.4/node_modules/agent-base/dist/helpers.d.ts.map</a:t>
            </a:r>
          </a:p>
          <a:p>
            <a:pPr>
              <a:defRPr sz="1200"/>
            </a:pPr>
            <a:r>
              <a:t>D:/pasar_fix/node_modules/.bun/agent-base@7.1.4/node_modules/agent-base/dist/helpers.js</a:t>
            </a:r>
          </a:p>
          <a:p>
            <a:pPr>
              <a:defRPr sz="1200"/>
            </a:pPr>
            <a:r>
              <a:t>D:/pasar_fix/node_modules/.bun/agent-base@7.1.4/node_modules/agent-base/dist/helpers.js.map</a:t>
            </a:r>
          </a:p>
          <a:p>
            <a:pPr>
              <a:defRPr sz="1200"/>
            </a:pPr>
            <a:r>
              <a:t>D:/pasar_fix/node_modules/.bun/agent-base@7.1.4/node_modules/agent-base/dist/index.d.ts</a:t>
            </a:r>
          </a:p>
          <a:p>
            <a:pPr>
              <a:defRPr sz="1200"/>
            </a:pPr>
            <a:r>
              <a:t>D:/pasar_fix/node_modules/.bun/agent-base@7.1.4/node_modules/agent-base/dist/index.d.ts.map</a:t>
            </a:r>
          </a:p>
          <a:p>
            <a:pPr>
              <a:defRPr sz="1200"/>
            </a:pPr>
            <a:r>
              <a:t>D:/pasar_fix/node_modules/.bun/agent-base@7.1.4/node_modules/agent-base/dist/index.js</a:t>
            </a:r>
          </a:p>
          <a:p>
            <a:pPr>
              <a:defRPr sz="1200"/>
            </a:pPr>
            <a:r>
              <a:t>D:/pasar_fix/node_modules/.bun/agent-base@7.1.4/node_modules/agent-base/dist/index.js.map</a:t>
            </a:r>
          </a:p>
          <a:p>
            <a:pPr>
              <a:defRPr sz="1200"/>
            </a:pPr>
            <a:r>
              <a:t>D:/pasar_fix/node_modules/.bun/ansi-regex@5.0.1/node_modules/ansi-regex/index.d.ts</a:t>
            </a:r>
          </a:p>
          <a:p>
            <a:pPr>
              <a:defRPr sz="1200"/>
            </a:pPr>
            <a:r>
              <a:t>D:/pasar_fix/node_modules/.bun/ansi-regex@5.0.1/node_modules/ansi-regex/index.js</a:t>
            </a:r>
          </a:p>
          <a:p>
            <a:pPr>
              <a:defRPr sz="1200"/>
            </a:pPr>
            <a:r>
              <a:t>D:/pasar_fix/node_modules/.bun/ansi-regex@5.0.1/node_modules/ansi-regex/license</a:t>
            </a:r>
          </a:p>
          <a:p>
            <a:pPr>
              <a:defRPr sz="1200"/>
            </a:pPr>
            <a:r>
              <a:t>D:/pasar_fix/node_modules/.bun/ansi-regex@5.0.1/node_modules/ansi-regex/package.json</a:t>
            </a:r>
          </a:p>
          <a:p>
            <a:pPr>
              <a:defRPr sz="1200"/>
            </a:pPr>
            <a:r>
              <a:t>D:/pasar_fix/node_modules/.bun/ansi-regex@5.0.1/node_modules/ansi-regex/readme.md</a:t>
            </a:r>
          </a:p>
          <a:p>
            <a:pPr>
              <a:defRPr sz="1200"/>
            </a:pPr>
            <a:r>
              <a:t>D:/pasar_fix/node_modules/.bun/ansi-regex@6.2.2/node_modules/ansi-regex/index.d.ts</a:t>
            </a:r>
          </a:p>
          <a:p>
            <a:pPr>
              <a:defRPr sz="1200"/>
            </a:pPr>
            <a:r>
              <a:t>D:/pasar_fix/node_modules/.bun/ansi-regex@6.2.2/node_modules/ansi-regex/index.js</a:t>
            </a:r>
          </a:p>
          <a:p>
            <a:pPr>
              <a:defRPr sz="1200"/>
            </a:pPr>
            <a:r>
              <a:t>D:/pasar_fix/node_modules/.bun/ansi-regex@6.2.2/node_modules/ansi-regex/license</a:t>
            </a:r>
          </a:p>
          <a:p>
            <a:pPr>
              <a:defRPr sz="1200"/>
            </a:pPr>
            <a:r>
              <a:t>D:/pasar_fix/node_modules/.bun/ansi-regex@6.2.2/node_modules/ansi-regex/package.json</a:t>
            </a:r>
          </a:p>
          <a:p>
            <a:pPr>
              <a:defRPr sz="1200"/>
            </a:pPr>
            <a:r>
              <a:t>D:/pasar_fix/node_modules/.bun/ansi-regex@6.2.2/node_modules/ansi-regex/readme.md</a:t>
            </a:r>
          </a:p>
          <a:p>
            <a:pPr>
              <a:defRPr sz="1200"/>
            </a:pPr>
            <a:r>
              <a:t>D:/pasar_fix/node_modules/.bun/ansi-styles@4.3.0/node_modules/ansi-styles/index.d.ts</a:t>
            </a:r>
          </a:p>
          <a:p>
            <a:pPr>
              <a:defRPr sz="1200"/>
            </a:pPr>
            <a:r>
              <a:t>D:/pasar_fix/node_modules/.bun/ansi-styles@4.3.0/node_modules/ansi-styles/index.js</a:t>
            </a:r>
          </a:p>
          <a:p>
            <a:pPr>
              <a:defRPr sz="1200"/>
            </a:pPr>
            <a:r>
              <a:t>D:/pasar_fix/node_modules/.bun/ansi-styles@4.3.0/node_modules/ansi-styles/license</a:t>
            </a:r>
          </a:p>
          <a:p>
            <a:pPr>
              <a:defRPr sz="1200"/>
            </a:pPr>
            <a:r>
              <a:t>D:/pasar_fix/node_modules/.bun/ansi-styles@4.3.0/node_modules/ansi-styles/package.json</a:t>
            </a:r>
          </a:p>
          <a:p>
            <a:pPr>
              <a:defRPr sz="1200"/>
            </a:pPr>
            <a:r>
              <a:t>D:/pasar_fix/node_modules/.bun/ansi-styles@4.3.0/node_modules/ansi-styles/readme.md</a:t>
            </a:r>
          </a:p>
          <a:p>
            <a:pPr>
              <a:defRPr sz="1200"/>
            </a:pPr>
            <a:r>
              <a:t>D:/pasar_fix/node_modules/.bun/ansi-styles@5.2.0/node_modules/ansi-styles/index.d.ts</a:t>
            </a:r>
          </a:p>
          <a:p>
            <a:pPr>
              <a:defRPr sz="1200"/>
            </a:pPr>
            <a:r>
              <a:t>D:/pasar_fix/node_modules/.bun/ansi-styles@5.2.0/node_modules/ansi-styles/index.js</a:t>
            </a:r>
          </a:p>
          <a:p>
            <a:pPr>
              <a:defRPr sz="1200"/>
            </a:pPr>
            <a:r>
              <a:t>D:/pasar_fix/node_modules/.bun/ansi-styles@5.2.0/node_modules/ansi-styles/license</a:t>
            </a:r>
          </a:p>
          <a:p>
            <a:pPr>
              <a:defRPr sz="1200"/>
            </a:pPr>
            <a:r>
              <a:t>D:/pasar_fix/node_modules/.bun/ansi-styles@5.2.0/node_modules/ansi-styles/package.json</a:t>
            </a:r>
          </a:p>
          <a:p>
            <a:pPr>
              <a:defRPr sz="1200"/>
            </a:pPr>
            <a:r>
              <a:t>D:/pasar_fix/node_modules/.bun/ansi-styles@5.2.0/node_modules/ansi-styles/readme.md</a:t>
            </a:r>
          </a:p>
          <a:p>
            <a:pPr>
              <a:defRPr sz="1200"/>
            </a:pPr>
            <a:r>
              <a:t>D:/pasar_fix/node_modules/.bun/ansi-styles@6.2.3/node_modules/ansi-styles/index.d.ts</a:t>
            </a:r>
          </a:p>
          <a:p>
            <a:pPr>
              <a:defRPr sz="1200"/>
            </a:pPr>
            <a:r>
              <a:t>D:/pasar_fix/node_modules/.bun/ansi-styles@6.2.3/node_modules/ansi-styles/index.js</a:t>
            </a:r>
          </a:p>
          <a:p>
            <a:pPr>
              <a:defRPr sz="1200"/>
            </a:pPr>
            <a:r>
              <a:t>D:/pasar_fix/node_modules/.bun/ansi-styles@6.2.3/node_modules/ansi-styles/license</a:t>
            </a:r>
          </a:p>
          <a:p>
            <a:pPr>
              <a:defRPr sz="1200"/>
            </a:pPr>
            <a:r>
              <a:t>D:/pasar_fix/node_modules/.bun/ansi-styles@6.2.3/node_modules/ansi-styles/package.json</a:t>
            </a:r>
          </a:p>
          <a:p>
            <a:pPr>
              <a:defRPr sz="1200"/>
            </a:pPr>
            <a:r>
              <a:t>D:/pasar_fix/node_modules/.bun/ansi-styles@6.2.3/node_modules/ansi-styles/readme.md</a:t>
            </a:r>
          </a:p>
          <a:p>
            <a:pPr>
              <a:defRPr sz="1200"/>
            </a:pPr>
            <a:r>
              <a:t>D:/pasar_fix/node_modules/.bun/ansis@4.3.0/node_modules/ansis/index.cjs</a:t>
            </a:r>
          </a:p>
          <a:p>
            <a:pPr>
              <a:defRPr sz="1200"/>
            </a:pPr>
            <a:r>
              <a:t>D:/pasar_fix/node_modules/.bun/ansis@4.3.0/node_modules/ansis/index.d.ts</a:t>
            </a:r>
          </a:p>
          <a:p>
            <a:pPr>
              <a:defRPr sz="1200"/>
            </a:pPr>
            <a:r>
              <a:t>D:/pasar_fix/node_modules/.bun/ansis@4.3.0/node_modules/ansis/index.mjs</a:t>
            </a:r>
          </a:p>
          <a:p>
            <a:pPr>
              <a:defRPr sz="1200"/>
            </a:pPr>
            <a:r>
              <a:t>D:/pasar_fix/node_modules/.bun/ansis@4.3.0/node_modules/ansis/LICENSE</a:t>
            </a:r>
          </a:p>
          <a:p>
            <a:pPr>
              <a:defRPr sz="1200"/>
            </a:pPr>
            <a:r>
              <a:t>D:/pasar_fix/node_modules/.bun/ansis@4.3.0/node_modules/ansis/package.json</a:t>
            </a:r>
          </a:p>
          <a:p>
            <a:pPr>
              <a:defRPr sz="1200"/>
            </a:pPr>
            <a:r>
              <a:t>D:/pasar_fix/node_modules/.bun/ansis@4.3.0/node_modules/ansis/README.md</a:t>
            </a:r>
          </a:p>
          <a:p>
            <a:pPr>
              <a:defRPr sz="1200"/>
            </a:pPr>
            <a:r>
              <a:t>D:/pasar_fix/node_modules/.bun/antlr4@4.11.0/node_modules/antlr4/.babelrc</a:t>
            </a:r>
          </a:p>
          <a:p>
            <a:pPr>
              <a:defRPr sz="1200"/>
            </a:pPr>
            <a:r>
              <a:t>D:/pasar_fix/node_modules/.bun/antlr4@4.11.0/node_modules/antlr4/.eslintignore</a:t>
            </a:r>
          </a:p>
          <a:p>
            <a:pPr>
              <a:defRPr sz="1200"/>
            </a:pPr>
            <a:r>
              <a:t>D:/pasar_fix/node_modules/.bun/antlr4@4.11.0/node_modules/antlr4/.eslintrc.yml</a:t>
            </a:r>
          </a:p>
          <a:p>
            <a:pPr>
              <a:defRPr sz="1200"/>
            </a:pPr>
            <a:r>
              <a:t>D:/pasar_fix/node_modules/.bun/antlr4@4.11.0/node_modules/antlr4/.project</a:t>
            </a:r>
          </a:p>
          <a:p>
            <a:pPr>
              <a:defRPr sz="1200"/>
            </a:pPr>
            <a:r>
              <a:t>D:/pasar_fix/node_modules/.bun/antlr4@4.11.0/node_modules/antlr4/package.json</a:t>
            </a:r>
          </a:p>
          <a:p>
            <a:pPr>
              <a:defRPr sz="1200"/>
            </a:pPr>
            <a:r>
              <a:t>D:/pasar_fix/node_modules/.bun/antlr4@4.11.0/node_modules/antlr4/README.md</a:t>
            </a:r>
          </a:p>
          <a:p>
            <a:pPr>
              <a:defRPr sz="1200"/>
            </a:pPr>
            <a:r>
              <a:t>D:/pasar_fix/node_modules/.bun/antlr4@4.11.0/node_modules/antlr4/webpack.config.cjs</a:t>
            </a:r>
          </a:p>
          <a:p>
            <a:pPr>
              <a:defRPr sz="1200"/>
            </a:pPr>
            <a:r>
              <a:t>D:/pasar_fix/node_modules/.bun/antlr4@4.11.0/node_modules/antlr4/spec/IntervalSetSpec.js</a:t>
            </a:r>
          </a:p>
          <a:p>
            <a:pPr>
              <a:defRPr sz="1200"/>
            </a:pPr>
            <a:r>
              <a:t>D:/pasar_fix/node_modules/.bun/antlr4@4.11.0/node_modules/antlr4/spec/helpers/Reporter.js</a:t>
            </a:r>
          </a:p>
          <a:p>
            <a:pPr>
              <a:defRPr sz="1200"/>
            </a:pPr>
            <a:r>
              <a:t>D:/pasar_fix/node_modules/.bun/antlr4@4.11.0/node_modules/antlr4/spec/support/jasmine.json</a:t>
            </a:r>
          </a:p>
          <a:p>
            <a:pPr>
              <a:defRPr sz="1200"/>
            </a:pPr>
            <a:r>
              <a:t>D:/pasar_fix/node_modules/.bun/antlr4@4.11.0/node_modules/antlr4/src/antlr4/BufferedTokenStream.js</a:t>
            </a:r>
          </a:p>
          <a:p>
            <a:pPr>
              <a:defRPr sz="1200"/>
            </a:pPr>
            <a:r>
              <a:t>D:/pasar_fix/node_modules/.bun/antlr4@4.11.0/node_modules/antlr4/src/antlr4/CharStreams.js</a:t>
            </a:r>
          </a:p>
          <a:p>
            <a:pPr>
              <a:defRPr sz="1200"/>
            </a:pPr>
            <a:r>
              <a:t>D:/pasar_fix/node_modules/.bun/antlr4@4.11.0/node_modules/antlr4/src/antlr4/CommonToken.js</a:t>
            </a:r>
          </a:p>
          <a:p>
            <a:pPr>
              <a:defRPr sz="1200"/>
            </a:pPr>
            <a:r>
              <a:t>D:/pasar_fix/node_modules/.bun/antlr4@4.11.0/node_modules/antlr4/src/antlr4/CommonTokenFactory.js</a:t>
            </a:r>
          </a:p>
          <a:p>
            <a:pPr>
              <a:defRPr sz="1200"/>
            </a:pPr>
            <a:r>
              <a:t>D:/pasar_fix/node_modules/.bun/antlr4@4.11.0/node_modules/antlr4/src/antlr4/CommonTokenStream.js</a:t>
            </a:r>
          </a:p>
          <a:p>
            <a:pPr>
              <a:defRPr sz="1200"/>
            </a:pPr>
            <a:r>
              <a:t>D:/pasar_fix/node_modules/.bun/antlr4@4.11.0/node_modules/antlr4/src/antlr4/FileStream.js</a:t>
            </a:r>
          </a:p>
          <a:p>
            <a:pPr>
              <a:defRPr sz="1200"/>
            </a:pPr>
            <a:r>
              <a:t>D:/pasar_fix/node_modules/.bun/antlr4@4.11.0/node_modules/antlr4/src/antlr4/index.js</a:t>
            </a:r>
          </a:p>
          <a:p>
            <a:pPr>
              <a:defRPr sz="1200"/>
            </a:pPr>
            <a:r>
              <a:t>D:/pasar_fix/node_modules/.bun/antlr4@4.11.0/node_modules/antlr4/src/antlr4/InputStream.js</a:t>
            </a:r>
          </a:p>
          <a:p>
            <a:pPr>
              <a:defRPr sz="1200"/>
            </a:pPr>
            <a:r>
              <a:t>D:/pasar_fix/node_modules/.bun/antlr4@4.11.0/node_modules/antlr4/src/antlr4/Lexer.js</a:t>
            </a:r>
          </a:p>
          <a:p>
            <a:pPr>
              <a:defRPr sz="1200"/>
            </a:pPr>
            <a:r>
              <a:t>D:/pasar_fix/node_modules/.bun/antlr4@4.11.0/node_modules/antlr4/src/antlr4/Parser.js</a:t>
            </a:r>
          </a:p>
          <a:p>
            <a:pPr>
              <a:defRPr sz="1200"/>
            </a:pPr>
            <a:r>
              <a:t>D:/pasar_fix/node_modules/.bun/antlr4@4.11.0/node_modules/antlr4/src/antlr4/Recognizer.js</a:t>
            </a:r>
          </a:p>
          <a:p>
            <a:pPr>
              <a:defRPr sz="1200"/>
            </a:pPr>
            <a:r>
              <a:t>D:/pasar_fix/node_modules/.bun/antlr4@4.11.0/node_modules/antlr4/src/antlr4/Token.js</a:t>
            </a:r>
          </a:p>
          <a:p>
            <a:pPr>
              <a:defRPr sz="1200"/>
            </a:pPr>
            <a:r>
              <a:t>D:/pasar_fix/node_modules/.bun/antlr4@4.11.0/node_modules/antlr4/src/antlr4/TokenSource.js</a:t>
            </a:r>
          </a:p>
          <a:p>
            <a:pPr>
              <a:defRPr sz="1200"/>
            </a:pPr>
            <a:r>
              <a:t>D:/pasar_fix/node_modules/.bun/antlr4@4.11.0/node_modules/antlr4/src/antlr4/TokenStream.js</a:t>
            </a:r>
          </a:p>
          <a:p>
            <a:pPr>
              <a:defRPr sz="1200"/>
            </a:pPr>
            <a:r>
              <a:t>D:/pasar_fix/node_modules/.bun/antlr4@4.11.0/node_modules/antlr4/src/antlr4/TraceListener.js</a:t>
            </a:r>
          </a:p>
          <a:p>
            <a:pPr>
              <a:defRPr sz="1200"/>
            </a:pPr>
            <a:r>
              <a:t>D:/pasar_fix/node_modules/.bun/antlr4@4.11.0/node_modules/antlr4/src/antlr4/action/LexerAction.js</a:t>
            </a:r>
          </a:p>
          <a:p>
            <a:pPr>
              <a:defRPr sz="1200"/>
            </a:pPr>
            <a:r>
              <a:t>D:/pasar_fix/node_modules/.bun/antlr4@4.11.0/node_modules/antlr4/src/antlr4/action/LexerChannelAction.js</a:t>
            </a:r>
          </a:p>
          <a:p>
            <a:pPr>
              <a:defRPr sz="1200"/>
            </a:pPr>
            <a:r>
              <a:t>D:/pasar_fix/node_modules/.bun/antlr4@4.11.0/node_modules/antlr4/src/antlr4/action/LexerCustomAction.js</a:t>
            </a:r>
          </a:p>
          <a:p>
            <a:pPr>
              <a:defRPr sz="1200"/>
            </a:pPr>
            <a:r>
              <a:t>D:/pasar_fix/node_modules/.bun/antlr4@4.11.0/node_modules/antlr4/src/antlr4/action/LexerIndexedCustomAction.js</a:t>
            </a:r>
          </a:p>
          <a:p>
            <a:pPr>
              <a:defRPr sz="1200"/>
            </a:pPr>
            <a:r>
              <a:t>D:/pasar_fix/node_modules/.bun/antlr4@4.11.0/node_modules/antlr4/src/antlr4/action/LexerModeAction.js</a:t>
            </a:r>
          </a:p>
          <a:p>
            <a:pPr>
              <a:defRPr sz="1200"/>
            </a:pPr>
            <a:r>
              <a:t>D:/pasar_fix/node_modules/.bun/antlr4@4.11.0/node_modules/antlr4/src/antlr4/action/LexerMoreAction.js</a:t>
            </a:r>
          </a:p>
          <a:p>
            <a:pPr>
              <a:defRPr sz="1200"/>
            </a:pPr>
            <a:r>
              <a:t>D:/pasar_fix/node_modules/.bun/antlr4@4.11.0/node_modules/antlr4/src/antlr4/action/LexerPopModeAction.js</a:t>
            </a:r>
          </a:p>
          <a:p>
            <a:pPr>
              <a:defRPr sz="1200"/>
            </a:pPr>
            <a:r>
              <a:t>D:/pasar_fix/node_modules/.bun/antlr4@4.11.0/node_modules/antlr4/src/antlr4/action/LexerPushModeAction.js</a:t>
            </a:r>
          </a:p>
          <a:p>
            <a:pPr>
              <a:defRPr sz="1200"/>
            </a:pPr>
            <a:r>
              <a:t>D:/pasar_fix/node_modules/.bun/antlr4@4.11.0/node_modules/antlr4/src/antlr4/action/LexerSkipAction.js</a:t>
            </a:r>
          </a:p>
          <a:p>
            <a:pPr>
              <a:defRPr sz="1200"/>
            </a:pPr>
            <a:r>
              <a:t>D:/pasar_fix/node_modules/.bun/antlr4@4.11.0/node_modules/antlr4/src/antlr4/action/LexerTypeAction.js</a:t>
            </a:r>
          </a:p>
          <a:p>
            <a:pPr>
              <a:defRPr sz="1200"/>
            </a:pPr>
            <a:r>
              <a:t>D:/pasar_fix/node_modules/.bun/antlr4@4.11.0/node_modules/antlr4/src/antlr4/atn/AbstractPredicateTransition.js</a:t>
            </a:r>
          </a:p>
          <a:p>
            <a:pPr>
              <a:defRPr sz="1200"/>
            </a:pPr>
            <a:r>
              <a:t>D:/pasar_fix/node_modules/.bun/antlr4@4.11.0/node_modules/antlr4/src/antlr4/atn/ATN.js</a:t>
            </a:r>
          </a:p>
          <a:p>
            <a:pPr>
              <a:defRPr sz="1200"/>
            </a:pPr>
            <a:r>
              <a:t>D:/pasar_fix/node_modules/.bun/antlr4@4.11.0/node_modules/antlr4/src/antlr4/atn/ATNConfig.js</a:t>
            </a:r>
          </a:p>
          <a:p>
            <a:pPr>
              <a:defRPr sz="1200"/>
            </a:pPr>
            <a:r>
              <a:t>D:/pasar_fix/node_modules/.bun/antlr4@4.11.0/node_modules/antlr4/src/antlr4/atn/ATNConfigSet.js</a:t>
            </a:r>
          </a:p>
          <a:p>
            <a:pPr>
              <a:defRPr sz="1200"/>
            </a:pPr>
            <a:r>
              <a:t>D:/pasar_fix/node_modules/.bun/antlr4@4.11.0/node_modules/antlr4/src/antlr4/atn/ATNDeserializationOptions.js</a:t>
            </a:r>
          </a:p>
          <a:p>
            <a:pPr>
              <a:defRPr sz="1200"/>
            </a:pPr>
            <a:r>
              <a:t>D:/pasar_fix/node_modules/.bun/antlr4@4.11.0/node_modules/antlr4/src/antlr4/atn/ATNDeserializer.js</a:t>
            </a:r>
          </a:p>
          <a:p>
            <a:pPr>
              <a:defRPr sz="1200"/>
            </a:pPr>
            <a:r>
              <a:t>D:/pasar_fix/node_modules/.bun/antlr4@4.11.0/node_modules/antlr4/src/antlr4/atn/ATNSimulator.js</a:t>
            </a:r>
          </a:p>
          <a:p>
            <a:pPr>
              <a:defRPr sz="1200"/>
            </a:pPr>
            <a:r>
              <a:t>D:/pasar_fix/node_modules/.bun/antlr4@4.11.0/node_modules/antlr4/src/antlr4/atn/ATNType.js</a:t>
            </a:r>
          </a:p>
          <a:p>
            <a:pPr>
              <a:defRPr sz="1200"/>
            </a:pPr>
            <a:r>
              <a:t>D:/pasar_fix/node_modules/.bun/antlr4@4.11.0/node_modules/antlr4/src/antlr4/atn/index.js</a:t>
            </a:r>
          </a:p>
          <a:p>
            <a:pPr>
              <a:defRPr sz="1200"/>
            </a:pPr>
            <a:r>
              <a:t>D:/pasar_fix/node_modules/.bun/antlr4@4.11.0/node_modules/antlr4/src/antlr4/atn/LexerActionExecutor.js</a:t>
            </a:r>
          </a:p>
          <a:p>
            <a:pPr>
              <a:defRPr sz="1200"/>
            </a:pPr>
            <a:r>
              <a:t>D:/pasar_fix/node_modules/.bun/antlr4@4.11.0/node_modules/antlr4/src/antlr4/atn/LexerActionType.js</a:t>
            </a:r>
          </a:p>
          <a:p>
            <a:pPr>
              <a:defRPr sz="1200"/>
            </a:pPr>
            <a:r>
              <a:t>D:/pasar_fix/node_modules/.bun/antlr4@4.11.0/node_modules/antlr4/src/antlr4/atn/LexerATNConfig.js</a:t>
            </a:r>
          </a:p>
          <a:p>
            <a:pPr>
              <a:defRPr sz="1200"/>
            </a:pPr>
            <a:r>
              <a:t>D:/pasar_fix/node_modules/.bun/antlr4@4.11.0/node_modules/antlr4/src/antlr4/atn/LexerATNSimulator.js</a:t>
            </a:r>
          </a:p>
          <a:p>
            <a:pPr>
              <a:defRPr sz="1200"/>
            </a:pPr>
            <a:r>
              <a:t>D:/pasar_fix/node_modules/.bun/antlr4@4.11.0/node_modules/antlr4/src/antlr4/atn/LL1Analyzer.js</a:t>
            </a:r>
          </a:p>
          <a:p>
            <a:pPr>
              <a:defRPr sz="1200"/>
            </a:pPr>
            <a:r>
              <a:t>D:/pasar_fix/node_modules/.bun/antlr4@4.11.0/node_modules/antlr4/src/antlr4/atn/OrderedATNConfigSet.js</a:t>
            </a:r>
          </a:p>
          <a:p>
            <a:pPr>
              <a:defRPr sz="1200"/>
            </a:pPr>
            <a:r>
              <a:t>D:/pasar_fix/node_modules/.bun/antlr4@4.11.0/node_modules/antlr4/src/antlr4/atn/ParserATNSimulator.js</a:t>
            </a:r>
          </a:p>
          <a:p>
            <a:pPr>
              <a:defRPr sz="1200"/>
            </a:pPr>
            <a:r>
              <a:t>D:/pasar_fix/node_modules/.bun/antlr4@4.11.0/node_modules/antlr4/src/antlr4/atn/PrecedencePredicate.js</a:t>
            </a:r>
          </a:p>
          <a:p>
            <a:pPr>
              <a:defRPr sz="1200"/>
            </a:pPr>
            <a:r>
              <a:t>D:/pasar_fix/node_modules/.bun/antlr4@4.11.0/node_modules/antlr4/src/antlr4/atn/Predicate.js</a:t>
            </a:r>
          </a:p>
          <a:p>
            <a:pPr>
              <a:defRPr sz="1200"/>
            </a:pPr>
            <a:r>
              <a:t>D:/pasar_fix/node_modules/.bun/antlr4@4.11.0/node_modules/antlr4/src/antlr4/atn/PredictionContextCache.js</a:t>
            </a:r>
          </a:p>
          <a:p>
            <a:pPr>
              <a:defRPr sz="1200"/>
            </a:pPr>
            <a:r>
              <a:t>D:/pasar_fix/node_modules/.bun/antlr4@4.11.0/node_modules/antlr4/src/antlr4/atn/PredictionMode.js</a:t>
            </a:r>
          </a:p>
          <a:p>
            <a:pPr>
              <a:defRPr sz="1200"/>
            </a:pPr>
            <a:r>
              <a:t>D:/pasar_fix/node_modules/.bun/antlr4@4.11.0/node_modules/antlr4/src/antlr4/atn/SemanticContext.js</a:t>
            </a:r>
          </a:p>
          <a:p>
            <a:pPr>
              <a:defRPr sz="1200"/>
            </a:pPr>
            <a:r>
              <a:t>D:/pasar_fix/node_modules/.bun/antlr4@4.11.0/node_modules/antlr4/src/antlr4/context/ArrayPredictionContext.js</a:t>
            </a:r>
          </a:p>
          <a:p>
            <a:pPr>
              <a:defRPr sz="1200"/>
            </a:pPr>
            <a:r>
              <a:t>D:/pasar_fix/node_modules/.bun/antlr4@4.11.0/node_modules/antlr4/src/antlr4/context/EmptyPredictionContext.js</a:t>
            </a:r>
          </a:p>
          <a:p>
            <a:pPr>
              <a:defRPr sz="1200"/>
            </a:pPr>
            <a:r>
              <a:t>D:/pasar_fix/node_modules/.bun/antlr4@4.11.0/node_modules/antlr4/src/antlr4/context/InterpreterRuleContext.js</a:t>
            </a:r>
          </a:p>
          <a:p>
            <a:pPr>
              <a:defRPr sz="1200"/>
            </a:pPr>
            <a:r>
              <a:t>D:/pasar_fix/node_modules/.bun/antlr4@4.11.0/node_modules/antlr4/src/antlr4/context/ParserRuleContext.js</a:t>
            </a:r>
          </a:p>
          <a:p>
            <a:pPr>
              <a:defRPr sz="1200"/>
            </a:pPr>
            <a:r>
              <a:t>D:/pasar_fix/node_modules/.bun/antlr4@4.11.0/node_modules/antlr4/src/antlr4/context/PredictionContext.js</a:t>
            </a:r>
          </a:p>
          <a:p>
            <a:pPr>
              <a:defRPr sz="1200"/>
            </a:pPr>
            <a:r>
              <a:t>D:/pasar_fix/node_modules/.bun/antlr4@4.11.0/node_modules/antlr4/src/antlr4/context/PredictionContextUtils.js</a:t>
            </a:r>
          </a:p>
          <a:p>
            <a:pPr>
              <a:defRPr sz="1200"/>
            </a:pPr>
            <a:r>
              <a:t>D:/pasar_fix/node_modules/.bun/antlr4@4.11.0/node_modules/antlr4/src/antlr4/context/RuleContext.js</a:t>
            </a:r>
          </a:p>
          <a:p>
            <a:pPr>
              <a:defRPr sz="1200"/>
            </a:pPr>
            <a:r>
              <a:t>D:/pasar_fix/node_modules/.bun/antlr4@4.11.0/node_modules/antlr4/src/antlr4/context/SingletonPredictionContext.js</a:t>
            </a:r>
          </a:p>
          <a:p>
            <a:pPr>
              <a:defRPr sz="1200"/>
            </a:pPr>
            <a:r>
              <a:t>D:/pasar_fix/node_modules/.bun/antlr4@4.11.0/node_modules/antlr4/src/antlr4/dfa/DFA.js</a:t>
            </a:r>
          </a:p>
          <a:p>
            <a:pPr>
              <a:defRPr sz="1200"/>
            </a:pPr>
            <a:r>
              <a:t>D:/pasar_fix/node_modules/.bun/antlr4@4.11.0/node_modules/antlr4/src/antlr4/dfa/DFASerializer.js</a:t>
            </a:r>
          </a:p>
          <a:p>
            <a:pPr>
              <a:defRPr sz="1200"/>
            </a:pPr>
            <a:r>
              <a:t>D:/pasar_fix/node_modules/.bun/antlr4@4.11.0/node_modules/antlr4/src/antlr4/dfa/DFAState.js</a:t>
            </a:r>
          </a:p>
          <a:p>
            <a:pPr>
              <a:defRPr sz="1200"/>
            </a:pPr>
            <a:r>
              <a:t>D:/pasar_fix/node_modules/.bun/antlr4@4.11.0/node_modules/antlr4/src/antlr4/dfa/index.js</a:t>
            </a:r>
          </a:p>
          <a:p>
            <a:pPr>
              <a:defRPr sz="1200"/>
            </a:pPr>
            <a:r>
              <a:t>D:/pasar_fix/node_modules/.bun/antlr4@4.11.0/node_modules/antlr4/src/antlr4/dfa/LexerDFASerializer.js</a:t>
            </a:r>
          </a:p>
          <a:p>
            <a:pPr>
              <a:defRPr sz="1200"/>
            </a:pPr>
            <a:r>
              <a:t>D:/pasar_fix/node_modules/.bun/antlr4@4.11.0/node_modules/antlr4/src/antlr4/dfa/PredPrediction.js</a:t>
            </a:r>
          </a:p>
          <a:p>
            <a:pPr>
              <a:defRPr sz="1200"/>
            </a:pPr>
            <a:r>
              <a:t>D:/pasar_fix/node_modules/.bun/antlr4@4.11.0/node_modules/antlr4/src/antlr4/error/BailErrorStrategy.js</a:t>
            </a:r>
          </a:p>
          <a:p>
            <a:pPr>
              <a:defRPr sz="1200"/>
            </a:pPr>
            <a:r>
              <a:t>D:/pasar_fix/node_modules/.bun/antlr4@4.11.0/node_modules/antlr4/src/antlr4/error/ConsoleErrorListener.js</a:t>
            </a:r>
          </a:p>
          <a:p>
            <a:pPr>
              <a:defRPr sz="1200"/>
            </a:pPr>
            <a:r>
              <a:t>D:/pasar_fix/node_modules/.bun/antlr4@4.11.0/node_modules/antlr4/src/antlr4/error/DefaultErrorStrategy.js</a:t>
            </a:r>
          </a:p>
          <a:p>
            <a:pPr>
              <a:defRPr sz="1200"/>
            </a:pPr>
            <a:r>
              <a:t>D:/pasar_fix/node_modules/.bun/antlr4@4.11.0/node_modules/antlr4/src/antlr4/error/DiagnosticErrorListener.js</a:t>
            </a:r>
          </a:p>
          <a:p>
            <a:pPr>
              <a:defRPr sz="1200"/>
            </a:pPr>
            <a:r>
              <a:t>D:/pasar_fix/node_modules/.bun/antlr4@4.11.0/node_modules/antlr4/src/antlr4/error/ErrorListener.js</a:t>
            </a:r>
          </a:p>
          <a:p>
            <a:pPr>
              <a:defRPr sz="1200"/>
            </a:pPr>
            <a:r>
              <a:t>D:/pasar_fix/node_modules/.bun/antlr4@4.11.0/node_modules/antlr4/src/antlr4/error/ErrorStrategy.js</a:t>
            </a:r>
          </a:p>
          <a:p>
            <a:pPr>
              <a:defRPr sz="1200"/>
            </a:pPr>
            <a:r>
              <a:t>D:/pasar_fix/node_modules/.bun/antlr4@4.11.0/node_modules/antlr4/src/antlr4/error/FailedPredicateException.js</a:t>
            </a:r>
          </a:p>
          <a:p>
            <a:pPr>
              <a:defRPr sz="1200"/>
            </a:pPr>
            <a:r>
              <a:t>D:/pasar_fix/node_modules/.bun/antlr4@4.11.0/node_modules/antlr4/src/antlr4/error/index.js</a:t>
            </a:r>
          </a:p>
          <a:p>
            <a:pPr>
              <a:defRPr sz="1200"/>
            </a:pPr>
            <a:r>
              <a:t>D:/pasar_fix/node_modules/.bun/antlr4@4.11.0/node_modules/antlr4/src/antlr4/error/InputMismatchException.js</a:t>
            </a:r>
          </a:p>
          <a:p>
            <a:pPr>
              <a:defRPr sz="1200"/>
            </a:pPr>
            <a:r>
              <a:t>D:/pasar_fix/node_modules/.bun/antlr4@4.11.0/node_modules/antlr4/src/antlr4/error/LexerNoViableAltException.js</a:t>
            </a:r>
          </a:p>
          <a:p>
            <a:pPr>
              <a:defRPr sz="1200"/>
            </a:pPr>
            <a:r>
              <a:t>D:/pasar_fix/node_modules/.bun/antlr4@4.11.0/node_modules/antlr4/src/antlr4/error/NoViableAltException.js</a:t>
            </a:r>
          </a:p>
          <a:p>
            <a:pPr>
              <a:defRPr sz="1200"/>
            </a:pPr>
            <a:r>
              <a:t>D:/pasar_fix/node_modules/.bun/antlr4@4.11.0/node_modules/antlr4/src/antlr4/error/ParseCancellationException.js</a:t>
            </a:r>
          </a:p>
          <a:p>
            <a:pPr>
              <a:defRPr sz="1200"/>
            </a:pPr>
            <a:r>
              <a:t>D:/pasar_fix/node_modules/.bun/antlr4@4.11.0/node_modules/antlr4/src/antlr4/error/ProxyErrorListener.js</a:t>
            </a:r>
          </a:p>
          <a:p>
            <a:pPr>
              <a:defRPr sz="1200"/>
            </a:pPr>
            <a:r>
              <a:t>D:/pasar_fix/node_modules/.bun/antlr4@4.11.0/node_modules/antlr4/src/antlr4/error/RecognitionException.js</a:t>
            </a:r>
          </a:p>
          <a:p>
            <a:pPr>
              <a:defRPr sz="1200"/>
            </a:pPr>
            <a:r>
              <a:t>D:/pasar_fix/node_modules/.bun/antlr4@4.11.0/node_modules/antlr4/src/antlr4/misc/AltDict.js</a:t>
            </a:r>
          </a:p>
          <a:p>
            <a:pPr>
              <a:defRPr sz="1200"/>
            </a:pPr>
            <a:r>
              <a:t>D:/pasar_fix/node_modules/.bun/antlr4@4.11.0/node_modules/antlr4/src/antlr4/misc/BitSet.js</a:t>
            </a:r>
          </a:p>
          <a:p>
            <a:pPr>
              <a:defRPr sz="1200"/>
            </a:pPr>
            <a:r>
              <a:t>D:/pasar_fix/node_modules/.bun/antlr4@4.11.0/node_modules/antlr4/src/antlr4/misc/HashCode.js</a:t>
            </a:r>
          </a:p>
          <a:p>
            <a:pPr>
              <a:defRPr sz="1200"/>
            </a:pPr>
            <a:r>
              <a:t>D:/pasar_fix/node_modules/.bun/antlr4@4.11.0/node_modules/antlr4/src/antlr4/misc/HashMap.js</a:t>
            </a:r>
          </a:p>
          <a:p>
            <a:pPr>
              <a:defRPr sz="1200"/>
            </a:pPr>
            <a:r>
              <a:t>D:/pasar_fix/node_modules/.bun/antlr4@4.11.0/node_modules/antlr4/src/antlr4/misc/HashSet.js</a:t>
            </a:r>
          </a:p>
          <a:p>
            <a:pPr>
              <a:defRPr sz="1200"/>
            </a:pPr>
            <a:r>
              <a:t>D:/pasar_fix/node_modules/.bun/antlr4@4.11.0/node_modules/antlr4/src/antlr4/misc/Interval.js</a:t>
            </a:r>
          </a:p>
          <a:p>
            <a:pPr>
              <a:defRPr sz="1200"/>
            </a:pPr>
            <a:r>
              <a:t>D:/pasar_fix/node_modules/.bun/antlr4@4.11.0/node_modules/antlr4/src/antlr4/misc/IntervalSet.js</a:t>
            </a:r>
          </a:p>
          <a:p>
            <a:pPr>
              <a:defRPr sz="1200"/>
            </a:pPr>
            <a:r>
              <a:t>D:/pasar_fix/node_modules/.bun/antlr4@4.11.0/node_modules/antlr4/src/antlr4/polyfills/codepointat.js</a:t>
            </a:r>
          </a:p>
          <a:p>
            <a:pPr>
              <a:defRPr sz="1200"/>
            </a:pPr>
            <a:r>
              <a:t>D:/pasar_fix/node_modules/.bun/antlr4@4.11.0/node_modules/antlr4/src/antlr4/polyfills/fromcodepoint.js</a:t>
            </a:r>
          </a:p>
          <a:p>
            <a:pPr>
              <a:defRPr sz="1200"/>
            </a:pPr>
            <a:r>
              <a:t>D:/pasar_fix/node_modules/.bun/antlr4@4.11.0/node_modules/antlr4/src/antlr4/state/ATNState.js</a:t>
            </a:r>
          </a:p>
          <a:p>
            <a:pPr>
              <a:defRPr sz="1200"/>
            </a:pPr>
            <a:r>
              <a:t>D:/pasar_fix/node_modules/.bun/antlr4@4.11.0/node_modules/antlr4/src/antlr4/state/BasicBlockStartState.js</a:t>
            </a:r>
          </a:p>
          <a:p>
            <a:pPr>
              <a:defRPr sz="1200"/>
            </a:pPr>
            <a:r>
              <a:t>D:/pasar_fix/node_modules/.bun/antlr4@4.11.0/node_modules/antlr4/src/antlr4/state/BasicState.js</a:t>
            </a:r>
          </a:p>
          <a:p>
            <a:pPr>
              <a:defRPr sz="1200"/>
            </a:pPr>
            <a:r>
              <a:t>D:/pasar_fix/node_modules/.bun/antlr4@4.11.0/node_modules/antlr4/src/antlr4/state/BlockEndState.js</a:t>
            </a:r>
          </a:p>
          <a:p>
            <a:pPr>
              <a:defRPr sz="1200"/>
            </a:pPr>
            <a:r>
              <a:t>D:/pasar_fix/node_modules/.bun/antlr4@4.11.0/node_modules/antlr4/src/antlr4/state/BlockStartState.js</a:t>
            </a:r>
          </a:p>
          <a:p>
            <a:pPr>
              <a:defRPr sz="1200"/>
            </a:pPr>
            <a:r>
              <a:t>D:/pasar_fix/node_modules/.bun/antlr4@4.11.0/node_modules/antlr4/src/antlr4/state/DecisionState.js</a:t>
            </a:r>
          </a:p>
          <a:p>
            <a:pPr>
              <a:defRPr sz="1200"/>
            </a:pPr>
            <a:r>
              <a:t>D:/pasar_fix/node_modules/.bun/antlr4@4.11.0/node_modules/antlr4/src/antlr4/state/LoopEndState.js</a:t>
            </a:r>
          </a:p>
          <a:p>
            <a:pPr>
              <a:defRPr sz="1200"/>
            </a:pPr>
            <a:r>
              <a:t>D:/pasar_fix/node_modules/.bun/antlr4@4.11.0/node_modules/antlr4/src/antlr4/state/PlusBlockStartState.js</a:t>
            </a:r>
          </a:p>
          <a:p>
            <a:pPr>
              <a:defRPr sz="1200"/>
            </a:pPr>
            <a:r>
              <a:t>D:/pasar_fix/node_modules/.bun/antlr4@4.11.0/node_modules/antlr4/src/antlr4/state/PlusLoopbackState.js</a:t>
            </a:r>
          </a:p>
          <a:p>
            <a:pPr>
              <a:defRPr sz="1200"/>
            </a:pPr>
            <a:r>
              <a:t>D:/pasar_fix/node_modules/.bun/antlr4@4.11.0/node_modules/antlr4/src/antlr4/state/RuleStartState.js</a:t>
            </a:r>
          </a:p>
          <a:p>
            <a:pPr>
              <a:defRPr sz="1200"/>
            </a:pPr>
            <a:r>
              <a:t>D:/pasar_fix/node_modules/.bun/antlr4@4.11.0/node_modules/antlr4/src/antlr4/state/RuleStopState.js</a:t>
            </a:r>
          </a:p>
          <a:p>
            <a:pPr>
              <a:defRPr sz="1200"/>
            </a:pPr>
            <a:r>
              <a:t>D:/pasar_fix/node_modules/.bun/antlr4@4.11.0/node_modules/antlr4/src/antlr4/state/StarBlockStartState.js</a:t>
            </a:r>
          </a:p>
          <a:p>
            <a:pPr>
              <a:defRPr sz="1200"/>
            </a:pPr>
            <a:r>
              <a:t>D:/pasar_fix/node_modules/.bun/antlr4@4.11.0/node_modules/antlr4/src/antlr4/state/StarLoopbackState.js</a:t>
            </a:r>
          </a:p>
          <a:p>
            <a:pPr>
              <a:defRPr sz="1200"/>
            </a:pPr>
            <a:r>
              <a:t>D:/pasar_fix/node_modules/.bun/antlr4@4.11.0/node_modules/antlr4/src/antlr4/state/StarLoopEntryState.js</a:t>
            </a:r>
          </a:p>
          <a:p>
            <a:pPr>
              <a:defRPr sz="1200"/>
            </a:pPr>
            <a:r>
              <a:t>D:/pasar_fix/node_modules/.bun/antlr4@4.11.0/node_modules/antlr4/src/antlr4/state/TokensStartState.js</a:t>
            </a:r>
          </a:p>
          <a:p>
            <a:pPr>
              <a:defRPr sz="1200"/>
            </a:pPr>
            <a:r>
              <a:t>D:/pasar_fix/node_modules/.bun/antlr4@4.11.0/node_modules/antlr4/src/antlr4/transition/ActionTransition.js</a:t>
            </a:r>
          </a:p>
          <a:p>
            <a:pPr>
              <a:defRPr sz="1200"/>
            </a:pPr>
            <a:r>
              <a:t>D:/pasar_fix/node_modules/.bun/antlr4@4.11.0/node_modules/antlr4/src/antlr4/transition/AtomTransition.js</a:t>
            </a:r>
          </a:p>
          <a:p>
            <a:pPr>
              <a:defRPr sz="1200"/>
            </a:pPr>
            <a:r>
              <a:t>D:/pasar_fix/node_modules/.bun/antlr4@4.11.0/node_modules/antlr4/src/antlr4/transition/EpsilonTransition.js</a:t>
            </a:r>
          </a:p>
          <a:p>
            <a:pPr>
              <a:defRPr sz="1200"/>
            </a:pPr>
            <a:r>
              <a:t>D:/pasar_fix/node_modules/.bun/antlr4@4.11.0/node_modules/antlr4/src/antlr4/transition/NotSetTransition.js</a:t>
            </a:r>
          </a:p>
          <a:p>
            <a:pPr>
              <a:defRPr sz="1200"/>
            </a:pPr>
            <a:r>
              <a:t>D:/pasar_fix/node_modules/.bun/antlr4@4.11.0/node_modules/antlr4/src/antlr4/transition/PrecedencePredicateTransition.js</a:t>
            </a:r>
          </a:p>
          <a:p>
            <a:pPr>
              <a:defRPr sz="1200"/>
            </a:pPr>
            <a:r>
              <a:t>D:/pasar_fix/node_modules/.bun/antlr4@4.11.0/node_modules/antlr4/src/antlr4/transition/PredicateTransition.js</a:t>
            </a:r>
          </a:p>
          <a:p>
            <a:pPr>
              <a:defRPr sz="1200"/>
            </a:pPr>
            <a:r>
              <a:t>D:/pasar_fix/node_modules/.bun/antlr4@4.11.0/node_modules/antlr4/src/antlr4/transition/RangeTransition.js</a:t>
            </a:r>
          </a:p>
          <a:p>
            <a:pPr>
              <a:defRPr sz="1200"/>
            </a:pPr>
            <a:r>
              <a:t>D:/pasar_fix/node_modules/.bun/antlr4@4.11.0/node_modules/antlr4/src/antlr4/transition/RuleTransition.js</a:t>
            </a:r>
          </a:p>
          <a:p>
            <a:pPr>
              <a:defRPr sz="1200"/>
            </a:pPr>
            <a:r>
              <a:t>D:/pasar_fix/node_modules/.bun/antlr4@4.11.0/node_modules/antlr4/src/antlr4/transition/SetTransition.js</a:t>
            </a:r>
          </a:p>
          <a:p>
            <a:pPr>
              <a:defRPr sz="1200"/>
            </a:pPr>
            <a:r>
              <a:t>D:/pasar_fix/node_modules/.bun/antlr4@4.11.0/node_modules/antlr4/src/antlr4/transition/Transition.js</a:t>
            </a:r>
          </a:p>
          <a:p>
            <a:pPr>
              <a:defRPr sz="1200"/>
            </a:pPr>
            <a:r>
              <a:t>D:/pasar_fix/node_modules/.bun/antlr4@4.11.0/node_modules/antlr4/src/antlr4/transition/WildcardTransition.js</a:t>
            </a:r>
          </a:p>
          <a:p>
            <a:pPr>
              <a:defRPr sz="1200"/>
            </a:pPr>
            <a:r>
              <a:t>D:/pasar_fix/node_modules/.bun/antlr4@4.11.0/node_modules/antlr4/src/antlr4/tree/ErrorNode.js</a:t>
            </a:r>
          </a:p>
          <a:p>
            <a:pPr>
              <a:defRPr sz="1200"/>
            </a:pPr>
            <a:r>
              <a:t>D:/pasar_fix/node_modules/.bun/antlr4@4.11.0/node_modules/antlr4/src/antlr4/tree/ErrorNodeImpl.js</a:t>
            </a:r>
          </a:p>
          <a:p>
            <a:pPr>
              <a:defRPr sz="1200"/>
            </a:pPr>
            <a:r>
              <a:t>D:/pasar_fix/node_modules/.bun/antlr4@4.11.0/node_modules/antlr4/src/antlr4/tree/index.js</a:t>
            </a:r>
          </a:p>
          <a:p>
            <a:pPr>
              <a:defRPr sz="1200"/>
            </a:pPr>
            <a:r>
              <a:t>D:/pasar_fix/node_modules/.bun/antlr4@4.11.0/node_modules/antlr4/src/antlr4/tree/ParseTree.js</a:t>
            </a:r>
          </a:p>
          <a:p>
            <a:pPr>
              <a:defRPr sz="1200"/>
            </a:pPr>
            <a:r>
              <a:t>D:/pasar_fix/node_modules/.bun/antlr4@4.11.0/node_modules/antlr4/src/antlr4/tree/ParseTreeListener.js</a:t>
            </a:r>
          </a:p>
          <a:p>
            <a:pPr>
              <a:defRPr sz="1200"/>
            </a:pPr>
            <a:r>
              <a:t>D:/pasar_fix/node_modules/.bun/antlr4@4.11.0/node_modules/antlr4/src/antlr4/tree/ParseTreeVisitor.js</a:t>
            </a:r>
          </a:p>
          <a:p>
            <a:pPr>
              <a:defRPr sz="1200"/>
            </a:pPr>
            <a:r>
              <a:t>D:/pasar_fix/node_modules/.bun/antlr4@4.11.0/node_modules/antlr4/src/antlr4/tree/ParseTreeWalker.js</a:t>
            </a:r>
          </a:p>
          <a:p>
            <a:pPr>
              <a:defRPr sz="1200"/>
            </a:pPr>
            <a:r>
              <a:t>D:/pasar_fix/node_modules/.bun/antlr4@4.11.0/node_modules/antlr4/src/antlr4/tree/RuleNode.js</a:t>
            </a:r>
          </a:p>
          <a:p>
            <a:pPr>
              <a:defRPr sz="1200"/>
            </a:pPr>
            <a:r>
              <a:t>D:/pasar_fix/node_modules/.bun/antlr4@4.11.0/node_modules/antlr4/src/antlr4/tree/SyntaxTree.js</a:t>
            </a:r>
          </a:p>
          <a:p>
            <a:pPr>
              <a:defRPr sz="1200"/>
            </a:pPr>
            <a:r>
              <a:t>D:/pasar_fix/node_modules/.bun/antlr4@4.11.0/node_modules/antlr4/src/antlr4/tree/TerminalNode.js</a:t>
            </a:r>
          </a:p>
          <a:p>
            <a:pPr>
              <a:defRPr sz="1200"/>
            </a:pPr>
            <a:r>
              <a:t>D:/pasar_fix/node_modules/.bun/antlr4@4.11.0/node_modules/antlr4/src/antlr4/tree/TerminalNodeImpl.js</a:t>
            </a:r>
          </a:p>
          <a:p>
            <a:pPr>
              <a:defRPr sz="1200"/>
            </a:pPr>
            <a:r>
              <a:t>D:/pasar_fix/node_modules/.bun/antlr4@4.11.0/node_modules/antlr4/src/antlr4/tree/Tree.js</a:t>
            </a:r>
          </a:p>
          <a:p>
            <a:pPr>
              <a:defRPr sz="1200"/>
            </a:pPr>
            <a:r>
              <a:t>D:/pasar_fix/node_modules/.bun/antlr4@4.11.0/node_modules/antlr4/src/antlr4/tree/Trees.js</a:t>
            </a:r>
          </a:p>
          <a:p>
            <a:pPr>
              <a:defRPr sz="1200"/>
            </a:pPr>
            <a:r>
              <a:t>D:/pasar_fix/node_modules/.bun/antlr4@4.11.0/node_modules/antlr4/src/antlr4/utils/arrayToString.js</a:t>
            </a:r>
          </a:p>
          <a:p>
            <a:pPr>
              <a:defRPr sz="1200"/>
            </a:pPr>
            <a:r>
              <a:t>D:/pasar_fix/node_modules/.bun/antlr4@4.11.0/node_modules/antlr4/src/antlr4/utils/DoubleDict.js</a:t>
            </a:r>
          </a:p>
          <a:p>
            <a:pPr>
              <a:defRPr sz="1200"/>
            </a:pPr>
            <a:r>
              <a:t>D:/pasar_fix/node_modules/.bun/antlr4@4.11.0/node_modules/antlr4/src/antlr4/utils/equalArrays.js</a:t>
            </a:r>
          </a:p>
          <a:p>
            <a:pPr>
              <a:defRPr sz="1200"/>
            </a:pPr>
            <a:r>
              <a:t>D:/pasar_fix/node_modules/.bun/antlr4@4.11.0/node_modules/antlr4/src/antlr4/utils/escapeWhitespace.js</a:t>
            </a:r>
          </a:p>
          <a:p>
            <a:pPr>
              <a:defRPr sz="1200"/>
            </a:pPr>
            <a:r>
              <a:t>D:/pasar_fix/node_modules/.bun/antlr4@4.11.0/node_modules/antlr4/src/antlr4/utils/index.js</a:t>
            </a:r>
          </a:p>
          <a:p>
            <a:pPr>
              <a:defRPr sz="1200"/>
            </a:pPr>
            <a:r>
              <a:t>D:/pasar_fix/node_modules/.bun/antlr4@4.11.0/node_modules/antlr4/src/antlr4/utils/standardEqualsFunction.js</a:t>
            </a:r>
          </a:p>
          <a:p>
            <a:pPr>
              <a:defRPr sz="1200"/>
            </a:pPr>
            <a:r>
              <a:t>D:/pasar_fix/node_modules/.bun/antlr4@4.11.0/node_modules/antlr4/src/antlr4/utils/standardHashCodeFunction.js</a:t>
            </a:r>
          </a:p>
          <a:p>
            <a:pPr>
              <a:defRPr sz="1200"/>
            </a:pPr>
            <a:r>
              <a:t>D:/pasar_fix/node_modules/.bun/antlr4@4.11.0/node_modules/antlr4/src/antlr4/utils/stringHashCode.js</a:t>
            </a:r>
          </a:p>
          <a:p>
            <a:pPr>
              <a:defRPr sz="1200"/>
            </a:pPr>
            <a:r>
              <a:t>D:/pasar_fix/node_modules/.bun/antlr4@4.11.0/node_modules/antlr4/src/antlr4/utils/titleCase.js</a:t>
            </a:r>
          </a:p>
          <a:p>
            <a:pPr>
              <a:defRPr sz="1200"/>
            </a:pPr>
            <a:r>
              <a:t>D:/pasar_fix/node_modules/.bun/antlr4@4.11.0/node_modules/antlr4/src/antlr4/utils/valueToString.js</a:t>
            </a:r>
          </a:p>
          <a:p>
            <a:pPr>
              <a:defRPr sz="1200"/>
            </a:pPr>
            <a:r>
              <a:t>D:/pasar_fix/node_modules/.bun/anymatch@3.1.3/node_modules/anymatch/index.d.ts</a:t>
            </a:r>
          </a:p>
          <a:p>
            <a:pPr>
              <a:defRPr sz="1200"/>
            </a:pPr>
            <a:r>
              <a:t>D:/pasar_fix/node_modules/.bun/anymatch@3.1.3/node_modules/anymatch/index.js</a:t>
            </a:r>
          </a:p>
          <a:p>
            <a:pPr>
              <a:defRPr sz="1200"/>
            </a:pPr>
            <a:r>
              <a:t>D:/pasar_fix/node_modules/.bun/anymatch@3.1.3/node_modules/anymatch/LICENSE</a:t>
            </a:r>
          </a:p>
          <a:p>
            <a:pPr>
              <a:defRPr sz="1200"/>
            </a:pPr>
            <a:r>
              <a:t>D:/pasar_fix/node_modules/.bun/anymatch@3.1.3/node_modules/anymatch/package.json</a:t>
            </a:r>
          </a:p>
          <a:p>
            <a:pPr>
              <a:defRPr sz="1200"/>
            </a:pPr>
            <a:r>
              <a:t>D:/pasar_fix/node_modules/.bun/anymatch@3.1.3/node_modules/anymatch/README.md</a:t>
            </a:r>
          </a:p>
          <a:p>
            <a:pPr>
              <a:defRPr sz="1200"/>
            </a:pPr>
            <a:r>
              <a:t>D:/pasar_fix/node_modules/.bun/archiver-utils@5.0.2/node_modules/.bin/glob.bunx</a:t>
            </a:r>
          </a:p>
          <a:p>
            <a:pPr>
              <a:defRPr sz="1200"/>
            </a:pPr>
            <a:r>
              <a:t>D:/pasar_fix/node_modules/.bun/archiver-utils@5.0.2/node_modules/.bin/glob.exe</a:t>
            </a:r>
          </a:p>
          <a:p>
            <a:pPr>
              <a:defRPr sz="1200"/>
            </a:pPr>
            <a:r>
              <a:t>D:/pasar_fix/node_modules/.bun/archiver-utils@5.0.2/node_modules/archiver-utils/file.js</a:t>
            </a:r>
          </a:p>
          <a:p>
            <a:pPr>
              <a:defRPr sz="1200"/>
            </a:pPr>
            <a:r>
              <a:t>D:/pasar_fix/node_modules/.bun/archiver-utils@5.0.2/node_modules/archiver-utils/index.js</a:t>
            </a:r>
          </a:p>
          <a:p>
            <a:pPr>
              <a:defRPr sz="1200"/>
            </a:pPr>
            <a:r>
              <a:t>D:/pasar_fix/node_modules/.bun/archiver-utils@5.0.2/node_modules/archiver-utils/LICENSE</a:t>
            </a:r>
          </a:p>
          <a:p>
            <a:pPr>
              <a:defRPr sz="1200"/>
            </a:pPr>
            <a:r>
              <a:t>D:/pasar_fix/node_modules/.bun/archiver-utils@5.0.2/node_modules/archiver-utils/package.json</a:t>
            </a:r>
          </a:p>
          <a:p>
            <a:pPr>
              <a:defRPr sz="1200"/>
            </a:pPr>
            <a:r>
              <a:t>D:/pasar_fix/node_modules/.bun/archiver-utils@5.0.2/node_modules/archiver-utils/README.md</a:t>
            </a:r>
          </a:p>
          <a:p>
            <a:pPr>
              <a:defRPr sz="1200"/>
            </a:pPr>
            <a:r>
              <a:t>D:/pasar_fix/node_modules/.bun/archiver@7.0.1/node_modules/archiver/index.js</a:t>
            </a:r>
          </a:p>
          <a:p>
            <a:pPr>
              <a:defRPr sz="1200"/>
            </a:pPr>
            <a:r>
              <a:t>D:/pasar_fix/node_modules/.bun/archiver@7.0.1/node_modules/archiver/LICENSE</a:t>
            </a:r>
          </a:p>
          <a:p>
            <a:pPr>
              <a:defRPr sz="1200"/>
            </a:pPr>
            <a:r>
              <a:t>D:/pasar_fix/node_modules/.bun/archiver@7.0.1/node_modules/archiver/package.json</a:t>
            </a:r>
          </a:p>
          <a:p>
            <a:pPr>
              <a:defRPr sz="1200"/>
            </a:pPr>
            <a:r>
              <a:t>D:/pasar_fix/node_modules/.bun/archiver@7.0.1/node_modules/archiver/README.md</a:t>
            </a:r>
          </a:p>
          <a:p>
            <a:pPr>
              <a:defRPr sz="1200"/>
            </a:pPr>
            <a:r>
              <a:t>D:/pasar_fix/node_modules/.bun/archiver@7.0.1/node_modules/archiver/lib/core.js</a:t>
            </a:r>
          </a:p>
          <a:p>
            <a:pPr>
              <a:defRPr sz="1200"/>
            </a:pPr>
            <a:r>
              <a:t>D:/pasar_fix/node_modules/.bun/archiver@7.0.1/node_modules/archiver/lib/error.js</a:t>
            </a:r>
          </a:p>
          <a:p>
            <a:pPr>
              <a:defRPr sz="1200"/>
            </a:pPr>
            <a:r>
              <a:t>D:/pasar_fix/node_modules/.bun/archiver@7.0.1/node_modules/archiver/lib/plugins/json.js</a:t>
            </a:r>
          </a:p>
          <a:p>
            <a:pPr>
              <a:defRPr sz="1200"/>
            </a:pPr>
            <a:r>
              <a:t>D:/pasar_fix/node_modules/.bun/archiver@7.0.1/node_modules/archiver/lib/plugins/tar.js</a:t>
            </a:r>
          </a:p>
          <a:p>
            <a:pPr>
              <a:defRPr sz="1200"/>
            </a:pPr>
            <a:r>
              <a:t>D:/pasar_fix/node_modules/.bun/archiver@7.0.1/node_modules/archiver/lib/plugins/zip.js</a:t>
            </a:r>
          </a:p>
          <a:p>
            <a:pPr>
              <a:defRPr sz="1200"/>
            </a:pPr>
            <a:r>
              <a:t>D:/pasar_fix/node_modules/.bun/argparse@1.0.10/node_modules/argparse/CHANGELOG.md</a:t>
            </a:r>
          </a:p>
          <a:p>
            <a:pPr>
              <a:defRPr sz="1200"/>
            </a:pPr>
            <a:r>
              <a:t>D:/pasar_fix/node_modules/.bun/argparse@1.0.10/node_modules/argparse/index.js</a:t>
            </a:r>
          </a:p>
          <a:p>
            <a:pPr>
              <a:defRPr sz="1200"/>
            </a:pPr>
            <a:r>
              <a:t>D:/pasar_fix/node_modules/.bun/argparse@1.0.10/node_modules/argparse/LICENSE</a:t>
            </a:r>
          </a:p>
          <a:p>
            <a:pPr>
              <a:defRPr sz="1200"/>
            </a:pPr>
            <a:r>
              <a:t>D:/pasar_fix/node_modules/.bun/argparse@1.0.10/node_modules/argparse/package.json</a:t>
            </a:r>
          </a:p>
          <a:p>
            <a:pPr>
              <a:defRPr sz="1200"/>
            </a:pPr>
            <a:r>
              <a:t>D:/pasar_fix/node_modules/.bun/argparse@1.0.10/node_modules/argparse/README.md</a:t>
            </a:r>
          </a:p>
          <a:p>
            <a:pPr>
              <a:defRPr sz="1200"/>
            </a:pPr>
            <a:r>
              <a:t>D:/pasar_fix/node_modules/.bun/argparse@1.0.10/node_modules/argparse/lib/action.js</a:t>
            </a:r>
          </a:p>
          <a:p>
            <a:pPr>
              <a:defRPr sz="1200"/>
            </a:pPr>
            <a:r>
              <a:t>D:/pasar_fix/node_modules/.bun/argparse@1.0.10/node_modules/argparse/lib/action_container.js</a:t>
            </a:r>
          </a:p>
          <a:p>
            <a:pPr>
              <a:defRPr sz="1200"/>
            </a:pPr>
            <a:r>
              <a:t>D:/pasar_fix/node_modules/.bun/argparse@1.0.10/node_modules/argparse/lib/argparse.js</a:t>
            </a:r>
          </a:p>
          <a:p>
            <a:pPr>
              <a:defRPr sz="1200"/>
            </a:pPr>
            <a:r>
              <a:t>D:/pasar_fix/node_modules/.bun/argparse@1.0.10/node_modules/argparse/lib/argument_parser.js</a:t>
            </a:r>
          </a:p>
          <a:p>
            <a:pPr>
              <a:defRPr sz="1200"/>
            </a:pPr>
            <a:r>
              <a:t>D:/pasar_fix/node_modules/.bun/argparse@1.0.10/node_modules/argparse/lib/const.js</a:t>
            </a:r>
          </a:p>
          <a:p>
            <a:pPr>
              <a:defRPr sz="1200"/>
            </a:pPr>
            <a:r>
              <a:t>D:/pasar_fix/node_modules/.bun/argparse@1.0.10/node_modules/argparse/lib/namespace.js</a:t>
            </a:r>
          </a:p>
          <a:p>
            <a:pPr>
              <a:defRPr sz="1200"/>
            </a:pPr>
            <a:r>
              <a:t>D:/pasar_fix/node_modules/.bun/argparse@1.0.10/node_modules/argparse/lib/utils.js</a:t>
            </a:r>
          </a:p>
          <a:p>
            <a:pPr>
              <a:defRPr sz="1200"/>
            </a:pPr>
            <a:r>
              <a:t>D:/pasar_fix/node_modules/.bun/argparse@1.0.10/node_modules/argparse/lib/action/append.js</a:t>
            </a:r>
          </a:p>
          <a:p>
            <a:pPr>
              <a:defRPr sz="1200"/>
            </a:pPr>
            <a:r>
              <a:t>D:/pasar_fix/node_modules/.bun/argparse@1.0.10/node_modules/argparse/lib/action/count.js</a:t>
            </a:r>
          </a:p>
          <a:p>
            <a:pPr>
              <a:defRPr sz="1200"/>
            </a:pPr>
            <a:r>
              <a:t>D:/pasar_fix/node_modules/.bun/argparse@1.0.10/node_modules/argparse/lib/action/help.js</a:t>
            </a:r>
          </a:p>
          <a:p>
            <a:pPr>
              <a:defRPr sz="1200"/>
            </a:pPr>
            <a:r>
              <a:t>D:/pasar_fix/node_modules/.bun/argparse@1.0.10/node_modules/argparse/lib/action/store.js</a:t>
            </a:r>
          </a:p>
          <a:p>
            <a:pPr>
              <a:defRPr sz="1200"/>
            </a:pPr>
            <a:r>
              <a:t>D:/pasar_fix/node_modules/.bun/argparse@1.0.10/node_modules/argparse/lib/action/subparsers.js</a:t>
            </a:r>
          </a:p>
          <a:p>
            <a:pPr>
              <a:defRPr sz="1200"/>
            </a:pPr>
            <a:r>
              <a:t>D:/pasar_fix/node_modules/.bun/argparse@1.0.10/node_modules/argparse/lib/action/version.js</a:t>
            </a:r>
          </a:p>
          <a:p>
            <a:pPr>
              <a:defRPr sz="1200"/>
            </a:pPr>
            <a:r>
              <a:t>D:/pasar_fix/node_modules/.bun/argparse@1.0.10/node_modules/argparse/lib/action/append/constant.js</a:t>
            </a:r>
          </a:p>
          <a:p>
            <a:pPr>
              <a:defRPr sz="1200"/>
            </a:pPr>
            <a:r>
              <a:t>D:/pasar_fix/node_modules/.bun/argparse@1.0.10/node_modules/argparse/lib/action/store/constant.js</a:t>
            </a:r>
          </a:p>
          <a:p>
            <a:pPr>
              <a:defRPr sz="1200"/>
            </a:pPr>
            <a:r>
              <a:t>D:/pasar_fix/node_modules/.bun/argparse@1.0.10/node_modules/argparse/lib/action/store/false.js</a:t>
            </a:r>
          </a:p>
          <a:p>
            <a:pPr>
              <a:defRPr sz="1200"/>
            </a:pPr>
            <a:r>
              <a:t>D:/pasar_fix/node_modules/.bun/argparse@1.0.10/node_modules/argparse/lib/action/store/true.js</a:t>
            </a:r>
          </a:p>
          <a:p>
            <a:pPr>
              <a:defRPr sz="1200"/>
            </a:pPr>
            <a:r>
              <a:t>D:/pasar_fix/node_modules/.bun/argparse@1.0.10/node_modules/argparse/lib/argument/error.js</a:t>
            </a:r>
          </a:p>
          <a:p>
            <a:pPr>
              <a:defRPr sz="1200"/>
            </a:pPr>
            <a:r>
              <a:t>D:/pasar_fix/node_modules/.bun/argparse@1.0.10/node_modules/argparse/lib/argument/exclusive.js</a:t>
            </a:r>
          </a:p>
          <a:p>
            <a:pPr>
              <a:defRPr sz="1200"/>
            </a:pPr>
            <a:r>
              <a:t>D:/pasar_fix/node_modules/.bun/argparse@1.0.10/node_modules/argparse/lib/argument/group.js</a:t>
            </a:r>
          </a:p>
          <a:p>
            <a:pPr>
              <a:defRPr sz="1200"/>
            </a:pPr>
            <a:r>
              <a:t>D:/pasar_fix/node_modules/.bun/argparse@1.0.10/node_modules/argparse/lib/help/added_formatters.js</a:t>
            </a:r>
          </a:p>
          <a:p>
            <a:pPr>
              <a:defRPr sz="1200"/>
            </a:pPr>
            <a:r>
              <a:t>D:/pasar_fix/node_modules/.bun/argparse@1.0.10/node_modules/argparse/lib/help/formatter.js</a:t>
            </a:r>
          </a:p>
          <a:p>
            <a:pPr>
              <a:defRPr sz="1200"/>
            </a:pPr>
            <a:r>
              <a:t>D:/pasar_fix/node_modules/.bun/argparse@2.0.1/node_modules/argparse/argparse.js</a:t>
            </a:r>
          </a:p>
          <a:p>
            <a:pPr>
              <a:defRPr sz="1200"/>
            </a:pPr>
            <a:r>
              <a:t>D:/pasar_fix/node_modules/.bun/argparse@2.0.1/node_modules/argparse/CHANGELOG.md</a:t>
            </a:r>
          </a:p>
          <a:p>
            <a:pPr>
              <a:defRPr sz="1200"/>
            </a:pPr>
            <a:r>
              <a:t>D:/pasar_fix/node_modules/.bun/argparse@2.0.1/node_modules/argparse/LICENSE</a:t>
            </a:r>
          </a:p>
          <a:p>
            <a:pPr>
              <a:defRPr sz="1200"/>
            </a:pPr>
            <a:r>
              <a:t>D:/pasar_fix/node_modules/.bun/argparse@2.0.1/node_modules/argparse/package.json</a:t>
            </a:r>
          </a:p>
          <a:p>
            <a:pPr>
              <a:defRPr sz="1200"/>
            </a:pPr>
            <a:r>
              <a:t>D:/pasar_fix/node_modules/.bun/argparse@2.0.1/node_modules/argparse/README.md</a:t>
            </a:r>
          </a:p>
          <a:p>
            <a:pPr>
              <a:defRPr sz="1200"/>
            </a:pPr>
            <a:r>
              <a:t>D:/pasar_fix/node_modules/.bun/argparse@2.0.1/node_modules/argparse/lib/sub.js</a:t>
            </a:r>
          </a:p>
          <a:p>
            <a:pPr>
              <a:defRPr sz="1200"/>
            </a:pPr>
            <a:r>
              <a:t>D:/pasar_fix/node_modules/.bun/argparse@2.0.1/node_modules/argparse/lib/textwrap.js</a:t>
            </a:r>
          </a:p>
          <a:p>
            <a:pPr>
              <a:defRPr sz="1200"/>
            </a:pPr>
            <a:r>
              <a:t>D:/pasar_fix/node_modules/.bun/aria-hidden@1.2.6/node_modules/aria-hidden/LICENSE</a:t>
            </a:r>
          </a:p>
          <a:p>
            <a:pPr>
              <a:defRPr sz="1200"/>
            </a:pPr>
            <a:r>
              <a:t>D:/pasar_fix/node_modules/.bun/aria-hidden@1.2.6/node_modules/aria-hidden/package.json</a:t>
            </a:r>
          </a:p>
          <a:p>
            <a:pPr>
              <a:defRPr sz="1200"/>
            </a:pPr>
            <a:r>
              <a:t>D:/pasar_fix/node_modules/.bun/aria-hidden@1.2.6/node_modules/aria-hidden/README.md</a:t>
            </a:r>
          </a:p>
          <a:p>
            <a:pPr>
              <a:defRPr sz="1200"/>
            </a:pPr>
            <a:r>
              <a:t>D:/pasar_fix/node_modules/.bun/aria-hidden@1.2.6/node_modules/aria-hidden/dist/es2015/index.d.ts</a:t>
            </a:r>
          </a:p>
          <a:p>
            <a:pPr>
              <a:defRPr sz="1200"/>
            </a:pPr>
            <a:r>
              <a:t>D:/pasar_fix/node_modules/.bun/aria-hidden@1.2.6/node_modules/aria-hidden/dist/es2015/index.js</a:t>
            </a:r>
          </a:p>
          <a:p>
            <a:pPr>
              <a:defRPr sz="1200"/>
            </a:pPr>
            <a:r>
              <a:t>D:/pasar_fix/node_modules/.bun/aria-hidden@1.2.6/node_modules/aria-hidden/dist/es2019/index.d.ts</a:t>
            </a:r>
          </a:p>
          <a:p>
            <a:pPr>
              <a:defRPr sz="1200"/>
            </a:pPr>
            <a:r>
              <a:t>D:/pasar_fix/node_modules/.bun/aria-hidden@1.2.6/node_modules/aria-hidden/dist/es2019/index.js</a:t>
            </a:r>
          </a:p>
          <a:p>
            <a:pPr>
              <a:defRPr sz="1200"/>
            </a:pPr>
            <a:r>
              <a:t>D:/pasar_fix/node_modules/.bun/aria-hidden@1.2.6/node_modules/aria-hidden/dist/es5/index.d.ts</a:t>
            </a:r>
          </a:p>
          <a:p>
            <a:pPr>
              <a:defRPr sz="1200"/>
            </a:pPr>
            <a:r>
              <a:t>D:/pasar_fix/node_modules/.bun/aria-hidden@1.2.6/node_modules/aria-hidden/dist/es5/index.js</a:t>
            </a:r>
          </a:p>
          <a:p>
            <a:pPr>
              <a:defRPr sz="1200"/>
            </a:pPr>
            <a:r>
              <a:t>D:/pasar_fix/node_modules/.bun/aria-query@5.3.0/node_modules/aria-query/CHANGELOG.md</a:t>
            </a:r>
          </a:p>
          <a:p>
            <a:pPr>
              <a:defRPr sz="1200"/>
            </a:pPr>
            <a:r>
              <a:t>D:/pasar_fix/node_modules/.bun/aria-query@5.3.0/node_modules/aria-query/LICENSE</a:t>
            </a:r>
          </a:p>
          <a:p>
            <a:pPr>
              <a:defRPr sz="1200"/>
            </a:pPr>
            <a:r>
              <a:t>D:/pasar_fix/node_modules/.bun/aria-query@5.3.0/node_modules/aria-query/package.json</a:t>
            </a:r>
          </a:p>
          <a:p>
            <a:pPr>
              <a:defRPr sz="1200"/>
            </a:pPr>
            <a:r>
              <a:t>D:/pasar_fix/node_modules/.bun/aria-query@5.3.0/node_modules/aria-query/README.md</a:t>
            </a:r>
          </a:p>
          <a:p>
            <a:pPr>
              <a:defRPr sz="1200"/>
            </a:pPr>
            <a:r>
              <a:t>D:/pasar_fix/node_modules/.bun/aria-query@5.3.0/node_modules/aria-query/lib/ariaPropsMap.js</a:t>
            </a:r>
          </a:p>
          <a:p>
            <a:pPr>
              <a:defRPr sz="1200"/>
            </a:pPr>
            <a:r>
              <a:t>D:/pasar_fix/node_modules/.bun/aria-query@5.3.0/node_modules/aria-query/lib/domMap.js</a:t>
            </a:r>
          </a:p>
          <a:p>
            <a:pPr>
              <a:defRPr sz="1200"/>
            </a:pPr>
            <a:r>
              <a:t>D:/pasar_fix/node_modules/.bun/aria-query@5.3.0/node_modules/aria-query/lib/elementRoleMap.js</a:t>
            </a:r>
          </a:p>
          <a:p>
            <a:pPr>
              <a:defRPr sz="1200"/>
            </a:pPr>
            <a:r>
              <a:t>D:/pasar_fix/node_modules/.bun/aria-query@5.3.0/node_modules/aria-query/lib/index.js</a:t>
            </a:r>
          </a:p>
          <a:p>
            <a:pPr>
              <a:defRPr sz="1200"/>
            </a:pPr>
            <a:r>
              <a:t>D:/pasar_fix/node_modules/.bun/aria-query@5.3.0/node_modules/aria-query/lib/roleElementMap.js</a:t>
            </a:r>
          </a:p>
          <a:p>
            <a:pPr>
              <a:defRPr sz="1200"/>
            </a:pPr>
            <a:r>
              <a:t>D:/pasar_fix/node_modules/.bun/aria-query@5.3.0/node_modules/aria-query/lib/rolesMap.js</a:t>
            </a:r>
          </a:p>
          <a:p>
            <a:pPr>
              <a:defRPr sz="1200"/>
            </a:pPr>
            <a:r>
              <a:t>D:/pasar_fix/node_modules/.bun/aria-query@5.3.0/node_modules/aria-query/lib/etc/roles/ariaAbstractRoles.js</a:t>
            </a:r>
          </a:p>
          <a:p>
            <a:pPr>
              <a:defRPr sz="1200"/>
            </a:pPr>
            <a:r>
              <a:t>D:/pasar_fix/node_modules/.bun/aria-query@5.3.0/node_modules/aria-query/lib/etc/roles/ariaDpubRoles.js</a:t>
            </a:r>
          </a:p>
          <a:p>
            <a:pPr>
              <a:defRPr sz="1200"/>
            </a:pPr>
            <a:r>
              <a:t>D:/pasar_fix/node_modules/.bun/aria-query@5.3.0/node_modules/aria-query/lib/etc/roles/ariaGraphicsRoles.js</a:t>
            </a:r>
          </a:p>
          <a:p>
            <a:pPr>
              <a:defRPr sz="1200"/>
            </a:pPr>
            <a:r>
              <a:t>D:/pasar_fix/node_modules/.bun/aria-query@5.3.0/node_modules/aria-query/lib/etc/roles/ariaLiteralRoles.js</a:t>
            </a:r>
          </a:p>
          <a:p>
            <a:pPr>
              <a:defRPr sz="1200"/>
            </a:pPr>
            <a:r>
              <a:t>D:/pasar_fix/node_modules/.bun/aria-query@5.3.0/node_modules/aria-query/lib/etc/roles/abstract/commandRole.js</a:t>
            </a:r>
          </a:p>
          <a:p>
            <a:pPr>
              <a:defRPr sz="1200"/>
            </a:pPr>
            <a:r>
              <a:t>D:/pasar_fix/node_modules/.bun/aria-query@5.3.0/node_modules/aria-query/lib/etc/roles/abstract/compositeRole.js</a:t>
            </a:r>
          </a:p>
          <a:p>
            <a:pPr>
              <a:defRPr sz="1200"/>
            </a:pPr>
            <a:r>
              <a:t>D:/pasar_fix/node_modules/.bun/aria-query@5.3.0/node_modules/aria-query/lib/etc/roles/abstract/inputRole.js</a:t>
            </a:r>
          </a:p>
          <a:p>
            <a:pPr>
              <a:defRPr sz="1200"/>
            </a:pPr>
            <a:r>
              <a:t>D:/pasar_fix/node_modules/.bun/aria-query@5.3.0/node_modules/aria-query/lib/etc/roles/abstract/landmarkRole.js</a:t>
            </a:r>
          </a:p>
          <a:p>
            <a:pPr>
              <a:defRPr sz="1200"/>
            </a:pPr>
            <a:r>
              <a:t>D:/pasar_fix/node_modules/.bun/aria-query@5.3.0/node_modules/aria-query/lib/etc/roles/abstract/rangeRole.js</a:t>
            </a:r>
          </a:p>
          <a:p>
            <a:pPr>
              <a:defRPr sz="1200"/>
            </a:pPr>
            <a:r>
              <a:t>D:/pasar_fix/node_modules/.bun/aria-query@5.3.0/node_modules/aria-query/lib/etc/roles/abstract/roletypeRole.js</a:t>
            </a:r>
          </a:p>
          <a:p>
            <a:pPr>
              <a:defRPr sz="1200"/>
            </a:pPr>
            <a:r>
              <a:t>D:/pasar_fix/node_modules/.bun/aria-query@5.3.0/node_modules/aria-query/lib/etc/roles/abstract/sectionheadRole.js</a:t>
            </a:r>
          </a:p>
          <a:p>
            <a:pPr>
              <a:defRPr sz="1200"/>
            </a:pPr>
            <a:r>
              <a:t>D:/pasar_fix/node_modules/.bun/aria-query@5.3.0/node_modules/aria-query/lib/etc/roles/abstract/sectionRole.js</a:t>
            </a:r>
          </a:p>
          <a:p>
            <a:pPr>
              <a:defRPr sz="1200"/>
            </a:pPr>
            <a:r>
              <a:t>D:/pasar_fix/node_modules/.bun/aria-query@5.3.0/node_modules/aria-query/lib/etc/roles/abstract/selectRole.js</a:t>
            </a:r>
          </a:p>
          <a:p>
            <a:pPr>
              <a:defRPr sz="1200"/>
            </a:pPr>
            <a:r>
              <a:t>D:/pasar_fix/node_modules/.bun/aria-query@5.3.0/node_modules/aria-query/lib/etc/roles/abstract/structureRole.js</a:t>
            </a:r>
          </a:p>
          <a:p>
            <a:pPr>
              <a:defRPr sz="1200"/>
            </a:pPr>
            <a:r>
              <a:t>D:/pasar_fix/node_modules/.bun/aria-query@5.3.0/node_modules/aria-query/lib/etc/roles/abstract/widgetRole.js</a:t>
            </a:r>
          </a:p>
          <a:p>
            <a:pPr>
              <a:defRPr sz="1200"/>
            </a:pPr>
            <a:r>
              <a:t>D:/pasar_fix/node_modules/.bun/aria-query@5.3.0/node_modules/aria-query/lib/etc/roles/abstract/windowRole.js</a:t>
            </a:r>
          </a:p>
          <a:p>
            <a:pPr>
              <a:defRPr sz="1200"/>
            </a:pPr>
            <a:r>
              <a:t>D:/pasar_fix/node_modules/.bun/aria-query@5.3.0/node_modules/aria-query/lib/etc/roles/dpub/docAbstractRole.js</a:t>
            </a:r>
          </a:p>
          <a:p>
            <a:pPr>
              <a:defRPr sz="1200"/>
            </a:pPr>
            <a:r>
              <a:t>D:/pasar_fix/node_modules/.bun/aria-query@5.3.0/node_modules/aria-query/lib/etc/roles/dpub/docAcknowledgmentsRole.js</a:t>
            </a:r>
          </a:p>
          <a:p>
            <a:pPr>
              <a:defRPr sz="1200"/>
            </a:pPr>
            <a:r>
              <a:t>D:/pasar_fix/node_modules/.bun/aria-query@5.3.0/node_modules/aria-query/lib/etc/roles/dpub/docAfterwordRole.js</a:t>
            </a:r>
          </a:p>
          <a:p>
            <a:pPr>
              <a:defRPr sz="1200"/>
            </a:pPr>
            <a:r>
              <a:t>D:/pasar_fix/node_modules/.bun/aria-query@5.3.0/node_modules/aria-query/lib/etc/roles/dpub/docAppendixRole.js</a:t>
            </a:r>
          </a:p>
          <a:p>
            <a:pPr>
              <a:defRPr sz="1200"/>
            </a:pPr>
            <a:r>
              <a:t>D:/pasar_fix/node_modules/.bun/aria-query@5.3.0/node_modules/aria-query/lib/etc/roles/dpub/docBacklinkRole.js</a:t>
            </a:r>
          </a:p>
          <a:p>
            <a:pPr>
              <a:defRPr sz="1200"/>
            </a:pPr>
            <a:r>
              <a:t>D:/pasar_fix/node_modules/.bun/aria-query@5.3.0/node_modules/aria-query/lib/etc/roles/dpub/docBiblioentryRole.js</a:t>
            </a:r>
          </a:p>
          <a:p>
            <a:pPr>
              <a:defRPr sz="1200"/>
            </a:pPr>
            <a:r>
              <a:t>D:/pasar_fix/node_modules/.bun/aria-query@5.3.0/node_modules/aria-query/lib/etc/roles/dpub/docBibliographyRole.js</a:t>
            </a:r>
          </a:p>
          <a:p>
            <a:pPr>
              <a:defRPr sz="1200"/>
            </a:pPr>
            <a:r>
              <a:t>D:/pasar_fix/node_modules/.bun/aria-query@5.3.0/node_modules/aria-query/lib/etc/roles/dpub/docBibliorefRole.js</a:t>
            </a:r>
          </a:p>
          <a:p>
            <a:pPr>
              <a:defRPr sz="1200"/>
            </a:pPr>
            <a:r>
              <a:t>D:/pasar_fix/node_modules/.bun/aria-query@5.3.0/node_modules/aria-query/lib/etc/roles/dpub/docChapterRole.js</a:t>
            </a:r>
          </a:p>
          <a:p>
            <a:pPr>
              <a:defRPr sz="1200"/>
            </a:pPr>
            <a:r>
              <a:t>D:/pasar_fix/node_modules/.bun/aria-query@5.3.0/node_modules/aria-query/lib/etc/roles/dpub/docColophonRole.js</a:t>
            </a:r>
          </a:p>
          <a:p>
            <a:pPr>
              <a:defRPr sz="1200"/>
            </a:pPr>
            <a:r>
              <a:t>D:/pasar_fix/node_modules/.bun/aria-query@5.3.0/node_modules/aria-query/lib/etc/roles/dpub/docConclusionRole.js</a:t>
            </a:r>
          </a:p>
          <a:p>
            <a:pPr>
              <a:defRPr sz="1200"/>
            </a:pPr>
            <a:r>
              <a:t>D:/pasar_fix/node_modules/.bun/aria-query@5.3.0/node_modules/aria-query/lib/etc/roles/dpub/docCoverRole.js</a:t>
            </a:r>
          </a:p>
          <a:p>
            <a:pPr>
              <a:defRPr sz="1200"/>
            </a:pPr>
            <a:r>
              <a:t>D:/pasar_fix/node_modules/.bun/aria-query@5.3.0/node_modules/aria-query/lib/etc/roles/dpub/docCreditRole.js</a:t>
            </a:r>
          </a:p>
          <a:p>
            <a:pPr>
              <a:defRPr sz="1200"/>
            </a:pPr>
            <a:r>
              <a:t>D:/pasar_fix/node_modules/.bun/aria-query@5.3.0/node_modules/aria-query/lib/etc/roles/dpub/docCreditsRole.js</a:t>
            </a:r>
          </a:p>
          <a:p>
            <a:pPr>
              <a:defRPr sz="1200"/>
            </a:pPr>
            <a:r>
              <a:t>D:/pasar_fix/node_modules/.bun/aria-query@5.3.0/node_modules/aria-query/lib/etc/roles/dpub/docDedicationRole.js</a:t>
            </a:r>
          </a:p>
          <a:p>
            <a:pPr>
              <a:defRPr sz="1200"/>
            </a:pPr>
            <a:r>
              <a:t>D:/pasar_fix/node_modules/.bun/aria-query@5.3.0/node_modules/aria-query/lib/etc/roles/dpub/docEndnoteRole.js</a:t>
            </a:r>
          </a:p>
          <a:p>
            <a:pPr>
              <a:defRPr sz="1200"/>
            </a:pPr>
            <a:r>
              <a:t>D:/pasar_fix/node_modules/.bun/aria-query@5.3.0/node_modules/aria-query/lib/etc/roles/dpub/docEndnotesRole.js</a:t>
            </a:r>
          </a:p>
          <a:p>
            <a:pPr>
              <a:defRPr sz="1200"/>
            </a:pPr>
            <a:r>
              <a:t>D:/pasar_fix/node_modules/.bun/aria-query@5.3.0/node_modules/aria-query/lib/etc/roles/dpub/docEpigraphRole.js</a:t>
            </a:r>
          </a:p>
          <a:p>
            <a:pPr>
              <a:defRPr sz="1200"/>
            </a:pPr>
            <a:r>
              <a:t>D:/pasar_fix/node_modules/.bun/aria-query@5.3.0/node_modules/aria-query/lib/etc/roles/dpub/docEpilogueRole.js</a:t>
            </a:r>
          </a:p>
          <a:p>
            <a:pPr>
              <a:defRPr sz="1200"/>
            </a:pPr>
            <a:r>
              <a:t>D:/pasar_fix/node_modules/.bun/aria-query@5.3.0/node_modules/aria-query/lib/etc/roles/dpub/docErrataRole.js</a:t>
            </a:r>
          </a:p>
          <a:p>
            <a:pPr>
              <a:defRPr sz="1200"/>
            </a:pPr>
            <a:r>
              <a:t>D:/pasar_fix/node_modules/.bun/aria-query@5.3.0/node_modules/aria-query/lib/etc/roles/dpub/docExampleRole.js</a:t>
            </a:r>
          </a:p>
          <a:p>
            <a:pPr>
              <a:defRPr sz="1200"/>
            </a:pPr>
            <a:r>
              <a:t>D:/pasar_fix/node_modules/.bun/aria-query@5.3.0/node_modules/aria-query/lib/etc/roles/dpub/docFootnoteRole.js</a:t>
            </a:r>
          </a:p>
          <a:p>
            <a:pPr>
              <a:defRPr sz="1200"/>
            </a:pPr>
            <a:r>
              <a:t>D:/pasar_fix/node_modules/.bun/aria-query@5.3.0/node_modules/aria-query/lib/etc/roles/dpub/docForewordRole.js</a:t>
            </a:r>
          </a:p>
          <a:p>
            <a:pPr>
              <a:defRPr sz="1200"/>
            </a:pPr>
            <a:r>
              <a:t>D:/pasar_fix/node_modules/.bun/aria-query@5.3.0/node_modules/aria-query/lib/etc/roles/dpub/docGlossaryRole.js</a:t>
            </a:r>
          </a:p>
          <a:p>
            <a:pPr>
              <a:defRPr sz="1200"/>
            </a:pPr>
            <a:r>
              <a:t>D:/pasar_fix/node_modules/.bun/aria-query@5.3.0/node_modules/aria-query/lib/etc/roles/dpub/docGlossrefRole.js</a:t>
            </a:r>
          </a:p>
          <a:p>
            <a:pPr>
              <a:defRPr sz="1200"/>
            </a:pPr>
            <a:r>
              <a:t>D:/pasar_fix/node_modules/.bun/aria-query@5.3.0/node_modules/aria-query/lib/etc/roles/dpub/docIndexRole.js</a:t>
            </a:r>
          </a:p>
          <a:p>
            <a:pPr>
              <a:defRPr sz="1200"/>
            </a:pPr>
            <a:r>
              <a:t>D:/pasar_fix/node_modules/.bun/aria-query@5.3.0/node_modules/aria-query/lib/etc/roles/dpub/docIntroductionRole.js</a:t>
            </a:r>
          </a:p>
          <a:p>
            <a:pPr>
              <a:defRPr sz="1200"/>
            </a:pPr>
            <a:r>
              <a:t>D:/pasar_fix/node_modules/.bun/aria-query@5.3.0/node_modules/aria-query/lib/etc/roles/dpub/docNoterefRole.js</a:t>
            </a:r>
          </a:p>
          <a:p>
            <a:pPr>
              <a:defRPr sz="1200"/>
            </a:pPr>
            <a:r>
              <a:t>D:/pasar_fix/node_modules/.bun/aria-query@5.3.0/node_modules/aria-query/lib/etc/roles/dpub/docNoticeRole.js</a:t>
            </a:r>
          </a:p>
          <a:p>
            <a:pPr>
              <a:defRPr sz="1200"/>
            </a:pPr>
            <a:r>
              <a:t>D:/pasar_fix/node_modules/.bun/aria-query@5.3.0/node_modules/aria-query/lib/etc/roles/dpub/docPagebreakRole.js</a:t>
            </a:r>
          </a:p>
          <a:p>
            <a:pPr>
              <a:defRPr sz="1200"/>
            </a:pPr>
            <a:r>
              <a:t>D:/pasar_fix/node_modules/.bun/aria-query@5.3.0/node_modules/aria-query/lib/etc/roles/dpub/docPagelistRole.js</a:t>
            </a:r>
          </a:p>
          <a:p>
            <a:pPr>
              <a:defRPr sz="1200"/>
            </a:pPr>
            <a:r>
              <a:t>D:/pasar_fix/node_modules/.bun/aria-query@5.3.0/node_modules/aria-query/lib/etc/roles/dpub/docPartRole.js</a:t>
            </a:r>
          </a:p>
          <a:p>
            <a:pPr>
              <a:defRPr sz="1200"/>
            </a:pPr>
            <a:r>
              <a:t>D:/pasar_fix/node_modules/.bun/aria-query@5.3.0/node_modules/aria-query/lib/etc/roles/dpub/docPrefaceRole.js</a:t>
            </a:r>
          </a:p>
          <a:p>
            <a:pPr>
              <a:defRPr sz="1200"/>
            </a:pPr>
            <a:r>
              <a:t>D:/pasar_fix/node_modules/.bun/aria-query@5.3.0/node_modules/aria-query/lib/etc/roles/dpub/docPrologueRole.js</a:t>
            </a:r>
          </a:p>
          <a:p>
            <a:pPr>
              <a:defRPr sz="1200"/>
            </a:pPr>
            <a:r>
              <a:t>D:/pasar_fix/node_modules/.bun/aria-query@5.3.0/node_modules/aria-query/lib/etc/roles/dpub/docPullquoteRole.js</a:t>
            </a:r>
          </a:p>
          <a:p>
            <a:pPr>
              <a:defRPr sz="1200"/>
            </a:pPr>
            <a:r>
              <a:t>D:/pasar_fix/node_modules/.bun/aria-query@5.3.0/node_modules/aria-query/lib/etc/roles/dpub/docQnaRole.js</a:t>
            </a:r>
          </a:p>
          <a:p>
            <a:pPr>
              <a:defRPr sz="1200"/>
            </a:pPr>
            <a:r>
              <a:t>D:/pasar_fix/node_modules/.bun/aria-query@5.3.0/node_modules/aria-query/lib/etc/roles/dpub/docSubtitleRole.js</a:t>
            </a:r>
          </a:p>
          <a:p>
            <a:pPr>
              <a:defRPr sz="1200"/>
            </a:pPr>
            <a:r>
              <a:t>D:/pasar_fix/node_modules/.bun/aria-query@5.3.0/node_modules/aria-query/lib/etc/roles/dpub/docTipRole.js</a:t>
            </a:r>
          </a:p>
          <a:p>
            <a:pPr>
              <a:defRPr sz="1200"/>
            </a:pPr>
            <a:r>
              <a:t>D:/pasar_fix/node_modules/.bun/aria-query@5.3.0/node_modules/aria-query/lib/etc/roles/dpub/docTocRole.js</a:t>
            </a:r>
          </a:p>
          <a:p>
            <a:pPr>
              <a:defRPr sz="1200"/>
            </a:pPr>
            <a:r>
              <a:t>D:/pasar_fix/node_modules/.bun/aria-query@5.3.0/node_modules/aria-query/lib/etc/roles/graphics/graphicsDocumentRole.js</a:t>
            </a:r>
          </a:p>
          <a:p>
            <a:pPr>
              <a:defRPr sz="1200"/>
            </a:pPr>
            <a:r>
              <a:t>D:/pasar_fix/node_modules/.bun/aria-query@5.3.0/node_modules/aria-query/lib/etc/roles/graphics/graphicsObjectRole.js</a:t>
            </a:r>
          </a:p>
          <a:p>
            <a:pPr>
              <a:defRPr sz="1200"/>
            </a:pPr>
            <a:r>
              <a:t>D:/pasar_fix/node_modules/.bun/aria-query@5.3.0/node_modules/aria-query/lib/etc/roles/graphics/graphicsSymbolRole.js</a:t>
            </a:r>
          </a:p>
          <a:p>
            <a:pPr>
              <a:defRPr sz="1200"/>
            </a:pPr>
            <a:r>
              <a:t>D:/pasar_fix/node_modules/.bun/aria-query@5.3.0/node_modules/aria-query/lib/etc/roles/literal/alertdialogRole.js</a:t>
            </a:r>
          </a:p>
          <a:p>
            <a:pPr>
              <a:defRPr sz="1200"/>
            </a:pPr>
            <a:r>
              <a:t>D:/pasar_fix/node_modules/.bun/aria-query@5.3.0/node_modules/aria-query/lib/etc/roles/literal/alertRole.js</a:t>
            </a:r>
          </a:p>
          <a:p>
            <a:pPr>
              <a:defRPr sz="1200"/>
            </a:pPr>
            <a:r>
              <a:t>D:/pasar_fix/node_modules/.bun/aria-query@5.3.0/node_modules/aria-query/lib/etc/roles/literal/applicationRole.js</a:t>
            </a:r>
          </a:p>
          <a:p>
            <a:pPr>
              <a:defRPr sz="1200"/>
            </a:pPr>
            <a:r>
              <a:t>D:/pasar_fix/node_modules/.bun/aria-query@5.3.0/node_modules/aria-query/lib/etc/roles/literal/articleRole.js</a:t>
            </a:r>
          </a:p>
          <a:p>
            <a:pPr>
              <a:defRPr sz="1200"/>
            </a:pPr>
            <a:r>
              <a:t>D:/pasar_fix/node_modules/.bun/aria-query@5.3.0/node_modules/aria-query/lib/etc/roles/literal/bannerRole.js</a:t>
            </a:r>
          </a:p>
          <a:p>
            <a:pPr>
              <a:defRPr sz="1200"/>
            </a:pPr>
            <a:r>
              <a:t>D:/pasar_fix/node_modules/.bun/aria-query@5.3.0/node_modules/aria-query/lib/etc/roles/literal/blockquoteRole.js</a:t>
            </a:r>
          </a:p>
          <a:p>
            <a:pPr>
              <a:defRPr sz="1200"/>
            </a:pPr>
            <a:r>
              <a:t>D:/pasar_fix/node_modules/.bun/aria-query@5.3.0/node_modules/aria-query/lib/etc/roles/literal/buttonRole.js</a:t>
            </a:r>
          </a:p>
          <a:p>
            <a:pPr>
              <a:defRPr sz="1200"/>
            </a:pPr>
            <a:r>
              <a:t>D:/pasar_fix/node_modules/.bun/aria-query@5.3.0/node_modules/aria-query/lib/etc/roles/literal/captionRole.js</a:t>
            </a:r>
          </a:p>
          <a:p>
            <a:pPr>
              <a:defRPr sz="1200"/>
            </a:pPr>
            <a:r>
              <a:t>D:/pasar_fix/node_modules/.bun/aria-query@5.3.0/node_modules/aria-query/lib/etc/roles/literal/cellRole.js</a:t>
            </a:r>
          </a:p>
          <a:p>
            <a:pPr>
              <a:defRPr sz="1200"/>
            </a:pPr>
            <a:r>
              <a:t>D:/pasar_fix/node_modules/.bun/aria-query@5.3.0/node_modules/aria-query/lib/etc/roles/literal/checkboxRole.js</a:t>
            </a:r>
          </a:p>
          <a:p>
            <a:pPr>
              <a:defRPr sz="1200"/>
            </a:pPr>
            <a:r>
              <a:t>D:/pasar_fix/node_modules/.bun/aria-query@5.3.0/node_modules/aria-query/lib/etc/roles/literal/codeRole.js</a:t>
            </a:r>
          </a:p>
          <a:p>
            <a:pPr>
              <a:defRPr sz="1200"/>
            </a:pPr>
            <a:r>
              <a:t>D:/pasar_fix/node_modules/.bun/aria-query@5.3.0/node_modules/aria-query/lib/etc/roles/literal/columnheaderRole.js</a:t>
            </a:r>
          </a:p>
          <a:p>
            <a:pPr>
              <a:defRPr sz="1200"/>
            </a:pPr>
            <a:r>
              <a:t>D:/pasar_fix/node_modules/.bun/aria-query@5.3.0/node_modules/aria-query/lib/etc/roles/literal/comboboxRole.js</a:t>
            </a:r>
          </a:p>
          <a:p>
            <a:pPr>
              <a:defRPr sz="1200"/>
            </a:pPr>
            <a:r>
              <a:t>D:/pasar_fix/node_modules/.bun/aria-query@5.3.0/node_modules/aria-query/lib/etc/roles/literal/complementaryRole.js</a:t>
            </a:r>
          </a:p>
          <a:p>
            <a:pPr>
              <a:defRPr sz="1200"/>
            </a:pPr>
            <a:r>
              <a:t>D:/pasar_fix/node_modules/.bun/aria-query@5.3.0/node_modules/aria-query/lib/etc/roles/literal/contentinfoRole.js</a:t>
            </a:r>
          </a:p>
          <a:p>
            <a:pPr>
              <a:defRPr sz="1200"/>
            </a:pPr>
            <a:r>
              <a:t>D:/pasar_fix/node_modules/.bun/aria-query@5.3.0/node_modules/aria-query/lib/etc/roles/literal/definitionRole.js</a:t>
            </a:r>
          </a:p>
          <a:p>
            <a:pPr>
              <a:defRPr sz="1200"/>
            </a:pPr>
            <a:r>
              <a:t>D:/pasar_fix/node_modules/.bun/aria-query@5.3.0/node_modules/aria-query/lib/etc/roles/literal/deletionRole.js</a:t>
            </a:r>
          </a:p>
          <a:p>
            <a:pPr>
              <a:defRPr sz="1200"/>
            </a:pPr>
            <a:r>
              <a:t>D:/pasar_fix/node_modules/.bun/aria-query@5.3.0/node_modules/aria-query/lib/etc/roles/literal/dialogRole.js</a:t>
            </a:r>
          </a:p>
          <a:p>
            <a:pPr>
              <a:defRPr sz="1200"/>
            </a:pPr>
            <a:r>
              <a:t>D:/pasar_fix/node_modules/.bun/aria-query@5.3.0/node_modules/aria-query/lib/etc/roles/literal/directoryRole.js</a:t>
            </a:r>
          </a:p>
          <a:p>
            <a:pPr>
              <a:defRPr sz="1200"/>
            </a:pPr>
            <a:r>
              <a:t>D:/pasar_fix/node_modules/.bun/aria-query@5.3.0/node_modules/aria-query/lib/etc/roles/literal/documentRole.js</a:t>
            </a:r>
          </a:p>
          <a:p>
            <a:pPr>
              <a:defRPr sz="1200"/>
            </a:pPr>
            <a:r>
              <a:t>D:/pasar_fix/node_modules/.bun/aria-query@5.3.0/node_modules/aria-query/lib/etc/roles/literal/emphasisRole.js</a:t>
            </a:r>
          </a:p>
          <a:p>
            <a:pPr>
              <a:defRPr sz="1200"/>
            </a:pPr>
            <a:r>
              <a:t>D:/pasar_fix/node_modules/.bun/aria-query@5.3.0/node_modules/aria-query/lib/etc/roles/literal/feedRole.js</a:t>
            </a:r>
          </a:p>
          <a:p>
            <a:pPr>
              <a:defRPr sz="1200"/>
            </a:pPr>
            <a:r>
              <a:t>D:/pasar_fix/node_modules/.bun/aria-query@5.3.0/node_modules/aria-query/lib/etc/roles/literal/figureRole.js</a:t>
            </a:r>
          </a:p>
          <a:p>
            <a:pPr>
              <a:defRPr sz="1200"/>
            </a:pPr>
            <a:r>
              <a:t>D:/pasar_fix/node_modules/.bun/aria-query@5.3.0/node_modules/aria-query/lib/etc/roles/literal/formRole.js</a:t>
            </a:r>
          </a:p>
          <a:p>
            <a:pPr>
              <a:defRPr sz="1200"/>
            </a:pPr>
            <a:r>
              <a:t>D:/pasar_fix/node_modules/.bun/aria-query@5.3.0/node_modules/aria-query/lib/etc/roles/literal/genericRole.js</a:t>
            </a:r>
          </a:p>
          <a:p>
            <a:pPr>
              <a:defRPr sz="1200"/>
            </a:pPr>
            <a:r>
              <a:t>D:/pasar_fix/node_modules/.bun/aria-query@5.3.0/node_modules/aria-query/lib/etc/roles/literal/graphicsDocumentRole.js</a:t>
            </a:r>
          </a:p>
          <a:p>
            <a:pPr>
              <a:defRPr sz="1200"/>
            </a:pPr>
            <a:r>
              <a:t>D:/pasar_fix/node_modules/.bun/aria-query@5.3.0/node_modules/aria-query/lib/etc/roles/literal/graphicsObjectRole.js</a:t>
            </a:r>
          </a:p>
          <a:p>
            <a:pPr>
              <a:defRPr sz="1200"/>
            </a:pPr>
            <a:r>
              <a:t>D:/pasar_fix/node_modules/.bun/aria-query@5.3.0/node_modules/aria-query/lib/etc/roles/literal/graphicsSymbolRole.js</a:t>
            </a:r>
          </a:p>
          <a:p>
            <a:pPr>
              <a:defRPr sz="1200"/>
            </a:pPr>
            <a:r>
              <a:t>D:/pasar_fix/node_modules/.bun/aria-query@5.3.0/node_modules/aria-query/lib/etc/roles/literal/gridcellRole.js</a:t>
            </a:r>
          </a:p>
          <a:p>
            <a:pPr>
              <a:defRPr sz="1200"/>
            </a:pPr>
            <a:r>
              <a:t>D:/pasar_fix/node_modules/.bun/aria-query@5.3.0/node_modules/aria-query/lib/etc/roles/literal/gridRole.js</a:t>
            </a:r>
          </a:p>
          <a:p>
            <a:pPr>
              <a:defRPr sz="1200"/>
            </a:pPr>
            <a:r>
              <a:t>D:/pasar_fix/node_modules/.bun/aria-query@5.3.0/node_modules/aria-query/lib/etc/roles/literal/groupRole.js</a:t>
            </a:r>
          </a:p>
          <a:p>
            <a:pPr>
              <a:defRPr sz="1200"/>
            </a:pPr>
            <a:r>
              <a:t>D:/pasar_fix/node_modules/.bun/aria-query@5.3.0/node_modules/aria-query/lib/etc/roles/literal/headingRole.js</a:t>
            </a:r>
          </a:p>
          <a:p>
            <a:pPr>
              <a:defRPr sz="1200"/>
            </a:pPr>
            <a:r>
              <a:t>D:/pasar_fix/node_modules/.bun/aria-query@5.3.0/node_modules/aria-query/lib/etc/roles/literal/imgRole.js</a:t>
            </a:r>
          </a:p>
          <a:p>
            <a:pPr>
              <a:defRPr sz="1200"/>
            </a:pPr>
            <a:r>
              <a:t>D:/pasar_fix/node_modules/.bun/aria-query@5.3.0/node_modules/aria-query/lib/etc/roles/literal/insertionRole.js</a:t>
            </a:r>
          </a:p>
          <a:p>
            <a:pPr>
              <a:defRPr sz="1200"/>
            </a:pPr>
            <a:r>
              <a:t>D:/pasar_fix/node_modules/.bun/aria-query@5.3.0/node_modules/aria-query/lib/etc/roles/literal/linkRole.js</a:t>
            </a:r>
          </a:p>
          <a:p>
            <a:pPr>
              <a:defRPr sz="1200"/>
            </a:pPr>
            <a:r>
              <a:t>D:/pasar_fix/node_modules/.bun/aria-query@5.3.0/node_modules/aria-query/lib/etc/roles/literal/listboxRole.js</a:t>
            </a:r>
          </a:p>
          <a:p>
            <a:pPr>
              <a:defRPr sz="1200"/>
            </a:pPr>
            <a:r>
              <a:t>D:/pasar_fix/node_modules/.bun/aria-query@5.3.0/node_modules/aria-query/lib/etc/roles/literal/listitemRole.js</a:t>
            </a:r>
          </a:p>
          <a:p>
            <a:pPr>
              <a:defRPr sz="1200"/>
            </a:pPr>
            <a:r>
              <a:t>D:/pasar_fix/node_modules/.bun/aria-query@5.3.0/node_modules/aria-query/lib/etc/roles/literal/listRole.js</a:t>
            </a:r>
          </a:p>
          <a:p>
            <a:pPr>
              <a:defRPr sz="1200"/>
            </a:pPr>
            <a:r>
              <a:t>D:/pasar_fix/node_modules/.bun/aria-query@5.3.0/node_modules/aria-query/lib/etc/roles/literal/logRole.js</a:t>
            </a:r>
          </a:p>
          <a:p>
            <a:pPr>
              <a:defRPr sz="1200"/>
            </a:pPr>
            <a:r>
              <a:t>D:/pasar_fix/node_modules/.bun/aria-query@5.3.0/node_modules/aria-query/lib/etc/roles/literal/mainRole.js</a:t>
            </a:r>
          </a:p>
          <a:p>
            <a:pPr>
              <a:defRPr sz="1200"/>
            </a:pPr>
            <a:r>
              <a:t>D:/pasar_fix/node_modules/.bun/aria-query@5.3.0/node_modules/aria-query/lib/etc/roles/literal/markRole.js</a:t>
            </a:r>
          </a:p>
          <a:p>
            <a:pPr>
              <a:defRPr sz="1200"/>
            </a:pPr>
            <a:r>
              <a:t>D:/pasar_fix/node_modules/.bun/aria-query@5.3.0/node_modules/aria-query/lib/etc/roles/literal/marqueeRole.js</a:t>
            </a:r>
          </a:p>
          <a:p>
            <a:pPr>
              <a:defRPr sz="1200"/>
            </a:pPr>
            <a:r>
              <a:t>D:/pasar_fix/node_modules/.bun/aria-query@5.3.0/node_modules/aria-query/lib/etc/roles/literal/mathRole.js</a:t>
            </a:r>
          </a:p>
          <a:p>
            <a:pPr>
              <a:defRPr sz="1200"/>
            </a:pPr>
            <a:r>
              <a:t>D:/pasar_fix/node_modules/.bun/aria-query@5.3.0/node_modules/aria-query/lib/etc/roles/literal/menubarRole.js</a:t>
            </a:r>
          </a:p>
          <a:p>
            <a:pPr>
              <a:defRPr sz="1200"/>
            </a:pPr>
            <a:r>
              <a:t>D:/pasar_fix/node_modules/.bun/aria-query@5.3.0/node_modules/aria-query/lib/etc/roles/literal/menuitemcheckboxRole.js</a:t>
            </a:r>
          </a:p>
          <a:p>
            <a:pPr>
              <a:defRPr sz="1200"/>
            </a:pPr>
            <a:r>
              <a:t>D:/pasar_fix/node_modules/.bun/aria-query@5.3.0/node_modules/aria-query/lib/etc/roles/literal/menuitemradioRole.js</a:t>
            </a:r>
          </a:p>
          <a:p>
            <a:pPr>
              <a:defRPr sz="1200"/>
            </a:pPr>
            <a:r>
              <a:t>D:/pasar_fix/node_modules/.bun/aria-query@5.3.0/node_modules/aria-query/lib/etc/roles/literal/menuitemRole.js</a:t>
            </a:r>
          </a:p>
          <a:p>
            <a:pPr>
              <a:defRPr sz="1200"/>
            </a:pPr>
            <a:r>
              <a:t>D:/pasar_fix/node_modules/.bun/aria-query@5.3.0/node_modules/aria-query/lib/etc/roles/literal/menuRole.js</a:t>
            </a:r>
          </a:p>
          <a:p>
            <a:pPr>
              <a:defRPr sz="1200"/>
            </a:pPr>
            <a:r>
              <a:t>D:/pasar_fix/node_modules/.bun/aria-query@5.3.0/node_modules/aria-query/lib/etc/roles/literal/meterRole.js</a:t>
            </a:r>
          </a:p>
          <a:p>
            <a:pPr>
              <a:defRPr sz="1200"/>
            </a:pPr>
            <a:r>
              <a:t>D:/pasar_fix/node_modules/.bun/aria-query@5.3.0/node_modules/aria-query/lib/etc/roles/literal/navigationRole.js</a:t>
            </a:r>
          </a:p>
          <a:p>
            <a:pPr>
              <a:defRPr sz="1200"/>
            </a:pPr>
            <a:r>
              <a:t>D:/pasar_fix/node_modules/.bun/aria-query@5.3.0/node_modules/aria-query/lib/etc/roles/literal/noneRole.js</a:t>
            </a:r>
          </a:p>
          <a:p>
            <a:pPr>
              <a:defRPr sz="1200"/>
            </a:pPr>
            <a:r>
              <a:t>D:/pasar_fix/node_modules/.bun/aria-query@5.3.0/node_modules/aria-query/lib/etc/roles/literal/noteRole.js</a:t>
            </a:r>
          </a:p>
          <a:p>
            <a:pPr>
              <a:defRPr sz="1200"/>
            </a:pPr>
            <a:r>
              <a:t>D:/pasar_fix/node_modules/.bun/aria-query@5.3.0/node_modules/aria-query/lib/etc/roles/literal/optionRole.js</a:t>
            </a:r>
          </a:p>
          <a:p>
            <a:pPr>
              <a:defRPr sz="1200"/>
            </a:pPr>
            <a:r>
              <a:t>D:/pasar_fix/node_modules/.bun/aria-query@5.3.0/node_modules/aria-query/lib/etc/roles/literal/paragraphRole.js</a:t>
            </a:r>
          </a:p>
          <a:p>
            <a:pPr>
              <a:defRPr sz="1200"/>
            </a:pPr>
            <a:r>
              <a:t>D:/pasar_fix/node_modules/.bun/aria-query@5.3.0/node_modules/aria-query/lib/etc/roles/literal/presentationRole.js</a:t>
            </a:r>
          </a:p>
          <a:p>
            <a:pPr>
              <a:defRPr sz="1200"/>
            </a:pPr>
            <a:r>
              <a:t>D:/pasar_fix/node_modules/.bun/aria-query@5.3.0/node_modules/aria-query/lib/etc/roles/literal/progressbarRole.js</a:t>
            </a:r>
          </a:p>
          <a:p>
            <a:pPr>
              <a:defRPr sz="1200"/>
            </a:pPr>
            <a:r>
              <a:t>D:/pasar_fix/node_modules/.bun/aria-query@5.3.0/node_modules/aria-query/lib/etc/roles/literal/radiogroupRole.js</a:t>
            </a:r>
          </a:p>
          <a:p>
            <a:pPr>
              <a:defRPr sz="1200"/>
            </a:pPr>
            <a:r>
              <a:t>D:/pasar_fix/node_modules/.bun/aria-query@5.3.0/node_modules/aria-query/lib/etc/roles/literal/radioRole.js</a:t>
            </a:r>
          </a:p>
          <a:p>
            <a:pPr>
              <a:defRPr sz="1200"/>
            </a:pPr>
            <a:r>
              <a:t>D:/pasar_fix/node_modules/.bun/aria-query@5.3.0/node_modules/aria-query/lib/etc/roles/literal/regionRole.js</a:t>
            </a:r>
          </a:p>
          <a:p>
            <a:pPr>
              <a:defRPr sz="1200"/>
            </a:pPr>
            <a:r>
              <a:t>D:/pasar_fix/node_modules/.bun/aria-query@5.3.0/node_modules/aria-query/lib/etc/roles/literal/rowgroupRole.js</a:t>
            </a:r>
          </a:p>
          <a:p>
            <a:pPr>
              <a:defRPr sz="1200"/>
            </a:pPr>
            <a:r>
              <a:t>D:/pasar_fix/node_modules/.bun/aria-query@5.3.0/node_modules/aria-query/lib/etc/roles/literal/rowheaderRole.js</a:t>
            </a:r>
          </a:p>
          <a:p>
            <a:pPr>
              <a:defRPr sz="1200"/>
            </a:pPr>
            <a:r>
              <a:t>D:/pasar_fix/node_modules/.bun/aria-query@5.3.0/node_modules/aria-query/lib/etc/roles/literal/rowRole.js</a:t>
            </a:r>
          </a:p>
          <a:p>
            <a:pPr>
              <a:defRPr sz="1200"/>
            </a:pPr>
            <a:r>
              <a:t>D:/pasar_fix/node_modules/.bun/aria-query@5.3.0/node_modules/aria-query/lib/etc/roles/literal/scrollbarRole.js</a:t>
            </a:r>
          </a:p>
          <a:p>
            <a:pPr>
              <a:defRPr sz="1200"/>
            </a:pPr>
            <a:r>
              <a:t>D:/pasar_fix/node_modules/.bun/aria-query@5.3.0/node_modules/aria-query/lib/etc/roles/literal/searchboxRole.js</a:t>
            </a:r>
          </a:p>
          <a:p>
            <a:pPr>
              <a:defRPr sz="1200"/>
            </a:pPr>
            <a:r>
              <a:t>D:/pasar_fix/node_modules/.bun/aria-query@5.3.0/node_modules/aria-query/lib/etc/roles/literal/searchRole.js</a:t>
            </a:r>
          </a:p>
          <a:p>
            <a:pPr>
              <a:defRPr sz="1200"/>
            </a:pPr>
            <a:r>
              <a:t>D:/pasar_fix/node_modules/.bun/aria-query@5.3.0/node_modules/aria-query/lib/etc/roles/literal/separatorRole.js</a:t>
            </a:r>
          </a:p>
          <a:p>
            <a:pPr>
              <a:defRPr sz="1200"/>
            </a:pPr>
            <a:r>
              <a:t>D:/pasar_fix/node_modules/.bun/aria-query@5.3.0/node_modules/aria-query/lib/etc/roles/literal/sliderRole.js</a:t>
            </a:r>
          </a:p>
          <a:p>
            <a:pPr>
              <a:defRPr sz="1200"/>
            </a:pPr>
            <a:r>
              <a:t>D:/pasar_fix/node_modules/.bun/aria-query@5.3.0/node_modules/aria-query/lib/etc/roles/literal/spinbuttonRole.js</a:t>
            </a:r>
          </a:p>
          <a:p>
            <a:pPr>
              <a:defRPr sz="1200"/>
            </a:pPr>
            <a:r>
              <a:t>D:/pasar_fix/node_modules/.bun/aria-query@5.3.0/node_modules/aria-query/lib/etc/roles/literal/statusRole.js</a:t>
            </a:r>
          </a:p>
          <a:p>
            <a:pPr>
              <a:defRPr sz="1200"/>
            </a:pPr>
            <a:r>
              <a:t>D:/pasar_fix/node_modules/.bun/aria-query@5.3.0/node_modules/aria-query/lib/etc/roles/literal/strongRole.js</a:t>
            </a:r>
          </a:p>
          <a:p>
            <a:pPr>
              <a:defRPr sz="1200"/>
            </a:pPr>
            <a:r>
              <a:t>D:/pasar_fix/node_modules/.bun/aria-query@5.3.0/node_modules/aria-query/lib/etc/roles/literal/subscriptRole.js</a:t>
            </a:r>
          </a:p>
          <a:p>
            <a:pPr>
              <a:defRPr sz="1200"/>
            </a:pPr>
            <a:r>
              <a:t>D:/pasar_fix/node_modules/.bun/aria-query@5.3.0/node_modules/aria-query/lib/etc/roles/literal/superscriptRole.js</a:t>
            </a:r>
          </a:p>
          <a:p>
            <a:pPr>
              <a:defRPr sz="1200"/>
            </a:pPr>
            <a:r>
              <a:t>D:/pasar_fix/node_modules/.bun/aria-query@5.3.0/node_modules/aria-query/lib/etc/roles/literal/switchRole.js</a:t>
            </a:r>
          </a:p>
          <a:p>
            <a:pPr>
              <a:defRPr sz="1200"/>
            </a:pPr>
            <a:r>
              <a:t>D:/pasar_fix/node_modules/.bun/aria-query@5.3.0/node_modules/aria-query/lib/etc/roles/literal/tableRole.js</a:t>
            </a:r>
          </a:p>
          <a:p>
            <a:pPr>
              <a:defRPr sz="1200"/>
            </a:pPr>
            <a:r>
              <a:t>D:/pasar_fix/node_modules/.bun/aria-query@5.3.0/node_modules/aria-query/lib/etc/roles/literal/tablistRole.js</a:t>
            </a:r>
          </a:p>
          <a:p>
            <a:pPr>
              <a:defRPr sz="1200"/>
            </a:pPr>
            <a:r>
              <a:t>D:/pasar_fix/node_modules/.bun/aria-query@5.3.0/node_modules/aria-query/lib/etc/roles/literal/tabpanelRole.js</a:t>
            </a:r>
          </a:p>
          <a:p>
            <a:pPr>
              <a:defRPr sz="1200"/>
            </a:pPr>
            <a:r>
              <a:t>D:/pasar_fix/node_modules/.bun/aria-query@5.3.0/node_modules/aria-query/lib/etc/roles/literal/tabRole.js</a:t>
            </a:r>
          </a:p>
          <a:p>
            <a:pPr>
              <a:defRPr sz="1200"/>
            </a:pPr>
            <a:r>
              <a:t>D:/pasar_fix/node_modules/.bun/aria-query@5.3.0/node_modules/aria-query/lib/etc/roles/literal/termRole.js</a:t>
            </a:r>
          </a:p>
          <a:p>
            <a:pPr>
              <a:defRPr sz="1200"/>
            </a:pPr>
            <a:r>
              <a:t>D:/pasar_fix/node_modules/.bun/aria-query@5.3.0/node_modules/aria-query/lib/etc/roles/literal/textboxRole.js</a:t>
            </a:r>
          </a:p>
          <a:p>
            <a:pPr>
              <a:defRPr sz="1200"/>
            </a:pPr>
            <a:r>
              <a:t>D:/pasar_fix/node_modules/.bun/aria-query@5.3.0/node_modules/aria-query/lib/etc/roles/literal/timeRole.js</a:t>
            </a:r>
          </a:p>
          <a:p>
            <a:pPr>
              <a:defRPr sz="1200"/>
            </a:pPr>
            <a:r>
              <a:t>D:/pasar_fix/node_modules/.bun/aria-query@5.3.0/node_modules/aria-query/lib/etc/roles/literal/timerRole.js</a:t>
            </a:r>
          </a:p>
          <a:p>
            <a:pPr>
              <a:defRPr sz="1200"/>
            </a:pPr>
            <a:r>
              <a:t>D:/pasar_fix/node_modules/.bun/aria-query@5.3.0/node_modules/aria-query/lib/etc/roles/literal/toolbarRole.js</a:t>
            </a:r>
          </a:p>
          <a:p>
            <a:pPr>
              <a:defRPr sz="1200"/>
            </a:pPr>
            <a:r>
              <a:t>D:/pasar_fix/node_modules/.bun/aria-query@5.3.0/node_modules/aria-query/lib/etc/roles/literal/tooltipRole.js</a:t>
            </a:r>
          </a:p>
          <a:p>
            <a:pPr>
              <a:defRPr sz="1200"/>
            </a:pPr>
            <a:r>
              <a:t>D:/pasar_fix/node_modules/.bun/aria-query@5.3.0/node_modules/aria-query/lib/etc/roles/literal/treegridRole.js</a:t>
            </a:r>
          </a:p>
          <a:p>
            <a:pPr>
              <a:defRPr sz="1200"/>
            </a:pPr>
            <a:r>
              <a:t>D:/pasar_fix/node_modules/.bun/aria-query@5.3.0/node_modules/aria-query/lib/etc/roles/literal/treeitemRole.js</a:t>
            </a:r>
          </a:p>
          <a:p>
            <a:pPr>
              <a:defRPr sz="1200"/>
            </a:pPr>
            <a:r>
              <a:t>D:/pasar_fix/node_modules/.bun/aria-query@5.3.0/node_modules/aria-query/lib/etc/roles/literal/treeRole.js</a:t>
            </a:r>
          </a:p>
          <a:p>
            <a:pPr>
              <a:defRPr sz="1200"/>
            </a:pPr>
            <a:r>
              <a:t>D:/pasar_fix/node_modules/.bun/aria-query@5.3.0/node_modules/aria-query/lib/util/iterationDecorator.js</a:t>
            </a:r>
          </a:p>
          <a:p>
            <a:pPr>
              <a:defRPr sz="1200"/>
            </a:pPr>
            <a:r>
              <a:t>D:/pasar_fix/node_modules/.bun/aria-query@5.3.0/node_modules/aria-query/lib/util/iteratorProxy.js</a:t>
            </a:r>
          </a:p>
          <a:p>
            <a:pPr>
              <a:defRPr sz="1200"/>
            </a:pPr>
            <a:r>
              <a:t>D:/pasar_fix/node_modules/.bun/asn1js@3.0.10/node_modules/asn1js/LICENSE</a:t>
            </a:r>
          </a:p>
          <a:p>
            <a:pPr>
              <a:defRPr sz="1200"/>
            </a:pPr>
            <a:r>
              <a:t>D:/pasar_fix/node_modules/.bun/asn1js@3.0.10/node_modules/asn1js/package.json</a:t>
            </a:r>
          </a:p>
          <a:p>
            <a:pPr>
              <a:defRPr sz="1200"/>
            </a:pPr>
            <a:r>
              <a:t>D:/pasar_fix/node_modules/.bun/asn1js@3.0.10/node_modules/asn1js/README.md</a:t>
            </a:r>
          </a:p>
          <a:p>
            <a:pPr>
              <a:defRPr sz="1200"/>
            </a:pPr>
            <a:r>
              <a:t>D:/pasar_fix/node_modules/.bun/asn1js@3.0.10/node_modules/asn1js/build/index.d.ts</a:t>
            </a:r>
          </a:p>
          <a:p>
            <a:pPr>
              <a:defRPr sz="1200"/>
            </a:pPr>
            <a:r>
              <a:t>D:/pasar_fix/node_modules/.bun/asn1js@3.0.10/node_modules/asn1js/build/index.es.js</a:t>
            </a:r>
          </a:p>
          <a:p>
            <a:pPr>
              <a:defRPr sz="1200"/>
            </a:pPr>
            <a:r>
              <a:t>D:/pasar_fix/node_modules/.bun/asn1js@3.0.10/node_modules/asn1js/build/index.js</a:t>
            </a:r>
          </a:p>
          <a:p>
            <a:pPr>
              <a:defRPr sz="1200"/>
            </a:pPr>
            <a:r>
              <a:t>D:/pasar_fix/node_modules/.bun/assertion-error@2.0.1/node_modules/assertion-error/index.d.ts</a:t>
            </a:r>
          </a:p>
          <a:p>
            <a:pPr>
              <a:defRPr sz="1200"/>
            </a:pPr>
            <a:r>
              <a:t>D:/pasar_fix/node_modules/.bun/assertion-error@2.0.1/node_modules/assertion-error/index.js</a:t>
            </a:r>
          </a:p>
          <a:p>
            <a:pPr>
              <a:defRPr sz="1200"/>
            </a:pPr>
            <a:r>
              <a:t>D:/pasar_fix/node_modules/.bun/assertion-error@2.0.1/node_modules/assertion-error/LICENSE</a:t>
            </a:r>
          </a:p>
          <a:p>
            <a:pPr>
              <a:defRPr sz="1200"/>
            </a:pPr>
            <a:r>
              <a:t>D:/pasar_fix/node_modules/.bun/assertion-error@2.0.1/node_modules/assertion-error/package.json</a:t>
            </a:r>
          </a:p>
          <a:p>
            <a:pPr>
              <a:defRPr sz="1200"/>
            </a:pPr>
            <a:r>
              <a:t>D:/pasar_fix/node_modules/.bun/assertion-error@2.0.1/node_modules/assertion-error/README.md</a:t>
            </a:r>
          </a:p>
          <a:p>
            <a:pPr>
              <a:defRPr sz="1200"/>
            </a:pPr>
            <a:r>
              <a:t>D:/pasar_fix/node_modules/.bun/ast-types@0.13.4/node_modules/ast-types/fork.d.ts</a:t>
            </a:r>
          </a:p>
          <a:p>
            <a:pPr>
              <a:defRPr sz="1200"/>
            </a:pPr>
            <a:r>
              <a:t>D:/pasar_fix/node_modules/.bun/ast-types@0.13.4/node_modules/ast-types/fork.js</a:t>
            </a:r>
          </a:p>
          <a:p>
            <a:pPr>
              <a:defRPr sz="1200"/>
            </a:pPr>
            <a:r>
              <a:t>D:/pasar_fix/node_modules/.bun/ast-types@0.13.4/node_modules/ast-types/LICENSE</a:t>
            </a:r>
          </a:p>
          <a:p>
            <a:pPr>
              <a:defRPr sz="1200"/>
            </a:pPr>
            <a:r>
              <a:t>D:/pasar_fix/node_modules/.bun/ast-types@0.13.4/node_modules/ast-types/main.d.ts</a:t>
            </a:r>
          </a:p>
          <a:p>
            <a:pPr>
              <a:defRPr sz="1200"/>
            </a:pPr>
            <a:r>
              <a:t>D:/pasar_fix/node_modules/.bun/ast-types@0.13.4/node_modules/ast-types/main.js</a:t>
            </a:r>
          </a:p>
          <a:p>
            <a:pPr>
              <a:defRPr sz="1200"/>
            </a:pPr>
            <a:r>
              <a:t>D:/pasar_fix/node_modules/.bun/ast-types@0.13.4/node_modules/ast-types/package.json</a:t>
            </a:r>
          </a:p>
          <a:p>
            <a:pPr>
              <a:defRPr sz="1200"/>
            </a:pPr>
            <a:r>
              <a:t>D:/pasar_fix/node_modules/.bun/ast-types@0.13.4/node_modules/ast-types/README.md</a:t>
            </a:r>
          </a:p>
          <a:p>
            <a:pPr>
              <a:defRPr sz="1200"/>
            </a:pPr>
            <a:r>
              <a:t>D:/pasar_fix/node_modules/.bun/ast-types@0.13.4/node_modules/ast-types/tsconfig.json</a:t>
            </a:r>
          </a:p>
          <a:p>
            <a:pPr>
              <a:defRPr sz="1200"/>
            </a:pPr>
            <a:r>
              <a:t>D:/pasar_fix/node_modules/.bun/ast-types@0.13.4/node_modules/ast-types/types.d.ts</a:t>
            </a:r>
          </a:p>
          <a:p>
            <a:pPr>
              <a:defRPr sz="1200"/>
            </a:pPr>
            <a:r>
              <a:t>D:/pasar_fix/node_modules/.bun/ast-types@0.13.4/node_modules/ast-types/types.js</a:t>
            </a:r>
          </a:p>
          <a:p>
            <a:pPr>
              <a:defRPr sz="1200"/>
            </a:pPr>
            <a:r>
              <a:t>D:/pasar_fix/node_modules/.bun/ast-types@0.13.4/node_modules/ast-types/.github/dependabot.yml</a:t>
            </a:r>
          </a:p>
          <a:p>
            <a:pPr>
              <a:defRPr sz="1200"/>
            </a:pPr>
            <a:r>
              <a:t>D:/pasar_fix/node_modules/.bun/ast-types@0.13.4/node_modules/ast-types/.github/workflows/main.yml</a:t>
            </a:r>
          </a:p>
          <a:p>
            <a:pPr>
              <a:defRPr sz="1200"/>
            </a:pPr>
            <a:r>
              <a:t>D:/pasar_fix/node_modules/.bun/ast-types@0.13.4/node_modules/ast-types/def/babel-core.d.ts</a:t>
            </a:r>
          </a:p>
          <a:p>
            <a:pPr>
              <a:defRPr sz="1200"/>
            </a:pPr>
            <a:r>
              <a:t>D:/pasar_fix/node_modules/.bun/ast-types@0.13.4/node_modules/ast-types/def/babel-core.js</a:t>
            </a:r>
          </a:p>
          <a:p>
            <a:pPr>
              <a:defRPr sz="1200"/>
            </a:pPr>
            <a:r>
              <a:t>D:/pasar_fix/node_modules/.bun/ast-types@0.13.4/node_modules/ast-types/def/babel.d.ts</a:t>
            </a:r>
          </a:p>
          <a:p>
            <a:pPr>
              <a:defRPr sz="1200"/>
            </a:pPr>
            <a:r>
              <a:t>D:/pasar_fix/node_modules/.bun/ast-types@0.13.4/node_modules/ast-types/def/babel.js</a:t>
            </a:r>
          </a:p>
          <a:p>
            <a:pPr>
              <a:defRPr sz="1200"/>
            </a:pPr>
            <a:r>
              <a:t>D:/pasar_fix/node_modules/.bun/ast-types@0.13.4/node_modules/ast-types/def/core.d.ts</a:t>
            </a:r>
          </a:p>
          <a:p>
            <a:pPr>
              <a:defRPr sz="1200"/>
            </a:pPr>
            <a:r>
              <a:t>D:/pasar_fix/node_modules/.bun/ast-types@0.13.4/node_modules/ast-types/def/core.js</a:t>
            </a:r>
          </a:p>
          <a:p>
            <a:pPr>
              <a:defRPr sz="1200"/>
            </a:pPr>
            <a:r>
              <a:t>D:/pasar_fix/node_modules/.bun/ast-types@0.13.4/node_modules/ast-types/def/es-proposals.d.ts</a:t>
            </a:r>
          </a:p>
          <a:p>
            <a:pPr>
              <a:defRPr sz="1200"/>
            </a:pPr>
            <a:r>
              <a:t>D:/pasar_fix/node_modules/.bun/ast-types@0.13.4/node_modules/ast-types/def/es-proposals.js</a:t>
            </a:r>
          </a:p>
          <a:p>
            <a:pPr>
              <a:defRPr sz="1200"/>
            </a:pPr>
            <a:r>
              <a:t>D:/pasar_fix/node_modules/.bun/ast-types@0.13.4/node_modules/ast-types/def/es2020.d.ts</a:t>
            </a:r>
          </a:p>
          <a:p>
            <a:pPr>
              <a:defRPr sz="1200"/>
            </a:pPr>
            <a:r>
              <a:t>D:/pasar_fix/node_modules/.bun/ast-types@0.13.4/node_modules/ast-types/def/es2020.js</a:t>
            </a:r>
          </a:p>
          <a:p>
            <a:pPr>
              <a:defRPr sz="1200"/>
            </a:pPr>
            <a:r>
              <a:t>D:/pasar_fix/node_modules/.bun/ast-types@0.13.4/node_modules/ast-types/def/es6.d.ts</a:t>
            </a:r>
          </a:p>
          <a:p>
            <a:pPr>
              <a:defRPr sz="1200"/>
            </a:pPr>
            <a:r>
              <a:t>D:/pasar_fix/node_modules/.bun/ast-types@0.13.4/node_modules/ast-types/def/es6.js</a:t>
            </a:r>
          </a:p>
          <a:p>
            <a:pPr>
              <a:defRPr sz="1200"/>
            </a:pPr>
            <a:r>
              <a:t>D:/pasar_fix/node_modules/.bun/ast-types@0.13.4/node_modules/ast-types/def/es7.d.ts</a:t>
            </a:r>
          </a:p>
          <a:p>
            <a:pPr>
              <a:defRPr sz="1200"/>
            </a:pPr>
            <a:r>
              <a:t>D:/pasar_fix/node_modules/.bun/ast-types@0.13.4/node_modules/ast-types/def/es7.js</a:t>
            </a:r>
          </a:p>
          <a:p>
            <a:pPr>
              <a:defRPr sz="1200"/>
            </a:pPr>
            <a:r>
              <a:t>D:/pasar_fix/node_modules/.bun/ast-types@0.13.4/node_modules/ast-types/def/esprima.d.ts</a:t>
            </a:r>
          </a:p>
          <a:p>
            <a:pPr>
              <a:defRPr sz="1200"/>
            </a:pPr>
            <a:r>
              <a:t>D:/pasar_fix/node_modules/.bun/ast-types@0.13.4/node_modules/ast-types/def/esprima.js</a:t>
            </a:r>
          </a:p>
          <a:p>
            <a:pPr>
              <a:defRPr sz="1200"/>
            </a:pPr>
            <a:r>
              <a:t>D:/pasar_fix/node_modules/.bun/ast-types@0.13.4/node_modules/ast-types/def/flow.d.ts</a:t>
            </a:r>
          </a:p>
          <a:p>
            <a:pPr>
              <a:defRPr sz="1200"/>
            </a:pPr>
            <a:r>
              <a:t>D:/pasar_fix/node_modules/.bun/ast-types@0.13.4/node_modules/ast-types/def/flow.js</a:t>
            </a:r>
          </a:p>
          <a:p>
            <a:pPr>
              <a:defRPr sz="1200"/>
            </a:pPr>
            <a:r>
              <a:t>D:/pasar_fix/node_modules/.bun/ast-types@0.13.4/node_modules/ast-types/def/jsx.d.ts</a:t>
            </a:r>
          </a:p>
          <a:p>
            <a:pPr>
              <a:defRPr sz="1200"/>
            </a:pPr>
            <a:r>
              <a:t>D:/pasar_fix/node_modules/.bun/ast-types@0.13.4/node_modules/ast-types/def/jsx.js</a:t>
            </a:r>
          </a:p>
          <a:p>
            <a:pPr>
              <a:defRPr sz="1200"/>
            </a:pPr>
            <a:r>
              <a:t>D:/pasar_fix/node_modules/.bun/ast-types@0.13.4/node_modules/ast-types/def/type-annotations.d.ts</a:t>
            </a:r>
          </a:p>
          <a:p>
            <a:pPr>
              <a:defRPr sz="1200"/>
            </a:pPr>
            <a:r>
              <a:t>D:/pasar_fix/node_modules/.bun/ast-types@0.13.4/node_modules/ast-types/def/type-annotations.js</a:t>
            </a:r>
          </a:p>
          <a:p>
            <a:pPr>
              <a:defRPr sz="1200"/>
            </a:pPr>
            <a:r>
              <a:t>D:/pasar_fix/node_modules/.bun/ast-types@0.13.4/node_modules/ast-types/def/typescript.d.ts</a:t>
            </a:r>
          </a:p>
          <a:p>
            <a:pPr>
              <a:defRPr sz="1200"/>
            </a:pPr>
            <a:r>
              <a:t>D:/pasar_fix/node_modules/.bun/ast-types@0.13.4/node_modules/ast-types/def/typescript.js</a:t>
            </a:r>
          </a:p>
          <a:p>
            <a:pPr>
              <a:defRPr sz="1200"/>
            </a:pPr>
            <a:r>
              <a:t>D:/pasar_fix/node_modules/.bun/ast-types@0.13.4/node_modules/ast-types/gen/builders.d.ts</a:t>
            </a:r>
          </a:p>
          <a:p>
            <a:pPr>
              <a:defRPr sz="1200"/>
            </a:pPr>
            <a:r>
              <a:t>D:/pasar_fix/node_modules/.bun/ast-types@0.13.4/node_modules/ast-types/gen/builders.js</a:t>
            </a:r>
          </a:p>
          <a:p>
            <a:pPr>
              <a:defRPr sz="1200"/>
            </a:pPr>
            <a:r>
              <a:t>D:/pasar_fix/node_modules/.bun/ast-types@0.13.4/node_modules/ast-types/gen/kinds.d.ts</a:t>
            </a:r>
          </a:p>
          <a:p>
            <a:pPr>
              <a:defRPr sz="1200"/>
            </a:pPr>
            <a:r>
              <a:t>D:/pasar_fix/node_modules/.bun/ast-types@0.13.4/node_modules/ast-types/gen/kinds.js</a:t>
            </a:r>
          </a:p>
          <a:p>
            <a:pPr>
              <a:defRPr sz="1200"/>
            </a:pPr>
            <a:r>
              <a:t>D:/pasar_fix/node_modules/.bun/ast-types@0.13.4/node_modules/ast-types/gen/namedTypes.d.ts</a:t>
            </a:r>
          </a:p>
          <a:p>
            <a:pPr>
              <a:defRPr sz="1200"/>
            </a:pPr>
            <a:r>
              <a:t>D:/pasar_fix/node_modules/.bun/ast-types@0.13.4/node_modules/ast-types/gen/namedTypes.js</a:t>
            </a:r>
          </a:p>
          <a:p>
            <a:pPr>
              <a:defRPr sz="1200"/>
            </a:pPr>
            <a:r>
              <a:t>D:/pasar_fix/node_modules/.bun/ast-types@0.13.4/node_modules/ast-types/gen/visitor.d.ts</a:t>
            </a:r>
          </a:p>
          <a:p>
            <a:pPr>
              <a:defRPr sz="1200"/>
            </a:pPr>
            <a:r>
              <a:t>D:/pasar_fix/node_modules/.bun/ast-types@0.13.4/node_modules/ast-types/gen/visitor.js</a:t>
            </a:r>
          </a:p>
          <a:p>
            <a:pPr>
              <a:defRPr sz="1200"/>
            </a:pPr>
            <a:r>
              <a:t>D:/pasar_fix/node_modules/.bun/ast-types@0.13.4/node_modules/ast-types/lib/equiv.d.ts</a:t>
            </a:r>
          </a:p>
          <a:p>
            <a:pPr>
              <a:defRPr sz="1200"/>
            </a:pPr>
            <a:r>
              <a:t>D:/pasar_fix/node_modules/.bun/ast-types@0.13.4/node_modules/ast-types/lib/equiv.js</a:t>
            </a:r>
          </a:p>
          <a:p>
            <a:pPr>
              <a:defRPr sz="1200"/>
            </a:pPr>
            <a:r>
              <a:t>D:/pasar_fix/node_modules/.bun/ast-types@0.13.4/node_modules/ast-types/lib/node-path.d.ts</a:t>
            </a:r>
          </a:p>
          <a:p>
            <a:pPr>
              <a:defRPr sz="1200"/>
            </a:pPr>
            <a:r>
              <a:t>D:/pasar_fix/node_modules/.bun/ast-types@0.13.4/node_modules/ast-types/lib/node-path.js</a:t>
            </a:r>
          </a:p>
          <a:p>
            <a:pPr>
              <a:defRPr sz="1200"/>
            </a:pPr>
            <a:r>
              <a:t>D:/pasar_fix/node_modules/.bun/ast-types@0.13.4/node_modules/ast-types/lib/path-visitor.d.ts</a:t>
            </a:r>
          </a:p>
          <a:p>
            <a:pPr>
              <a:defRPr sz="1200"/>
            </a:pPr>
            <a:r>
              <a:t>D:/pasar_fix/node_modules/.bun/ast-types@0.13.4/node_modules/ast-types/lib/path-visitor.js</a:t>
            </a:r>
          </a:p>
          <a:p>
            <a:pPr>
              <a:defRPr sz="1200"/>
            </a:pPr>
            <a:r>
              <a:t>D:/pasar_fix/node_modules/.bun/ast-types@0.13.4/node_modules/ast-types/lib/path.d.ts</a:t>
            </a:r>
          </a:p>
          <a:p>
            <a:pPr>
              <a:defRPr sz="1200"/>
            </a:pPr>
            <a:r>
              <a:t>D:/pasar_fix/node_modules/.bun/ast-types@0.13.4/node_modules/ast-types/lib/path.js</a:t>
            </a:r>
          </a:p>
          <a:p>
            <a:pPr>
              <a:defRPr sz="1200"/>
            </a:pPr>
            <a:r>
              <a:t>D:/pasar_fix/node_modules/.bun/ast-types@0.13.4/node_modules/ast-types/lib/scope.d.ts</a:t>
            </a:r>
          </a:p>
          <a:p>
            <a:pPr>
              <a:defRPr sz="1200"/>
            </a:pPr>
            <a:r>
              <a:t>D:/pasar_fix/node_modules/.bun/ast-types@0.13.4/node_modules/ast-types/lib/scope.js</a:t>
            </a:r>
          </a:p>
          <a:p>
            <a:pPr>
              <a:defRPr sz="1200"/>
            </a:pPr>
            <a:r>
              <a:t>D:/pasar_fix/node_modules/.bun/ast-types@0.13.4/node_modules/ast-types/lib/shared.d.ts</a:t>
            </a:r>
          </a:p>
          <a:p>
            <a:pPr>
              <a:defRPr sz="1200"/>
            </a:pPr>
            <a:r>
              <a:t>D:/pasar_fix/node_modules/.bun/ast-types@0.13.4/node_modules/ast-types/lib/shared.js</a:t>
            </a:r>
          </a:p>
          <a:p>
            <a:pPr>
              <a:defRPr sz="1200"/>
            </a:pPr>
            <a:r>
              <a:t>D:/pasar_fix/node_modules/.bun/ast-types@0.13.4/node_modules/ast-types/lib/types.d.ts</a:t>
            </a:r>
          </a:p>
          <a:p>
            <a:pPr>
              <a:defRPr sz="1200"/>
            </a:pPr>
            <a:r>
              <a:t>D:/pasar_fix/node_modules/.bun/ast-types@0.13.4/node_modules/ast-types/lib/types.js</a:t>
            </a:r>
          </a:p>
          <a:p>
            <a:pPr>
              <a:defRPr sz="1200"/>
            </a:pPr>
            <a:r>
              <a:t>D:/pasar_fix/node_modules/.bun/ast-types@0.16.1/node_modules/ast-types/LICENSE</a:t>
            </a:r>
          </a:p>
          <a:p>
            <a:pPr>
              <a:defRPr sz="1200"/>
            </a:pPr>
            <a:r>
              <a:t>D:/pasar_fix/node_modules/.bun/ast-types@0.16.1/node_modules/ast-types/package.json</a:t>
            </a:r>
          </a:p>
          <a:p>
            <a:pPr>
              <a:defRPr sz="1200"/>
            </a:pPr>
            <a:r>
              <a:t>D:/pasar_fix/node_modules/.bun/ast-types@0.16.1/node_modules/ast-types/README.md</a:t>
            </a:r>
          </a:p>
          <a:p>
            <a:pPr>
              <a:defRPr sz="1200"/>
            </a:pPr>
            <a:r>
              <a:t>D:/pasar_fix/node_modules/.bun/ast-types@0.16.1/node_modules/ast-types/lib/equiv.d.ts</a:t>
            </a:r>
          </a:p>
          <a:p>
            <a:pPr>
              <a:defRPr sz="1200"/>
            </a:pPr>
            <a:r>
              <a:t>D:/pasar_fix/node_modules/.bun/ast-types@0.16.1/node_modules/ast-types/lib/equiv.js</a:t>
            </a:r>
          </a:p>
          <a:p>
            <a:pPr>
              <a:defRPr sz="1200"/>
            </a:pPr>
            <a:r>
              <a:t>D:/pasar_fix/node_modules/.bun/ast-types@0.16.1/node_modules/ast-types/lib/equiv.js.map</a:t>
            </a:r>
          </a:p>
          <a:p>
            <a:pPr>
              <a:defRPr sz="1200"/>
            </a:pPr>
            <a:r>
              <a:t>D:/pasar_fix/node_modules/.bun/ast-types@0.16.1/node_modules/ast-types/lib/fork.d.ts</a:t>
            </a:r>
          </a:p>
          <a:p>
            <a:pPr>
              <a:defRPr sz="1200"/>
            </a:pPr>
            <a:r>
              <a:t>D:/pasar_fix/node_modules/.bun/ast-types@0.16.1/node_modules/ast-types/lib/fork.js</a:t>
            </a:r>
          </a:p>
          <a:p>
            <a:pPr>
              <a:defRPr sz="1200"/>
            </a:pPr>
            <a:r>
              <a:t>D:/pasar_fix/node_modules/.bun/ast-types@0.16.1/node_modules/ast-types/lib/fork.js.map</a:t>
            </a:r>
          </a:p>
          <a:p>
            <a:pPr>
              <a:defRPr sz="1200"/>
            </a:pPr>
            <a:r>
              <a:t>D:/pasar_fix/node_modules/.bun/ast-types@0.16.1/node_modules/ast-types/lib/main.d.ts</a:t>
            </a:r>
          </a:p>
          <a:p>
            <a:pPr>
              <a:defRPr sz="1200"/>
            </a:pPr>
            <a:r>
              <a:t>D:/pasar_fix/node_modules/.bun/ast-types@0.16.1/node_modules/ast-types/lib/main.js</a:t>
            </a:r>
          </a:p>
          <a:p>
            <a:pPr>
              <a:defRPr sz="1200"/>
            </a:pPr>
            <a:r>
              <a:t>D:/pasar_fix/node_modules/.bun/ast-types@0.16.1/node_modules/ast-types/lib/main.js.map</a:t>
            </a:r>
          </a:p>
          <a:p>
            <a:pPr>
              <a:defRPr sz="1200"/>
            </a:pPr>
            <a:r>
              <a:t>D:/pasar_fix/node_modules/.bun/ast-types@0.16.1/node_modules/ast-types/lib/node-path.d.ts</a:t>
            </a:r>
          </a:p>
          <a:p>
            <a:pPr>
              <a:defRPr sz="1200"/>
            </a:pPr>
            <a:r>
              <a:t>D:/pasar_fix/node_modules/.bun/ast-types@0.16.1/node_modules/ast-types/lib/node-path.js</a:t>
            </a:r>
          </a:p>
          <a:p>
            <a:pPr>
              <a:defRPr sz="1200"/>
            </a:pPr>
            <a:r>
              <a:t>D:/pasar_fix/node_modules/.bun/ast-types@0.16.1/node_modules/ast-types/lib/node-path.js.map</a:t>
            </a:r>
          </a:p>
          <a:p>
            <a:pPr>
              <a:defRPr sz="1200"/>
            </a:pPr>
            <a:r>
              <a:t>D:/pasar_fix/node_modules/.bun/ast-types@0.16.1/node_modules/ast-types/lib/path-visitor.d.ts</a:t>
            </a:r>
          </a:p>
          <a:p>
            <a:pPr>
              <a:defRPr sz="1200"/>
            </a:pPr>
            <a:r>
              <a:t>D:/pasar_fix/node_modules/.bun/ast-types@0.16.1/node_modules/ast-types/lib/path-visitor.js</a:t>
            </a:r>
          </a:p>
          <a:p>
            <a:pPr>
              <a:defRPr sz="1200"/>
            </a:pPr>
            <a:r>
              <a:t>D:/pasar_fix/node_modules/.bun/ast-types@0.16.1/node_modules/ast-types/lib/path-visitor.js.map</a:t>
            </a:r>
          </a:p>
          <a:p>
            <a:pPr>
              <a:defRPr sz="1200"/>
            </a:pPr>
            <a:r>
              <a:t>D:/pasar_fix/node_modules/.bun/ast-types@0.16.1/node_modules/ast-types/lib/path.d.ts</a:t>
            </a:r>
          </a:p>
          <a:p>
            <a:pPr>
              <a:defRPr sz="1200"/>
            </a:pPr>
            <a:r>
              <a:t>D:/pasar_fix/node_modules/.bun/ast-types@0.16.1/node_modules/ast-types/lib/path.js</a:t>
            </a:r>
          </a:p>
          <a:p>
            <a:pPr>
              <a:defRPr sz="1200"/>
            </a:pPr>
            <a:r>
              <a:t>D:/pasar_fix/node_modules/.bun/ast-types@0.16.1/node_modules/ast-types/lib/path.js.map</a:t>
            </a:r>
          </a:p>
          <a:p>
            <a:pPr>
              <a:defRPr sz="1200"/>
            </a:pPr>
            <a:r>
              <a:t>D:/pasar_fix/node_modules/.bun/ast-types@0.16.1/node_modules/ast-types/lib/scope.d.ts</a:t>
            </a:r>
          </a:p>
          <a:p>
            <a:pPr>
              <a:defRPr sz="1200"/>
            </a:pPr>
            <a:r>
              <a:t>D:/pasar_fix/node_modules/.bun/ast-types@0.16.1/node_modules/ast-types/lib/scope.js</a:t>
            </a:r>
          </a:p>
          <a:p>
            <a:pPr>
              <a:defRPr sz="1200"/>
            </a:pPr>
            <a:r>
              <a:t>D:/pasar_fix/node_modules/.bun/ast-types@0.16.1/node_modules/ast-types/lib/scope.js.map</a:t>
            </a:r>
          </a:p>
          <a:p>
            <a:pPr>
              <a:defRPr sz="1200"/>
            </a:pPr>
            <a:r>
              <a:t>D:/pasar_fix/node_modules/.bun/ast-types@0.16.1/node_modules/ast-types/lib/shared.d.ts</a:t>
            </a:r>
          </a:p>
          <a:p>
            <a:pPr>
              <a:defRPr sz="1200"/>
            </a:pPr>
            <a:r>
              <a:t>D:/pasar_fix/node_modules/.bun/ast-types@0.16.1/node_modules/ast-types/lib/shared.js</a:t>
            </a:r>
          </a:p>
          <a:p>
            <a:pPr>
              <a:defRPr sz="1200"/>
            </a:pPr>
            <a:r>
              <a:t>D:/pasar_fix/node_modules/.bun/ast-types@0.16.1/node_modules/ast-types/lib/shared.js.map</a:t>
            </a:r>
          </a:p>
          <a:p>
            <a:pPr>
              <a:defRPr sz="1200"/>
            </a:pPr>
            <a:r>
              <a:t>D:/pasar_fix/node_modules/.bun/ast-types@0.16.1/node_modules/ast-types/lib/types.d.ts</a:t>
            </a:r>
          </a:p>
          <a:p>
            <a:pPr>
              <a:defRPr sz="1200"/>
            </a:pPr>
            <a:r>
              <a:t>D:/pasar_fix/node_modules/.bun/ast-types@0.16.1/node_modules/ast-types/lib/types.js</a:t>
            </a:r>
          </a:p>
          <a:p>
            <a:pPr>
              <a:defRPr sz="1200"/>
            </a:pPr>
            <a:r>
              <a:t>D:/pasar_fix/node_modules/.bun/ast-types@0.16.1/node_modules/ast-types/lib/types.js.map</a:t>
            </a:r>
          </a:p>
          <a:p>
            <a:pPr>
              <a:defRPr sz="1200"/>
            </a:pPr>
            <a:r>
              <a:t>D:/pasar_fix/node_modules/.bun/ast-types@0.16.1/node_modules/ast-types/lib/def/babel-core.d.ts</a:t>
            </a:r>
          </a:p>
          <a:p>
            <a:pPr>
              <a:defRPr sz="1200"/>
            </a:pPr>
            <a:r>
              <a:t>D:/pasar_fix/node_modules/.bun/ast-types@0.16.1/node_modules/ast-types/lib/def/babel-core.js</a:t>
            </a:r>
          </a:p>
          <a:p>
            <a:pPr>
              <a:defRPr sz="1200"/>
            </a:pPr>
            <a:r>
              <a:t>D:/pasar_fix/node_modules/.bun/ast-types@0.16.1/node_modules/ast-types/lib/def/babel-core.js.map</a:t>
            </a:r>
          </a:p>
          <a:p>
            <a:pPr>
              <a:defRPr sz="1200"/>
            </a:pPr>
            <a:r>
              <a:t>D:/pasar_fix/node_modules/.bun/ast-types@0.16.1/node_modules/ast-types/lib/def/babel.d.ts</a:t>
            </a:r>
          </a:p>
          <a:p>
            <a:pPr>
              <a:defRPr sz="1200"/>
            </a:pPr>
            <a:r>
              <a:t>D:/pasar_fix/node_modules/.bun/ast-types@0.16.1/node_modules/ast-types/lib/def/babel.js</a:t>
            </a:r>
          </a:p>
          <a:p>
            <a:pPr>
              <a:defRPr sz="1200"/>
            </a:pPr>
            <a:r>
              <a:t>D:/pasar_fix/node_modules/.bun/ast-types@0.16.1/node_modules/ast-types/lib/def/babel.js.map</a:t>
            </a:r>
          </a:p>
          <a:p>
            <a:pPr>
              <a:defRPr sz="1200"/>
            </a:pPr>
            <a:r>
              <a:t>D:/pasar_fix/node_modules/.bun/ast-types@0.16.1/node_modules/ast-types/lib/def/core.d.ts</a:t>
            </a:r>
          </a:p>
          <a:p>
            <a:pPr>
              <a:defRPr sz="1200"/>
            </a:pPr>
            <a:r>
              <a:t>D:/pasar_fix/node_modules/.bun/ast-types@0.16.1/node_modules/ast-types/lib/def/core.js</a:t>
            </a:r>
          </a:p>
          <a:p>
            <a:pPr>
              <a:defRPr sz="1200"/>
            </a:pPr>
            <a:r>
              <a:t>D:/pasar_fix/node_modules/.bun/ast-types@0.16.1/node_modules/ast-types/lib/def/core.js.map</a:t>
            </a:r>
          </a:p>
          <a:p>
            <a:pPr>
              <a:defRPr sz="1200"/>
            </a:pPr>
            <a:r>
              <a:t>D:/pasar_fix/node_modules/.bun/ast-types@0.16.1/node_modules/ast-types/lib/def/es-proposals.d.ts</a:t>
            </a:r>
          </a:p>
          <a:p>
            <a:pPr>
              <a:defRPr sz="1200"/>
            </a:pPr>
            <a:r>
              <a:t>D:/pasar_fix/node_modules/.bun/ast-types@0.16.1/node_modules/ast-types/lib/def/es-proposals.js</a:t>
            </a:r>
          </a:p>
          <a:p>
            <a:pPr>
              <a:defRPr sz="1200"/>
            </a:pPr>
            <a:r>
              <a:t>D:/pasar_fix/node_modules/.bun/ast-types@0.16.1/node_modules/ast-types/lib/def/es-proposals.js.map</a:t>
            </a:r>
          </a:p>
          <a:p>
            <a:pPr>
              <a:defRPr sz="1200"/>
            </a:pPr>
            <a:r>
              <a:t>D:/pasar_fix/node_modules/.bun/ast-types@0.16.1/node_modules/ast-types/lib/def/es2016.d.ts</a:t>
            </a:r>
          </a:p>
          <a:p>
            <a:pPr>
              <a:defRPr sz="1200"/>
            </a:pPr>
            <a:r>
              <a:t>D:/pasar_fix/node_modules/.bun/ast-types@0.16.1/node_modules/ast-types/lib/def/es2016.js</a:t>
            </a:r>
          </a:p>
          <a:p>
            <a:pPr>
              <a:defRPr sz="1200"/>
            </a:pPr>
            <a:r>
              <a:t>D:/pasar_fix/node_modules/.bun/ast-types@0.16.1/node_modules/ast-types/lib/def/es2016.js.map</a:t>
            </a:r>
          </a:p>
          <a:p>
            <a:pPr>
              <a:defRPr sz="1200"/>
            </a:pPr>
            <a:r>
              <a:t>D:/pasar_fix/node_modules/.bun/ast-types@0.16.1/node_modules/ast-types/lib/def/es2017.d.ts</a:t>
            </a:r>
          </a:p>
          <a:p>
            <a:pPr>
              <a:defRPr sz="1200"/>
            </a:pPr>
            <a:r>
              <a:t>D:/pasar_fix/node_modules/.bun/ast-types@0.16.1/node_modules/ast-types/lib/def/es2017.js</a:t>
            </a:r>
          </a:p>
          <a:p>
            <a:pPr>
              <a:defRPr sz="1200"/>
            </a:pPr>
            <a:r>
              <a:t>D:/pasar_fix/node_modules/.bun/ast-types@0.16.1/node_modules/ast-types/lib/def/es2017.js.map</a:t>
            </a:r>
          </a:p>
          <a:p>
            <a:pPr>
              <a:defRPr sz="1200"/>
            </a:pPr>
            <a:r>
              <a:t>D:/pasar_fix/node_modules/.bun/ast-types@0.16.1/node_modules/ast-types/lib/def/es2018.d.ts</a:t>
            </a:r>
          </a:p>
          <a:p>
            <a:pPr>
              <a:defRPr sz="1200"/>
            </a:pPr>
            <a:r>
              <a:t>D:/pasar_fix/node_modules/.bun/ast-types@0.16.1/node_modules/ast-types/lib/def/es2018.js</a:t>
            </a:r>
          </a:p>
          <a:p>
            <a:pPr>
              <a:defRPr sz="1200"/>
            </a:pPr>
            <a:r>
              <a:t>D:/pasar_fix/node_modules/.bun/ast-types@0.16.1/node_modules/ast-types/lib/def/es2018.js.map</a:t>
            </a:r>
          </a:p>
          <a:p>
            <a:pPr>
              <a:defRPr sz="1200"/>
            </a:pPr>
            <a:r>
              <a:t>D:/pasar_fix/node_modules/.bun/ast-types@0.16.1/node_modules/ast-types/lib/def/es2019.d.ts</a:t>
            </a:r>
          </a:p>
          <a:p>
            <a:pPr>
              <a:defRPr sz="1200"/>
            </a:pPr>
            <a:r>
              <a:t>D:/pasar_fix/node_modules/.bun/ast-types@0.16.1/node_modules/ast-types/lib/def/es2019.js</a:t>
            </a:r>
          </a:p>
          <a:p>
            <a:pPr>
              <a:defRPr sz="1200"/>
            </a:pPr>
            <a:r>
              <a:t>D:/pasar_fix/node_modules/.bun/ast-types@0.16.1/node_modules/ast-types/lib/def/es2019.js.map</a:t>
            </a:r>
          </a:p>
          <a:p>
            <a:pPr>
              <a:defRPr sz="1200"/>
            </a:pPr>
            <a:r>
              <a:t>D:/pasar_fix/node_modules/.bun/ast-types@0.16.1/node_modules/ast-types/lib/def/es2020.d.ts</a:t>
            </a:r>
          </a:p>
          <a:p>
            <a:pPr>
              <a:defRPr sz="1200"/>
            </a:pPr>
            <a:r>
              <a:t>D:/pasar_fix/node_modules/.bun/ast-types@0.16.1/node_modules/ast-types/lib/def/es2020.js</a:t>
            </a:r>
          </a:p>
          <a:p>
            <a:pPr>
              <a:defRPr sz="1200"/>
            </a:pPr>
            <a:r>
              <a:t>D:/pasar_fix/node_modules/.bun/ast-types@0.16.1/node_modules/ast-types/lib/def/es2020.js.map</a:t>
            </a:r>
          </a:p>
          <a:p>
            <a:pPr>
              <a:defRPr sz="1200"/>
            </a:pPr>
            <a:r>
              <a:t>D:/pasar_fix/node_modules/.bun/ast-types@0.16.1/node_modules/ast-types/lib/def/es2021.d.ts</a:t>
            </a:r>
          </a:p>
          <a:p>
            <a:pPr>
              <a:defRPr sz="1200"/>
            </a:pPr>
            <a:r>
              <a:t>D:/pasar_fix/node_modules/.bun/ast-types@0.16.1/node_modules/ast-types/lib/def/es2021.js</a:t>
            </a:r>
          </a:p>
          <a:p>
            <a:pPr>
              <a:defRPr sz="1200"/>
            </a:pPr>
            <a:r>
              <a:t>D:/pasar_fix/node_modules/.bun/ast-types@0.16.1/node_modules/ast-types/lib/def/es2021.js.map</a:t>
            </a:r>
          </a:p>
          <a:p>
            <a:pPr>
              <a:defRPr sz="1200"/>
            </a:pPr>
            <a:r>
              <a:t>D:/pasar_fix/node_modules/.bun/ast-types@0.16.1/node_modules/ast-types/lib/def/es2022.d.ts</a:t>
            </a:r>
          </a:p>
          <a:p>
            <a:pPr>
              <a:defRPr sz="1200"/>
            </a:pPr>
            <a:r>
              <a:t>D:/pasar_fix/node_modules/.bun/ast-types@0.16.1/node_modules/ast-types/lib/def/es2022.js</a:t>
            </a:r>
          </a:p>
          <a:p>
            <a:pPr>
              <a:defRPr sz="1200"/>
            </a:pPr>
            <a:r>
              <a:t>D:/pasar_fix/node_modules/.bun/ast-types@0.16.1/node_modules/ast-types/lib/def/es2022.js.map</a:t>
            </a:r>
          </a:p>
          <a:p>
            <a:pPr>
              <a:defRPr sz="1200"/>
            </a:pPr>
            <a:r>
              <a:t>D:/pasar_fix/node_modules/.bun/ast-types@0.16.1/node_modules/ast-types/lib/def/es6.d.ts</a:t>
            </a:r>
          </a:p>
          <a:p>
            <a:pPr>
              <a:defRPr sz="1200"/>
            </a:pPr>
            <a:r>
              <a:t>D:/pasar_fix/node_modules/.bun/ast-types@0.16.1/node_modules/ast-types/lib/def/es6.js</a:t>
            </a:r>
          </a:p>
          <a:p>
            <a:pPr>
              <a:defRPr sz="1200"/>
            </a:pPr>
            <a:r>
              <a:t>D:/pasar_fix/node_modules/.bun/ast-types@0.16.1/node_modules/ast-types/lib/def/es6.js.map</a:t>
            </a:r>
          </a:p>
          <a:p>
            <a:pPr>
              <a:defRPr sz="1200"/>
            </a:pPr>
            <a:r>
              <a:t>D:/pasar_fix/node_modules/.bun/ast-types@0.16.1/node_modules/ast-types/lib/def/esprima.d.ts</a:t>
            </a:r>
          </a:p>
          <a:p>
            <a:pPr>
              <a:defRPr sz="1200"/>
            </a:pPr>
            <a:r>
              <a:t>D:/pasar_fix/node_modules/.bun/ast-types@0.16.1/node_modules/ast-types/lib/def/esprima.js</a:t>
            </a:r>
          </a:p>
          <a:p>
            <a:pPr>
              <a:defRPr sz="1200"/>
            </a:pPr>
            <a:r>
              <a:t>D:/pasar_fix/node_modules/.bun/ast-types@0.16.1/node_modules/ast-types/lib/def/esprima.js.map</a:t>
            </a:r>
          </a:p>
          <a:p>
            <a:pPr>
              <a:defRPr sz="1200"/>
            </a:pPr>
            <a:r>
              <a:t>D:/pasar_fix/node_modules/.bun/ast-types@0.16.1/node_modules/ast-types/lib/def/flow.d.ts</a:t>
            </a:r>
          </a:p>
          <a:p>
            <a:pPr>
              <a:defRPr sz="1200"/>
            </a:pPr>
            <a:r>
              <a:t>D:/pasar_fix/node_modules/.bun/ast-types@0.16.1/node_modules/ast-types/lib/def/flow.js</a:t>
            </a:r>
          </a:p>
          <a:p>
            <a:pPr>
              <a:defRPr sz="1200"/>
            </a:pPr>
            <a:r>
              <a:t>D:/pasar_fix/node_modules/.bun/ast-types@0.16.1/node_modules/ast-types/lib/def/flow.js.map</a:t>
            </a:r>
          </a:p>
          <a:p>
            <a:pPr>
              <a:defRPr sz="1200"/>
            </a:pPr>
            <a:r>
              <a:t>D:/pasar_fix/node_modules/.bun/ast-types@0.16.1/node_modules/ast-types/lib/def/jsx.d.ts</a:t>
            </a:r>
          </a:p>
          <a:p>
            <a:pPr>
              <a:defRPr sz="1200"/>
            </a:pPr>
            <a:r>
              <a:t>D:/pasar_fix/node_modules/.bun/ast-types@0.16.1/node_modules/ast-types/lib/def/jsx.js</a:t>
            </a:r>
          </a:p>
          <a:p>
            <a:pPr>
              <a:defRPr sz="1200"/>
            </a:pPr>
            <a:r>
              <a:t>D:/pasar_fix/node_modules/.bun/ast-types@0.16.1/node_modules/ast-types/lib/def/jsx.js.map</a:t>
            </a:r>
          </a:p>
          <a:p>
            <a:pPr>
              <a:defRPr sz="1200"/>
            </a:pPr>
            <a:r>
              <a:t>D:/pasar_fix/node_modules/.bun/ast-types@0.16.1/node_modules/ast-types/lib/def/type-annotations.d.ts</a:t>
            </a:r>
          </a:p>
          <a:p>
            <a:pPr>
              <a:defRPr sz="1200"/>
            </a:pPr>
            <a:r>
              <a:t>D:/pasar_fix/node_modules/.bun/ast-types@0.16.1/node_modules/ast-types/lib/def/type-annotations.js</a:t>
            </a:r>
          </a:p>
          <a:p>
            <a:pPr>
              <a:defRPr sz="1200"/>
            </a:pPr>
            <a:r>
              <a:t>D:/pasar_fix/node_modules/.bun/ast-types@0.16.1/node_modules/ast-types/lib/def/type-annotations.js.map</a:t>
            </a:r>
          </a:p>
          <a:p>
            <a:pPr>
              <a:defRPr sz="1200"/>
            </a:pPr>
            <a:r>
              <a:t>D:/pasar_fix/node_modules/.bun/ast-types@0.16.1/node_modules/ast-types/lib/def/typescript.d.ts</a:t>
            </a:r>
          </a:p>
          <a:p>
            <a:pPr>
              <a:defRPr sz="1200"/>
            </a:pPr>
            <a:r>
              <a:t>D:/pasar_fix/node_modules/.bun/ast-types@0.16.1/node_modules/ast-types/lib/def/typescript.js</a:t>
            </a:r>
          </a:p>
          <a:p>
            <a:pPr>
              <a:defRPr sz="1200"/>
            </a:pPr>
            <a:r>
              <a:t>D:/pasar_fix/node_modules/.bun/ast-types@0.16.1/node_modules/ast-types/lib/def/typescript.js.map</a:t>
            </a:r>
          </a:p>
          <a:p>
            <a:pPr>
              <a:defRPr sz="1200"/>
            </a:pPr>
            <a:r>
              <a:t>D:/pasar_fix/node_modules/.bun/ast-types@0.16.1/node_modules/ast-types/lib/def/operators/core.d.ts</a:t>
            </a:r>
          </a:p>
          <a:p>
            <a:pPr>
              <a:defRPr sz="1200"/>
            </a:pPr>
            <a:r>
              <a:t>D:/pasar_fix/node_modules/.bun/ast-types@0.16.1/node_modules/ast-types/lib/def/operators/core.js</a:t>
            </a:r>
          </a:p>
          <a:p>
            <a:pPr>
              <a:defRPr sz="1200"/>
            </a:pPr>
            <a:r>
              <a:t>D:/pasar_fix/node_modules/.bun/ast-types@0.16.1/node_modules/ast-types/lib/def/operators/core.js.map</a:t>
            </a:r>
          </a:p>
          <a:p>
            <a:pPr>
              <a:defRPr sz="1200"/>
            </a:pPr>
            <a:r>
              <a:t>D:/pasar_fix/node_modules/.bun/ast-types@0.16.1/node_modules/ast-types/lib/def/operators/es2016.d.ts</a:t>
            </a:r>
          </a:p>
          <a:p>
            <a:pPr>
              <a:defRPr sz="1200"/>
            </a:pPr>
            <a:r>
              <a:t>D:/pasar_fix/node_modules/.bun/ast-types@0.16.1/node_modules/ast-types/lib/def/operators/es2016.js</a:t>
            </a:r>
          </a:p>
          <a:p>
            <a:pPr>
              <a:defRPr sz="1200"/>
            </a:pPr>
            <a:r>
              <a:t>D:/pasar_fix/node_modules/.bun/ast-types@0.16.1/node_modules/ast-types/lib/def/operators/es2016.js.map</a:t>
            </a:r>
          </a:p>
          <a:p>
            <a:pPr>
              <a:defRPr sz="1200"/>
            </a:pPr>
            <a:r>
              <a:t>D:/pasar_fix/node_modules/.bun/ast-types@0.16.1/node_modules/ast-types/lib/def/operators/es2020.d.ts</a:t>
            </a:r>
          </a:p>
          <a:p>
            <a:pPr>
              <a:defRPr sz="1200"/>
            </a:pPr>
            <a:r>
              <a:t>D:/pasar_fix/node_modules/.bun/ast-types@0.16.1/node_modules/ast-types/lib/def/operators/es2020.js</a:t>
            </a:r>
          </a:p>
          <a:p>
            <a:pPr>
              <a:defRPr sz="1200"/>
            </a:pPr>
            <a:r>
              <a:t>D:/pasar_fix/node_modules/.bun/ast-types@0.16.1/node_modules/ast-types/lib/def/operators/es2020.js.map</a:t>
            </a:r>
          </a:p>
          <a:p>
            <a:pPr>
              <a:defRPr sz="1200"/>
            </a:pPr>
            <a:r>
              <a:t>D:/pasar_fix/node_modules/.bun/ast-types@0.16.1/node_modules/ast-types/lib/def/operators/es2021.d.ts</a:t>
            </a:r>
          </a:p>
          <a:p>
            <a:pPr>
              <a:defRPr sz="1200"/>
            </a:pPr>
            <a:r>
              <a:t>D:/pasar_fix/node_modules/.bun/ast-types@0.16.1/node_modules/ast-types/lib/def/operators/es2021.js</a:t>
            </a:r>
          </a:p>
          <a:p>
            <a:pPr>
              <a:defRPr sz="1200"/>
            </a:pPr>
            <a:r>
              <a:t>D:/pasar_fix/node_modules/.bun/ast-types@0.16.1/node_modules/ast-types/lib/def/operators/es2021.js.map</a:t>
            </a:r>
          </a:p>
          <a:p>
            <a:pPr>
              <a:defRPr sz="1200"/>
            </a:pPr>
            <a:r>
              <a:t>D:/pasar_fix/node_modules/.bun/ast-types@0.16.1/node_modules/ast-types/lib/gen/builders.d.ts</a:t>
            </a:r>
          </a:p>
          <a:p>
            <a:pPr>
              <a:defRPr sz="1200"/>
            </a:pPr>
            <a:r>
              <a:t>D:/pasar_fix/node_modules/.bun/ast-types@0.16.1/node_modules/ast-types/lib/gen/builders.js</a:t>
            </a:r>
          </a:p>
          <a:p>
            <a:pPr>
              <a:defRPr sz="1200"/>
            </a:pPr>
            <a:r>
              <a:t>D:/pasar_fix/node_modules/.bun/ast-types@0.16.1/node_modules/ast-types/lib/gen/builders.js.map</a:t>
            </a:r>
          </a:p>
          <a:p>
            <a:pPr>
              <a:defRPr sz="1200"/>
            </a:pPr>
            <a:r>
              <a:t>D:/pasar_fix/node_modules/.bun/ast-types@0.16.1/node_modules/ast-types/lib/gen/kinds.d.ts</a:t>
            </a:r>
          </a:p>
          <a:p>
            <a:pPr>
              <a:defRPr sz="1200"/>
            </a:pPr>
            <a:r>
              <a:t>D:/pasar_fix/node_modules/.bun/ast-types@0.16.1/node_modules/ast-types/lib/gen/kinds.js</a:t>
            </a:r>
          </a:p>
          <a:p>
            <a:pPr>
              <a:defRPr sz="1200"/>
            </a:pPr>
            <a:r>
              <a:t>D:/pasar_fix/node_modules/.bun/ast-types@0.16.1/node_modules/ast-types/lib/gen/kinds.js.map</a:t>
            </a:r>
          </a:p>
          <a:p>
            <a:pPr>
              <a:defRPr sz="1200"/>
            </a:pPr>
            <a:r>
              <a:t>D:/pasar_fix/node_modules/.bun/ast-types@0.16.1/node_modules/ast-types/lib/gen/namedTypes.d.ts</a:t>
            </a:r>
          </a:p>
          <a:p>
            <a:pPr>
              <a:defRPr sz="1200"/>
            </a:pPr>
            <a:r>
              <a:t>D:/pasar_fix/node_modules/.bun/ast-types@0.16.1/node_modules/ast-types/lib/gen/namedTypes.js</a:t>
            </a:r>
          </a:p>
          <a:p>
            <a:pPr>
              <a:defRPr sz="1200"/>
            </a:pPr>
            <a:r>
              <a:t>D:/pasar_fix/node_modules/.bun/ast-types@0.16.1/node_modules/ast-types/lib/gen/namedTypes.js.map</a:t>
            </a:r>
          </a:p>
          <a:p>
            <a:pPr>
              <a:defRPr sz="1200"/>
            </a:pPr>
            <a:r>
              <a:t>D:/pasar_fix/node_modules/.bun/ast-types@0.16.1/node_modules/ast-types/lib/gen/visitor.d.ts</a:t>
            </a:r>
          </a:p>
          <a:p>
            <a:pPr>
              <a:defRPr sz="1200"/>
            </a:pPr>
            <a:r>
              <a:t>D:/pasar_fix/node_modules/.bun/ast-types@0.16.1/node_modules/ast-types/lib/gen/visitor.js</a:t>
            </a:r>
          </a:p>
          <a:p>
            <a:pPr>
              <a:defRPr sz="1200"/>
            </a:pPr>
            <a:r>
              <a:t>D:/pasar_fix/node_modules/.bun/ast-types@0.16.1/node_modules/ast-types/lib/gen/visitor.js.map</a:t>
            </a:r>
          </a:p>
          <a:p>
            <a:pPr>
              <a:defRPr sz="1200"/>
            </a:pPr>
            <a:r>
              <a:t>D:/pasar_fix/node_modules/.bun/async-sema@3.1.1/node_modules/async-sema/license.md</a:t>
            </a:r>
          </a:p>
          <a:p>
            <a:pPr>
              <a:defRPr sz="1200"/>
            </a:pPr>
            <a:r>
              <a:t>D:/pasar_fix/node_modules/.bun/async-sema@3.1.1/node_modules/async-sema/package.json</a:t>
            </a:r>
          </a:p>
          <a:p>
            <a:pPr>
              <a:defRPr sz="1200"/>
            </a:pPr>
            <a:r>
              <a:t>D:/pasar_fix/node_modules/.bun/async-sema@3.1.1/node_modules/async-sema/readme.md</a:t>
            </a:r>
          </a:p>
          <a:p>
            <a:pPr>
              <a:defRPr sz="1200"/>
            </a:pPr>
            <a:r>
              <a:t>D:/pasar_fix/node_modules/.bun/async-sema@3.1.1/node_modules/async-sema/lib/index.d.ts</a:t>
            </a:r>
          </a:p>
          <a:p>
            <a:pPr>
              <a:defRPr sz="1200"/>
            </a:pPr>
            <a:r>
              <a:t>D:/pasar_fix/node_modules/.bun/async-sema@3.1.1/node_modules/async-sema/lib/index.js</a:t>
            </a:r>
          </a:p>
          <a:p>
            <a:pPr>
              <a:defRPr sz="1200"/>
            </a:pPr>
            <a:r>
              <a:t>D:/pasar_fix/node_modules/.bun/async@3.2.6/node_modules/async/all.js</a:t>
            </a:r>
          </a:p>
          <a:p>
            <a:pPr>
              <a:defRPr sz="1200"/>
            </a:pPr>
            <a:r>
              <a:t>D:/pasar_fix/node_modules/.bun/async@3.2.6/node_modules/async/allLimit.js</a:t>
            </a:r>
          </a:p>
          <a:p>
            <a:pPr>
              <a:defRPr sz="1200"/>
            </a:pPr>
            <a:r>
              <a:t>D:/pasar_fix/node_modules/.bun/async@3.2.6/node_modules/async/allSeries.js</a:t>
            </a:r>
          </a:p>
          <a:p>
            <a:pPr>
              <a:defRPr sz="1200"/>
            </a:pPr>
            <a:r>
              <a:t>D:/pasar_fix/node_modules/.bun/async@3.2.6/node_modules/async/any.js</a:t>
            </a:r>
          </a:p>
          <a:p>
            <a:pPr>
              <a:defRPr sz="1200"/>
            </a:pPr>
            <a:r>
              <a:t>D:/pasar_fix/node_modules/.bun/async@3.2.6/node_modules/async/anyLimit.js</a:t>
            </a:r>
          </a:p>
          <a:p>
            <a:pPr>
              <a:defRPr sz="1200"/>
            </a:pPr>
            <a:r>
              <a:t>D:/pasar_fix/node_modules/.bun/async@3.2.6/node_modules/async/anySeries.js</a:t>
            </a:r>
          </a:p>
          <a:p>
            <a:pPr>
              <a:defRPr sz="1200"/>
            </a:pPr>
            <a:r>
              <a:t>D:/pasar_fix/node_modules/.bun/async@3.2.6/node_modules/async/apply.js</a:t>
            </a:r>
          </a:p>
          <a:p>
            <a:pPr>
              <a:defRPr sz="1200"/>
            </a:pPr>
            <a:r>
              <a:t>D:/pasar_fix/node_modules/.bun/async@3.2.6/node_modules/async/applyEach.js</a:t>
            </a:r>
          </a:p>
          <a:p>
            <a:pPr>
              <a:defRPr sz="1200"/>
            </a:pPr>
            <a:r>
              <a:t>D:/pasar_fix/node_modules/.bun/async@3.2.6/node_modules/async/applyEachSeries.js</a:t>
            </a:r>
          </a:p>
          <a:p>
            <a:pPr>
              <a:defRPr sz="1200"/>
            </a:pPr>
            <a:r>
              <a:t>D:/pasar_fix/node_modules/.bun/async@3.2.6/node_modules/async/asyncify.js</a:t>
            </a:r>
          </a:p>
          <a:p>
            <a:pPr>
              <a:defRPr sz="1200"/>
            </a:pPr>
            <a:r>
              <a:t>D:/pasar_fix/node_modules/.bun/async@3.2.6/node_modules/async/auto.js</a:t>
            </a:r>
          </a:p>
          <a:p>
            <a:pPr>
              <a:defRPr sz="1200"/>
            </a:pPr>
            <a:r>
              <a:t>D:/pasar_fix/node_modules/.bun/async@3.2.6/node_modules/async/autoInject.js</a:t>
            </a:r>
          </a:p>
          <a:p>
            <a:pPr>
              <a:defRPr sz="1200"/>
            </a:pPr>
            <a:r>
              <a:t>D:/pasar_fix/node_modules/.bun/async@3.2.6/node_modules/async/bower.json</a:t>
            </a:r>
          </a:p>
          <a:p>
            <a:pPr>
              <a:defRPr sz="1200"/>
            </a:pPr>
            <a:r>
              <a:t>D:/pasar_fix/node_modules/.bun/async@3.2.6/node_modules/async/cargo.js</a:t>
            </a:r>
          </a:p>
          <a:p>
            <a:pPr>
              <a:defRPr sz="1200"/>
            </a:pPr>
            <a:r>
              <a:t>D:/pasar_fix/node_modules/.bun/async@3.2.6/node_modules/async/cargoQueue.js</a:t>
            </a:r>
          </a:p>
          <a:p>
            <a:pPr>
              <a:defRPr sz="1200"/>
            </a:pPr>
            <a:r>
              <a:t>D:/pasar_fix/node_modules/.bun/async@3.2.6/node_modules/async/CHANGELOG.md</a:t>
            </a:r>
          </a:p>
          <a:p>
            <a:pPr>
              <a:defRPr sz="1200"/>
            </a:pPr>
            <a:r>
              <a:t>D:/pasar_fix/node_modules/.bun/async@3.2.6/node_modules/async/compose.js</a:t>
            </a:r>
          </a:p>
          <a:p>
            <a:pPr>
              <a:defRPr sz="1200"/>
            </a:pPr>
            <a:r>
              <a:t>D:/pasar_fix/node_modules/.bun/async@3.2.6/node_modules/async/concat.js</a:t>
            </a:r>
          </a:p>
          <a:p>
            <a:pPr>
              <a:defRPr sz="1200"/>
            </a:pPr>
            <a:r>
              <a:t>D:/pasar_fix/node_modules/.bun/async@3.2.6/node_modules/async/concatLimit.js</a:t>
            </a:r>
          </a:p>
          <a:p>
            <a:pPr>
              <a:defRPr sz="1200"/>
            </a:pPr>
            <a:r>
              <a:t>D:/pasar_fix/node_modules/.bun/async@3.2.6/node_modules/async/concatSeries.js</a:t>
            </a:r>
          </a:p>
          <a:p>
            <a:pPr>
              <a:defRPr sz="1200"/>
            </a:pPr>
            <a:r>
              <a:t>D:/pasar_fix/node_modules/.bun/async@3.2.6/node_modules/async/constant.js</a:t>
            </a:r>
          </a:p>
          <a:p>
            <a:pPr>
              <a:defRPr sz="1200"/>
            </a:pPr>
            <a:r>
              <a:t>D:/pasar_fix/node_modules/.bun/async@3.2.6/node_modules/async/detect.js</a:t>
            </a:r>
          </a:p>
          <a:p>
            <a:pPr>
              <a:defRPr sz="1200"/>
            </a:pPr>
            <a:r>
              <a:t>D:/pasar_fix/node_modules/.bun/async@3.2.6/node_modules/async/detectLimit.js</a:t>
            </a:r>
          </a:p>
          <a:p>
            <a:pPr>
              <a:defRPr sz="1200"/>
            </a:pPr>
            <a:r>
              <a:t>D:/pasar_fix/node_modules/.bun/async@3.2.6/node_modules/async/detectSeries.js</a:t>
            </a:r>
          </a:p>
          <a:p>
            <a:pPr>
              <a:defRPr sz="1200"/>
            </a:pPr>
            <a:r>
              <a:t>D:/pasar_fix/node_modules/.bun/async@3.2.6/node_modules/async/dir.js</a:t>
            </a:r>
          </a:p>
          <a:p>
            <a:pPr>
              <a:defRPr sz="1200"/>
            </a:pPr>
            <a:r>
              <a:t>D:/pasar_fix/node_modules/.bun/async@3.2.6/node_modules/async/doDuring.js</a:t>
            </a:r>
          </a:p>
          <a:p>
            <a:pPr>
              <a:defRPr sz="1200"/>
            </a:pPr>
            <a:r>
              <a:t>D:/pasar_fix/node_modules/.bun/async@3.2.6/node_modules/async/doUntil.js</a:t>
            </a:r>
          </a:p>
          <a:p>
            <a:pPr>
              <a:defRPr sz="1200"/>
            </a:pPr>
            <a:r>
              <a:t>D:/pasar_fix/node_modules/.bun/async@3.2.6/node_modules/async/doWhilst.js</a:t>
            </a:r>
          </a:p>
          <a:p>
            <a:pPr>
              <a:defRPr sz="1200"/>
            </a:pPr>
            <a:r>
              <a:t>D:/pasar_fix/node_modules/.bun/async@3.2.6/node_modules/async/during.js</a:t>
            </a:r>
          </a:p>
          <a:p>
            <a:pPr>
              <a:defRPr sz="1200"/>
            </a:pPr>
            <a:r>
              <a:t>D:/pasar_fix/node_modules/.bun/async@3.2.6/node_modules/async/each.js</a:t>
            </a:r>
          </a:p>
          <a:p>
            <a:pPr>
              <a:defRPr sz="1200"/>
            </a:pPr>
            <a:r>
              <a:t>D:/pasar_fix/node_modules/.bun/async@3.2.6/node_modules/async/eachLimit.js</a:t>
            </a:r>
          </a:p>
          <a:p>
            <a:pPr>
              <a:defRPr sz="1200"/>
            </a:pPr>
            <a:r>
              <a:t>D:/pasar_fix/node_modules/.bun/async@3.2.6/node_modules/async/eachOf.js</a:t>
            </a:r>
          </a:p>
          <a:p>
            <a:pPr>
              <a:defRPr sz="1200"/>
            </a:pPr>
            <a:r>
              <a:t>D:/pasar_fix/node_modules/.bun/async@3.2.6/node_modules/async/eachOfLimit.js</a:t>
            </a:r>
          </a:p>
          <a:p>
            <a:pPr>
              <a:defRPr sz="1200"/>
            </a:pPr>
            <a:r>
              <a:t>D:/pasar_fix/node_modules/.bun/async@3.2.6/node_modules/async/eachOfSeries.js</a:t>
            </a:r>
          </a:p>
          <a:p>
            <a:pPr>
              <a:defRPr sz="1200"/>
            </a:pPr>
            <a:r>
              <a:t>D:/pasar_fix/node_modules/.bun/async@3.2.6/node_modules/async/eachSeries.js</a:t>
            </a:r>
          </a:p>
          <a:p>
            <a:pPr>
              <a:defRPr sz="1200"/>
            </a:pPr>
            <a:r>
              <a:t>D:/pasar_fix/node_modules/.bun/async@3.2.6/node_modules/async/ensureAsync.js</a:t>
            </a:r>
          </a:p>
          <a:p>
            <a:pPr>
              <a:defRPr sz="1200"/>
            </a:pPr>
            <a:r>
              <a:t>D:/pasar_fix/node_modules/.bun/async@3.2.6/node_modules/async/every.js</a:t>
            </a:r>
          </a:p>
          <a:p>
            <a:pPr>
              <a:defRPr sz="1200"/>
            </a:pPr>
            <a:r>
              <a:t>D:/pasar_fix/node_modules/.bun/async@3.2.6/node_modules/async/everyLimit.js</a:t>
            </a:r>
          </a:p>
          <a:p>
            <a:pPr>
              <a:defRPr sz="1200"/>
            </a:pPr>
            <a:r>
              <a:t>D:/pasar_fix/node_modules/.bun/async@3.2.6/node_modules/async/everySeries.js</a:t>
            </a:r>
          </a:p>
          <a:p>
            <a:pPr>
              <a:defRPr sz="1200"/>
            </a:pPr>
            <a:r>
              <a:t>D:/pasar_fix/node_modules/.bun/async@3.2.6/node_modules/async/filter.js</a:t>
            </a:r>
          </a:p>
          <a:p>
            <a:pPr>
              <a:defRPr sz="1200"/>
            </a:pPr>
            <a:r>
              <a:t>D:/pasar_fix/node_modules/.bun/async@3.2.6/node_modules/async/filterLimit.js</a:t>
            </a:r>
          </a:p>
          <a:p>
            <a:pPr>
              <a:defRPr sz="1200"/>
            </a:pPr>
            <a:r>
              <a:t>D:/pasar_fix/node_modules/.bun/async@3.2.6/node_modules/async/filterSeries.js</a:t>
            </a:r>
          </a:p>
          <a:p>
            <a:pPr>
              <a:defRPr sz="1200"/>
            </a:pPr>
            <a:r>
              <a:t>D:/pasar_fix/node_modules/.bun/async@3.2.6/node_modules/async/find.js</a:t>
            </a:r>
          </a:p>
          <a:p>
            <a:pPr>
              <a:defRPr sz="1200"/>
            </a:pPr>
            <a:r>
              <a:t>D:/pasar_fix/node_modules/.bun/async@3.2.6/node_modules/async/findLimit.js</a:t>
            </a:r>
          </a:p>
          <a:p>
            <a:pPr>
              <a:defRPr sz="1200"/>
            </a:pPr>
            <a:r>
              <a:t>D:/pasar_fix/node_modules/.bun/async@3.2.6/node_modules/async/findSeries.js</a:t>
            </a:r>
          </a:p>
          <a:p>
            <a:pPr>
              <a:defRPr sz="1200"/>
            </a:pPr>
            <a:r>
              <a:t>D:/pasar_fix/node_modules/.bun/async@3.2.6/node_modules/async/flatMap.js</a:t>
            </a:r>
          </a:p>
          <a:p>
            <a:pPr>
              <a:defRPr sz="1200"/>
            </a:pPr>
            <a:r>
              <a:t>D:/pasar_fix/node_modules/.bun/async@3.2.6/node_modules/async/flatMapLimit.js</a:t>
            </a:r>
          </a:p>
          <a:p>
            <a:pPr>
              <a:defRPr sz="1200"/>
            </a:pPr>
            <a:r>
              <a:t>D:/pasar_fix/node_modules/.bun/async@3.2.6/node_modules/async/flatMapSeries.js</a:t>
            </a:r>
          </a:p>
          <a:p>
            <a:pPr>
              <a:defRPr sz="1200"/>
            </a:pPr>
            <a:r>
              <a:t>D:/pasar_fix/node_modules/.bun/async@3.2.6/node_modules/async/foldl.js</a:t>
            </a:r>
          </a:p>
          <a:p>
            <a:pPr>
              <a:defRPr sz="1200"/>
            </a:pPr>
            <a:r>
              <a:t>D:/pasar_fix/node_modules/.bun/async@3.2.6/node_modules/async/foldr.js</a:t>
            </a:r>
          </a:p>
          <a:p>
            <a:pPr>
              <a:defRPr sz="1200"/>
            </a:pPr>
            <a:r>
              <a:t>D:/pasar_fix/node_modules/.bun/async@3.2.6/node_modules/async/forEach.js</a:t>
            </a:r>
          </a:p>
          <a:p>
            <a:pPr>
              <a:defRPr sz="1200"/>
            </a:pPr>
            <a:r>
              <a:t>D:/pasar_fix/node_modules/.bun/async@3.2.6/node_modules/async/forEachLimit.js</a:t>
            </a:r>
          </a:p>
          <a:p>
            <a:pPr>
              <a:defRPr sz="1200"/>
            </a:pPr>
            <a:r>
              <a:t>D:/pasar_fix/node_modules/.bun/async@3.2.6/node_modules/async/forEachOf.js</a:t>
            </a:r>
          </a:p>
          <a:p>
            <a:pPr>
              <a:defRPr sz="1200"/>
            </a:pPr>
            <a:r>
              <a:t>D:/pasar_fix/node_modules/.bun/async@3.2.6/node_modules/async/forEachOfLimit.js</a:t>
            </a:r>
          </a:p>
          <a:p>
            <a:pPr>
              <a:defRPr sz="1200"/>
            </a:pPr>
            <a:r>
              <a:t>D:/pasar_fix/node_modules/.bun/async@3.2.6/node_modules/async/forEachOfSeries.js</a:t>
            </a:r>
          </a:p>
          <a:p>
            <a:pPr>
              <a:defRPr sz="1200"/>
            </a:pPr>
            <a:r>
              <a:t>D:/pasar_fix/node_modules/.bun/async@3.2.6/node_modules/async/forEachSeries.js</a:t>
            </a:r>
          </a:p>
          <a:p>
            <a:pPr>
              <a:defRPr sz="1200"/>
            </a:pPr>
            <a:r>
              <a:t>D:/pasar_fix/node_modules/.bun/async@3.2.6/node_modules/async/forever.js</a:t>
            </a:r>
          </a:p>
          <a:p>
            <a:pPr>
              <a:defRPr sz="1200"/>
            </a:pPr>
            <a:r>
              <a:t>D:/pasar_fix/node_modules/.bun/async@3.2.6/node_modules/async/groupBy.js</a:t>
            </a:r>
          </a:p>
          <a:p>
            <a:pPr>
              <a:defRPr sz="1200"/>
            </a:pPr>
            <a:r>
              <a:t>D:/pasar_fix/node_modules/.bun/async@3.2.6/node_modules/async/groupByLimit.js</a:t>
            </a:r>
          </a:p>
          <a:p>
            <a:pPr>
              <a:defRPr sz="1200"/>
            </a:pPr>
            <a:r>
              <a:t>D:/pasar_fix/node_modules/.bun/async@3.2.6/node_modules/async/groupBySeries.js</a:t>
            </a:r>
          </a:p>
          <a:p>
            <a:pPr>
              <a:defRPr sz="1200"/>
            </a:pPr>
            <a:r>
              <a:t>D:/pasar_fix/node_modules/.bun/async@3.2.6/node_modules/async/index.js</a:t>
            </a:r>
          </a:p>
          <a:p>
            <a:pPr>
              <a:defRPr sz="1200"/>
            </a:pPr>
            <a:r>
              <a:t>D:/pasar_fix/node_modules/.bun/async@3.2.6/node_modules/async/inject.js</a:t>
            </a:r>
          </a:p>
          <a:p>
            <a:pPr>
              <a:defRPr sz="1200"/>
            </a:pPr>
            <a:r>
              <a:t>D:/pasar_fix/node_modules/.bun/async@3.2.6/node_modules/async/LICENSE</a:t>
            </a:r>
          </a:p>
          <a:p>
            <a:pPr>
              <a:defRPr sz="1200"/>
            </a:pPr>
            <a:r>
              <a:t>D:/pasar_fix/node_modules/.bun/async@3.2.6/node_modules/async/log.js</a:t>
            </a:r>
          </a:p>
          <a:p>
            <a:pPr>
              <a:defRPr sz="1200"/>
            </a:pPr>
            <a:r>
              <a:t>D:/pasar_fix/node_modules/.bun/async@3.2.6/node_modules/async/map.js</a:t>
            </a:r>
          </a:p>
          <a:p>
            <a:pPr>
              <a:defRPr sz="1200"/>
            </a:pPr>
            <a:r>
              <a:t>D:/pasar_fix/node_modules/.bun/async@3.2.6/node_modules/async/mapLimit.js</a:t>
            </a:r>
          </a:p>
          <a:p>
            <a:pPr>
              <a:defRPr sz="1200"/>
            </a:pPr>
            <a:r>
              <a:t>D:/pasar_fix/node_modules/.bun/async@3.2.6/node_modules/async/mapSeries.js</a:t>
            </a:r>
          </a:p>
          <a:p>
            <a:pPr>
              <a:defRPr sz="1200"/>
            </a:pPr>
            <a:r>
              <a:t>D:/pasar_fix/node_modules/.bun/async@3.2.6/node_modules/async/mapValues.js</a:t>
            </a:r>
          </a:p>
          <a:p>
            <a:pPr>
              <a:defRPr sz="1200"/>
            </a:pPr>
            <a:r>
              <a:t>D:/pasar_fix/node_modules/.bun/async@3.2.6/node_modules/async/mapValuesLimit.js</a:t>
            </a:r>
          </a:p>
          <a:p>
            <a:pPr>
              <a:defRPr sz="1200"/>
            </a:pPr>
            <a:r>
              <a:t>D:/pasar_fix/node_modules/.bun/async@3.2.6/node_modules/async/mapValuesSeries.js</a:t>
            </a:r>
          </a:p>
          <a:p>
            <a:pPr>
              <a:defRPr sz="1200"/>
            </a:pPr>
            <a:r>
              <a:t>D:/pasar_fix/node_modules/.bun/async@3.2.6/node_modules/async/memoize.js</a:t>
            </a:r>
          </a:p>
          <a:p>
            <a:pPr>
              <a:defRPr sz="1200"/>
            </a:pPr>
            <a:r>
              <a:t>D:/pasar_fix/node_modules/.bun/async@3.2.6/node_modules/async/nextTick.js</a:t>
            </a:r>
          </a:p>
          <a:p>
            <a:pPr>
              <a:defRPr sz="1200"/>
            </a:pPr>
            <a:r>
              <a:t>D:/pasar_fix/node_modules/.bun/async@3.2.6/node_modules/async/package.json</a:t>
            </a:r>
          </a:p>
          <a:p>
            <a:pPr>
              <a:defRPr sz="1200"/>
            </a:pPr>
            <a:r>
              <a:t>D:/pasar_fix/node_modules/.bun/async@3.2.6/node_modules/async/parallel.js</a:t>
            </a:r>
          </a:p>
          <a:p>
            <a:pPr>
              <a:defRPr sz="1200"/>
            </a:pPr>
            <a:r>
              <a:t>D:/pasar_fix/node_modules/.bun/async@3.2.6/node_modules/async/parallelLimit.js</a:t>
            </a:r>
          </a:p>
          <a:p>
            <a:pPr>
              <a:defRPr sz="1200"/>
            </a:pPr>
            <a:r>
              <a:t>D:/pasar_fix/node_modules/.bun/async@3.2.6/node_modules/async/priorityQueue.js</a:t>
            </a:r>
          </a:p>
          <a:p>
            <a:pPr>
              <a:defRPr sz="1200"/>
            </a:pPr>
            <a:r>
              <a:t>D:/pasar_fix/node_modules/.bun/async@3.2.6/node_modules/async/queue.js</a:t>
            </a:r>
          </a:p>
          <a:p>
            <a:pPr>
              <a:defRPr sz="1200"/>
            </a:pPr>
            <a:r>
              <a:t>D:/pasar_fix/node_modules/.bun/async@3.2.6/node_modules/async/race.js</a:t>
            </a:r>
          </a:p>
          <a:p>
            <a:pPr>
              <a:defRPr sz="1200"/>
            </a:pPr>
            <a:r>
              <a:t>D:/pasar_fix/node_modules/.bun/async@3.2.6/node_modules/async/README.md</a:t>
            </a:r>
          </a:p>
          <a:p>
            <a:pPr>
              <a:defRPr sz="1200"/>
            </a:pPr>
            <a:r>
              <a:t>D:/pasar_fix/node_modules/.bun/async@3.2.6/node_modules/async/reduce.js</a:t>
            </a:r>
          </a:p>
          <a:p>
            <a:pPr>
              <a:defRPr sz="1200"/>
            </a:pPr>
            <a:r>
              <a:t>D:/pasar_fix/node_modules/.bun/async@3.2.6/node_modules/async/reduceRight.js</a:t>
            </a:r>
          </a:p>
          <a:p>
            <a:pPr>
              <a:defRPr sz="1200"/>
            </a:pPr>
            <a:r>
              <a:t>D:/pasar_fix/node_modules/.bun/async@3.2.6/node_modules/async/reflect.js</a:t>
            </a:r>
          </a:p>
          <a:p>
            <a:pPr>
              <a:defRPr sz="1200"/>
            </a:pPr>
            <a:r>
              <a:t>D:/pasar_fix/node_modules/.bun/async@3.2.6/node_modules/async/reflectAll.js</a:t>
            </a:r>
          </a:p>
          <a:p>
            <a:pPr>
              <a:defRPr sz="1200"/>
            </a:pPr>
            <a:r>
              <a:t>D:/pasar_fix/node_modules/.bun/async@3.2.6/node_modules/async/reject.js</a:t>
            </a:r>
          </a:p>
          <a:p>
            <a:pPr>
              <a:defRPr sz="1200"/>
            </a:pPr>
            <a:r>
              <a:t>D:/pasar_fix/node_modules/.bun/async@3.2.6/node_modules/async/rejectLimit.js</a:t>
            </a:r>
          </a:p>
          <a:p>
            <a:pPr>
              <a:defRPr sz="1200"/>
            </a:pPr>
            <a:r>
              <a:t>D:/pasar_fix/node_modules/.bun/async@3.2.6/node_modules/async/rejectSeries.js</a:t>
            </a:r>
          </a:p>
          <a:p>
            <a:pPr>
              <a:defRPr sz="1200"/>
            </a:pPr>
            <a:r>
              <a:t>D:/pasar_fix/node_modules/.bun/async@3.2.6/node_modules/async/retry.js</a:t>
            </a:r>
          </a:p>
          <a:p>
            <a:pPr>
              <a:defRPr sz="1200"/>
            </a:pPr>
            <a:r>
              <a:t>D:/pasar_fix/node_modules/.bun/async@3.2.6/node_modules/async/retryable.js</a:t>
            </a:r>
          </a:p>
          <a:p>
            <a:pPr>
              <a:defRPr sz="1200"/>
            </a:pPr>
            <a:r>
              <a:t>D:/pasar_fix/node_modules/.bun/async@3.2.6/node_modules/async/select.js</a:t>
            </a:r>
          </a:p>
          <a:p>
            <a:pPr>
              <a:defRPr sz="1200"/>
            </a:pPr>
            <a:r>
              <a:t>D:/pasar_fix/node_modules/.bun/async@3.2.6/node_modules/async/selectLimit.js</a:t>
            </a:r>
          </a:p>
          <a:p>
            <a:pPr>
              <a:defRPr sz="1200"/>
            </a:pPr>
            <a:r>
              <a:t>D:/pasar_fix/node_modules/.bun/async@3.2.6/node_modules/async/selectSeries.js</a:t>
            </a:r>
          </a:p>
          <a:p>
            <a:pPr>
              <a:defRPr sz="1200"/>
            </a:pPr>
            <a:r>
              <a:t>D:/pasar_fix/node_modules/.bun/async@3.2.6/node_modules/async/seq.js</a:t>
            </a:r>
          </a:p>
          <a:p>
            <a:pPr>
              <a:defRPr sz="1200"/>
            </a:pPr>
            <a:r>
              <a:t>D:/pasar_fix/node_modules/.bun/async@3.2.6/node_modules/async/series.js</a:t>
            </a:r>
          </a:p>
          <a:p>
            <a:pPr>
              <a:defRPr sz="1200"/>
            </a:pPr>
            <a:r>
              <a:t>D:/pasar_fix/node_modules/.bun/async@3.2.6/node_modules/async/setImmediate.js</a:t>
            </a:r>
          </a:p>
          <a:p>
            <a:pPr>
              <a:defRPr sz="1200"/>
            </a:pPr>
            <a:r>
              <a:t>D:/pasar_fix/node_modules/.bun/async@3.2.6/node_modules/async/some.js</a:t>
            </a:r>
          </a:p>
          <a:p>
            <a:pPr>
              <a:defRPr sz="1200"/>
            </a:pPr>
            <a:r>
              <a:t>D:/pasar_fix/node_modules/.bun/async@3.2.6/node_modules/async/someLimit.js</a:t>
            </a:r>
          </a:p>
          <a:p>
            <a:pPr>
              <a:defRPr sz="1200"/>
            </a:pPr>
            <a:r>
              <a:t>D:/pasar_fix/node_modules/.bun/async@3.2.6/node_modules/async/someSeries.js</a:t>
            </a:r>
          </a:p>
          <a:p>
            <a:pPr>
              <a:defRPr sz="1200"/>
            </a:pPr>
            <a:r>
              <a:t>D:/pasar_fix/node_modules/.bun/async@3.2.6/node_modules/async/sortBy.js</a:t>
            </a:r>
          </a:p>
          <a:p>
            <a:pPr>
              <a:defRPr sz="1200"/>
            </a:pPr>
            <a:r>
              <a:t>D:/pasar_fix/node_modules/.bun/async@3.2.6/node_modules/async/timeout.js</a:t>
            </a:r>
          </a:p>
          <a:p>
            <a:pPr>
              <a:defRPr sz="1200"/>
            </a:pPr>
            <a:r>
              <a:t>D:/pasar_fix/node_modules/.bun/async@3.2.6/node_modules/async/times.js</a:t>
            </a:r>
          </a:p>
          <a:p>
            <a:pPr>
              <a:defRPr sz="1200"/>
            </a:pPr>
            <a:r>
              <a:t>D:/pasar_fix/node_modules/.bun/async@3.2.6/node_modules/async/timesLimit.js</a:t>
            </a:r>
          </a:p>
          <a:p>
            <a:pPr>
              <a:defRPr sz="1200"/>
            </a:pPr>
            <a:r>
              <a:t>D:/pasar_fix/node_modules/.bun/async@3.2.6/node_modules/async/timesSeries.js</a:t>
            </a:r>
          </a:p>
          <a:p>
            <a:pPr>
              <a:defRPr sz="1200"/>
            </a:pPr>
            <a:r>
              <a:t>D:/pasar_fix/node_modules/.bun/async@3.2.6/node_modules/async/transform.js</a:t>
            </a:r>
          </a:p>
          <a:p>
            <a:pPr>
              <a:defRPr sz="1200"/>
            </a:pPr>
            <a:r>
              <a:t>D:/pasar_fix/node_modules/.bun/async@3.2.6/node_modules/async/tryEach.js</a:t>
            </a:r>
          </a:p>
          <a:p>
            <a:pPr>
              <a:defRPr sz="1200"/>
            </a:pPr>
            <a:r>
              <a:t>D:/pasar_fix/node_modules/.bun/async@3.2.6/node_modules/async/unmemoize.js</a:t>
            </a:r>
          </a:p>
          <a:p>
            <a:pPr>
              <a:defRPr sz="1200"/>
            </a:pPr>
            <a:r>
              <a:t>D:/pasar_fix/node_modules/.bun/async@3.2.6/node_modules/async/until.js</a:t>
            </a:r>
          </a:p>
          <a:p>
            <a:pPr>
              <a:defRPr sz="1200"/>
            </a:pPr>
            <a:r>
              <a:t>D:/pasar_fix/node_modules/.bun/async@3.2.6/node_modules/async/waterfall.js</a:t>
            </a:r>
          </a:p>
          <a:p>
            <a:pPr>
              <a:defRPr sz="1200"/>
            </a:pPr>
            <a:r>
              <a:t>D:/pasar_fix/node_modules/.bun/async@3.2.6/node_modules/async/whilst.js</a:t>
            </a:r>
          </a:p>
          <a:p>
            <a:pPr>
              <a:defRPr sz="1200"/>
            </a:pPr>
            <a:r>
              <a:t>D:/pasar_fix/node_modules/.bun/async@3.2.6/node_modules/async/wrapSync.js</a:t>
            </a:r>
          </a:p>
          <a:p>
            <a:pPr>
              <a:defRPr sz="1200"/>
            </a:pPr>
            <a:r>
              <a:t>D:/pasar_fix/node_modules/.bun/async@3.2.6/node_modules/async/dist/async.js</a:t>
            </a:r>
          </a:p>
          <a:p>
            <a:pPr>
              <a:defRPr sz="1200"/>
            </a:pPr>
            <a:r>
              <a:t>D:/pasar_fix/node_modules/.bun/async@3.2.6/node_modules/async/dist/async.min.js</a:t>
            </a:r>
          </a:p>
          <a:p>
            <a:pPr>
              <a:defRPr sz="1200"/>
            </a:pPr>
            <a:r>
              <a:t>D:/pasar_fix/node_modules/.bun/async@3.2.6/node_modules/async/dist/async.mjs</a:t>
            </a:r>
          </a:p>
          <a:p>
            <a:pPr>
              <a:defRPr sz="1200"/>
            </a:pPr>
            <a:r>
              <a:t>D:/pasar_fix/node_modules/.bun/async@3.2.6/node_modules/async/internal/applyEach.js</a:t>
            </a:r>
          </a:p>
          <a:p>
            <a:pPr>
              <a:defRPr sz="1200"/>
            </a:pPr>
            <a:r>
              <a:t>D:/pasar_fix/node_modules/.bun/async@3.2.6/node_modules/async/internal/asyncEachOfLimit.js</a:t>
            </a:r>
          </a:p>
          <a:p>
            <a:pPr>
              <a:defRPr sz="1200"/>
            </a:pPr>
            <a:r>
              <a:t>D:/pasar_fix/node_modules/.bun/async@3.2.6/node_modules/async/internal/awaitify.js</a:t>
            </a:r>
          </a:p>
          <a:p>
            <a:pPr>
              <a:defRPr sz="1200"/>
            </a:pPr>
            <a:r>
              <a:t>D:/pasar_fix/node_modules/.bun/async@3.2.6/node_modules/async/internal/breakLoop.js</a:t>
            </a:r>
          </a:p>
          <a:p>
            <a:pPr>
              <a:defRPr sz="1200"/>
            </a:pPr>
            <a:r>
              <a:t>D:/pasar_fix/node_modules/.bun/async@3.2.6/node_modules/async/internal/consoleFunc.js</a:t>
            </a:r>
          </a:p>
          <a:p>
            <a:pPr>
              <a:defRPr sz="1200"/>
            </a:pPr>
            <a:r>
              <a:t>D:/pasar_fix/node_modules/.bun/async@3.2.6/node_modules/async/internal/createTester.js</a:t>
            </a:r>
          </a:p>
          <a:p>
            <a:pPr>
              <a:defRPr sz="1200"/>
            </a:pPr>
            <a:r>
              <a:t>D:/pasar_fix/node_modules/.bun/async@3.2.6/node_modules/async/internal/DoublyLinkedList.js</a:t>
            </a:r>
          </a:p>
          <a:p>
            <a:pPr>
              <a:defRPr sz="1200"/>
            </a:pPr>
            <a:r>
              <a:t>D:/pasar_fix/node_modules/.bun/async@3.2.6/node_modules/async/internal/eachOfLimit.js</a:t>
            </a:r>
          </a:p>
          <a:p>
            <a:pPr>
              <a:defRPr sz="1200"/>
            </a:pPr>
            <a:r>
              <a:t>D:/pasar_fix/node_modules/.bun/async@3.2.6/node_modules/async/internal/filter.js</a:t>
            </a:r>
          </a:p>
          <a:p>
            <a:pPr>
              <a:defRPr sz="1200"/>
            </a:pPr>
            <a:r>
              <a:t>D:/pasar_fix/node_modules/.bun/async@3.2.6/node_modules/async/internal/getIterator.js</a:t>
            </a:r>
          </a:p>
          <a:p>
            <a:pPr>
              <a:defRPr sz="1200"/>
            </a:pPr>
            <a:r>
              <a:t>D:/pasar_fix/node_modules/.bun/async@3.2.6/node_modules/async/internal/Heap.js</a:t>
            </a:r>
          </a:p>
          <a:p>
            <a:pPr>
              <a:defRPr sz="1200"/>
            </a:pPr>
            <a:r>
              <a:t>D:/pasar_fix/node_modules/.bun/async@3.2.6/node_modules/async/internal/initialParams.js</a:t>
            </a:r>
          </a:p>
          <a:p>
            <a:pPr>
              <a:defRPr sz="1200"/>
            </a:pPr>
            <a:r>
              <a:t>D:/pasar_fix/node_modules/.bun/async@3.2.6/node_modules/async/internal/isArrayLike.js</a:t>
            </a:r>
          </a:p>
          <a:p>
            <a:pPr>
              <a:defRPr sz="1200"/>
            </a:pPr>
            <a:r>
              <a:t>D:/pasar_fix/node_modules/.bun/async@3.2.6/node_modules/async/internal/iterator.js</a:t>
            </a:r>
          </a:p>
          <a:p>
            <a:pPr>
              <a:defRPr sz="1200"/>
            </a:pPr>
            <a:r>
              <a:t>D:/pasar_fix/node_modules/.bun/async@3.2.6/node_modules/async/internal/map.js</a:t>
            </a:r>
          </a:p>
          <a:p>
            <a:pPr>
              <a:defRPr sz="1200"/>
            </a:pPr>
            <a:r>
              <a:t>D:/pasar_fix/node_modules/.bun/async@3.2.6/node_modules/async/internal/once.js</a:t>
            </a:r>
          </a:p>
          <a:p>
            <a:pPr>
              <a:defRPr sz="1200"/>
            </a:pPr>
            <a:r>
              <a:t>D:/pasar_fix/node_modules/.bun/async@3.2.6/node_modules/async/internal/onlyOnce.js</a:t>
            </a:r>
          </a:p>
          <a:p>
            <a:pPr>
              <a:defRPr sz="1200"/>
            </a:pPr>
            <a:r>
              <a:t>D:/pasar_fix/node_modules/.bun/async@3.2.6/node_modules/async/internal/parallel.js</a:t>
            </a:r>
          </a:p>
          <a:p>
            <a:pPr>
              <a:defRPr sz="1200"/>
            </a:pPr>
            <a:r>
              <a:t>D:/pasar_fix/node_modules/.bun/async@3.2.6/node_modules/async/internal/promiseCallback.js</a:t>
            </a:r>
          </a:p>
          <a:p>
            <a:pPr>
              <a:defRPr sz="1200"/>
            </a:pPr>
            <a:r>
              <a:t>D:/pasar_fix/node_modules/.bun/async@3.2.6/node_modules/async/internal/queue.js</a:t>
            </a:r>
          </a:p>
          <a:p>
            <a:pPr>
              <a:defRPr sz="1200"/>
            </a:pPr>
            <a:r>
              <a:t>D:/pasar_fix/node_modules/.bun/async@3.2.6/node_modules/async/internal/range.js</a:t>
            </a:r>
          </a:p>
          <a:p>
            <a:pPr>
              <a:defRPr sz="1200"/>
            </a:pPr>
            <a:r>
              <a:t>D:/pasar_fix/node_modules/.bun/async@3.2.6/node_modules/async/internal/reject.js</a:t>
            </a:r>
          </a:p>
          <a:p>
            <a:pPr>
              <a:defRPr sz="1200"/>
            </a:pPr>
            <a:r>
              <a:t>D:/pasar_fix/node_modules/.bun/async@3.2.6/node_modules/async/internal/setImmediate.js</a:t>
            </a:r>
          </a:p>
          <a:p>
            <a:pPr>
              <a:defRPr sz="1200"/>
            </a:pPr>
            <a:r>
              <a:t>D:/pasar_fix/node_modules/.bun/async@3.2.6/node_modules/async/internal/withoutIndex.js</a:t>
            </a:r>
          </a:p>
          <a:p>
            <a:pPr>
              <a:defRPr sz="1200"/>
            </a:pPr>
            <a:r>
              <a:t>D:/pasar_fix/node_modules/.bun/async@3.2.6/node_modules/async/internal/wrapAsync.js</a:t>
            </a:r>
          </a:p>
          <a:p>
            <a:pPr>
              <a:defRPr sz="1200"/>
            </a:pPr>
            <a:r>
              <a:t>D:/pasar_fix/node_modules/.bun/b4a@1.8.1/node_modules/b4a/browser.js</a:t>
            </a:r>
          </a:p>
          <a:p>
            <a:pPr>
              <a:defRPr sz="1200"/>
            </a:pPr>
            <a:r>
              <a:t>D:/pasar_fix/node_modules/.bun/b4a@1.8.1/node_modules/b4a/index.js</a:t>
            </a:r>
          </a:p>
          <a:p>
            <a:pPr>
              <a:defRPr sz="1200"/>
            </a:pPr>
            <a:r>
              <a:t>D:/pasar_fix/node_modules/.bun/b4a@1.8.1/node_modules/b4a/LICENSE</a:t>
            </a:r>
          </a:p>
          <a:p>
            <a:pPr>
              <a:defRPr sz="1200"/>
            </a:pPr>
            <a:r>
              <a:t>D:/pasar_fix/node_modules/.bun/b4a@1.8.1/node_modules/b4a/package.json</a:t>
            </a:r>
          </a:p>
          <a:p>
            <a:pPr>
              <a:defRPr sz="1200"/>
            </a:pPr>
            <a:r>
              <a:t>D:/pasar_fix/node_modules/.bun/b4a@1.8.1/node_modules/b4a/react-native.js</a:t>
            </a:r>
          </a:p>
          <a:p>
            <a:pPr>
              <a:defRPr sz="1200"/>
            </a:pPr>
            <a:r>
              <a:t>D:/pasar_fix/node_modules/.bun/b4a@1.8.1/node_modules/b4a/README.md</a:t>
            </a:r>
          </a:p>
          <a:p>
            <a:pPr>
              <a:defRPr sz="1200"/>
            </a:pPr>
            <a:r>
              <a:t>D:/pasar_fix/node_modules/.bun/b4a@1.8.1/node_modules/b4a/lib/ascii.js</a:t>
            </a:r>
          </a:p>
          <a:p>
            <a:pPr>
              <a:defRPr sz="1200"/>
            </a:pPr>
            <a:r>
              <a:t>D:/pasar_fix/node_modules/.bun/b4a@1.8.1/node_modules/b4a/lib/base64.js</a:t>
            </a:r>
          </a:p>
          <a:p>
            <a:pPr>
              <a:defRPr sz="1200"/>
            </a:pPr>
            <a:r>
              <a:t>D:/pasar_fix/node_modules/.bun/b4a@1.8.1/node_modules/b4a/lib/hex.js</a:t>
            </a:r>
          </a:p>
          <a:p>
            <a:pPr>
              <a:defRPr sz="1200"/>
            </a:pPr>
            <a:r>
              <a:t>D:/pasar_fix/node_modules/.bun/b4a@1.8.1/node_modules/b4a/lib/latin1.js</a:t>
            </a:r>
          </a:p>
          <a:p>
            <a:pPr>
              <a:defRPr sz="1200"/>
            </a:pPr>
            <a:r>
              <a:t>D:/pasar_fix/node_modules/.bun/b4a@1.8.1/node_modules/b4a/lib/utf16le.js</a:t>
            </a:r>
          </a:p>
          <a:p>
            <a:pPr>
              <a:defRPr sz="1200"/>
            </a:pPr>
            <a:r>
              <a:t>D:/pasar_fix/node_modules/.bun/b4a@1.8.1/node_modules/b4a/lib/utf8.js</a:t>
            </a:r>
          </a:p>
          <a:p>
            <a:pPr>
              <a:defRPr sz="1200"/>
            </a:pPr>
            <a:r>
              <a:t>D:/pasar_fix/node_modules/.bun/babel-dead-code-elimination@1.0.12/node_modules/.bin/parser.bunx</a:t>
            </a:r>
          </a:p>
          <a:p>
            <a:pPr>
              <a:defRPr sz="1200"/>
            </a:pPr>
            <a:r>
              <a:t>D:/pasar_fix/node_modules/.bun/babel-dead-code-elimination@1.0.12/node_modules/.bin/parser.exe</a:t>
            </a:r>
          </a:p>
          <a:p>
            <a:pPr>
              <a:defRPr sz="1200"/>
            </a:pPr>
            <a:r>
              <a:t>D:/pasar_fix/node_modules/.bun/babel-dead-code-elimination@1.0.12/node_modules/babel-dead-code-elimination/LICENSE</a:t>
            </a:r>
          </a:p>
          <a:p>
            <a:pPr>
              <a:defRPr sz="1200"/>
            </a:pPr>
            <a:r>
              <a:t>D:/pasar_fix/node_modules/.bun/babel-dead-code-elimination@1.0.12/node_modules/babel-dead-code-elimination/package.json</a:t>
            </a:r>
          </a:p>
          <a:p>
            <a:pPr>
              <a:defRPr sz="1200"/>
            </a:pPr>
            <a:r>
              <a:t>D:/pasar_fix/node_modules/.bun/babel-dead-code-elimination@1.0.12/node_modules/babel-dead-code-elimination/README.md</a:t>
            </a:r>
          </a:p>
          <a:p>
            <a:pPr>
              <a:defRPr sz="1200"/>
            </a:pPr>
            <a:r>
              <a:t>D:/pasar_fix/node_modules/.bun/babel-dead-code-elimination@1.0.12/node_modules/babel-dead-code-elimination/dist/index.cjs</a:t>
            </a:r>
          </a:p>
          <a:p>
            <a:pPr>
              <a:defRPr sz="1200"/>
            </a:pPr>
            <a:r>
              <a:t>D:/pasar_fix/node_modules/.bun/babel-dead-code-elimination@1.0.12/node_modules/babel-dead-code-elimination/dist/index.d.cts</a:t>
            </a:r>
          </a:p>
          <a:p>
            <a:pPr>
              <a:defRPr sz="1200"/>
            </a:pPr>
            <a:r>
              <a:t>D:/pasar_fix/node_modules/.bun/babel-dead-code-elimination@1.0.12/node_modules/babel-dead-code-elimination/dist/index.d.ts</a:t>
            </a:r>
          </a:p>
          <a:p>
            <a:pPr>
              <a:defRPr sz="1200"/>
            </a:pPr>
            <a:r>
              <a:t>D:/pasar_fix/node_modules/.bun/babel-dead-code-elimination@1.0.12/node_modules/babel-dead-code-elimination/dist/index.js</a:t>
            </a:r>
          </a:p>
          <a:p>
            <a:pPr>
              <a:defRPr sz="1200"/>
            </a:pPr>
            <a:r>
              <a:t>D:/pasar_fix/node_modules/.bun/babel@6.23.0/node_modules/.bin/babel-external-helpers.bunx</a:t>
            </a:r>
          </a:p>
          <a:p>
            <a:pPr>
              <a:defRPr sz="1200"/>
            </a:pPr>
            <a:r>
              <a:t>D:/pasar_fix/node_modules/.bun/babel@6.23.0/node_modules/.bin/babel-external-helpers.exe</a:t>
            </a:r>
          </a:p>
          <a:p>
            <a:pPr>
              <a:defRPr sz="1200"/>
            </a:pPr>
            <a:r>
              <a:t>D:/pasar_fix/node_modules/.bun/babel@6.23.0/node_modules/.bin/babel-node.bunx</a:t>
            </a:r>
          </a:p>
          <a:p>
            <a:pPr>
              <a:defRPr sz="1200"/>
            </a:pPr>
            <a:r>
              <a:t>D:/pasar_fix/node_modules/.bun/babel@6.23.0/node_modules/.bin/babel-node.exe</a:t>
            </a:r>
          </a:p>
          <a:p>
            <a:pPr>
              <a:defRPr sz="1200"/>
            </a:pPr>
            <a:r>
              <a:t>D:/pasar_fix/node_modules/.bun/babel@6.23.0/node_modules/.bin/babel.bunx</a:t>
            </a:r>
          </a:p>
          <a:p>
            <a:pPr>
              <a:defRPr sz="1200"/>
            </a:pPr>
            <a:r>
              <a:t>D:/pasar_fix/node_modules/.bun/babel@6.23.0/node_modules/.bin/babel.exe</a:t>
            </a:r>
          </a:p>
          <a:p>
            <a:pPr>
              <a:defRPr sz="1200"/>
            </a:pPr>
            <a:r>
              <a:t>D:/pasar_fix/node_modules/.bun/babel@6.23.0/node_modules/babel/.npmignore</a:t>
            </a:r>
          </a:p>
          <a:p>
            <a:pPr>
              <a:defRPr sz="1200"/>
            </a:pPr>
            <a:r>
              <a:t>D:/pasar_fix/node_modules/.bun/babel@6.23.0/node_modules/babel/index.js</a:t>
            </a:r>
          </a:p>
          <a:p>
            <a:pPr>
              <a:defRPr sz="1200"/>
            </a:pPr>
            <a:r>
              <a:t>D:/pasar_fix/node_modules/.bun/babel@6.23.0/node_modules/babel/package.json</a:t>
            </a:r>
          </a:p>
          <a:p>
            <a:pPr>
              <a:defRPr sz="1200"/>
            </a:pPr>
            <a:r>
              <a:t>D:/pasar_fix/node_modules/.bun/babel@6.23.0/node_modules/babel/README.md</a:t>
            </a:r>
          </a:p>
          <a:p>
            <a:pPr>
              <a:defRPr sz="1200"/>
            </a:pPr>
            <a:r>
              <a:t>D:/pasar_fix/node_modules/.bun/babel@6.23.0/node_modules/babel/lib/cli.js</a:t>
            </a:r>
          </a:p>
          <a:p>
            <a:pPr>
              <a:defRPr sz="1200"/>
            </a:pPr>
            <a:r>
              <a:t>D:/pasar_fix/node_modules/.bun/balanced-match@1.0.2/node_modules/balanced-match/index.js</a:t>
            </a:r>
          </a:p>
          <a:p>
            <a:pPr>
              <a:defRPr sz="1200"/>
            </a:pPr>
            <a:r>
              <a:t>D:/pasar_fix/node_modules/.bun/balanced-match@1.0.2/node_modules/balanced-match/LICENSE.md</a:t>
            </a:r>
          </a:p>
          <a:p>
            <a:pPr>
              <a:defRPr sz="1200"/>
            </a:pPr>
            <a:r>
              <a:t>D:/pasar_fix/node_modules/.bun/balanced-match@1.0.2/node_modules/balanced-match/package.json</a:t>
            </a:r>
          </a:p>
          <a:p>
            <a:pPr>
              <a:defRPr sz="1200"/>
            </a:pPr>
            <a:r>
              <a:t>D:/pasar_fix/node_modules/.bun/balanced-match@1.0.2/node_modules/balanced-match/README.md</a:t>
            </a:r>
          </a:p>
          <a:p>
            <a:pPr>
              <a:defRPr sz="1200"/>
            </a:pPr>
            <a:r>
              <a:t>D:/pasar_fix/node_modules/.bun/balanced-match@1.0.2/node_modules/balanced-match/.github/FUNDING.yml</a:t>
            </a:r>
          </a:p>
          <a:p>
            <a:pPr>
              <a:defRPr sz="1200"/>
            </a:pPr>
            <a:r>
              <a:t>D:/pasar_fix/node_modules/.bun/balanced-match@4.0.4/node_modules/balanced-match/LICENSE.md</a:t>
            </a:r>
          </a:p>
          <a:p>
            <a:pPr>
              <a:defRPr sz="1200"/>
            </a:pPr>
            <a:r>
              <a:t>D:/pasar_fix/node_modules/.bun/balanced-match@4.0.4/node_modules/balanced-match/package.json</a:t>
            </a:r>
          </a:p>
          <a:p>
            <a:pPr>
              <a:defRPr sz="1200"/>
            </a:pPr>
            <a:r>
              <a:t>D:/pasar_fix/node_modules/.bun/balanced-match@4.0.4/node_modules/balanced-match/README.md</a:t>
            </a:r>
          </a:p>
          <a:p>
            <a:pPr>
              <a:defRPr sz="1200"/>
            </a:pPr>
            <a:r>
              <a:t>D:/pasar_fix/node_modules/.bun/balanced-match@4.0.4/node_modules/balanced-match/dist/commonjs/index.d.ts</a:t>
            </a:r>
          </a:p>
          <a:p>
            <a:pPr>
              <a:defRPr sz="1200"/>
            </a:pPr>
            <a:r>
              <a:t>D:/pasar_fix/node_modules/.bun/balanced-match@4.0.4/node_modules/balanced-match/dist/commonjs/index.d.ts.map</a:t>
            </a:r>
          </a:p>
          <a:p>
            <a:pPr>
              <a:defRPr sz="1200"/>
            </a:pPr>
            <a:r>
              <a:t>D:/pasar_fix/node_modules/.bun/balanced-match@4.0.4/node_modules/balanced-match/dist/commonjs/index.js</a:t>
            </a:r>
          </a:p>
          <a:p>
            <a:pPr>
              <a:defRPr sz="1200"/>
            </a:pPr>
            <a:r>
              <a:t>D:/pasar_fix/node_modules/.bun/balanced-match@4.0.4/node_modules/balanced-match/dist/commonjs/index.js.map</a:t>
            </a:r>
          </a:p>
          <a:p>
            <a:pPr>
              <a:defRPr sz="1200"/>
            </a:pPr>
            <a:r>
              <a:t>D:/pasar_fix/node_modules/.bun/balanced-match@4.0.4/node_modules/balanced-match/dist/commonjs/package.json</a:t>
            </a:r>
          </a:p>
          <a:p>
            <a:pPr>
              <a:defRPr sz="1200"/>
            </a:pPr>
            <a:r>
              <a:t>D:/pasar_fix/node_modules/.bun/balanced-match@4.0.4/node_modules/balanced-match/dist/esm/index.d.ts</a:t>
            </a:r>
          </a:p>
          <a:p>
            <a:pPr>
              <a:defRPr sz="1200"/>
            </a:pPr>
            <a:r>
              <a:t>D:/pasar_fix/node_modules/.bun/balanced-match@4.0.4/node_modules/balanced-match/dist/esm/index.d.ts.map</a:t>
            </a:r>
          </a:p>
          <a:p>
            <a:pPr>
              <a:defRPr sz="1200"/>
            </a:pPr>
            <a:r>
              <a:t>D:/pasar_fix/node_modules/.bun/balanced-match@4.0.4/node_modules/balanced-match/dist/esm/index.js</a:t>
            </a:r>
          </a:p>
          <a:p>
            <a:pPr>
              <a:defRPr sz="1200"/>
            </a:pPr>
            <a:r>
              <a:t>D:/pasar_fix/node_modules/.bun/balanced-match@4.0.4/node_modules/balanced-match/dist/esm/index.js.map</a:t>
            </a:r>
          </a:p>
          <a:p>
            <a:pPr>
              <a:defRPr sz="1200"/>
            </a:pPr>
            <a:r>
              <a:t>D:/pasar_fix/node_modules/.bun/balanced-match@4.0.4/node_modules/balanced-match/dist/esm/package.json</a:t>
            </a:r>
          </a:p>
          <a:p>
            <a:pPr>
              <a:defRPr sz="1200"/>
            </a:pPr>
            <a:r>
              <a:t>D:/pasar_fix/node_modules/.bun/bare-events@2.8.3/node_modules/bare-events/global.d.ts</a:t>
            </a:r>
          </a:p>
          <a:p>
            <a:pPr>
              <a:defRPr sz="1200"/>
            </a:pPr>
            <a:r>
              <a:t>D:/pasar_fix/node_modules/.bun/bare-events@2.8.3/node_modules/bare-events/global.js</a:t>
            </a:r>
          </a:p>
          <a:p>
            <a:pPr>
              <a:defRPr sz="1200"/>
            </a:pPr>
            <a:r>
              <a:t>D:/pasar_fix/node_modules/.bun/bare-events@2.8.3/node_modules/bare-events/index.d.ts</a:t>
            </a:r>
          </a:p>
          <a:p>
            <a:pPr>
              <a:defRPr sz="1200"/>
            </a:pPr>
            <a:r>
              <a:t>D:/pasar_fix/node_modules/.bun/bare-events@2.8.3/node_modules/bare-events/index.js</a:t>
            </a:r>
          </a:p>
          <a:p>
            <a:pPr>
              <a:defRPr sz="1200"/>
            </a:pPr>
            <a:r>
              <a:t>D:/pasar_fix/node_modules/.bun/bare-events@2.8.3/node_modules/bare-events/LICENSE</a:t>
            </a:r>
          </a:p>
          <a:p>
            <a:pPr>
              <a:defRPr sz="1200"/>
            </a:pPr>
            <a:r>
              <a:t>D:/pasar_fix/node_modules/.bun/bare-events@2.8.3/node_modules/bare-events/package.json</a:t>
            </a:r>
          </a:p>
          <a:p>
            <a:pPr>
              <a:defRPr sz="1200"/>
            </a:pPr>
            <a:r>
              <a:t>D:/pasar_fix/node_modules/.bun/bare-events@2.8.3/node_modules/bare-events/README.md</a:t>
            </a:r>
          </a:p>
          <a:p>
            <a:pPr>
              <a:defRPr sz="1200"/>
            </a:pPr>
            <a:r>
              <a:t>D:/pasar_fix/node_modules/.bun/bare-events@2.8.3/node_modules/bare-events/web.d.ts</a:t>
            </a:r>
          </a:p>
          <a:p>
            <a:pPr>
              <a:defRPr sz="1200"/>
            </a:pPr>
            <a:r>
              <a:t>D:/pasar_fix/node_modules/.bun/bare-events@2.8.3/node_modules/bare-events/web.js</a:t>
            </a:r>
          </a:p>
          <a:p>
            <a:pPr>
              <a:defRPr sz="1200"/>
            </a:pPr>
            <a:r>
              <a:t>D:/pasar_fix/node_modules/.bun/bare-events@2.8.3/node_modules/bare-events/lib/errors.js</a:t>
            </a:r>
          </a:p>
          <a:p>
            <a:pPr>
              <a:defRPr sz="1200"/>
            </a:pPr>
            <a:r>
              <a:t>D:/pasar_fix/node_modules/.bun/bare-fs@4.7.1/node_modules/bare-fs/binding.c</a:t>
            </a:r>
          </a:p>
          <a:p>
            <a:pPr>
              <a:defRPr sz="1200"/>
            </a:pPr>
            <a:r>
              <a:t>D:/pasar_fix/node_modules/.bun/bare-fs@4.7.1/node_modules/bare-fs/binding.js</a:t>
            </a:r>
          </a:p>
          <a:p>
            <a:pPr>
              <a:defRPr sz="1200"/>
            </a:pPr>
            <a:r>
              <a:t>D:/pasar_fix/node_modules/.bun/bare-fs@4.7.1/node_modules/bare-fs/CMakeLists.txt</a:t>
            </a:r>
          </a:p>
          <a:p>
            <a:pPr>
              <a:defRPr sz="1200"/>
            </a:pPr>
            <a:r>
              <a:t>D:/pasar_fix/node_modules/.bun/bare-fs@4.7.1/node_modules/bare-fs/index.d.ts</a:t>
            </a:r>
          </a:p>
          <a:p>
            <a:pPr>
              <a:defRPr sz="1200"/>
            </a:pPr>
            <a:r>
              <a:t>D:/pasar_fix/node_modules/.bun/bare-fs@4.7.1/node_modules/bare-fs/index.js</a:t>
            </a:r>
          </a:p>
          <a:p>
            <a:pPr>
              <a:defRPr sz="1200"/>
            </a:pPr>
            <a:r>
              <a:t>D:/pasar_fix/node_modules/.bun/bare-fs@4.7.1/node_modules/bare-fs/LICENSE</a:t>
            </a:r>
          </a:p>
          <a:p>
            <a:pPr>
              <a:defRPr sz="1200"/>
            </a:pPr>
            <a:r>
              <a:t>D:/pasar_fix/node_modules/.bun/bare-fs@4.7.1/node_modules/bare-fs/package.json</a:t>
            </a:r>
          </a:p>
          <a:p>
            <a:pPr>
              <a:defRPr sz="1200"/>
            </a:pPr>
            <a:r>
              <a:t>D:/pasar_fix/node_modules/.bun/bare-fs@4.7.1/node_modules/bare-fs/promises.d.ts</a:t>
            </a:r>
          </a:p>
          <a:p>
            <a:pPr>
              <a:defRPr sz="1200"/>
            </a:pPr>
            <a:r>
              <a:t>D:/pasar_fix/node_modules/.bun/bare-fs@4.7.1/node_modules/bare-fs/promises.js</a:t>
            </a:r>
          </a:p>
          <a:p>
            <a:pPr>
              <a:defRPr sz="1200"/>
            </a:pPr>
            <a:r>
              <a:t>D:/pasar_fix/node_modules/.bun/bare-fs@4.7.1/node_modules/bare-fs/README.md</a:t>
            </a:r>
          </a:p>
          <a:p>
            <a:pPr>
              <a:defRPr sz="1200"/>
            </a:pPr>
            <a:r>
              <a:t>D:/pasar_fix/node_modules/.bun/bare-fs@4.7.1/node_modules/bare-fs/lib/constants.d.ts</a:t>
            </a:r>
          </a:p>
          <a:p>
            <a:pPr>
              <a:defRPr sz="1200"/>
            </a:pPr>
            <a:r>
              <a:t>D:/pasar_fix/node_modules/.bun/bare-fs@4.7.1/node_modules/bare-fs/lib/constants.js</a:t>
            </a:r>
          </a:p>
          <a:p>
            <a:pPr>
              <a:defRPr sz="1200"/>
            </a:pPr>
            <a:r>
              <a:t>D:/pasar_fix/node_modules/.bun/bare-fs@4.7.1/node_modules/bare-fs/lib/errors.d.ts</a:t>
            </a:r>
          </a:p>
          <a:p>
            <a:pPr>
              <a:defRPr sz="1200"/>
            </a:pPr>
            <a:r>
              <a:t>D:/pasar_fix/node_modules/.bun/bare-fs@4.7.1/node_modules/bare-fs/lib/errors.js</a:t>
            </a:r>
          </a:p>
          <a:p>
            <a:pPr>
              <a:defRPr sz="1200"/>
            </a:pPr>
            <a:r>
              <a:t>D:/pasar_fix/node_modules/.bun/bare-fs@4.7.1/node_modules/bare-fs/prebuilds/android-arm/bare-fs.bare</a:t>
            </a:r>
          </a:p>
          <a:p>
            <a:pPr>
              <a:defRPr sz="1200"/>
            </a:pPr>
            <a:r>
              <a:t>D:/pasar_fix/node_modules/.bun/bare-fs@4.7.1/node_modules/bare-fs/prebuilds/android-arm64/bare-fs.bare</a:t>
            </a:r>
          </a:p>
          <a:p>
            <a:pPr>
              <a:defRPr sz="1200"/>
            </a:pPr>
            <a:r>
              <a:t>D:/pasar_fix/node_modules/.bun/bare-fs@4.7.1/node_modules/bare-fs/prebuilds/android-ia32/bare-fs.bare</a:t>
            </a:r>
          </a:p>
          <a:p>
            <a:pPr>
              <a:defRPr sz="1200"/>
            </a:pPr>
            <a:r>
              <a:t>D:/pasar_fix/node_modules/.bun/bare-fs@4.7.1/node_modules/bare-fs/prebuilds/android-x64/bare-fs.bare</a:t>
            </a:r>
          </a:p>
          <a:p>
            <a:pPr>
              <a:defRPr sz="1200"/>
            </a:pPr>
            <a:r>
              <a:t>D:/pasar_fix/node_modules/.bun/bare-fs@4.7.1/node_modules/bare-fs/prebuilds/darwin-arm64/bare-fs.bare</a:t>
            </a:r>
          </a:p>
          <a:p>
            <a:pPr>
              <a:defRPr sz="1200"/>
            </a:pPr>
            <a:r>
              <a:t>D:/pasar_fix/node_modules/.bun/bare-fs@4.7.1/node_modules/bare-fs/prebuilds/darwin-x64/bare-fs.bare</a:t>
            </a:r>
          </a:p>
          <a:p>
            <a:pPr>
              <a:defRPr sz="1200"/>
            </a:pPr>
            <a:r>
              <a:t>D:/pasar_fix/node_modules/.bun/bare-fs@4.7.1/node_modules/bare-fs/prebuilds/ios-arm64/bare-fs.bare</a:t>
            </a:r>
          </a:p>
          <a:p>
            <a:pPr>
              <a:defRPr sz="1200"/>
            </a:pPr>
            <a:r>
              <a:t>D:/pasar_fix/node_modules/.bun/bare-fs@4.7.1/node_modules/bare-fs/prebuilds/ios-arm64-simulator/bare-fs.bare</a:t>
            </a:r>
          </a:p>
          <a:p>
            <a:pPr>
              <a:defRPr sz="1200"/>
            </a:pPr>
            <a:r>
              <a:t>D:/pasar_fix/node_modules/.bun/bare-fs@4.7.1/node_modules/bare-fs/prebuilds/ios-x64-simulator/bare-fs.bare</a:t>
            </a:r>
          </a:p>
          <a:p>
            <a:pPr>
              <a:defRPr sz="1200"/>
            </a:pPr>
            <a:r>
              <a:t>D:/pasar_fix/node_modules/.bun/bare-fs@4.7.1/node_modules/bare-fs/prebuilds/linux-arm64/bare-fs.bare</a:t>
            </a:r>
          </a:p>
          <a:p>
            <a:pPr>
              <a:defRPr sz="1200"/>
            </a:pPr>
            <a:r>
              <a:t>D:/pasar_fix/node_modules/.bun/bare-fs@4.7.1/node_modules/bare-fs/prebuilds/linux-x64/bare-fs.bare</a:t>
            </a:r>
          </a:p>
          <a:p>
            <a:pPr>
              <a:defRPr sz="1200"/>
            </a:pPr>
            <a:r>
              <a:t>D:/pasar_fix/node_modules/.bun/bare-fs@4.7.1/node_modules/bare-fs/prebuilds/win32-arm64/bare-fs.bare</a:t>
            </a:r>
          </a:p>
          <a:p>
            <a:pPr>
              <a:defRPr sz="1200"/>
            </a:pPr>
            <a:r>
              <a:t>D:/pasar_fix/node_modules/.bun/bare-fs@4.7.1/node_modules/bare-fs/prebuilds/win32-x64/bare-fs.bare</a:t>
            </a:r>
          </a:p>
          <a:p>
            <a:pPr>
              <a:defRPr sz="1200"/>
            </a:pPr>
            <a:r>
              <a:t>D:/pasar_fix/node_modules/.bun/bare-os@3.9.1/node_modules/bare-os/binding.c</a:t>
            </a:r>
          </a:p>
          <a:p>
            <a:pPr>
              <a:defRPr sz="1200"/>
            </a:pPr>
            <a:r>
              <a:t>D:/pasar_fix/node_modules/.bun/bare-os@3.9.1/node_modules/bare-os/binding.js</a:t>
            </a:r>
          </a:p>
          <a:p>
            <a:pPr>
              <a:defRPr sz="1200"/>
            </a:pPr>
            <a:r>
              <a:t>D:/pasar_fix/node_modules/.bun/bare-os@3.9.1/node_modules/bare-os/CMakeLists.txt</a:t>
            </a:r>
          </a:p>
          <a:p>
            <a:pPr>
              <a:defRPr sz="1200"/>
            </a:pPr>
            <a:r>
              <a:t>D:/pasar_fix/node_modules/.bun/bare-os@3.9.1/node_modules/bare-os/index.d.ts</a:t>
            </a:r>
          </a:p>
          <a:p>
            <a:pPr>
              <a:defRPr sz="1200"/>
            </a:pPr>
            <a:r>
              <a:t>D:/pasar_fix/node_modules/.bun/bare-os@3.9.1/node_modules/bare-os/index.js</a:t>
            </a:r>
          </a:p>
          <a:p>
            <a:pPr>
              <a:defRPr sz="1200"/>
            </a:pPr>
            <a:r>
              <a:t>D:/pasar_fix/node_modules/.bun/bare-os@3.9.1/node_modules/bare-os/LICENSE</a:t>
            </a:r>
          </a:p>
          <a:p>
            <a:pPr>
              <a:defRPr sz="1200"/>
            </a:pPr>
            <a:r>
              <a:t>D:/pasar_fix/node_modules/.bun/bare-os@3.9.1/node_modules/bare-os/package.json</a:t>
            </a:r>
          </a:p>
          <a:p>
            <a:pPr>
              <a:defRPr sz="1200"/>
            </a:pPr>
            <a:r>
              <a:t>D:/pasar_fix/node_modules/.bun/bare-os@3.9.1/node_modules/bare-os/README.md</a:t>
            </a:r>
          </a:p>
          <a:p>
            <a:pPr>
              <a:defRPr sz="1200"/>
            </a:pPr>
            <a:r>
              <a:t>D:/pasar_fix/node_modules/.bun/bare-os@3.9.1/node_modules/bare-os/lib/constants.d.ts</a:t>
            </a:r>
          </a:p>
          <a:p>
            <a:pPr>
              <a:defRPr sz="1200"/>
            </a:pPr>
            <a:r>
              <a:t>D:/pasar_fix/node_modules/.bun/bare-os@3.9.1/node_modules/bare-os/lib/constants.js</a:t>
            </a:r>
          </a:p>
          <a:p>
            <a:pPr>
              <a:defRPr sz="1200"/>
            </a:pPr>
            <a:r>
              <a:t>D:/pasar_fix/node_modules/.bun/bare-os@3.9.1/node_modules/bare-os/lib/errors.d.ts</a:t>
            </a:r>
          </a:p>
          <a:p>
            <a:pPr>
              <a:defRPr sz="1200"/>
            </a:pPr>
            <a:r>
              <a:t>D:/pasar_fix/node_modules/.bun/bare-os@3.9.1/node_modules/bare-os/lib/errors.js</a:t>
            </a:r>
          </a:p>
          <a:p>
            <a:pPr>
              <a:defRPr sz="1200"/>
            </a:pPr>
            <a:r>
              <a:t>D:/pasar_fix/node_modules/.bun/bare-os@3.9.1/node_modules/bare-os/prebuilds/android-arm/bare-os.bare</a:t>
            </a:r>
          </a:p>
          <a:p>
            <a:pPr>
              <a:defRPr sz="1200"/>
            </a:pPr>
            <a:r>
              <a:t>D:/pasar_fix/node_modules/.bun/bare-os@3.9.1/node_modules/bare-os/prebuilds/android-arm64/bare-os.bare</a:t>
            </a:r>
          </a:p>
          <a:p>
            <a:pPr>
              <a:defRPr sz="1200"/>
            </a:pPr>
            <a:r>
              <a:t>D:/pasar_fix/node_modules/.bun/bare-os@3.9.1/node_modules/bare-os/prebuilds/android-ia32/bare-os.bare</a:t>
            </a:r>
          </a:p>
          <a:p>
            <a:pPr>
              <a:defRPr sz="1200"/>
            </a:pPr>
            <a:r>
              <a:t>D:/pasar_fix/node_modules/.bun/bare-os@3.9.1/node_modules/bare-os/prebuilds/android-x64/bare-os.bare</a:t>
            </a:r>
          </a:p>
          <a:p>
            <a:pPr>
              <a:defRPr sz="1200"/>
            </a:pPr>
            <a:r>
              <a:t>D:/pasar_fix/node_modules/.bun/bare-os@3.9.1/node_modules/bare-os/prebuilds/darwin-arm64/bare-os.bare</a:t>
            </a:r>
          </a:p>
          <a:p>
            <a:pPr>
              <a:defRPr sz="1200"/>
            </a:pPr>
            <a:r>
              <a:t>D:/pasar_fix/node_modules/.bun/bare-os@3.9.1/node_modules/bare-os/prebuilds/darwin-x64/bare-os.bare</a:t>
            </a:r>
          </a:p>
          <a:p>
            <a:pPr>
              <a:defRPr sz="1200"/>
            </a:pPr>
            <a:r>
              <a:t>D:/pasar_fix/node_modules/.bun/bare-os@3.9.1/node_modules/bare-os/prebuilds/ios-arm64/bare-os.bare</a:t>
            </a:r>
          </a:p>
          <a:p>
            <a:pPr>
              <a:defRPr sz="1200"/>
            </a:pPr>
            <a:r>
              <a:t>D:/pasar_fix/node_modules/.bun/bare-os@3.9.1/node_modules/bare-os/prebuilds/ios-arm64-simulator/bare-os.bare</a:t>
            </a:r>
          </a:p>
          <a:p>
            <a:pPr>
              <a:defRPr sz="1200"/>
            </a:pPr>
            <a:r>
              <a:t>D:/pasar_fix/node_modules/.bun/bare-os@3.9.1/node_modules/bare-os/prebuilds/ios-x64-simulator/bare-os.bare</a:t>
            </a:r>
          </a:p>
          <a:p>
            <a:pPr>
              <a:defRPr sz="1200"/>
            </a:pPr>
            <a:r>
              <a:t>D:/pasar_fix/node_modules/.bun/bare-os@3.9.1/node_modules/bare-os/prebuilds/linux-arm64/bare-os.bare</a:t>
            </a:r>
          </a:p>
          <a:p>
            <a:pPr>
              <a:defRPr sz="1200"/>
            </a:pPr>
            <a:r>
              <a:t>D:/pasar_fix/node_modules/.bun/bare-os@3.9.1/node_modules/bare-os/prebuilds/linux-x64/bare-os.bare</a:t>
            </a:r>
          </a:p>
          <a:p>
            <a:pPr>
              <a:defRPr sz="1200"/>
            </a:pPr>
            <a:r>
              <a:t>D:/pasar_fix/node_modules/.bun/bare-os@3.9.1/node_modules/bare-os/prebuilds/win32-arm64/bare-os.bare</a:t>
            </a:r>
          </a:p>
          <a:p>
            <a:pPr>
              <a:defRPr sz="1200"/>
            </a:pPr>
            <a:r>
              <a:t>D:/pasar_fix/node_modules/.bun/bare-os@3.9.1/node_modules/bare-os/prebuilds/win32-x64/bare-os.bare</a:t>
            </a:r>
          </a:p>
          <a:p>
            <a:pPr>
              <a:defRPr sz="1200"/>
            </a:pPr>
            <a:r>
              <a:t>D:/pasar_fix/node_modules/.bun/bare-path@3.0.0/node_modules/bare-path/index.js</a:t>
            </a:r>
          </a:p>
          <a:p>
            <a:pPr>
              <a:defRPr sz="1200"/>
            </a:pPr>
            <a:r>
              <a:t>D:/pasar_fix/node_modules/.bun/bare-path@3.0.0/node_modules/bare-path/LICENSE</a:t>
            </a:r>
          </a:p>
          <a:p>
            <a:pPr>
              <a:defRPr sz="1200"/>
            </a:pPr>
            <a:r>
              <a:t>D:/pasar_fix/node_modules/.bun/bare-path@3.0.0/node_modules/bare-path/NOTICE</a:t>
            </a:r>
          </a:p>
          <a:p>
            <a:pPr>
              <a:defRPr sz="1200"/>
            </a:pPr>
            <a:r>
              <a:t>D:/pasar_fix/node_modules/.bun/bare-path@3.0.0/node_modules/bare-path/package.json</a:t>
            </a:r>
          </a:p>
          <a:p>
            <a:pPr>
              <a:defRPr sz="1200"/>
            </a:pPr>
            <a:r>
              <a:t>D:/pasar_fix/node_modules/.bun/bare-path@3.0.0/node_modules/bare-path/README.md</a:t>
            </a:r>
          </a:p>
          <a:p>
            <a:pPr>
              <a:defRPr sz="1200"/>
            </a:pPr>
            <a:r>
              <a:t>D:/pasar_fix/node_modules/.bun/bare-path@3.0.0/node_modules/bare-path/lib/constants.js</a:t>
            </a:r>
          </a:p>
          <a:p>
            <a:pPr>
              <a:defRPr sz="1200"/>
            </a:pPr>
            <a:r>
              <a:t>D:/pasar_fix/node_modules/.bun/bare-path@3.0.0/node_modules/bare-path/lib/posix.js</a:t>
            </a:r>
          </a:p>
          <a:p>
            <a:pPr>
              <a:defRPr sz="1200"/>
            </a:pPr>
            <a:r>
              <a:t>D:/pasar_fix/node_modules/.bun/bare-path@3.0.0/node_modules/bare-path/lib/shared.js</a:t>
            </a:r>
          </a:p>
          <a:p>
            <a:pPr>
              <a:defRPr sz="1200"/>
            </a:pPr>
            <a:r>
              <a:t>D:/pasar_fix/node_modules/.bun/bare-path@3.0.0/node_modules/bare-path/lib/win32.js</a:t>
            </a:r>
          </a:p>
          <a:p>
            <a:pPr>
              <a:defRPr sz="1200"/>
            </a:pPr>
            <a:r>
              <a:t>D:/pasar_fix/node_modules/.bun/bare-stream@2.13.1+649c6cd71eb8c8dc/node_modules/bare-stream/global.d.ts</a:t>
            </a:r>
          </a:p>
          <a:p>
            <a:pPr>
              <a:defRPr sz="1200"/>
            </a:pPr>
            <a:r>
              <a:t>D:/pasar_fix/node_modules/.bun/bare-stream@2.13.1+649c6cd71eb8c8dc/node_modules/bare-stream/global.js</a:t>
            </a:r>
          </a:p>
          <a:p>
            <a:pPr>
              <a:defRPr sz="1200"/>
            </a:pPr>
            <a:r>
              <a:t>D:/pasar_fix/node_modules/.bun/bare-stream@2.13.1+649c6cd71eb8c8dc/node_modules/bare-stream/index.d.ts</a:t>
            </a:r>
          </a:p>
          <a:p>
            <a:pPr>
              <a:defRPr sz="1200"/>
            </a:pPr>
            <a:r>
              <a:t>D:/pasar_fix/node_modules/.bun/bare-stream@2.13.1+649c6cd71eb8c8dc/node_modules/bare-stream/index.js</a:t>
            </a:r>
          </a:p>
          <a:p>
            <a:pPr>
              <a:defRPr sz="1200"/>
            </a:pPr>
            <a:r>
              <a:t>D:/pasar_fix/node_modules/.bun/bare-stream@2.13.1+649c6cd71eb8c8dc/node_modules/bare-stream/LICENSE</a:t>
            </a:r>
          </a:p>
          <a:p>
            <a:pPr>
              <a:defRPr sz="1200"/>
            </a:pPr>
            <a:r>
              <a:t>D:/pasar_fix/node_modules/.bun/bare-stream@2.13.1+649c6cd71eb8c8dc/node_modules/bare-stream/package.json</a:t>
            </a:r>
          </a:p>
          <a:p>
            <a:pPr>
              <a:defRPr sz="1200"/>
            </a:pPr>
            <a:r>
              <a:t>D:/pasar_fix/node_modules/.bun/bare-stream@2.13.1+649c6cd71eb8c8dc/node_modules/bare-stream/promises.js</a:t>
            </a:r>
          </a:p>
          <a:p>
            <a:pPr>
              <a:defRPr sz="1200"/>
            </a:pPr>
            <a:r>
              <a:t>D:/pasar_fix/node_modules/.bun/bare-stream@2.13.1+649c6cd71eb8c8dc/node_modules/bare-stream/README.md</a:t>
            </a:r>
          </a:p>
          <a:p>
            <a:pPr>
              <a:defRPr sz="1200"/>
            </a:pPr>
            <a:r>
              <a:t>D:/pasar_fix/node_modules/.bun/bare-stream@2.13.1+649c6cd71eb8c8dc/node_modules/bare-stream/web.d.ts</a:t>
            </a:r>
          </a:p>
          <a:p>
            <a:pPr>
              <a:defRPr sz="1200"/>
            </a:pPr>
            <a:r>
              <a:t>D:/pasar_fix/node_modules/.bun/bare-stream@2.13.1+649c6cd71eb8c8dc/node_modules/bare-stream/web.js</a:t>
            </a:r>
          </a:p>
          <a:p>
            <a:pPr>
              <a:defRPr sz="1200"/>
            </a:pPr>
            <a:r>
              <a:t>D:/pasar_fix/node_modules/.bun/bare-url@2.4.3/node_modules/bare-url/binding.c</a:t>
            </a:r>
          </a:p>
          <a:p>
            <a:pPr>
              <a:defRPr sz="1200"/>
            </a:pPr>
            <a:r>
              <a:t>D:/pasar_fix/node_modules/.bun/bare-url@2.4.3/node_modules/bare-url/binding.js</a:t>
            </a:r>
          </a:p>
          <a:p>
            <a:pPr>
              <a:defRPr sz="1200"/>
            </a:pPr>
            <a:r>
              <a:t>D:/pasar_fix/node_modules/.bun/bare-url@2.4.3/node_modules/bare-url/CMakeLists.txt</a:t>
            </a:r>
          </a:p>
          <a:p>
            <a:pPr>
              <a:defRPr sz="1200"/>
            </a:pPr>
            <a:r>
              <a:t>D:/pasar_fix/node_modules/.bun/bare-url@2.4.3/node_modules/bare-url/global.d.ts</a:t>
            </a:r>
          </a:p>
          <a:p>
            <a:pPr>
              <a:defRPr sz="1200"/>
            </a:pPr>
            <a:r>
              <a:t>D:/pasar_fix/node_modules/.bun/bare-url@2.4.3/node_modules/bare-url/global.js</a:t>
            </a:r>
          </a:p>
          <a:p>
            <a:pPr>
              <a:defRPr sz="1200"/>
            </a:pPr>
            <a:r>
              <a:t>D:/pasar_fix/node_modules/.bun/bare-url@2.4.3/node_modules/bare-url/index.d.ts</a:t>
            </a:r>
          </a:p>
          <a:p>
            <a:pPr>
              <a:defRPr sz="1200"/>
            </a:pPr>
            <a:r>
              <a:t>D:/pasar_fix/node_modules/.bun/bare-url@2.4.3/node_modules/bare-url/index.js</a:t>
            </a:r>
          </a:p>
          <a:p>
            <a:pPr>
              <a:defRPr sz="1200"/>
            </a:pPr>
            <a:r>
              <a:t>D:/pasar_fix/node_modules/.bun/bare-url@2.4.3/node_modules/bare-url/LICENSE</a:t>
            </a:r>
          </a:p>
          <a:p>
            <a:pPr>
              <a:defRPr sz="1200"/>
            </a:pPr>
            <a:r>
              <a:t>D:/pasar_fix/node_modules/.bun/bare-url@2.4.3/node_modules/bare-url/package.json</a:t>
            </a:r>
          </a:p>
          <a:p>
            <a:pPr>
              <a:defRPr sz="1200"/>
            </a:pPr>
            <a:r>
              <a:t>D:/pasar_fix/node_modules/.bun/bare-url@2.4.3/node_modules/bare-url/README.md</a:t>
            </a:r>
          </a:p>
          <a:p>
            <a:pPr>
              <a:defRPr sz="1200"/>
            </a:pPr>
            <a:r>
              <a:t>D:/pasar_fix/node_modules/.bun/bare-url@2.4.3/node_modules/bare-url/lib/errors.d.ts</a:t>
            </a:r>
          </a:p>
          <a:p>
            <a:pPr>
              <a:defRPr sz="1200"/>
            </a:pPr>
            <a:r>
              <a:t>D:/pasar_fix/node_modules/.bun/bare-url@2.4.3/node_modules/bare-url/lib/errors.js</a:t>
            </a:r>
          </a:p>
          <a:p>
            <a:pPr>
              <a:defRPr sz="1200"/>
            </a:pPr>
            <a:r>
              <a:t>D:/pasar_fix/node_modules/.bun/bare-url@2.4.3/node_modules/bare-url/lib/url-search-params.d.ts</a:t>
            </a:r>
          </a:p>
          <a:p>
            <a:pPr>
              <a:defRPr sz="1200"/>
            </a:pPr>
            <a:r>
              <a:t>D:/pasar_fix/node_modules/.bun/bare-url@2.4.3/node_modules/bare-url/lib/url-search-params.js</a:t>
            </a:r>
          </a:p>
          <a:p>
            <a:pPr>
              <a:defRPr sz="1200"/>
            </a:pPr>
            <a:r>
              <a:t>D:/pasar_fix/node_modules/.bun/bare-url@2.4.3/node_modules/bare-url/prebuilds/android-arm/bare-url.bare</a:t>
            </a:r>
          </a:p>
          <a:p>
            <a:pPr>
              <a:defRPr sz="1200"/>
            </a:pPr>
            <a:r>
              <a:t>D:/pasar_fix/node_modules/.bun/bare-url@2.4.3/node_modules/bare-url/prebuilds/android-arm64/bare-url.bare</a:t>
            </a:r>
          </a:p>
          <a:p>
            <a:pPr>
              <a:defRPr sz="1200"/>
            </a:pPr>
            <a:r>
              <a:t>D:/pasar_fix/node_modules/.bun/bare-url@2.4.3/node_modules/bare-url/prebuilds/android-ia32/bare-url.bare</a:t>
            </a:r>
          </a:p>
          <a:p>
            <a:pPr>
              <a:defRPr sz="1200"/>
            </a:pPr>
            <a:r>
              <a:t>D:/pasar_fix/node_modules/.bun/bare-url@2.4.3/node_modules/bare-url/prebuilds/android-x64/bare-url.bare</a:t>
            </a:r>
          </a:p>
          <a:p>
            <a:pPr>
              <a:defRPr sz="1200"/>
            </a:pPr>
            <a:r>
              <a:t>D:/pasar_fix/node_modules/.bun/bare-url@2.4.3/node_modules/bare-url/prebuilds/darwin-arm64/bare-url.bare</a:t>
            </a:r>
          </a:p>
          <a:p>
            <a:pPr>
              <a:defRPr sz="1200"/>
            </a:pPr>
            <a:r>
              <a:t>D:/pasar_fix/node_modules/.bun/bare-url@2.4.3/node_modules/bare-url/prebuilds/darwin-x64/bare-url.bare</a:t>
            </a:r>
          </a:p>
          <a:p>
            <a:pPr>
              <a:defRPr sz="1200"/>
            </a:pPr>
            <a:r>
              <a:t>D:/pasar_fix/node_modules/.bun/bare-url@2.4.3/node_modules/bare-url/prebuilds/ios-arm64/bare-url.bare</a:t>
            </a:r>
          </a:p>
          <a:p>
            <a:pPr>
              <a:defRPr sz="1200"/>
            </a:pPr>
            <a:r>
              <a:t>D:/pasar_fix/node_modules/.bun/bare-url@2.4.3/node_modules/bare-url/prebuilds/ios-arm64-simulator/bare-url.bare</a:t>
            </a:r>
          </a:p>
          <a:p>
            <a:pPr>
              <a:defRPr sz="1200"/>
            </a:pPr>
            <a:r>
              <a:t>D:/pasar_fix/node_modules/.bun/bare-url@2.4.3/node_modules/bare-url/prebuilds/ios-x64-simulator/bare-url.bare</a:t>
            </a:r>
          </a:p>
          <a:p>
            <a:pPr>
              <a:defRPr sz="1200"/>
            </a:pPr>
            <a:r>
              <a:t>D:/pasar_fix/node_modules/.bun/bare-url@2.4.3/node_modules/bare-url/prebuilds/linux-arm64/bare-url.bare</a:t>
            </a:r>
          </a:p>
          <a:p>
            <a:pPr>
              <a:defRPr sz="1200"/>
            </a:pPr>
            <a:r>
              <a:t>D:/pasar_fix/node_modules/.bun/bare-url@2.4.3/node_modules/bare-url/prebuilds/linux-x64/bare-url.bare</a:t>
            </a:r>
          </a:p>
          <a:p>
            <a:pPr>
              <a:defRPr sz="1200"/>
            </a:pPr>
            <a:r>
              <a:t>D:/pasar_fix/node_modules/.bun/bare-url@2.4.3/node_modules/bare-url/prebuilds/win32-arm64/bare-url.bare</a:t>
            </a:r>
          </a:p>
          <a:p>
            <a:pPr>
              <a:defRPr sz="1200"/>
            </a:pPr>
            <a:r>
              <a:t>D:/pasar_fix/node_modules/.bun/bare-url@2.4.3/node_modules/bare-url/prebuilds/win32-x64/bare-url.bare</a:t>
            </a:r>
          </a:p>
          <a:p>
            <a:pPr>
              <a:defRPr sz="1200"/>
            </a:pPr>
            <a:r>
              <a:t>D:/pasar_fix/node_modules/.bun/base64-js@1.5.1/node_modules/base64-js/base64js.min.js</a:t>
            </a:r>
          </a:p>
          <a:p>
            <a:pPr>
              <a:defRPr sz="1200"/>
            </a:pPr>
            <a:r>
              <a:t>D:/pasar_fix/node_modules/.bun/base64-js@1.5.1/node_modules/base64-js/index.d.ts</a:t>
            </a:r>
          </a:p>
          <a:p>
            <a:pPr>
              <a:defRPr sz="1200"/>
            </a:pPr>
            <a:r>
              <a:t>D:/pasar_fix/node_modules/.bun/base64-js@1.5.1/node_modules/base64-js/index.js</a:t>
            </a:r>
          </a:p>
          <a:p>
            <a:pPr>
              <a:defRPr sz="1200"/>
            </a:pPr>
            <a:r>
              <a:t>D:/pasar_fix/node_modules/.bun/base64-js@1.5.1/node_modules/base64-js/LICENSE</a:t>
            </a:r>
          </a:p>
          <a:p>
            <a:pPr>
              <a:defRPr sz="1200"/>
            </a:pPr>
            <a:r>
              <a:t>D:/pasar_fix/node_modules/.bun/base64-js@1.5.1/node_modules/base64-js/package.json</a:t>
            </a:r>
          </a:p>
          <a:p>
            <a:pPr>
              <a:defRPr sz="1200"/>
            </a:pPr>
            <a:r>
              <a:t>D:/pasar_fix/node_modules/.bun/base64-js@1.5.1/node_modules/base64-js/README.md</a:t>
            </a:r>
          </a:p>
          <a:p>
            <a:pPr>
              <a:defRPr sz="1200"/>
            </a:pPr>
            <a:r>
              <a:t>D:/pasar_fix/node_modules/.bun/baseline-browser-mapping@2.10.30/node_modules/.bin/baseline-browser-mapping.bunx</a:t>
            </a:r>
          </a:p>
          <a:p>
            <a:pPr>
              <a:defRPr sz="1200"/>
            </a:pPr>
            <a:r>
              <a:t>D:/pasar_fix/node_modules/.bun/baseline-browser-mapping@2.10.30/node_modules/.bin/baseline-browser-mapping.exe</a:t>
            </a:r>
          </a:p>
          <a:p>
            <a:pPr>
              <a:defRPr sz="1200"/>
            </a:pPr>
            <a:r>
              <a:t>D:/pasar_fix/node_modules/.bun/baseline-browser-mapping@2.10.30/node_modules/baseline-browser-mapping/LICENSE.txt</a:t>
            </a:r>
          </a:p>
          <a:p>
            <a:pPr>
              <a:defRPr sz="1200"/>
            </a:pPr>
            <a:r>
              <a:t>D:/pasar_fix/node_modules/.bun/baseline-browser-mapping@2.10.30/node_modules/baseline-browser-mapping/package.json</a:t>
            </a:r>
          </a:p>
          <a:p>
            <a:pPr>
              <a:defRPr sz="1200"/>
            </a:pPr>
            <a:r>
              <a:t>D:/pasar_fix/node_modules/.bun/baseline-browser-mapping@2.10.30/node_modules/baseline-browser-mapping/README.md</a:t>
            </a:r>
          </a:p>
          <a:p>
            <a:pPr>
              <a:defRPr sz="1200"/>
            </a:pPr>
            <a:r>
              <a:t>D:/pasar_fix/node_modules/.bun/baseline-browser-mapping@2.10.30/node_modules/baseline-browser-mapping/dist/cli.cjs</a:t>
            </a:r>
          </a:p>
          <a:p>
            <a:pPr>
              <a:defRPr sz="1200"/>
            </a:pPr>
            <a:r>
              <a:t>D:/pasar_fix/node_modules/.bun/baseline-browser-mapping@2.10.30/node_modules/baseline-browser-mapping/dist/index.cjs</a:t>
            </a:r>
          </a:p>
          <a:p>
            <a:pPr>
              <a:defRPr sz="1200"/>
            </a:pPr>
            <a:r>
              <a:t>D:/pasar_fix/node_modules/.bun/baseline-browser-mapping@2.10.30/node_modules/baseline-browser-mapping/dist/index.d.ts</a:t>
            </a:r>
          </a:p>
          <a:p>
            <a:pPr>
              <a:defRPr sz="1200"/>
            </a:pPr>
            <a:r>
              <a:t>D:/pasar_fix/node_modules/.bun/baseline-browser-mapping@2.10.30/node_modules/baseline-browser-mapping/dist/index.js</a:t>
            </a:r>
          </a:p>
          <a:p>
            <a:pPr>
              <a:defRPr sz="1200"/>
            </a:pPr>
            <a:r>
              <a:t>D:/pasar_fix/node_modules/.bun/basic-ftp@5.3.1/node_modules/basic-ftp/LICENSE.txt</a:t>
            </a:r>
          </a:p>
          <a:p>
            <a:pPr>
              <a:defRPr sz="1200"/>
            </a:pPr>
            <a:r>
              <a:t>D:/pasar_fix/node_modules/.bun/basic-ftp@5.3.1/node_modules/basic-ftp/package.json</a:t>
            </a:r>
          </a:p>
          <a:p>
            <a:pPr>
              <a:defRPr sz="1200"/>
            </a:pPr>
            <a:r>
              <a:t>D:/pasar_fix/node_modules/.bun/basic-ftp@5.3.1/node_modules/basic-ftp/README.md</a:t>
            </a:r>
          </a:p>
          <a:p>
            <a:pPr>
              <a:defRPr sz="1200"/>
            </a:pPr>
            <a:r>
              <a:t>D:/pasar_fix/node_modules/.bun/basic-ftp@5.3.1/node_modules/basic-ftp/dist/Client.d.ts</a:t>
            </a:r>
          </a:p>
          <a:p>
            <a:pPr>
              <a:defRPr sz="1200"/>
            </a:pPr>
            <a:r>
              <a:t>D:/pasar_fix/node_modules/.bun/basic-ftp@5.3.1/node_modules/basic-ftp/dist/Client.js</a:t>
            </a:r>
          </a:p>
          <a:p>
            <a:pPr>
              <a:defRPr sz="1200"/>
            </a:pPr>
            <a:r>
              <a:t>D:/pasar_fix/node_modules/.bun/basic-ftp@5.3.1/node_modules/basic-ftp/dist/FileInfo.d.ts</a:t>
            </a:r>
          </a:p>
          <a:p>
            <a:pPr>
              <a:defRPr sz="1200"/>
            </a:pPr>
            <a:r>
              <a:t>D:/pasar_fix/node_modules/.bun/basic-ftp@5.3.1/node_modules/basic-ftp/dist/FileInfo.js</a:t>
            </a:r>
          </a:p>
          <a:p>
            <a:pPr>
              <a:defRPr sz="1200"/>
            </a:pPr>
            <a:r>
              <a:t>D:/pasar_fix/node_modules/.bun/basic-ftp@5.3.1/node_modules/basic-ftp/dist/FtpContext.d.ts</a:t>
            </a:r>
          </a:p>
          <a:p>
            <a:pPr>
              <a:defRPr sz="1200"/>
            </a:pPr>
            <a:r>
              <a:t>D:/pasar_fix/node_modules/.bun/basic-ftp@5.3.1/node_modules/basic-ftp/dist/FtpContext.js</a:t>
            </a:r>
          </a:p>
          <a:p>
            <a:pPr>
              <a:defRPr sz="1200"/>
            </a:pPr>
            <a:r>
              <a:t>D:/pasar_fix/node_modules/.bun/basic-ftp@5.3.1/node_modules/basic-ftp/dist/index.d.ts</a:t>
            </a:r>
          </a:p>
          <a:p>
            <a:pPr>
              <a:defRPr sz="1200"/>
            </a:pPr>
            <a:r>
              <a:t>D:/pasar_fix/node_modules/.bun/basic-ftp@5.3.1/node_modules/basic-ftp/dist/index.js</a:t>
            </a:r>
          </a:p>
          <a:p>
            <a:pPr>
              <a:defRPr sz="1200"/>
            </a:pPr>
            <a:r>
              <a:t>D:/pasar_fix/node_modules/.bun/basic-ftp@5.3.1/node_modules/basic-ftp/dist/netUtils.d.ts</a:t>
            </a:r>
          </a:p>
          <a:p>
            <a:pPr>
              <a:defRPr sz="1200"/>
            </a:pPr>
            <a:r>
              <a:t>D:/pasar_fix/node_modules/.bun/basic-ftp@5.3.1/node_modules/basic-ftp/dist/netUtils.js</a:t>
            </a:r>
          </a:p>
          <a:p>
            <a:pPr>
              <a:defRPr sz="1200"/>
            </a:pPr>
            <a:r>
              <a:t>D:/pasar_fix/node_modules/.bun/basic-ftp@5.3.1/node_modules/basic-ftp/dist/parseControlResponse.d.ts</a:t>
            </a:r>
          </a:p>
          <a:p>
            <a:pPr>
              <a:defRPr sz="1200"/>
            </a:pPr>
            <a:r>
              <a:t>D:/pasar_fix/node_modules/.bun/basic-ftp@5.3.1/node_modules/basic-ftp/dist/parseControlResponse.js</a:t>
            </a:r>
          </a:p>
          <a:p>
            <a:pPr>
              <a:defRPr sz="1200"/>
            </a:pPr>
            <a:r>
              <a:t>D:/pasar_fix/node_modules/.bun/basic-ftp@5.3.1/node_modules/basic-ftp/dist/parseList.d.ts</a:t>
            </a:r>
          </a:p>
          <a:p>
            <a:pPr>
              <a:defRPr sz="1200"/>
            </a:pPr>
            <a:r>
              <a:t>D:/pasar_fix/node_modules/.bun/basic-ftp@5.3.1/node_modules/basic-ftp/dist/parseList.js</a:t>
            </a:r>
          </a:p>
          <a:p>
            <a:pPr>
              <a:defRPr sz="1200"/>
            </a:pPr>
            <a:r>
              <a:t>D:/pasar_fix/node_modules/.bun/basic-ftp@5.3.1/node_modules/basic-ftp/dist/parseListDOS.d.ts</a:t>
            </a:r>
          </a:p>
          <a:p>
            <a:pPr>
              <a:defRPr sz="1200"/>
            </a:pPr>
            <a:r>
              <a:t>D:/pasar_fix/node_modules/.bun/basic-ftp@5.3.1/node_modules/basic-ftp/dist/parseListDOS.js</a:t>
            </a:r>
          </a:p>
          <a:p>
            <a:pPr>
              <a:defRPr sz="1200"/>
            </a:pPr>
            <a:r>
              <a:t>D:/pasar_fix/node_modules/.bun/basic-ftp@5.3.1/node_modules/basic-ftp/dist/parseListMLSD.d.ts</a:t>
            </a:r>
          </a:p>
          <a:p>
            <a:pPr>
              <a:defRPr sz="1200"/>
            </a:pPr>
            <a:r>
              <a:t>D:/pasar_fix/node_modules/.bun/basic-ftp@5.3.1/node_modules/basic-ftp/dist/parseListMLSD.js</a:t>
            </a:r>
          </a:p>
          <a:p>
            <a:pPr>
              <a:defRPr sz="1200"/>
            </a:pPr>
            <a:r>
              <a:t>D:/pasar_fix/node_modules/.bun/basic-ftp@5.3.1/node_modules/basic-ftp/dist/parseListUnix.d.ts</a:t>
            </a:r>
          </a:p>
          <a:p>
            <a:pPr>
              <a:defRPr sz="1200"/>
            </a:pPr>
            <a:r>
              <a:t>D:/pasar_fix/node_modules/.bun/basic-ftp@5.3.1/node_modules/basic-ftp/dist/parseListUnix.js</a:t>
            </a:r>
          </a:p>
          <a:p>
            <a:pPr>
              <a:defRPr sz="1200"/>
            </a:pPr>
            <a:r>
              <a:t>D:/pasar_fix/node_modules/.bun/basic-ftp@5.3.1/node_modules/basic-ftp/dist/ProgressTracker.d.ts</a:t>
            </a:r>
          </a:p>
          <a:p>
            <a:pPr>
              <a:defRPr sz="1200"/>
            </a:pPr>
            <a:r>
              <a:t>D:/pasar_fix/node_modules/.bun/basic-ftp@5.3.1/node_modules/basic-ftp/dist/ProgressTracker.js</a:t>
            </a:r>
          </a:p>
          <a:p>
            <a:pPr>
              <a:defRPr sz="1200"/>
            </a:pPr>
            <a:r>
              <a:t>D:/pasar_fix/node_modules/.bun/basic-ftp@5.3.1/node_modules/basic-ftp/dist/StringEncoding.d.ts</a:t>
            </a:r>
          </a:p>
          <a:p>
            <a:pPr>
              <a:defRPr sz="1200"/>
            </a:pPr>
            <a:r>
              <a:t>D:/pasar_fix/node_modules/.bun/basic-ftp@5.3.1/node_modules/basic-ftp/dist/StringEncoding.js</a:t>
            </a:r>
          </a:p>
          <a:p>
            <a:pPr>
              <a:defRPr sz="1200"/>
            </a:pPr>
            <a:r>
              <a:t>D:/pasar_fix/node_modules/.bun/basic-ftp@5.3.1/node_modules/basic-ftp/dist/StringWriter.d.ts</a:t>
            </a:r>
          </a:p>
          <a:p>
            <a:pPr>
              <a:defRPr sz="1200"/>
            </a:pPr>
            <a:r>
              <a:t>D:/pasar_fix/node_modules/.bun/basic-ftp@5.3.1/node_modules/basic-ftp/dist/StringWriter.js</a:t>
            </a:r>
          </a:p>
          <a:p>
            <a:pPr>
              <a:defRPr sz="1200"/>
            </a:pPr>
            <a:r>
              <a:t>D:/pasar_fix/node_modules/.bun/basic-ftp@5.3.1/node_modules/basic-ftp/dist/transfer.d.ts</a:t>
            </a:r>
          </a:p>
          <a:p>
            <a:pPr>
              <a:defRPr sz="1200"/>
            </a:pPr>
            <a:r>
              <a:t>D:/pasar_fix/node_modules/.bun/basic-ftp@5.3.1/node_modules/basic-ftp/dist/transfer.js</a:t>
            </a:r>
          </a:p>
          <a:p>
            <a:pPr>
              <a:defRPr sz="1200"/>
            </a:pPr>
            <a:r>
              <a:t>D:/pasar_fix/node_modules/.bun/better-auth@1.3.4+d0e719b86e9808b5/node_modules/better-auth/LICENSE.md</a:t>
            </a:r>
          </a:p>
          <a:p>
            <a:pPr>
              <a:defRPr sz="1200"/>
            </a:pPr>
            <a:r>
              <a:t>D:/pasar_fix/node_modules/.bun/better-auth@1.3.4+d0e719b86e9808b5/node_modules/better-auth/package.json</a:t>
            </a:r>
          </a:p>
          <a:p>
            <a:pPr>
              <a:defRPr sz="1200"/>
            </a:pPr>
            <a:r>
              <a:t>D:/pasar_fix/node_modules/.bun/better-auth@1.3.4+d0e719b86e9808b5/node_modules/better-auth/README.md</a:t>
            </a:r>
          </a:p>
          <a:p>
            <a:pPr>
              <a:defRPr sz="1200"/>
            </a:pPr>
            <a:r>
              <a:t>D:/pasar_fix/node_modules/.bun/better-auth@1.3.4+d0e719b86e9808b5/node_modules/better-auth/dist/index.cjs</a:t>
            </a:r>
          </a:p>
          <a:p>
            <a:pPr>
              <a:defRPr sz="1200"/>
            </a:pPr>
            <a:r>
              <a:t>D:/pasar_fix/node_modules/.bun/better-auth@1.3.4+d0e719b86e9808b5/node_modules/better-auth/dist/index.d.cts</a:t>
            </a:r>
          </a:p>
          <a:p>
            <a:pPr>
              <a:defRPr sz="1200"/>
            </a:pPr>
            <a:r>
              <a:t>D:/pasar_fix/node_modules/.bun/better-auth@1.3.4+d0e719b86e9808b5/node_modules/better-auth/dist/index.d.mts</a:t>
            </a:r>
          </a:p>
          <a:p>
            <a:pPr>
              <a:defRPr sz="1200"/>
            </a:pPr>
            <a:r>
              <a:t>D:/pasar_fix/node_modules/.bun/better-auth@1.3.4+d0e719b86e9808b5/node_modules/better-auth/dist/index.d.ts</a:t>
            </a:r>
          </a:p>
          <a:p>
            <a:pPr>
              <a:defRPr sz="1200"/>
            </a:pPr>
            <a:r>
              <a:t>D:/pasar_fix/node_modules/.bun/better-auth@1.3.4+d0e719b86e9808b5/node_modules/better-auth/dist/index.mjs</a:t>
            </a:r>
          </a:p>
          <a:p>
            <a:pPr>
              <a:defRPr sz="1200"/>
            </a:pPr>
            <a:r>
              <a:t>D:/pasar_fix/node_modules/.bun/better-auth@1.3.4+d0e719b86e9808b5/node_modules/better-auth/dist/adapters/index.cjs</a:t>
            </a:r>
          </a:p>
          <a:p>
            <a:pPr>
              <a:defRPr sz="1200"/>
            </a:pPr>
            <a:r>
              <a:t>D:/pasar_fix/node_modules/.bun/better-auth@1.3.4+d0e719b86e9808b5/node_modules/better-auth/dist/adapters/index.d.cts</a:t>
            </a:r>
          </a:p>
          <a:p>
            <a:pPr>
              <a:defRPr sz="1200"/>
            </a:pPr>
            <a:r>
              <a:t>D:/pasar_fix/node_modules/.bun/better-auth@1.3.4+d0e719b86e9808b5/node_modules/better-auth/dist/adapters/index.d.mts</a:t>
            </a:r>
          </a:p>
          <a:p>
            <a:pPr>
              <a:defRPr sz="1200"/>
            </a:pPr>
            <a:r>
              <a:t>D:/pasar_fix/node_modules/.bun/better-auth@1.3.4+d0e719b86e9808b5/node_modules/better-auth/dist/adapters/index.d.ts</a:t>
            </a:r>
          </a:p>
          <a:p>
            <a:pPr>
              <a:defRPr sz="1200"/>
            </a:pPr>
            <a:r>
              <a:t>D:/pasar_fix/node_modules/.bun/better-auth@1.3.4+d0e719b86e9808b5/node_modules/better-auth/dist/adapters/index.mjs</a:t>
            </a:r>
          </a:p>
          <a:p>
            <a:pPr>
              <a:defRPr sz="1200"/>
            </a:pPr>
            <a:r>
              <a:t>D:/pasar_fix/node_modules/.bun/better-auth@1.3.4+d0e719b86e9808b5/node_modules/better-auth/dist/adapters/test.cjs</a:t>
            </a:r>
          </a:p>
          <a:p>
            <a:pPr>
              <a:defRPr sz="1200"/>
            </a:pPr>
            <a:r>
              <a:t>D:/pasar_fix/node_modules/.bun/better-auth@1.3.4+d0e719b86e9808b5/node_modules/better-auth/dist/adapters/test.d.cts</a:t>
            </a:r>
          </a:p>
          <a:p>
            <a:pPr>
              <a:defRPr sz="1200"/>
            </a:pPr>
            <a:r>
              <a:t>D:/pasar_fix/node_modules/.bun/better-auth@1.3.4+d0e719b86e9808b5/node_modules/better-auth/dist/adapters/test.d.mts</a:t>
            </a:r>
          </a:p>
          <a:p>
            <a:pPr>
              <a:defRPr sz="1200"/>
            </a:pPr>
            <a:r>
              <a:t>D:/pasar_fix/node_modules/.bun/better-auth@1.3.4+d0e719b86e9808b5/node_modules/better-auth/dist/adapters/test.d.ts</a:t>
            </a:r>
          </a:p>
          <a:p>
            <a:pPr>
              <a:defRPr sz="1200"/>
            </a:pPr>
            <a:r>
              <a:t>D:/pasar_fix/node_modules/.bun/better-auth@1.3.4+d0e719b86e9808b5/node_modules/better-auth/dist/adapters/test.mjs</a:t>
            </a:r>
          </a:p>
          <a:p>
            <a:pPr>
              <a:defRPr sz="1200"/>
            </a:pPr>
            <a:r>
              <a:t>D:/pasar_fix/node_modules/.bun/better-auth@1.3.4+d0e719b86e9808b5/node_modules/better-auth/dist/adapters/drizzle-adapter/index.cjs</a:t>
            </a:r>
          </a:p>
          <a:p>
            <a:pPr>
              <a:defRPr sz="1200"/>
            </a:pPr>
            <a:r>
              <a:t>D:/pasar_fix/node_modules/.bun/better-auth@1.3.4+d0e719b86e9808b5/node_modules/better-auth/dist/adapters/drizzle-adapter/index.d.cts</a:t>
            </a:r>
          </a:p>
          <a:p>
            <a:pPr>
              <a:defRPr sz="1200"/>
            </a:pPr>
            <a:r>
              <a:t>D:/pasar_fix/node_modules/.bun/better-auth@1.3.4+d0e719b86e9808b5/node_modules/better-auth/dist/adapters/drizzle-adapter/index.d.mts</a:t>
            </a:r>
          </a:p>
          <a:p>
            <a:pPr>
              <a:defRPr sz="1200"/>
            </a:pPr>
            <a:r>
              <a:t>D:/pasar_fix/node_modules/.bun/better-auth@1.3.4+d0e719b86e9808b5/node_modules/better-auth/dist/adapters/drizzle-adapter/index.d.ts</a:t>
            </a:r>
          </a:p>
          <a:p>
            <a:pPr>
              <a:defRPr sz="1200"/>
            </a:pPr>
            <a:r>
              <a:t>D:/pasar_fix/node_modules/.bun/better-auth@1.3.4+d0e719b86e9808b5/node_modules/better-auth/dist/adapters/drizzle-adapter/index.mjs</a:t>
            </a:r>
          </a:p>
          <a:p>
            <a:pPr>
              <a:defRPr sz="1200"/>
            </a:pPr>
            <a:r>
              <a:t>D:/pasar_fix/node_modules/.bun/better-auth@1.3.4+d0e719b86e9808b5/node_modules/better-auth/dist/adapters/kysely-adapter/index.cjs</a:t>
            </a:r>
          </a:p>
          <a:p>
            <a:pPr>
              <a:defRPr sz="1200"/>
            </a:pPr>
            <a:r>
              <a:t>D:/pasar_fix/node_modules/.bun/better-auth@1.3.4+d0e719b86e9808b5/node_modules/better-auth/dist/adapters/kysely-adapter/index.d.cts</a:t>
            </a:r>
          </a:p>
          <a:p>
            <a:pPr>
              <a:defRPr sz="1200"/>
            </a:pPr>
            <a:r>
              <a:t>D:/pasar_fix/node_modules/.bun/better-auth@1.3.4+d0e719b86e9808b5/node_modules/better-auth/dist/adapters/kysely-adapter/index.d.mts</a:t>
            </a:r>
          </a:p>
          <a:p>
            <a:pPr>
              <a:defRPr sz="1200"/>
            </a:pPr>
            <a:r>
              <a:t>D:/pasar_fix/node_modules/.bun/better-auth@1.3.4+d0e719b86e9808b5/node_modules/better-auth/dist/adapters/kysely-adapter/index.d.ts</a:t>
            </a:r>
          </a:p>
          <a:p>
            <a:pPr>
              <a:defRPr sz="1200"/>
            </a:pPr>
            <a:r>
              <a:t>D:/pasar_fix/node_modules/.bun/better-auth@1.3.4+d0e719b86e9808b5/node_modules/better-auth/dist/adapters/kysely-adapter/index.mjs</a:t>
            </a:r>
          </a:p>
          <a:p>
            <a:pPr>
              <a:defRPr sz="1200"/>
            </a:pPr>
            <a:r>
              <a:t>D:/pasar_fix/node_modules/.bun/better-auth@1.3.4+d0e719b86e9808b5/node_modules/better-auth/dist/adapters/memory-adapter/index.cjs</a:t>
            </a:r>
          </a:p>
          <a:p>
            <a:pPr>
              <a:defRPr sz="1200"/>
            </a:pPr>
            <a:r>
              <a:t>D:/pasar_fix/node_modules/.bun/better-auth@1.3.4+d0e719b86e9808b5/node_modules/better-auth/dist/adapters/memory-adapter/index.d.cts</a:t>
            </a:r>
          </a:p>
          <a:p>
            <a:pPr>
              <a:defRPr sz="1200"/>
            </a:pPr>
            <a:r>
              <a:t>D:/pasar_fix/node_modules/.bun/better-auth@1.3.4+d0e719b86e9808b5/node_modules/better-auth/dist/adapters/memory-adapter/index.d.mts</a:t>
            </a:r>
          </a:p>
          <a:p>
            <a:pPr>
              <a:defRPr sz="1200"/>
            </a:pPr>
            <a:r>
              <a:t>D:/pasar_fix/node_modules/.bun/better-auth@1.3.4+d0e719b86e9808b5/node_modules/better-auth/dist/adapters/memory-adapter/index.d.ts</a:t>
            </a:r>
          </a:p>
          <a:p>
            <a:pPr>
              <a:defRPr sz="1200"/>
            </a:pPr>
            <a:r>
              <a:t>D:/pasar_fix/node_modules/.bun/better-auth@1.3.4+d0e719b86e9808b5/node_modules/better-auth/dist/adapters/memory-adapter/index.mjs</a:t>
            </a:r>
          </a:p>
          <a:p>
            <a:pPr>
              <a:defRPr sz="1200"/>
            </a:pPr>
            <a:r>
              <a:t>D:/pasar_fix/node_modules/.bun/better-auth@1.3.4+d0e719b86e9808b5/node_modules/better-auth/dist/adapters/mongodb-adapter/index.cjs</a:t>
            </a:r>
          </a:p>
          <a:p>
            <a:pPr>
              <a:defRPr sz="1200"/>
            </a:pPr>
            <a:r>
              <a:t>D:/pasar_fix/node_modules/.bun/better-auth@1.3.4+d0e719b86e9808b5/node_modules/better-auth/dist/adapters/mongodb-adapter/index.d.cts</a:t>
            </a:r>
          </a:p>
          <a:p>
            <a:pPr>
              <a:defRPr sz="1200"/>
            </a:pPr>
            <a:r>
              <a:t>D:/pasar_fix/node_modules/.bun/better-auth@1.3.4+d0e719b86e9808b5/node_modules/better-auth/dist/adapters/mongodb-adapter/index.d.mts</a:t>
            </a:r>
          </a:p>
          <a:p>
            <a:pPr>
              <a:defRPr sz="1200"/>
            </a:pPr>
            <a:r>
              <a:t>D:/pasar_fix/node_modules/.bun/better-auth@1.3.4+d0e719b86e9808b5/node_modules/better-auth/dist/adapters/mongodb-adapter/index.d.ts</a:t>
            </a:r>
          </a:p>
          <a:p>
            <a:pPr>
              <a:defRPr sz="1200"/>
            </a:pPr>
            <a:r>
              <a:t>D:/pasar_fix/node_modules/.bun/better-auth@1.3.4+d0e719b86e9808b5/node_modules/better-auth/dist/adapters/mongodb-adapter/index.mjs</a:t>
            </a:r>
          </a:p>
          <a:p>
            <a:pPr>
              <a:defRPr sz="1200"/>
            </a:pPr>
            <a:r>
              <a:t>D:/pasar_fix/node_modules/.bun/better-auth@1.3.4+d0e719b86e9808b5/node_modules/better-auth/dist/adapters/prisma-adapter/index.cjs</a:t>
            </a:r>
          </a:p>
          <a:p>
            <a:pPr>
              <a:defRPr sz="1200"/>
            </a:pPr>
            <a:r>
              <a:t>D:/pasar_fix/node_modules/.bun/better-auth@1.3.4+d0e719b86e9808b5/node_modules/better-auth/dist/adapters/prisma-adapter/index.d.cts</a:t>
            </a:r>
          </a:p>
          <a:p>
            <a:pPr>
              <a:defRPr sz="1200"/>
            </a:pPr>
            <a:r>
              <a:t>D:/pasar_fix/node_modules/.bun/better-auth@1.3.4+d0e719b86e9808b5/node_modules/better-auth/dist/adapters/prisma-adapter/index.d.mts</a:t>
            </a:r>
          </a:p>
          <a:p>
            <a:pPr>
              <a:defRPr sz="1200"/>
            </a:pPr>
            <a:r>
              <a:t>D:/pasar_fix/node_modules/.bun/better-auth@1.3.4+d0e719b86e9808b5/node_modules/better-auth/dist/adapters/prisma-adapter/index.d.ts</a:t>
            </a:r>
          </a:p>
          <a:p>
            <a:pPr>
              <a:defRPr sz="1200"/>
            </a:pPr>
            <a:r>
              <a:t>D:/pasar_fix/node_modules/.bun/better-auth@1.3.4+d0e719b86e9808b5/node_modules/better-auth/dist/adapters/prisma-adapter/index.mjs</a:t>
            </a:r>
          </a:p>
          <a:p>
            <a:pPr>
              <a:defRPr sz="1200"/>
            </a:pPr>
            <a:r>
              <a:t>D:/pasar_fix/node_modules/.bun/better-auth@1.3.4+d0e719b86e9808b5/node_modules/better-auth/dist/api/index.cjs</a:t>
            </a:r>
          </a:p>
          <a:p>
            <a:pPr>
              <a:defRPr sz="1200"/>
            </a:pPr>
            <a:r>
              <a:t>D:/pasar_fix/node_modules/.bun/better-auth@1.3.4+d0e719b86e9808b5/node_modules/better-auth/dist/api/index.d.cts</a:t>
            </a:r>
          </a:p>
          <a:p>
            <a:pPr>
              <a:defRPr sz="1200"/>
            </a:pPr>
            <a:r>
              <a:t>D:/pasar_fix/node_modules/.bun/better-auth@1.3.4+d0e719b86e9808b5/node_modules/better-auth/dist/api/index.d.mts</a:t>
            </a:r>
          </a:p>
          <a:p>
            <a:pPr>
              <a:defRPr sz="1200"/>
            </a:pPr>
            <a:r>
              <a:t>D:/pasar_fix/node_modules/.bun/better-auth@1.3.4+d0e719b86e9808b5/node_modules/better-auth/dist/api/index.d.ts</a:t>
            </a:r>
          </a:p>
          <a:p>
            <a:pPr>
              <a:defRPr sz="1200"/>
            </a:pPr>
            <a:r>
              <a:t>D:/pasar_fix/node_modules/.bun/better-auth@1.3.4+d0e719b86e9808b5/node_modules/better-auth/dist/api/index.mjs</a:t>
            </a:r>
          </a:p>
          <a:p>
            <a:pPr>
              <a:defRPr sz="1200"/>
            </a:pPr>
            <a:r>
              <a:t>D:/pasar_fix/node_modules/.bun/better-auth@1.3.4+d0e719b86e9808b5/node_modules/better-auth/dist/chunks/bun-sqlite-dialect.cjs</a:t>
            </a:r>
          </a:p>
          <a:p>
            <a:pPr>
              <a:defRPr sz="1200"/>
            </a:pPr>
            <a:r>
              <a:t>D:/pasar_fix/node_modules/.bun/better-auth@1.3.4+d0e719b86e9808b5/node_modules/better-auth/dist/chunks/bun-sqlite-dialect.mjs</a:t>
            </a:r>
          </a:p>
          <a:p>
            <a:pPr>
              <a:defRPr sz="1200"/>
            </a:pPr>
            <a:r>
              <a:t>D:/pasar_fix/node_modules/.bun/better-auth@1.3.4+d0e719b86e9808b5/node_modules/better-auth/dist/chunks/index.cjs</a:t>
            </a:r>
          </a:p>
          <a:p>
            <a:pPr>
              <a:defRPr sz="1200"/>
            </a:pPr>
            <a:r>
              <a:t>D:/pasar_fix/node_modules/.bun/better-auth@1.3.4+d0e719b86e9808b5/node_modules/better-auth/dist/chunks/index.mjs</a:t>
            </a:r>
          </a:p>
          <a:p>
            <a:pPr>
              <a:defRPr sz="1200"/>
            </a:pPr>
            <a:r>
              <a:t>D:/pasar_fix/node_modules/.bun/better-auth@1.3.4+d0e719b86e9808b5/node_modules/better-auth/dist/client/index.cjs</a:t>
            </a:r>
          </a:p>
          <a:p>
            <a:pPr>
              <a:defRPr sz="1200"/>
            </a:pPr>
            <a:r>
              <a:t>D:/pasar_fix/node_modules/.bun/better-auth@1.3.4+d0e719b86e9808b5/node_modules/better-auth/dist/client/index.d.cts</a:t>
            </a:r>
          </a:p>
          <a:p>
            <a:pPr>
              <a:defRPr sz="1200"/>
            </a:pPr>
            <a:r>
              <a:t>D:/pasar_fix/node_modules/.bun/better-auth@1.3.4+d0e719b86e9808b5/node_modules/better-auth/dist/client/index.d.mts</a:t>
            </a:r>
          </a:p>
          <a:p>
            <a:pPr>
              <a:defRPr sz="1200"/>
            </a:pPr>
            <a:r>
              <a:t>D:/pasar_fix/node_modules/.bun/better-auth@1.3.4+d0e719b86e9808b5/node_modules/better-auth/dist/client/index.d.ts</a:t>
            </a:r>
          </a:p>
          <a:p>
            <a:pPr>
              <a:defRPr sz="1200"/>
            </a:pPr>
            <a:r>
              <a:t>D:/pasar_fix/node_modules/.bun/better-auth@1.3.4+d0e719b86e9808b5/node_modules/better-auth/dist/client/index.mjs</a:t>
            </a:r>
          </a:p>
          <a:p>
            <a:pPr>
              <a:defRPr sz="1200"/>
            </a:pPr>
            <a:r>
              <a:t>D:/pasar_fix/node_modules/.bun/better-auth@1.3.4+d0e719b86e9808b5/node_modules/better-auth/dist/client/plugins/index.cjs</a:t>
            </a:r>
          </a:p>
          <a:p>
            <a:pPr>
              <a:defRPr sz="1200"/>
            </a:pPr>
            <a:r>
              <a:t>D:/pasar_fix/node_modules/.bun/better-auth@1.3.4+d0e719b86e9808b5/node_modules/better-auth/dist/client/plugins/index.d.cts</a:t>
            </a:r>
          </a:p>
          <a:p>
            <a:pPr>
              <a:defRPr sz="1200"/>
            </a:pPr>
            <a:r>
              <a:t>D:/pasar_fix/node_modules/.bun/better-auth@1.3.4+d0e719b86e9808b5/node_modules/better-auth/dist/client/plugins/index.d.mts</a:t>
            </a:r>
          </a:p>
          <a:p>
            <a:pPr>
              <a:defRPr sz="1200"/>
            </a:pPr>
            <a:r>
              <a:t>D:/pasar_fix/node_modules/.bun/better-auth@1.3.4+d0e719b86e9808b5/node_modules/better-auth/dist/client/plugins/index.d.ts</a:t>
            </a:r>
          </a:p>
          <a:p>
            <a:pPr>
              <a:defRPr sz="1200"/>
            </a:pPr>
            <a:r>
              <a:t>D:/pasar_fix/node_modules/.bun/better-auth@1.3.4+d0e719b86e9808b5/node_modules/better-auth/dist/client/plugins/index.mjs</a:t>
            </a:r>
          </a:p>
          <a:p>
            <a:pPr>
              <a:defRPr sz="1200"/>
            </a:pPr>
            <a:r>
              <a:t>D:/pasar_fix/node_modules/.bun/better-auth@1.3.4+d0e719b86e9808b5/node_modules/better-auth/dist/client/react/index.cjs</a:t>
            </a:r>
          </a:p>
          <a:p>
            <a:pPr>
              <a:defRPr sz="1200"/>
            </a:pPr>
            <a:r>
              <a:t>D:/pasar_fix/node_modules/.bun/better-auth@1.3.4+d0e719b86e9808b5/node_modules/better-auth/dist/client/react/index.d.cts</a:t>
            </a:r>
          </a:p>
          <a:p>
            <a:pPr>
              <a:defRPr sz="1200"/>
            </a:pPr>
            <a:r>
              <a:t>D:/pasar_fix/node_modules/.bun/better-auth@1.3.4+d0e719b86e9808b5/node_modules/better-auth/dist/client/react/index.d.mts</a:t>
            </a:r>
          </a:p>
          <a:p>
            <a:pPr>
              <a:defRPr sz="1200"/>
            </a:pPr>
            <a:r>
              <a:t>D:/pasar_fix/node_modules/.bun/better-auth@1.3.4+d0e719b86e9808b5/node_modules/better-auth/dist/client/react/index.d.ts</a:t>
            </a:r>
          </a:p>
          <a:p>
            <a:pPr>
              <a:defRPr sz="1200"/>
            </a:pPr>
            <a:r>
              <a:t>D:/pasar_fix/node_modules/.bun/better-auth@1.3.4+d0e719b86e9808b5/node_modules/better-auth/dist/client/react/index.mjs</a:t>
            </a:r>
          </a:p>
          <a:p>
            <a:pPr>
              <a:defRPr sz="1200"/>
            </a:pPr>
            <a:r>
              <a:t>D:/pasar_fix/node_modules/.bun/better-auth@1.3.4+d0e719b86e9808b5/node_modules/better-auth/dist/client/solid/index.cjs</a:t>
            </a:r>
          </a:p>
          <a:p>
            <a:pPr>
              <a:defRPr sz="1200"/>
            </a:pPr>
            <a:r>
              <a:t>D:/pasar_fix/node_modules/.bun/better-auth@1.3.4+d0e719b86e9808b5/node_modules/better-auth/dist/client/solid/index.d.cts</a:t>
            </a:r>
          </a:p>
          <a:p>
            <a:pPr>
              <a:defRPr sz="1200"/>
            </a:pPr>
            <a:r>
              <a:t>D:/pasar_fix/node_modules/.bun/better-auth@1.3.4+d0e719b86e9808b5/node_modules/better-auth/dist/client/solid/index.d.mts</a:t>
            </a:r>
          </a:p>
          <a:p>
            <a:pPr>
              <a:defRPr sz="1200"/>
            </a:pPr>
            <a:r>
              <a:t>D:/pasar_fix/node_modules/.bun/better-auth@1.3.4+d0e719b86e9808b5/node_modules/better-auth/dist/client/solid/index.d.ts</a:t>
            </a:r>
          </a:p>
          <a:p>
            <a:pPr>
              <a:defRPr sz="1200"/>
            </a:pPr>
            <a:r>
              <a:t>D:/pasar_fix/node_modules/.bun/better-auth@1.3.4+d0e719b86e9808b5/node_modules/better-auth/dist/client/solid/index.mjs</a:t>
            </a:r>
          </a:p>
          <a:p>
            <a:pPr>
              <a:defRPr sz="1200"/>
            </a:pPr>
            <a:r>
              <a:t>D:/pasar_fix/node_modules/.bun/better-auth@1.3.4+d0e719b86e9808b5/node_modules/better-auth/dist/client/svelte/index.cjs</a:t>
            </a:r>
          </a:p>
          <a:p>
            <a:pPr>
              <a:defRPr sz="1200"/>
            </a:pPr>
            <a:r>
              <a:t>D:/pasar_fix/node_modules/.bun/better-auth@1.3.4+d0e719b86e9808b5/node_modules/better-auth/dist/client/svelte/index.d.cts</a:t>
            </a:r>
          </a:p>
          <a:p>
            <a:pPr>
              <a:defRPr sz="1200"/>
            </a:pPr>
            <a:r>
              <a:t>D:/pasar_fix/node_modules/.bun/better-auth@1.3.4+d0e719b86e9808b5/node_modules/better-auth/dist/client/svelte/index.d.mts</a:t>
            </a:r>
          </a:p>
          <a:p>
            <a:pPr>
              <a:defRPr sz="1200"/>
            </a:pPr>
            <a:r>
              <a:t>D:/pasar_fix/node_modules/.bun/better-auth@1.3.4+d0e719b86e9808b5/node_modules/better-auth/dist/client/svelte/index.d.ts</a:t>
            </a:r>
          </a:p>
          <a:p>
            <a:pPr>
              <a:defRPr sz="1200"/>
            </a:pPr>
            <a:r>
              <a:t>D:/pasar_fix/node_modules/.bun/better-auth@1.3.4+d0e719b86e9808b5/node_modules/better-auth/dist/client/svelte/index.mjs</a:t>
            </a:r>
          </a:p>
          <a:p>
            <a:pPr>
              <a:defRPr sz="1200"/>
            </a:pPr>
            <a:r>
              <a:t>D:/pasar_fix/node_modules/.bun/better-auth@1.3.4+d0e719b86e9808b5/node_modules/better-auth/dist/client/vue/index.cjs</a:t>
            </a:r>
          </a:p>
          <a:p>
            <a:pPr>
              <a:defRPr sz="1200"/>
            </a:pPr>
            <a:r>
              <a:t>D:/pasar_fix/node_modules/.bun/better-auth@1.3.4+d0e719b86e9808b5/node_modules/better-auth/dist/client/vue/index.d.cts</a:t>
            </a:r>
          </a:p>
          <a:p>
            <a:pPr>
              <a:defRPr sz="1200"/>
            </a:pPr>
            <a:r>
              <a:t>D:/pasar_fix/node_modules/.bun/better-auth@1.3.4+d0e719b86e9808b5/node_modules/better-auth/dist/client/vue/index.d.mts</a:t>
            </a:r>
          </a:p>
          <a:p>
            <a:pPr>
              <a:defRPr sz="1200"/>
            </a:pPr>
            <a:r>
              <a:t>D:/pasar_fix/node_modules/.bun/better-auth@1.3.4+d0e719b86e9808b5/node_modules/better-auth/dist/client/vue/index.d.ts</a:t>
            </a:r>
          </a:p>
          <a:p>
            <a:pPr>
              <a:defRPr sz="1200"/>
            </a:pPr>
            <a:r>
              <a:t>D:/pasar_fix/node_modules/.bun/better-auth@1.3.4+d0e719b86e9808b5/node_modules/better-auth/dist/client/vue/index.mjs</a:t>
            </a:r>
          </a:p>
          <a:p>
            <a:pPr>
              <a:defRPr sz="1200"/>
            </a:pPr>
            <a:r>
              <a:t>D:/pasar_fix/node_modules/.bun/better-auth@1.3.4+d0e719b86e9808b5/node_modules/better-auth/dist/cookies/index.cjs</a:t>
            </a:r>
          </a:p>
          <a:p>
            <a:pPr>
              <a:defRPr sz="1200"/>
            </a:pPr>
            <a:r>
              <a:t>D:/pasar_fix/node_modules/.bun/better-auth@1.3.4+d0e719b86e9808b5/node_modules/better-auth/dist/cookies/index.d.cts</a:t>
            </a:r>
          </a:p>
          <a:p>
            <a:pPr>
              <a:defRPr sz="1200"/>
            </a:pPr>
            <a:r>
              <a:t>D:/pasar_fix/node_modules/.bun/better-auth@1.3.4+d0e719b86e9808b5/node_modules/better-auth/dist/cookies/index.d.mts</a:t>
            </a:r>
          </a:p>
          <a:p>
            <a:pPr>
              <a:defRPr sz="1200"/>
            </a:pPr>
            <a:r>
              <a:t>D:/pasar_fix/node_modules/.bun/better-auth@1.3.4+d0e719b86e9808b5/node_modules/better-auth/dist/cookies/index.d.ts</a:t>
            </a:r>
          </a:p>
          <a:p>
            <a:pPr>
              <a:defRPr sz="1200"/>
            </a:pPr>
            <a:r>
              <a:t>D:/pasar_fix/node_modules/.bun/better-auth@1.3.4+d0e719b86e9808b5/node_modules/better-auth/dist/cookies/index.mjs</a:t>
            </a:r>
          </a:p>
          <a:p>
            <a:pPr>
              <a:defRPr sz="1200"/>
            </a:pPr>
            <a:r>
              <a:t>D:/pasar_fix/node_modules/.bun/better-auth@1.3.4+d0e719b86e9808b5/node_modules/better-auth/dist/crypto/index.cjs</a:t>
            </a:r>
          </a:p>
          <a:p>
            <a:pPr>
              <a:defRPr sz="1200"/>
            </a:pPr>
            <a:r>
              <a:t>D:/pasar_fix/node_modules/.bun/better-auth@1.3.4+d0e719b86e9808b5/node_modules/better-auth/dist/crypto/index.d.cts</a:t>
            </a:r>
          </a:p>
          <a:p>
            <a:pPr>
              <a:defRPr sz="1200"/>
            </a:pPr>
            <a:r>
              <a:t>D:/pasar_fix/node_modules/.bun/better-auth@1.3.4+d0e719b86e9808b5/node_modules/better-auth/dist/crypto/index.d.mts</a:t>
            </a:r>
          </a:p>
          <a:p>
            <a:pPr>
              <a:defRPr sz="1200"/>
            </a:pPr>
            <a:r>
              <a:t>D:/pasar_fix/node_modules/.bun/better-auth@1.3.4+d0e719b86e9808b5/node_modules/better-auth/dist/crypto/index.d.ts</a:t>
            </a:r>
          </a:p>
          <a:p>
            <a:pPr>
              <a:defRPr sz="1200"/>
            </a:pPr>
            <a:r>
              <a:t>D:/pasar_fix/node_modules/.bun/better-auth@1.3.4+d0e719b86e9808b5/node_modules/better-auth/dist/crypto/index.mjs</a:t>
            </a:r>
          </a:p>
          <a:p>
            <a:pPr>
              <a:defRPr sz="1200"/>
            </a:pPr>
            <a:r>
              <a:t>D:/pasar_fix/node_modules/.bun/better-auth@1.3.4+d0e719b86e9808b5/node_modules/better-auth/dist/db/index.cjs</a:t>
            </a:r>
          </a:p>
          <a:p>
            <a:pPr>
              <a:defRPr sz="1200"/>
            </a:pPr>
            <a:r>
              <a:t>D:/pasar_fix/node_modules/.bun/better-auth@1.3.4+d0e719b86e9808b5/node_modules/better-auth/dist/db/index.d.cts</a:t>
            </a:r>
          </a:p>
          <a:p>
            <a:pPr>
              <a:defRPr sz="1200"/>
            </a:pPr>
            <a:r>
              <a:t>D:/pasar_fix/node_modules/.bun/better-auth@1.3.4+d0e719b86e9808b5/node_modules/better-auth/dist/db/index.d.mts</a:t>
            </a:r>
          </a:p>
          <a:p>
            <a:pPr>
              <a:defRPr sz="1200"/>
            </a:pPr>
            <a:r>
              <a:t>D:/pasar_fix/node_modules/.bun/better-auth@1.3.4+d0e719b86e9808b5/node_modules/better-auth/dist/db/index.d.ts</a:t>
            </a:r>
          </a:p>
          <a:p>
            <a:pPr>
              <a:defRPr sz="1200"/>
            </a:pPr>
            <a:r>
              <a:t>D:/pasar_fix/node_modules/.bun/better-auth@1.3.4+d0e719b86e9808b5/node_modules/better-auth/dist/db/index.mjs</a:t>
            </a:r>
          </a:p>
          <a:p>
            <a:pPr>
              <a:defRPr sz="1200"/>
            </a:pPr>
            <a:r>
              <a:t>D:/pasar_fix/node_modules/.bun/better-auth@1.3.4+d0e719b86e9808b5/node_modules/better-auth/dist/integrations/next-js.cjs</a:t>
            </a:r>
          </a:p>
          <a:p>
            <a:pPr>
              <a:defRPr sz="1200"/>
            </a:pPr>
            <a:r>
              <a:t>D:/pasar_fix/node_modules/.bun/better-auth@1.3.4+d0e719b86e9808b5/node_modules/better-auth/dist/integrations/next-js.d.cts</a:t>
            </a:r>
          </a:p>
          <a:p>
            <a:pPr>
              <a:defRPr sz="1200"/>
            </a:pPr>
            <a:r>
              <a:t>D:/pasar_fix/node_modules/.bun/better-auth@1.3.4+d0e719b86e9808b5/node_modules/better-auth/dist/integrations/next-js.d.mts</a:t>
            </a:r>
          </a:p>
          <a:p>
            <a:pPr>
              <a:defRPr sz="1200"/>
            </a:pPr>
            <a:r>
              <a:t>D:/pasar_fix/node_modules/.bun/better-auth@1.3.4+d0e719b86e9808b5/node_modules/better-auth/dist/integrations/next-js.d.ts</a:t>
            </a:r>
          </a:p>
          <a:p>
            <a:pPr>
              <a:defRPr sz="1200"/>
            </a:pPr>
            <a:r>
              <a:t>D:/pasar_fix/node_modules/.bun/better-auth@1.3.4+d0e719b86e9808b5/node_modules/better-auth/dist/integrations/next-js.mjs</a:t>
            </a:r>
          </a:p>
          <a:p>
            <a:pPr>
              <a:defRPr sz="1200"/>
            </a:pPr>
            <a:r>
              <a:t>D:/pasar_fix/node_modules/.bun/better-auth@1.3.4+d0e719b86e9808b5/node_modules/better-auth/dist/integrations/node.cjs</a:t>
            </a:r>
          </a:p>
          <a:p>
            <a:pPr>
              <a:defRPr sz="1200"/>
            </a:pPr>
            <a:r>
              <a:t>D:/pasar_fix/node_modules/.bun/better-auth@1.3.4+d0e719b86e9808b5/node_modules/better-auth/dist/integrations/node.d.cts</a:t>
            </a:r>
          </a:p>
          <a:p>
            <a:pPr>
              <a:defRPr sz="1200"/>
            </a:pPr>
            <a:r>
              <a:t>D:/pasar_fix/node_modules/.bun/better-auth@1.3.4+d0e719b86e9808b5/node_modules/better-auth/dist/integrations/node.d.mts</a:t>
            </a:r>
          </a:p>
          <a:p>
            <a:pPr>
              <a:defRPr sz="1200"/>
            </a:pPr>
            <a:r>
              <a:t>D:/pasar_fix/node_modules/.bun/better-auth@1.3.4+d0e719b86e9808b5/node_modules/better-auth/dist/integrations/node.d.ts</a:t>
            </a:r>
          </a:p>
          <a:p>
            <a:pPr>
              <a:defRPr sz="1200"/>
            </a:pPr>
            <a:r>
              <a:t>D:/pasar_fix/node_modules/.bun/better-auth@1.3.4+d0e719b86e9808b5/node_modules/better-auth/dist/integrations/node.mjs</a:t>
            </a:r>
          </a:p>
          <a:p>
            <a:pPr>
              <a:defRPr sz="1200"/>
            </a:pPr>
            <a:r>
              <a:t>D:/pasar_fix/node_modules/.bun/better-auth@1.3.4+d0e719b86e9808b5/node_modules/better-auth/dist/integrations/react-start.cjs</a:t>
            </a:r>
          </a:p>
          <a:p>
            <a:pPr>
              <a:defRPr sz="1200"/>
            </a:pPr>
            <a:r>
              <a:t>D:/pasar_fix/node_modules/.bun/better-auth@1.3.4+d0e719b86e9808b5/node_modules/better-auth/dist/integrations/react-start.d.cts</a:t>
            </a:r>
          </a:p>
          <a:p>
            <a:pPr>
              <a:defRPr sz="1200"/>
            </a:pPr>
            <a:r>
              <a:t>D:/pasar_fix/node_modules/.bun/better-auth@1.3.4+d0e719b86e9808b5/node_modules/better-auth/dist/integrations/react-start.d.mts</a:t>
            </a:r>
          </a:p>
          <a:p>
            <a:pPr>
              <a:defRPr sz="1200"/>
            </a:pPr>
            <a:r>
              <a:t>D:/pasar_fix/node_modules/.bun/better-auth@1.3.4+d0e719b86e9808b5/node_modules/better-auth/dist/integrations/react-start.d.ts</a:t>
            </a:r>
          </a:p>
          <a:p>
            <a:pPr>
              <a:defRPr sz="1200"/>
            </a:pPr>
            <a:r>
              <a:t>D:/pasar_fix/node_modules/.bun/better-auth@1.3.4+d0e719b86e9808b5/node_modules/better-auth/dist/integrations/react-start.mjs</a:t>
            </a:r>
          </a:p>
          <a:p>
            <a:pPr>
              <a:defRPr sz="1200"/>
            </a:pPr>
            <a:r>
              <a:t>D:/pasar_fix/node_modules/.bun/better-auth@1.3.4+d0e719b86e9808b5/node_modules/better-auth/dist/integrations/solid-start.cjs</a:t>
            </a:r>
          </a:p>
          <a:p>
            <a:pPr>
              <a:defRPr sz="1200"/>
            </a:pPr>
            <a:r>
              <a:t>D:/pasar_fix/node_modules/.bun/better-auth@1.3.4+d0e719b86e9808b5/node_modules/better-auth/dist/integrations/solid-start.d.cts</a:t>
            </a:r>
          </a:p>
          <a:p>
            <a:pPr>
              <a:defRPr sz="1200"/>
            </a:pPr>
            <a:r>
              <a:t>D:/pasar_fix/node_modules/.bun/better-auth@1.3.4+d0e719b86e9808b5/node_modules/better-auth/dist/integrations/solid-start.d.mts</a:t>
            </a:r>
          </a:p>
          <a:p>
            <a:pPr>
              <a:defRPr sz="1200"/>
            </a:pPr>
            <a:r>
              <a:t>D:/pasar_fix/node_modules/.bun/better-auth@1.3.4+d0e719b86e9808b5/node_modules/better-auth/dist/integrations/solid-start.d.ts</a:t>
            </a:r>
          </a:p>
          <a:p>
            <a:pPr>
              <a:defRPr sz="1200"/>
            </a:pPr>
            <a:r>
              <a:t>D:/pasar_fix/node_modules/.bun/better-auth@1.3.4+d0e719b86e9808b5/node_modules/better-auth/dist/integrations/solid-start.mjs</a:t>
            </a:r>
          </a:p>
          <a:p>
            <a:pPr>
              <a:defRPr sz="1200"/>
            </a:pPr>
            <a:r>
              <a:t>D:/pasar_fix/node_modules/.bun/better-auth@1.3.4+d0e719b86e9808b5/node_modules/better-auth/dist/integrations/svelte-kit.cjs</a:t>
            </a:r>
          </a:p>
          <a:p>
            <a:pPr>
              <a:defRPr sz="1200"/>
            </a:pPr>
            <a:r>
              <a:t>D:/pasar_fix/node_modules/.bun/better-auth@1.3.4+d0e719b86e9808b5/node_modules/better-auth/dist/integrations/svelte-kit.d.cts</a:t>
            </a:r>
          </a:p>
          <a:p>
            <a:pPr>
              <a:defRPr sz="1200"/>
            </a:pPr>
            <a:r>
              <a:t>D:/pasar_fix/node_modules/.bun/better-auth@1.3.4+d0e719b86e9808b5/node_modules/better-auth/dist/integrations/svelte-kit.d.mts</a:t>
            </a:r>
          </a:p>
          <a:p>
            <a:pPr>
              <a:defRPr sz="1200"/>
            </a:pPr>
            <a:r>
              <a:t>D:/pasar_fix/node_modules/.bun/better-auth@1.3.4+d0e719b86e9808b5/node_modules/better-auth/dist/integrations/svelte-kit.d.ts</a:t>
            </a:r>
          </a:p>
          <a:p>
            <a:pPr>
              <a:defRPr sz="1200"/>
            </a:pPr>
            <a:r>
              <a:t>D:/pasar_fix/node_modules/.bun/better-auth@1.3.4+d0e719b86e9808b5/node_modules/better-auth/dist/integrations/svelte-kit.mjs</a:t>
            </a:r>
          </a:p>
          <a:p>
            <a:pPr>
              <a:defRPr sz="1200"/>
            </a:pPr>
            <a:r>
              <a:t>D:/pasar_fix/node_modules/.bun/better-auth@1.3.4+d0e719b86e9808b5/node_modules/better-auth/dist/oauth2/index.cjs</a:t>
            </a:r>
          </a:p>
          <a:p>
            <a:pPr>
              <a:defRPr sz="1200"/>
            </a:pPr>
            <a:r>
              <a:t>D:/pasar_fix/node_modules/.bun/better-auth@1.3.4+d0e719b86e9808b5/node_modules/better-auth/dist/oauth2/index.d.cts</a:t>
            </a:r>
          </a:p>
          <a:p>
            <a:pPr>
              <a:defRPr sz="1200"/>
            </a:pPr>
            <a:r>
              <a:t>D:/pasar_fix/node_modules/.bun/better-auth@1.3.4+d0e719b86e9808b5/node_modules/better-auth/dist/oauth2/index.d.mts</a:t>
            </a:r>
          </a:p>
          <a:p>
            <a:pPr>
              <a:defRPr sz="1200"/>
            </a:pPr>
            <a:r>
              <a:t>D:/pasar_fix/node_modules/.bun/better-auth@1.3.4+d0e719b86e9808b5/node_modules/better-auth/dist/oauth2/index.d.ts</a:t>
            </a:r>
          </a:p>
          <a:p>
            <a:pPr>
              <a:defRPr sz="1200"/>
            </a:pPr>
            <a:r>
              <a:t>D:/pasar_fix/node_modules/.bun/better-auth@1.3.4+d0e719b86e9808b5/node_modules/better-auth/dist/oauth2/index.mjs</a:t>
            </a:r>
          </a:p>
          <a:p>
            <a:pPr>
              <a:defRPr sz="1200"/>
            </a:pPr>
            <a:r>
              <a:t>D:/pasar_fix/node_modules/.bun/better-auth@1.3.4+d0e719b86e9808b5/node_modules/better-auth/dist/plugins/index.cjs</a:t>
            </a:r>
          </a:p>
          <a:p>
            <a:pPr>
              <a:defRPr sz="1200"/>
            </a:pPr>
            <a:r>
              <a:t>D:/pasar_fix/node_modules/.bun/better-auth@1.3.4+d0e719b86e9808b5/node_modules/better-auth/dist/plugins/index.d.cts</a:t>
            </a:r>
          </a:p>
          <a:p>
            <a:pPr>
              <a:defRPr sz="1200"/>
            </a:pPr>
            <a:r>
              <a:t>D:/pasar_fix/node_modules/.bun/better-auth@1.3.4+d0e719b86e9808b5/node_modules/better-auth/dist/plugins/index.d.mts</a:t>
            </a:r>
          </a:p>
          <a:p>
            <a:pPr>
              <a:defRPr sz="1200"/>
            </a:pPr>
            <a:r>
              <a:t>D:/pasar_fix/node_modules/.bun/better-auth@1.3.4+d0e719b86e9808b5/node_modules/better-auth/dist/plugins/index.d.ts</a:t>
            </a:r>
          </a:p>
          <a:p>
            <a:pPr>
              <a:defRPr sz="1200"/>
            </a:pPr>
            <a:r>
              <a:t>D:/pasar_fix/node_modules/.bun/better-auth@1.3.4+d0e719b86e9808b5/node_modules/better-auth/dist/plugins/index.mjs</a:t>
            </a:r>
          </a:p>
          <a:p>
            <a:pPr>
              <a:defRPr sz="1200"/>
            </a:pPr>
            <a:r>
              <a:t>D:/pasar_fix/node_modules/.bun/better-auth@1.3.4+d0e719b86e9808b5/node_modules/better-auth/dist/plugins/access/index.cjs</a:t>
            </a:r>
          </a:p>
          <a:p>
            <a:pPr>
              <a:defRPr sz="1200"/>
            </a:pPr>
            <a:r>
              <a:t>D:/pasar_fix/node_modules/.bun/better-auth@1.3.4+d0e719b86e9808b5/node_modules/better-auth/dist/plugins/access/index.d.cts</a:t>
            </a:r>
          </a:p>
          <a:p>
            <a:pPr>
              <a:defRPr sz="1200"/>
            </a:pPr>
            <a:r>
              <a:t>D:/pasar_fix/node_modules/.bun/better-auth@1.3.4+d0e719b86e9808b5/node_modules/better-auth/dist/plugins/access/index.d.mts</a:t>
            </a:r>
          </a:p>
          <a:p>
            <a:pPr>
              <a:defRPr sz="1200"/>
            </a:pPr>
            <a:r>
              <a:t>D:/pasar_fix/node_modules/.bun/better-auth@1.3.4+d0e719b86e9808b5/node_modules/better-auth/dist/plugins/access/index.d.ts</a:t>
            </a:r>
          </a:p>
          <a:p>
            <a:pPr>
              <a:defRPr sz="1200"/>
            </a:pPr>
            <a:r>
              <a:t>D:/pasar_fix/node_modules/.bun/better-auth@1.3.4+d0e719b86e9808b5/node_modules/better-auth/dist/plugins/access/index.mjs</a:t>
            </a:r>
          </a:p>
          <a:p>
            <a:pPr>
              <a:defRPr sz="1200"/>
            </a:pPr>
            <a:r>
              <a:t>D:/pasar_fix/node_modules/.bun/better-auth@1.3.4+d0e719b86e9808b5/node_modules/better-auth/dist/plugins/admin/index.cjs</a:t>
            </a:r>
          </a:p>
          <a:p>
            <a:pPr>
              <a:defRPr sz="1200"/>
            </a:pPr>
            <a:r>
              <a:t>D:/pasar_fix/node_modules/.bun/better-auth@1.3.4+d0e719b86e9808b5/node_modules/better-auth/dist/plugins/admin/index.d.cts</a:t>
            </a:r>
          </a:p>
          <a:p>
            <a:pPr>
              <a:defRPr sz="1200"/>
            </a:pPr>
            <a:r>
              <a:t>D:/pasar_fix/node_modules/.bun/better-auth@1.3.4+d0e719b86e9808b5/node_modules/better-auth/dist/plugins/admin/index.d.mts</a:t>
            </a:r>
          </a:p>
          <a:p>
            <a:pPr>
              <a:defRPr sz="1200"/>
            </a:pPr>
            <a:r>
              <a:t>D:/pasar_fix/node_modules/.bun/better-auth@1.3.4+d0e719b86e9808b5/node_modules/better-auth/dist/plugins/admin/index.d.ts</a:t>
            </a:r>
          </a:p>
          <a:p>
            <a:pPr>
              <a:defRPr sz="1200"/>
            </a:pPr>
            <a:r>
              <a:t>D:/pasar_fix/node_modules/.bun/better-auth@1.3.4+d0e719b86e9808b5/node_modules/better-auth/dist/plugins/admin/index.mjs</a:t>
            </a:r>
          </a:p>
          <a:p>
            <a:pPr>
              <a:defRPr sz="1200"/>
            </a:pPr>
            <a:r>
              <a:t>D:/pasar_fix/node_modules/.bun/better-auth@1.3.4+d0e719b86e9808b5/node_modules/better-auth/dist/plugins/admin/access/index.cjs</a:t>
            </a:r>
          </a:p>
          <a:p>
            <a:pPr>
              <a:defRPr sz="1200"/>
            </a:pPr>
            <a:r>
              <a:t>D:/pasar_fix/node_modules/.bun/better-auth@1.3.4+d0e719b86e9808b5/node_modules/better-auth/dist/plugins/admin/access/index.d.cts</a:t>
            </a:r>
          </a:p>
          <a:p>
            <a:pPr>
              <a:defRPr sz="1200"/>
            </a:pPr>
            <a:r>
              <a:t>D:/pasar_fix/node_modules/.bun/better-auth@1.3.4+d0e719b86e9808b5/node_modules/better-auth/dist/plugins/admin/access/index.d.mts</a:t>
            </a:r>
          </a:p>
          <a:p>
            <a:pPr>
              <a:defRPr sz="1200"/>
            </a:pPr>
            <a:r>
              <a:t>D:/pasar_fix/node_modules/.bun/better-auth@1.3.4+d0e719b86e9808b5/node_modules/better-auth/dist/plugins/admin/access/index.d.ts</a:t>
            </a:r>
          </a:p>
          <a:p>
            <a:pPr>
              <a:defRPr sz="1200"/>
            </a:pPr>
            <a:r>
              <a:t>D:/pasar_fix/node_modules/.bun/better-auth@1.3.4+d0e719b86e9808b5/node_modules/better-auth/dist/plugins/admin/access/index.mjs</a:t>
            </a:r>
          </a:p>
          <a:p>
            <a:pPr>
              <a:defRPr sz="1200"/>
            </a:pPr>
            <a:r>
              <a:t>D:/pasar_fix/node_modules/.bun/better-auth@1.3.4+d0e719b86e9808b5/node_modules/better-auth/dist/plugins/anonymous/index.cjs</a:t>
            </a:r>
          </a:p>
          <a:p>
            <a:pPr>
              <a:defRPr sz="1200"/>
            </a:pPr>
            <a:r>
              <a:t>D:/pasar_fix/node_modules/.bun/better-auth@1.3.4+d0e719b86e9808b5/node_modules/better-auth/dist/plugins/anonymous/index.d.cts</a:t>
            </a:r>
          </a:p>
          <a:p>
            <a:pPr>
              <a:defRPr sz="1200"/>
            </a:pPr>
            <a:r>
              <a:t>D:/pasar_fix/node_modules/.bun/better-auth@1.3.4+d0e719b86e9808b5/node_modules/better-auth/dist/plugins/anonymous/index.d.mts</a:t>
            </a:r>
          </a:p>
          <a:p>
            <a:pPr>
              <a:defRPr sz="1200"/>
            </a:pPr>
            <a:r>
              <a:t>D:/pasar_fix/node_modules/.bun/better-auth@1.3.4+d0e719b86e9808b5/node_modules/better-auth/dist/plugins/anonymous/index.d.ts</a:t>
            </a:r>
          </a:p>
          <a:p>
            <a:pPr>
              <a:defRPr sz="1200"/>
            </a:pPr>
            <a:r>
              <a:t>D:/pasar_fix/node_modules/.bun/better-auth@1.3.4+d0e719b86e9808b5/node_modules/better-auth/dist/plugins/anonymous/index.mjs</a:t>
            </a:r>
          </a:p>
          <a:p>
            <a:pPr>
              <a:defRPr sz="1200"/>
            </a:pPr>
            <a:r>
              <a:t>D:/pasar_fix/node_modules/.bun/better-auth@1.3.4+d0e719b86e9808b5/node_modules/better-auth/dist/plugins/bearer/index.cjs</a:t>
            </a:r>
          </a:p>
          <a:p>
            <a:pPr>
              <a:defRPr sz="1200"/>
            </a:pPr>
            <a:r>
              <a:t>D:/pasar_fix/node_modules/.bun/better-auth@1.3.4+d0e719b86e9808b5/node_modules/better-auth/dist/plugins/bearer/index.d.cts</a:t>
            </a:r>
          </a:p>
          <a:p>
            <a:pPr>
              <a:defRPr sz="1200"/>
            </a:pPr>
            <a:r>
              <a:t>D:/pasar_fix/node_modules/.bun/better-auth@1.3.4+d0e719b86e9808b5/node_modules/better-auth/dist/plugins/bearer/index.d.mts</a:t>
            </a:r>
          </a:p>
          <a:p>
            <a:pPr>
              <a:defRPr sz="1200"/>
            </a:pPr>
            <a:r>
              <a:t>D:/pasar_fix/node_modules/.bun/better-auth@1.3.4+d0e719b86e9808b5/node_modules/better-auth/dist/plugins/bearer/index.d.ts</a:t>
            </a:r>
          </a:p>
          <a:p>
            <a:pPr>
              <a:defRPr sz="1200"/>
            </a:pPr>
            <a:r>
              <a:t>D:/pasar_fix/node_modules/.bun/better-auth@1.3.4+d0e719b86e9808b5/node_modules/better-auth/dist/plugins/bearer/index.mjs</a:t>
            </a:r>
          </a:p>
          <a:p>
            <a:pPr>
              <a:defRPr sz="1200"/>
            </a:pPr>
            <a:r>
              <a:t>D:/pasar_fix/node_modules/.bun/better-auth@1.3.4+d0e719b86e9808b5/node_modules/better-auth/dist/plugins/captcha/index.cjs</a:t>
            </a:r>
          </a:p>
          <a:p>
            <a:pPr>
              <a:defRPr sz="1200"/>
            </a:pPr>
            <a:r>
              <a:t>D:/pasar_fix/node_modules/.bun/better-auth@1.3.4+d0e719b86e9808b5/node_modules/better-auth/dist/plugins/captcha/index.d.cts</a:t>
            </a:r>
          </a:p>
          <a:p>
            <a:pPr>
              <a:defRPr sz="1200"/>
            </a:pPr>
            <a:r>
              <a:t>D:/pasar_fix/node_modules/.bun/better-auth@1.3.4+d0e719b86e9808b5/node_modules/better-auth/dist/plugins/captcha/index.d.mts</a:t>
            </a:r>
          </a:p>
          <a:p>
            <a:pPr>
              <a:defRPr sz="1200"/>
            </a:pPr>
            <a:r>
              <a:t>D:/pasar_fix/node_modules/.bun/better-auth@1.3.4+d0e719b86e9808b5/node_modules/better-auth/dist/plugins/captcha/index.d.ts</a:t>
            </a:r>
          </a:p>
          <a:p>
            <a:pPr>
              <a:defRPr sz="1200"/>
            </a:pPr>
            <a:r>
              <a:t>D:/pasar_fix/node_modules/.bun/better-auth@1.3.4+d0e719b86e9808b5/node_modules/better-auth/dist/plugins/captcha/index.mjs</a:t>
            </a:r>
          </a:p>
          <a:p>
            <a:pPr>
              <a:defRPr sz="1200"/>
            </a:pPr>
            <a:r>
              <a:t>D:/pasar_fix/node_modules/.bun/better-auth@1.3.4+d0e719b86e9808b5/node_modules/better-auth/dist/plugins/custom-session/index.cjs</a:t>
            </a:r>
          </a:p>
          <a:p>
            <a:pPr>
              <a:defRPr sz="1200"/>
            </a:pPr>
            <a:r>
              <a:t>D:/pasar_fix/node_modules/.bun/better-auth@1.3.4+d0e719b86e9808b5/node_modules/better-auth/dist/plugins/custom-session/index.d.cts</a:t>
            </a:r>
          </a:p>
          <a:p>
            <a:pPr>
              <a:defRPr sz="1200"/>
            </a:pPr>
            <a:r>
              <a:t>D:/pasar_fix/node_modules/.bun/better-auth@1.3.4+d0e719b86e9808b5/node_modules/better-auth/dist/plugins/custom-session/index.d.mts</a:t>
            </a:r>
          </a:p>
          <a:p>
            <a:pPr>
              <a:defRPr sz="1200"/>
            </a:pPr>
            <a:r>
              <a:t>D:/pasar_fix/node_modules/.bun/better-auth@1.3.4+d0e719b86e9808b5/node_modules/better-auth/dist/plugins/custom-session/index.d.ts</a:t>
            </a:r>
          </a:p>
          <a:p>
            <a:pPr>
              <a:defRPr sz="1200"/>
            </a:pPr>
            <a:r>
              <a:t>D:/pasar_fix/node_modules/.bun/better-auth@1.3.4+d0e719b86e9808b5/node_modules/better-auth/dist/plugins/custom-session/index.mjs</a:t>
            </a:r>
          </a:p>
          <a:p>
            <a:pPr>
              <a:defRPr sz="1200"/>
            </a:pPr>
            <a:r>
              <a:t>D:/pasar_fix/node_modules/.bun/better-auth@1.3.4+d0e719b86e9808b5/node_modules/better-auth/dist/plugins/email-otp/index.cjs</a:t>
            </a:r>
          </a:p>
          <a:p>
            <a:pPr>
              <a:defRPr sz="1200"/>
            </a:pPr>
            <a:r>
              <a:t>D:/pasar_fix/node_modules/.bun/better-auth@1.3.4+d0e719b86e9808b5/node_modules/better-auth/dist/plugins/email-otp/index.d.cts</a:t>
            </a:r>
          </a:p>
          <a:p>
            <a:pPr>
              <a:defRPr sz="1200"/>
            </a:pPr>
            <a:r>
              <a:t>D:/pasar_fix/node_modules/.bun/better-auth@1.3.4+d0e719b86e9808b5/node_modules/better-auth/dist/plugins/email-otp/index.d.mts</a:t>
            </a:r>
          </a:p>
          <a:p>
            <a:pPr>
              <a:defRPr sz="1200"/>
            </a:pPr>
            <a:r>
              <a:t>D:/pasar_fix/node_modules/.bun/better-auth@1.3.4+d0e719b86e9808b5/node_modules/better-auth/dist/plugins/email-otp/index.d.ts</a:t>
            </a:r>
          </a:p>
          <a:p>
            <a:pPr>
              <a:defRPr sz="1200"/>
            </a:pPr>
            <a:r>
              <a:t>D:/pasar_fix/node_modules/.bun/better-auth@1.3.4+d0e719b86e9808b5/node_modules/better-auth/dist/plugins/email-otp/index.mjs</a:t>
            </a:r>
          </a:p>
          <a:p>
            <a:pPr>
              <a:defRPr sz="1200"/>
            </a:pPr>
            <a:r>
              <a:t>D:/pasar_fix/node_modules/.bun/better-auth@1.3.4+d0e719b86e9808b5/node_modules/better-auth/dist/plugins/generic-oauth/index.cjs</a:t>
            </a:r>
          </a:p>
          <a:p>
            <a:pPr>
              <a:defRPr sz="1200"/>
            </a:pPr>
            <a:r>
              <a:t>D:/pasar_fix/node_modules/.bun/better-auth@1.3.4+d0e719b86e9808b5/node_modules/better-auth/dist/plugins/generic-oauth/index.d.cts</a:t>
            </a:r>
          </a:p>
          <a:p>
            <a:pPr>
              <a:defRPr sz="1200"/>
            </a:pPr>
            <a:r>
              <a:t>D:/pasar_fix/node_modules/.bun/better-auth@1.3.4+d0e719b86e9808b5/node_modules/better-auth/dist/plugins/generic-oauth/index.d.mts</a:t>
            </a:r>
          </a:p>
          <a:p>
            <a:pPr>
              <a:defRPr sz="1200"/>
            </a:pPr>
            <a:r>
              <a:t>D:/pasar_fix/node_modules/.bun/better-auth@1.3.4+d0e719b86e9808b5/node_modules/better-auth/dist/plugins/generic-oauth/index.d.ts</a:t>
            </a:r>
          </a:p>
          <a:p>
            <a:pPr>
              <a:defRPr sz="1200"/>
            </a:pPr>
            <a:r>
              <a:t>D:/pasar_fix/node_modules/.bun/better-auth@1.3.4+d0e719b86e9808b5/node_modules/better-auth/dist/plugins/generic-oauth/index.mjs</a:t>
            </a:r>
          </a:p>
          <a:p>
            <a:pPr>
              <a:defRPr sz="1200"/>
            </a:pPr>
            <a:r>
              <a:t>D:/pasar_fix/node_modules/.bun/better-auth@1.3.4+d0e719b86e9808b5/node_modules/better-auth/dist/plugins/haveibeenpwned/index.cjs</a:t>
            </a:r>
          </a:p>
          <a:p>
            <a:pPr>
              <a:defRPr sz="1200"/>
            </a:pPr>
            <a:r>
              <a:t>D:/pasar_fix/node_modules/.bun/better-auth@1.3.4+d0e719b86e9808b5/node_modules/better-auth/dist/plugins/haveibeenpwned/index.d.cts</a:t>
            </a:r>
          </a:p>
          <a:p>
            <a:pPr>
              <a:defRPr sz="1200"/>
            </a:pPr>
            <a:r>
              <a:t>D:/pasar_fix/node_modules/.bun/better-auth@1.3.4+d0e719b86e9808b5/node_modules/better-auth/dist/plugins/haveibeenpwned/index.d.mts</a:t>
            </a:r>
          </a:p>
          <a:p>
            <a:pPr>
              <a:defRPr sz="1200"/>
            </a:pPr>
            <a:r>
              <a:t>D:/pasar_fix/node_modules/.bun/better-auth@1.3.4+d0e719b86e9808b5/node_modules/better-auth/dist/plugins/haveibeenpwned/index.d.ts</a:t>
            </a:r>
          </a:p>
          <a:p>
            <a:pPr>
              <a:defRPr sz="1200"/>
            </a:pPr>
            <a:r>
              <a:t>D:/pasar_fix/node_modules/.bun/better-auth@1.3.4+d0e719b86e9808b5/node_modules/better-auth/dist/plugins/haveibeenpwned/index.mjs</a:t>
            </a:r>
          </a:p>
          <a:p>
            <a:pPr>
              <a:defRPr sz="1200"/>
            </a:pPr>
            <a:r>
              <a:t>D:/pasar_fix/node_modules/.bun/better-auth@1.3.4+d0e719b86e9808b5/node_modules/better-auth/dist/plugins/jwt/index.cjs</a:t>
            </a:r>
          </a:p>
          <a:p>
            <a:pPr>
              <a:defRPr sz="1200"/>
            </a:pPr>
            <a:r>
              <a:t>D:/pasar_fix/node_modules/.bun/better-auth@1.3.4+d0e719b86e9808b5/node_modules/better-auth/dist/plugins/jwt/index.d.cts</a:t>
            </a:r>
          </a:p>
          <a:p>
            <a:pPr>
              <a:defRPr sz="1200"/>
            </a:pPr>
            <a:r>
              <a:t>D:/pasar_fix/node_modules/.bun/better-auth@1.3.4+d0e719b86e9808b5/node_modules/better-auth/dist/plugins/jwt/index.d.mts</a:t>
            </a:r>
          </a:p>
          <a:p>
            <a:pPr>
              <a:defRPr sz="1200"/>
            </a:pPr>
            <a:r>
              <a:t>D:/pasar_fix/node_modules/.bun/better-auth@1.3.4+d0e719b86e9808b5/node_modules/better-auth/dist/plugins/jwt/index.d.ts</a:t>
            </a:r>
          </a:p>
          <a:p>
            <a:pPr>
              <a:defRPr sz="1200"/>
            </a:pPr>
            <a:r>
              <a:t>D:/pasar_fix/node_modules/.bun/better-auth@1.3.4+d0e719b86e9808b5/node_modules/better-auth/dist/plugins/jwt/index.mjs</a:t>
            </a:r>
          </a:p>
          <a:p>
            <a:pPr>
              <a:defRPr sz="1200"/>
            </a:pPr>
            <a:r>
              <a:t>D:/pasar_fix/node_modules/.bun/better-auth@1.3.4+d0e719b86e9808b5/node_modules/better-auth/dist/plugins/magic-link/index.cjs</a:t>
            </a:r>
          </a:p>
          <a:p>
            <a:pPr>
              <a:defRPr sz="1200"/>
            </a:pPr>
            <a:r>
              <a:t>D:/pasar_fix/node_modules/.bun/better-auth@1.3.4+d0e719b86e9808b5/node_modules/better-auth/dist/plugins/magic-link/index.d.cts</a:t>
            </a:r>
          </a:p>
          <a:p>
            <a:pPr>
              <a:defRPr sz="1200"/>
            </a:pPr>
            <a:r>
              <a:t>D:/pasar_fix/node_modules/.bun/better-auth@1.3.4+d0e719b86e9808b5/node_modules/better-auth/dist/plugins/magic-link/index.d.mts</a:t>
            </a:r>
          </a:p>
          <a:p>
            <a:pPr>
              <a:defRPr sz="1200"/>
            </a:pPr>
            <a:r>
              <a:t>D:/pasar_fix/node_modules/.bun/better-auth@1.3.4+d0e719b86e9808b5/node_modules/better-auth/dist/plugins/magic-link/index.d.ts</a:t>
            </a:r>
          </a:p>
          <a:p>
            <a:pPr>
              <a:defRPr sz="1200"/>
            </a:pPr>
            <a:r>
              <a:t>D:/pasar_fix/node_modules/.bun/better-auth@1.3.4+d0e719b86e9808b5/node_modules/better-auth/dist/plugins/magic-link/index.mjs</a:t>
            </a:r>
          </a:p>
          <a:p>
            <a:pPr>
              <a:defRPr sz="1200"/>
            </a:pPr>
            <a:r>
              <a:t>D:/pasar_fix/node_modules/.bun/better-auth@1.3.4+d0e719b86e9808b5/node_modules/better-auth/dist/plugins/multi-session/index.cjs</a:t>
            </a:r>
          </a:p>
          <a:p>
            <a:pPr>
              <a:defRPr sz="1200"/>
            </a:pPr>
            <a:r>
              <a:t>D:/pasar_fix/node_modules/.bun/better-auth@1.3.4+d0e719b86e9808b5/node_modules/better-auth/dist/plugins/multi-session/index.d.cts</a:t>
            </a:r>
          </a:p>
          <a:p>
            <a:pPr>
              <a:defRPr sz="1200"/>
            </a:pPr>
            <a:r>
              <a:t>D:/pasar_fix/node_modules/.bun/better-auth@1.3.4+d0e719b86e9808b5/node_modules/better-auth/dist/plugins/multi-session/index.d.mts</a:t>
            </a:r>
          </a:p>
          <a:p>
            <a:pPr>
              <a:defRPr sz="1200"/>
            </a:pPr>
            <a:r>
              <a:t>D:/pasar_fix/node_modules/.bun/better-auth@1.3.4+d0e719b86e9808b5/node_modules/better-auth/dist/plugins/multi-session/index.d.ts</a:t>
            </a:r>
          </a:p>
          <a:p>
            <a:pPr>
              <a:defRPr sz="1200"/>
            </a:pPr>
            <a:r>
              <a:t>D:/pasar_fix/node_modules/.bun/better-auth@1.3.4+d0e719b86e9808b5/node_modules/better-auth/dist/plugins/multi-session/index.mjs</a:t>
            </a:r>
          </a:p>
          <a:p>
            <a:pPr>
              <a:defRPr sz="1200"/>
            </a:pPr>
            <a:r>
              <a:t>D:/pasar_fix/node_modules/.bun/better-auth@1.3.4+d0e719b86e9808b5/node_modules/better-auth/dist/plugins/oauth-proxy/index.cjs</a:t>
            </a:r>
          </a:p>
          <a:p>
            <a:pPr>
              <a:defRPr sz="1200"/>
            </a:pPr>
            <a:r>
              <a:t>D:/pasar_fix/node_modules/.bun/better-auth@1.3.4+d0e719b86e9808b5/node_modules/better-auth/dist/plugins/oauth-proxy/index.d.cts</a:t>
            </a:r>
          </a:p>
          <a:p>
            <a:pPr>
              <a:defRPr sz="1200"/>
            </a:pPr>
            <a:r>
              <a:t>D:/pasar_fix/node_modules/.bun/better-auth@1.3.4+d0e719b86e9808b5/node_modules/better-auth/dist/plugins/oauth-proxy/index.d.mts</a:t>
            </a:r>
          </a:p>
          <a:p>
            <a:pPr>
              <a:defRPr sz="1200"/>
            </a:pPr>
            <a:r>
              <a:t>D:/pasar_fix/node_modules/.bun/better-auth@1.3.4+d0e719b86e9808b5/node_modules/better-auth/dist/plugins/oauth-proxy/index.d.ts</a:t>
            </a:r>
          </a:p>
          <a:p>
            <a:pPr>
              <a:defRPr sz="1200"/>
            </a:pPr>
            <a:r>
              <a:t>D:/pasar_fix/node_modules/.bun/better-auth@1.3.4+d0e719b86e9808b5/node_modules/better-auth/dist/plugins/oauth-proxy/index.mjs</a:t>
            </a:r>
          </a:p>
          <a:p>
            <a:pPr>
              <a:defRPr sz="1200"/>
            </a:pPr>
            <a:r>
              <a:t>D:/pasar_fix/node_modules/.bun/better-auth@1.3.4+d0e719b86e9808b5/node_modules/better-auth/dist/plugins/oidc-provider/index.cjs</a:t>
            </a:r>
          </a:p>
          <a:p>
            <a:pPr>
              <a:defRPr sz="1200"/>
            </a:pPr>
            <a:r>
              <a:t>D:/pasar_fix/node_modules/.bun/better-auth@1.3.4+d0e719b86e9808b5/node_modules/better-auth/dist/plugins/oidc-provider/index.d.cts</a:t>
            </a:r>
          </a:p>
          <a:p>
            <a:pPr>
              <a:defRPr sz="1200"/>
            </a:pPr>
            <a:r>
              <a:t>D:/pasar_fix/node_modules/.bun/better-auth@1.3.4+d0e719b86e9808b5/node_modules/better-auth/dist/plugins/oidc-provider/index.d.mts</a:t>
            </a:r>
          </a:p>
          <a:p>
            <a:pPr>
              <a:defRPr sz="1200"/>
            </a:pPr>
            <a:r>
              <a:t>D:/pasar_fix/node_modules/.bun/better-auth@1.3.4+d0e719b86e9808b5/node_modules/better-auth/dist/plugins/oidc-provider/index.d.ts</a:t>
            </a:r>
          </a:p>
          <a:p>
            <a:pPr>
              <a:defRPr sz="1200"/>
            </a:pPr>
            <a:r>
              <a:t>D:/pasar_fix/node_modules/.bun/better-auth@1.3.4+d0e719b86e9808b5/node_modules/better-auth/dist/plugins/oidc-provider/index.mjs</a:t>
            </a:r>
          </a:p>
          <a:p>
            <a:pPr>
              <a:defRPr sz="1200"/>
            </a:pPr>
            <a:r>
              <a:t>D:/pasar_fix/node_modules/.bun/better-auth@1.3.4+d0e719b86e9808b5/node_modules/better-auth/dist/plugins/one-tap/index.cjs</a:t>
            </a:r>
          </a:p>
          <a:p>
            <a:pPr>
              <a:defRPr sz="1200"/>
            </a:pPr>
            <a:r>
              <a:t>D:/pasar_fix/node_modules/.bun/better-auth@1.3.4+d0e719b86e9808b5/node_modules/better-auth/dist/plugins/one-tap/index.d.cts</a:t>
            </a:r>
          </a:p>
          <a:p>
            <a:pPr>
              <a:defRPr sz="1200"/>
            </a:pPr>
            <a:r>
              <a:t>D:/pasar_fix/node_modules/.bun/better-auth@1.3.4+d0e719b86e9808b5/node_modules/better-auth/dist/plugins/one-tap/index.d.mts</a:t>
            </a:r>
          </a:p>
          <a:p>
            <a:pPr>
              <a:defRPr sz="1200"/>
            </a:pPr>
            <a:r>
              <a:t>D:/pasar_fix/node_modules/.bun/better-auth@1.3.4+d0e719b86e9808b5/node_modules/better-auth/dist/plugins/one-tap/index.d.ts</a:t>
            </a:r>
          </a:p>
          <a:p>
            <a:pPr>
              <a:defRPr sz="1200"/>
            </a:pPr>
            <a:r>
              <a:t>D:/pasar_fix/node_modules/.bun/better-auth@1.3.4+d0e719b86e9808b5/node_modules/better-auth/dist/plugins/one-tap/index.mjs</a:t>
            </a:r>
          </a:p>
          <a:p>
            <a:pPr>
              <a:defRPr sz="1200"/>
            </a:pPr>
            <a:r>
              <a:t>D:/pasar_fix/node_modules/.bun/better-auth@1.3.4+d0e719b86e9808b5/node_modules/better-auth/dist/plugins/one-time-token/index.cjs</a:t>
            </a:r>
          </a:p>
          <a:p>
            <a:pPr>
              <a:defRPr sz="1200"/>
            </a:pPr>
            <a:r>
              <a:t>D:/pasar_fix/node_modules/.bun/better-auth@1.3.4+d0e719b86e9808b5/node_modules/better-auth/dist/plugins/one-time-token/index.d.cts</a:t>
            </a:r>
          </a:p>
          <a:p>
            <a:pPr>
              <a:defRPr sz="1200"/>
            </a:pPr>
            <a:r>
              <a:t>D:/pasar_fix/node_modules/.bun/better-auth@1.3.4+d0e719b86e9808b5/node_modules/better-auth/dist/plugins/one-time-token/index.d.mts</a:t>
            </a:r>
          </a:p>
          <a:p>
            <a:pPr>
              <a:defRPr sz="1200"/>
            </a:pPr>
            <a:r>
              <a:t>D:/pasar_fix/node_modules/.bun/better-auth@1.3.4+d0e719b86e9808b5/node_modules/better-auth/dist/plugins/one-time-token/index.d.ts</a:t>
            </a:r>
          </a:p>
          <a:p>
            <a:pPr>
              <a:defRPr sz="1200"/>
            </a:pPr>
            <a:r>
              <a:t>D:/pasar_fix/node_modules/.bun/better-auth@1.3.4+d0e719b86e9808b5/node_modules/better-auth/dist/plugins/one-time-token/index.mjs</a:t>
            </a:r>
          </a:p>
          <a:p>
            <a:pPr>
              <a:defRPr sz="1200"/>
            </a:pPr>
            <a:r>
              <a:t>D:/pasar_fix/node_modules/.bun/better-auth@1.3.4+d0e719b86e9808b5/node_modules/better-auth/dist/plugins/open-api/index.cjs</a:t>
            </a:r>
          </a:p>
          <a:p>
            <a:pPr>
              <a:defRPr sz="1200"/>
            </a:pPr>
            <a:r>
              <a:t>D:/pasar_fix/node_modules/.bun/better-auth@1.3.4+d0e719b86e9808b5/node_modules/better-auth/dist/plugins/open-api/index.d.cts</a:t>
            </a:r>
          </a:p>
          <a:p>
            <a:pPr>
              <a:defRPr sz="1200"/>
            </a:pPr>
            <a:r>
              <a:t>D:/pasar_fix/node_modules/.bun/better-auth@1.3.4+d0e719b86e9808b5/node_modules/better-auth/dist/plugins/open-api/index.d.mts</a:t>
            </a:r>
          </a:p>
          <a:p>
            <a:pPr>
              <a:defRPr sz="1200"/>
            </a:pPr>
            <a:r>
              <a:t>D:/pasar_fix/node_modules/.bun/better-auth@1.3.4+d0e719b86e9808b5/node_modules/better-auth/dist/plugins/open-api/index.d.ts</a:t>
            </a:r>
          </a:p>
          <a:p>
            <a:pPr>
              <a:defRPr sz="1200"/>
            </a:pPr>
            <a:r>
              <a:t>D:/pasar_fix/node_modules/.bun/better-auth@1.3.4+d0e719b86e9808b5/node_modules/better-auth/dist/plugins/open-api/index.mjs</a:t>
            </a:r>
          </a:p>
          <a:p>
            <a:pPr>
              <a:defRPr sz="1200"/>
            </a:pPr>
            <a:r>
              <a:t>D:/pasar_fix/node_modules/.bun/better-auth@1.3.4+d0e719b86e9808b5/node_modules/better-auth/dist/plugins/organization/index.cjs</a:t>
            </a:r>
          </a:p>
          <a:p>
            <a:pPr>
              <a:defRPr sz="1200"/>
            </a:pPr>
            <a:r>
              <a:t>D:/pasar_fix/node_modules/.bun/better-auth@1.3.4+d0e719b86e9808b5/node_modules/better-auth/dist/plugins/organization/index.d.cts</a:t>
            </a:r>
          </a:p>
          <a:p>
            <a:pPr>
              <a:defRPr sz="1200"/>
            </a:pPr>
            <a:r>
              <a:t>D:/pasar_fix/node_modules/.bun/better-auth@1.3.4+d0e719b86e9808b5/node_modules/better-auth/dist/plugins/organization/index.d.mts</a:t>
            </a:r>
          </a:p>
          <a:p>
            <a:pPr>
              <a:defRPr sz="1200"/>
            </a:pPr>
            <a:r>
              <a:t>D:/pasar_fix/node_modules/.bun/better-auth@1.3.4+d0e719b86e9808b5/node_modules/better-auth/dist/plugins/organization/index.d.ts</a:t>
            </a:r>
          </a:p>
          <a:p>
            <a:pPr>
              <a:defRPr sz="1200"/>
            </a:pPr>
            <a:r>
              <a:t>D:/pasar_fix/node_modules/.bun/better-auth@1.3.4+d0e719b86e9808b5/node_modules/better-auth/dist/plugins/organization/index.mjs</a:t>
            </a:r>
          </a:p>
          <a:p>
            <a:pPr>
              <a:defRPr sz="1200"/>
            </a:pPr>
            <a:r>
              <a:t>D:/pasar_fix/node_modules/.bun/better-auth@1.3.4+d0e719b86e9808b5/node_modules/better-auth/dist/plugins/organization/access/index.cjs</a:t>
            </a:r>
          </a:p>
          <a:p>
            <a:pPr>
              <a:defRPr sz="1200"/>
            </a:pPr>
            <a:r>
              <a:t>D:/pasar_fix/node_modules/.bun/better-auth@1.3.4+d0e719b86e9808b5/node_modules/better-auth/dist/plugins/organization/access/index.d.cts</a:t>
            </a:r>
          </a:p>
          <a:p>
            <a:pPr>
              <a:defRPr sz="1200"/>
            </a:pPr>
            <a:r>
              <a:t>D:/pasar_fix/node_modules/.bun/better-auth@1.3.4+d0e719b86e9808b5/node_modules/better-auth/dist/plugins/organization/access/index.d.mts</a:t>
            </a:r>
          </a:p>
          <a:p>
            <a:pPr>
              <a:defRPr sz="1200"/>
            </a:pPr>
            <a:r>
              <a:t>D:/pasar_fix/node_modules/.bun/better-auth@1.3.4+d0e719b86e9808b5/node_modules/better-auth/dist/plugins/organization/access/index.d.ts</a:t>
            </a:r>
          </a:p>
          <a:p>
            <a:pPr>
              <a:defRPr sz="1200"/>
            </a:pPr>
            <a:r>
              <a:t>D:/pasar_fix/node_modules/.bun/better-auth@1.3.4+d0e719b86e9808b5/node_modules/better-auth/dist/plugins/organization/access/index.mjs</a:t>
            </a:r>
          </a:p>
          <a:p>
            <a:pPr>
              <a:defRPr sz="1200"/>
            </a:pPr>
            <a:r>
              <a:t>D:/pasar_fix/node_modules/.bun/better-auth@1.3.4+d0e719b86e9808b5/node_modules/better-auth/dist/plugins/passkey/index.cjs</a:t>
            </a:r>
          </a:p>
          <a:p>
            <a:pPr>
              <a:defRPr sz="1200"/>
            </a:pPr>
            <a:r>
              <a:t>D:/pasar_fix/node_modules/.bun/better-auth@1.3.4+d0e719b86e9808b5/node_modules/better-auth/dist/plugins/passkey/index.d.cts</a:t>
            </a:r>
          </a:p>
          <a:p>
            <a:pPr>
              <a:defRPr sz="1200"/>
            </a:pPr>
            <a:r>
              <a:t>D:/pasar_fix/node_modules/.bun/better-auth@1.3.4+d0e719b86e9808b5/node_modules/better-auth/dist/plugins/passkey/index.d.mts</a:t>
            </a:r>
          </a:p>
          <a:p>
            <a:pPr>
              <a:defRPr sz="1200"/>
            </a:pPr>
            <a:r>
              <a:t>D:/pasar_fix/node_modules/.bun/better-auth@1.3.4+d0e719b86e9808b5/node_modules/better-auth/dist/plugins/passkey/index.d.ts</a:t>
            </a:r>
          </a:p>
          <a:p>
            <a:pPr>
              <a:defRPr sz="1200"/>
            </a:pPr>
            <a:r>
              <a:t>D:/pasar_fix/node_modules/.bun/better-auth@1.3.4+d0e719b86e9808b5/node_modules/better-auth/dist/plugins/passkey/index.mjs</a:t>
            </a:r>
          </a:p>
          <a:p>
            <a:pPr>
              <a:defRPr sz="1200"/>
            </a:pPr>
            <a:r>
              <a:t>D:/pasar_fix/node_modules/.bun/better-auth@1.3.4+d0e719b86e9808b5/node_modules/better-auth/dist/plugins/phone-number/index.cjs</a:t>
            </a:r>
          </a:p>
          <a:p>
            <a:pPr>
              <a:defRPr sz="1200"/>
            </a:pPr>
            <a:r>
              <a:t>D:/pasar_fix/node_modules/.bun/better-auth@1.3.4+d0e719b86e9808b5/node_modules/better-auth/dist/plugins/phone-number/index.d.cts</a:t>
            </a:r>
          </a:p>
          <a:p>
            <a:pPr>
              <a:defRPr sz="1200"/>
            </a:pPr>
            <a:r>
              <a:t>D:/pasar_fix/node_modules/.bun/better-auth@1.3.4+d0e719b86e9808b5/node_modules/better-auth/dist/plugins/phone-number/index.d.mts</a:t>
            </a:r>
          </a:p>
          <a:p>
            <a:pPr>
              <a:defRPr sz="1200"/>
            </a:pPr>
            <a:r>
              <a:t>D:/pasar_fix/node_modules/.bun/better-auth@1.3.4+d0e719b86e9808b5/node_modules/better-auth/dist/plugins/phone-number/index.d.ts</a:t>
            </a:r>
          </a:p>
          <a:p>
            <a:pPr>
              <a:defRPr sz="1200"/>
            </a:pPr>
            <a:r>
              <a:t>D:/pasar_fix/node_modules/.bun/better-auth@1.3.4+d0e719b86e9808b5/node_modules/better-auth/dist/plugins/phone-number/index.mjs</a:t>
            </a:r>
          </a:p>
          <a:p>
            <a:pPr>
              <a:defRPr sz="1200"/>
            </a:pPr>
            <a:r>
              <a:t>D:/pasar_fix/node_modules/.bun/better-auth@1.3.4+d0e719b86e9808b5/node_modules/better-auth/dist/plugins/siwe/index.cjs</a:t>
            </a:r>
          </a:p>
          <a:p>
            <a:pPr>
              <a:defRPr sz="1200"/>
            </a:pPr>
            <a:r>
              <a:t>D:/pasar_fix/node_modules/.bun/better-auth@1.3.4+d0e719b86e9808b5/node_modules/better-auth/dist/plugins/siwe/index.d.cts</a:t>
            </a:r>
          </a:p>
          <a:p>
            <a:pPr>
              <a:defRPr sz="1200"/>
            </a:pPr>
            <a:r>
              <a:t>D:/pasar_fix/node_modules/.bun/better-auth@1.3.4+d0e719b86e9808b5/node_modules/better-auth/dist/plugins/siwe/index.d.mts</a:t>
            </a:r>
          </a:p>
          <a:p>
            <a:pPr>
              <a:defRPr sz="1200"/>
            </a:pPr>
            <a:r>
              <a:t>D:/pasar_fix/node_modules/.bun/better-auth@1.3.4+d0e719b86e9808b5/node_modules/better-auth/dist/plugins/siwe/index.d.ts</a:t>
            </a:r>
          </a:p>
          <a:p>
            <a:pPr>
              <a:defRPr sz="1200"/>
            </a:pPr>
            <a:r>
              <a:t>D:/pasar_fix/node_modules/.bun/better-auth@1.3.4+d0e719b86e9808b5/node_modules/better-auth/dist/plugins/siwe/index.mjs</a:t>
            </a:r>
          </a:p>
          <a:p>
            <a:pPr>
              <a:defRPr sz="1200"/>
            </a:pPr>
            <a:r>
              <a:t>D:/pasar_fix/node_modules/.bun/better-auth@1.3.4+d0e719b86e9808b5/node_modules/better-auth/dist/plugins/sso/index.cjs</a:t>
            </a:r>
          </a:p>
          <a:p>
            <a:pPr>
              <a:defRPr sz="1200"/>
            </a:pPr>
            <a:r>
              <a:t>D:/pasar_fix/node_modules/.bun/better-auth@1.3.4+d0e719b86e9808b5/node_modules/better-auth/dist/plugins/sso/index.d.cts</a:t>
            </a:r>
          </a:p>
          <a:p>
            <a:pPr>
              <a:defRPr sz="1200"/>
            </a:pPr>
            <a:r>
              <a:t>D:/pasar_fix/node_modules/.bun/better-auth@1.3.4+d0e719b86e9808b5/node_modules/better-auth/dist/plugins/sso/index.d.mts</a:t>
            </a:r>
          </a:p>
          <a:p>
            <a:pPr>
              <a:defRPr sz="1200"/>
            </a:pPr>
            <a:r>
              <a:t>D:/pasar_fix/node_modules/.bun/better-auth@1.3.4+d0e719b86e9808b5/node_modules/better-auth/dist/plugins/sso/index.d.ts</a:t>
            </a:r>
          </a:p>
          <a:p>
            <a:pPr>
              <a:defRPr sz="1200"/>
            </a:pPr>
            <a:r>
              <a:t>D:/pasar_fix/node_modules/.bun/better-auth@1.3.4+d0e719b86e9808b5/node_modules/better-auth/dist/plugins/sso/index.mjs</a:t>
            </a:r>
          </a:p>
          <a:p>
            <a:pPr>
              <a:defRPr sz="1200"/>
            </a:pPr>
            <a:r>
              <a:t>D:/pasar_fix/node_modules/.bun/better-auth@1.3.4+d0e719b86e9808b5/node_modules/better-auth/dist/plugins/two-factor/index.cjs</a:t>
            </a:r>
          </a:p>
          <a:p>
            <a:pPr>
              <a:defRPr sz="1200"/>
            </a:pPr>
            <a:r>
              <a:t>D:/pasar_fix/node_modules/.bun/better-auth@1.3.4+d0e719b86e9808b5/node_modules/better-auth/dist/plugins/two-factor/index.d.cts</a:t>
            </a:r>
          </a:p>
          <a:p>
            <a:pPr>
              <a:defRPr sz="1200"/>
            </a:pPr>
            <a:r>
              <a:t>D:/pasar_fix/node_modules/.bun/better-auth@1.3.4+d0e719b86e9808b5/node_modules/better-auth/dist/plugins/two-factor/index.d.mts</a:t>
            </a:r>
          </a:p>
          <a:p>
            <a:pPr>
              <a:defRPr sz="1200"/>
            </a:pPr>
            <a:r>
              <a:t>D:/pasar_fix/node_modules/.bun/better-auth@1.3.4+d0e719b86e9808b5/node_modules/better-auth/dist/plugins/two-factor/index.d.ts</a:t>
            </a:r>
          </a:p>
          <a:p>
            <a:pPr>
              <a:defRPr sz="1200"/>
            </a:pPr>
            <a:r>
              <a:t>D:/pasar_fix/node_modules/.bun/better-auth@1.3.4+d0e719b86e9808b5/node_modules/better-auth/dist/plugins/two-factor/index.mjs</a:t>
            </a:r>
          </a:p>
          <a:p>
            <a:pPr>
              <a:defRPr sz="1200"/>
            </a:pPr>
            <a:r>
              <a:t>D:/pasar_fix/node_modules/.bun/better-auth@1.3.4+d0e719b86e9808b5/node_modules/better-auth/dist/plugins/username/index.cjs</a:t>
            </a:r>
          </a:p>
          <a:p>
            <a:pPr>
              <a:defRPr sz="1200"/>
            </a:pPr>
            <a:r>
              <a:t>D:/pasar_fix/node_modules/.bun/better-auth@1.3.4+d0e719b86e9808b5/node_modules/better-auth/dist/plugins/username/index.d.cts</a:t>
            </a:r>
          </a:p>
          <a:p>
            <a:pPr>
              <a:defRPr sz="1200"/>
            </a:pPr>
            <a:r>
              <a:t>D:/pasar_fix/node_modules/.bun/better-auth@1.3.4+d0e719b86e9808b5/node_modules/better-auth/dist/plugins/username/index.d.mts</a:t>
            </a:r>
          </a:p>
          <a:p>
            <a:pPr>
              <a:defRPr sz="1200"/>
            </a:pPr>
            <a:r>
              <a:t>D:/pasar_fix/node_modules/.bun/better-auth@1.3.4+d0e719b86e9808b5/node_modules/better-auth/dist/plugins/username/index.d.ts</a:t>
            </a:r>
          </a:p>
          <a:p>
            <a:pPr>
              <a:defRPr sz="1200"/>
            </a:pPr>
            <a:r>
              <a:t>D:/pasar_fix/node_modules/.bun/better-auth@1.3.4+d0e719b86e9808b5/node_modules/better-auth/dist/plugins/username/index.mjs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D:/pasar_fix/node_modules/.bun/better-auth@1.3.4+d0e719b86e9808b5/node_modules/better-auth/dist/shared/better-auth.8zoxzg-F.mjs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D:/pasar_fix/node_modules/.bun/better-auth@1.3.4+d0e719b86e9808b5/node_modules/better-auth/dist/shared/better-auth.ANpbi45u.cjs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D:/pasar_fix/node_modules/.bun/better-auth@1.3.4+d0e719b86e9808b5/node_modules/better-auth/dist/shared/better-auth.A_Crzln-.mjs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D:/pasar_fix/node_modules/.bun/better-auth@1.3.4+d0e719b86e9808b5/node_modules/better-auth/dist/shared/better-auth.B4Qoxdgc.mjs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D:/pasar_fix/node_modules/.bun/better-auth@1.3.4+d0e719b86e9808b5/node_modules/better-auth/dist/shared/better-auth.B5AIJRmu.d.ts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D:/pasar_fix/node_modules/.bun/better-auth@1.3.4+d0e719b86e9808b5/node_modules/better-auth/dist/shared/better-auth.Bafolo-S.cjs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D:/pasar_fix/node_modules/.bun/better-auth@1.3.4+d0e719b86e9808b5/node_modules/better-auth/dist/shared/better-auth.BAVl6lbU.d.cts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D:/pasar_fix/node_modules/.bun/better-auth@1.3.4+d0e719b86e9808b5/node_modules/better-auth/dist/shared/better-auth.Bb7LJw0e.d.cts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D:/pasar_fix/node_modules/.bun/better-auth@1.3.4+d0e719b86e9808b5/node_modules/better-auth/dist/shared/better-auth.BEphVDyL.cjs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D:/pasar_fix/node_modules/.bun/better-auth@1.3.4+d0e719b86e9808b5/node_modules/better-auth/dist/shared/better-auth.BIMq4RPW.cjs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D:/pasar_fix/node_modules/.bun/better-auth@1.3.4+d0e719b86e9808b5/node_modules/better-auth/dist/shared/better-auth.Bi_HZkIu.mjs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D:/pasar_fix/node_modules/.bun/better-auth@1.3.4+d0e719b86e9808b5/node_modules/better-auth/dist/shared/better-auth.bkwPl2G4.mjs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D:/pasar_fix/node_modules/.bun/better-auth@1.3.4+d0e719b86e9808b5/node_modules/better-auth/dist/shared/better-auth.BLDOwz3i.cjs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D:/pasar_fix/node_modules/.bun/better-auth@1.3.4+d0e719b86e9808b5/node_modules/better-auth/dist/shared/better-auth.BT1jd5k2.cjs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D:/pasar_fix/node_modules/.bun/better-auth@1.3.4+d0e719b86e9808b5/node_modules/better-auth/dist/shared/better-auth.Bu6UgQrE.cjs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D:/pasar_fix/node_modules/.bun/better-auth@1.3.4+d0e719b86e9808b5/node_modules/better-auth/dist/shared/better-auth.Buni1mmI.mjs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D:/pasar_fix/node_modules/.bun/better-auth@1.3.4+d0e719b86e9808b5/node_modules/better-auth/dist/shared/better-auth.BW8BpneG.cjs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D:/pasar_fix/node_modules/.bun/better-auth@1.3.4+d0e719b86e9808b5/node_modules/better-auth/dist/shared/better-auth.ByruPN9q.mjs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D:/pasar_fix/node_modules/.bun/better-auth@1.3.4+d0e719b86e9808b5/node_modules/better-auth/dist/shared/better-auth.C-R0J0n1.cjs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D:/pasar_fix/node_modules/.bun/better-auth@1.3.4+d0e719b86e9808b5/node_modules/better-auth/dist/shared/better-auth.C1hdVENX.cjs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D:/pasar_fix/node_modules/.bun/better-auth@1.3.4+d0e719b86e9808b5/node_modules/better-auth/dist/shared/better-auth.C3JMOQZ3.cjs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D:/pasar_fix/node_modules/.bun/better-auth@1.3.4+d0e719b86e9808b5/node_modules/better-auth/dist/shared/better-auth.Cbhy6WDJ.mjs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D:/pasar_fix/node_modules/.bun/better-auth@1.3.4+d0e719b86e9808b5/node_modules/better-auth/dist/shared/better-auth.CdI2sJZM.d.mts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D:/pasar_fix/node_modules/.bun/better-auth@1.3.4+d0e719b86e9808b5/node_modules/better-auth/dist/shared/better-auth.CDXNofOe.cjs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D:/pasar_fix/node_modules/.bun/better-auth@1.3.4+d0e719b86e9808b5/node_modules/better-auth/dist/shared/better-auth.CeHRmQ1_.mjs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D:/pasar_fix/node_modules/.bun/better-auth@1.3.4+d0e719b86e9808b5/node_modules/better-auth/dist/shared/better-auth.CeLY0dLy.cjs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D:/pasar_fix/node_modules/.bun/better-auth@1.3.4+d0e719b86e9808b5/node_modules/better-auth/dist/shared/better-auth.Cg1dmr5y.cjs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D:/pasar_fix/node_modules/.bun/better-auth@1.3.4+d0e719b86e9808b5/node_modules/better-auth/dist/shared/better-auth.CGrHn1Ih.mjs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D:/pasar_fix/node_modules/.bun/better-auth@1.3.4+d0e719b86e9808b5/node_modules/better-auth/dist/shared/better-auth.Ck3n8bMC.cjs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D:/pasar_fix/node_modules/.bun/better-auth@1.3.4+d0e719b86e9808b5/node_modules/better-auth/dist/shared/better-auth.Clgagr7Y.cjs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D:/pasar_fix/node_modules/.bun/better-auth@1.3.4+d0e719b86e9808b5/node_modules/better-auth/dist/shared/better-auth.ClujkCMK.d.cts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D:/pasar_fix/node_modules/.bun/better-auth@1.3.4+d0e719b86e9808b5/node_modules/better-auth/dist/shared/better-auth.ClXlabtY.d.ts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D:/pasar_fix/node_modules/.bun/better-auth@1.3.4+d0e719b86e9808b5/node_modules/better-auth/dist/shared/better-auth.Cm8OvsAW.cjs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D:/pasar_fix/node_modules/.bun/better-auth@1.3.4+d0e719b86e9808b5/node_modules/better-auth/dist/shared/better-auth.CSmnO3Gi.mjs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D:/pasar_fix/node_modules/.bun/better-auth@1.3.4+d0e719b86e9808b5/node_modules/better-auth/dist/shared/better-auth.CUMpWXN6.d.ts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D:/pasar_fix/node_modules/.bun/better-auth@1.3.4+d0e719b86e9808b5/node_modules/better-auth/dist/shared/better-auth.CVwggEK6.cjs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D:/pasar_fix/node_modules/.bun/better-auth@1.3.4+d0e719b86e9808b5/node_modules/better-auth/dist/shared/better-auth.CW6D9eSx.mjs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D:/pasar_fix/node_modules/.bun/better-auth@1.3.4+d0e719b86e9808b5/node_modules/better-auth/dist/shared/better-auth.CXhVNgXP.cjs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D:/pasar_fix/node_modules/.bun/better-auth@1.3.4+d0e719b86e9808b5/node_modules/better-auth/dist/shared/better-auth.CXlGSHh_.mjs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D:/pasar_fix/node_modules/.bun/better-auth@1.3.4+d0e719b86e9808b5/node_modules/better-auth/dist/shared/better-auth.CYeOI8C-.cjs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D:/pasar_fix/node_modules/.bun/better-auth@1.3.4+d0e719b86e9808b5/node_modules/better-auth/dist/shared/better-auth.D-2CmEwz.mjs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D:/pasar_fix/node_modules/.bun/better-auth@1.3.4+d0e719b86e9808b5/node_modules/better-auth/dist/shared/better-auth.D3mtHEZg.cjs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D:/pasar_fix/node_modules/.bun/better-auth@1.3.4+d0e719b86e9808b5/node_modules/better-auth/dist/shared/better-auth.D7N9YNr5.cjs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D:/pasar_fix/node_modules/.bun/better-auth@1.3.4+d0e719b86e9808b5/node_modules/better-auth/dist/shared/better-auth.DaraubvE.d.cts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D:/pasar_fix/node_modules/.bun/better-auth@1.3.4+d0e719b86e9808b5/node_modules/better-auth/dist/shared/better-auth.DBGfIDnh.mjs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D:/pasar_fix/node_modules/.bun/better-auth@1.3.4+d0e719b86e9808b5/node_modules/better-auth/dist/shared/better-auth.DbQJKdHV.mjs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D:/pasar_fix/node_modules/.bun/better-auth@1.3.4+d0e719b86e9808b5/node_modules/better-auth/dist/shared/better-auth.DcfNPS8q.mjs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D:/pasar_fix/node_modules/.bun/better-auth@1.3.4+d0e719b86e9808b5/node_modules/better-auth/dist/shared/better-auth.Ddw8bVyV.mjs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D:/pasar_fix/node_modules/.bun/better-auth@1.3.4+d0e719b86e9808b5/node_modules/better-auth/dist/shared/better-auth.DdzSJf-n.mjs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D:/pasar_fix/node_modules/.bun/better-auth@1.3.4+d0e719b86e9808b5/node_modules/better-auth/dist/shared/better-auth.DE0e1vWX.d.ts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D:/pasar_fix/node_modules/.bun/better-auth@1.3.4+d0e719b86e9808b5/node_modules/better-auth/dist/shared/better-auth.DEHJp1rk.d.cts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D:/pasar_fix/node_modules/.bun/better-auth@1.3.4+d0e719b86e9808b5/node_modules/better-auth/dist/shared/better-auth.DEHJp1rk.d.mts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D:/pasar_fix/node_modules/.bun/better-auth@1.3.4+d0e719b86e9808b5/node_modules/better-auth/dist/shared/better-auth.DEHJp1rk.d.ts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D:/pasar_fix/node_modules/.bun/better-auth@1.3.4+d0e719b86e9808b5/node_modules/better-auth/dist/shared/better-auth.DGpadpzN.mjs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D:/pasar_fix/node_modules/.bun/better-auth@1.3.4+d0e719b86e9808b5/node_modules/better-auth/dist/shared/better-auth.DhsGZ30Q.cjs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D:/pasar_fix/node_modules/.bun/better-auth@1.3.4+d0e719b86e9808b5/node_modules/better-auth/dist/shared/better-auth.DI0OyFsZ.cjs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D:/pasar_fix/node_modules/.bun/better-auth@1.3.4+d0e719b86e9808b5/node_modules/better-auth/dist/shared/better-auth.DiSjtgs9.cjs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D:/pasar_fix/node_modules/.bun/better-auth@1.3.4+d0e719b86e9808b5/node_modules/better-auth/dist/shared/better-auth.DLrq3bEM.cjs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D:/pasar_fix/node_modules/.bun/better-auth@1.3.4+d0e719b86e9808b5/node_modules/better-auth/dist/shared/better-auth.DnER2-iT.cjs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D:/pasar_fix/node_modules/.bun/better-auth@1.3.4+d0e719b86e9808b5/node_modules/better-auth/dist/shared/better-auth.DNqtHmvg.cjs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D:/pasar_fix/node_modules/.bun/better-auth@1.3.4+d0e719b86e9808b5/node_modules/better-auth/dist/shared/better-auth.DOgvYMa8.cjs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D:/pasar_fix/node_modules/.bun/better-auth@1.3.4+d0e719b86e9808b5/node_modules/better-auth/dist/shared/better-auth.DORkW_Ge.mjs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D:/pasar_fix/node_modules/.bun/better-auth@1.3.4+d0e719b86e9808b5/node_modules/better-auth/dist/shared/better-auth.DPjhN9w6.cjs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D:/pasar_fix/node_modules/.bun/better-auth@1.3.4+d0e719b86e9808b5/node_modules/better-auth/dist/shared/better-auth.DQI8AD7d.mjs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D:/pasar_fix/node_modules/.bun/better-auth@1.3.4+d0e719b86e9808b5/node_modules/better-auth/dist/shared/better-auth.DqUVqYY8.d.ts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D:/pasar_fix/node_modules/.bun/better-auth@1.3.4+d0e719b86e9808b5/node_modules/better-auth/dist/shared/better-auth.DRCA5tuq.mjs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D:/pasar_fix/node_modules/.bun/better-auth@1.3.4+d0e719b86e9808b5/node_modules/better-auth/dist/shared/better-auth.Dt0CvI2z.mjs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D:/pasar_fix/node_modules/.bun/better-auth@1.3.4+d0e719b86e9808b5/node_modules/better-auth/dist/shared/better-auth.DwzM-9N1.mjs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D:/pasar_fix/node_modules/.bun/better-auth@1.3.4+d0e719b86e9808b5/node_modules/better-auth/dist/shared/better-auth.Dxl6OMy2.mjs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D:/pasar_fix/node_modules/.bun/better-auth@1.3.4+d0e719b86e9808b5/node_modules/better-auth/dist/shared/better-auth.DXqcUO8W.mjs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D:/pasar_fix/node_modules/.bun/better-auth@1.3.4+d0e719b86e9808b5/node_modules/better-auth/dist/shared/better-auth.DyfNka02.d.cts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D:/pasar_fix/node_modules/.bun/better-auth@1.3.4+d0e719b86e9808b5/node_modules/better-auth/dist/shared/better-auth.DzBLnNed.cjs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D:/pasar_fix/node_modules/.bun/better-auth@1.3.4+d0e719b86e9808b5/node_modules/better-auth/dist/shared/better-auth.eU9N6-2M.d.mts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D:/pasar_fix/node_modules/.bun/better-auth@1.3.4+d0e719b86e9808b5/node_modules/better-auth/dist/shared/better-auth.ffWeg50w.mjs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D:/pasar_fix/node_modules/.bun/better-auth@1.3.4+d0e719b86e9808b5/node_modules/better-auth/dist/shared/better-auth.gBl3F_xa.mjs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D:/pasar_fix/node_modules/.bun/better-auth@1.3.4+d0e719b86e9808b5/node_modules/better-auth/dist/shared/better-auth.j7bZDqsa.d.mts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D:/pasar_fix/node_modules/.bun/better-auth@1.3.4+d0e719b86e9808b5/node_modules/better-auth/dist/shared/better-auth.n2KFGwjY.mjs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D:/pasar_fix/node_modules/.bun/better-auth@1.3.4+d0e719b86e9808b5/node_modules/better-auth/dist/shared/better-auth.QdXfKtIf.d.mts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D:/pasar_fix/node_modules/.bun/better-auth@1.3.4+d0e719b86e9808b5/node_modules/better-auth/dist/shared/better-auth.rzigBjjF.cjs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D:/pasar_fix/node_modules/.bun/better-auth@1.3.4+d0e719b86e9808b5/node_modules/better-auth/dist/shared/better-auth.tB5eU6EY.mjs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D:/pasar_fix/node_modules/.bun/better-auth@1.3.4+d0e719b86e9808b5/node_modules/better-auth/dist/shared/better-auth.ttwhJPkY.cjs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D:/pasar_fix/node_modules/.bun/better-auth@1.3.4+d0e719b86e9808b5/node_modules/better-auth/dist/shared/better-auth.vBR00frE.cjs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D:/pasar_fix/node_modules/.bun/better-auth@1.3.4+d0e719b86e9808b5/node_modules/better-auth/dist/shared/better-auth.VTXNLFMT.mjs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D:/pasar_fix/node_modules/.bun/better-auth@1.3.4+d0e719b86e9808b5/node_modules/better-auth/dist/shared/better-auth.Y5IQFOyT.d.mts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D:/pasar_fix/node_modules/.bun/better-auth@1.3.4+d0e719b86e9808b5/node_modules/better-auth/dist/shared/better-auth.YwDQhoPc.mjs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D:/pasar_fix/node_modules/.bun/better-auth@1.3.4+d0e719b86e9808b5/node_modules/better-auth/dist/shared/better-auth.z3dsxLxE.mjs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D:/pasar_fix/node_modules/.bun/better-auth@1.3.4+d0e719b86e9808b5/node_modules/better-auth/dist/shared/better-auth.ZSfSbnQT.d.cts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D:/pasar_fix/node_modules/.bun/better-auth@1.3.4+d0e719b86e9808b5/node_modules/better-auth/dist/shared/better-auth.ZSfSbnQT.d.mts</a:t>
            </a:r>
          </a:p>
          <a:p>
            <a:pPr>
              <a:defRPr sz="1200"/>
            </a:pPr>
            <a:r>
              <a:t>D:/pasar_fix/node_modules/.bun/better-auth@1.3.4+d0e719b86e9808b5/node_modules/better-auth/dist/shared/better-auth.ZSfSbnQT.d.ts</a:t>
            </a:r>
          </a:p>
          <a:p>
            <a:pPr>
              <a:defRPr sz="1200"/>
            </a:pPr>
            <a:r>
              <a:t>D:/pasar_fix/node_modules/.bun/better-auth@1.3.4+d0e719b86e9808b5/node_modules/better-auth/dist/social-providers/index.cjs</a:t>
            </a:r>
          </a:p>
          <a:p>
            <a:pPr>
              <a:defRPr sz="1200"/>
            </a:pPr>
            <a:r>
              <a:t>D:/pasar_fix/node_modules/.bun/better-auth@1.3.4+d0e719b86e9808b5/node_modules/better-auth/dist/social-providers/index.d.cts</a:t>
            </a:r>
          </a:p>
          <a:p>
            <a:pPr>
              <a:defRPr sz="1200"/>
            </a:pPr>
            <a:r>
              <a:t>D:/pasar_fix/node_modules/.bun/better-auth@1.3.4+d0e719b86e9808b5/node_modules/better-auth/dist/social-providers/index.d.mts</a:t>
            </a:r>
          </a:p>
          <a:p>
            <a:pPr>
              <a:defRPr sz="1200"/>
            </a:pPr>
            <a:r>
              <a:t>D:/pasar_fix/node_modules/.bun/better-auth@1.3.4+d0e719b86e9808b5/node_modules/better-auth/dist/social-providers/index.d.ts</a:t>
            </a:r>
          </a:p>
          <a:p>
            <a:pPr>
              <a:defRPr sz="1200"/>
            </a:pPr>
            <a:r>
              <a:t>D:/pasar_fix/node_modules/.bun/better-auth@1.3.4+d0e719b86e9808b5/node_modules/better-auth/dist/social-providers/index.mjs</a:t>
            </a:r>
          </a:p>
          <a:p>
            <a:pPr>
              <a:defRPr sz="1200"/>
            </a:pPr>
            <a:r>
              <a:t>D:/pasar_fix/node_modules/.bun/better-auth@1.3.4+d0e719b86e9808b5/node_modules/better-auth/dist/test-utils/index.cjs</a:t>
            </a:r>
          </a:p>
          <a:p>
            <a:pPr>
              <a:defRPr sz="1200"/>
            </a:pPr>
            <a:r>
              <a:t>D:/pasar_fix/node_modules/.bun/better-auth@1.3.4+d0e719b86e9808b5/node_modules/better-auth/dist/test-utils/index.d.cts</a:t>
            </a:r>
          </a:p>
          <a:p>
            <a:pPr>
              <a:defRPr sz="1200"/>
            </a:pPr>
            <a:r>
              <a:t>D:/pasar_fix/node_modules/.bun/better-auth@1.3.4+d0e719b86e9808b5/node_modules/better-auth/dist/test-utils/index.d.mts</a:t>
            </a:r>
          </a:p>
          <a:p>
            <a:pPr>
              <a:defRPr sz="1200"/>
            </a:pPr>
            <a:r>
              <a:t>D:/pasar_fix/node_modules/.bun/better-auth@1.3.4+d0e719b86e9808b5/node_modules/better-auth/dist/test-utils/index.d.ts</a:t>
            </a:r>
          </a:p>
          <a:p>
            <a:pPr>
              <a:defRPr sz="1200"/>
            </a:pPr>
            <a:r>
              <a:t>D:/pasar_fix/node_modules/.bun/better-auth@1.3.4+d0e719b86e9808b5/node_modules/better-auth/dist/test-utils/index.mjs</a:t>
            </a:r>
          </a:p>
          <a:p>
            <a:pPr>
              <a:defRPr sz="1200"/>
            </a:pPr>
            <a:r>
              <a:t>D:/pasar_fix/node_modules/.bun/better-auth@1.3.4+d0e719b86e9808b5/node_modules/better-auth/dist/types/index.cjs</a:t>
            </a:r>
          </a:p>
          <a:p>
            <a:pPr>
              <a:defRPr sz="1200"/>
            </a:pPr>
            <a:r>
              <a:t>D:/pasar_fix/node_modules/.bun/better-auth@1.3.4+d0e719b86e9808b5/node_modules/better-auth/dist/types/index.d.cts</a:t>
            </a:r>
          </a:p>
          <a:p>
            <a:pPr>
              <a:defRPr sz="1200"/>
            </a:pPr>
            <a:r>
              <a:t>D:/pasar_fix/node_modules/.bun/better-auth@1.3.4+d0e719b86e9808b5/node_modules/better-auth/dist/types/index.d.mts</a:t>
            </a:r>
          </a:p>
          <a:p>
            <a:pPr>
              <a:defRPr sz="1200"/>
            </a:pPr>
            <a:r>
              <a:t>D:/pasar_fix/node_modules/.bun/better-auth@1.3.4+d0e719b86e9808b5/node_modules/better-auth/dist/types/index.d.ts</a:t>
            </a:r>
          </a:p>
          <a:p>
            <a:pPr>
              <a:defRPr sz="1200"/>
            </a:pPr>
            <a:r>
              <a:t>D:/pasar_fix/node_modules/.bun/better-auth@1.3.4+d0e719b86e9808b5/node_modules/better-auth/dist/types/index.mjs</a:t>
            </a:r>
          </a:p>
          <a:p>
            <a:pPr>
              <a:defRPr sz="1200"/>
            </a:pPr>
            <a:r>
              <a:t>D:/pasar_fix/node_modules/.bun/better-call@1.3.5+68a1e3a0c4588df3/node_modules/better-call/LICENSE</a:t>
            </a:r>
          </a:p>
          <a:p>
            <a:pPr>
              <a:defRPr sz="1200"/>
            </a:pPr>
            <a:r>
              <a:t>D:/pasar_fix/node_modules/.bun/better-call@1.3.5+68a1e3a0c4588df3/node_modules/better-call/package.json</a:t>
            </a:r>
          </a:p>
          <a:p>
            <a:pPr>
              <a:defRPr sz="1200"/>
            </a:pPr>
            <a:r>
              <a:t>D:/pasar_fix/node_modules/.bun/better-call@1.3.5+68a1e3a0c4588df3/node_modules/better-call/dist/client.cjs</a:t>
            </a:r>
          </a:p>
          <a:p>
            <a:pPr>
              <a:defRPr sz="1200"/>
            </a:pPr>
            <a:r>
              <a:t>D:/pasar_fix/node_modules/.bun/better-call@1.3.5+68a1e3a0c4588df3/node_modules/better-call/dist/client.cjs.map</a:t>
            </a:r>
          </a:p>
          <a:p>
            <a:pPr>
              <a:defRPr sz="1200"/>
            </a:pPr>
            <a:r>
              <a:t>D:/pasar_fix/node_modules/.bun/better-call@1.3.5+68a1e3a0c4588df3/node_modules/better-call/dist/client.d.cts</a:t>
            </a:r>
          </a:p>
          <a:p>
            <a:pPr>
              <a:defRPr sz="1200"/>
            </a:pPr>
            <a:r>
              <a:t>D:/pasar_fix/node_modules/.bun/better-call@1.3.5+68a1e3a0c4588df3/node_modules/better-call/dist/client.d.mts</a:t>
            </a:r>
          </a:p>
          <a:p>
            <a:pPr>
              <a:defRPr sz="1200"/>
            </a:pPr>
            <a:r>
              <a:t>D:/pasar_fix/node_modules/.bun/better-call@1.3.5+68a1e3a0c4588df3/node_modules/better-call/dist/client.mjs</a:t>
            </a:r>
          </a:p>
          <a:p>
            <a:pPr>
              <a:defRPr sz="1200"/>
            </a:pPr>
            <a:r>
              <a:t>D:/pasar_fix/node_modules/.bun/better-call@1.3.5+68a1e3a0c4588df3/node_modules/better-call/dist/client.mjs.map</a:t>
            </a:r>
          </a:p>
          <a:p>
            <a:pPr>
              <a:defRPr sz="1200"/>
            </a:pPr>
            <a:r>
              <a:t>D:/pasar_fix/node_modules/.bun/better-call@1.3.5+68a1e3a0c4588df3/node_modules/better-call/dist/context.cjs</a:t>
            </a:r>
          </a:p>
          <a:p>
            <a:pPr>
              <a:defRPr sz="1200"/>
            </a:pPr>
            <a:r>
              <a:t>D:/pasar_fix/node_modules/.bun/better-call@1.3.5+68a1e3a0c4588df3/node_modules/better-call/dist/context.cjs.map</a:t>
            </a:r>
          </a:p>
          <a:p>
            <a:pPr>
              <a:defRPr sz="1200"/>
            </a:pPr>
            <a:r>
              <a:t>D:/pasar_fix/node_modules/.bun/better-call@1.3.5+68a1e3a0c4588df3/node_modules/better-call/dist/context.d.cts</a:t>
            </a:r>
          </a:p>
          <a:p>
            <a:pPr>
              <a:defRPr sz="1200"/>
            </a:pPr>
            <a:r>
              <a:t>D:/pasar_fix/node_modules/.bun/better-call@1.3.5+68a1e3a0c4588df3/node_modules/better-call/dist/context.d.mts</a:t>
            </a:r>
          </a:p>
          <a:p>
            <a:pPr>
              <a:defRPr sz="1200"/>
            </a:pPr>
            <a:r>
              <a:t>D:/pasar_fix/node_modules/.bun/better-call@1.3.5+68a1e3a0c4588df3/node_modules/better-call/dist/context.mjs</a:t>
            </a:r>
          </a:p>
          <a:p>
            <a:pPr>
              <a:defRPr sz="1200"/>
            </a:pPr>
            <a:r>
              <a:t>D:/pasar_fix/node_modules/.bun/better-call@1.3.5+68a1e3a0c4588df3/node_modules/better-call/dist/context.mjs.map</a:t>
            </a:r>
          </a:p>
          <a:p>
            <a:pPr>
              <a:defRPr sz="1200"/>
            </a:pPr>
            <a:r>
              <a:t>D:/pasar_fix/node_modules/.bun/better-call@1.3.5+68a1e3a0c4588df3/node_modules/better-call/dist/cookies.cjs</a:t>
            </a:r>
          </a:p>
          <a:p>
            <a:pPr>
              <a:defRPr sz="1200"/>
            </a:pPr>
            <a:r>
              <a:t>D:/pasar_fix/node_modules/.bun/better-call@1.3.5+68a1e3a0c4588df3/node_modules/better-call/dist/cookies.cjs.map</a:t>
            </a:r>
          </a:p>
          <a:p>
            <a:pPr>
              <a:defRPr sz="1200"/>
            </a:pPr>
            <a:r>
              <a:t>D:/pasar_fix/node_modules/.bun/better-call@1.3.5+68a1e3a0c4588df3/node_modules/better-call/dist/cookies.d.cts</a:t>
            </a:r>
          </a:p>
          <a:p>
            <a:pPr>
              <a:defRPr sz="1200"/>
            </a:pPr>
            <a:r>
              <a:t>D:/pasar_fix/node_modules/.bun/better-call@1.3.5+68a1e3a0c4588df3/node_modules/better-call/dist/cookies.d.mts</a:t>
            </a:r>
          </a:p>
          <a:p>
            <a:pPr>
              <a:defRPr sz="1200"/>
            </a:pPr>
            <a:r>
              <a:t>D:/pasar_fix/node_modules/.bun/better-call@1.3.5+68a1e3a0c4588df3/node_modules/better-call/dist/cookies.mjs</a:t>
            </a:r>
          </a:p>
          <a:p>
            <a:pPr>
              <a:defRPr sz="1200"/>
            </a:pPr>
            <a:r>
              <a:t>D:/pasar_fix/node_modules/.bun/better-call@1.3.5+68a1e3a0c4588df3/node_modules/better-call/dist/cookies.mjs.map</a:t>
            </a:r>
          </a:p>
          <a:p>
            <a:pPr>
              <a:defRPr sz="1200"/>
            </a:pPr>
            <a:r>
              <a:t>D:/pasar_fix/node_modules/.bun/better-call@1.3.5+68a1e3a0c4588df3/node_modules/better-call/dist/crypto.cjs</a:t>
            </a:r>
          </a:p>
          <a:p>
            <a:pPr>
              <a:defRPr sz="1200"/>
            </a:pPr>
            <a:r>
              <a:t>D:/pasar_fix/node_modules/.bun/better-call@1.3.5+68a1e3a0c4588df3/node_modules/better-call/dist/crypto.cjs.map</a:t>
            </a:r>
          </a:p>
          <a:p>
            <a:pPr>
              <a:defRPr sz="1200"/>
            </a:pPr>
            <a:r>
              <a:t>D:/pasar_fix/node_modules/.bun/better-call@1.3.5+68a1e3a0c4588df3/node_modules/better-call/dist/crypto.mjs</a:t>
            </a:r>
          </a:p>
          <a:p>
            <a:pPr>
              <a:defRPr sz="1200"/>
            </a:pPr>
            <a:r>
              <a:t>D:/pasar_fix/node_modules/.bun/better-call@1.3.5+68a1e3a0c4588df3/node_modules/better-call/dist/crypto.mjs.map</a:t>
            </a:r>
          </a:p>
          <a:p>
            <a:pPr>
              <a:defRPr sz="1200"/>
            </a:pPr>
            <a:r>
              <a:t>D:/pasar_fix/node_modules/.bun/better-call@1.3.5+68a1e3a0c4588df3/node_modules/better-call/dist/endpoint.cjs</a:t>
            </a:r>
          </a:p>
          <a:p>
            <a:pPr>
              <a:defRPr sz="1200"/>
            </a:pPr>
            <a:r>
              <a:t>D:/pasar_fix/node_modules/.bun/better-call@1.3.5+68a1e3a0c4588df3/node_modules/better-call/dist/endpoint.cjs.map</a:t>
            </a:r>
          </a:p>
          <a:p>
            <a:pPr>
              <a:defRPr sz="1200"/>
            </a:pPr>
            <a:r>
              <a:t>D:/pasar_fix/node_modules/.bun/better-call@1.3.5+68a1e3a0c4588df3/node_modules/better-call/dist/endpoint.d.cts</a:t>
            </a:r>
          </a:p>
          <a:p>
            <a:pPr>
              <a:defRPr sz="1200"/>
            </a:pPr>
            <a:r>
              <a:t>D:/pasar_fix/node_modules/.bun/better-call@1.3.5+68a1e3a0c4588df3/node_modules/better-call/dist/endpoint.d.mts</a:t>
            </a:r>
          </a:p>
          <a:p>
            <a:pPr>
              <a:defRPr sz="1200"/>
            </a:pPr>
            <a:r>
              <a:t>D:/pasar_fix/node_modules/.bun/better-call@1.3.5+68a1e3a0c4588df3/node_modules/better-call/dist/endpoint.mjs</a:t>
            </a:r>
          </a:p>
          <a:p>
            <a:pPr>
              <a:defRPr sz="1200"/>
            </a:pPr>
            <a:r>
              <a:t>D:/pasar_fix/node_modules/.bun/better-call@1.3.5+68a1e3a0c4588df3/node_modules/better-call/dist/endpoint.mjs.map</a:t>
            </a:r>
          </a:p>
          <a:p>
            <a:pPr>
              <a:defRPr sz="1200"/>
            </a:pPr>
            <a:r>
              <a:t>D:/pasar_fix/node_modules/.bun/better-call@1.3.5+68a1e3a0c4588df3/node_modules/better-call/dist/error.cjs</a:t>
            </a:r>
          </a:p>
          <a:p>
            <a:pPr>
              <a:defRPr sz="1200"/>
            </a:pPr>
            <a:r>
              <a:t>D:/pasar_fix/node_modules/.bun/better-call@1.3.5+68a1e3a0c4588df3/node_modules/better-call/dist/error.cjs.map</a:t>
            </a:r>
          </a:p>
          <a:p>
            <a:pPr>
              <a:defRPr sz="1200"/>
            </a:pPr>
            <a:r>
              <a:t>D:/pasar_fix/node_modules/.bun/better-call@1.3.5+68a1e3a0c4588df3/node_modules/better-call/dist/error.d.cts</a:t>
            </a:r>
          </a:p>
          <a:p>
            <a:pPr>
              <a:defRPr sz="1200"/>
            </a:pPr>
            <a:r>
              <a:t>D:/pasar_fix/node_modules/.bun/better-call@1.3.5+68a1e3a0c4588df3/node_modules/better-call/dist/error.d.mts</a:t>
            </a:r>
          </a:p>
          <a:p>
            <a:pPr>
              <a:defRPr sz="1200"/>
            </a:pPr>
            <a:r>
              <a:t>D:/pasar_fix/node_modules/.bun/better-call@1.3.5+68a1e3a0c4588df3/node_modules/better-call/dist/error.mjs</a:t>
            </a:r>
          </a:p>
          <a:p>
            <a:pPr>
              <a:defRPr sz="1200"/>
            </a:pPr>
            <a:r>
              <a:t>D:/pasar_fix/node_modules/.bun/better-call@1.3.5+68a1e3a0c4588df3/node_modules/better-call/dist/error.mjs.map</a:t>
            </a:r>
          </a:p>
          <a:p>
            <a:pPr>
              <a:defRPr sz="1200"/>
            </a:pPr>
            <a:r>
              <a:t>D:/pasar_fix/node_modules/.bun/better-call@1.3.5+68a1e3a0c4588df3/node_modules/better-call/dist/helper.d.cts</a:t>
            </a:r>
          </a:p>
          <a:p>
            <a:pPr>
              <a:defRPr sz="1200"/>
            </a:pPr>
            <a:r>
              <a:t>D:/pasar_fix/node_modules/.bun/better-call@1.3.5+68a1e3a0c4588df3/node_modules/better-call/dist/helper.d.mts</a:t>
            </a:r>
          </a:p>
          <a:p>
            <a:pPr>
              <a:defRPr sz="1200"/>
            </a:pPr>
            <a:r>
              <a:t>D:/pasar_fix/node_modules/.bun/better-call@1.3.5+68a1e3a0c4588df3/node_modules/better-call/dist/index.cjs</a:t>
            </a:r>
          </a:p>
          <a:p>
            <a:pPr>
              <a:defRPr sz="1200"/>
            </a:pPr>
            <a:r>
              <a:t>D:/pasar_fix/node_modules/.bun/better-call@1.3.5+68a1e3a0c4588df3/node_modules/better-call/dist/index.d.cts</a:t>
            </a:r>
          </a:p>
          <a:p>
            <a:pPr>
              <a:defRPr sz="1200"/>
            </a:pPr>
            <a:r>
              <a:t>D:/pasar_fix/node_modules/.bun/better-call@1.3.5+68a1e3a0c4588df3/node_modules/better-call/dist/index.d.mts</a:t>
            </a:r>
          </a:p>
          <a:p>
            <a:pPr>
              <a:defRPr sz="1200"/>
            </a:pPr>
            <a:r>
              <a:t>D:/pasar_fix/node_modules/.bun/better-call@1.3.5+68a1e3a0c4588df3/node_modules/better-call/dist/index.mjs</a:t>
            </a:r>
          </a:p>
          <a:p>
            <a:pPr>
              <a:defRPr sz="1200"/>
            </a:pPr>
            <a:r>
              <a:t>D:/pasar_fix/node_modules/.bun/better-call@1.3.5+68a1e3a0c4588df3/node_modules/better-call/dist/middleware.cjs</a:t>
            </a:r>
          </a:p>
          <a:p>
            <a:pPr>
              <a:defRPr sz="1200"/>
            </a:pPr>
            <a:r>
              <a:t>D:/pasar_fix/node_modules/.bun/better-call@1.3.5+68a1e3a0c4588df3/node_modules/better-call/dist/middleware.cjs.map</a:t>
            </a:r>
          </a:p>
          <a:p>
            <a:pPr>
              <a:defRPr sz="1200"/>
            </a:pPr>
            <a:r>
              <a:t>D:/pasar_fix/node_modules/.bun/better-call@1.3.5+68a1e3a0c4588df3/node_modules/better-call/dist/middleware.d.cts</a:t>
            </a:r>
          </a:p>
          <a:p>
            <a:pPr>
              <a:defRPr sz="1200"/>
            </a:pPr>
            <a:r>
              <a:t>D:/pasar_fix/node_modules/.bun/better-call@1.3.5+68a1e3a0c4588df3/node_modules/better-call/dist/middleware.d.mts</a:t>
            </a:r>
          </a:p>
          <a:p>
            <a:pPr>
              <a:defRPr sz="1200"/>
            </a:pPr>
            <a:r>
              <a:t>D:/pasar_fix/node_modules/.bun/better-call@1.3.5+68a1e3a0c4588df3/node_modules/better-call/dist/middleware.mjs</a:t>
            </a:r>
          </a:p>
          <a:p>
            <a:pPr>
              <a:defRPr sz="1200"/>
            </a:pPr>
            <a:r>
              <a:t>D:/pasar_fix/node_modules/.bun/better-call@1.3.5+68a1e3a0c4588df3/node_modules/better-call/dist/middleware.mjs.map</a:t>
            </a:r>
          </a:p>
          <a:p>
            <a:pPr>
              <a:defRPr sz="1200"/>
            </a:pPr>
            <a:r>
              <a:t>D:/pasar_fix/node_modules/.bun/better-call@1.3.5+68a1e3a0c4588df3/node_modules/better-call/dist/node.cjs</a:t>
            </a:r>
          </a:p>
          <a:p>
            <a:pPr>
              <a:defRPr sz="1200"/>
            </a:pPr>
            <a:r>
              <a:t>D:/pasar_fix/node_modules/.bun/better-call@1.3.5+68a1e3a0c4588df3/node_modules/better-call/dist/node.cjs.map</a:t>
            </a:r>
          </a:p>
          <a:p>
            <a:pPr>
              <a:defRPr sz="1200"/>
            </a:pPr>
            <a:r>
              <a:t>D:/pasar_fix/node_modules/.bun/better-call@1.3.5+68a1e3a0c4588df3/node_modules/better-call/dist/node.d.cts</a:t>
            </a:r>
          </a:p>
          <a:p>
            <a:pPr>
              <a:defRPr sz="1200"/>
            </a:pPr>
            <a:r>
              <a:t>D:/pasar_fix/node_modules/.bun/better-call@1.3.5+68a1e3a0c4588df3/node_modules/better-call/dist/node.d.mts</a:t>
            </a:r>
          </a:p>
          <a:p>
            <a:pPr>
              <a:defRPr sz="1200"/>
            </a:pPr>
            <a:r>
              <a:t>D:/pasar_fix/node_modules/.bun/better-call@1.3.5+68a1e3a0c4588df3/node_modules/better-call/dist/node.mjs</a:t>
            </a:r>
          </a:p>
          <a:p>
            <a:pPr>
              <a:defRPr sz="1200"/>
            </a:pPr>
            <a:r>
              <a:t>D:/pasar_fix/node_modules/.bun/better-call@1.3.5+68a1e3a0c4588df3/node_modules/better-call/dist/node.mjs.map</a:t>
            </a:r>
          </a:p>
          <a:p>
            <a:pPr>
              <a:defRPr sz="1200"/>
            </a:pPr>
            <a:r>
              <a:t>D:/pasar_fix/node_modules/.bun/better-call@1.3.5+68a1e3a0c4588df3/node_modules/better-call/dist/openapi.cjs</a:t>
            </a:r>
          </a:p>
          <a:p>
            <a:pPr>
              <a:defRPr sz="1200"/>
            </a:pPr>
            <a:r>
              <a:t>D:/pasar_fix/node_modules/.bun/better-call@1.3.5+68a1e3a0c4588df3/node_modules/better-call/dist/openapi.cjs.map</a:t>
            </a:r>
          </a:p>
          <a:p>
            <a:pPr>
              <a:defRPr sz="1200"/>
            </a:pPr>
            <a:r>
              <a:t>D:/pasar_fix/node_modules/.bun/better-call@1.3.5+68a1e3a0c4588df3/node_modules/better-call/dist/openapi.d.cts</a:t>
            </a:r>
          </a:p>
          <a:p>
            <a:pPr>
              <a:defRPr sz="1200"/>
            </a:pPr>
            <a:r>
              <a:t>D:/pasar_fix/node_modules/.bun/better-call@1.3.5+68a1e3a0c4588df3/node_modules/better-call/dist/openapi.d.mts</a:t>
            </a:r>
          </a:p>
          <a:p>
            <a:pPr>
              <a:defRPr sz="1200"/>
            </a:pPr>
            <a:r>
              <a:t>D:/pasar_fix/node_modules/.bun/better-call@1.3.5+68a1e3a0c4588df3/node_modules/better-call/dist/openapi.mjs</a:t>
            </a:r>
          </a:p>
          <a:p>
            <a:pPr>
              <a:defRPr sz="1200"/>
            </a:pPr>
            <a:r>
              <a:t>D:/pasar_fix/node_modules/.bun/better-call@1.3.5+68a1e3a0c4588df3/node_modules/better-call/dist/openapi.mjs.map</a:t>
            </a:r>
          </a:p>
          <a:p>
            <a:pPr>
              <a:defRPr sz="1200"/>
            </a:pPr>
            <a:r>
              <a:t>D:/pasar_fix/node_modules/.bun/better-call@1.3.5+68a1e3a0c4588df3/node_modules/better-call/dist/router.cjs</a:t>
            </a:r>
          </a:p>
          <a:p>
            <a:pPr>
              <a:defRPr sz="1200"/>
            </a:pPr>
            <a:r>
              <a:t>D:/pasar_fix/node_modules/.bun/better-call@1.3.5+68a1e3a0c4588df3/node_modules/better-call/dist/router.cjs.map</a:t>
            </a:r>
          </a:p>
          <a:p>
            <a:pPr>
              <a:defRPr sz="1200"/>
            </a:pPr>
            <a:r>
              <a:t>D:/pasar_fix/node_modules/.bun/better-call@1.3.5+68a1e3a0c4588df3/node_modules/better-call/dist/router.d.cts</a:t>
            </a:r>
          </a:p>
          <a:p>
            <a:pPr>
              <a:defRPr sz="1200"/>
            </a:pPr>
            <a:r>
              <a:t>D:/pasar_fix/node_modules/.bun/better-call@1.3.5+68a1e3a0c4588df3/node_modules/better-call/dist/router.d.mts</a:t>
            </a:r>
          </a:p>
          <a:p>
            <a:pPr>
              <a:defRPr sz="1200"/>
            </a:pPr>
            <a:r>
              <a:t>D:/pasar_fix/node_modules/.bun/better-call@1.3.5+68a1e3a0c4588df3/node_modules/better-call/dist/router.mjs</a:t>
            </a:r>
          </a:p>
          <a:p>
            <a:pPr>
              <a:defRPr sz="1200"/>
            </a:pPr>
            <a:r>
              <a:t>D:/pasar_fix/node_modules/.bun/better-call@1.3.5+68a1e3a0c4588df3/node_modules/better-call/dist/router.mjs.map</a:t>
            </a:r>
          </a:p>
          <a:p>
            <a:pPr>
              <a:defRPr sz="1200"/>
            </a:pPr>
            <a:r>
              <a:t>D:/pasar_fix/node_modules/.bun/better-call@1.3.5+68a1e3a0c4588df3/node_modules/better-call/dist/standard-schema.d.cts</a:t>
            </a:r>
          </a:p>
          <a:p>
            <a:pPr>
              <a:defRPr sz="1200"/>
            </a:pPr>
            <a:r>
              <a:t>D:/pasar_fix/node_modules/.bun/better-call@1.3.5+68a1e3a0c4588df3/node_modules/better-call/dist/standard-schema.d.mts</a:t>
            </a:r>
          </a:p>
          <a:p>
            <a:pPr>
              <a:defRPr sz="1200"/>
            </a:pPr>
            <a:r>
              <a:t>D:/pasar_fix/node_modules/.bun/better-call@1.3.5+68a1e3a0c4588df3/node_modules/better-call/dist/to-response.cjs</a:t>
            </a:r>
          </a:p>
          <a:p>
            <a:pPr>
              <a:defRPr sz="1200"/>
            </a:pPr>
            <a:r>
              <a:t>D:/pasar_fix/node_modules/.bun/better-call@1.3.5+68a1e3a0c4588df3/node_modules/better-call/dist/to-response.cjs.map</a:t>
            </a:r>
          </a:p>
          <a:p>
            <a:pPr>
              <a:defRPr sz="1200"/>
            </a:pPr>
            <a:r>
              <a:t>D:/pasar_fix/node_modules/.bun/better-call@1.3.5+68a1e3a0c4588df3/node_modules/better-call/dist/to-response.d.cts</a:t>
            </a:r>
          </a:p>
          <a:p>
            <a:pPr>
              <a:defRPr sz="1200"/>
            </a:pPr>
            <a:r>
              <a:t>D:/pasar_fix/node_modules/.bun/better-call@1.3.5+68a1e3a0c4588df3/node_modules/better-call/dist/to-response.d.mts</a:t>
            </a:r>
          </a:p>
          <a:p>
            <a:pPr>
              <a:defRPr sz="1200"/>
            </a:pPr>
            <a:r>
              <a:t>D:/pasar_fix/node_modules/.bun/better-call@1.3.5+68a1e3a0c4588df3/node_modules/better-call/dist/to-response.mjs</a:t>
            </a:r>
          </a:p>
          <a:p>
            <a:pPr>
              <a:defRPr sz="1200"/>
            </a:pPr>
            <a:r>
              <a:t>D:/pasar_fix/node_modules/.bun/better-call@1.3.5+68a1e3a0c4588df3/node_modules/better-call/dist/to-response.mjs.map</a:t>
            </a:r>
          </a:p>
          <a:p>
            <a:pPr>
              <a:defRPr sz="1200"/>
            </a:pPr>
            <a:r>
              <a:t>D:/pasar_fix/node_modules/.bun/better-call@1.3.5+68a1e3a0c4588df3/node_modules/better-call/dist/utils.cjs</a:t>
            </a:r>
          </a:p>
          <a:p>
            <a:pPr>
              <a:defRPr sz="1200"/>
            </a:pPr>
            <a:r>
              <a:t>D:/pasar_fix/node_modules/.bun/better-call@1.3.5+68a1e3a0c4588df3/node_modules/better-call/dist/utils.cjs.map</a:t>
            </a:r>
          </a:p>
          <a:p>
            <a:pPr>
              <a:defRPr sz="1200"/>
            </a:pPr>
            <a:r>
              <a:t>D:/pasar_fix/node_modules/.bun/better-call@1.3.5+68a1e3a0c4588df3/node_modules/better-call/dist/utils.mjs</a:t>
            </a:r>
          </a:p>
          <a:p>
            <a:pPr>
              <a:defRPr sz="1200"/>
            </a:pPr>
            <a:r>
              <a:t>D:/pasar_fix/node_modules/.bun/better-call@1.3.5+68a1e3a0c4588df3/node_modules/better-call/dist/utils.mjs.map</a:t>
            </a:r>
          </a:p>
          <a:p>
            <a:pPr>
              <a:defRPr sz="1200"/>
            </a:pPr>
            <a:r>
              <a:t>D:/pasar_fix/node_modules/.bun/better-call@1.3.5+68a1e3a0c4588df3/node_modules/better-call/dist/validator.cjs</a:t>
            </a:r>
          </a:p>
          <a:p>
            <a:pPr>
              <a:defRPr sz="1200"/>
            </a:pPr>
            <a:r>
              <a:t>D:/pasar_fix/node_modules/.bun/better-call@1.3.5+68a1e3a0c4588df3/node_modules/better-call/dist/validator.cjs.map</a:t>
            </a:r>
          </a:p>
          <a:p>
            <a:pPr>
              <a:defRPr sz="1200"/>
            </a:pPr>
            <a:r>
              <a:t>D:/pasar_fix/node_modules/.bun/better-call@1.3.5+68a1e3a0c4588df3/node_modules/better-call/dist/validator.mjs</a:t>
            </a:r>
          </a:p>
          <a:p>
            <a:pPr>
              <a:defRPr sz="1200"/>
            </a:pPr>
            <a:r>
              <a:t>D:/pasar_fix/node_modules/.bun/better-call@1.3.5+68a1e3a0c4588df3/node_modules/better-call/dist/validator.mjs.map</a:t>
            </a:r>
          </a:p>
          <a:p>
            <a:pPr>
              <a:defRPr sz="1200"/>
            </a:pPr>
            <a:r>
              <a:t>D:/pasar_fix/node_modules/.bun/better-call@1.3.5+68a1e3a0c4588df3/node_modules/better-call/dist/adapters/node/request.cjs</a:t>
            </a:r>
          </a:p>
          <a:p>
            <a:pPr>
              <a:defRPr sz="1200"/>
            </a:pPr>
            <a:r>
              <a:t>D:/pasar_fix/node_modules/.bun/better-call@1.3.5+68a1e3a0c4588df3/node_modules/better-call/dist/adapters/node/request.cjs.map</a:t>
            </a:r>
          </a:p>
          <a:p>
            <a:pPr>
              <a:defRPr sz="1200"/>
            </a:pPr>
            <a:r>
              <a:t>D:/pasar_fix/node_modules/.bun/better-call@1.3.5+68a1e3a0c4588df3/node_modules/better-call/dist/adapters/node/request.d.cts</a:t>
            </a:r>
          </a:p>
          <a:p>
            <a:pPr>
              <a:defRPr sz="1200"/>
            </a:pPr>
            <a:r>
              <a:t>D:/pasar_fix/node_modules/.bun/better-call@1.3.5+68a1e3a0c4588df3/node_modules/better-call/dist/adapters/node/request.d.mts</a:t>
            </a:r>
          </a:p>
          <a:p>
            <a:pPr>
              <a:defRPr sz="1200"/>
            </a:pPr>
            <a:r>
              <a:t>D:/pasar_fix/node_modules/.bun/better-call@1.3.5+68a1e3a0c4588df3/node_modules/better-call/dist/adapters/node/request.mjs</a:t>
            </a:r>
          </a:p>
          <a:p>
            <a:pPr>
              <a:defRPr sz="1200"/>
            </a:pPr>
            <a:r>
              <a:t>D:/pasar_fix/node_modules/.bun/better-call@1.3.5+68a1e3a0c4588df3/node_modules/better-call/dist/adapters/node/request.mjs.map</a:t>
            </a:r>
          </a:p>
          <a:p>
            <a:pPr>
              <a:defRPr sz="1200"/>
            </a:pPr>
            <a:r>
              <a:t>D:/pasar_fix/node_modules/.bun/better-call@1.3.5+68a1e3a0c4588df3/node_modules/better-call/dist/_virtual/_rolldown/runtime.cjs</a:t>
            </a:r>
          </a:p>
          <a:p>
            <a:pPr>
              <a:defRPr sz="1200"/>
            </a:pPr>
            <a:r>
              <a:t>D:/pasar_fix/node_modules/.bun/binary-extensions@2.3.0/node_modules/binary-extensions/binary-extensions.json</a:t>
            </a:r>
          </a:p>
          <a:p>
            <a:pPr>
              <a:defRPr sz="1200"/>
            </a:pPr>
            <a:r>
              <a:t>D:/pasar_fix/node_modules/.bun/binary-extensions@2.3.0/node_modules/binary-extensions/binary-extensions.json.d.ts</a:t>
            </a:r>
          </a:p>
          <a:p>
            <a:pPr>
              <a:defRPr sz="1200"/>
            </a:pPr>
            <a:r>
              <a:t>D:/pasar_fix/node_modules/.bun/binary-extensions@2.3.0/node_modules/binary-extensions/index.d.ts</a:t>
            </a:r>
          </a:p>
          <a:p>
            <a:pPr>
              <a:defRPr sz="1200"/>
            </a:pPr>
            <a:r>
              <a:t>D:/pasar_fix/node_modules/.bun/binary-extensions@2.3.0/node_modules/binary-extensions/index.js</a:t>
            </a:r>
          </a:p>
          <a:p>
            <a:pPr>
              <a:defRPr sz="1200"/>
            </a:pPr>
            <a:r>
              <a:t>D:/pasar_fix/node_modules/.bun/binary-extensions@2.3.0/node_modules/binary-extensions/license</a:t>
            </a:r>
          </a:p>
          <a:p>
            <a:pPr>
              <a:defRPr sz="1200"/>
            </a:pPr>
            <a:r>
              <a:t>D:/pasar_fix/node_modules/.bun/binary-extensions@2.3.0/node_modules/binary-extensions/package.json</a:t>
            </a:r>
          </a:p>
          <a:p>
            <a:pPr>
              <a:defRPr sz="1200"/>
            </a:pPr>
            <a:r>
              <a:t>D:/pasar_fix/node_modules/.bun/binary-extensions@2.3.0/node_modules/binary-extensions/readme.md</a:t>
            </a:r>
          </a:p>
          <a:p>
            <a:pPr>
              <a:defRPr sz="1200"/>
            </a:pPr>
            <a:r>
              <a:t>D:/pasar_fix/node_modules/.bun/bindings@1.5.0/node_modules/bindings/bindings.js</a:t>
            </a:r>
          </a:p>
          <a:p>
            <a:pPr>
              <a:defRPr sz="1200"/>
            </a:pPr>
            <a:r>
              <a:t>D:/pasar_fix/node_modules/.bun/bindings@1.5.0/node_modules/bindings/LICENSE.md</a:t>
            </a:r>
          </a:p>
          <a:p>
            <a:pPr>
              <a:defRPr sz="1200"/>
            </a:pPr>
            <a:r>
              <a:t>D:/pasar_fix/node_modules/.bun/bindings@1.5.0/node_modules/bindings/package.json</a:t>
            </a:r>
          </a:p>
          <a:p>
            <a:pPr>
              <a:defRPr sz="1200"/>
            </a:pPr>
            <a:r>
              <a:t>D:/pasar_fix/node_modules/.bun/bindings@1.5.0/node_modules/bindings/README.md</a:t>
            </a:r>
          </a:p>
          <a:p>
            <a:pPr>
              <a:defRPr sz="1200"/>
            </a:pPr>
            <a:r>
              <a:t>D:/pasar_fix/node_modules/.bun/bl@4.1.0/node_modules/bl/.travis.yml</a:t>
            </a:r>
          </a:p>
          <a:p>
            <a:pPr>
              <a:defRPr sz="1200"/>
            </a:pPr>
            <a:r>
              <a:t>D:/pasar_fix/node_modules/.bun/bl@4.1.0/node_modules/bl/bl.js</a:t>
            </a:r>
          </a:p>
          <a:p>
            <a:pPr>
              <a:defRPr sz="1200"/>
            </a:pPr>
            <a:r>
              <a:t>D:/pasar_fix/node_modules/.bun/bl@4.1.0/node_modules/bl/BufferList.js</a:t>
            </a:r>
          </a:p>
          <a:p>
            <a:pPr>
              <a:defRPr sz="1200"/>
            </a:pPr>
            <a:r>
              <a:t>D:/pasar_fix/node_modules/.bun/bl@4.1.0/node_modules/bl/LICENSE.md</a:t>
            </a:r>
          </a:p>
          <a:p>
            <a:pPr>
              <a:defRPr sz="1200"/>
            </a:pPr>
            <a:r>
              <a:t>D:/pasar_fix/node_modules/.bun/bl@4.1.0/node_modules/bl/package.json</a:t>
            </a:r>
          </a:p>
          <a:p>
            <a:pPr>
              <a:defRPr sz="1200"/>
            </a:pPr>
            <a:r>
              <a:t>D:/pasar_fix/node_modules/.bun/bl@4.1.0/node_modules/bl/README.md</a:t>
            </a:r>
          </a:p>
          <a:p>
            <a:pPr>
              <a:defRPr sz="1200"/>
            </a:pPr>
            <a:r>
              <a:t>D:/pasar_fix/node_modules/.bun/bl@4.1.0/node_modules/bl/test/convert.js</a:t>
            </a:r>
          </a:p>
          <a:p>
            <a:pPr>
              <a:defRPr sz="1200"/>
            </a:pPr>
            <a:r>
              <a:t>D:/pasar_fix/node_modules/.bun/bl@4.1.0/node_modules/bl/test/indexOf.js</a:t>
            </a:r>
          </a:p>
          <a:p>
            <a:pPr>
              <a:defRPr sz="1200"/>
            </a:pPr>
            <a:r>
              <a:t>D:/pasar_fix/node_modules/.bun/bl@4.1.0/node_modules/bl/test/isBufferList.js</a:t>
            </a:r>
          </a:p>
          <a:p>
            <a:pPr>
              <a:defRPr sz="1200"/>
            </a:pPr>
            <a:r>
              <a:t>D:/pasar_fix/node_modules/.bun/bl@4.1.0/node_modules/bl/test/test.js</a:t>
            </a:r>
          </a:p>
          <a:p>
            <a:pPr>
              <a:defRPr sz="1200"/>
            </a:pPr>
            <a:r>
              <a:t>D:/pasar_fix/node_modules/.bun/boolbase@1.0.0/node_modules/boolbase/index.js</a:t>
            </a:r>
          </a:p>
          <a:p>
            <a:pPr>
              <a:defRPr sz="1200"/>
            </a:pPr>
            <a:r>
              <a:t>D:/pasar_fix/node_modules/.bun/boolbase@1.0.0/node_modules/boolbase/package.json</a:t>
            </a:r>
          </a:p>
          <a:p>
            <a:pPr>
              <a:defRPr sz="1200"/>
            </a:pPr>
            <a:r>
              <a:t>D:/pasar_fix/node_modules/.bun/boolbase@1.0.0/node_modules/boolbase/README.md</a:t>
            </a:r>
          </a:p>
          <a:p>
            <a:pPr>
              <a:defRPr sz="1200"/>
            </a:pPr>
            <a:r>
              <a:t>D:/pasar_fix/node_modules/.bun/brace-expansion@2.1.0/node_modules/brace-expansion/index.js</a:t>
            </a:r>
          </a:p>
          <a:p>
            <a:pPr>
              <a:defRPr sz="1200"/>
            </a:pPr>
            <a:r>
              <a:t>D:/pasar_fix/node_modules/.bun/brace-expansion@2.1.0/node_modules/brace-expansion/LICENSE</a:t>
            </a:r>
          </a:p>
          <a:p>
            <a:pPr>
              <a:defRPr sz="1200"/>
            </a:pPr>
            <a:r>
              <a:t>D:/pasar_fix/node_modules/.bun/brace-expansion@2.1.0/node_modules/brace-expansion/package.json</a:t>
            </a:r>
          </a:p>
          <a:p>
            <a:pPr>
              <a:defRPr sz="1200"/>
            </a:pPr>
            <a:r>
              <a:t>D:/pasar_fix/node_modules/.bun/brace-expansion@2.1.0/node_modules/brace-expansion/README.md</a:t>
            </a:r>
          </a:p>
          <a:p>
            <a:pPr>
              <a:defRPr sz="1200"/>
            </a:pPr>
            <a:r>
              <a:t>D:/pasar_fix/node_modules/.bun/brace-expansion@2.1.0/node_modules/brace-expansion/.github/FUNDING.yml</a:t>
            </a:r>
          </a:p>
          <a:p>
            <a:pPr>
              <a:defRPr sz="1200"/>
            </a:pPr>
            <a:r>
              <a:t>D:/pasar_fix/node_modules/.bun/brace-expansion@5.0.6/node_modules/brace-expansion/LICENSE</a:t>
            </a:r>
          </a:p>
          <a:p>
            <a:pPr>
              <a:defRPr sz="1200"/>
            </a:pPr>
            <a:r>
              <a:t>D:/pasar_fix/node_modules/.bun/brace-expansion@5.0.6/node_modules/brace-expansion/package.json</a:t>
            </a:r>
          </a:p>
          <a:p>
            <a:pPr>
              <a:defRPr sz="1200"/>
            </a:pPr>
            <a:r>
              <a:t>D:/pasar_fix/node_modules/.bun/brace-expansion@5.0.6/node_modules/brace-expansion/README.md</a:t>
            </a:r>
          </a:p>
          <a:p>
            <a:pPr>
              <a:defRPr sz="1200"/>
            </a:pPr>
            <a:r>
              <a:t>D:/pasar_fix/node_modules/.bun/brace-expansion@5.0.6/node_modules/brace-expansion/dist/commonjs/index.d.ts</a:t>
            </a:r>
          </a:p>
          <a:p>
            <a:pPr>
              <a:defRPr sz="1200"/>
            </a:pPr>
            <a:r>
              <a:t>D:/pasar_fix/node_modules/.bun/brace-expansion@5.0.6/node_modules/brace-expansion/dist/commonjs/index.d.ts.map</a:t>
            </a:r>
          </a:p>
          <a:p>
            <a:pPr>
              <a:defRPr sz="1200"/>
            </a:pPr>
            <a:r>
              <a:t>D:/pasar_fix/node_modules/.bun/brace-expansion@5.0.6/node_modules/brace-expansion/dist/commonjs/index.js</a:t>
            </a:r>
          </a:p>
          <a:p>
            <a:pPr>
              <a:defRPr sz="1200"/>
            </a:pPr>
            <a:r>
              <a:t>D:/pasar_fix/node_modules/.bun/brace-expansion@5.0.6/node_modules/brace-expansion/dist/commonjs/index.js.map</a:t>
            </a:r>
          </a:p>
          <a:p>
            <a:pPr>
              <a:defRPr sz="1200"/>
            </a:pPr>
            <a:r>
              <a:t>D:/pasar_fix/node_modules/.bun/brace-expansion@5.0.6/node_modules/brace-expansion/dist/commonjs/package.json</a:t>
            </a:r>
          </a:p>
          <a:p>
            <a:pPr>
              <a:defRPr sz="1200"/>
            </a:pPr>
            <a:r>
              <a:t>D:/pasar_fix/node_modules/.bun/brace-expansion@5.0.6/node_modules/brace-expansion/dist/esm/index.d.ts</a:t>
            </a:r>
          </a:p>
          <a:p>
            <a:pPr>
              <a:defRPr sz="1200"/>
            </a:pPr>
            <a:r>
              <a:t>D:/pasar_fix/node_modules/.bun/brace-expansion@5.0.6/node_modules/brace-expansion/dist/esm/index.d.ts.map</a:t>
            </a:r>
          </a:p>
          <a:p>
            <a:pPr>
              <a:defRPr sz="1200"/>
            </a:pPr>
            <a:r>
              <a:t>D:/pasar_fix/node_modules/.bun/brace-expansion@5.0.6/node_modules/brace-expansion/dist/esm/index.js</a:t>
            </a:r>
          </a:p>
          <a:p>
            <a:pPr>
              <a:defRPr sz="1200"/>
            </a:pPr>
            <a:r>
              <a:t>D:/pasar_fix/node_modules/.bun/brace-expansion@5.0.6/node_modules/brace-expansion/dist/esm/index.js.map</a:t>
            </a:r>
          </a:p>
          <a:p>
            <a:pPr>
              <a:defRPr sz="1200"/>
            </a:pPr>
            <a:r>
              <a:t>D:/pasar_fix/node_modules/.bun/brace-expansion@5.0.6/node_modules/brace-expansion/dist/esm/package.json</a:t>
            </a:r>
          </a:p>
          <a:p>
            <a:pPr>
              <a:defRPr sz="1200"/>
            </a:pPr>
            <a:r>
              <a:t>D:/pasar_fix/node_modules/.bun/braces@3.0.3/node_modules/braces/index.js</a:t>
            </a:r>
          </a:p>
          <a:p>
            <a:pPr>
              <a:defRPr sz="1200"/>
            </a:pPr>
            <a:r>
              <a:t>D:/pasar_fix/node_modules/.bun/braces@3.0.3/node_modules/braces/LICENSE</a:t>
            </a:r>
          </a:p>
          <a:p>
            <a:pPr>
              <a:defRPr sz="1200"/>
            </a:pPr>
            <a:r>
              <a:t>D:/pasar_fix/node_modules/.bun/braces@3.0.3/node_modules/braces/package.json</a:t>
            </a:r>
          </a:p>
          <a:p>
            <a:pPr>
              <a:defRPr sz="1200"/>
            </a:pPr>
            <a:r>
              <a:t>D:/pasar_fix/node_modules/.bun/braces@3.0.3/node_modules/braces/README.md</a:t>
            </a:r>
          </a:p>
          <a:p>
            <a:pPr>
              <a:defRPr sz="1200"/>
            </a:pPr>
            <a:r>
              <a:t>D:/pasar_fix/node_modules/.bun/braces@3.0.3/node_modules/braces/lib/compile.js</a:t>
            </a:r>
          </a:p>
          <a:p>
            <a:pPr>
              <a:defRPr sz="1200"/>
            </a:pPr>
            <a:r>
              <a:t>D:/pasar_fix/node_modules/.bun/braces@3.0.3/node_modules/braces/lib/constants.js</a:t>
            </a:r>
          </a:p>
          <a:p>
            <a:pPr>
              <a:defRPr sz="1200"/>
            </a:pPr>
            <a:r>
              <a:t>D:/pasar_fix/node_modules/.bun/braces@3.0.3/node_modules/braces/lib/expand.js</a:t>
            </a:r>
          </a:p>
          <a:p>
            <a:pPr>
              <a:defRPr sz="1200"/>
            </a:pPr>
            <a:r>
              <a:t>D:/pasar_fix/node_modules/.bun/braces@3.0.3/node_modules/braces/lib/parse.js</a:t>
            </a:r>
          </a:p>
          <a:p>
            <a:pPr>
              <a:defRPr sz="1200"/>
            </a:pPr>
            <a:r>
              <a:t>D:/pasar_fix/node_modules/.bun/braces@3.0.3/node_modules/braces/lib/stringify.js</a:t>
            </a:r>
          </a:p>
          <a:p>
            <a:pPr>
              <a:defRPr sz="1200"/>
            </a:pPr>
            <a:r>
              <a:t>D:/pasar_fix/node_modules/.bun/braces@3.0.3/node_modules/braces/lib/utils.js</a:t>
            </a:r>
          </a:p>
          <a:p>
            <a:pPr>
              <a:defRPr sz="1200"/>
            </a:pPr>
            <a:r>
              <a:t>D:/pasar_fix/node_modules/.bun/browserslist@4.28.2+d57303656020464d/node_modules/.bin/baseline-browser-mapping.bunx</a:t>
            </a:r>
          </a:p>
          <a:p>
            <a:pPr>
              <a:defRPr sz="1200"/>
            </a:pPr>
            <a:r>
              <a:t>D:/pasar_fix/node_modules/.bun/browserslist@4.28.2+d57303656020464d/node_modules/.bin/baseline-browser-mapping.exe</a:t>
            </a:r>
          </a:p>
          <a:p>
            <a:pPr>
              <a:defRPr sz="1200"/>
            </a:pPr>
            <a:r>
              <a:t>D:/pasar_fix/node_modules/.bun/browserslist@4.28.2+d57303656020464d/node_modules/.bin/browserslist.bunx</a:t>
            </a:r>
          </a:p>
          <a:p>
            <a:pPr>
              <a:defRPr sz="1200"/>
            </a:pPr>
            <a:r>
              <a:t>D:/pasar_fix/node_modules/.bun/browserslist@4.28.2+d57303656020464d/node_modules/.bin/browserslist.exe</a:t>
            </a:r>
          </a:p>
          <a:p>
            <a:pPr>
              <a:defRPr sz="1200"/>
            </a:pPr>
            <a:r>
              <a:t>D:/pasar_fix/node_modules/.bun/browserslist@4.28.2+d57303656020464d/node_modules/.bin/update-browserslist-db.bunx</a:t>
            </a:r>
          </a:p>
          <a:p>
            <a:pPr>
              <a:defRPr sz="1200"/>
            </a:pPr>
            <a:r>
              <a:t>D:/pasar_fix/node_modules/.bun/browserslist@4.28.2+d57303656020464d/node_modules/.bin/update-browserslist-db.exe</a:t>
            </a:r>
          </a:p>
          <a:p>
            <a:pPr>
              <a:defRPr sz="1200"/>
            </a:pPr>
            <a:r>
              <a:t>D:/pasar_fix/node_modules/.bun/browserslist@4.28.2+d57303656020464d/node_modules/browserslist/browser.js</a:t>
            </a:r>
          </a:p>
          <a:p>
            <a:pPr>
              <a:defRPr sz="1200"/>
            </a:pPr>
            <a:r>
              <a:t>D:/pasar_fix/node_modules/.bun/browserslist@4.28.2+d57303656020464d/node_modules/browserslist/cli.js</a:t>
            </a:r>
          </a:p>
          <a:p>
            <a:pPr>
              <a:defRPr sz="1200"/>
            </a:pPr>
            <a:r>
              <a:t>D:/pasar_fix/node_modules/.bun/browserslist@4.28.2+d57303656020464d/node_modules/browserslist/error.d.ts</a:t>
            </a:r>
          </a:p>
          <a:p>
            <a:pPr>
              <a:defRPr sz="1200"/>
            </a:pPr>
            <a:r>
              <a:t>D:/pasar_fix/node_modules/.bun/browserslist@4.28.2+d57303656020464d/node_modules/browserslist/error.js</a:t>
            </a:r>
          </a:p>
          <a:p>
            <a:pPr>
              <a:defRPr sz="1200"/>
            </a:pPr>
            <a:r>
              <a:t>D:/pasar_fix/node_modules/.bun/browserslist@4.28.2+d57303656020464d/node_modules/browserslist/index.d.ts</a:t>
            </a:r>
          </a:p>
          <a:p>
            <a:pPr>
              <a:defRPr sz="1200"/>
            </a:pPr>
            <a:r>
              <a:t>D:/pasar_fix/node_modules/.bun/browserslist@4.28.2+d57303656020464d/node_modules/browserslist/index.js</a:t>
            </a:r>
          </a:p>
          <a:p>
            <a:pPr>
              <a:defRPr sz="1200"/>
            </a:pPr>
            <a:r>
              <a:t>D:/pasar_fix/node_modules/.bun/browserslist@4.28.2+d57303656020464d/node_modules/browserslist/LICENSE</a:t>
            </a:r>
          </a:p>
          <a:p>
            <a:pPr>
              <a:defRPr sz="1200"/>
            </a:pPr>
            <a:r>
              <a:t>D:/pasar_fix/node_modules/.bun/browserslist@4.28.2+d57303656020464d/node_modules/browserslist/node.js</a:t>
            </a:r>
          </a:p>
          <a:p>
            <a:pPr>
              <a:defRPr sz="1200"/>
            </a:pPr>
            <a:r>
              <a:t>D:/pasar_fix/node_modules/.bun/browserslist@4.28.2+d57303656020464d/node_modules/browserslist/package.json</a:t>
            </a:r>
          </a:p>
          <a:p>
            <a:pPr>
              <a:defRPr sz="1200"/>
            </a:pPr>
            <a:r>
              <a:t>D:/pasar_fix/node_modules/.bun/browserslist@4.28.2+d57303656020464d/node_modules/browserslist/parse.js</a:t>
            </a:r>
          </a:p>
          <a:p>
            <a:pPr>
              <a:defRPr sz="1200"/>
            </a:pPr>
            <a:r>
              <a:t>D:/pasar_fix/node_modules/.bun/browserslist@4.28.2+d57303656020464d/node_modules/browserslist/README.md</a:t>
            </a:r>
          </a:p>
          <a:p>
            <a:pPr>
              <a:defRPr sz="1200"/>
            </a:pPr>
            <a:r>
              <a:t>D:/pasar_fix/node_modules/.bun/buffer-crc32@0.2.13/node_modules/buffer-crc32/index.js</a:t>
            </a:r>
          </a:p>
          <a:p>
            <a:pPr>
              <a:defRPr sz="1200"/>
            </a:pPr>
            <a:r>
              <a:t>D:/pasar_fix/node_modules/.bun/buffer-crc32@0.2.13/node_modules/buffer-crc32/LICENSE</a:t>
            </a:r>
          </a:p>
          <a:p>
            <a:pPr>
              <a:defRPr sz="1200"/>
            </a:pPr>
            <a:r>
              <a:t>D:/pasar_fix/node_modules/.bun/buffer-crc32@0.2.13/node_modules/buffer-crc32/package.json</a:t>
            </a:r>
          </a:p>
          <a:p>
            <a:pPr>
              <a:defRPr sz="1200"/>
            </a:pPr>
            <a:r>
              <a:t>D:/pasar_fix/node_modules/.bun/buffer-crc32@0.2.13/node_modules/buffer-crc32/README.md</a:t>
            </a:r>
          </a:p>
          <a:p>
            <a:pPr>
              <a:defRPr sz="1200"/>
            </a:pPr>
            <a:r>
              <a:t>D:/pasar_fix/node_modules/.bun/buffer-crc32@1.0.0/node_modules/buffer-crc32/index.d.ts</a:t>
            </a:r>
          </a:p>
          <a:p>
            <a:pPr>
              <a:defRPr sz="1200"/>
            </a:pPr>
            <a:r>
              <a:t>D:/pasar_fix/node_modules/.bun/buffer-crc32@1.0.0/node_modules/buffer-crc32/LICENSE</a:t>
            </a:r>
          </a:p>
          <a:p>
            <a:pPr>
              <a:defRPr sz="1200"/>
            </a:pPr>
            <a:r>
              <a:t>D:/pasar_fix/node_modules/.bun/buffer-crc32@1.0.0/node_modules/buffer-crc32/package.json</a:t>
            </a:r>
          </a:p>
          <a:p>
            <a:pPr>
              <a:defRPr sz="1200"/>
            </a:pPr>
            <a:r>
              <a:t>D:/pasar_fix/node_modules/.bun/buffer-crc32@1.0.0/node_modules/buffer-crc32/README.md</a:t>
            </a:r>
          </a:p>
          <a:p>
            <a:pPr>
              <a:defRPr sz="1200"/>
            </a:pPr>
            <a:r>
              <a:t>D:/pasar_fix/node_modules/.bun/buffer-crc32@1.0.0/node_modules/buffer-crc32/dist/index.cjs</a:t>
            </a:r>
          </a:p>
          <a:p>
            <a:pPr>
              <a:defRPr sz="1200"/>
            </a:pPr>
            <a:r>
              <a:t>D:/pasar_fix/node_modules/.bun/buffer-crc32@1.0.0/node_modules/buffer-crc32/dist/index.d.cts</a:t>
            </a:r>
          </a:p>
          <a:p>
            <a:pPr>
              <a:defRPr sz="1200"/>
            </a:pPr>
            <a:r>
              <a:t>D:/pasar_fix/node_modules/.bun/buffer-crc32@1.0.0/node_modules/buffer-crc32/dist/index.d.mts</a:t>
            </a:r>
          </a:p>
          <a:p>
            <a:pPr>
              <a:defRPr sz="1200"/>
            </a:pPr>
            <a:r>
              <a:t>D:/pasar_fix/node_modules/.bun/buffer-crc32@1.0.0/node_modules/buffer-crc32/dist/index.mjs</a:t>
            </a:r>
          </a:p>
          <a:p>
            <a:pPr>
              <a:defRPr sz="1200"/>
            </a:pPr>
            <a:r>
              <a:t>D:/pasar_fix/node_modules/.bun/buffer-from@1.1.2/node_modules/buffer-from/index.js</a:t>
            </a:r>
          </a:p>
          <a:p>
            <a:pPr>
              <a:defRPr sz="1200"/>
            </a:pPr>
            <a:r>
              <a:t>D:/pasar_fix/node_modules/.bun/buffer-from@1.1.2/node_modules/buffer-from/LICENSE</a:t>
            </a:r>
          </a:p>
          <a:p>
            <a:pPr>
              <a:defRPr sz="1200"/>
            </a:pPr>
            <a:r>
              <a:t>D:/pasar_fix/node_modules/.bun/buffer-from@1.1.2/node_modules/buffer-from/package.json</a:t>
            </a:r>
          </a:p>
          <a:p>
            <a:pPr>
              <a:defRPr sz="1200"/>
            </a:pPr>
            <a:r>
              <a:t>D:/pasar_fix/node_modules/.bun/buffer-from@1.1.2/node_modules/buffer-from/readme.md</a:t>
            </a:r>
          </a:p>
          <a:p>
            <a:pPr>
              <a:defRPr sz="1200"/>
            </a:pPr>
            <a:r>
              <a:t>D:/pasar_fix/node_modules/.bun/buffer@5.7.1/node_modules/buffer/AUTHORS.md</a:t>
            </a:r>
          </a:p>
          <a:p>
            <a:pPr>
              <a:defRPr sz="1200"/>
            </a:pPr>
            <a:r>
              <a:t>D:/pasar_fix/node_modules/.bun/buffer@5.7.1/node_modules/buffer/index.d.ts</a:t>
            </a:r>
          </a:p>
          <a:p>
            <a:pPr>
              <a:defRPr sz="1200"/>
            </a:pPr>
            <a:r>
              <a:t>D:/pasar_fix/node_modules/.bun/buffer@5.7.1/node_modules/buffer/index.js</a:t>
            </a:r>
          </a:p>
          <a:p>
            <a:pPr>
              <a:defRPr sz="1200"/>
            </a:pPr>
            <a:r>
              <a:t>D:/pasar_fix/node_modules/.bun/buffer@5.7.1/node_modules/buffer/LICENSE</a:t>
            </a:r>
          </a:p>
          <a:p>
            <a:pPr>
              <a:defRPr sz="1200"/>
            </a:pPr>
            <a:r>
              <a:t>D:/pasar_fix/node_modules/.bun/buffer@5.7.1/node_modules/buffer/package.json</a:t>
            </a:r>
          </a:p>
          <a:p>
            <a:pPr>
              <a:defRPr sz="1200"/>
            </a:pPr>
            <a:r>
              <a:t>D:/pasar_fix/node_modules/.bun/buffer@5.7.1/node_modules/buffer/README.md</a:t>
            </a:r>
          </a:p>
          <a:p>
            <a:pPr>
              <a:defRPr sz="1200"/>
            </a:pPr>
            <a:r>
              <a:t>D:/pasar_fix/node_modules/.bun/buffer@6.0.3/node_modules/buffer/AUTHORS.md</a:t>
            </a:r>
          </a:p>
          <a:p>
            <a:pPr>
              <a:defRPr sz="1200"/>
            </a:pPr>
            <a:r>
              <a:t>D:/pasar_fix/node_modules/.bun/buffer@6.0.3/node_modules/buffer/index.d.ts</a:t>
            </a:r>
          </a:p>
          <a:p>
            <a:pPr>
              <a:defRPr sz="1200"/>
            </a:pPr>
            <a:r>
              <a:t>D:/pasar_fix/node_modules/.bun/buffer@6.0.3/node_modules/buffer/index.js</a:t>
            </a:r>
          </a:p>
          <a:p>
            <a:pPr>
              <a:defRPr sz="1200"/>
            </a:pPr>
            <a:r>
              <a:t>D:/pasar_fix/node_modules/.bun/buffer@6.0.3/node_modules/buffer/LICENSE</a:t>
            </a:r>
          </a:p>
          <a:p>
            <a:pPr>
              <a:defRPr sz="1200"/>
            </a:pPr>
            <a:r>
              <a:t>D:/pasar_fix/node_modules/.bun/buffer@6.0.3/node_modules/buffer/package.json</a:t>
            </a:r>
          </a:p>
          <a:p>
            <a:pPr>
              <a:defRPr sz="1200"/>
            </a:pPr>
            <a:r>
              <a:t>D:/pasar_fix/node_modules/.bun/buffer@6.0.3/node_modules/buffer/README.md</a:t>
            </a:r>
          </a:p>
          <a:p>
            <a:pPr>
              <a:defRPr sz="1200"/>
            </a:pPr>
            <a:r>
              <a:t>D:/pasar_fix/node_modules/.bun/bun-types@1.3.14/node_modules/bun-types/bun.d.ts</a:t>
            </a:r>
          </a:p>
          <a:p>
            <a:pPr>
              <a:defRPr sz="1200"/>
            </a:pPr>
            <a:r>
              <a:t>D:/pasar_fix/node_modules/.bun/bun-types@1.3.14/node_modules/bun-types/bun.ns.d.ts</a:t>
            </a:r>
          </a:p>
          <a:p>
            <a:pPr>
              <a:defRPr sz="1200"/>
            </a:pPr>
            <a:r>
              <a:t>D:/pasar_fix/node_modules/.bun/bun-types@1.3.14/node_modules/bun-types/bundle.d.ts</a:t>
            </a:r>
          </a:p>
          <a:p>
            <a:pPr>
              <a:defRPr sz="1200"/>
            </a:pPr>
            <a:r>
              <a:t>D:/pasar_fix/node_modules/.bun/bun-types@1.3.14/node_modules/bun-types/deprecated.d.ts</a:t>
            </a:r>
          </a:p>
          <a:p>
            <a:pPr>
              <a:defRPr sz="1200"/>
            </a:pPr>
            <a:r>
              <a:t>D:/pasar_fix/node_modules/.bun/bun-types@1.3.14/node_modules/bun-types/devserver.d.ts</a:t>
            </a:r>
          </a:p>
          <a:p>
            <a:pPr>
              <a:defRPr sz="1200"/>
            </a:pPr>
            <a:r>
              <a:t>D:/pasar_fix/node_modules/.bun/bun-types@1.3.14/node_modules/bun-types/extensions.d.ts</a:t>
            </a:r>
          </a:p>
          <a:p>
            <a:pPr>
              <a:defRPr sz="1200"/>
            </a:pPr>
            <a:r>
              <a:t>D:/pasar_fix/node_modules/.bun/bun-types@1.3.14/node_modules/bun-types/fetch.d.ts</a:t>
            </a:r>
          </a:p>
          <a:p>
            <a:pPr>
              <a:defRPr sz="1200"/>
            </a:pPr>
            <a:r>
              <a:t>D:/pasar_fix/node_modules/.bun/bun-types@1.3.14/node_modules/bun-types/ffi.d.ts</a:t>
            </a:r>
          </a:p>
          <a:p>
            <a:pPr>
              <a:defRPr sz="1200"/>
            </a:pPr>
            <a:r>
              <a:t>D:/pasar_fix/node_modules/.bun/bun-types@1.3.14/node_modules/bun-types/globals.d.ts</a:t>
            </a:r>
          </a:p>
          <a:p>
            <a:pPr>
              <a:defRPr sz="1200"/>
            </a:pPr>
            <a:r>
              <a:t>D:/pasar_fix/node_modules/.bun/bun-types@1.3.14/node_modules/bun-types/html-rewriter.d.ts</a:t>
            </a:r>
          </a:p>
          <a:p>
            <a:pPr>
              <a:defRPr sz="1200"/>
            </a:pPr>
            <a:r>
              <a:t>D:/pasar_fix/node_modules/.bun/bun-types@1.3.14/node_modules/bun-types/index.d.ts</a:t>
            </a:r>
          </a:p>
          <a:p>
            <a:pPr>
              <a:defRPr sz="1200"/>
            </a:pPr>
            <a:r>
              <a:t>D:/pasar_fix/node_modules/.bun/bun-types@1.3.14/node_modules/bun-types/jsc.d.ts</a:t>
            </a:r>
          </a:p>
          <a:p>
            <a:pPr>
              <a:defRPr sz="1200"/>
            </a:pPr>
            <a:r>
              <a:t>D:/pasar_fix/node_modules/.bun/bun-types@1.3.14/node_modules/bun-types/jsx.d.ts</a:t>
            </a:r>
          </a:p>
          <a:p>
            <a:pPr>
              <a:defRPr sz="1200"/>
            </a:pPr>
            <a:r>
              <a:t>D:/pasar_fix/node_modules/.bun/bun-types@1.3.14/node_modules/bun-types/overrides.d.ts</a:t>
            </a:r>
          </a:p>
          <a:p>
            <a:pPr>
              <a:defRPr sz="1200"/>
            </a:pPr>
            <a:r>
              <a:t>D:/pasar_fix/node_modules/.bun/bun-types@1.3.14/node_modules/bun-types/package.json</a:t>
            </a:r>
          </a:p>
          <a:p>
            <a:pPr>
              <a:defRPr sz="1200"/>
            </a:pPr>
            <a:r>
              <a:t>D:/pasar_fix/node_modules/.bun/bun-types@1.3.14/node_modules/bun-types/README.md</a:t>
            </a:r>
          </a:p>
          <a:p>
            <a:pPr>
              <a:defRPr sz="1200"/>
            </a:pPr>
            <a:r>
              <a:t>D:/pasar_fix/node_modules/.bun/bun-types@1.3.14/node_modules/bun-types/redis.d.ts</a:t>
            </a:r>
          </a:p>
          <a:p>
            <a:pPr>
              <a:defRPr sz="1200"/>
            </a:pPr>
            <a:r>
              <a:t>D:/pasar_fix/node_modules/.bun/bun-types@1.3.14/node_modules/bun-types/s3.d.ts</a:t>
            </a:r>
          </a:p>
          <a:p>
            <a:pPr>
              <a:defRPr sz="1200"/>
            </a:pPr>
            <a:r>
              <a:t>D:/pasar_fix/node_modules/.bun/bun-types@1.3.14/node_modules/bun-types/security.d.ts</a:t>
            </a:r>
          </a:p>
          <a:p>
            <a:pPr>
              <a:defRPr sz="1200"/>
            </a:pPr>
            <a:r>
              <a:t>D:/pasar_fix/node_modules/.bun/bun-types@1.3.14/node_modules/bun-types/serve.d.ts</a:t>
            </a:r>
          </a:p>
          <a:p>
            <a:pPr>
              <a:defRPr sz="1200"/>
            </a:pPr>
            <a:r>
              <a:t>D:/pasar_fix/node_modules/.bun/bun-types@1.3.14/node_modules/bun-types/shell.d.ts</a:t>
            </a:r>
          </a:p>
          <a:p>
            <a:pPr>
              <a:defRPr sz="1200"/>
            </a:pPr>
            <a:r>
              <a:t>D:/pasar_fix/node_modules/.bun/bun-types@1.3.14/node_modules/bun-types/sql.d.ts</a:t>
            </a:r>
          </a:p>
          <a:p>
            <a:pPr>
              <a:defRPr sz="1200"/>
            </a:pPr>
            <a:r>
              <a:t>D:/pasar_fix/node_modules/.bun/bun-types@1.3.14/node_modules/bun-types/sqlite.d.ts</a:t>
            </a:r>
          </a:p>
          <a:p>
            <a:pPr>
              <a:defRPr sz="1200"/>
            </a:pPr>
            <a:r>
              <a:t>D:/pasar_fix/node_modules/.bun/bun-types@1.3.14/node_modules/bun-types/test-globals.d.ts</a:t>
            </a:r>
          </a:p>
          <a:p>
            <a:pPr>
              <a:defRPr sz="1200"/>
            </a:pPr>
            <a:r>
              <a:t>D:/pasar_fix/node_modules/.bun/bun-types@1.3.14/node_modules/bun-types/test.d.ts</a:t>
            </a:r>
          </a:p>
          <a:p>
            <a:pPr>
              <a:defRPr sz="1200"/>
            </a:pPr>
            <a:r>
              <a:t>D:/pasar_fix/node_modules/.bun/bun-types@1.3.14/node_modules/bun-types/wasm.d.ts</a:t>
            </a:r>
          </a:p>
          <a:p>
            <a:pPr>
              <a:defRPr sz="1200"/>
            </a:pPr>
            <a:r>
              <a:t>D:/pasar_fix/node_modules/.bun/bun-types@1.3.14/node_modules/bun-types/docs/feedback.mdx</a:t>
            </a:r>
          </a:p>
          <a:p>
            <a:pPr>
              <a:defRPr sz="1200"/>
            </a:pPr>
            <a:r>
              <a:t>D:/pasar_fix/node_modules/.bun/bun-types@1.3.14/node_modules/bun-types/docs/index.mdx</a:t>
            </a:r>
          </a:p>
          <a:p>
            <a:pPr>
              <a:defRPr sz="1200"/>
            </a:pPr>
            <a:r>
              <a:t>D:/pasar_fix/node_modules/.bun/bun-types@1.3.14/node_modules/bun-types/docs/installation.mdx</a:t>
            </a:r>
          </a:p>
          <a:p>
            <a:pPr>
              <a:defRPr sz="1200"/>
            </a:pPr>
            <a:r>
              <a:t>D:/pasar_fix/node_modules/.bun/bun-types@1.3.14/node_modules/bun-types/docs/quickstart.mdx</a:t>
            </a:r>
          </a:p>
          <a:p>
            <a:pPr>
              <a:defRPr sz="1200"/>
            </a:pPr>
            <a:r>
              <a:t>D:/pasar_fix/node_modules/.bun/bun-types@1.3.14/node_modules/bun-types/docs/README.md</a:t>
            </a:r>
          </a:p>
          <a:p>
            <a:pPr>
              <a:defRPr sz="1200"/>
            </a:pPr>
            <a:r>
              <a:t>D:/pasar_fix/node_modules/.bun/bun-types@1.3.14/node_modules/bun-types/docs/typescript-6.mdx</a:t>
            </a:r>
          </a:p>
          <a:p>
            <a:pPr>
              <a:defRPr sz="1200"/>
            </a:pPr>
            <a:r>
              <a:t>D:/pasar_fix/node_modules/.bun/bun-types@1.3.14/node_modules/bun-types/docs/typescript.mdx</a:t>
            </a:r>
          </a:p>
          <a:p>
            <a:pPr>
              <a:defRPr sz="1200"/>
            </a:pPr>
            <a:r>
              <a:t>D:/pasar_fix/node_modules/.bun/bun-types@1.3.14/node_modules/bun-types/docs/bundler/bytecode.mdx</a:t>
            </a:r>
          </a:p>
          <a:p>
            <a:pPr>
              <a:defRPr sz="1200"/>
            </a:pPr>
            <a:r>
              <a:t>D:/pasar_fix/node_modules/.bun/bun-types@1.3.14/node_modules/bun-types/docs/bundler/css.mdx</a:t>
            </a:r>
          </a:p>
          <a:p>
            <a:pPr>
              <a:defRPr sz="1200"/>
            </a:pPr>
            <a:r>
              <a:t>D:/pasar_fix/node_modules/.bun/bun-types@1.3.14/node_modules/bun-types/docs/bundler/esbuild.mdx</a:t>
            </a:r>
          </a:p>
          <a:p>
            <a:pPr>
              <a:defRPr sz="1200"/>
            </a:pPr>
            <a:r>
              <a:t>D:/pasar_fix/node_modules/.bun/bun-types@1.3.14/node_modules/bun-types/docs/bundler/executables.mdx</a:t>
            </a:r>
          </a:p>
          <a:p>
            <a:pPr>
              <a:defRPr sz="1200"/>
            </a:pPr>
            <a:r>
              <a:t>D:/pasar_fix/node_modules/.bun/bun-types@1.3.14/node_modules/bun-types/docs/bundler/fullstack.mdx</a:t>
            </a:r>
          </a:p>
          <a:p>
            <a:pPr>
              <a:defRPr sz="1200"/>
            </a:pPr>
            <a:r>
              <a:t>D:/pasar_fix/node_modules/.bun/bun-types@1.3.14/node_modules/bun-types/docs/bundler/hot-reloading.mdx</a:t>
            </a:r>
          </a:p>
          <a:p>
            <a:pPr>
              <a:defRPr sz="1200"/>
            </a:pPr>
            <a:r>
              <a:t>D:/pasar_fix/node_modules/.bun/bun-types@1.3.14/node_modules/bun-types/docs/bundler/html-static.mdx</a:t>
            </a:r>
          </a:p>
          <a:p>
            <a:pPr>
              <a:defRPr sz="1200"/>
            </a:pPr>
            <a:r>
              <a:t>D:/pasar_fix/node_modules/.bun/bun-types@1.3.14/node_modules/bun-types/docs/bundler/index.mdx</a:t>
            </a:r>
          </a:p>
          <a:p>
            <a:pPr>
              <a:defRPr sz="1200"/>
            </a:pPr>
            <a:r>
              <a:t>D:/pasar_fix/node_modules/.bun/bun-types@1.3.14/node_modules/bun-types/docs/bundler/loaders.mdx</a:t>
            </a:r>
          </a:p>
          <a:p>
            <a:pPr>
              <a:defRPr sz="1200"/>
            </a:pPr>
            <a:r>
              <a:t>D:/pasar_fix/node_modules/.bun/bun-types@1.3.14/node_modules/bun-types/docs/bundler/macros.mdx</a:t>
            </a:r>
          </a:p>
          <a:p>
            <a:pPr>
              <a:defRPr sz="1200"/>
            </a:pPr>
            <a:r>
              <a:t>D:/pasar_fix/node_modules/.bun/bun-types@1.3.14/node_modules/bun-types/docs/bundler/minifier.mdx</a:t>
            </a:r>
          </a:p>
          <a:p>
            <a:pPr>
              <a:defRPr sz="1200"/>
            </a:pPr>
            <a:r>
              <a:t>D:/pasar_fix/node_modules/.bun/bun-types@1.3.14/node_modules/bun-types/docs/bundler/plugins.mdx</a:t>
            </a:r>
          </a:p>
          <a:p>
            <a:pPr>
              <a:defRPr sz="1200"/>
            </a:pPr>
            <a:r>
              <a:t>D:/pasar_fix/node_modules/.bun/bun-types@1.3.14/node_modules/bun-types/docs/bundler/standalone-html.mdx</a:t>
            </a:r>
          </a:p>
          <a:p>
            <a:pPr>
              <a:defRPr sz="1200"/>
            </a:pPr>
            <a:r>
              <a:t>D:/pasar_fix/node_modules/.bun/bun-types@1.3.14/node_modules/bun-types/docs/guides/index.mdx</a:t>
            </a:r>
          </a:p>
          <a:p>
            <a:pPr>
              <a:defRPr sz="1200"/>
            </a:pPr>
            <a:r>
              <a:t>D:/pasar_fix/node_modules/.bun/bun-types@1.3.14/node_modules/bun-types/docs/guides/binary/arraybuffer-to-array.mdx</a:t>
            </a:r>
          </a:p>
          <a:p>
            <a:pPr>
              <a:defRPr sz="1200"/>
            </a:pPr>
            <a:r>
              <a:t>D:/pasar_fix/node_modules/.bun/bun-types@1.3.14/node_modules/bun-types/docs/guides/binary/arraybuffer-to-blob.mdx</a:t>
            </a:r>
          </a:p>
          <a:p>
            <a:pPr>
              <a:defRPr sz="1200"/>
            </a:pPr>
            <a:r>
              <a:t>D:/pasar_fix/node_modules/.bun/bun-types@1.3.14/node_modules/bun-types/docs/guides/binary/arraybuffer-to-buffer.mdx</a:t>
            </a:r>
          </a:p>
          <a:p>
            <a:pPr>
              <a:defRPr sz="1200"/>
            </a:pPr>
            <a:r>
              <a:t>D:/pasar_fix/node_modules/.bun/bun-types@1.3.14/node_modules/bun-types/docs/guides/binary/arraybuffer-to-string.mdx</a:t>
            </a:r>
          </a:p>
          <a:p>
            <a:pPr>
              <a:defRPr sz="1200"/>
            </a:pPr>
            <a:r>
              <a:t>D:/pasar_fix/node_modules/.bun/bun-types@1.3.14/node_modules/bun-types/docs/guides/binary/arraybuffer-to-typedarray.mdx</a:t>
            </a:r>
          </a:p>
          <a:p>
            <a:pPr>
              <a:defRPr sz="1200"/>
            </a:pPr>
            <a:r>
              <a:t>D:/pasar_fix/node_modules/.bun/bun-types@1.3.14/node_modules/bun-types/docs/guides/binary/blob-to-arraybuffer.mdx</a:t>
            </a:r>
          </a:p>
          <a:p>
            <a:pPr>
              <a:defRPr sz="1200"/>
            </a:pPr>
            <a:r>
              <a:t>D:/pasar_fix/node_modules/.bun/bun-types@1.3.14/node_modules/bun-types/docs/guides/binary/blob-to-dataview.mdx</a:t>
            </a:r>
          </a:p>
          <a:p>
            <a:pPr>
              <a:defRPr sz="1200"/>
            </a:pPr>
            <a:r>
              <a:t>D:/pasar_fix/node_modules/.bun/bun-types@1.3.14/node_modules/bun-types/docs/guides/binary/blob-to-stream.mdx</a:t>
            </a:r>
          </a:p>
          <a:p>
            <a:pPr>
              <a:defRPr sz="1200"/>
            </a:pPr>
            <a:r>
              <a:t>D:/pasar_fix/node_modules/.bun/bun-types@1.3.14/node_modules/bun-types/docs/guides/binary/blob-to-string.mdx</a:t>
            </a:r>
          </a:p>
          <a:p>
            <a:pPr>
              <a:defRPr sz="1200"/>
            </a:pPr>
            <a:r>
              <a:t>D:/pasar_fix/node_modules/.bun/bun-types@1.3.14/node_modules/bun-types/docs/guides/binary/blob-to-typedarray.mdx</a:t>
            </a:r>
          </a:p>
          <a:p>
            <a:pPr>
              <a:defRPr sz="1200"/>
            </a:pPr>
            <a:r>
              <a:t>D:/pasar_fix/node_modules/.bun/bun-types@1.3.14/node_modules/bun-types/docs/guides/binary/buffer-to-arraybuffer.mdx</a:t>
            </a:r>
          </a:p>
          <a:p>
            <a:pPr>
              <a:defRPr sz="1200"/>
            </a:pPr>
            <a:r>
              <a:t>D:/pasar_fix/node_modules/.bun/bun-types@1.3.14/node_modules/bun-types/docs/guides/binary/buffer-to-blob.mdx</a:t>
            </a:r>
          </a:p>
          <a:p>
            <a:pPr>
              <a:defRPr sz="1200"/>
            </a:pPr>
            <a:r>
              <a:t>D:/pasar_fix/node_modules/.bun/bun-types@1.3.14/node_modules/bun-types/docs/guides/binary/buffer-to-readablestream.mdx</a:t>
            </a:r>
          </a:p>
          <a:p>
            <a:pPr>
              <a:defRPr sz="1200"/>
            </a:pPr>
            <a:r>
              <a:t>D:/pasar_fix/node_modules/.bun/bun-types@1.3.14/node_modules/bun-types/docs/guides/binary/buffer-to-string.mdx</a:t>
            </a:r>
          </a:p>
          <a:p>
            <a:pPr>
              <a:defRPr sz="1200"/>
            </a:pPr>
            <a:r>
              <a:t>D:/pasar_fix/node_modules/.bun/bun-types@1.3.14/node_modules/bun-types/docs/guides/binary/buffer-to-typedarray.mdx</a:t>
            </a:r>
          </a:p>
          <a:p>
            <a:pPr>
              <a:defRPr sz="1200"/>
            </a:pPr>
            <a:r>
              <a:t>D:/pasar_fix/node_modules/.bun/bun-types@1.3.14/node_modules/bun-types/docs/guides/binary/dataview-to-string.mdx</a:t>
            </a:r>
          </a:p>
          <a:p>
            <a:pPr>
              <a:defRPr sz="1200"/>
            </a:pPr>
            <a:r>
              <a:t>D:/pasar_fix/node_modules/.bun/bun-types@1.3.14/node_modules/bun-types/docs/guides/binary/typedarray-to-arraybuffer.mdx</a:t>
            </a:r>
          </a:p>
          <a:p>
            <a:pPr>
              <a:defRPr sz="1200"/>
            </a:pPr>
            <a:r>
              <a:t>D:/pasar_fix/node_modules/.bun/bun-types@1.3.14/node_modules/bun-types/docs/guides/binary/typedarray-to-blob.mdx</a:t>
            </a:r>
          </a:p>
          <a:p>
            <a:pPr>
              <a:defRPr sz="1200"/>
            </a:pPr>
            <a:r>
              <a:t>D:/pasar_fix/node_modules/.bun/bun-types@1.3.14/node_modules/bun-types/docs/guides/binary/typedarray-to-buffer.mdx</a:t>
            </a:r>
          </a:p>
          <a:p>
            <a:pPr>
              <a:defRPr sz="1200"/>
            </a:pPr>
            <a:r>
              <a:t>D:/pasar_fix/node_modules/.bun/bun-types@1.3.14/node_modules/bun-types/docs/guides/binary/typedarray-to-dataview.mdx</a:t>
            </a:r>
          </a:p>
          <a:p>
            <a:pPr>
              <a:defRPr sz="1200"/>
            </a:pPr>
            <a:r>
              <a:t>D:/pasar_fix/node_modules/.bun/bun-types@1.3.14/node_modules/bun-types/docs/guides/binary/typedarray-to-readablestream.mdx</a:t>
            </a:r>
          </a:p>
          <a:p>
            <a:pPr>
              <a:defRPr sz="1200"/>
            </a:pPr>
            <a:r>
              <a:t>D:/pasar_fix/node_modules/.bun/bun-types@1.3.14/node_modules/bun-types/docs/guides/binary/typedarray-to-string.mdx</a:t>
            </a:r>
          </a:p>
          <a:p>
            <a:pPr>
              <a:defRPr sz="1200"/>
            </a:pPr>
            <a:r>
              <a:t>D:/pasar_fix/node_modules/.bun/bun-types@1.3.14/node_modules/bun-types/docs/guides/deployment/aws-lambda.mdx</a:t>
            </a:r>
          </a:p>
          <a:p>
            <a:pPr>
              <a:defRPr sz="1200"/>
            </a:pPr>
            <a:r>
              <a:t>D:/pasar_fix/node_modules/.bun/bun-types@1.3.14/node_modules/bun-types/docs/guides/deployment/digital-ocean.mdx</a:t>
            </a:r>
          </a:p>
          <a:p>
            <a:pPr>
              <a:defRPr sz="1200"/>
            </a:pPr>
            <a:r>
              <a:t>D:/pasar_fix/node_modules/.bun/bun-types@1.3.14/node_modules/bun-types/docs/guides/deployment/google-cloud-run.mdx</a:t>
            </a:r>
          </a:p>
          <a:p>
            <a:pPr>
              <a:defRPr sz="1200"/>
            </a:pPr>
            <a:r>
              <a:t>D:/pasar_fix/node_modules/.bun/bun-types@1.3.14/node_modules/bun-types/docs/guides/deployment/railway.mdx</a:t>
            </a:r>
          </a:p>
          <a:p>
            <a:pPr>
              <a:defRPr sz="1200"/>
            </a:pPr>
            <a:r>
              <a:t>D:/pasar_fix/node_modules/.bun/bun-types@1.3.14/node_modules/bun-types/docs/guides/deployment/render.mdx</a:t>
            </a:r>
          </a:p>
          <a:p>
            <a:pPr>
              <a:defRPr sz="1200"/>
            </a:pPr>
            <a:r>
              <a:t>D:/pasar_fix/node_modules/.bun/bun-types@1.3.14/node_modules/bun-types/docs/guides/deployment/vercel.mdx</a:t>
            </a:r>
          </a:p>
          <a:p>
            <a:pPr>
              <a:defRPr sz="1200"/>
            </a:pPr>
            <a:r>
              <a:t>D:/pasar_fix/node_modules/.bun/bun-types@1.3.14/node_modules/bun-types/docs/guides/ecosystem/astro.mdx</a:t>
            </a:r>
          </a:p>
          <a:p>
            <a:pPr>
              <a:defRPr sz="1200"/>
            </a:pPr>
            <a:r>
              <a:t>D:/pasar_fix/node_modules/.bun/bun-types@1.3.14/node_modules/bun-types/docs/guides/ecosystem/discordjs.mdx</a:t>
            </a:r>
          </a:p>
          <a:p>
            <a:pPr>
              <a:defRPr sz="1200"/>
            </a:pPr>
            <a:r>
              <a:t>D:/pasar_fix/node_modules/.bun/bun-types@1.3.14/node_modules/bun-types/docs/guides/ecosystem/docker.mdx</a:t>
            </a:r>
          </a:p>
          <a:p>
            <a:pPr>
              <a:defRPr sz="1200"/>
            </a:pPr>
            <a:r>
              <a:t>D:/pasar_fix/node_modules/.bun/bun-types@1.3.14/node_modules/bun-types/docs/guides/ecosystem/drizzle.mdx</a:t>
            </a:r>
          </a:p>
          <a:p>
            <a:pPr>
              <a:defRPr sz="1200"/>
            </a:pPr>
            <a:r>
              <a:t>D:/pasar_fix/node_modules/.bun/bun-types@1.3.14/node_modules/bun-types/docs/guides/ecosystem/elysia.mdx</a:t>
            </a:r>
          </a:p>
          <a:p>
            <a:pPr>
              <a:defRPr sz="1200"/>
            </a:pPr>
            <a:r>
              <a:t>D:/pasar_fix/node_modules/.bun/bun-types@1.3.14/node_modules/bun-types/docs/guides/ecosystem/express.mdx</a:t>
            </a:r>
          </a:p>
          <a:p>
            <a:pPr>
              <a:defRPr sz="1200"/>
            </a:pPr>
            <a:r>
              <a:t>D:/pasar_fix/node_modules/.bun/bun-types@1.3.14/node_modules/bun-types/docs/guides/ecosystem/gel.mdx</a:t>
            </a:r>
          </a:p>
          <a:p>
            <a:pPr>
              <a:defRPr sz="1200"/>
            </a:pPr>
            <a:r>
              <a:t>D:/pasar_fix/node_modules/.bun/bun-types@1.3.14/node_modules/bun-types/docs/guides/ecosystem/hono.mdx</a:t>
            </a:r>
          </a:p>
          <a:p>
            <a:pPr>
              <a:defRPr sz="1200"/>
            </a:pPr>
            <a:r>
              <a:t>D:/pasar_fix/node_modules/.bun/bun-types@1.3.14/node_modules/bun-types/docs/guides/ecosystem/mongoose.mdx</a:t>
            </a:r>
          </a:p>
          <a:p>
            <a:pPr>
              <a:defRPr sz="1200"/>
            </a:pPr>
            <a:r>
              <a:t>D:/pasar_fix/node_modules/.bun/bun-types@1.3.14/node_modules/bun-types/docs/guides/ecosystem/neon-drizzle.mdx</a:t>
            </a:r>
          </a:p>
          <a:p>
            <a:pPr>
              <a:defRPr sz="1200"/>
            </a:pPr>
            <a:r>
              <a:t>D:/pasar_fix/node_modules/.bun/bun-types@1.3.14/node_modules/bun-types/docs/guides/ecosystem/neon-serverless-postgres.mdx</a:t>
            </a:r>
          </a:p>
          <a:p>
            <a:pPr>
              <a:defRPr sz="1200"/>
            </a:pPr>
            <a:r>
              <a:t>D:/pasar_fix/node_modules/.bun/bun-types@1.3.14/node_modules/bun-types/docs/guides/ecosystem/nextjs.mdx</a:t>
            </a:r>
          </a:p>
          <a:p>
            <a:pPr>
              <a:defRPr sz="1200"/>
            </a:pPr>
            <a:r>
              <a:t>D:/pasar_fix/node_modules/.bun/bun-types@1.3.14/node_modules/bun-types/docs/guides/ecosystem/nuxt.mdx</a:t>
            </a:r>
          </a:p>
          <a:p>
            <a:pPr>
              <a:defRPr sz="1200"/>
            </a:pPr>
            <a:r>
              <a:t>D:/pasar_fix/node_modules/.bun/bun-types@1.3.14/node_modules/bun-types/docs/guides/ecosystem/pm2.mdx</a:t>
            </a:r>
          </a:p>
          <a:p>
            <a:pPr>
              <a:defRPr sz="1200"/>
            </a:pPr>
            <a:r>
              <a:t>D:/pasar_fix/node_modules/.bun/bun-types@1.3.14/node_modules/bun-types/docs/guides/ecosystem/prisma-postgres.mdx</a:t>
            </a:r>
          </a:p>
          <a:p>
            <a:pPr>
              <a:defRPr sz="1200"/>
            </a:pPr>
            <a:r>
              <a:t>D:/pasar_fix/node_modules/.bun/bun-types@1.3.14/node_modules/bun-types/docs/guides/ecosystem/prisma.mdx</a:t>
            </a:r>
          </a:p>
          <a:p>
            <a:pPr>
              <a:defRPr sz="1200"/>
            </a:pPr>
            <a:r>
              <a:t>D:/pasar_fix/node_modules/.bun/bun-types@1.3.14/node_modules/bun-types/docs/guides/ecosystem/qwik.mdx</a:t>
            </a:r>
          </a:p>
          <a:p>
            <a:pPr>
              <a:defRPr sz="1200"/>
            </a:pPr>
            <a:r>
              <a:t>D:/pasar_fix/node_modules/.bun/bun-types@1.3.14/node_modules/bun-types/docs/guides/ecosystem/react.mdx</a:t>
            </a:r>
          </a:p>
          <a:p>
            <a:pPr>
              <a:defRPr sz="1200"/>
            </a:pPr>
            <a:r>
              <a:t>D:/pasar_fix/node_modules/.bun/bun-types@1.3.14/node_modules/bun-types/docs/guides/ecosystem/remix.mdx</a:t>
            </a:r>
          </a:p>
          <a:p>
            <a:pPr>
              <a:defRPr sz="1200"/>
            </a:pPr>
            <a:r>
              <a:t>D:/pasar_fix/node_modules/.bun/bun-types@1.3.14/node_modules/bun-types/docs/guides/ecosystem/sentry.mdx</a:t>
            </a:r>
          </a:p>
          <a:p>
            <a:pPr>
              <a:defRPr sz="1200"/>
            </a:pPr>
            <a:r>
              <a:t>D:/pasar_fix/node_modules/.bun/bun-types@1.3.14/node_modules/bun-types/docs/guides/ecosystem/solidstart.mdx</a:t>
            </a:r>
          </a:p>
          <a:p>
            <a:pPr>
              <a:defRPr sz="1200"/>
            </a:pPr>
            <a:r>
              <a:t>D:/pasar_fix/node_modules/.bun/bun-types@1.3.14/node_modules/bun-types/docs/guides/ecosystem/ssr-react.mdx</a:t>
            </a:r>
          </a:p>
          <a:p>
            <a:pPr>
              <a:defRPr sz="1200"/>
            </a:pPr>
            <a:r>
              <a:t>D:/pasar_fix/node_modules/.bun/bun-types@1.3.14/node_modules/bun-types/docs/guides/ecosystem/stric.mdx</a:t>
            </a:r>
          </a:p>
          <a:p>
            <a:pPr>
              <a:defRPr sz="1200"/>
            </a:pPr>
            <a:r>
              <a:t>D:/pasar_fix/node_modules/.bun/bun-types@1.3.14/node_modules/bun-types/docs/guides/ecosystem/sveltekit.mdx</a:t>
            </a:r>
          </a:p>
          <a:p>
            <a:pPr>
              <a:defRPr sz="1200"/>
            </a:pPr>
            <a:r>
              <a:t>D:/pasar_fix/node_modules/.bun/bun-types@1.3.14/node_modules/bun-types/docs/guides/ecosystem/systemd.mdx</a:t>
            </a:r>
          </a:p>
          <a:p>
            <a:pPr>
              <a:defRPr sz="1200"/>
            </a:pPr>
            <a:r>
              <a:t>D:/pasar_fix/node_modules/.bun/bun-types@1.3.14/node_modules/bun-types/docs/guides/ecosystem/tanstack-start.mdx</a:t>
            </a:r>
          </a:p>
          <a:p>
            <a:pPr>
              <a:defRPr sz="1200"/>
            </a:pPr>
            <a:r>
              <a:t>D:/pasar_fix/node_modules/.bun/bun-types@1.3.14/node_modules/bun-types/docs/guides/ecosystem/upstash.mdx</a:t>
            </a:r>
          </a:p>
          <a:p>
            <a:pPr>
              <a:defRPr sz="1200"/>
            </a:pPr>
            <a:r>
              <a:t>D:/pasar_fix/node_modules/.bun/bun-types@1.3.14/node_modules/bun-types/docs/guides/ecosystem/vite.mdx</a:t>
            </a:r>
          </a:p>
          <a:p>
            <a:pPr>
              <a:defRPr sz="1200"/>
            </a:pPr>
            <a:r>
              <a:t>D:/pasar_fix/node_modules/.bun/bun-types@1.3.14/node_modules/bun-types/docs/guides/html-rewriter/extract-links.mdx</a:t>
            </a:r>
          </a:p>
          <a:p>
            <a:pPr>
              <a:defRPr sz="1200"/>
            </a:pPr>
            <a:r>
              <a:t>D:/pasar_fix/node_modules/.bun/bun-types@1.3.14/node_modules/bun-types/docs/guides/html-rewriter/extract-social-meta.mdx</a:t>
            </a:r>
          </a:p>
          <a:p>
            <a:pPr>
              <a:defRPr sz="1200"/>
            </a:pPr>
            <a:r>
              <a:t>D:/pasar_fix/node_modules/.bun/bun-types@1.3.14/node_modules/bun-types/docs/guides/http/cluster.mdx</a:t>
            </a:r>
          </a:p>
          <a:p>
            <a:pPr>
              <a:defRPr sz="1200"/>
            </a:pPr>
            <a:r>
              <a:t>D:/pasar_fix/node_modules/.bun/bun-types@1.3.14/node_modules/bun-types/docs/guides/http/fetch-unix.mdx</a:t>
            </a:r>
          </a:p>
          <a:p>
            <a:pPr>
              <a:defRPr sz="1200"/>
            </a:pPr>
            <a:r>
              <a:t>D:/pasar_fix/node_modules/.bun/bun-types@1.3.14/node_modules/bun-types/docs/guides/http/fetch.mdx</a:t>
            </a:r>
          </a:p>
          <a:p>
            <a:pPr>
              <a:defRPr sz="1200"/>
            </a:pPr>
            <a:r>
              <a:t>D:/pasar_fix/node_modules/.bun/bun-types@1.3.14/node_modules/bun-types/docs/guides/http/file-uploads.mdx</a:t>
            </a:r>
          </a:p>
          <a:p>
            <a:pPr>
              <a:defRPr sz="1200"/>
            </a:pPr>
            <a:r>
              <a:t>D:/pasar_fix/node_modules/.bun/bun-types@1.3.14/node_modules/bun-types/docs/guides/http/hot.mdx</a:t>
            </a:r>
          </a:p>
          <a:p>
            <a:pPr>
              <a:defRPr sz="1200"/>
            </a:pPr>
            <a:r>
              <a:t>D:/pasar_fix/node_modules/.bun/bun-types@1.3.14/node_modules/bun-types/docs/guides/http/proxy.mdx</a:t>
            </a:r>
          </a:p>
          <a:p>
            <a:pPr>
              <a:defRPr sz="1200"/>
            </a:pPr>
            <a:r>
              <a:t>D:/pasar_fix/node_modules/.bun/bun-types@1.3.14/node_modules/bun-types/docs/guides/http/server.mdx</a:t>
            </a:r>
          </a:p>
          <a:p>
            <a:pPr>
              <a:defRPr sz="1200"/>
            </a:pPr>
            <a:r>
              <a:t>D:/pasar_fix/node_modules/.bun/bun-types@1.3.14/node_modules/bun-types/docs/guides/http/simple.mdx</a:t>
            </a:r>
          </a:p>
          <a:p>
            <a:pPr>
              <a:defRPr sz="1200"/>
            </a:pPr>
            <a:r>
              <a:t>D:/pasar_fix/node_modules/.bun/bun-types@1.3.14/node_modules/bun-types/docs/guides/http/sse.mdx</a:t>
            </a:r>
          </a:p>
          <a:p>
            <a:pPr>
              <a:defRPr sz="1200"/>
            </a:pPr>
            <a:r>
              <a:t>D:/pasar_fix/node_modules/.bun/bun-types@1.3.14/node_modules/bun-types/docs/guides/http/stream-file.mdx</a:t>
            </a:r>
          </a:p>
          <a:p>
            <a:pPr>
              <a:defRPr sz="1200"/>
            </a:pPr>
            <a:r>
              <a:t>D:/pasar_fix/node_modules/.bun/bun-types@1.3.14/node_modules/bun-types/docs/guides/http/stream-iterator.mdx</a:t>
            </a:r>
          </a:p>
          <a:p>
            <a:pPr>
              <a:defRPr sz="1200"/>
            </a:pPr>
            <a:r>
              <a:t>D:/pasar_fix/node_modules/.bun/bun-types@1.3.14/node_modules/bun-types/docs/guides/http/stream-node-streams-in-bun.mdx</a:t>
            </a:r>
          </a:p>
          <a:p>
            <a:pPr>
              <a:defRPr sz="1200"/>
            </a:pPr>
            <a:r>
              <a:t>D:/pasar_fix/node_modules/.bun/bun-types@1.3.14/node_modules/bun-types/docs/guides/http/tls.mdx</a:t>
            </a:r>
          </a:p>
          <a:p>
            <a:pPr>
              <a:defRPr sz="1200"/>
            </a:pPr>
            <a:r>
              <a:t>D:/pasar_fix/node_modules/.bun/bun-types@1.3.14/node_modules/bun-types/docs/guides/install/add-dev.mdx</a:t>
            </a:r>
          </a:p>
          <a:p>
            <a:pPr>
              <a:defRPr sz="1200"/>
            </a:pPr>
            <a:r>
              <a:t>D:/pasar_fix/node_modules/.bun/bun-types@1.3.14/node_modules/bun-types/docs/guides/install/add-git.mdx</a:t>
            </a:r>
          </a:p>
          <a:p>
            <a:pPr>
              <a:defRPr sz="1200"/>
            </a:pPr>
            <a:r>
              <a:t>D:/pasar_fix/node_modules/.bun/bun-types@1.3.14/node_modules/bun-types/docs/guides/install/add-optional.mdx</a:t>
            </a:r>
          </a:p>
          <a:p>
            <a:pPr>
              <a:defRPr sz="1200"/>
            </a:pPr>
            <a:r>
              <a:t>D:/pasar_fix/node_modules/.bun/bun-types@1.3.14/node_modules/bun-types/docs/guides/install/add-peer.mdx</a:t>
            </a:r>
          </a:p>
          <a:p>
            <a:pPr>
              <a:defRPr sz="1200"/>
            </a:pPr>
            <a:r>
              <a:t>D:/pasar_fix/node_modules/.bun/bun-types@1.3.14/node_modules/bun-types/docs/guides/install/add-tarball.mdx</a:t>
            </a:r>
          </a:p>
          <a:p>
            <a:pPr>
              <a:defRPr sz="1200"/>
            </a:pPr>
            <a:r>
              <a:t>D:/pasar_fix/node_modules/.bun/bun-types@1.3.14/node_modules/bun-types/docs/guides/install/add.mdx</a:t>
            </a:r>
          </a:p>
          <a:p>
            <a:pPr>
              <a:defRPr sz="1200"/>
            </a:pPr>
            <a:r>
              <a:t>D:/pasar_fix/node_modules/.bun/bun-types@1.3.14/node_modules/bun-types/docs/guides/install/azure-artifacts.mdx</a:t>
            </a:r>
          </a:p>
          <a:p>
            <a:pPr>
              <a:defRPr sz="1200"/>
            </a:pPr>
            <a:r>
              <a:t>D:/pasar_fix/node_modules/.bun/bun-types@1.3.14/node_modules/bun-types/docs/guides/install/cicd.mdx</a:t>
            </a:r>
          </a:p>
          <a:p>
            <a:pPr>
              <a:defRPr sz="1200"/>
            </a:pPr>
            <a:r>
              <a:t>D:/pasar_fix/node_modules/.bun/bun-types@1.3.14/node_modules/bun-types/docs/guides/install/custom-registry.mdx</a:t>
            </a:r>
          </a:p>
          <a:p>
            <a:pPr>
              <a:defRPr sz="1200"/>
            </a:pPr>
            <a:r>
              <a:t>D:/pasar_fix/node_modules/.bun/bun-types@1.3.14/node_modules/bun-types/docs/guides/install/from-npm-install-to-bun-install.mdx</a:t>
            </a:r>
          </a:p>
          <a:p>
            <a:pPr>
              <a:defRPr sz="1200"/>
            </a:pPr>
            <a:r>
              <a:t>D:/pasar_fix/node_modules/.bun/bun-types@1.3.14/node_modules/bun-types/docs/guides/install/git-diff-bun-lockfile.mdx</a:t>
            </a:r>
          </a:p>
          <a:p>
            <a:pPr>
              <a:defRPr sz="1200"/>
            </a:pPr>
            <a:r>
              <a:t>D:/pasar_fix/node_modules/.bun/bun-types@1.3.14/node_modules/bun-types/docs/guides/install/jfrog-artifactory.mdx</a:t>
            </a:r>
          </a:p>
          <a:p>
            <a:pPr>
              <a:defRPr sz="1200"/>
            </a:pPr>
            <a:r>
              <a:t>D:/pasar_fix/node_modules/.bun/bun-types@1.3.14/node_modules/bun-types/docs/guides/install/npm-alias.mdx</a:t>
            </a:r>
          </a:p>
          <a:p>
            <a:pPr>
              <a:defRPr sz="1200"/>
            </a:pPr>
            <a:r>
              <a:t>D:/pasar_fix/node_modules/.bun/bun-types@1.3.14/node_modules/bun-types/docs/guides/install/registry-scope.mdx</a:t>
            </a:r>
          </a:p>
          <a:p>
            <a:pPr>
              <a:defRPr sz="1200"/>
            </a:pPr>
            <a:r>
              <a:t>D:/pasar_fix/node_modules/.bun/bun-types@1.3.14/node_modules/bun-types/docs/guides/install/trusted.mdx</a:t>
            </a:r>
          </a:p>
          <a:p>
            <a:pPr>
              <a:defRPr sz="1200"/>
            </a:pPr>
            <a:r>
              <a:t>D:/pasar_fix/node_modules/.bun/bun-types@1.3.14/node_modules/bun-types/docs/guides/install/workspaces.mdx</a:t>
            </a:r>
          </a:p>
          <a:p>
            <a:pPr>
              <a:defRPr sz="1200"/>
            </a:pPr>
            <a:r>
              <a:t>D:/pasar_fix/node_modules/.bun/bun-types@1.3.14/node_modules/bun-types/docs/guides/install/yarnlock.mdx</a:t>
            </a:r>
          </a:p>
          <a:p>
            <a:pPr>
              <a:defRPr sz="1200"/>
            </a:pPr>
            <a:r>
              <a:t>D:/pasar_fix/node_modules/.bun/bun-types@1.3.14/node_modules/bun-types/docs/guides/process/argv.mdx</a:t>
            </a:r>
          </a:p>
          <a:p>
            <a:pPr>
              <a:defRPr sz="1200"/>
            </a:pPr>
            <a:r>
              <a:t>D:/pasar_fix/node_modules/.bun/bun-types@1.3.14/node_modules/bun-types/docs/guides/process/ctrl-c.mdx</a:t>
            </a:r>
          </a:p>
          <a:p>
            <a:pPr>
              <a:defRPr sz="1200"/>
            </a:pPr>
            <a:r>
              <a:t>D:/pasar_fix/node_modules/.bun/bun-types@1.3.14/node_modules/bun-types/docs/guides/process/ipc.mdx</a:t>
            </a:r>
          </a:p>
          <a:p>
            <a:pPr>
              <a:defRPr sz="1200"/>
            </a:pPr>
            <a:r>
              <a:t>D:/pasar_fix/node_modules/.bun/bun-types@1.3.14/node_modules/bun-types/docs/guides/process/nanoseconds.mdx</a:t>
            </a:r>
          </a:p>
          <a:p>
            <a:pPr>
              <a:defRPr sz="1200"/>
            </a:pPr>
            <a:r>
              <a:t>D:/pasar_fix/node_modules/.bun/bun-types@1.3.14/node_modules/bun-types/docs/guides/process/os-signals.mdx</a:t>
            </a:r>
          </a:p>
          <a:p>
            <a:pPr>
              <a:defRPr sz="1200"/>
            </a:pPr>
            <a:r>
              <a:t>D:/pasar_fix/node_modules/.bun/bun-types@1.3.14/node_modules/bun-types/docs/guides/process/spawn-stderr.mdx</a:t>
            </a:r>
          </a:p>
          <a:p>
            <a:pPr>
              <a:defRPr sz="1200"/>
            </a:pPr>
            <a:r>
              <a:t>D:/pasar_fix/node_modules/.bun/bun-types@1.3.14/node_modules/bun-types/docs/guides/process/spawn-stdout.mdx</a:t>
            </a:r>
          </a:p>
          <a:p>
            <a:pPr>
              <a:defRPr sz="1200"/>
            </a:pPr>
            <a:r>
              <a:t>D:/pasar_fix/node_modules/.bun/bun-types@1.3.14/node_modules/bun-types/docs/guides/process/spawn.mdx</a:t>
            </a:r>
          </a:p>
          <a:p>
            <a:pPr>
              <a:defRPr sz="1200"/>
            </a:pPr>
            <a:r>
              <a:t>D:/pasar_fix/node_modules/.bun/bun-types@1.3.14/node_modules/bun-types/docs/guides/process/stdin.mdx</a:t>
            </a:r>
          </a:p>
          <a:p>
            <a:pPr>
              <a:defRPr sz="1200"/>
            </a:pPr>
            <a:r>
              <a:t>D:/pasar_fix/node_modules/.bun/bun-types@1.3.14/node_modules/bun-types/docs/guides/read-file/arraybuffer.mdx</a:t>
            </a:r>
          </a:p>
          <a:p>
            <a:pPr>
              <a:defRPr sz="1200"/>
            </a:pPr>
            <a:r>
              <a:t>D:/pasar_fix/node_modules/.bun/bun-types@1.3.14/node_modules/bun-types/docs/guides/read-file/buffer.mdx</a:t>
            </a:r>
          </a:p>
          <a:p>
            <a:pPr>
              <a:defRPr sz="1200"/>
            </a:pPr>
            <a:r>
              <a:t>D:/pasar_fix/node_modules/.bun/bun-types@1.3.14/node_modules/bun-types/docs/guides/read-file/exists.mdx</a:t>
            </a:r>
          </a:p>
          <a:p>
            <a:pPr>
              <a:defRPr sz="1200"/>
            </a:pPr>
            <a:r>
              <a:t>D:/pasar_fix/node_modules/.bun/bun-types@1.3.14/node_modules/bun-types/docs/guides/read-file/json.mdx</a:t>
            </a:r>
          </a:p>
          <a:p>
            <a:pPr>
              <a:defRPr sz="1200"/>
            </a:pPr>
            <a:r>
              <a:t>D:/pasar_fix/node_modules/.bun/bun-types@1.3.14/node_modules/bun-types/docs/guides/read-file/mime.mdx</a:t>
            </a:r>
          </a:p>
          <a:p>
            <a:pPr>
              <a:defRPr sz="1200"/>
            </a:pPr>
            <a:r>
              <a:t>D:/pasar_fix/node_modules/.bun/bun-types@1.3.14/node_modules/bun-types/docs/guides/read-file/stream.mdx</a:t>
            </a:r>
          </a:p>
          <a:p>
            <a:pPr>
              <a:defRPr sz="1200"/>
            </a:pPr>
            <a:r>
              <a:t>D:/pasar_fix/node_modules/.bun/bun-types@1.3.14/node_modules/bun-types/docs/guides/read-file/string.mdx</a:t>
            </a:r>
          </a:p>
          <a:p>
            <a:pPr>
              <a:defRPr sz="1200"/>
            </a:pPr>
            <a:r>
              <a:t>D:/pasar_fix/node_modules/.bun/bun-types@1.3.14/node_modules/bun-types/docs/guides/read-file/uint8array.mdx</a:t>
            </a:r>
          </a:p>
          <a:p>
            <a:pPr>
              <a:defRPr sz="1200"/>
            </a:pPr>
            <a:r>
              <a:t>D:/pasar_fix/node_modules/.bun/bun-types@1.3.14/node_modules/bun-types/docs/guides/read-file/watch.mdx</a:t>
            </a:r>
          </a:p>
          <a:p>
            <a:pPr>
              <a:defRPr sz="1200"/>
            </a:pPr>
            <a:r>
              <a:t>D:/pasar_fix/node_modules/.bun/bun-types@1.3.14/node_modules/bun-types/docs/guides/runtime/build-time-constants.mdx</a:t>
            </a:r>
          </a:p>
          <a:p>
            <a:pPr>
              <a:defRPr sz="1200"/>
            </a:pPr>
            <a:r>
              <a:t>D:/pasar_fix/node_modules/.bun/bun-types@1.3.14/node_modules/bun-types/docs/guides/runtime/cicd.mdx</a:t>
            </a:r>
          </a:p>
          <a:p>
            <a:pPr>
              <a:defRPr sz="1200"/>
            </a:pPr>
            <a:r>
              <a:t>D:/pasar_fix/node_modules/.bun/bun-types@1.3.14/node_modules/bun-types/docs/guides/runtime/codesign-macos-executable.mdx</a:t>
            </a:r>
          </a:p>
          <a:p>
            <a:pPr>
              <a:defRPr sz="1200"/>
            </a:pPr>
            <a:r>
              <a:t>D:/pasar_fix/node_modules/.bun/bun-types@1.3.14/node_modules/bun-types/docs/guides/runtime/define-constant.mdx</a:t>
            </a:r>
          </a:p>
          <a:p>
            <a:pPr>
              <a:defRPr sz="1200"/>
            </a:pPr>
            <a:r>
              <a:t>D:/pasar_fix/node_modules/.bun/bun-types@1.3.14/node_modules/bun-types/docs/guides/runtime/delete-directory.mdx</a:t>
            </a:r>
          </a:p>
          <a:p>
            <a:pPr>
              <a:defRPr sz="1200"/>
            </a:pPr>
            <a:r>
              <a:t>D:/pasar_fix/node_modules/.bun/bun-types@1.3.14/node_modules/bun-types/docs/guides/runtime/delete-file.mdx</a:t>
            </a:r>
          </a:p>
          <a:p>
            <a:pPr>
              <a:defRPr sz="1200"/>
            </a:pPr>
            <a:r>
              <a:t>D:/pasar_fix/node_modules/.bun/bun-types@1.3.14/node_modules/bun-types/docs/guides/runtime/heap-snapshot.mdx</a:t>
            </a:r>
          </a:p>
          <a:p>
            <a:pPr>
              <a:defRPr sz="1200"/>
            </a:pPr>
            <a:r>
              <a:t>D:/pasar_fix/node_modules/.bun/bun-types@1.3.14/node_modules/bun-types/docs/guides/runtime/import-html.mdx</a:t>
            </a:r>
          </a:p>
          <a:p>
            <a:pPr>
              <a:defRPr sz="1200"/>
            </a:pPr>
            <a:r>
              <a:t>D:/pasar_fix/node_modules/.bun/bun-types@1.3.14/node_modules/bun-types/docs/guides/runtime/import-json.mdx</a:t>
            </a:r>
          </a:p>
          <a:p>
            <a:pPr>
              <a:defRPr sz="1200"/>
            </a:pPr>
            <a:r>
              <a:t>D:/pasar_fix/node_modules/.bun/bun-types@1.3.14/node_modules/bun-types/docs/guides/runtime/import-json5.mdx</a:t>
            </a:r>
          </a:p>
          <a:p>
            <a:pPr>
              <a:defRPr sz="1200"/>
            </a:pPr>
            <a:r>
              <a:t>D:/pasar_fix/node_modules/.bun/bun-types@1.3.14/node_modules/bun-types/docs/guides/runtime/import-toml.mdx</a:t>
            </a:r>
          </a:p>
          <a:p>
            <a:pPr>
              <a:defRPr sz="1200"/>
            </a:pPr>
            <a:r>
              <a:t>D:/pasar_fix/node_modules/.bun/bun-types@1.3.14/node_modules/bun-types/docs/guides/runtime/import-yaml.mdx</a:t>
            </a:r>
          </a:p>
          <a:p>
            <a:pPr>
              <a:defRPr sz="1200"/>
            </a:pPr>
            <a:r>
              <a:t>D:/pasar_fix/node_modules/.bun/bun-types@1.3.14/node_modules/bun-types/docs/guides/runtime/read-env.mdx</a:t>
            </a:r>
          </a:p>
          <a:p>
            <a:pPr>
              <a:defRPr sz="1200"/>
            </a:pPr>
            <a:r>
              <a:t>D:/pasar_fix/node_modules/.bun/bun-types@1.3.14/node_modules/bun-types/docs/guides/runtime/set-env.mdx</a:t>
            </a:r>
          </a:p>
          <a:p>
            <a:pPr>
              <a:defRPr sz="1200"/>
            </a:pPr>
            <a:r>
              <a:t>D:/pasar_fix/node_modules/.bun/bun-types@1.3.14/node_modules/bun-types/docs/guides/runtime/shell.mdx</a:t>
            </a:r>
          </a:p>
          <a:p>
            <a:pPr>
              <a:defRPr sz="1200"/>
            </a:pPr>
            <a:r>
              <a:t>D:/pasar_fix/node_modules/.bun/bun-types@1.3.14/node_modules/bun-types/docs/guides/runtime/timezone.mdx</a:t>
            </a:r>
          </a:p>
          <a:p>
            <a:pPr>
              <a:defRPr sz="1200"/>
            </a:pPr>
            <a:r>
              <a:t>D:/pasar_fix/node_modules/.bun/bun-types@1.3.14/node_modules/bun-types/docs/guides/runtime/tsconfig-paths.mdx</a:t>
            </a:r>
          </a:p>
          <a:p>
            <a:pPr>
              <a:defRPr sz="1200"/>
            </a:pPr>
            <a:r>
              <a:t>D:/pasar_fix/node_modules/.bun/bun-types@1.3.14/node_modules/bun-types/docs/guides/runtime/typescript.mdx</a:t>
            </a:r>
          </a:p>
          <a:p>
            <a:pPr>
              <a:defRPr sz="1200"/>
            </a:pPr>
            <a:r>
              <a:t>D:/pasar_fix/node_modules/.bun/bun-types@1.3.14/node_modules/bun-types/docs/guides/runtime/vscode-debugger.mdx</a:t>
            </a:r>
          </a:p>
          <a:p>
            <a:pPr>
              <a:defRPr sz="1200"/>
            </a:pPr>
            <a:r>
              <a:t>D:/pasar_fix/node_modules/.bun/bun-types@1.3.14/node_modules/bun-types/docs/guides/runtime/web-debugger.mdx</a:t>
            </a:r>
          </a:p>
          <a:p>
            <a:pPr>
              <a:defRPr sz="1200"/>
            </a:pPr>
            <a:r>
              <a:t>D:/pasar_fix/node_modules/.bun/bun-types@1.3.14/node_modules/bun-types/docs/guides/streams/node-readable-to-arraybuffer.mdx</a:t>
            </a:r>
          </a:p>
          <a:p>
            <a:pPr>
              <a:defRPr sz="1200"/>
            </a:pPr>
            <a:r>
              <a:t>D:/pasar_fix/node_modules/.bun/bun-types@1.3.14/node_modules/bun-types/docs/guides/streams/node-readable-to-blob.mdx</a:t>
            </a:r>
          </a:p>
          <a:p>
            <a:pPr>
              <a:defRPr sz="1200"/>
            </a:pPr>
            <a:r>
              <a:t>D:/pasar_fix/node_modules/.bun/bun-types@1.3.14/node_modules/bun-types/docs/guides/streams/node-readable-to-json.mdx</a:t>
            </a:r>
          </a:p>
          <a:p>
            <a:pPr>
              <a:defRPr sz="1200"/>
            </a:pPr>
            <a:r>
              <a:t>D:/pasar_fix/node_modules/.bun/bun-types@1.3.14/node_modules/bun-types/docs/guides/streams/node-readable-to-string.mdx</a:t>
            </a:r>
          </a:p>
          <a:p>
            <a:pPr>
              <a:defRPr sz="1200"/>
            </a:pPr>
            <a:r>
              <a:t>D:/pasar_fix/node_modules/.bun/bun-types@1.3.14/node_modules/bun-types/docs/guides/streams/node-readable-to-uint8array.mdx</a:t>
            </a:r>
          </a:p>
          <a:p>
            <a:pPr>
              <a:defRPr sz="1200"/>
            </a:pPr>
            <a:r>
              <a:t>D:/pasar_fix/node_modules/.bun/bun-types@1.3.14/node_modules/bun-types/docs/guides/streams/to-array.mdx</a:t>
            </a:r>
          </a:p>
          <a:p>
            <a:pPr>
              <a:defRPr sz="1200"/>
            </a:pPr>
            <a:r>
              <a:t>D:/pasar_fix/node_modules/.bun/bun-types@1.3.14/node_modules/bun-types/docs/guides/streams/to-arraybuffer.mdx</a:t>
            </a:r>
          </a:p>
          <a:p>
            <a:pPr>
              <a:defRPr sz="1200"/>
            </a:pPr>
            <a:r>
              <a:t>D:/pasar_fix/node_modules/.bun/bun-types@1.3.14/node_modules/bun-types/docs/guides/streams/to-blob.mdx</a:t>
            </a:r>
          </a:p>
          <a:p>
            <a:pPr>
              <a:defRPr sz="1200"/>
            </a:pPr>
            <a:r>
              <a:t>D:/pasar_fix/node_modules/.bun/bun-types@1.3.14/node_modules/bun-types/docs/guides/streams/to-buffer.mdx</a:t>
            </a:r>
          </a:p>
          <a:p>
            <a:pPr>
              <a:defRPr sz="1200"/>
            </a:pPr>
            <a:r>
              <a:t>D:/pasar_fix/node_modules/.bun/bun-types@1.3.14/node_modules/bun-types/docs/guides/streams/to-json.mdx</a:t>
            </a:r>
          </a:p>
          <a:p>
            <a:pPr>
              <a:defRPr sz="1200"/>
            </a:pPr>
            <a:r>
              <a:t>D:/pasar_fix/node_modules/.bun/bun-types@1.3.14/node_modules/bun-types/docs/guides/streams/to-string.mdx</a:t>
            </a:r>
          </a:p>
          <a:p>
            <a:pPr>
              <a:defRPr sz="1200"/>
            </a:pPr>
            <a:r>
              <a:t>D:/pasar_fix/node_modules/.bun/bun-types@1.3.14/node_modules/bun-types/docs/guides/streams/to-typedarray.mdx</a:t>
            </a:r>
          </a:p>
          <a:p>
            <a:pPr>
              <a:defRPr sz="1200"/>
            </a:pPr>
            <a:r>
              <a:t>D:/pasar_fix/node_modules/.bun/bun-types@1.3.14/node_modules/bun-types/docs/guides/test/bail.mdx</a:t>
            </a:r>
          </a:p>
          <a:p>
            <a:pPr>
              <a:defRPr sz="1200"/>
            </a:pPr>
            <a:r>
              <a:t>D:/pasar_fix/node_modules/.bun/bun-types@1.3.14/node_modules/bun-types/docs/guides/test/concurrent-test-glob.mdx</a:t>
            </a:r>
          </a:p>
          <a:p>
            <a:pPr>
              <a:defRPr sz="1200"/>
            </a:pPr>
            <a:r>
              <a:t>D:/pasar_fix/node_modules/.bun/bun-types@1.3.14/node_modules/bun-types/docs/guides/test/coverage-threshold.mdx</a:t>
            </a:r>
          </a:p>
          <a:p>
            <a:pPr>
              <a:defRPr sz="1200"/>
            </a:pPr>
            <a:r>
              <a:t>D:/pasar_fix/node_modules/.bun/bun-types@1.3.14/node_modules/bun-types/docs/guides/test/coverage.mdx</a:t>
            </a:r>
          </a:p>
          <a:p>
            <a:pPr>
              <a:defRPr sz="1200"/>
            </a:pPr>
            <a:r>
              <a:t>D:/pasar_fix/node_modules/.bun/bun-types@1.3.14/node_modules/bun-types/docs/guides/test/happy-dom.mdx</a:t>
            </a:r>
          </a:p>
          <a:p>
            <a:pPr>
              <a:defRPr sz="1200"/>
            </a:pPr>
            <a:r>
              <a:t>D:/pasar_fix/node_modules/.bun/bun-types@1.3.14/node_modules/bun-types/docs/guides/test/migrate-from-jest.mdx</a:t>
            </a:r>
          </a:p>
          <a:p>
            <a:pPr>
              <a:defRPr sz="1200"/>
            </a:pPr>
            <a:r>
              <a:t>D:/pasar_fix/node_modules/.bun/bun-types@1.3.14/node_modules/bun-types/docs/guides/test/mock-clock.mdx</a:t>
            </a:r>
          </a:p>
          <a:p>
            <a:pPr>
              <a:defRPr sz="1200"/>
            </a:pPr>
            <a:r>
              <a:t>D:/pasar_fix/node_modules/.bun/bun-types@1.3.14/node_modules/bun-types/docs/guides/test/mock-functions.mdx</a:t>
            </a:r>
          </a:p>
          <a:p>
            <a:pPr>
              <a:defRPr sz="1200"/>
            </a:pPr>
            <a:r>
              <a:t>D:/pasar_fix/node_modules/.bun/bun-types@1.3.14/node_modules/bun-types/docs/guides/test/rerun-each.mdx</a:t>
            </a:r>
          </a:p>
          <a:p>
            <a:pPr>
              <a:defRPr sz="1200"/>
            </a:pPr>
            <a:r>
              <a:t>D:/pasar_fix/node_modules/.bun/bun-types@1.3.14/node_modules/bun-types/docs/guides/test/run-tests.mdx</a:t>
            </a:r>
          </a:p>
          <a:p>
            <a:pPr>
              <a:defRPr sz="1200"/>
            </a:pPr>
            <a:r>
              <a:t>D:/pasar_fix/node_modules/.bun/bun-types@1.3.14/node_modules/bun-types/docs/guides/test/skip-tests.mdx</a:t>
            </a:r>
          </a:p>
          <a:p>
            <a:pPr>
              <a:defRPr sz="1200"/>
            </a:pPr>
            <a:r>
              <a:t>D:/pasar_fix/node_modules/.bun/bun-types@1.3.14/node_modules/bun-types/docs/guides/test/snapshot.mdx</a:t>
            </a:r>
          </a:p>
          <a:p>
            <a:pPr>
              <a:defRPr sz="1200"/>
            </a:pPr>
            <a:r>
              <a:t>D:/pasar_fix/node_modules/.bun/bun-types@1.3.14/node_modules/bun-types/docs/guides/test/spy-on.mdx</a:t>
            </a:r>
          </a:p>
          <a:p>
            <a:pPr>
              <a:defRPr sz="1200"/>
            </a:pPr>
            <a:r>
              <a:t>D:/pasar_fix/node_modules/.bun/bun-types@1.3.14/node_modules/bun-types/docs/guides/test/svelte-test.mdx</a:t>
            </a:r>
          </a:p>
          <a:p>
            <a:pPr>
              <a:defRPr sz="1200"/>
            </a:pPr>
            <a:r>
              <a:t>D:/pasar_fix/node_modules/.bun/bun-types@1.3.14/node_modules/bun-types/docs/guides/test/testing-library.mdx</a:t>
            </a:r>
          </a:p>
          <a:p>
            <a:pPr>
              <a:defRPr sz="1200"/>
            </a:pPr>
            <a:r>
              <a:t>D:/pasar_fix/node_modules/.bun/bun-types@1.3.14/node_modules/bun-types/docs/guides/test/timeout.mdx</a:t>
            </a:r>
          </a:p>
          <a:p>
            <a:pPr>
              <a:defRPr sz="1200"/>
            </a:pPr>
            <a:r>
              <a:t>D:/pasar_fix/node_modules/.bun/bun-types@1.3.14/node_modules/bun-types/docs/guides/test/todo-tests.mdx</a:t>
            </a:r>
          </a:p>
          <a:p>
            <a:pPr>
              <a:defRPr sz="1200"/>
            </a:pPr>
            <a:r>
              <a:t>D:/pasar_fix/node_modules/.bun/bun-types@1.3.14/node_modules/bun-types/docs/guides/test/update-snapshots.mdx</a:t>
            </a:r>
          </a:p>
          <a:p>
            <a:pPr>
              <a:defRPr sz="1200"/>
            </a:pPr>
            <a:r>
              <a:t>D:/pasar_fix/node_modules/.bun/bun-types@1.3.14/node_modules/bun-types/docs/guides/test/watch-mode.mdx</a:t>
            </a:r>
          </a:p>
          <a:p>
            <a:pPr>
              <a:defRPr sz="1200"/>
            </a:pPr>
            <a:r>
              <a:t>D:/pasar_fix/node_modules/.bun/bun-types@1.3.14/node_modules/bun-types/docs/guides/util/base64.mdx</a:t>
            </a:r>
          </a:p>
          <a:p>
            <a:pPr>
              <a:defRPr sz="1200"/>
            </a:pPr>
            <a:r>
              <a:t>D:/pasar_fix/node_modules/.bun/bun-types@1.3.14/node_modules/bun-types/docs/guides/util/deep-equals.mdx</a:t>
            </a:r>
          </a:p>
          <a:p>
            <a:pPr>
              <a:defRPr sz="1200"/>
            </a:pPr>
            <a:r>
              <a:t>D:/pasar_fix/node_modules/.bun/bun-types@1.3.14/node_modules/bun-types/docs/guides/util/deflate.mdx</a:t>
            </a:r>
          </a:p>
          <a:p>
            <a:pPr>
              <a:defRPr sz="1200"/>
            </a:pPr>
            <a:r>
              <a:t>D:/pasar_fix/node_modules/.bun/bun-types@1.3.14/node_modules/bun-types/docs/guides/util/detect-bun.mdx</a:t>
            </a:r>
          </a:p>
          <a:p>
            <a:pPr>
              <a:defRPr sz="1200"/>
            </a:pPr>
            <a:r>
              <a:t>D:/pasar_fix/node_modules/.bun/bun-types@1.3.14/node_modules/bun-types/docs/guides/util/entrypoint.mdx</a:t>
            </a:r>
          </a:p>
          <a:p>
            <a:pPr>
              <a:defRPr sz="1200"/>
            </a:pPr>
            <a:r>
              <a:t>D:/pasar_fix/node_modules/.bun/bun-types@1.3.14/node_modules/bun-types/docs/guides/util/escape-html.mdx</a:t>
            </a:r>
          </a:p>
          <a:p>
            <a:pPr>
              <a:defRPr sz="1200"/>
            </a:pPr>
            <a:r>
              <a:t>D:/pasar_fix/node_modules/.bun/bun-types@1.3.14/node_modules/bun-types/docs/guides/util/file-url-to-path.mdx</a:t>
            </a:r>
          </a:p>
          <a:p>
            <a:pPr>
              <a:defRPr sz="1200"/>
            </a:pPr>
            <a:r>
              <a:t>D:/pasar_fix/node_modules/.bun/bun-types@1.3.14/node_modules/bun-types/docs/guides/util/gzip.mdx</a:t>
            </a:r>
          </a:p>
          <a:p>
            <a:pPr>
              <a:defRPr sz="1200"/>
            </a:pPr>
            <a:r>
              <a:t>D:/pasar_fix/node_modules/.bun/bun-types@1.3.14/node_modules/bun-types/docs/guides/util/hash-a-password.mdx</a:t>
            </a:r>
          </a:p>
          <a:p>
            <a:pPr>
              <a:defRPr sz="1200"/>
            </a:pPr>
            <a:r>
              <a:t>D:/pasar_fix/node_modules/.bun/bun-types@1.3.14/node_modules/bun-types/docs/guides/util/import-meta-dir.mdx</a:t>
            </a:r>
          </a:p>
          <a:p>
            <a:pPr>
              <a:defRPr sz="1200"/>
            </a:pPr>
            <a:r>
              <a:t>D:/pasar_fix/node_modules/.bun/bun-types@1.3.14/node_modules/bun-types/docs/guides/util/import-meta-file.mdx</a:t>
            </a:r>
          </a:p>
          <a:p>
            <a:pPr>
              <a:defRPr sz="1200"/>
            </a:pPr>
            <a:r>
              <a:t>D:/pasar_fix/node_modules/.bun/bun-types@1.3.14/node_modules/bun-types/docs/guides/util/import-meta-path.mdx</a:t>
            </a:r>
          </a:p>
          <a:p>
            <a:pPr>
              <a:defRPr sz="1200"/>
            </a:pPr>
            <a:r>
              <a:t>D:/pasar_fix/node_modules/.bun/bun-types@1.3.14/node_modules/bun-types/docs/guides/util/javascript-uuid.mdx</a:t>
            </a:r>
          </a:p>
          <a:p>
            <a:pPr>
              <a:defRPr sz="1200"/>
            </a:pPr>
            <a:r>
              <a:t>D:/pasar_fix/node_modules/.bun/bun-types@1.3.14/node_modules/bun-types/docs/guides/util/main.mdx</a:t>
            </a:r>
          </a:p>
          <a:p>
            <a:pPr>
              <a:defRPr sz="1200"/>
            </a:pPr>
            <a:r>
              <a:t>D:/pasar_fix/node_modules/.bun/bun-types@1.3.14/node_modules/bun-types/docs/guides/util/path-to-file-url.mdx</a:t>
            </a:r>
          </a:p>
          <a:p>
            <a:pPr>
              <a:defRPr sz="1200"/>
            </a:pPr>
            <a:r>
              <a:t>D:/pasar_fix/node_modules/.bun/bun-types@1.3.14/node_modules/bun-types/docs/guides/util/sleep.mdx</a:t>
            </a:r>
          </a:p>
          <a:p>
            <a:pPr>
              <a:defRPr sz="1200"/>
            </a:pPr>
            <a:r>
              <a:t>D:/pasar_fix/node_modules/.bun/bun-types@1.3.14/node_modules/bun-types/docs/guides/util/upgrade.mdx</a:t>
            </a:r>
          </a:p>
          <a:p>
            <a:pPr>
              <a:defRPr sz="1200"/>
            </a:pPr>
            <a:r>
              <a:t>D:/pasar_fix/node_modules/.bun/bun-types@1.3.14/node_modules/bun-types/docs/guides/util/version.mdx</a:t>
            </a:r>
          </a:p>
          <a:p>
            <a:pPr>
              <a:defRPr sz="1200"/>
            </a:pPr>
            <a:r>
              <a:t>D:/pasar_fix/node_modules/.bun/bun-types@1.3.14/node_modules/bun-types/docs/guides/util/which-path-to-executable-bin.mdx</a:t>
            </a:r>
          </a:p>
          <a:p>
            <a:pPr>
              <a:defRPr sz="1200"/>
            </a:pPr>
            <a:r>
              <a:t>D:/pasar_fix/node_modules/.bun/bun-types@1.3.14/node_modules/bun-types/docs/guides/websocket/compression.mdx</a:t>
            </a:r>
          </a:p>
          <a:p>
            <a:pPr>
              <a:defRPr sz="1200"/>
            </a:pPr>
            <a:r>
              <a:t>D:/pasar_fix/node_modules/.bun/bun-types@1.3.14/node_modules/bun-types/docs/guides/websocket/context.mdx</a:t>
            </a:r>
          </a:p>
          <a:p>
            <a:pPr>
              <a:defRPr sz="1200"/>
            </a:pPr>
            <a:r>
              <a:t>D:/pasar_fix/node_modules/.bun/bun-types@1.3.14/node_modules/bun-types/docs/guides/websocket/pubsub.mdx</a:t>
            </a:r>
          </a:p>
          <a:p>
            <a:pPr>
              <a:defRPr sz="1200"/>
            </a:pPr>
            <a:r>
              <a:t>D:/pasar_fix/node_modules/.bun/bun-types@1.3.14/node_modules/bun-types/docs/guides/websocket/simple.mdx</a:t>
            </a:r>
          </a:p>
          <a:p>
            <a:pPr>
              <a:defRPr sz="1200"/>
            </a:pPr>
            <a:r>
              <a:t>D:/pasar_fix/node_modules/.bun/bun-types@1.3.14/node_modules/bun-types/docs/guides/write-file/append.mdx</a:t>
            </a:r>
          </a:p>
          <a:p>
            <a:pPr>
              <a:defRPr sz="1200"/>
            </a:pPr>
            <a:r>
              <a:t>D:/pasar_fix/node_modules/.bun/bun-types@1.3.14/node_modules/bun-types/docs/guides/write-file/basic.mdx</a:t>
            </a:r>
          </a:p>
          <a:p>
            <a:pPr>
              <a:defRPr sz="1200"/>
            </a:pPr>
            <a:r>
              <a:t>D:/pasar_fix/node_modules/.bun/bun-types@1.3.14/node_modules/bun-types/docs/guides/write-file/blob.mdx</a:t>
            </a:r>
          </a:p>
          <a:p>
            <a:pPr>
              <a:defRPr sz="1200"/>
            </a:pPr>
            <a:r>
              <a:t>D:/pasar_fix/node_modules/.bun/bun-types@1.3.14/node_modules/bun-types/docs/guides/write-file/cat.mdx</a:t>
            </a:r>
          </a:p>
          <a:p>
            <a:pPr>
              <a:defRPr sz="1200"/>
            </a:pPr>
            <a:r>
              <a:t>D:/pasar_fix/node_modules/.bun/bun-types@1.3.14/node_modules/bun-types/docs/guides/write-file/file-cp.mdx</a:t>
            </a:r>
          </a:p>
          <a:p>
            <a:pPr>
              <a:defRPr sz="1200"/>
            </a:pPr>
            <a:r>
              <a:t>D:/pasar_fix/node_modules/.bun/bun-types@1.3.14/node_modules/bun-types/docs/guides/write-file/filesink.mdx</a:t>
            </a:r>
          </a:p>
          <a:p>
            <a:pPr>
              <a:defRPr sz="1200"/>
            </a:pPr>
            <a:r>
              <a:t>D:/pasar_fix/node_modules/.bun/bun-types@1.3.14/node_modules/bun-types/docs/guides/write-file/response.mdx</a:t>
            </a:r>
          </a:p>
          <a:p>
            <a:pPr>
              <a:defRPr sz="1200"/>
            </a:pPr>
            <a:r>
              <a:t>D:/pasar_fix/node_modules/.bun/bun-types@1.3.14/node_modules/bun-types/docs/guides/write-file/stdout.mdx</a:t>
            </a:r>
          </a:p>
          <a:p>
            <a:pPr>
              <a:defRPr sz="1200"/>
            </a:pPr>
            <a:r>
              <a:t>D:/pasar_fix/node_modules/.bun/bun-types@1.3.14/node_modules/bun-types/docs/guides/write-file/stream.mdx</a:t>
            </a:r>
          </a:p>
          <a:p>
            <a:pPr>
              <a:defRPr sz="1200"/>
            </a:pPr>
            <a:r>
              <a:t>D:/pasar_fix/node_modules/.bun/bun-types@1.3.14/node_modules/bun-types/docs/guides/write-file/unlink.mdx</a:t>
            </a:r>
          </a:p>
          <a:p>
            <a:pPr>
              <a:defRPr sz="1200"/>
            </a:pPr>
            <a:r>
              <a:t>D:/pasar_fix/node_modules/.bun/bun-types@1.3.14/node_modules/bun-types/docs/pm/bunx.mdx</a:t>
            </a:r>
          </a:p>
          <a:p>
            <a:pPr>
              <a:defRPr sz="1200"/>
            </a:pPr>
            <a:r>
              <a:t>D:/pasar_fix/node_modules/.bun/bun-types@1.3.14/node_modules/bun-types/docs/pm/catalogs.mdx</a:t>
            </a:r>
          </a:p>
          <a:p>
            <a:pPr>
              <a:defRPr sz="1200"/>
            </a:pPr>
            <a:r>
              <a:t>D:/pasar_fix/node_modules/.bun/bun-types@1.3.14/node_modules/bun-types/docs/pm/filter.mdx</a:t>
            </a:r>
          </a:p>
          <a:p>
            <a:pPr>
              <a:defRPr sz="1200"/>
            </a:pPr>
            <a:r>
              <a:t>D:/pasar_fix/node_modules/.bun/bun-types@1.3.14/node_modules/bun-types/docs/pm/global-cache.mdx</a:t>
            </a:r>
          </a:p>
          <a:p>
            <a:pPr>
              <a:defRPr sz="1200"/>
            </a:pPr>
            <a:r>
              <a:t>D:/pasar_fix/node_modules/.bun/bun-types@1.3.14/node_modules/bun-types/docs/pm/global-store.mdx</a:t>
            </a:r>
          </a:p>
          <a:p>
            <a:pPr>
              <a:defRPr sz="1200"/>
            </a:pPr>
            <a:r>
              <a:t>D:/pasar_fix/node_modules/.bun/bun-types@1.3.14/node_modules/bun-types/docs/pm/isolated-installs.mdx</a:t>
            </a:r>
          </a:p>
          <a:p>
            <a:pPr>
              <a:defRPr sz="1200"/>
            </a:pPr>
            <a:r>
              <a:t>D:/pasar_fix/node_modules/.bun/bun-types@1.3.14/node_modules/bun-types/docs/pm/lifecycle.mdx</a:t>
            </a:r>
          </a:p>
          <a:p>
            <a:pPr>
              <a:defRPr sz="1200"/>
            </a:pPr>
            <a:r>
              <a:t>D:/pasar_fix/node_modules/.bun/bun-types@1.3.14/node_modules/bun-types/docs/pm/lockfile.mdx</a:t>
            </a:r>
          </a:p>
          <a:p>
            <a:pPr>
              <a:defRPr sz="1200"/>
            </a:pPr>
            <a:r>
              <a:t>D:/pasar_fix/node_modules/.bun/bun-types@1.3.14/node_modules/bun-types/docs/pm/npmrc.mdx</a:t>
            </a:r>
          </a:p>
          <a:p>
            <a:pPr>
              <a:defRPr sz="1200"/>
            </a:pPr>
            <a:r>
              <a:t>D:/pasar_fix/node_modules/.bun/bun-types@1.3.14/node_modules/bun-types/docs/pm/overrides.mdx</a:t>
            </a:r>
          </a:p>
          <a:p>
            <a:pPr>
              <a:defRPr sz="1200"/>
            </a:pPr>
            <a:r>
              <a:t>D:/pasar_fix/node_modules/.bun/bun-types@1.3.14/node_modules/bun-types/docs/pm/scopes-registries.mdx</a:t>
            </a:r>
          </a:p>
          <a:p>
            <a:pPr>
              <a:defRPr sz="1200"/>
            </a:pPr>
            <a:r>
              <a:t>D:/pasar_fix/node_modules/.bun/bun-types@1.3.14/node_modules/bun-types/docs/pm/security-scanner-api.mdx</a:t>
            </a:r>
          </a:p>
          <a:p>
            <a:pPr>
              <a:defRPr sz="1200"/>
            </a:pPr>
            <a:r>
              <a:t>D:/pasar_fix/node_modules/.bun/bun-types@1.3.14/node_modules/bun-types/docs/pm/workspaces.mdx</a:t>
            </a:r>
          </a:p>
          <a:p>
            <a:pPr>
              <a:defRPr sz="1200"/>
            </a:pPr>
            <a:r>
              <a:t>D:/pasar_fix/node_modules/.bun/bun-types@1.3.14/node_modules/bun-types/docs/pm/cli/add.mdx</a:t>
            </a:r>
          </a:p>
          <a:p>
            <a:pPr>
              <a:defRPr sz="1200"/>
            </a:pPr>
            <a:r>
              <a:t>D:/pasar_fix/node_modules/.bun/bun-types@1.3.14/node_modules/bun-types/docs/pm/cli/audit.mdx</a:t>
            </a:r>
          </a:p>
          <a:p>
            <a:pPr>
              <a:defRPr sz="1200"/>
            </a:pPr>
            <a:r>
              <a:t>D:/pasar_fix/node_modules/.bun/bun-types@1.3.14/node_modules/bun-types/docs/pm/cli/info.mdx</a:t>
            </a:r>
          </a:p>
          <a:p>
            <a:pPr>
              <a:defRPr sz="1200"/>
            </a:pPr>
            <a:r>
              <a:t>D:/pasar_fix/node_modules/.bun/bun-types@1.3.14/node_modules/bun-types/docs/pm/cli/install.mdx</a:t>
            </a:r>
          </a:p>
          <a:p>
            <a:pPr>
              <a:defRPr sz="1200"/>
            </a:pPr>
            <a:r>
              <a:t>D:/pasar_fix/node_modules/.bun/bun-types@1.3.14/node_modules/bun-types/docs/pm/cli/link.mdx</a:t>
            </a:r>
          </a:p>
          <a:p>
            <a:pPr>
              <a:defRPr sz="1200"/>
            </a:pPr>
            <a:r>
              <a:t>D:/pasar_fix/node_modules/.bun/bun-types@1.3.14/node_modules/bun-types/docs/pm/cli/outdated.mdx</a:t>
            </a:r>
          </a:p>
          <a:p>
            <a:pPr>
              <a:defRPr sz="1200"/>
            </a:pPr>
            <a:r>
              <a:t>D:/pasar_fix/node_modules/.bun/bun-types@1.3.14/node_modules/bun-types/docs/pm/cli/patch.mdx</a:t>
            </a:r>
          </a:p>
          <a:p>
            <a:pPr>
              <a:defRPr sz="1200"/>
            </a:pPr>
            <a:r>
              <a:t>D:/pasar_fix/node_modules/.bun/bun-types@1.3.14/node_modules/bun-types/docs/pm/cli/pm.mdx</a:t>
            </a:r>
          </a:p>
          <a:p>
            <a:pPr>
              <a:defRPr sz="1200"/>
            </a:pPr>
            <a:r>
              <a:t>D:/pasar_fix/node_modules/.bun/bun-types@1.3.14/node_modules/bun-types/docs/pm/cli/publish.mdx</a:t>
            </a:r>
          </a:p>
          <a:p>
            <a:pPr>
              <a:defRPr sz="1200"/>
            </a:pPr>
            <a:r>
              <a:t>D:/pasar_fix/node_modules/.bun/bun-types@1.3.14/node_modules/bun-types/docs/pm/cli/remove.mdx</a:t>
            </a:r>
          </a:p>
          <a:p>
            <a:pPr>
              <a:defRPr sz="1200"/>
            </a:pPr>
            <a:r>
              <a:t>D:/pasar_fix/node_modules/.bun/bun-types@1.3.14/node_modules/bun-types/docs/pm/cli/update.mdx</a:t>
            </a:r>
          </a:p>
          <a:p>
            <a:pPr>
              <a:defRPr sz="1200"/>
            </a:pPr>
            <a:r>
              <a:t>D:/pasar_fix/node_modules/.bun/bun-types@1.3.14/node_modules/bun-types/docs/pm/cli/why.mdx</a:t>
            </a:r>
          </a:p>
          <a:p>
            <a:pPr>
              <a:defRPr sz="1200"/>
            </a:pPr>
            <a:r>
              <a:t>D:/pasar_fix/node_modules/.bun/bun-types@1.3.14/node_modules/bun-types/docs/project/benchmarking.mdx</a:t>
            </a:r>
          </a:p>
          <a:p>
            <a:pPr>
              <a:defRPr sz="1200"/>
            </a:pPr>
            <a:r>
              <a:t>D:/pasar_fix/node_modules/.bun/bun-types@1.3.14/node_modules/bun-types/docs/project/bindgen.mdx</a:t>
            </a:r>
          </a:p>
          <a:p>
            <a:pPr>
              <a:defRPr sz="1200"/>
            </a:pPr>
            <a:r>
              <a:t>D:/pasar_fix/node_modules/.bun/bun-types@1.3.14/node_modules/bun-types/docs/project/building-windows.mdx</a:t>
            </a:r>
          </a:p>
          <a:p>
            <a:pPr>
              <a:defRPr sz="1200"/>
            </a:pPr>
            <a:r>
              <a:t>D:/pasar_fix/node_modules/.bun/bun-types@1.3.14/node_modules/bun-types/docs/project/contributing.mdx</a:t>
            </a:r>
          </a:p>
          <a:p>
            <a:pPr>
              <a:defRPr sz="1200"/>
            </a:pPr>
            <a:r>
              <a:t>D:/pasar_fix/node_modules/.bun/bun-types@1.3.14/node_modules/bun-types/docs/project/feedback.mdx</a:t>
            </a:r>
          </a:p>
          <a:p>
            <a:pPr>
              <a:defRPr sz="1200"/>
            </a:pPr>
            <a:r>
              <a:t>D:/pasar_fix/node_modules/.bun/bun-types@1.3.14/node_modules/bun-types/docs/project/license.mdx</a:t>
            </a:r>
          </a:p>
          <a:p>
            <a:pPr>
              <a:defRPr sz="1200"/>
            </a:pPr>
            <a:r>
              <a:t>D:/pasar_fix/node_modules/.bun/bun-types@1.3.14/node_modules/bun-types/docs/project/roadmap.mdx</a:t>
            </a:r>
          </a:p>
          <a:p>
            <a:pPr>
              <a:defRPr sz="1200"/>
            </a:pPr>
            <a:r>
              <a:t>D:/pasar_fix/node_modules/.bun/bun-types@1.3.14/node_modules/bun-types/docs/runtime/archive.mdx</a:t>
            </a:r>
          </a:p>
          <a:p>
            <a:pPr>
              <a:defRPr sz="1200"/>
            </a:pPr>
            <a:r>
              <a:t>D:/pasar_fix/node_modules/.bun/bun-types@1.3.14/node_modules/bun-types/docs/runtime/auto-install.mdx</a:t>
            </a:r>
          </a:p>
          <a:p>
            <a:pPr>
              <a:defRPr sz="1200"/>
            </a:pPr>
            <a:r>
              <a:t>D:/pasar_fix/node_modules/.bun/bun-types@1.3.14/node_modules/bun-types/docs/runtime/binary-data.mdx</a:t>
            </a:r>
          </a:p>
          <a:p>
            <a:pPr>
              <a:defRPr sz="1200"/>
            </a:pPr>
            <a:r>
              <a:t>D:/pasar_fix/node_modules/.bun/bun-types@1.3.14/node_modules/bun-types/docs/runtime/bun-apis.mdx</a:t>
            </a:r>
          </a:p>
          <a:p>
            <a:pPr>
              <a:defRPr sz="1200"/>
            </a:pPr>
            <a:r>
              <a:t>D:/pasar_fix/node_modules/.bun/bun-types@1.3.14/node_modules/bun-types/docs/runtime/bunfig.mdx</a:t>
            </a:r>
          </a:p>
          <a:p>
            <a:pPr>
              <a:defRPr sz="1200"/>
            </a:pPr>
            <a:r>
              <a:t>D:/pasar_fix/node_modules/.bun/bun-types@1.3.14/node_modules/bun-types/docs/runtime/c-compiler.mdx</a:t>
            </a:r>
          </a:p>
          <a:p>
            <a:pPr>
              <a:defRPr sz="1200"/>
            </a:pPr>
            <a:r>
              <a:t>D:/pasar_fix/node_modules/.bun/bun-types@1.3.14/node_modules/bun-types/docs/runtime/child-process.mdx</a:t>
            </a:r>
          </a:p>
          <a:p>
            <a:pPr>
              <a:defRPr sz="1200"/>
            </a:pPr>
            <a:r>
              <a:t>D:/pasar_fix/node_modules/.bun/bun-types@1.3.14/node_modules/bun-types/docs/runtime/color.mdx</a:t>
            </a:r>
          </a:p>
          <a:p>
            <a:pPr>
              <a:defRPr sz="1200"/>
            </a:pPr>
            <a:r>
              <a:t>D:/pasar_fix/node_modules/.bun/bun-types@1.3.14/node_modules/bun-types/docs/runtime/console.mdx</a:t>
            </a:r>
          </a:p>
          <a:p>
            <a:pPr>
              <a:defRPr sz="1200"/>
            </a:pPr>
            <a:r>
              <a:t>D:/pasar_fix/node_modules/.bun/bun-types@1.3.14/node_modules/bun-types/docs/runtime/cookies.mdx</a:t>
            </a:r>
          </a:p>
          <a:p>
            <a:pPr>
              <a:defRPr sz="1200"/>
            </a:pPr>
            <a:r>
              <a:t>D:/pasar_fix/node_modules/.bun/bun-types@1.3.14/node_modules/bun-types/docs/runtime/cron.mdx</a:t>
            </a:r>
          </a:p>
          <a:p>
            <a:pPr>
              <a:defRPr sz="1200"/>
            </a:pPr>
            <a:r>
              <a:t>D:/pasar_fix/node_modules/.bun/bun-types@1.3.14/node_modules/bun-types/docs/runtime/csrf.mdx</a:t>
            </a:r>
          </a:p>
          <a:p>
            <a:pPr>
              <a:defRPr sz="1200"/>
            </a:pPr>
            <a:r>
              <a:t>D:/pasar_fix/node_modules/.bun/bun-types@1.3.14/node_modules/bun-types/docs/runtime/debugger.mdx</a:t>
            </a:r>
          </a:p>
          <a:p>
            <a:pPr>
              <a:defRPr sz="1200"/>
            </a:pPr>
            <a:r>
              <a:t>D:/pasar_fix/node_modules/.bun/bun-types@1.3.14/node_modules/bun-types/docs/runtime/environment-variables.mdx</a:t>
            </a:r>
          </a:p>
          <a:p>
            <a:pPr>
              <a:defRPr sz="1200"/>
            </a:pPr>
            <a:r>
              <a:t>D:/pasar_fix/node_modules/.bun/bun-types@1.3.14/node_modules/bun-types/docs/runtime/ffi.mdx</a:t>
            </a:r>
          </a:p>
          <a:p>
            <a:pPr>
              <a:defRPr sz="1200"/>
            </a:pPr>
            <a:r>
              <a:t>D:/pasar_fix/node_modules/.bun/bun-types@1.3.14/node_modules/bun-types/docs/runtime/file-io.mdx</a:t>
            </a:r>
          </a:p>
          <a:p>
            <a:pPr>
              <a:defRPr sz="1200"/>
            </a:pPr>
            <a:r>
              <a:t>D:/pasar_fix/node_modules/.bun/bun-types@1.3.14/node_modules/bun-types/docs/runtime/file-system-router.mdx</a:t>
            </a:r>
          </a:p>
          <a:p>
            <a:pPr>
              <a:defRPr sz="1200"/>
            </a:pPr>
            <a:r>
              <a:t>D:/pasar_fix/node_modules/.bun/bun-types@1.3.14/node_modules/bun-types/docs/runtime/file-types.mdx</a:t>
            </a:r>
          </a:p>
          <a:p>
            <a:pPr>
              <a:defRPr sz="1200"/>
            </a:pPr>
            <a:r>
              <a:t>D:/pasar_fix/node_modules/.bun/bun-types@1.3.14/node_modules/bun-types/docs/runtime/glob.mdx</a:t>
            </a:r>
          </a:p>
          <a:p>
            <a:pPr>
              <a:defRPr sz="1200"/>
            </a:pPr>
            <a:r>
              <a:t>D:/pasar_fix/node_modules/.bun/bun-types@1.3.14/node_modules/bun-types/docs/runtime/globals.mdx</a:t>
            </a:r>
          </a:p>
          <a:p>
            <a:pPr>
              <a:defRPr sz="1200"/>
            </a:pPr>
            <a:r>
              <a:t>D:/pasar_fix/node_modules/.bun/bun-types@1.3.14/node_modules/bun-types/docs/runtime/hashing.mdx</a:t>
            </a:r>
          </a:p>
          <a:p>
            <a:pPr>
              <a:defRPr sz="1200"/>
            </a:pPr>
            <a:r>
              <a:t>D:/pasar_fix/node_modules/.bun/bun-types@1.3.14/node_modules/bun-types/docs/runtime/html-rewriter.mdx</a:t>
            </a:r>
          </a:p>
          <a:p>
            <a:pPr>
              <a:defRPr sz="1200"/>
            </a:pPr>
            <a:r>
              <a:t>D:/pasar_fix/node_modules/.bun/bun-types@1.3.14/node_modules/bun-types/docs/runtime/image.mdx</a:t>
            </a:r>
          </a:p>
          <a:p>
            <a:pPr>
              <a:defRPr sz="1200"/>
            </a:pPr>
            <a:r>
              <a:t>D:/pasar_fix/node_modules/.bun/bun-types@1.3.14/node_modules/bun-types/docs/runtime/index.mdx</a:t>
            </a:r>
          </a:p>
          <a:p>
            <a:pPr>
              <a:defRPr sz="1200"/>
            </a:pPr>
            <a:r>
              <a:t>D:/pasar_fix/node_modules/.bun/bun-types@1.3.14/node_modules/bun-types/docs/runtime/json5.mdx</a:t>
            </a:r>
          </a:p>
          <a:p>
            <a:pPr>
              <a:defRPr sz="1200"/>
            </a:pPr>
            <a:r>
              <a:t>D:/pasar_fix/node_modules/.bun/bun-types@1.3.14/node_modules/bun-types/docs/runtime/jsonl.mdx</a:t>
            </a:r>
          </a:p>
          <a:p>
            <a:pPr>
              <a:defRPr sz="1200"/>
            </a:pPr>
            <a:r>
              <a:t>D:/pasar_fix/node_modules/.bun/bun-types@1.3.14/node_modules/bun-types/docs/runtime/jsx.mdx</a:t>
            </a:r>
          </a:p>
          <a:p>
            <a:pPr>
              <a:defRPr sz="1200"/>
            </a:pPr>
            <a:r>
              <a:t>D:/pasar_fix/node_modules/.bun/bun-types@1.3.14/node_modules/bun-types/docs/runtime/markdown.mdx</a:t>
            </a:r>
          </a:p>
          <a:p>
            <a:pPr>
              <a:defRPr sz="1200"/>
            </a:pPr>
            <a:r>
              <a:t>D:/pasar_fix/node_modules/.bun/bun-types@1.3.14/node_modules/bun-types/docs/runtime/module-resolution.mdx</a:t>
            </a:r>
          </a:p>
          <a:p>
            <a:pPr>
              <a:defRPr sz="1200"/>
            </a:pPr>
            <a:r>
              <a:t>D:/pasar_fix/node_modules/.bun/bun-types@1.3.14/node_modules/bun-types/docs/runtime/node-api.mdx</a:t>
            </a:r>
          </a:p>
          <a:p>
            <a:pPr>
              <a:defRPr sz="1200"/>
            </a:pPr>
            <a:r>
              <a:t>D:/pasar_fix/node_modules/.bun/bun-types@1.3.14/node_modules/bun-types/docs/runtime/nodejs-compat.mdx</a:t>
            </a:r>
          </a:p>
          <a:p>
            <a:pPr>
              <a:defRPr sz="1200"/>
            </a:pPr>
            <a:r>
              <a:t>D:/pasar_fix/node_modules/.bun/bun-types@1.3.14/node_modules/bun-types/docs/runtime/plugins.mdx</a:t>
            </a:r>
          </a:p>
          <a:p>
            <a:pPr>
              <a:defRPr sz="1200"/>
            </a:pPr>
            <a:r>
              <a:t>D:/pasar_fix/node_modules/.bun/bun-types@1.3.14/node_modules/bun-types/docs/runtime/redis.mdx</a:t>
            </a:r>
          </a:p>
          <a:p>
            <a:pPr>
              <a:defRPr sz="1200"/>
            </a:pPr>
            <a:r>
              <a:t>D:/pasar_fix/node_modules/.bun/bun-types@1.3.14/node_modules/bun-types/docs/runtime/repl.mdx</a:t>
            </a:r>
          </a:p>
          <a:p>
            <a:pPr>
              <a:defRPr sz="1200"/>
            </a:pPr>
            <a:r>
              <a:t>D:/pasar_fix/node_modules/.bun/bun-types@1.3.14/node_modules/bun-types/docs/runtime/s3.mdx</a:t>
            </a:r>
          </a:p>
          <a:p>
            <a:pPr>
              <a:defRPr sz="1200"/>
            </a:pPr>
            <a:r>
              <a:t>D:/pasar_fix/node_modules/.bun/bun-types@1.3.14/node_modules/bun-types/docs/runtime/secrets.mdx</a:t>
            </a:r>
          </a:p>
          <a:p>
            <a:pPr>
              <a:defRPr sz="1200"/>
            </a:pPr>
            <a:r>
              <a:t>D:/pasar_fix/node_modules/.bun/bun-types@1.3.14/node_modules/bun-types/docs/runtime/semver.mdx</a:t>
            </a:r>
          </a:p>
          <a:p>
            <a:pPr>
              <a:defRPr sz="1200"/>
            </a:pPr>
            <a:r>
              <a:t>D:/pasar_fix/node_modules/.bun/bun-types@1.3.14/node_modules/bun-types/docs/runtime/shell.mdx</a:t>
            </a:r>
          </a:p>
          <a:p>
            <a:pPr>
              <a:defRPr sz="1200"/>
            </a:pPr>
            <a:r>
              <a:t>D:/pasar_fix/node_modules/.bun/bun-types@1.3.14/node_modules/bun-types/docs/runtime/sql.mdx</a:t>
            </a:r>
          </a:p>
          <a:p>
            <a:pPr>
              <a:defRPr sz="1200"/>
            </a:pPr>
            <a:r>
              <a:t>D:/pasar_fix/node_modules/.bun/bun-types@1.3.14/node_modules/bun-types/docs/runtime/sqlite.mdx</a:t>
            </a:r>
          </a:p>
          <a:p>
            <a:pPr>
              <a:defRPr sz="1200"/>
            </a:pPr>
            <a:r>
              <a:t>D:/pasar_fix/node_modules/.bun/bun-types@1.3.14/node_modules/bun-types/docs/runtime/streams.mdx</a:t>
            </a:r>
          </a:p>
          <a:p>
            <a:pPr>
              <a:defRPr sz="1200"/>
            </a:pPr>
            <a:r>
              <a:t>D:/pasar_fix/node_modules/.bun/bun-types@1.3.14/node_modules/bun-types/docs/runtime/toml.mdx</a:t>
            </a:r>
          </a:p>
          <a:p>
            <a:pPr>
              <a:defRPr sz="1200"/>
            </a:pPr>
            <a:r>
              <a:t>D:/pasar_fix/node_modules/.bun/bun-types@1.3.14/node_modules/bun-types/docs/runtime/transpiler.mdx</a:t>
            </a:r>
          </a:p>
          <a:p>
            <a:pPr>
              <a:defRPr sz="1200"/>
            </a:pPr>
            <a:r>
              <a:t>D:/pasar_fix/node_modules/.bun/bun-types@1.3.14/node_modules/bun-types/docs/runtime/typescript.mdx</a:t>
            </a:r>
          </a:p>
          <a:p>
            <a:pPr>
              <a:defRPr sz="1200"/>
            </a:pPr>
            <a:r>
              <a:t>D:/pasar_fix/node_modules/.bun/bun-types@1.3.14/node_modules/bun-types/docs/runtime/utils.mdx</a:t>
            </a:r>
          </a:p>
          <a:p>
            <a:pPr>
              <a:defRPr sz="1200"/>
            </a:pPr>
            <a:r>
              <a:t>D:/pasar_fix/node_modules/.bun/bun-types@1.3.14/node_modules/bun-types/docs/runtime/watch-mode.mdx</a:t>
            </a:r>
          </a:p>
          <a:p>
            <a:pPr>
              <a:defRPr sz="1200"/>
            </a:pPr>
            <a:r>
              <a:t>D:/pasar_fix/node_modules/.bun/bun-types@1.3.14/node_modules/bun-types/docs/runtime/web-apis.mdx</a:t>
            </a:r>
          </a:p>
          <a:p>
            <a:pPr>
              <a:defRPr sz="1200"/>
            </a:pPr>
            <a:r>
              <a:t>D:/pasar_fix/node_modules/.bun/bun-types@1.3.14/node_modules/bun-types/docs/runtime/webview.mdx</a:t>
            </a:r>
          </a:p>
          <a:p>
            <a:pPr>
              <a:defRPr sz="1200"/>
            </a:pPr>
            <a:r>
              <a:t>D:/pasar_fix/node_modules/.bun/bun-types@1.3.14/node_modules/bun-types/docs/runtime/workers.mdx</a:t>
            </a:r>
          </a:p>
          <a:p>
            <a:pPr>
              <a:defRPr sz="1200"/>
            </a:pPr>
            <a:r>
              <a:t>D:/pasar_fix/node_modules/.bun/bun-types@1.3.14/node_modules/bun-types/docs/runtime/yaml.mdx</a:t>
            </a:r>
          </a:p>
          <a:p>
            <a:pPr>
              <a:defRPr sz="1200"/>
            </a:pPr>
            <a:r>
              <a:t>D:/pasar_fix/node_modules/.bun/bun-types@1.3.14/node_modules/bun-types/docs/runtime/http/cookies.mdx</a:t>
            </a:r>
          </a:p>
          <a:p>
            <a:pPr>
              <a:defRPr sz="1200"/>
            </a:pPr>
            <a:r>
              <a:t>D:/pasar_fix/node_modules/.bun/bun-types@1.3.14/node_modules/bun-types/docs/runtime/http/error-handling.mdx</a:t>
            </a:r>
          </a:p>
          <a:p>
            <a:pPr>
              <a:defRPr sz="1200"/>
            </a:pPr>
            <a:r>
              <a:t>D:/pasar_fix/node_modules/.bun/bun-types@1.3.14/node_modules/bun-types/docs/runtime/http/metrics.mdx</a:t>
            </a:r>
          </a:p>
          <a:p>
            <a:pPr>
              <a:defRPr sz="1200"/>
            </a:pPr>
            <a:r>
              <a:t>D:/pasar_fix/node_modules/.bun/bun-types@1.3.14/node_modules/bun-types/docs/runtime/http/routing.mdx</a:t>
            </a:r>
          </a:p>
          <a:p>
            <a:pPr>
              <a:defRPr sz="1200"/>
            </a:pPr>
            <a:r>
              <a:t>D:/pasar_fix/node_modules/.bun/bun-types@1.3.14/node_modules/bun-types/docs/runtime/http/server.mdx</a:t>
            </a:r>
          </a:p>
          <a:p>
            <a:pPr>
              <a:defRPr sz="1200"/>
            </a:pPr>
            <a:r>
              <a:t>D:/pasar_fix/node_modules/.bun/bun-types@1.3.14/node_modules/bun-types/docs/runtime/http/tls.mdx</a:t>
            </a:r>
          </a:p>
          <a:p>
            <a:pPr>
              <a:defRPr sz="1200"/>
            </a:pPr>
            <a:r>
              <a:t>D:/pasar_fix/node_modules/.bun/bun-types@1.3.14/node_modules/bun-types/docs/runtime/http/websockets.mdx</a:t>
            </a:r>
          </a:p>
          <a:p>
            <a:pPr>
              <a:defRPr sz="1200"/>
            </a:pPr>
            <a:r>
              <a:t>D:/pasar_fix/node_modules/.bun/bun-types@1.3.14/node_modules/bun-types/docs/runtime/networking/dns.mdx</a:t>
            </a:r>
          </a:p>
          <a:p>
            <a:pPr>
              <a:defRPr sz="1200"/>
            </a:pPr>
            <a:r>
              <a:t>D:/pasar_fix/node_modules/.bun/bun-types@1.3.14/node_modules/bun-types/docs/runtime/networking/fetch.mdx</a:t>
            </a:r>
          </a:p>
          <a:p>
            <a:pPr>
              <a:defRPr sz="1200"/>
            </a:pPr>
            <a:r>
              <a:t>D:/pasar_fix/node_modules/.bun/bun-types@1.3.14/node_modules/bun-types/docs/runtime/networking/tcp.mdx</a:t>
            </a:r>
          </a:p>
          <a:p>
            <a:pPr>
              <a:defRPr sz="1200"/>
            </a:pPr>
            <a:r>
              <a:t>D:/pasar_fix/node_modules/.bun/bun-types@1.3.14/node_modules/bun-types/docs/runtime/networking/udp.mdx</a:t>
            </a:r>
          </a:p>
          <a:p>
            <a:pPr>
              <a:defRPr sz="1200"/>
            </a:pPr>
            <a:r>
              <a:t>D:/pasar_fix/node_modules/.bun/bun-types@1.3.14/node_modules/bun-types/docs/runtime/templating/create.mdx</a:t>
            </a:r>
          </a:p>
          <a:p>
            <a:pPr>
              <a:defRPr sz="1200"/>
            </a:pPr>
            <a:r>
              <a:t>D:/pasar_fix/node_modules/.bun/bun-types@1.3.14/node_modules/bun-types/docs/runtime/templating/init.mdx</a:t>
            </a:r>
          </a:p>
          <a:p>
            <a:pPr>
              <a:defRPr sz="1200"/>
            </a:pPr>
            <a:r>
              <a:t>D:/pasar_fix/node_modules/.bun/bun-types@1.3.14/node_modules/bun-types/docs/snippets/cli/add.mdx</a:t>
            </a:r>
          </a:p>
          <a:p>
            <a:pPr>
              <a:defRPr sz="1200"/>
            </a:pPr>
            <a:r>
              <a:t>D:/pasar_fix/node_modules/.bun/bun-types@1.3.14/node_modules/bun-types/docs/snippets/cli/build.mdx</a:t>
            </a:r>
          </a:p>
          <a:p>
            <a:pPr>
              <a:defRPr sz="1200"/>
            </a:pPr>
            <a:r>
              <a:t>D:/pasar_fix/node_modules/.bun/bun-types@1.3.14/node_modules/bun-types/docs/snippets/cli/bunx.mdx</a:t>
            </a:r>
          </a:p>
          <a:p>
            <a:pPr>
              <a:defRPr sz="1200"/>
            </a:pPr>
            <a:r>
              <a:t>D:/pasar_fix/node_modules/.bun/bun-types@1.3.14/node_modules/bun-types/docs/snippets/cli/feedback.mdx</a:t>
            </a:r>
          </a:p>
          <a:p>
            <a:pPr>
              <a:defRPr sz="1200"/>
            </a:pPr>
            <a:r>
              <a:t>D:/pasar_fix/node_modules/.bun/bun-types@1.3.14/node_modules/bun-types/docs/snippets/cli/init.mdx</a:t>
            </a:r>
          </a:p>
          <a:p>
            <a:pPr>
              <a:defRPr sz="1200"/>
            </a:pPr>
            <a:r>
              <a:t>D:/pasar_fix/node_modules/.bun/bun-types@1.3.14/node_modules/bun-types/docs/snippets/cli/install.mdx</a:t>
            </a:r>
          </a:p>
          <a:p>
            <a:pPr>
              <a:defRPr sz="1200"/>
            </a:pPr>
            <a:r>
              <a:t>D:/pasar_fix/node_modules/.bun/bun-types@1.3.14/node_modules/bun-types/docs/snippets/cli/link.mdx</a:t>
            </a:r>
          </a:p>
          <a:p>
            <a:pPr>
              <a:defRPr sz="1200"/>
            </a:pPr>
            <a:r>
              <a:t>D:/pasar_fix/node_modules/.bun/bun-types@1.3.14/node_modules/bun-types/docs/snippets/cli/outdated.mdx</a:t>
            </a:r>
          </a:p>
          <a:p>
            <a:pPr>
              <a:defRPr sz="1200"/>
            </a:pPr>
            <a:r>
              <a:t>D:/pasar_fix/node_modules/.bun/bun-types@1.3.14/node_modules/bun-types/docs/snippets/cli/patch.mdx</a:t>
            </a:r>
          </a:p>
          <a:p>
            <a:pPr>
              <a:defRPr sz="1200"/>
            </a:pPr>
            <a:r>
              <a:t>D:/pasar_fix/node_modules/.bun/bun-types@1.3.14/node_modules/bun-types/docs/snippets/cli/publish.mdx</a:t>
            </a:r>
          </a:p>
          <a:p>
            <a:pPr>
              <a:defRPr sz="1200"/>
            </a:pPr>
            <a:r>
              <a:t>D:/pasar_fix/node_modules/.bun/bun-types@1.3.14/node_modules/bun-types/docs/snippets/cli/remove.mdx</a:t>
            </a:r>
          </a:p>
          <a:p>
            <a:pPr>
              <a:defRPr sz="1200"/>
            </a:pPr>
            <a:r>
              <a:t>D:/pasar_fix/node_modules/.bun/bun-types@1.3.14/node_modules/bun-types/docs/snippets/cli/run.mdx</a:t>
            </a:r>
          </a:p>
          <a:p>
            <a:pPr>
              <a:defRPr sz="1200"/>
            </a:pPr>
            <a:r>
              <a:t>D:/pasar_fix/node_modules/.bun/bun-types@1.3.14/node_modules/bun-types/docs/snippets/cli/test.mdx</a:t>
            </a:r>
          </a:p>
          <a:p>
            <a:pPr>
              <a:defRPr sz="1200"/>
            </a:pPr>
            <a:r>
              <a:t>D:/pasar_fix/node_modules/.bun/bun-types@1.3.14/node_modules/bun-types/docs/snippets/cli/update.mdx</a:t>
            </a:r>
          </a:p>
          <a:p>
            <a:pPr>
              <a:defRPr sz="1200"/>
            </a:pPr>
            <a:r>
              <a:t>D:/pasar_fix/node_modules/.bun/bun-types@1.3.14/node_modules/bun-types/docs/test/code-coverage.mdx</a:t>
            </a:r>
          </a:p>
          <a:p>
            <a:pPr>
              <a:defRPr sz="1200"/>
            </a:pPr>
            <a:r>
              <a:t>D:/pasar_fix/node_modules/.bun/bun-types@1.3.14/node_modules/bun-types/docs/test/configuration.mdx</a:t>
            </a:r>
          </a:p>
          <a:p>
            <a:pPr>
              <a:defRPr sz="1200"/>
            </a:pPr>
            <a:r>
              <a:t>D:/pasar_fix/node_modules/.bun/bun-types@1.3.14/node_modules/bun-types/docs/test/dates-times.mdx</a:t>
            </a:r>
          </a:p>
          <a:p>
            <a:pPr>
              <a:defRPr sz="1200"/>
            </a:pPr>
            <a:r>
              <a:t>D:/pasar_fix/node_modules/.bun/bun-types@1.3.14/node_modules/bun-types/docs/test/discovery.mdx</a:t>
            </a:r>
          </a:p>
          <a:p>
            <a:pPr>
              <a:defRPr sz="1200"/>
            </a:pPr>
            <a:r>
              <a:t>D:/pasar_fix/node_modules/.bun/bun-types@1.3.14/node_modules/bun-types/docs/test/dom.mdx</a:t>
            </a:r>
          </a:p>
          <a:p>
            <a:pPr>
              <a:defRPr sz="1200"/>
            </a:pPr>
            <a:r>
              <a:t>D:/pasar_fix/node_modules/.bun/bun-types@1.3.14/node_modules/bun-types/docs/test/index.mdx</a:t>
            </a:r>
          </a:p>
          <a:p>
            <a:pPr>
              <a:defRPr sz="1200"/>
            </a:pPr>
            <a:r>
              <a:t>D:/pasar_fix/node_modules/.bun/bun-types@1.3.14/node_modules/bun-types/docs/test/lifecycle.mdx</a:t>
            </a:r>
          </a:p>
          <a:p>
            <a:pPr>
              <a:defRPr sz="1200"/>
            </a:pPr>
            <a:r>
              <a:t>D:/pasar_fix/node_modules/.bun/bun-types@1.3.14/node_modules/bun-types/docs/test/mocks.mdx</a:t>
            </a:r>
          </a:p>
          <a:p>
            <a:pPr>
              <a:defRPr sz="1200"/>
            </a:pPr>
            <a:r>
              <a:t>D:/pasar_fix/node_modules/.bun/bun-types@1.3.14/node_modules/bun-types/docs/test/reporters.mdx</a:t>
            </a:r>
          </a:p>
          <a:p>
            <a:pPr>
              <a:defRPr sz="1200"/>
            </a:pPr>
            <a:r>
              <a:t>D:/pasar_fix/node_modules/.bun/bun-types@1.3.14/node_modules/bun-types/docs/test/runtime-behavior.mdx</a:t>
            </a:r>
          </a:p>
          <a:p>
            <a:pPr>
              <a:defRPr sz="1200"/>
            </a:pPr>
            <a:r>
              <a:t>D:/pasar_fix/node_modules/.bun/bun-types@1.3.14/node_modules/bun-types/docs/test/snapshots.mdx</a:t>
            </a:r>
          </a:p>
          <a:p>
            <a:pPr>
              <a:defRPr sz="1200"/>
            </a:pPr>
            <a:r>
              <a:t>D:/pasar_fix/node_modules/.bun/bun-types@1.3.14/node_modules/bun-types/docs/test/writing-tests.mdx</a:t>
            </a:r>
          </a:p>
          <a:p>
            <a:pPr>
              <a:defRPr sz="1200"/>
            </a:pPr>
            <a:r>
              <a:t>D:/pasar_fix/node_modules/.bun/bun-types@1.3.14/node_modules/bun-types/vendor/expect-type/branding.d.ts</a:t>
            </a:r>
          </a:p>
          <a:p>
            <a:pPr>
              <a:defRPr sz="1200"/>
            </a:pPr>
            <a:r>
              <a:t>D:/pasar_fix/node_modules/.bun/bun-types@1.3.14/node_modules/bun-types/vendor/expect-type/index.d.ts</a:t>
            </a:r>
          </a:p>
          <a:p>
            <a:pPr>
              <a:defRPr sz="1200"/>
            </a:pPr>
            <a:r>
              <a:t>D:/pasar_fix/node_modules/.bun/bun-types@1.3.14/node_modules/bun-types/vendor/expect-type/messages.d.ts</a:t>
            </a:r>
          </a:p>
          <a:p>
            <a:pPr>
              <a:defRPr sz="1200"/>
            </a:pPr>
            <a:r>
              <a:t>D:/pasar_fix/node_modules/.bun/bun-types@1.3.14/node_modules/bun-types/vendor/expect-type/overloads.d.ts</a:t>
            </a:r>
          </a:p>
          <a:p>
            <a:pPr>
              <a:defRPr sz="1200"/>
            </a:pPr>
            <a:r>
              <a:t>D:/pasar_fix/node_modules/.bun/bun-types@1.3.14/node_modules/bun-types/vendor/expect-type/utils.d.ts</a:t>
            </a:r>
          </a:p>
          <a:p>
            <a:pPr>
              <a:defRPr sz="1200"/>
            </a:pPr>
            <a:r>
              <a:t>D:/pasar_fix/node_modules/.bun/bundle-name@4.1.0/node_modules/bundle-name/index.js</a:t>
            </a:r>
          </a:p>
          <a:p>
            <a:pPr>
              <a:defRPr sz="1200"/>
            </a:pPr>
            <a:r>
              <a:t>D:/pasar_fix/node_modules/.bun/bundle-name@4.1.0/node_modules/bundle-name/license</a:t>
            </a:r>
          </a:p>
          <a:p>
            <a:pPr>
              <a:defRPr sz="1200"/>
            </a:pPr>
            <a:r>
              <a:t>D:/pasar_fix/node_modules/.bun/bundle-name@4.1.0/node_modules/bundle-name/package.json</a:t>
            </a:r>
          </a:p>
          <a:p>
            <a:pPr>
              <a:defRPr sz="1200"/>
            </a:pPr>
            <a:r>
              <a:t>D:/pasar_fix/node_modules/.bun/bundle-name@4.1.0/node_modules/bundle-name/readme.md</a:t>
            </a:r>
          </a:p>
          <a:p>
            <a:pPr>
              <a:defRPr sz="1200"/>
            </a:pPr>
            <a:r>
              <a:t>D:/pasar_fix/node_modules/.bun/c12@3.3.4+608b019278dd8f46/node_modules/.bin/giget.bunx</a:t>
            </a:r>
          </a:p>
          <a:p>
            <a:pPr>
              <a:defRPr sz="1200"/>
            </a:pPr>
            <a:r>
              <a:t>D:/pasar_fix/node_modules/.bun/c12@3.3.4+608b019278dd8f46/node_modules/.bin/giget.exe</a:t>
            </a:r>
          </a:p>
          <a:p>
            <a:pPr>
              <a:defRPr sz="1200"/>
            </a:pPr>
            <a:r>
              <a:t>D:/pasar_fix/node_modules/.bun/c12@3.3.4+608b019278dd8f46/node_modules/.bin/jiti.bunx</a:t>
            </a:r>
          </a:p>
          <a:p>
            <a:pPr>
              <a:defRPr sz="1200"/>
            </a:pPr>
            <a:r>
              <a:t>D:/pasar_fix/node_modules/.bun/c12@3.3.4+608b019278dd8f46/node_modules/.bin/jiti.exe</a:t>
            </a:r>
          </a:p>
          <a:p>
            <a:pPr>
              <a:defRPr sz="1200"/>
            </a:pPr>
            <a:r>
              <a:t>D:/pasar_fix/node_modules/.bun/c12@3.3.4+608b019278dd8f46/node_modules/c12/LICENSE</a:t>
            </a:r>
          </a:p>
          <a:p>
            <a:pPr>
              <a:defRPr sz="1200"/>
            </a:pPr>
            <a:r>
              <a:t>D:/pasar_fix/node_modules/.bun/c12@3.3.4+608b019278dd8f46/node_modules/c12/package.json</a:t>
            </a:r>
          </a:p>
          <a:p>
            <a:pPr>
              <a:defRPr sz="1200"/>
            </a:pPr>
            <a:r>
              <a:t>D:/pasar_fix/node_modules/.bun/c12@3.3.4+608b019278dd8f46/node_modules/c12/README.md</a:t>
            </a:r>
          </a:p>
          <a:p>
            <a:pPr>
              <a:defRPr sz="1200"/>
            </a:pPr>
            <a:r>
              <a:t>D:/pasar_fix/node_modules/.bun/c12@3.3.4+608b019278dd8f46/node_modules/c12/dist/index.d.mts</a:t>
            </a:r>
          </a:p>
          <a:p>
            <a:pPr>
              <a:defRPr sz="1200"/>
            </a:pPr>
            <a:r>
              <a:t>D:/pasar_fix/node_modules/.bun/c12@3.3.4+608b019278dd8f46/node_modules/c12/dist/index.mjs</a:t>
            </a:r>
          </a:p>
          <a:p>
            <a:pPr>
              <a:defRPr sz="1200"/>
            </a:pPr>
            <a:r>
              <a:t>D:/pasar_fix/node_modules/.bun/c12@3.3.4+608b019278dd8f46/node_modules/c12/dist/update.d.mts</a:t>
            </a:r>
          </a:p>
          <a:p>
            <a:pPr>
              <a:defRPr sz="1200"/>
            </a:pPr>
            <a:r>
              <a:t>D:/pasar_fix/node_modules/.bun/c12@3.3.4+608b019278dd8f46/node_modules/c12/dist/update.mjs</a:t>
            </a:r>
          </a:p>
          <a:p>
            <a:pPr>
              <a:defRPr sz="1200"/>
            </a:pPr>
            <a:r>
              <a:t>D:/pasar_fix/node_modules/.bun/cac@6.7.14/node_modules/cac/index-compat.js</a:t>
            </a:r>
          </a:p>
          <a:p>
            <a:pPr>
              <a:defRPr sz="1200"/>
            </a:pPr>
            <a:r>
              <a:t>D:/pasar_fix/node_modules/.bun/cac@6.7.14/node_modules/cac/LICENSE</a:t>
            </a:r>
          </a:p>
          <a:p>
            <a:pPr>
              <a:defRPr sz="1200"/>
            </a:pPr>
            <a:r>
              <a:t>D:/pasar_fix/node_modules/.bun/cac@6.7.14/node_modules/cac/mod.js</a:t>
            </a:r>
          </a:p>
          <a:p>
            <a:pPr>
              <a:defRPr sz="1200"/>
            </a:pPr>
            <a:r>
              <a:t>D:/pasar_fix/node_modules/.bun/cac@6.7.14/node_modules/cac/mod.ts</a:t>
            </a:r>
          </a:p>
          <a:p>
            <a:pPr>
              <a:defRPr sz="1200"/>
            </a:pPr>
            <a:r>
              <a:t>D:/pasar_fix/node_modules/.bun/cac@6.7.14/node_modules/cac/package.json</a:t>
            </a:r>
          </a:p>
          <a:p>
            <a:pPr>
              <a:defRPr sz="1200"/>
            </a:pPr>
            <a:r>
              <a:t>D:/pasar_fix/node_modules/.bun/cac@6.7.14/node_modules/cac/README.md</a:t>
            </a:r>
          </a:p>
          <a:p>
            <a:pPr>
              <a:defRPr sz="1200"/>
            </a:pPr>
            <a:r>
              <a:t>D:/pasar_fix/node_modules/.bun/cac@6.7.14/node_modules/cac/deno/CAC.ts</a:t>
            </a:r>
          </a:p>
          <a:p>
            <a:pPr>
              <a:defRPr sz="1200"/>
            </a:pPr>
            <a:r>
              <a:t>D:/pasar_fix/node_modules/.bun/cac@6.7.14/node_modules/cac/deno/Command.ts</a:t>
            </a:r>
          </a:p>
          <a:p>
            <a:pPr>
              <a:defRPr sz="1200"/>
            </a:pPr>
            <a:r>
              <a:t>D:/pasar_fix/node_modules/.bun/cac@6.7.14/node_modules/cac/deno/deno.ts</a:t>
            </a:r>
          </a:p>
          <a:p>
            <a:pPr>
              <a:defRPr sz="1200"/>
            </a:pPr>
            <a:r>
              <a:t>D:/pasar_fix/node_modules/.bun/cac@6.7.14/node_modules/cac/deno/index.ts</a:t>
            </a:r>
          </a:p>
          <a:p>
            <a:pPr>
              <a:defRPr sz="1200"/>
            </a:pPr>
            <a:r>
              <a:t>D:/pasar_fix/node_modules/.bun/cac@6.7.14/node_modules/cac/deno/Option.ts</a:t>
            </a:r>
          </a:p>
          <a:p>
            <a:pPr>
              <a:defRPr sz="1200"/>
            </a:pPr>
            <a:r>
              <a:t>D:/pasar_fix/node_modules/.bun/cac@6.7.14/node_modules/cac/deno/utils.ts</a:t>
            </a:r>
          </a:p>
          <a:p>
            <a:pPr>
              <a:defRPr sz="1200"/>
            </a:pPr>
            <a:r>
              <a:t>D:/pasar_fix/node_modules/.bun/cac@6.7.14/node_modules/cac/dist/index.d.ts</a:t>
            </a:r>
          </a:p>
          <a:p>
            <a:pPr>
              <a:defRPr sz="1200"/>
            </a:pPr>
            <a:r>
              <a:t>D:/pasar_fix/node_modules/.bun/cac@6.7.14/node_modules/cac/dist/index.js</a:t>
            </a:r>
          </a:p>
          <a:p>
            <a:pPr>
              <a:defRPr sz="1200"/>
            </a:pPr>
            <a:r>
              <a:t>D:/pasar_fix/node_modules/.bun/cac@6.7.14/node_modules/cac/dist/index.mjs</a:t>
            </a:r>
          </a:p>
          <a:p>
            <a:pPr>
              <a:defRPr sz="1200"/>
            </a:pPr>
            <a:r>
              <a:t>D:/pasar_fix/node_modules/.bun/callsites@3.1.0/node_modules/callsites/index.d.ts</a:t>
            </a:r>
          </a:p>
          <a:p>
            <a:pPr>
              <a:defRPr sz="1200"/>
            </a:pPr>
            <a:r>
              <a:t>D:/pasar_fix/node_modules/.bun/callsites@3.1.0/node_modules/callsites/index.js</a:t>
            </a:r>
          </a:p>
          <a:p>
            <a:pPr>
              <a:defRPr sz="1200"/>
            </a:pPr>
            <a:r>
              <a:t>D:/pasar_fix/node_modules/.bun/callsites@3.1.0/node_modules/callsites/license</a:t>
            </a:r>
          </a:p>
          <a:p>
            <a:pPr>
              <a:defRPr sz="1200"/>
            </a:pPr>
            <a:r>
              <a:t>D:/pasar_fix/node_modules/.bun/callsites@3.1.0/node_modules/callsites/package.json</a:t>
            </a:r>
          </a:p>
          <a:p>
            <a:pPr>
              <a:defRPr sz="1200"/>
            </a:pPr>
            <a:r>
              <a:t>D:/pasar_fix/node_modules/.bun/callsites@3.1.0/node_modules/callsites/readme.md</a:t>
            </a:r>
          </a:p>
          <a:p>
            <a:pPr>
              <a:defRPr sz="1200"/>
            </a:pPr>
            <a:r>
              <a:t>D:/pasar_fix/node_modules/.bun/camelcase@6.3.0/node_modules/camelcase/index.d.ts</a:t>
            </a:r>
          </a:p>
          <a:p>
            <a:pPr>
              <a:defRPr sz="1200"/>
            </a:pPr>
            <a:r>
              <a:t>D:/pasar_fix/node_modules/.bun/camelcase@6.3.0/node_modules/camelcase/index.js</a:t>
            </a:r>
          </a:p>
          <a:p>
            <a:pPr>
              <a:defRPr sz="1200"/>
            </a:pPr>
            <a:r>
              <a:t>D:/pasar_fix/node_modules/.bun/camelcase@6.3.0/node_modules/camelcase/license</a:t>
            </a:r>
          </a:p>
          <a:p>
            <a:pPr>
              <a:defRPr sz="1200"/>
            </a:pPr>
            <a:r>
              <a:t>D:/pasar_fix/node_modules/.bun/camelcase@6.3.0/node_modules/camelcase/package.json</a:t>
            </a:r>
          </a:p>
          <a:p>
            <a:pPr>
              <a:defRPr sz="1200"/>
            </a:pPr>
            <a:r>
              <a:t>D:/pasar_fix/node_modules/.bun/camelcase@6.3.0/node_modules/camelcase/readme.md</a:t>
            </a:r>
          </a:p>
          <a:p>
            <a:pPr>
              <a:defRPr sz="1200"/>
            </a:pPr>
            <a:r>
              <a:t>D:/pasar_fix/node_modules/.bun/caniuse-lite@1.0.30001793/node_modules/caniuse-lite/LICENSE</a:t>
            </a:r>
          </a:p>
          <a:p>
            <a:pPr>
              <a:defRPr sz="1200"/>
            </a:pPr>
            <a:r>
              <a:t>D:/pasar_fix/node_modules/.bun/caniuse-lite@1.0.30001793/node_modules/caniuse-lite/package.json</a:t>
            </a:r>
          </a:p>
          <a:p>
            <a:pPr>
              <a:defRPr sz="1200"/>
            </a:pPr>
            <a:r>
              <a:t>D:/pasar_fix/node_modules/.bun/caniuse-lite@1.0.30001793/node_modules/caniuse-lite/README.md</a:t>
            </a:r>
          </a:p>
          <a:p>
            <a:pPr>
              <a:defRPr sz="1200"/>
            </a:pPr>
            <a:r>
              <a:t>D:/pasar_fix/node_modules/.bun/caniuse-lite@1.0.30001793/node_modules/caniuse-lite/data/agents.js</a:t>
            </a:r>
          </a:p>
          <a:p>
            <a:pPr>
              <a:defRPr sz="1200"/>
            </a:pPr>
            <a:r>
              <a:t>D:/pasar_fix/node_modules/.bun/caniuse-lite@1.0.30001793/node_modules/caniuse-lite/data/browsers.js</a:t>
            </a:r>
          </a:p>
          <a:p>
            <a:pPr>
              <a:defRPr sz="1200"/>
            </a:pPr>
            <a:r>
              <a:t>D:/pasar_fix/node_modules/.bun/caniuse-lite@1.0.30001793/node_modules/caniuse-lite/data/browserVersions.js</a:t>
            </a:r>
          </a:p>
          <a:p>
            <a:pPr>
              <a:defRPr sz="1200"/>
            </a:pPr>
            <a:r>
              <a:t>D:/pasar_fix/node_modules/.bun/caniuse-lite@1.0.30001793/node_modules/caniuse-lite/data/features.js</a:t>
            </a:r>
          </a:p>
          <a:p>
            <a:pPr>
              <a:defRPr sz="1200"/>
            </a:pPr>
            <a:r>
              <a:t>D:/pasar_fix/node_modules/.bun/caniuse-lite@1.0.30001793/node_modules/caniuse-lite/data/features/aac.js</a:t>
            </a:r>
          </a:p>
          <a:p>
            <a:pPr>
              <a:defRPr sz="1200"/>
            </a:pPr>
            <a:r>
              <a:t>D:/pasar_fix/node_modules/.bun/caniuse-lite@1.0.30001793/node_modules/caniuse-lite/data/features/abortcontroller.js</a:t>
            </a:r>
          </a:p>
          <a:p>
            <a:pPr>
              <a:defRPr sz="1200"/>
            </a:pPr>
            <a:r>
              <a:t>D:/pasar_fix/node_modules/.bun/caniuse-lite@1.0.30001793/node_modules/caniuse-lite/data/features/ac3-ec3.js</a:t>
            </a:r>
          </a:p>
          <a:p>
            <a:pPr>
              <a:defRPr sz="1200"/>
            </a:pPr>
            <a:r>
              <a:t>D:/pasar_fix/node_modules/.bun/caniuse-lite@1.0.30001793/node_modules/caniuse-lite/data/features/accelerometer.js</a:t>
            </a:r>
          </a:p>
          <a:p>
            <a:pPr>
              <a:defRPr sz="1200"/>
            </a:pPr>
            <a:r>
              <a:t>D:/pasar_fix/node_modules/.bun/caniuse-lite@1.0.30001793/node_modules/caniuse-lite/data/features/addeventlistener.js</a:t>
            </a:r>
          </a:p>
          <a:p>
            <a:pPr>
              <a:defRPr sz="1200"/>
            </a:pPr>
            <a:r>
              <a:t>D:/pasar_fix/node_modules/.bun/caniuse-lite@1.0.30001793/node_modules/caniuse-lite/data/features/alternate-stylesheet.js</a:t>
            </a:r>
          </a:p>
          <a:p>
            <a:pPr>
              <a:defRPr sz="1200"/>
            </a:pPr>
            <a:r>
              <a:t>D:/pasar_fix/node_modules/.bun/caniuse-lite@1.0.30001793/node_modules/caniuse-lite/data/features/ambient-light.js</a:t>
            </a:r>
          </a:p>
          <a:p>
            <a:pPr>
              <a:defRPr sz="1200"/>
            </a:pPr>
            <a:r>
              <a:t>D:/pasar_fix/node_modules/.bun/caniuse-lite@1.0.30001793/node_modules/caniuse-lite/data/features/apng.js</a:t>
            </a:r>
          </a:p>
          <a:p>
            <a:pPr>
              <a:defRPr sz="1200"/>
            </a:pPr>
            <a:r>
              <a:t>D:/pasar_fix/node_modules/.bun/caniuse-lite@1.0.30001793/node_modules/caniuse-lite/data/features/array-find-index.js</a:t>
            </a:r>
          </a:p>
          <a:p>
            <a:pPr>
              <a:defRPr sz="1200"/>
            </a:pPr>
            <a:r>
              <a:t>D:/pasar_fix/node_modules/.bun/caniuse-lite@1.0.30001793/node_modules/caniuse-lite/data/features/array-find.js</a:t>
            </a:r>
          </a:p>
          <a:p>
            <a:pPr>
              <a:defRPr sz="1200"/>
            </a:pPr>
            <a:r>
              <a:t>D:/pasar_fix/node_modules/.bun/caniuse-lite@1.0.30001793/node_modules/caniuse-lite/data/features/array-flat.js</a:t>
            </a:r>
          </a:p>
          <a:p>
            <a:pPr>
              <a:defRPr sz="1200"/>
            </a:pPr>
            <a:r>
              <a:t>D:/pasar_fix/node_modules/.bun/caniuse-lite@1.0.30001793/node_modules/caniuse-lite/data/features/array-includes.js</a:t>
            </a:r>
          </a:p>
          <a:p>
            <a:pPr>
              <a:defRPr sz="1200"/>
            </a:pPr>
            <a:r>
              <a:t>D:/pasar_fix/node_modules/.bun/caniuse-lite@1.0.30001793/node_modules/caniuse-lite/data/features/arrow-functions.js</a:t>
            </a:r>
          </a:p>
          <a:p>
            <a:pPr>
              <a:defRPr sz="1200"/>
            </a:pPr>
            <a:r>
              <a:t>D:/pasar_fix/node_modules/.bun/caniuse-lite@1.0.30001793/node_modules/caniuse-lite/data/features/asmjs.js</a:t>
            </a:r>
          </a:p>
          <a:p>
            <a:pPr>
              <a:defRPr sz="1200"/>
            </a:pPr>
            <a:r>
              <a:t>D:/pasar_fix/node_modules/.bun/caniuse-lite@1.0.30001793/node_modules/caniuse-lite/data/features/async-clipboard.js</a:t>
            </a:r>
          </a:p>
          <a:p>
            <a:pPr>
              <a:defRPr sz="1200"/>
            </a:pPr>
            <a:r>
              <a:t>D:/pasar_fix/node_modules/.bun/caniuse-lite@1.0.30001793/node_modules/caniuse-lite/data/features/async-functions.js</a:t>
            </a:r>
          </a:p>
          <a:p>
            <a:pPr>
              <a:defRPr sz="1200"/>
            </a:pPr>
            <a:r>
              <a:t>D:/pasar_fix/node_modules/.bun/caniuse-lite@1.0.30001793/node_modules/caniuse-lite/data/features/atob-btoa.js</a:t>
            </a:r>
          </a:p>
          <a:p>
            <a:pPr>
              <a:defRPr sz="1200"/>
            </a:pPr>
            <a:r>
              <a:t>D:/pasar_fix/node_modules/.bun/caniuse-lite@1.0.30001793/node_modules/caniuse-lite/data/features/audio-api.js</a:t>
            </a:r>
          </a:p>
          <a:p>
            <a:pPr>
              <a:defRPr sz="1200"/>
            </a:pPr>
            <a:r>
              <a:t>D:/pasar_fix/node_modules/.bun/caniuse-lite@1.0.30001793/node_modules/caniuse-lite/data/features/audio.js</a:t>
            </a:r>
          </a:p>
          <a:p>
            <a:pPr>
              <a:defRPr sz="1200"/>
            </a:pPr>
            <a:r>
              <a:t>D:/pasar_fix/node_modules/.bun/caniuse-lite@1.0.30001793/node_modules/caniuse-lite/data/features/audiotracks.js</a:t>
            </a:r>
          </a:p>
          <a:p>
            <a:pPr>
              <a:defRPr sz="1200"/>
            </a:pPr>
            <a:r>
              <a:t>D:/pasar_fix/node_modules/.bun/caniuse-lite@1.0.30001793/node_modules/caniuse-lite/data/features/autofocus.js</a:t>
            </a:r>
          </a:p>
          <a:p>
            <a:pPr>
              <a:defRPr sz="1200"/>
            </a:pPr>
            <a:r>
              <a:t>D:/pasar_fix/node_modules/.bun/caniuse-lite@1.0.30001793/node_modules/caniuse-lite/data/features/auxclick.js</a:t>
            </a:r>
          </a:p>
          <a:p>
            <a:pPr>
              <a:defRPr sz="1200"/>
            </a:pPr>
            <a:r>
              <a:t>D:/pasar_fix/node_modules/.bun/caniuse-lite@1.0.30001793/node_modules/caniuse-lite/data/features/av1.js</a:t>
            </a:r>
          </a:p>
          <a:p>
            <a:pPr>
              <a:defRPr sz="1200"/>
            </a:pPr>
            <a:r>
              <a:t>D:/pasar_fix/node_modules/.bun/caniuse-lite@1.0.30001793/node_modules/caniuse-lite/data/features/avif.js</a:t>
            </a:r>
          </a:p>
          <a:p>
            <a:pPr>
              <a:defRPr sz="1200"/>
            </a:pPr>
            <a:r>
              <a:t>D:/pasar_fix/node_modules/.bun/caniuse-lite@1.0.30001793/node_modules/caniuse-lite/data/features/background-attachment.js</a:t>
            </a:r>
          </a:p>
          <a:p>
            <a:pPr>
              <a:defRPr sz="1200"/>
            </a:pPr>
            <a:r>
              <a:t>D:/pasar_fix/node_modules/.bun/caniuse-lite@1.0.30001793/node_modules/caniuse-lite/data/features/background-clip-text.js</a:t>
            </a:r>
          </a:p>
          <a:p>
            <a:pPr>
              <a:defRPr sz="1200"/>
            </a:pPr>
            <a:r>
              <a:t>D:/pasar_fix/node_modules/.bun/caniuse-lite@1.0.30001793/node_modules/caniuse-lite/data/features/background-img-opts.js</a:t>
            </a:r>
          </a:p>
          <a:p>
            <a:pPr>
              <a:defRPr sz="1200"/>
            </a:pPr>
            <a:r>
              <a:t>D:/pasar_fix/node_modules/.bun/caniuse-lite@1.0.30001793/node_modules/caniuse-lite/data/features/background-position-x-y.js</a:t>
            </a:r>
          </a:p>
          <a:p>
            <a:pPr>
              <a:defRPr sz="1200"/>
            </a:pPr>
            <a:r>
              <a:t>D:/pasar_fix/node_modules/.bun/caniuse-lite@1.0.30001793/node_modules/caniuse-lite/data/features/background-repeat-round-space.js</a:t>
            </a:r>
          </a:p>
          <a:p>
            <a:pPr>
              <a:defRPr sz="1200"/>
            </a:pPr>
            <a:r>
              <a:t>D:/pasar_fix/node_modules/.bun/caniuse-lite@1.0.30001793/node_modules/caniuse-lite/data/features/background-sync.js</a:t>
            </a:r>
          </a:p>
          <a:p>
            <a:pPr>
              <a:defRPr sz="1200"/>
            </a:pPr>
            <a:r>
              <a:t>D:/pasar_fix/node_modules/.bun/caniuse-lite@1.0.30001793/node_modules/caniuse-lite/data/features/battery-status.js</a:t>
            </a:r>
          </a:p>
          <a:p>
            <a:pPr>
              <a:defRPr sz="1200"/>
            </a:pPr>
            <a:r>
              <a:t>D:/pasar_fix/node_modules/.bun/caniuse-lite@1.0.30001793/node_modules/caniuse-lite/data/features/beacon.js</a:t>
            </a:r>
          </a:p>
          <a:p>
            <a:pPr>
              <a:defRPr sz="1200"/>
            </a:pPr>
            <a:r>
              <a:t>D:/pasar_fix/node_modules/.bun/caniuse-lite@1.0.30001793/node_modules/caniuse-lite/data/features/beforeafterprint.js</a:t>
            </a:r>
          </a:p>
          <a:p>
            <a:pPr>
              <a:defRPr sz="1200"/>
            </a:pPr>
            <a:r>
              <a:t>D:/pasar_fix/node_modules/.bun/caniuse-lite@1.0.30001793/node_modules/caniuse-lite/data/features/bigint.js</a:t>
            </a:r>
          </a:p>
          <a:p>
            <a:pPr>
              <a:defRPr sz="1200"/>
            </a:pPr>
            <a:r>
              <a:t>D:/pasar_fix/node_modules/.bun/caniuse-lite@1.0.30001793/node_modules/caniuse-lite/data/features/blobbuilder.js</a:t>
            </a:r>
          </a:p>
          <a:p>
            <a:pPr>
              <a:defRPr sz="1200"/>
            </a:pPr>
            <a:r>
              <a:t>D:/pasar_fix/node_modules/.bun/caniuse-lite@1.0.30001793/node_modules/caniuse-lite/data/features/bloburls.js</a:t>
            </a:r>
          </a:p>
          <a:p>
            <a:pPr>
              <a:defRPr sz="1200"/>
            </a:pPr>
            <a:r>
              <a:t>D:/pasar_fix/node_modules/.bun/caniuse-lite@1.0.30001793/node_modules/caniuse-lite/data/features/border-image.js</a:t>
            </a:r>
          </a:p>
          <a:p>
            <a:pPr>
              <a:defRPr sz="1200"/>
            </a:pPr>
            <a:r>
              <a:t>D:/pasar_fix/node_modules/.bun/caniuse-lite@1.0.30001793/node_modules/caniuse-lite/data/features/border-radius.js</a:t>
            </a:r>
          </a:p>
          <a:p>
            <a:pPr>
              <a:defRPr sz="1200"/>
            </a:pPr>
            <a:r>
              <a:t>D:/pasar_fix/node_modules/.bun/caniuse-lite@1.0.30001793/node_modules/caniuse-lite/data/features/broadcastchannel.js</a:t>
            </a:r>
          </a:p>
          <a:p>
            <a:pPr>
              <a:defRPr sz="1200"/>
            </a:pPr>
            <a:r>
              <a:t>D:/pasar_fix/node_modules/.bun/caniuse-lite@1.0.30001793/node_modules/caniuse-lite/data/features/brotli.js</a:t>
            </a:r>
          </a:p>
          <a:p>
            <a:pPr>
              <a:defRPr sz="1200"/>
            </a:pPr>
            <a:r>
              <a:t>D:/pasar_fix/node_modules/.bun/caniuse-lite@1.0.30001793/node_modules/caniuse-lite/data/features/calc.js</a:t>
            </a:r>
          </a:p>
          <a:p>
            <a:pPr>
              <a:defRPr sz="1200"/>
            </a:pPr>
            <a:r>
              <a:t>D:/pasar_fix/node_modules/.bun/caniuse-lite@1.0.30001793/node_modules/caniuse-lite/data/features/canvas-blending.js</a:t>
            </a:r>
          </a:p>
          <a:p>
            <a:pPr>
              <a:defRPr sz="1200"/>
            </a:pPr>
            <a:r>
              <a:t>D:/pasar_fix/node_modules/.bun/caniuse-lite@1.0.30001793/node_modules/caniuse-lite/data/features/canvas-text.js</a:t>
            </a:r>
          </a:p>
          <a:p>
            <a:pPr>
              <a:defRPr sz="1200"/>
            </a:pPr>
            <a:r>
              <a:t>D:/pasar_fix/node_modules/.bun/caniuse-lite@1.0.30001793/node_modules/caniuse-lite/data/features/canvas.js</a:t>
            </a:r>
          </a:p>
          <a:p>
            <a:pPr>
              <a:defRPr sz="1200"/>
            </a:pPr>
            <a:r>
              <a:t>D:/pasar_fix/node_modules/.bun/caniuse-lite@1.0.30001793/node_modules/caniuse-lite/data/features/ch-unit.js</a:t>
            </a:r>
          </a:p>
          <a:p>
            <a:pPr>
              <a:defRPr sz="1200"/>
            </a:pPr>
            <a:r>
              <a:t>D:/pasar_fix/node_modules/.bun/caniuse-lite@1.0.30001793/node_modules/caniuse-lite/data/features/chacha20-poly1305.js</a:t>
            </a:r>
          </a:p>
          <a:p>
            <a:pPr>
              <a:defRPr sz="1200"/>
            </a:pPr>
            <a:r>
              <a:t>D:/pasar_fix/node_modules/.bun/caniuse-lite@1.0.30001793/node_modules/caniuse-lite/data/features/channel-messaging.js</a:t>
            </a:r>
          </a:p>
          <a:p>
            <a:pPr>
              <a:defRPr sz="1200"/>
            </a:pPr>
            <a:r>
              <a:t>D:/pasar_fix/node_modules/.bun/caniuse-lite@1.0.30001793/node_modules/caniuse-lite/data/features/childnode-remove.js</a:t>
            </a:r>
          </a:p>
          <a:p>
            <a:pPr>
              <a:defRPr sz="1200"/>
            </a:pPr>
            <a:r>
              <a:t>D:/pasar_fix/node_modules/.bun/caniuse-lite@1.0.30001793/node_modules/caniuse-lite/data/features/classlist.js</a:t>
            </a:r>
          </a:p>
          <a:p>
            <a:pPr>
              <a:defRPr sz="1200"/>
            </a:pPr>
            <a:r>
              <a:t>D:/pasar_fix/node_modules/.bun/caniuse-lite@1.0.30001793/node_modules/caniuse-lite/data/features/client-hints-dpr-width-viewport.js</a:t>
            </a:r>
          </a:p>
          <a:p>
            <a:pPr>
              <a:defRPr sz="1200"/>
            </a:pPr>
            <a:r>
              <a:t>D:/pasar_fix/node_modules/.bun/caniuse-lite@1.0.30001793/node_modules/caniuse-lite/data/features/clipboard.js</a:t>
            </a:r>
          </a:p>
          <a:p>
            <a:pPr>
              <a:defRPr sz="1200"/>
            </a:pPr>
            <a:r>
              <a:t>D:/pasar_fix/node_modules/.bun/caniuse-lite@1.0.30001793/node_modules/caniuse-lite/data/features/colr-v1.js</a:t>
            </a:r>
          </a:p>
          <a:p>
            <a:pPr>
              <a:defRPr sz="1200"/>
            </a:pPr>
            <a:r>
              <a:t>D:/pasar_fix/node_modules/.bun/caniuse-lite@1.0.30001793/node_modules/caniuse-lite/data/features/colr.js</a:t>
            </a:r>
          </a:p>
          <a:p>
            <a:pPr>
              <a:defRPr sz="1200"/>
            </a:pPr>
            <a:r>
              <a:t>D:/pasar_fix/node_modules/.bun/caniuse-lite@1.0.30001793/node_modules/caniuse-lite/data/features/comparedocumentposition.js</a:t>
            </a:r>
          </a:p>
          <a:p>
            <a:pPr>
              <a:defRPr sz="1200"/>
            </a:pPr>
            <a:r>
              <a:t>D:/pasar_fix/node_modules/.bun/caniuse-lite@1.0.30001793/node_modules/caniuse-lite/data/features/console-basic.js</a:t>
            </a:r>
          </a:p>
          <a:p>
            <a:pPr>
              <a:defRPr sz="1200"/>
            </a:pPr>
            <a:r>
              <a:t>D:/pasar_fix/node_modules/.bun/caniuse-lite@1.0.30001793/node_modules/caniuse-lite/data/features/console-time.js</a:t>
            </a:r>
          </a:p>
          <a:p>
            <a:pPr>
              <a:defRPr sz="1200"/>
            </a:pPr>
            <a:r>
              <a:t>D:/pasar_fix/node_modules/.bun/caniuse-lite@1.0.30001793/node_modules/caniuse-lite/data/features/const.js</a:t>
            </a:r>
          </a:p>
          <a:p>
            <a:pPr>
              <a:defRPr sz="1200"/>
            </a:pPr>
            <a:r>
              <a:t>D:/pasar_fix/node_modules/.bun/caniuse-lite@1.0.30001793/node_modules/caniuse-lite/data/features/constraint-validation.js</a:t>
            </a:r>
          </a:p>
          <a:p>
            <a:pPr>
              <a:defRPr sz="1200"/>
            </a:pPr>
            <a:r>
              <a:t>D:/pasar_fix/node_modules/.bun/caniuse-lite@1.0.30001793/node_modules/caniuse-lite/data/features/contenteditable.js</a:t>
            </a:r>
          </a:p>
          <a:p>
            <a:pPr>
              <a:defRPr sz="1200"/>
            </a:pPr>
            <a:r>
              <a:t>D:/pasar_fix/node_modules/.bun/caniuse-lite@1.0.30001793/node_modules/caniuse-lite/data/features/contentsecuritypolicy.js</a:t>
            </a:r>
          </a:p>
          <a:p>
            <a:pPr>
              <a:defRPr sz="1200"/>
            </a:pPr>
            <a:r>
              <a:t>D:/pasar_fix/node_modules/.bun/caniuse-lite@1.0.30001793/node_modules/caniuse-lite/data/features/contentsecuritypolicy2.js</a:t>
            </a:r>
          </a:p>
          <a:p>
            <a:pPr>
              <a:defRPr sz="1200"/>
            </a:pPr>
            <a:r>
              <a:t>D:/pasar_fix/node_modules/.bun/caniuse-lite@1.0.30001793/node_modules/caniuse-lite/data/features/cookie-store-api.js</a:t>
            </a:r>
          </a:p>
          <a:p>
            <a:pPr>
              <a:defRPr sz="1200"/>
            </a:pPr>
            <a:r>
              <a:t>D:/pasar_fix/node_modules/.bun/caniuse-lite@1.0.30001793/node_modules/caniuse-lite/data/features/cors.js</a:t>
            </a:r>
          </a:p>
          <a:p>
            <a:pPr>
              <a:defRPr sz="1200"/>
            </a:pPr>
            <a:r>
              <a:t>D:/pasar_fix/node_modules/.bun/caniuse-lite@1.0.30001793/node_modules/caniuse-lite/data/features/createimagebitmap.js</a:t>
            </a:r>
          </a:p>
          <a:p>
            <a:pPr>
              <a:defRPr sz="1200"/>
            </a:pPr>
            <a:r>
              <a:t>D:/pasar_fix/node_modules/.bun/caniuse-lite@1.0.30001793/node_modules/caniuse-lite/data/features/credential-management.js</a:t>
            </a:r>
          </a:p>
          <a:p>
            <a:pPr>
              <a:defRPr sz="1200"/>
            </a:pPr>
            <a:r>
              <a:t>D:/pasar_fix/node_modules/.bun/caniuse-lite@1.0.30001793/node_modules/caniuse-lite/data/features/cross-document-view-transitions.js</a:t>
            </a:r>
          </a:p>
          <a:p>
            <a:pPr>
              <a:defRPr sz="1200"/>
            </a:pPr>
            <a:r>
              <a:t>D:/pasar_fix/node_modules/.bun/caniuse-lite@1.0.30001793/node_modules/caniuse-lite/data/features/cryptography.js</a:t>
            </a:r>
          </a:p>
          <a:p>
            <a:pPr>
              <a:defRPr sz="1200"/>
            </a:pPr>
            <a:r>
              <a:t>D:/pasar_fix/node_modules/.bun/caniuse-lite@1.0.30001793/node_modules/caniuse-lite/data/features/css-all.js</a:t>
            </a:r>
          </a:p>
          <a:p>
            <a:pPr>
              <a:defRPr sz="1200"/>
            </a:pPr>
            <a:r>
              <a:t>D:/pasar_fix/node_modules/.bun/caniuse-lite@1.0.30001793/node_modules/caniuse-lite/data/features/css-anchor-positioning.js</a:t>
            </a:r>
          </a:p>
          <a:p>
            <a:pPr>
              <a:defRPr sz="1200"/>
            </a:pPr>
            <a:r>
              <a:t>D:/pasar_fix/node_modules/.bun/caniuse-lite@1.0.30001793/node_modules/caniuse-lite/data/features/css-animation.js</a:t>
            </a:r>
          </a:p>
          <a:p>
            <a:pPr>
              <a:defRPr sz="1200"/>
            </a:pPr>
            <a:r>
              <a:t>D:/pasar_fix/node_modules/.bun/caniuse-lite@1.0.30001793/node_modules/caniuse-lite/data/features/css-any-link.js</a:t>
            </a:r>
          </a:p>
          <a:p>
            <a:pPr>
              <a:defRPr sz="1200"/>
            </a:pPr>
            <a:r>
              <a:t>D:/pasar_fix/node_modules/.bun/caniuse-lite@1.0.30001793/node_modules/caniuse-lite/data/features/css-appearance.js</a:t>
            </a:r>
          </a:p>
          <a:p>
            <a:pPr>
              <a:defRPr sz="1200"/>
            </a:pPr>
            <a:r>
              <a:t>D:/pasar_fix/node_modules/.bun/caniuse-lite@1.0.30001793/node_modules/caniuse-lite/data/features/css-at-counter-style.js</a:t>
            </a:r>
          </a:p>
          <a:p>
            <a:pPr>
              <a:defRPr sz="1200"/>
            </a:pPr>
            <a:r>
              <a:t>D:/pasar_fix/node_modules/.bun/caniuse-lite@1.0.30001793/node_modules/caniuse-lite/data/features/css-autofill.js</a:t>
            </a:r>
          </a:p>
          <a:p>
            <a:pPr>
              <a:defRPr sz="1200"/>
            </a:pPr>
            <a:r>
              <a:t>D:/pasar_fix/node_modules/.bun/caniuse-lite@1.0.30001793/node_modules/caniuse-lite/data/features/css-backdrop-filter.js</a:t>
            </a:r>
          </a:p>
          <a:p>
            <a:pPr>
              <a:defRPr sz="1200"/>
            </a:pPr>
            <a:r>
              <a:t>D:/pasar_fix/node_modules/.bun/caniuse-lite@1.0.30001793/node_modules/caniuse-lite/data/features/css-background-offsets.js</a:t>
            </a:r>
          </a:p>
          <a:p>
            <a:pPr>
              <a:defRPr sz="1200"/>
            </a:pPr>
            <a:r>
              <a:t>D:/pasar_fix/node_modules/.bun/caniuse-lite@1.0.30001793/node_modules/caniuse-lite/data/features/css-backgroundblendmode.js</a:t>
            </a:r>
          </a:p>
          <a:p>
            <a:pPr>
              <a:defRPr sz="1200"/>
            </a:pPr>
            <a:r>
              <a:t>D:/pasar_fix/node_modules/.bun/caniuse-lite@1.0.30001793/node_modules/caniuse-lite/data/features/css-boxdecorationbreak.js</a:t>
            </a:r>
          </a:p>
          <a:p>
            <a:pPr>
              <a:defRPr sz="1200"/>
            </a:pPr>
            <a:r>
              <a:t>D:/pasar_fix/node_modules/.bun/caniuse-lite@1.0.30001793/node_modules/caniuse-lite/data/features/css-boxshadow.js</a:t>
            </a:r>
          </a:p>
          <a:p>
            <a:pPr>
              <a:defRPr sz="1200"/>
            </a:pPr>
            <a:r>
              <a:t>D:/pasar_fix/node_modules/.bun/caniuse-lite@1.0.30001793/node_modules/caniuse-lite/data/features/css-canvas.js</a:t>
            </a:r>
          </a:p>
          <a:p>
            <a:pPr>
              <a:defRPr sz="1200"/>
            </a:pPr>
            <a:r>
              <a:t>D:/pasar_fix/node_modules/.bun/caniuse-lite@1.0.30001793/node_modules/caniuse-lite/data/features/css-caret-color.js</a:t>
            </a:r>
          </a:p>
          <a:p>
            <a:pPr>
              <a:defRPr sz="1200"/>
            </a:pPr>
            <a:r>
              <a:t>D:/pasar_fix/node_modules/.bun/caniuse-lite@1.0.30001793/node_modules/caniuse-lite/data/features/css-cascade-layers.js</a:t>
            </a:r>
          </a:p>
          <a:p>
            <a:pPr>
              <a:defRPr sz="1200"/>
            </a:pPr>
            <a:r>
              <a:t>D:/pasar_fix/node_modules/.bun/caniuse-lite@1.0.30001793/node_modules/caniuse-lite/data/features/css-cascade-scope.js</a:t>
            </a:r>
          </a:p>
          <a:p>
            <a:pPr>
              <a:defRPr sz="1200"/>
            </a:pPr>
            <a:r>
              <a:t>D:/pasar_fix/node_modules/.bun/caniuse-lite@1.0.30001793/node_modules/caniuse-lite/data/features/css-case-insensitive.js</a:t>
            </a:r>
          </a:p>
          <a:p>
            <a:pPr>
              <a:defRPr sz="1200"/>
            </a:pPr>
            <a:r>
              <a:t>D:/pasar_fix/node_modules/.bun/caniuse-lite@1.0.30001793/node_modules/caniuse-lite/data/features/css-clip-path.js</a:t>
            </a:r>
          </a:p>
          <a:p>
            <a:pPr>
              <a:defRPr sz="1200"/>
            </a:pPr>
            <a:r>
              <a:t>D:/pasar_fix/node_modules/.bun/caniuse-lite@1.0.30001793/node_modules/caniuse-lite/data/features/css-color-adjust.js</a:t>
            </a:r>
          </a:p>
          <a:p>
            <a:pPr>
              <a:defRPr sz="1200"/>
            </a:pPr>
            <a:r>
              <a:t>D:/pasar_fix/node_modules/.bun/caniuse-lite@1.0.30001793/node_modules/caniuse-lite/data/features/css-color-function.js</a:t>
            </a:r>
          </a:p>
          <a:p>
            <a:pPr>
              <a:defRPr sz="1200"/>
            </a:pPr>
            <a:r>
              <a:t>D:/pasar_fix/node_modules/.bun/caniuse-lite@1.0.30001793/node_modules/caniuse-lite/data/features/css-conic-gradients.js</a:t>
            </a:r>
          </a:p>
          <a:p>
            <a:pPr>
              <a:defRPr sz="1200"/>
            </a:pPr>
            <a:r>
              <a:t>D:/pasar_fix/node_modules/.bun/caniuse-lite@1.0.30001793/node_modules/caniuse-lite/data/features/css-container-queries-style.js</a:t>
            </a:r>
          </a:p>
          <a:p>
            <a:pPr>
              <a:defRPr sz="1200"/>
            </a:pPr>
            <a:r>
              <a:t>D:/pasar_fix/node_modules/.bun/caniuse-lite@1.0.30001793/node_modules/caniuse-lite/data/features/css-container-queries.js</a:t>
            </a:r>
          </a:p>
          <a:p>
            <a:pPr>
              <a:defRPr sz="1200"/>
            </a:pPr>
            <a:r>
              <a:t>D:/pasar_fix/node_modules/.bun/caniuse-lite@1.0.30001793/node_modules/caniuse-lite/data/features/css-container-query-units.js</a:t>
            </a:r>
          </a:p>
          <a:p>
            <a:pPr>
              <a:defRPr sz="1200"/>
            </a:pPr>
            <a:r>
              <a:t>D:/pasar_fix/node_modules/.bun/caniuse-lite@1.0.30001793/node_modules/caniuse-lite/data/features/css-containment.js</a:t>
            </a:r>
          </a:p>
          <a:p>
            <a:pPr>
              <a:defRPr sz="1200"/>
            </a:pPr>
            <a:r>
              <a:t>D:/pasar_fix/node_modules/.bun/caniuse-lite@1.0.30001793/node_modules/caniuse-lite/data/features/css-content-visibility.js</a:t>
            </a:r>
          </a:p>
          <a:p>
            <a:pPr>
              <a:defRPr sz="1200"/>
            </a:pPr>
            <a:r>
              <a:t>D:/pasar_fix/node_modules/.bun/caniuse-lite@1.0.30001793/node_modules/caniuse-lite/data/features/css-counters.js</a:t>
            </a:r>
          </a:p>
          <a:p>
            <a:pPr>
              <a:defRPr sz="1200"/>
            </a:pPr>
            <a:r>
              <a:t>D:/pasar_fix/node_modules/.bun/caniuse-lite@1.0.30001793/node_modules/caniuse-lite/data/features/css-crisp-edges.js</a:t>
            </a:r>
          </a:p>
          <a:p>
            <a:pPr>
              <a:defRPr sz="1200"/>
            </a:pPr>
            <a:r>
              <a:t>D:/pasar_fix/node_modules/.bun/caniuse-lite@1.0.30001793/node_modules/caniuse-lite/data/features/css-cross-fade.js</a:t>
            </a:r>
          </a:p>
          <a:p>
            <a:pPr>
              <a:defRPr sz="1200"/>
            </a:pPr>
            <a:r>
              <a:t>D:/pasar_fix/node_modules/.bun/caniuse-lite@1.0.30001793/node_modules/caniuse-lite/data/features/css-default-pseudo.js</a:t>
            </a:r>
          </a:p>
          <a:p>
            <a:pPr>
              <a:defRPr sz="1200"/>
            </a:pPr>
            <a:r>
              <a:t>D:/pasar_fix/node_modules/.bun/caniuse-lite@1.0.30001793/node_modules/caniuse-lite/data/features/css-descendant-gtgt.js</a:t>
            </a:r>
          </a:p>
          <a:p>
            <a:pPr>
              <a:defRPr sz="1200"/>
            </a:pPr>
            <a:r>
              <a:t>D:/pasar_fix/node_modules/.bun/caniuse-lite@1.0.30001793/node_modules/caniuse-lite/data/features/css-deviceadaptation.js</a:t>
            </a:r>
          </a:p>
          <a:p>
            <a:pPr>
              <a:defRPr sz="1200"/>
            </a:pPr>
            <a:r>
              <a:t>D:/pasar_fix/node_modules/.bun/caniuse-lite@1.0.30001793/node_modules/caniuse-lite/data/features/css-dir-pseudo.js</a:t>
            </a:r>
          </a:p>
          <a:p>
            <a:pPr>
              <a:defRPr sz="1200"/>
            </a:pPr>
            <a:r>
              <a:t>D:/pasar_fix/node_modules/.bun/caniuse-lite@1.0.30001793/node_modules/caniuse-lite/data/features/css-display-contents.js</a:t>
            </a:r>
          </a:p>
          <a:p>
            <a:pPr>
              <a:defRPr sz="1200"/>
            </a:pPr>
            <a:r>
              <a:t>D:/pasar_fix/node_modules/.bun/caniuse-lite@1.0.30001793/node_modules/caniuse-lite/data/features/css-element-function.js</a:t>
            </a:r>
          </a:p>
          <a:p>
            <a:pPr>
              <a:defRPr sz="1200"/>
            </a:pPr>
            <a:r>
              <a:t>D:/pasar_fix/node_modules/.bun/caniuse-lite@1.0.30001793/node_modules/caniuse-lite/data/features/css-env-function.js</a:t>
            </a:r>
          </a:p>
          <a:p>
            <a:pPr>
              <a:defRPr sz="1200"/>
            </a:pPr>
            <a:r>
              <a:t>D:/pasar_fix/node_modules/.bun/caniuse-lite@1.0.30001793/node_modules/caniuse-lite/data/features/css-exclusions.js</a:t>
            </a:r>
          </a:p>
          <a:p>
            <a:pPr>
              <a:defRPr sz="1200"/>
            </a:pPr>
            <a:r>
              <a:t>D:/pasar_fix/node_modules/.bun/caniuse-lite@1.0.30001793/node_modules/caniuse-lite/data/features/css-featurequeries.js</a:t>
            </a:r>
          </a:p>
          <a:p>
            <a:pPr>
              <a:defRPr sz="1200"/>
            </a:pPr>
            <a:r>
              <a:t>D:/pasar_fix/node_modules/.bun/caniuse-lite@1.0.30001793/node_modules/caniuse-lite/data/features/css-file-selector-button.js</a:t>
            </a:r>
          </a:p>
          <a:p>
            <a:pPr>
              <a:defRPr sz="1200"/>
            </a:pPr>
            <a:r>
              <a:t>D:/pasar_fix/node_modules/.bun/caniuse-lite@1.0.30001793/node_modules/caniuse-lite/data/features/css-filter-function.js</a:t>
            </a:r>
          </a:p>
          <a:p>
            <a:pPr>
              <a:defRPr sz="1200"/>
            </a:pPr>
            <a:r>
              <a:t>D:/pasar_fix/node_modules/.bun/caniuse-lite@1.0.30001793/node_modules/caniuse-lite/data/features/css-filters.js</a:t>
            </a:r>
          </a:p>
          <a:p>
            <a:pPr>
              <a:defRPr sz="1200"/>
            </a:pPr>
            <a:r>
              <a:t>D:/pasar_fix/node_modules/.bun/caniuse-lite@1.0.30001793/node_modules/caniuse-lite/data/features/css-first-letter.js</a:t>
            </a:r>
          </a:p>
          <a:p>
            <a:pPr>
              <a:defRPr sz="1200"/>
            </a:pPr>
            <a:r>
              <a:t>D:/pasar_fix/node_modules/.bun/caniuse-lite@1.0.30001793/node_modules/caniuse-lite/data/features/css-first-line.js</a:t>
            </a:r>
          </a:p>
          <a:p>
            <a:pPr>
              <a:defRPr sz="1200"/>
            </a:pPr>
            <a:r>
              <a:t>D:/pasar_fix/node_modules/.bun/caniuse-lite@1.0.30001793/node_modules/caniuse-lite/data/features/css-fixed.js</a:t>
            </a:r>
          </a:p>
          <a:p>
            <a:pPr>
              <a:defRPr sz="1200"/>
            </a:pPr>
            <a:r>
              <a:t>D:/pasar_fix/node_modules/.bun/caniuse-lite@1.0.30001793/node_modules/caniuse-lite/data/features/css-focus-visible.js</a:t>
            </a:r>
          </a:p>
          <a:p>
            <a:pPr>
              <a:defRPr sz="1200"/>
            </a:pPr>
            <a:r>
              <a:t>D:/pasar_fix/node_modules/.bun/caniuse-lite@1.0.30001793/node_modules/caniuse-lite/data/features/css-focus-within.js</a:t>
            </a:r>
          </a:p>
          <a:p>
            <a:pPr>
              <a:defRPr sz="1200"/>
            </a:pPr>
            <a:r>
              <a:t>D:/pasar_fix/node_modules/.bun/caniuse-lite@1.0.30001793/node_modules/caniuse-lite/data/features/css-font-palette.js</a:t>
            </a:r>
          </a:p>
          <a:p>
            <a:pPr>
              <a:defRPr sz="1200"/>
            </a:pPr>
            <a:r>
              <a:t>D:/pasar_fix/node_modules/.bun/caniuse-lite@1.0.30001793/node_modules/caniuse-lite/data/features/css-font-rendering-controls.js</a:t>
            </a:r>
          </a:p>
          <a:p>
            <a:pPr>
              <a:defRPr sz="1200"/>
            </a:pPr>
            <a:r>
              <a:t>D:/pasar_fix/node_modules/.bun/caniuse-lite@1.0.30001793/node_modules/caniuse-lite/data/features/css-font-stretch.js</a:t>
            </a:r>
          </a:p>
          <a:p>
            <a:pPr>
              <a:defRPr sz="1200"/>
            </a:pPr>
            <a:r>
              <a:t>D:/pasar_fix/node_modules/.bun/caniuse-lite@1.0.30001793/node_modules/caniuse-lite/data/features/css-gencontent.js</a:t>
            </a:r>
          </a:p>
          <a:p>
            <a:pPr>
              <a:defRPr sz="1200"/>
            </a:pPr>
            <a:r>
              <a:t>D:/pasar_fix/node_modules/.bun/caniuse-lite@1.0.30001793/node_modules/caniuse-lite/data/features/css-gradients.js</a:t>
            </a:r>
          </a:p>
          <a:p>
            <a:pPr>
              <a:defRPr sz="1200"/>
            </a:pPr>
            <a:r>
              <a:t>D:/pasar_fix/node_modules/.bun/caniuse-lite@1.0.30001793/node_modules/caniuse-lite/data/features/css-grid-animation.js</a:t>
            </a:r>
          </a:p>
          <a:p>
            <a:pPr>
              <a:defRPr sz="1200"/>
            </a:pPr>
            <a:r>
              <a:t>D:/pasar_fix/node_modules/.bun/caniuse-lite@1.0.30001793/node_modules/caniuse-lite/data/features/css-grid-lanes.js</a:t>
            </a:r>
          </a:p>
          <a:p>
            <a:pPr>
              <a:defRPr sz="1200"/>
            </a:pPr>
            <a:r>
              <a:t>D:/pasar_fix/node_modules/.bun/caniuse-lite@1.0.30001793/node_modules/caniuse-lite/data/features/css-grid.js</a:t>
            </a:r>
          </a:p>
          <a:p>
            <a:pPr>
              <a:defRPr sz="1200"/>
            </a:pPr>
            <a:r>
              <a:t>D:/pasar_fix/node_modules/.bun/caniuse-lite@1.0.30001793/node_modules/caniuse-lite/data/features/css-hanging-punctuation.js</a:t>
            </a:r>
          </a:p>
          <a:p>
            <a:pPr>
              <a:defRPr sz="1200"/>
            </a:pPr>
            <a:r>
              <a:t>D:/pasar_fix/node_modules/.bun/caniuse-lite@1.0.30001793/node_modules/caniuse-lite/data/features/css-has.js</a:t>
            </a:r>
          </a:p>
          <a:p>
            <a:pPr>
              <a:defRPr sz="1200"/>
            </a:pPr>
            <a:r>
              <a:t>D:/pasar_fix/node_modules/.bun/caniuse-lite@1.0.30001793/node_modules/caniuse-lite/data/features/css-hyphens.js</a:t>
            </a:r>
          </a:p>
          <a:p>
            <a:pPr>
              <a:defRPr sz="1200"/>
            </a:pPr>
            <a:r>
              <a:t>D:/pasar_fix/node_modules/.bun/caniuse-lite@1.0.30001793/node_modules/caniuse-lite/data/features/css-if.js</a:t>
            </a:r>
          </a:p>
          <a:p>
            <a:pPr>
              <a:defRPr sz="1200"/>
            </a:pPr>
            <a:r>
              <a:t>D:/pasar_fix/node_modules/.bun/caniuse-lite@1.0.30001793/node_modules/caniuse-lite/data/features/css-image-orientation.js</a:t>
            </a:r>
          </a:p>
          <a:p>
            <a:pPr>
              <a:defRPr sz="1200"/>
            </a:pPr>
            <a:r>
              <a:t>D:/pasar_fix/node_modules/.bun/caniuse-lite@1.0.30001793/node_modules/caniuse-lite/data/features/css-image-set.js</a:t>
            </a:r>
          </a:p>
          <a:p>
            <a:pPr>
              <a:defRPr sz="1200"/>
            </a:pPr>
            <a:r>
              <a:t>D:/pasar_fix/node_modules/.bun/caniuse-lite@1.0.30001793/node_modules/caniuse-lite/data/features/css-in-out-of-range.js</a:t>
            </a:r>
          </a:p>
          <a:p>
            <a:pPr>
              <a:defRPr sz="1200"/>
            </a:pPr>
            <a:r>
              <a:t>D:/pasar_fix/node_modules/.bun/caniuse-lite@1.0.30001793/node_modules/caniuse-lite/data/features/css-indeterminate-pseudo.js</a:t>
            </a:r>
          </a:p>
          <a:p>
            <a:pPr>
              <a:defRPr sz="1200"/>
            </a:pPr>
            <a:r>
              <a:t>D:/pasar_fix/node_modules/.bun/caniuse-lite@1.0.30001793/node_modules/caniuse-lite/data/features/css-initial-letter.js</a:t>
            </a:r>
          </a:p>
          <a:p>
            <a:pPr>
              <a:defRPr sz="1200"/>
            </a:pPr>
            <a:r>
              <a:t>D:/pasar_fix/node_modules/.bun/caniuse-lite@1.0.30001793/node_modules/caniuse-lite/data/features/css-initial-value.js</a:t>
            </a:r>
          </a:p>
          <a:p>
            <a:pPr>
              <a:defRPr sz="1200"/>
            </a:pPr>
            <a:r>
              <a:t>D:/pasar_fix/node_modules/.bun/caniuse-lite@1.0.30001793/node_modules/caniuse-lite/data/features/css-lch-lab.js</a:t>
            </a:r>
          </a:p>
          <a:p>
            <a:pPr>
              <a:defRPr sz="1200"/>
            </a:pPr>
            <a:r>
              <a:t>D:/pasar_fix/node_modules/.bun/caniuse-lite@1.0.30001793/node_modules/caniuse-lite/data/features/css-letter-spacing.js</a:t>
            </a:r>
          </a:p>
          <a:p>
            <a:pPr>
              <a:defRPr sz="1200"/>
            </a:pPr>
            <a:r>
              <a:t>D:/pasar_fix/node_modules/.bun/caniuse-lite@1.0.30001793/node_modules/caniuse-lite/data/features/css-line-clamp.js</a:t>
            </a:r>
          </a:p>
          <a:p>
            <a:pPr>
              <a:defRPr sz="1200"/>
            </a:pPr>
            <a:r>
              <a:t>D:/pasar_fix/node_modules/.bun/caniuse-lite@1.0.30001793/node_modules/caniuse-lite/data/features/css-logical-props.js</a:t>
            </a:r>
          </a:p>
          <a:p>
            <a:pPr>
              <a:defRPr sz="1200"/>
            </a:pPr>
            <a:r>
              <a:t>D:/pasar_fix/node_modules/.bun/caniuse-lite@1.0.30001793/node_modules/caniuse-lite/data/features/css-marker-pseudo.js</a:t>
            </a:r>
          </a:p>
          <a:p>
            <a:pPr>
              <a:defRPr sz="1200"/>
            </a:pPr>
            <a:r>
              <a:t>D:/pasar_fix/node_modules/.bun/caniuse-lite@1.0.30001793/node_modules/caniuse-lite/data/features/css-masks.js</a:t>
            </a:r>
          </a:p>
          <a:p>
            <a:pPr>
              <a:defRPr sz="1200"/>
            </a:pPr>
            <a:r>
              <a:t>D:/pasar_fix/node_modules/.bun/caniuse-lite@1.0.30001793/node_modules/caniuse-lite/data/features/css-matches-pseudo.js</a:t>
            </a:r>
          </a:p>
          <a:p>
            <a:pPr>
              <a:defRPr sz="1200"/>
            </a:pPr>
            <a:r>
              <a:t>D:/pasar_fix/node_modules/.bun/caniuse-lite@1.0.30001793/node_modules/caniuse-lite/data/features/css-math-functions.js</a:t>
            </a:r>
          </a:p>
          <a:p>
            <a:pPr>
              <a:defRPr sz="1200"/>
            </a:pPr>
            <a:r>
              <a:t>D:/pasar_fix/node_modules/.bun/caniuse-lite@1.0.30001793/node_modules/caniuse-lite/data/features/css-media-interaction.js</a:t>
            </a:r>
          </a:p>
          <a:p>
            <a:pPr>
              <a:defRPr sz="1200"/>
            </a:pPr>
            <a:r>
              <a:t>D:/pasar_fix/node_modules/.bun/caniuse-lite@1.0.30001793/node_modules/caniuse-lite/data/features/css-media-range-syntax.js</a:t>
            </a:r>
          </a:p>
          <a:p>
            <a:pPr>
              <a:defRPr sz="1200"/>
            </a:pPr>
            <a:r>
              <a:t>D:/pasar_fix/node_modules/.bun/caniuse-lite@1.0.30001793/node_modules/caniuse-lite/data/features/css-media-resolution.js</a:t>
            </a:r>
          </a:p>
          <a:p>
            <a:pPr>
              <a:defRPr sz="1200"/>
            </a:pPr>
            <a:r>
              <a:t>D:/pasar_fix/node_modules/.bun/caniuse-lite@1.0.30001793/node_modules/caniuse-lite/data/features/css-media-scripting.js</a:t>
            </a:r>
          </a:p>
          <a:p>
            <a:pPr>
              <a:defRPr sz="1200"/>
            </a:pPr>
            <a:r>
              <a:t>D:/pasar_fix/node_modules/.bun/caniuse-lite@1.0.30001793/node_modules/caniuse-lite/data/features/css-mediaqueries.js</a:t>
            </a:r>
          </a:p>
          <a:p>
            <a:pPr>
              <a:defRPr sz="1200"/>
            </a:pPr>
            <a:r>
              <a:t>D:/pasar_fix/node_modules/.bun/caniuse-lite@1.0.30001793/node_modules/caniuse-lite/data/features/css-mixblendmode.js</a:t>
            </a:r>
          </a:p>
          <a:p>
            <a:pPr>
              <a:defRPr sz="1200"/>
            </a:pPr>
            <a:r>
              <a:t>D:/pasar_fix/node_modules/.bun/caniuse-lite@1.0.30001793/node_modules/caniuse-lite/data/features/css-module-scripts.js</a:t>
            </a:r>
          </a:p>
          <a:p>
            <a:pPr>
              <a:defRPr sz="1200"/>
            </a:pPr>
            <a:r>
              <a:t>D:/pasar_fix/node_modules/.bun/caniuse-lite@1.0.30001793/node_modules/caniuse-lite/data/features/css-motion-paths.js</a:t>
            </a:r>
          </a:p>
          <a:p>
            <a:pPr>
              <a:defRPr sz="1200"/>
            </a:pPr>
            <a:r>
              <a:t>D:/pasar_fix/node_modules/.bun/caniuse-lite@1.0.30001793/node_modules/caniuse-lite/data/features/css-namespaces.js</a:t>
            </a:r>
          </a:p>
          <a:p>
            <a:pPr>
              <a:defRPr sz="1200"/>
            </a:pPr>
            <a:r>
              <a:t>D:/pasar_fix/node_modules/.bun/caniuse-lite@1.0.30001793/node_modules/caniuse-lite/data/features/css-nesting.js</a:t>
            </a:r>
          </a:p>
          <a:p>
            <a:pPr>
              <a:defRPr sz="1200"/>
            </a:pPr>
            <a:r>
              <a:t>D:/pasar_fix/node_modules/.bun/caniuse-lite@1.0.30001793/node_modules/caniuse-lite/data/features/css-not-sel-list.js</a:t>
            </a:r>
          </a:p>
          <a:p>
            <a:pPr>
              <a:defRPr sz="1200"/>
            </a:pPr>
            <a:r>
              <a:t>D:/pasar_fix/node_modules/.bun/caniuse-lite@1.0.30001793/node_modules/caniuse-lite/data/features/css-nth-child-of.js</a:t>
            </a:r>
          </a:p>
          <a:p>
            <a:pPr>
              <a:defRPr sz="1200"/>
            </a:pPr>
            <a:r>
              <a:t>D:/pasar_fix/node_modules/.bun/caniuse-lite@1.0.30001793/node_modules/caniuse-lite/data/features/css-opacity.js</a:t>
            </a:r>
          </a:p>
          <a:p>
            <a:pPr>
              <a:defRPr sz="1200"/>
            </a:pPr>
            <a:r>
              <a:t>D:/pasar_fix/node_modules/.bun/caniuse-lite@1.0.30001793/node_modules/caniuse-lite/data/features/css-optional-pseudo.js</a:t>
            </a:r>
          </a:p>
          <a:p>
            <a:pPr>
              <a:defRPr sz="1200"/>
            </a:pPr>
            <a:r>
              <a:t>D:/pasar_fix/node_modules/.bun/caniuse-lite@1.0.30001793/node_modules/caniuse-lite/data/features/css-overflow-anchor.js</a:t>
            </a:r>
          </a:p>
          <a:p>
            <a:pPr>
              <a:defRPr sz="1200"/>
            </a:pPr>
            <a:r>
              <a:t>D:/pasar_fix/node_modules/.bun/caniuse-lite@1.0.30001793/node_modules/caniuse-lite/data/features/css-overflow-overlay.js</a:t>
            </a:r>
          </a:p>
          <a:p>
            <a:pPr>
              <a:defRPr sz="1200"/>
            </a:pPr>
            <a:r>
              <a:t>D:/pasar_fix/node_modules/.bun/caniuse-lite@1.0.30001793/node_modules/caniuse-lite/data/features/css-overflow.js</a:t>
            </a:r>
          </a:p>
          <a:p>
            <a:pPr>
              <a:defRPr sz="1200"/>
            </a:pPr>
            <a:r>
              <a:t>D:/pasar_fix/node_modules/.bun/caniuse-lite@1.0.30001793/node_modules/caniuse-lite/data/features/css-overscroll-behavior.js</a:t>
            </a:r>
          </a:p>
          <a:p>
            <a:pPr>
              <a:defRPr sz="1200"/>
            </a:pPr>
            <a:r>
              <a:t>D:/pasar_fix/node_modules/.bun/caniuse-lite@1.0.30001793/node_modules/caniuse-lite/data/features/css-page-break.js</a:t>
            </a:r>
          </a:p>
          <a:p>
            <a:pPr>
              <a:defRPr sz="1200"/>
            </a:pPr>
            <a:r>
              <a:t>D:/pasar_fix/node_modules/.bun/caniuse-lite@1.0.30001793/node_modules/caniuse-lite/data/features/css-paged-media.js</a:t>
            </a:r>
          </a:p>
          <a:p>
            <a:pPr>
              <a:defRPr sz="1200"/>
            </a:pPr>
            <a:r>
              <a:t>D:/pasar_fix/node_modules/.bun/caniuse-lite@1.0.30001793/node_modules/caniuse-lite/data/features/css-paint-api.js</a:t>
            </a:r>
          </a:p>
          <a:p>
            <a:pPr>
              <a:defRPr sz="1200"/>
            </a:pPr>
            <a:r>
              <a:t>D:/pasar_fix/node_modules/.bun/caniuse-lite@1.0.30001793/node_modules/caniuse-lite/data/features/css-placeholder-shown.js</a:t>
            </a:r>
          </a:p>
          <a:p>
            <a:pPr>
              <a:defRPr sz="1200"/>
            </a:pPr>
            <a:r>
              <a:t>D:/pasar_fix/node_modules/.bun/caniuse-lite@1.0.30001793/node_modules/caniuse-lite/data/features/css-placeholder.js</a:t>
            </a:r>
          </a:p>
          <a:p>
            <a:pPr>
              <a:defRPr sz="1200"/>
            </a:pPr>
            <a:r>
              <a:t>D:/pasar_fix/node_modules/.bun/caniuse-lite@1.0.30001793/node_modules/caniuse-lite/data/features/css-print-color-adjust.js</a:t>
            </a:r>
          </a:p>
          <a:p>
            <a:pPr>
              <a:defRPr sz="1200"/>
            </a:pPr>
            <a:r>
              <a:t>D:/pasar_fix/node_modules/.bun/caniuse-lite@1.0.30001793/node_modules/caniuse-lite/data/features/css-read-only-write.js</a:t>
            </a:r>
          </a:p>
          <a:p>
            <a:pPr>
              <a:defRPr sz="1200"/>
            </a:pPr>
            <a:r>
              <a:t>D:/pasar_fix/node_modules/.bun/caniuse-lite@1.0.30001793/node_modules/caniuse-lite/data/features/css-rebeccapurple.js</a:t>
            </a:r>
          </a:p>
          <a:p>
            <a:pPr>
              <a:defRPr sz="1200"/>
            </a:pPr>
            <a:r>
              <a:t>D:/pasar_fix/node_modules/.bun/caniuse-lite@1.0.30001793/node_modules/caniuse-lite/data/features/css-reflections.js</a:t>
            </a:r>
          </a:p>
          <a:p>
            <a:pPr>
              <a:defRPr sz="1200"/>
            </a:pPr>
            <a:r>
              <a:t>D:/pasar_fix/node_modules/.bun/caniuse-lite@1.0.30001793/node_modules/caniuse-lite/data/features/css-regions.js</a:t>
            </a:r>
          </a:p>
          <a:p>
            <a:pPr>
              <a:defRPr sz="1200"/>
            </a:pPr>
            <a:r>
              <a:t>D:/pasar_fix/node_modules/.bun/caniuse-lite@1.0.30001793/node_modules/caniuse-lite/data/features/css-relative-colors.js</a:t>
            </a:r>
          </a:p>
          <a:p>
            <a:pPr>
              <a:defRPr sz="1200"/>
            </a:pPr>
            <a:r>
              <a:t>D:/pasar_fix/node_modules/.bun/caniuse-lite@1.0.30001793/node_modules/caniuse-lite/data/features/css-repeating-gradients.js</a:t>
            </a:r>
          </a:p>
          <a:p>
            <a:pPr>
              <a:defRPr sz="1200"/>
            </a:pPr>
            <a:r>
              <a:t>D:/pasar_fix/node_modules/.bun/caniuse-lite@1.0.30001793/node_modules/caniuse-lite/data/features/css-resize.js</a:t>
            </a:r>
          </a:p>
          <a:p>
            <a:pPr>
              <a:defRPr sz="1200"/>
            </a:pPr>
            <a:r>
              <a:t>D:/pasar_fix/node_modules/.bun/caniuse-lite@1.0.30001793/node_modules/caniuse-lite/data/features/css-revert-value.js</a:t>
            </a:r>
          </a:p>
          <a:p>
            <a:pPr>
              <a:defRPr sz="1200"/>
            </a:pPr>
            <a:r>
              <a:t>D:/pasar_fix/node_modules/.bun/caniuse-lite@1.0.30001793/node_modules/caniuse-lite/data/features/css-rrggbbaa.js</a:t>
            </a:r>
          </a:p>
          <a:p>
            <a:pPr>
              <a:defRPr sz="1200"/>
            </a:pPr>
            <a:r>
              <a:t>D:/pasar_fix/node_modules/.bun/caniuse-lite@1.0.30001793/node_modules/caniuse-lite/data/features/css-scroll-behavior.js</a:t>
            </a:r>
          </a:p>
          <a:p>
            <a:pPr>
              <a:defRPr sz="1200"/>
            </a:pPr>
            <a:r>
              <a:t>D:/pasar_fix/node_modules/.bun/caniuse-lite@1.0.30001793/node_modules/caniuse-lite/data/features/css-scrollbar.js</a:t>
            </a:r>
          </a:p>
          <a:p>
            <a:pPr>
              <a:defRPr sz="1200"/>
            </a:pPr>
            <a:r>
              <a:t>D:/pasar_fix/node_modules/.bun/caniuse-lite@1.0.30001793/node_modules/caniuse-lite/data/features/css-sel2.js</a:t>
            </a:r>
          </a:p>
          <a:p>
            <a:pPr>
              <a:defRPr sz="1200"/>
            </a:pPr>
            <a:r>
              <a:t>D:/pasar_fix/node_modules/.bun/caniuse-lite@1.0.30001793/node_modules/caniuse-lite/data/features/css-sel3.js</a:t>
            </a:r>
          </a:p>
          <a:p>
            <a:pPr>
              <a:defRPr sz="1200"/>
            </a:pPr>
            <a:r>
              <a:t>D:/pasar_fix/node_modules/.bun/caniuse-lite@1.0.30001793/node_modules/caniuse-lite/data/features/css-selection.js</a:t>
            </a:r>
          </a:p>
          <a:p>
            <a:pPr>
              <a:defRPr sz="1200"/>
            </a:pPr>
            <a:r>
              <a:t>D:/pasar_fix/node_modules/.bun/caniuse-lite@1.0.30001793/node_modules/caniuse-lite/data/features/css-shapes.js</a:t>
            </a:r>
          </a:p>
          <a:p>
            <a:pPr>
              <a:defRPr sz="1200"/>
            </a:pPr>
            <a:r>
              <a:t>D:/pasar_fix/node_modules/.bun/caniuse-lite@1.0.30001793/node_modules/caniuse-lite/data/features/css-snappoints.js</a:t>
            </a:r>
          </a:p>
          <a:p>
            <a:pPr>
              <a:defRPr sz="1200"/>
            </a:pPr>
            <a:r>
              <a:t>D:/pasar_fix/node_modules/.bun/caniuse-lite@1.0.30001793/node_modules/caniuse-lite/data/features/css-sticky.js</a:t>
            </a:r>
          </a:p>
          <a:p>
            <a:pPr>
              <a:defRPr sz="1200"/>
            </a:pPr>
            <a:r>
              <a:t>D:/pasar_fix/node_modules/.bun/caniuse-lite@1.0.30001793/node_modules/caniuse-lite/data/features/css-subgrid.js</a:t>
            </a:r>
          </a:p>
          <a:p>
            <a:pPr>
              <a:defRPr sz="1200"/>
            </a:pPr>
            <a:r>
              <a:t>D:/pasar_fix/node_modules/.bun/caniuse-lite@1.0.30001793/node_modules/caniuse-lite/data/features/css-supports-api.js</a:t>
            </a:r>
          </a:p>
          <a:p>
            <a:pPr>
              <a:defRPr sz="1200"/>
            </a:pPr>
            <a:r>
              <a:t>D:/pasar_fix/node_modules/.bun/caniuse-lite@1.0.30001793/node_modules/caniuse-lite/data/features/css-table.js</a:t>
            </a:r>
          </a:p>
          <a:p>
            <a:pPr>
              <a:defRPr sz="1200"/>
            </a:pPr>
            <a:r>
              <a:t>D:/pasar_fix/node_modules/.bun/caniuse-lite@1.0.30001793/node_modules/caniuse-lite/data/features/css-text-align-last.js</a:t>
            </a:r>
          </a:p>
          <a:p>
            <a:pPr>
              <a:defRPr sz="1200"/>
            </a:pPr>
            <a:r>
              <a:t>D:/pasar_fix/node_modules/.bun/caniuse-lite@1.0.30001793/node_modules/caniuse-lite/data/features/css-text-box-trim.js</a:t>
            </a:r>
          </a:p>
          <a:p>
            <a:pPr>
              <a:defRPr sz="1200"/>
            </a:pPr>
            <a:r>
              <a:t>D:/pasar_fix/node_modules/.bun/caniuse-lite@1.0.30001793/node_modules/caniuse-lite/data/features/css-text-indent.js</a:t>
            </a:r>
          </a:p>
          <a:p>
            <a:pPr>
              <a:defRPr sz="1200"/>
            </a:pPr>
            <a:r>
              <a:t>D:/pasar_fix/node_modules/.bun/caniuse-lite@1.0.30001793/node_modules/caniuse-lite/data/features/css-text-justify.js</a:t>
            </a:r>
          </a:p>
          <a:p>
            <a:pPr>
              <a:defRPr sz="1200"/>
            </a:pPr>
            <a:r>
              <a:t>D:/pasar_fix/node_modules/.bun/caniuse-lite@1.0.30001793/node_modules/caniuse-lite/data/features/css-text-orientation.js</a:t>
            </a:r>
          </a:p>
          <a:p>
            <a:pPr>
              <a:defRPr sz="1200"/>
            </a:pPr>
            <a:r>
              <a:t>D:/pasar_fix/node_modules/.bun/caniuse-lite@1.0.30001793/node_modules/caniuse-lite/data/features/css-text-spacing.js</a:t>
            </a:r>
          </a:p>
          <a:p>
            <a:pPr>
              <a:defRPr sz="1200"/>
            </a:pPr>
            <a:r>
              <a:t>D:/pasar_fix/node_modules/.bun/caniuse-lite@1.0.30001793/node_modules/caniuse-lite/data/features/css-text-wrap-balance.js</a:t>
            </a:r>
          </a:p>
          <a:p>
            <a:pPr>
              <a:defRPr sz="1200"/>
            </a:pPr>
            <a:r>
              <a:t>D:/pasar_fix/node_modules/.bun/caniuse-lite@1.0.30001793/node_modules/caniuse-lite/data/features/css-textshadow.js</a:t>
            </a:r>
          </a:p>
          <a:p>
            <a:pPr>
              <a:defRPr sz="1200"/>
            </a:pPr>
            <a:r>
              <a:t>D:/pasar_fix/node_modules/.bun/caniuse-lite@1.0.30001793/node_modules/caniuse-lite/data/features/css-touch-action.js</a:t>
            </a:r>
          </a:p>
          <a:p>
            <a:pPr>
              <a:defRPr sz="1200"/>
            </a:pPr>
            <a:r>
              <a:t>D:/pasar_fix/node_modules/.bun/caniuse-lite@1.0.30001793/node_modules/caniuse-lite/data/features/css-transitions.js</a:t>
            </a:r>
          </a:p>
          <a:p>
            <a:pPr>
              <a:defRPr sz="1200"/>
            </a:pPr>
            <a:r>
              <a:t>D:/pasar_fix/node_modules/.bun/caniuse-lite@1.0.30001793/node_modules/caniuse-lite/data/features/css-unicode-bidi.js</a:t>
            </a:r>
          </a:p>
          <a:p>
            <a:pPr>
              <a:defRPr sz="1200"/>
            </a:pPr>
            <a:r>
              <a:t>D:/pasar_fix/node_modules/.bun/caniuse-lite@1.0.30001793/node_modules/caniuse-lite/data/features/css-unset-value.js</a:t>
            </a:r>
          </a:p>
          <a:p>
            <a:pPr>
              <a:defRPr sz="1200"/>
            </a:pPr>
            <a:r>
              <a:t>D:/pasar_fix/node_modules/.bun/caniuse-lite@1.0.30001793/node_modules/caniuse-lite/data/features/css-variables.js</a:t>
            </a:r>
          </a:p>
          <a:p>
            <a:pPr>
              <a:defRPr sz="1200"/>
            </a:pPr>
            <a:r>
              <a:t>D:/pasar_fix/node_modules/.bun/caniuse-lite@1.0.30001793/node_modules/caniuse-lite/data/features/css-when-else.js</a:t>
            </a:r>
          </a:p>
          <a:p>
            <a:pPr>
              <a:defRPr sz="1200"/>
            </a:pPr>
            <a:r>
              <a:t>D:/pasar_fix/node_modules/.bun/caniuse-lite@1.0.30001793/node_modules/caniuse-lite/data/features/css-widows-orphans.js</a:t>
            </a:r>
          </a:p>
          <a:p>
            <a:pPr>
              <a:defRPr sz="1200"/>
            </a:pPr>
            <a:r>
              <a:t>D:/pasar_fix/node_modules/.bun/caniuse-lite@1.0.30001793/node_modules/caniuse-lite/data/features/css-width-stretch.js</a:t>
            </a:r>
          </a:p>
          <a:p>
            <a:pPr>
              <a:defRPr sz="1200"/>
            </a:pPr>
            <a:r>
              <a:t>D:/pasar_fix/node_modules/.bun/caniuse-lite@1.0.30001793/node_modules/caniuse-lite/data/features/css-writing-mode.js</a:t>
            </a:r>
          </a:p>
          <a:p>
            <a:pPr>
              <a:defRPr sz="1200"/>
            </a:pPr>
            <a:r>
              <a:t>D:/pasar_fix/node_modules/.bun/caniuse-lite@1.0.30001793/node_modules/caniuse-lite/data/features/css-zoom.js</a:t>
            </a:r>
          </a:p>
          <a:p>
            <a:pPr>
              <a:defRPr sz="1200"/>
            </a:pPr>
            <a:r>
              <a:t>D:/pasar_fix/node_modules/.bun/caniuse-lite@1.0.30001793/node_modules/caniuse-lite/data/features/css3-attr.js</a:t>
            </a:r>
          </a:p>
          <a:p>
            <a:pPr>
              <a:defRPr sz="1200"/>
            </a:pPr>
            <a:r>
              <a:t>D:/pasar_fix/node_modules/.bun/caniuse-lite@1.0.30001793/node_modules/caniuse-lite/data/features/css3-boxsizing.js</a:t>
            </a:r>
          </a:p>
          <a:p>
            <a:pPr>
              <a:defRPr sz="1200"/>
            </a:pPr>
            <a:r>
              <a:t>D:/pasar_fix/node_modules/.bun/caniuse-lite@1.0.30001793/node_modules/caniuse-lite/data/features/css3-colors.js</a:t>
            </a:r>
          </a:p>
          <a:p>
            <a:pPr>
              <a:defRPr sz="1200"/>
            </a:pPr>
            <a:r>
              <a:t>D:/pasar_fix/node_modules/.bun/caniuse-lite@1.0.30001793/node_modules/caniuse-lite/data/features/css3-cursors-grab.js</a:t>
            </a:r>
          </a:p>
          <a:p>
            <a:pPr>
              <a:defRPr sz="1200"/>
            </a:pPr>
            <a:r>
              <a:t>D:/pasar_fix/node_modules/.bun/caniuse-lite@1.0.30001793/node_modules/caniuse-lite/data/features/css3-cursors-newer.js</a:t>
            </a:r>
          </a:p>
          <a:p>
            <a:pPr>
              <a:defRPr sz="1200"/>
            </a:pPr>
            <a:r>
              <a:t>D:/pasar_fix/node_modules/.bun/caniuse-lite@1.0.30001793/node_modules/caniuse-lite/data/features/css3-cursors.js</a:t>
            </a:r>
          </a:p>
          <a:p>
            <a:pPr>
              <a:defRPr sz="1200"/>
            </a:pPr>
            <a:r>
              <a:t>D:/pasar_fix/node_modules/.bun/caniuse-lite@1.0.30001793/node_modules/caniuse-lite/data/features/css3-tabsize.js</a:t>
            </a:r>
          </a:p>
          <a:p>
            <a:pPr>
              <a:defRPr sz="1200"/>
            </a:pPr>
            <a:r>
              <a:t>D:/pasar_fix/node_modules/.bun/caniuse-lite@1.0.30001793/node_modules/caniuse-lite/data/features/currentcolor.js</a:t>
            </a:r>
          </a:p>
          <a:p>
            <a:pPr>
              <a:defRPr sz="1200"/>
            </a:pPr>
            <a:r>
              <a:t>D:/pasar_fix/node_modules/.bun/caniuse-lite@1.0.30001793/node_modules/caniuse-lite/data/features/custom-elements.js</a:t>
            </a:r>
          </a:p>
          <a:p>
            <a:pPr>
              <a:defRPr sz="1200"/>
            </a:pPr>
            <a:r>
              <a:t>D:/pasar_fix/node_modules/.bun/caniuse-lite@1.0.30001793/node_modules/caniuse-lite/data/features/custom-elementsv1.js</a:t>
            </a:r>
          </a:p>
          <a:p>
            <a:pPr>
              <a:defRPr sz="1200"/>
            </a:pPr>
            <a:r>
              <a:t>D:/pasar_fix/node_modules/.bun/caniuse-lite@1.0.30001793/node_modules/caniuse-lite/data/features/customevent.js</a:t>
            </a:r>
          </a:p>
          <a:p>
            <a:pPr>
              <a:defRPr sz="1200"/>
            </a:pPr>
            <a:r>
              <a:t>D:/pasar_fix/node_modules/.bun/caniuse-lite@1.0.30001793/node_modules/caniuse-lite/data/features/customizable-select.js</a:t>
            </a:r>
          </a:p>
          <a:p>
            <a:pPr>
              <a:defRPr sz="1200"/>
            </a:pPr>
            <a:r>
              <a:t>D:/pasar_fix/node_modules/.bun/caniuse-lite@1.0.30001793/node_modules/caniuse-lite/data/features/datalist.js</a:t>
            </a:r>
          </a:p>
          <a:p>
            <a:pPr>
              <a:defRPr sz="1200"/>
            </a:pPr>
            <a:r>
              <a:t>D:/pasar_fix/node_modules/.bun/caniuse-lite@1.0.30001793/node_modules/caniuse-lite/data/features/dataset.js</a:t>
            </a:r>
          </a:p>
          <a:p>
            <a:pPr>
              <a:defRPr sz="1200"/>
            </a:pPr>
            <a:r>
              <a:t>D:/pasar_fix/node_modules/.bun/caniuse-lite@1.0.30001793/node_modules/caniuse-lite/data/features/datauri.js</a:t>
            </a:r>
          </a:p>
          <a:p>
            <a:pPr>
              <a:defRPr sz="1200"/>
            </a:pPr>
            <a:r>
              <a:t>D:/pasar_fix/node_modules/.bun/caniuse-lite@1.0.30001793/node_modules/caniuse-lite/data/features/date-tolocaledatestring.js</a:t>
            </a:r>
          </a:p>
          <a:p>
            <a:pPr>
              <a:defRPr sz="1200"/>
            </a:pPr>
            <a:r>
              <a:t>D:/pasar_fix/node_modules/.bun/caniuse-lite@1.0.30001793/node_modules/caniuse-lite/data/features/declarative-shadow-dom.js</a:t>
            </a:r>
          </a:p>
          <a:p>
            <a:pPr>
              <a:defRPr sz="1200"/>
            </a:pPr>
            <a:r>
              <a:t>D:/pasar_fix/node_modules/.bun/caniuse-lite@1.0.30001793/node_modules/caniuse-lite/data/features/decorators.js</a:t>
            </a:r>
          </a:p>
          <a:p>
            <a:pPr>
              <a:defRPr sz="1200"/>
            </a:pPr>
            <a:r>
              <a:t>D:/pasar_fix/node_modules/.bun/caniuse-lite@1.0.30001793/node_modules/caniuse-lite/data/features/details.js</a:t>
            </a:r>
          </a:p>
          <a:p>
            <a:pPr>
              <a:defRPr sz="1200"/>
            </a:pPr>
            <a:r>
              <a:t>D:/pasar_fix/node_modules/.bun/caniuse-lite@1.0.30001793/node_modules/caniuse-lite/data/features/deviceorientation.js</a:t>
            </a:r>
          </a:p>
          <a:p>
            <a:pPr>
              <a:defRPr sz="1200"/>
            </a:pPr>
            <a:r>
              <a:t>D:/pasar_fix/node_modules/.bun/caniuse-lite@1.0.30001793/node_modules/caniuse-lite/data/features/devicepixelratio.js</a:t>
            </a:r>
          </a:p>
          <a:p>
            <a:pPr>
              <a:defRPr sz="1200"/>
            </a:pPr>
            <a:r>
              <a:t>D:/pasar_fix/node_modules/.bun/caniuse-lite@1.0.30001793/node_modules/caniuse-lite/data/features/dialog.js</a:t>
            </a:r>
          </a:p>
          <a:p>
            <a:pPr>
              <a:defRPr sz="1200"/>
            </a:pPr>
            <a:r>
              <a:t>D:/pasar_fix/node_modules/.bun/caniuse-lite@1.0.30001793/node_modules/caniuse-lite/data/features/dispatchevent.js</a:t>
            </a:r>
          </a:p>
          <a:p>
            <a:pPr>
              <a:defRPr sz="1200"/>
            </a:pPr>
            <a:r>
              <a:t>D:/pasar_fix/node_modules/.bun/caniuse-lite@1.0.30001793/node_modules/caniuse-lite/data/features/dnssec.js</a:t>
            </a:r>
          </a:p>
          <a:p>
            <a:pPr>
              <a:defRPr sz="1200"/>
            </a:pPr>
            <a:r>
              <a:t>D:/pasar_fix/node_modules/.bun/caniuse-lite@1.0.30001793/node_modules/caniuse-lite/data/features/do-not-track.js</a:t>
            </a:r>
          </a:p>
          <a:p>
            <a:pPr>
              <a:defRPr sz="1200"/>
            </a:pPr>
            <a:r>
              <a:t>D:/pasar_fix/node_modules/.bun/caniuse-lite@1.0.30001793/node_modules/caniuse-lite/data/features/document-currentscript.js</a:t>
            </a:r>
          </a:p>
          <a:p>
            <a:pPr>
              <a:defRPr sz="1200"/>
            </a:pPr>
            <a:r>
              <a:t>D:/pasar_fix/node_modules/.bun/caniuse-lite@1.0.30001793/node_modules/caniuse-lite/data/features/document-evaluate-xpath.js</a:t>
            </a:r>
          </a:p>
          <a:p>
            <a:pPr>
              <a:defRPr sz="1200"/>
            </a:pPr>
            <a:r>
              <a:t>D:/pasar_fix/node_modules/.bun/caniuse-lite@1.0.30001793/node_modules/caniuse-lite/data/features/document-execcommand.js</a:t>
            </a:r>
          </a:p>
          <a:p>
            <a:pPr>
              <a:defRPr sz="1200"/>
            </a:pPr>
            <a:r>
              <a:t>D:/pasar_fix/node_modules/.bun/caniuse-lite@1.0.30001793/node_modules/caniuse-lite/data/features/document-policy.js</a:t>
            </a:r>
          </a:p>
          <a:p>
            <a:pPr>
              <a:defRPr sz="1200"/>
            </a:pPr>
            <a:r>
              <a:t>D:/pasar_fix/node_modules/.bun/caniuse-lite@1.0.30001793/node_modules/caniuse-lite/data/features/document-scrollingelement.js</a:t>
            </a:r>
          </a:p>
          <a:p>
            <a:pPr>
              <a:defRPr sz="1200"/>
            </a:pPr>
            <a:r>
              <a:t>D:/pasar_fix/node_modules/.bun/caniuse-lite@1.0.30001793/node_modules/caniuse-lite/data/features/documenthead.js</a:t>
            </a:r>
          </a:p>
          <a:p>
            <a:pPr>
              <a:defRPr sz="1200"/>
            </a:pPr>
            <a:r>
              <a:t>D:/pasar_fix/node_modules/.bun/caniuse-lite@1.0.30001793/node_modules/caniuse-lite/data/features/dom-manip-convenience.js</a:t>
            </a:r>
          </a:p>
          <a:p>
            <a:pPr>
              <a:defRPr sz="1200"/>
            </a:pPr>
            <a:r>
              <a:t>D:/pasar_fix/node_modules/.bun/caniuse-lite@1.0.30001793/node_modules/caniuse-lite/data/features/dom-range.js</a:t>
            </a:r>
          </a:p>
          <a:p>
            <a:pPr>
              <a:defRPr sz="1200"/>
            </a:pPr>
            <a:r>
              <a:t>D:/pasar_fix/node_modules/.bun/caniuse-lite@1.0.30001793/node_modules/caniuse-lite/data/features/domcontentloaded.js</a:t>
            </a:r>
          </a:p>
          <a:p>
            <a:pPr>
              <a:defRPr sz="1200"/>
            </a:pPr>
            <a:r>
              <a:t>D:/pasar_fix/node_modules/.bun/caniuse-lite@1.0.30001793/node_modules/caniuse-lite/data/features/dommatrix.js</a:t>
            </a:r>
          </a:p>
          <a:p>
            <a:pPr>
              <a:defRPr sz="1200"/>
            </a:pPr>
            <a:r>
              <a:t>D:/pasar_fix/node_modules/.bun/caniuse-lite@1.0.30001793/node_modules/caniuse-lite/data/features/download.js</a:t>
            </a:r>
          </a:p>
          <a:p>
            <a:pPr>
              <a:defRPr sz="1200"/>
            </a:pPr>
            <a:r>
              <a:t>D:/pasar_fix/node_modules/.bun/caniuse-lite@1.0.30001793/node_modules/caniuse-lite/data/features/dragndrop.js</a:t>
            </a:r>
          </a:p>
          <a:p>
            <a:pPr>
              <a:defRPr sz="1200"/>
            </a:pPr>
            <a:r>
              <a:t>D:/pasar_fix/node_modules/.bun/caniuse-lite@1.0.30001793/node_modules/caniuse-lite/data/features/element-closest.js</a:t>
            </a:r>
          </a:p>
          <a:p>
            <a:pPr>
              <a:defRPr sz="1200"/>
            </a:pPr>
            <a:r>
              <a:t>D:/pasar_fix/node_modules/.bun/caniuse-lite@1.0.30001793/node_modules/caniuse-lite/data/features/element-from-point.js</a:t>
            </a:r>
          </a:p>
          <a:p>
            <a:pPr>
              <a:defRPr sz="1200"/>
            </a:pPr>
            <a:r>
              <a:t>D:/pasar_fix/node_modules/.bun/caniuse-lite@1.0.30001793/node_modules/caniuse-lite/data/features/element-scroll-methods.js</a:t>
            </a:r>
          </a:p>
          <a:p>
            <a:pPr>
              <a:defRPr sz="1200"/>
            </a:pPr>
            <a:r>
              <a:t>D:/pasar_fix/node_modules/.bun/caniuse-lite@1.0.30001793/node_modules/caniuse-lite/data/features/eme.js</a:t>
            </a:r>
          </a:p>
          <a:p>
            <a:pPr>
              <a:defRPr sz="1200"/>
            </a:pPr>
            <a:r>
              <a:t>D:/pasar_fix/node_modules/.bun/caniuse-lite@1.0.30001793/node_modules/caniuse-lite/data/features/eot.js</a:t>
            </a:r>
          </a:p>
          <a:p>
            <a:pPr>
              <a:defRPr sz="1200"/>
            </a:pPr>
            <a:r>
              <a:t>D:/pasar_fix/node_modules/.bun/caniuse-lite@1.0.30001793/node_modules/caniuse-lite/data/features/es5.js</a:t>
            </a:r>
          </a:p>
          <a:p>
            <a:pPr>
              <a:defRPr sz="1200"/>
            </a:pPr>
            <a:r>
              <a:t>D:/pasar_fix/node_modules/.bun/caniuse-lite@1.0.30001793/node_modules/caniuse-lite/data/features/es6-class.js</a:t>
            </a:r>
          </a:p>
          <a:p>
            <a:pPr>
              <a:defRPr sz="1200"/>
            </a:pPr>
            <a:r>
              <a:t>D:/pasar_fix/node_modules/.bun/caniuse-lite@1.0.30001793/node_modules/caniuse-lite/data/features/es6-generators.js</a:t>
            </a:r>
          </a:p>
          <a:p>
            <a:pPr>
              <a:defRPr sz="1200"/>
            </a:pPr>
            <a:r>
              <a:t>D:/pasar_fix/node_modules/.bun/caniuse-lite@1.0.30001793/node_modules/caniuse-lite/data/features/es6-module-dynamic-import.js</a:t>
            </a:r>
          </a:p>
          <a:p>
            <a:pPr>
              <a:defRPr sz="1200"/>
            </a:pPr>
            <a:r>
              <a:t>D:/pasar_fix/node_modules/.bun/caniuse-lite@1.0.30001793/node_modules/caniuse-lite/data/features/es6-module.js</a:t>
            </a:r>
          </a:p>
          <a:p>
            <a:pPr>
              <a:defRPr sz="1200"/>
            </a:pPr>
            <a:r>
              <a:t>D:/pasar_fix/node_modules/.bun/caniuse-lite@1.0.30001793/node_modules/caniuse-lite/data/features/es6-number.js</a:t>
            </a:r>
          </a:p>
          <a:p>
            <a:pPr>
              <a:defRPr sz="1200"/>
            </a:pPr>
            <a:r>
              <a:t>D:/pasar_fix/node_modules/.bun/caniuse-lite@1.0.30001793/node_modules/caniuse-lite/data/features/es6-string-includes.js</a:t>
            </a:r>
          </a:p>
          <a:p>
            <a:pPr>
              <a:defRPr sz="1200"/>
            </a:pPr>
            <a:r>
              <a:t>D:/pasar_fix/node_modules/.bun/caniuse-lite@1.0.30001793/node_modules/caniuse-lite/data/features/es6.js</a:t>
            </a:r>
          </a:p>
          <a:p>
            <a:pPr>
              <a:defRPr sz="1200"/>
            </a:pPr>
            <a:r>
              <a:t>D:/pasar_fix/node_modules/.bun/caniuse-lite@1.0.30001793/node_modules/caniuse-lite/data/features/eventsource.js</a:t>
            </a:r>
          </a:p>
          <a:p>
            <a:pPr>
              <a:defRPr sz="1200"/>
            </a:pPr>
            <a:r>
              <a:t>D:/pasar_fix/node_modules/.bun/caniuse-lite@1.0.30001793/node_modules/caniuse-lite/data/features/extended-system-fonts.js</a:t>
            </a:r>
          </a:p>
          <a:p>
            <a:pPr>
              <a:defRPr sz="1200"/>
            </a:pPr>
            <a:r>
              <a:t>D:/pasar_fix/node_modules/.bun/caniuse-lite@1.0.30001793/node_modules/caniuse-lite/data/features/feature-policy.js</a:t>
            </a:r>
          </a:p>
          <a:p>
            <a:pPr>
              <a:defRPr sz="1200"/>
            </a:pPr>
            <a:r>
              <a:t>D:/pasar_fix/node_modules/.bun/caniuse-lite@1.0.30001793/node_modules/caniuse-lite/data/features/fetch.js</a:t>
            </a:r>
          </a:p>
          <a:p>
            <a:pPr>
              <a:defRPr sz="1200"/>
            </a:pPr>
            <a:r>
              <a:t>D:/pasar_fix/node_modules/.bun/caniuse-lite@1.0.30001793/node_modules/caniuse-lite/data/features/fieldset-disabled.js</a:t>
            </a:r>
          </a:p>
          <a:p>
            <a:pPr>
              <a:defRPr sz="1200"/>
            </a:pPr>
            <a:r>
              <a:t>D:/pasar_fix/node_modules/.bun/caniuse-lite@1.0.30001793/node_modules/caniuse-lite/data/features/fileapi.js</a:t>
            </a:r>
          </a:p>
          <a:p>
            <a:pPr>
              <a:defRPr sz="1200"/>
            </a:pPr>
            <a:r>
              <a:t>D:/pasar_fix/node_modules/.bun/caniuse-lite@1.0.30001793/node_modules/caniuse-lite/data/features/filereader.js</a:t>
            </a:r>
          </a:p>
          <a:p>
            <a:pPr>
              <a:defRPr sz="1200"/>
            </a:pPr>
            <a:r>
              <a:t>D:/pasar_fix/node_modules/.bun/caniuse-lite@1.0.30001793/node_modules/caniuse-lite/data/features/filereadersync.js</a:t>
            </a:r>
          </a:p>
          <a:p>
            <a:pPr>
              <a:defRPr sz="1200"/>
            </a:pPr>
            <a:r>
              <a:t>D:/pasar_fix/node_modules/.bun/caniuse-lite@1.0.30001793/node_modules/caniuse-lite/data/features/filesystem.js</a:t>
            </a:r>
          </a:p>
          <a:p>
            <a:pPr>
              <a:defRPr sz="1200"/>
            </a:pPr>
            <a:r>
              <a:t>D:/pasar_fix/node_modules/.bun/caniuse-lite@1.0.30001793/node_modules/caniuse-lite/data/features/flac.js</a:t>
            </a:r>
          </a:p>
          <a:p>
            <a:pPr>
              <a:defRPr sz="1200"/>
            </a:pPr>
            <a:r>
              <a:t>D:/pasar_fix/node_modules/.bun/caniuse-lite@1.0.30001793/node_modules/caniuse-lite/data/features/flexbox-gap.js</a:t>
            </a:r>
          </a:p>
          <a:p>
            <a:pPr>
              <a:defRPr sz="1200"/>
            </a:pPr>
            <a:r>
              <a:t>D:/pasar_fix/node_modules/.bun/caniuse-lite@1.0.30001793/node_modules/caniuse-lite/data/features/flexbox.js</a:t>
            </a:r>
          </a:p>
          <a:p>
            <a:pPr>
              <a:defRPr sz="1200"/>
            </a:pPr>
            <a:r>
              <a:t>D:/pasar_fix/node_modules/.bun/caniuse-lite@1.0.30001793/node_modules/caniuse-lite/data/features/flow-root.js</a:t>
            </a:r>
          </a:p>
          <a:p>
            <a:pPr>
              <a:defRPr sz="1200"/>
            </a:pPr>
            <a:r>
              <a:t>D:/pasar_fix/node_modules/.bun/caniuse-lite@1.0.30001793/node_modules/caniuse-lite/data/features/focusin-focusout-events.js</a:t>
            </a:r>
          </a:p>
          <a:p>
            <a:pPr>
              <a:defRPr sz="1200"/>
            </a:pPr>
            <a:r>
              <a:t>D:/pasar_fix/node_modules/.bun/caniuse-lite@1.0.30001793/node_modules/caniuse-lite/data/features/font-family-system-ui.js</a:t>
            </a:r>
          </a:p>
          <a:p>
            <a:pPr>
              <a:defRPr sz="1200"/>
            </a:pPr>
            <a:r>
              <a:t>D:/pasar_fix/node_modules/.bun/caniuse-lite@1.0.30001793/node_modules/caniuse-lite/data/features/font-feature.js</a:t>
            </a:r>
          </a:p>
          <a:p>
            <a:pPr>
              <a:defRPr sz="1200"/>
            </a:pPr>
            <a:r>
              <a:t>D:/pasar_fix/node_modules/.bun/caniuse-lite@1.0.30001793/node_modules/caniuse-lite/data/features/font-kerning.js</a:t>
            </a:r>
          </a:p>
          <a:p>
            <a:pPr>
              <a:defRPr sz="1200"/>
            </a:pPr>
            <a:r>
              <a:t>D:/pasar_fix/node_modules/.bun/caniuse-lite@1.0.30001793/node_modules/caniuse-lite/data/features/font-loading.js</a:t>
            </a:r>
          </a:p>
          <a:p>
            <a:pPr>
              <a:defRPr sz="1200"/>
            </a:pPr>
            <a:r>
              <a:t>D:/pasar_fix/node_modules/.bun/caniuse-lite@1.0.30001793/node_modules/caniuse-lite/data/features/font-size-adjust.js</a:t>
            </a:r>
          </a:p>
          <a:p>
            <a:pPr>
              <a:defRPr sz="1200"/>
            </a:pPr>
            <a:r>
              <a:t>D:/pasar_fix/node_modules/.bun/caniuse-lite@1.0.30001793/node_modules/caniuse-lite/data/features/font-smooth.js</a:t>
            </a:r>
          </a:p>
          <a:p>
            <a:pPr>
              <a:defRPr sz="1200"/>
            </a:pPr>
            <a:r>
              <a:t>D:/pasar_fix/node_modules/.bun/caniuse-lite@1.0.30001793/node_modules/caniuse-lite/data/features/font-unicode-range.js</a:t>
            </a:r>
          </a:p>
          <a:p>
            <a:pPr>
              <a:defRPr sz="1200"/>
            </a:pPr>
            <a:r>
              <a:t>D:/pasar_fix/node_modules/.bun/caniuse-lite@1.0.30001793/node_modules/caniuse-lite/data/features/font-variant-alternates.js</a:t>
            </a:r>
          </a:p>
          <a:p>
            <a:pPr>
              <a:defRPr sz="1200"/>
            </a:pPr>
            <a:r>
              <a:t>D:/pasar_fix/node_modules/.bun/caniuse-lite@1.0.30001793/node_modules/caniuse-lite/data/features/font-variant-numeric.js</a:t>
            </a:r>
          </a:p>
          <a:p>
            <a:pPr>
              <a:defRPr sz="1200"/>
            </a:pPr>
            <a:r>
              <a:t>D:/pasar_fix/node_modules/.bun/caniuse-lite@1.0.30001793/node_modules/caniuse-lite/data/features/fontface.js</a:t>
            </a:r>
          </a:p>
          <a:p>
            <a:pPr>
              <a:defRPr sz="1200"/>
            </a:pPr>
            <a:r>
              <a:t>D:/pasar_fix/node_modules/.bun/caniuse-lite@1.0.30001793/node_modules/caniuse-lite/data/features/form-attribute.js</a:t>
            </a:r>
          </a:p>
          <a:p>
            <a:pPr>
              <a:defRPr sz="1200"/>
            </a:pPr>
            <a:r>
              <a:t>D:/pasar_fix/node_modules/.bun/caniuse-lite@1.0.30001793/node_modules/caniuse-lite/data/features/form-submit-attributes.js</a:t>
            </a:r>
          </a:p>
          <a:p>
            <a:pPr>
              <a:defRPr sz="1200"/>
            </a:pPr>
            <a:r>
              <a:t>D:/pasar_fix/node_modules/.bun/caniuse-lite@1.0.30001793/node_modules/caniuse-lite/data/features/form-validation.js</a:t>
            </a:r>
          </a:p>
          <a:p>
            <a:pPr>
              <a:defRPr sz="1200"/>
            </a:pPr>
            <a:r>
              <a:t>D:/pasar_fix/node_modules/.bun/caniuse-lite@1.0.30001793/node_modules/caniuse-lite/data/features/forms.js</a:t>
            </a:r>
          </a:p>
          <a:p>
            <a:pPr>
              <a:defRPr sz="1200"/>
            </a:pPr>
            <a:r>
              <a:t>D:/pasar_fix/node_modules/.bun/caniuse-lite@1.0.30001793/node_modules/caniuse-lite/data/features/fullscreen.js</a:t>
            </a:r>
          </a:p>
          <a:p>
            <a:pPr>
              <a:defRPr sz="1200"/>
            </a:pPr>
            <a:r>
              <a:t>D:/pasar_fix/node_modules/.bun/caniuse-lite@1.0.30001793/node_modules/caniuse-lite/data/features/gamepad.js</a:t>
            </a:r>
          </a:p>
          <a:p>
            <a:pPr>
              <a:defRPr sz="1200"/>
            </a:pPr>
            <a:r>
              <a:t>D:/pasar_fix/node_modules/.bun/caniuse-lite@1.0.30001793/node_modules/caniuse-lite/data/features/geolocation.js</a:t>
            </a:r>
          </a:p>
          <a:p>
            <a:pPr>
              <a:defRPr sz="1200"/>
            </a:pPr>
            <a:r>
              <a:t>D:/pasar_fix/node_modules/.bun/caniuse-lite@1.0.30001793/node_modules/caniuse-lite/data/features/getboundingclientrect.js</a:t>
            </a:r>
          </a:p>
          <a:p>
            <a:pPr>
              <a:defRPr sz="1200"/>
            </a:pPr>
            <a:r>
              <a:t>D:/pasar_fix/node_modules/.bun/caniuse-lite@1.0.30001793/node_modules/caniuse-lite/data/features/getcomputedstyle.js</a:t>
            </a:r>
          </a:p>
          <a:p>
            <a:pPr>
              <a:defRPr sz="1200"/>
            </a:pPr>
            <a:r>
              <a:t>D:/pasar_fix/node_modules/.bun/caniuse-lite@1.0.30001793/node_modules/caniuse-lite/data/features/getelementsbyclassname.js</a:t>
            </a:r>
          </a:p>
          <a:p>
            <a:pPr>
              <a:defRPr sz="1200"/>
            </a:pPr>
            <a:r>
              <a:t>D:/pasar_fix/node_modules/.bun/caniuse-lite@1.0.30001793/node_modules/caniuse-lite/data/features/getrandomvalues.js</a:t>
            </a:r>
          </a:p>
          <a:p>
            <a:pPr>
              <a:defRPr sz="1200"/>
            </a:pPr>
            <a:r>
              <a:t>D:/pasar_fix/node_modules/.bun/caniuse-lite@1.0.30001793/node_modules/caniuse-lite/data/features/gyroscope.js</a:t>
            </a:r>
          </a:p>
          <a:p>
            <a:pPr>
              <a:defRPr sz="1200"/>
            </a:pPr>
            <a:r>
              <a:t>D:/pasar_fix/node_modules/.bun/caniuse-lite@1.0.30001793/node_modules/caniuse-lite/data/features/hardwareconcurrency.js</a:t>
            </a:r>
          </a:p>
          <a:p>
            <a:pPr>
              <a:defRPr sz="1200"/>
            </a:pPr>
            <a:r>
              <a:t>D:/pasar_fix/node_modules/.bun/caniuse-lite@1.0.30001793/node_modules/caniuse-lite/data/features/hashchange.js</a:t>
            </a:r>
          </a:p>
          <a:p>
            <a:pPr>
              <a:defRPr sz="1200"/>
            </a:pPr>
            <a:r>
              <a:t>D:/pasar_fix/node_modules/.bun/caniuse-lite@1.0.30001793/node_modules/caniuse-lite/data/features/heif.js</a:t>
            </a:r>
          </a:p>
          <a:p>
            <a:pPr>
              <a:defRPr sz="1200"/>
            </a:pPr>
            <a:r>
              <a:t>D:/pasar_fix/node_modules/.bun/caniuse-lite@1.0.30001793/node_modules/caniuse-lite/data/features/hevc.js</a:t>
            </a:r>
          </a:p>
          <a:p>
            <a:pPr>
              <a:defRPr sz="1200"/>
            </a:pPr>
            <a:r>
              <a:t>D:/pasar_fix/node_modules/.bun/caniuse-lite@1.0.30001793/node_modules/caniuse-lite/data/features/hidden.js</a:t>
            </a:r>
          </a:p>
          <a:p>
            <a:pPr>
              <a:defRPr sz="1200"/>
            </a:pPr>
            <a:r>
              <a:t>D:/pasar_fix/node_modules/.bun/caniuse-lite@1.0.30001793/node_modules/caniuse-lite/data/features/high-resolution-time.js</a:t>
            </a:r>
          </a:p>
          <a:p>
            <a:pPr>
              <a:defRPr sz="1200"/>
            </a:pPr>
            <a:r>
              <a:t>D:/pasar_fix/node_modules/.bun/caniuse-lite@1.0.30001793/node_modules/caniuse-lite/data/features/history.js</a:t>
            </a:r>
          </a:p>
          <a:p>
            <a:pPr>
              <a:defRPr sz="1200"/>
            </a:pPr>
            <a:r>
              <a:t>D:/pasar_fix/node_modules/.bun/caniuse-lite@1.0.30001793/node_modules/caniuse-lite/data/features/html-media-capture.js</a:t>
            </a:r>
          </a:p>
          <a:p>
            <a:pPr>
              <a:defRPr sz="1200"/>
            </a:pPr>
            <a:r>
              <a:t>D:/pasar_fix/node_modules/.bun/caniuse-lite@1.0.30001793/node_modules/caniuse-lite/data/features/html5semantic.js</a:t>
            </a:r>
          </a:p>
          <a:p>
            <a:pPr>
              <a:defRPr sz="1200"/>
            </a:pPr>
            <a:r>
              <a:t>D:/pasar_fix/node_modules/.bun/caniuse-lite@1.0.30001793/node_modules/caniuse-lite/data/features/http-live-streaming.js</a:t>
            </a:r>
          </a:p>
          <a:p>
            <a:pPr>
              <a:defRPr sz="1200"/>
            </a:pPr>
            <a:r>
              <a:t>D:/pasar_fix/node_modules/.bun/caniuse-lite@1.0.30001793/node_modules/caniuse-lite/data/features/http2.js</a:t>
            </a:r>
          </a:p>
          <a:p>
            <a:pPr>
              <a:defRPr sz="1200"/>
            </a:pPr>
            <a:r>
              <a:t>D:/pasar_fix/node_modules/.bun/caniuse-lite@1.0.30001793/node_modules/caniuse-lite/data/features/http3.js</a:t>
            </a:r>
          </a:p>
          <a:p>
            <a:pPr>
              <a:defRPr sz="1200"/>
            </a:pPr>
            <a:r>
              <a:t>D:/pasar_fix/node_modules/.bun/caniuse-lite@1.0.30001793/node_modules/caniuse-lite/data/features/iframe-sandbox.js</a:t>
            </a:r>
          </a:p>
          <a:p>
            <a:pPr>
              <a:defRPr sz="1200"/>
            </a:pPr>
            <a:r>
              <a:t>D:/pasar_fix/node_modules/.bun/caniuse-lite@1.0.30001793/node_modules/caniuse-lite/data/features/iframe-seamless.js</a:t>
            </a:r>
          </a:p>
          <a:p>
            <a:pPr>
              <a:defRPr sz="1200"/>
            </a:pPr>
            <a:r>
              <a:t>D:/pasar_fix/node_modules/.bun/caniuse-lite@1.0.30001793/node_modules/caniuse-lite/data/features/iframe-srcdoc.js</a:t>
            </a:r>
          </a:p>
          <a:p>
            <a:pPr>
              <a:defRPr sz="1200"/>
            </a:pPr>
            <a:r>
              <a:t>D:/pasar_fix/node_modules/.bun/caniuse-lite@1.0.30001793/node_modules/caniuse-lite/data/features/imagecapture.js</a:t>
            </a:r>
          </a:p>
          <a:p>
            <a:pPr>
              <a:defRPr sz="1200"/>
            </a:pPr>
            <a:r>
              <a:t>D:/pasar_fix/node_modules/.bun/caniuse-lite@1.0.30001793/node_modules/caniuse-lite/data/features/ime.js</a:t>
            </a:r>
          </a:p>
          <a:p>
            <a:pPr>
              <a:defRPr sz="1200"/>
            </a:pPr>
            <a:r>
              <a:t>D:/pasar_fix/node_modules/.bun/caniuse-lite@1.0.30001793/node_modules/caniuse-lite/data/features/img-naturalwidth-naturalheight.js</a:t>
            </a:r>
          </a:p>
          <a:p>
            <a:pPr>
              <a:defRPr sz="1200"/>
            </a:pPr>
            <a:r>
              <a:t>D:/pasar_fix/node_modules/.bun/caniuse-lite@1.0.30001793/node_modules/caniuse-lite/data/features/import-maps.js</a:t>
            </a:r>
          </a:p>
          <a:p>
            <a:pPr>
              <a:defRPr sz="1200"/>
            </a:pPr>
            <a:r>
              <a:t>D:/pasar_fix/node_modules/.bun/caniuse-lite@1.0.30001793/node_modules/caniuse-lite/data/features/imports.js</a:t>
            </a:r>
          </a:p>
          <a:p>
            <a:pPr>
              <a:defRPr sz="1200"/>
            </a:pPr>
            <a:r>
              <a:t>D:/pasar_fix/node_modules/.bun/caniuse-lite@1.0.30001793/node_modules/caniuse-lite/data/features/indeterminate-checkbox.js</a:t>
            </a:r>
          </a:p>
          <a:p>
            <a:pPr>
              <a:defRPr sz="1200"/>
            </a:pPr>
            <a:r>
              <a:t>D:/pasar_fix/node_modules/.bun/caniuse-lite@1.0.30001793/node_modules/caniuse-lite/data/features/indexeddb.js</a:t>
            </a:r>
          </a:p>
          <a:p>
            <a:pPr>
              <a:defRPr sz="1200"/>
            </a:pPr>
            <a:r>
              <a:t>D:/pasar_fix/node_modules/.bun/caniuse-lite@1.0.30001793/node_modules/caniuse-lite/data/features/indexeddb2.js</a:t>
            </a:r>
          </a:p>
          <a:p>
            <a:pPr>
              <a:defRPr sz="1200"/>
            </a:pPr>
            <a:r>
              <a:t>D:/pasar_fix/node_modules/.bun/caniuse-lite@1.0.30001793/node_modules/caniuse-lite/data/features/inline-block.js</a:t>
            </a:r>
          </a:p>
          <a:p>
            <a:pPr>
              <a:defRPr sz="1200"/>
            </a:pPr>
            <a:r>
              <a:t>D:/pasar_fix/node_modules/.bun/caniuse-lite@1.0.30001793/node_modules/caniuse-lite/data/features/innertext.js</a:t>
            </a:r>
          </a:p>
          <a:p>
            <a:pPr>
              <a:defRPr sz="1200"/>
            </a:pPr>
            <a:r>
              <a:t>D:/pasar_fix/node_modules/.bun/caniuse-lite@1.0.30001793/node_modules/caniuse-lite/data/features/input-autocomplete-onoff.js</a:t>
            </a:r>
          </a:p>
          <a:p>
            <a:pPr>
              <a:defRPr sz="1200"/>
            </a:pPr>
            <a:r>
              <a:t>D:/pasar_fix/node_modules/.bun/caniuse-lite@1.0.30001793/node_modules/caniuse-lite/data/features/input-color.js</a:t>
            </a:r>
          </a:p>
          <a:p>
            <a:pPr>
              <a:defRPr sz="1200"/>
            </a:pPr>
            <a:r>
              <a:t>D:/pasar_fix/node_modules/.bun/caniuse-lite@1.0.30001793/node_modules/caniuse-lite/data/features/input-datetime.js</a:t>
            </a:r>
          </a:p>
          <a:p>
            <a:pPr>
              <a:defRPr sz="1200"/>
            </a:pPr>
            <a:r>
              <a:t>D:/pasar_fix/node_modules/.bun/caniuse-lite@1.0.30001793/node_modules/caniuse-lite/data/features/input-email-tel-url.js</a:t>
            </a:r>
          </a:p>
          <a:p>
            <a:pPr>
              <a:defRPr sz="1200"/>
            </a:pPr>
            <a:r>
              <a:t>D:/pasar_fix/node_modules/.bun/caniuse-lite@1.0.30001793/node_modules/caniuse-lite/data/features/input-event.js</a:t>
            </a:r>
          </a:p>
          <a:p>
            <a:pPr>
              <a:defRPr sz="1200"/>
            </a:pPr>
            <a:r>
              <a:t>D:/pasar_fix/node_modules/.bun/caniuse-lite@1.0.30001793/node_modules/caniuse-lite/data/features/input-file-accept.js</a:t>
            </a:r>
          </a:p>
          <a:p>
            <a:pPr>
              <a:defRPr sz="1200"/>
            </a:pPr>
            <a:r>
              <a:t>D:/pasar_fix/node_modules/.bun/caniuse-lite@1.0.30001793/node_modules/caniuse-lite/data/features/input-file-directory.js</a:t>
            </a:r>
          </a:p>
          <a:p>
            <a:pPr>
              <a:defRPr sz="1200"/>
            </a:pPr>
            <a:r>
              <a:t>D:/pasar_fix/node_modules/.bun/caniuse-lite@1.0.30001793/node_modules/caniuse-lite/data/features/input-file-multiple.js</a:t>
            </a:r>
          </a:p>
          <a:p>
            <a:pPr>
              <a:defRPr sz="1200"/>
            </a:pPr>
            <a:r>
              <a:t>D:/pasar_fix/node_modules/.bun/caniuse-lite@1.0.30001793/node_modules/caniuse-lite/data/features/input-inputmode.js</a:t>
            </a:r>
          </a:p>
          <a:p>
            <a:pPr>
              <a:defRPr sz="1200"/>
            </a:pPr>
            <a:r>
              <a:t>D:/pasar_fix/node_modules/.bun/caniuse-lite@1.0.30001793/node_modules/caniuse-lite/data/features/input-minlength.js</a:t>
            </a:r>
          </a:p>
          <a:p>
            <a:pPr>
              <a:defRPr sz="1200"/>
            </a:pPr>
            <a:r>
              <a:t>D:/pasar_fix/node_modules/.bun/caniuse-lite@1.0.30001793/node_modules/caniuse-lite/data/features/input-number.js</a:t>
            </a:r>
          </a:p>
          <a:p>
            <a:pPr>
              <a:defRPr sz="1200"/>
            </a:pPr>
            <a:r>
              <a:t>D:/pasar_fix/node_modules/.bun/caniuse-lite@1.0.30001793/node_modules/caniuse-lite/data/features/input-pattern.js</a:t>
            </a:r>
          </a:p>
          <a:p>
            <a:pPr>
              <a:defRPr sz="1200"/>
            </a:pPr>
            <a:r>
              <a:t>D:/pasar_fix/node_modules/.bun/caniuse-lite@1.0.30001793/node_modules/caniuse-lite/data/features/input-placeholder.js</a:t>
            </a:r>
          </a:p>
          <a:p>
            <a:pPr>
              <a:defRPr sz="1200"/>
            </a:pPr>
            <a:r>
              <a:t>D:/pasar_fix/node_modules/.bun/caniuse-lite@1.0.30001793/node_modules/caniuse-lite/data/features/input-range.js</a:t>
            </a:r>
          </a:p>
          <a:p>
            <a:pPr>
              <a:defRPr sz="1200"/>
            </a:pPr>
            <a:r>
              <a:t>D:/pasar_fix/node_modules/.bun/caniuse-lite@1.0.30001793/node_modules/caniuse-lite/data/features/input-search.js</a:t>
            </a:r>
          </a:p>
          <a:p>
            <a:pPr>
              <a:defRPr sz="1200"/>
            </a:pPr>
            <a:r>
              <a:t>D:/pasar_fix/node_modules/.bun/caniuse-lite@1.0.30001793/node_modules/caniuse-lite/data/features/input-selection.js</a:t>
            </a:r>
          </a:p>
          <a:p>
            <a:pPr>
              <a:defRPr sz="1200"/>
            </a:pPr>
            <a:r>
              <a:t>D:/pasar_fix/node_modules/.bun/caniuse-lite@1.0.30001793/node_modules/caniuse-lite/data/features/insert-adjacent.js</a:t>
            </a:r>
          </a:p>
          <a:p>
            <a:pPr>
              <a:defRPr sz="1200"/>
            </a:pPr>
            <a:r>
              <a:t>D:/pasar_fix/node_modules/.bun/caniuse-lite@1.0.30001793/node_modules/caniuse-lite/data/features/insertadjacenthtml.js</a:t>
            </a:r>
          </a:p>
          <a:p>
            <a:pPr>
              <a:defRPr sz="1200"/>
            </a:pPr>
            <a:r>
              <a:t>D:/pasar_fix/node_modules/.bun/caniuse-lite@1.0.30001793/node_modules/caniuse-lite/data/features/internationalization.js</a:t>
            </a:r>
          </a:p>
          <a:p>
            <a:pPr>
              <a:defRPr sz="1200"/>
            </a:pPr>
            <a:r>
              <a:t>D:/pasar_fix/node_modules/.bun/caniuse-lite@1.0.30001793/node_modules/caniuse-lite/data/features/intersectionobserver-v2.js</a:t>
            </a:r>
          </a:p>
          <a:p>
            <a:pPr>
              <a:defRPr sz="1200"/>
            </a:pPr>
            <a:r>
              <a:t>D:/pasar_fix/node_modules/.bun/caniuse-lite@1.0.30001793/node_modules/caniuse-lite/data/features/intersectionobserver.js</a:t>
            </a:r>
          </a:p>
          <a:p>
            <a:pPr>
              <a:defRPr sz="1200"/>
            </a:pPr>
            <a:r>
              <a:t>D:/pasar_fix/node_modules/.bun/caniuse-lite@1.0.30001793/node_modules/caniuse-lite/data/features/intl-pluralrules.js</a:t>
            </a:r>
          </a:p>
          <a:p>
            <a:pPr>
              <a:defRPr sz="1200"/>
            </a:pPr>
            <a:r>
              <a:t>D:/pasar_fix/node_modules/.bun/caniuse-lite@1.0.30001793/node_modules/caniuse-lite/data/features/intrinsic-width.js</a:t>
            </a:r>
          </a:p>
          <a:p>
            <a:pPr>
              <a:defRPr sz="1200"/>
            </a:pPr>
            <a:r>
              <a:t>D:/pasar_fix/node_modules/.bun/caniuse-lite@1.0.30001793/node_modules/caniuse-lite/data/features/jpeg2000.js</a:t>
            </a:r>
          </a:p>
          <a:p>
            <a:pPr>
              <a:defRPr sz="1200"/>
            </a:pPr>
            <a:r>
              <a:t>D:/pasar_fix/node_modules/.bun/caniuse-lite@1.0.30001793/node_modules/caniuse-lite/data/features/jpegxl.js</a:t>
            </a:r>
          </a:p>
          <a:p>
            <a:pPr>
              <a:defRPr sz="1200"/>
            </a:pPr>
            <a:r>
              <a:t>D:/pasar_fix/node_modules/.bun/caniuse-lite@1.0.30001793/node_modules/caniuse-lite/data/features/jpegxr.js</a:t>
            </a:r>
          </a:p>
          <a:p>
            <a:pPr>
              <a:defRPr sz="1200"/>
            </a:pPr>
            <a:r>
              <a:t>D:/pasar_fix/node_modules/.bun/caniuse-lite@1.0.30001793/node_modules/caniuse-lite/data/features/js-regexp-lookbehind.js</a:t>
            </a:r>
          </a:p>
          <a:p>
            <a:pPr>
              <a:defRPr sz="1200"/>
            </a:pPr>
            <a:r>
              <a:t>D:/pasar_fix/node_modules/.bun/caniuse-lite@1.0.30001793/node_modules/caniuse-lite/data/features/json.js</a:t>
            </a:r>
          </a:p>
          <a:p>
            <a:pPr>
              <a:defRPr sz="1200"/>
            </a:pPr>
            <a:r>
              <a:t>D:/pasar_fix/node_modules/.bun/caniuse-lite@1.0.30001793/node_modules/caniuse-lite/data/features/justify-content-space-evenly.js</a:t>
            </a:r>
          </a:p>
          <a:p>
            <a:pPr>
              <a:defRPr sz="1200"/>
            </a:pPr>
            <a:r>
              <a:t>D:/pasar_fix/node_modules/.bun/caniuse-lite@1.0.30001793/node_modules/caniuse-lite/data/features/kerning-pairs-ligatures.js</a:t>
            </a:r>
          </a:p>
          <a:p>
            <a:pPr>
              <a:defRPr sz="1200"/>
            </a:pPr>
            <a:r>
              <a:t>D:/pasar_fix/node_modules/.bun/caniuse-lite@1.0.30001793/node_modules/caniuse-lite/data/features/keyboardevent-charcode.js</a:t>
            </a:r>
          </a:p>
          <a:p>
            <a:pPr>
              <a:defRPr sz="1200"/>
            </a:pPr>
            <a:r>
              <a:t>D:/pasar_fix/node_modules/.bun/caniuse-lite@1.0.30001793/node_modules/caniuse-lite/data/features/keyboardevent-code.js</a:t>
            </a:r>
          </a:p>
          <a:p>
            <a:pPr>
              <a:defRPr sz="1200"/>
            </a:pPr>
            <a:r>
              <a:t>D:/pasar_fix/node_modules/.bun/caniuse-lite@1.0.30001793/node_modules/caniuse-lite/data/features/keyboardevent-getmodifierstate.js</a:t>
            </a:r>
          </a:p>
          <a:p>
            <a:pPr>
              <a:defRPr sz="1200"/>
            </a:pPr>
            <a:r>
              <a:t>D:/pasar_fix/node_modules/.bun/caniuse-lite@1.0.30001793/node_modules/caniuse-lite/data/features/keyboardevent-key.js</a:t>
            </a:r>
          </a:p>
          <a:p>
            <a:pPr>
              <a:defRPr sz="1200"/>
            </a:pPr>
            <a:r>
              <a:t>D:/pasar_fix/node_modules/.bun/caniuse-lite@1.0.30001793/node_modules/caniuse-lite/data/features/keyboardevent-location.js</a:t>
            </a:r>
          </a:p>
          <a:p>
            <a:pPr>
              <a:defRPr sz="1200"/>
            </a:pPr>
            <a:r>
              <a:t>D:/pasar_fix/node_modules/.bun/caniuse-lite@1.0.30001793/node_modules/caniuse-lite/data/features/keyboardevent-which.js</a:t>
            </a:r>
          </a:p>
          <a:p>
            <a:pPr>
              <a:defRPr sz="1200"/>
            </a:pPr>
            <a:r>
              <a:t>D:/pasar_fix/node_modules/.bun/caniuse-lite@1.0.30001793/node_modules/caniuse-lite/data/features/lazyload.js</a:t>
            </a:r>
          </a:p>
          <a:p>
            <a:pPr>
              <a:defRPr sz="1200"/>
            </a:pPr>
            <a:r>
              <a:t>D:/pasar_fix/node_modules/.bun/caniuse-lite@1.0.30001793/node_modules/caniuse-lite/data/features/let.js</a:t>
            </a:r>
          </a:p>
          <a:p>
            <a:pPr>
              <a:defRPr sz="1200"/>
            </a:pPr>
            <a:r>
              <a:t>D:/pasar_fix/node_modules/.bun/caniuse-lite@1.0.30001793/node_modules/caniuse-lite/data/features/link-icon-png.js</a:t>
            </a:r>
          </a:p>
          <a:p>
            <a:pPr>
              <a:defRPr sz="1200"/>
            </a:pPr>
            <a:r>
              <a:t>D:/pasar_fix/node_modules/.bun/caniuse-lite@1.0.30001793/node_modules/caniuse-lite/data/features/link-icon-svg.js</a:t>
            </a:r>
          </a:p>
          <a:p>
            <a:pPr>
              <a:defRPr sz="1200"/>
            </a:pPr>
            <a:r>
              <a:t>D:/pasar_fix/node_modules/.bun/caniuse-lite@1.0.30001793/node_modules/caniuse-lite/data/features/link-rel-dns-prefetch.js</a:t>
            </a:r>
          </a:p>
          <a:p>
            <a:pPr>
              <a:defRPr sz="1200"/>
            </a:pPr>
            <a:r>
              <a:t>D:/pasar_fix/node_modules/.bun/caniuse-lite@1.0.30001793/node_modules/caniuse-lite/data/features/link-rel-modulepreload.js</a:t>
            </a:r>
          </a:p>
          <a:p>
            <a:pPr>
              <a:defRPr sz="1200"/>
            </a:pPr>
            <a:r>
              <a:t>D:/pasar_fix/node_modules/.bun/caniuse-lite@1.0.30001793/node_modules/caniuse-lite/data/features/link-rel-preconnect.js</a:t>
            </a:r>
          </a:p>
          <a:p>
            <a:pPr>
              <a:defRPr sz="1200"/>
            </a:pPr>
            <a:r>
              <a:t>D:/pasar_fix/node_modules/.bun/caniuse-lite@1.0.30001793/node_modules/caniuse-lite/data/features/link-rel-prefetch.js</a:t>
            </a:r>
          </a:p>
          <a:p>
            <a:pPr>
              <a:defRPr sz="1200"/>
            </a:pPr>
            <a:r>
              <a:t>D:/pasar_fix/node_modules/.bun/caniuse-lite@1.0.30001793/node_modules/caniuse-lite/data/features/link-rel-preload.js</a:t>
            </a:r>
          </a:p>
          <a:p>
            <a:pPr>
              <a:defRPr sz="1200"/>
            </a:pPr>
            <a:r>
              <a:t>D:/pasar_fix/node_modules/.bun/caniuse-lite@1.0.30001793/node_modules/caniuse-lite/data/features/link-rel-prerender.js</a:t>
            </a:r>
          </a:p>
          <a:p>
            <a:pPr>
              <a:defRPr sz="1200"/>
            </a:pPr>
            <a:r>
              <a:t>D:/pasar_fix/node_modules/.bun/caniuse-lite@1.0.30001793/node_modules/caniuse-lite/data/features/loading-lazy-attr.js</a:t>
            </a:r>
          </a:p>
          <a:p>
            <a:pPr>
              <a:defRPr sz="1200"/>
            </a:pPr>
            <a:r>
              <a:t>D:/pasar_fix/node_modules/.bun/caniuse-lite@1.0.30001793/node_modules/caniuse-lite/data/features/loading-lazy-media.js</a:t>
            </a:r>
          </a:p>
          <a:p>
            <a:pPr>
              <a:defRPr sz="1200"/>
            </a:pPr>
            <a:r>
              <a:t>D:/pasar_fix/node_modules/.bun/caniuse-lite@1.0.30001793/node_modules/caniuse-lite/data/features/localecompare.js</a:t>
            </a:r>
          </a:p>
          <a:p>
            <a:pPr>
              <a:defRPr sz="1200"/>
            </a:pPr>
            <a:r>
              <a:t>D:/pasar_fix/node_modules/.bun/caniuse-lite@1.0.30001793/node_modules/caniuse-lite/data/features/magnetometer.js</a:t>
            </a:r>
          </a:p>
          <a:p>
            <a:pPr>
              <a:defRPr sz="1200"/>
            </a:pPr>
            <a:r>
              <a:t>D:/pasar_fix/node_modules/.bun/caniuse-lite@1.0.30001793/node_modules/caniuse-lite/data/features/matchesselector.js</a:t>
            </a:r>
          </a:p>
          <a:p>
            <a:pPr>
              <a:defRPr sz="1200"/>
            </a:pPr>
            <a:r>
              <a:t>D:/pasar_fix/node_modules/.bun/caniuse-lite@1.0.30001793/node_modules/caniuse-lite/data/features/matchmedia.js</a:t>
            </a:r>
          </a:p>
          <a:p>
            <a:pPr>
              <a:defRPr sz="1200"/>
            </a:pPr>
            <a:r>
              <a:t>D:/pasar_fix/node_modules/.bun/caniuse-lite@1.0.30001793/node_modules/caniuse-lite/data/features/mathml.js</a:t>
            </a:r>
          </a:p>
          <a:p>
            <a:pPr>
              <a:defRPr sz="1200"/>
            </a:pPr>
            <a:r>
              <a:t>D:/pasar_fix/node_modules/.bun/caniuse-lite@1.0.30001793/node_modules/caniuse-lite/data/features/maxlength.js</a:t>
            </a:r>
          </a:p>
          <a:p>
            <a:pPr>
              <a:defRPr sz="1200"/>
            </a:pPr>
            <a:r>
              <a:t>D:/pasar_fix/node_modules/.bun/caniuse-lite@1.0.30001793/node_modules/caniuse-lite/data/features/mdn-css-backdrop-pseudo-element.js</a:t>
            </a:r>
          </a:p>
          <a:p>
            <a:pPr>
              <a:defRPr sz="1200"/>
            </a:pPr>
            <a:r>
              <a:t>D:/pasar_fix/node_modules/.bun/caniuse-lite@1.0.30001793/node_modules/caniuse-lite/data/features/mdn-css-unicode-bidi-isolate-override.js</a:t>
            </a:r>
          </a:p>
          <a:p>
            <a:pPr>
              <a:defRPr sz="1200"/>
            </a:pPr>
            <a:r>
              <a:t>D:/pasar_fix/node_modules/.bun/caniuse-lite@1.0.30001793/node_modules/caniuse-lite/data/features/mdn-css-unicode-bidi-isolate.js</a:t>
            </a:r>
          </a:p>
          <a:p>
            <a:pPr>
              <a:defRPr sz="1200"/>
            </a:pPr>
            <a:r>
              <a:t>D:/pasar_fix/node_modules/.bun/caniuse-lite@1.0.30001793/node_modules/caniuse-lite/data/features/mdn-css-unicode-bidi-plaintext.js</a:t>
            </a:r>
          </a:p>
          <a:p>
            <a:pPr>
              <a:defRPr sz="1200"/>
            </a:pPr>
            <a:r>
              <a:t>D:/pasar_fix/node_modules/.bun/caniuse-lite@1.0.30001793/node_modules/caniuse-lite/data/features/mdn-text-decoration-color.js</a:t>
            </a:r>
          </a:p>
          <a:p>
            <a:pPr>
              <a:defRPr sz="1200"/>
            </a:pPr>
            <a:r>
              <a:t>D:/pasar_fix/node_modules/.bun/caniuse-lite@1.0.30001793/node_modules/caniuse-lite/data/features/mdn-text-decoration-line.js</a:t>
            </a:r>
          </a:p>
          <a:p>
            <a:pPr>
              <a:defRPr sz="1200"/>
            </a:pPr>
            <a:r>
              <a:t>D:/pasar_fix/node_modules/.bun/caniuse-lite@1.0.30001793/node_modules/caniuse-lite/data/features/mdn-text-decoration-shorthand.js</a:t>
            </a:r>
          </a:p>
          <a:p>
            <a:pPr>
              <a:defRPr sz="1200"/>
            </a:pPr>
            <a:r>
              <a:t>D:/pasar_fix/node_modules/.bun/caniuse-lite@1.0.30001793/node_modules/caniuse-lite/data/features/mdn-text-decoration-style.js</a:t>
            </a:r>
          </a:p>
          <a:p>
            <a:pPr>
              <a:defRPr sz="1200"/>
            </a:pPr>
            <a:r>
              <a:t>D:/pasar_fix/node_modules/.bun/caniuse-lite@1.0.30001793/node_modules/caniuse-lite/data/features/media-fragments.js</a:t>
            </a:r>
          </a:p>
          <a:p>
            <a:pPr>
              <a:defRPr sz="1200"/>
            </a:pPr>
            <a:r>
              <a:t>D:/pasar_fix/node_modules/.bun/caniuse-lite@1.0.30001793/node_modules/caniuse-lite/data/features/mediacapture-fromelement.js</a:t>
            </a:r>
          </a:p>
          <a:p>
            <a:pPr>
              <a:defRPr sz="1200"/>
            </a:pPr>
            <a:r>
              <a:t>D:/pasar_fix/node_modules/.bun/caniuse-lite@1.0.30001793/node_modules/caniuse-lite/data/features/mediarecorder.js</a:t>
            </a:r>
          </a:p>
          <a:p>
            <a:pPr>
              <a:defRPr sz="1200"/>
            </a:pPr>
            <a:r>
              <a:t>D:/pasar_fix/node_modules/.bun/caniuse-lite@1.0.30001793/node_modules/caniuse-lite/data/features/mediasource.js</a:t>
            </a:r>
          </a:p>
          <a:p>
            <a:pPr>
              <a:defRPr sz="1200"/>
            </a:pPr>
            <a:r>
              <a:t>D:/pasar_fix/node_modules/.bun/caniuse-lite@1.0.30001793/node_modules/caniuse-lite/data/features/menu.js</a:t>
            </a:r>
          </a:p>
          <a:p>
            <a:pPr>
              <a:defRPr sz="1200"/>
            </a:pPr>
            <a:r>
              <a:t>D:/pasar_fix/node_modules/.bun/caniuse-lite@1.0.30001793/node_modules/caniuse-lite/data/features/meta-theme-color.js</a:t>
            </a:r>
          </a:p>
          <a:p>
            <a:pPr>
              <a:defRPr sz="1200"/>
            </a:pPr>
            <a:r>
              <a:t>D:/pasar_fix/node_modules/.bun/caniuse-lite@1.0.30001793/node_modules/caniuse-lite/data/features/meter.js</a:t>
            </a:r>
          </a:p>
          <a:p>
            <a:pPr>
              <a:defRPr sz="1200"/>
            </a:pPr>
            <a:r>
              <a:t>D:/pasar_fix/node_modules/.bun/caniuse-lite@1.0.30001793/node_modules/caniuse-lite/data/features/midi.js</a:t>
            </a:r>
          </a:p>
          <a:p>
            <a:pPr>
              <a:defRPr sz="1200"/>
            </a:pPr>
            <a:r>
              <a:t>D:/pasar_fix/node_modules/.bun/caniuse-lite@1.0.30001793/node_modules/caniuse-lite/data/features/minmaxwh.js</a:t>
            </a:r>
          </a:p>
          <a:p>
            <a:pPr>
              <a:defRPr sz="1200"/>
            </a:pPr>
            <a:r>
              <a:t>D:/pasar_fix/node_modules/.bun/caniuse-lite@1.0.30001793/node_modules/caniuse-lite/data/features/mp3.js</a:t>
            </a:r>
          </a:p>
          <a:p>
            <a:pPr>
              <a:defRPr sz="1200"/>
            </a:pPr>
            <a:r>
              <a:t>D:/pasar_fix/node_modules/.bun/caniuse-lite@1.0.30001793/node_modules/caniuse-lite/data/features/mpeg-dash.js</a:t>
            </a:r>
          </a:p>
          <a:p>
            <a:pPr>
              <a:defRPr sz="1200"/>
            </a:pPr>
            <a:r>
              <a:t>D:/pasar_fix/node_modules/.bun/caniuse-lite@1.0.30001793/node_modules/caniuse-lite/data/features/mpeg4.js</a:t>
            </a:r>
          </a:p>
          <a:p>
            <a:pPr>
              <a:defRPr sz="1200"/>
            </a:pPr>
            <a:r>
              <a:t>D:/pasar_fix/node_modules/.bun/caniuse-lite@1.0.30001793/node_modules/caniuse-lite/data/features/multibackgrounds.js</a:t>
            </a:r>
          </a:p>
          <a:p>
            <a:pPr>
              <a:defRPr sz="1200"/>
            </a:pPr>
            <a:r>
              <a:t>D:/pasar_fix/node_modules/.bun/caniuse-lite@1.0.30001793/node_modules/caniuse-lite/data/features/multicolumn.js</a:t>
            </a:r>
          </a:p>
          <a:p>
            <a:pPr>
              <a:defRPr sz="1200"/>
            </a:pPr>
            <a:r>
              <a:t>D:/pasar_fix/node_modules/.bun/caniuse-lite@1.0.30001793/node_modules/caniuse-lite/data/features/mutation-events.js</a:t>
            </a:r>
          </a:p>
          <a:p>
            <a:pPr>
              <a:defRPr sz="1200"/>
            </a:pPr>
            <a:r>
              <a:t>D:/pasar_fix/node_modules/.bun/caniuse-lite@1.0.30001793/node_modules/caniuse-lite/data/features/mutationobserver.js</a:t>
            </a:r>
          </a:p>
          <a:p>
            <a:pPr>
              <a:defRPr sz="1200"/>
            </a:pPr>
            <a:r>
              <a:t>D:/pasar_fix/node_modules/.bun/caniuse-lite@1.0.30001793/node_modules/caniuse-lite/data/features/namevalue-storage.js</a:t>
            </a:r>
          </a:p>
          <a:p>
            <a:pPr>
              <a:defRPr sz="1200"/>
            </a:pPr>
            <a:r>
              <a:t>D:/pasar_fix/node_modules/.bun/caniuse-lite@1.0.30001793/node_modules/caniuse-lite/data/features/native-filesystem-api.js</a:t>
            </a:r>
          </a:p>
          <a:p>
            <a:pPr>
              <a:defRPr sz="1200"/>
            </a:pPr>
            <a:r>
              <a:t>D:/pasar_fix/node_modules/.bun/caniuse-lite@1.0.30001793/node_modules/caniuse-lite/data/features/nav-timing.js</a:t>
            </a:r>
          </a:p>
          <a:p>
            <a:pPr>
              <a:defRPr sz="1200"/>
            </a:pPr>
            <a:r>
              <a:t>D:/pasar_fix/node_modules/.bun/caniuse-lite@1.0.30001793/node_modules/caniuse-lite/data/features/netinfo.js</a:t>
            </a:r>
          </a:p>
          <a:p>
            <a:pPr>
              <a:defRPr sz="1200"/>
            </a:pPr>
            <a:r>
              <a:t>D:/pasar_fix/node_modules/.bun/caniuse-lite@1.0.30001793/node_modules/caniuse-lite/data/features/notifications.js</a:t>
            </a:r>
          </a:p>
          <a:p>
            <a:pPr>
              <a:defRPr sz="1200"/>
            </a:pPr>
            <a:r>
              <a:t>D:/pasar_fix/node_modules/.bun/caniuse-lite@1.0.30001793/node_modules/caniuse-lite/data/features/object-entries.js</a:t>
            </a:r>
          </a:p>
          <a:p>
            <a:pPr>
              <a:defRPr sz="1200"/>
            </a:pPr>
            <a:r>
              <a:t>D:/pasar_fix/node_modules/.bun/caniuse-lite@1.0.30001793/node_modules/caniuse-lite/data/features/object-fit.js</a:t>
            </a:r>
          </a:p>
          <a:p>
            <a:pPr>
              <a:defRPr sz="1200"/>
            </a:pPr>
            <a:r>
              <a:t>D:/pasar_fix/node_modules/.bun/caniuse-lite@1.0.30001793/node_modules/caniuse-lite/data/features/object-observe.js</a:t>
            </a:r>
          </a:p>
          <a:p>
            <a:pPr>
              <a:defRPr sz="1200"/>
            </a:pPr>
            <a:r>
              <a:t>D:/pasar_fix/node_modules/.bun/caniuse-lite@1.0.30001793/node_modules/caniuse-lite/data/features/object-values.js</a:t>
            </a:r>
          </a:p>
          <a:p>
            <a:pPr>
              <a:defRPr sz="1200"/>
            </a:pPr>
            <a:r>
              <a:t>D:/pasar_fix/node_modules/.bun/caniuse-lite@1.0.30001793/node_modules/caniuse-lite/data/features/objectrtc.js</a:t>
            </a:r>
          </a:p>
          <a:p>
            <a:pPr>
              <a:defRPr sz="1200"/>
            </a:pPr>
            <a:r>
              <a:t>D:/pasar_fix/node_modules/.bun/caniuse-lite@1.0.30001793/node_modules/caniuse-lite/data/features/offline-apps.js</a:t>
            </a:r>
          </a:p>
          <a:p>
            <a:pPr>
              <a:defRPr sz="1200"/>
            </a:pPr>
            <a:r>
              <a:t>D:/pasar_fix/node_modules/.bun/caniuse-lite@1.0.30001793/node_modules/caniuse-lite/data/features/offscreencanvas.js</a:t>
            </a:r>
          </a:p>
          <a:p>
            <a:pPr>
              <a:defRPr sz="1200"/>
            </a:pPr>
            <a:r>
              <a:t>D:/pasar_fix/node_modules/.bun/caniuse-lite@1.0.30001793/node_modules/caniuse-lite/data/features/ogg-vorbis.js</a:t>
            </a:r>
          </a:p>
          <a:p>
            <a:pPr>
              <a:defRPr sz="1200"/>
            </a:pPr>
            <a:r>
              <a:t>D:/pasar_fix/node_modules/.bun/caniuse-lite@1.0.30001793/node_modules/caniuse-lite/data/features/ogv.js</a:t>
            </a:r>
          </a:p>
          <a:p>
            <a:pPr>
              <a:defRPr sz="1200"/>
            </a:pPr>
            <a:r>
              <a:t>D:/pasar_fix/node_modules/.bun/caniuse-lite@1.0.30001793/node_modules/caniuse-lite/data/features/ol-reversed.js</a:t>
            </a:r>
          </a:p>
          <a:p>
            <a:pPr>
              <a:defRPr sz="1200"/>
            </a:pPr>
            <a:r>
              <a:t>D:/pasar_fix/node_modules/.bun/caniuse-lite@1.0.30001793/node_modules/caniuse-lite/data/features/once-event-listener.js</a:t>
            </a:r>
          </a:p>
          <a:p>
            <a:pPr>
              <a:defRPr sz="1200"/>
            </a:pPr>
            <a:r>
              <a:t>D:/pasar_fix/node_modules/.bun/caniuse-lite@1.0.30001793/node_modules/caniuse-lite/data/features/online-status.js</a:t>
            </a:r>
          </a:p>
          <a:p>
            <a:pPr>
              <a:defRPr sz="1200"/>
            </a:pPr>
            <a:r>
              <a:t>D:/pasar_fix/node_modules/.bun/caniuse-lite@1.0.30001793/node_modules/caniuse-lite/data/features/opus.js</a:t>
            </a:r>
          </a:p>
          <a:p>
            <a:pPr>
              <a:defRPr sz="1200"/>
            </a:pPr>
            <a:r>
              <a:t>D:/pasar_fix/node_modules/.bun/caniuse-lite@1.0.30001793/node_modules/caniuse-lite/data/features/orientation-sensor.js</a:t>
            </a:r>
          </a:p>
          <a:p>
            <a:pPr>
              <a:defRPr sz="1200"/>
            </a:pPr>
            <a:r>
              <a:t>D:/pasar_fix/node_modules/.bun/caniuse-lite@1.0.30001793/node_modules/caniuse-lite/data/features/outline.js</a:t>
            </a:r>
          </a:p>
          <a:p>
            <a:pPr>
              <a:defRPr sz="1200"/>
            </a:pPr>
            <a:r>
              <a:t>D:/pasar_fix/node_modules/.bun/caniuse-lite@1.0.30001793/node_modules/caniuse-lite/data/features/pad-start-end.js</a:t>
            </a:r>
          </a:p>
          <a:p>
            <a:pPr>
              <a:defRPr sz="1200"/>
            </a:pPr>
            <a:r>
              <a:t>D:/pasar_fix/node_modules/.bun/caniuse-lite@1.0.30001793/node_modules/caniuse-lite/data/features/page-transition-events.js</a:t>
            </a:r>
          </a:p>
          <a:p>
            <a:pPr>
              <a:defRPr sz="1200"/>
            </a:pPr>
            <a:r>
              <a:t>D:/pasar_fix/node_modules/.bun/caniuse-lite@1.0.30001793/node_modules/caniuse-lite/data/features/pagevisibility.js</a:t>
            </a:r>
          </a:p>
          <a:p>
            <a:pPr>
              <a:defRPr sz="1200"/>
            </a:pPr>
            <a:r>
              <a:t>D:/pasar_fix/node_modules/.bun/caniuse-lite@1.0.30001793/node_modules/caniuse-lite/data/features/passive-event-listener.js</a:t>
            </a:r>
          </a:p>
          <a:p>
            <a:pPr>
              <a:defRPr sz="1200"/>
            </a:pPr>
            <a:r>
              <a:t>D:/pasar_fix/node_modules/.bun/caniuse-lite@1.0.30001793/node_modules/caniuse-lite/data/features/passkeys.js</a:t>
            </a:r>
          </a:p>
          <a:p>
            <a:pPr>
              <a:defRPr sz="1200"/>
            </a:pPr>
            <a:r>
              <a:t>D:/pasar_fix/node_modules/.bun/caniuse-lite@1.0.30001793/node_modules/caniuse-lite/data/features/passwordrules.js</a:t>
            </a:r>
          </a:p>
          <a:p>
            <a:pPr>
              <a:defRPr sz="1200"/>
            </a:pPr>
            <a:r>
              <a:t>D:/pasar_fix/node_modules/.bun/caniuse-lite@1.0.30001793/node_modules/caniuse-lite/data/features/path2d.js</a:t>
            </a:r>
          </a:p>
          <a:p>
            <a:pPr>
              <a:defRPr sz="1200"/>
            </a:pPr>
            <a:r>
              <a:t>D:/pasar_fix/node_modules/.bun/caniuse-lite@1.0.30001793/node_modules/caniuse-lite/data/features/payment-request.js</a:t>
            </a:r>
          </a:p>
          <a:p>
            <a:pPr>
              <a:defRPr sz="1200"/>
            </a:pPr>
            <a:r>
              <a:t>D:/pasar_fix/node_modules/.bun/caniuse-lite@1.0.30001793/node_modules/caniuse-lite/data/features/pdf-viewer.js</a:t>
            </a:r>
          </a:p>
          <a:p>
            <a:pPr>
              <a:defRPr sz="1200"/>
            </a:pPr>
            <a:r>
              <a:t>D:/pasar_fix/node_modules/.bun/caniuse-lite@1.0.30001793/node_modules/caniuse-lite/data/features/permissions-api.js</a:t>
            </a:r>
          </a:p>
          <a:p>
            <a:pPr>
              <a:defRPr sz="1200"/>
            </a:pPr>
            <a:r>
              <a:t>D:/pasar_fix/node_modules/.bun/caniuse-lite@1.0.30001793/node_modules/caniuse-lite/data/features/permissions-policy.js</a:t>
            </a:r>
          </a:p>
          <a:p>
            <a:pPr>
              <a:defRPr sz="1200"/>
            </a:pPr>
            <a:r>
              <a:t>D:/pasar_fix/node_modules/.bun/caniuse-lite@1.0.30001793/node_modules/caniuse-lite/data/features/picture-in-picture.js</a:t>
            </a:r>
          </a:p>
          <a:p>
            <a:pPr>
              <a:defRPr sz="1200"/>
            </a:pPr>
            <a:r>
              <a:t>D:/pasar_fix/node_modules/.bun/caniuse-lite@1.0.30001793/node_modules/caniuse-lite/data/features/picture.js</a:t>
            </a:r>
          </a:p>
          <a:p>
            <a:pPr>
              <a:defRPr sz="1200"/>
            </a:pPr>
            <a:r>
              <a:t>D:/pasar_fix/node_modules/.bun/caniuse-lite@1.0.30001793/node_modules/caniuse-lite/data/features/ping.js</a:t>
            </a:r>
          </a:p>
          <a:p>
            <a:pPr>
              <a:defRPr sz="1200"/>
            </a:pPr>
            <a:r>
              <a:t>D:/pasar_fix/node_modules/.bun/caniuse-lite@1.0.30001793/node_modules/caniuse-lite/data/features/png-alpha.js</a:t>
            </a:r>
          </a:p>
          <a:p>
            <a:pPr>
              <a:defRPr sz="1200"/>
            </a:pPr>
            <a:r>
              <a:t>D:/pasar_fix/node_modules/.bun/caniuse-lite@1.0.30001793/node_modules/caniuse-lite/data/features/pointer-events.js</a:t>
            </a:r>
          </a:p>
          <a:p>
            <a:pPr>
              <a:defRPr sz="1200"/>
            </a:pPr>
            <a:r>
              <a:t>D:/pasar_fix/node_modules/.bun/caniuse-lite@1.0.30001793/node_modules/caniuse-lite/data/features/pointer.js</a:t>
            </a:r>
          </a:p>
          <a:p>
            <a:pPr>
              <a:defRPr sz="1200"/>
            </a:pPr>
            <a:r>
              <a:t>D:/pasar_fix/node_modules/.bun/caniuse-lite@1.0.30001793/node_modules/caniuse-lite/data/features/pointerlock.js</a:t>
            </a:r>
          </a:p>
          <a:p>
            <a:pPr>
              <a:defRPr sz="1200"/>
            </a:pPr>
            <a:r>
              <a:t>D:/pasar_fix/node_modules/.bun/caniuse-lite@1.0.30001793/node_modules/caniuse-lite/data/features/portals.js</a:t>
            </a:r>
          </a:p>
          <a:p>
            <a:pPr>
              <a:defRPr sz="1200"/>
            </a:pPr>
            <a:r>
              <a:t>D:/pasar_fix/node_modules/.bun/caniuse-lite@1.0.30001793/node_modules/caniuse-lite/data/features/prefers-color-scheme.js</a:t>
            </a:r>
          </a:p>
          <a:p>
            <a:pPr>
              <a:defRPr sz="1200"/>
            </a:pPr>
            <a:r>
              <a:t>D:/pasar_fix/node_modules/.bun/caniuse-lite@1.0.30001793/node_modules/caniuse-lite/data/features/prefers-reduced-motion.js</a:t>
            </a:r>
          </a:p>
          <a:p>
            <a:pPr>
              <a:defRPr sz="1200"/>
            </a:pPr>
            <a:r>
              <a:t>D:/pasar_fix/node_modules/.bun/caniuse-lite@1.0.30001793/node_modules/caniuse-lite/data/features/progress.js</a:t>
            </a:r>
          </a:p>
          <a:p>
            <a:pPr>
              <a:defRPr sz="1200"/>
            </a:pPr>
            <a:r>
              <a:t>D:/pasar_fix/node_modules/.bun/caniuse-lite@1.0.30001793/node_modules/caniuse-lite/data/features/promise-finally.js</a:t>
            </a:r>
          </a:p>
          <a:p>
            <a:pPr>
              <a:defRPr sz="1200"/>
            </a:pPr>
            <a:r>
              <a:t>D:/pasar_fix/node_modules/.bun/caniuse-lite@1.0.30001793/node_modules/caniuse-lite/data/features/promises.js</a:t>
            </a:r>
          </a:p>
          <a:p>
            <a:pPr>
              <a:defRPr sz="1200"/>
            </a:pPr>
            <a:r>
              <a:t>D:/pasar_fix/node_modules/.bun/caniuse-lite@1.0.30001793/node_modules/caniuse-lite/data/features/proximity.js</a:t>
            </a:r>
          </a:p>
          <a:p>
            <a:pPr>
              <a:defRPr sz="1200"/>
            </a:pPr>
            <a:r>
              <a:t>D:/pasar_fix/node_modules/.bun/caniuse-lite@1.0.30001793/node_modules/caniuse-lite/data/features/proxy.js</a:t>
            </a:r>
          </a:p>
          <a:p>
            <a:pPr>
              <a:defRPr sz="1200"/>
            </a:pPr>
            <a:r>
              <a:t>D:/pasar_fix/node_modules/.bun/caniuse-lite@1.0.30001793/node_modules/caniuse-lite/data/features/publickeypinning.js</a:t>
            </a:r>
          </a:p>
          <a:p>
            <a:pPr>
              <a:defRPr sz="1200"/>
            </a:pPr>
            <a:r>
              <a:t>D:/pasar_fix/node_modules/.bun/caniuse-lite@1.0.30001793/node_modules/caniuse-lite/data/features/push-api.js</a:t>
            </a:r>
          </a:p>
          <a:p>
            <a:pPr>
              <a:defRPr sz="1200"/>
            </a:pPr>
            <a:r>
              <a:t>D:/pasar_fix/node_modules/.bun/caniuse-lite@1.0.30001793/node_modules/caniuse-lite/data/features/queryselector.js</a:t>
            </a:r>
          </a:p>
          <a:p>
            <a:pPr>
              <a:defRPr sz="1200"/>
            </a:pPr>
            <a:r>
              <a:t>D:/pasar_fix/node_modules/.bun/caniuse-lite@1.0.30001793/node_modules/caniuse-lite/data/features/readonly-attr.js</a:t>
            </a:r>
          </a:p>
          <a:p>
            <a:pPr>
              <a:defRPr sz="1200"/>
            </a:pPr>
            <a:r>
              <a:t>D:/pasar_fix/node_modules/.bun/caniuse-lite@1.0.30001793/node_modules/caniuse-lite/data/features/referrer-policy.js</a:t>
            </a:r>
          </a:p>
          <a:p>
            <a:pPr>
              <a:defRPr sz="1200"/>
            </a:pPr>
            <a:r>
              <a:t>D:/pasar_fix/node_modules/.bun/caniuse-lite@1.0.30001793/node_modules/caniuse-lite/data/features/registerprotocolhandler.js</a:t>
            </a:r>
          </a:p>
          <a:p>
            <a:pPr>
              <a:defRPr sz="1200"/>
            </a:pPr>
            <a:r>
              <a:t>D:/pasar_fix/node_modules/.bun/caniuse-lite@1.0.30001793/node_modules/caniuse-lite/data/features/rel-noopener.js</a:t>
            </a:r>
          </a:p>
          <a:p>
            <a:pPr>
              <a:defRPr sz="1200"/>
            </a:pPr>
            <a:r>
              <a:t>D:/pasar_fix/node_modules/.bun/caniuse-lite@1.0.30001793/node_modules/caniuse-lite/data/features/rel-noreferrer.js</a:t>
            </a:r>
          </a:p>
          <a:p>
            <a:pPr>
              <a:defRPr sz="1200"/>
            </a:pPr>
            <a:r>
              <a:t>D:/pasar_fix/node_modules/.bun/caniuse-lite@1.0.30001793/node_modules/caniuse-lite/data/features/rellist.js</a:t>
            </a:r>
          </a:p>
          <a:p>
            <a:pPr>
              <a:defRPr sz="1200"/>
            </a:pPr>
            <a:r>
              <a:t>D:/pasar_fix/node_modules/.bun/caniuse-lite@1.0.30001793/node_modules/caniuse-lite/data/features/rem.js</a:t>
            </a:r>
          </a:p>
          <a:p>
            <a:pPr>
              <a:defRPr sz="1200"/>
            </a:pPr>
            <a:r>
              <a:t>D:/pasar_fix/node_modules/.bun/caniuse-lite@1.0.30001793/node_modules/caniuse-lite/data/features/requestanimationframe.js</a:t>
            </a:r>
          </a:p>
          <a:p>
            <a:pPr>
              <a:defRPr sz="1200"/>
            </a:pPr>
            <a:r>
              <a:t>D:/pasar_fix/node_modules/.bun/caniuse-lite@1.0.30001793/node_modules/caniuse-lite/data/features/requestidlecallback.js</a:t>
            </a:r>
          </a:p>
          <a:p>
            <a:pPr>
              <a:defRPr sz="1200"/>
            </a:pPr>
            <a:r>
              <a:t>D:/pasar_fix/node_modules/.bun/caniuse-lite@1.0.30001793/node_modules/caniuse-lite/data/features/resizeobserver.js</a:t>
            </a:r>
          </a:p>
          <a:p>
            <a:pPr>
              <a:defRPr sz="1200"/>
            </a:pPr>
            <a:r>
              <a:t>D:/pasar_fix/node_modules/.bun/caniuse-lite@1.0.30001793/node_modules/caniuse-lite/data/features/resource-timing.js</a:t>
            </a:r>
          </a:p>
          <a:p>
            <a:pPr>
              <a:defRPr sz="1200"/>
            </a:pPr>
            <a:r>
              <a:t>D:/pasar_fix/node_modules/.bun/caniuse-lite@1.0.30001793/node_modules/caniuse-lite/data/features/rest-parameters.js</a:t>
            </a:r>
          </a:p>
          <a:p>
            <a:pPr>
              <a:defRPr sz="1200"/>
            </a:pPr>
            <a:r>
              <a:t>D:/pasar_fix/node_modules/.bun/caniuse-lite@1.0.30001793/node_modules/caniuse-lite/data/features/rtcpeerconnection.js</a:t>
            </a:r>
          </a:p>
          <a:p>
            <a:pPr>
              <a:defRPr sz="1200"/>
            </a:pPr>
            <a:r>
              <a:t>D:/pasar_fix/node_modules/.bun/caniuse-lite@1.0.30001793/node_modules/caniuse-lite/data/features/ruby.js</a:t>
            </a:r>
          </a:p>
          <a:p>
            <a:pPr>
              <a:defRPr sz="1200"/>
            </a:pPr>
            <a:r>
              <a:t>D:/pasar_fix/node_modules/.bun/caniuse-lite@1.0.30001793/node_modules/caniuse-lite/data/features/run-in.js</a:t>
            </a:r>
          </a:p>
          <a:p>
            <a:pPr>
              <a:defRPr sz="1200"/>
            </a:pPr>
            <a:r>
              <a:t>D:/pasar_fix/node_modules/.bun/caniuse-lite@1.0.30001793/node_modules/caniuse-lite/data/features/same-site-cookie-attribute.js</a:t>
            </a:r>
          </a:p>
          <a:p>
            <a:pPr>
              <a:defRPr sz="1200"/>
            </a:pPr>
            <a:r>
              <a:t>D:/pasar_fix/node_modules/.bun/caniuse-lite@1.0.30001793/node_modules/caniuse-lite/data/features/screen-orientation.js</a:t>
            </a:r>
          </a:p>
          <a:p>
            <a:pPr>
              <a:defRPr sz="1200"/>
            </a:pPr>
            <a:r>
              <a:t>D:/pasar_fix/node_modules/.bun/caniuse-lite@1.0.30001793/node_modules/caniuse-lite/data/features/script-async.js</a:t>
            </a:r>
          </a:p>
          <a:p>
            <a:pPr>
              <a:defRPr sz="1200"/>
            </a:pPr>
            <a:r>
              <a:t>D:/pasar_fix/node_modules/.bun/caniuse-lite@1.0.30001793/node_modules/caniuse-lite/data/features/script-defer.js</a:t>
            </a:r>
          </a:p>
          <a:p>
            <a:pPr>
              <a:defRPr sz="1200"/>
            </a:pPr>
            <a:r>
              <a:t>D:/pasar_fix/node_modules/.bun/caniuse-lite@1.0.30001793/node_modules/caniuse-lite/data/features/scrollintoview.js</a:t>
            </a:r>
          </a:p>
          <a:p>
            <a:pPr>
              <a:defRPr sz="1200"/>
            </a:pPr>
            <a:r>
              <a:t>D:/pasar_fix/node_modules/.bun/caniuse-lite@1.0.30001793/node_modules/caniuse-lite/data/features/scrollintoviewifneeded.js</a:t>
            </a:r>
          </a:p>
          <a:p>
            <a:pPr>
              <a:defRPr sz="1200"/>
            </a:pPr>
            <a:r>
              <a:t>D:/pasar_fix/node_modules/.bun/caniuse-lite@1.0.30001793/node_modules/caniuse-lite/data/features/sdch.js</a:t>
            </a:r>
          </a:p>
          <a:p>
            <a:pPr>
              <a:defRPr sz="1200"/>
            </a:pPr>
            <a:r>
              <a:t>D:/pasar_fix/node_modules/.bun/caniuse-lite@1.0.30001793/node_modules/caniuse-lite/data/features/selection-api.js</a:t>
            </a:r>
          </a:p>
          <a:p>
            <a:pPr>
              <a:defRPr sz="1200"/>
            </a:pPr>
            <a:r>
              <a:t>D:/pasar_fix/node_modules/.bun/caniuse-lite@1.0.30001793/node_modules/caniuse-lite/data/features/server-timing.js</a:t>
            </a:r>
          </a:p>
          <a:p>
            <a:pPr>
              <a:defRPr sz="1200"/>
            </a:pPr>
            <a:r>
              <a:t>D:/pasar_fix/node_modules/.bun/caniuse-lite@1.0.30001793/node_modules/caniuse-lite/data/features/serviceworkers.js</a:t>
            </a:r>
          </a:p>
          <a:p>
            <a:pPr>
              <a:defRPr sz="1200"/>
            </a:pPr>
            <a:r>
              <a:t>D:/pasar_fix/node_modules/.bun/caniuse-lite@1.0.30001793/node_modules/caniuse-lite/data/features/setimmediate.js</a:t>
            </a:r>
          </a:p>
          <a:p>
            <a:pPr>
              <a:defRPr sz="1200"/>
            </a:pPr>
            <a:r>
              <a:t>D:/pasar_fix/node_modules/.bun/caniuse-lite@1.0.30001793/node_modules/caniuse-lite/data/features/shadowdom.js</a:t>
            </a:r>
          </a:p>
          <a:p>
            <a:pPr>
              <a:defRPr sz="1200"/>
            </a:pPr>
            <a:r>
              <a:t>D:/pasar_fix/node_modules/.bun/caniuse-lite@1.0.30001793/node_modules/caniuse-lite/data/features/shadowdomv1.js</a:t>
            </a:r>
          </a:p>
          <a:p>
            <a:pPr>
              <a:defRPr sz="1200"/>
            </a:pPr>
            <a:r>
              <a:t>D:/pasar_fix/node_modules/.bun/caniuse-lite@1.0.30001793/node_modules/caniuse-lite/data/features/sharedarraybuffer.js</a:t>
            </a:r>
          </a:p>
          <a:p>
            <a:pPr>
              <a:defRPr sz="1200"/>
            </a:pPr>
            <a:r>
              <a:t>D:/pasar_fix/node_modules/.bun/caniuse-lite@1.0.30001793/node_modules/caniuse-lite/data/features/sharedworkers.js</a:t>
            </a:r>
          </a:p>
          <a:p>
            <a:pPr>
              <a:defRPr sz="1200"/>
            </a:pPr>
            <a:r>
              <a:t>D:/pasar_fix/node_modules/.bun/caniuse-lite@1.0.30001793/node_modules/caniuse-lite/data/features/sni.js</a:t>
            </a:r>
          </a:p>
          <a:p>
            <a:pPr>
              <a:defRPr sz="1200"/>
            </a:pPr>
            <a:r>
              <a:t>D:/pasar_fix/node_modules/.bun/caniuse-lite@1.0.30001793/node_modules/caniuse-lite/data/features/spdy.js</a:t>
            </a:r>
          </a:p>
          <a:p>
            <a:pPr>
              <a:defRPr sz="1200"/>
            </a:pPr>
            <a:r>
              <a:t>D:/pasar_fix/node_modules/.bun/caniuse-lite@1.0.30001793/node_modules/caniuse-lite/data/features/speech-recognition.js</a:t>
            </a:r>
          </a:p>
          <a:p>
            <a:pPr>
              <a:defRPr sz="1200"/>
            </a:pPr>
            <a:r>
              <a:t>D:/pasar_fix/node_modules/.bun/caniuse-lite@1.0.30001793/node_modules/caniuse-lite/data/features/speech-synthesis.js</a:t>
            </a:r>
          </a:p>
          <a:p>
            <a:pPr>
              <a:defRPr sz="1200"/>
            </a:pPr>
            <a:r>
              <a:t>D:/pasar_fix/node_modules/.bun/caniuse-lite@1.0.30001793/node_modules/caniuse-lite/data/features/spellcheck-attribute.js</a:t>
            </a:r>
          </a:p>
          <a:p>
            <a:pPr>
              <a:defRPr sz="1200"/>
            </a:pPr>
            <a:r>
              <a:t>D:/pasar_fix/node_modules/.bun/caniuse-lite@1.0.30001793/node_modules/caniuse-lite/data/features/sql-storage.js</a:t>
            </a:r>
          </a:p>
          <a:p>
            <a:pPr>
              <a:defRPr sz="1200"/>
            </a:pPr>
            <a:r>
              <a:t>D:/pasar_fix/node_modules/.bun/caniuse-lite@1.0.30001793/node_modules/caniuse-lite/data/features/srcset.js</a:t>
            </a:r>
          </a:p>
          <a:p>
            <a:pPr>
              <a:defRPr sz="1200"/>
            </a:pPr>
            <a:r>
              <a:t>D:/pasar_fix/node_modules/.bun/caniuse-lite@1.0.30001793/node_modules/caniuse-lite/data/features/stream.js</a:t>
            </a:r>
          </a:p>
          <a:p>
            <a:pPr>
              <a:defRPr sz="1200"/>
            </a:pPr>
            <a:r>
              <a:t>D:/pasar_fix/node_modules/.bun/caniuse-lite@1.0.30001793/node_modules/caniuse-lite/data/features/streams.js</a:t>
            </a:r>
          </a:p>
          <a:p>
            <a:pPr>
              <a:defRPr sz="1200"/>
            </a:pPr>
            <a:r>
              <a:t>D:/pasar_fix/node_modules/.bun/caniuse-lite@1.0.30001793/node_modules/caniuse-lite/data/features/stricttransportsecurity.js</a:t>
            </a:r>
          </a:p>
          <a:p>
            <a:pPr>
              <a:defRPr sz="1200"/>
            </a:pPr>
            <a:r>
              <a:t>D:/pasar_fix/node_modules/.bun/caniuse-lite@1.0.30001793/node_modules/caniuse-lite/data/features/style-scoped.js</a:t>
            </a:r>
          </a:p>
          <a:p>
            <a:pPr>
              <a:defRPr sz="1200"/>
            </a:pPr>
            <a:r>
              <a:t>D:/pasar_fix/node_modules/.bun/caniuse-lite@1.0.30001793/node_modules/caniuse-lite/data/features/subresource-bundling.js</a:t>
            </a:r>
          </a:p>
          <a:p>
            <a:pPr>
              <a:defRPr sz="1200"/>
            </a:pPr>
            <a:r>
              <a:t>D:/pasar_fix/node_modules/.bun/caniuse-lite@1.0.30001793/node_modules/caniuse-lite/data/features/subresource-integrity.js</a:t>
            </a:r>
          </a:p>
          <a:p>
            <a:pPr>
              <a:defRPr sz="1200"/>
            </a:pPr>
            <a:r>
              <a:t>D:/pasar_fix/node_modules/.bun/caniuse-lite@1.0.30001793/node_modules/caniuse-lite/data/features/svg-css.js</a:t>
            </a:r>
          </a:p>
          <a:p>
            <a:pPr>
              <a:defRPr sz="1200"/>
            </a:pPr>
            <a:r>
              <a:t>D:/pasar_fix/node_modules/.bun/caniuse-lite@1.0.30001793/node_modules/caniuse-lite/data/features/svg-filters.js</a:t>
            </a:r>
          </a:p>
          <a:p>
            <a:pPr>
              <a:defRPr sz="1200"/>
            </a:pPr>
            <a:r>
              <a:t>D:/pasar_fix/node_modules/.bun/caniuse-lite@1.0.30001793/node_modules/caniuse-lite/data/features/svg-fonts.js</a:t>
            </a:r>
          </a:p>
          <a:p>
            <a:pPr>
              <a:defRPr sz="1200"/>
            </a:pPr>
            <a:r>
              <a:t>D:/pasar_fix/node_modules/.bun/caniuse-lite@1.0.30001793/node_modules/caniuse-lite/data/features/svg-fragment.js</a:t>
            </a:r>
          </a:p>
          <a:p>
            <a:pPr>
              <a:defRPr sz="1200"/>
            </a:pPr>
            <a:r>
              <a:t>D:/pasar_fix/node_modules/.bun/caniuse-lite@1.0.30001793/node_modules/caniuse-lite/data/features/svg-html.js</a:t>
            </a:r>
          </a:p>
          <a:p>
            <a:pPr>
              <a:defRPr sz="1200"/>
            </a:pPr>
            <a:r>
              <a:t>D:/pasar_fix/node_modules/.bun/caniuse-lite@1.0.30001793/node_modules/caniuse-lite/data/features/svg-html5.js</a:t>
            </a:r>
          </a:p>
          <a:p>
            <a:pPr>
              <a:defRPr sz="1200"/>
            </a:pPr>
            <a:r>
              <a:t>D:/pasar_fix/node_modules/.bun/caniuse-lite@1.0.30001793/node_modules/caniuse-lite/data/features/svg-img.js</a:t>
            </a:r>
          </a:p>
          <a:p>
            <a:pPr>
              <a:defRPr sz="1200"/>
            </a:pPr>
            <a:r>
              <a:t>D:/pasar_fix/node_modules/.bun/caniuse-lite@1.0.30001793/node_modules/caniuse-lite/data/features/svg-smil.js</a:t>
            </a:r>
          </a:p>
          <a:p>
            <a:pPr>
              <a:defRPr sz="1200"/>
            </a:pPr>
            <a:r>
              <a:t>D:/pasar_fix/node_modules/.bun/caniuse-lite@1.0.30001793/node_modules/caniuse-lite/data/features/svg.js</a:t>
            </a:r>
          </a:p>
          <a:p>
            <a:pPr>
              <a:defRPr sz="1200"/>
            </a:pPr>
            <a:r>
              <a:t>D:/pasar_fix/node_modules/.bun/caniuse-lite@1.0.30001793/node_modules/caniuse-lite/data/features/sxg.js</a:t>
            </a:r>
          </a:p>
          <a:p>
            <a:pPr>
              <a:defRPr sz="1200"/>
            </a:pPr>
            <a:r>
              <a:t>D:/pasar_fix/node_modules/.bun/caniuse-lite@1.0.30001793/node_modules/caniuse-lite/data/features/tabindex-attr.js</a:t>
            </a:r>
          </a:p>
          <a:p>
            <a:pPr>
              <a:defRPr sz="1200"/>
            </a:pPr>
            <a:r>
              <a:t>D:/pasar_fix/node_modules/.bun/caniuse-lite@1.0.30001793/node_modules/caniuse-lite/data/features/template-literals.js</a:t>
            </a:r>
          </a:p>
          <a:p>
            <a:pPr>
              <a:defRPr sz="1200"/>
            </a:pPr>
            <a:r>
              <a:t>D:/pasar_fix/node_modules/.bun/caniuse-lite@1.0.30001793/node_modules/caniuse-lite/data/features/template.js</a:t>
            </a:r>
          </a:p>
          <a:p>
            <a:pPr>
              <a:defRPr sz="1200"/>
            </a:pPr>
            <a:r>
              <a:t>D:/pasar_fix/node_modules/.bun/caniuse-lite@1.0.30001793/node_modules/caniuse-lite/data/features/temporal.js</a:t>
            </a:r>
          </a:p>
          <a:p>
            <a:pPr>
              <a:defRPr sz="1200"/>
            </a:pPr>
            <a:r>
              <a:t>D:/pasar_fix/node_modules/.bun/caniuse-lite@1.0.30001793/node_modules/caniuse-lite/data/features/testfeat.js</a:t>
            </a:r>
          </a:p>
          <a:p>
            <a:pPr>
              <a:defRPr sz="1200"/>
            </a:pPr>
            <a:r>
              <a:t>D:/pasar_fix/node_modules/.bun/caniuse-lite@1.0.30001793/node_modules/caniuse-lite/data/features/text-decoration.js</a:t>
            </a:r>
          </a:p>
          <a:p>
            <a:pPr>
              <a:defRPr sz="1200"/>
            </a:pPr>
            <a:r>
              <a:t>D:/pasar_fix/node_modules/.bun/caniuse-lite@1.0.30001793/node_modules/caniuse-lite/data/features/text-emphasis.js</a:t>
            </a:r>
          </a:p>
          <a:p>
            <a:pPr>
              <a:defRPr sz="1200"/>
            </a:pPr>
            <a:r>
              <a:t>D:/pasar_fix/node_modules/.bun/caniuse-lite@1.0.30001793/node_modules/caniuse-lite/data/features/text-overflow.js</a:t>
            </a:r>
          </a:p>
          <a:p>
            <a:pPr>
              <a:defRPr sz="1200"/>
            </a:pPr>
            <a:r>
              <a:t>D:/pasar_fix/node_modules/.bun/caniuse-lite@1.0.30001793/node_modules/caniuse-lite/data/features/text-size-adjust.js</a:t>
            </a:r>
          </a:p>
          <a:p>
            <a:pPr>
              <a:defRPr sz="1200"/>
            </a:pPr>
            <a:r>
              <a:t>D:/pasar_fix/node_modules/.bun/caniuse-lite@1.0.30001793/node_modules/caniuse-lite/data/features/text-stroke.js</a:t>
            </a:r>
          </a:p>
          <a:p>
            <a:pPr>
              <a:defRPr sz="1200"/>
            </a:pPr>
            <a:r>
              <a:t>D:/pasar_fix/node_modules/.bun/caniuse-lite@1.0.30001793/node_modules/caniuse-lite/data/features/textcontent.js</a:t>
            </a:r>
          </a:p>
          <a:p>
            <a:pPr>
              <a:defRPr sz="1200"/>
            </a:pPr>
            <a:r>
              <a:t>D:/pasar_fix/node_modules/.bun/caniuse-lite@1.0.30001793/node_modules/caniuse-lite/data/features/textencoder.js</a:t>
            </a:r>
          </a:p>
          <a:p>
            <a:pPr>
              <a:defRPr sz="1200"/>
            </a:pPr>
            <a:r>
              <a:t>D:/pasar_fix/node_modules/.bun/caniuse-lite@1.0.30001793/node_modules/caniuse-lite/data/features/tls1-1.js</a:t>
            </a:r>
          </a:p>
          <a:p>
            <a:pPr>
              <a:defRPr sz="1200"/>
            </a:pPr>
            <a:r>
              <a:t>D:/pasar_fix/node_modules/.bun/caniuse-lite@1.0.30001793/node_modules/caniuse-lite/data/features/tls1-2.js</a:t>
            </a:r>
          </a:p>
          <a:p>
            <a:pPr>
              <a:defRPr sz="1200"/>
            </a:pPr>
            <a:r>
              <a:t>D:/pasar_fix/node_modules/.bun/caniuse-lite@1.0.30001793/node_modules/caniuse-lite/data/features/tls1-3.js</a:t>
            </a:r>
          </a:p>
          <a:p>
            <a:pPr>
              <a:defRPr sz="1200"/>
            </a:pPr>
            <a:r>
              <a:t>D:/pasar_fix/node_modules/.bun/caniuse-lite@1.0.30001793/node_modules/caniuse-lite/data/features/touch.js</a:t>
            </a:r>
          </a:p>
          <a:p>
            <a:pPr>
              <a:defRPr sz="1200"/>
            </a:pPr>
            <a:r>
              <a:t>D:/pasar_fix/node_modules/.bun/caniuse-lite@1.0.30001793/node_modules/caniuse-lite/data/features/transforms2d.js</a:t>
            </a:r>
          </a:p>
          <a:p>
            <a:pPr>
              <a:defRPr sz="1200"/>
            </a:pPr>
            <a:r>
              <a:t>D:/pasar_fix/node_modules/.bun/caniuse-lite@1.0.30001793/node_modules/caniuse-lite/data/features/transforms3d.js</a:t>
            </a:r>
          </a:p>
          <a:p>
            <a:pPr>
              <a:defRPr sz="1200"/>
            </a:pPr>
            <a:r>
              <a:t>D:/pasar_fix/node_modules/.bun/caniuse-lite@1.0.30001793/node_modules/caniuse-lite/data/features/trusted-types.js</a:t>
            </a:r>
          </a:p>
          <a:p>
            <a:pPr>
              <a:defRPr sz="1200"/>
            </a:pPr>
            <a:r>
              <a:t>D:/pasar_fix/node_modules/.bun/caniuse-lite@1.0.30001793/node_modules/caniuse-lite/data/features/ttf.js</a:t>
            </a:r>
          </a:p>
          <a:p>
            <a:pPr>
              <a:defRPr sz="1200"/>
            </a:pPr>
            <a:r>
              <a:t>D:/pasar_fix/node_modules/.bun/caniuse-lite@1.0.30001793/node_modules/caniuse-lite/data/features/typedarrays.js</a:t>
            </a:r>
          </a:p>
          <a:p>
            <a:pPr>
              <a:defRPr sz="1200"/>
            </a:pPr>
            <a:r>
              <a:t>D:/pasar_fix/node_modules/.bun/caniuse-lite@1.0.30001793/node_modules/caniuse-lite/data/features/u2f.js</a:t>
            </a:r>
          </a:p>
          <a:p>
            <a:pPr>
              <a:defRPr sz="1200"/>
            </a:pPr>
            <a:r>
              <a:t>D:/pasar_fix/node_modules/.bun/caniuse-lite@1.0.30001793/node_modules/caniuse-lite/data/features/unhandledrejection.js</a:t>
            </a:r>
          </a:p>
          <a:p>
            <a:pPr>
              <a:defRPr sz="1200"/>
            </a:pPr>
            <a:r>
              <a:t>D:/pasar_fix/node_modules/.bun/caniuse-lite@1.0.30001793/node_modules/caniuse-lite/data/features/upgradeinsecurerequests.js</a:t>
            </a:r>
          </a:p>
          <a:p>
            <a:pPr>
              <a:defRPr sz="1200"/>
            </a:pPr>
            <a:r>
              <a:t>D:/pasar_fix/node_modules/.bun/caniuse-lite@1.0.30001793/node_modules/caniuse-lite/data/features/url-scroll-to-text-fragment.js</a:t>
            </a:r>
          </a:p>
          <a:p>
            <a:pPr>
              <a:defRPr sz="1200"/>
            </a:pPr>
            <a:r>
              <a:t>D:/pasar_fix/node_modules/.bun/caniuse-lite@1.0.30001793/node_modules/caniuse-lite/data/features/url.js</a:t>
            </a:r>
          </a:p>
          <a:p>
            <a:pPr>
              <a:defRPr sz="1200"/>
            </a:pPr>
            <a:r>
              <a:t>D:/pasar_fix/node_modules/.bun/caniuse-lite@1.0.30001793/node_modules/caniuse-lite/data/features/urlsearchparams.js</a:t>
            </a:r>
          </a:p>
          <a:p>
            <a:pPr>
              <a:defRPr sz="1200"/>
            </a:pPr>
            <a:r>
              <a:t>D:/pasar_fix/node_modules/.bun/caniuse-lite@1.0.30001793/node_modules/caniuse-lite/data/features/use-strict.js</a:t>
            </a:r>
          </a:p>
          <a:p>
            <a:pPr>
              <a:defRPr sz="1200"/>
            </a:pPr>
            <a:r>
              <a:t>D:/pasar_fix/node_modules/.bun/caniuse-lite@1.0.30001793/node_modules/caniuse-lite/data/features/user-select-none.js</a:t>
            </a:r>
          </a:p>
          <a:p>
            <a:pPr>
              <a:defRPr sz="1200"/>
            </a:pPr>
            <a:r>
              <a:t>D:/pasar_fix/node_modules/.bun/caniuse-lite@1.0.30001793/node_modules/caniuse-lite/data/features/user-timing.js</a:t>
            </a:r>
          </a:p>
          <a:p>
            <a:pPr>
              <a:defRPr sz="1200"/>
            </a:pPr>
            <a:r>
              <a:t>D:/pasar_fix/node_modules/.bun/caniuse-lite@1.0.30001793/node_modules/caniuse-lite/data/features/variable-fonts.js</a:t>
            </a:r>
          </a:p>
          <a:p>
            <a:pPr>
              <a:defRPr sz="1200"/>
            </a:pPr>
            <a:r>
              <a:t>D:/pasar_fix/node_modules/.bun/caniuse-lite@1.0.30001793/node_modules/caniuse-lite/data/features/vector-effect.js</a:t>
            </a:r>
          </a:p>
          <a:p>
            <a:pPr>
              <a:defRPr sz="1200"/>
            </a:pPr>
            <a:r>
              <a:t>D:/pasar_fix/node_modules/.bun/caniuse-lite@1.0.30001793/node_modules/caniuse-lite/data/features/vibration.js</a:t>
            </a:r>
          </a:p>
          <a:p>
            <a:pPr>
              <a:defRPr sz="1200"/>
            </a:pPr>
            <a:r>
              <a:t>D:/pasar_fix/node_modules/.bun/caniuse-lite@1.0.30001793/node_modules/caniuse-lite/data/features/video.js</a:t>
            </a:r>
          </a:p>
          <a:p>
            <a:pPr>
              <a:defRPr sz="1200"/>
            </a:pPr>
            <a:r>
              <a:t>D:/pasar_fix/node_modules/.bun/caniuse-lite@1.0.30001793/node_modules/caniuse-lite/data/features/videotracks.js</a:t>
            </a:r>
          </a:p>
          <a:p>
            <a:pPr>
              <a:defRPr sz="1200"/>
            </a:pPr>
            <a:r>
              <a:t>D:/pasar_fix/node_modules/.bun/caniuse-lite@1.0.30001793/node_modules/caniuse-lite/data/features/view-transitions.js</a:t>
            </a:r>
          </a:p>
          <a:p>
            <a:pPr>
              <a:defRPr sz="1200"/>
            </a:pPr>
            <a:r>
              <a:t>D:/pasar_fix/node_modules/.bun/caniuse-lite@1.0.30001793/node_modules/caniuse-lite/data/features/viewport-unit-variants.js</a:t>
            </a:r>
          </a:p>
          <a:p>
            <a:pPr>
              <a:defRPr sz="1200"/>
            </a:pPr>
            <a:r>
              <a:t>D:/pasar_fix/node_modules/.bun/caniuse-lite@1.0.30001793/node_modules/caniuse-lite/data/features/viewport-units.js</a:t>
            </a:r>
          </a:p>
          <a:p>
            <a:pPr>
              <a:defRPr sz="1200"/>
            </a:pPr>
            <a:r>
              <a:t>D:/pasar_fix/node_modules/.bun/caniuse-lite@1.0.30001793/node_modules/caniuse-lite/data/features/wai-aria.js</a:t>
            </a:r>
          </a:p>
          <a:p>
            <a:pPr>
              <a:defRPr sz="1200"/>
            </a:pPr>
            <a:r>
              <a:t>D:/pasar_fix/node_modules/.bun/caniuse-lite@1.0.30001793/node_modules/caniuse-lite/data/features/wake-lock.js</a:t>
            </a:r>
          </a:p>
          <a:p>
            <a:pPr>
              <a:defRPr sz="1200"/>
            </a:pPr>
            <a:r>
              <a:t>D:/pasar_fix/node_modules/.bun/caniuse-lite@1.0.30001793/node_modules/caniuse-lite/data/features/wasm-bigint.js</a:t>
            </a:r>
          </a:p>
          <a:p>
            <a:pPr>
              <a:defRPr sz="1200"/>
            </a:pPr>
            <a:r>
              <a:t>D:/pasar_fix/node_modules/.bun/caniuse-lite@1.0.30001793/node_modules/caniuse-lite/data/features/wasm-bulk-memory.js</a:t>
            </a:r>
          </a:p>
          <a:p>
            <a:pPr>
              <a:defRPr sz="1200"/>
            </a:pPr>
            <a:r>
              <a:t>D:/pasar_fix/node_modules/.bun/caniuse-lite@1.0.30001793/node_modules/caniuse-lite/data/features/wasm-extended-const.js</a:t>
            </a:r>
          </a:p>
          <a:p>
            <a:pPr>
              <a:defRPr sz="1200"/>
            </a:pPr>
            <a:r>
              <a:t>D:/pasar_fix/node_modules/.bun/caniuse-lite@1.0.30001793/node_modules/caniuse-lite/data/features/wasm-gc.js</a:t>
            </a:r>
          </a:p>
          <a:p>
            <a:pPr>
              <a:defRPr sz="1200"/>
            </a:pPr>
            <a:r>
              <a:t>D:/pasar_fix/node_modules/.bun/caniuse-lite@1.0.30001793/node_modules/caniuse-lite/data/features/wasm-multi-memory.js</a:t>
            </a:r>
          </a:p>
          <a:p>
            <a:pPr>
              <a:defRPr sz="1200"/>
            </a:pPr>
            <a:r>
              <a:t>D:/pasar_fix/node_modules/.bun/caniuse-lite@1.0.30001793/node_modules/caniuse-lite/data/features/wasm-multi-value.js</a:t>
            </a:r>
          </a:p>
          <a:p>
            <a:pPr>
              <a:defRPr sz="1200"/>
            </a:pPr>
            <a:r>
              <a:t>D:/pasar_fix/node_modules/.bun/caniuse-lite@1.0.30001793/node_modules/caniuse-lite/data/features/wasm-mutable-globals.js</a:t>
            </a:r>
          </a:p>
          <a:p>
            <a:pPr>
              <a:defRPr sz="1200"/>
            </a:pPr>
            <a:r>
              <a:t>D:/pasar_fix/node_modules/.bun/caniuse-lite@1.0.30001793/node_modules/caniuse-lite/data/features/wasm-nontrapping-fptoint.js</a:t>
            </a:r>
          </a:p>
          <a:p>
            <a:pPr>
              <a:defRPr sz="1200"/>
            </a:pPr>
            <a:r>
              <a:t>D:/pasar_fix/node_modules/.bun/caniuse-lite@1.0.30001793/node_modules/caniuse-lite/data/features/wasm-reference-types.js</a:t>
            </a:r>
          </a:p>
          <a:p>
            <a:pPr>
              <a:defRPr sz="1200"/>
            </a:pPr>
            <a:r>
              <a:t>D:/pasar_fix/node_modules/.bun/caniuse-lite@1.0.30001793/node_modules/caniuse-lite/data/features/wasm-relaxed-simd.js</a:t>
            </a:r>
          </a:p>
          <a:p>
            <a:pPr>
              <a:defRPr sz="1200"/>
            </a:pPr>
            <a:r>
              <a:t>D:/pasar_fix/node_modules/.bun/caniuse-lite@1.0.30001793/node_modules/caniuse-lite/data/features/wasm-signext.js</a:t>
            </a:r>
          </a:p>
          <a:p>
            <a:pPr>
              <a:defRPr sz="1200"/>
            </a:pPr>
            <a:r>
              <a:t>D:/pasar_fix/node_modules/.bun/caniuse-lite@1.0.30001793/node_modules/caniuse-lite/data/features/wasm-simd.js</a:t>
            </a:r>
          </a:p>
          <a:p>
            <a:pPr>
              <a:defRPr sz="1200"/>
            </a:pPr>
            <a:r>
              <a:t>D:/pasar_fix/node_modules/.bun/caniuse-lite@1.0.30001793/node_modules/caniuse-lite/data/features/wasm-tail-calls.js</a:t>
            </a:r>
          </a:p>
          <a:p>
            <a:pPr>
              <a:defRPr sz="1200"/>
            </a:pPr>
            <a:r>
              <a:t>D:/pasar_fix/node_modules/.bun/caniuse-lite@1.0.30001793/node_modules/caniuse-lite/data/features/wasm-threads.js</a:t>
            </a:r>
          </a:p>
          <a:p>
            <a:pPr>
              <a:defRPr sz="1200"/>
            </a:pPr>
            <a:r>
              <a:t>D:/pasar_fix/node_modules/.bun/caniuse-lite@1.0.30001793/node_modules/caniuse-lite/data/features/wasm.js</a:t>
            </a:r>
          </a:p>
          <a:p>
            <a:pPr>
              <a:defRPr sz="1200"/>
            </a:pPr>
            <a:r>
              <a:t>D:/pasar_fix/node_modules/.bun/caniuse-lite@1.0.30001793/node_modules/caniuse-lite/data/features/wav.js</a:t>
            </a:r>
          </a:p>
          <a:p>
            <a:pPr>
              <a:defRPr sz="1200"/>
            </a:pPr>
            <a:r>
              <a:t>D:/pasar_fix/node_modules/.bun/caniuse-lite@1.0.30001793/node_modules/caniuse-lite/data/features/wbr-element.js</a:t>
            </a:r>
          </a:p>
          <a:p>
            <a:pPr>
              <a:defRPr sz="1200"/>
            </a:pPr>
            <a:r>
              <a:t>D:/pasar_fix/node_modules/.bun/caniuse-lite@1.0.30001793/node_modules/caniuse-lite/data/features/web-animation.js</a:t>
            </a:r>
          </a:p>
          <a:p>
            <a:pPr>
              <a:defRPr sz="1200"/>
            </a:pPr>
            <a:r>
              <a:t>D:/pasar_fix/node_modules/.bun/caniuse-lite@1.0.30001793/node_modules/caniuse-lite/data/features/web-app-manifest.js</a:t>
            </a:r>
          </a:p>
          <a:p>
            <a:pPr>
              <a:defRPr sz="1200"/>
            </a:pPr>
            <a:r>
              <a:t>D:/pasar_fix/node_modules/.bun/caniuse-lite@1.0.30001793/node_modules/caniuse-lite/data/features/web-bluetooth.js</a:t>
            </a:r>
          </a:p>
          <a:p>
            <a:pPr>
              <a:defRPr sz="1200"/>
            </a:pPr>
            <a:r>
              <a:t>D:/pasar_fix/node_modules/.bun/caniuse-lite@1.0.30001793/node_modules/caniuse-lite/data/features/web-serial.js</a:t>
            </a:r>
          </a:p>
          <a:p>
            <a:pPr>
              <a:defRPr sz="1200"/>
            </a:pPr>
            <a:r>
              <a:t>D:/pasar_fix/node_modules/.bun/caniuse-lite@1.0.30001793/node_modules/caniuse-lite/data/features/web-share.js</a:t>
            </a:r>
          </a:p>
          <a:p>
            <a:pPr>
              <a:defRPr sz="1200"/>
            </a:pPr>
            <a:r>
              <a:t>D:/pasar_fix/node_modules/.bun/caniuse-lite@1.0.30001793/node_modules/caniuse-lite/data/features/webauthn.js</a:t>
            </a:r>
          </a:p>
          <a:p>
            <a:pPr>
              <a:defRPr sz="1200"/>
            </a:pPr>
            <a:r>
              <a:t>D:/pasar_fix/node_modules/.bun/caniuse-lite@1.0.30001793/node_modules/caniuse-lite/data/features/webcodecs.js</a:t>
            </a:r>
          </a:p>
          <a:p>
            <a:pPr>
              <a:defRPr sz="1200"/>
            </a:pPr>
            <a:r>
              <a:t>D:/pasar_fix/node_modules/.bun/caniuse-lite@1.0.30001793/node_modules/caniuse-lite/data/features/webgl.js</a:t>
            </a:r>
          </a:p>
          <a:p>
            <a:pPr>
              <a:defRPr sz="1200"/>
            </a:pPr>
            <a:r>
              <a:t>D:/pasar_fix/node_modules/.bun/caniuse-lite@1.0.30001793/node_modules/caniuse-lite/data/features/webgl2.js</a:t>
            </a:r>
          </a:p>
          <a:p>
            <a:pPr>
              <a:defRPr sz="1200"/>
            </a:pPr>
            <a:r>
              <a:t>D:/pasar_fix/node_modules/.bun/caniuse-lite@1.0.30001793/node_modules/caniuse-lite/data/features/webgpu.js</a:t>
            </a:r>
          </a:p>
          <a:p>
            <a:pPr>
              <a:defRPr sz="1200"/>
            </a:pPr>
            <a:r>
              <a:t>D:/pasar_fix/node_modules/.bun/caniuse-lite@1.0.30001793/node_modules/caniuse-lite/data/features/webhid.js</a:t>
            </a:r>
          </a:p>
          <a:p>
            <a:pPr>
              <a:defRPr sz="1200"/>
            </a:pPr>
            <a:r>
              <a:t>D:/pasar_fix/node_modules/.bun/caniuse-lite@1.0.30001793/node_modules/caniuse-lite/data/features/webkit-user-drag.js</a:t>
            </a:r>
          </a:p>
          <a:p>
            <a:pPr>
              <a:defRPr sz="1200"/>
            </a:pPr>
            <a:r>
              <a:t>D:/pasar_fix/node_modules/.bun/caniuse-lite@1.0.30001793/node_modules/caniuse-lite/data/features/webm.js</a:t>
            </a:r>
          </a:p>
          <a:p>
            <a:pPr>
              <a:defRPr sz="1200"/>
            </a:pPr>
            <a:r>
              <a:t>D:/pasar_fix/node_modules/.bun/caniuse-lite@1.0.30001793/node_modules/caniuse-lite/data/features/webnfc.js</a:t>
            </a:r>
          </a:p>
          <a:p>
            <a:pPr>
              <a:defRPr sz="1200"/>
            </a:pPr>
            <a:r>
              <a:t>D:/pasar_fix/node_modules/.bun/caniuse-lite@1.0.30001793/node_modules/caniuse-lite/data/features/webp.js</a:t>
            </a:r>
          </a:p>
          <a:p>
            <a:pPr>
              <a:defRPr sz="1200"/>
            </a:pPr>
            <a:r>
              <a:t>D:/pasar_fix/node_modules/.bun/caniuse-lite@1.0.30001793/node_modules/caniuse-lite/data/features/websockets.js</a:t>
            </a:r>
          </a:p>
          <a:p>
            <a:pPr>
              <a:defRPr sz="1200"/>
            </a:pPr>
            <a:r>
              <a:t>D:/pasar_fix/node_modules/.bun/caniuse-lite@1.0.30001793/node_modules/caniuse-lite/data/features/webtransport.js</a:t>
            </a:r>
          </a:p>
          <a:p>
            <a:pPr>
              <a:defRPr sz="1200"/>
            </a:pPr>
            <a:r>
              <a:t>D:/pasar_fix/node_modules/.bun/caniuse-lite@1.0.30001793/node_modules/caniuse-lite/data/features/webusb.js</a:t>
            </a:r>
          </a:p>
          <a:p>
            <a:pPr>
              <a:defRPr sz="1200"/>
            </a:pPr>
            <a:r>
              <a:t>D:/pasar_fix/node_modules/.bun/caniuse-lite@1.0.30001793/node_modules/caniuse-lite/data/features/webvr.js</a:t>
            </a:r>
          </a:p>
          <a:p>
            <a:pPr>
              <a:defRPr sz="1200"/>
            </a:pPr>
            <a:r>
              <a:t>D:/pasar_fix/node_modules/.bun/caniuse-lite@1.0.30001793/node_modules/caniuse-lite/data/features/webvtt.js</a:t>
            </a:r>
          </a:p>
          <a:p>
            <a:pPr>
              <a:defRPr sz="1200"/>
            </a:pPr>
            <a:r>
              <a:t>D:/pasar_fix/node_modules/.bun/caniuse-lite@1.0.30001793/node_modules/caniuse-lite/data/features/webworkers.js</a:t>
            </a:r>
          </a:p>
          <a:p>
            <a:pPr>
              <a:defRPr sz="1200"/>
            </a:pPr>
            <a:r>
              <a:t>D:/pasar_fix/node_modules/.bun/caniuse-lite@1.0.30001793/node_modules/caniuse-lite/data/features/webxr.js</a:t>
            </a:r>
          </a:p>
          <a:p>
            <a:pPr>
              <a:defRPr sz="1200"/>
            </a:pPr>
            <a:r>
              <a:t>D:/pasar_fix/node_modules/.bun/caniuse-lite@1.0.30001793/node_modules/caniuse-lite/data/features/will-change.js</a:t>
            </a:r>
          </a:p>
          <a:p>
            <a:pPr>
              <a:defRPr sz="1200"/>
            </a:pPr>
            <a:r>
              <a:t>D:/pasar_fix/node_modules/.bun/caniuse-lite@1.0.30001793/node_modules/caniuse-lite/data/features/woff.js</a:t>
            </a:r>
          </a:p>
          <a:p>
            <a:pPr>
              <a:defRPr sz="1200"/>
            </a:pPr>
            <a:r>
              <a:t>D:/pasar_fix/node_modules/.bun/caniuse-lite@1.0.30001793/node_modules/caniuse-lite/data/features/woff2.js</a:t>
            </a:r>
          </a:p>
          <a:p>
            <a:pPr>
              <a:defRPr sz="1200"/>
            </a:pPr>
            <a:r>
              <a:t>D:/pasar_fix/node_modules/.bun/caniuse-lite@1.0.30001793/node_modules/caniuse-lite/data/features/word-break.js</a:t>
            </a:r>
          </a:p>
          <a:p>
            <a:pPr>
              <a:defRPr sz="1200"/>
            </a:pPr>
            <a:r>
              <a:t>D:/pasar_fix/node_modules/.bun/caniuse-lite@1.0.30001793/node_modules/caniuse-lite/data/features/wordwrap.js</a:t>
            </a:r>
          </a:p>
          <a:p>
            <a:pPr>
              <a:defRPr sz="1200"/>
            </a:pPr>
            <a:r>
              <a:t>D:/pasar_fix/node_modules/.bun/caniuse-lite@1.0.30001793/node_modules/caniuse-lite/data/features/x-doc-messaging.js</a:t>
            </a:r>
          </a:p>
          <a:p>
            <a:pPr>
              <a:defRPr sz="1200"/>
            </a:pPr>
            <a:r>
              <a:t>D:/pasar_fix/node_modules/.bun/caniuse-lite@1.0.30001793/node_modules/caniuse-lite/data/features/x-frame-options.js</a:t>
            </a:r>
          </a:p>
          <a:p>
            <a:pPr>
              <a:defRPr sz="1200"/>
            </a:pPr>
            <a:r>
              <a:t>D:/pasar_fix/node_modules/.bun/caniuse-lite@1.0.30001793/node_modules/caniuse-lite/data/features/xhr2.js</a:t>
            </a:r>
          </a:p>
          <a:p>
            <a:pPr>
              <a:defRPr sz="1200"/>
            </a:pPr>
            <a:r>
              <a:t>D:/pasar_fix/node_modules/.bun/caniuse-lite@1.0.30001793/node_modules/caniuse-lite/data/features/xhtml.js</a:t>
            </a:r>
          </a:p>
          <a:p>
            <a:pPr>
              <a:defRPr sz="1200"/>
            </a:pPr>
            <a:r>
              <a:t>D:/pasar_fix/node_modules/.bun/caniuse-lite@1.0.30001793/node_modules/caniuse-lite/data/features/xhtmlsmil.js</a:t>
            </a:r>
          </a:p>
          <a:p>
            <a:pPr>
              <a:defRPr sz="1200"/>
            </a:pPr>
            <a:r>
              <a:t>D:/pasar_fix/node_modules/.bun/caniuse-lite@1.0.30001793/node_modules/caniuse-lite/data/features/xml-serializer.js</a:t>
            </a:r>
          </a:p>
          <a:p>
            <a:pPr>
              <a:defRPr sz="1200"/>
            </a:pPr>
            <a:r>
              <a:t>D:/pasar_fix/node_modules/.bun/caniuse-lite@1.0.30001793/node_modules/caniuse-lite/data/features/zstd.js</a:t>
            </a:r>
          </a:p>
          <a:p>
            <a:pPr>
              <a:defRPr sz="1200"/>
            </a:pPr>
            <a:r>
              <a:t>D:/pasar_fix/node_modules/.bun/caniuse-lite@1.0.30001793/node_modules/caniuse-lite/data/regions/AD.js</a:t>
            </a:r>
          </a:p>
          <a:p>
            <a:pPr>
              <a:defRPr sz="1200"/>
            </a:pPr>
            <a:r>
              <a:t>D:/pasar_fix/node_modules/.bun/caniuse-lite@1.0.30001793/node_modules/caniuse-lite/data/regions/AE.js</a:t>
            </a:r>
          </a:p>
          <a:p>
            <a:pPr>
              <a:defRPr sz="1200"/>
            </a:pPr>
            <a:r>
              <a:t>D:/pasar_fix/node_modules/.bun/caniuse-lite@1.0.30001793/node_modules/caniuse-lite/data/regions/AF.js</a:t>
            </a:r>
          </a:p>
          <a:p>
            <a:pPr>
              <a:defRPr sz="1200"/>
            </a:pPr>
            <a:r>
              <a:t>D:/pasar_fix/node_modules/.bun/caniuse-lite@1.0.30001793/node_modules/caniuse-lite/data/regions/AG.js</a:t>
            </a:r>
          </a:p>
          <a:p>
            <a:pPr>
              <a:defRPr sz="1200"/>
            </a:pPr>
            <a:r>
              <a:t>D:/pasar_fix/node_modules/.bun/caniuse-lite@1.0.30001793/node_modules/caniuse-lite/data/regions/AI.js</a:t>
            </a:r>
          </a:p>
          <a:p>
            <a:pPr>
              <a:defRPr sz="1200"/>
            </a:pPr>
            <a:r>
              <a:t>D:/pasar_fix/node_modules/.bun/caniuse-lite@1.0.30001793/node_modules/caniuse-lite/data/regions/AL.js</a:t>
            </a:r>
          </a:p>
          <a:p>
            <a:pPr>
              <a:defRPr sz="1200"/>
            </a:pPr>
            <a:r>
              <a:t>D:/pasar_fix/node_modules/.bun/caniuse-lite@1.0.30001793/node_modules/caniuse-lite/data/regions/alt-af.js</a:t>
            </a:r>
          </a:p>
          <a:p>
            <a:pPr>
              <a:defRPr sz="1200"/>
            </a:pPr>
            <a:r>
              <a:t>D:/pasar_fix/node_modules/.bun/caniuse-lite@1.0.30001793/node_modules/caniuse-lite/data/regions/alt-an.js</a:t>
            </a:r>
          </a:p>
          <a:p>
            <a:pPr>
              <a:defRPr sz="1200"/>
            </a:pPr>
            <a:r>
              <a:t>D:/pasar_fix/node_modules/.bun/caniuse-lite@1.0.30001793/node_modules/caniuse-lite/data/regions/alt-as.js</a:t>
            </a:r>
          </a:p>
          <a:p>
            <a:pPr>
              <a:defRPr sz="1200"/>
            </a:pPr>
            <a:r>
              <a:t>D:/pasar_fix/node_modules/.bun/caniuse-lite@1.0.30001793/node_modules/caniuse-lite/data/regions/alt-eu.js</a:t>
            </a:r>
          </a:p>
          <a:p>
            <a:pPr>
              <a:defRPr sz="1200"/>
            </a:pPr>
            <a:r>
              <a:t>D:/pasar_fix/node_modules/.bun/caniuse-lite@1.0.30001793/node_modules/caniuse-lite/data/regions/alt-na.js</a:t>
            </a:r>
          </a:p>
          <a:p>
            <a:pPr>
              <a:defRPr sz="1200"/>
            </a:pPr>
            <a:r>
              <a:t>D:/pasar_fix/node_modules/.bun/caniuse-lite@1.0.30001793/node_modules/caniuse-lite/data/regions/alt-oc.js</a:t>
            </a:r>
          </a:p>
          <a:p>
            <a:pPr>
              <a:defRPr sz="1200"/>
            </a:pPr>
            <a:r>
              <a:t>D:/pasar_fix/node_modules/.bun/caniuse-lite@1.0.30001793/node_modules/caniuse-lite/data/regions/alt-sa.js</a:t>
            </a:r>
          </a:p>
          <a:p>
            <a:pPr>
              <a:defRPr sz="1200"/>
            </a:pPr>
            <a:r>
              <a:t>D:/pasar_fix/node_modules/.bun/caniuse-lite@1.0.30001793/node_modules/caniuse-lite/data/regions/alt-ww.js</a:t>
            </a:r>
          </a:p>
          <a:p>
            <a:pPr>
              <a:defRPr sz="1200"/>
            </a:pPr>
            <a:r>
              <a:t>D:/pasar_fix/node_modules/.bun/caniuse-lite@1.0.30001793/node_modules/caniuse-lite/data/regions/AM.js</a:t>
            </a:r>
          </a:p>
          <a:p>
            <a:pPr>
              <a:defRPr sz="1200"/>
            </a:pPr>
            <a:r>
              <a:t>D:/pasar_fix/node_modules/.bun/caniuse-lite@1.0.30001793/node_modules/caniuse-lite/data/regions/AO.js</a:t>
            </a:r>
          </a:p>
          <a:p>
            <a:pPr>
              <a:defRPr sz="1200"/>
            </a:pPr>
            <a:r>
              <a:t>D:/pasar_fix/node_modules/.bun/caniuse-lite@1.0.30001793/node_modules/caniuse-lite/data/regions/AR.js</a:t>
            </a:r>
          </a:p>
          <a:p>
            <a:pPr>
              <a:defRPr sz="1200"/>
            </a:pPr>
            <a:r>
              <a:t>D:/pasar_fix/node_modules/.bun/caniuse-lite@1.0.30001793/node_modules/caniuse-lite/data/regions/AS.js</a:t>
            </a:r>
          </a:p>
          <a:p>
            <a:pPr>
              <a:defRPr sz="1200"/>
            </a:pPr>
            <a:r>
              <a:t>D:/pasar_fix/node_modules/.bun/caniuse-lite@1.0.30001793/node_modules/caniuse-lite/data/regions/AT.js</a:t>
            </a:r>
          </a:p>
          <a:p>
            <a:pPr>
              <a:defRPr sz="1200"/>
            </a:pPr>
            <a:r>
              <a:t>D:/pasar_fix/node_modules/.bun/caniuse-lite@1.0.30001793/node_modules/caniuse-lite/data/regions/AU.js</a:t>
            </a:r>
          </a:p>
          <a:p>
            <a:pPr>
              <a:defRPr sz="1200"/>
            </a:pPr>
            <a:r>
              <a:t>D:/pasar_fix/node_modules/.bun/caniuse-lite@1.0.30001793/node_modules/caniuse-lite/data/regions/AW.js</a:t>
            </a:r>
          </a:p>
          <a:p>
            <a:pPr>
              <a:defRPr sz="1200"/>
            </a:pPr>
            <a:r>
              <a:t>D:/pasar_fix/node_modules/.bun/caniuse-lite@1.0.30001793/node_modules/caniuse-lite/data/regions/AX.js</a:t>
            </a:r>
          </a:p>
          <a:p>
            <a:pPr>
              <a:defRPr sz="1200"/>
            </a:pPr>
            <a:r>
              <a:t>D:/pasar_fix/node_modules/.bun/caniuse-lite@1.0.30001793/node_modules/caniuse-lite/data/regions/AZ.js</a:t>
            </a:r>
          </a:p>
          <a:p>
            <a:pPr>
              <a:defRPr sz="1200"/>
            </a:pPr>
            <a:r>
              <a:t>D:/pasar_fix/node_modules/.bun/caniuse-lite@1.0.30001793/node_modules/caniuse-lite/data/regions/BA.js</a:t>
            </a:r>
          </a:p>
          <a:p>
            <a:pPr>
              <a:defRPr sz="1200"/>
            </a:pPr>
            <a:r>
              <a:t>D:/pasar_fix/node_modules/.bun/caniuse-lite@1.0.30001793/node_modules/caniuse-lite/data/regions/BB.js</a:t>
            </a:r>
          </a:p>
          <a:p>
            <a:pPr>
              <a:defRPr sz="1200"/>
            </a:pPr>
            <a:r>
              <a:t>D:/pasar_fix/node_modules/.bun/caniuse-lite@1.0.30001793/node_modules/caniuse-lite/data/regions/BD.js</a:t>
            </a:r>
          </a:p>
          <a:p>
            <a:pPr>
              <a:defRPr sz="1200"/>
            </a:pPr>
            <a:r>
              <a:t>D:/pasar_fix/node_modules/.bun/caniuse-lite@1.0.30001793/node_modules/caniuse-lite/data/regions/BE.js</a:t>
            </a:r>
          </a:p>
          <a:p>
            <a:pPr>
              <a:defRPr sz="1200"/>
            </a:pPr>
            <a:r>
              <a:t>D:/pasar_fix/node_modules/.bun/caniuse-lite@1.0.30001793/node_modules/caniuse-lite/data/regions/BF.js</a:t>
            </a:r>
          </a:p>
          <a:p>
            <a:pPr>
              <a:defRPr sz="1200"/>
            </a:pPr>
            <a:r>
              <a:t>D:/pasar_fix/node_modules/.bun/caniuse-lite@1.0.30001793/node_modules/caniuse-lite/data/regions/BG.js</a:t>
            </a:r>
          </a:p>
          <a:p>
            <a:pPr>
              <a:defRPr sz="1200"/>
            </a:pPr>
            <a:r>
              <a:t>D:/pasar_fix/node_modules/.bun/caniuse-lite@1.0.30001793/node_modules/caniuse-lite/data/regions/BH.js</a:t>
            </a:r>
          </a:p>
          <a:p>
            <a:pPr>
              <a:defRPr sz="1200"/>
            </a:pPr>
            <a:r>
              <a:t>D:/pasar_fix/node_modules/.bun/caniuse-lite@1.0.30001793/node_modules/caniuse-lite/data/regions/BI.js</a:t>
            </a:r>
          </a:p>
          <a:p>
            <a:pPr>
              <a:defRPr sz="1200"/>
            </a:pPr>
            <a:r>
              <a:t>D:/pasar_fix/node_modules/.bun/caniuse-lite@1.0.30001793/node_modules/caniuse-lite/data/regions/BJ.js</a:t>
            </a:r>
          </a:p>
          <a:p>
            <a:pPr>
              <a:defRPr sz="1200"/>
            </a:pPr>
            <a:r>
              <a:t>D:/pasar_fix/node_modules/.bun/caniuse-lite@1.0.30001793/node_modules/caniuse-lite/data/regions/BM.js</a:t>
            </a:r>
          </a:p>
          <a:p>
            <a:pPr>
              <a:defRPr sz="1200"/>
            </a:pPr>
            <a:r>
              <a:t>D:/pasar_fix/node_modules/.bun/caniuse-lite@1.0.30001793/node_modules/caniuse-lite/data/regions/BN.js</a:t>
            </a:r>
          </a:p>
          <a:p>
            <a:pPr>
              <a:defRPr sz="1200"/>
            </a:pPr>
            <a:r>
              <a:t>D:/pasar_fix/node_modules/.bun/caniuse-lite@1.0.30001793/node_modules/caniuse-lite/data/regions/BO.js</a:t>
            </a:r>
          </a:p>
          <a:p>
            <a:pPr>
              <a:defRPr sz="1200"/>
            </a:pPr>
            <a:r>
              <a:t>D:/pasar_fix/node_modules/.bun/caniuse-lite@1.0.30001793/node_modules/caniuse-lite/data/regions/BR.js</a:t>
            </a:r>
          </a:p>
          <a:p>
            <a:pPr>
              <a:defRPr sz="1200"/>
            </a:pPr>
            <a:r>
              <a:t>D:/pasar_fix/node_modules/.bun/caniuse-lite@1.0.30001793/node_modules/caniuse-lite/data/regions/BS.js</a:t>
            </a:r>
          </a:p>
          <a:p>
            <a:pPr>
              <a:defRPr sz="1200"/>
            </a:pPr>
            <a:r>
              <a:t>D:/pasar_fix/node_modules/.bun/caniuse-lite@1.0.30001793/node_modules/caniuse-lite/data/regions/BT.js</a:t>
            </a:r>
          </a:p>
          <a:p>
            <a:pPr>
              <a:defRPr sz="1200"/>
            </a:pPr>
            <a:r>
              <a:t>D:/pasar_fix/node_modules/.bun/caniuse-lite@1.0.30001793/node_modules/caniuse-lite/data/regions/BW.js</a:t>
            </a:r>
          </a:p>
          <a:p>
            <a:pPr>
              <a:defRPr sz="1200"/>
            </a:pPr>
            <a:r>
              <a:t>D:/pasar_fix/node_modules/.bun/caniuse-lite@1.0.30001793/node_modules/caniuse-lite/data/regions/BY.js</a:t>
            </a:r>
          </a:p>
          <a:p>
            <a:pPr>
              <a:defRPr sz="1200"/>
            </a:pPr>
            <a:r>
              <a:t>D:/pasar_fix/node_modules/.bun/caniuse-lite@1.0.30001793/node_modules/caniuse-lite/data/regions/BZ.js</a:t>
            </a:r>
          </a:p>
          <a:p>
            <a:pPr>
              <a:defRPr sz="1200"/>
            </a:pPr>
            <a:r>
              <a:t>D:/pasar_fix/node_modules/.bun/caniuse-lite@1.0.30001793/node_modules/caniuse-lite/data/regions/CA.js</a:t>
            </a:r>
          </a:p>
          <a:p>
            <a:pPr>
              <a:defRPr sz="1200"/>
            </a:pPr>
            <a:r>
              <a:t>D:/pasar_fix/node_modules/.bun/caniuse-lite@1.0.30001793/node_modules/caniuse-lite/data/regions/CD.js</a:t>
            </a:r>
          </a:p>
          <a:p>
            <a:pPr>
              <a:defRPr sz="1200"/>
            </a:pPr>
            <a:r>
              <a:t>D:/pasar_fix/node_modules/.bun/caniuse-lite@1.0.30001793/node_modules/caniuse-lite/data/regions/CF.js</a:t>
            </a:r>
          </a:p>
          <a:p>
            <a:pPr>
              <a:defRPr sz="1200"/>
            </a:pPr>
            <a:r>
              <a:t>D:/pasar_fix/node_modules/.bun/caniuse-lite@1.0.30001793/node_modules/caniuse-lite/data/regions/CG.js</a:t>
            </a:r>
          </a:p>
          <a:p>
            <a:pPr>
              <a:defRPr sz="1200"/>
            </a:pPr>
            <a:r>
              <a:t>D:/pasar_fix/node_modules/.bun/caniuse-lite@1.0.30001793/node_modules/caniuse-lite/data/regions/CH.js</a:t>
            </a:r>
          </a:p>
          <a:p>
            <a:pPr>
              <a:defRPr sz="1200"/>
            </a:pPr>
            <a:r>
              <a:t>D:/pasar_fix/node_modules/.bun/caniuse-lite@1.0.30001793/node_modules/caniuse-lite/data/regions/CI.js</a:t>
            </a:r>
          </a:p>
          <a:p>
            <a:pPr>
              <a:defRPr sz="1200"/>
            </a:pPr>
            <a:r>
              <a:t>D:/pasar_fix/node_modules/.bun/caniuse-lite@1.0.30001793/node_modules/caniuse-lite/data/regions/CK.js</a:t>
            </a:r>
          </a:p>
          <a:p>
            <a:pPr>
              <a:defRPr sz="1200"/>
            </a:pPr>
            <a:r>
              <a:t>D:/pasar_fix/node_modules/.bun/caniuse-lite@1.0.30001793/node_modules/caniuse-lite/data/regions/CL.js</a:t>
            </a:r>
          </a:p>
          <a:p>
            <a:pPr>
              <a:defRPr sz="1200"/>
            </a:pPr>
            <a:r>
              <a:t>D:/pasar_fix/node_modules/.bun/caniuse-lite@1.0.30001793/node_modules/caniuse-lite/data/regions/CM.js</a:t>
            </a:r>
          </a:p>
          <a:p>
            <a:pPr>
              <a:defRPr sz="1200"/>
            </a:pPr>
            <a:r>
              <a:t>D:/pasar_fix/node_modules/.bun/caniuse-lite@1.0.30001793/node_modules/caniuse-lite/data/regions/CN.js</a:t>
            </a:r>
          </a:p>
          <a:p>
            <a:pPr>
              <a:defRPr sz="1200"/>
            </a:pPr>
            <a:r>
              <a:t>D:/pasar_fix/node_modules/.bun/caniuse-lite@1.0.30001793/node_modules/caniuse-lite/data/regions/CO.js</a:t>
            </a:r>
          </a:p>
          <a:p>
            <a:pPr>
              <a:defRPr sz="1200"/>
            </a:pPr>
            <a:r>
              <a:t>D:/pasar_fix/node_modules/.bun/caniuse-lite@1.0.30001793/node_modules/caniuse-lite/data/regions/CR.js</a:t>
            </a:r>
          </a:p>
          <a:p>
            <a:pPr>
              <a:defRPr sz="1200"/>
            </a:pPr>
            <a:r>
              <a:t>D:/pasar_fix/node_modules/.bun/caniuse-lite@1.0.30001793/node_modules/caniuse-lite/data/regions/CU.js</a:t>
            </a:r>
          </a:p>
          <a:p>
            <a:pPr>
              <a:defRPr sz="1200"/>
            </a:pPr>
            <a:r>
              <a:t>D:/pasar_fix/node_modules/.bun/caniuse-lite@1.0.30001793/node_modules/caniuse-lite/data/regions/CV.js</a:t>
            </a:r>
          </a:p>
          <a:p>
            <a:pPr>
              <a:defRPr sz="1200"/>
            </a:pPr>
            <a:r>
              <a:t>D:/pasar_fix/node_modules/.bun/caniuse-lite@1.0.30001793/node_modules/caniuse-lite/data/regions/CX.js</a:t>
            </a:r>
          </a:p>
          <a:p>
            <a:pPr>
              <a:defRPr sz="1200"/>
            </a:pPr>
            <a:r>
              <a:t>D:/pasar_fix/node_modules/.bun/caniuse-lite@1.0.30001793/node_modules/caniuse-lite/data/regions/CY.js</a:t>
            </a:r>
          </a:p>
          <a:p>
            <a:pPr>
              <a:defRPr sz="1200"/>
            </a:pPr>
            <a:r>
              <a:t>D:/pasar_fix/node_modules/.bun/caniuse-lite@1.0.30001793/node_modules/caniuse-lite/data/regions/CZ.js</a:t>
            </a:r>
          </a:p>
          <a:p>
            <a:pPr>
              <a:defRPr sz="1200"/>
            </a:pPr>
            <a:r>
              <a:t>D:/pasar_fix/node_modules/.bun/caniuse-lite@1.0.30001793/node_modules/caniuse-lite/data/regions/DE.js</a:t>
            </a:r>
          </a:p>
          <a:p>
            <a:pPr>
              <a:defRPr sz="1200"/>
            </a:pPr>
            <a:r>
              <a:t>D:/pasar_fix/node_modules/.bun/caniuse-lite@1.0.30001793/node_modules/caniuse-lite/data/regions/DJ.js</a:t>
            </a:r>
          </a:p>
          <a:p>
            <a:pPr>
              <a:defRPr sz="1200"/>
            </a:pPr>
            <a:r>
              <a:t>D:/pasar_fix/node_modules/.bun/caniuse-lite@1.0.30001793/node_modules/caniuse-lite/data/regions/DK.js</a:t>
            </a:r>
          </a:p>
          <a:p>
            <a:pPr>
              <a:defRPr sz="1200"/>
            </a:pPr>
            <a:r>
              <a:t>D:/pasar_fix/node_modules/.bun/caniuse-lite@1.0.30001793/node_modules/caniuse-lite/data/regions/DM.js</a:t>
            </a:r>
          </a:p>
          <a:p>
            <a:pPr>
              <a:defRPr sz="1200"/>
            </a:pPr>
            <a:r>
              <a:t>D:/pasar_fix/node_modules/.bun/caniuse-lite@1.0.30001793/node_modules/caniuse-lite/data/regions/DO.js</a:t>
            </a:r>
          </a:p>
          <a:p>
            <a:pPr>
              <a:defRPr sz="1200"/>
            </a:pPr>
            <a:r>
              <a:t>D:/pasar_fix/node_modules/.bun/caniuse-lite@1.0.30001793/node_modules/caniuse-lite/data/regions/DZ.js</a:t>
            </a:r>
          </a:p>
          <a:p>
            <a:pPr>
              <a:defRPr sz="1200"/>
            </a:pPr>
            <a:r>
              <a:t>D:/pasar_fix/node_modules/.bun/caniuse-lite@1.0.30001793/node_modules/caniuse-lite/data/regions/EC.js</a:t>
            </a:r>
          </a:p>
          <a:p>
            <a:pPr>
              <a:defRPr sz="1200"/>
            </a:pPr>
            <a:r>
              <a:t>D:/pasar_fix/node_modules/.bun/caniuse-lite@1.0.30001793/node_modules/caniuse-lite/data/regions/EE.js</a:t>
            </a:r>
          </a:p>
          <a:p>
            <a:pPr>
              <a:defRPr sz="1200"/>
            </a:pPr>
            <a:r>
              <a:t>D:/pasar_fix/node_modules/.bun/caniuse-lite@1.0.30001793/node_modules/caniuse-lite/data/regions/EG.js</a:t>
            </a:r>
          </a:p>
          <a:p>
            <a:pPr>
              <a:defRPr sz="1200"/>
            </a:pPr>
            <a:r>
              <a:t>D:/pasar_fix/node_modules/.bun/caniuse-lite@1.0.30001793/node_modules/caniuse-lite/data/regions/ER.js</a:t>
            </a:r>
          </a:p>
          <a:p>
            <a:pPr>
              <a:defRPr sz="1200"/>
            </a:pPr>
            <a:r>
              <a:t>D:/pasar_fix/node_modules/.bun/caniuse-lite@1.0.30001793/node_modules/caniuse-lite/data/regions/ES.js</a:t>
            </a:r>
          </a:p>
          <a:p>
            <a:pPr>
              <a:defRPr sz="1200"/>
            </a:pPr>
            <a:r>
              <a:t>D:/pasar_fix/node_modules/.bun/caniuse-lite@1.0.30001793/node_modules/caniuse-lite/data/regions/ET.js</a:t>
            </a:r>
          </a:p>
          <a:p>
            <a:pPr>
              <a:defRPr sz="1200"/>
            </a:pPr>
            <a:r>
              <a:t>D:/pasar_fix/node_modules/.bun/caniuse-lite@1.0.30001793/node_modules/caniuse-lite/data/regions/FI.js</a:t>
            </a:r>
          </a:p>
          <a:p>
            <a:pPr>
              <a:defRPr sz="1200"/>
            </a:pPr>
            <a:r>
              <a:t>D:/pasar_fix/node_modules/.bun/caniuse-lite@1.0.30001793/node_modules/caniuse-lite/data/regions/FJ.js</a:t>
            </a:r>
          </a:p>
          <a:p>
            <a:pPr>
              <a:defRPr sz="1200"/>
            </a:pPr>
            <a:r>
              <a:t>D:/pasar_fix/node_modules/.bun/caniuse-lite@1.0.30001793/node_modules/caniuse-lite/data/regions/FK.js</a:t>
            </a:r>
          </a:p>
          <a:p>
            <a:pPr>
              <a:defRPr sz="1200"/>
            </a:pPr>
            <a:r>
              <a:t>D:/pasar_fix/node_modules/.bun/caniuse-lite@1.0.30001793/node_modules/caniuse-lite/data/regions/FM.js</a:t>
            </a:r>
          </a:p>
          <a:p>
            <a:pPr>
              <a:defRPr sz="1200"/>
            </a:pPr>
            <a:r>
              <a:t>D:/pasar_fix/node_modules/.bun/caniuse-lite@1.0.30001793/node_modules/caniuse-lite/data/regions/FO.js</a:t>
            </a:r>
          </a:p>
          <a:p>
            <a:pPr>
              <a:defRPr sz="1200"/>
            </a:pPr>
            <a:r>
              <a:t>D:/pasar_fix/node_modules/.bun/caniuse-lite@1.0.30001793/node_modules/caniuse-lite/data/regions/FR.js</a:t>
            </a:r>
          </a:p>
          <a:p>
            <a:pPr>
              <a:defRPr sz="1200"/>
            </a:pPr>
            <a:r>
              <a:t>D:/pasar_fix/node_modules/.bun/caniuse-lite@1.0.30001793/node_modules/caniuse-lite/data/regions/GA.js</a:t>
            </a:r>
          </a:p>
          <a:p>
            <a:pPr>
              <a:defRPr sz="1200"/>
            </a:pPr>
            <a:r>
              <a:t>D:/pasar_fix/node_modules/.bun/caniuse-lite@1.0.30001793/node_modules/caniuse-lite/data/regions/GB.js</a:t>
            </a:r>
          </a:p>
          <a:p>
            <a:pPr>
              <a:defRPr sz="1200"/>
            </a:pPr>
            <a:r>
              <a:t>D:/pasar_fix/node_modules/.bun/caniuse-lite@1.0.30001793/node_modules/caniuse-lite/data/regions/GD.js</a:t>
            </a:r>
          </a:p>
          <a:p>
            <a:pPr>
              <a:defRPr sz="1200"/>
            </a:pPr>
            <a:r>
              <a:t>D:/pasar_fix/node_modules/.bun/caniuse-lite@1.0.30001793/node_modules/caniuse-lite/data/regions/GE.js</a:t>
            </a:r>
          </a:p>
          <a:p>
            <a:pPr>
              <a:defRPr sz="1200"/>
            </a:pPr>
            <a:r>
              <a:t>D:/pasar_fix/node_modules/.bun/caniuse-lite@1.0.30001793/node_modules/caniuse-lite/data/regions/GF.js</a:t>
            </a:r>
          </a:p>
          <a:p>
            <a:pPr>
              <a:defRPr sz="1200"/>
            </a:pPr>
            <a:r>
              <a:t>D:/pasar_fix/node_modules/.bun/caniuse-lite@1.0.30001793/node_modules/caniuse-lite/data/regions/GG.js</a:t>
            </a:r>
          </a:p>
          <a:p>
            <a:pPr>
              <a:defRPr sz="1200"/>
            </a:pPr>
            <a:r>
              <a:t>D:/pasar_fix/node_modules/.bun/caniuse-lite@1.0.30001793/node_modules/caniuse-lite/data/regions/GH.js</a:t>
            </a:r>
          </a:p>
          <a:p>
            <a:pPr>
              <a:defRPr sz="1200"/>
            </a:pPr>
            <a:r>
              <a:t>D:/pasar_fix/node_modules/.bun/caniuse-lite@1.0.30001793/node_modules/caniuse-lite/data/regions/GI.js</a:t>
            </a:r>
          </a:p>
          <a:p>
            <a:pPr>
              <a:defRPr sz="1200"/>
            </a:pPr>
            <a:r>
              <a:t>D:/pasar_fix/node_modules/.bun/caniuse-lite@1.0.30001793/node_modules/caniuse-lite/data/regions/GL.js</a:t>
            </a:r>
          </a:p>
          <a:p>
            <a:pPr>
              <a:defRPr sz="1200"/>
            </a:pPr>
            <a:r>
              <a:t>D:/pasar_fix/node_modules/.bun/caniuse-lite@1.0.30001793/node_modules/caniuse-lite/data/regions/GM.js</a:t>
            </a:r>
          </a:p>
          <a:p>
            <a:pPr>
              <a:defRPr sz="1200"/>
            </a:pPr>
            <a:r>
              <a:t>D:/pasar_fix/node_modules/.bun/caniuse-lite@1.0.30001793/node_modules/caniuse-lite/data/regions/GN.js</a:t>
            </a:r>
          </a:p>
          <a:p>
            <a:pPr>
              <a:defRPr sz="1200"/>
            </a:pPr>
            <a:r>
              <a:t>D:/pasar_fix/node_modules/.bun/caniuse-lite@1.0.30001793/node_modules/caniuse-lite/data/regions/GP.js</a:t>
            </a:r>
          </a:p>
          <a:p>
            <a:pPr>
              <a:defRPr sz="1200"/>
            </a:pPr>
            <a:r>
              <a:t>D:/pasar_fix/node_modules/.bun/caniuse-lite@1.0.30001793/node_modules/caniuse-lite/data/regions/GQ.js</a:t>
            </a:r>
          </a:p>
          <a:p>
            <a:pPr>
              <a:defRPr sz="1200"/>
            </a:pPr>
            <a:r>
              <a:t>D:/pasar_fix/node_modules/.bun/caniuse-lite@1.0.30001793/node_modules/caniuse-lite/data/regions/GR.js</a:t>
            </a:r>
          </a:p>
          <a:p>
            <a:pPr>
              <a:defRPr sz="1200"/>
            </a:pPr>
            <a:r>
              <a:t>D:/pasar_fix/node_modules/.bun/caniuse-lite@1.0.30001793/node_modules/caniuse-lite/data/regions/GT.js</a:t>
            </a:r>
          </a:p>
          <a:p>
            <a:pPr>
              <a:defRPr sz="1200"/>
            </a:pPr>
            <a:r>
              <a:t>D:/pasar_fix/node_modules/.bun/caniuse-lite@1.0.30001793/node_modules/caniuse-lite/data/regions/GU.js</a:t>
            </a:r>
          </a:p>
          <a:p>
            <a:pPr>
              <a:defRPr sz="1200"/>
            </a:pPr>
            <a:r>
              <a:t>D:/pasar_fix/node_modules/.bun/caniuse-lite@1.0.30001793/node_modules/caniuse-lite/data/regions/GW.js</a:t>
            </a:r>
          </a:p>
          <a:p>
            <a:pPr>
              <a:defRPr sz="1200"/>
            </a:pPr>
            <a:r>
              <a:t>D:/pasar_fix/node_modules/.bun/caniuse-lite@1.0.30001793/node_modules/caniuse-lite/data/regions/GY.js</a:t>
            </a:r>
          </a:p>
          <a:p>
            <a:pPr>
              <a:defRPr sz="1200"/>
            </a:pPr>
            <a:r>
              <a:t>D:/pasar_fix/node_modules/.bun/caniuse-lite@1.0.30001793/node_modules/caniuse-lite/data/regions/HK.js</a:t>
            </a:r>
          </a:p>
          <a:p>
            <a:pPr>
              <a:defRPr sz="1200"/>
            </a:pPr>
            <a:r>
              <a:t>D:/pasar_fix/node_modules/.bun/caniuse-lite@1.0.30001793/node_modules/caniuse-lite/data/regions/HN.js</a:t>
            </a:r>
          </a:p>
          <a:p>
            <a:pPr>
              <a:defRPr sz="1200"/>
            </a:pPr>
            <a:r>
              <a:t>D:/pasar_fix/node_modules/.bun/caniuse-lite@1.0.30001793/node_modules/caniuse-lite/data/regions/HR.js</a:t>
            </a:r>
          </a:p>
          <a:p>
            <a:pPr>
              <a:defRPr sz="1200"/>
            </a:pPr>
            <a:r>
              <a:t>D:/pasar_fix/node_modules/.bun/caniuse-lite@1.0.30001793/node_modules/caniuse-lite/data/regions/HT.js</a:t>
            </a:r>
          </a:p>
          <a:p>
            <a:pPr>
              <a:defRPr sz="1200"/>
            </a:pPr>
            <a:r>
              <a:t>D:/pasar_fix/node_modules/.bun/caniuse-lite@1.0.30001793/node_modules/caniuse-lite/data/regions/HU.js</a:t>
            </a:r>
          </a:p>
          <a:p>
            <a:pPr>
              <a:defRPr sz="1200"/>
            </a:pPr>
            <a:r>
              <a:t>D:/pasar_fix/node_modules/.bun/caniuse-lite@1.0.30001793/node_modules/caniuse-lite/data/regions/ID.js</a:t>
            </a:r>
          </a:p>
          <a:p>
            <a:pPr>
              <a:defRPr sz="1200"/>
            </a:pPr>
            <a:r>
              <a:t>D:/pasar_fix/node_modules/.bun/caniuse-lite@1.0.30001793/node_modules/caniuse-lite/data/regions/IE.js</a:t>
            </a:r>
          </a:p>
          <a:p>
            <a:pPr>
              <a:defRPr sz="1200"/>
            </a:pPr>
            <a:r>
              <a:t>D:/pasar_fix/node_modules/.bun/caniuse-lite@1.0.30001793/node_modules/caniuse-lite/data/regions/IL.js</a:t>
            </a:r>
          </a:p>
          <a:p>
            <a:pPr>
              <a:defRPr sz="1200"/>
            </a:pPr>
            <a:r>
              <a:t>D:/pasar_fix/node_modules/.bun/caniuse-lite@1.0.30001793/node_modules/caniuse-lite/data/regions/IM.js</a:t>
            </a:r>
          </a:p>
          <a:p>
            <a:pPr>
              <a:defRPr sz="1200"/>
            </a:pPr>
            <a:r>
              <a:t>D:/pasar_fix/node_modules/.bun/caniuse-lite@1.0.30001793/node_modules/caniuse-lite/data/regions/IN.js</a:t>
            </a:r>
          </a:p>
          <a:p>
            <a:pPr>
              <a:defRPr sz="1200"/>
            </a:pPr>
            <a:r>
              <a:t>D:/pasar_fix/node_modules/.bun/caniuse-lite@1.0.30001793/node_modules/caniuse-lite/data/regions/IQ.js</a:t>
            </a:r>
          </a:p>
          <a:p>
            <a:pPr>
              <a:defRPr sz="1200"/>
            </a:pPr>
            <a:r>
              <a:t>D:/pasar_fix/node_modules/.bun/caniuse-lite@1.0.30001793/node_modules/caniuse-lite/data/regions/IR.js</a:t>
            </a:r>
          </a:p>
          <a:p>
            <a:pPr>
              <a:defRPr sz="1200"/>
            </a:pPr>
            <a:r>
              <a:t>D:/pasar_fix/node_modules/.bun/caniuse-lite@1.0.30001793/node_modules/caniuse-lite/data/regions/IS.js</a:t>
            </a:r>
          </a:p>
          <a:p>
            <a:pPr>
              <a:defRPr sz="1200"/>
            </a:pPr>
            <a:r>
              <a:t>D:/pasar_fix/node_modules/.bun/caniuse-lite@1.0.30001793/node_modules/caniuse-lite/data/regions/IT.js</a:t>
            </a:r>
          </a:p>
          <a:p>
            <a:pPr>
              <a:defRPr sz="1200"/>
            </a:pPr>
            <a:r>
              <a:t>D:/pasar_fix/node_modules/.bun/caniuse-lite@1.0.30001793/node_modules/caniuse-lite/data/regions/JE.js</a:t>
            </a:r>
          </a:p>
          <a:p>
            <a:pPr>
              <a:defRPr sz="1200"/>
            </a:pPr>
            <a:r>
              <a:t>D:/pasar_fix/node_modules/.bun/caniuse-lite@1.0.30001793/node_modules/caniuse-lite/data/regions/JM.js</a:t>
            </a:r>
          </a:p>
          <a:p>
            <a:pPr>
              <a:defRPr sz="1200"/>
            </a:pPr>
            <a:r>
              <a:t>D:/pasar_fix/node_modules/.bun/caniuse-lite@1.0.30001793/node_modules/caniuse-lite/data/regions/JO.js</a:t>
            </a:r>
          </a:p>
          <a:p>
            <a:pPr>
              <a:defRPr sz="1200"/>
            </a:pPr>
            <a:r>
              <a:t>D:/pasar_fix/node_modules/.bun/caniuse-lite@1.0.30001793/node_modules/caniuse-lite/data/regions/JP.js</a:t>
            </a:r>
          </a:p>
          <a:p>
            <a:pPr>
              <a:defRPr sz="1200"/>
            </a:pPr>
            <a:r>
              <a:t>D:/pasar_fix/node_modules/.bun/caniuse-lite@1.0.30001793/node_modules/caniuse-lite/data/regions/KE.js</a:t>
            </a:r>
          </a:p>
          <a:p>
            <a:pPr>
              <a:defRPr sz="1200"/>
            </a:pPr>
            <a:r>
              <a:t>D:/pasar_fix/node_modules/.bun/caniuse-lite@1.0.30001793/node_modules/caniuse-lite/data/regions/KG.js</a:t>
            </a:r>
          </a:p>
          <a:p>
            <a:pPr>
              <a:defRPr sz="1200"/>
            </a:pPr>
            <a:r>
              <a:t>D:/pasar_fix/node_modules/.bun/caniuse-lite@1.0.30001793/node_modules/caniuse-lite/data/regions/KH.js</a:t>
            </a:r>
          </a:p>
          <a:p>
            <a:pPr>
              <a:defRPr sz="1200"/>
            </a:pPr>
            <a:r>
              <a:t>D:/pasar_fix/node_modules/.bun/caniuse-lite@1.0.30001793/node_modules/caniuse-lite/data/regions/KI.js</a:t>
            </a:r>
          </a:p>
          <a:p>
            <a:pPr>
              <a:defRPr sz="1200"/>
            </a:pPr>
            <a:r>
              <a:t>D:/pasar_fix/node_modules/.bun/caniuse-lite@1.0.30001793/node_modules/caniuse-lite/data/regions/KM.js</a:t>
            </a:r>
          </a:p>
          <a:p>
            <a:pPr>
              <a:defRPr sz="1200"/>
            </a:pPr>
            <a:r>
              <a:t>D:/pasar_fix/node_modules/.bun/caniuse-lite@1.0.30001793/node_modules/caniuse-lite/data/regions/KN.js</a:t>
            </a:r>
          </a:p>
          <a:p>
            <a:pPr>
              <a:defRPr sz="1200"/>
            </a:pPr>
            <a:r>
              <a:t>D:/pasar_fix/node_modules/.bun/caniuse-lite@1.0.30001793/node_modules/caniuse-lite/data/regions/KP.js</a:t>
            </a:r>
          </a:p>
          <a:p>
            <a:pPr>
              <a:defRPr sz="1200"/>
            </a:pPr>
            <a:r>
              <a:t>D:/pasar_fix/node_modules/.bun/caniuse-lite@1.0.30001793/node_modules/caniuse-lite/data/regions/KR.js</a:t>
            </a:r>
          </a:p>
          <a:p>
            <a:pPr>
              <a:defRPr sz="1200"/>
            </a:pPr>
            <a:r>
              <a:t>D:/pasar_fix/node_modules/.bun/caniuse-lite@1.0.30001793/node_modules/caniuse-lite/data/regions/KW.js</a:t>
            </a:r>
          </a:p>
          <a:p>
            <a:pPr>
              <a:defRPr sz="1200"/>
            </a:pPr>
            <a:r>
              <a:t>D:/pasar_fix/node_modules/.bun/caniuse-lite@1.0.30001793/node_modules/caniuse-lite/data/regions/KY.js</a:t>
            </a:r>
          </a:p>
          <a:p>
            <a:pPr>
              <a:defRPr sz="1200"/>
            </a:pPr>
            <a:r>
              <a:t>D:/pasar_fix/node_modules/.bun/caniuse-lite@1.0.30001793/node_modules/caniuse-lite/data/regions/KZ.js</a:t>
            </a:r>
          </a:p>
          <a:p>
            <a:pPr>
              <a:defRPr sz="1200"/>
            </a:pPr>
            <a:r>
              <a:t>D:/pasar_fix/node_modules/.bun/caniuse-lite@1.0.30001793/node_modules/caniuse-lite/data/regions/LA.js</a:t>
            </a:r>
          </a:p>
          <a:p>
            <a:pPr>
              <a:defRPr sz="1200"/>
            </a:pPr>
            <a:r>
              <a:t>D:/pasar_fix/node_modules/.bun/caniuse-lite@1.0.30001793/node_modules/caniuse-lite/data/regions/LB.js</a:t>
            </a:r>
          </a:p>
          <a:p>
            <a:pPr>
              <a:defRPr sz="1200"/>
            </a:pPr>
            <a:r>
              <a:t>D:/pasar_fix/node_modules/.bun/caniuse-lite@1.0.30001793/node_modules/caniuse-lite/data/regions/LC.js</a:t>
            </a:r>
          </a:p>
          <a:p>
            <a:pPr>
              <a:defRPr sz="1200"/>
            </a:pPr>
            <a:r>
              <a:t>D:/pasar_fix/node_modules/.bun/caniuse-lite@1.0.30001793/node_modules/caniuse-lite/data/regions/LI.js</a:t>
            </a:r>
          </a:p>
          <a:p>
            <a:pPr>
              <a:defRPr sz="1200"/>
            </a:pPr>
            <a:r>
              <a:t>D:/pasar_fix/node_modules/.bun/caniuse-lite@1.0.30001793/node_modules/caniuse-lite/data/regions/LK.js</a:t>
            </a:r>
          </a:p>
          <a:p>
            <a:pPr>
              <a:defRPr sz="1200"/>
            </a:pPr>
            <a:r>
              <a:t>D:/pasar_fix/node_modules/.bun/caniuse-lite@1.0.30001793/node_modules/caniuse-lite/data/regions/LR.js</a:t>
            </a:r>
          </a:p>
          <a:p>
            <a:pPr>
              <a:defRPr sz="1200"/>
            </a:pPr>
            <a:r>
              <a:t>D:/pasar_fix/node_modules/.bun/caniuse-lite@1.0.30001793/node_modules/caniuse-lite/data/regions/LS.js</a:t>
            </a:r>
          </a:p>
          <a:p>
            <a:pPr>
              <a:defRPr sz="1200"/>
            </a:pPr>
            <a:r>
              <a:t>D:/pasar_fix/node_modules/.bun/caniuse-lite@1.0.30001793/node_modules/caniuse-lite/data/regions/LT.js</a:t>
            </a:r>
          </a:p>
          <a:p>
            <a:pPr>
              <a:defRPr sz="1200"/>
            </a:pPr>
            <a:r>
              <a:t>D:/pasar_fix/node_modules/.bun/caniuse-lite@1.0.30001793/node_modules/caniuse-lite/data/regions/LU.js</a:t>
            </a:r>
          </a:p>
          <a:p>
            <a:pPr>
              <a:defRPr sz="1200"/>
            </a:pPr>
            <a:r>
              <a:t>D:/pasar_fix/node_modules/.bun/caniuse-lite@1.0.30001793/node_modules/caniuse-lite/data/regions/LV.js</a:t>
            </a:r>
          </a:p>
          <a:p>
            <a:pPr>
              <a:defRPr sz="1200"/>
            </a:pPr>
            <a:r>
              <a:t>D:/pasar_fix/node_modules/.bun/caniuse-lite@1.0.30001793/node_modules/caniuse-lite/data/regions/LY.js</a:t>
            </a:r>
          </a:p>
          <a:p>
            <a:pPr>
              <a:defRPr sz="1200"/>
            </a:pPr>
            <a:r>
              <a:t>D:/pasar_fix/node_modules/.bun/caniuse-lite@1.0.30001793/node_modules/caniuse-lite/data/regions/MA.js</a:t>
            </a:r>
          </a:p>
          <a:p>
            <a:pPr>
              <a:defRPr sz="1200"/>
            </a:pPr>
            <a:r>
              <a:t>D:/pasar_fix/node_modules/.bun/caniuse-lite@1.0.30001793/node_modules/caniuse-lite/data/regions/MC.js</a:t>
            </a:r>
          </a:p>
          <a:p>
            <a:pPr>
              <a:defRPr sz="1200"/>
            </a:pPr>
            <a:r>
              <a:t>D:/pasar_fix/node_modules/.bun/caniuse-lite@1.0.30001793/node_modules/caniuse-lite/data/regions/MD.js</a:t>
            </a:r>
          </a:p>
          <a:p>
            <a:pPr>
              <a:defRPr sz="1200"/>
            </a:pPr>
            <a:r>
              <a:t>D:/pasar_fix/node_modules/.bun/caniuse-lite@1.0.30001793/node_modules/caniuse-lite/data/regions/ME.js</a:t>
            </a:r>
          </a:p>
          <a:p>
            <a:pPr>
              <a:defRPr sz="1200"/>
            </a:pPr>
            <a:r>
              <a:t>D:/pasar_fix/node_modules/.bun/caniuse-lite@1.0.30001793/node_modules/caniuse-lite/data/regions/MG.js</a:t>
            </a:r>
          </a:p>
          <a:p>
            <a:pPr>
              <a:defRPr sz="1200"/>
            </a:pPr>
            <a:r>
              <a:t>D:/pasar_fix/node_modules/.bun/caniuse-lite@1.0.30001793/node_modules/caniuse-lite/data/regions/MH.js</a:t>
            </a:r>
          </a:p>
          <a:p>
            <a:pPr>
              <a:defRPr sz="1200"/>
            </a:pPr>
            <a:r>
              <a:t>D:/pasar_fix/node_modules/.bun/caniuse-lite@1.0.30001793/node_modules/caniuse-lite/data/regions/MK.js</a:t>
            </a:r>
          </a:p>
          <a:p>
            <a:pPr>
              <a:defRPr sz="1200"/>
            </a:pPr>
            <a:r>
              <a:t>D:/pasar_fix/node_modules/.bun/caniuse-lite@1.0.30001793/node_modules/caniuse-lite/data/regions/ML.js</a:t>
            </a:r>
          </a:p>
          <a:p>
            <a:pPr>
              <a:defRPr sz="1200"/>
            </a:pPr>
            <a:r>
              <a:t>D:/pasar_fix/node_modules/.bun/caniuse-lite@1.0.30001793/node_modules/caniuse-lite/data/regions/MM.js</a:t>
            </a:r>
          </a:p>
          <a:p>
            <a:pPr>
              <a:defRPr sz="1200"/>
            </a:pPr>
            <a:r>
              <a:t>D:/pasar_fix/node_modules/.bun/caniuse-lite@1.0.30001793/node_modules/caniuse-lite/data/regions/MN.js</a:t>
            </a:r>
          </a:p>
          <a:p>
            <a:pPr>
              <a:defRPr sz="1200"/>
            </a:pPr>
            <a:r>
              <a:t>D:/pasar_fix/node_modules/.bun/caniuse-lite@1.0.30001793/node_modules/caniuse-lite/data/regions/MO.js</a:t>
            </a:r>
          </a:p>
          <a:p>
            <a:pPr>
              <a:defRPr sz="1200"/>
            </a:pPr>
            <a:r>
              <a:t>D:/pasar_fix/node_modules/.bun/caniuse-lite@1.0.30001793/node_modules/caniuse-lite/data/regions/MP.js</a:t>
            </a:r>
          </a:p>
          <a:p>
            <a:pPr>
              <a:defRPr sz="1200"/>
            </a:pPr>
            <a:r>
              <a:t>D:/pasar_fix/node_modules/.bun/caniuse-lite@1.0.30001793/node_modules/caniuse-lite/data/regions/MQ.js</a:t>
            </a:r>
          </a:p>
          <a:p>
            <a:pPr>
              <a:defRPr sz="1200"/>
            </a:pPr>
            <a:r>
              <a:t>D:/pasar_fix/node_modules/.bun/caniuse-lite@1.0.30001793/node_modules/caniuse-lite/data/regions/MR.js</a:t>
            </a:r>
          </a:p>
          <a:p>
            <a:pPr>
              <a:defRPr sz="1200"/>
            </a:pPr>
            <a:r>
              <a:t>D:/pasar_fix/node_modules/.bun/caniuse-lite@1.0.30001793/node_modules/caniuse-lite/data/regions/MS.js</a:t>
            </a:r>
          </a:p>
          <a:p>
            <a:pPr>
              <a:defRPr sz="1200"/>
            </a:pPr>
            <a:r>
              <a:t>D:/pasar_fix/node_modules/.bun/caniuse-lite@1.0.30001793/node_modules/caniuse-lite/data/regions/MT.js</a:t>
            </a:r>
          </a:p>
          <a:p>
            <a:pPr>
              <a:defRPr sz="1200"/>
            </a:pPr>
            <a:r>
              <a:t>D:/pasar_fix/node_modules/.bun/caniuse-lite@1.0.30001793/node_modules/caniuse-lite/data/regions/MU.js</a:t>
            </a:r>
          </a:p>
          <a:p>
            <a:pPr>
              <a:defRPr sz="1200"/>
            </a:pPr>
            <a:r>
              <a:t>D:/pasar_fix/node_modules/.bun/caniuse-lite@1.0.30001793/node_modules/caniuse-lite/data/regions/MV.js</a:t>
            </a:r>
          </a:p>
          <a:p>
            <a:pPr>
              <a:defRPr sz="1200"/>
            </a:pPr>
            <a:r>
              <a:t>D:/pasar_fix/node_modules/.bun/caniuse-lite@1.0.30001793/node_modules/caniuse-lite/data/regions/MW.js</a:t>
            </a:r>
          </a:p>
          <a:p>
            <a:pPr>
              <a:defRPr sz="1200"/>
            </a:pPr>
            <a:r>
              <a:t>D:/pasar_fix/node_modules/.bun/caniuse-lite@1.0.30001793/node_modules/caniuse-lite/data/regions/MX.js</a:t>
            </a:r>
          </a:p>
          <a:p>
            <a:pPr>
              <a:defRPr sz="1200"/>
            </a:pPr>
            <a:r>
              <a:t>D:/pasar_fix/node_modules/.bun/caniuse-lite@1.0.30001793/node_modules/caniuse-lite/data/regions/MY.js</a:t>
            </a:r>
          </a:p>
          <a:p>
            <a:pPr>
              <a:defRPr sz="1200"/>
            </a:pPr>
            <a:r>
              <a:t>D:/pasar_fix/node_modules/.bun/caniuse-lite@1.0.30001793/node_modules/caniuse-lite/data/regions/MZ.js</a:t>
            </a:r>
          </a:p>
          <a:p>
            <a:pPr>
              <a:defRPr sz="1200"/>
            </a:pPr>
            <a:r>
              <a:t>D:/pasar_fix/node_modules/.bun/caniuse-lite@1.0.30001793/node_modules/caniuse-lite/data/regions/NA.js</a:t>
            </a:r>
          </a:p>
          <a:p>
            <a:pPr>
              <a:defRPr sz="1200"/>
            </a:pPr>
            <a:r>
              <a:t>D:/pasar_fix/node_modules/.bun/caniuse-lite@1.0.30001793/node_modules/caniuse-lite/data/regions/NC.js</a:t>
            </a:r>
          </a:p>
          <a:p>
            <a:pPr>
              <a:defRPr sz="1200"/>
            </a:pPr>
            <a:r>
              <a:t>D:/pasar_fix/node_modules/.bun/caniuse-lite@1.0.30001793/node_modules/caniuse-lite/data/regions/NE.js</a:t>
            </a:r>
          </a:p>
          <a:p>
            <a:pPr>
              <a:defRPr sz="1200"/>
            </a:pPr>
            <a:r>
              <a:t>D:/pasar_fix/node_modules/.bun/caniuse-lite@1.0.30001793/node_modules/caniuse-lite/data/regions/NF.js</a:t>
            </a:r>
          </a:p>
          <a:p>
            <a:pPr>
              <a:defRPr sz="1200"/>
            </a:pPr>
            <a:r>
              <a:t>D:/pasar_fix/node_modules/.bun/caniuse-lite@1.0.30001793/node_modules/caniuse-lite/data/regions/NG.js</a:t>
            </a:r>
          </a:p>
          <a:p>
            <a:pPr>
              <a:defRPr sz="1200"/>
            </a:pPr>
            <a:r>
              <a:t>D:/pasar_fix/node_modules/.bun/caniuse-lite@1.0.30001793/node_modules/caniuse-lite/data/regions/NI.js</a:t>
            </a:r>
          </a:p>
          <a:p>
            <a:pPr>
              <a:defRPr sz="1200"/>
            </a:pPr>
            <a:r>
              <a:t>D:/pasar_fix/node_modules/.bun/caniuse-lite@1.0.30001793/node_modules/caniuse-lite/data/regions/NL.js</a:t>
            </a:r>
          </a:p>
          <a:p>
            <a:pPr>
              <a:defRPr sz="1200"/>
            </a:pPr>
            <a:r>
              <a:t>D:/pasar_fix/node_modules/.bun/caniuse-lite@1.0.30001793/node_modules/caniuse-lite/data/regions/NO.js</a:t>
            </a:r>
          </a:p>
          <a:p>
            <a:pPr>
              <a:defRPr sz="1200"/>
            </a:pPr>
            <a:r>
              <a:t>D:/pasar_fix/node_modules/.bun/caniuse-lite@1.0.30001793/node_modules/caniuse-lite/data/regions/NP.js</a:t>
            </a:r>
          </a:p>
          <a:p>
            <a:pPr>
              <a:defRPr sz="1200"/>
            </a:pPr>
            <a:r>
              <a:t>D:/pasar_fix/node_modules/.bun/caniuse-lite@1.0.30001793/node_modules/caniuse-lite/data/regions/NR.js</a:t>
            </a:r>
          </a:p>
          <a:p>
            <a:pPr>
              <a:defRPr sz="1200"/>
            </a:pPr>
            <a:r>
              <a:t>D:/pasar_fix/node_modules/.bun/caniuse-lite@1.0.30001793/node_modules/caniuse-lite/data/regions/NU.js</a:t>
            </a:r>
          </a:p>
          <a:p>
            <a:pPr>
              <a:defRPr sz="1200"/>
            </a:pPr>
            <a:r>
              <a:t>D:/pasar_fix/node_modules/.bun/caniuse-lite@1.0.30001793/node_modules/caniuse-lite/data/regions/NZ.js</a:t>
            </a:r>
          </a:p>
          <a:p>
            <a:pPr>
              <a:defRPr sz="1200"/>
            </a:pPr>
            <a:r>
              <a:t>D:/pasar_fix/node_modules/.bun/caniuse-lite@1.0.30001793/node_modules/caniuse-lite/data/regions/OM.js</a:t>
            </a:r>
          </a:p>
          <a:p>
            <a:pPr>
              <a:defRPr sz="1200"/>
            </a:pPr>
            <a:r>
              <a:t>D:/pasar_fix/node_modules/.bun/caniuse-lite@1.0.30001793/node_modules/caniuse-lite/data/regions/PA.js</a:t>
            </a:r>
          </a:p>
          <a:p>
            <a:pPr>
              <a:defRPr sz="1200"/>
            </a:pPr>
            <a:r>
              <a:t>D:/pasar_fix/node_modules/.bun/caniuse-lite@1.0.30001793/node_modules/caniuse-lite/data/regions/PE.js</a:t>
            </a:r>
          </a:p>
          <a:p>
            <a:pPr>
              <a:defRPr sz="1200"/>
            </a:pPr>
            <a:r>
              <a:t>D:/pasar_fix/node_modules/.bun/caniuse-lite@1.0.30001793/node_modules/caniuse-lite/data/regions/PF.js</a:t>
            </a:r>
          </a:p>
          <a:p>
            <a:pPr>
              <a:defRPr sz="1200"/>
            </a:pPr>
            <a:r>
              <a:t>D:/pasar_fix/node_modules/.bun/caniuse-lite@1.0.30001793/node_modules/caniuse-lite/data/regions/PG.js</a:t>
            </a:r>
          </a:p>
          <a:p>
            <a:pPr>
              <a:defRPr sz="1200"/>
            </a:pPr>
            <a:r>
              <a:t>D:/pasar_fix/node_modules/.bun/caniuse-lite@1.0.30001793/node_modules/caniuse-lite/data/regions/PH.js</a:t>
            </a:r>
          </a:p>
          <a:p>
            <a:pPr>
              <a:defRPr sz="1200"/>
            </a:pPr>
            <a:r>
              <a:t>D:/pasar_fix/node_modules/.bun/caniuse-lite@1.0.30001793/node_modules/caniuse-lite/data/regions/PK.js</a:t>
            </a:r>
          </a:p>
          <a:p>
            <a:pPr>
              <a:defRPr sz="1200"/>
            </a:pPr>
            <a:r>
              <a:t>D:/pasar_fix/node_modules/.bun/caniuse-lite@1.0.30001793/node_modules/caniuse-lite/data/regions/PL.js</a:t>
            </a:r>
          </a:p>
          <a:p>
            <a:pPr>
              <a:defRPr sz="1200"/>
            </a:pPr>
            <a:r>
              <a:t>D:/pasar_fix/node_modules/.bun/caniuse-lite@1.0.30001793/node_modules/caniuse-lite/data/regions/PM.js</a:t>
            </a:r>
          </a:p>
          <a:p>
            <a:pPr>
              <a:defRPr sz="1200"/>
            </a:pPr>
            <a:r>
              <a:t>D:/pasar_fix/node_modules/.bun/caniuse-lite@1.0.30001793/node_modules/caniuse-lite/data/regions/PN.js</a:t>
            </a:r>
          </a:p>
          <a:p>
            <a:pPr>
              <a:defRPr sz="1200"/>
            </a:pPr>
            <a:r>
              <a:t>D:/pasar_fix/node_modules/.bun/caniuse-lite@1.0.30001793/node_modules/caniuse-lite/data/regions/PR.js</a:t>
            </a:r>
          </a:p>
          <a:p>
            <a:pPr>
              <a:defRPr sz="1200"/>
            </a:pPr>
            <a:r>
              <a:t>D:/pasar_fix/node_modules/.bun/caniuse-lite@1.0.30001793/node_modules/caniuse-lite/data/regions/PS.js</a:t>
            </a:r>
          </a:p>
          <a:p>
            <a:pPr>
              <a:defRPr sz="1200"/>
            </a:pPr>
            <a:r>
              <a:t>D:/pasar_fix/node_modules/.bun/caniuse-lite@1.0.30001793/node_modules/caniuse-lite/data/regions/PT.js</a:t>
            </a:r>
          </a:p>
          <a:p>
            <a:pPr>
              <a:defRPr sz="1200"/>
            </a:pPr>
            <a:r>
              <a:t>D:/pasar_fix/node_modules/.bun/caniuse-lite@1.0.30001793/node_modules/caniuse-lite/data/regions/PW.js</a:t>
            </a:r>
          </a:p>
          <a:p>
            <a:pPr>
              <a:defRPr sz="1200"/>
            </a:pPr>
            <a:r>
              <a:t>D:/pasar_fix/node_modules/.bun/caniuse-lite@1.0.30001793/node_modules/caniuse-lite/data/regions/PY.js</a:t>
            </a:r>
          </a:p>
          <a:p>
            <a:pPr>
              <a:defRPr sz="1200"/>
            </a:pPr>
            <a:r>
              <a:t>D:/pasar_fix/node_modules/.bun/caniuse-lite@1.0.30001793/node_modules/caniuse-lite/data/regions/QA.js</a:t>
            </a:r>
          </a:p>
          <a:p>
            <a:pPr>
              <a:defRPr sz="1200"/>
            </a:pPr>
            <a:r>
              <a:t>D:/pasar_fix/node_modules/.bun/caniuse-lite@1.0.30001793/node_modules/caniuse-lite/data/regions/RE.js</a:t>
            </a:r>
          </a:p>
          <a:p>
            <a:pPr>
              <a:defRPr sz="1200"/>
            </a:pPr>
            <a:r>
              <a:t>D:/pasar_fix/node_modules/.bun/caniuse-lite@1.0.30001793/node_modules/caniuse-lite/data/regions/RO.js</a:t>
            </a:r>
          </a:p>
          <a:p>
            <a:pPr>
              <a:defRPr sz="1200"/>
            </a:pPr>
            <a:r>
              <a:t>D:/pasar_fix/node_modules/.bun/caniuse-lite@1.0.30001793/node_modules/caniuse-lite/data/regions/RS.js</a:t>
            </a:r>
          </a:p>
          <a:p>
            <a:pPr>
              <a:defRPr sz="1200"/>
            </a:pPr>
            <a:r>
              <a:t>D:/pasar_fix/node_modules/.bun/caniuse-lite@1.0.30001793/node_modules/caniuse-lite/data/regions/RU.js</a:t>
            </a:r>
          </a:p>
          <a:p>
            <a:pPr>
              <a:defRPr sz="1200"/>
            </a:pPr>
            <a:r>
              <a:t>D:/pasar_fix/node_modules/.bun/caniuse-lite@1.0.30001793/node_modules/caniuse-lite/data/regions/RW.js</a:t>
            </a:r>
          </a:p>
          <a:p>
            <a:pPr>
              <a:defRPr sz="1200"/>
            </a:pPr>
            <a:r>
              <a:t>D:/pasar_fix/node_modules/.bun/caniuse-lite@1.0.30001793/node_modules/caniuse-lite/data/regions/SA.js</a:t>
            </a:r>
          </a:p>
          <a:p>
            <a:pPr>
              <a:defRPr sz="1200"/>
            </a:pPr>
            <a:r>
              <a:t>D:/pasar_fix/node_modules/.bun/caniuse-lite@1.0.30001793/node_modules/caniuse-lite/data/regions/SB.js</a:t>
            </a:r>
          </a:p>
          <a:p>
            <a:pPr>
              <a:defRPr sz="1200"/>
            </a:pPr>
            <a:r>
              <a:t>D:/pasar_fix/node_modules/.bun/caniuse-lite@1.0.30001793/node_modules/caniuse-lite/data/regions/SC.js</a:t>
            </a:r>
          </a:p>
          <a:p>
            <a:pPr>
              <a:defRPr sz="1200"/>
            </a:pPr>
            <a:r>
              <a:t>D:/pasar_fix/node_modules/.bun/caniuse-lite@1.0.30001793/node_modules/caniuse-lite/data/regions/SD.js</a:t>
            </a:r>
          </a:p>
          <a:p>
            <a:pPr>
              <a:defRPr sz="1200"/>
            </a:pPr>
            <a:r>
              <a:t>D:/pasar_fix/node_modules/.bun/caniuse-lite@1.0.30001793/node_modules/caniuse-lite/data/regions/SE.js</a:t>
            </a:r>
          </a:p>
          <a:p>
            <a:pPr>
              <a:defRPr sz="1200"/>
            </a:pPr>
            <a:r>
              <a:t>D:/pasar_fix/node_modules/.bun/caniuse-lite@1.0.30001793/node_modules/caniuse-lite/data/regions/SG.js</a:t>
            </a:r>
          </a:p>
          <a:p>
            <a:pPr>
              <a:defRPr sz="1200"/>
            </a:pPr>
            <a:r>
              <a:t>D:/pasar_fix/node_modules/.bun/caniuse-lite@1.0.30001793/node_modules/caniuse-lite/data/regions/SH.js</a:t>
            </a:r>
          </a:p>
          <a:p>
            <a:pPr>
              <a:defRPr sz="1200"/>
            </a:pPr>
            <a:r>
              <a:t>D:/pasar_fix/node_modules/.bun/caniuse-lite@1.0.30001793/node_modules/caniuse-lite/data/regions/SI.js</a:t>
            </a:r>
          </a:p>
          <a:p>
            <a:pPr>
              <a:defRPr sz="1200"/>
            </a:pPr>
            <a:r>
              <a:t>D:/pasar_fix/node_modules/.bun/caniuse-lite@1.0.30001793/node_modules/caniuse-lite/data/regions/SK.js</a:t>
            </a:r>
          </a:p>
          <a:p>
            <a:pPr>
              <a:defRPr sz="1200"/>
            </a:pPr>
            <a:r>
              <a:t>D:/pasar_fix/node_modules/.bun/caniuse-lite@1.0.30001793/node_modules/caniuse-lite/data/regions/SL.js</a:t>
            </a:r>
          </a:p>
          <a:p>
            <a:pPr>
              <a:defRPr sz="1200"/>
            </a:pPr>
            <a:r>
              <a:t>D:/pasar_fix/node_modules/.bun/caniuse-lite@1.0.30001793/node_modules/caniuse-lite/data/regions/SM.js</a:t>
            </a:r>
          </a:p>
          <a:p>
            <a:pPr>
              <a:defRPr sz="1200"/>
            </a:pPr>
            <a:r>
              <a:t>D:/pasar_fix/node_modules/.bun/caniuse-lite@1.0.30001793/node_modules/caniuse-lite/data/regions/SN.js</a:t>
            </a:r>
          </a:p>
          <a:p>
            <a:pPr>
              <a:defRPr sz="1200"/>
            </a:pPr>
            <a:r>
              <a:t>D:/pasar_fix/node_modules/.bun/caniuse-lite@1.0.30001793/node_modules/caniuse-lite/data/regions/SO.js</a:t>
            </a:r>
          </a:p>
          <a:p>
            <a:pPr>
              <a:defRPr sz="1200"/>
            </a:pPr>
            <a:r>
              <a:t>D:/pasar_fix/node_modules/.bun/caniuse-lite@1.0.30001793/node_modules/caniuse-lite/data/regions/SR.js</a:t>
            </a:r>
          </a:p>
          <a:p>
            <a:pPr>
              <a:defRPr sz="1200"/>
            </a:pPr>
            <a:r>
              <a:t>D:/pasar_fix/node_modules/.bun/caniuse-lite@1.0.30001793/node_modules/caniuse-lite/data/regions/ST.js</a:t>
            </a:r>
          </a:p>
          <a:p>
            <a:pPr>
              <a:defRPr sz="1200"/>
            </a:pPr>
            <a:r>
              <a:t>D:/pasar_fix/node_modules/.bun/caniuse-lite@1.0.30001793/node_modules/caniuse-lite/data/regions/SV.js</a:t>
            </a:r>
          </a:p>
          <a:p>
            <a:pPr>
              <a:defRPr sz="1200"/>
            </a:pPr>
            <a:r>
              <a:t>D:/pasar_fix/node_modules/.bun/caniuse-lite@1.0.30001793/node_modules/caniuse-lite/data/regions/SY.js</a:t>
            </a:r>
          </a:p>
          <a:p>
            <a:pPr>
              <a:defRPr sz="1200"/>
            </a:pPr>
            <a:r>
              <a:t>D:/pasar_fix/node_modules/.bun/caniuse-lite@1.0.30001793/node_modules/caniuse-lite/data/regions/SZ.js</a:t>
            </a:r>
          </a:p>
          <a:p>
            <a:pPr>
              <a:defRPr sz="1200"/>
            </a:pPr>
            <a:r>
              <a:t>D:/pasar_fix/node_modules/.bun/caniuse-lite@1.0.30001793/node_modules/caniuse-lite/data/regions/TC.js</a:t>
            </a:r>
          </a:p>
          <a:p>
            <a:pPr>
              <a:defRPr sz="1200"/>
            </a:pPr>
            <a:r>
              <a:t>D:/pasar_fix/node_modules/.bun/caniuse-lite@1.0.30001793/node_modules/caniuse-lite/data/regions/TD.js</a:t>
            </a:r>
          </a:p>
          <a:p>
            <a:pPr>
              <a:defRPr sz="1200"/>
            </a:pPr>
            <a:r>
              <a:t>D:/pasar_fix/node_modules/.bun/caniuse-lite@1.0.30001793/node_modules/caniuse-lite/data/regions/TG.js</a:t>
            </a:r>
          </a:p>
          <a:p>
            <a:pPr>
              <a:defRPr sz="1200"/>
            </a:pPr>
            <a:r>
              <a:t>D:/pasar_fix/node_modules/.bun/caniuse-lite@1.0.30001793/node_modules/caniuse-lite/data/regions/TH.js</a:t>
            </a:r>
          </a:p>
          <a:p>
            <a:pPr>
              <a:defRPr sz="1200"/>
            </a:pPr>
            <a:r>
              <a:t>D:/pasar_fix/node_modules/.bun/caniuse-lite@1.0.30001793/node_modules/caniuse-lite/data/regions/TJ.js</a:t>
            </a:r>
          </a:p>
          <a:p>
            <a:pPr>
              <a:defRPr sz="1200"/>
            </a:pPr>
            <a:r>
              <a:t>D:/pasar_fix/node_modules/.bun/caniuse-lite@1.0.30001793/node_modules/caniuse-lite/data/regions/TL.js</a:t>
            </a:r>
          </a:p>
          <a:p>
            <a:pPr>
              <a:defRPr sz="1200"/>
            </a:pPr>
            <a:r>
              <a:t>D:/pasar_fix/node_modules/.bun/caniuse-lite@1.0.30001793/node_modules/caniuse-lite/data/regions/TM.js</a:t>
            </a:r>
          </a:p>
          <a:p>
            <a:pPr>
              <a:defRPr sz="1200"/>
            </a:pPr>
            <a:r>
              <a:t>D:/pasar_fix/node_modules/.bun/caniuse-lite@1.0.30001793/node_modules/caniuse-lite/data/regions/TN.js</a:t>
            </a:r>
          </a:p>
          <a:p>
            <a:pPr>
              <a:defRPr sz="1200"/>
            </a:pPr>
            <a:r>
              <a:t>D:/pasar_fix/node_modules/.bun/caniuse-lite@1.0.30001793/node_modules/caniuse-lite/data/regions/TO.js</a:t>
            </a:r>
          </a:p>
          <a:p>
            <a:pPr>
              <a:defRPr sz="1200"/>
            </a:pPr>
            <a:r>
              <a:t>D:/pasar_fix/node_modules/.bun/caniuse-lite@1.0.30001793/node_modules/caniuse-lite/data/regions/TR.js</a:t>
            </a:r>
          </a:p>
          <a:p>
            <a:pPr>
              <a:defRPr sz="1200"/>
            </a:pPr>
            <a:r>
              <a:t>D:/pasar_fix/node_modules/.bun/caniuse-lite@1.0.30001793/node_modules/caniuse-lite/data/regions/TT.js</a:t>
            </a:r>
          </a:p>
          <a:p>
            <a:pPr>
              <a:defRPr sz="1200"/>
            </a:pPr>
            <a:r>
              <a:t>D:/pasar_fix/node_modules/.bun/caniuse-lite@1.0.30001793/node_modules/caniuse-lite/data/regions/TV.js</a:t>
            </a:r>
          </a:p>
          <a:p>
            <a:pPr>
              <a:defRPr sz="1200"/>
            </a:pPr>
            <a:r>
              <a:t>D:/pasar_fix/node_modules/.bun/caniuse-lite@1.0.30001793/node_modules/caniuse-lite/data/regions/TW.js</a:t>
            </a:r>
          </a:p>
          <a:p>
            <a:pPr>
              <a:defRPr sz="1200"/>
            </a:pPr>
            <a:r>
              <a:t>D:/pasar_fix/node_modules/.bun/caniuse-lite@1.0.30001793/node_modules/caniuse-lite/data/regions/TZ.js</a:t>
            </a:r>
          </a:p>
          <a:p>
            <a:pPr>
              <a:defRPr sz="1200"/>
            </a:pPr>
            <a:r>
              <a:t>D:/pasar_fix/node_modules/.bun/caniuse-lite@1.0.30001793/node_modules/caniuse-lite/data/regions/UA.js</a:t>
            </a:r>
          </a:p>
          <a:p>
            <a:pPr>
              <a:defRPr sz="1200"/>
            </a:pPr>
            <a:r>
              <a:t>D:/pasar_fix/node_modules/.bun/caniuse-lite@1.0.30001793/node_modules/caniuse-lite/data/regions/UG.js</a:t>
            </a:r>
          </a:p>
          <a:p>
            <a:pPr>
              <a:defRPr sz="1200"/>
            </a:pPr>
            <a:r>
              <a:t>D:/pasar_fix/node_modules/.bun/caniuse-lite@1.0.30001793/node_modules/caniuse-lite/data/regions/US.js</a:t>
            </a:r>
          </a:p>
          <a:p>
            <a:pPr>
              <a:defRPr sz="1200"/>
            </a:pPr>
            <a:r>
              <a:t>D:/pasar_fix/node_modules/.bun/caniuse-lite@1.0.30001793/node_modules/caniuse-lite/data/regions/UY.js</a:t>
            </a:r>
          </a:p>
          <a:p>
            <a:pPr>
              <a:defRPr sz="1200"/>
            </a:pPr>
            <a:r>
              <a:t>D:/pasar_fix/node_modules/.bun/caniuse-lite@1.0.30001793/node_modules/caniuse-lite/data/regions/UZ.js</a:t>
            </a:r>
          </a:p>
          <a:p>
            <a:pPr>
              <a:defRPr sz="1200"/>
            </a:pPr>
            <a:r>
              <a:t>D:/pasar_fix/node_modules/.bun/caniuse-lite@1.0.30001793/node_modules/caniuse-lite/data/regions/VA.js</a:t>
            </a:r>
          </a:p>
          <a:p>
            <a:pPr>
              <a:defRPr sz="1200"/>
            </a:pPr>
            <a:r>
              <a:t>D:/pasar_fix/node_modules/.bun/caniuse-lite@1.0.30001793/node_modules/caniuse-lite/data/regions/VC.js</a:t>
            </a:r>
          </a:p>
          <a:p>
            <a:pPr>
              <a:defRPr sz="1200"/>
            </a:pPr>
            <a:r>
              <a:t>D:/pasar_fix/node_modules/.bun/caniuse-lite@1.0.30001793/node_modules/caniuse-lite/data/regions/VE.js</a:t>
            </a:r>
          </a:p>
          <a:p>
            <a:pPr>
              <a:defRPr sz="1200"/>
            </a:pPr>
            <a:r>
              <a:t>D:/pasar_fix/node_modules/.bun/caniuse-lite@1.0.30001793/node_modules/caniuse-lite/data/regions/VG.js</a:t>
            </a:r>
          </a:p>
          <a:p>
            <a:pPr>
              <a:defRPr sz="1200"/>
            </a:pPr>
            <a:r>
              <a:t>D:/pasar_fix/node_modules/.bun/caniuse-lite@1.0.30001793/node_modules/caniuse-lite/data/regions/VI.js</a:t>
            </a:r>
          </a:p>
          <a:p>
            <a:pPr>
              <a:defRPr sz="1200"/>
            </a:pPr>
            <a:r>
              <a:t>D:/pasar_fix/node_modules/.bun/caniuse-lite@1.0.30001793/node_modules/caniuse-lite/data/regions/VN.js</a:t>
            </a:r>
          </a:p>
          <a:p>
            <a:pPr>
              <a:defRPr sz="1200"/>
            </a:pPr>
            <a:r>
              <a:t>D:/pasar_fix/node_modules/.bun/caniuse-lite@1.0.30001793/node_modules/caniuse-lite/data/regions/VU.js</a:t>
            </a:r>
          </a:p>
          <a:p>
            <a:pPr>
              <a:defRPr sz="1200"/>
            </a:pPr>
            <a:r>
              <a:t>D:/pasar_fix/node_modules/.bun/caniuse-lite@1.0.30001793/node_modules/caniuse-lite/data/regions/WF.js</a:t>
            </a:r>
          </a:p>
          <a:p>
            <a:pPr>
              <a:defRPr sz="1200"/>
            </a:pPr>
            <a:r>
              <a:t>D:/pasar_fix/node_modules/.bun/caniuse-lite@1.0.30001793/node_modules/caniuse-lite/data/regions/WS.js</a:t>
            </a:r>
          </a:p>
          <a:p>
            <a:pPr>
              <a:defRPr sz="1200"/>
            </a:pPr>
            <a:r>
              <a:t>D:/pasar_fix/node_modules/.bun/caniuse-lite@1.0.30001793/node_modules/caniuse-lite/data/regions/YE.js</a:t>
            </a:r>
          </a:p>
          <a:p>
            <a:pPr>
              <a:defRPr sz="1200"/>
            </a:pPr>
            <a:r>
              <a:t>D:/pasar_fix/node_modules/.bun/caniuse-lite@1.0.30001793/node_modules/caniuse-lite/data/regions/YT.js</a:t>
            </a:r>
          </a:p>
          <a:p>
            <a:pPr>
              <a:defRPr sz="1200"/>
            </a:pPr>
            <a:r>
              <a:t>D:/pasar_fix/node_modules/.bun/caniuse-lite@1.0.30001793/node_modules/caniuse-lite/data/regions/ZA.js</a:t>
            </a:r>
          </a:p>
          <a:p>
            <a:pPr>
              <a:defRPr sz="1200"/>
            </a:pPr>
            <a:r>
              <a:t>D:/pasar_fix/node_modules/.bun/caniuse-lite@1.0.30001793/node_modules/caniuse-lite/data/regions/ZM.js</a:t>
            </a:r>
          </a:p>
          <a:p>
            <a:pPr>
              <a:defRPr sz="1200"/>
            </a:pPr>
            <a:r>
              <a:t>D:/pasar_fix/node_modules/.bun/caniuse-lite@1.0.30001793/node_modules/caniuse-lite/data/regions/ZW.js</a:t>
            </a:r>
          </a:p>
          <a:p>
            <a:pPr>
              <a:defRPr sz="1200"/>
            </a:pPr>
            <a:r>
              <a:t>D:/pasar_fix/node_modules/.bun/caniuse-lite@1.0.30001793/node_modules/caniuse-lite/dist/lib/statuses.js</a:t>
            </a:r>
          </a:p>
          <a:p>
            <a:pPr>
              <a:defRPr sz="1200"/>
            </a:pPr>
            <a:r>
              <a:t>D:/pasar_fix/node_modules/.bun/caniuse-lite@1.0.30001793/node_modules/caniuse-lite/dist/lib/supported.js</a:t>
            </a:r>
          </a:p>
          <a:p>
            <a:pPr>
              <a:defRPr sz="1200"/>
            </a:pPr>
            <a:r>
              <a:t>D:/pasar_fix/node_modules/.bun/caniuse-lite@1.0.30001793/node_modules/caniuse-lite/dist/unpacker/agents.js</a:t>
            </a:r>
          </a:p>
          <a:p>
            <a:pPr>
              <a:defRPr sz="1200"/>
            </a:pPr>
            <a:r>
              <a:t>D:/pasar_fix/node_modules/.bun/caniuse-lite@1.0.30001793/node_modules/caniuse-lite/dist/unpacker/browsers.js</a:t>
            </a:r>
          </a:p>
          <a:p>
            <a:pPr>
              <a:defRPr sz="1200"/>
            </a:pPr>
            <a:r>
              <a:t>D:/pasar_fix/node_modules/.bun/caniuse-lite@1.0.30001793/node_modules/caniuse-lite/dist/unpacker/browserVersions.js</a:t>
            </a:r>
          </a:p>
          <a:p>
            <a:pPr>
              <a:defRPr sz="1200"/>
            </a:pPr>
            <a:r>
              <a:t>D:/pasar_fix/node_modules/.bun/caniuse-lite@1.0.30001793/node_modules/caniuse-lite/dist/unpacker/feature.js</a:t>
            </a:r>
          </a:p>
          <a:p>
            <a:pPr>
              <a:defRPr sz="1200"/>
            </a:pPr>
            <a:r>
              <a:t>D:/pasar_fix/node_modules/.bun/caniuse-lite@1.0.30001793/node_modules/caniuse-lite/dist/unpacker/features.js</a:t>
            </a:r>
          </a:p>
          <a:p>
            <a:pPr>
              <a:defRPr sz="1200"/>
            </a:pPr>
            <a:r>
              <a:t>D:/pasar_fix/node_modules/.bun/caniuse-lite@1.0.30001793/node_modules/caniuse-lite/dist/unpacker/index.js</a:t>
            </a:r>
          </a:p>
          <a:p>
            <a:pPr>
              <a:defRPr sz="1200"/>
            </a:pPr>
            <a:r>
              <a:t>D:/pasar_fix/node_modules/.bun/caniuse-lite@1.0.30001793/node_modules/caniuse-lite/dist/unpacker/region.js</a:t>
            </a:r>
          </a:p>
          <a:p>
            <a:pPr>
              <a:defRPr sz="1200"/>
            </a:pPr>
            <a:r>
              <a:t>D:/pasar_fix/node_modules/.bun/cfb@1.2.2/node_modules/.bin/crc32.bunx</a:t>
            </a:r>
          </a:p>
          <a:p>
            <a:pPr>
              <a:defRPr sz="1200"/>
            </a:pPr>
            <a:r>
              <a:t>D:/pasar_fix/node_modules/.bun/cfb@1.2.2/node_modules/.bin/crc32.exe</a:t>
            </a:r>
          </a:p>
          <a:p>
            <a:pPr>
              <a:defRPr sz="1200"/>
            </a:pPr>
            <a:r>
              <a:t>D:/pasar_fix/node_modules/.bun/cfb@1.2.2/node_modules/cfb/cfb.js</a:t>
            </a:r>
          </a:p>
          <a:p>
            <a:pPr>
              <a:defRPr sz="1200"/>
            </a:pPr>
            <a:r>
              <a:t>D:/pasar_fix/node_modules/.bun/cfb@1.2.2/node_modules/cfb/LICENSE</a:t>
            </a:r>
          </a:p>
          <a:p>
            <a:pPr>
              <a:defRPr sz="1200"/>
            </a:pPr>
            <a:r>
              <a:t>D:/pasar_fix/node_modules/.bun/cfb@1.2.2/node_modules/cfb/package.json</a:t>
            </a:r>
          </a:p>
          <a:p>
            <a:pPr>
              <a:defRPr sz="1200"/>
            </a:pPr>
            <a:r>
              <a:t>D:/pasar_fix/node_modules/.bun/cfb@1.2.2/node_modules/cfb/README.md</a:t>
            </a:r>
          </a:p>
          <a:p>
            <a:pPr>
              <a:defRPr sz="1200"/>
            </a:pPr>
            <a:r>
              <a:t>D:/pasar_fix/node_modules/.bun/cfb@1.2.2/node_modules/cfb/xlscfb.flow.js</a:t>
            </a:r>
          </a:p>
          <a:p>
            <a:pPr>
              <a:defRPr sz="1200"/>
            </a:pPr>
            <a:r>
              <a:t>D:/pasar_fix/node_modules/.bun/cfb@1.2.2/node_modules/cfb/dist/cfb.js</a:t>
            </a:r>
          </a:p>
          <a:p>
            <a:pPr>
              <a:defRPr sz="1200"/>
            </a:pPr>
            <a:r>
              <a:t>D:/pasar_fix/node_modules/.bun/cfb@1.2.2/node_modules/cfb/dist/cfb.min.js</a:t>
            </a:r>
          </a:p>
          <a:p>
            <a:pPr>
              <a:defRPr sz="1200"/>
            </a:pPr>
            <a:r>
              <a:t>D:/pasar_fix/node_modules/.bun/cfb@1.2.2/node_modules/cfb/dist/cfb.min.map</a:t>
            </a:r>
          </a:p>
          <a:p>
            <a:pPr>
              <a:defRPr sz="1200"/>
            </a:pPr>
            <a:r>
              <a:t>D:/pasar_fix/node_modules/.bun/cfb@1.2.2/node_modules/cfb/dist/LICENSE</a:t>
            </a:r>
          </a:p>
          <a:p>
            <a:pPr>
              <a:defRPr sz="1200"/>
            </a:pPr>
            <a:r>
              <a:t>D:/pasar_fix/node_modules/.bun/cfb@1.2.2/node_modules/cfb/dist/xlscfb.js</a:t>
            </a:r>
          </a:p>
          <a:p>
            <a:pPr>
              <a:defRPr sz="1200"/>
            </a:pPr>
            <a:r>
              <a:t>D:/pasar_fix/node_modules/.bun/cfb@1.2.2/node_modules/cfb/types/index.d.ts</a:t>
            </a:r>
          </a:p>
          <a:p>
            <a:pPr>
              <a:defRPr sz="1200"/>
            </a:pPr>
            <a:r>
              <a:t>D:/pasar_fix/node_modules/.bun/cfb@1.2.2/node_modules/cfb/types/tsconfig.json</a:t>
            </a:r>
          </a:p>
          <a:p>
            <a:pPr>
              <a:defRPr sz="1200"/>
            </a:pPr>
            <a:r>
              <a:t>D:/pasar_fix/node_modules/.bun/chai@5.3.3/node_modules/chai/chai.js</a:t>
            </a:r>
          </a:p>
          <a:p>
            <a:pPr>
              <a:defRPr sz="1200"/>
            </a:pPr>
            <a:r>
              <a:t>D:/pasar_fix/node_modules/.bun/chai@5.3.3/node_modules/chai/index.js</a:t>
            </a:r>
          </a:p>
          <a:p>
            <a:pPr>
              <a:defRPr sz="1200"/>
            </a:pPr>
            <a:r>
              <a:t>D:/pasar_fix/node_modules/.bun/chai@5.3.3/node_modules/chai/LICENSE</a:t>
            </a:r>
          </a:p>
          <a:p>
            <a:pPr>
              <a:defRPr sz="1200"/>
            </a:pPr>
            <a:r>
              <a:t>D:/pasar_fix/node_modules/.bun/chai@5.3.3/node_modules/chai/package.json</a:t>
            </a:r>
          </a:p>
          <a:p>
            <a:pPr>
              <a:defRPr sz="1200"/>
            </a:pPr>
            <a:r>
              <a:t>D:/pasar_fix/node_modules/.bun/chai@5.3.3/node_modules/chai/README.md</a:t>
            </a:r>
          </a:p>
          <a:p>
            <a:pPr>
              <a:defRPr sz="1200"/>
            </a:pPr>
            <a:r>
              <a:t>D:/pasar_fix/node_modules/.bun/chai@5.3.3/node_modules/chai/register-assert.js</a:t>
            </a:r>
          </a:p>
          <a:p>
            <a:pPr>
              <a:defRPr sz="1200"/>
            </a:pPr>
            <a:r>
              <a:t>D:/pasar_fix/node_modules/.bun/chai@5.3.3/node_modules/chai/register-expect.js</a:t>
            </a:r>
          </a:p>
          <a:p>
            <a:pPr>
              <a:defRPr sz="1200"/>
            </a:pPr>
            <a:r>
              <a:t>D:/pasar_fix/node_modules/.bun/chai@5.3.3/node_modules/chai/register-should.js</a:t>
            </a:r>
          </a:p>
          <a:p>
            <a:pPr>
              <a:defRPr sz="1200"/>
            </a:pPr>
            <a:r>
              <a:t>D:/pasar_fix/node_modules/.bun/chai@5.3.3/node_modules/chai/lib/chai.js</a:t>
            </a:r>
          </a:p>
          <a:p>
            <a:pPr>
              <a:defRPr sz="1200"/>
            </a:pPr>
            <a:r>
              <a:t>D:/pasar_fix/node_modules/.bun/chai@5.3.3/node_modules/chai/lib/chai/assertion.js</a:t>
            </a:r>
          </a:p>
          <a:p>
            <a:pPr>
              <a:defRPr sz="1200"/>
            </a:pPr>
            <a:r>
              <a:t>D:/pasar_fix/node_modules/.bun/chai@5.3.3/node_modules/chai/lib/chai/config.js</a:t>
            </a:r>
          </a:p>
          <a:p>
            <a:pPr>
              <a:defRPr sz="1200"/>
            </a:pPr>
            <a:r>
              <a:t>D:/pasar_fix/node_modules/.bun/chai@5.3.3/node_modules/chai/lib/chai/core/assertions.js</a:t>
            </a:r>
          </a:p>
          <a:p>
            <a:pPr>
              <a:defRPr sz="1200"/>
            </a:pPr>
            <a:r>
              <a:t>D:/pasar_fix/node_modules/.bun/chai@5.3.3/node_modules/chai/lib/chai/interface/assert.js</a:t>
            </a:r>
          </a:p>
          <a:p>
            <a:pPr>
              <a:defRPr sz="1200"/>
            </a:pPr>
            <a:r>
              <a:t>D:/pasar_fix/node_modules/.bun/chai@5.3.3/node_modules/chai/lib/chai/interface/expect.js</a:t>
            </a:r>
          </a:p>
          <a:p>
            <a:pPr>
              <a:defRPr sz="1200"/>
            </a:pPr>
            <a:r>
              <a:t>D:/pasar_fix/node_modules/.bun/chai@5.3.3/node_modules/chai/lib/chai/interface/should.js</a:t>
            </a:r>
          </a:p>
          <a:p>
            <a:pPr>
              <a:defRPr sz="1200"/>
            </a:pPr>
            <a:r>
              <a:t>D:/pasar_fix/node_modules/.bun/chai@5.3.3/node_modules/chai/lib/chai/utils/addChainableMethod.js</a:t>
            </a:r>
          </a:p>
          <a:p>
            <a:pPr>
              <a:defRPr sz="1200"/>
            </a:pPr>
            <a:r>
              <a:t>D:/pasar_fix/node_modules/.bun/chai@5.3.3/node_modules/chai/lib/chai/utils/addLengthGuard.js</a:t>
            </a:r>
          </a:p>
          <a:p>
            <a:pPr>
              <a:defRPr sz="1200"/>
            </a:pPr>
            <a:r>
              <a:t>D:/pasar_fix/node_modules/.bun/chai@5.3.3/node_modules/chai/lib/chai/utils/addMethod.js</a:t>
            </a:r>
          </a:p>
          <a:p>
            <a:pPr>
              <a:defRPr sz="1200"/>
            </a:pPr>
            <a:r>
              <a:t>D:/pasar_fix/node_modules/.bun/chai@5.3.3/node_modules/chai/lib/chai/utils/addProperty.js</a:t>
            </a:r>
          </a:p>
          <a:p>
            <a:pPr>
              <a:defRPr sz="1200"/>
            </a:pPr>
            <a:r>
              <a:t>D:/pasar_fix/node_modules/.bun/chai@5.3.3/node_modules/chai/lib/chai/utils/compareByInspect.js</a:t>
            </a:r>
          </a:p>
          <a:p>
            <a:pPr>
              <a:defRPr sz="1200"/>
            </a:pPr>
            <a:r>
              <a:t>D:/pasar_fix/node_modules/.bun/chai@5.3.3/node_modules/chai/lib/chai/utils/expectTypes.js</a:t>
            </a:r>
          </a:p>
          <a:p>
            <a:pPr>
              <a:defRPr sz="1200"/>
            </a:pPr>
            <a:r>
              <a:t>D:/pasar_fix/node_modules/.bun/chai@5.3.3/node_modules/chai/lib/chai/utils/flag.js</a:t>
            </a:r>
          </a:p>
          <a:p>
            <a:pPr>
              <a:defRPr sz="1200"/>
            </a:pPr>
            <a:r>
              <a:t>D:/pasar_fix/node_modules/.bun/chai@5.3.3/node_modules/chai/lib/chai/utils/getActual.js</a:t>
            </a:r>
          </a:p>
          <a:p>
            <a:pPr>
              <a:defRPr sz="1200"/>
            </a:pPr>
            <a:r>
              <a:t>D:/pasar_fix/node_modules/.bun/chai@5.3.3/node_modules/chai/lib/chai/utils/getMessage.js</a:t>
            </a:r>
          </a:p>
          <a:p>
            <a:pPr>
              <a:defRPr sz="1200"/>
            </a:pPr>
            <a:r>
              <a:t>D:/pasar_fix/node_modules/.bun/chai@5.3.3/node_modules/chai/lib/chai/utils/getOperator.js</a:t>
            </a:r>
          </a:p>
          <a:p>
            <a:pPr>
              <a:defRPr sz="1200"/>
            </a:pPr>
            <a:r>
              <a:t>D:/pasar_fix/node_modules/.bun/chai@5.3.3/node_modules/chai/lib/chai/utils/getOwnEnumerableProperties.js</a:t>
            </a:r>
          </a:p>
          <a:p>
            <a:pPr>
              <a:defRPr sz="1200"/>
            </a:pPr>
            <a:r>
              <a:t>D:/pasar_fix/node_modules/.bun/chai@5.3.3/node_modules/chai/lib/chai/utils/getOwnEnumerablePropertySymbols.js</a:t>
            </a:r>
          </a:p>
          <a:p>
            <a:pPr>
              <a:defRPr sz="1200"/>
            </a:pPr>
            <a:r>
              <a:t>D:/pasar_fix/node_modules/.bun/chai@5.3.3/node_modules/chai/lib/chai/utils/getProperties.js</a:t>
            </a:r>
          </a:p>
          <a:p>
            <a:pPr>
              <a:defRPr sz="1200"/>
            </a:pPr>
            <a:r>
              <a:t>D:/pasar_fix/node_modules/.bun/chai@5.3.3/node_modules/chai/lib/chai/utils/index.js</a:t>
            </a:r>
          </a:p>
          <a:p>
            <a:pPr>
              <a:defRPr sz="1200"/>
            </a:pPr>
            <a:r>
              <a:t>D:/pasar_fix/node_modules/.bun/chai@5.3.3/node_modules/chai/lib/chai/utils/inspect.js</a:t>
            </a:r>
          </a:p>
          <a:p>
            <a:pPr>
              <a:defRPr sz="1200"/>
            </a:pPr>
            <a:r>
              <a:t>D:/pasar_fix/node_modules/.bun/chai@5.3.3/node_modules/chai/lib/chai/utils/isNaN.js</a:t>
            </a:r>
          </a:p>
          <a:p>
            <a:pPr>
              <a:defRPr sz="1200"/>
            </a:pPr>
            <a:r>
              <a:t>D:/pasar_fix/node_modules/.bun/chai@5.3.3/node_modules/chai/lib/chai/utils/isProxyEnabled.js</a:t>
            </a:r>
          </a:p>
          <a:p>
            <a:pPr>
              <a:defRPr sz="1200"/>
            </a:pPr>
            <a:r>
              <a:t>D:/pasar_fix/node_modules/.bun/chai@5.3.3/node_modules/chai/lib/chai/utils/objDisplay.js</a:t>
            </a:r>
          </a:p>
          <a:p>
            <a:pPr>
              <a:defRPr sz="1200"/>
            </a:pPr>
            <a:r>
              <a:t>D:/pasar_fix/node_modules/.bun/chai@5.3.3/node_modules/chai/lib/chai/utils/overwriteChainableMethod.js</a:t>
            </a:r>
          </a:p>
          <a:p>
            <a:pPr>
              <a:defRPr sz="1200"/>
            </a:pPr>
            <a:r>
              <a:t>D:/pasar_fix/node_modules/.bun/chai@5.3.3/node_modules/chai/lib/chai/utils/overwriteMethod.js</a:t>
            </a:r>
          </a:p>
          <a:p>
            <a:pPr>
              <a:defRPr sz="1200"/>
            </a:pPr>
            <a:r>
              <a:t>D:/pasar_fix/node_modules/.bun/chai@5.3.3/node_modules/chai/lib/chai/utils/overwriteProperty.js</a:t>
            </a:r>
          </a:p>
          <a:p>
            <a:pPr>
              <a:defRPr sz="1200"/>
            </a:pPr>
            <a:r>
              <a:t>D:/pasar_fix/node_modules/.bun/chai@5.3.3/node_modules/chai/lib/chai/utils/proxify.js</a:t>
            </a:r>
          </a:p>
          <a:p>
            <a:pPr>
              <a:defRPr sz="1200"/>
            </a:pPr>
            <a:r>
              <a:t>D:/pasar_fix/node_modules/.bun/chai@5.3.3/node_modules/chai/lib/chai/utils/test.js</a:t>
            </a:r>
          </a:p>
          <a:p>
            <a:pPr>
              <a:defRPr sz="1200"/>
            </a:pPr>
            <a:r>
              <a:t>D:/pasar_fix/node_modules/.bun/chai@5.3.3/node_modules/chai/lib/chai/utils/transferFlags.js</a:t>
            </a:r>
          </a:p>
          <a:p>
            <a:pPr>
              <a:defRPr sz="1200"/>
            </a:pPr>
            <a:r>
              <a:t>D:/pasar_fix/node_modules/.bun/chai@5.3.3/node_modules/chai/lib/chai/utils/type-detect.js</a:t>
            </a:r>
          </a:p>
          <a:p>
            <a:pPr>
              <a:defRPr sz="1200"/>
            </a:pPr>
            <a:r>
              <a:t>D:/pasar_fix/node_modules/.bun/chalk@4.1.2/node_modules/chalk/index.d.ts</a:t>
            </a:r>
          </a:p>
          <a:p>
            <a:pPr>
              <a:defRPr sz="1200"/>
            </a:pPr>
            <a:r>
              <a:t>D:/pasar_fix/node_modules/.bun/chalk@4.1.2/node_modules/chalk/license</a:t>
            </a:r>
          </a:p>
          <a:p>
            <a:pPr>
              <a:defRPr sz="1200"/>
            </a:pPr>
            <a:r>
              <a:t>D:/pasar_fix/node_modules/.bun/chalk@4.1.2/node_modules/chalk/package.json</a:t>
            </a:r>
          </a:p>
          <a:p>
            <a:pPr>
              <a:defRPr sz="1200"/>
            </a:pPr>
            <a:r>
              <a:t>D:/pasar_fix/node_modules/.bun/chalk@4.1.2/node_modules/chalk/readme.md</a:t>
            </a:r>
          </a:p>
          <a:p>
            <a:pPr>
              <a:defRPr sz="1200"/>
            </a:pPr>
            <a:r>
              <a:t>D:/pasar_fix/node_modules/.bun/chalk@4.1.2/node_modules/chalk/source/index.js</a:t>
            </a:r>
          </a:p>
          <a:p>
            <a:pPr>
              <a:defRPr sz="1200"/>
            </a:pPr>
            <a:r>
              <a:t>D:/pasar_fix/node_modules/.bun/chalk@4.1.2/node_modules/chalk/source/templates.js</a:t>
            </a:r>
          </a:p>
          <a:p>
            <a:pPr>
              <a:defRPr sz="1200"/>
            </a:pPr>
            <a:r>
              <a:t>D:/pasar_fix/node_modules/.bun/chalk@4.1.2/node_modules/chalk/source/util.js</a:t>
            </a:r>
          </a:p>
          <a:p>
            <a:pPr>
              <a:defRPr sz="1200"/>
            </a:pPr>
            <a:r>
              <a:t>D:/pasar_fix/node_modules/.bun/chalk@5.6.2/node_modules/chalk/license</a:t>
            </a:r>
          </a:p>
          <a:p>
            <a:pPr>
              <a:defRPr sz="1200"/>
            </a:pPr>
            <a:r>
              <a:t>D:/pasar_fix/node_modules/.bun/chalk@5.6.2/node_modules/chalk/package.json</a:t>
            </a:r>
          </a:p>
          <a:p>
            <a:pPr>
              <a:defRPr sz="1200"/>
            </a:pPr>
            <a:r>
              <a:t>D:/pasar_fix/node_modules/.bun/chalk@5.6.2/node_modules/chalk/readme.md</a:t>
            </a:r>
          </a:p>
          <a:p>
            <a:pPr>
              <a:defRPr sz="1200"/>
            </a:pPr>
            <a:r>
              <a:t>D:/pasar_fix/node_modules/.bun/chalk@5.6.2/node_modules/chalk/source/index.d.ts</a:t>
            </a:r>
          </a:p>
          <a:p>
            <a:pPr>
              <a:defRPr sz="1200"/>
            </a:pPr>
            <a:r>
              <a:t>D:/pasar_fix/node_modules/.bun/chalk@5.6.2/node_modules/chalk/source/index.js</a:t>
            </a:r>
          </a:p>
          <a:p>
            <a:pPr>
              <a:defRPr sz="1200"/>
            </a:pPr>
            <a:r>
              <a:t>D:/pasar_fix/node_modules/.bun/chalk@5.6.2/node_modules/chalk/source/utilities.js</a:t>
            </a:r>
          </a:p>
          <a:p>
            <a:pPr>
              <a:defRPr sz="1200"/>
            </a:pPr>
            <a:r>
              <a:t>D:/pasar_fix/node_modules/.bun/chalk@5.6.2/node_modules/chalk/source/vendor/ansi-styles/index.d.ts</a:t>
            </a:r>
          </a:p>
          <a:p>
            <a:pPr>
              <a:defRPr sz="1200"/>
            </a:pPr>
            <a:r>
              <a:t>D:/pasar_fix/node_modules/.bun/chalk@5.6.2/node_modules/chalk/source/vendor/ansi-styles/index.js</a:t>
            </a:r>
          </a:p>
          <a:p>
            <a:pPr>
              <a:defRPr sz="1200"/>
            </a:pPr>
            <a:r>
              <a:t>D:/pasar_fix/node_modules/.bun/chalk@5.6.2/node_modules/chalk/source/vendor/supports-color/browser.d.ts</a:t>
            </a:r>
          </a:p>
          <a:p>
            <a:pPr>
              <a:defRPr sz="1200"/>
            </a:pPr>
            <a:r>
              <a:t>D:/pasar_fix/node_modules/.bun/chalk@5.6.2/node_modules/chalk/source/vendor/supports-color/browser.js</a:t>
            </a:r>
          </a:p>
          <a:p>
            <a:pPr>
              <a:defRPr sz="1200"/>
            </a:pPr>
            <a:r>
              <a:t>D:/pasar_fix/node_modules/.bun/chalk@5.6.2/node_modules/chalk/source/vendor/supports-color/index.d.ts</a:t>
            </a:r>
          </a:p>
          <a:p>
            <a:pPr>
              <a:defRPr sz="1200"/>
            </a:pPr>
            <a:r>
              <a:t>D:/pasar_fix/node_modules/.bun/chalk@5.6.2/node_modules/chalk/source/vendor/supports-color/index.js</a:t>
            </a:r>
          </a:p>
          <a:p>
            <a:pPr>
              <a:defRPr sz="1200"/>
            </a:pPr>
            <a:r>
              <a:t>D:/pasar_fix/node_modules/.bun/check-error@2.1.3/node_modules/check-error/index.js</a:t>
            </a:r>
          </a:p>
          <a:p>
            <a:pPr>
              <a:defRPr sz="1200"/>
            </a:pPr>
            <a:r>
              <a:t>D:/pasar_fix/node_modules/.bun/check-error@2.1.3/node_modules/check-error/LICENSE</a:t>
            </a:r>
          </a:p>
          <a:p>
            <a:pPr>
              <a:defRPr sz="1200"/>
            </a:pPr>
            <a:r>
              <a:t>D:/pasar_fix/node_modules/.bun/check-error@2.1.3/node_modules/check-error/package.json</a:t>
            </a:r>
          </a:p>
          <a:p>
            <a:pPr>
              <a:defRPr sz="1200"/>
            </a:pPr>
            <a:r>
              <a:t>D:/pasar_fix/node_modules/.bun/check-error@2.1.3/node_modules/check-error/README.md</a:t>
            </a:r>
          </a:p>
          <a:p>
            <a:pPr>
              <a:defRPr sz="1200"/>
            </a:pPr>
            <a:r>
              <a:t>D:/pasar_fix/node_modules/.bun/cheerio-select@2.1.0/node_modules/cheerio-select/LICENSE</a:t>
            </a:r>
          </a:p>
          <a:p>
            <a:pPr>
              <a:defRPr sz="1200"/>
            </a:pPr>
            <a:r>
              <a:t>D:/pasar_fix/node_modules/.bun/cheerio-select@2.1.0/node_modules/cheerio-select/package.json</a:t>
            </a:r>
          </a:p>
          <a:p>
            <a:pPr>
              <a:defRPr sz="1200"/>
            </a:pPr>
            <a:r>
              <a:t>D:/pasar_fix/node_modules/.bun/cheerio-select@2.1.0/node_modules/cheerio-select/README.md</a:t>
            </a:r>
          </a:p>
          <a:p>
            <a:pPr>
              <a:defRPr sz="1200"/>
            </a:pPr>
            <a:r>
              <a:t>D:/pasar_fix/node_modules/.bun/cheerio-select@2.1.0/node_modules/cheerio-select/lib/helpers.d.ts</a:t>
            </a:r>
          </a:p>
          <a:p>
            <a:pPr>
              <a:defRPr sz="1200"/>
            </a:pPr>
            <a:r>
              <a:t>D:/pasar_fix/node_modules/.bun/cheerio-select@2.1.0/node_modules/cheerio-select/lib/helpers.d.ts.map</a:t>
            </a:r>
          </a:p>
          <a:p>
            <a:pPr>
              <a:defRPr sz="1200"/>
            </a:pPr>
            <a:r>
              <a:t>D:/pasar_fix/node_modules/.bun/cheerio-select@2.1.0/node_modules/cheerio-select/lib/helpers.js</a:t>
            </a:r>
          </a:p>
          <a:p>
            <a:pPr>
              <a:defRPr sz="1200"/>
            </a:pPr>
            <a:r>
              <a:t>D:/pasar_fix/node_modules/.bun/cheerio-select@2.1.0/node_modules/cheerio-select/lib/helpers.js.map</a:t>
            </a:r>
          </a:p>
          <a:p>
            <a:pPr>
              <a:defRPr sz="1200"/>
            </a:pPr>
            <a:r>
              <a:t>D:/pasar_fix/node_modules/.bun/cheerio-select@2.1.0/node_modules/cheerio-select/lib/index.d.ts</a:t>
            </a:r>
          </a:p>
          <a:p>
            <a:pPr>
              <a:defRPr sz="1200"/>
            </a:pPr>
            <a:r>
              <a:t>D:/pasar_fix/node_modules/.bun/cheerio-select@2.1.0/node_modules/cheerio-select/lib/index.d.ts.map</a:t>
            </a:r>
          </a:p>
          <a:p>
            <a:pPr>
              <a:defRPr sz="1200"/>
            </a:pPr>
            <a:r>
              <a:t>D:/pasar_fix/node_modules/.bun/cheerio-select@2.1.0/node_modules/cheerio-select/lib/index.js</a:t>
            </a:r>
          </a:p>
          <a:p>
            <a:pPr>
              <a:defRPr sz="1200"/>
            </a:pPr>
            <a:r>
              <a:t>D:/pasar_fix/node_modules/.bun/cheerio-select@2.1.0/node_modules/cheerio-select/lib/index.js.map</a:t>
            </a:r>
          </a:p>
          <a:p>
            <a:pPr>
              <a:defRPr sz="1200"/>
            </a:pPr>
            <a:r>
              <a:t>D:/pasar_fix/node_modules/.bun/cheerio-select@2.1.0/node_modules/cheerio-select/lib/positionals.d.ts</a:t>
            </a:r>
          </a:p>
          <a:p>
            <a:pPr>
              <a:defRPr sz="1200"/>
            </a:pPr>
            <a:r>
              <a:t>D:/pasar_fix/node_modules/.bun/cheerio-select@2.1.0/node_modules/cheerio-select/lib/positionals.d.ts.map</a:t>
            </a:r>
          </a:p>
          <a:p>
            <a:pPr>
              <a:defRPr sz="1200"/>
            </a:pPr>
            <a:r>
              <a:t>D:/pasar_fix/node_modules/.bun/cheerio-select@2.1.0/node_modules/cheerio-select/lib/positionals.js</a:t>
            </a:r>
          </a:p>
          <a:p>
            <a:pPr>
              <a:defRPr sz="1200"/>
            </a:pPr>
            <a:r>
              <a:t>D:/pasar_fix/node_modules/.bun/cheerio-select@2.1.0/node_modules/cheerio-select/lib/positionals.js.map</a:t>
            </a:r>
          </a:p>
          <a:p>
            <a:pPr>
              <a:defRPr sz="1200"/>
            </a:pPr>
            <a:r>
              <a:t>D:/pasar_fix/node_modules/.bun/cheerio-select@2.1.0/node_modules/cheerio-select/lib/esm/helpers.d.ts</a:t>
            </a:r>
          </a:p>
          <a:p>
            <a:pPr>
              <a:defRPr sz="1200"/>
            </a:pPr>
            <a:r>
              <a:t>D:/pasar_fix/node_modules/.bun/cheerio-select@2.1.0/node_modules/cheerio-select/lib/esm/helpers.d.ts.map</a:t>
            </a:r>
          </a:p>
          <a:p>
            <a:pPr>
              <a:defRPr sz="1200"/>
            </a:pPr>
            <a:r>
              <a:t>D:/pasar_fix/node_modules/.bun/cheerio-select@2.1.0/node_modules/cheerio-select/lib/esm/helpers.js</a:t>
            </a:r>
          </a:p>
          <a:p>
            <a:pPr>
              <a:defRPr sz="1200"/>
            </a:pPr>
            <a:r>
              <a:t>D:/pasar_fix/node_modules/.bun/cheerio-select@2.1.0/node_modules/cheerio-select/lib/esm/helpers.js.map</a:t>
            </a:r>
          </a:p>
          <a:p>
            <a:pPr>
              <a:defRPr sz="1200"/>
            </a:pPr>
            <a:r>
              <a:t>D:/pasar_fix/node_modules/.bun/cheerio-select@2.1.0/node_modules/cheerio-select/lib/esm/index.d.ts</a:t>
            </a:r>
          </a:p>
          <a:p>
            <a:pPr>
              <a:defRPr sz="1200"/>
            </a:pPr>
            <a:r>
              <a:t>D:/pasar_fix/node_modules/.bun/cheerio-select@2.1.0/node_modules/cheerio-select/lib/esm/index.d.ts.map</a:t>
            </a:r>
          </a:p>
          <a:p>
            <a:pPr>
              <a:defRPr sz="1200"/>
            </a:pPr>
            <a:r>
              <a:t>D:/pasar_fix/node_modules/.bun/cheerio-select@2.1.0/node_modules/cheerio-select/lib/esm/index.js</a:t>
            </a:r>
          </a:p>
          <a:p>
            <a:pPr>
              <a:defRPr sz="1200"/>
            </a:pPr>
            <a:r>
              <a:t>D:/pasar_fix/node_modules/.bun/cheerio-select@2.1.0/node_modules/cheerio-select/lib/esm/index.js.map</a:t>
            </a:r>
          </a:p>
          <a:p>
            <a:pPr>
              <a:defRPr sz="1200"/>
            </a:pPr>
            <a:r>
              <a:t>D:/pasar_fix/node_modules/.bun/cheerio-select@2.1.0/node_modules/cheerio-select/lib/esm/package.json</a:t>
            </a:r>
          </a:p>
          <a:p>
            <a:pPr>
              <a:defRPr sz="1200"/>
            </a:pPr>
            <a:r>
              <a:t>D:/pasar_fix/node_modules/.bun/cheerio-select@2.1.0/node_modules/cheerio-select/lib/esm/positionals.d.ts</a:t>
            </a:r>
          </a:p>
          <a:p>
            <a:pPr>
              <a:defRPr sz="1200"/>
            </a:pPr>
            <a:r>
              <a:t>D:/pasar_fix/node_modules/.bun/cheerio-select@2.1.0/node_modules/cheerio-select/lib/esm/positionals.d.ts.map</a:t>
            </a:r>
          </a:p>
          <a:p>
            <a:pPr>
              <a:defRPr sz="1200"/>
            </a:pPr>
            <a:r>
              <a:t>D:/pasar_fix/node_modules/.bun/cheerio-select@2.1.0/node_modules/cheerio-select/lib/esm/positionals.js</a:t>
            </a:r>
          </a:p>
          <a:p>
            <a:pPr>
              <a:defRPr sz="1200"/>
            </a:pPr>
            <a:r>
              <a:t>D:/pasar_fix/node_modules/.bun/cheerio-select@2.1.0/node_modules/cheerio-select/lib/esm/positionals.js.map</a:t>
            </a:r>
          </a:p>
          <a:p>
            <a:pPr>
              <a:defRPr sz="1200"/>
            </a:pPr>
            <a:r>
              <a:t>D:/pasar_fix/node_modules/.bun/cheerio@1.2.0/node_modules/cheerio/LICENSE</a:t>
            </a:r>
          </a:p>
          <a:p>
            <a:pPr>
              <a:defRPr sz="1200"/>
            </a:pPr>
            <a:r>
              <a:t>D:/pasar_fix/node_modules/.bun/cheerio@1.2.0/node_modules/cheerio/package.json</a:t>
            </a:r>
          </a:p>
          <a:p>
            <a:pPr>
              <a:defRPr sz="1200"/>
            </a:pPr>
            <a:r>
              <a:t>D:/pasar_fix/node_modules/.bun/cheerio@1.2.0/node_modules/cheerio/Readme.md</a:t>
            </a:r>
          </a:p>
          <a:p>
            <a:pPr>
              <a:defRPr sz="1200"/>
            </a:pPr>
            <a:r>
              <a:t>D:/pasar_fix/node_modules/.bun/cheerio@1.2.0/node_modules/cheerio/dist/browser/cheerio.d.ts</a:t>
            </a:r>
          </a:p>
          <a:p>
            <a:pPr>
              <a:defRPr sz="1200"/>
            </a:pPr>
            <a:r>
              <a:t>D:/pasar_fix/node_modules/.bun/cheerio@1.2.0/node_modules/cheerio/dist/browser/cheerio.d.ts.map</a:t>
            </a:r>
          </a:p>
          <a:p>
            <a:pPr>
              <a:defRPr sz="1200"/>
            </a:pPr>
            <a:r>
              <a:t>D:/pasar_fix/node_modules/.bun/cheerio@1.2.0/node_modules/cheerio/dist/browser/cheerio.js</a:t>
            </a:r>
          </a:p>
          <a:p>
            <a:pPr>
              <a:defRPr sz="1200"/>
            </a:pPr>
            <a:r>
              <a:t>D:/pasar_fix/node_modules/.bun/cheerio@1.2.0/node_modules/cheerio/dist/browser/cheerio.js.map</a:t>
            </a:r>
          </a:p>
          <a:p>
            <a:pPr>
              <a:defRPr sz="1200"/>
            </a:pPr>
            <a:r>
              <a:t>D:/pasar_fix/node_modules/.bun/cheerio@1.2.0/node_modules/cheerio/dist/browser/index-browser.d.mts.map</a:t>
            </a:r>
          </a:p>
          <a:p>
            <a:pPr>
              <a:defRPr sz="1200"/>
            </a:pPr>
            <a:r>
              <a:t>D:/pasar_fix/node_modules/.bun/cheerio@1.2.0/node_modules/cheerio/dist/browser/index-browser.mjs.map</a:t>
            </a:r>
          </a:p>
          <a:p>
            <a:pPr>
              <a:defRPr sz="1200"/>
            </a:pPr>
            <a:r>
              <a:t>D:/pasar_fix/node_modules/.bun/cheerio@1.2.0/node_modules/cheerio/dist/browser/index.d.ts</a:t>
            </a:r>
          </a:p>
          <a:p>
            <a:pPr>
              <a:defRPr sz="1200"/>
            </a:pPr>
            <a:r>
              <a:t>D:/pasar_fix/node_modules/.bun/cheerio@1.2.0/node_modules/cheerio/dist/browser/index.js</a:t>
            </a:r>
          </a:p>
          <a:p>
            <a:pPr>
              <a:defRPr sz="1200"/>
            </a:pPr>
            <a:r>
              <a:t>D:/pasar_fix/node_modules/.bun/cheerio@1.2.0/node_modules/cheerio/dist/browser/load-parse.d.ts</a:t>
            </a:r>
          </a:p>
          <a:p>
            <a:pPr>
              <a:defRPr sz="1200"/>
            </a:pPr>
            <a:r>
              <a:t>D:/pasar_fix/node_modules/.bun/cheerio@1.2.0/node_modules/cheerio/dist/browser/load-parse.d.ts.map</a:t>
            </a:r>
          </a:p>
          <a:p>
            <a:pPr>
              <a:defRPr sz="1200"/>
            </a:pPr>
            <a:r>
              <a:t>D:/pasar_fix/node_modules/.bun/cheerio@1.2.0/node_modules/cheerio/dist/browser/load-parse.js</a:t>
            </a:r>
          </a:p>
          <a:p>
            <a:pPr>
              <a:defRPr sz="1200"/>
            </a:pPr>
            <a:r>
              <a:t>D:/pasar_fix/node_modules/.bun/cheerio@1.2.0/node_modules/cheerio/dist/browser/load-parse.js.map</a:t>
            </a:r>
          </a:p>
          <a:p>
            <a:pPr>
              <a:defRPr sz="1200"/>
            </a:pPr>
            <a:r>
              <a:t>D:/pasar_fix/node_modules/.bun/cheerio@1.2.0/node_modules/cheerio/dist/browser/load.d.ts</a:t>
            </a:r>
          </a:p>
          <a:p>
            <a:pPr>
              <a:defRPr sz="1200"/>
            </a:pPr>
            <a:r>
              <a:t>D:/pasar_fix/node_modules/.bun/cheerio@1.2.0/node_modules/cheerio/dist/browser/load.d.ts.map</a:t>
            </a:r>
          </a:p>
          <a:p>
            <a:pPr>
              <a:defRPr sz="1200"/>
            </a:pPr>
            <a:r>
              <a:t>D:/pasar_fix/node_modules/.bun/cheerio@1.2.0/node_modules/cheerio/dist/browser/load.js</a:t>
            </a:r>
          </a:p>
          <a:p>
            <a:pPr>
              <a:defRPr sz="1200"/>
            </a:pPr>
            <a:r>
              <a:t>D:/pasar_fix/node_modules/.bun/cheerio@1.2.0/node_modules/cheerio/dist/browser/load.js.map</a:t>
            </a:r>
          </a:p>
          <a:p>
            <a:pPr>
              <a:defRPr sz="1200"/>
            </a:pPr>
            <a:r>
              <a:t>D:/pasar_fix/node_modules/.bun/cheerio@1.2.0/node_modules/cheerio/dist/browser/options.d.ts</a:t>
            </a:r>
          </a:p>
          <a:p>
            <a:pPr>
              <a:defRPr sz="1200"/>
            </a:pPr>
            <a:r>
              <a:t>D:/pasar_fix/node_modules/.bun/cheerio@1.2.0/node_modules/cheerio/dist/browser/options.d.ts.map</a:t>
            </a:r>
          </a:p>
          <a:p>
            <a:pPr>
              <a:defRPr sz="1200"/>
            </a:pPr>
            <a:r>
              <a:t>D:/pasar_fix/node_modules/.bun/cheerio@1.2.0/node_modules/cheerio/dist/browser/options.js</a:t>
            </a:r>
          </a:p>
          <a:p>
            <a:pPr>
              <a:defRPr sz="1200"/>
            </a:pPr>
            <a:r>
              <a:t>D:/pasar_fix/node_modules/.bun/cheerio@1.2.0/node_modules/cheerio/dist/browser/options.js.map</a:t>
            </a:r>
          </a:p>
          <a:p>
            <a:pPr>
              <a:defRPr sz="1200"/>
            </a:pPr>
            <a:r>
              <a:t>D:/pasar_fix/node_modules/.bun/cheerio@1.2.0/node_modules/cheerio/dist/browser/package.json</a:t>
            </a:r>
          </a:p>
          <a:p>
            <a:pPr>
              <a:defRPr sz="1200"/>
            </a:pPr>
            <a:r>
              <a:t>D:/pasar_fix/node_modules/.bun/cheerio@1.2.0/node_modules/cheerio/dist/browser/parse.d.ts</a:t>
            </a:r>
          </a:p>
          <a:p>
            <a:pPr>
              <a:defRPr sz="1200"/>
            </a:pPr>
            <a:r>
              <a:t>D:/pasar_fix/node_modules/.bun/cheerio@1.2.0/node_modules/cheerio/dist/browser/parse.d.ts.map</a:t>
            </a:r>
          </a:p>
          <a:p>
            <a:pPr>
              <a:defRPr sz="1200"/>
            </a:pPr>
            <a:r>
              <a:t>D:/pasar_fix/node_modules/.bun/cheerio@1.2.0/node_modules/cheerio/dist/browser/parse.js</a:t>
            </a:r>
          </a:p>
          <a:p>
            <a:pPr>
              <a:defRPr sz="1200"/>
            </a:pPr>
            <a:r>
              <a:t>D:/pasar_fix/node_modules/.bun/cheerio@1.2.0/node_modules/cheerio/dist/browser/parse.js.map</a:t>
            </a:r>
          </a:p>
          <a:p>
            <a:pPr>
              <a:defRPr sz="1200"/>
            </a:pPr>
            <a:r>
              <a:t>D:/pasar_fix/node_modules/.bun/cheerio@1.2.0/node_modules/cheerio/dist/browser/slim.d.ts</a:t>
            </a:r>
          </a:p>
          <a:p>
            <a:pPr>
              <a:defRPr sz="1200"/>
            </a:pPr>
            <a:r>
              <a:t>D:/pasar_fix/node_modules/.bun/cheerio@1.2.0/node_modules/cheerio/dist/browser/slim.d.ts.map</a:t>
            </a:r>
          </a:p>
          <a:p>
            <a:pPr>
              <a:defRPr sz="1200"/>
            </a:pPr>
            <a:r>
              <a:t>D:/pasar_fix/node_modules/.bun/cheerio@1.2.0/node_modules/cheerio/dist/browser/slim.js</a:t>
            </a:r>
          </a:p>
          <a:p>
            <a:pPr>
              <a:defRPr sz="1200"/>
            </a:pPr>
            <a:r>
              <a:t>D:/pasar_fix/node_modules/.bun/cheerio@1.2.0/node_modules/cheerio/dist/browser/slim.js.map</a:t>
            </a:r>
          </a:p>
          <a:p>
            <a:pPr>
              <a:defRPr sz="1200"/>
            </a:pPr>
            <a:r>
              <a:t>D:/pasar_fix/node_modules/.bun/cheerio@1.2.0/node_modules/cheerio/dist/browser/static.d.ts</a:t>
            </a:r>
          </a:p>
          <a:p>
            <a:pPr>
              <a:defRPr sz="1200"/>
            </a:pPr>
            <a:r>
              <a:t>D:/pasar_fix/node_modules/.bun/cheerio@1.2.0/node_modules/cheerio/dist/browser/static.d.ts.map</a:t>
            </a:r>
          </a:p>
          <a:p>
            <a:pPr>
              <a:defRPr sz="1200"/>
            </a:pPr>
            <a:r>
              <a:t>D:/pasar_fix/node_modules/.bun/cheerio@1.2.0/node_modules/cheerio/dist/browser/static.js</a:t>
            </a:r>
          </a:p>
          <a:p>
            <a:pPr>
              <a:defRPr sz="1200"/>
            </a:pPr>
            <a:r>
              <a:t>D:/pasar_fix/node_modules/.bun/cheerio@1.2.0/node_modules/cheerio/dist/browser/static.js.map</a:t>
            </a:r>
          </a:p>
          <a:p>
            <a:pPr>
              <a:defRPr sz="1200"/>
            </a:pPr>
            <a:r>
              <a:t>D:/pasar_fix/node_modules/.bun/cheerio@1.2.0/node_modules/cheerio/dist/browser/types.d.ts</a:t>
            </a:r>
          </a:p>
          <a:p>
            <a:pPr>
              <a:defRPr sz="1200"/>
            </a:pPr>
            <a:r>
              <a:t>D:/pasar_fix/node_modules/.bun/cheerio@1.2.0/node_modules/cheerio/dist/browser/types.d.ts.map</a:t>
            </a:r>
          </a:p>
          <a:p>
            <a:pPr>
              <a:defRPr sz="1200"/>
            </a:pPr>
            <a:r>
              <a:t>D:/pasar_fix/node_modules/.bun/cheerio@1.2.0/node_modules/cheerio/dist/browser/types.js</a:t>
            </a:r>
          </a:p>
          <a:p>
            <a:pPr>
              <a:defRPr sz="1200"/>
            </a:pPr>
            <a:r>
              <a:t>D:/pasar_fix/node_modules/.bun/cheerio@1.2.0/node_modules/cheerio/dist/browser/types.js.map</a:t>
            </a:r>
          </a:p>
          <a:p>
            <a:pPr>
              <a:defRPr sz="1200"/>
            </a:pPr>
            <a:r>
              <a:t>D:/pasar_fix/node_modules/.bun/cheerio@1.2.0/node_modules/cheerio/dist/browser/utils.d.ts</a:t>
            </a:r>
          </a:p>
          <a:p>
            <a:pPr>
              <a:defRPr sz="1200"/>
            </a:pPr>
            <a:r>
              <a:t>D:/pasar_fix/node_modules/.bun/cheerio@1.2.0/node_modules/cheerio/dist/browser/utils.d.ts.map</a:t>
            </a:r>
          </a:p>
          <a:p>
            <a:pPr>
              <a:defRPr sz="1200"/>
            </a:pPr>
            <a:r>
              <a:t>D:/pasar_fix/node_modules/.bun/cheerio@1.2.0/node_modules/cheerio/dist/browser/utils.js</a:t>
            </a:r>
          </a:p>
          <a:p>
            <a:pPr>
              <a:defRPr sz="1200"/>
            </a:pPr>
            <a:r>
              <a:t>D:/pasar_fix/node_modules/.bun/cheerio@1.2.0/node_modules/cheerio/dist/browser/utils.js.map</a:t>
            </a:r>
          </a:p>
          <a:p>
            <a:pPr>
              <a:defRPr sz="1200"/>
            </a:pPr>
            <a:r>
              <a:t>D:/pasar_fix/node_modules/.bun/cheerio@1.2.0/node_modules/cheerio/dist/browser/api/attributes.d.ts</a:t>
            </a:r>
          </a:p>
          <a:p>
            <a:pPr>
              <a:defRPr sz="1200"/>
            </a:pPr>
            <a:r>
              <a:t>D:/pasar_fix/node_modules/.bun/cheerio@1.2.0/node_modules/cheerio/dist/browser/api/attributes.d.ts.map</a:t>
            </a:r>
          </a:p>
          <a:p>
            <a:pPr>
              <a:defRPr sz="1200"/>
            </a:pPr>
            <a:r>
              <a:t>D:/pasar_fix/node_modules/.bun/cheerio@1.2.0/node_modules/cheerio/dist/browser/api/attributes.js</a:t>
            </a:r>
          </a:p>
          <a:p>
            <a:pPr>
              <a:defRPr sz="1200"/>
            </a:pPr>
            <a:r>
              <a:t>D:/pasar_fix/node_modules/.bun/cheerio@1.2.0/node_modules/cheerio/dist/browser/api/attributes.js.map</a:t>
            </a:r>
          </a:p>
          <a:p>
            <a:pPr>
              <a:defRPr sz="1200"/>
            </a:pPr>
            <a:r>
              <a:t>D:/pasar_fix/node_modules/.bun/cheerio@1.2.0/node_modules/cheerio/dist/browser/api/css.d.ts</a:t>
            </a:r>
          </a:p>
          <a:p>
            <a:pPr>
              <a:defRPr sz="1200"/>
            </a:pPr>
            <a:r>
              <a:t>D:/pasar_fix/node_modules/.bun/cheerio@1.2.0/node_modules/cheerio/dist/browser/api/css.d.ts.map</a:t>
            </a:r>
          </a:p>
          <a:p>
            <a:pPr>
              <a:defRPr sz="1200"/>
            </a:pPr>
            <a:r>
              <a:t>D:/pasar_fix/node_modules/.bun/cheerio@1.2.0/node_modules/cheerio/dist/browser/api/css.js</a:t>
            </a:r>
          </a:p>
          <a:p>
            <a:pPr>
              <a:defRPr sz="1200"/>
            </a:pPr>
            <a:r>
              <a:t>D:/pasar_fix/node_modules/.bun/cheerio@1.2.0/node_modules/cheerio/dist/browser/api/css.js.map</a:t>
            </a:r>
          </a:p>
          <a:p>
            <a:pPr>
              <a:defRPr sz="1200"/>
            </a:pPr>
            <a:r>
              <a:t>D:/pasar_fix/node_modules/.bun/cheerio@1.2.0/node_modules/cheerio/dist/browser/api/extract.d.ts</a:t>
            </a:r>
          </a:p>
          <a:p>
            <a:pPr>
              <a:defRPr sz="1200"/>
            </a:pPr>
            <a:r>
              <a:t>D:/pasar_fix/node_modules/.bun/cheerio@1.2.0/node_modules/cheerio/dist/browser/api/extract.d.ts.map</a:t>
            </a:r>
          </a:p>
          <a:p>
            <a:pPr>
              <a:defRPr sz="1200"/>
            </a:pPr>
            <a:r>
              <a:t>D:/pasar_fix/node_modules/.bun/cheerio@1.2.0/node_modules/cheerio/dist/browser/api/extract.js</a:t>
            </a:r>
          </a:p>
          <a:p>
            <a:pPr>
              <a:defRPr sz="1200"/>
            </a:pPr>
            <a:r>
              <a:t>D:/pasar_fix/node_modules/.bun/cheerio@1.2.0/node_modules/cheerio/dist/browser/api/extract.js.map</a:t>
            </a:r>
          </a:p>
          <a:p>
            <a:pPr>
              <a:defRPr sz="1200"/>
            </a:pPr>
            <a:r>
              <a:t>D:/pasar_fix/node_modules/.bun/cheerio@1.2.0/node_modules/cheerio/dist/browser/api/forms.d.ts</a:t>
            </a:r>
          </a:p>
          <a:p>
            <a:pPr>
              <a:defRPr sz="1200"/>
            </a:pPr>
            <a:r>
              <a:t>D:/pasar_fix/node_modules/.bun/cheerio@1.2.0/node_modules/cheerio/dist/browser/api/forms.d.ts.map</a:t>
            </a:r>
          </a:p>
          <a:p>
            <a:pPr>
              <a:defRPr sz="1200"/>
            </a:pPr>
            <a:r>
              <a:t>D:/pasar_fix/node_modules/.bun/cheerio@1.2.0/node_modules/cheerio/dist/browser/api/forms.js</a:t>
            </a:r>
          </a:p>
          <a:p>
            <a:pPr>
              <a:defRPr sz="1200"/>
            </a:pPr>
            <a:r>
              <a:t>D:/pasar_fix/node_modules/.bun/cheerio@1.2.0/node_modules/cheerio/dist/browser/api/forms.js.map</a:t>
            </a:r>
          </a:p>
          <a:p>
            <a:pPr>
              <a:defRPr sz="1200"/>
            </a:pPr>
            <a:r>
              <a:t>D:/pasar_fix/node_modules/.bun/cheerio@1.2.0/node_modules/cheerio/dist/browser/api/manipulation.d.ts</a:t>
            </a:r>
          </a:p>
          <a:p>
            <a:pPr>
              <a:defRPr sz="1200"/>
            </a:pPr>
            <a:r>
              <a:t>D:/pasar_fix/node_modules/.bun/cheerio@1.2.0/node_modules/cheerio/dist/browser/api/manipulation.d.ts.map</a:t>
            </a:r>
          </a:p>
          <a:p>
            <a:pPr>
              <a:defRPr sz="1200"/>
            </a:pPr>
            <a:r>
              <a:t>D:/pasar_fix/node_modules/.bun/cheerio@1.2.0/node_modules/cheerio/dist/browser/api/manipulation.js</a:t>
            </a:r>
          </a:p>
          <a:p>
            <a:pPr>
              <a:defRPr sz="1200"/>
            </a:pPr>
            <a:r>
              <a:t>D:/pasar_fix/node_modules/.bun/cheerio@1.2.0/node_modules/cheerio/dist/browser/api/manipulation.js.map</a:t>
            </a:r>
          </a:p>
          <a:p>
            <a:pPr>
              <a:defRPr sz="1200"/>
            </a:pPr>
            <a:r>
              <a:t>D:/pasar_fix/node_modules/.bun/cheerio@1.2.0/node_modules/cheerio/dist/browser/api/traversing.d.ts</a:t>
            </a:r>
          </a:p>
          <a:p>
            <a:pPr>
              <a:defRPr sz="1200"/>
            </a:pPr>
            <a:r>
              <a:t>D:/pasar_fix/node_modules/.bun/cheerio@1.2.0/node_modules/cheerio/dist/browser/api/traversing.d.ts.map</a:t>
            </a:r>
          </a:p>
          <a:p>
            <a:pPr>
              <a:defRPr sz="1200"/>
            </a:pPr>
            <a:r>
              <a:t>D:/pasar_fix/node_modules/.bun/cheerio@1.2.0/node_modules/cheerio/dist/browser/api/traversing.js</a:t>
            </a:r>
          </a:p>
          <a:p>
            <a:pPr>
              <a:defRPr sz="1200"/>
            </a:pPr>
            <a:r>
              <a:t>D:/pasar_fix/node_modules/.bun/cheerio@1.2.0/node_modules/cheerio/dist/browser/api/traversing.js.map</a:t>
            </a:r>
          </a:p>
          <a:p>
            <a:pPr>
              <a:defRPr sz="1200"/>
            </a:pPr>
            <a:r>
              <a:t>D:/pasar_fix/node_modules/.bun/cheerio@1.2.0/node_modules/cheerio/dist/browser/parsers/parse5-adapter.d.ts</a:t>
            </a:r>
          </a:p>
          <a:p>
            <a:pPr>
              <a:defRPr sz="1200"/>
            </a:pPr>
            <a:r>
              <a:t>D:/pasar_fix/node_modules/.bun/cheerio@1.2.0/node_modules/cheerio/dist/browser/parsers/parse5-adapter.d.ts.map</a:t>
            </a:r>
          </a:p>
          <a:p>
            <a:pPr>
              <a:defRPr sz="1200"/>
            </a:pPr>
            <a:r>
              <a:t>D:/pasar_fix/node_modules/.bun/cheerio@1.2.0/node_modules/cheerio/dist/browser/parsers/parse5-adapter.js</a:t>
            </a:r>
          </a:p>
          <a:p>
            <a:pPr>
              <a:defRPr sz="1200"/>
            </a:pPr>
            <a:r>
              <a:t>D:/pasar_fix/node_modules/.bun/cheerio@1.2.0/node_modules/cheerio/dist/browser/parsers/parse5-adapter.js.map</a:t>
            </a:r>
          </a:p>
          <a:p>
            <a:pPr>
              <a:defRPr sz="1200"/>
            </a:pPr>
            <a:r>
              <a:t>D:/pasar_fix/node_modules/.bun/cheerio@1.2.0/node_modules/cheerio/dist/commonjs/cheerio.d.ts</a:t>
            </a:r>
          </a:p>
          <a:p>
            <a:pPr>
              <a:defRPr sz="1200"/>
            </a:pPr>
            <a:r>
              <a:t>D:/pasar_fix/node_modules/.bun/cheerio@1.2.0/node_modules/cheerio/dist/commonjs/cheerio.d.ts.map</a:t>
            </a:r>
          </a:p>
          <a:p>
            <a:pPr>
              <a:defRPr sz="1200"/>
            </a:pPr>
            <a:r>
              <a:t>D:/pasar_fix/node_modules/.bun/cheerio@1.2.0/node_modules/cheerio/dist/commonjs/cheerio.js</a:t>
            </a:r>
          </a:p>
          <a:p>
            <a:pPr>
              <a:defRPr sz="1200"/>
            </a:pPr>
            <a:r>
              <a:t>D:/pasar_fix/node_modules/.bun/cheerio@1.2.0/node_modules/cheerio/dist/commonjs/cheerio.js.map</a:t>
            </a:r>
          </a:p>
          <a:p>
            <a:pPr>
              <a:defRPr sz="1200"/>
            </a:pPr>
            <a:r>
              <a:t>D:/pasar_fix/node_modules/.bun/cheerio@1.2.0/node_modules/cheerio/dist/commonjs/index.d.ts</a:t>
            </a:r>
          </a:p>
          <a:p>
            <a:pPr>
              <a:defRPr sz="1200"/>
            </a:pPr>
            <a:r>
              <a:t>D:/pasar_fix/node_modules/.bun/cheerio@1.2.0/node_modules/cheerio/dist/commonjs/index.d.ts.map</a:t>
            </a:r>
          </a:p>
          <a:p>
            <a:pPr>
              <a:defRPr sz="1200"/>
            </a:pPr>
            <a:r>
              <a:t>D:/pasar_fix/node_modules/.bun/cheerio@1.2.0/node_modules/cheerio/dist/commonjs/index.js</a:t>
            </a:r>
          </a:p>
          <a:p>
            <a:pPr>
              <a:defRPr sz="1200"/>
            </a:pPr>
            <a:r>
              <a:t>D:/pasar_fix/node_modules/.bun/cheerio@1.2.0/node_modules/cheerio/dist/commonjs/index.js.map</a:t>
            </a:r>
          </a:p>
          <a:p>
            <a:pPr>
              <a:defRPr sz="1200"/>
            </a:pPr>
            <a:r>
              <a:t>D:/pasar_fix/node_modules/.bun/cheerio@1.2.0/node_modules/cheerio/dist/commonjs/load-parse.d.ts</a:t>
            </a:r>
          </a:p>
          <a:p>
            <a:pPr>
              <a:defRPr sz="1200"/>
            </a:pPr>
            <a:r>
              <a:t>D:/pasar_fix/node_modules/.bun/cheerio@1.2.0/node_modules/cheerio/dist/commonjs/load-parse.d.ts.map</a:t>
            </a:r>
          </a:p>
          <a:p>
            <a:pPr>
              <a:defRPr sz="1200"/>
            </a:pPr>
            <a:r>
              <a:t>D:/pasar_fix/node_modules/.bun/cheerio@1.2.0/node_modules/cheerio/dist/commonjs/load-parse.js</a:t>
            </a:r>
          </a:p>
          <a:p>
            <a:pPr>
              <a:defRPr sz="1200"/>
            </a:pPr>
            <a:r>
              <a:t>D:/pasar_fix/node_modules/.bun/cheerio@1.2.0/node_modules/cheerio/dist/commonjs/load-parse.js.map</a:t>
            </a:r>
          </a:p>
          <a:p>
            <a:pPr>
              <a:defRPr sz="1200"/>
            </a:pPr>
            <a:r>
              <a:t>D:/pasar_fix/node_modules/.bun/cheerio@1.2.0/node_modules/cheerio/dist/commonjs/load.d.ts</a:t>
            </a:r>
          </a:p>
          <a:p>
            <a:pPr>
              <a:defRPr sz="1200"/>
            </a:pPr>
            <a:r>
              <a:t>D:/pasar_fix/node_modules/.bun/cheerio@1.2.0/node_modules/cheerio/dist/commonjs/load.d.ts.map</a:t>
            </a:r>
          </a:p>
          <a:p>
            <a:pPr>
              <a:defRPr sz="1200"/>
            </a:pPr>
            <a:r>
              <a:t>D:/pasar_fix/node_modules/.bun/cheerio@1.2.0/node_modules/cheerio/dist/commonjs/load.js</a:t>
            </a:r>
          </a:p>
          <a:p>
            <a:pPr>
              <a:defRPr sz="1200"/>
            </a:pPr>
            <a:r>
              <a:t>D:/pasar_fix/node_modules/.bun/cheerio@1.2.0/node_modules/cheerio/dist/commonjs/load.js.map</a:t>
            </a:r>
          </a:p>
          <a:p>
            <a:pPr>
              <a:defRPr sz="1200"/>
            </a:pPr>
            <a:r>
              <a:t>D:/pasar_fix/node_modules/.bun/cheerio@1.2.0/node_modules/cheerio/dist/commonjs/options.d.ts</a:t>
            </a:r>
          </a:p>
          <a:p>
            <a:pPr>
              <a:defRPr sz="1200"/>
            </a:pPr>
            <a:r>
              <a:t>D:/pasar_fix/node_modules/.bun/cheerio@1.2.0/node_modules/cheerio/dist/commonjs/options.d.ts.map</a:t>
            </a:r>
          </a:p>
          <a:p>
            <a:pPr>
              <a:defRPr sz="1200"/>
            </a:pPr>
            <a:r>
              <a:t>D:/pasar_fix/node_modules/.bun/cheerio@1.2.0/node_modules/cheerio/dist/commonjs/options.js</a:t>
            </a:r>
          </a:p>
          <a:p>
            <a:pPr>
              <a:defRPr sz="1200"/>
            </a:pPr>
            <a:r>
              <a:t>D:/pasar_fix/node_modules/.bun/cheerio@1.2.0/node_modules/cheerio/dist/commonjs/options.js.map</a:t>
            </a:r>
          </a:p>
          <a:p>
            <a:pPr>
              <a:defRPr sz="1200"/>
            </a:pPr>
            <a:r>
              <a:t>D:/pasar_fix/node_modules/.bun/cheerio@1.2.0/node_modules/cheerio/dist/commonjs/package.json</a:t>
            </a:r>
          </a:p>
          <a:p>
            <a:pPr>
              <a:defRPr sz="1200"/>
            </a:pPr>
            <a:r>
              <a:t>D:/pasar_fix/node_modules/.bun/cheerio@1.2.0/node_modules/cheerio/dist/commonjs/parse.d.ts</a:t>
            </a:r>
          </a:p>
          <a:p>
            <a:pPr>
              <a:defRPr sz="1200"/>
            </a:pPr>
            <a:r>
              <a:t>D:/pasar_fix/node_modules/.bun/cheerio@1.2.0/node_modules/cheerio/dist/commonjs/parse.d.ts.map</a:t>
            </a:r>
          </a:p>
          <a:p>
            <a:pPr>
              <a:defRPr sz="1200"/>
            </a:pPr>
            <a:r>
              <a:t>D:/pasar_fix/node_modules/.bun/cheerio@1.2.0/node_modules/cheerio/dist/commonjs/parse.js</a:t>
            </a:r>
          </a:p>
          <a:p>
            <a:pPr>
              <a:defRPr sz="1200"/>
            </a:pPr>
            <a:r>
              <a:t>D:/pasar_fix/node_modules/.bun/cheerio@1.2.0/node_modules/cheerio/dist/commonjs/parse.js.map</a:t>
            </a:r>
          </a:p>
          <a:p>
            <a:pPr>
              <a:defRPr sz="1200"/>
            </a:pPr>
            <a:r>
              <a:t>D:/pasar_fix/node_modules/.bun/cheerio@1.2.0/node_modules/cheerio/dist/commonjs/slim.d.ts</a:t>
            </a:r>
          </a:p>
          <a:p>
            <a:pPr>
              <a:defRPr sz="1200"/>
            </a:pPr>
            <a:r>
              <a:t>D:/pasar_fix/node_modules/.bun/cheerio@1.2.0/node_modules/cheerio/dist/commonjs/slim.d.ts.map</a:t>
            </a:r>
          </a:p>
          <a:p>
            <a:pPr>
              <a:defRPr sz="1200"/>
            </a:pPr>
            <a:r>
              <a:t>D:/pasar_fix/node_modules/.bun/cheerio@1.2.0/node_modules/cheerio/dist/commonjs/slim.js</a:t>
            </a:r>
          </a:p>
          <a:p>
            <a:pPr>
              <a:defRPr sz="1200"/>
            </a:pPr>
            <a:r>
              <a:t>D:/pasar_fix/node_modules/.bun/cheerio@1.2.0/node_modules/cheerio/dist/commonjs/slim.js.map</a:t>
            </a:r>
          </a:p>
          <a:p>
            <a:pPr>
              <a:defRPr sz="1200"/>
            </a:pPr>
            <a:r>
              <a:t>D:/pasar_fix/node_modules/.bun/cheerio@1.2.0/node_modules/cheerio/dist/commonjs/static.d.ts</a:t>
            </a:r>
          </a:p>
          <a:p>
            <a:pPr>
              <a:defRPr sz="1200"/>
            </a:pPr>
            <a:r>
              <a:t>D:/pasar_fix/node_modules/.bun/cheerio@1.2.0/node_modules/cheerio/dist/commonjs/static.d.ts.map</a:t>
            </a:r>
          </a:p>
          <a:p>
            <a:pPr>
              <a:defRPr sz="1200"/>
            </a:pPr>
            <a:r>
              <a:t>D:/pasar_fix/node_modules/.bun/cheerio@1.2.0/node_modules/cheerio/dist/commonjs/static.js</a:t>
            </a:r>
          </a:p>
          <a:p>
            <a:pPr>
              <a:defRPr sz="1200"/>
            </a:pPr>
            <a:r>
              <a:t>D:/pasar_fix/node_modules/.bun/cheerio@1.2.0/node_modules/cheerio/dist/commonjs/static.js.map</a:t>
            </a:r>
          </a:p>
          <a:p>
            <a:pPr>
              <a:defRPr sz="1200"/>
            </a:pPr>
            <a:r>
              <a:t>D:/pasar_fix/node_modules/.bun/cheerio@1.2.0/node_modules/cheerio/dist/commonjs/types.d.ts</a:t>
            </a:r>
          </a:p>
          <a:p>
            <a:pPr>
              <a:defRPr sz="1200"/>
            </a:pPr>
            <a:r>
              <a:t>D:/pasar_fix/node_modules/.bun/cheerio@1.2.0/node_modules/cheerio/dist/commonjs/types.d.ts.map</a:t>
            </a:r>
          </a:p>
          <a:p>
            <a:pPr>
              <a:defRPr sz="1200"/>
            </a:pPr>
            <a:r>
              <a:t>D:/pasar_fix/node_modules/.bun/cheerio@1.2.0/node_modules/cheerio/dist/commonjs/types.js</a:t>
            </a:r>
          </a:p>
          <a:p>
            <a:pPr>
              <a:defRPr sz="1200"/>
            </a:pPr>
            <a:r>
              <a:t>D:/pasar_fix/node_modules/.bun/cheerio@1.2.0/node_modules/cheerio/dist/commonjs/types.js.map</a:t>
            </a:r>
          </a:p>
          <a:p>
            <a:pPr>
              <a:defRPr sz="1200"/>
            </a:pPr>
            <a:r>
              <a:t>D:/pasar_fix/node_modules/.bun/cheerio@1.2.0/node_modules/cheerio/dist/commonjs/utils.d.ts</a:t>
            </a:r>
          </a:p>
          <a:p>
            <a:pPr>
              <a:defRPr sz="1200"/>
            </a:pPr>
            <a:r>
              <a:t>D:/pasar_fix/node_modules/.bun/cheerio@1.2.0/node_modules/cheerio/dist/commonjs/utils.d.ts.map</a:t>
            </a:r>
          </a:p>
          <a:p>
            <a:pPr>
              <a:defRPr sz="1200"/>
            </a:pPr>
            <a:r>
              <a:t>D:/pasar_fix/node_modules/.bun/cheerio@1.2.0/node_modules/cheerio/dist/commonjs/utils.js</a:t>
            </a:r>
          </a:p>
          <a:p>
            <a:pPr>
              <a:defRPr sz="1200"/>
            </a:pPr>
            <a:r>
              <a:t>D:/pasar_fix/node_modules/.bun/cheerio@1.2.0/node_modules/cheerio/dist/commonjs/utils.js.map</a:t>
            </a:r>
          </a:p>
          <a:p>
            <a:pPr>
              <a:defRPr sz="1200"/>
            </a:pPr>
            <a:r>
              <a:t>D:/pasar_fix/node_modules/.bun/cheerio@1.2.0/node_modules/cheerio/dist/commonjs/api/attributes.d.ts</a:t>
            </a:r>
          </a:p>
          <a:p>
            <a:pPr>
              <a:defRPr sz="1200"/>
            </a:pPr>
            <a:r>
              <a:t>D:/pasar_fix/node_modules/.bun/cheerio@1.2.0/node_modules/cheerio/dist/commonjs/api/attributes.d.ts.map</a:t>
            </a:r>
          </a:p>
          <a:p>
            <a:pPr>
              <a:defRPr sz="1200"/>
            </a:pPr>
            <a:r>
              <a:t>D:/pasar_fix/node_modules/.bun/cheerio@1.2.0/node_modules/cheerio/dist/commonjs/api/attributes.js</a:t>
            </a:r>
          </a:p>
          <a:p>
            <a:pPr>
              <a:defRPr sz="1200"/>
            </a:pPr>
            <a:r>
              <a:t>D:/pasar_fix/node_modules/.bun/cheerio@1.2.0/node_modules/cheerio/dist/commonjs/api/attributes.js.map</a:t>
            </a:r>
          </a:p>
          <a:p>
            <a:pPr>
              <a:defRPr sz="1200"/>
            </a:pPr>
            <a:r>
              <a:t>D:/pasar_fix/node_modules/.bun/cheerio@1.2.0/node_modules/cheerio/dist/commonjs/api/css.d.ts</a:t>
            </a:r>
          </a:p>
          <a:p>
            <a:pPr>
              <a:defRPr sz="1200"/>
            </a:pPr>
            <a:r>
              <a:t>D:/pasar_fix/node_modules/.bun/cheerio@1.2.0/node_modules/cheerio/dist/commonjs/api/css.d.ts.map</a:t>
            </a:r>
          </a:p>
          <a:p>
            <a:pPr>
              <a:defRPr sz="1200"/>
            </a:pPr>
            <a:r>
              <a:t>D:/pasar_fix/node_modules/.bun/cheerio@1.2.0/node_modules/cheerio/dist/commonjs/api/css.js</a:t>
            </a:r>
          </a:p>
          <a:p>
            <a:pPr>
              <a:defRPr sz="1200"/>
            </a:pPr>
            <a:r>
              <a:t>D:/pasar_fix/node_modules/.bun/cheerio@1.2.0/node_modules/cheerio/dist/commonjs/api/css.js.map</a:t>
            </a:r>
          </a:p>
          <a:p>
            <a:pPr>
              <a:defRPr sz="1200"/>
            </a:pPr>
            <a:r>
              <a:t>D:/pasar_fix/node_modules/.bun/cheerio@1.2.0/node_modules/cheerio/dist/commonjs/api/extract.d.ts</a:t>
            </a:r>
          </a:p>
          <a:p>
            <a:pPr>
              <a:defRPr sz="1200"/>
            </a:pPr>
            <a:r>
              <a:t>D:/pasar_fix/node_modules/.bun/cheerio@1.2.0/node_modules/cheerio/dist/commonjs/api/extract.d.ts.map</a:t>
            </a:r>
          </a:p>
          <a:p>
            <a:pPr>
              <a:defRPr sz="1200"/>
            </a:pPr>
            <a:r>
              <a:t>D:/pasar_fix/node_modules/.bun/cheerio@1.2.0/node_modules/cheerio/dist/commonjs/api/extract.js</a:t>
            </a:r>
          </a:p>
          <a:p>
            <a:pPr>
              <a:defRPr sz="1200"/>
            </a:pPr>
            <a:r>
              <a:t>D:/pasar_fix/node_modules/.bun/cheerio@1.2.0/node_modules/cheerio/dist/commonjs/api/extract.js.map</a:t>
            </a:r>
          </a:p>
          <a:p>
            <a:pPr>
              <a:defRPr sz="1200"/>
            </a:pPr>
            <a:r>
              <a:t>D:/pasar_fix/node_modules/.bun/cheerio@1.2.0/node_modules/cheerio/dist/commonjs/api/forms.d.ts</a:t>
            </a:r>
          </a:p>
          <a:p>
            <a:pPr>
              <a:defRPr sz="1200"/>
            </a:pPr>
            <a:r>
              <a:t>D:/pasar_fix/node_modules/.bun/cheerio@1.2.0/node_modules/cheerio/dist/commonjs/api/forms.d.ts.map</a:t>
            </a:r>
          </a:p>
          <a:p>
            <a:pPr>
              <a:defRPr sz="1200"/>
            </a:pPr>
            <a:r>
              <a:t>D:/pasar_fix/node_modules/.bun/cheerio@1.2.0/node_modules/cheerio/dist/commonjs/api/forms.js</a:t>
            </a:r>
          </a:p>
          <a:p>
            <a:pPr>
              <a:defRPr sz="1200"/>
            </a:pPr>
            <a:r>
              <a:t>D:/pasar_fix/node_modules/.bun/cheerio@1.2.0/node_modules/cheerio/dist/commonjs/api/forms.js.map</a:t>
            </a:r>
          </a:p>
          <a:p>
            <a:pPr>
              <a:defRPr sz="1200"/>
            </a:pPr>
            <a:r>
              <a:t>D:/pasar_fix/node_modules/.bun/cheerio@1.2.0/node_modules/cheerio/dist/commonjs/api/manipulation.d.ts</a:t>
            </a:r>
          </a:p>
          <a:p>
            <a:pPr>
              <a:defRPr sz="1200"/>
            </a:pPr>
            <a:r>
              <a:t>D:/pasar_fix/node_modules/.bun/cheerio@1.2.0/node_modules/cheerio/dist/commonjs/api/manipulation.d.ts.map</a:t>
            </a:r>
          </a:p>
          <a:p>
            <a:pPr>
              <a:defRPr sz="1200"/>
            </a:pPr>
            <a:r>
              <a:t>D:/pasar_fix/node_modules/.bun/cheerio@1.2.0/node_modules/cheerio/dist/commonjs/api/manipulation.js</a:t>
            </a:r>
          </a:p>
          <a:p>
            <a:pPr>
              <a:defRPr sz="1200"/>
            </a:pPr>
            <a:r>
              <a:t>D:/pasar_fix/node_modules/.bun/cheerio@1.2.0/node_modules/cheerio/dist/commonjs/api/manipulation.js.map</a:t>
            </a:r>
          </a:p>
          <a:p>
            <a:pPr>
              <a:defRPr sz="1200"/>
            </a:pPr>
            <a:r>
              <a:t>D:/pasar_fix/node_modules/.bun/cheerio@1.2.0/node_modules/cheerio/dist/commonjs/api/traversing.d.ts</a:t>
            </a:r>
          </a:p>
          <a:p>
            <a:pPr>
              <a:defRPr sz="1200"/>
            </a:pPr>
            <a:r>
              <a:t>D:/pasar_fix/node_modules/.bun/cheerio@1.2.0/node_modules/cheerio/dist/commonjs/api/traversing.d.ts.map</a:t>
            </a:r>
          </a:p>
          <a:p>
            <a:pPr>
              <a:defRPr sz="1200"/>
            </a:pPr>
            <a:r>
              <a:t>D:/pasar_fix/node_modules/.bun/cheerio@1.2.0/node_modules/cheerio/dist/commonjs/api/traversing.js</a:t>
            </a:r>
          </a:p>
          <a:p>
            <a:pPr>
              <a:defRPr sz="1200"/>
            </a:pPr>
            <a:r>
              <a:t>D:/pasar_fix/node_modules/.bun/cheerio@1.2.0/node_modules/cheerio/dist/commonjs/api/traversing.js.map</a:t>
            </a:r>
          </a:p>
          <a:p>
            <a:pPr>
              <a:defRPr sz="1200"/>
            </a:pPr>
            <a:r>
              <a:t>D:/pasar_fix/node_modules/.bun/cheerio@1.2.0/node_modules/cheerio/dist/commonjs/parsers/parse5-adapter.d.ts</a:t>
            </a:r>
          </a:p>
          <a:p>
            <a:pPr>
              <a:defRPr sz="1200"/>
            </a:pPr>
            <a:r>
              <a:t>D:/pasar_fix/node_modules/.bun/cheerio@1.2.0/node_modules/cheerio/dist/commonjs/parsers/parse5-adapter.d.ts.map</a:t>
            </a:r>
          </a:p>
          <a:p>
            <a:pPr>
              <a:defRPr sz="1200"/>
            </a:pPr>
            <a:r>
              <a:t>D:/pasar_fix/node_modules/.bun/cheerio@1.2.0/node_modules/cheerio/dist/commonjs/parsers/parse5-adapter.js</a:t>
            </a:r>
          </a:p>
          <a:p>
            <a:pPr>
              <a:defRPr sz="1200"/>
            </a:pPr>
            <a:r>
              <a:t>D:/pasar_fix/node_modules/.bun/cheerio@1.2.0/node_modules/cheerio/dist/commonjs/parsers/parse5-adapter.js.map</a:t>
            </a:r>
          </a:p>
          <a:p>
            <a:pPr>
              <a:defRPr sz="1200"/>
            </a:pPr>
            <a:r>
              <a:t>D:/pasar_fix/node_modules/.bun/cheerio@1.2.0/node_modules/cheerio/dist/esm/cheerio.d.ts</a:t>
            </a:r>
          </a:p>
          <a:p>
            <a:pPr>
              <a:defRPr sz="1200"/>
            </a:pPr>
            <a:r>
              <a:t>D:/pasar_fix/node_modules/.bun/cheerio@1.2.0/node_modules/cheerio/dist/esm/cheerio.d.ts.map</a:t>
            </a:r>
          </a:p>
          <a:p>
            <a:pPr>
              <a:defRPr sz="1200"/>
            </a:pPr>
            <a:r>
              <a:t>D:/pasar_fix/node_modules/.bun/cheerio@1.2.0/node_modules/cheerio/dist/esm/cheerio.js</a:t>
            </a:r>
          </a:p>
          <a:p>
            <a:pPr>
              <a:defRPr sz="1200"/>
            </a:pPr>
            <a:r>
              <a:t>D:/pasar_fix/node_modules/.bun/cheerio@1.2.0/node_modules/cheerio/dist/esm/cheerio.js.map</a:t>
            </a:r>
          </a:p>
          <a:p>
            <a:pPr>
              <a:defRPr sz="1200"/>
            </a:pPr>
            <a:r>
              <a:t>D:/pasar_fix/node_modules/.bun/cheerio@1.2.0/node_modules/cheerio/dist/esm/index.d.ts</a:t>
            </a:r>
          </a:p>
          <a:p>
            <a:pPr>
              <a:defRPr sz="1200"/>
            </a:pPr>
            <a:r>
              <a:t>D:/pasar_fix/node_modules/.bun/cheerio@1.2.0/node_modules/cheerio/dist/esm/index.d.ts.map</a:t>
            </a:r>
          </a:p>
          <a:p>
            <a:pPr>
              <a:defRPr sz="1200"/>
            </a:pPr>
            <a:r>
              <a:t>D:/pasar_fix/node_modules/.bun/cheerio@1.2.0/node_modules/cheerio/dist/esm/index.js</a:t>
            </a:r>
          </a:p>
          <a:p>
            <a:pPr>
              <a:defRPr sz="1200"/>
            </a:pPr>
            <a:r>
              <a:t>D:/pasar_fix/node_modules/.bun/cheerio@1.2.0/node_modules/cheerio/dist/esm/index.js.map</a:t>
            </a:r>
          </a:p>
          <a:p>
            <a:pPr>
              <a:defRPr sz="1200"/>
            </a:pPr>
            <a:r>
              <a:t>D:/pasar_fix/node_modules/.bun/cheerio@1.2.0/node_modules/cheerio/dist/esm/load-parse.d.ts</a:t>
            </a:r>
          </a:p>
          <a:p>
            <a:pPr>
              <a:defRPr sz="1200"/>
            </a:pPr>
            <a:r>
              <a:t>D:/pasar_fix/node_modules/.bun/cheerio@1.2.0/node_modules/cheerio/dist/esm/load-parse.d.ts.map</a:t>
            </a:r>
          </a:p>
          <a:p>
            <a:pPr>
              <a:defRPr sz="1200"/>
            </a:pPr>
            <a:r>
              <a:t>D:/pasar_fix/node_modules/.bun/cheerio@1.2.0/node_modules/cheerio/dist/esm/load-parse.js</a:t>
            </a:r>
          </a:p>
          <a:p>
            <a:pPr>
              <a:defRPr sz="1200"/>
            </a:pPr>
            <a:r>
              <a:t>D:/pasar_fix/node_modules/.bun/cheerio@1.2.0/node_modules/cheerio/dist/esm/load-parse.js.map</a:t>
            </a:r>
          </a:p>
          <a:p>
            <a:pPr>
              <a:defRPr sz="1200"/>
            </a:pPr>
            <a:r>
              <a:t>D:/pasar_fix/node_modules/.bun/cheerio@1.2.0/node_modules/cheerio/dist/esm/load.d.ts</a:t>
            </a:r>
          </a:p>
          <a:p>
            <a:pPr>
              <a:defRPr sz="1200"/>
            </a:pPr>
            <a:r>
              <a:t>D:/pasar_fix/node_modules/.bun/cheerio@1.2.0/node_modules/cheerio/dist/esm/load.d.ts.map</a:t>
            </a:r>
          </a:p>
          <a:p>
            <a:pPr>
              <a:defRPr sz="1200"/>
            </a:pPr>
            <a:r>
              <a:t>D:/pasar_fix/node_modules/.bun/cheerio@1.2.0/node_modules/cheerio/dist/esm/load.js</a:t>
            </a:r>
          </a:p>
          <a:p>
            <a:pPr>
              <a:defRPr sz="1200"/>
            </a:pPr>
            <a:r>
              <a:t>D:/pasar_fix/node_modules/.bun/cheerio@1.2.0/node_modules/cheerio/dist/esm/load.js.map</a:t>
            </a:r>
          </a:p>
          <a:p>
            <a:pPr>
              <a:defRPr sz="1200"/>
            </a:pPr>
            <a:r>
              <a:t>D:/pasar_fix/node_modules/.bun/cheerio@1.2.0/node_modules/cheerio/dist/esm/options.d.ts</a:t>
            </a:r>
          </a:p>
          <a:p>
            <a:pPr>
              <a:defRPr sz="1200"/>
            </a:pPr>
            <a:r>
              <a:t>D:/pasar_fix/node_modules/.bun/cheerio@1.2.0/node_modules/cheerio/dist/esm/options.d.ts.map</a:t>
            </a:r>
          </a:p>
          <a:p>
            <a:pPr>
              <a:defRPr sz="1200"/>
            </a:pPr>
            <a:r>
              <a:t>D:/pasar_fix/node_modules/.bun/cheerio@1.2.0/node_modules/cheerio/dist/esm/options.js</a:t>
            </a:r>
          </a:p>
          <a:p>
            <a:pPr>
              <a:defRPr sz="1200"/>
            </a:pPr>
            <a:r>
              <a:t>D:/pasar_fix/node_modules/.bun/cheerio@1.2.0/node_modules/cheerio/dist/esm/options.js.map</a:t>
            </a:r>
          </a:p>
          <a:p>
            <a:pPr>
              <a:defRPr sz="1200"/>
            </a:pPr>
            <a:r>
              <a:t>D:/pasar_fix/node_modules/.bun/cheerio@1.2.0/node_modules/cheerio/dist/esm/package.json</a:t>
            </a:r>
          </a:p>
          <a:p>
            <a:pPr>
              <a:defRPr sz="1200"/>
            </a:pPr>
            <a:r>
              <a:t>D:/pasar_fix/node_modules/.bun/cheerio@1.2.0/node_modules/cheerio/dist/esm/parse.d.ts</a:t>
            </a:r>
          </a:p>
          <a:p>
            <a:pPr>
              <a:defRPr sz="1200"/>
            </a:pPr>
            <a:r>
              <a:t>D:/pasar_fix/node_modules/.bun/cheerio@1.2.0/node_modules/cheerio/dist/esm/parse.d.ts.map</a:t>
            </a:r>
          </a:p>
          <a:p>
            <a:pPr>
              <a:defRPr sz="1200"/>
            </a:pPr>
            <a:r>
              <a:t>D:/pasar_fix/node_modules/.bun/cheerio@1.2.0/node_modules/cheerio/dist/esm/parse.js</a:t>
            </a:r>
          </a:p>
          <a:p>
            <a:pPr>
              <a:defRPr sz="1200"/>
            </a:pPr>
            <a:r>
              <a:t>D:/pasar_fix/node_modules/.bun/cheerio@1.2.0/node_modules/cheerio/dist/esm/parse.js.map</a:t>
            </a:r>
          </a:p>
          <a:p>
            <a:pPr>
              <a:defRPr sz="1200"/>
            </a:pPr>
            <a:r>
              <a:t>D:/pasar_fix/node_modules/.bun/cheerio@1.2.0/node_modules/cheerio/dist/esm/slim.d.ts</a:t>
            </a:r>
          </a:p>
          <a:p>
            <a:pPr>
              <a:defRPr sz="1200"/>
            </a:pPr>
            <a:r>
              <a:t>D:/pasar_fix/node_modules/.bun/cheerio@1.2.0/node_modules/cheerio/dist/esm/slim.d.ts.map</a:t>
            </a:r>
          </a:p>
          <a:p>
            <a:pPr>
              <a:defRPr sz="1200"/>
            </a:pPr>
            <a:r>
              <a:t>D:/pasar_fix/node_modules/.bun/cheerio@1.2.0/node_modules/cheerio/dist/esm/slim.js</a:t>
            </a:r>
          </a:p>
          <a:p>
            <a:pPr>
              <a:defRPr sz="1200"/>
            </a:pPr>
            <a:r>
              <a:t>D:/pasar_fix/node_modules/.bun/cheerio@1.2.0/node_modules/cheerio/dist/esm/slim.js.map</a:t>
            </a:r>
          </a:p>
          <a:p>
            <a:pPr>
              <a:defRPr sz="1200"/>
            </a:pPr>
            <a:r>
              <a:t>D:/pasar_fix/node_modules/.bun/cheerio@1.2.0/node_modules/cheerio/dist/esm/static.d.ts</a:t>
            </a:r>
          </a:p>
          <a:p>
            <a:pPr>
              <a:defRPr sz="1200"/>
            </a:pPr>
            <a:r>
              <a:t>D:/pasar_fix/node_modules/.bun/cheerio@1.2.0/node_modules/cheerio/dist/esm/static.d.ts.map</a:t>
            </a:r>
          </a:p>
          <a:p>
            <a:pPr>
              <a:defRPr sz="1200"/>
            </a:pPr>
            <a:r>
              <a:t>D:/pasar_fix/node_modules/.bun/cheerio@1.2.0/node_modules/cheerio/dist/esm/static.js</a:t>
            </a:r>
          </a:p>
          <a:p>
            <a:pPr>
              <a:defRPr sz="1200"/>
            </a:pPr>
            <a:r>
              <a:t>D:/pasar_fix/node_modules/.bun/cheerio@1.2.0/node_modules/cheerio/dist/esm/static.js.map</a:t>
            </a:r>
          </a:p>
          <a:p>
            <a:pPr>
              <a:defRPr sz="1200"/>
            </a:pPr>
            <a:r>
              <a:t>D:/pasar_fix/node_modules/.bun/cheerio@1.2.0/node_modules/cheerio/dist/esm/types.d.ts</a:t>
            </a:r>
          </a:p>
          <a:p>
            <a:pPr>
              <a:defRPr sz="1200"/>
            </a:pPr>
            <a:r>
              <a:t>D:/pasar_fix/node_modules/.bun/cheerio@1.2.0/node_modules/cheerio/dist/esm/types.d.ts.map</a:t>
            </a:r>
          </a:p>
          <a:p>
            <a:pPr>
              <a:defRPr sz="1200"/>
            </a:pPr>
            <a:r>
              <a:t>D:/pasar_fix/node_modules/.bun/cheerio@1.2.0/node_modules/cheerio/dist/esm/types.js</a:t>
            </a:r>
          </a:p>
          <a:p>
            <a:pPr>
              <a:defRPr sz="1200"/>
            </a:pPr>
            <a:r>
              <a:t>D:/pasar_fix/node_modules/.bun/cheerio@1.2.0/node_modules/cheerio/dist/esm/types.js.map</a:t>
            </a:r>
          </a:p>
          <a:p>
            <a:pPr>
              <a:defRPr sz="1200"/>
            </a:pPr>
            <a:r>
              <a:t>D:/pasar_fix/node_modules/.bun/cheerio@1.2.0/node_modules/cheerio/dist/esm/utils.d.ts</a:t>
            </a:r>
          </a:p>
          <a:p>
            <a:pPr>
              <a:defRPr sz="1200"/>
            </a:pPr>
            <a:r>
              <a:t>D:/pasar_fix/node_modules/.bun/cheerio@1.2.0/node_modules/cheerio/dist/esm/utils.d.ts.map</a:t>
            </a:r>
          </a:p>
          <a:p>
            <a:pPr>
              <a:defRPr sz="1200"/>
            </a:pPr>
            <a:r>
              <a:t>D:/pasar_fix/node_modules/.bun/cheerio@1.2.0/node_modules/cheerio/dist/esm/utils.js</a:t>
            </a:r>
          </a:p>
          <a:p>
            <a:pPr>
              <a:defRPr sz="1200"/>
            </a:pPr>
            <a:r>
              <a:t>D:/pasar_fix/node_modules/.bun/cheerio@1.2.0/node_modules/cheerio/dist/esm/utils.js.map</a:t>
            </a:r>
          </a:p>
          <a:p>
            <a:pPr>
              <a:defRPr sz="1200"/>
            </a:pPr>
            <a:r>
              <a:t>D:/pasar_fix/node_modules/.bun/cheerio@1.2.0/node_modules/cheerio/dist/esm/api/attributes.d.ts</a:t>
            </a:r>
          </a:p>
          <a:p>
            <a:pPr>
              <a:defRPr sz="1200"/>
            </a:pPr>
            <a:r>
              <a:t>D:/pasar_fix/node_modules/.bun/cheerio@1.2.0/node_modules/cheerio/dist/esm/api/attributes.d.ts.map</a:t>
            </a:r>
          </a:p>
          <a:p>
            <a:pPr>
              <a:defRPr sz="1200"/>
            </a:pPr>
            <a:r>
              <a:t>D:/pasar_fix/node_modules/.bun/cheerio@1.2.0/node_modules/cheerio/dist/esm/api/attributes.js</a:t>
            </a:r>
          </a:p>
          <a:p>
            <a:pPr>
              <a:defRPr sz="1200"/>
            </a:pPr>
            <a:r>
              <a:t>D:/pasar_fix/node_modules/.bun/cheerio@1.2.0/node_modules/cheerio/dist/esm/api/attributes.js.map</a:t>
            </a:r>
          </a:p>
          <a:p>
            <a:pPr>
              <a:defRPr sz="1200"/>
            </a:pPr>
            <a:r>
              <a:t>D:/pasar_fix/node_modules/.bun/cheerio@1.2.0/node_modules/cheerio/dist/esm/api/css.d.ts</a:t>
            </a:r>
          </a:p>
          <a:p>
            <a:pPr>
              <a:defRPr sz="1200"/>
            </a:pPr>
            <a:r>
              <a:t>D:/pasar_fix/node_modules/.bun/cheerio@1.2.0/node_modules/cheerio/dist/esm/api/css.d.ts.map</a:t>
            </a:r>
          </a:p>
          <a:p>
            <a:pPr>
              <a:defRPr sz="1200"/>
            </a:pPr>
            <a:r>
              <a:t>D:/pasar_fix/node_modules/.bun/cheerio@1.2.0/node_modules/cheerio/dist/esm/api/css.js</a:t>
            </a:r>
          </a:p>
          <a:p>
            <a:pPr>
              <a:defRPr sz="1200"/>
            </a:pPr>
            <a:r>
              <a:t>D:/pasar_fix/node_modules/.bun/cheerio@1.2.0/node_modules/cheerio/dist/esm/api/css.js.map</a:t>
            </a:r>
          </a:p>
          <a:p>
            <a:pPr>
              <a:defRPr sz="1200"/>
            </a:pPr>
            <a:r>
              <a:t>D:/pasar_fix/node_modules/.bun/cheerio@1.2.0/node_modules/cheerio/dist/esm/api/extract.d.ts</a:t>
            </a:r>
          </a:p>
          <a:p>
            <a:pPr>
              <a:defRPr sz="1200"/>
            </a:pPr>
            <a:r>
              <a:t>D:/pasar_fix/node_modules/.bun/cheerio@1.2.0/node_modules/cheerio/dist/esm/api/extract.d.ts.map</a:t>
            </a:r>
          </a:p>
          <a:p>
            <a:pPr>
              <a:defRPr sz="1200"/>
            </a:pPr>
            <a:r>
              <a:t>D:/pasar_fix/node_modules/.bun/cheerio@1.2.0/node_modules/cheerio/dist/esm/api/extract.js</a:t>
            </a:r>
          </a:p>
          <a:p>
            <a:pPr>
              <a:defRPr sz="1200"/>
            </a:pPr>
            <a:r>
              <a:t>D:/pasar_fix/node_modules/.bun/cheerio@1.2.0/node_modules/cheerio/dist/esm/api/extract.js.map</a:t>
            </a:r>
          </a:p>
          <a:p>
            <a:pPr>
              <a:defRPr sz="1200"/>
            </a:pPr>
            <a:r>
              <a:t>D:/pasar_fix/node_modules/.bun/cheerio@1.2.0/node_modules/cheerio/dist/esm/api/forms.d.ts</a:t>
            </a:r>
          </a:p>
          <a:p>
            <a:pPr>
              <a:defRPr sz="1200"/>
            </a:pPr>
            <a:r>
              <a:t>D:/pasar_fix/node_modules/.bun/cheerio@1.2.0/node_modules/cheerio/dist/esm/api/forms.d.ts.map</a:t>
            </a:r>
          </a:p>
          <a:p>
            <a:pPr>
              <a:defRPr sz="1200"/>
            </a:pPr>
            <a:r>
              <a:t>D:/pasar_fix/node_modules/.bun/cheerio@1.2.0/node_modules/cheerio/dist/esm/api/forms.js</a:t>
            </a:r>
          </a:p>
          <a:p>
            <a:pPr>
              <a:defRPr sz="1200"/>
            </a:pPr>
            <a:r>
              <a:t>D:/pasar_fix/node_modules/.bun/cheerio@1.2.0/node_modules/cheerio/dist/esm/api/forms.js.map</a:t>
            </a:r>
          </a:p>
          <a:p>
            <a:pPr>
              <a:defRPr sz="1200"/>
            </a:pPr>
            <a:r>
              <a:t>D:/pasar_fix/node_modules/.bun/cheerio@1.2.0/node_modules/cheerio/dist/esm/api/manipulation.d.ts</a:t>
            </a:r>
          </a:p>
          <a:p>
            <a:pPr>
              <a:defRPr sz="1200"/>
            </a:pPr>
            <a:r>
              <a:t>D:/pasar_fix/node_modules/.bun/cheerio@1.2.0/node_modules/cheerio/dist/esm/api/manipulation.d.ts.map</a:t>
            </a:r>
          </a:p>
          <a:p>
            <a:pPr>
              <a:defRPr sz="1200"/>
            </a:pPr>
            <a:r>
              <a:t>D:/pasar_fix/node_modules/.bun/cheerio@1.2.0/node_modules/cheerio/dist/esm/api/manipulation.js</a:t>
            </a:r>
          </a:p>
          <a:p>
            <a:pPr>
              <a:defRPr sz="1200"/>
            </a:pPr>
            <a:r>
              <a:t>D:/pasar_fix/node_modules/.bun/cheerio@1.2.0/node_modules/cheerio/dist/esm/api/manipulation.js.map</a:t>
            </a:r>
          </a:p>
          <a:p>
            <a:pPr>
              <a:defRPr sz="1200"/>
            </a:pPr>
            <a:r>
              <a:t>D:/pasar_fix/node_modules/.bun/cheerio@1.2.0/node_modules/cheerio/dist/esm/api/traversing.d.ts</a:t>
            </a:r>
          </a:p>
          <a:p>
            <a:pPr>
              <a:defRPr sz="1200"/>
            </a:pPr>
            <a:r>
              <a:t>D:/pasar_fix/node_modules/.bun/cheerio@1.2.0/node_modules/cheerio/dist/esm/api/traversing.d.ts.map</a:t>
            </a:r>
          </a:p>
          <a:p>
            <a:pPr>
              <a:defRPr sz="1200"/>
            </a:pPr>
            <a:r>
              <a:t>D:/pasar_fix/node_modules/.bun/cheerio@1.2.0/node_modules/cheerio/dist/esm/api/traversing.js</a:t>
            </a:r>
          </a:p>
          <a:p>
            <a:pPr>
              <a:defRPr sz="1200"/>
            </a:pPr>
            <a:r>
              <a:t>D:/pasar_fix/node_modules/.bun/cheerio@1.2.0/node_modules/cheerio/dist/esm/api/traversing.js.map</a:t>
            </a:r>
          </a:p>
          <a:p>
            <a:pPr>
              <a:defRPr sz="1200"/>
            </a:pPr>
            <a:r>
              <a:t>D:/pasar_fix/node_modules/.bun/cheerio@1.2.0/node_modules/cheerio/dist/esm/parsers/parse5-adapter.d.ts</a:t>
            </a:r>
          </a:p>
          <a:p>
            <a:pPr>
              <a:defRPr sz="1200"/>
            </a:pPr>
            <a:r>
              <a:t>D:/pasar_fix/node_modules/.bun/cheerio@1.2.0/node_modules/cheerio/dist/esm/parsers/parse5-adapter.d.ts.map</a:t>
            </a:r>
          </a:p>
          <a:p>
            <a:pPr>
              <a:defRPr sz="1200"/>
            </a:pPr>
            <a:r>
              <a:t>D:/pasar_fix/node_modules/.bun/cheerio@1.2.0/node_modules/cheerio/dist/esm/parsers/parse5-adapter.js</a:t>
            </a:r>
          </a:p>
          <a:p>
            <a:pPr>
              <a:defRPr sz="1200"/>
            </a:pPr>
            <a:r>
              <a:t>D:/pasar_fix/node_modules/.bun/cheerio@1.2.0/node_modules/cheerio/dist/esm/parsers/parse5-adapter.js.map</a:t>
            </a:r>
          </a:p>
          <a:p>
            <a:pPr>
              <a:defRPr sz="1200"/>
            </a:pPr>
            <a:r>
              <a:t>D:/pasar_fix/node_modules/.bun/cheerio@1.2.0/node_modules/cheerio/src/cheerio.ts</a:t>
            </a:r>
          </a:p>
          <a:p>
            <a:pPr>
              <a:defRPr sz="1200"/>
            </a:pPr>
            <a:r>
              <a:t>D:/pasar_fix/node_modules/.bun/cheerio@1.2.0/node_modules/cheerio/src/index-browser.mts</a:t>
            </a:r>
          </a:p>
          <a:p>
            <a:pPr>
              <a:defRPr sz="1200"/>
            </a:pPr>
            <a:r>
              <a:t>D:/pasar_fix/node_modules/.bun/cheerio@1.2.0/node_modules/cheerio/src/index.ts</a:t>
            </a:r>
          </a:p>
          <a:p>
            <a:pPr>
              <a:defRPr sz="1200"/>
            </a:pPr>
            <a:r>
              <a:t>D:/pasar_fix/node_modules/.bun/cheerio@1.2.0/node_modules/cheerio/src/load-parse.ts</a:t>
            </a:r>
          </a:p>
          <a:p>
            <a:pPr>
              <a:defRPr sz="1200"/>
            </a:pPr>
            <a:r>
              <a:t>D:/pasar_fix/node_modules/.bun/cheerio@1.2.0/node_modules/cheerio/src/load.ts</a:t>
            </a:r>
          </a:p>
          <a:p>
            <a:pPr>
              <a:defRPr sz="1200"/>
            </a:pPr>
            <a:r>
              <a:t>D:/pasar_fix/node_modules/.bun/cheerio@1.2.0/node_modules/cheerio/src/options.ts</a:t>
            </a:r>
          </a:p>
          <a:p>
            <a:pPr>
              <a:defRPr sz="1200"/>
            </a:pPr>
            <a:r>
              <a:t>D:/pasar_fix/node_modules/.bun/cheerio@1.2.0/node_modules/cheerio/src/parse.ts</a:t>
            </a:r>
          </a:p>
          <a:p>
            <a:pPr>
              <a:defRPr sz="1200"/>
            </a:pPr>
            <a:r>
              <a:t>D:/pasar_fix/node_modules/.bun/cheerio@1.2.0/node_modules/cheerio/src/slim.ts</a:t>
            </a:r>
          </a:p>
          <a:p>
            <a:pPr>
              <a:defRPr sz="1200"/>
            </a:pPr>
            <a:r>
              <a:t>D:/pasar_fix/node_modules/.bun/cheerio@1.2.0/node_modules/cheerio/src/static.ts</a:t>
            </a:r>
          </a:p>
          <a:p>
            <a:pPr>
              <a:defRPr sz="1200"/>
            </a:pPr>
            <a:r>
              <a:t>D:/pasar_fix/node_modules/.bun/cheerio@1.2.0/node_modules/cheerio/src/types.ts</a:t>
            </a:r>
          </a:p>
          <a:p>
            <a:pPr>
              <a:defRPr sz="1200"/>
            </a:pPr>
            <a:r>
              <a:t>D:/pasar_fix/node_modules/.bun/cheerio@1.2.0/node_modules/cheerio/src/utils.ts</a:t>
            </a:r>
          </a:p>
          <a:p>
            <a:pPr>
              <a:defRPr sz="1200"/>
            </a:pPr>
            <a:r>
              <a:t>D:/pasar_fix/node_modules/.bun/cheerio@1.2.0/node_modules/cheerio/src/api/attributes.ts</a:t>
            </a:r>
          </a:p>
          <a:p>
            <a:pPr>
              <a:defRPr sz="1200"/>
            </a:pPr>
            <a:r>
              <a:t>D:/pasar_fix/node_modules/.bun/cheerio@1.2.0/node_modules/cheerio/src/api/css.ts</a:t>
            </a:r>
          </a:p>
          <a:p>
            <a:pPr>
              <a:defRPr sz="1200"/>
            </a:pPr>
            <a:r>
              <a:t>D:/pasar_fix/node_modules/.bun/cheerio@1.2.0/node_modules/cheerio/src/api/extract.ts</a:t>
            </a:r>
          </a:p>
          <a:p>
            <a:pPr>
              <a:defRPr sz="1200"/>
            </a:pPr>
            <a:r>
              <a:t>D:/pasar_fix/node_modules/.bun/cheerio@1.2.0/node_modules/cheerio/src/api/forms.ts</a:t>
            </a:r>
          </a:p>
          <a:p>
            <a:pPr>
              <a:defRPr sz="1200"/>
            </a:pPr>
            <a:r>
              <a:t>D:/pasar_fix/node_modules/.bun/cheerio@1.2.0/node_modules/cheerio/src/api/manipulation.ts</a:t>
            </a:r>
          </a:p>
          <a:p>
            <a:pPr>
              <a:defRPr sz="1200"/>
            </a:pPr>
            <a:r>
              <a:t>D:/pasar_fix/node_modules/.bun/cheerio@1.2.0/node_modules/cheerio/src/api/traversing.ts</a:t>
            </a:r>
          </a:p>
          <a:p>
            <a:pPr>
              <a:defRPr sz="1200"/>
            </a:pPr>
            <a:r>
              <a:t>D:/pasar_fix/node_modules/.bun/cheerio@1.2.0/node_modules/cheerio/src/parsers/parse5-adapter.ts</a:t>
            </a:r>
          </a:p>
          <a:p>
            <a:pPr>
              <a:defRPr sz="1200"/>
            </a:pPr>
            <a:r>
              <a:t>D:/pasar_fix/node_modules/.bun/chokidar@3.5.1/node_modules/chokidar/index.js</a:t>
            </a:r>
          </a:p>
          <a:p>
            <a:pPr>
              <a:defRPr sz="1200"/>
            </a:pPr>
            <a:r>
              <a:t>D:/pasar_fix/node_modules/.bun/chokidar@3.5.1/node_modules/chokidar/LICENSE</a:t>
            </a:r>
          </a:p>
          <a:p>
            <a:pPr>
              <a:defRPr sz="1200"/>
            </a:pPr>
            <a:r>
              <a:t>D:/pasar_fix/node_modules/.bun/chokidar@3.5.1/node_modules/chokidar/package.json</a:t>
            </a:r>
          </a:p>
          <a:p>
            <a:pPr>
              <a:defRPr sz="1200"/>
            </a:pPr>
            <a:r>
              <a:t>D:/pasar_fix/node_modules/.bun/chokidar@3.5.1/node_modules/chokidar/README.md</a:t>
            </a:r>
          </a:p>
          <a:p>
            <a:pPr>
              <a:defRPr sz="1200"/>
            </a:pPr>
            <a:r>
              <a:t>D:/pasar_fix/node_modules/.bun/chokidar@3.5.1/node_modules/chokidar/lib/constants.js</a:t>
            </a:r>
          </a:p>
          <a:p>
            <a:pPr>
              <a:defRPr sz="1200"/>
            </a:pPr>
            <a:r>
              <a:t>D:/pasar_fix/node_modules/.bun/chokidar@3.5.1/node_modules/chokidar/lib/fsevents-handler.js</a:t>
            </a:r>
          </a:p>
          <a:p>
            <a:pPr>
              <a:defRPr sz="1200"/>
            </a:pPr>
            <a:r>
              <a:t>D:/pasar_fix/node_modules/.bun/chokidar@3.5.1/node_modules/chokidar/lib/nodefs-handler.js</a:t>
            </a:r>
          </a:p>
          <a:p>
            <a:pPr>
              <a:defRPr sz="1200"/>
            </a:pPr>
            <a:r>
              <a:t>D:/pasar_fix/node_modules/.bun/chokidar@3.5.1/node_modules/chokidar/types/index.d.ts</a:t>
            </a:r>
          </a:p>
          <a:p>
            <a:pPr>
              <a:defRPr sz="1200"/>
            </a:pPr>
            <a:r>
              <a:t>D:/pasar_fix/node_modules/.bun/chokidar@3.6.0/node_modules/chokidar/index.js</a:t>
            </a:r>
          </a:p>
          <a:p>
            <a:pPr>
              <a:defRPr sz="1200"/>
            </a:pPr>
            <a:r>
              <a:t>D:/pasar_fix/node_modules/.bun/chokidar@3.6.0/node_modules/chokidar/LICENSE</a:t>
            </a:r>
          </a:p>
          <a:p>
            <a:pPr>
              <a:defRPr sz="1200"/>
            </a:pPr>
            <a:r>
              <a:t>D:/pasar_fix/node_modules/.bun/chokidar@3.6.0/node_modules/chokidar/package.json</a:t>
            </a:r>
          </a:p>
          <a:p>
            <a:pPr>
              <a:defRPr sz="1200"/>
            </a:pPr>
            <a:r>
              <a:t>D:/pasar_fix/node_modules/.bun/chokidar@3.6.0/node_modules/chokidar/README.md</a:t>
            </a:r>
          </a:p>
          <a:p>
            <a:pPr>
              <a:defRPr sz="1200"/>
            </a:pPr>
            <a:r>
              <a:t>D:/pasar_fix/node_modules/.bun/chokidar@3.6.0/node_modules/chokidar/lib/constants.js</a:t>
            </a:r>
          </a:p>
          <a:p>
            <a:pPr>
              <a:defRPr sz="1200"/>
            </a:pPr>
            <a:r>
              <a:t>D:/pasar_fix/node_modules/.bun/chokidar@3.6.0/node_modules/chokidar/lib/fsevents-handler.js</a:t>
            </a:r>
          </a:p>
          <a:p>
            <a:pPr>
              <a:defRPr sz="1200"/>
            </a:pPr>
            <a:r>
              <a:t>D:/pasar_fix/node_modules/.bun/chokidar@3.6.0/node_modules/chokidar/lib/nodefs-handler.js</a:t>
            </a:r>
          </a:p>
          <a:p>
            <a:pPr>
              <a:defRPr sz="1200"/>
            </a:pPr>
            <a:r>
              <a:t>D:/pasar_fix/node_modules/.bun/chokidar@3.6.0/node_modules/chokidar/types/index.d.ts</a:t>
            </a:r>
          </a:p>
          <a:p>
            <a:pPr>
              <a:defRPr sz="1200"/>
            </a:pPr>
            <a:r>
              <a:t>D:/pasar_fix/node_modules/.bun/chokidar@5.0.0/node_modules/chokidar/handler.d.ts</a:t>
            </a:r>
          </a:p>
          <a:p>
            <a:pPr>
              <a:defRPr sz="1200"/>
            </a:pPr>
            <a:r>
              <a:t>D:/pasar_fix/node_modules/.bun/chokidar@5.0.0/node_modules/chokidar/handler.js</a:t>
            </a:r>
          </a:p>
          <a:p>
            <a:pPr>
              <a:defRPr sz="1200"/>
            </a:pPr>
            <a:r>
              <a:t>D:/pasar_fix/node_modules/.bun/chokidar@5.0.0/node_modules/chokidar/index.d.ts</a:t>
            </a:r>
          </a:p>
          <a:p>
            <a:pPr>
              <a:defRPr sz="1200"/>
            </a:pPr>
            <a:r>
              <a:t>D:/pasar_fix/node_modules/.bun/chokidar@5.0.0/node_modules/chokidar/index.js</a:t>
            </a:r>
          </a:p>
          <a:p>
            <a:pPr>
              <a:defRPr sz="1200"/>
            </a:pPr>
            <a:r>
              <a:t>D:/pasar_fix/node_modules/.bun/chokidar@5.0.0/node_modules/chokidar/LICENSE</a:t>
            </a:r>
          </a:p>
          <a:p>
            <a:pPr>
              <a:defRPr sz="1200"/>
            </a:pPr>
            <a:r>
              <a:t>D:/pasar_fix/node_modules/.bun/chokidar@5.0.0/node_modules/chokidar/package.json</a:t>
            </a:r>
          </a:p>
          <a:p>
            <a:pPr>
              <a:defRPr sz="1200"/>
            </a:pPr>
            <a:r>
              <a:t>D:/pasar_fix/node_modules/.bun/chokidar@5.0.0/node_modules/chokidar/README.md</a:t>
            </a:r>
          </a:p>
          <a:p>
            <a:pPr>
              <a:defRPr sz="1200"/>
            </a:pPr>
            <a:r>
              <a:t>D:/pasar_fix/node_modules/.bun/chownr@3.0.0/node_modules/chownr/LICENSE.md</a:t>
            </a:r>
          </a:p>
          <a:p>
            <a:pPr>
              <a:defRPr sz="1200"/>
            </a:pPr>
            <a:r>
              <a:t>D:/pasar_fix/node_modules/.bun/chownr@3.0.0/node_modules/chownr/package.json</a:t>
            </a:r>
          </a:p>
          <a:p>
            <a:pPr>
              <a:defRPr sz="1200"/>
            </a:pPr>
            <a:r>
              <a:t>D:/pasar_fix/node_modules/.bun/chownr@3.0.0/node_modules/chownr/README.md</a:t>
            </a:r>
          </a:p>
          <a:p>
            <a:pPr>
              <a:defRPr sz="1200"/>
            </a:pPr>
            <a:r>
              <a:t>D:/pasar_fix/node_modules/.bun/chownr@3.0.0/node_modules/chownr/dist/commonjs/index.d.ts</a:t>
            </a:r>
          </a:p>
          <a:p>
            <a:pPr>
              <a:defRPr sz="1200"/>
            </a:pPr>
            <a:r>
              <a:t>D:/pasar_fix/node_modules/.bun/chownr@3.0.0/node_modules/chownr/dist/commonjs/index.d.ts.map</a:t>
            </a:r>
          </a:p>
          <a:p>
            <a:pPr>
              <a:defRPr sz="1200"/>
            </a:pPr>
            <a:r>
              <a:t>D:/pasar_fix/node_modules/.bun/chownr@3.0.0/node_modules/chownr/dist/commonjs/index.js</a:t>
            </a:r>
          </a:p>
          <a:p>
            <a:pPr>
              <a:defRPr sz="1200"/>
            </a:pPr>
            <a:r>
              <a:t>D:/pasar_fix/node_modules/.bun/chownr@3.0.0/node_modules/chownr/dist/commonjs/index.js.map</a:t>
            </a:r>
          </a:p>
          <a:p>
            <a:pPr>
              <a:defRPr sz="1200"/>
            </a:pPr>
            <a:r>
              <a:t>D:/pasar_fix/node_modules/.bun/chownr@3.0.0/node_modules/chownr/dist/commonjs/package.json</a:t>
            </a:r>
          </a:p>
          <a:p>
            <a:pPr>
              <a:defRPr sz="1200"/>
            </a:pPr>
            <a:r>
              <a:t>D:/pasar_fix/node_modules/.bun/chownr@3.0.0/node_modules/chownr/dist/esm/index.d.ts</a:t>
            </a:r>
          </a:p>
          <a:p>
            <a:pPr>
              <a:defRPr sz="1200"/>
            </a:pPr>
            <a:r>
              <a:t>D:/pasar_fix/node_modules/.bun/chownr@3.0.0/node_modules/chownr/dist/esm/index.d.ts.map</a:t>
            </a:r>
          </a:p>
          <a:p>
            <a:pPr>
              <a:defRPr sz="1200"/>
            </a:pPr>
            <a:r>
              <a:t>D:/pasar_fix/node_modules/.bun/chownr@3.0.0/node_modules/chownr/dist/esm/index.js</a:t>
            </a:r>
          </a:p>
          <a:p>
            <a:pPr>
              <a:defRPr sz="1200"/>
            </a:pPr>
            <a:r>
              <a:t>D:/pasar_fix/node_modules/.bun/chownr@3.0.0/node_modules/chownr/dist/esm/index.js.map</a:t>
            </a:r>
          </a:p>
          <a:p>
            <a:pPr>
              <a:defRPr sz="1200"/>
            </a:pPr>
            <a:r>
              <a:t>D:/pasar_fix/node_modules/.bun/chownr@3.0.0/node_modules/chownr/dist/esm/package.json</a:t>
            </a:r>
          </a:p>
          <a:p>
            <a:pPr>
              <a:defRPr sz="1200"/>
            </a:pPr>
            <a:r>
              <a:t>D:/pasar_fix/node_modules/.bun/chromium-bidi@14.0.0+218930e64784a89f/node_modules/chromium-bidi/.browser</a:t>
            </a:r>
          </a:p>
          <a:p>
            <a:pPr>
              <a:defRPr sz="1200"/>
            </a:pPr>
            <a:r>
              <a:t>D:/pasar_fix/node_modules/.bun/chromium-bidi@14.0.0+218930e64784a89f/node_modules/chromium-bidi/LICENSE</a:t>
            </a:r>
          </a:p>
          <a:p>
            <a:pPr>
              <a:defRPr sz="1200"/>
            </a:pPr>
            <a:r>
              <a:t>D:/pasar_fix/node_modules/.bun/chromium-bidi@14.0.0+218930e64784a89f/node_modules/chromium-bidi/package.json</a:t>
            </a:r>
          </a:p>
          <a:p>
            <a:pPr>
              <a:defRPr sz="1200"/>
            </a:pPr>
            <a:r>
              <a:t>D:/pasar_fix/node_modules/.bun/chromium-bidi@14.0.0+218930e64784a89f/node_modules/chromium-bidi/README.md</a:t>
            </a:r>
          </a:p>
          <a:p>
            <a:pPr>
              <a:defRPr sz="1200"/>
            </a:pPr>
            <a:r>
              <a:t>D:/pasar_fix/node_modules/.bun/chromium-bidi@14.0.0+218930e64784a89f/node_modules/chromium-bidi/lib/THIRD_PARTY_NOTICES</a:t>
            </a:r>
          </a:p>
          <a:p>
            <a:pPr>
              <a:defRPr sz="1200"/>
            </a:pPr>
            <a:r>
              <a:t>D:/pasar_fix/node_modules/.bun/chromium-bidi@14.0.0+218930e64784a89f/node_modules/chromium-bidi/lib/cjs/index.d.ts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D:/pasar_fix/node_modules/.bun/chromium-bidi@14.0.0+218930e64784a89f/node_modules/chromium-bidi/lib/cjs/index.js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D:/pasar_fix/node_modules/.bun/chromium-bidi@14.0.0+218930e64784a89f/node_modules/chromium-bidi/lib/cjs/index.js.map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D:/pasar_fix/node_modules/.bun/chromium-bidi@14.0.0+218930e64784a89f/node_modules/chromium-bidi/lib/cjs/bidiMapper/BidiMapper.d.ts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D:/pasar_fix/node_modules/.bun/chromium-bidi@14.0.0+218930e64784a89f/node_modules/chromium-bidi/lib/cjs/bidiMapper/BidiMapper.js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D:/pasar_fix/node_modules/.bun/chromium-bidi@14.0.0+218930e64784a89f/node_modules/chromium-bidi/lib/cjs/bidiMapper/BidiMapper.js.map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D:/pasar_fix/node_modules/.bun/chromium-bidi@14.0.0+218930e64784a89f/node_modules/chromium-bidi/lib/cjs/bidiMapper/BidiNoOpParser.d.ts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D:/pasar_fix/node_modules/.bun/chromium-bidi@14.0.0+218930e64784a89f/node_modules/chromium-bidi/lib/cjs/bidiMapper/BidiNoOpParser.js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D:/pasar_fix/node_modules/.bun/chromium-bidi@14.0.0+218930e64784a89f/node_modules/chromium-bidi/lib/cjs/bidiMapper/BidiNoOpParser.js.map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D:/pasar_fix/node_modules/.bun/chromium-bidi@14.0.0+218930e64784a89f/node_modules/chromium-bidi/lib/cjs/bidiMapper/BidiParser.d.ts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D:/pasar_fix/node_modules/.bun/chromium-bidi@14.0.0+218930e64784a89f/node_modules/chromium-bidi/lib/cjs/bidiMapper/BidiParser.js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D:/pasar_fix/node_modules/.bun/chromium-bidi@14.0.0+218930e64784a89f/node_modules/chromium-bidi/lib/cjs/bidiMapper/BidiParser.js.map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D:/pasar_fix/node_modules/.bun/chromium-bidi@14.0.0+218930e64784a89f/node_modules/chromium-bidi/lib/cjs/bidiMapper/BidiServer.d.ts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D:/pasar_fix/node_modules/.bun/chromium-bidi@14.0.0+218930e64784a89f/node_modules/chromium-bidi/lib/cjs/bidiMapper/BidiServer.js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D:/pasar_fix/node_modules/.bun/chromium-bidi@14.0.0+218930e64784a89f/node_modules/chromium-bidi/lib/cjs/bidiMapper/BidiServer.js.map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D:/pasar_fix/node_modules/.bun/chromium-bidi@14.0.0+218930e64784a89f/node_modules/chromium-bidi/lib/cjs/bidiMapper/BidiTransport.d.ts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D:/pasar_fix/node_modules/.bun/chromium-bidi@14.0.0+218930e64784a89f/node_modules/chromium-bidi/lib/cjs/bidiMapper/BidiTransport.js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D:/pasar_fix/node_modules/.bun/chromium-bidi@14.0.0+218930e64784a89f/node_modules/chromium-bidi/lib/cjs/bidiMapper/BidiTransport.js.map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D:/pasar_fix/node_modules/.bun/chromium-bidi@14.0.0+218930e64784a89f/node_modules/chromium-bidi/lib/cjs/bidiMapper/CommandProcessor.d.ts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D:/pasar_fix/node_modules/.bun/chromium-bidi@14.0.0+218930e64784a89f/node_modules/chromium-bidi/lib/cjs/bidiMapper/CommandProcessor.js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D:/pasar_fix/node_modules/.bun/chromium-bidi@14.0.0+218930e64784a89f/node_modules/chromium-bidi/lib/cjs/bidiMapper/CommandProcessor.js.map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D:/pasar_fix/node_modules/.bun/chromium-bidi@14.0.0+218930e64784a89f/node_modules/chromium-bidi/lib/cjs/bidiMapper/MapperOptions.d.ts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D:/pasar_fix/node_modules/.bun/chromium-bidi@14.0.0+218930e64784a89f/node_modules/chromium-bidi/lib/cjs/bidiMapper/MapperOptions.js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D:/pasar_fix/node_modules/.bun/chromium-bidi@14.0.0+218930e64784a89f/node_modules/chromium-bidi/lib/cjs/bidiMapper/MapperOptions.js.map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D:/pasar_fix/node_modules/.bun/chromium-bidi@14.0.0+218930e64784a89f/node_modules/chromium-bidi/lib/cjs/bidiMapper/OutgoingMessage.d.ts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D:/pasar_fix/node_modules/.bun/chromium-bidi@14.0.0+218930e64784a89f/node_modules/chromium-bidi/lib/cjs/bidiMapper/OutgoingMessage.js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D:/pasar_fix/node_modules/.bun/chromium-bidi@14.0.0+218930e64784a89f/node_modules/chromium-bidi/lib/cjs/bidiMapper/OutgoingMessage.js.map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D:/pasar_fix/node_modules/.bun/chromium-bidi@14.0.0+218930e64784a89f/node_modules/chromium-bidi/lib/cjs/bidiMapper/modules/bluetooth/BluetoothProcessor.d.ts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D:/pasar_fix/node_modules/.bun/chromium-bidi@14.0.0+218930e64784a89f/node_modules/chromium-bidi/lib/cjs/bidiMapper/modules/bluetooth/BluetoothProcessor.js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D:/pasar_fix/node_modules/.bun/chromium-bidi@14.0.0+218930e64784a89f/node_modules/chromium-bidi/lib/cjs/bidiMapper/modules/bluetooth/BluetoothProcessor.js.map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D:/pasar_fix/node_modules/.bun/chromium-bidi@14.0.0+218930e64784a89f/node_modules/chromium-bidi/lib/cjs/bidiMapper/modules/browser/BrowserProcessor.d.ts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D:/pasar_fix/node_modules/.bun/chromium-bidi@14.0.0+218930e64784a89f/node_modules/chromium-bidi/lib/cjs/bidiMapper/modules/browser/BrowserProcessor.js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D:/pasar_fix/node_modules/.bun/chromium-bidi@14.0.0+218930e64784a89f/node_modules/chromium-bidi/lib/cjs/bidiMapper/modules/browser/BrowserProcessor.js.map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D:/pasar_fix/node_modules/.bun/chromium-bidi@14.0.0+218930e64784a89f/node_modules/chromium-bidi/lib/cjs/bidiMapper/modules/browser/ContextConfig.d.ts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D:/pasar_fix/node_modules/.bun/chromium-bidi@14.0.0+218930e64784a89f/node_modules/chromium-bidi/lib/cjs/bidiMapper/modules/browser/ContextConfig.js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D:/pasar_fix/node_modules/.bun/chromium-bidi@14.0.0+218930e64784a89f/node_modules/chromium-bidi/lib/cjs/bidiMapper/modules/browser/ContextConfig.js.map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D:/pasar_fix/node_modules/.bun/chromium-bidi@14.0.0+218930e64784a89f/node_modules/chromium-bidi/lib/cjs/bidiMapper/modules/browser/ContextConfigStorage.d.ts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D:/pasar_fix/node_modules/.bun/chromium-bidi@14.0.0+218930e64784a89f/node_modules/chromium-bidi/lib/cjs/bidiMapper/modules/browser/ContextConfigStorage.js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D:/pasar_fix/node_modules/.bun/chromium-bidi@14.0.0+218930e64784a89f/node_modules/chromium-bidi/lib/cjs/bidiMapper/modules/browser/ContextConfigStorage.js.map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D:/pasar_fix/node_modules/.bun/chromium-bidi@14.0.0+218930e64784a89f/node_modules/chromium-bidi/lib/cjs/bidiMapper/modules/browser/UserContextStorage.d.ts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D:/pasar_fix/node_modules/.bun/chromium-bidi@14.0.0+218930e64784a89f/node_modules/chromium-bidi/lib/cjs/bidiMapper/modules/browser/UserContextStorage.js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D:/pasar_fix/node_modules/.bun/chromium-bidi@14.0.0+218930e64784a89f/node_modules/chromium-bidi/lib/cjs/bidiMapper/modules/browser/UserContextStorage.js.map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D:/pasar_fix/node_modules/.bun/chromium-bidi@14.0.0+218930e64784a89f/node_modules/chromium-bidi/lib/cjs/bidiMapper/modules/cdp/CdpProcessor.d.ts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D:/pasar_fix/node_modules/.bun/chromium-bidi@14.0.0+218930e64784a89f/node_modules/chromium-bidi/lib/cjs/bidiMapper/modules/cdp/CdpProcessor.js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D:/pasar_fix/node_modules/.bun/chromium-bidi@14.0.0+218930e64784a89f/node_modules/chromium-bidi/lib/cjs/bidiMapper/modules/cdp/CdpProcessor.js.map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D:/pasar_fix/node_modules/.bun/chromium-bidi@14.0.0+218930e64784a89f/node_modules/chromium-bidi/lib/cjs/bidiMapper/modules/cdp/CdpTarget.d.ts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D:/pasar_fix/node_modules/.bun/chromium-bidi@14.0.0+218930e64784a89f/node_modules/chromium-bidi/lib/cjs/bidiMapper/modules/cdp/CdpTarget.js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D:/pasar_fix/node_modules/.bun/chromium-bidi@14.0.0+218930e64784a89f/node_modules/chromium-bidi/lib/cjs/bidiMapper/modules/cdp/CdpTarget.js.map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D:/pasar_fix/node_modules/.bun/chromium-bidi@14.0.0+218930e64784a89f/node_modules/chromium-bidi/lib/cjs/bidiMapper/modules/cdp/CdpTargetManager.d.ts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D:/pasar_fix/node_modules/.bun/chromium-bidi@14.0.0+218930e64784a89f/node_modules/chromium-bidi/lib/cjs/bidiMapper/modules/cdp/CdpTargetManager.js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D:/pasar_fix/node_modules/.bun/chromium-bidi@14.0.0+218930e64784a89f/node_modules/chromium-bidi/lib/cjs/bidiMapper/modules/cdp/CdpTargetManager.js.map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D:/pasar_fix/node_modules/.bun/chromium-bidi@14.0.0+218930e64784a89f/node_modules/chromium-bidi/lib/cjs/bidiMapper/modules/context/BrowsingContextImpl.d.ts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D:/pasar_fix/node_modules/.bun/chromium-bidi@14.0.0+218930e64784a89f/node_modules/chromium-bidi/lib/cjs/bidiMapper/modules/context/BrowsingContextImpl.js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D:/pasar_fix/node_modules/.bun/chromium-bidi@14.0.0+218930e64784a89f/node_modules/chromium-bidi/lib/cjs/bidiMapper/modules/context/BrowsingContextImpl.js.map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D:/pasar_fix/node_modules/.bun/chromium-bidi@14.0.0+218930e64784a89f/node_modules/chromium-bidi/lib/cjs/bidiMapper/modules/context/BrowsingContextProcessor.d.ts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D:/pasar_fix/node_modules/.bun/chromium-bidi@14.0.0+218930e64784a89f/node_modules/chromium-bidi/lib/cjs/bidiMapper/modules/context/BrowsingContextProcessor.js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D:/pasar_fix/node_modules/.bun/chromium-bidi@14.0.0+218930e64784a89f/node_modules/chromium-bidi/lib/cjs/bidiMapper/modules/context/BrowsingContextProcessor.js.map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D:/pasar_fix/node_modules/.bun/chromium-bidi@14.0.0+218930e64784a89f/node_modules/chromium-bidi/lib/cjs/bidiMapper/modules/context/BrowsingContextStorage.d.ts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D:/pasar_fix/node_modules/.bun/chromium-bidi@14.0.0+218930e64784a89f/node_modules/chromium-bidi/lib/cjs/bidiMapper/modules/context/BrowsingContextStorage.js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D:/pasar_fix/node_modules/.bun/chromium-bidi@14.0.0+218930e64784a89f/node_modules/chromium-bidi/lib/cjs/bidiMapper/modules/context/BrowsingContextStorage.js.map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D:/pasar_fix/node_modules/.bun/chromium-bidi@14.0.0+218930e64784a89f/node_modules/chromium-bidi/lib/cjs/bidiMapper/modules/context/NavigationTracker.d.ts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D:/pasar_fix/node_modules/.bun/chromium-bidi@14.0.0+218930e64784a89f/node_modules/chromium-bidi/lib/cjs/bidiMapper/modules/context/NavigationTracker.js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D:/pasar_fix/node_modules/.bun/chromium-bidi@14.0.0+218930e64784a89f/node_modules/chromium-bidi/lib/cjs/bidiMapper/modules/context/NavigationTracker.js.map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D:/pasar_fix/node_modules/.bun/chromium-bidi@14.0.0+218930e64784a89f/node_modules/chromium-bidi/lib/cjs/bidiMapper/modules/emulation/EmulationProcessor.d.ts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D:/pasar_fix/node_modules/.bun/chromium-bidi@14.0.0+218930e64784a89f/node_modules/chromium-bidi/lib/cjs/bidiMapper/modules/emulation/EmulationProcessor.js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D:/pasar_fix/node_modules/.bun/chromium-bidi@14.0.0+218930e64784a89f/node_modules/chromium-bidi/lib/cjs/bidiMapper/modules/emulation/EmulationProcessor.js.map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D:/pasar_fix/node_modules/.bun/chromium-bidi@14.0.0+218930e64784a89f/node_modules/chromium-bidi/lib/cjs/bidiMapper/modules/input/ActionDispatcher.d.ts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D:/pasar_fix/node_modules/.bun/chromium-bidi@14.0.0+218930e64784a89f/node_modules/chromium-bidi/lib/cjs/bidiMapper/modules/input/ActionDispatcher.js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D:/pasar_fix/node_modules/.bun/chromium-bidi@14.0.0+218930e64784a89f/node_modules/chromium-bidi/lib/cjs/bidiMapper/modules/input/ActionDispatcher.js.map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D:/pasar_fix/node_modules/.bun/chromium-bidi@14.0.0+218930e64784a89f/node_modules/chromium-bidi/lib/cjs/bidiMapper/modules/input/ActionOption.d.ts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D:/pasar_fix/node_modules/.bun/chromium-bidi@14.0.0+218930e64784a89f/node_modules/chromium-bidi/lib/cjs/bidiMapper/modules/input/ActionOption.js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D:/pasar_fix/node_modules/.bun/chromium-bidi@14.0.0+218930e64784a89f/node_modules/chromium-bidi/lib/cjs/bidiMapper/modules/input/ActionOption.js.map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D:/pasar_fix/node_modules/.bun/chromium-bidi@14.0.0+218930e64784a89f/node_modules/chromium-bidi/lib/cjs/bidiMapper/modules/input/InputProcessor.d.ts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D:/pasar_fix/node_modules/.bun/chromium-bidi@14.0.0+218930e64784a89f/node_modules/chromium-bidi/lib/cjs/bidiMapper/modules/input/InputProcessor.js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D:/pasar_fix/node_modules/.bun/chromium-bidi@14.0.0+218930e64784a89f/node_modules/chromium-bidi/lib/cjs/bidiMapper/modules/input/InputProcessor.js.map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D:/pasar_fix/node_modules/.bun/chromium-bidi@14.0.0+218930e64784a89f/node_modules/chromium-bidi/lib/cjs/bidiMapper/modules/input/InputSource.d.ts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D:/pasar_fix/node_modules/.bun/chromium-bidi@14.0.0+218930e64784a89f/node_modules/chromium-bidi/lib/cjs/bidiMapper/modules/input/InputSource.js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D:/pasar_fix/node_modules/.bun/chromium-bidi@14.0.0+218930e64784a89f/node_modules/chromium-bidi/lib/cjs/bidiMapper/modules/input/InputSource.js.map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D:/pasar_fix/node_modules/.bun/chromium-bidi@14.0.0+218930e64784a89f/node_modules/chromium-bidi/lib/cjs/bidiMapper/modules/input/InputState.d.ts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D:/pasar_fix/node_modules/.bun/chromium-bidi@14.0.0+218930e64784a89f/node_modules/chromium-bidi/lib/cjs/bidiMapper/modules/input/InputState.js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D:/pasar_fix/node_modules/.bun/chromium-bidi@14.0.0+218930e64784a89f/node_modules/chromium-bidi/lib/cjs/bidiMapper/modules/input/InputState.js.map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D:/pasar_fix/node_modules/.bun/chromium-bidi@14.0.0+218930e64784a89f/node_modules/chromium-bidi/lib/cjs/bidiMapper/modules/input/InputStateManager.d.ts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D:/pasar_fix/node_modules/.bun/chromium-bidi@14.0.0+218930e64784a89f/node_modules/chromium-bidi/lib/cjs/bidiMapper/modules/input/InputStateManager.js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D:/pasar_fix/node_modules/.bun/chromium-bidi@14.0.0+218930e64784a89f/node_modules/chromium-bidi/lib/cjs/bidiMapper/modules/input/InputStateManager.js.map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D:/pasar_fix/node_modules/.bun/chromium-bidi@14.0.0+218930e64784a89f/node_modules/chromium-bidi/lib/cjs/bidiMapper/modules/input/keyUtils.d.ts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D:/pasar_fix/node_modules/.bun/chromium-bidi@14.0.0+218930e64784a89f/node_modules/chromium-bidi/lib/cjs/bidiMapper/modules/input/keyUtils.js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D:/pasar_fix/node_modules/.bun/chromium-bidi@14.0.0+218930e64784a89f/node_modules/chromium-bidi/lib/cjs/bidiMapper/modules/input/keyUtils.js.map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D:/pasar_fix/node_modules/.bun/chromium-bidi@14.0.0+218930e64784a89f/node_modules/chromium-bidi/lib/cjs/bidiMapper/modules/input/USKeyboardLayout.d.ts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D:/pasar_fix/node_modules/.bun/chromium-bidi@14.0.0+218930e64784a89f/node_modules/chromium-bidi/lib/cjs/bidiMapper/modules/input/USKeyboardLayout.js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D:/pasar_fix/node_modules/.bun/chromium-bidi@14.0.0+218930e64784a89f/node_modules/chromium-bidi/lib/cjs/bidiMapper/modules/input/USKeyboardLayout.js.map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D:/pasar_fix/node_modules/.bun/chromium-bidi@14.0.0+218930e64784a89f/node_modules/chromium-bidi/lib/cjs/bidiMapper/modules/log/logHelper.d.ts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D:/pasar_fix/node_modules/.bun/chromium-bidi@14.0.0+218930e64784a89f/node_modules/chromium-bidi/lib/cjs/bidiMapper/modules/log/logHelper.js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D:/pasar_fix/node_modules/.bun/chromium-bidi@14.0.0+218930e64784a89f/node_modules/chromium-bidi/lib/cjs/bidiMapper/modules/log/logHelper.js.map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D:/pasar_fix/node_modules/.bun/chromium-bidi@14.0.0+218930e64784a89f/node_modules/chromium-bidi/lib/cjs/bidiMapper/modules/log/LogManager.d.ts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D:/pasar_fix/node_modules/.bun/chromium-bidi@14.0.0+218930e64784a89f/node_modules/chromium-bidi/lib/cjs/bidiMapper/modules/log/LogManager.js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D:/pasar_fix/node_modules/.bun/chromium-bidi@14.0.0+218930e64784a89f/node_modules/chromium-bidi/lib/cjs/bidiMapper/modules/log/LogManager.js.map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D:/pasar_fix/node_modules/.bun/chromium-bidi@14.0.0+218930e64784a89f/node_modules/chromium-bidi/lib/cjs/bidiMapper/modules/network/CollectorsStorage.d.ts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D:/pasar_fix/node_modules/.bun/chromium-bidi@14.0.0+218930e64784a89f/node_modules/chromium-bidi/lib/cjs/bidiMapper/modules/network/CollectorsStorage.js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D:/pasar_fix/node_modules/.bun/chromium-bidi@14.0.0+218930e64784a89f/node_modules/chromium-bidi/lib/cjs/bidiMapper/modules/network/CollectorsStorage.js.map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D:/pasar_fix/node_modules/.bun/chromium-bidi@14.0.0+218930e64784a89f/node_modules/chromium-bidi/lib/cjs/bidiMapper/modules/network/NetworkProcessor.d.ts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D:/pasar_fix/node_modules/.bun/chromium-bidi@14.0.0+218930e64784a89f/node_modules/chromium-bidi/lib/cjs/bidiMapper/modules/network/NetworkProcessor.js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D:/pasar_fix/node_modules/.bun/chromium-bidi@14.0.0+218930e64784a89f/node_modules/chromium-bidi/lib/cjs/bidiMapper/modules/network/NetworkProcessor.js.map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D:/pasar_fix/node_modules/.bun/chromium-bidi@14.0.0+218930e64784a89f/node_modules/chromium-bidi/lib/cjs/bidiMapper/modules/network/NetworkRequest.d.ts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D:/pasar_fix/node_modules/.bun/chromium-bidi@14.0.0+218930e64784a89f/node_modules/chromium-bidi/lib/cjs/bidiMapper/modules/network/NetworkRequest.js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D:/pasar_fix/node_modules/.bun/chromium-bidi@14.0.0+218930e64784a89f/node_modules/chromium-bidi/lib/cjs/bidiMapper/modules/network/NetworkRequest.js.map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D:/pasar_fix/node_modules/.bun/chromium-bidi@14.0.0+218930e64784a89f/node_modules/chromium-bidi/lib/cjs/bidiMapper/modules/network/NetworkStorage.d.ts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D:/pasar_fix/node_modules/.bun/chromium-bidi@14.0.0+218930e64784a89f/node_modules/chromium-bidi/lib/cjs/bidiMapper/modules/network/NetworkStorage.js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D:/pasar_fix/node_modules/.bun/chromium-bidi@14.0.0+218930e64784a89f/node_modules/chromium-bidi/lib/cjs/bidiMapper/modules/network/NetworkStorage.js.map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D:/pasar_fix/node_modules/.bun/chromium-bidi@14.0.0+218930e64784a89f/node_modules/chromium-bidi/lib/cjs/bidiMapper/modules/network/NetworkUtils.d.ts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D:/pasar_fix/node_modules/.bun/chromium-bidi@14.0.0+218930e64784a89f/node_modules/chromium-bidi/lib/cjs/bidiMapper/modules/network/NetworkUtils.js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D:/pasar_fix/node_modules/.bun/chromium-bidi@14.0.0+218930e64784a89f/node_modules/chromium-bidi/lib/cjs/bidiMapper/modules/network/NetworkUtils.js.map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D:/pasar_fix/node_modules/.bun/chromium-bidi@14.0.0+218930e64784a89f/node_modules/chromium-bidi/lib/cjs/bidiMapper/modules/permissions/PermissionsProcessor.d.ts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D:/pasar_fix/node_modules/.bun/chromium-bidi@14.0.0+218930e64784a89f/node_modules/chromium-bidi/lib/cjs/bidiMapper/modules/permissions/PermissionsProcessor.js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D:/pasar_fix/node_modules/.bun/chromium-bidi@14.0.0+218930e64784a89f/node_modules/chromium-bidi/lib/cjs/bidiMapper/modules/permissions/PermissionsProcessor.js.map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D:/pasar_fix/node_modules/.bun/chromium-bidi@14.0.0+218930e64784a89f/node_modules/chromium-bidi/lib/cjs/bidiMapper/modules/script/ChannelProxy.d.ts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D:/pasar_fix/node_modules/.bun/chromium-bidi@14.0.0+218930e64784a89f/node_modules/chromium-bidi/lib/cjs/bidiMapper/modules/script/ChannelProxy.js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D:/pasar_fix/node_modules/.bun/chromium-bidi@14.0.0+218930e64784a89f/node_modules/chromium-bidi/lib/cjs/bidiMapper/modules/script/ChannelProxy.js.map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D:/pasar_fix/node_modules/.bun/chromium-bidi@14.0.0+218930e64784a89f/node_modules/chromium-bidi/lib/cjs/bidiMapper/modules/script/PreloadScript.d.ts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D:/pasar_fix/node_modules/.bun/chromium-bidi@14.0.0+218930e64784a89f/node_modules/chromium-bidi/lib/cjs/bidiMapper/modules/script/PreloadScript.js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D:/pasar_fix/node_modules/.bun/chromium-bidi@14.0.0+218930e64784a89f/node_modules/chromium-bidi/lib/cjs/bidiMapper/modules/script/PreloadScript.js.map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D:/pasar_fix/node_modules/.bun/chromium-bidi@14.0.0+218930e64784a89f/node_modules/chromium-bidi/lib/cjs/bidiMapper/modules/script/PreloadScriptStorage.d.ts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D:/pasar_fix/node_modules/.bun/chromium-bidi@14.0.0+218930e64784a89f/node_modules/chromium-bidi/lib/cjs/bidiMapper/modules/script/PreloadScriptStorage.js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D:/pasar_fix/node_modules/.bun/chromium-bidi@14.0.0+218930e64784a89f/node_modules/chromium-bidi/lib/cjs/bidiMapper/modules/script/PreloadScriptStorage.js.map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D:/pasar_fix/node_modules/.bun/chromium-bidi@14.0.0+218930e64784a89f/node_modules/chromium-bidi/lib/cjs/bidiMapper/modules/script/Realm.d.ts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D:/pasar_fix/node_modules/.bun/chromium-bidi@14.0.0+218930e64784a89f/node_modules/chromium-bidi/lib/cjs/bidiMapper/modules/script/Realm.js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D:/pasar_fix/node_modules/.bun/chromium-bidi@14.0.0+218930e64784a89f/node_modules/chromium-bidi/lib/cjs/bidiMapper/modules/script/Realm.js.map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D:/pasar_fix/node_modules/.bun/chromium-bidi@14.0.0+218930e64784a89f/node_modules/chromium-bidi/lib/cjs/bidiMapper/modules/script/RealmStorage.d.ts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D:/pasar_fix/node_modules/.bun/chromium-bidi@14.0.0+218930e64784a89f/node_modules/chromium-bidi/lib/cjs/bidiMapper/modules/script/RealmStorage.js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D:/pasar_fix/node_modules/.bun/chromium-bidi@14.0.0+218930e64784a89f/node_modules/chromium-bidi/lib/cjs/bidiMapper/modules/script/RealmStorage.js.map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D:/pasar_fix/node_modules/.bun/chromium-bidi@14.0.0+218930e64784a89f/node_modules/chromium-bidi/lib/cjs/bidiMapper/modules/script/ScriptProcessor.d.ts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D:/pasar_fix/node_modules/.bun/chromium-bidi@14.0.0+218930e64784a89f/node_modules/chromium-bidi/lib/cjs/bidiMapper/modules/script/ScriptProcessor.js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D:/pasar_fix/node_modules/.bun/chromium-bidi@14.0.0+218930e64784a89f/node_modules/chromium-bidi/lib/cjs/bidiMapper/modules/script/ScriptProcessor.js.map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D:/pasar_fix/node_modules/.bun/chromium-bidi@14.0.0+218930e64784a89f/node_modules/chromium-bidi/lib/cjs/bidiMapper/modules/script/SharedId.d.ts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D:/pasar_fix/node_modules/.bun/chromium-bidi@14.0.0+218930e64784a89f/node_modules/chromium-bidi/lib/cjs/bidiMapper/modules/script/SharedId.js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D:/pasar_fix/node_modules/.bun/chromium-bidi@14.0.0+218930e64784a89f/node_modules/chromium-bidi/lib/cjs/bidiMapper/modules/script/SharedId.js.map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D:/pasar_fix/node_modules/.bun/chromium-bidi@14.0.0+218930e64784a89f/node_modules/chromium-bidi/lib/cjs/bidiMapper/modules/script/WindowRealm.d.ts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D:/pasar_fix/node_modules/.bun/chromium-bidi@14.0.0+218930e64784a89f/node_modules/chromium-bidi/lib/cjs/bidiMapper/modules/script/WindowRealm.js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D:/pasar_fix/node_modules/.bun/chromium-bidi@14.0.0+218930e64784a89f/node_modules/chromium-bidi/lib/cjs/bidiMapper/modules/script/WindowRealm.js.map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D:/pasar_fix/node_modules/.bun/chromium-bidi@14.0.0+218930e64784a89f/node_modules/chromium-bidi/lib/cjs/bidiMapper/modules/script/WorkerRealm.d.ts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D:/pasar_fix/node_modules/.bun/chromium-bidi@14.0.0+218930e64784a89f/node_modules/chromium-bidi/lib/cjs/bidiMapper/modules/script/WorkerRealm.js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D:/pasar_fix/node_modules/.bun/chromium-bidi@14.0.0+218930e64784a89f/node_modules/chromium-bidi/lib/cjs/bidiMapper/modules/script/WorkerRealm.js.map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D:/pasar_fix/node_modules/.bun/chromium-bidi@14.0.0+218930e64784a89f/node_modules/chromium-bidi/lib/cjs/bidiMapper/modules/session/EventManager.d.ts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D:/pasar_fix/node_modules/.bun/chromium-bidi@14.0.0+218930e64784a89f/node_modules/chromium-bidi/lib/cjs/bidiMapper/modules/session/EventManager.js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D:/pasar_fix/node_modules/.bun/chromium-bidi@14.0.0+218930e64784a89f/node_modules/chromium-bidi/lib/cjs/bidiMapper/modules/session/EventManager.js.map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D:/pasar_fix/node_modules/.bun/chromium-bidi@14.0.0+218930e64784a89f/node_modules/chromium-bidi/lib/cjs/bidiMapper/modules/session/events.d.ts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D:/pasar_fix/node_modules/.bun/chromium-bidi@14.0.0+218930e64784a89f/node_modules/chromium-bidi/lib/cjs/bidiMapper/modules/session/events.js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D:/pasar_fix/node_modules/.bun/chromium-bidi@14.0.0+218930e64784a89f/node_modules/chromium-bidi/lib/cjs/bidiMapper/modules/session/events.js.map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D:/pasar_fix/node_modules/.bun/chromium-bidi@14.0.0+218930e64784a89f/node_modules/chromium-bidi/lib/cjs/bidiMapper/modules/session/SessionProcessor.d.ts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D:/pasar_fix/node_modules/.bun/chromium-bidi@14.0.0+218930e64784a89f/node_modules/chromium-bidi/lib/cjs/bidiMapper/modules/session/SessionProcessor.js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D:/pasar_fix/node_modules/.bun/chromium-bidi@14.0.0+218930e64784a89f/node_modules/chromium-bidi/lib/cjs/bidiMapper/modules/session/SessionProcessor.js.map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D:/pasar_fix/node_modules/.bun/chromium-bidi@14.0.0+218930e64784a89f/node_modules/chromium-bidi/lib/cjs/bidiMapper/modules/session/SubscriptionManager.d.ts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D:/pasar_fix/node_modules/.bun/chromium-bidi@14.0.0+218930e64784a89f/node_modules/chromium-bidi/lib/cjs/bidiMapper/modules/session/SubscriptionManager.js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D:/pasar_fix/node_modules/.bun/chromium-bidi@14.0.0+218930e64784a89f/node_modules/chromium-bidi/lib/cjs/bidiMapper/modules/session/SubscriptionManager.js.map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D:/pasar_fix/node_modules/.bun/chromium-bidi@14.0.0+218930e64784a89f/node_modules/chromium-bidi/lib/cjs/bidiMapper/modules/speculation/SpeculationProcessor.d.ts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D:/pasar_fix/node_modules/.bun/chromium-bidi@14.0.0+218930e64784a89f/node_modules/chromium-bidi/lib/cjs/bidiMapper/modules/speculation/SpeculationProcessor.js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D:/pasar_fix/node_modules/.bun/chromium-bidi@14.0.0+218930e64784a89f/node_modules/chromium-bidi/lib/cjs/bidiMapper/modules/speculation/SpeculationProcessor.js.map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D:/pasar_fix/node_modules/.bun/chromium-bidi@14.0.0+218930e64784a89f/node_modules/chromium-bidi/lib/cjs/bidiMapper/modules/storage/StorageProcessor.d.ts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D:/pasar_fix/node_modules/.bun/chromium-bidi@14.0.0+218930e64784a89f/node_modules/chromium-bidi/lib/cjs/bidiMapper/modules/storage/StorageProcessor.js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D:/pasar_fix/node_modules/.bun/chromium-bidi@14.0.0+218930e64784a89f/node_modules/chromium-bidi/lib/cjs/bidiMapper/modules/storage/StorageProcessor.js.map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D:/pasar_fix/node_modules/.bun/chromium-bidi@14.0.0+218930e64784a89f/node_modules/chromium-bidi/lib/cjs/bidiMapper/modules/webExtension/WebExtensionProcessor.d.ts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D:/pasar_fix/node_modules/.bun/chromium-bidi@14.0.0+218930e64784a89f/node_modules/chromium-bidi/lib/cjs/bidiMapper/modules/webExtension/WebExtensionProcessor.js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D:/pasar_fix/node_modules/.bun/chromium-bidi@14.0.0+218930e64784a89f/node_modules/chromium-bidi/lib/cjs/bidiMapper/modules/webExtension/WebExtensionProcessor.js.map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D:/pasar_fix/node_modules/.bun/chromium-bidi@14.0.0+218930e64784a89f/node_modules/chromium-bidi/lib/cjs/bidiTab/BidiParser.d.ts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D:/pasar_fix/node_modules/.bun/chromium-bidi@14.0.0+218930e64784a89f/node_modules/chromium-bidi/lib/cjs/bidiTab/BidiParser.js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D:/pasar_fix/node_modules/.bun/chromium-bidi@14.0.0+218930e64784a89f/node_modules/chromium-bidi/lib/cjs/bidiTab/BidiParser.js.map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D:/pasar_fix/node_modules/.bun/chromium-bidi@14.0.0+218930e64784a89f/node_modules/chromium-bidi/lib/cjs/bidiTab/bidiTab.d.ts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D:/pasar_fix/node_modules/.bun/chromium-bidi@14.0.0+218930e64784a89f/node_modules/chromium-bidi/lib/cjs/bidiTab/bidiTab.js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D:/pasar_fix/node_modules/.bun/chromium-bidi@14.0.0+218930e64784a89f/node_modules/chromium-bidi/lib/cjs/bidiTab/bidiTab.js.map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D:/pasar_fix/node_modules/.bun/chromium-bidi@14.0.0+218930e64784a89f/node_modules/chromium-bidi/lib/cjs/bidiTab/mapperTabPage.d.ts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D:/pasar_fix/node_modules/.bun/chromium-bidi@14.0.0+218930e64784a89f/node_modules/chromium-bidi/lib/cjs/bidiTab/mapperTabPage.js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D:/pasar_fix/node_modules/.bun/chromium-bidi@14.0.0+218930e64784a89f/node_modules/chromium-bidi/lib/cjs/bidiTab/mapperTabPage.js.map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D:/pasar_fix/node_modules/.bun/chromium-bidi@14.0.0+218930e64784a89f/node_modules/chromium-bidi/lib/cjs/bidiTab/Transport.d.ts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D:/pasar_fix/node_modules/.bun/chromium-bidi@14.0.0+218930e64784a89f/node_modules/chromium-bidi/lib/cjs/bidiTab/Transport.js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D:/pasar_fix/node_modules/.bun/chromium-bidi@14.0.0+218930e64784a89f/node_modules/chromium-bidi/lib/cjs/bidiTab/Transport.js.map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D:/pasar_fix/node_modules/.bun/chromium-bidi@14.0.0+218930e64784a89f/node_modules/chromium-bidi/lib/cjs/cdp/cdp.d.ts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D:/pasar_fix/node_modules/.bun/chromium-bidi@14.0.0+218930e64784a89f/node_modules/chromium-bidi/lib/cjs/cdp/cdp.js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D:/pasar_fix/node_modules/.bun/chromium-bidi@14.0.0+218930e64784a89f/node_modules/chromium-bidi/lib/cjs/cdp/cdp.js.map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D:/pasar_fix/node_modules/.bun/chromium-bidi@14.0.0+218930e64784a89f/node_modules/chromium-bidi/lib/cjs/cdp/CdpClient.d.ts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D:/pasar_fix/node_modules/.bun/chromium-bidi@14.0.0+218930e64784a89f/node_modules/chromium-bidi/lib/cjs/cdp/CdpClient.js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D:/pasar_fix/node_modules/.bun/chromium-bidi@14.0.0+218930e64784a89f/node_modules/chromium-bidi/lib/cjs/cdp/CdpClient.js.map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D:/pasar_fix/node_modules/.bun/chromium-bidi@14.0.0+218930e64784a89f/node_modules/chromium-bidi/lib/cjs/cdp/CdpConnection.d.ts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D:/pasar_fix/node_modules/.bun/chromium-bidi@14.0.0+218930e64784a89f/node_modules/chromium-bidi/lib/cjs/cdp/CdpConnection.js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D:/pasar_fix/node_modules/.bun/chromium-bidi@14.0.0+218930e64784a89f/node_modules/chromium-bidi/lib/cjs/cdp/CdpConnection.js.map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D:/pasar_fix/node_modules/.bun/chromium-bidi@14.0.0+218930e64784a89f/node_modules/chromium-bidi/lib/cjs/cdp/cdpMessage.d.ts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D:/pasar_fix/node_modules/.bun/chromium-bidi@14.0.0+218930e64784a89f/node_modules/chromium-bidi/lib/cjs/cdp/cdpMessage.js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D:/pasar_fix/node_modules/.bun/chromium-bidi@14.0.0+218930e64784a89f/node_modules/chromium-bidi/lib/cjs/cdp/cdpMessage.js.map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D:/pasar_fix/node_modules/.bun/chromium-bidi@14.0.0+218930e64784a89f/node_modules/chromium-bidi/lib/cjs/protocol/cdp.d.ts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D:/pasar_fix/node_modules/.bun/chromium-bidi@14.0.0+218930e64784a89f/node_modules/chromium-bidi/lib/cjs/protocol/cdp.js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D:/pasar_fix/node_modules/.bun/chromium-bidi@14.0.0+218930e64784a89f/node_modules/chromium-bidi/lib/cjs/protocol/cdp.js.map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D:/pasar_fix/node_modules/.bun/chromium-bidi@14.0.0+218930e64784a89f/node_modules/chromium-bidi/lib/cjs/protocol/chromium-bidi.d.ts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D:/pasar_fix/node_modules/.bun/chromium-bidi@14.0.0+218930e64784a89f/node_modules/chromium-bidi/lib/cjs/protocol/chromium-bidi.js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D:/pasar_fix/node_modules/.bun/chromium-bidi@14.0.0+218930e64784a89f/node_modules/chromium-bidi/lib/cjs/protocol/chromium-bidi.js.map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D:/pasar_fix/node_modules/.bun/chromium-bidi@14.0.0+218930e64784a89f/node_modules/chromium-bidi/lib/cjs/protocol/ErrorResponse.d.ts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D:/pasar_fix/node_modules/.bun/chromium-bidi@14.0.0+218930e64784a89f/node_modules/chromium-bidi/lib/cjs/protocol/ErrorResponse.js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D:/pasar_fix/node_modules/.bun/chromium-bidi@14.0.0+218930e64784a89f/node_modules/chromium-bidi/lib/cjs/protocol/ErrorResponse.js.map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D:/pasar_fix/node_modules/.bun/chromium-bidi@14.0.0+218930e64784a89f/node_modules/chromium-bidi/lib/cjs/protocol/protocol.d.ts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D:/pasar_fix/node_modules/.bun/chromium-bidi@14.0.0+218930e64784a89f/node_modules/chromium-bidi/lib/cjs/protocol/protocol.js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D:/pasar_fix/node_modules/.bun/chromium-bidi@14.0.0+218930e64784a89f/node_modules/chromium-bidi/lib/cjs/protocol/protocol.js.map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D:/pasar_fix/node_modules/.bun/chromium-bidi@14.0.0+218930e64784a89f/node_modules/chromium-bidi/lib/cjs/protocol/generated/webdriver-bidi-bluetooth.d.ts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D:/pasar_fix/node_modules/.bun/chromium-bidi@14.0.0+218930e64784a89f/node_modules/chromium-bidi/lib/cjs/protocol/generated/webdriver-bidi-bluetooth.js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D:/pasar_fix/node_modules/.bun/chromium-bidi@14.0.0+218930e64784a89f/node_modules/chromium-bidi/lib/cjs/protocol/generated/webdriver-bidi-bluetooth.js.map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D:/pasar_fix/node_modules/.bun/chromium-bidi@14.0.0+218930e64784a89f/node_modules/chromium-bidi/lib/cjs/protocol/generated/webdriver-bidi-nav-speculation.d.ts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D:/pasar_fix/node_modules/.bun/chromium-bidi@14.0.0+218930e64784a89f/node_modules/chromium-bidi/lib/cjs/protocol/generated/webdriver-bidi-nav-speculation.js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D:/pasar_fix/node_modules/.bun/chromium-bidi@14.0.0+218930e64784a89f/node_modules/chromium-bidi/lib/cjs/protocol/generated/webdriver-bidi-nav-speculation.js.map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D:/pasar_fix/node_modules/.bun/chromium-bidi@14.0.0+218930e64784a89f/node_modules/chromium-bidi/lib/cjs/protocol/generated/webdriver-bidi-permissions.d.ts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D:/pasar_fix/node_modules/.bun/chromium-bidi@14.0.0+218930e64784a89f/node_modules/chromium-bidi/lib/cjs/protocol/generated/webdriver-bidi-permissions.js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D:/pasar_fix/node_modules/.bun/chromium-bidi@14.0.0+218930e64784a89f/node_modules/chromium-bidi/lib/cjs/protocol/generated/webdriver-bidi-permissions.js.map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D:/pasar_fix/node_modules/.bun/chromium-bidi@14.0.0+218930e64784a89f/node_modules/chromium-bidi/lib/cjs/protocol/generated/webdriver-bidi-ua-client-hints.d.ts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D:/pasar_fix/node_modules/.bun/chromium-bidi@14.0.0+218930e64784a89f/node_modules/chromium-bidi/lib/cjs/protocol/generated/webdriver-bidi-ua-client-hints.js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D:/pasar_fix/node_modules/.bun/chromium-bidi@14.0.0+218930e64784a89f/node_modules/chromium-bidi/lib/cjs/protocol/generated/webdriver-bidi-ua-client-hints.js.map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D:/pasar_fix/node_modules/.bun/chromium-bidi@14.0.0+218930e64784a89f/node_modules/chromium-bidi/lib/cjs/protocol/generated/webdriver-bidi.d.ts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D:/pasar_fix/node_modules/.bun/chromium-bidi@14.0.0+218930e64784a89f/node_modules/chromium-bidi/lib/cjs/protocol/generated/webdriver-bidi.js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D:/pasar_fix/node_modules/.bun/chromium-bidi@14.0.0+218930e64784a89f/node_modules/chromium-bidi/lib/cjs/protocol/generated/webdriver-bidi.js.map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D:/pasar_fix/node_modules/.bun/chromium-bidi@14.0.0+218930e64784a89f/node_modules/chromium-bidi/lib/cjs/protocol-parser/protocol-parser.d.ts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D:/pasar_fix/node_modules/.bun/chromium-bidi@14.0.0+218930e64784a89f/node_modules/chromium-bidi/lib/cjs/protocol-parser/protocol-parser.js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D:/pasar_fix/node_modules/.bun/chromium-bidi@14.0.0+218930e64784a89f/node_modules/chromium-bidi/lib/cjs/protocol-parser/protocol-parser.js.map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D:/pasar_fix/node_modules/.bun/chromium-bidi@14.0.0+218930e64784a89f/node_modules/chromium-bidi/lib/cjs/protocol-parser/generated/webdriver-bidi-bluetooth.d.ts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D:/pasar_fix/node_modules/.bun/chromium-bidi@14.0.0+218930e64784a89f/node_modules/chromium-bidi/lib/cjs/protocol-parser/generated/webdriver-bidi-bluetooth.js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D:/pasar_fix/node_modules/.bun/chromium-bidi@14.0.0+218930e64784a89f/node_modules/chromium-bidi/lib/cjs/protocol-parser/generated/webdriver-bidi-bluetooth.js.map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D:/pasar_fix/node_modules/.bun/chromium-bidi@14.0.0+218930e64784a89f/node_modules/chromium-bidi/lib/cjs/protocol-parser/generated/webdriver-bidi-nav-speculation.d.ts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D:/pasar_fix/node_modules/.bun/chromium-bidi@14.0.0+218930e64784a89f/node_modules/chromium-bidi/lib/cjs/protocol-parser/generated/webdriver-bidi-nav-speculation.js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D:/pasar_fix/node_modules/.bun/chromium-bidi@14.0.0+218930e64784a89f/node_modules/chromium-bidi/lib/cjs/protocol-parser/generated/webdriver-bidi-nav-speculation.js.map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D:/pasar_fix/node_modules/.bun/chromium-bidi@14.0.0+218930e64784a89f/node_modules/chromium-bidi/lib/cjs/protocol-parser/generated/webdriver-bidi-permissions.d.ts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D:/pasar_fix/node_modules/.bun/chromium-bidi@14.0.0+218930e64784a89f/node_modules/chromium-bidi/lib/cjs/protocol-parser/generated/webdriver-bidi-permissions.js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D:/pasar_fix/node_modules/.bun/chromium-bidi@14.0.0+218930e64784a89f/node_modules/chromium-bidi/lib/cjs/protocol-parser/generated/webdriver-bidi-permissions.js.map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D:/pasar_fix/node_modules/.bun/chromium-bidi@14.0.0+218930e64784a89f/node_modules/chromium-bidi/lib/cjs/protocol-parser/generated/webdriver-bidi-ua-client-hints.d.ts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D:/pasar_fix/node_modules/.bun/chromium-bidi@14.0.0+218930e64784a89f/node_modules/chromium-bidi/lib/cjs/protocol-parser/generated/webdriver-bidi-ua-client-hints.js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D:/pasar_fix/node_modules/.bun/chromium-bidi@14.0.0+218930e64784a89f/node_modules/chromium-bidi/lib/cjs/protocol-parser/generated/webdriver-bidi-ua-client-hints.js.map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D:/pasar_fix/node_modules/.bun/chromium-bidi@14.0.0+218930e64784a89f/node_modules/chromium-bidi/lib/cjs/protocol-parser/generated/webdriver-bidi.d.ts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D:/pasar_fix/node_modules/.bun/chromium-bidi@14.0.0+218930e64784a89f/node_modules/chromium-bidi/lib/cjs/protocol-parser/generated/webdriver-bidi.js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D:/pasar_fix/node_modules/.bun/chromium-bidi@14.0.0+218930e64784a89f/node_modules/chromium-bidi/lib/cjs/protocol-parser/generated/webdriver-bidi.js.map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D:/pasar_fix/node_modules/.bun/chromium-bidi@14.0.0+218930e64784a89f/node_modules/chromium-bidi/lib/cjs/utils/assert.d.ts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D:/pasar_fix/node_modules/.bun/chromium-bidi@14.0.0+218930e64784a89f/node_modules/chromium-bidi/lib/cjs/utils/assert.js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D:/pasar_fix/node_modules/.bun/chromium-bidi@14.0.0+218930e64784a89f/node_modules/chromium-bidi/lib/cjs/utils/assert.js.map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D:/pasar_fix/node_modules/.bun/chromium-bidi@14.0.0+218930e64784a89f/node_modules/chromium-bidi/lib/cjs/utils/base64.d.ts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D:/pasar_fix/node_modules/.bun/chromium-bidi@14.0.0+218930e64784a89f/node_modules/chromium-bidi/lib/cjs/utils/base64.js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D:/pasar_fix/node_modules/.bun/chromium-bidi@14.0.0+218930e64784a89f/node_modules/chromium-bidi/lib/cjs/utils/base64.js.map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D:/pasar_fix/node_modules/.bun/chromium-bidi@14.0.0+218930e64784a89f/node_modules/chromium-bidi/lib/cjs/utils/Buffer.d.ts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D:/pasar_fix/node_modules/.bun/chromium-bidi@14.0.0+218930e64784a89f/node_modules/chromium-bidi/lib/cjs/utils/Buffer.js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D:/pasar_fix/node_modules/.bun/chromium-bidi@14.0.0+218930e64784a89f/node_modules/chromium-bidi/lib/cjs/utils/Buffer.js.map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D:/pasar_fix/node_modules/.bun/chromium-bidi@14.0.0+218930e64784a89f/node_modules/chromium-bidi/lib/cjs/utils/cdpErrorConstants.d.ts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D:/pasar_fix/node_modules/.bun/chromium-bidi@14.0.0+218930e64784a89f/node_modules/chromium-bidi/lib/cjs/utils/cdpErrorConstants.js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D:/pasar_fix/node_modules/.bun/chromium-bidi@14.0.0+218930e64784a89f/node_modules/chromium-bidi/lib/cjs/utils/cdpErrorConstants.js.map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D:/pasar_fix/node_modules/.bun/chromium-bidi@14.0.0+218930e64784a89f/node_modules/chromium-bidi/lib/cjs/utils/DefaultMap.d.ts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D:/pasar_fix/node_modules/.bun/chromium-bidi@14.0.0+218930e64784a89f/node_modules/chromium-bidi/lib/cjs/utils/DefaultMap.js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D:/pasar_fix/node_modules/.bun/chromium-bidi@14.0.0+218930e64784a89f/node_modules/chromium-bidi/lib/cjs/utils/DefaultMap.js.map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D:/pasar_fix/node_modules/.bun/chromium-bidi@14.0.0+218930e64784a89f/node_modules/chromium-bidi/lib/cjs/utils/Deferred.d.ts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D:/pasar_fix/node_modules/.bun/chromium-bidi@14.0.0+218930e64784a89f/node_modules/chromium-bidi/lib/cjs/utils/Deferred.js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D:/pasar_fix/node_modules/.bun/chromium-bidi@14.0.0+218930e64784a89f/node_modules/chromium-bidi/lib/cjs/utils/Deferred.js.map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D:/pasar_fix/node_modules/.bun/chromium-bidi@14.0.0+218930e64784a89f/node_modules/chromium-bidi/lib/cjs/utils/EventEmitter.d.ts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D:/pasar_fix/node_modules/.bun/chromium-bidi@14.0.0+218930e64784a89f/node_modules/chromium-bidi/lib/cjs/utils/EventEmitter.js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D:/pasar_fix/node_modules/.bun/chromium-bidi@14.0.0+218930e64784a89f/node_modules/chromium-bidi/lib/cjs/utils/EventEmitter.js.map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D:/pasar_fix/node_modules/.bun/chromium-bidi@14.0.0+218930e64784a89f/node_modules/chromium-bidi/lib/cjs/utils/graphemeTools.d.ts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D:/pasar_fix/node_modules/.bun/chromium-bidi@14.0.0+218930e64784a89f/node_modules/chromium-bidi/lib/cjs/utils/graphemeTools.js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D:/pasar_fix/node_modules/.bun/chromium-bidi@14.0.0+218930e64784a89f/node_modules/chromium-bidi/lib/cjs/utils/graphemeTools.js.map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D:/pasar_fix/node_modules/.bun/chromium-bidi@14.0.0+218930e64784a89f/node_modules/chromium-bidi/lib/cjs/utils/IdWrapper.d.ts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D:/pasar_fix/node_modules/.bun/chromium-bidi@14.0.0+218930e64784a89f/node_modules/chromium-bidi/lib/cjs/utils/IdWrapper.js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D:/pasar_fix/node_modules/.bun/chromium-bidi@14.0.0+218930e64784a89f/node_modules/chromium-bidi/lib/cjs/utils/IdWrapper.js.map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D:/pasar_fix/node_modules/.bun/chromium-bidi@14.0.0+218930e64784a89f/node_modules/chromium-bidi/lib/cjs/utils/log.d.ts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D:/pasar_fix/node_modules/.bun/chromium-bidi@14.0.0+218930e64784a89f/node_modules/chromium-bidi/lib/cjs/utils/log.js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D:/pasar_fix/node_modules/.bun/chromium-bidi@14.0.0+218930e64784a89f/node_modules/chromium-bidi/lib/cjs/utils/log.js.map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D:/pasar_fix/node_modules/.bun/chromium-bidi@14.0.0+218930e64784a89f/node_modules/chromium-bidi/lib/cjs/utils/Mutex.d.ts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D:/pasar_fix/node_modules/.bun/chromium-bidi@14.0.0+218930e64784a89f/node_modules/chromium-bidi/lib/cjs/utils/Mutex.js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D:/pasar_fix/node_modules/.bun/chromium-bidi@14.0.0+218930e64784a89f/node_modules/chromium-bidi/lib/cjs/utils/Mutex.js.map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D:/pasar_fix/node_modules/.bun/chromium-bidi@14.0.0+218930e64784a89f/node_modules/chromium-bidi/lib/cjs/utils/ProcessingQueue.d.ts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D:/pasar_fix/node_modules/.bun/chromium-bidi@14.0.0+218930e64784a89f/node_modules/chromium-bidi/lib/cjs/utils/ProcessingQueue.js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D:/pasar_fix/node_modules/.bun/chromium-bidi@14.0.0+218930e64784a89f/node_modules/chromium-bidi/lib/cjs/utils/ProcessingQueue.js.map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D:/pasar_fix/node_modules/.bun/chromium-bidi@14.0.0+218930e64784a89f/node_modules/chromium-bidi/lib/cjs/utils/result.d.ts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D:/pasar_fix/node_modules/.bun/chromium-bidi@14.0.0+218930e64784a89f/node_modules/chromium-bidi/lib/cjs/utils/result.js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D:/pasar_fix/node_modules/.bun/chromium-bidi@14.0.0+218930e64784a89f/node_modules/chromium-bidi/lib/cjs/utils/result.js.map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D:/pasar_fix/node_modules/.bun/chromium-bidi@14.0.0+218930e64784a89f/node_modules/chromium-bidi/lib/cjs/utils/time.d.ts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D:/pasar_fix/node_modules/.bun/chromium-bidi@14.0.0+218930e64784a89f/node_modules/chromium-bidi/lib/cjs/utils/time.js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D:/pasar_fix/node_modules/.bun/chromium-bidi@14.0.0+218930e64784a89f/node_modules/chromium-bidi/lib/cjs/utils/time.js.map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D:/pasar_fix/node_modules/.bun/chromium-bidi@14.0.0+218930e64784a89f/node_modules/chromium-bidi/lib/cjs/utils/transport.d.ts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D:/pasar_fix/node_modules/.bun/chromium-bidi@14.0.0+218930e64784a89f/node_modules/chromium-bidi/lib/cjs/utils/transport.js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D:/pasar_fix/node_modules/.bun/chromium-bidi@14.0.0+218930e64784a89f/node_modules/chromium-bidi/lib/cjs/utils/transport.js.map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D:/pasar_fix/node_modules/.bun/chromium-bidi@14.0.0+218930e64784a89f/node_modules/chromium-bidi/lib/cjs/utils/unitConversions.d.ts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D:/pasar_fix/node_modules/.bun/chromium-bidi@14.0.0+218930e64784a89f/node_modules/chromium-bidi/lib/cjs/utils/unitConversions.js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D:/pasar_fix/node_modules/.bun/chromium-bidi@14.0.0+218930e64784a89f/node_modules/chromium-bidi/lib/cjs/utils/unitConversions.js.map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D:/pasar_fix/node_modules/.bun/chromium-bidi@14.0.0+218930e64784a89f/node_modules/chromium-bidi/lib/cjs/utils/urlHelpers.d.ts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D:/pasar_fix/node_modules/.bun/chromium-bidi@14.0.0+218930e64784a89f/node_modules/chromium-bidi/lib/cjs/utils/urlHelpers.js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D:/pasar_fix/node_modules/.bun/chromium-bidi@14.0.0+218930e64784a89f/node_modules/chromium-bidi/lib/cjs/utils/urlHelpers.js.map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D:/pasar_fix/node_modules/.bun/chromium-bidi@14.0.0+218930e64784a89f/node_modules/chromium-bidi/lib/cjs/utils/uuid.d.ts</a:t>
            </a:r>
          </a:p>
          <a:p>
            <a:pPr>
              <a:defRPr sz="1200"/>
            </a:pPr>
            <a:r>
              <a:t>D:/pasar_fix/node_modules/.bun/chromium-bidi@14.0.0+218930e64784a89f/node_modules/chromium-bidi/lib/cjs/utils/uuid.js</a:t>
            </a:r>
          </a:p>
          <a:p>
            <a:pPr>
              <a:defRPr sz="1200"/>
            </a:pPr>
            <a:r>
              <a:t>D:/pasar_fix/node_modules/.bun/chromium-bidi@14.0.0+218930e64784a89f/node_modules/chromium-bidi/lib/cjs/utils/uuid.js.map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D:/pasar_fix/node_modules/.bun/chromium-bidi@14.0.0+218930e64784a89f/node_modules/chromium-bidi/lib/esm/index.d.ts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D:/pasar_fix/node_modules/.bun/chromium-bidi@14.0.0+218930e64784a89f/node_modules/chromium-bidi/lib/esm/index.js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D:/pasar_fix/node_modules/.bun/chromium-bidi@14.0.0+218930e64784a89f/node_modules/chromium-bidi/lib/esm/index.js.map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D:/pasar_fix/node_modules/.bun/chromium-bidi@14.0.0+218930e64784a89f/node_modules/chromium-bidi/lib/esm/package.json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D:/pasar_fix/node_modules/.bun/chromium-bidi@14.0.0+218930e64784a89f/node_modules/chromium-bidi/lib/esm/bidiMapper/BidiMapper.d.ts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D:/pasar_fix/node_modules/.bun/chromium-bidi@14.0.0+218930e64784a89f/node_modules/chromium-bidi/lib/esm/bidiMapper/BidiMapper.js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D:/pasar_fix/node_modules/.bun/chromium-bidi@14.0.0+218930e64784a89f/node_modules/chromium-bidi/lib/esm/bidiMapper/BidiMapper.js.map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D:/pasar_fix/node_modules/.bun/chromium-bidi@14.0.0+218930e64784a89f/node_modules/chromium-bidi/lib/esm/bidiMapper/BidiNoOpParser.d.ts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D:/pasar_fix/node_modules/.bun/chromium-bidi@14.0.0+218930e64784a89f/node_modules/chromium-bidi/lib/esm/bidiMapper/BidiNoOpParser.js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D:/pasar_fix/node_modules/.bun/chromium-bidi@14.0.0+218930e64784a89f/node_modules/chromium-bidi/lib/esm/bidiMapper/BidiNoOpParser.js.map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D:/pasar_fix/node_modules/.bun/chromium-bidi@14.0.0+218930e64784a89f/node_modules/chromium-bidi/lib/esm/bidiMapper/BidiParser.d.ts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D:/pasar_fix/node_modules/.bun/chromium-bidi@14.0.0+218930e64784a89f/node_modules/chromium-bidi/lib/esm/bidiMapper/BidiParser.js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D:/pasar_fix/node_modules/.bun/chromium-bidi@14.0.0+218930e64784a89f/node_modules/chromium-bidi/lib/esm/bidiMapper/BidiParser.js.map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D:/pasar_fix/node_modules/.bun/chromium-bidi@14.0.0+218930e64784a89f/node_modules/chromium-bidi/lib/esm/bidiMapper/BidiServer.d.ts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D:/pasar_fix/node_modules/.bun/chromium-bidi@14.0.0+218930e64784a89f/node_modules/chromium-bidi/lib/esm/bidiMapper/BidiServer.js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D:/pasar_fix/node_modules/.bun/chromium-bidi@14.0.0+218930e64784a89f/node_modules/chromium-bidi/lib/esm/bidiMapper/BidiServer.js.map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D:/pasar_fix/node_modules/.bun/chromium-bidi@14.0.0+218930e64784a89f/node_modules/chromium-bidi/lib/esm/bidiMapper/BidiTransport.d.ts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D:/pasar_fix/node_modules/.bun/chromium-bidi@14.0.0+218930e64784a89f/node_modules/chromium-bidi/lib/esm/bidiMapper/BidiTransport.js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D:/pasar_fix/node_modules/.bun/chromium-bidi@14.0.0+218930e64784a89f/node_modules/chromium-bidi/lib/esm/bidiMapper/BidiTransport.js.map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D:/pasar_fix/node_modules/.bun/chromium-bidi@14.0.0+218930e64784a89f/node_modules/chromium-bidi/lib/esm/bidiMapper/CommandProcessor.d.ts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D:/pasar_fix/node_modules/.bun/chromium-bidi@14.0.0+218930e64784a89f/node_modules/chromium-bidi/lib/esm/bidiMapper/CommandProcessor.js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D:/pasar_fix/node_modules/.bun/chromium-bidi@14.0.0+218930e64784a89f/node_modules/chromium-bidi/lib/esm/bidiMapper/CommandProcessor.js.map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D:/pasar_fix/node_modules/.bun/chromium-bidi@14.0.0+218930e64784a89f/node_modules/chromium-bidi/lib/esm/bidiMapper/MapperOptions.d.ts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D:/pasar_fix/node_modules/.bun/chromium-bidi@14.0.0+218930e64784a89f/node_modules/chromium-bidi/lib/esm/bidiMapper/MapperOptions.js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D:/pasar_fix/node_modules/.bun/chromium-bidi@14.0.0+218930e64784a89f/node_modules/chromium-bidi/lib/esm/bidiMapper/MapperOptions.js.map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D:/pasar_fix/node_modules/.bun/chromium-bidi@14.0.0+218930e64784a89f/node_modules/chromium-bidi/lib/esm/bidiMapper/OutgoingMessage.d.ts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D:/pasar_fix/node_modules/.bun/chromium-bidi@14.0.0+218930e64784a89f/node_modules/chromium-bidi/lib/esm/bidiMapper/OutgoingMessage.js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D:/pasar_fix/node_modules/.bun/chromium-bidi@14.0.0+218930e64784a89f/node_modules/chromium-bidi/lib/esm/bidiMapper/OutgoingMessage.js.map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D:/pasar_fix/node_modules/.bun/chromium-bidi@14.0.0+218930e64784a89f/node_modules/chromium-bidi/lib/esm/bidiMapper/modules/bluetooth/BluetoothProcessor.d.ts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D:/pasar_fix/node_modules/.bun/chromium-bidi@14.0.0+218930e64784a89f/node_modules/chromium-bidi/lib/esm/bidiMapper/modules/bluetooth/BluetoothProcessor.js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D:/pasar_fix/node_modules/.bun/chromium-bidi@14.0.0+218930e64784a89f/node_modules/chromium-bidi/lib/esm/bidiMapper/modules/bluetooth/BluetoothProcessor.js.map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D:/pasar_fix/node_modules/.bun/chromium-bidi@14.0.0+218930e64784a89f/node_modules/chromium-bidi/lib/esm/bidiMapper/modules/browser/BrowserProcessor.d.ts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D:/pasar_fix/node_modules/.bun/chromium-bidi@14.0.0+218930e64784a89f/node_modules/chromium-bidi/lib/esm/bidiMapper/modules/browser/BrowserProcessor.js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D:/pasar_fix/node_modules/.bun/chromium-bidi@14.0.0+218930e64784a89f/node_modules/chromium-bidi/lib/esm/bidiMapper/modules/browser/BrowserProcessor.js.map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D:/pasar_fix/node_modules/.bun/chromium-bidi@14.0.0+218930e64784a89f/node_modules/chromium-bidi/lib/esm/bidiMapper/modules/browser/ContextConfig.d.ts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D:/pasar_fix/node_modules/.bun/chromium-bidi@14.0.0+218930e64784a89f/node_modules/chromium-bidi/lib/esm/bidiMapper/modules/browser/ContextConfig.js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D:/pasar_fix/node_modules/.bun/chromium-bidi@14.0.0+218930e64784a89f/node_modules/chromium-bidi/lib/esm/bidiMapper/modules/browser/ContextConfig.js.map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D:/pasar_fix/node_modules/.bun/chromium-bidi@14.0.0+218930e64784a89f/node_modules/chromium-bidi/lib/esm/bidiMapper/modules/browser/ContextConfigStorage.d.ts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D:/pasar_fix/node_modules/.bun/chromium-bidi@14.0.0+218930e64784a89f/node_modules/chromium-bidi/lib/esm/bidiMapper/modules/browser/ContextConfigStorage.js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D:/pasar_fix/node_modules/.bun/chromium-bidi@14.0.0+218930e64784a89f/node_modules/chromium-bidi/lib/esm/bidiMapper/modules/browser/ContextConfigStorage.js.map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D:/pasar_fix/node_modules/.bun/chromium-bidi@14.0.0+218930e64784a89f/node_modules/chromium-bidi/lib/esm/bidiMapper/modules/browser/UserContextStorage.d.ts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D:/pasar_fix/node_modules/.bun/chromium-bidi@14.0.0+218930e64784a89f/node_modules/chromium-bidi/lib/esm/bidiMapper/modules/browser/UserContextStorage.js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D:/pasar_fix/node_modules/.bun/chromium-bidi@14.0.0+218930e64784a89f/node_modules/chromium-bidi/lib/esm/bidiMapper/modules/browser/UserContextStorage.js.map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D:/pasar_fix/node_modules/.bun/chromium-bidi@14.0.0+218930e64784a89f/node_modules/chromium-bidi/lib/esm/bidiMapper/modules/cdp/CdpProcessor.d.ts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D:/pasar_fix/node_modules/.bun/chromium-bidi@14.0.0+218930e64784a89f/node_modules/chromium-bidi/lib/esm/bidiMapper/modules/cdp/CdpProcessor.js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D:/pasar_fix/node_modules/.bun/chromium-bidi@14.0.0+218930e64784a89f/node_modules/chromium-bidi/lib/esm/bidiMapper/modules/cdp/CdpProcessor.js.map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D:/pasar_fix/node_modules/.bun/chromium-bidi@14.0.0+218930e64784a89f/node_modules/chromium-bidi/lib/esm/bidiMapper/modules/cdp/CdpTarget.d.ts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D:/pasar_fix/node_modules/.bun/chromium-bidi@14.0.0+218930e64784a89f/node_modules/chromium-bidi/lib/esm/bidiMapper/modules/cdp/CdpTarget.js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D:/pasar_fix/node_modules/.bun/chromium-bidi@14.0.0+218930e64784a89f/node_modules/chromium-bidi/lib/esm/bidiMapper/modules/cdp/CdpTarget.js.map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D:/pasar_fix/node_modules/.bun/chromium-bidi@14.0.0+218930e64784a89f/node_modules/chromium-bidi/lib/esm/bidiMapper/modules/cdp/CdpTargetManager.d.ts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D:/pasar_fix/node_modules/.bun/chromium-bidi@14.0.0+218930e64784a89f/node_modules/chromium-bidi/lib/esm/bidiMapper/modules/cdp/CdpTargetManager.js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D:/pasar_fix/node_modules/.bun/chromium-bidi@14.0.0+218930e64784a89f/node_modules/chromium-bidi/lib/esm/bidiMapper/modules/cdp/CdpTargetManager.js.map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D:/pasar_fix/node_modules/.bun/chromium-bidi@14.0.0+218930e64784a89f/node_modules/chromium-bidi/lib/esm/bidiMapper/modules/context/BrowsingContextImpl.d.ts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D:/pasar_fix/node_modules/.bun/chromium-bidi@14.0.0+218930e64784a89f/node_modules/chromium-bidi/lib/esm/bidiMapper/modules/context/BrowsingContextImpl.js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D:/pasar_fix/node_modules/.bun/chromium-bidi@14.0.0+218930e64784a89f/node_modules/chromium-bidi/lib/esm/bidiMapper/modules/context/BrowsingContextImpl.js.map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D:/pasar_fix/node_modules/.bun/chromium-bidi@14.0.0+218930e64784a89f/node_modules/chromium-bidi/lib/esm/bidiMapper/modules/context/BrowsingContextProcessor.d.ts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D:/pasar_fix/node_modules/.bun/chromium-bidi@14.0.0+218930e64784a89f/node_modules/chromium-bidi/lib/esm/bidiMapper/modules/context/BrowsingContextProcessor.js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D:/pasar_fix/node_modules/.bun/chromium-bidi@14.0.0+218930e64784a89f/node_modules/chromium-bidi/lib/esm/bidiMapper/modules/context/BrowsingContextProcessor.js.map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D:/pasar_fix/node_modules/.bun/chromium-bidi@14.0.0+218930e64784a89f/node_modules/chromium-bidi/lib/esm/bidiMapper/modules/context/BrowsingContextStorage.d.ts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D:/pasar_fix/node_modules/.bun/chromium-bidi@14.0.0+218930e64784a89f/node_modules/chromium-bidi/lib/esm/bidiMapper/modules/context/BrowsingContextStorage.js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D:/pasar_fix/node_modules/.bun/chromium-bidi@14.0.0+218930e64784a89f/node_modules/chromium-bidi/lib/esm/bidiMapper/modules/context/BrowsingContextStorage.js.map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D:/pasar_fix/node_modules/.bun/chromium-bidi@14.0.0+218930e64784a89f/node_modules/chromium-bidi/lib/esm/bidiMapper/modules/context/NavigationTracker.d.ts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D:/pasar_fix/node_modules/.bun/chromium-bidi@14.0.0+218930e64784a89f/node_modules/chromium-bidi/lib/esm/bidiMapper/modules/context/NavigationTracker.js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D:/pasar_fix/node_modules/.bun/chromium-bidi@14.0.0+218930e64784a89f/node_modules/chromium-bidi/lib/esm/bidiMapper/modules/context/NavigationTracker.js.map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D:/pasar_fix/node_modules/.bun/chromium-bidi@14.0.0+218930e64784a89f/node_modules/chromium-bidi/lib/esm/bidiMapper/modules/emulation/EmulationProcessor.d.ts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D:/pasar_fix/node_modules/.bun/chromium-bidi@14.0.0+218930e64784a89f/node_modules/chromium-bidi/lib/esm/bidiMapper/modules/emulation/EmulationProcessor.js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D:/pasar_fix/node_modules/.bun/chromium-bidi@14.0.0+218930e64784a89f/node_modules/chromium-bidi/lib/esm/bidiMapper/modules/emulation/EmulationProcessor.js.map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D:/pasar_fix/node_modules/.bun/chromium-bidi@14.0.0+218930e64784a89f/node_modules/chromium-bidi/lib/esm/bidiMapper/modules/input/ActionDispatcher.d.ts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D:/pasar_fix/node_modules/.bun/chromium-bidi@14.0.0+218930e64784a89f/node_modules/chromium-bidi/lib/esm/bidiMapper/modules/input/ActionDispatcher.js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D:/pasar_fix/node_modules/.bun/chromium-bidi@14.0.0+218930e64784a89f/node_modules/chromium-bidi/lib/esm/bidiMapper/modules/input/ActionDispatcher.js.map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D:/pasar_fix/node_modules/.bun/chromium-bidi@14.0.0+218930e64784a89f/node_modules/chromium-bidi/lib/esm/bidiMapper/modules/input/ActionOption.d.ts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D:/pasar_fix/node_modules/.bun/chromium-bidi@14.0.0+218930e64784a89f/node_modules/chromium-bidi/lib/esm/bidiMapper/modules/input/ActionOption.js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D:/pasar_fix/node_modules/.bun/chromium-bidi@14.0.0+218930e64784a89f/node_modules/chromium-bidi/lib/esm/bidiMapper/modules/input/ActionOption.js.map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D:/pasar_fix/node_modules/.bun/chromium-bidi@14.0.0+218930e64784a89f/node_modules/chromium-bidi/lib/esm/bidiMapper/modules/input/InputProcessor.d.ts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D:/pasar_fix/node_modules/.bun/chromium-bidi@14.0.0+218930e64784a89f/node_modules/chromium-bidi/lib/esm/bidiMapper/modules/input/InputProcessor.js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D:/pasar_fix/node_modules/.bun/chromium-bidi@14.0.0+218930e64784a89f/node_modules/chromium-bidi/lib/esm/bidiMapper/modules/input/InputProcessor.js.map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D:/pasar_fix/node_modules/.bun/chromium-bidi@14.0.0+218930e64784a89f/node_modules/chromium-bidi/lib/esm/bidiMapper/modules/input/InputSource.d.ts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D:/pasar_fix/node_modules/.bun/chromium-bidi@14.0.0+218930e64784a89f/node_modules/chromium-bidi/lib/esm/bidiMapper/modules/input/InputSource.js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D:/pasar_fix/node_modules/.bun/chromium-bidi@14.0.0+218930e64784a89f/node_modules/chromium-bidi/lib/esm/bidiMapper/modules/input/InputSource.js.map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D:/pasar_fix/node_modules/.bun/chromium-bidi@14.0.0+218930e64784a89f/node_modules/chromium-bidi/lib/esm/bidiMapper/modules/input/InputState.d.ts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D:/pasar_fix/node_modules/.bun/chromium-bidi@14.0.0+218930e64784a89f/node_modules/chromium-bidi/lib/esm/bidiMapper/modules/input/InputState.js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D:/pasar_fix/node_modules/.bun/chromium-bidi@14.0.0+218930e64784a89f/node_modules/chromium-bidi/lib/esm/bidiMapper/modules/input/InputState.js.map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D:/pasar_fix/node_modules/.bun/chromium-bidi@14.0.0+218930e64784a89f/node_modules/chromium-bidi/lib/esm/bidiMapper/modules/input/InputStateManager.d.ts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D:/pasar_fix/node_modules/.bun/chromium-bidi@14.0.0+218930e64784a89f/node_modules/chromium-bidi/lib/esm/bidiMapper/modules/input/InputStateManager.js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D:/pasar_fix/node_modules/.bun/chromium-bidi@14.0.0+218930e64784a89f/node_modules/chromium-bidi/lib/esm/bidiMapper/modules/input/InputStateManager.js.map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D:/pasar_fix/node_modules/.bun/chromium-bidi@14.0.0+218930e64784a89f/node_modules/chromium-bidi/lib/esm/bidiMapper/modules/input/keyUtils.d.ts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D:/pasar_fix/node_modules/.bun/chromium-bidi@14.0.0+218930e64784a89f/node_modules/chromium-bidi/lib/esm/bidiMapper/modules/input/keyUtils.js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D:/pasar_fix/node_modules/.bun/chromium-bidi@14.0.0+218930e64784a89f/node_modules/chromium-bidi/lib/esm/bidiMapper/modules/input/keyUtils.js.map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D:/pasar_fix/node_modules/.bun/chromium-bidi@14.0.0+218930e64784a89f/node_modules/chromium-bidi/lib/esm/bidiMapper/modules/input/USKeyboardLayout.d.ts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D:/pasar_fix/node_modules/.bun/chromium-bidi@14.0.0+218930e64784a89f/node_modules/chromium-bidi/lib/esm/bidiMapper/modules/input/USKeyboardLayout.js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D:/pasar_fix/node_modules/.bun/chromium-bidi@14.0.0+218930e64784a89f/node_modules/chromium-bidi/lib/esm/bidiMapper/modules/input/USKeyboardLayout.js.map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D:/pasar_fix/node_modules/.bun/chromium-bidi@14.0.0+218930e64784a89f/node_modules/chromium-bidi/lib/esm/bidiMapper/modules/log/logHelper.d.ts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D:/pasar_fix/node_modules/.bun/chromium-bidi@14.0.0+218930e64784a89f/node_modules/chromium-bidi/lib/esm/bidiMapper/modules/log/logHelper.js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D:/pasar_fix/node_modules/.bun/chromium-bidi@14.0.0+218930e64784a89f/node_modules/chromium-bidi/lib/esm/bidiMapper/modules/log/logHelper.js.map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D:/pasar_fix/node_modules/.bun/chromium-bidi@14.0.0+218930e64784a89f/node_modules/chromium-bidi/lib/esm/bidiMapper/modules/log/LogManager.d.ts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D:/pasar_fix/node_modules/.bun/chromium-bidi@14.0.0+218930e64784a89f/node_modules/chromium-bidi/lib/esm/bidiMapper/modules/log/LogManager.js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D:/pasar_fix/node_modules/.bun/chromium-bidi@14.0.0+218930e64784a89f/node_modules/chromium-bidi/lib/esm/bidiMapper/modules/log/LogManager.js.map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D:/pasar_fix/node_modules/.bun/chromium-bidi@14.0.0+218930e64784a89f/node_modules/chromium-bidi/lib/esm/bidiMapper/modules/network/CollectorsStorage.d.ts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D:/pasar_fix/node_modules/.bun/chromium-bidi@14.0.0+218930e64784a89f/node_modules/chromium-bidi/lib/esm/bidiMapper/modules/network/CollectorsStorage.js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D:/pasar_fix/node_modules/.bun/chromium-bidi@14.0.0+218930e64784a89f/node_modules/chromium-bidi/lib/esm/bidiMapper/modules/network/CollectorsStorage.js.map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D:/pasar_fix/node_modules/.bun/chromium-bidi@14.0.0+218930e64784a89f/node_modules/chromium-bidi/lib/esm/bidiMapper/modules/network/NetworkProcessor.d.ts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D:/pasar_fix/node_modules/.bun/chromium-bidi@14.0.0+218930e64784a89f/node_modules/chromium-bidi/lib/esm/bidiMapper/modules/network/NetworkProcessor.js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D:/pasar_fix/node_modules/.bun/chromium-bidi@14.0.0+218930e64784a89f/node_modules/chromium-bidi/lib/esm/bidiMapper/modules/network/NetworkProcessor.js.map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D:/pasar_fix/node_modules/.bun/chromium-bidi@14.0.0+218930e64784a89f/node_modules/chromium-bidi/lib/esm/bidiMapper/modules/network/NetworkRequest.d.ts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D:/pasar_fix/node_modules/.bun/chromium-bidi@14.0.0+218930e64784a89f/node_modules/chromium-bidi/lib/esm/bidiMapper/modules/network/NetworkRequest.js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D:/pasar_fix/node_modules/.bun/chromium-bidi@14.0.0+218930e64784a89f/node_modules/chromium-bidi/lib/esm/bidiMapper/modules/network/NetworkRequest.js.map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D:/pasar_fix/node_modules/.bun/chromium-bidi@14.0.0+218930e64784a89f/node_modules/chromium-bidi/lib/esm/bidiMapper/modules/network/NetworkStorage.d.ts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D:/pasar_fix/node_modules/.bun/chromium-bidi@14.0.0+218930e64784a89f/node_modules/chromium-bidi/lib/esm/bidiMapper/modules/network/NetworkStorage.js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D:/pasar_fix/node_modules/.bun/chromium-bidi@14.0.0+218930e64784a89f/node_modules/chromium-bidi/lib/esm/bidiMapper/modules/network/NetworkStorage.js.map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D:/pasar_fix/node_modules/.bun/chromium-bidi@14.0.0+218930e64784a89f/node_modules/chromium-bidi/lib/esm/bidiMapper/modules/network/NetworkUtils.d.ts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D:/pasar_fix/node_modules/.bun/chromium-bidi@14.0.0+218930e64784a89f/node_modules/chromium-bidi/lib/esm/bidiMapper/modules/network/NetworkUtils.js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D:/pasar_fix/node_modules/.bun/chromium-bidi@14.0.0+218930e64784a89f/node_modules/chromium-bidi/lib/esm/bidiMapper/modules/network/NetworkUtils.js.map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D:/pasar_fix/node_modules/.bun/chromium-bidi@14.0.0+218930e64784a89f/node_modules/chromium-bidi/lib/esm/bidiMapper/modules/permissions/PermissionsProcessor.d.ts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D:/pasar_fix/node_modules/.bun/chromium-bidi@14.0.0+218930e64784a89f/node_modules/chromium-bidi/lib/esm/bidiMapper/modules/permissions/PermissionsProcessor.js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D:/pasar_fix/node_modules/.bun/chromium-bidi@14.0.0+218930e64784a89f/node_modules/chromium-bidi/lib/esm/bidiMapper/modules/permissions/PermissionsProcessor.js.map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D:/pasar_fix/node_modules/.bun/chromium-bidi@14.0.0+218930e64784a89f/node_modules/chromium-bidi/lib/esm/bidiMapper/modules/script/ChannelProxy.d.ts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D:/pasar_fix/node_modules/.bun/chromium-bidi@14.0.0+218930e64784a89f/node_modules/chromium-bidi/lib/esm/bidiMapper/modules/script/ChannelProxy.js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D:/pasar_fix/node_modules/.bun/chromium-bidi@14.0.0+218930e64784a89f/node_modules/chromium-bidi/lib/esm/bidiMapper/modules/script/ChannelProxy.js.map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D:/pasar_fix/node_modules/.bun/chromium-bidi@14.0.0+218930e64784a89f/node_modules/chromium-bidi/lib/esm/bidiMapper/modules/script/PreloadScript.d.ts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D:/pasar_fix/node_modules/.bun/chromium-bidi@14.0.0+218930e64784a89f/node_modules/chromium-bidi/lib/esm/bidiMapper/modules/script/PreloadScript.js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D:/pasar_fix/node_modules/.bun/chromium-bidi@14.0.0+218930e64784a89f/node_modules/chromium-bidi/lib/esm/bidiMapper/modules/script/PreloadScript.js.map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D:/pasar_fix/node_modules/.bun/chromium-bidi@14.0.0+218930e64784a89f/node_modules/chromium-bidi/lib/esm/bidiMapper/modules/script/PreloadScriptStorage.d.ts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D:/pasar_fix/node_modules/.bun/chromium-bidi@14.0.0+218930e64784a89f/node_modules/chromium-bidi/lib/esm/bidiMapper/modules/script/PreloadScriptStorage.js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D:/pasar_fix/node_modules/.bun/chromium-bidi@14.0.0+218930e64784a89f/node_modules/chromium-bidi/lib/esm/bidiMapper/modules/script/PreloadScriptStorage.js.map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D:/pasar_fix/node_modules/.bun/chromium-bidi@14.0.0+218930e64784a89f/node_modules/chromium-bidi/lib/esm/bidiMapper/modules/script/Realm.d.ts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D:/pasar_fix/node_modules/.bun/chromium-bidi@14.0.0+218930e64784a89f/node_modules/chromium-bidi/lib/esm/bidiMapper/modules/script/Realm.js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D:/pasar_fix/node_modules/.bun/chromium-bidi@14.0.0+218930e64784a89f/node_modules/chromium-bidi/lib/esm/bidiMapper/modules/script/Realm.js.map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D:/pasar_fix/node_modules/.bun/chromium-bidi@14.0.0+218930e64784a89f/node_modules/chromium-bidi/lib/esm/bidiMapper/modules/script/RealmStorage.d.ts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D:/pasar_fix/node_modules/.bun/chromium-bidi@14.0.0+218930e64784a89f/node_modules/chromium-bidi/lib/esm/bidiMapper/modules/script/RealmStorage.js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D:/pasar_fix/node_modules/.bun/chromium-bidi@14.0.0+218930e64784a89f/node_modules/chromium-bidi/lib/esm/bidiMapper/modules/script/RealmStorage.js.map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D:/pasar_fix/node_modules/.bun/chromium-bidi@14.0.0+218930e64784a89f/node_modules/chromium-bidi/lib/esm/bidiMapper/modules/script/ScriptProcessor.d.ts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D:/pasar_fix/node_modules/.bun/chromium-bidi@14.0.0+218930e64784a89f/node_modules/chromium-bidi/lib/esm/bidiMapper/modules/script/ScriptProcessor.js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D:/pasar_fix/node_modules/.bun/chromium-bidi@14.0.0+218930e64784a89f/node_modules/chromium-bidi/lib/esm/bidiMapper/modules/script/ScriptProcessor.js.map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D:/pasar_fix/node_modules/.bun/chromium-bidi@14.0.0+218930e64784a89f/node_modules/chromium-bidi/lib/esm/bidiMapper/modules/script/SharedId.d.ts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D:/pasar_fix/node_modules/.bun/chromium-bidi@14.0.0+218930e64784a89f/node_modules/chromium-bidi/lib/esm/bidiMapper/modules/script/SharedId.js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D:/pasar_fix/node_modules/.bun/chromium-bidi@14.0.0+218930e64784a89f/node_modules/chromium-bidi/lib/esm/bidiMapper/modules/script/SharedId.js.map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D:/pasar_fix/node_modules/.bun/chromium-bidi@14.0.0+218930e64784a89f/node_modules/chromium-bidi/lib/esm/bidiMapper/modules/script/WindowRealm.d.ts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D:/pasar_fix/node_modules/.bun/chromium-bidi@14.0.0+218930e64784a89f/node_modules/chromium-bidi/lib/esm/bidiMapper/modules/script/WindowRealm.js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D:/pasar_fix/node_modules/.bun/chromium-bidi@14.0.0+218930e64784a89f/node_modules/chromium-bidi/lib/esm/bidiMapper/modules/script/WindowRealm.js.map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D:/pasar_fix/node_modules/.bun/chromium-bidi@14.0.0+218930e64784a89f/node_modules/chromium-bidi/lib/esm/bidiMapper/modules/script/WorkerRealm.d.ts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D:/pasar_fix/node_modules/.bun/chromium-bidi@14.0.0+218930e64784a89f/node_modules/chromium-bidi/lib/esm/bidiMapper/modules/script/WorkerRealm.js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D:/pasar_fix/node_modules/.bun/chromium-bidi@14.0.0+218930e64784a89f/node_modules/chromium-bidi/lib/esm/bidiMapper/modules/script/WorkerRealm.js.map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D:/pasar_fix/node_modules/.bun/chromium-bidi@14.0.0+218930e64784a89f/node_modules/chromium-bidi/lib/esm/bidiMapper/modules/session/EventManager.d.ts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D:/pasar_fix/node_modules/.bun/chromium-bidi@14.0.0+218930e64784a89f/node_modules/chromium-bidi/lib/esm/bidiMapper/modules/session/EventManager.js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D:/pasar_fix/node_modules/.bun/chromium-bidi@14.0.0+218930e64784a89f/node_modules/chromium-bidi/lib/esm/bidiMapper/modules/session/EventManager.js.map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D:/pasar_fix/node_modules/.bun/chromium-bidi@14.0.0+218930e64784a89f/node_modules/chromium-bidi/lib/esm/bidiMapper/modules/session/events.d.ts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D:/pasar_fix/node_modules/.bun/chromium-bidi@14.0.0+218930e64784a89f/node_modules/chromium-bidi/lib/esm/bidiMapper/modules/session/events.js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D:/pasar_fix/node_modules/.bun/chromium-bidi@14.0.0+218930e64784a89f/node_modules/chromium-bidi/lib/esm/bidiMapper/modules/session/events.js.map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D:/pasar_fix/node_modules/.bun/chromium-bidi@14.0.0+218930e64784a89f/node_modules/chromium-bidi/lib/esm/bidiMapper/modules/session/SessionProcessor.d.ts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D:/pasar_fix/node_modules/.bun/chromium-bidi@14.0.0+218930e64784a89f/node_modules/chromium-bidi/lib/esm/bidiMapper/modules/session/SessionProcessor.js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D:/pasar_fix/node_modules/.bun/chromium-bidi@14.0.0+218930e64784a89f/node_modules/chromium-bidi/lib/esm/bidiMapper/modules/session/SessionProcessor.js.map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D:/pasar_fix/node_modules/.bun/chromium-bidi@14.0.0+218930e64784a89f/node_modules/chromium-bidi/lib/esm/bidiMapper/modules/session/SubscriptionManager.d.ts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D:/pasar_fix/node_modules/.bun/chromium-bidi@14.0.0+218930e64784a89f/node_modules/chromium-bidi/lib/esm/bidiMapper/modules/session/SubscriptionManager.js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D:/pasar_fix/node_modules/.bun/chromium-bidi@14.0.0+218930e64784a89f/node_modules/chromium-bidi/lib/esm/bidiMapper/modules/session/SubscriptionManager.js.map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D:/pasar_fix/node_modules/.bun/chromium-bidi@14.0.0+218930e64784a89f/node_modules/chromium-bidi/lib/esm/bidiMapper/modules/speculation/SpeculationProcessor.d.ts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D:/pasar_fix/node_modules/.bun/chromium-bidi@14.0.0+218930e64784a89f/node_modules/chromium-bidi/lib/esm/bidiMapper/modules/speculation/SpeculationProcessor.js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D:/pasar_fix/node_modules/.bun/chromium-bidi@14.0.0+218930e64784a89f/node_modules/chromium-bidi/lib/esm/bidiMapper/modules/speculation/SpeculationProcessor.js.map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D:/pasar_fix/node_modules/.bun/chromium-bidi@14.0.0+218930e64784a89f/node_modules/chromium-bidi/lib/esm/bidiMapper/modules/storage/StorageProcessor.d.ts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D:/pasar_fix/node_modules/.bun/chromium-bidi@14.0.0+218930e64784a89f/node_modules/chromium-bidi/lib/esm/bidiMapper/modules/storage/StorageProcessor.js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D:/pasar_fix/node_modules/.bun/chromium-bidi@14.0.0+218930e64784a89f/node_modules/chromium-bidi/lib/esm/bidiMapper/modules/storage/StorageProcessor.js.map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D:/pasar_fix/node_modules/.bun/chromium-bidi@14.0.0+218930e64784a89f/node_modules/chromium-bidi/lib/esm/bidiMapper/modules/webExtension/WebExtensionProcessor.d.ts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D:/pasar_fix/node_modules/.bun/chromium-bidi@14.0.0+218930e64784a89f/node_modules/chromium-bidi/lib/esm/bidiMapper/modules/webExtension/WebExtensionProcessor.js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D:/pasar_fix/node_modules/.bun/chromium-bidi@14.0.0+218930e64784a89f/node_modules/chromium-bidi/lib/esm/bidiMapper/modules/webExtension/WebExtensionProcessor.js.map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D:/pasar_fix/node_modules/.bun/chromium-bidi@14.0.0+218930e64784a89f/node_modules/chromium-bidi/lib/esm/bidiServer/BrowserInstance.d.ts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D:/pasar_fix/node_modules/.bun/chromium-bidi@14.0.0+218930e64784a89f/node_modules/chromium-bidi/lib/esm/bidiServer/BrowserInstance.js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D:/pasar_fix/node_modules/.bun/chromium-bidi@14.0.0+218930e64784a89f/node_modules/chromium-bidi/lib/esm/bidiServer/BrowserInstance.js.map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D:/pasar_fix/node_modules/.bun/chromium-bidi@14.0.0+218930e64784a89f/node_modules/chromium-bidi/lib/esm/bidiServer/index.d.ts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D:/pasar_fix/node_modules/.bun/chromium-bidi@14.0.0+218930e64784a89f/node_modules/chromium-bidi/lib/esm/bidiServer/index.js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D:/pasar_fix/node_modules/.bun/chromium-bidi@14.0.0+218930e64784a89f/node_modules/chromium-bidi/lib/esm/bidiServer/index.js.map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D:/pasar_fix/node_modules/.bun/chromium-bidi@14.0.0+218930e64784a89f/node_modules/chromium-bidi/lib/esm/bidiServer/MapperCdpConnection.d.ts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D:/pasar_fix/node_modules/.bun/chromium-bidi@14.0.0+218930e64784a89f/node_modules/chromium-bidi/lib/esm/bidiServer/MapperCdpConnection.js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D:/pasar_fix/node_modules/.bun/chromium-bidi@14.0.0+218930e64784a89f/node_modules/chromium-bidi/lib/esm/bidiServer/MapperCdpConnection.js.map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D:/pasar_fix/node_modules/.bun/chromium-bidi@14.0.0+218930e64784a89f/node_modules/chromium-bidi/lib/esm/bidiServer/PipeTransport.d.ts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D:/pasar_fix/node_modules/.bun/chromium-bidi@14.0.0+218930e64784a89f/node_modules/chromium-bidi/lib/esm/bidiServer/PipeTransport.js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D:/pasar_fix/node_modules/.bun/chromium-bidi@14.0.0+218930e64784a89f/node_modules/chromium-bidi/lib/esm/bidiServer/PipeTransport.js.map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D:/pasar_fix/node_modules/.bun/chromium-bidi@14.0.0+218930e64784a89f/node_modules/chromium-bidi/lib/esm/bidiServer/reader.d.ts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D:/pasar_fix/node_modules/.bun/chromium-bidi@14.0.0+218930e64784a89f/node_modules/chromium-bidi/lib/esm/bidiServer/reader.js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D:/pasar_fix/node_modules/.bun/chromium-bidi@14.0.0+218930e64784a89f/node_modules/chromium-bidi/lib/esm/bidiServer/reader.js.map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D:/pasar_fix/node_modules/.bun/chromium-bidi@14.0.0+218930e64784a89f/node_modules/chromium-bidi/lib/esm/bidiServer/SimpleTransport.d.ts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D:/pasar_fix/node_modules/.bun/chromium-bidi@14.0.0+218930e64784a89f/node_modules/chromium-bidi/lib/esm/bidiServer/SimpleTransport.js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D:/pasar_fix/node_modules/.bun/chromium-bidi@14.0.0+218930e64784a89f/node_modules/chromium-bidi/lib/esm/bidiServer/SimpleTransport.js.map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D:/pasar_fix/node_modules/.bun/chromium-bidi@14.0.0+218930e64784a89f/node_modules/chromium-bidi/lib/esm/bidiServer/WebSocketServer.d.ts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D:/pasar_fix/node_modules/.bun/chromium-bidi@14.0.0+218930e64784a89f/node_modules/chromium-bidi/lib/esm/bidiServer/WebSocketServer.js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D:/pasar_fix/node_modules/.bun/chromium-bidi@14.0.0+218930e64784a89f/node_modules/chromium-bidi/lib/esm/bidiServer/WebSocketServer.js.map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D:/pasar_fix/node_modules/.bun/chromium-bidi@14.0.0+218930e64784a89f/node_modules/chromium-bidi/lib/esm/bidiTab/BidiParser.d.ts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D:/pasar_fix/node_modules/.bun/chromium-bidi@14.0.0+218930e64784a89f/node_modules/chromium-bidi/lib/esm/bidiTab/BidiParser.js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D:/pasar_fix/node_modules/.bun/chromium-bidi@14.0.0+218930e64784a89f/node_modules/chromium-bidi/lib/esm/bidiTab/BidiParser.js.map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D:/pasar_fix/node_modules/.bun/chromium-bidi@14.0.0+218930e64784a89f/node_modules/chromium-bidi/lib/esm/bidiTab/bidiTab.d.ts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D:/pasar_fix/node_modules/.bun/chromium-bidi@14.0.0+218930e64784a89f/node_modules/chromium-bidi/lib/esm/bidiTab/bidiTab.js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D:/pasar_fix/node_modules/.bun/chromium-bidi@14.0.0+218930e64784a89f/node_modules/chromium-bidi/lib/esm/bidiTab/bidiTab.js.map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D:/pasar_fix/node_modules/.bun/chromium-bidi@14.0.0+218930e64784a89f/node_modules/chromium-bidi/lib/esm/bidiTab/mapperTabPage.d.ts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D:/pasar_fix/node_modules/.bun/chromium-bidi@14.0.0+218930e64784a89f/node_modules/chromium-bidi/lib/esm/bidiTab/mapperTabPage.js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D:/pasar_fix/node_modules/.bun/chromium-bidi@14.0.0+218930e64784a89f/node_modules/chromium-bidi/lib/esm/bidiTab/mapperTabPage.js.map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D:/pasar_fix/node_modules/.bun/chromium-bidi@14.0.0+218930e64784a89f/node_modules/chromium-bidi/lib/esm/bidiTab/Transport.d.ts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D:/pasar_fix/node_modules/.bun/chromium-bidi@14.0.0+218930e64784a89f/node_modules/chromium-bidi/lib/esm/bidiTab/Transport.js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D:/pasar_fix/node_modules/.bun/chromium-bidi@14.0.0+218930e64784a89f/node_modules/chromium-bidi/lib/esm/bidiTab/Transport.js.map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D:/pasar_fix/node_modules/.bun/chromium-bidi@14.0.0+218930e64784a89f/node_modules/chromium-bidi/lib/esm/cdp/cdp.d.ts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D:/pasar_fix/node_modules/.bun/chromium-bidi@14.0.0+218930e64784a89f/node_modules/chromium-bidi/lib/esm/cdp/cdp.js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D:/pasar_fix/node_modules/.bun/chromium-bidi@14.0.0+218930e64784a89f/node_modules/chromium-bidi/lib/esm/cdp/cdp.js.map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D:/pasar_fix/node_modules/.bun/chromium-bidi@14.0.0+218930e64784a89f/node_modules/chromium-bidi/lib/esm/cdp/CdpClient.d.ts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D:/pasar_fix/node_modules/.bun/chromium-bidi@14.0.0+218930e64784a89f/node_modules/chromium-bidi/lib/esm/cdp/CdpClient.js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D:/pasar_fix/node_modules/.bun/chromium-bidi@14.0.0+218930e64784a89f/node_modules/chromium-bidi/lib/esm/cdp/CdpClient.js.map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D:/pasar_fix/node_modules/.bun/chromium-bidi@14.0.0+218930e64784a89f/node_modules/chromium-bidi/lib/esm/cdp/CdpConnection.d.ts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D:/pasar_fix/node_modules/.bun/chromium-bidi@14.0.0+218930e64784a89f/node_modules/chromium-bidi/lib/esm/cdp/CdpConnection.js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D:/pasar_fix/node_modules/.bun/chromium-bidi@14.0.0+218930e64784a89f/node_modules/chromium-bidi/lib/esm/cdp/CdpConnection.js.map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D:/pasar_fix/node_modules/.bun/chromium-bidi@14.0.0+218930e64784a89f/node_modules/chromium-bidi/lib/esm/cdp/cdpMessage.d.ts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D:/pasar_fix/node_modules/.bun/chromium-bidi@14.0.0+218930e64784a89f/node_modules/chromium-bidi/lib/esm/cdp/cdpMessage.js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D:/pasar_fix/node_modules/.bun/chromium-bidi@14.0.0+218930e64784a89f/node_modules/chromium-bidi/lib/esm/cdp/cdpMessage.js.map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D:/pasar_fix/node_modules/.bun/chromium-bidi@14.0.0+218930e64784a89f/node_modules/chromium-bidi/lib/esm/protocol/cdp.d.ts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D:/pasar_fix/node_modules/.bun/chromium-bidi@14.0.0+218930e64784a89f/node_modules/chromium-bidi/lib/esm/protocol/cdp.js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D:/pasar_fix/node_modules/.bun/chromium-bidi@14.0.0+218930e64784a89f/node_modules/chromium-bidi/lib/esm/protocol/cdp.js.map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D:/pasar_fix/node_modules/.bun/chromium-bidi@14.0.0+218930e64784a89f/node_modules/chromium-bidi/lib/esm/protocol/chromium-bidi.d.ts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D:/pasar_fix/node_modules/.bun/chromium-bidi@14.0.0+218930e64784a89f/node_modules/chromium-bidi/lib/esm/protocol/chromium-bidi.js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D:/pasar_fix/node_modules/.bun/chromium-bidi@14.0.0+218930e64784a89f/node_modules/chromium-bidi/lib/esm/protocol/chromium-bidi.js.map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D:/pasar_fix/node_modules/.bun/chromium-bidi@14.0.0+218930e64784a89f/node_modules/chromium-bidi/lib/esm/protocol/ErrorResponse.d.ts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D:/pasar_fix/node_modules/.bun/chromium-bidi@14.0.0+218930e64784a89f/node_modules/chromium-bidi/lib/esm/protocol/ErrorResponse.js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D:/pasar_fix/node_modules/.bun/chromium-bidi@14.0.0+218930e64784a89f/node_modules/chromium-bidi/lib/esm/protocol/ErrorResponse.js.map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D:/pasar_fix/node_modules/.bun/chromium-bidi@14.0.0+218930e64784a89f/node_modules/chromium-bidi/lib/esm/protocol/protocol.d.ts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D:/pasar_fix/node_modules/.bun/chromium-bidi@14.0.0+218930e64784a89f/node_modules/chromium-bidi/lib/esm/protocol/protocol.js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D:/pasar_fix/node_modules/.bun/chromium-bidi@14.0.0+218930e64784a89f/node_modules/chromium-bidi/lib/esm/protocol/protocol.js.map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D:/pasar_fix/node_modules/.bun/chromium-bidi@14.0.0+218930e64784a89f/node_modules/chromium-bidi/lib/esm/protocol/generated/webdriver-bidi-bluetooth.d.ts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D:/pasar_fix/node_modules/.bun/chromium-bidi@14.0.0+218930e64784a89f/node_modules/chromium-bidi/lib/esm/protocol/generated/webdriver-bidi-bluetooth.js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D:/pasar_fix/node_modules/.bun/chromium-bidi@14.0.0+218930e64784a89f/node_modules/chromium-bidi/lib/esm/protocol/generated/webdriver-bidi-bluetooth.js.map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D:/pasar_fix/node_modules/.bun/chromium-bidi@14.0.0+218930e64784a89f/node_modules/chromium-bidi/lib/esm/protocol/generated/webdriver-bidi-nav-speculation.d.ts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D:/pasar_fix/node_modules/.bun/chromium-bidi@14.0.0+218930e64784a89f/node_modules/chromium-bidi/lib/esm/protocol/generated/webdriver-bidi-nav-speculation.js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D:/pasar_fix/node_modules/.bun/chromium-bidi@14.0.0+218930e64784a89f/node_modules/chromium-bidi/lib/esm/protocol/generated/webdriver-bidi-nav-speculation.js.map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D:/pasar_fix/node_modules/.bun/chromium-bidi@14.0.0+218930e64784a89f/node_modules/chromium-bidi/lib/esm/protocol/generated/webdriver-bidi-permissions.d.ts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D:/pasar_fix/node_modules/.bun/chromium-bidi@14.0.0+218930e64784a89f/node_modules/chromium-bidi/lib/esm/protocol/generated/webdriver-bidi-permissions.js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D:/pasar_fix/node_modules/.bun/chromium-bidi@14.0.0+218930e64784a89f/node_modules/chromium-bidi/lib/esm/protocol/generated/webdriver-bidi-permissions.js.map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D:/pasar_fix/node_modules/.bun/chromium-bidi@14.0.0+218930e64784a89f/node_modules/chromium-bidi/lib/esm/protocol/generated/webdriver-bidi-ua-client-hints.d.ts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D:/pasar_fix/node_modules/.bun/chromium-bidi@14.0.0+218930e64784a89f/node_modules/chromium-bidi/lib/esm/protocol/generated/webdriver-bidi-ua-client-hints.js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D:/pasar_fix/node_modules/.bun/chromium-bidi@14.0.0+218930e64784a89f/node_modules/chromium-bidi/lib/esm/protocol/generated/webdriver-bidi-ua-client-hints.js.map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D:/pasar_fix/node_modules/.bun/chromium-bidi@14.0.0+218930e64784a89f/node_modules/chromium-bidi/lib/esm/protocol/generated/webdriver-bidi.d.ts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D:/pasar_fix/node_modules/.bun/chromium-bidi@14.0.0+218930e64784a89f/node_modules/chromium-bidi/lib/esm/protocol/generated/webdriver-bidi.js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D:/pasar_fix/node_modules/.bun/chromium-bidi@14.0.0+218930e64784a89f/node_modules/chromium-bidi/lib/esm/protocol/generated/webdriver-bidi.js.map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D:/pasar_fix/node_modules/.bun/chromium-bidi@14.0.0+218930e64784a89f/node_modules/chromium-bidi/lib/esm/protocol-parser/protocol-parser.d.ts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D:/pasar_fix/node_modules/.bun/chromium-bidi@14.0.0+218930e64784a89f/node_modules/chromium-bidi/lib/esm/protocol-parser/protocol-parser.js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D:/pasar_fix/node_modules/.bun/chromium-bidi@14.0.0+218930e64784a89f/node_modules/chromium-bidi/lib/esm/protocol-parser/protocol-parser.js.map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D:/pasar_fix/node_modules/.bun/chromium-bidi@14.0.0+218930e64784a89f/node_modules/chromium-bidi/lib/esm/protocol-parser/generated/webdriver-bidi-bluetooth.d.ts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D:/pasar_fix/node_modules/.bun/chromium-bidi@14.0.0+218930e64784a89f/node_modules/chromium-bidi/lib/esm/protocol-parser/generated/webdriver-bidi-bluetooth.js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D:/pasar_fix/node_modules/.bun/chromium-bidi@14.0.0+218930e64784a89f/node_modules/chromium-bidi/lib/esm/protocol-parser/generated/webdriver-bidi-bluetooth.js.map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D:/pasar_fix/node_modules/.bun/chromium-bidi@14.0.0+218930e64784a89f/node_modules/chromium-bidi/lib/esm/protocol-parser/generated/webdriver-bidi-nav-speculation.d.ts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D:/pasar_fix/node_modules/.bun/chromium-bidi@14.0.0+218930e64784a89f/node_modules/chromium-bidi/lib/esm/protocol-parser/generated/webdriver-bidi-nav-speculation.js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D:/pasar_fix/node_modules/.bun/chromium-bidi@14.0.0+218930e64784a89f/node_modules/chromium-bidi/lib/esm/protocol-parser/generated/webdriver-bidi-nav-speculation.js.map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D:/pasar_fix/node_modules/.bun/chromium-bidi@14.0.0+218930e64784a89f/node_modules/chromium-bidi/lib/esm/protocol-parser/generated/webdriver-bidi-permissions.d.ts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D:/pasar_fix/node_modules/.bun/chromium-bidi@14.0.0+218930e64784a89f/node_modules/chromium-bidi/lib/esm/protocol-parser/generated/webdriver-bidi-permissions.js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D:/pasar_fix/node_modules/.bun/chromium-bidi@14.0.0+218930e64784a89f/node_modules/chromium-bidi/lib/esm/protocol-parser/generated/webdriver-bidi-permissions.js.map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D:/pasar_fix/node_modules/.bun/chromium-bidi@14.0.0+218930e64784a89f/node_modules/chromium-bidi/lib/esm/protocol-parser/generated/webdriver-bidi-ua-client-hints.d.ts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D:/pasar_fix/node_modules/.bun/chromium-bidi@14.0.0+218930e64784a89f/node_modules/chromium-bidi/lib/esm/protocol-parser/generated/webdriver-bidi-ua-client-hints.js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D:/pasar_fix/node_modules/.bun/chromium-bidi@14.0.0+218930e64784a89f/node_modules/chromium-bidi/lib/esm/protocol-parser/generated/webdriver-bidi-ua-client-hints.js.map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D:/pasar_fix/node_modules/.bun/chromium-bidi@14.0.0+218930e64784a89f/node_modules/chromium-bidi/lib/esm/protocol-parser/generated/webdriver-bidi.d.ts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D:/pasar_fix/node_modules/.bun/chromium-bidi@14.0.0+218930e64784a89f/node_modules/chromium-bidi/lib/esm/protocol-parser/generated/webdriver-bidi.js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D:/pasar_fix/node_modules/.bun/chromium-bidi@14.0.0+218930e64784a89f/node_modules/chromium-bidi/lib/esm/protocol-parser/generated/webdriver-bidi.js.map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D:/pasar_fix/node_modules/.bun/chromium-bidi@14.0.0+218930e64784a89f/node_modules/chromium-bidi/lib/esm/utils/assert.d.ts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D:/pasar_fix/node_modules/.bun/chromium-bidi@14.0.0+218930e64784a89f/node_modules/chromium-bidi/lib/esm/utils/assert.js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D:/pasar_fix/node_modules/.bun/chromium-bidi@14.0.0+218930e64784a89f/node_modules/chromium-bidi/lib/esm/utils/assert.js.map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D:/pasar_fix/node_modules/.bun/chromium-bidi@14.0.0+218930e64784a89f/node_modules/chromium-bidi/lib/esm/utils/base64.d.ts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D:/pasar_fix/node_modules/.bun/chromium-bidi@14.0.0+218930e64784a89f/node_modules/chromium-bidi/lib/esm/utils/base64.js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D:/pasar_fix/node_modules/.bun/chromium-bidi@14.0.0+218930e64784a89f/node_modules/chromium-bidi/lib/esm/utils/base64.js.map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D:/pasar_fix/node_modules/.bun/chromium-bidi@14.0.0+218930e64784a89f/node_modules/chromium-bidi/lib/esm/utils/Buffer.d.ts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D:/pasar_fix/node_modules/.bun/chromium-bidi@14.0.0+218930e64784a89f/node_modules/chromium-bidi/lib/esm/utils/Buffer.js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D:/pasar_fix/node_modules/.bun/chromium-bidi@14.0.0+218930e64784a89f/node_modules/chromium-bidi/lib/esm/utils/Buffer.js.map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D:/pasar_fix/node_modules/.bun/chromium-bidi@14.0.0+218930e64784a89f/node_modules/chromium-bidi/lib/esm/utils/cdpErrorConstants.d.ts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D:/pasar_fix/node_modules/.bun/chromium-bidi@14.0.0+218930e64784a89f/node_modules/chromium-bidi/lib/esm/utils/cdpErrorConstants.js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D:/pasar_fix/node_modules/.bun/chromium-bidi@14.0.0+218930e64784a89f/node_modules/chromium-bidi/lib/esm/utils/cdpErrorConstants.js.map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D:/pasar_fix/node_modules/.bun/chromium-bidi@14.0.0+218930e64784a89f/node_modules/chromium-bidi/lib/esm/utils/DefaultMap.d.ts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D:/pasar_fix/node_modules/.bun/chromium-bidi@14.0.0+218930e64784a89f/node_modules/chromium-bidi/lib/esm/utils/DefaultMap.js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D:/pasar_fix/node_modules/.bun/chromium-bidi@14.0.0+218930e64784a89f/node_modules/chromium-bidi/lib/esm/utils/DefaultMap.js.map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D:/pasar_fix/node_modules/.bun/chromium-bidi@14.0.0+218930e64784a89f/node_modules/chromium-bidi/lib/esm/utils/Deferred.d.ts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D:/pasar_fix/node_modules/.bun/chromium-bidi@14.0.0+218930e64784a89f/node_modules/chromium-bidi/lib/esm/utils/Deferred.js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D:/pasar_fix/node_modules/.bun/chromium-bidi@14.0.0+218930e64784a89f/node_modules/chromium-bidi/lib/esm/utils/Deferred.js.map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D:/pasar_fix/node_modules/.bun/chromium-bidi@14.0.0+218930e64784a89f/node_modules/chromium-bidi/lib/esm/utils/EventEmitter.d.ts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D:/pasar_fix/node_modules/.bun/chromium-bidi@14.0.0+218930e64784a89f/node_modules/chromium-bidi/lib/esm/utils/EventEmitter.js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D:/pasar_fix/node_modules/.bun/chromium-bidi@14.0.0+218930e64784a89f/node_modules/chromium-bidi/lib/esm/utils/EventEmitter.js.map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D:/pasar_fix/node_modules/.bun/chromium-bidi@14.0.0+218930e64784a89f/node_modules/chromium-bidi/lib/esm/utils/graphemeTools.d.ts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D:/pasar_fix/node_modules/.bun/chromium-bidi@14.0.0+218930e64784a89f/node_modules/chromium-bidi/lib/esm/utils/graphemeTools.js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D:/pasar_fix/node_modules/.bun/chromium-bidi@14.0.0+218930e64784a89f/node_modules/chromium-bidi/lib/esm/utils/graphemeTools.js.map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D:/pasar_fix/node_modules/.bun/chromium-bidi@14.0.0+218930e64784a89f/node_modules/chromium-bidi/lib/esm/utils/IdWrapper.d.ts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D:/pasar_fix/node_modules/.bun/chromium-bidi@14.0.0+218930e64784a89f/node_modules/chromium-bidi/lib/esm/utils/IdWrapper.js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D:/pasar_fix/node_modules/.bun/chromium-bidi@14.0.0+218930e64784a89f/node_modules/chromium-bidi/lib/esm/utils/IdWrapper.js.map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D:/pasar_fix/node_modules/.bun/chromium-bidi@14.0.0+218930e64784a89f/node_modules/chromium-bidi/lib/esm/utils/log.d.ts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D:/pasar_fix/node_modules/.bun/chromium-bidi@14.0.0+218930e64784a89f/node_modules/chromium-bidi/lib/esm/utils/log.js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D:/pasar_fix/node_modules/.bun/chromium-bidi@14.0.0+218930e64784a89f/node_modules/chromium-bidi/lib/esm/utils/log.js.map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D:/pasar_fix/node_modules/.bun/chromium-bidi@14.0.0+218930e64784a89f/node_modules/chromium-bidi/lib/esm/utils/Mutex.d.ts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D:/pasar_fix/node_modules/.bun/chromium-bidi@14.0.0+218930e64784a89f/node_modules/chromium-bidi/lib/esm/utils/Mutex.js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D:/pasar_fix/node_modules/.bun/chromium-bidi@14.0.0+218930e64784a89f/node_modules/chromium-bidi/lib/esm/utils/Mutex.js.map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D:/pasar_fix/node_modules/.bun/chromium-bidi@14.0.0+218930e64784a89f/node_modules/chromium-bidi/lib/esm/utils/ProcessingQueue.d.ts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D:/pasar_fix/node_modules/.bun/chromium-bidi@14.0.0+218930e64784a89f/node_modules/chromium-bidi/lib/esm/utils/ProcessingQueue.js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D:/pasar_fix/node_modules/.bun/chromium-bidi@14.0.0+218930e64784a89f/node_modules/chromium-bidi/lib/esm/utils/ProcessingQueue.js.map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D:/pasar_fix/node_modules/.bun/chromium-bidi@14.0.0+218930e64784a89f/node_modules/chromium-bidi/lib/esm/utils/result.d.ts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D:/pasar_fix/node_modules/.bun/chromium-bidi@14.0.0+218930e64784a89f/node_modules/chromium-bidi/lib/esm/utils/result.js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D:/pasar_fix/node_modules/.bun/chromium-bidi@14.0.0+218930e64784a89f/node_modules/chromium-bidi/lib/esm/utils/result.js.map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D:/pasar_fix/node_modules/.bun/chromium-bidi@14.0.0+218930e64784a89f/node_modules/chromium-bidi/lib/esm/utils/time.d.ts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D:/pasar_fix/node_modules/.bun/chromium-bidi@14.0.0+218930e64784a89f/node_modules/chromium-bidi/lib/esm/utils/time.js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D:/pasar_fix/node_modules/.bun/chromium-bidi@14.0.0+218930e64784a89f/node_modules/chromium-bidi/lib/esm/utils/time.js.map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D:/pasar_fix/node_modules/.bun/chromium-bidi@14.0.0+218930e64784a89f/node_modules/chromium-bidi/lib/esm/utils/transport.d.ts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D:/pasar_fix/node_modules/.bun/chromium-bidi@14.0.0+218930e64784a89f/node_modules/chromium-bidi/lib/esm/utils/transport.js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D:/pasar_fix/node_modules/.bun/chromium-bidi@14.0.0+218930e64784a89f/node_modules/chromium-bidi/lib/esm/utils/transport.js.map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D:/pasar_fix/node_modules/.bun/chromium-bidi@14.0.0+218930e64784a89f/node_modules/chromium-bidi/lib/esm/utils/unitConversions.d.ts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D:/pasar_fix/node_modules/.bun/chromium-bidi@14.0.0+218930e64784a89f/node_modules/chromium-bidi/lib/esm/utils/unitConversions.js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D:/pasar_fix/node_modules/.bun/chromium-bidi@14.0.0+218930e64784a89f/node_modules/chromium-bidi/lib/esm/utils/unitConversions.js.map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D:/pasar_fix/node_modules/.bun/chromium-bidi@14.0.0+218930e64784a89f/node_modules/chromium-bidi/lib/esm/utils/urlHelpers.d.ts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D:/pasar_fix/node_modules/.bun/chromium-bidi@14.0.0+218930e64784a89f/node_modules/chromium-bidi/lib/esm/utils/urlHelpers.js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D:/pasar_fix/node_modules/.bun/chromium-bidi@14.0.0+218930e64784a89f/node_modules/chromium-bidi/lib/esm/utils/urlHelpers.js.map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D:/pasar_fix/node_modules/.bun/chromium-bidi@14.0.0+218930e64784a89f/node_modules/chromium-bidi/lib/esm/utils/uuid.d.ts</a:t>
            </a:r>
          </a:p>
          <a:p>
            <a:pPr>
              <a:defRPr sz="1200"/>
            </a:pPr>
            <a:r>
              <a:t>D:/pasar_fix/node_modules/.bun/chromium-bidi@14.0.0+218930e64784a89f/node_modules/chromium-bidi/lib/esm/utils/uuid.js</a:t>
            </a:r>
          </a:p>
          <a:p>
            <a:pPr>
              <a:defRPr sz="1200"/>
            </a:pPr>
            <a:r>
              <a:t>D:/pasar_fix/node_modules/.bun/chromium-bidi@14.0.0+218930e64784a89f/node_modules/chromium-bidi/lib/esm/utils/uuid.js.map</a:t>
            </a:r>
          </a:p>
          <a:p>
            <a:pPr>
              <a:defRPr sz="1200"/>
            </a:pPr>
            <a:r>
              <a:t>D:/pasar_fix/node_modules/.bun/chromium-bidi@14.0.0+218930e64784a89f/node_modules/chromium-bidi/lib/iife/mapperTab.js</a:t>
            </a:r>
          </a:p>
          <a:p>
            <a:pPr>
              <a:defRPr sz="1200"/>
            </a:pPr>
            <a:r>
              <a:t>D:/pasar_fix/node_modules/.bun/chromium-bidi@14.0.0+218930e64784a89f/node_modules/chromium-bidi/lib/iife/mapperTab.js.map</a:t>
            </a:r>
          </a:p>
          <a:p>
            <a:pPr>
              <a:defRPr sz="1200"/>
            </a:pPr>
            <a:r>
              <a:t>D:/pasar_fix/node_modules/.bun/citty@0.1.6/node_modules/citty/LICENSE</a:t>
            </a:r>
          </a:p>
          <a:p>
            <a:pPr>
              <a:defRPr sz="1200"/>
            </a:pPr>
            <a:r>
              <a:t>D:/pasar_fix/node_modules/.bun/citty@0.1.6/node_modules/citty/package.json</a:t>
            </a:r>
          </a:p>
          <a:p>
            <a:pPr>
              <a:defRPr sz="1200"/>
            </a:pPr>
            <a:r>
              <a:t>D:/pasar_fix/node_modules/.bun/citty@0.1.6/node_modules/citty/README.md</a:t>
            </a:r>
          </a:p>
          <a:p>
            <a:pPr>
              <a:defRPr sz="1200"/>
            </a:pPr>
            <a:r>
              <a:t>D:/pasar_fix/node_modules/.bun/citty@0.1.6/node_modules/citty/dist/index.cjs</a:t>
            </a:r>
          </a:p>
          <a:p>
            <a:pPr>
              <a:defRPr sz="1200"/>
            </a:pPr>
            <a:r>
              <a:t>D:/pasar_fix/node_modules/.bun/citty@0.1.6/node_modules/citty/dist/index.d.cts</a:t>
            </a:r>
          </a:p>
          <a:p>
            <a:pPr>
              <a:defRPr sz="1200"/>
            </a:pPr>
            <a:r>
              <a:t>D:/pasar_fix/node_modules/.bun/citty@0.1.6/node_modules/citty/dist/index.d.mts</a:t>
            </a:r>
          </a:p>
          <a:p>
            <a:pPr>
              <a:defRPr sz="1200"/>
            </a:pPr>
            <a:r>
              <a:t>D:/pasar_fix/node_modules/.bun/citty@0.1.6/node_modules/citty/dist/index.d.ts</a:t>
            </a:r>
          </a:p>
          <a:p>
            <a:pPr>
              <a:defRPr sz="1200"/>
            </a:pPr>
            <a:r>
              <a:t>D:/pasar_fix/node_modules/.bun/citty@0.1.6/node_modules/citty/dist/index.mjs</a:t>
            </a:r>
          </a:p>
          <a:p>
            <a:pPr>
              <a:defRPr sz="1200"/>
            </a:pPr>
            <a:r>
              <a:t>D:/pasar_fix/node_modules/.bun/citty@0.2.2/node_modules/citty/LICENSE</a:t>
            </a:r>
          </a:p>
          <a:p>
            <a:pPr>
              <a:defRPr sz="1200"/>
            </a:pPr>
            <a:r>
              <a:t>D:/pasar_fix/node_modules/.bun/citty@0.2.2/node_modules/citty/package.json</a:t>
            </a:r>
          </a:p>
          <a:p>
            <a:pPr>
              <a:defRPr sz="1200"/>
            </a:pPr>
            <a:r>
              <a:t>D:/pasar_fix/node_modules/.bun/citty@0.2.2/node_modules/citty/README.md</a:t>
            </a:r>
          </a:p>
          <a:p>
            <a:pPr>
              <a:defRPr sz="1200"/>
            </a:pPr>
            <a:r>
              <a:t>D:/pasar_fix/node_modules/.bun/citty@0.2.2/node_modules/citty/dist/index.d.mts</a:t>
            </a:r>
          </a:p>
          <a:p>
            <a:pPr>
              <a:defRPr sz="1200"/>
            </a:pPr>
            <a:r>
              <a:t>D:/pasar_fix/node_modules/.bun/citty@0.2.2/node_modules/citty/dist/index.mjs</a:t>
            </a:r>
          </a:p>
          <a:p>
            <a:pPr>
              <a:defRPr sz="1200"/>
            </a:pPr>
            <a:r>
              <a:t>D:/pasar_fix/node_modules/.bun/citty@0.2.2/node_modules/citty/dist/THIRD-PARTY-LICENSES.md</a:t>
            </a:r>
          </a:p>
          <a:p>
            <a:pPr>
              <a:defRPr sz="1200"/>
            </a:pPr>
            <a:r>
              <a:t>D:/pasar_fix/node_modules/.bun/citty@0.2.2/node_modules/citty/dist/_chunks/libs/scule.mjs</a:t>
            </a:r>
          </a:p>
          <a:p>
            <a:pPr>
              <a:defRPr sz="1200"/>
            </a:pPr>
            <a:r>
              <a:t>D:/pasar_fix/node_modules/.bun/class-variance-authority@0.7.1/node_modules/class-variance-authority/LICENSE</a:t>
            </a:r>
          </a:p>
          <a:p>
            <a:pPr>
              <a:defRPr sz="1200"/>
            </a:pPr>
            <a:r>
              <a:t>D:/pasar_fix/node_modules/.bun/class-variance-authority@0.7.1/node_modules/class-variance-authority/package.json</a:t>
            </a:r>
          </a:p>
          <a:p>
            <a:pPr>
              <a:defRPr sz="1200"/>
            </a:pPr>
            <a:r>
              <a:t>D:/pasar_fix/node_modules/.bun/class-variance-authority@0.7.1/node_modules/class-variance-authority/README.md</a:t>
            </a:r>
          </a:p>
          <a:p>
            <a:pPr>
              <a:defRPr sz="1200"/>
            </a:pPr>
            <a:r>
              <a:t>D:/pasar_fix/node_modules/.bun/class-variance-authority@0.7.1/node_modules/class-variance-authority/dist/index.d.ts</a:t>
            </a:r>
          </a:p>
          <a:p>
            <a:pPr>
              <a:defRPr sz="1200"/>
            </a:pPr>
            <a:r>
              <a:t>D:/pasar_fix/node_modules/.bun/class-variance-authority@0.7.1/node_modules/class-variance-authority/dist/index.js</a:t>
            </a:r>
          </a:p>
          <a:p>
            <a:pPr>
              <a:defRPr sz="1200"/>
            </a:pPr>
            <a:r>
              <a:t>D:/pasar_fix/node_modules/.bun/class-variance-authority@0.7.1/node_modules/class-variance-authority/dist/index.js.map</a:t>
            </a:r>
          </a:p>
          <a:p>
            <a:pPr>
              <a:defRPr sz="1200"/>
            </a:pPr>
            <a:r>
              <a:t>D:/pasar_fix/node_modules/.bun/class-variance-authority@0.7.1/node_modules/class-variance-authority/dist/index.mjs</a:t>
            </a:r>
          </a:p>
          <a:p>
            <a:pPr>
              <a:defRPr sz="1200"/>
            </a:pPr>
            <a:r>
              <a:t>D:/pasar_fix/node_modules/.bun/class-variance-authority@0.7.1/node_modules/class-variance-authority/dist/index.mjs.map</a:t>
            </a:r>
          </a:p>
          <a:p>
            <a:pPr>
              <a:defRPr sz="1200"/>
            </a:pPr>
            <a:r>
              <a:t>D:/pasar_fix/node_modules/.bun/class-variance-authority@0.7.1/node_modules/class-variance-authority/dist/types.d.ts</a:t>
            </a:r>
          </a:p>
          <a:p>
            <a:pPr>
              <a:defRPr sz="1200"/>
            </a:pPr>
            <a:r>
              <a:t>D:/pasar_fix/node_modules/.bun/cli-cursor@3.1.0/node_modules/cli-cursor/index.d.ts</a:t>
            </a:r>
          </a:p>
          <a:p>
            <a:pPr>
              <a:defRPr sz="1200"/>
            </a:pPr>
            <a:r>
              <a:t>D:/pasar_fix/node_modules/.bun/cli-cursor@3.1.0/node_modules/cli-cursor/index.js</a:t>
            </a:r>
          </a:p>
          <a:p>
            <a:pPr>
              <a:defRPr sz="1200"/>
            </a:pPr>
            <a:r>
              <a:t>D:/pasar_fix/node_modules/.bun/cli-cursor@3.1.0/node_modules/cli-cursor/license</a:t>
            </a:r>
          </a:p>
          <a:p>
            <a:pPr>
              <a:defRPr sz="1200"/>
            </a:pPr>
            <a:r>
              <a:t>D:/pasar_fix/node_modules/.bun/cli-cursor@3.1.0/node_modules/cli-cursor/package.json</a:t>
            </a:r>
          </a:p>
          <a:p>
            <a:pPr>
              <a:defRPr sz="1200"/>
            </a:pPr>
            <a:r>
              <a:t>D:/pasar_fix/node_modules/.bun/cli-cursor@3.1.0/node_modules/cli-cursor/readme.md</a:t>
            </a:r>
          </a:p>
          <a:p>
            <a:pPr>
              <a:defRPr sz="1200"/>
            </a:pPr>
            <a:r>
              <a:t>D:/pasar_fix/node_modules/.bun/cli-spinners@2.9.2/node_modules/cli-spinners/index.d.ts</a:t>
            </a:r>
          </a:p>
          <a:p>
            <a:pPr>
              <a:defRPr sz="1200"/>
            </a:pPr>
            <a:r>
              <a:t>D:/pasar_fix/node_modules/.bun/cli-spinners@2.9.2/node_modules/cli-spinners/index.js</a:t>
            </a:r>
          </a:p>
          <a:p>
            <a:pPr>
              <a:defRPr sz="1200"/>
            </a:pPr>
            <a:r>
              <a:t>D:/pasar_fix/node_modules/.bun/cli-spinners@2.9.2/node_modules/cli-spinners/license</a:t>
            </a:r>
          </a:p>
          <a:p>
            <a:pPr>
              <a:defRPr sz="1200"/>
            </a:pPr>
            <a:r>
              <a:t>D:/pasar_fix/node_modules/.bun/cli-spinners@2.9.2/node_modules/cli-spinners/package.json</a:t>
            </a:r>
          </a:p>
          <a:p>
            <a:pPr>
              <a:defRPr sz="1200"/>
            </a:pPr>
            <a:r>
              <a:t>D:/pasar_fix/node_modules/.bun/cli-spinners@2.9.2/node_modules/cli-spinners/readme.md</a:t>
            </a:r>
          </a:p>
          <a:p>
            <a:pPr>
              <a:defRPr sz="1200"/>
            </a:pPr>
            <a:r>
              <a:t>D:/pasar_fix/node_modules/.bun/cli-spinners@2.9.2/node_modules/cli-spinners/spinners.json</a:t>
            </a:r>
          </a:p>
          <a:p>
            <a:pPr>
              <a:defRPr sz="1200"/>
            </a:pPr>
            <a:r>
              <a:t>D:/pasar_fix/node_modules/.bun/cli-table@0.3.11/node_modules/cli-table/LICENSE</a:t>
            </a:r>
          </a:p>
          <a:p>
            <a:pPr>
              <a:defRPr sz="1200"/>
            </a:pPr>
            <a:r>
              <a:t>D:/pasar_fix/node_modules/.bun/cli-table@0.3.11/node_modules/cli-table/package.json</a:t>
            </a:r>
          </a:p>
          <a:p>
            <a:pPr>
              <a:defRPr sz="1200"/>
            </a:pPr>
            <a:r>
              <a:t>D:/pasar_fix/node_modules/.bun/cli-table@0.3.11/node_modules/cli-table/README.md</a:t>
            </a:r>
          </a:p>
          <a:p>
            <a:pPr>
              <a:defRPr sz="1200"/>
            </a:pPr>
            <a:r>
              <a:t>D:/pasar_fix/node_modules/.bun/cli-table@0.3.11/node_modules/cli-table/lib/index.js</a:t>
            </a:r>
          </a:p>
          <a:p>
            <a:pPr>
              <a:defRPr sz="1200"/>
            </a:pPr>
            <a:r>
              <a:t>D:/pasar_fix/node_modules/.bun/cli-table@0.3.11/node_modules/cli-table/lib/utils.js</a:t>
            </a:r>
          </a:p>
          <a:p>
            <a:pPr>
              <a:defRPr sz="1200"/>
            </a:pPr>
            <a:r>
              <a:t>D:/pasar_fix/node_modules/.bun/cliui@8.0.1/node_modules/cliui/CHANGELOG.md</a:t>
            </a:r>
          </a:p>
          <a:p>
            <a:pPr>
              <a:defRPr sz="1200"/>
            </a:pPr>
            <a:r>
              <a:t>D:/pasar_fix/node_modules/.bun/cliui@8.0.1/node_modules/cliui/index.mjs</a:t>
            </a:r>
          </a:p>
          <a:p>
            <a:pPr>
              <a:defRPr sz="1200"/>
            </a:pPr>
            <a:r>
              <a:t>D:/pasar_fix/node_modules/.bun/cliui@8.0.1/node_modules/cliui/LICENSE.txt</a:t>
            </a:r>
          </a:p>
          <a:p>
            <a:pPr>
              <a:defRPr sz="1200"/>
            </a:pPr>
            <a:r>
              <a:t>D:/pasar_fix/node_modules/.bun/cliui@8.0.1/node_modules/cliui/package.json</a:t>
            </a:r>
          </a:p>
          <a:p>
            <a:pPr>
              <a:defRPr sz="1200"/>
            </a:pPr>
            <a:r>
              <a:t>D:/pasar_fix/node_modules/.bun/cliui@8.0.1/node_modules/cliui/README.md</a:t>
            </a:r>
          </a:p>
          <a:p>
            <a:pPr>
              <a:defRPr sz="1200"/>
            </a:pPr>
            <a:r>
              <a:t>D:/pasar_fix/node_modules/.bun/cliui@8.0.1/node_modules/cliui/build/index.cjs</a:t>
            </a:r>
          </a:p>
          <a:p>
            <a:pPr>
              <a:defRPr sz="1200"/>
            </a:pPr>
            <a:r>
              <a:t>D:/pasar_fix/node_modules/.bun/cliui@8.0.1/node_modules/cliui/build/index.d.cts</a:t>
            </a:r>
          </a:p>
          <a:p>
            <a:pPr>
              <a:defRPr sz="1200"/>
            </a:pPr>
            <a:r>
              <a:t>D:/pasar_fix/node_modules/.bun/cliui@8.0.1/node_modules/cliui/build/lib/index.js</a:t>
            </a:r>
          </a:p>
          <a:p>
            <a:pPr>
              <a:defRPr sz="1200"/>
            </a:pPr>
            <a:r>
              <a:t>D:/pasar_fix/node_modules/.bun/cliui@8.0.1/node_modules/cliui/build/lib/string-utils.js</a:t>
            </a:r>
          </a:p>
          <a:p>
            <a:pPr>
              <a:defRPr sz="1200"/>
            </a:pPr>
            <a:r>
              <a:t>D:/pasar_fix/node_modules/.bun/cliui@9.0.1/node_modules/cliui/CHANGELOG.md</a:t>
            </a:r>
          </a:p>
          <a:p>
            <a:pPr>
              <a:defRPr sz="1200"/>
            </a:pPr>
            <a:r>
              <a:t>D:/pasar_fix/node_modules/.bun/cliui@9.0.1/node_modules/cliui/index.mjs</a:t>
            </a:r>
          </a:p>
          <a:p>
            <a:pPr>
              <a:defRPr sz="1200"/>
            </a:pPr>
            <a:r>
              <a:t>D:/pasar_fix/node_modules/.bun/cliui@9.0.1/node_modules/cliui/LICENSE.txt</a:t>
            </a:r>
          </a:p>
          <a:p>
            <a:pPr>
              <a:defRPr sz="1200"/>
            </a:pPr>
            <a:r>
              <a:t>D:/pasar_fix/node_modules/.bun/cliui@9.0.1/node_modules/cliui/package.json</a:t>
            </a:r>
          </a:p>
          <a:p>
            <a:pPr>
              <a:defRPr sz="1200"/>
            </a:pPr>
            <a:r>
              <a:t>D:/pasar_fix/node_modules/.bun/cliui@9.0.1/node_modules/cliui/README.md</a:t>
            </a:r>
          </a:p>
          <a:p>
            <a:pPr>
              <a:defRPr sz="1200"/>
            </a:pPr>
            <a:r>
              <a:t>D:/pasar_fix/node_modules/.bun/cliui@9.0.1/node_modules/cliui/build/tsconfig.tsbuildinfo</a:t>
            </a:r>
          </a:p>
          <a:p>
            <a:pPr>
              <a:defRPr sz="1200"/>
            </a:pPr>
            <a:r>
              <a:t>D:/pasar_fix/node_modules/.bun/cliui@9.0.1/node_modules/cliui/build/lib/index.js</a:t>
            </a:r>
          </a:p>
          <a:p>
            <a:pPr>
              <a:defRPr sz="1200"/>
            </a:pPr>
            <a:r>
              <a:t>D:/pasar_fix/node_modules/.bun/clone@1.0.4/node_modules/clone/.npmignore</a:t>
            </a:r>
          </a:p>
          <a:p>
            <a:pPr>
              <a:defRPr sz="1200"/>
            </a:pPr>
            <a:r>
              <a:t>D:/pasar_fix/node_modules/.bun/clone@1.0.4/node_modules/clone/clone.iml</a:t>
            </a:r>
          </a:p>
          <a:p>
            <a:pPr>
              <a:defRPr sz="1200"/>
            </a:pPr>
            <a:r>
              <a:t>D:/pasar_fix/node_modules/.bun/clone@1.0.4/node_modules/clone/clone.js</a:t>
            </a:r>
          </a:p>
          <a:p>
            <a:pPr>
              <a:defRPr sz="1200"/>
            </a:pPr>
            <a:r>
              <a:t>D:/pasar_fix/node_modules/.bun/clone@1.0.4/node_modules/clone/LICENSE</a:t>
            </a:r>
          </a:p>
          <a:p>
            <a:pPr>
              <a:defRPr sz="1200"/>
            </a:pPr>
            <a:r>
              <a:t>D:/pasar_fix/node_modules/.bun/clone@1.0.4/node_modules/clone/package.json</a:t>
            </a:r>
          </a:p>
          <a:p>
            <a:pPr>
              <a:defRPr sz="1200"/>
            </a:pPr>
            <a:r>
              <a:t>D:/pasar_fix/node_modules/.bun/clone@1.0.4/node_modules/clone/README.md</a:t>
            </a:r>
          </a:p>
          <a:p>
            <a:pPr>
              <a:defRPr sz="1200"/>
            </a:pPr>
            <a:r>
              <a:t>D:/pasar_fix/node_modules/.bun/clsx@2.1.1/node_modules/clsx/clsx.d.mts</a:t>
            </a:r>
          </a:p>
          <a:p>
            <a:pPr>
              <a:defRPr sz="1200"/>
            </a:pPr>
            <a:r>
              <a:t>D:/pasar_fix/node_modules/.bun/clsx@2.1.1/node_modules/clsx/clsx.d.ts</a:t>
            </a:r>
          </a:p>
          <a:p>
            <a:pPr>
              <a:defRPr sz="1200"/>
            </a:pPr>
            <a:r>
              <a:t>D:/pasar_fix/node_modules/.bun/clsx@2.1.1/node_modules/clsx/license</a:t>
            </a:r>
          </a:p>
          <a:p>
            <a:pPr>
              <a:defRPr sz="1200"/>
            </a:pPr>
            <a:r>
              <a:t>D:/pasar_fix/node_modules/.bun/clsx@2.1.1/node_modules/clsx/package.json</a:t>
            </a:r>
          </a:p>
          <a:p>
            <a:pPr>
              <a:defRPr sz="1200"/>
            </a:pPr>
            <a:r>
              <a:t>D:/pasar_fix/node_modules/.bun/clsx@2.1.1/node_modules/clsx/readme.md</a:t>
            </a:r>
          </a:p>
          <a:p>
            <a:pPr>
              <a:defRPr sz="1200"/>
            </a:pPr>
            <a:r>
              <a:t>D:/pasar_fix/node_modules/.bun/clsx@2.1.1/node_modules/clsx/dist/clsx.js</a:t>
            </a:r>
          </a:p>
          <a:p>
            <a:pPr>
              <a:defRPr sz="1200"/>
            </a:pPr>
            <a:r>
              <a:t>D:/pasar_fix/node_modules/.bun/clsx@2.1.1/node_modules/clsx/dist/clsx.min.js</a:t>
            </a:r>
          </a:p>
          <a:p>
            <a:pPr>
              <a:defRPr sz="1200"/>
            </a:pPr>
            <a:r>
              <a:t>D:/pasar_fix/node_modules/.bun/clsx@2.1.1/node_modules/clsx/dist/clsx.mjs</a:t>
            </a:r>
          </a:p>
          <a:p>
            <a:pPr>
              <a:defRPr sz="1200"/>
            </a:pPr>
            <a:r>
              <a:t>D:/pasar_fix/node_modules/.bun/clsx@2.1.1/node_modules/clsx/dist/lite.js</a:t>
            </a:r>
          </a:p>
          <a:p>
            <a:pPr>
              <a:defRPr sz="1200"/>
            </a:pPr>
            <a:r>
              <a:t>D:/pasar_fix/node_modules/.bun/clsx@2.1.1/node_modules/clsx/dist/lite.mjs</a:t>
            </a:r>
          </a:p>
          <a:p>
            <a:pPr>
              <a:defRPr sz="1200"/>
            </a:pPr>
            <a:r>
              <a:t>D:/pasar_fix/node_modules/.bun/cluster-key-slot@1.1.2/node_modules/cluster-key-slot/.eslintrc</a:t>
            </a:r>
          </a:p>
          <a:p>
            <a:pPr>
              <a:defRPr sz="1200"/>
            </a:pPr>
            <a:r>
              <a:t>D:/pasar_fix/node_modules/.bun/cluster-key-slot@1.1.2/node_modules/cluster-key-slot/index.d.ts</a:t>
            </a:r>
          </a:p>
          <a:p>
            <a:pPr>
              <a:defRPr sz="1200"/>
            </a:pPr>
            <a:r>
              <a:t>D:/pasar_fix/node_modules/.bun/cluster-key-slot@1.1.2/node_modules/cluster-key-slot/LICENSE</a:t>
            </a:r>
          </a:p>
          <a:p>
            <a:pPr>
              <a:defRPr sz="1200"/>
            </a:pPr>
            <a:r>
              <a:t>D:/pasar_fix/node_modules/.bun/cluster-key-slot@1.1.2/node_modules/cluster-key-slot/package.json</a:t>
            </a:r>
          </a:p>
          <a:p>
            <a:pPr>
              <a:defRPr sz="1200"/>
            </a:pPr>
            <a:r>
              <a:t>D:/pasar_fix/node_modules/.bun/cluster-key-slot@1.1.2/node_modules/cluster-key-slot/README.md</a:t>
            </a:r>
          </a:p>
          <a:p>
            <a:pPr>
              <a:defRPr sz="1200"/>
            </a:pPr>
            <a:r>
              <a:t>D:/pasar_fix/node_modules/.bun/cluster-key-slot@1.1.2/node_modules/cluster-key-slot/lib/index.js</a:t>
            </a:r>
          </a:p>
          <a:p>
            <a:pPr>
              <a:defRPr sz="1200"/>
            </a:pPr>
            <a:r>
              <a:t>D:/pasar_fix/node_modules/.bun/codepage@1.15.0/node_modules/codepage/cptable.js</a:t>
            </a:r>
          </a:p>
          <a:p>
            <a:pPr>
              <a:defRPr sz="1200"/>
            </a:pPr>
            <a:r>
              <a:t>D:/pasar_fix/node_modules/.bun/codepage@1.15.0/node_modules/codepage/cputils.js</a:t>
            </a:r>
          </a:p>
          <a:p>
            <a:pPr>
              <a:defRPr sz="1200"/>
            </a:pPr>
            <a:r>
              <a:t>D:/pasar_fix/node_modules/.bun/codepage@1.15.0/node_modules/codepage/LICENSE</a:t>
            </a:r>
          </a:p>
          <a:p>
            <a:pPr>
              <a:defRPr sz="1200"/>
            </a:pPr>
            <a:r>
              <a:t>D:/pasar_fix/node_modules/.bun/codepage@1.15.0/node_modules/codepage/package.json</a:t>
            </a:r>
          </a:p>
          <a:p>
            <a:pPr>
              <a:defRPr sz="1200"/>
            </a:pPr>
            <a:r>
              <a:t>D:/pasar_fix/node_modules/.bun/codepage@1.15.0/node_modules/codepage/README.md</a:t>
            </a:r>
          </a:p>
          <a:p>
            <a:pPr>
              <a:defRPr sz="1200"/>
            </a:pPr>
            <a:r>
              <a:t>D:/pasar_fix/node_modules/.bun/codepage@1.15.0/node_modules/codepage/bits/10000.js</a:t>
            </a:r>
          </a:p>
          <a:p>
            <a:pPr>
              <a:defRPr sz="1200"/>
            </a:pPr>
            <a:r>
              <a:t>D:/pasar_fix/node_modules/.bun/codepage@1.15.0/node_modules/codepage/bits/10001.js</a:t>
            </a:r>
          </a:p>
          <a:p>
            <a:pPr>
              <a:defRPr sz="1200"/>
            </a:pPr>
            <a:r>
              <a:t>D:/pasar_fix/node_modules/.bun/codepage@1.15.0/node_modules/codepage/bits/10002.js</a:t>
            </a:r>
          </a:p>
          <a:p>
            <a:pPr>
              <a:defRPr sz="1200"/>
            </a:pPr>
            <a:r>
              <a:t>D:/pasar_fix/node_modules/.bun/codepage@1.15.0/node_modules/codepage/bits/10003.js</a:t>
            </a:r>
          </a:p>
          <a:p>
            <a:pPr>
              <a:defRPr sz="1200"/>
            </a:pPr>
            <a:r>
              <a:t>D:/pasar_fix/node_modules/.bun/codepage@1.15.0/node_modules/codepage/bits/10004.js</a:t>
            </a:r>
          </a:p>
          <a:p>
            <a:pPr>
              <a:defRPr sz="1200"/>
            </a:pPr>
            <a:r>
              <a:t>D:/pasar_fix/node_modules/.bun/codepage@1.15.0/node_modules/codepage/bits/10005.js</a:t>
            </a:r>
          </a:p>
          <a:p>
            <a:pPr>
              <a:defRPr sz="1200"/>
            </a:pPr>
            <a:r>
              <a:t>D:/pasar_fix/node_modules/.bun/codepage@1.15.0/node_modules/codepage/bits/10006.js</a:t>
            </a:r>
          </a:p>
          <a:p>
            <a:pPr>
              <a:defRPr sz="1200"/>
            </a:pPr>
            <a:r>
              <a:t>D:/pasar_fix/node_modules/.bun/codepage@1.15.0/node_modules/codepage/bits/10007.js</a:t>
            </a:r>
          </a:p>
          <a:p>
            <a:pPr>
              <a:defRPr sz="1200"/>
            </a:pPr>
            <a:r>
              <a:t>D:/pasar_fix/node_modules/.bun/codepage@1.15.0/node_modules/codepage/bits/10008.js</a:t>
            </a:r>
          </a:p>
          <a:p>
            <a:pPr>
              <a:defRPr sz="1200"/>
            </a:pPr>
            <a:r>
              <a:t>D:/pasar_fix/node_modules/.bun/codepage@1.15.0/node_modules/codepage/bits/10010.js</a:t>
            </a:r>
          </a:p>
          <a:p>
            <a:pPr>
              <a:defRPr sz="1200"/>
            </a:pPr>
            <a:r>
              <a:t>D:/pasar_fix/node_modules/.bun/codepage@1.15.0/node_modules/codepage/bits/10017.js</a:t>
            </a:r>
          </a:p>
          <a:p>
            <a:pPr>
              <a:defRPr sz="1200"/>
            </a:pPr>
            <a:r>
              <a:t>D:/pasar_fix/node_modules/.bun/codepage@1.15.0/node_modules/codepage/bits/10021.js</a:t>
            </a:r>
          </a:p>
          <a:p>
            <a:pPr>
              <a:defRPr sz="1200"/>
            </a:pPr>
            <a:r>
              <a:t>D:/pasar_fix/node_modules/.bun/codepage@1.15.0/node_modules/codepage/bits/10029.js</a:t>
            </a:r>
          </a:p>
          <a:p>
            <a:pPr>
              <a:defRPr sz="1200"/>
            </a:pPr>
            <a:r>
              <a:t>D:/pasar_fix/node_modules/.bun/codepage@1.15.0/node_modules/codepage/bits/10079.js</a:t>
            </a:r>
          </a:p>
          <a:p>
            <a:pPr>
              <a:defRPr sz="1200"/>
            </a:pPr>
            <a:r>
              <a:t>D:/pasar_fix/node_modules/.bun/codepage@1.15.0/node_modules/codepage/bits/10081.js</a:t>
            </a:r>
          </a:p>
          <a:p>
            <a:pPr>
              <a:defRPr sz="1200"/>
            </a:pPr>
            <a:r>
              <a:t>D:/pasar_fix/node_modules/.bun/codepage@1.15.0/node_modules/codepage/bits/10082.js</a:t>
            </a:r>
          </a:p>
          <a:p>
            <a:pPr>
              <a:defRPr sz="1200"/>
            </a:pPr>
            <a:r>
              <a:t>D:/pasar_fix/node_modules/.bun/codepage@1.15.0/node_modules/codepage/bits/1010.js</a:t>
            </a:r>
          </a:p>
          <a:p>
            <a:pPr>
              <a:defRPr sz="1200"/>
            </a:pPr>
            <a:r>
              <a:t>D:/pasar_fix/node_modules/.bun/codepage@1.15.0/node_modules/codepage/bits/1026.js</a:t>
            </a:r>
          </a:p>
          <a:p>
            <a:pPr>
              <a:defRPr sz="1200"/>
            </a:pPr>
            <a:r>
              <a:t>D:/pasar_fix/node_modules/.bun/codepage@1.15.0/node_modules/codepage/bits/1047.js</a:t>
            </a:r>
          </a:p>
          <a:p>
            <a:pPr>
              <a:defRPr sz="1200"/>
            </a:pPr>
            <a:r>
              <a:t>D:/pasar_fix/node_modules/.bun/codepage@1.15.0/node_modules/codepage/bits/1132.js</a:t>
            </a:r>
          </a:p>
          <a:p>
            <a:pPr>
              <a:defRPr sz="1200"/>
            </a:pPr>
            <a:r>
              <a:t>D:/pasar_fix/node_modules/.bun/codepage@1.15.0/node_modules/codepage/bits/1140.js</a:t>
            </a:r>
          </a:p>
          <a:p>
            <a:pPr>
              <a:defRPr sz="1200"/>
            </a:pPr>
            <a:r>
              <a:t>D:/pasar_fix/node_modules/.bun/codepage@1.15.0/node_modules/codepage/bits/1141.js</a:t>
            </a:r>
          </a:p>
          <a:p>
            <a:pPr>
              <a:defRPr sz="1200"/>
            </a:pPr>
            <a:r>
              <a:t>D:/pasar_fix/node_modules/.bun/codepage@1.15.0/node_modules/codepage/bits/1142.js</a:t>
            </a:r>
          </a:p>
          <a:p>
            <a:pPr>
              <a:defRPr sz="1200"/>
            </a:pPr>
            <a:r>
              <a:t>D:/pasar_fix/node_modules/.bun/codepage@1.15.0/node_modules/codepage/bits/1143.js</a:t>
            </a:r>
          </a:p>
          <a:p>
            <a:pPr>
              <a:defRPr sz="1200"/>
            </a:pPr>
            <a:r>
              <a:t>D:/pasar_fix/node_modules/.bun/codepage@1.15.0/node_modules/codepage/bits/1144.js</a:t>
            </a:r>
          </a:p>
          <a:p>
            <a:pPr>
              <a:defRPr sz="1200"/>
            </a:pPr>
            <a:r>
              <a:t>D:/pasar_fix/node_modules/.bun/codepage@1.15.0/node_modules/codepage/bits/1145.js</a:t>
            </a:r>
          </a:p>
          <a:p>
            <a:pPr>
              <a:defRPr sz="1200"/>
            </a:pPr>
            <a:r>
              <a:t>D:/pasar_fix/node_modules/.bun/codepage@1.15.0/node_modules/codepage/bits/1146.js</a:t>
            </a:r>
          </a:p>
          <a:p>
            <a:pPr>
              <a:defRPr sz="1200"/>
            </a:pPr>
            <a:r>
              <a:t>D:/pasar_fix/node_modules/.bun/codepage@1.15.0/node_modules/codepage/bits/1147.js</a:t>
            </a:r>
          </a:p>
          <a:p>
            <a:pPr>
              <a:defRPr sz="1200"/>
            </a:pPr>
            <a:r>
              <a:t>D:/pasar_fix/node_modules/.bun/codepage@1.15.0/node_modules/codepage/bits/1148.js</a:t>
            </a:r>
          </a:p>
          <a:p>
            <a:pPr>
              <a:defRPr sz="1200"/>
            </a:pPr>
            <a:r>
              <a:t>D:/pasar_fix/node_modules/.bun/codepage@1.15.0/node_modules/codepage/bits/1149.js</a:t>
            </a:r>
          </a:p>
          <a:p>
            <a:pPr>
              <a:defRPr sz="1200"/>
            </a:pPr>
            <a:r>
              <a:t>D:/pasar_fix/node_modules/.bun/codepage@1.15.0/node_modules/codepage/bits/1250.js</a:t>
            </a:r>
          </a:p>
          <a:p>
            <a:pPr>
              <a:defRPr sz="1200"/>
            </a:pPr>
            <a:r>
              <a:t>D:/pasar_fix/node_modules/.bun/codepage@1.15.0/node_modules/codepage/bits/1251.js</a:t>
            </a:r>
          </a:p>
          <a:p>
            <a:pPr>
              <a:defRPr sz="1200"/>
            </a:pPr>
            <a:r>
              <a:t>D:/pasar_fix/node_modules/.bun/codepage@1.15.0/node_modules/codepage/bits/1252.js</a:t>
            </a:r>
          </a:p>
          <a:p>
            <a:pPr>
              <a:defRPr sz="1200"/>
            </a:pPr>
            <a:r>
              <a:t>D:/pasar_fix/node_modules/.bun/codepage@1.15.0/node_modules/codepage/bits/1253.js</a:t>
            </a:r>
          </a:p>
          <a:p>
            <a:pPr>
              <a:defRPr sz="1200"/>
            </a:pPr>
            <a:r>
              <a:t>D:/pasar_fix/node_modules/.bun/codepage@1.15.0/node_modules/codepage/bits/1254.js</a:t>
            </a:r>
          </a:p>
          <a:p>
            <a:pPr>
              <a:defRPr sz="1200"/>
            </a:pPr>
            <a:r>
              <a:t>D:/pasar_fix/node_modules/.bun/codepage@1.15.0/node_modules/codepage/bits/1255.js</a:t>
            </a:r>
          </a:p>
          <a:p>
            <a:pPr>
              <a:defRPr sz="1200"/>
            </a:pPr>
            <a:r>
              <a:t>D:/pasar_fix/node_modules/.bun/codepage@1.15.0/node_modules/codepage/bits/1256.js</a:t>
            </a:r>
          </a:p>
          <a:p>
            <a:pPr>
              <a:defRPr sz="1200"/>
            </a:pPr>
            <a:r>
              <a:t>D:/pasar_fix/node_modules/.bun/codepage@1.15.0/node_modules/codepage/bits/1257.js</a:t>
            </a:r>
          </a:p>
          <a:p>
            <a:pPr>
              <a:defRPr sz="1200"/>
            </a:pPr>
            <a:r>
              <a:t>D:/pasar_fix/node_modules/.bun/codepage@1.15.0/node_modules/codepage/bits/1258.js</a:t>
            </a:r>
          </a:p>
          <a:p>
            <a:pPr>
              <a:defRPr sz="1200"/>
            </a:pPr>
            <a:r>
              <a:t>D:/pasar_fix/node_modules/.bun/codepage@1.15.0/node_modules/codepage/bits/1361.js</a:t>
            </a:r>
          </a:p>
          <a:p>
            <a:pPr>
              <a:defRPr sz="1200"/>
            </a:pPr>
            <a:r>
              <a:t>D:/pasar_fix/node_modules/.bun/codepage@1.15.0/node_modules/codepage/bits/20000.js</a:t>
            </a:r>
          </a:p>
          <a:p>
            <a:pPr>
              <a:defRPr sz="1200"/>
            </a:pPr>
            <a:r>
              <a:t>D:/pasar_fix/node_modules/.bun/codepage@1.15.0/node_modules/codepage/bits/20001.js</a:t>
            </a:r>
          </a:p>
          <a:p>
            <a:pPr>
              <a:defRPr sz="1200"/>
            </a:pPr>
            <a:r>
              <a:t>D:/pasar_fix/node_modules/.bun/codepage@1.15.0/node_modules/codepage/bits/20002.js</a:t>
            </a:r>
          </a:p>
          <a:p>
            <a:pPr>
              <a:defRPr sz="1200"/>
            </a:pPr>
            <a:r>
              <a:t>D:/pasar_fix/node_modules/.bun/codepage@1.15.0/node_modules/codepage/bits/20003.js</a:t>
            </a:r>
          </a:p>
          <a:p>
            <a:pPr>
              <a:defRPr sz="1200"/>
            </a:pPr>
            <a:r>
              <a:t>D:/pasar_fix/node_modules/.bun/codepage@1.15.0/node_modules/codepage/bits/20004.js</a:t>
            </a:r>
          </a:p>
          <a:p>
            <a:pPr>
              <a:defRPr sz="1200"/>
            </a:pPr>
            <a:r>
              <a:t>D:/pasar_fix/node_modules/.bun/codepage@1.15.0/node_modules/codepage/bits/20005.js</a:t>
            </a:r>
          </a:p>
          <a:p>
            <a:pPr>
              <a:defRPr sz="1200"/>
            </a:pPr>
            <a:r>
              <a:t>D:/pasar_fix/node_modules/.bun/codepage@1.15.0/node_modules/codepage/bits/20105.js</a:t>
            </a:r>
          </a:p>
          <a:p>
            <a:pPr>
              <a:defRPr sz="1200"/>
            </a:pPr>
            <a:r>
              <a:t>D:/pasar_fix/node_modules/.bun/codepage@1.15.0/node_modules/codepage/bits/20106.js</a:t>
            </a:r>
          </a:p>
          <a:p>
            <a:pPr>
              <a:defRPr sz="1200"/>
            </a:pPr>
            <a:r>
              <a:t>D:/pasar_fix/node_modules/.bun/codepage@1.15.0/node_modules/codepage/bits/20107.js</a:t>
            </a:r>
          </a:p>
          <a:p>
            <a:pPr>
              <a:defRPr sz="1200"/>
            </a:pPr>
            <a:r>
              <a:t>D:/pasar_fix/node_modules/.bun/codepage@1.15.0/node_modules/codepage/bits/20108.js</a:t>
            </a:r>
          </a:p>
          <a:p>
            <a:pPr>
              <a:defRPr sz="1200"/>
            </a:pPr>
            <a:r>
              <a:t>D:/pasar_fix/node_modules/.bun/codepage@1.15.0/node_modules/codepage/bits/20261.js</a:t>
            </a:r>
          </a:p>
          <a:p>
            <a:pPr>
              <a:defRPr sz="1200"/>
            </a:pPr>
            <a:r>
              <a:t>D:/pasar_fix/node_modules/.bun/codepage@1.15.0/node_modules/codepage/bits/20269.js</a:t>
            </a:r>
          </a:p>
          <a:p>
            <a:pPr>
              <a:defRPr sz="1200"/>
            </a:pPr>
            <a:r>
              <a:t>D:/pasar_fix/node_modules/.bun/codepage@1.15.0/node_modules/codepage/bits/20273.js</a:t>
            </a:r>
          </a:p>
          <a:p>
            <a:pPr>
              <a:defRPr sz="1200"/>
            </a:pPr>
            <a:r>
              <a:t>D:/pasar_fix/node_modules/.bun/codepage@1.15.0/node_modules/codepage/bits/20277.js</a:t>
            </a:r>
          </a:p>
          <a:p>
            <a:pPr>
              <a:defRPr sz="1200"/>
            </a:pPr>
            <a:r>
              <a:t>D:/pasar_fix/node_modules/.bun/codepage@1.15.0/node_modules/codepage/bits/20278.js</a:t>
            </a:r>
          </a:p>
          <a:p>
            <a:pPr>
              <a:defRPr sz="1200"/>
            </a:pPr>
            <a:r>
              <a:t>D:/pasar_fix/node_modules/.bun/codepage@1.15.0/node_modules/codepage/bits/20280.js</a:t>
            </a:r>
          </a:p>
          <a:p>
            <a:pPr>
              <a:defRPr sz="1200"/>
            </a:pPr>
            <a:r>
              <a:t>D:/pasar_fix/node_modules/.bun/codepage@1.15.0/node_modules/codepage/bits/20284.js</a:t>
            </a:r>
          </a:p>
          <a:p>
            <a:pPr>
              <a:defRPr sz="1200"/>
            </a:pPr>
            <a:r>
              <a:t>D:/pasar_fix/node_modules/.bun/codepage@1.15.0/node_modules/codepage/bits/20285.js</a:t>
            </a:r>
          </a:p>
          <a:p>
            <a:pPr>
              <a:defRPr sz="1200"/>
            </a:pPr>
            <a:r>
              <a:t>D:/pasar_fix/node_modules/.bun/codepage@1.15.0/node_modules/codepage/bits/20290.js</a:t>
            </a:r>
          </a:p>
          <a:p>
            <a:pPr>
              <a:defRPr sz="1200"/>
            </a:pPr>
            <a:r>
              <a:t>D:/pasar_fix/node_modules/.bun/codepage@1.15.0/node_modules/codepage/bits/20297.js</a:t>
            </a:r>
          </a:p>
          <a:p>
            <a:pPr>
              <a:defRPr sz="1200"/>
            </a:pPr>
            <a:r>
              <a:t>D:/pasar_fix/node_modules/.bun/codepage@1.15.0/node_modules/codepage/bits/20420.js</a:t>
            </a:r>
          </a:p>
          <a:p>
            <a:pPr>
              <a:defRPr sz="1200"/>
            </a:pPr>
            <a:r>
              <a:t>D:/pasar_fix/node_modules/.bun/codepage@1.15.0/node_modules/codepage/bits/20423.js</a:t>
            </a:r>
          </a:p>
          <a:p>
            <a:pPr>
              <a:defRPr sz="1200"/>
            </a:pPr>
            <a:r>
              <a:t>D:/pasar_fix/node_modules/.bun/codepage@1.15.0/node_modules/codepage/bits/20424.js</a:t>
            </a:r>
          </a:p>
          <a:p>
            <a:pPr>
              <a:defRPr sz="1200"/>
            </a:pPr>
            <a:r>
              <a:t>D:/pasar_fix/node_modules/.bun/codepage@1.15.0/node_modules/codepage/bits/20833.js</a:t>
            </a:r>
          </a:p>
          <a:p>
            <a:pPr>
              <a:defRPr sz="1200"/>
            </a:pPr>
            <a:r>
              <a:t>D:/pasar_fix/node_modules/.bun/codepage@1.15.0/node_modules/codepage/bits/20838.js</a:t>
            </a:r>
          </a:p>
          <a:p>
            <a:pPr>
              <a:defRPr sz="1200"/>
            </a:pPr>
            <a:r>
              <a:t>D:/pasar_fix/node_modules/.bun/codepage@1.15.0/node_modules/codepage/bits/20866.js</a:t>
            </a:r>
          </a:p>
          <a:p>
            <a:pPr>
              <a:defRPr sz="1200"/>
            </a:pPr>
            <a:r>
              <a:t>D:/pasar_fix/node_modules/.bun/codepage@1.15.0/node_modules/codepage/bits/20871.js</a:t>
            </a:r>
          </a:p>
          <a:p>
            <a:pPr>
              <a:defRPr sz="1200"/>
            </a:pPr>
            <a:r>
              <a:t>D:/pasar_fix/node_modules/.bun/codepage@1.15.0/node_modules/codepage/bits/20880.js</a:t>
            </a:r>
          </a:p>
          <a:p>
            <a:pPr>
              <a:defRPr sz="1200"/>
            </a:pPr>
            <a:r>
              <a:t>D:/pasar_fix/node_modules/.bun/codepage@1.15.0/node_modules/codepage/bits/20905.js</a:t>
            </a:r>
          </a:p>
          <a:p>
            <a:pPr>
              <a:defRPr sz="1200"/>
            </a:pPr>
            <a:r>
              <a:t>D:/pasar_fix/node_modules/.bun/codepage@1.15.0/node_modules/codepage/bits/20924.js</a:t>
            </a:r>
          </a:p>
          <a:p>
            <a:pPr>
              <a:defRPr sz="1200"/>
            </a:pPr>
            <a:r>
              <a:t>D:/pasar_fix/node_modules/.bun/codepage@1.15.0/node_modules/codepage/bits/20932.js</a:t>
            </a:r>
          </a:p>
          <a:p>
            <a:pPr>
              <a:defRPr sz="1200"/>
            </a:pPr>
            <a:r>
              <a:t>D:/pasar_fix/node_modules/.bun/codepage@1.15.0/node_modules/codepage/bits/20936.js</a:t>
            </a:r>
          </a:p>
          <a:p>
            <a:pPr>
              <a:defRPr sz="1200"/>
            </a:pPr>
            <a:r>
              <a:t>D:/pasar_fix/node_modules/.bun/codepage@1.15.0/node_modules/codepage/bits/20949.js</a:t>
            </a:r>
          </a:p>
          <a:p>
            <a:pPr>
              <a:defRPr sz="1200"/>
            </a:pPr>
            <a:r>
              <a:t>D:/pasar_fix/node_modules/.bun/codepage@1.15.0/node_modules/codepage/bits/21025.js</a:t>
            </a:r>
          </a:p>
          <a:p>
            <a:pPr>
              <a:defRPr sz="1200"/>
            </a:pPr>
            <a:r>
              <a:t>D:/pasar_fix/node_modules/.bun/codepage@1.15.0/node_modules/codepage/bits/21027.js</a:t>
            </a:r>
          </a:p>
          <a:p>
            <a:pPr>
              <a:defRPr sz="1200"/>
            </a:pPr>
            <a:r>
              <a:t>D:/pasar_fix/node_modules/.bun/codepage@1.15.0/node_modules/codepage/bits/21866.js</a:t>
            </a:r>
          </a:p>
          <a:p>
            <a:pPr>
              <a:defRPr sz="1200"/>
            </a:pPr>
            <a:r>
              <a:t>D:/pasar_fix/node_modules/.bun/codepage@1.15.0/node_modules/codepage/bits/28591.js</a:t>
            </a:r>
          </a:p>
          <a:p>
            <a:pPr>
              <a:defRPr sz="1200"/>
            </a:pPr>
            <a:r>
              <a:t>D:/pasar_fix/node_modules/.bun/codepage@1.15.0/node_modules/codepage/bits/28592.js</a:t>
            </a:r>
          </a:p>
          <a:p>
            <a:pPr>
              <a:defRPr sz="1200"/>
            </a:pPr>
            <a:r>
              <a:t>D:/pasar_fix/node_modules/.bun/codepage@1.15.0/node_modules/codepage/bits/28593.js</a:t>
            </a:r>
          </a:p>
          <a:p>
            <a:pPr>
              <a:defRPr sz="1200"/>
            </a:pPr>
            <a:r>
              <a:t>D:/pasar_fix/node_modules/.bun/codepage@1.15.0/node_modules/codepage/bits/28594.js</a:t>
            </a:r>
          </a:p>
          <a:p>
            <a:pPr>
              <a:defRPr sz="1200"/>
            </a:pPr>
            <a:r>
              <a:t>D:/pasar_fix/node_modules/.bun/codepage@1.15.0/node_modules/codepage/bits/28595.js</a:t>
            </a:r>
          </a:p>
          <a:p>
            <a:pPr>
              <a:defRPr sz="1200"/>
            </a:pPr>
            <a:r>
              <a:t>D:/pasar_fix/node_modules/.bun/codepage@1.15.0/node_modules/codepage/bits/28596.js</a:t>
            </a:r>
          </a:p>
          <a:p>
            <a:pPr>
              <a:defRPr sz="1200"/>
            </a:pPr>
            <a:r>
              <a:t>D:/pasar_fix/node_modules/.bun/codepage@1.15.0/node_modules/codepage/bits/28597.js</a:t>
            </a:r>
          </a:p>
          <a:p>
            <a:pPr>
              <a:defRPr sz="1200"/>
            </a:pPr>
            <a:r>
              <a:t>D:/pasar_fix/node_modules/.bun/codepage@1.15.0/node_modules/codepage/bits/28598.js</a:t>
            </a:r>
          </a:p>
          <a:p>
            <a:pPr>
              <a:defRPr sz="1200"/>
            </a:pPr>
            <a:r>
              <a:t>D:/pasar_fix/node_modules/.bun/codepage@1.15.0/node_modules/codepage/bits/28599.js</a:t>
            </a:r>
          </a:p>
          <a:p>
            <a:pPr>
              <a:defRPr sz="1200"/>
            </a:pPr>
            <a:r>
              <a:t>D:/pasar_fix/node_modules/.bun/codepage@1.15.0/node_modules/codepage/bits/28600.js</a:t>
            </a:r>
          </a:p>
          <a:p>
            <a:pPr>
              <a:defRPr sz="1200"/>
            </a:pPr>
            <a:r>
              <a:t>D:/pasar_fix/node_modules/.bun/codepage@1.15.0/node_modules/codepage/bits/28601.js</a:t>
            </a:r>
          </a:p>
          <a:p>
            <a:pPr>
              <a:defRPr sz="1200"/>
            </a:pPr>
            <a:r>
              <a:t>D:/pasar_fix/node_modules/.bun/codepage@1.15.0/node_modules/codepage/bits/28603.js</a:t>
            </a:r>
          </a:p>
          <a:p>
            <a:pPr>
              <a:defRPr sz="1200"/>
            </a:pPr>
            <a:r>
              <a:t>D:/pasar_fix/node_modules/.bun/codepage@1.15.0/node_modules/codepage/bits/28604.js</a:t>
            </a:r>
          </a:p>
          <a:p>
            <a:pPr>
              <a:defRPr sz="1200"/>
            </a:pPr>
            <a:r>
              <a:t>D:/pasar_fix/node_modules/.bun/codepage@1.15.0/node_modules/codepage/bits/28605.js</a:t>
            </a:r>
          </a:p>
          <a:p>
            <a:pPr>
              <a:defRPr sz="1200"/>
            </a:pPr>
            <a:r>
              <a:t>D:/pasar_fix/node_modules/.bun/codepage@1.15.0/node_modules/codepage/bits/28606.js</a:t>
            </a:r>
          </a:p>
          <a:p>
            <a:pPr>
              <a:defRPr sz="1200"/>
            </a:pPr>
            <a:r>
              <a:t>D:/pasar_fix/node_modules/.bun/codepage@1.15.0/node_modules/codepage/bits/29001.js</a:t>
            </a:r>
          </a:p>
          <a:p>
            <a:pPr>
              <a:defRPr sz="1200"/>
            </a:pPr>
            <a:r>
              <a:t>D:/pasar_fix/node_modules/.bun/codepage@1.15.0/node_modules/codepage/bits/37.js</a:t>
            </a:r>
          </a:p>
          <a:p>
            <a:pPr>
              <a:defRPr sz="1200"/>
            </a:pPr>
            <a:r>
              <a:t>D:/pasar_fix/node_modules/.bun/codepage@1.15.0/node_modules/codepage/bits/38598.js</a:t>
            </a:r>
          </a:p>
          <a:p>
            <a:pPr>
              <a:defRPr sz="1200"/>
            </a:pPr>
            <a:r>
              <a:t>D:/pasar_fix/node_modules/.bun/codepage@1.15.0/node_modules/codepage/bits/437.js</a:t>
            </a:r>
          </a:p>
          <a:p>
            <a:pPr>
              <a:defRPr sz="1200"/>
            </a:pPr>
            <a:r>
              <a:t>D:/pasar_fix/node_modules/.bun/codepage@1.15.0/node_modules/codepage/bits/47451.js</a:t>
            </a:r>
          </a:p>
          <a:p>
            <a:pPr>
              <a:defRPr sz="1200"/>
            </a:pPr>
            <a:r>
              <a:t>D:/pasar_fix/node_modules/.bun/codepage@1.15.0/node_modules/codepage/bits/500.js</a:t>
            </a:r>
          </a:p>
          <a:p>
            <a:pPr>
              <a:defRPr sz="1200"/>
            </a:pPr>
            <a:r>
              <a:t>D:/pasar_fix/node_modules/.bun/codepage@1.15.0/node_modules/codepage/bits/50220.js</a:t>
            </a:r>
          </a:p>
          <a:p>
            <a:pPr>
              <a:defRPr sz="1200"/>
            </a:pPr>
            <a:r>
              <a:t>D:/pasar_fix/node_modules/.bun/codepage@1.15.0/node_modules/codepage/bits/50221.js</a:t>
            </a:r>
          </a:p>
          <a:p>
            <a:pPr>
              <a:defRPr sz="1200"/>
            </a:pPr>
            <a:r>
              <a:t>D:/pasar_fix/node_modules/.bun/codepage@1.15.0/node_modules/codepage/bits/50222.js</a:t>
            </a:r>
          </a:p>
          <a:p>
            <a:pPr>
              <a:defRPr sz="1200"/>
            </a:pPr>
            <a:r>
              <a:t>D:/pasar_fix/node_modules/.bun/codepage@1.15.0/node_modules/codepage/bits/50225.js</a:t>
            </a:r>
          </a:p>
          <a:p>
            <a:pPr>
              <a:defRPr sz="1200"/>
            </a:pPr>
            <a:r>
              <a:t>D:/pasar_fix/node_modules/.bun/codepage@1.15.0/node_modules/codepage/bits/50227.js</a:t>
            </a:r>
          </a:p>
          <a:p>
            <a:pPr>
              <a:defRPr sz="1200"/>
            </a:pPr>
            <a:r>
              <a:t>D:/pasar_fix/node_modules/.bun/codepage@1.15.0/node_modules/codepage/bits/51932.js</a:t>
            </a:r>
          </a:p>
          <a:p>
            <a:pPr>
              <a:defRPr sz="1200"/>
            </a:pPr>
            <a:r>
              <a:t>D:/pasar_fix/node_modules/.bun/codepage@1.15.0/node_modules/codepage/bits/51936.js</a:t>
            </a:r>
          </a:p>
          <a:p>
            <a:pPr>
              <a:defRPr sz="1200"/>
            </a:pPr>
            <a:r>
              <a:t>D:/pasar_fix/node_modules/.bun/codepage@1.15.0/node_modules/codepage/bits/51949.js</a:t>
            </a:r>
          </a:p>
          <a:p>
            <a:pPr>
              <a:defRPr sz="1200"/>
            </a:pPr>
            <a:r>
              <a:t>D:/pasar_fix/node_modules/.bun/codepage@1.15.0/node_modules/codepage/bits/52936.js</a:t>
            </a:r>
          </a:p>
          <a:p>
            <a:pPr>
              <a:defRPr sz="1200"/>
            </a:pPr>
            <a:r>
              <a:t>D:/pasar_fix/node_modules/.bun/codepage@1.15.0/node_modules/codepage/bits/54936.js</a:t>
            </a:r>
          </a:p>
          <a:p>
            <a:pPr>
              <a:defRPr sz="1200"/>
            </a:pPr>
            <a:r>
              <a:t>D:/pasar_fix/node_modules/.bun/codepage@1.15.0/node_modules/codepage/bits/57002.js</a:t>
            </a:r>
          </a:p>
          <a:p>
            <a:pPr>
              <a:defRPr sz="1200"/>
            </a:pPr>
            <a:r>
              <a:t>D:/pasar_fix/node_modules/.bun/codepage@1.15.0/node_modules/codepage/bits/57003.js</a:t>
            </a:r>
          </a:p>
          <a:p>
            <a:pPr>
              <a:defRPr sz="1200"/>
            </a:pPr>
            <a:r>
              <a:t>D:/pasar_fix/node_modules/.bun/codepage@1.15.0/node_modules/codepage/bits/57004.js</a:t>
            </a:r>
          </a:p>
          <a:p>
            <a:pPr>
              <a:defRPr sz="1200"/>
            </a:pPr>
            <a:r>
              <a:t>D:/pasar_fix/node_modules/.bun/codepage@1.15.0/node_modules/codepage/bits/57005.js</a:t>
            </a:r>
          </a:p>
          <a:p>
            <a:pPr>
              <a:defRPr sz="1200"/>
            </a:pPr>
            <a:r>
              <a:t>D:/pasar_fix/node_modules/.bun/codepage@1.15.0/node_modules/codepage/bits/57006.js</a:t>
            </a:r>
          </a:p>
          <a:p>
            <a:pPr>
              <a:defRPr sz="1200"/>
            </a:pPr>
            <a:r>
              <a:t>D:/pasar_fix/node_modules/.bun/codepage@1.15.0/node_modules/codepage/bits/57007.js</a:t>
            </a:r>
          </a:p>
          <a:p>
            <a:pPr>
              <a:defRPr sz="1200"/>
            </a:pPr>
            <a:r>
              <a:t>D:/pasar_fix/node_modules/.bun/codepage@1.15.0/node_modules/codepage/bits/57008.js</a:t>
            </a:r>
          </a:p>
          <a:p>
            <a:pPr>
              <a:defRPr sz="1200"/>
            </a:pPr>
            <a:r>
              <a:t>D:/pasar_fix/node_modules/.bun/codepage@1.15.0/node_modules/codepage/bits/57009.js</a:t>
            </a:r>
          </a:p>
          <a:p>
            <a:pPr>
              <a:defRPr sz="1200"/>
            </a:pPr>
            <a:r>
              <a:t>D:/pasar_fix/node_modules/.bun/codepage@1.15.0/node_modules/codepage/bits/57010.js</a:t>
            </a:r>
          </a:p>
          <a:p>
            <a:pPr>
              <a:defRPr sz="1200"/>
            </a:pPr>
            <a:r>
              <a:t>D:/pasar_fix/node_modules/.bun/codepage@1.15.0/node_modules/codepage/bits/57011.js</a:t>
            </a:r>
          </a:p>
          <a:p>
            <a:pPr>
              <a:defRPr sz="1200"/>
            </a:pPr>
            <a:r>
              <a:t>D:/pasar_fix/node_modules/.bun/codepage@1.15.0/node_modules/codepage/bits/620.js</a:t>
            </a:r>
          </a:p>
          <a:p>
            <a:pPr>
              <a:defRPr sz="1200"/>
            </a:pPr>
            <a:r>
              <a:t>D:/pasar_fix/node_modules/.bun/codepage@1.15.0/node_modules/codepage/bits/708.js</a:t>
            </a:r>
          </a:p>
          <a:p>
            <a:pPr>
              <a:defRPr sz="1200"/>
            </a:pPr>
            <a:r>
              <a:t>D:/pasar_fix/node_modules/.bun/codepage@1.15.0/node_modules/codepage/bits/720.js</a:t>
            </a:r>
          </a:p>
          <a:p>
            <a:pPr>
              <a:defRPr sz="1200"/>
            </a:pPr>
            <a:r>
              <a:t>D:/pasar_fix/node_modules/.bun/codepage@1.15.0/node_modules/codepage/bits/737.js</a:t>
            </a:r>
          </a:p>
          <a:p>
            <a:pPr>
              <a:defRPr sz="1200"/>
            </a:pPr>
            <a:r>
              <a:t>D:/pasar_fix/node_modules/.bun/codepage@1.15.0/node_modules/codepage/bits/775.js</a:t>
            </a:r>
          </a:p>
          <a:p>
            <a:pPr>
              <a:defRPr sz="1200"/>
            </a:pPr>
            <a:r>
              <a:t>D:/pasar_fix/node_modules/.bun/codepage@1.15.0/node_modules/codepage/bits/808.js</a:t>
            </a:r>
          </a:p>
          <a:p>
            <a:pPr>
              <a:defRPr sz="1200"/>
            </a:pPr>
            <a:r>
              <a:t>D:/pasar_fix/node_modules/.bun/codepage@1.15.0/node_modules/codepage/bits/850.js</a:t>
            </a:r>
          </a:p>
          <a:p>
            <a:pPr>
              <a:defRPr sz="1200"/>
            </a:pPr>
            <a:r>
              <a:t>D:/pasar_fix/node_modules/.bun/codepage@1.15.0/node_modules/codepage/bits/852.js</a:t>
            </a:r>
          </a:p>
          <a:p>
            <a:pPr>
              <a:defRPr sz="1200"/>
            </a:pPr>
            <a:r>
              <a:t>D:/pasar_fix/node_modules/.bun/codepage@1.15.0/node_modules/codepage/bits/855.js</a:t>
            </a:r>
          </a:p>
          <a:p>
            <a:pPr>
              <a:defRPr sz="1200"/>
            </a:pPr>
            <a:r>
              <a:t>D:/pasar_fix/node_modules/.bun/codepage@1.15.0/node_modules/codepage/bits/857.js</a:t>
            </a:r>
          </a:p>
          <a:p>
            <a:pPr>
              <a:defRPr sz="1200"/>
            </a:pPr>
            <a:r>
              <a:t>D:/pasar_fix/node_modules/.bun/codepage@1.15.0/node_modules/codepage/bits/858.js</a:t>
            </a:r>
          </a:p>
          <a:p>
            <a:pPr>
              <a:defRPr sz="1200"/>
            </a:pPr>
            <a:r>
              <a:t>D:/pasar_fix/node_modules/.bun/codepage@1.15.0/node_modules/codepage/bits/860.js</a:t>
            </a:r>
          </a:p>
          <a:p>
            <a:pPr>
              <a:defRPr sz="1200"/>
            </a:pPr>
            <a:r>
              <a:t>D:/pasar_fix/node_modules/.bun/codepage@1.15.0/node_modules/codepage/bits/861.js</a:t>
            </a:r>
          </a:p>
          <a:p>
            <a:pPr>
              <a:defRPr sz="1200"/>
            </a:pPr>
            <a:r>
              <a:t>D:/pasar_fix/node_modules/.bun/codepage@1.15.0/node_modules/codepage/bits/862.js</a:t>
            </a:r>
          </a:p>
          <a:p>
            <a:pPr>
              <a:defRPr sz="1200"/>
            </a:pPr>
            <a:r>
              <a:t>D:/pasar_fix/node_modules/.bun/codepage@1.15.0/node_modules/codepage/bits/863.js</a:t>
            </a:r>
          </a:p>
          <a:p>
            <a:pPr>
              <a:defRPr sz="1200"/>
            </a:pPr>
            <a:r>
              <a:t>D:/pasar_fix/node_modules/.bun/codepage@1.15.0/node_modules/codepage/bits/864.js</a:t>
            </a:r>
          </a:p>
          <a:p>
            <a:pPr>
              <a:defRPr sz="1200"/>
            </a:pPr>
            <a:r>
              <a:t>D:/pasar_fix/node_modules/.bun/codepage@1.15.0/node_modules/codepage/bits/865.js</a:t>
            </a:r>
          </a:p>
          <a:p>
            <a:pPr>
              <a:defRPr sz="1200"/>
            </a:pPr>
            <a:r>
              <a:t>D:/pasar_fix/node_modules/.bun/codepage@1.15.0/node_modules/codepage/bits/866.js</a:t>
            </a:r>
          </a:p>
          <a:p>
            <a:pPr>
              <a:defRPr sz="1200"/>
            </a:pPr>
            <a:r>
              <a:t>D:/pasar_fix/node_modules/.bun/codepage@1.15.0/node_modules/codepage/bits/869.js</a:t>
            </a:r>
          </a:p>
          <a:p>
            <a:pPr>
              <a:defRPr sz="1200"/>
            </a:pPr>
            <a:r>
              <a:t>D:/pasar_fix/node_modules/.bun/codepage@1.15.0/node_modules/codepage/bits/870.js</a:t>
            </a:r>
          </a:p>
          <a:p>
            <a:pPr>
              <a:defRPr sz="1200"/>
            </a:pPr>
            <a:r>
              <a:t>D:/pasar_fix/node_modules/.bun/codepage@1.15.0/node_modules/codepage/bits/872.js</a:t>
            </a:r>
          </a:p>
          <a:p>
            <a:pPr>
              <a:defRPr sz="1200"/>
            </a:pPr>
            <a:r>
              <a:t>D:/pasar_fix/node_modules/.bun/codepage@1.15.0/node_modules/codepage/bits/874.js</a:t>
            </a:r>
          </a:p>
          <a:p>
            <a:pPr>
              <a:defRPr sz="1200"/>
            </a:pPr>
            <a:r>
              <a:t>D:/pasar_fix/node_modules/.bun/codepage@1.15.0/node_modules/codepage/bits/875.js</a:t>
            </a:r>
          </a:p>
          <a:p>
            <a:pPr>
              <a:defRPr sz="1200"/>
            </a:pPr>
            <a:r>
              <a:t>D:/pasar_fix/node_modules/.bun/codepage@1.15.0/node_modules/codepage/bits/895.js</a:t>
            </a:r>
          </a:p>
          <a:p>
            <a:pPr>
              <a:defRPr sz="1200"/>
            </a:pPr>
            <a:r>
              <a:t>D:/pasar_fix/node_modules/.bun/codepage@1.15.0/node_modules/codepage/bits/932.js</a:t>
            </a:r>
          </a:p>
          <a:p>
            <a:pPr>
              <a:defRPr sz="1200"/>
            </a:pPr>
            <a:r>
              <a:t>D:/pasar_fix/node_modules/.bun/codepage@1.15.0/node_modules/codepage/bits/936.js</a:t>
            </a:r>
          </a:p>
          <a:p>
            <a:pPr>
              <a:defRPr sz="1200"/>
            </a:pPr>
            <a:r>
              <a:t>D:/pasar_fix/node_modules/.bun/codepage@1.15.0/node_modules/codepage/bits/949.js</a:t>
            </a:r>
          </a:p>
          <a:p>
            <a:pPr>
              <a:defRPr sz="1200"/>
            </a:pPr>
            <a:r>
              <a:t>D:/pasar_fix/node_modules/.bun/codepage@1.15.0/node_modules/codepage/bits/950.js</a:t>
            </a:r>
          </a:p>
          <a:p>
            <a:pPr>
              <a:defRPr sz="1200"/>
            </a:pPr>
            <a:r>
              <a:t>D:/pasar_fix/node_modules/.bun/codepage@1.15.0/node_modules/codepage/dist/cpexcel.full.js</a:t>
            </a:r>
          </a:p>
          <a:p>
            <a:pPr>
              <a:defRPr sz="1200"/>
            </a:pPr>
            <a:r>
              <a:t>D:/pasar_fix/node_modules/.bun/codepage@1.15.0/node_modules/codepage/dist/sbcs.full.js</a:t>
            </a:r>
          </a:p>
          <a:p>
            <a:pPr>
              <a:defRPr sz="1200"/>
            </a:pPr>
            <a:r>
              <a:t>D:/pasar_fix/node_modules/.bun/codepage@1.15.0/node_modules/codepage/types/index.d.ts</a:t>
            </a:r>
          </a:p>
          <a:p>
            <a:pPr>
              <a:defRPr sz="1200"/>
            </a:pPr>
            <a:r>
              <a:t>D:/pasar_fix/node_modules/.bun/codepage@1.15.0/node_modules/codepage/types/tsconfig.json</a:t>
            </a:r>
          </a:p>
          <a:p>
            <a:pPr>
              <a:defRPr sz="1200"/>
            </a:pPr>
            <a:r>
              <a:t>D:/pasar_fix/node_modules/.bun/codepage@1.15.0/node_modules/codepage/types/tslint.json</a:t>
            </a:r>
          </a:p>
          <a:p>
            <a:pPr>
              <a:defRPr sz="1200"/>
            </a:pPr>
            <a:r>
              <a:t>D:/pasar_fix/node_modules/.bun/color-convert@2.0.1/node_modules/color-convert/CHANGELOG.md</a:t>
            </a:r>
          </a:p>
          <a:p>
            <a:pPr>
              <a:defRPr sz="1200"/>
            </a:pPr>
            <a:r>
              <a:t>D:/pasar_fix/node_modules/.bun/color-convert@2.0.1/node_modules/color-convert/conversions.js</a:t>
            </a:r>
          </a:p>
          <a:p>
            <a:pPr>
              <a:defRPr sz="1200"/>
            </a:pPr>
            <a:r>
              <a:t>D:/pasar_fix/node_modules/.bun/color-convert@2.0.1/node_modules/color-convert/index.js</a:t>
            </a:r>
          </a:p>
          <a:p>
            <a:pPr>
              <a:defRPr sz="1200"/>
            </a:pPr>
            <a:r>
              <a:t>D:/pasar_fix/node_modules/.bun/color-convert@2.0.1/node_modules/color-convert/LICENSE</a:t>
            </a:r>
          </a:p>
          <a:p>
            <a:pPr>
              <a:defRPr sz="1200"/>
            </a:pPr>
            <a:r>
              <a:t>D:/pasar_fix/node_modules/.bun/color-convert@2.0.1/node_modules/color-convert/package.json</a:t>
            </a:r>
          </a:p>
          <a:p>
            <a:pPr>
              <a:defRPr sz="1200"/>
            </a:pPr>
            <a:r>
              <a:t>D:/pasar_fix/node_modules/.bun/color-convert@2.0.1/node_modules/color-convert/README.md</a:t>
            </a:r>
          </a:p>
          <a:p>
            <a:pPr>
              <a:defRPr sz="1200"/>
            </a:pPr>
            <a:r>
              <a:t>D:/pasar_fix/node_modules/.bun/color-convert@2.0.1/node_modules/color-convert/route.js</a:t>
            </a:r>
          </a:p>
          <a:p>
            <a:pPr>
              <a:defRPr sz="1200"/>
            </a:pPr>
            <a:r>
              <a:t>D:/pasar_fix/node_modules/.bun/color-name@1.1.4/node_modules/color-name/index.js</a:t>
            </a:r>
          </a:p>
          <a:p>
            <a:pPr>
              <a:defRPr sz="1200"/>
            </a:pPr>
            <a:r>
              <a:t>D:/pasar_fix/node_modules/.bun/color-name@1.1.4/node_modules/color-name/LICENSE</a:t>
            </a:r>
          </a:p>
          <a:p>
            <a:pPr>
              <a:defRPr sz="1200"/>
            </a:pPr>
            <a:r>
              <a:t>D:/pasar_fix/node_modules/.bun/color-name@1.1.4/node_modules/color-name/package.json</a:t>
            </a:r>
          </a:p>
          <a:p>
            <a:pPr>
              <a:defRPr sz="1200"/>
            </a:pPr>
            <a:r>
              <a:t>D:/pasar_fix/node_modules/.bun/color-name@1.1.4/node_modules/color-name/README.md</a:t>
            </a:r>
          </a:p>
          <a:p>
            <a:pPr>
              <a:defRPr sz="1200"/>
            </a:pPr>
            <a:r>
              <a:t>D:/pasar_fix/node_modules/.bun/color-name@2.1.0/node_modules/color-name/index.js</a:t>
            </a:r>
          </a:p>
          <a:p>
            <a:pPr>
              <a:defRPr sz="1200"/>
            </a:pPr>
            <a:r>
              <a:t>D:/pasar_fix/node_modules/.bun/color-name@2.1.0/node_modules/color-name/LICENSE</a:t>
            </a:r>
          </a:p>
          <a:p>
            <a:pPr>
              <a:defRPr sz="1200"/>
            </a:pPr>
            <a:r>
              <a:t>D:/pasar_fix/node_modules/.bun/color-name@2.1.0/node_modules/color-name/package.json</a:t>
            </a:r>
          </a:p>
          <a:p>
            <a:pPr>
              <a:defRPr sz="1200"/>
            </a:pPr>
            <a:r>
              <a:t>D:/pasar_fix/node_modules/.bun/color-name@2.1.0/node_modules/color-name/README.md</a:t>
            </a:r>
          </a:p>
          <a:p>
            <a:pPr>
              <a:defRPr sz="1200"/>
            </a:pPr>
            <a:r>
              <a:t>D:/pasar_fix/node_modules/.bun/color-string@2.1.4/node_modules/color-string/index.d.ts</a:t>
            </a:r>
          </a:p>
          <a:p>
            <a:pPr>
              <a:defRPr sz="1200"/>
            </a:pPr>
            <a:r>
              <a:t>D:/pasar_fix/node_modules/.bun/color-string@2.1.4/node_modules/color-string/index.js</a:t>
            </a:r>
          </a:p>
          <a:p>
            <a:pPr>
              <a:defRPr sz="1200"/>
            </a:pPr>
            <a:r>
              <a:t>D:/pasar_fix/node_modules/.bun/color-string@2.1.4/node_modules/color-string/LICENSE</a:t>
            </a:r>
          </a:p>
          <a:p>
            <a:pPr>
              <a:defRPr sz="1200"/>
            </a:pPr>
            <a:r>
              <a:t>D:/pasar_fix/node_modules/.bun/color-string@2.1.4/node_modules/color-string/package.json</a:t>
            </a:r>
          </a:p>
          <a:p>
            <a:pPr>
              <a:defRPr sz="1200"/>
            </a:pPr>
            <a:r>
              <a:t>D:/pasar_fix/node_modules/.bun/color-string@2.1.4/node_modules/color-string/README.md</a:t>
            </a:r>
          </a:p>
          <a:p>
            <a:pPr>
              <a:defRPr sz="1200"/>
            </a:pPr>
            <a:r>
              <a:t>D:/pasar_fix/node_modules/.bun/colors@1.0.3/node_modules/colors/.travis.yml</a:t>
            </a:r>
          </a:p>
          <a:p>
            <a:pPr>
              <a:defRPr sz="1200"/>
            </a:pPr>
            <a:r>
              <a:t>D:/pasar_fix/node_modules/.bun/colors@1.0.3/node_modules/colors/MIT-LICENSE.txt</a:t>
            </a:r>
          </a:p>
          <a:p>
            <a:pPr>
              <a:defRPr sz="1200"/>
            </a:pPr>
            <a:r>
              <a:t>D:/pasar_fix/node_modules/.bun/colors@1.0.3/node_modules/colors/package.json</a:t>
            </a:r>
          </a:p>
          <a:p>
            <a:pPr>
              <a:defRPr sz="1200"/>
            </a:pPr>
            <a:r>
              <a:t>D:/pasar_fix/node_modules/.bun/colors@1.0.3/node_modules/colors/ReadMe.md</a:t>
            </a:r>
          </a:p>
          <a:p>
            <a:pPr>
              <a:defRPr sz="1200"/>
            </a:pPr>
            <a:r>
              <a:t>D:/pasar_fix/node_modules/.bun/colors@1.0.3/node_modules/colors/safe.js</a:t>
            </a:r>
          </a:p>
          <a:p>
            <a:pPr>
              <a:defRPr sz="1200"/>
            </a:pPr>
            <a:r>
              <a:t>D:/pasar_fix/node_modules/.bun/colors@1.0.3/node_modules/colors/examples/normal-usage.js</a:t>
            </a:r>
          </a:p>
          <a:p>
            <a:pPr>
              <a:defRPr sz="1200"/>
            </a:pPr>
            <a:r>
              <a:t>D:/pasar_fix/node_modules/.bun/colors@1.0.3/node_modules/colors/examples/safe-string.js</a:t>
            </a:r>
          </a:p>
          <a:p>
            <a:pPr>
              <a:defRPr sz="1200"/>
            </a:pPr>
            <a:r>
              <a:t>D:/pasar_fix/node_modules/.bun/colors@1.0.3/node_modules/colors/lib/colors.js</a:t>
            </a:r>
          </a:p>
          <a:p>
            <a:pPr>
              <a:defRPr sz="1200"/>
            </a:pPr>
            <a:r>
              <a:t>D:/pasar_fix/node_modules/.bun/colors@1.0.3/node_modules/colors/lib/extendStringPrototype.js</a:t>
            </a:r>
          </a:p>
          <a:p>
            <a:pPr>
              <a:defRPr sz="1200"/>
            </a:pPr>
            <a:r>
              <a:t>D:/pasar_fix/node_modules/.bun/colors@1.0.3/node_modules/colors/lib/index.js</a:t>
            </a:r>
          </a:p>
          <a:p>
            <a:pPr>
              <a:defRPr sz="1200"/>
            </a:pPr>
            <a:r>
              <a:t>D:/pasar_fix/node_modules/.bun/colors@1.0.3/node_modules/colors/lib/styles.js</a:t>
            </a:r>
          </a:p>
          <a:p>
            <a:pPr>
              <a:defRPr sz="1200"/>
            </a:pPr>
            <a:r>
              <a:t>D:/pasar_fix/node_modules/.bun/colors@1.0.3/node_modules/colors/lib/custom/trap.js</a:t>
            </a:r>
          </a:p>
          <a:p>
            <a:pPr>
              <a:defRPr sz="1200"/>
            </a:pPr>
            <a:r>
              <a:t>D:/pasar_fix/node_modules/.bun/colors@1.0.3/node_modules/colors/lib/custom/zalgo.js</a:t>
            </a:r>
          </a:p>
          <a:p>
            <a:pPr>
              <a:defRPr sz="1200"/>
            </a:pPr>
            <a:r>
              <a:t>D:/pasar_fix/node_modules/.bun/colors@1.0.3/node_modules/colors/lib/maps/america.js</a:t>
            </a:r>
          </a:p>
          <a:p>
            <a:pPr>
              <a:defRPr sz="1200"/>
            </a:pPr>
            <a:r>
              <a:t>D:/pasar_fix/node_modules/.bun/colors@1.0.3/node_modules/colors/lib/maps/rainbow.js</a:t>
            </a:r>
          </a:p>
          <a:p>
            <a:pPr>
              <a:defRPr sz="1200"/>
            </a:pPr>
            <a:r>
              <a:t>D:/pasar_fix/node_modules/.bun/colors@1.0.3/node_modules/colors/lib/maps/random.js</a:t>
            </a:r>
          </a:p>
          <a:p>
            <a:pPr>
              <a:defRPr sz="1200"/>
            </a:pPr>
            <a:r>
              <a:t>D:/pasar_fix/node_modules/.bun/colors@1.0.3/node_modules/colors/lib/maps/zebra.js</a:t>
            </a:r>
          </a:p>
          <a:p>
            <a:pPr>
              <a:defRPr sz="1200"/>
            </a:pPr>
            <a:r>
              <a:t>D:/pasar_fix/node_modules/.bun/colors@1.0.3/node_modules/colors/lib/system/supports-colors.js</a:t>
            </a:r>
          </a:p>
          <a:p>
            <a:pPr>
              <a:defRPr sz="1200"/>
            </a:pPr>
            <a:r>
              <a:t>D:/pasar_fix/node_modules/.bun/colors@1.0.3/node_modules/colors/screenshots/colors.png</a:t>
            </a:r>
          </a:p>
          <a:p>
            <a:pPr>
              <a:defRPr sz="1200"/>
            </a:pPr>
            <a:r>
              <a:t>D:/pasar_fix/node_modules/.bun/colors@1.0.3/node_modules/colors/tests/basic-test.js</a:t>
            </a:r>
          </a:p>
          <a:p>
            <a:pPr>
              <a:defRPr sz="1200"/>
            </a:pPr>
            <a:r>
              <a:t>D:/pasar_fix/node_modules/.bun/colors@1.0.3/node_modules/colors/tests/safe-test.js</a:t>
            </a:r>
          </a:p>
          <a:p>
            <a:pPr>
              <a:defRPr sz="1200"/>
            </a:pPr>
            <a:r>
              <a:t>D:/pasar_fix/node_modules/.bun/colors@1.0.3/node_modules/colors/themes/generic-logging.js</a:t>
            </a:r>
          </a:p>
          <a:p>
            <a:pPr>
              <a:defRPr sz="1200"/>
            </a:pPr>
            <a:r>
              <a:t>D:/pasar_fix/node_modules/.bun/commander@10.0.1/node_modules/commander/esm.mjs</a:t>
            </a:r>
          </a:p>
          <a:p>
            <a:pPr>
              <a:defRPr sz="1200"/>
            </a:pPr>
            <a:r>
              <a:t>D:/pasar_fix/node_modules/.bun/commander@10.0.1/node_modules/commander/index.js</a:t>
            </a:r>
          </a:p>
          <a:p>
            <a:pPr>
              <a:defRPr sz="1200"/>
            </a:pPr>
            <a:r>
              <a:t>D:/pasar_fix/node_modules/.bun/commander@10.0.1/node_modules/commander/LICENSE</a:t>
            </a:r>
          </a:p>
          <a:p>
            <a:pPr>
              <a:defRPr sz="1200"/>
            </a:pPr>
            <a:r>
              <a:t>D:/pasar_fix/node_modules/.bun/commander@10.0.1/node_modules/commander/package-support.json</a:t>
            </a:r>
          </a:p>
          <a:p>
            <a:pPr>
              <a:defRPr sz="1200"/>
            </a:pPr>
            <a:r>
              <a:t>D:/pasar_fix/node_modules/.bun/commander@10.0.1/node_modules/commander/package.json</a:t>
            </a:r>
          </a:p>
          <a:p>
            <a:pPr>
              <a:defRPr sz="1200"/>
            </a:pPr>
            <a:r>
              <a:t>D:/pasar_fix/node_modules/.bun/commander@10.0.1/node_modules/commander/Readme.md</a:t>
            </a:r>
          </a:p>
          <a:p>
            <a:pPr>
              <a:defRPr sz="1200"/>
            </a:pPr>
            <a:r>
              <a:t>D:/pasar_fix/node_modules/.bun/commander@10.0.1/node_modules/commander/lib/argument.js</a:t>
            </a:r>
          </a:p>
          <a:p>
            <a:pPr>
              <a:defRPr sz="1200"/>
            </a:pPr>
            <a:r>
              <a:t>D:/pasar_fix/node_modules/.bun/commander@10.0.1/node_modules/commander/lib/command.js</a:t>
            </a:r>
          </a:p>
          <a:p>
            <a:pPr>
              <a:defRPr sz="1200"/>
            </a:pPr>
            <a:r>
              <a:t>D:/pasar_fix/node_modules/.bun/commander@10.0.1/node_modules/commander/lib/error.js</a:t>
            </a:r>
          </a:p>
          <a:p>
            <a:pPr>
              <a:defRPr sz="1200"/>
            </a:pPr>
            <a:r>
              <a:t>D:/pasar_fix/node_modules/.bun/commander@10.0.1/node_modules/commander/lib/help.js</a:t>
            </a:r>
          </a:p>
          <a:p>
            <a:pPr>
              <a:defRPr sz="1200"/>
            </a:pPr>
            <a:r>
              <a:t>D:/pasar_fix/node_modules/.bun/commander@10.0.1/node_modules/commander/lib/option.js</a:t>
            </a:r>
          </a:p>
          <a:p>
            <a:pPr>
              <a:defRPr sz="1200"/>
            </a:pPr>
            <a:r>
              <a:t>D:/pasar_fix/node_modules/.bun/commander@10.0.1/node_modules/commander/lib/suggestSimilar.js</a:t>
            </a:r>
          </a:p>
          <a:p>
            <a:pPr>
              <a:defRPr sz="1200"/>
            </a:pPr>
            <a:r>
              <a:t>D:/pasar_fix/node_modules/.bun/commander@10.0.1/node_modules/commander/typings/index.d.ts</a:t>
            </a:r>
          </a:p>
          <a:p>
            <a:pPr>
              <a:defRPr sz="1200"/>
            </a:pPr>
            <a:r>
              <a:t>D:/pasar_fix/node_modules/.bun/commander@13.1.0/node_modules/commander/esm.mjs</a:t>
            </a:r>
          </a:p>
          <a:p>
            <a:pPr>
              <a:defRPr sz="1200"/>
            </a:pPr>
            <a:r>
              <a:t>D:/pasar_fix/node_modules/.bun/commander@13.1.0/node_modules/commander/index.js</a:t>
            </a:r>
          </a:p>
          <a:p>
            <a:pPr>
              <a:defRPr sz="1200"/>
            </a:pPr>
            <a:r>
              <a:t>D:/pasar_fix/node_modules/.bun/commander@13.1.0/node_modules/commander/LICENSE</a:t>
            </a:r>
          </a:p>
          <a:p>
            <a:pPr>
              <a:defRPr sz="1200"/>
            </a:pPr>
            <a:r>
              <a:t>D:/pasar_fix/node_modules/.bun/commander@13.1.0/node_modules/commander/package-support.json</a:t>
            </a:r>
          </a:p>
          <a:p>
            <a:pPr>
              <a:defRPr sz="1200"/>
            </a:pPr>
            <a:r>
              <a:t>D:/pasar_fix/node_modules/.bun/commander@13.1.0/node_modules/commander/package.json</a:t>
            </a:r>
          </a:p>
          <a:p>
            <a:pPr>
              <a:defRPr sz="1200"/>
            </a:pPr>
            <a:r>
              <a:t>D:/pasar_fix/node_modules/.bun/commander@13.1.0/node_modules/commander/Readme.md</a:t>
            </a:r>
          </a:p>
          <a:p>
            <a:pPr>
              <a:defRPr sz="1200"/>
            </a:pPr>
            <a:r>
              <a:t>D:/pasar_fix/node_modules/.bun/commander@13.1.0/node_modules/commander/lib/argument.js</a:t>
            </a:r>
          </a:p>
          <a:p>
            <a:pPr>
              <a:defRPr sz="1200"/>
            </a:pPr>
            <a:r>
              <a:t>D:/pasar_fix/node_modules/.bun/commander@13.1.0/node_modules/commander/lib/command.js</a:t>
            </a:r>
          </a:p>
          <a:p>
            <a:pPr>
              <a:defRPr sz="1200"/>
            </a:pPr>
            <a:r>
              <a:t>D:/pasar_fix/node_modules/.bun/commander@13.1.0/node_modules/commander/lib/error.js</a:t>
            </a:r>
          </a:p>
          <a:p>
            <a:pPr>
              <a:defRPr sz="1200"/>
            </a:pPr>
            <a:r>
              <a:t>D:/pasar_fix/node_modules/.bun/commander@13.1.0/node_modules/commander/lib/help.js</a:t>
            </a:r>
          </a:p>
          <a:p>
            <a:pPr>
              <a:defRPr sz="1200"/>
            </a:pPr>
            <a:r>
              <a:t>D:/pasar_fix/node_modules/.bun/commander@13.1.0/node_modules/commander/lib/option.js</a:t>
            </a:r>
          </a:p>
          <a:p>
            <a:pPr>
              <a:defRPr sz="1200"/>
            </a:pPr>
            <a:r>
              <a:t>D:/pasar_fix/node_modules/.bun/commander@13.1.0/node_modules/commander/lib/suggestSimilar.js</a:t>
            </a:r>
          </a:p>
          <a:p>
            <a:pPr>
              <a:defRPr sz="1200"/>
            </a:pPr>
            <a:r>
              <a:t>D:/pasar_fix/node_modules/.bun/commander@13.1.0/node_modules/commander/typings/esm.d.mts</a:t>
            </a:r>
          </a:p>
          <a:p>
            <a:pPr>
              <a:defRPr sz="1200"/>
            </a:pPr>
            <a:r>
              <a:t>D:/pasar_fix/node_modules/.bun/commander@13.1.0/node_modules/commander/typings/index.d.ts</a:t>
            </a:r>
          </a:p>
          <a:p>
            <a:pPr>
              <a:defRPr sz="1200"/>
            </a:pPr>
            <a:r>
              <a:t>D:/pasar_fix/node_modules/.bun/commander@14.0.3/node_modules/commander/esm.mjs</a:t>
            </a:r>
          </a:p>
          <a:p>
            <a:pPr>
              <a:defRPr sz="1200"/>
            </a:pPr>
            <a:r>
              <a:t>D:/pasar_fix/node_modules/.bun/commander@14.0.3/node_modules/commander/index.js</a:t>
            </a:r>
          </a:p>
          <a:p>
            <a:pPr>
              <a:defRPr sz="1200"/>
            </a:pPr>
            <a:r>
              <a:t>D:/pasar_fix/node_modules/.bun/commander@14.0.3/node_modules/commander/LICENSE</a:t>
            </a:r>
          </a:p>
          <a:p>
            <a:pPr>
              <a:defRPr sz="1200"/>
            </a:pPr>
            <a:r>
              <a:t>D:/pasar_fix/node_modules/.bun/commander@14.0.3/node_modules/commander/package-support.json</a:t>
            </a:r>
          </a:p>
          <a:p>
            <a:pPr>
              <a:defRPr sz="1200"/>
            </a:pPr>
            <a:r>
              <a:t>D:/pasar_fix/node_modules/.bun/commander@14.0.3/node_modules/commander/package.json</a:t>
            </a:r>
          </a:p>
          <a:p>
            <a:pPr>
              <a:defRPr sz="1200"/>
            </a:pPr>
            <a:r>
              <a:t>D:/pasar_fix/node_modules/.bun/commander@14.0.3/node_modules/commander/Readme.md</a:t>
            </a:r>
          </a:p>
          <a:p>
            <a:pPr>
              <a:defRPr sz="1200"/>
            </a:pPr>
            <a:r>
              <a:t>D:/pasar_fix/node_modules/.bun/commander@14.0.3/node_modules/commander/lib/argument.js</a:t>
            </a:r>
          </a:p>
          <a:p>
            <a:pPr>
              <a:defRPr sz="1200"/>
            </a:pPr>
            <a:r>
              <a:t>D:/pasar_fix/node_modules/.bun/commander@14.0.3/node_modules/commander/lib/command.js</a:t>
            </a:r>
          </a:p>
          <a:p>
            <a:pPr>
              <a:defRPr sz="1200"/>
            </a:pPr>
            <a:r>
              <a:t>D:/pasar_fix/node_modules/.bun/commander@14.0.3/node_modules/commander/lib/error.js</a:t>
            </a:r>
          </a:p>
          <a:p>
            <a:pPr>
              <a:defRPr sz="1200"/>
            </a:pPr>
            <a:r>
              <a:t>D:/pasar_fix/node_modules/.bun/commander@14.0.3/node_modules/commander/lib/help.js</a:t>
            </a:r>
          </a:p>
          <a:p>
            <a:pPr>
              <a:defRPr sz="1200"/>
            </a:pPr>
            <a:r>
              <a:t>D:/pasar_fix/node_modules/.bun/commander@14.0.3/node_modules/commander/lib/option.js</a:t>
            </a:r>
          </a:p>
          <a:p>
            <a:pPr>
              <a:defRPr sz="1200"/>
            </a:pPr>
            <a:r>
              <a:t>D:/pasar_fix/node_modules/.bun/commander@14.0.3/node_modules/commander/lib/suggestSimilar.js</a:t>
            </a:r>
          </a:p>
          <a:p>
            <a:pPr>
              <a:defRPr sz="1200"/>
            </a:pPr>
            <a:r>
              <a:t>D:/pasar_fix/node_modules/.bun/commander@14.0.3/node_modules/commander/typings/esm.d.mts</a:t>
            </a:r>
          </a:p>
          <a:p>
            <a:pPr>
              <a:defRPr sz="1200"/>
            </a:pPr>
            <a:r>
              <a:t>D:/pasar_fix/node_modules/.bun/commander@14.0.3/node_modules/commander/typings/index.d.ts</a:t>
            </a:r>
          </a:p>
          <a:p>
            <a:pPr>
              <a:defRPr sz="1200"/>
            </a:pPr>
            <a:r>
              <a:t>D:/pasar_fix/node_modules/.bun/commander@2.20.3/node_modules/commander/CHANGELOG.md</a:t>
            </a:r>
          </a:p>
          <a:p>
            <a:pPr>
              <a:defRPr sz="1200"/>
            </a:pPr>
            <a:r>
              <a:t>D:/pasar_fix/node_modules/.bun/commander@2.20.3/node_modules/commander/index.js</a:t>
            </a:r>
          </a:p>
          <a:p>
            <a:pPr>
              <a:defRPr sz="1200"/>
            </a:pPr>
            <a:r>
              <a:t>D:/pasar_fix/node_modules/.bun/commander@2.20.3/node_modules/commander/LICENSE</a:t>
            </a:r>
          </a:p>
          <a:p>
            <a:pPr>
              <a:defRPr sz="1200"/>
            </a:pPr>
            <a:r>
              <a:t>D:/pasar_fix/node_modules/.bun/commander@2.20.3/node_modules/commander/package.json</a:t>
            </a:r>
          </a:p>
          <a:p>
            <a:pPr>
              <a:defRPr sz="1200"/>
            </a:pPr>
            <a:r>
              <a:t>D:/pasar_fix/node_modules/.bun/commander@2.20.3/node_modules/commander/Readme.md</a:t>
            </a:r>
          </a:p>
          <a:p>
            <a:pPr>
              <a:defRPr sz="1200"/>
            </a:pPr>
            <a:r>
              <a:t>D:/pasar_fix/node_modules/.bun/commander@2.20.3/node_modules/commander/typings/index.d.ts</a:t>
            </a:r>
          </a:p>
          <a:p>
            <a:pPr>
              <a:defRPr sz="1200"/>
            </a:pPr>
            <a:r>
              <a:t>D:/pasar_fix/node_modules/.bun/commander@7.2.0/node_modules/commander/CHANGELOG.md</a:t>
            </a:r>
          </a:p>
          <a:p>
            <a:pPr>
              <a:defRPr sz="1200"/>
            </a:pPr>
            <a:r>
              <a:t>D:/pasar_fix/node_modules/.bun/commander@7.2.0/node_modules/commander/esm.mjs</a:t>
            </a:r>
          </a:p>
          <a:p>
            <a:pPr>
              <a:defRPr sz="1200"/>
            </a:pPr>
            <a:r>
              <a:t>D:/pasar_fix/node_modules/.bun/commander@7.2.0/node_modules/commander/index.js</a:t>
            </a:r>
          </a:p>
          <a:p>
            <a:pPr>
              <a:defRPr sz="1200"/>
            </a:pPr>
            <a:r>
              <a:t>D:/pasar_fix/node_modules/.bun/commander@7.2.0/node_modules/commander/LICENSE</a:t>
            </a:r>
          </a:p>
          <a:p>
            <a:pPr>
              <a:defRPr sz="1200"/>
            </a:pPr>
            <a:r>
              <a:t>D:/pasar_fix/node_modules/.bun/commander@7.2.0/node_modules/commander/package-support.json</a:t>
            </a:r>
          </a:p>
          <a:p>
            <a:pPr>
              <a:defRPr sz="1200"/>
            </a:pPr>
            <a:r>
              <a:t>D:/pasar_fix/node_modules/.bun/commander@7.2.0/node_modules/commander/package.json</a:t>
            </a:r>
          </a:p>
          <a:p>
            <a:pPr>
              <a:defRPr sz="1200"/>
            </a:pPr>
            <a:r>
              <a:t>D:/pasar_fix/node_modules/.bun/commander@7.2.0/node_modules/commander/Readme.md</a:t>
            </a:r>
          </a:p>
          <a:p>
            <a:pPr>
              <a:defRPr sz="1200"/>
            </a:pPr>
            <a:r>
              <a:t>D:/pasar_fix/node_modules/.bun/commander@7.2.0/node_modules/commander/typings/index.d.ts</a:t>
            </a:r>
          </a:p>
          <a:p>
            <a:pPr>
              <a:defRPr sz="1200"/>
            </a:pPr>
            <a:r>
              <a:t>D:/pasar_fix/node_modules/.bun/commander@8.3.0/node_modules/commander/esm.mjs</a:t>
            </a:r>
          </a:p>
          <a:p>
            <a:pPr>
              <a:defRPr sz="1200"/>
            </a:pPr>
            <a:r>
              <a:t>D:/pasar_fix/node_modules/.bun/commander@8.3.0/node_modules/commander/index.js</a:t>
            </a:r>
          </a:p>
          <a:p>
            <a:pPr>
              <a:defRPr sz="1200"/>
            </a:pPr>
            <a:r>
              <a:t>D:/pasar_fix/node_modules/.bun/commander@8.3.0/node_modules/commander/LICENSE</a:t>
            </a:r>
          </a:p>
          <a:p>
            <a:pPr>
              <a:defRPr sz="1200"/>
            </a:pPr>
            <a:r>
              <a:t>D:/pasar_fix/node_modules/.bun/commander@8.3.0/node_modules/commander/package-support.json</a:t>
            </a:r>
          </a:p>
          <a:p>
            <a:pPr>
              <a:defRPr sz="1200"/>
            </a:pPr>
            <a:r>
              <a:t>D:/pasar_fix/node_modules/.bun/commander@8.3.0/node_modules/commander/package.json</a:t>
            </a:r>
          </a:p>
          <a:p>
            <a:pPr>
              <a:defRPr sz="1200"/>
            </a:pPr>
            <a:r>
              <a:t>D:/pasar_fix/node_modules/.bun/commander@8.3.0/node_modules/commander/Readme.md</a:t>
            </a:r>
          </a:p>
          <a:p>
            <a:pPr>
              <a:defRPr sz="1200"/>
            </a:pPr>
            <a:r>
              <a:t>D:/pasar_fix/node_modules/.bun/commander@8.3.0/node_modules/commander/lib/argument.js</a:t>
            </a:r>
          </a:p>
          <a:p>
            <a:pPr>
              <a:defRPr sz="1200"/>
            </a:pPr>
            <a:r>
              <a:t>D:/pasar_fix/node_modules/.bun/commander@8.3.0/node_modules/commander/lib/command.js</a:t>
            </a:r>
          </a:p>
          <a:p>
            <a:pPr>
              <a:defRPr sz="1200"/>
            </a:pPr>
            <a:r>
              <a:t>D:/pasar_fix/node_modules/.bun/commander@8.3.0/node_modules/commander/lib/error.js</a:t>
            </a:r>
          </a:p>
          <a:p>
            <a:pPr>
              <a:defRPr sz="1200"/>
            </a:pPr>
            <a:r>
              <a:t>D:/pasar_fix/node_modules/.bun/commander@8.3.0/node_modules/commander/lib/help.js</a:t>
            </a:r>
          </a:p>
          <a:p>
            <a:pPr>
              <a:defRPr sz="1200"/>
            </a:pPr>
            <a:r>
              <a:t>D:/pasar_fix/node_modules/.bun/commander@8.3.0/node_modules/commander/lib/option.js</a:t>
            </a:r>
          </a:p>
          <a:p>
            <a:pPr>
              <a:defRPr sz="1200"/>
            </a:pPr>
            <a:r>
              <a:t>D:/pasar_fix/node_modules/.bun/commander@8.3.0/node_modules/commander/lib/suggestSimilar.js</a:t>
            </a:r>
          </a:p>
          <a:p>
            <a:pPr>
              <a:defRPr sz="1200"/>
            </a:pPr>
            <a:r>
              <a:t>D:/pasar_fix/node_modules/.bun/commander@8.3.0/node_modules/commander/typings/index.d.ts</a:t>
            </a:r>
          </a:p>
          <a:p>
            <a:pPr>
              <a:defRPr sz="1200"/>
            </a:pPr>
            <a:r>
              <a:t>D:/pasar_fix/node_modules/.bun/commondir@1.0.1/node_modules/commondir/index.js</a:t>
            </a:r>
          </a:p>
          <a:p>
            <a:pPr>
              <a:defRPr sz="1200"/>
            </a:pPr>
            <a:r>
              <a:t>D:/pasar_fix/node_modules/.bun/commondir@1.0.1/node_modules/commondir/LICENSE</a:t>
            </a:r>
          </a:p>
          <a:p>
            <a:pPr>
              <a:defRPr sz="1200"/>
            </a:pPr>
            <a:r>
              <a:t>D:/pasar_fix/node_modules/.bun/commondir@1.0.1/node_modules/commondir/package.json</a:t>
            </a:r>
          </a:p>
          <a:p>
            <a:pPr>
              <a:defRPr sz="1200"/>
            </a:pPr>
            <a:r>
              <a:t>D:/pasar_fix/node_modules/.bun/commondir@1.0.1/node_modules/commondir/readme.markdown</a:t>
            </a:r>
          </a:p>
          <a:p>
            <a:pPr>
              <a:defRPr sz="1200"/>
            </a:pPr>
            <a:r>
              <a:t>D:/pasar_fix/node_modules/.bun/commondir@1.0.1/node_modules/commondir/example/dir.js</a:t>
            </a:r>
          </a:p>
          <a:p>
            <a:pPr>
              <a:defRPr sz="1200"/>
            </a:pPr>
            <a:r>
              <a:t>D:/pasar_fix/node_modules/.bun/commondir@1.0.1/node_modules/commondir/test/dirs.js</a:t>
            </a:r>
          </a:p>
          <a:p>
            <a:pPr>
              <a:defRPr sz="1200"/>
            </a:pPr>
            <a:r>
              <a:t>D:/pasar_fix/node_modules/.bun/compatx@0.2.0/node_modules/compatx/LICENSE</a:t>
            </a:r>
          </a:p>
          <a:p>
            <a:pPr>
              <a:defRPr sz="1200"/>
            </a:pPr>
            <a:r>
              <a:t>D:/pasar_fix/node_modules/.bun/compatx@0.2.0/node_modules/compatx/package.json</a:t>
            </a:r>
          </a:p>
          <a:p>
            <a:pPr>
              <a:defRPr sz="1200"/>
            </a:pPr>
            <a:r>
              <a:t>D:/pasar_fix/node_modules/.bun/compatx@0.2.0/node_modules/compatx/README.md</a:t>
            </a:r>
          </a:p>
          <a:p>
            <a:pPr>
              <a:defRPr sz="1200"/>
            </a:pPr>
            <a:r>
              <a:t>D:/pasar_fix/node_modules/.bun/compatx@0.2.0/node_modules/compatx/dist/index.d.mts</a:t>
            </a:r>
          </a:p>
          <a:p>
            <a:pPr>
              <a:defRPr sz="1200"/>
            </a:pPr>
            <a:r>
              <a:t>D:/pasar_fix/node_modules/.bun/compatx@0.2.0/node_modules/compatx/dist/index.mjs</a:t>
            </a:r>
          </a:p>
          <a:p>
            <a:pPr>
              <a:defRPr sz="1200"/>
            </a:pPr>
            <a:r>
              <a:t>D:/pasar_fix/node_modules/.bun/compress-commons@6.0.2/node_modules/.bin/crc32.bunx</a:t>
            </a:r>
          </a:p>
          <a:p>
            <a:pPr>
              <a:defRPr sz="1200"/>
            </a:pPr>
            <a:r>
              <a:t>D:/pasar_fix/node_modules/.bun/compress-commons@6.0.2/node_modules/.bin/crc32.exe</a:t>
            </a:r>
          </a:p>
          <a:p>
            <a:pPr>
              <a:defRPr sz="1200"/>
            </a:pPr>
            <a:r>
              <a:t>D:/pasar_fix/node_modules/.bun/compress-commons@6.0.2/node_modules/compress-commons/LICENSE</a:t>
            </a:r>
          </a:p>
          <a:p>
            <a:pPr>
              <a:defRPr sz="1200"/>
            </a:pPr>
            <a:r>
              <a:t>D:/pasar_fix/node_modules/.bun/compress-commons@6.0.2/node_modules/compress-commons/package.json</a:t>
            </a:r>
          </a:p>
          <a:p>
            <a:pPr>
              <a:defRPr sz="1200"/>
            </a:pPr>
            <a:r>
              <a:t>D:/pasar_fix/node_modules/.bun/compress-commons@6.0.2/node_modules/compress-commons/README.md</a:t>
            </a:r>
          </a:p>
          <a:p>
            <a:pPr>
              <a:defRPr sz="1200"/>
            </a:pPr>
            <a:r>
              <a:t>D:/pasar_fix/node_modules/.bun/compress-commons@6.0.2/node_modules/compress-commons/lib/compress-commons.js</a:t>
            </a:r>
          </a:p>
          <a:p>
            <a:pPr>
              <a:defRPr sz="1200"/>
            </a:pPr>
            <a:r>
              <a:t>D:/pasar_fix/node_modules/.bun/compress-commons@6.0.2/node_modules/compress-commons/lib/archivers/archive-entry.js</a:t>
            </a:r>
          </a:p>
          <a:p>
            <a:pPr>
              <a:defRPr sz="1200"/>
            </a:pPr>
            <a:r>
              <a:t>D:/pasar_fix/node_modules/.bun/compress-commons@6.0.2/node_modules/compress-commons/lib/archivers/archive-output-stream.js</a:t>
            </a:r>
          </a:p>
          <a:p>
            <a:pPr>
              <a:defRPr sz="1200"/>
            </a:pPr>
            <a:r>
              <a:t>D:/pasar_fix/node_modules/.bun/compress-commons@6.0.2/node_modules/compress-commons/lib/archivers/zip/constants.js</a:t>
            </a:r>
          </a:p>
          <a:p>
            <a:pPr>
              <a:defRPr sz="1200"/>
            </a:pPr>
            <a:r>
              <a:t>D:/pasar_fix/node_modules/.bun/compress-commons@6.0.2/node_modules/compress-commons/lib/archivers/zip/general-purpose-bit.js</a:t>
            </a:r>
          </a:p>
          <a:p>
            <a:pPr>
              <a:defRPr sz="1200"/>
            </a:pPr>
            <a:r>
              <a:t>D:/pasar_fix/node_modules/.bun/compress-commons@6.0.2/node_modules/compress-commons/lib/archivers/zip/unix-stat.js</a:t>
            </a:r>
          </a:p>
          <a:p>
            <a:pPr>
              <a:defRPr sz="1200"/>
            </a:pPr>
            <a:r>
              <a:t>D:/pasar_fix/node_modules/.bun/compress-commons@6.0.2/node_modules/compress-commons/lib/archivers/zip/util.js</a:t>
            </a:r>
          </a:p>
          <a:p>
            <a:pPr>
              <a:defRPr sz="1200"/>
            </a:pPr>
            <a:r>
              <a:t>D:/pasar_fix/node_modules/.bun/compress-commons@6.0.2/node_modules/compress-commons/lib/archivers/zip/zip-archive-entry.js</a:t>
            </a:r>
          </a:p>
          <a:p>
            <a:pPr>
              <a:defRPr sz="1200"/>
            </a:pPr>
            <a:r>
              <a:t>D:/pasar_fix/node_modules/.bun/compress-commons@6.0.2/node_modules/compress-commons/lib/archivers/zip/zip-archive-output-stream.js</a:t>
            </a:r>
          </a:p>
          <a:p>
            <a:pPr>
              <a:defRPr sz="1200"/>
            </a:pPr>
            <a:r>
              <a:t>D:/pasar_fix/node_modules/.bun/compress-commons@6.0.2/node_modules/compress-commons/lib/util/index.js</a:t>
            </a:r>
          </a:p>
          <a:p>
            <a:pPr>
              <a:defRPr sz="1200"/>
            </a:pPr>
            <a:r>
              <a:t>D:/pasar_fix/node_modules/.bun/confbox@0.1.8/node_modules/confbox/json5.d.ts</a:t>
            </a:r>
          </a:p>
          <a:p>
            <a:pPr>
              <a:defRPr sz="1200"/>
            </a:pPr>
            <a:r>
              <a:t>D:/pasar_fix/node_modules/.bun/confbox@0.1.8/node_modules/confbox/jsonc.d.ts</a:t>
            </a:r>
          </a:p>
          <a:p>
            <a:pPr>
              <a:defRPr sz="1200"/>
            </a:pPr>
            <a:r>
              <a:t>D:/pasar_fix/node_modules/.bun/confbox@0.1.8/node_modules/confbox/LICENSE</a:t>
            </a:r>
          </a:p>
          <a:p>
            <a:pPr>
              <a:defRPr sz="1200"/>
            </a:pPr>
            <a:r>
              <a:t>D:/pasar_fix/node_modules/.bun/confbox@0.1.8/node_modules/confbox/package.json</a:t>
            </a:r>
          </a:p>
          <a:p>
            <a:pPr>
              <a:defRPr sz="1200"/>
            </a:pPr>
            <a:r>
              <a:t>D:/pasar_fix/node_modules/.bun/confbox@0.1.8/node_modules/confbox/README.md</a:t>
            </a:r>
          </a:p>
          <a:p>
            <a:pPr>
              <a:defRPr sz="1200"/>
            </a:pPr>
            <a:r>
              <a:t>D:/pasar_fix/node_modules/.bun/confbox@0.1.8/node_modules/confbox/toml.d.ts</a:t>
            </a:r>
          </a:p>
          <a:p>
            <a:pPr>
              <a:defRPr sz="1200"/>
            </a:pPr>
            <a:r>
              <a:t>D:/pasar_fix/node_modules/.bun/confbox@0.1.8/node_modules/confbox/yaml.d.ts</a:t>
            </a:r>
          </a:p>
          <a:p>
            <a:pPr>
              <a:defRPr sz="1200"/>
            </a:pPr>
            <a:r>
              <a:t>D:/pasar_fix/node_modules/.bun/confbox@0.1.8/node_modules/confbox/dist/index.cjs</a:t>
            </a:r>
          </a:p>
          <a:p>
            <a:pPr>
              <a:defRPr sz="1200"/>
            </a:pPr>
            <a:r>
              <a:t>D:/pasar_fix/node_modules/.bun/confbox@0.1.8/node_modules/confbox/dist/index.d.cts</a:t>
            </a:r>
          </a:p>
          <a:p>
            <a:pPr>
              <a:defRPr sz="1200"/>
            </a:pPr>
            <a:r>
              <a:t>D:/pasar_fix/node_modules/.bun/confbox@0.1.8/node_modules/confbox/dist/index.d.mts</a:t>
            </a:r>
          </a:p>
          <a:p>
            <a:pPr>
              <a:defRPr sz="1200"/>
            </a:pPr>
            <a:r>
              <a:t>D:/pasar_fix/node_modules/.bun/confbox@0.1.8/node_modules/confbox/dist/index.d.ts</a:t>
            </a:r>
          </a:p>
          <a:p>
            <a:pPr>
              <a:defRPr sz="1200"/>
            </a:pPr>
            <a:r>
              <a:t>D:/pasar_fix/node_modules/.bun/confbox@0.1.8/node_modules/confbox/dist/index.mjs</a:t>
            </a:r>
          </a:p>
          <a:p>
            <a:pPr>
              <a:defRPr sz="1200"/>
            </a:pPr>
            <a:r>
              <a:t>D:/pasar_fix/node_modules/.bun/confbox@0.1.8/node_modules/confbox/dist/json5.cjs</a:t>
            </a:r>
          </a:p>
          <a:p>
            <a:pPr>
              <a:defRPr sz="1200"/>
            </a:pPr>
            <a:r>
              <a:t>D:/pasar_fix/node_modules/.bun/confbox@0.1.8/node_modules/confbox/dist/json5.d.cts</a:t>
            </a:r>
          </a:p>
          <a:p>
            <a:pPr>
              <a:defRPr sz="1200"/>
            </a:pPr>
            <a:r>
              <a:t>D:/pasar_fix/node_modules/.bun/confbox@0.1.8/node_modules/confbox/dist/json5.d.mts</a:t>
            </a:r>
          </a:p>
          <a:p>
            <a:pPr>
              <a:defRPr sz="1200"/>
            </a:pPr>
            <a:r>
              <a:t>D:/pasar_fix/node_modules/.bun/confbox@0.1.8/node_modules/confbox/dist/json5.d.ts</a:t>
            </a:r>
          </a:p>
          <a:p>
            <a:pPr>
              <a:defRPr sz="1200"/>
            </a:pPr>
            <a:r>
              <a:t>D:/pasar_fix/node_modules/.bun/confbox@0.1.8/node_modules/confbox/dist/json5.mjs</a:t>
            </a:r>
          </a:p>
          <a:p>
            <a:pPr>
              <a:defRPr sz="1200"/>
            </a:pPr>
            <a:r>
              <a:t>D:/pasar_fix/node_modules/.bun/confbox@0.1.8/node_modules/confbox/dist/jsonc.cjs</a:t>
            </a:r>
          </a:p>
          <a:p>
            <a:pPr>
              <a:defRPr sz="1200"/>
            </a:pPr>
            <a:r>
              <a:t>D:/pasar_fix/node_modules/.bun/confbox@0.1.8/node_modules/confbox/dist/jsonc.d.cts</a:t>
            </a:r>
          </a:p>
          <a:p>
            <a:pPr>
              <a:defRPr sz="1200"/>
            </a:pPr>
            <a:r>
              <a:t>D:/pasar_fix/node_modules/.bun/confbox@0.1.8/node_modules/confbox/dist/jsonc.d.mts</a:t>
            </a:r>
          </a:p>
          <a:p>
            <a:pPr>
              <a:defRPr sz="1200"/>
            </a:pPr>
            <a:r>
              <a:t>D:/pasar_fix/node_modules/.bun/confbox@0.1.8/node_modules/confbox/dist/jsonc.d.ts</a:t>
            </a:r>
          </a:p>
          <a:p>
            <a:pPr>
              <a:defRPr sz="1200"/>
            </a:pPr>
            <a:r>
              <a:t>D:/pasar_fix/node_modules/.bun/confbox@0.1.8/node_modules/confbox/dist/jsonc.mjs</a:t>
            </a:r>
          </a:p>
          <a:p>
            <a:pPr>
              <a:defRPr sz="1200"/>
            </a:pPr>
            <a:r>
              <a:t>D:/pasar_fix/node_modules/.bun/confbox@0.1.8/node_modules/confbox/dist/toml.cjs</a:t>
            </a:r>
          </a:p>
          <a:p>
            <a:pPr>
              <a:defRPr sz="1200"/>
            </a:pPr>
            <a:r>
              <a:t>D:/pasar_fix/node_modules/.bun/confbox@0.1.8/node_modules/confbox/dist/toml.d.cts</a:t>
            </a:r>
          </a:p>
          <a:p>
            <a:pPr>
              <a:defRPr sz="1200"/>
            </a:pPr>
            <a:r>
              <a:t>D:/pasar_fix/node_modules/.bun/confbox@0.1.8/node_modules/confbox/dist/toml.d.mts</a:t>
            </a:r>
          </a:p>
          <a:p>
            <a:pPr>
              <a:defRPr sz="1200"/>
            </a:pPr>
            <a:r>
              <a:t>D:/pasar_fix/node_modules/.bun/confbox@0.1.8/node_modules/confbox/dist/toml.d.ts</a:t>
            </a:r>
          </a:p>
          <a:p>
            <a:pPr>
              <a:defRPr sz="1200"/>
            </a:pPr>
            <a:r>
              <a:t>D:/pasar_fix/node_modules/.bun/confbox@0.1.8/node_modules/confbox/dist/toml.mjs</a:t>
            </a:r>
          </a:p>
          <a:p>
            <a:pPr>
              <a:defRPr sz="1200"/>
            </a:pPr>
            <a:r>
              <a:t>D:/pasar_fix/node_modules/.bun/confbox@0.1.8/node_modules/confbox/dist/yaml.cjs</a:t>
            </a:r>
          </a:p>
          <a:p>
            <a:pPr>
              <a:defRPr sz="1200"/>
            </a:pPr>
            <a:r>
              <a:t>D:/pasar_fix/node_modules/.bun/confbox@0.1.8/node_modules/confbox/dist/yaml.d.cts</a:t>
            </a:r>
          </a:p>
          <a:p>
            <a:pPr>
              <a:defRPr sz="1200"/>
            </a:pPr>
            <a:r>
              <a:t>D:/pasar_fix/node_modules/.bun/confbox@0.1.8/node_modules/confbox/dist/yaml.d.mts</a:t>
            </a:r>
          </a:p>
          <a:p>
            <a:pPr>
              <a:defRPr sz="1200"/>
            </a:pPr>
            <a:r>
              <a:t>D:/pasar_fix/node_modules/.bun/confbox@0.1.8/node_modules/confbox/dist/yaml.d.ts</a:t>
            </a:r>
          </a:p>
          <a:p>
            <a:pPr>
              <a:defRPr sz="1200"/>
            </a:pPr>
            <a:r>
              <a:t>D:/pasar_fix/node_modules/.bun/confbox@0.1.8/node_modules/confbox/dist/yaml.mjs</a:t>
            </a:r>
          </a:p>
          <a:p>
            <a:pPr>
              <a:defRPr sz="1200"/>
            </a:pPr>
            <a:r>
              <a:t>D:/pasar_fix/node_modules/.bun/confbox@0.1.8/node_modules/confbox/dist/shared/confbox.3768c7e9.cjs</a:t>
            </a:r>
          </a:p>
          <a:p>
            <a:pPr>
              <a:defRPr sz="1200"/>
            </a:pPr>
            <a:r>
              <a:t>D:/pasar_fix/node_modules/.bun/confbox@0.1.8/node_modules/confbox/dist/shared/confbox.6b479c78.cjs</a:t>
            </a:r>
          </a:p>
          <a:p>
            <a:pPr>
              <a:defRPr sz="1200"/>
            </a:pPr>
            <a:r>
              <a:t>D:/pasar_fix/node_modules/.bun/confbox@0.1.8/node_modules/confbox/dist/shared/confbox.9388d834.mjs</a:t>
            </a:r>
          </a:p>
          <a:p>
            <a:pPr>
              <a:defRPr sz="1200"/>
            </a:pPr>
            <a:r>
              <a:t>D:/pasar_fix/node_modules/.bun/confbox@0.1.8/node_modules/confbox/dist/shared/confbox.9745c98f.d.cts</a:t>
            </a:r>
          </a:p>
          <a:p>
            <a:pPr>
              <a:defRPr sz="1200"/>
            </a:pPr>
            <a:r>
              <a:t>D:/pasar_fix/node_modules/.bun/confbox@0.1.8/node_modules/confbox/dist/shared/confbox.9745c98f.d.mts</a:t>
            </a:r>
          </a:p>
          <a:p>
            <a:pPr>
              <a:defRPr sz="1200"/>
            </a:pPr>
            <a:r>
              <a:t>D:/pasar_fix/node_modules/.bun/confbox@0.1.8/node_modules/confbox/dist/shared/confbox.9745c98f.d.ts</a:t>
            </a:r>
          </a:p>
          <a:p>
            <a:pPr>
              <a:defRPr sz="1200"/>
            </a:pPr>
            <a:r>
              <a:t>D:/pasar_fix/node_modules/.bun/confbox@0.1.8/node_modules/confbox/dist/shared/confbox.f9f03f05.mjs</a:t>
            </a:r>
          </a:p>
          <a:p>
            <a:pPr>
              <a:defRPr sz="1200"/>
            </a:pPr>
            <a:r>
              <a:t>D:/pasar_fix/node_modules/.bun/confbox@0.2.4/node_modules/confbox/LICENSE</a:t>
            </a:r>
          </a:p>
          <a:p>
            <a:pPr>
              <a:defRPr sz="1200"/>
            </a:pPr>
            <a:r>
              <a:t>D:/pasar_fix/node_modules/.bun/confbox@0.2.4/node_modules/confbox/package.json</a:t>
            </a:r>
          </a:p>
          <a:p>
            <a:pPr>
              <a:defRPr sz="1200"/>
            </a:pPr>
            <a:r>
              <a:t>D:/pasar_fix/node_modules/.bun/confbox@0.2.4/node_modules/confbox/README.md</a:t>
            </a:r>
          </a:p>
          <a:p>
            <a:pPr>
              <a:defRPr sz="1200"/>
            </a:pPr>
            <a:r>
              <a:t>D:/pasar_fix/node_modules/.bun/confbox@0.2.4/node_modules/confbox/dist/index.d.mts</a:t>
            </a:r>
          </a:p>
          <a:p>
            <a:pPr>
              <a:defRPr sz="1200"/>
            </a:pPr>
            <a:r>
              <a:t>D:/pasar_fix/node_modules/.bun/confbox@0.2.4/node_modules/confbox/dist/index.mjs</a:t>
            </a:r>
          </a:p>
          <a:p>
            <a:pPr>
              <a:defRPr sz="1200"/>
            </a:pPr>
            <a:r>
              <a:t>D:/pasar_fix/node_modules/.bun/confbox@0.2.4/node_modules/confbox/dist/ini.d.mts</a:t>
            </a:r>
          </a:p>
          <a:p>
            <a:pPr>
              <a:defRPr sz="1200"/>
            </a:pPr>
            <a:r>
              <a:t>D:/pasar_fix/node_modules/.bun/confbox@0.2.4/node_modules/confbox/dist/ini.mjs</a:t>
            </a:r>
          </a:p>
          <a:p>
            <a:pPr>
              <a:defRPr sz="1200"/>
            </a:pPr>
            <a:r>
              <a:t>D:/pasar_fix/node_modules/.bun/confbox@0.2.4/node_modules/confbox/dist/json5.d.mts</a:t>
            </a:r>
          </a:p>
          <a:p>
            <a:pPr>
              <a:defRPr sz="1200"/>
            </a:pPr>
            <a:r>
              <a:t>D:/pasar_fix/node_modules/.bun/confbox@0.2.4/node_modules/confbox/dist/json5.mjs</a:t>
            </a:r>
          </a:p>
          <a:p>
            <a:pPr>
              <a:defRPr sz="1200"/>
            </a:pPr>
            <a:r>
              <a:t>D:/pasar_fix/node_modules/.bun/confbox@0.2.4/node_modules/confbox/dist/jsonc.d.mts</a:t>
            </a:r>
          </a:p>
          <a:p>
            <a:pPr>
              <a:defRPr sz="1200"/>
            </a:pPr>
            <a:r>
              <a:t>D:/pasar_fix/node_modules/.bun/confbox@0.2.4/node_modules/confbox/dist/jsonc.mjs</a:t>
            </a:r>
          </a:p>
          <a:p>
            <a:pPr>
              <a:defRPr sz="1200"/>
            </a:pPr>
            <a:r>
              <a:t>D:/pasar_fix/node_modules/.bun/confbox@0.2.4/node_modules/confbox/dist/THIRD-PARTY-LICENSES.md</a:t>
            </a:r>
          </a:p>
          <a:p>
            <a:pPr>
              <a:defRPr sz="1200"/>
            </a:pPr>
            <a:r>
              <a:t>D:/pasar_fix/node_modules/.bun/confbox@0.2.4/node_modules/confbox/dist/toml.d.mts</a:t>
            </a:r>
          </a:p>
          <a:p>
            <a:pPr>
              <a:defRPr sz="1200"/>
            </a:pPr>
            <a:r>
              <a:t>D:/pasar_fix/node_modules/.bun/confbox@0.2.4/node_modules/confbox/dist/toml.mjs</a:t>
            </a:r>
          </a:p>
          <a:p>
            <a:pPr>
              <a:defRPr sz="1200"/>
            </a:pPr>
            <a:r>
              <a:t>D:/pasar_fix/node_modules/.bun/confbox@0.2.4/node_modules/confbox/dist/yaml.d.mts</a:t>
            </a:r>
          </a:p>
          <a:p>
            <a:pPr>
              <a:defRPr sz="1200"/>
            </a:pPr>
            <a:r>
              <a:t>D:/pasar_fix/node_modules/.bun/confbox@0.2.4/node_modules/confbox/dist/yaml.mjs</a:t>
            </a:r>
          </a:p>
          <a:p>
            <a:pPr>
              <a:defRPr sz="1200"/>
            </a:pPr>
            <a:r>
              <a:t>D:/pasar_fix/node_modules/.bun/confbox@0.2.4/node_modules/confbox/dist/_chunks/json.mjs</a:t>
            </a:r>
          </a:p>
          <a:p>
            <a:pPr>
              <a:defRPr sz="1200"/>
            </a:pPr>
            <a:r>
              <a:t>D:/pasar_fix/node_modules/.bun/confbox@0.2.4/node_modules/confbox/dist/_chunks/rolldown-runtime.mjs</a:t>
            </a:r>
          </a:p>
          <a:p>
            <a:pPr>
              <a:defRPr sz="1200"/>
            </a:pPr>
            <a:r>
              <a:t>D:/pasar_fix/node_modules/.bun/confbox@0.2.4/node_modules/confbox/dist/_chunks/_format.d.mts</a:t>
            </a:r>
          </a:p>
          <a:p>
            <a:pPr>
              <a:defRPr sz="1200"/>
            </a:pPr>
            <a:r>
              <a:t>D:/pasar_fix/node_modules/.bun/confbox@0.2.4/node_modules/confbox/dist/_chunks/_format.mjs</a:t>
            </a:r>
          </a:p>
          <a:p>
            <a:pPr>
              <a:defRPr sz="1200"/>
            </a:pPr>
            <a:r>
              <a:t>D:/pasar_fix/node_modules/.bun/confbox@0.2.4/node_modules/confbox/dist/_chunks/libs/detect-indent.mjs</a:t>
            </a:r>
          </a:p>
          <a:p>
            <a:pPr>
              <a:defRPr sz="1200"/>
            </a:pPr>
            <a:r>
              <a:t>D:/pasar_fix/node_modules/.bun/confbox@0.2.4/node_modules/confbox/dist/_chunks/libs/ini.mjs</a:t>
            </a:r>
          </a:p>
          <a:p>
            <a:pPr>
              <a:defRPr sz="1200"/>
            </a:pPr>
            <a:r>
              <a:t>D:/pasar_fix/node_modules/.bun/confbox@0.2.4/node_modules/confbox/dist/_chunks/libs/js-yaml.mjs</a:t>
            </a:r>
          </a:p>
          <a:p>
            <a:pPr>
              <a:defRPr sz="1200"/>
            </a:pPr>
            <a:r>
              <a:t>D:/pasar_fix/node_modules/.bun/confbox@0.2.4/node_modules/confbox/dist/_chunks/libs/json5.mjs</a:t>
            </a:r>
          </a:p>
          <a:p>
            <a:pPr>
              <a:defRPr sz="1200"/>
            </a:pPr>
            <a:r>
              <a:t>D:/pasar_fix/node_modules/.bun/confbox@0.2.4/node_modules/confbox/dist/_chunks/libs/jsonc-parser.mjs</a:t>
            </a:r>
          </a:p>
          <a:p>
            <a:pPr>
              <a:defRPr sz="1200"/>
            </a:pPr>
            <a:r>
              <a:t>D:/pasar_fix/node_modules/.bun/confbox@0.2.4/node_modules/confbox/dist/_chunks/libs/smol-toml.mjs</a:t>
            </a:r>
          </a:p>
          <a:p>
            <a:pPr>
              <a:defRPr sz="1200"/>
            </a:pPr>
            <a:r>
              <a:t>D:/pasar_fix/node_modules/.bun/consola@3.4.2/node_modules/consola/basic.d.ts</a:t>
            </a:r>
          </a:p>
          <a:p>
            <a:pPr>
              <a:defRPr sz="1200"/>
            </a:pPr>
            <a:r>
              <a:t>D:/pasar_fix/node_modules/.bun/consola@3.4.2/node_modules/consola/browser.d.ts</a:t>
            </a:r>
          </a:p>
          <a:p>
            <a:pPr>
              <a:defRPr sz="1200"/>
            </a:pPr>
            <a:r>
              <a:t>D:/pasar_fix/node_modules/.bun/consola@3.4.2/node_modules/consola/core.d.ts</a:t>
            </a:r>
          </a:p>
          <a:p>
            <a:pPr>
              <a:defRPr sz="1200"/>
            </a:pPr>
            <a:r>
              <a:t>D:/pasar_fix/node_modules/.bun/consola@3.4.2/node_modules/consola/LICENSE</a:t>
            </a:r>
          </a:p>
          <a:p>
            <a:pPr>
              <a:defRPr sz="1200"/>
            </a:pPr>
            <a:r>
              <a:t>D:/pasar_fix/node_modules/.bun/consola@3.4.2/node_modules/consola/package.json</a:t>
            </a:r>
          </a:p>
          <a:p>
            <a:pPr>
              <a:defRPr sz="1200"/>
            </a:pPr>
            <a:r>
              <a:t>D:/pasar_fix/node_modules/.bun/consola@3.4.2/node_modules/consola/README.md</a:t>
            </a:r>
          </a:p>
          <a:p>
            <a:pPr>
              <a:defRPr sz="1200"/>
            </a:pPr>
            <a:r>
              <a:t>D:/pasar_fix/node_modules/.bun/consola@3.4.2/node_modules/consola/utils.d.ts</a:t>
            </a:r>
          </a:p>
          <a:p>
            <a:pPr>
              <a:defRPr sz="1200"/>
            </a:pPr>
            <a:r>
              <a:t>D:/pasar_fix/node_modules/.bun/consola@3.4.2/node_modules/consola/dist/basic.cjs</a:t>
            </a:r>
          </a:p>
          <a:p>
            <a:pPr>
              <a:defRPr sz="1200"/>
            </a:pPr>
            <a:r>
              <a:t>D:/pasar_fix/node_modules/.bun/consola@3.4.2/node_modules/consola/dist/basic.d.cts</a:t>
            </a:r>
          </a:p>
          <a:p>
            <a:pPr>
              <a:defRPr sz="1200"/>
            </a:pPr>
            <a:r>
              <a:t>D:/pasar_fix/node_modules/.bun/consola@3.4.2/node_modules/consola/dist/basic.d.mts</a:t>
            </a:r>
          </a:p>
          <a:p>
            <a:pPr>
              <a:defRPr sz="1200"/>
            </a:pPr>
            <a:r>
              <a:t>D:/pasar_fix/node_modules/.bun/consola@3.4.2/node_modules/consola/dist/basic.d.ts</a:t>
            </a:r>
          </a:p>
          <a:p>
            <a:pPr>
              <a:defRPr sz="1200"/>
            </a:pPr>
            <a:r>
              <a:t>D:/pasar_fix/node_modules/.bun/consola@3.4.2/node_modules/consola/dist/basic.mjs</a:t>
            </a:r>
          </a:p>
          <a:p>
            <a:pPr>
              <a:defRPr sz="1200"/>
            </a:pPr>
            <a:r>
              <a:t>D:/pasar_fix/node_modules/.bun/consola@3.4.2/node_modules/consola/dist/browser.cjs</a:t>
            </a:r>
          </a:p>
          <a:p>
            <a:pPr>
              <a:defRPr sz="1200"/>
            </a:pPr>
            <a:r>
              <a:t>D:/pasar_fix/node_modules/.bun/consola@3.4.2/node_modules/consola/dist/browser.d.cts</a:t>
            </a:r>
          </a:p>
          <a:p>
            <a:pPr>
              <a:defRPr sz="1200"/>
            </a:pPr>
            <a:r>
              <a:t>D:/pasar_fix/node_modules/.bun/consola@3.4.2/node_modules/consola/dist/browser.d.mts</a:t>
            </a:r>
          </a:p>
          <a:p>
            <a:pPr>
              <a:defRPr sz="1200"/>
            </a:pPr>
            <a:r>
              <a:t>D:/pasar_fix/node_modules/.bun/consola@3.4.2/node_modules/consola/dist/browser.d.ts</a:t>
            </a:r>
          </a:p>
          <a:p>
            <a:pPr>
              <a:defRPr sz="1200"/>
            </a:pPr>
            <a:r>
              <a:t>D:/pasar_fix/node_modules/.bun/consola@3.4.2/node_modules/consola/dist/browser.mjs</a:t>
            </a:r>
          </a:p>
          <a:p>
            <a:pPr>
              <a:defRPr sz="1200"/>
            </a:pPr>
            <a:r>
              <a:t>D:/pasar_fix/node_modules/.bun/consola@3.4.2/node_modules/consola/dist/core.cjs</a:t>
            </a:r>
          </a:p>
          <a:p>
            <a:pPr>
              <a:defRPr sz="1200"/>
            </a:pPr>
            <a:r>
              <a:t>D:/pasar_fix/node_modules/.bun/consola@3.4.2/node_modules/consola/dist/core.d.cts</a:t>
            </a:r>
          </a:p>
          <a:p>
            <a:pPr>
              <a:defRPr sz="1200"/>
            </a:pPr>
            <a:r>
              <a:t>D:/pasar_fix/node_modules/.bun/consola@3.4.2/node_modules/consola/dist/core.d.mts</a:t>
            </a:r>
          </a:p>
          <a:p>
            <a:pPr>
              <a:defRPr sz="1200"/>
            </a:pPr>
            <a:r>
              <a:t>D:/pasar_fix/node_modules/.bun/consola@3.4.2/node_modules/consola/dist/core.d.ts</a:t>
            </a:r>
          </a:p>
          <a:p>
            <a:pPr>
              <a:defRPr sz="1200"/>
            </a:pPr>
            <a:r>
              <a:t>D:/pasar_fix/node_modules/.bun/consola@3.4.2/node_modules/consola/dist/core.mjs</a:t>
            </a:r>
          </a:p>
          <a:p>
            <a:pPr>
              <a:defRPr sz="1200"/>
            </a:pPr>
            <a:r>
              <a:t>D:/pasar_fix/node_modules/.bun/consola@3.4.2/node_modules/consola/dist/index.cjs</a:t>
            </a:r>
          </a:p>
          <a:p>
            <a:pPr>
              <a:defRPr sz="1200"/>
            </a:pPr>
            <a:r>
              <a:t>D:/pasar_fix/node_modules/.bun/consola@3.4.2/node_modules/consola/dist/index.d.cts</a:t>
            </a:r>
          </a:p>
          <a:p>
            <a:pPr>
              <a:defRPr sz="1200"/>
            </a:pPr>
            <a:r>
              <a:t>D:/pasar_fix/node_modules/.bun/consola@3.4.2/node_modules/consola/dist/index.d.mts</a:t>
            </a:r>
          </a:p>
          <a:p>
            <a:pPr>
              <a:defRPr sz="1200"/>
            </a:pPr>
            <a:r>
              <a:t>D:/pasar_fix/node_modules/.bun/consola@3.4.2/node_modules/consola/dist/index.d.ts</a:t>
            </a:r>
          </a:p>
          <a:p>
            <a:pPr>
              <a:defRPr sz="1200"/>
            </a:pPr>
            <a:r>
              <a:t>D:/pasar_fix/node_modules/.bun/consola@3.4.2/node_modules/consola/dist/index.mjs</a:t>
            </a:r>
          </a:p>
          <a:p>
            <a:pPr>
              <a:defRPr sz="1200"/>
            </a:pPr>
            <a:r>
              <a:t>D:/pasar_fix/node_modules/.bun/consola@3.4.2/node_modules/consola/dist/utils.cjs</a:t>
            </a:r>
          </a:p>
          <a:p>
            <a:pPr>
              <a:defRPr sz="1200"/>
            </a:pPr>
            <a:r>
              <a:t>D:/pasar_fix/node_modules/.bun/consola@3.4.2/node_modules/consola/dist/utils.d.cts</a:t>
            </a:r>
          </a:p>
          <a:p>
            <a:pPr>
              <a:defRPr sz="1200"/>
            </a:pPr>
            <a:r>
              <a:t>D:/pasar_fix/node_modules/.bun/consola@3.4.2/node_modules/consola/dist/utils.d.mts</a:t>
            </a:r>
          </a:p>
          <a:p>
            <a:pPr>
              <a:defRPr sz="1200"/>
            </a:pPr>
            <a:r>
              <a:t>D:/pasar_fix/node_modules/.bun/consola@3.4.2/node_modules/consola/dist/utils.d.ts</a:t>
            </a:r>
          </a:p>
          <a:p>
            <a:pPr>
              <a:defRPr sz="1200"/>
            </a:pPr>
            <a:r>
              <a:t>D:/pasar_fix/node_modules/.bun/consola@3.4.2/node_modules/consola/dist/utils.mjs</a:t>
            </a:r>
          </a:p>
          <a:p>
            <a:pPr>
              <a:defRPr sz="1200"/>
            </a:pPr>
            <a:r>
              <a:t>D:/pasar_fix/node_modules/.bun/consola@3.4.2/node_modules/consola/dist/chunks/prompt.cjs</a:t>
            </a:r>
          </a:p>
          <a:p>
            <a:pPr>
              <a:defRPr sz="1200"/>
            </a:pPr>
            <a:r>
              <a:t>D:/pasar_fix/node_modules/.bun/consola@3.4.2/node_modules/consola/dist/chunks/prompt.mjs</a:t>
            </a:r>
          </a:p>
          <a:p>
            <a:pPr>
              <a:defRPr sz="1200"/>
            </a:pPr>
            <a:r>
              <a:t>D:/pasar_fix/node_modules/.bun/consola@3.4.2/node_modules/consola/dist/shared/consola.DCGIlDNP.cjs</a:t>
            </a:r>
          </a:p>
          <a:p>
            <a:pPr>
              <a:defRPr sz="1200"/>
            </a:pPr>
            <a:r>
              <a:t>D:/pasar_fix/node_modules/.bun/consola@3.4.2/node_modules/consola/dist/shared/consola.DRwqZj3T.mjs</a:t>
            </a:r>
          </a:p>
          <a:p>
            <a:pPr>
              <a:defRPr sz="1200"/>
            </a:pPr>
            <a:r>
              <a:t>D:/pasar_fix/node_modules/.bun/consola@3.4.2/node_modules/consola/dist/shared/consola.DwRq1yyg.cjs</a:t>
            </a:r>
          </a:p>
          <a:p>
            <a:pPr>
              <a:defRPr sz="1200"/>
            </a:pPr>
            <a:r>
              <a:t>D:/pasar_fix/node_modules/.bun/consola@3.4.2/node_modules/consola/dist/shared/consola.DXBYu-KD.mjs</a:t>
            </a:r>
          </a:p>
          <a:p>
            <a:pPr>
              <a:defRPr sz="1200"/>
            </a:pPr>
            <a:r>
              <a:t>D:/pasar_fix/node_modules/.bun/consola@3.4.2/node_modules/consola/lib/index.cjs</a:t>
            </a:r>
          </a:p>
          <a:p>
            <a:pPr>
              <a:defRPr sz="1200"/>
            </a:pPr>
            <a:r>
              <a:t>D:/pasar_fix/node_modules/.bun/convert-source-map@2.0.0/node_modules/convert-source-map/index.js</a:t>
            </a:r>
          </a:p>
          <a:p>
            <a:pPr>
              <a:defRPr sz="1200"/>
            </a:pPr>
            <a:r>
              <a:t>D:/pasar_fix/node_modules/.bun/convert-source-map@2.0.0/node_modules/convert-source-map/LICENSE</a:t>
            </a:r>
          </a:p>
          <a:p>
            <a:pPr>
              <a:defRPr sz="1200"/>
            </a:pPr>
            <a:r>
              <a:t>D:/pasar_fix/node_modules/.bun/convert-source-map@2.0.0/node_modules/convert-source-map/package.json</a:t>
            </a:r>
          </a:p>
          <a:p>
            <a:pPr>
              <a:defRPr sz="1200"/>
            </a:pPr>
            <a:r>
              <a:t>D:/pasar_fix/node_modules/.bun/convert-source-map@2.0.0/node_modules/convert-source-map/README.md</a:t>
            </a:r>
          </a:p>
          <a:p>
            <a:pPr>
              <a:defRPr sz="1200"/>
            </a:pPr>
            <a:r>
              <a:t>D:/pasar_fix/node_modules/.bun/cookie-es@1.2.3/node_modules/cookie-es/LICENSE</a:t>
            </a:r>
          </a:p>
          <a:p>
            <a:pPr>
              <a:defRPr sz="1200"/>
            </a:pPr>
            <a:r>
              <a:t>D:/pasar_fix/node_modules/.bun/cookie-es@1.2.3/node_modules/cookie-es/package.json</a:t>
            </a:r>
          </a:p>
          <a:p>
            <a:pPr>
              <a:defRPr sz="1200"/>
            </a:pPr>
            <a:r>
              <a:t>D:/pasar_fix/node_modules/.bun/cookie-es@1.2.3/node_modules/cookie-es/README.md</a:t>
            </a:r>
          </a:p>
          <a:p>
            <a:pPr>
              <a:defRPr sz="1200"/>
            </a:pPr>
            <a:r>
              <a:t>D:/pasar_fix/node_modules/.bun/cookie-es@1.2.3/node_modules/cookie-es/dist/index.cjs</a:t>
            </a:r>
          </a:p>
          <a:p>
            <a:pPr>
              <a:defRPr sz="1200"/>
            </a:pPr>
            <a:r>
              <a:t>D:/pasar_fix/node_modules/.bun/cookie-es@1.2.3/node_modules/cookie-es/dist/index.d.cts</a:t>
            </a:r>
          </a:p>
          <a:p>
            <a:pPr>
              <a:defRPr sz="1200"/>
            </a:pPr>
            <a:r>
              <a:t>D:/pasar_fix/node_modules/.bun/cookie-es@1.2.3/node_modules/cookie-es/dist/index.d.mts</a:t>
            </a:r>
          </a:p>
          <a:p>
            <a:pPr>
              <a:defRPr sz="1200"/>
            </a:pPr>
            <a:r>
              <a:t>D:/pasar_fix/node_modules/.bun/cookie-es@1.2.3/node_modules/cookie-es/dist/index.d.ts</a:t>
            </a:r>
          </a:p>
          <a:p>
            <a:pPr>
              <a:defRPr sz="1200"/>
            </a:pPr>
            <a:r>
              <a:t>D:/pasar_fix/node_modules/.bun/cookie-es@1.2.3/node_modules/cookie-es/dist/index.mjs</a:t>
            </a:r>
          </a:p>
          <a:p>
            <a:pPr>
              <a:defRPr sz="1200"/>
            </a:pPr>
            <a:r>
              <a:t>D:/pasar_fix/node_modules/.bun/cookie-es@2.0.1/node_modules/cookie-es/LICENSE</a:t>
            </a:r>
          </a:p>
          <a:p>
            <a:pPr>
              <a:defRPr sz="1200"/>
            </a:pPr>
            <a:r>
              <a:t>D:/pasar_fix/node_modules/.bun/cookie-es@2.0.1/node_modules/cookie-es/package.json</a:t>
            </a:r>
          </a:p>
          <a:p>
            <a:pPr>
              <a:defRPr sz="1200"/>
            </a:pPr>
            <a:r>
              <a:t>D:/pasar_fix/node_modules/.bun/cookie-es@2.0.1/node_modules/cookie-es/README.md</a:t>
            </a:r>
          </a:p>
          <a:p>
            <a:pPr>
              <a:defRPr sz="1200"/>
            </a:pPr>
            <a:r>
              <a:t>D:/pasar_fix/node_modules/.bun/cookie-es@2.0.1/node_modules/cookie-es/dist/index.d.mts</a:t>
            </a:r>
          </a:p>
          <a:p>
            <a:pPr>
              <a:defRPr sz="1200"/>
            </a:pPr>
            <a:r>
              <a:t>D:/pasar_fix/node_modules/.bun/cookie-es@2.0.1/node_modules/cookie-es/dist/index.mjs</a:t>
            </a:r>
          </a:p>
          <a:p>
            <a:pPr>
              <a:defRPr sz="1200"/>
            </a:pPr>
            <a:r>
              <a:t>D:/pasar_fix/node_modules/.bun/cookie-es@3.1.1/node_modules/cookie-es/LICENSE</a:t>
            </a:r>
          </a:p>
          <a:p>
            <a:pPr>
              <a:defRPr sz="1200"/>
            </a:pPr>
            <a:r>
              <a:t>D:/pasar_fix/node_modules/.bun/cookie-es@3.1.1/node_modules/cookie-es/package.json</a:t>
            </a:r>
          </a:p>
          <a:p>
            <a:pPr>
              <a:defRPr sz="1200"/>
            </a:pPr>
            <a:r>
              <a:t>D:/pasar_fix/node_modules/.bun/cookie-es@3.1.1/node_modules/cookie-es/README.md</a:t>
            </a:r>
          </a:p>
          <a:p>
            <a:pPr>
              <a:defRPr sz="1200"/>
            </a:pPr>
            <a:r>
              <a:t>D:/pasar_fix/node_modules/.bun/cookie-es@3.1.1/node_modules/cookie-es/dist/index.d.mts</a:t>
            </a:r>
          </a:p>
          <a:p>
            <a:pPr>
              <a:defRPr sz="1200"/>
            </a:pPr>
            <a:r>
              <a:t>D:/pasar_fix/node_modules/.bun/cookie-es@3.1.1/node_modules/cookie-es/dist/index.mjs</a:t>
            </a:r>
          </a:p>
          <a:p>
            <a:pPr>
              <a:defRPr sz="1200"/>
            </a:pPr>
            <a:r>
              <a:t>D:/pasar_fix/node_modules/.bun/cookie@1.1.1/node_modules/cookie/LICENSE</a:t>
            </a:r>
          </a:p>
          <a:p>
            <a:pPr>
              <a:defRPr sz="1200"/>
            </a:pPr>
            <a:r>
              <a:t>D:/pasar_fix/node_modules/.bun/cookie@1.1.1/node_modules/cookie/package.json</a:t>
            </a:r>
          </a:p>
          <a:p>
            <a:pPr>
              <a:defRPr sz="1200"/>
            </a:pPr>
            <a:r>
              <a:t>D:/pasar_fix/node_modules/.bun/cookie@1.1.1/node_modules/cookie/README.md</a:t>
            </a:r>
          </a:p>
          <a:p>
            <a:pPr>
              <a:defRPr sz="1200"/>
            </a:pPr>
            <a:r>
              <a:t>D:/pasar_fix/node_modules/.bun/cookie@1.1.1/node_modules/cookie/dist/index.d.ts</a:t>
            </a:r>
          </a:p>
          <a:p>
            <a:pPr>
              <a:defRPr sz="1200"/>
            </a:pPr>
            <a:r>
              <a:t>D:/pasar_fix/node_modules/.bun/cookie@1.1.1/node_modules/cookie/dist/index.js</a:t>
            </a:r>
          </a:p>
          <a:p>
            <a:pPr>
              <a:defRPr sz="1200"/>
            </a:pPr>
            <a:r>
              <a:t>D:/pasar_fix/node_modules/.bun/cookie@1.1.1/node_modules/cookie/dist/index.js.map</a:t>
            </a:r>
          </a:p>
          <a:p>
            <a:pPr>
              <a:defRPr sz="1200"/>
            </a:pPr>
            <a:r>
              <a:t>D:/pasar_fix/node_modules/.bun/core-util-is@1.0.3/node_modules/core-util-is/LICENSE</a:t>
            </a:r>
          </a:p>
          <a:p>
            <a:pPr>
              <a:defRPr sz="1200"/>
            </a:pPr>
            <a:r>
              <a:t>D:/pasar_fix/node_modules/.bun/core-util-is@1.0.3/node_modules/core-util-is/package.json</a:t>
            </a:r>
          </a:p>
          <a:p>
            <a:pPr>
              <a:defRPr sz="1200"/>
            </a:pPr>
            <a:r>
              <a:t>D:/pasar_fix/node_modules/.bun/core-util-is@1.0.3/node_modules/core-util-is/README.md</a:t>
            </a:r>
          </a:p>
          <a:p>
            <a:pPr>
              <a:defRPr sz="1200"/>
            </a:pPr>
            <a:r>
              <a:t>D:/pasar_fix/node_modules/.bun/core-util-is@1.0.3/node_modules/core-util-is/lib/util.js</a:t>
            </a:r>
          </a:p>
          <a:p>
            <a:pPr>
              <a:defRPr sz="1200"/>
            </a:pPr>
            <a:r>
              <a:t>D:/pasar_fix/node_modules/.bun/cose-base@1.0.3/node_modules/cose-base/.babelrc</a:t>
            </a:r>
          </a:p>
          <a:p>
            <a:pPr>
              <a:defRPr sz="1200"/>
            </a:pPr>
            <a:r>
              <a:t>D:/pasar_fix/node_modules/.bun/cose-base@1.0.3/node_modules/cose-base/bower.json</a:t>
            </a:r>
          </a:p>
          <a:p>
            <a:pPr>
              <a:defRPr sz="1200"/>
            </a:pPr>
            <a:r>
              <a:t>D:/pasar_fix/node_modules/.bun/cose-base@1.0.3/node_modules/cose-base/cose-base.js</a:t>
            </a:r>
          </a:p>
          <a:p>
            <a:pPr>
              <a:defRPr sz="1200"/>
            </a:pPr>
            <a:r>
              <a:t>D:/pasar_fix/node_modules/.bun/cose-base@1.0.3/node_modules/cose-base/index.js</a:t>
            </a:r>
          </a:p>
          <a:p>
            <a:pPr>
              <a:defRPr sz="1200"/>
            </a:pPr>
            <a:r>
              <a:t>D:/pasar_fix/node_modules/.bun/cose-base@1.0.3/node_modules/cose-base/LICENSE</a:t>
            </a:r>
          </a:p>
          <a:p>
            <a:pPr>
              <a:defRPr sz="1200"/>
            </a:pPr>
            <a:r>
              <a:t>D:/pasar_fix/node_modules/.bun/cose-base@1.0.3/node_modules/cose-base/package.json</a:t>
            </a:r>
          </a:p>
          <a:p>
            <a:pPr>
              <a:defRPr sz="1200"/>
            </a:pPr>
            <a:r>
              <a:t>D:/pasar_fix/node_modules/.bun/cose-base@1.0.3/node_modules/cose-base/README.md</a:t>
            </a:r>
          </a:p>
          <a:p>
            <a:pPr>
              <a:defRPr sz="1200"/>
            </a:pPr>
            <a:r>
              <a:t>D:/pasar_fix/node_modules/.bun/cose-base@1.0.3/node_modules/cose-base/webpack.config.js</a:t>
            </a:r>
          </a:p>
          <a:p>
            <a:pPr>
              <a:defRPr sz="1200"/>
            </a:pPr>
            <a:r>
              <a:t>D:/pasar_fix/node_modules/.bun/cose-base@1.0.3/node_modules/cose-base/src/CoSEConstants.js</a:t>
            </a:r>
          </a:p>
          <a:p>
            <a:pPr>
              <a:defRPr sz="1200"/>
            </a:pPr>
            <a:r>
              <a:t>D:/pasar_fix/node_modules/.bun/cose-base@1.0.3/node_modules/cose-base/src/CoSEEdge.js</a:t>
            </a:r>
          </a:p>
          <a:p>
            <a:pPr>
              <a:defRPr sz="1200"/>
            </a:pPr>
            <a:r>
              <a:t>D:/pasar_fix/node_modules/.bun/cose-base@1.0.3/node_modules/cose-base/src/CoSEGraph.js</a:t>
            </a:r>
          </a:p>
          <a:p>
            <a:pPr>
              <a:defRPr sz="1200"/>
            </a:pPr>
            <a:r>
              <a:t>D:/pasar_fix/node_modules/.bun/cose-base@1.0.3/node_modules/cose-base/src/CoSEGraphManager.js</a:t>
            </a:r>
          </a:p>
          <a:p>
            <a:pPr>
              <a:defRPr sz="1200"/>
            </a:pPr>
            <a:r>
              <a:t>D:/pasar_fix/node_modules/.bun/cose-base@1.0.3/node_modules/cose-base/src/CoSELayout.js</a:t>
            </a:r>
          </a:p>
          <a:p>
            <a:pPr>
              <a:defRPr sz="1200"/>
            </a:pPr>
            <a:r>
              <a:t>D:/pasar_fix/node_modules/.bun/cose-base@1.0.3/node_modules/cose-base/src/CoSENode.js</a:t>
            </a:r>
          </a:p>
          <a:p>
            <a:pPr>
              <a:defRPr sz="1200"/>
            </a:pPr>
            <a:r>
              <a:t>D:/pasar_fix/node_modules/.bun/cose-base@2.2.0/node_modules/cose-base/.babelrc</a:t>
            </a:r>
          </a:p>
          <a:p>
            <a:pPr>
              <a:defRPr sz="1200"/>
            </a:pPr>
            <a:r>
              <a:t>D:/pasar_fix/node_modules/.bun/cose-base@2.2.0/node_modules/cose-base/bower.json</a:t>
            </a:r>
          </a:p>
          <a:p>
            <a:pPr>
              <a:defRPr sz="1200"/>
            </a:pPr>
            <a:r>
              <a:t>D:/pasar_fix/node_modules/.bun/cose-base@2.2.0/node_modules/cose-base/cose-base.js</a:t>
            </a:r>
          </a:p>
          <a:p>
            <a:pPr>
              <a:defRPr sz="1200"/>
            </a:pPr>
            <a:r>
              <a:t>D:/pasar_fix/node_modules/.bun/cose-base@2.2.0/node_modules/cose-base/index.js</a:t>
            </a:r>
          </a:p>
          <a:p>
            <a:pPr>
              <a:defRPr sz="1200"/>
            </a:pPr>
            <a:r>
              <a:t>D:/pasar_fix/node_modules/.bun/cose-base@2.2.0/node_modules/cose-base/LICENSE</a:t>
            </a:r>
          </a:p>
          <a:p>
            <a:pPr>
              <a:defRPr sz="1200"/>
            </a:pPr>
            <a:r>
              <a:t>D:/pasar_fix/node_modules/.bun/cose-base@2.2.0/node_modules/cose-base/package.json</a:t>
            </a:r>
          </a:p>
          <a:p>
            <a:pPr>
              <a:defRPr sz="1200"/>
            </a:pPr>
            <a:r>
              <a:t>D:/pasar_fix/node_modules/.bun/cose-base@2.2.0/node_modules/cose-base/README.md</a:t>
            </a:r>
          </a:p>
          <a:p>
            <a:pPr>
              <a:defRPr sz="1200"/>
            </a:pPr>
            <a:r>
              <a:t>D:/pasar_fix/node_modules/.bun/cose-base@2.2.0/node_modules/cose-base/webpack.config.js</a:t>
            </a:r>
          </a:p>
          <a:p>
            <a:pPr>
              <a:defRPr sz="1200"/>
            </a:pPr>
            <a:r>
              <a:t>D:/pasar_fix/node_modules/.bun/cose-base@2.2.0/node_modules/cose-base/src/ConstraintHandler.js</a:t>
            </a:r>
          </a:p>
          <a:p>
            <a:pPr>
              <a:defRPr sz="1200"/>
            </a:pPr>
            <a:r>
              <a:t>D:/pasar_fix/node_modules/.bun/cose-base@2.2.0/node_modules/cose-base/src/CoSEConstants.js</a:t>
            </a:r>
          </a:p>
          <a:p>
            <a:pPr>
              <a:defRPr sz="1200"/>
            </a:pPr>
            <a:r>
              <a:t>D:/pasar_fix/node_modules/.bun/cose-base@2.2.0/node_modules/cose-base/src/CoSEEdge.js</a:t>
            </a:r>
          </a:p>
          <a:p>
            <a:pPr>
              <a:defRPr sz="1200"/>
            </a:pPr>
            <a:r>
              <a:t>D:/pasar_fix/node_modules/.bun/cose-base@2.2.0/node_modules/cose-base/src/CoSEGraph.js</a:t>
            </a:r>
          </a:p>
          <a:p>
            <a:pPr>
              <a:defRPr sz="1200"/>
            </a:pPr>
            <a:r>
              <a:t>D:/pasar_fix/node_modules/.bun/cose-base@2.2.0/node_modules/cose-base/src/CoSEGraphManager.js</a:t>
            </a:r>
          </a:p>
          <a:p>
            <a:pPr>
              <a:defRPr sz="1200"/>
            </a:pPr>
            <a:r>
              <a:t>D:/pasar_fix/node_modules/.bun/cose-base@2.2.0/node_modules/cose-base/src/CoSELayout.js</a:t>
            </a:r>
          </a:p>
          <a:p>
            <a:pPr>
              <a:defRPr sz="1200"/>
            </a:pPr>
            <a:r>
              <a:t>D:/pasar_fix/node_modules/.bun/cose-base@2.2.0/node_modules/cose-base/src/CoSENode.js</a:t>
            </a:r>
          </a:p>
          <a:p>
            <a:pPr>
              <a:defRPr sz="1200"/>
            </a:pPr>
            <a:r>
              <a:t>D:/pasar_fix/node_modules/.bun/cosmiconfig@8.3.6+1fb4c65d43e298b9/node_modules/.bin/js-yaml.bunx</a:t>
            </a:r>
          </a:p>
          <a:p>
            <a:pPr>
              <a:defRPr sz="1200"/>
            </a:pPr>
            <a:r>
              <a:t>D:/pasar_fix/node_modules/.bun/cosmiconfig@8.3.6+1fb4c65d43e298b9/node_modules/.bin/js-yaml.exe</a:t>
            </a:r>
          </a:p>
          <a:p>
            <a:pPr>
              <a:defRPr sz="1200"/>
            </a:pPr>
            <a:r>
              <a:t>D:/pasar_fix/node_modules/.bun/cosmiconfig@8.3.6+1fb4c65d43e298b9/node_modules/.bin/tsc.bunx</a:t>
            </a:r>
          </a:p>
          <a:p>
            <a:pPr>
              <a:defRPr sz="1200"/>
            </a:pPr>
            <a:r>
              <a:t>D:/pasar_fix/node_modules/.bun/cosmiconfig@8.3.6+1fb4c65d43e298b9/node_modules/.bin/tsc.exe</a:t>
            </a:r>
          </a:p>
          <a:p>
            <a:pPr>
              <a:defRPr sz="1200"/>
            </a:pPr>
            <a:r>
              <a:t>D:/pasar_fix/node_modules/.bun/cosmiconfig@8.3.6+1fb4c65d43e298b9/node_modules/.bin/tsserver.bunx</a:t>
            </a:r>
          </a:p>
          <a:p>
            <a:pPr>
              <a:defRPr sz="1200"/>
            </a:pPr>
            <a:r>
              <a:t>D:/pasar_fix/node_modules/.bun/cosmiconfig@8.3.6+1fb4c65d43e298b9/node_modules/.bin/tsserver.exe</a:t>
            </a:r>
          </a:p>
          <a:p>
            <a:pPr>
              <a:defRPr sz="1200"/>
            </a:pPr>
            <a:r>
              <a:t>D:/pasar_fix/node_modules/.bun/cosmiconfig@8.3.6+1fb4c65d43e298b9/node_modules/cosmiconfig/LICENSE</a:t>
            </a:r>
          </a:p>
          <a:p>
            <a:pPr>
              <a:defRPr sz="1200"/>
            </a:pPr>
            <a:r>
              <a:t>D:/pasar_fix/node_modules/.bun/cosmiconfig@8.3.6+1fb4c65d43e298b9/node_modules/cosmiconfig/package.json</a:t>
            </a:r>
          </a:p>
          <a:p>
            <a:pPr>
              <a:defRPr sz="1200"/>
            </a:pPr>
            <a:r>
              <a:t>D:/pasar_fix/node_modules/.bun/cosmiconfig@8.3.6+1fb4c65d43e298b9/node_modules/cosmiconfig/README.md</a:t>
            </a:r>
          </a:p>
          <a:p>
            <a:pPr>
              <a:defRPr sz="1200"/>
            </a:pPr>
            <a:r>
              <a:t>D:/pasar_fix/node_modules/.bun/cosmiconfig@8.3.6+1fb4c65d43e298b9/node_modules/cosmiconfig/dist/Explorer.d.ts</a:t>
            </a:r>
          </a:p>
          <a:p>
            <a:pPr>
              <a:defRPr sz="1200"/>
            </a:pPr>
            <a:r>
              <a:t>D:/pasar_fix/node_modules/.bun/cosmiconfig@8.3.6+1fb4c65d43e298b9/node_modules/cosmiconfig/dist/Explorer.d.ts.map</a:t>
            </a:r>
          </a:p>
          <a:p>
            <a:pPr>
              <a:defRPr sz="1200"/>
            </a:pPr>
            <a:r>
              <a:t>D:/pasar_fix/node_modules/.bun/cosmiconfig@8.3.6+1fb4c65d43e298b9/node_modules/cosmiconfig/dist/Explorer.js</a:t>
            </a:r>
          </a:p>
          <a:p>
            <a:pPr>
              <a:defRPr sz="1200"/>
            </a:pPr>
            <a:r>
              <a:t>D:/pasar_fix/node_modules/.bun/cosmiconfig@8.3.6+1fb4c65d43e298b9/node_modules/cosmiconfig/dist/Explorer.js.map</a:t>
            </a:r>
          </a:p>
          <a:p>
            <a:pPr>
              <a:defRPr sz="1200"/>
            </a:pPr>
            <a:r>
              <a:t>D:/pasar_fix/node_modules/.bun/cosmiconfig@8.3.6+1fb4c65d43e298b9/node_modules/cosmiconfig/dist/ExplorerBase.d.ts</a:t>
            </a:r>
          </a:p>
          <a:p>
            <a:pPr>
              <a:defRPr sz="1200"/>
            </a:pPr>
            <a:r>
              <a:t>D:/pasar_fix/node_modules/.bun/cosmiconfig@8.3.6+1fb4c65d43e298b9/node_modules/cosmiconfig/dist/ExplorerBase.d.ts.map</a:t>
            </a:r>
          </a:p>
          <a:p>
            <a:pPr>
              <a:defRPr sz="1200"/>
            </a:pPr>
            <a:r>
              <a:t>D:/pasar_fix/node_modules/.bun/cosmiconfig@8.3.6+1fb4c65d43e298b9/node_modules/cosmiconfig/dist/ExplorerBase.js</a:t>
            </a:r>
          </a:p>
          <a:p>
            <a:pPr>
              <a:defRPr sz="1200"/>
            </a:pPr>
            <a:r>
              <a:t>D:/pasar_fix/node_modules/.bun/cosmiconfig@8.3.6+1fb4c65d43e298b9/node_modules/cosmiconfig/dist/ExplorerBase.js.map</a:t>
            </a:r>
          </a:p>
          <a:p>
            <a:pPr>
              <a:defRPr sz="1200"/>
            </a:pPr>
            <a:r>
              <a:t>D:/pasar_fix/node_modules/.bun/cosmiconfig@8.3.6+1fb4c65d43e298b9/node_modules/cosmiconfig/dist/ExplorerSync.d.ts</a:t>
            </a:r>
          </a:p>
          <a:p>
            <a:pPr>
              <a:defRPr sz="1200"/>
            </a:pPr>
            <a:r>
              <a:t>D:/pasar_fix/node_modules/.bun/cosmiconfig@8.3.6+1fb4c65d43e298b9/node_modules/cosmiconfig/dist/ExplorerSync.d.ts.map</a:t>
            </a:r>
          </a:p>
          <a:p>
            <a:pPr>
              <a:defRPr sz="1200"/>
            </a:pPr>
            <a:r>
              <a:t>D:/pasar_fix/node_modules/.bun/cosmiconfig@8.3.6+1fb4c65d43e298b9/node_modules/cosmiconfig/dist/ExplorerSync.js</a:t>
            </a:r>
          </a:p>
          <a:p>
            <a:pPr>
              <a:defRPr sz="1200"/>
            </a:pPr>
            <a:r>
              <a:t>D:/pasar_fix/node_modules/.bun/cosmiconfig@8.3.6+1fb4c65d43e298b9/node_modules/cosmiconfig/dist/ExplorerSync.js.map</a:t>
            </a:r>
          </a:p>
          <a:p>
            <a:pPr>
              <a:defRPr sz="1200"/>
            </a:pPr>
            <a:r>
              <a:t>D:/pasar_fix/node_modules/.bun/cosmiconfig@8.3.6+1fb4c65d43e298b9/node_modules/cosmiconfig/dist/index.d.ts</a:t>
            </a:r>
          </a:p>
          <a:p>
            <a:pPr>
              <a:defRPr sz="1200"/>
            </a:pPr>
            <a:r>
              <a:t>D:/pasar_fix/node_modules/.bun/cosmiconfig@8.3.6+1fb4c65d43e298b9/node_modules/cosmiconfig/dist/index.d.ts.map</a:t>
            </a:r>
          </a:p>
          <a:p>
            <a:pPr>
              <a:defRPr sz="1200"/>
            </a:pPr>
            <a:r>
              <a:t>D:/pasar_fix/node_modules/.bun/cosmiconfig@8.3.6+1fb4c65d43e298b9/node_modules/cosmiconfig/dist/index.js</a:t>
            </a:r>
          </a:p>
          <a:p>
            <a:pPr>
              <a:defRPr sz="1200"/>
            </a:pPr>
            <a:r>
              <a:t>D:/pasar_fix/node_modules/.bun/cosmiconfig@8.3.6+1fb4c65d43e298b9/node_modules/cosmiconfig/dist/index.js.map</a:t>
            </a:r>
          </a:p>
          <a:p>
            <a:pPr>
              <a:defRPr sz="1200"/>
            </a:pPr>
            <a:r>
              <a:t>D:/pasar_fix/node_modules/.bun/cosmiconfig@8.3.6+1fb4c65d43e298b9/node_modules/cosmiconfig/dist/loaders.d.ts</a:t>
            </a:r>
          </a:p>
          <a:p>
            <a:pPr>
              <a:defRPr sz="1200"/>
            </a:pPr>
            <a:r>
              <a:t>D:/pasar_fix/node_modules/.bun/cosmiconfig@8.3.6+1fb4c65d43e298b9/node_modules/cosmiconfig/dist/loaders.d.ts.map</a:t>
            </a:r>
          </a:p>
          <a:p>
            <a:pPr>
              <a:defRPr sz="1200"/>
            </a:pPr>
            <a:r>
              <a:t>D:/pasar_fix/node_modules/.bun/cosmiconfig@8.3.6+1fb4c65d43e298b9/node_modules/cosmiconfig/dist/loaders.js</a:t>
            </a:r>
          </a:p>
          <a:p>
            <a:pPr>
              <a:defRPr sz="1200"/>
            </a:pPr>
            <a:r>
              <a:t>D:/pasar_fix/node_modules/.bun/cosmiconfig@8.3.6+1fb4c65d43e298b9/node_modules/cosmiconfig/dist/loaders.js.map</a:t>
            </a:r>
          </a:p>
          <a:p>
            <a:pPr>
              <a:defRPr sz="1200"/>
            </a:pPr>
            <a:r>
              <a:t>D:/pasar_fix/node_modules/.bun/cosmiconfig@8.3.6+1fb4c65d43e298b9/node_modules/cosmiconfig/dist/types.d.ts</a:t>
            </a:r>
          </a:p>
          <a:p>
            <a:pPr>
              <a:defRPr sz="1200"/>
            </a:pPr>
            <a:r>
              <a:t>D:/pasar_fix/node_modules/.bun/cosmiconfig@8.3.6+1fb4c65d43e298b9/node_modules/cosmiconfig/dist/types.d.ts.map</a:t>
            </a:r>
          </a:p>
          <a:p>
            <a:pPr>
              <a:defRPr sz="1200"/>
            </a:pPr>
            <a:r>
              <a:t>D:/pasar_fix/node_modules/.bun/cosmiconfig@8.3.6+1fb4c65d43e298b9/node_modules/cosmiconfig/dist/types.js</a:t>
            </a:r>
          </a:p>
          <a:p>
            <a:pPr>
              <a:defRPr sz="1200"/>
            </a:pPr>
            <a:r>
              <a:t>D:/pasar_fix/node_modules/.bun/cosmiconfig@8.3.6+1fb4c65d43e298b9/node_modules/cosmiconfig/dist/types.js.map</a:t>
            </a:r>
          </a:p>
          <a:p>
            <a:pPr>
              <a:defRPr sz="1200"/>
            </a:pPr>
            <a:r>
              <a:t>D:/pasar_fix/node_modules/.bun/cosmiconfig@8.3.6+1fb4c65d43e298b9/node_modules/cosmiconfig/dist/util.d.ts</a:t>
            </a:r>
          </a:p>
          <a:p>
            <a:pPr>
              <a:defRPr sz="1200"/>
            </a:pPr>
            <a:r>
              <a:t>D:/pasar_fix/node_modules/.bun/cosmiconfig@8.3.6+1fb4c65d43e298b9/node_modules/cosmiconfig/dist/util.d.ts.map</a:t>
            </a:r>
          </a:p>
          <a:p>
            <a:pPr>
              <a:defRPr sz="1200"/>
            </a:pPr>
            <a:r>
              <a:t>D:/pasar_fix/node_modules/.bun/cosmiconfig@8.3.6+1fb4c65d43e298b9/node_modules/cosmiconfig/dist/util.js</a:t>
            </a:r>
          </a:p>
          <a:p>
            <a:pPr>
              <a:defRPr sz="1200"/>
            </a:pPr>
            <a:r>
              <a:t>D:/pasar_fix/node_modules/.bun/cosmiconfig@8.3.6+1fb4c65d43e298b9/node_modules/cosmiconfig/dist/util.js.map</a:t>
            </a:r>
          </a:p>
          <a:p>
            <a:pPr>
              <a:defRPr sz="1200"/>
            </a:pPr>
            <a:r>
              <a:t>D:/pasar_fix/node_modules/.bun/cosmiconfig@9.0.2+1fb4c65d43e298b9/node_modules/.bin/js-yaml.bunx</a:t>
            </a:r>
          </a:p>
          <a:p>
            <a:pPr>
              <a:defRPr sz="1200"/>
            </a:pPr>
            <a:r>
              <a:t>D:/pasar_fix/node_modules/.bun/cosmiconfig@9.0.2+1fb4c65d43e298b9/node_modules/.bin/js-yaml.exe</a:t>
            </a:r>
          </a:p>
          <a:p>
            <a:pPr>
              <a:defRPr sz="1200"/>
            </a:pPr>
            <a:r>
              <a:t>D:/pasar_fix/node_modules/.bun/cosmiconfig@9.0.2+1fb4c65d43e298b9/node_modules/.bin/tsc.bunx</a:t>
            </a:r>
          </a:p>
          <a:p>
            <a:pPr>
              <a:defRPr sz="1200"/>
            </a:pPr>
            <a:r>
              <a:t>D:/pasar_fix/node_modules/.bun/cosmiconfig@9.0.2+1fb4c65d43e298b9/node_modules/.bin/tsc.exe</a:t>
            </a:r>
          </a:p>
          <a:p>
            <a:pPr>
              <a:defRPr sz="1200"/>
            </a:pPr>
            <a:r>
              <a:t>D:/pasar_fix/node_modules/.bun/cosmiconfig@9.0.2+1fb4c65d43e298b9/node_modules/.bin/tsserver.bunx</a:t>
            </a:r>
          </a:p>
          <a:p>
            <a:pPr>
              <a:defRPr sz="1200"/>
            </a:pPr>
            <a:r>
              <a:t>D:/pasar_fix/node_modules/.bun/cosmiconfig@9.0.2+1fb4c65d43e298b9/node_modules/.bin/tsserver.exe</a:t>
            </a:r>
          </a:p>
          <a:p>
            <a:pPr>
              <a:defRPr sz="1200"/>
            </a:pPr>
            <a:r>
              <a:t>D:/pasar_fix/node_modules/.bun/cosmiconfig@9.0.2+1fb4c65d43e298b9/node_modules/cosmiconfig/LICENSE</a:t>
            </a:r>
          </a:p>
          <a:p>
            <a:pPr>
              <a:defRPr sz="1200"/>
            </a:pPr>
            <a:r>
              <a:t>D:/pasar_fix/node_modules/.bun/cosmiconfig@9.0.2+1fb4c65d43e298b9/node_modules/cosmiconfig/package.json</a:t>
            </a:r>
          </a:p>
          <a:p>
            <a:pPr>
              <a:defRPr sz="1200"/>
            </a:pPr>
            <a:r>
              <a:t>D:/pasar_fix/node_modules/.bun/cosmiconfig@9.0.2+1fb4c65d43e298b9/node_modules/cosmiconfig/README.md</a:t>
            </a:r>
          </a:p>
          <a:p>
            <a:pPr>
              <a:defRPr sz="1200"/>
            </a:pPr>
            <a:r>
              <a:t>D:/pasar_fix/node_modules/.bun/cosmiconfig@9.0.2+1fb4c65d43e298b9/node_modules/cosmiconfig/dist/defaults.d.ts</a:t>
            </a:r>
          </a:p>
          <a:p>
            <a:pPr>
              <a:defRPr sz="1200"/>
            </a:pPr>
            <a:r>
              <a:t>D:/pasar_fix/node_modules/.bun/cosmiconfig@9.0.2+1fb4c65d43e298b9/node_modules/cosmiconfig/dist/defaults.js</a:t>
            </a:r>
          </a:p>
          <a:p>
            <a:pPr>
              <a:defRPr sz="1200"/>
            </a:pPr>
            <a:r>
              <a:t>D:/pasar_fix/node_modules/.bun/cosmiconfig@9.0.2+1fb4c65d43e298b9/node_modules/cosmiconfig/dist/Explorer.d.ts</a:t>
            </a:r>
          </a:p>
          <a:p>
            <a:pPr>
              <a:defRPr sz="1200"/>
            </a:pPr>
            <a:r>
              <a:t>D:/pasar_fix/node_modules/.bun/cosmiconfig@9.0.2+1fb4c65d43e298b9/node_modules/cosmiconfig/dist/Explorer.js</a:t>
            </a:r>
          </a:p>
          <a:p>
            <a:pPr>
              <a:defRPr sz="1200"/>
            </a:pPr>
            <a:r>
              <a:t>D:/pasar_fix/node_modules/.bun/cosmiconfig@9.0.2+1fb4c65d43e298b9/node_modules/cosmiconfig/dist/ExplorerBase.d.ts</a:t>
            </a:r>
          </a:p>
          <a:p>
            <a:pPr>
              <a:defRPr sz="1200"/>
            </a:pPr>
            <a:r>
              <a:t>D:/pasar_fix/node_modules/.bun/cosmiconfig@9.0.2+1fb4c65d43e298b9/node_modules/cosmiconfig/dist/ExplorerBase.js</a:t>
            </a:r>
          </a:p>
          <a:p>
            <a:pPr>
              <a:defRPr sz="1200"/>
            </a:pPr>
            <a:r>
              <a:t>D:/pasar_fix/node_modules/.bun/cosmiconfig@9.0.2+1fb4c65d43e298b9/node_modules/cosmiconfig/dist/ExplorerSync.d.ts</a:t>
            </a:r>
          </a:p>
          <a:p>
            <a:pPr>
              <a:defRPr sz="1200"/>
            </a:pPr>
            <a:r>
              <a:t>D:/pasar_fix/node_modules/.bun/cosmiconfig@9.0.2+1fb4c65d43e298b9/node_modules/cosmiconfig/dist/ExplorerSync.js</a:t>
            </a:r>
          </a:p>
          <a:p>
            <a:pPr>
              <a:defRPr sz="1200"/>
            </a:pPr>
            <a:r>
              <a:t>D:/pasar_fix/node_modules/.bun/cosmiconfig@9.0.2+1fb4c65d43e298b9/node_modules/cosmiconfig/dist/index.d.ts</a:t>
            </a:r>
          </a:p>
          <a:p>
            <a:pPr>
              <a:defRPr sz="1200"/>
            </a:pPr>
            <a:r>
              <a:t>D:/pasar_fix/node_modules/.bun/cosmiconfig@9.0.2+1fb4c65d43e298b9/node_modules/cosmiconfig/dist/index.js</a:t>
            </a:r>
          </a:p>
          <a:p>
            <a:pPr>
              <a:defRPr sz="1200"/>
            </a:pPr>
            <a:r>
              <a:t>D:/pasar_fix/node_modules/.bun/cosmiconfig@9.0.2+1fb4c65d43e298b9/node_modules/cosmiconfig/dist/loaders.d.ts</a:t>
            </a:r>
          </a:p>
          <a:p>
            <a:pPr>
              <a:defRPr sz="1200"/>
            </a:pPr>
            <a:r>
              <a:t>D:/pasar_fix/node_modules/.bun/cosmiconfig@9.0.2+1fb4c65d43e298b9/node_modules/cosmiconfig/dist/loaders.js</a:t>
            </a:r>
          </a:p>
          <a:p>
            <a:pPr>
              <a:defRPr sz="1200"/>
            </a:pPr>
            <a:r>
              <a:t>D:/pasar_fix/node_modules/.bun/cosmiconfig@9.0.2+1fb4c65d43e298b9/node_modules/cosmiconfig/dist/merge.d.ts</a:t>
            </a:r>
          </a:p>
          <a:p>
            <a:pPr>
              <a:defRPr sz="1200"/>
            </a:pPr>
            <a:r>
              <a:t>D:/pasar_fix/node_modules/.bun/cosmiconfig@9.0.2+1fb4c65d43e298b9/node_modules/cosmiconfig/dist/merge.js</a:t>
            </a:r>
          </a:p>
          <a:p>
            <a:pPr>
              <a:defRPr sz="1200"/>
            </a:pPr>
            <a:r>
              <a:t>D:/pasar_fix/node_modules/.bun/cosmiconfig@9.0.2+1fb4c65d43e298b9/node_modules/cosmiconfig/dist/types.d.ts</a:t>
            </a:r>
          </a:p>
          <a:p>
            <a:pPr>
              <a:defRPr sz="1200"/>
            </a:pPr>
            <a:r>
              <a:t>D:/pasar_fix/node_modules/.bun/cosmiconfig@9.0.2+1fb4c65d43e298b9/node_modules/cosmiconfig/dist/types.js</a:t>
            </a:r>
          </a:p>
          <a:p>
            <a:pPr>
              <a:defRPr sz="1200"/>
            </a:pPr>
            <a:r>
              <a:t>D:/pasar_fix/node_modules/.bun/cosmiconfig@9.0.2+1fb4c65d43e298b9/node_modules/cosmiconfig/dist/util.d.ts</a:t>
            </a:r>
          </a:p>
          <a:p>
            <a:pPr>
              <a:defRPr sz="1200"/>
            </a:pPr>
            <a:r>
              <a:t>D:/pasar_fix/node_modules/.bun/cosmiconfig@9.0.2+1fb4c65d43e298b9/node_modules/cosmiconfig/dist/util.js</a:t>
            </a:r>
          </a:p>
          <a:p>
            <a:pPr>
              <a:defRPr sz="1200"/>
            </a:pPr>
            <a:r>
              <a:t>D:/pasar_fix/node_modules/.bun/crc-32@1.2.2/node_modules/.bin/crc32.bunx</a:t>
            </a:r>
          </a:p>
          <a:p>
            <a:pPr>
              <a:defRPr sz="1200"/>
            </a:pPr>
            <a:r>
              <a:t>D:/pasar_fix/node_modules/.bun/crc-32@1.2.2/node_modules/.bin/crc32.exe</a:t>
            </a:r>
          </a:p>
          <a:p>
            <a:pPr>
              <a:defRPr sz="1200"/>
            </a:pPr>
            <a:r>
              <a:t>D:/pasar_fix/node_modules/.bun/crc-32@1.2.2/node_modules/crc-32/crc32.js</a:t>
            </a:r>
          </a:p>
          <a:p>
            <a:pPr>
              <a:defRPr sz="1200"/>
            </a:pPr>
            <a:r>
              <a:t>D:/pasar_fix/node_modules/.bun/crc-32@1.2.2/node_modules/crc-32/crc32c.js</a:t>
            </a:r>
          </a:p>
          <a:p>
            <a:pPr>
              <a:defRPr sz="1200"/>
            </a:pPr>
            <a:r>
              <a:t>D:/pasar_fix/node_modules/.bun/crc-32@1.2.2/node_modules/crc-32/LICENSE</a:t>
            </a:r>
          </a:p>
          <a:p>
            <a:pPr>
              <a:defRPr sz="1200"/>
            </a:pPr>
            <a:r>
              <a:t>D:/pasar_fix/node_modules/.bun/crc-32@1.2.2/node_modules/crc-32/package.json</a:t>
            </a:r>
          </a:p>
          <a:p>
            <a:pPr>
              <a:defRPr sz="1200"/>
            </a:pPr>
            <a:r>
              <a:t>D:/pasar_fix/node_modules/.bun/crc-32@1.2.2/node_modules/crc-32/README.md</a:t>
            </a:r>
          </a:p>
          <a:p>
            <a:pPr>
              <a:defRPr sz="1200"/>
            </a:pPr>
            <a:r>
              <a:t>D:/pasar_fix/node_modules/.bun/crc-32@1.2.2/node_modules/crc-32/bin/crc32.njs</a:t>
            </a:r>
          </a:p>
          <a:p>
            <a:pPr>
              <a:defRPr sz="1200"/>
            </a:pPr>
            <a:r>
              <a:t>D:/pasar_fix/node_modules/.bun/crc-32@1.2.2/node_modules/crc-32/types/index.d.ts</a:t>
            </a:r>
          </a:p>
          <a:p>
            <a:pPr>
              <a:defRPr sz="1200"/>
            </a:pPr>
            <a:r>
              <a:t>D:/pasar_fix/node_modules/.bun/crc-32@1.2.2/node_modules/crc-32/types/tsconfig.json</a:t>
            </a:r>
          </a:p>
          <a:p>
            <a:pPr>
              <a:defRPr sz="1200"/>
            </a:pPr>
            <a:r>
              <a:t>D:/pasar_fix/node_modules/.bun/crc-32@1.2.2/node_modules/crc-32/types/tslint.json</a:t>
            </a:r>
          </a:p>
          <a:p>
            <a:pPr>
              <a:defRPr sz="1200"/>
            </a:pPr>
            <a:r>
              <a:t>D:/pasar_fix/node_modules/.bun/crc32-stream@6.0.0/node_modules/.bin/crc32.bunx</a:t>
            </a:r>
          </a:p>
          <a:p>
            <a:pPr>
              <a:defRPr sz="1200"/>
            </a:pPr>
            <a:r>
              <a:t>D:/pasar_fix/node_modules/.bun/crc32-stream@6.0.0/node_modules/.bin/crc32.exe</a:t>
            </a:r>
          </a:p>
          <a:p>
            <a:pPr>
              <a:defRPr sz="1200"/>
            </a:pPr>
            <a:r>
              <a:t>D:/pasar_fix/node_modules/.bun/crc32-stream@6.0.0/node_modules/crc32-stream/LICENSE</a:t>
            </a:r>
          </a:p>
          <a:p>
            <a:pPr>
              <a:defRPr sz="1200"/>
            </a:pPr>
            <a:r>
              <a:t>D:/pasar_fix/node_modules/.bun/crc32-stream@6.0.0/node_modules/crc32-stream/package.json</a:t>
            </a:r>
          </a:p>
          <a:p>
            <a:pPr>
              <a:defRPr sz="1200"/>
            </a:pPr>
            <a:r>
              <a:t>D:/pasar_fix/node_modules/.bun/crc32-stream@6.0.0/node_modules/crc32-stream/README.md</a:t>
            </a:r>
          </a:p>
          <a:p>
            <a:pPr>
              <a:defRPr sz="1200"/>
            </a:pPr>
            <a:r>
              <a:t>D:/pasar_fix/node_modules/.bun/crc32-stream@6.0.0/node_modules/crc32-stream/lib/crc32-stream.js</a:t>
            </a:r>
          </a:p>
          <a:p>
            <a:pPr>
              <a:defRPr sz="1200"/>
            </a:pPr>
            <a:r>
              <a:t>D:/pasar_fix/node_modules/.bun/crc32-stream@6.0.0/node_modules/crc32-stream/lib/deflate-crc32-stream.js</a:t>
            </a:r>
          </a:p>
          <a:p>
            <a:pPr>
              <a:defRPr sz="1200"/>
            </a:pPr>
            <a:r>
              <a:t>D:/pasar_fix/node_modules/.bun/crc32-stream@6.0.0/node_modules/crc32-stream/lib/index.js</a:t>
            </a:r>
          </a:p>
          <a:p>
            <a:pPr>
              <a:defRPr sz="1200"/>
            </a:pPr>
            <a:r>
              <a:t>D:/pasar_fix/node_modules/.bun/croner@10.0.1/node_modules/croner/LICENSE</a:t>
            </a:r>
          </a:p>
          <a:p>
            <a:pPr>
              <a:defRPr sz="1200"/>
            </a:pPr>
            <a:r>
              <a:t>D:/pasar_fix/node_modules/.bun/croner@10.0.1/node_modules/croner/package.json</a:t>
            </a:r>
          </a:p>
          <a:p>
            <a:pPr>
              <a:defRPr sz="1200"/>
            </a:pPr>
            <a:r>
              <a:t>D:/pasar_fix/node_modules/.bun/croner@10.0.1/node_modules/croner/README.md</a:t>
            </a:r>
          </a:p>
          <a:p>
            <a:pPr>
              <a:defRPr sz="1200"/>
            </a:pPr>
            <a:r>
              <a:t>D:/pasar_fix/node_modules/.bun/croner@10.0.1/node_modules/croner/dist/croner.cjs</a:t>
            </a:r>
          </a:p>
          <a:p>
            <a:pPr>
              <a:defRPr sz="1200"/>
            </a:pPr>
            <a:r>
              <a:t>D:/pasar_fix/node_modules/.bun/croner@10.0.1/node_modules/croner/dist/croner.d.cts</a:t>
            </a:r>
          </a:p>
          <a:p>
            <a:pPr>
              <a:defRPr sz="1200"/>
            </a:pPr>
            <a:r>
              <a:t>D:/pasar_fix/node_modules/.bun/croner@10.0.1/node_modules/croner/dist/croner.d.ts</a:t>
            </a:r>
          </a:p>
          <a:p>
            <a:pPr>
              <a:defRPr sz="1200"/>
            </a:pPr>
            <a:r>
              <a:t>D:/pasar_fix/node_modules/.bun/croner@10.0.1/node_modules/croner/dist/croner.js</a:t>
            </a:r>
          </a:p>
          <a:p>
            <a:pPr>
              <a:defRPr sz="1200"/>
            </a:pPr>
            <a:r>
              <a:t>D:/pasar_fix/node_modules/.bun/croner@10.0.1/node_modules/croner/dist/croner.umd.js</a:t>
            </a:r>
          </a:p>
          <a:p>
            <a:pPr>
              <a:defRPr sz="1200"/>
            </a:pPr>
            <a:r>
              <a:t>D:/pasar_fix/node_modules/.bun/cross-spawn@7.0.6/node_modules/.bin/node-which.bunx</a:t>
            </a:r>
          </a:p>
          <a:p>
            <a:pPr>
              <a:defRPr sz="1200"/>
            </a:pPr>
            <a:r>
              <a:t>D:/pasar_fix/node_modules/.bun/cross-spawn@7.0.6/node_modules/.bin/node-which.exe</a:t>
            </a:r>
          </a:p>
          <a:p>
            <a:pPr>
              <a:defRPr sz="1200"/>
            </a:pPr>
            <a:r>
              <a:t>D:/pasar_fix/node_modules/.bun/cross-spawn@7.0.6/node_modules/cross-spawn/index.js</a:t>
            </a:r>
          </a:p>
          <a:p>
            <a:pPr>
              <a:defRPr sz="1200"/>
            </a:pPr>
            <a:r>
              <a:t>D:/pasar_fix/node_modules/.bun/cross-spawn@7.0.6/node_modules/cross-spawn/LICENSE</a:t>
            </a:r>
          </a:p>
          <a:p>
            <a:pPr>
              <a:defRPr sz="1200"/>
            </a:pPr>
            <a:r>
              <a:t>D:/pasar_fix/node_modules/.bun/cross-spawn@7.0.6/node_modules/cross-spawn/package.json</a:t>
            </a:r>
          </a:p>
          <a:p>
            <a:pPr>
              <a:defRPr sz="1200"/>
            </a:pPr>
            <a:r>
              <a:t>D:/pasar_fix/node_modules/.bun/cross-spawn@7.0.6/node_modules/cross-spawn/README.md</a:t>
            </a:r>
          </a:p>
          <a:p>
            <a:pPr>
              <a:defRPr sz="1200"/>
            </a:pPr>
            <a:r>
              <a:t>D:/pasar_fix/node_modules/.bun/cross-spawn@7.0.6/node_modules/cross-spawn/lib/enoent.js</a:t>
            </a:r>
          </a:p>
          <a:p>
            <a:pPr>
              <a:defRPr sz="1200"/>
            </a:pPr>
            <a:r>
              <a:t>D:/pasar_fix/node_modules/.bun/cross-spawn@7.0.6/node_modules/cross-spawn/lib/parse.js</a:t>
            </a:r>
          </a:p>
          <a:p>
            <a:pPr>
              <a:defRPr sz="1200"/>
            </a:pPr>
            <a:r>
              <a:t>D:/pasar_fix/node_modules/.bun/cross-spawn@7.0.6/node_modules/cross-spawn/lib/util/escape.js</a:t>
            </a:r>
          </a:p>
          <a:p>
            <a:pPr>
              <a:defRPr sz="1200"/>
            </a:pPr>
            <a:r>
              <a:t>D:/pasar_fix/node_modules/.bun/cross-spawn@7.0.6/node_modules/cross-spawn/lib/util/readShebang.js</a:t>
            </a:r>
          </a:p>
          <a:p>
            <a:pPr>
              <a:defRPr sz="1200"/>
            </a:pPr>
            <a:r>
              <a:t>D:/pasar_fix/node_modules/.bun/cross-spawn@7.0.6/node_modules/cross-spawn/lib/util/resolveCommand.js</a:t>
            </a:r>
          </a:p>
          <a:p>
            <a:pPr>
              <a:defRPr sz="1200"/>
            </a:pPr>
            <a:r>
              <a:t>D:/pasar_fix/node_modules/.bun/crossws@0.3.5/node_modules/crossws/LICENSE</a:t>
            </a:r>
          </a:p>
          <a:p>
            <a:pPr>
              <a:defRPr sz="1200"/>
            </a:pPr>
            <a:r>
              <a:t>D:/pasar_fix/node_modules/.bun/crossws@0.3.5/node_modules/crossws/package.json</a:t>
            </a:r>
          </a:p>
          <a:p>
            <a:pPr>
              <a:defRPr sz="1200"/>
            </a:pPr>
            <a:r>
              <a:t>D:/pasar_fix/node_modules/.bun/crossws@0.3.5/node_modules/crossws/README.md</a:t>
            </a:r>
          </a:p>
          <a:p>
            <a:pPr>
              <a:defRPr sz="1200"/>
            </a:pPr>
            <a:r>
              <a:t>D:/pasar_fix/node_modules/.bun/crossws@0.3.5/node_modules/crossws/websocket.d.ts</a:t>
            </a:r>
          </a:p>
          <a:p>
            <a:pPr>
              <a:defRPr sz="1200"/>
            </a:pPr>
            <a:r>
              <a:t>D:/pasar_fix/node_modules/.bun/crossws@0.3.5/node_modules/crossws/adapters/bun.d.ts</a:t>
            </a:r>
          </a:p>
          <a:p>
            <a:pPr>
              <a:defRPr sz="1200"/>
            </a:pPr>
            <a:r>
              <a:t>D:/pasar_fix/node_modules/.bun/crossws@0.3.5/node_modules/crossws/adapters/cloudflare-durable.d.ts</a:t>
            </a:r>
          </a:p>
          <a:p>
            <a:pPr>
              <a:defRPr sz="1200"/>
            </a:pPr>
            <a:r>
              <a:t>D:/pasar_fix/node_modules/.bun/crossws@0.3.5/node_modules/crossws/adapters/cloudflare.d.ts</a:t>
            </a:r>
          </a:p>
          <a:p>
            <a:pPr>
              <a:defRPr sz="1200"/>
            </a:pPr>
            <a:r>
              <a:t>D:/pasar_fix/node_modules/.bun/crossws@0.3.5/node_modules/crossws/adapters/deno.d.ts</a:t>
            </a:r>
          </a:p>
          <a:p>
            <a:pPr>
              <a:defRPr sz="1200"/>
            </a:pPr>
            <a:r>
              <a:t>D:/pasar_fix/node_modules/.bun/crossws@0.3.5/node_modules/crossws/adapters/node.d.ts</a:t>
            </a:r>
          </a:p>
          <a:p>
            <a:pPr>
              <a:defRPr sz="1200"/>
            </a:pPr>
            <a:r>
              <a:t>D:/pasar_fix/node_modules/.bun/crossws@0.3.5/node_modules/crossws/adapters/sse.d.ts</a:t>
            </a:r>
          </a:p>
          <a:p>
            <a:pPr>
              <a:defRPr sz="1200"/>
            </a:pPr>
            <a:r>
              <a:t>D:/pasar_fix/node_modules/.bun/crossws@0.3.5/node_modules/crossws/adapters/uws.d.ts</a:t>
            </a:r>
          </a:p>
          <a:p>
            <a:pPr>
              <a:defRPr sz="1200"/>
            </a:pPr>
            <a:r>
              <a:t>D:/pasar_fix/node_modules/.bun/crossws@0.3.5/node_modules/crossws/dist/index.d.mts</a:t>
            </a:r>
          </a:p>
          <a:p>
            <a:pPr>
              <a:defRPr sz="1200"/>
            </a:pPr>
            <a:r>
              <a:t>D:/pasar_fix/node_modules/.bun/crossws@0.3.5/node_modules/crossws/dist/index.d.ts</a:t>
            </a:r>
          </a:p>
          <a:p>
            <a:pPr>
              <a:defRPr sz="1200"/>
            </a:pPr>
            <a:r>
              <a:t>D:/pasar_fix/node_modules/.bun/crossws@0.3.5/node_modules/crossws/dist/index.mjs</a:t>
            </a:r>
          </a:p>
          <a:p>
            <a:pPr>
              <a:defRPr sz="1200"/>
            </a:pPr>
            <a:r>
              <a:t>D:/pasar_fix/node_modules/.bun/crossws@0.3.5/node_modules/crossws/dist/adapters/bun.d.mts</a:t>
            </a:r>
          </a:p>
          <a:p>
            <a:pPr>
              <a:defRPr sz="1200"/>
            </a:pPr>
            <a:r>
              <a:t>D:/pasar_fix/node_modules/.bun/crossws@0.3.5/node_modules/crossws/dist/adapters/bun.d.ts</a:t>
            </a:r>
          </a:p>
          <a:p>
            <a:pPr>
              <a:defRPr sz="1200"/>
            </a:pPr>
            <a:r>
              <a:t>D:/pasar_fix/node_modules/.bun/crossws@0.3.5/node_modules/crossws/dist/adapters/bun.mjs</a:t>
            </a:r>
          </a:p>
          <a:p>
            <a:pPr>
              <a:defRPr sz="1200"/>
            </a:pPr>
            <a:r>
              <a:t>D:/pasar_fix/node_modules/.bun/crossws@0.3.5/node_modules/crossws/dist/adapters/cloudflare-durable.d.mts</a:t>
            </a:r>
          </a:p>
          <a:p>
            <a:pPr>
              <a:defRPr sz="1200"/>
            </a:pPr>
            <a:r>
              <a:t>D:/pasar_fix/node_modules/.bun/crossws@0.3.5/node_modules/crossws/dist/adapters/cloudflare-durable.d.ts</a:t>
            </a:r>
          </a:p>
          <a:p>
            <a:pPr>
              <a:defRPr sz="1200"/>
            </a:pPr>
            <a:r>
              <a:t>D:/pasar_fix/node_modules/.bun/crossws@0.3.5/node_modules/crossws/dist/adapters/cloudflare-durable.mjs</a:t>
            </a:r>
          </a:p>
          <a:p>
            <a:pPr>
              <a:defRPr sz="1200"/>
            </a:pPr>
            <a:r>
              <a:t>D:/pasar_fix/node_modules/.bun/crossws@0.3.5/node_modules/crossws/dist/adapters/cloudflare.d.mts</a:t>
            </a:r>
          </a:p>
          <a:p>
            <a:pPr>
              <a:defRPr sz="1200"/>
            </a:pPr>
            <a:r>
              <a:t>D:/pasar_fix/node_modules/.bun/crossws@0.3.5/node_modules/crossws/dist/adapters/cloudflare.d.ts</a:t>
            </a:r>
          </a:p>
          <a:p>
            <a:pPr>
              <a:defRPr sz="1200"/>
            </a:pPr>
            <a:r>
              <a:t>D:/pasar_fix/node_modules/.bun/crossws@0.3.5/node_modules/crossws/dist/adapters/cloudflare.mjs</a:t>
            </a:r>
          </a:p>
          <a:p>
            <a:pPr>
              <a:defRPr sz="1200"/>
            </a:pPr>
            <a:r>
              <a:t>D:/pasar_fix/node_modules/.bun/crossws@0.3.5/node_modules/crossws/dist/adapters/deno.d.mts</a:t>
            </a:r>
          </a:p>
          <a:p>
            <a:pPr>
              <a:defRPr sz="1200"/>
            </a:pPr>
            <a:r>
              <a:t>D:/pasar_fix/node_modules/.bun/crossws@0.3.5/node_modules/crossws/dist/adapters/deno.d.ts</a:t>
            </a:r>
          </a:p>
          <a:p>
            <a:pPr>
              <a:defRPr sz="1200"/>
            </a:pPr>
            <a:r>
              <a:t>D:/pasar_fix/node_modules/.bun/crossws@0.3.5/node_modules/crossws/dist/adapters/deno.mjs</a:t>
            </a:r>
          </a:p>
          <a:p>
            <a:pPr>
              <a:defRPr sz="1200"/>
            </a:pPr>
            <a:r>
              <a:t>D:/pasar_fix/node_modules/.bun/crossws@0.3.5/node_modules/crossws/dist/adapters/node.d.mts</a:t>
            </a:r>
          </a:p>
          <a:p>
            <a:pPr>
              <a:defRPr sz="1200"/>
            </a:pPr>
            <a:r>
              <a:t>D:/pasar_fix/node_modules/.bun/crossws@0.3.5/node_modules/crossws/dist/adapters/node.d.ts</a:t>
            </a:r>
          </a:p>
          <a:p>
            <a:pPr>
              <a:defRPr sz="1200"/>
            </a:pPr>
            <a:r>
              <a:t>D:/pasar_fix/node_modules/.bun/crossws@0.3.5/node_modules/crossws/dist/adapters/node.mjs</a:t>
            </a:r>
          </a:p>
          <a:p>
            <a:pPr>
              <a:defRPr sz="1200"/>
            </a:pPr>
            <a:r>
              <a:t>D:/pasar_fix/node_modules/.bun/crossws@0.3.5/node_modules/crossws/dist/adapters/sse.d.mts</a:t>
            </a:r>
          </a:p>
          <a:p>
            <a:pPr>
              <a:defRPr sz="1200"/>
            </a:pPr>
            <a:r>
              <a:t>D:/pasar_fix/node_modules/.bun/crossws@0.3.5/node_modules/crossws/dist/adapters/sse.d.ts</a:t>
            </a:r>
          </a:p>
          <a:p>
            <a:pPr>
              <a:defRPr sz="1200"/>
            </a:pPr>
            <a:r>
              <a:t>D:/pasar_fix/node_modules/.bun/crossws@0.3.5/node_modules/crossws/dist/adapters/sse.mjs</a:t>
            </a:r>
          </a:p>
          <a:p>
            <a:pPr>
              <a:defRPr sz="1200"/>
            </a:pPr>
            <a:r>
              <a:t>D:/pasar_fix/node_modules/.bun/crossws@0.3.5/node_modules/crossws/dist/adapters/uws.d.mts</a:t>
            </a:r>
          </a:p>
          <a:p>
            <a:pPr>
              <a:defRPr sz="1200"/>
            </a:pPr>
            <a:r>
              <a:t>D:/pasar_fix/node_modules/.bun/crossws@0.3.5/node_modules/crossws/dist/adapters/uws.d.ts</a:t>
            </a:r>
          </a:p>
          <a:p>
            <a:pPr>
              <a:defRPr sz="1200"/>
            </a:pPr>
            <a:r>
              <a:t>D:/pasar_fix/node_modules/.bun/crossws@0.3.5/node_modules/crossws/dist/adapters/uws.mjs</a:t>
            </a:r>
          </a:p>
          <a:p>
            <a:pPr>
              <a:defRPr sz="1200"/>
            </a:pPr>
            <a:r>
              <a:t>D:/pasar_fix/node_modules/.bun/crossws@0.3.5/node_modules/crossws/dist/shared/crossws.BQXMA5bH.d.mts</a:t>
            </a:r>
          </a:p>
          <a:p>
            <a:pPr>
              <a:defRPr sz="1200"/>
            </a:pPr>
            <a:r>
              <a:t>D:/pasar_fix/node_modules/.bun/crossws@0.3.5/node_modules/crossws/dist/shared/crossws.BQXMA5bH.d.ts</a:t>
            </a:r>
          </a:p>
          <a:p>
            <a:pPr>
              <a:defRPr sz="1200"/>
            </a:pPr>
            <a:r>
              <a:t>D:/pasar_fix/node_modules/.bun/crossws@0.3.5/node_modules/crossws/dist/shared/crossws.By9qWDAI.mjs</a:t>
            </a:r>
          </a:p>
          <a:p>
            <a:pPr>
              <a:defRPr sz="1200"/>
            </a:pPr>
            <a:r>
              <a:t>D:/pasar_fix/node_modules/.bun/crossws@0.3.5/node_modules/crossws/dist/shared/crossws.CipVM6lf.mjs</a:t>
            </a:r>
          </a:p>
          <a:p>
            <a:pPr>
              <a:defRPr sz="1200"/>
            </a:pPr>
            <a:r>
              <a:t>D:/pasar_fix/node_modules/.bun/crossws@0.3.5/node_modules/crossws/dist/shared/crossws.D9ehKjSh.mjs</a:t>
            </a:r>
          </a:p>
          <a:p>
            <a:pPr>
              <a:defRPr sz="1200"/>
            </a:pPr>
            <a:r>
              <a:t>D:/pasar_fix/node_modules/.bun/crossws@0.3.5/node_modules/crossws/dist/shared/crossws.DfCzGthR.mjs</a:t>
            </a:r>
          </a:p>
          <a:p>
            <a:pPr>
              <a:defRPr sz="1200"/>
            </a:pPr>
            <a:r>
              <a:t>D:/pasar_fix/node_modules/.bun/crossws@0.3.5/node_modules/crossws/dist/websocket/native.d.mts</a:t>
            </a:r>
          </a:p>
          <a:p>
            <a:pPr>
              <a:defRPr sz="1200"/>
            </a:pPr>
            <a:r>
              <a:t>D:/pasar_fix/node_modules/.bun/crossws@0.3.5/node_modules/crossws/dist/websocket/native.d.ts</a:t>
            </a:r>
          </a:p>
          <a:p>
            <a:pPr>
              <a:defRPr sz="1200"/>
            </a:pPr>
            <a:r>
              <a:t>D:/pasar_fix/node_modules/.bun/crossws@0.3.5/node_modules/crossws/dist/websocket/native.mjs</a:t>
            </a:r>
          </a:p>
          <a:p>
            <a:pPr>
              <a:defRPr sz="1200"/>
            </a:pPr>
            <a:r>
              <a:t>D:/pasar_fix/node_modules/.bun/crossws@0.3.5/node_modules/crossws/dist/websocket/node.d.mts</a:t>
            </a:r>
          </a:p>
          <a:p>
            <a:pPr>
              <a:defRPr sz="1200"/>
            </a:pPr>
            <a:r>
              <a:t>D:/pasar_fix/node_modules/.bun/crossws@0.3.5/node_modules/crossws/dist/websocket/node.d.ts</a:t>
            </a:r>
          </a:p>
          <a:p>
            <a:pPr>
              <a:defRPr sz="1200"/>
            </a:pPr>
            <a:r>
              <a:t>D:/pasar_fix/node_modules/.bun/crossws@0.3.5/node_modules/crossws/dist/websocket/node.mjs</a:t>
            </a:r>
          </a:p>
          <a:p>
            <a:pPr>
              <a:defRPr sz="1200"/>
            </a:pPr>
            <a:r>
              <a:t>D:/pasar_fix/node_modules/.bun/crossws@0.3.5/node_modules/crossws/dist/websocket/sse.d.mts</a:t>
            </a:r>
          </a:p>
          <a:p>
            <a:pPr>
              <a:defRPr sz="1200"/>
            </a:pPr>
            <a:r>
              <a:t>D:/pasar_fix/node_modules/.bun/crossws@0.3.5/node_modules/crossws/dist/websocket/sse.d.ts</a:t>
            </a:r>
          </a:p>
          <a:p>
            <a:pPr>
              <a:defRPr sz="1200"/>
            </a:pPr>
            <a:r>
              <a:t>D:/pasar_fix/node_modules/.bun/crossws@0.3.5/node_modules/crossws/dist/websocket/sse.mjs</a:t>
            </a:r>
          </a:p>
          <a:p>
            <a:pPr>
              <a:defRPr sz="1200"/>
            </a:pPr>
            <a:r>
              <a:t>D:/pasar_fix/node_modules/.bun/css-select@5.2.2/node_modules/css-select/LICENSE</a:t>
            </a:r>
          </a:p>
          <a:p>
            <a:pPr>
              <a:defRPr sz="1200"/>
            </a:pPr>
            <a:r>
              <a:t>D:/pasar_fix/node_modules/.bun/css-select@5.2.2/node_modules/css-select/package.json</a:t>
            </a:r>
          </a:p>
          <a:p>
            <a:pPr>
              <a:defRPr sz="1200"/>
            </a:pPr>
            <a:r>
              <a:t>D:/pasar_fix/node_modules/.bun/css-select@5.2.2/node_modules/css-select/README.md</a:t>
            </a:r>
          </a:p>
          <a:p>
            <a:pPr>
              <a:defRPr sz="1200"/>
            </a:pPr>
            <a:r>
              <a:t>D:/pasar_fix/node_modules/.bun/css-select@5.2.2/node_modules/css-select/lib/attributes.d.ts</a:t>
            </a:r>
          </a:p>
          <a:p>
            <a:pPr>
              <a:defRPr sz="1200"/>
            </a:pPr>
            <a:r>
              <a:t>D:/pasar_fix/node_modules/.bun/css-select@5.2.2/node_modules/css-select/lib/attributes.d.ts.map</a:t>
            </a:r>
          </a:p>
          <a:p>
            <a:pPr>
              <a:defRPr sz="1200"/>
            </a:pPr>
            <a:r>
              <a:t>D:/pasar_fix/node_modules/.bun/css-select@5.2.2/node_modules/css-select/lib/attributes.js</a:t>
            </a:r>
          </a:p>
          <a:p>
            <a:pPr>
              <a:defRPr sz="1200"/>
            </a:pPr>
            <a:r>
              <a:t>D:/pasar_fix/node_modules/.bun/css-select@5.2.2/node_modules/css-select/lib/attributes.js.map</a:t>
            </a:r>
          </a:p>
          <a:p>
            <a:pPr>
              <a:defRPr sz="1200"/>
            </a:pPr>
            <a:r>
              <a:t>D:/pasar_fix/node_modules/.bun/css-select@5.2.2/node_modules/css-select/lib/compile.d.ts</a:t>
            </a:r>
          </a:p>
          <a:p>
            <a:pPr>
              <a:defRPr sz="1200"/>
            </a:pPr>
            <a:r>
              <a:t>D:/pasar_fix/node_modules/.bun/css-select@5.2.2/node_modules/css-select/lib/compile.d.ts.map</a:t>
            </a:r>
          </a:p>
          <a:p>
            <a:pPr>
              <a:defRPr sz="1200"/>
            </a:pPr>
            <a:r>
              <a:t>D:/pasar_fix/node_modules/.bun/css-select@5.2.2/node_modules/css-select/lib/compile.js</a:t>
            </a:r>
          </a:p>
          <a:p>
            <a:pPr>
              <a:defRPr sz="1200"/>
            </a:pPr>
            <a:r>
              <a:t>D:/pasar_fix/node_modules/.bun/css-select@5.2.2/node_modules/css-select/lib/compile.js.map</a:t>
            </a:r>
          </a:p>
          <a:p>
            <a:pPr>
              <a:defRPr sz="1200"/>
            </a:pPr>
            <a:r>
              <a:t>D:/pasar_fix/node_modules/.bun/css-select@5.2.2/node_modules/css-select/lib/general.d.ts</a:t>
            </a:r>
          </a:p>
          <a:p>
            <a:pPr>
              <a:defRPr sz="1200"/>
            </a:pPr>
            <a:r>
              <a:t>D:/pasar_fix/node_modules/.bun/css-select@5.2.2/node_modules/css-select/lib/general.d.ts.map</a:t>
            </a:r>
          </a:p>
          <a:p>
            <a:pPr>
              <a:defRPr sz="1200"/>
            </a:pPr>
            <a:r>
              <a:t>D:/pasar_fix/node_modules/.bun/css-select@5.2.2/node_modules/css-select/lib/general.js</a:t>
            </a:r>
          </a:p>
          <a:p>
            <a:pPr>
              <a:defRPr sz="1200"/>
            </a:pPr>
            <a:r>
              <a:t>D:/pasar_fix/node_modules/.bun/css-select@5.2.2/node_modules/css-select/lib/general.js.map</a:t>
            </a:r>
          </a:p>
          <a:p>
            <a:pPr>
              <a:defRPr sz="1200"/>
            </a:pPr>
            <a:r>
              <a:t>D:/pasar_fix/node_modules/.bun/css-select@5.2.2/node_modules/css-select/lib/index.d.ts</a:t>
            </a:r>
          </a:p>
          <a:p>
            <a:pPr>
              <a:defRPr sz="1200"/>
            </a:pPr>
            <a:r>
              <a:t>D:/pasar_fix/node_modules/.bun/css-select@5.2.2/node_modules/css-select/lib/index.d.ts.map</a:t>
            </a:r>
          </a:p>
          <a:p>
            <a:pPr>
              <a:defRPr sz="1200"/>
            </a:pPr>
            <a:r>
              <a:t>D:/pasar_fix/node_modules/.bun/css-select@5.2.2/node_modules/css-select/lib/index.js</a:t>
            </a:r>
          </a:p>
          <a:p>
            <a:pPr>
              <a:defRPr sz="1200"/>
            </a:pPr>
            <a:r>
              <a:t>D:/pasar_fix/node_modules/.bun/css-select@5.2.2/node_modules/css-select/lib/index.js.map</a:t>
            </a:r>
          </a:p>
          <a:p>
            <a:pPr>
              <a:defRPr sz="1200"/>
            </a:pPr>
            <a:r>
              <a:t>D:/pasar_fix/node_modules/.bun/css-select@5.2.2/node_modules/css-select/lib/sort.d.ts</a:t>
            </a:r>
          </a:p>
          <a:p>
            <a:pPr>
              <a:defRPr sz="1200"/>
            </a:pPr>
            <a:r>
              <a:t>D:/pasar_fix/node_modules/.bun/css-select@5.2.2/node_modules/css-select/lib/sort.d.ts.map</a:t>
            </a:r>
          </a:p>
          <a:p>
            <a:pPr>
              <a:defRPr sz="1200"/>
            </a:pPr>
            <a:r>
              <a:t>D:/pasar_fix/node_modules/.bun/css-select@5.2.2/node_modules/css-select/lib/sort.js</a:t>
            </a:r>
          </a:p>
          <a:p>
            <a:pPr>
              <a:defRPr sz="1200"/>
            </a:pPr>
            <a:r>
              <a:t>D:/pasar_fix/node_modules/.bun/css-select@5.2.2/node_modules/css-select/lib/sort.js.map</a:t>
            </a:r>
          </a:p>
          <a:p>
            <a:pPr>
              <a:defRPr sz="1200"/>
            </a:pPr>
            <a:r>
              <a:t>D:/pasar_fix/node_modules/.bun/css-select@5.2.2/node_modules/css-select/lib/types.d.ts</a:t>
            </a:r>
          </a:p>
          <a:p>
            <a:pPr>
              <a:defRPr sz="1200"/>
            </a:pPr>
            <a:r>
              <a:t>D:/pasar_fix/node_modules/.bun/css-select@5.2.2/node_modules/css-select/lib/types.d.ts.map</a:t>
            </a:r>
          </a:p>
          <a:p>
            <a:pPr>
              <a:defRPr sz="1200"/>
            </a:pPr>
            <a:r>
              <a:t>D:/pasar_fix/node_modules/.bun/css-select@5.2.2/node_modules/css-select/lib/types.js</a:t>
            </a:r>
          </a:p>
          <a:p>
            <a:pPr>
              <a:defRPr sz="1200"/>
            </a:pPr>
            <a:r>
              <a:t>D:/pasar_fix/node_modules/.bun/css-select@5.2.2/node_modules/css-select/lib/types.js.map</a:t>
            </a:r>
          </a:p>
          <a:p>
            <a:pPr>
              <a:defRPr sz="1200"/>
            </a:pPr>
            <a:r>
              <a:t>D:/pasar_fix/node_modules/.bun/css-select@5.2.2/node_modules/css-select/lib/esm/attributes.d.ts</a:t>
            </a:r>
          </a:p>
          <a:p>
            <a:pPr>
              <a:defRPr sz="1200"/>
            </a:pPr>
            <a:r>
              <a:t>D:/pasar_fix/node_modules/.bun/css-select@5.2.2/node_modules/css-select/lib/esm/attributes.d.ts.map</a:t>
            </a:r>
          </a:p>
          <a:p>
            <a:pPr>
              <a:defRPr sz="1200"/>
            </a:pPr>
            <a:r>
              <a:t>D:/pasar_fix/node_modules/.bun/css-select@5.2.2/node_modules/css-select/lib/esm/attributes.js</a:t>
            </a:r>
          </a:p>
          <a:p>
            <a:pPr>
              <a:defRPr sz="1200"/>
            </a:pPr>
            <a:r>
              <a:t>D:/pasar_fix/node_modules/.bun/css-select@5.2.2/node_modules/css-select/lib/esm/attributes.js.map</a:t>
            </a:r>
          </a:p>
          <a:p>
            <a:pPr>
              <a:defRPr sz="1200"/>
            </a:pPr>
            <a:r>
              <a:t>D:/pasar_fix/node_modules/.bun/css-select@5.2.2/node_modules/css-select/lib/esm/compile.d.ts</a:t>
            </a:r>
          </a:p>
          <a:p>
            <a:pPr>
              <a:defRPr sz="1200"/>
            </a:pPr>
            <a:r>
              <a:t>D:/pasar_fix/node_modules/.bun/css-select@5.2.2/node_modules/css-select/lib/esm/compile.d.ts.map</a:t>
            </a:r>
          </a:p>
          <a:p>
            <a:pPr>
              <a:defRPr sz="1200"/>
            </a:pPr>
            <a:r>
              <a:t>D:/pasar_fix/node_modules/.bun/css-select@5.2.2/node_modules/css-select/lib/esm/compile.js</a:t>
            </a:r>
          </a:p>
          <a:p>
            <a:pPr>
              <a:defRPr sz="1200"/>
            </a:pPr>
            <a:r>
              <a:t>D:/pasar_fix/node_modules/.bun/css-select@5.2.2/node_modules/css-select/lib/esm/compile.js.map</a:t>
            </a:r>
          </a:p>
          <a:p>
            <a:pPr>
              <a:defRPr sz="1200"/>
            </a:pPr>
            <a:r>
              <a:t>D:/pasar_fix/node_modules/.bun/css-select@5.2.2/node_modules/css-select/lib/esm/general.d.ts</a:t>
            </a:r>
          </a:p>
          <a:p>
            <a:pPr>
              <a:defRPr sz="1200"/>
            </a:pPr>
            <a:r>
              <a:t>D:/pasar_fix/node_modules/.bun/css-select@5.2.2/node_modules/css-select/lib/esm/general.d.ts.map</a:t>
            </a:r>
          </a:p>
          <a:p>
            <a:pPr>
              <a:defRPr sz="1200"/>
            </a:pPr>
            <a:r>
              <a:t>D:/pasar_fix/node_modules/.bun/css-select@5.2.2/node_modules/css-select/lib/esm/general.js</a:t>
            </a:r>
          </a:p>
          <a:p>
            <a:pPr>
              <a:defRPr sz="1200"/>
            </a:pPr>
            <a:r>
              <a:t>D:/pasar_fix/node_modules/.bun/css-select@5.2.2/node_modules/css-select/lib/esm/general.js.map</a:t>
            </a:r>
          </a:p>
          <a:p>
            <a:pPr>
              <a:defRPr sz="1200"/>
            </a:pPr>
            <a:r>
              <a:t>D:/pasar_fix/node_modules/.bun/css-select@5.2.2/node_modules/css-select/lib/esm/index.d.ts</a:t>
            </a:r>
          </a:p>
          <a:p>
            <a:pPr>
              <a:defRPr sz="1200"/>
            </a:pPr>
            <a:r>
              <a:t>D:/pasar_fix/node_modules/.bun/css-select@5.2.2/node_modules/css-select/lib/esm/index.d.ts.map</a:t>
            </a:r>
          </a:p>
          <a:p>
            <a:pPr>
              <a:defRPr sz="1200"/>
            </a:pPr>
            <a:r>
              <a:t>D:/pasar_fix/node_modules/.bun/css-select@5.2.2/node_modules/css-select/lib/esm/index.js</a:t>
            </a:r>
          </a:p>
          <a:p>
            <a:pPr>
              <a:defRPr sz="1200"/>
            </a:pPr>
            <a:r>
              <a:t>D:/pasar_fix/node_modules/.bun/css-select@5.2.2/node_modules/css-select/lib/esm/index.js.map</a:t>
            </a:r>
          </a:p>
          <a:p>
            <a:pPr>
              <a:defRPr sz="1200"/>
            </a:pPr>
            <a:r>
              <a:t>D:/pasar_fix/node_modules/.bun/css-select@5.2.2/node_modules/css-select/lib/esm/package.json</a:t>
            </a:r>
          </a:p>
          <a:p>
            <a:pPr>
              <a:defRPr sz="1200"/>
            </a:pPr>
            <a:r>
              <a:t>D:/pasar_fix/node_modules/.bun/css-select@5.2.2/node_modules/css-select/lib/esm/sort.d.ts</a:t>
            </a:r>
          </a:p>
          <a:p>
            <a:pPr>
              <a:defRPr sz="1200"/>
            </a:pPr>
            <a:r>
              <a:t>D:/pasar_fix/node_modules/.bun/css-select@5.2.2/node_modules/css-select/lib/esm/sort.d.ts.map</a:t>
            </a:r>
          </a:p>
          <a:p>
            <a:pPr>
              <a:defRPr sz="1200"/>
            </a:pPr>
            <a:r>
              <a:t>D:/pasar_fix/node_modules/.bun/css-select@5.2.2/node_modules/css-select/lib/esm/sort.js</a:t>
            </a:r>
          </a:p>
          <a:p>
            <a:pPr>
              <a:defRPr sz="1200"/>
            </a:pPr>
            <a:r>
              <a:t>D:/pasar_fix/node_modules/.bun/css-select@5.2.2/node_modules/css-select/lib/esm/sort.js.map</a:t>
            </a:r>
          </a:p>
          <a:p>
            <a:pPr>
              <a:defRPr sz="1200"/>
            </a:pPr>
            <a:r>
              <a:t>D:/pasar_fix/node_modules/.bun/css-select@5.2.2/node_modules/css-select/lib/esm/types.d.ts</a:t>
            </a:r>
          </a:p>
          <a:p>
            <a:pPr>
              <a:defRPr sz="1200"/>
            </a:pPr>
            <a:r>
              <a:t>D:/pasar_fix/node_modules/.bun/css-select@5.2.2/node_modules/css-select/lib/esm/types.d.ts.map</a:t>
            </a:r>
          </a:p>
          <a:p>
            <a:pPr>
              <a:defRPr sz="1200"/>
            </a:pPr>
            <a:r>
              <a:t>D:/pasar_fix/node_modules/.bun/css-select@5.2.2/node_modules/css-select/lib/esm/types.js</a:t>
            </a:r>
          </a:p>
          <a:p>
            <a:pPr>
              <a:defRPr sz="1200"/>
            </a:pPr>
            <a:r>
              <a:t>D:/pasar_fix/node_modules/.bun/css-select@5.2.2/node_modules/css-select/lib/esm/types.js.map</a:t>
            </a:r>
          </a:p>
          <a:p>
            <a:pPr>
              <a:defRPr sz="1200"/>
            </a:pPr>
            <a:r>
              <a:t>D:/pasar_fix/node_modules/.bun/css-select@5.2.2/node_modules/css-select/lib/esm/helpers/cache.d.ts</a:t>
            </a:r>
          </a:p>
          <a:p>
            <a:pPr>
              <a:defRPr sz="1200"/>
            </a:pPr>
            <a:r>
              <a:t>D:/pasar_fix/node_modules/.bun/css-select@5.2.2/node_modules/css-select/lib/esm/helpers/cache.d.ts.map</a:t>
            </a:r>
          </a:p>
          <a:p>
            <a:pPr>
              <a:defRPr sz="1200"/>
            </a:pPr>
            <a:r>
              <a:t>D:/pasar_fix/node_modules/.bun/css-select@5.2.2/node_modules/css-select/lib/esm/helpers/cache.js</a:t>
            </a:r>
          </a:p>
          <a:p>
            <a:pPr>
              <a:defRPr sz="1200"/>
            </a:pPr>
            <a:r>
              <a:t>D:/pasar_fix/node_modules/.bun/css-select@5.2.2/node_modules/css-select/lib/esm/helpers/cache.js.map</a:t>
            </a:r>
          </a:p>
          <a:p>
            <a:pPr>
              <a:defRPr sz="1200"/>
            </a:pPr>
            <a:r>
              <a:t>D:/pasar_fix/node_modules/.bun/css-select@5.2.2/node_modules/css-select/lib/esm/helpers/querying.d.ts</a:t>
            </a:r>
          </a:p>
          <a:p>
            <a:pPr>
              <a:defRPr sz="1200"/>
            </a:pPr>
            <a:r>
              <a:t>D:/pasar_fix/node_modules/.bun/css-select@5.2.2/node_modules/css-select/lib/esm/helpers/querying.d.ts.map</a:t>
            </a:r>
          </a:p>
          <a:p>
            <a:pPr>
              <a:defRPr sz="1200"/>
            </a:pPr>
            <a:r>
              <a:t>D:/pasar_fix/node_modules/.bun/css-select@5.2.2/node_modules/css-select/lib/esm/helpers/querying.js</a:t>
            </a:r>
          </a:p>
          <a:p>
            <a:pPr>
              <a:defRPr sz="1200"/>
            </a:pPr>
            <a:r>
              <a:t>D:/pasar_fix/node_modules/.bun/css-select@5.2.2/node_modules/css-select/lib/esm/helpers/querying.js.map</a:t>
            </a:r>
          </a:p>
          <a:p>
            <a:pPr>
              <a:defRPr sz="1200"/>
            </a:pPr>
            <a:r>
              <a:t>D:/pasar_fix/node_modules/.bun/css-select@5.2.2/node_modules/css-select/lib/esm/helpers/selectors.d.ts</a:t>
            </a:r>
          </a:p>
          <a:p>
            <a:pPr>
              <a:defRPr sz="1200"/>
            </a:pPr>
            <a:r>
              <a:t>D:/pasar_fix/node_modules/.bun/css-select@5.2.2/node_modules/css-select/lib/esm/helpers/selectors.d.ts.map</a:t>
            </a:r>
          </a:p>
          <a:p>
            <a:pPr>
              <a:defRPr sz="1200"/>
            </a:pPr>
            <a:r>
              <a:t>D:/pasar_fix/node_modules/.bun/css-select@5.2.2/node_modules/css-select/lib/esm/helpers/selectors.js</a:t>
            </a:r>
          </a:p>
          <a:p>
            <a:pPr>
              <a:defRPr sz="1200"/>
            </a:pPr>
            <a:r>
              <a:t>D:/pasar_fix/node_modules/.bun/css-select@5.2.2/node_modules/css-select/lib/esm/helpers/selectors.js.map</a:t>
            </a:r>
          </a:p>
          <a:p>
            <a:pPr>
              <a:defRPr sz="1200"/>
            </a:pPr>
            <a:r>
              <a:t>D:/pasar_fix/node_modules/.bun/css-select@5.2.2/node_modules/css-select/lib/esm/pseudo-selectors/aliases.d.ts</a:t>
            </a:r>
          </a:p>
          <a:p>
            <a:pPr>
              <a:defRPr sz="1200"/>
            </a:pPr>
            <a:r>
              <a:t>D:/pasar_fix/node_modules/.bun/css-select@5.2.2/node_modules/css-select/lib/esm/pseudo-selectors/aliases.d.ts.map</a:t>
            </a:r>
          </a:p>
          <a:p>
            <a:pPr>
              <a:defRPr sz="1200"/>
            </a:pPr>
            <a:r>
              <a:t>D:/pasar_fix/node_modules/.bun/css-select@5.2.2/node_modules/css-select/lib/esm/pseudo-selectors/aliases.js</a:t>
            </a:r>
          </a:p>
          <a:p>
            <a:pPr>
              <a:defRPr sz="1200"/>
            </a:pPr>
            <a:r>
              <a:t>D:/pasar_fix/node_modules/.bun/css-select@5.2.2/node_modules/css-select/lib/esm/pseudo-selectors/aliases.js.map</a:t>
            </a:r>
          </a:p>
          <a:p>
            <a:pPr>
              <a:defRPr sz="1200"/>
            </a:pPr>
            <a:r>
              <a:t>D:/pasar_fix/node_modules/.bun/css-select@5.2.2/node_modules/css-select/lib/esm/pseudo-selectors/filters.d.ts</a:t>
            </a:r>
          </a:p>
          <a:p>
            <a:pPr>
              <a:defRPr sz="1200"/>
            </a:pPr>
            <a:r>
              <a:t>D:/pasar_fix/node_modules/.bun/css-select@5.2.2/node_modules/css-select/lib/esm/pseudo-selectors/filters.d.ts.map</a:t>
            </a:r>
          </a:p>
          <a:p>
            <a:pPr>
              <a:defRPr sz="1200"/>
            </a:pPr>
            <a:r>
              <a:t>D:/pasar_fix/node_modules/.bun/css-select@5.2.2/node_modules/css-select/lib/esm/pseudo-selectors/filters.js</a:t>
            </a:r>
          </a:p>
          <a:p>
            <a:pPr>
              <a:defRPr sz="1200"/>
            </a:pPr>
            <a:r>
              <a:t>D:/pasar_fix/node_modules/.bun/css-select@5.2.2/node_modules/css-select/lib/esm/pseudo-selectors/filters.js.map</a:t>
            </a:r>
          </a:p>
          <a:p>
            <a:pPr>
              <a:defRPr sz="1200"/>
            </a:pPr>
            <a:r>
              <a:t>D:/pasar_fix/node_modules/.bun/css-select@5.2.2/node_modules/css-select/lib/esm/pseudo-selectors/index.d.ts</a:t>
            </a:r>
          </a:p>
          <a:p>
            <a:pPr>
              <a:defRPr sz="1200"/>
            </a:pPr>
            <a:r>
              <a:t>D:/pasar_fix/node_modules/.bun/css-select@5.2.2/node_modules/css-select/lib/esm/pseudo-selectors/index.d.ts.map</a:t>
            </a:r>
          </a:p>
          <a:p>
            <a:pPr>
              <a:defRPr sz="1200"/>
            </a:pPr>
            <a:r>
              <a:t>D:/pasar_fix/node_modules/.bun/css-select@5.2.2/node_modules/css-select/lib/esm/pseudo-selectors/index.js</a:t>
            </a:r>
          </a:p>
          <a:p>
            <a:pPr>
              <a:defRPr sz="1200"/>
            </a:pPr>
            <a:r>
              <a:t>D:/pasar_fix/node_modules/.bun/css-select@5.2.2/node_modules/css-select/lib/esm/pseudo-selectors/index.js.map</a:t>
            </a:r>
          </a:p>
          <a:p>
            <a:pPr>
              <a:defRPr sz="1200"/>
            </a:pPr>
            <a:r>
              <a:t>D:/pasar_fix/node_modules/.bun/css-select@5.2.2/node_modules/css-select/lib/esm/pseudo-selectors/pseudos.d.ts</a:t>
            </a:r>
          </a:p>
          <a:p>
            <a:pPr>
              <a:defRPr sz="1200"/>
            </a:pPr>
            <a:r>
              <a:t>D:/pasar_fix/node_modules/.bun/css-select@5.2.2/node_modules/css-select/lib/esm/pseudo-selectors/pseudos.d.ts.map</a:t>
            </a:r>
          </a:p>
          <a:p>
            <a:pPr>
              <a:defRPr sz="1200"/>
            </a:pPr>
            <a:r>
              <a:t>D:/pasar_fix/node_modules/.bun/css-select@5.2.2/node_modules/css-select/lib/esm/pseudo-selectors/pseudos.js</a:t>
            </a:r>
          </a:p>
          <a:p>
            <a:pPr>
              <a:defRPr sz="1200"/>
            </a:pPr>
            <a:r>
              <a:t>D:/pasar_fix/node_modules/.bun/css-select@5.2.2/node_modules/css-select/lib/esm/pseudo-selectors/pseudos.js.map</a:t>
            </a:r>
          </a:p>
          <a:p>
            <a:pPr>
              <a:defRPr sz="1200"/>
            </a:pPr>
            <a:r>
              <a:t>D:/pasar_fix/node_modules/.bun/css-select@5.2.2/node_modules/css-select/lib/esm/pseudo-selectors/subselects.d.ts</a:t>
            </a:r>
          </a:p>
          <a:p>
            <a:pPr>
              <a:defRPr sz="1200"/>
            </a:pPr>
            <a:r>
              <a:t>D:/pasar_fix/node_modules/.bun/css-select@5.2.2/node_modules/css-select/lib/esm/pseudo-selectors/subselects.d.ts.map</a:t>
            </a:r>
          </a:p>
          <a:p>
            <a:pPr>
              <a:defRPr sz="1200"/>
            </a:pPr>
            <a:r>
              <a:t>D:/pasar_fix/node_modules/.bun/css-select@5.2.2/node_modules/css-select/lib/esm/pseudo-selectors/subselects.js</a:t>
            </a:r>
          </a:p>
          <a:p>
            <a:pPr>
              <a:defRPr sz="1200"/>
            </a:pPr>
            <a:r>
              <a:t>D:/pasar_fix/node_modules/.bun/css-select@5.2.2/node_modules/css-select/lib/esm/pseudo-selectors/subselects.js.map</a:t>
            </a:r>
          </a:p>
          <a:p>
            <a:pPr>
              <a:defRPr sz="1200"/>
            </a:pPr>
            <a:r>
              <a:t>D:/pasar_fix/node_modules/.bun/css-select@5.2.2/node_modules/css-select/lib/helpers/cache.d.ts</a:t>
            </a:r>
          </a:p>
          <a:p>
            <a:pPr>
              <a:defRPr sz="1200"/>
            </a:pPr>
            <a:r>
              <a:t>D:/pasar_fix/node_modules/.bun/css-select@5.2.2/node_modules/css-select/lib/helpers/cache.d.ts.map</a:t>
            </a:r>
          </a:p>
          <a:p>
            <a:pPr>
              <a:defRPr sz="1200"/>
            </a:pPr>
            <a:r>
              <a:t>D:/pasar_fix/node_modules/.bun/css-select@5.2.2/node_modules/css-select/lib/helpers/cache.js</a:t>
            </a:r>
          </a:p>
          <a:p>
            <a:pPr>
              <a:defRPr sz="1200"/>
            </a:pPr>
            <a:r>
              <a:t>D:/pasar_fix/node_modules/.bun/css-select@5.2.2/node_modules/css-select/lib/helpers/cache.js.map</a:t>
            </a:r>
          </a:p>
          <a:p>
            <a:pPr>
              <a:defRPr sz="1200"/>
            </a:pPr>
            <a:r>
              <a:t>D:/pasar_fix/node_modules/.bun/css-select@5.2.2/node_modules/css-select/lib/helpers/querying.d.ts</a:t>
            </a:r>
          </a:p>
          <a:p>
            <a:pPr>
              <a:defRPr sz="1200"/>
            </a:pPr>
            <a:r>
              <a:t>D:/pasar_fix/node_modules/.bun/css-select@5.2.2/node_modules/css-select/lib/helpers/querying.d.ts.map</a:t>
            </a:r>
          </a:p>
          <a:p>
            <a:pPr>
              <a:defRPr sz="1200"/>
            </a:pPr>
            <a:r>
              <a:t>D:/pasar_fix/node_modules/.bun/css-select@5.2.2/node_modules/css-select/lib/helpers/querying.js</a:t>
            </a:r>
          </a:p>
          <a:p>
            <a:pPr>
              <a:defRPr sz="1200"/>
            </a:pPr>
            <a:r>
              <a:t>D:/pasar_fix/node_modules/.bun/css-select@5.2.2/node_modules/css-select/lib/helpers/querying.js.map</a:t>
            </a:r>
          </a:p>
          <a:p>
            <a:pPr>
              <a:defRPr sz="1200"/>
            </a:pPr>
            <a:r>
              <a:t>D:/pasar_fix/node_modules/.bun/css-select@5.2.2/node_modules/css-select/lib/helpers/selectors.d.ts</a:t>
            </a:r>
          </a:p>
          <a:p>
            <a:pPr>
              <a:defRPr sz="1200"/>
            </a:pPr>
            <a:r>
              <a:t>D:/pasar_fix/node_modules/.bun/css-select@5.2.2/node_modules/css-select/lib/helpers/selectors.d.ts.map</a:t>
            </a:r>
          </a:p>
          <a:p>
            <a:pPr>
              <a:defRPr sz="1200"/>
            </a:pPr>
            <a:r>
              <a:t>D:/pasar_fix/node_modules/.bun/css-select@5.2.2/node_modules/css-select/lib/helpers/selectors.js</a:t>
            </a:r>
          </a:p>
          <a:p>
            <a:pPr>
              <a:defRPr sz="1200"/>
            </a:pPr>
            <a:r>
              <a:t>D:/pasar_fix/node_modules/.bun/css-select@5.2.2/node_modules/css-select/lib/helpers/selectors.js.map</a:t>
            </a:r>
          </a:p>
          <a:p>
            <a:pPr>
              <a:defRPr sz="1200"/>
            </a:pPr>
            <a:r>
              <a:t>D:/pasar_fix/node_modules/.bun/css-select@5.2.2/node_modules/css-select/lib/pseudo-selectors/aliases.d.ts</a:t>
            </a:r>
          </a:p>
          <a:p>
            <a:pPr>
              <a:defRPr sz="1200"/>
            </a:pPr>
            <a:r>
              <a:t>D:/pasar_fix/node_modules/.bun/css-select@5.2.2/node_modules/css-select/lib/pseudo-selectors/aliases.d.ts.map</a:t>
            </a:r>
          </a:p>
          <a:p>
            <a:pPr>
              <a:defRPr sz="1200"/>
            </a:pPr>
            <a:r>
              <a:t>D:/pasar_fix/node_modules/.bun/css-select@5.2.2/node_modules/css-select/lib/pseudo-selectors/aliases.js</a:t>
            </a:r>
          </a:p>
          <a:p>
            <a:pPr>
              <a:defRPr sz="1200"/>
            </a:pPr>
            <a:r>
              <a:t>D:/pasar_fix/node_modules/.bun/css-select@5.2.2/node_modules/css-select/lib/pseudo-selectors/aliases.js.map</a:t>
            </a:r>
          </a:p>
          <a:p>
            <a:pPr>
              <a:defRPr sz="1200"/>
            </a:pPr>
            <a:r>
              <a:t>D:/pasar_fix/node_modules/.bun/css-select@5.2.2/node_modules/css-select/lib/pseudo-selectors/filters.d.ts</a:t>
            </a:r>
          </a:p>
          <a:p>
            <a:pPr>
              <a:defRPr sz="1200"/>
            </a:pPr>
            <a:r>
              <a:t>D:/pasar_fix/node_modules/.bun/css-select@5.2.2/node_modules/css-select/lib/pseudo-selectors/filters.d.ts.map</a:t>
            </a:r>
          </a:p>
          <a:p>
            <a:pPr>
              <a:defRPr sz="1200"/>
            </a:pPr>
            <a:r>
              <a:t>D:/pasar_fix/node_modules/.bun/css-select@5.2.2/node_modules/css-select/lib/pseudo-selectors/filters.js</a:t>
            </a:r>
          </a:p>
          <a:p>
            <a:pPr>
              <a:defRPr sz="1200"/>
            </a:pPr>
            <a:r>
              <a:t>D:/pasar_fix/node_modules/.bun/css-select@5.2.2/node_modules/css-select/lib/pseudo-selectors/filters.js.map</a:t>
            </a:r>
          </a:p>
          <a:p>
            <a:pPr>
              <a:defRPr sz="1200"/>
            </a:pPr>
            <a:r>
              <a:t>D:/pasar_fix/node_modules/.bun/css-select@5.2.2/node_modules/css-select/lib/pseudo-selectors/index.d.ts</a:t>
            </a:r>
          </a:p>
          <a:p>
            <a:pPr>
              <a:defRPr sz="1200"/>
            </a:pPr>
            <a:r>
              <a:t>D:/pasar_fix/node_modules/.bun/css-select@5.2.2/node_modules/css-select/lib/pseudo-selectors/index.d.ts.map</a:t>
            </a:r>
          </a:p>
          <a:p>
            <a:pPr>
              <a:defRPr sz="1200"/>
            </a:pPr>
            <a:r>
              <a:t>D:/pasar_fix/node_modules/.bun/css-select@5.2.2/node_modules/css-select/lib/pseudo-selectors/index.js</a:t>
            </a:r>
          </a:p>
          <a:p>
            <a:pPr>
              <a:defRPr sz="1200"/>
            </a:pPr>
            <a:r>
              <a:t>D:/pasar_fix/node_modules/.bun/css-select@5.2.2/node_modules/css-select/lib/pseudo-selectors/index.js.map</a:t>
            </a:r>
          </a:p>
          <a:p>
            <a:pPr>
              <a:defRPr sz="1200"/>
            </a:pPr>
            <a:r>
              <a:t>D:/pasar_fix/node_modules/.bun/css-select@5.2.2/node_modules/css-select/lib/pseudo-selectors/pseudos.d.ts</a:t>
            </a:r>
          </a:p>
          <a:p>
            <a:pPr>
              <a:defRPr sz="1200"/>
            </a:pPr>
            <a:r>
              <a:t>D:/pasar_fix/node_modules/.bun/css-select@5.2.2/node_modules/css-select/lib/pseudo-selectors/pseudos.d.ts.map</a:t>
            </a:r>
          </a:p>
          <a:p>
            <a:pPr>
              <a:defRPr sz="1200"/>
            </a:pPr>
            <a:r>
              <a:t>D:/pasar_fix/node_modules/.bun/css-select@5.2.2/node_modules/css-select/lib/pseudo-selectors/pseudos.js</a:t>
            </a:r>
          </a:p>
          <a:p>
            <a:pPr>
              <a:defRPr sz="1200"/>
            </a:pPr>
            <a:r>
              <a:t>D:/pasar_fix/node_modules/.bun/css-select@5.2.2/node_modules/css-select/lib/pseudo-selectors/pseudos.js.map</a:t>
            </a:r>
          </a:p>
          <a:p>
            <a:pPr>
              <a:defRPr sz="1200"/>
            </a:pPr>
            <a:r>
              <a:t>D:/pasar_fix/node_modules/.bun/css-select@5.2.2/node_modules/css-select/lib/pseudo-selectors/subselects.d.ts</a:t>
            </a:r>
          </a:p>
          <a:p>
            <a:pPr>
              <a:defRPr sz="1200"/>
            </a:pPr>
            <a:r>
              <a:t>D:/pasar_fix/node_modules/.bun/css-select@5.2.2/node_modules/css-select/lib/pseudo-selectors/subselects.d.ts.map</a:t>
            </a:r>
          </a:p>
          <a:p>
            <a:pPr>
              <a:defRPr sz="1200"/>
            </a:pPr>
            <a:r>
              <a:t>D:/pasar_fix/node_modules/.bun/css-select@5.2.2/node_modules/css-select/lib/pseudo-selectors/subselects.js</a:t>
            </a:r>
          </a:p>
          <a:p>
            <a:pPr>
              <a:defRPr sz="1200"/>
            </a:pPr>
            <a:r>
              <a:t>D:/pasar_fix/node_modules/.bun/css-select@5.2.2/node_modules/css-select/lib/pseudo-selectors/subselects.js.map</a:t>
            </a:r>
          </a:p>
          <a:p>
            <a:pPr>
              <a:defRPr sz="1200"/>
            </a:pPr>
            <a:r>
              <a:t>D:/pasar_fix/node_modules/.bun/css-what@6.2.2/node_modules/css-what/LICENSE</a:t>
            </a:r>
          </a:p>
          <a:p>
            <a:pPr>
              <a:defRPr sz="1200"/>
            </a:pPr>
            <a:r>
              <a:t>D:/pasar_fix/node_modules/.bun/css-what@6.2.2/node_modules/css-what/package.json</a:t>
            </a:r>
          </a:p>
          <a:p>
            <a:pPr>
              <a:defRPr sz="1200"/>
            </a:pPr>
            <a:r>
              <a:t>D:/pasar_fix/node_modules/.bun/css-what@6.2.2/node_modules/css-what/readme.md</a:t>
            </a:r>
          </a:p>
          <a:p>
            <a:pPr>
              <a:defRPr sz="1200"/>
            </a:pPr>
            <a:r>
              <a:t>D:/pasar_fix/node_modules/.bun/css-what@6.2.2/node_modules/css-what/lib/commonjs/index.d.ts</a:t>
            </a:r>
          </a:p>
          <a:p>
            <a:pPr>
              <a:defRPr sz="1200"/>
            </a:pPr>
            <a:r>
              <a:t>D:/pasar_fix/node_modules/.bun/css-what@6.2.2/node_modules/css-what/lib/commonjs/index.d.ts.map</a:t>
            </a:r>
          </a:p>
          <a:p>
            <a:pPr>
              <a:defRPr sz="1200"/>
            </a:pPr>
            <a:r>
              <a:t>D:/pasar_fix/node_modules/.bun/css-what@6.2.2/node_modules/css-what/lib/commonjs/index.js</a:t>
            </a:r>
          </a:p>
          <a:p>
            <a:pPr>
              <a:defRPr sz="1200"/>
            </a:pPr>
            <a:r>
              <a:t>D:/pasar_fix/node_modules/.bun/css-what@6.2.2/node_modules/css-what/lib/commonjs/parse.d.ts</a:t>
            </a:r>
          </a:p>
          <a:p>
            <a:pPr>
              <a:defRPr sz="1200"/>
            </a:pPr>
            <a:r>
              <a:t>D:/pasar_fix/node_modules/.bun/css-what@6.2.2/node_modules/css-what/lib/commonjs/parse.d.ts.map</a:t>
            </a:r>
          </a:p>
          <a:p>
            <a:pPr>
              <a:defRPr sz="1200"/>
            </a:pPr>
            <a:r>
              <a:t>D:/pasar_fix/node_modules/.bun/css-what@6.2.2/node_modules/css-what/lib/commonjs/parse.js</a:t>
            </a:r>
          </a:p>
          <a:p>
            <a:pPr>
              <a:defRPr sz="1200"/>
            </a:pPr>
            <a:r>
              <a:t>D:/pasar_fix/node_modules/.bun/css-what@6.2.2/node_modules/css-what/lib/commonjs/stringify.d.ts</a:t>
            </a:r>
          </a:p>
          <a:p>
            <a:pPr>
              <a:defRPr sz="1200"/>
            </a:pPr>
            <a:r>
              <a:t>D:/pasar_fix/node_modules/.bun/css-what@6.2.2/node_modules/css-what/lib/commonjs/stringify.d.ts.map</a:t>
            </a:r>
          </a:p>
          <a:p>
            <a:pPr>
              <a:defRPr sz="1200"/>
            </a:pPr>
            <a:r>
              <a:t>D:/pasar_fix/node_modules/.bun/css-what@6.2.2/node_modules/css-what/lib/commonjs/stringify.js</a:t>
            </a:r>
          </a:p>
          <a:p>
            <a:pPr>
              <a:defRPr sz="1200"/>
            </a:pPr>
            <a:r>
              <a:t>D:/pasar_fix/node_modules/.bun/css-what@6.2.2/node_modules/css-what/lib/commonjs/types.d.ts</a:t>
            </a:r>
          </a:p>
          <a:p>
            <a:pPr>
              <a:defRPr sz="1200"/>
            </a:pPr>
            <a:r>
              <a:t>D:/pasar_fix/node_modules/.bun/css-what@6.2.2/node_modules/css-what/lib/commonjs/types.d.ts.map</a:t>
            </a:r>
          </a:p>
          <a:p>
            <a:pPr>
              <a:defRPr sz="1200"/>
            </a:pPr>
            <a:r>
              <a:t>D:/pasar_fix/node_modules/.bun/css-what@6.2.2/node_modules/css-what/lib/commonjs/types.js</a:t>
            </a:r>
          </a:p>
          <a:p>
            <a:pPr>
              <a:defRPr sz="1200"/>
            </a:pPr>
            <a:r>
              <a:t>D:/pasar_fix/node_modules/.bun/css-what@6.2.2/node_modules/css-what/lib/es/index.d.ts</a:t>
            </a:r>
          </a:p>
          <a:p>
            <a:pPr>
              <a:defRPr sz="1200"/>
            </a:pPr>
            <a:r>
              <a:t>D:/pasar_fix/node_modules/.bun/css-what@6.2.2/node_modules/css-what/lib/es/index.d.ts.map</a:t>
            </a:r>
          </a:p>
          <a:p>
            <a:pPr>
              <a:defRPr sz="1200"/>
            </a:pPr>
            <a:r>
              <a:t>D:/pasar_fix/node_modules/.bun/css-what@6.2.2/node_modules/css-what/lib/es/index.js</a:t>
            </a:r>
          </a:p>
          <a:p>
            <a:pPr>
              <a:defRPr sz="1200"/>
            </a:pPr>
            <a:r>
              <a:t>D:/pasar_fix/node_modules/.bun/css-what@6.2.2/node_modules/css-what/lib/es/parse.d.ts</a:t>
            </a:r>
          </a:p>
          <a:p>
            <a:pPr>
              <a:defRPr sz="1200"/>
            </a:pPr>
            <a:r>
              <a:t>D:/pasar_fix/node_modules/.bun/css-what@6.2.2/node_modules/css-what/lib/es/parse.d.ts.map</a:t>
            </a:r>
          </a:p>
          <a:p>
            <a:pPr>
              <a:defRPr sz="1200"/>
            </a:pPr>
            <a:r>
              <a:t>D:/pasar_fix/node_modules/.bun/css-what@6.2.2/node_modules/css-what/lib/es/parse.js</a:t>
            </a:r>
          </a:p>
          <a:p>
            <a:pPr>
              <a:defRPr sz="1200"/>
            </a:pPr>
            <a:r>
              <a:t>D:/pasar_fix/node_modules/.bun/css-what@6.2.2/node_modules/css-what/lib/es/stringify.d.ts</a:t>
            </a:r>
          </a:p>
          <a:p>
            <a:pPr>
              <a:defRPr sz="1200"/>
            </a:pPr>
            <a:r>
              <a:t>D:/pasar_fix/node_modules/.bun/css-what@6.2.2/node_modules/css-what/lib/es/stringify.d.ts.map</a:t>
            </a:r>
          </a:p>
          <a:p>
            <a:pPr>
              <a:defRPr sz="1200"/>
            </a:pPr>
            <a:r>
              <a:t>D:/pasar_fix/node_modules/.bun/css-what@6.2.2/node_modules/css-what/lib/es/stringify.js</a:t>
            </a:r>
          </a:p>
          <a:p>
            <a:pPr>
              <a:defRPr sz="1200"/>
            </a:pPr>
            <a:r>
              <a:t>D:/pasar_fix/node_modules/.bun/css-what@6.2.2/node_modules/css-what/lib/es/types.d.ts</a:t>
            </a:r>
          </a:p>
          <a:p>
            <a:pPr>
              <a:defRPr sz="1200"/>
            </a:pPr>
            <a:r>
              <a:t>D:/pasar_fix/node_modules/.bun/css-what@6.2.2/node_modules/css-what/lib/es/types.d.ts.map</a:t>
            </a:r>
          </a:p>
          <a:p>
            <a:pPr>
              <a:defRPr sz="1200"/>
            </a:pPr>
            <a:r>
              <a:t>D:/pasar_fix/node_modules/.bun/css-what@6.2.2/node_modules/css-what/lib/es/types.js</a:t>
            </a:r>
          </a:p>
          <a:p>
            <a:pPr>
              <a:defRPr sz="1200"/>
            </a:pPr>
            <a:r>
              <a:t>D:/pasar_fix/node_modules/.bun/cssstyle@4.6.0/node_modules/cssstyle/LICENSE</a:t>
            </a:r>
          </a:p>
          <a:p>
            <a:pPr>
              <a:defRPr sz="1200"/>
            </a:pPr>
            <a:r>
              <a:t>D:/pasar_fix/node_modules/.bun/cssstyle@4.6.0/node_modules/cssstyle/package.json</a:t>
            </a:r>
          </a:p>
          <a:p>
            <a:pPr>
              <a:defRPr sz="1200"/>
            </a:pPr>
            <a:r>
              <a:t>D:/pasar_fix/node_modules/.bun/cssstyle@4.6.0/node_modules/cssstyle/README.md</a:t>
            </a:r>
          </a:p>
          <a:p>
            <a:pPr>
              <a:defRPr sz="1200"/>
            </a:pPr>
            <a:r>
              <a:t>D:/pasar_fix/node_modules/.bun/cssstyle@4.6.0/node_modules/cssstyle/lib/allExtraProperties.js</a:t>
            </a:r>
          </a:p>
          <a:p>
            <a:pPr>
              <a:defRPr sz="1200"/>
            </a:pPr>
            <a:r>
              <a:t>D:/pasar_fix/node_modules/.bun/cssstyle@4.6.0/node_modules/cssstyle/lib/allWebkitProperties.js</a:t>
            </a:r>
          </a:p>
          <a:p>
            <a:pPr>
              <a:defRPr sz="1200"/>
            </a:pPr>
            <a:r>
              <a:t>D:/pasar_fix/node_modules/.bun/cssstyle@4.6.0/node_modules/cssstyle/lib/CSSStyleDeclaration.js</a:t>
            </a:r>
          </a:p>
          <a:p>
            <a:pPr>
              <a:defRPr sz="1200"/>
            </a:pPr>
            <a:r>
              <a:t>D:/pasar_fix/node_modules/.bun/cssstyle@4.6.0/node_modules/cssstyle/lib/parsers.js</a:t>
            </a:r>
          </a:p>
          <a:p>
            <a:pPr>
              <a:defRPr sz="1200"/>
            </a:pPr>
            <a:r>
              <a:t>D:/pasar_fix/node_modules/.bun/cssstyle@4.6.0/node_modules/cssstyle/lib/generated/allProperties.js</a:t>
            </a:r>
          </a:p>
          <a:p>
            <a:pPr>
              <a:defRPr sz="1200"/>
            </a:pPr>
            <a:r>
              <a:t>D:/pasar_fix/node_modules/.bun/cssstyle@4.6.0/node_modules/cssstyle/lib/generated/implementedProperties.js</a:t>
            </a:r>
          </a:p>
          <a:p>
            <a:pPr>
              <a:defRPr sz="1200"/>
            </a:pPr>
            <a:r>
              <a:t>D:/pasar_fix/node_modules/.bun/cssstyle@4.6.0/node_modules/cssstyle/lib/generated/properties.js</a:t>
            </a:r>
          </a:p>
          <a:p>
            <a:pPr>
              <a:defRPr sz="1200"/>
            </a:pPr>
            <a:r>
              <a:t>D:/pasar_fix/node_modules/.bun/cssstyle@4.6.0/node_modules/cssstyle/lib/properties/background.js</a:t>
            </a:r>
          </a:p>
          <a:p>
            <a:pPr>
              <a:defRPr sz="1200"/>
            </a:pPr>
            <a:r>
              <a:t>D:/pasar_fix/node_modules/.bun/cssstyle@4.6.0/node_modules/cssstyle/lib/properties/backgroundAttachment.js</a:t>
            </a:r>
          </a:p>
          <a:p>
            <a:pPr>
              <a:defRPr sz="1200"/>
            </a:pPr>
            <a:r>
              <a:t>D:/pasar_fix/node_modules/.bun/cssstyle@4.6.0/node_modules/cssstyle/lib/properties/backgroundColor.js</a:t>
            </a:r>
          </a:p>
          <a:p>
            <a:pPr>
              <a:defRPr sz="1200"/>
            </a:pPr>
            <a:r>
              <a:t>D:/pasar_fix/node_modules/.bun/cssstyle@4.6.0/node_modules/cssstyle/lib/properties/backgroundImage.js</a:t>
            </a:r>
          </a:p>
          <a:p>
            <a:pPr>
              <a:defRPr sz="1200"/>
            </a:pPr>
            <a:r>
              <a:t>D:/pasar_fix/node_modules/.bun/cssstyle@4.6.0/node_modules/cssstyle/lib/properties/backgroundPosition.js</a:t>
            </a:r>
          </a:p>
          <a:p>
            <a:pPr>
              <a:defRPr sz="1200"/>
            </a:pPr>
            <a:r>
              <a:t>D:/pasar_fix/node_modules/.bun/cssstyle@4.6.0/node_modules/cssstyle/lib/properties/backgroundRepeat.js</a:t>
            </a:r>
          </a:p>
          <a:p>
            <a:pPr>
              <a:defRPr sz="1200"/>
            </a:pPr>
            <a:r>
              <a:t>D:/pasar_fix/node_modules/.bun/cssstyle@4.6.0/node_modules/cssstyle/lib/properties/border.js</a:t>
            </a:r>
          </a:p>
          <a:p>
            <a:pPr>
              <a:defRPr sz="1200"/>
            </a:pPr>
            <a:r>
              <a:t>D:/pasar_fix/node_modules/.bun/cssstyle@4.6.0/node_modules/cssstyle/lib/properties/borderBottom.js</a:t>
            </a:r>
          </a:p>
          <a:p>
            <a:pPr>
              <a:defRPr sz="1200"/>
            </a:pPr>
            <a:r>
              <a:t>D:/pasar_fix/node_modules/.bun/cssstyle@4.6.0/node_modules/cssstyle/lib/properties/borderBottomColor.js</a:t>
            </a:r>
          </a:p>
          <a:p>
            <a:pPr>
              <a:defRPr sz="1200"/>
            </a:pPr>
            <a:r>
              <a:t>D:/pasar_fix/node_modules/.bun/cssstyle@4.6.0/node_modules/cssstyle/lib/properties/borderBottomStyle.js</a:t>
            </a:r>
          </a:p>
          <a:p>
            <a:pPr>
              <a:defRPr sz="1200"/>
            </a:pPr>
            <a:r>
              <a:t>D:/pasar_fix/node_modules/.bun/cssstyle@4.6.0/node_modules/cssstyle/lib/properties/borderBottomWidth.js</a:t>
            </a:r>
          </a:p>
          <a:p>
            <a:pPr>
              <a:defRPr sz="1200"/>
            </a:pPr>
            <a:r>
              <a:t>D:/pasar_fix/node_modules/.bun/cssstyle@4.6.0/node_modules/cssstyle/lib/properties/borderCollapse.js</a:t>
            </a:r>
          </a:p>
          <a:p>
            <a:pPr>
              <a:defRPr sz="1200"/>
            </a:pPr>
            <a:r>
              <a:t>D:/pasar_fix/node_modules/.bun/cssstyle@4.6.0/node_modules/cssstyle/lib/properties/borderColor.js</a:t>
            </a:r>
          </a:p>
          <a:p>
            <a:pPr>
              <a:defRPr sz="1200"/>
            </a:pPr>
            <a:r>
              <a:t>D:/pasar_fix/node_modules/.bun/cssstyle@4.6.0/node_modules/cssstyle/lib/properties/borderLeft.js</a:t>
            </a:r>
          </a:p>
          <a:p>
            <a:pPr>
              <a:defRPr sz="1200"/>
            </a:pPr>
            <a:r>
              <a:t>D:/pasar_fix/node_modules/.bun/cssstyle@4.6.0/node_modules/cssstyle/lib/properties/borderLeftColor.js</a:t>
            </a:r>
          </a:p>
          <a:p>
            <a:pPr>
              <a:defRPr sz="1200"/>
            </a:pPr>
            <a:r>
              <a:t>D:/pasar_fix/node_modules/.bun/cssstyle@4.6.0/node_modules/cssstyle/lib/properties/borderLeftStyle.js</a:t>
            </a:r>
          </a:p>
          <a:p>
            <a:pPr>
              <a:defRPr sz="1200"/>
            </a:pPr>
            <a:r>
              <a:t>D:/pasar_fix/node_modules/.bun/cssstyle@4.6.0/node_modules/cssstyle/lib/properties/borderLeftWidth.js</a:t>
            </a:r>
          </a:p>
          <a:p>
            <a:pPr>
              <a:defRPr sz="1200"/>
            </a:pPr>
            <a:r>
              <a:t>D:/pasar_fix/node_modules/.bun/cssstyle@4.6.0/node_modules/cssstyle/lib/properties/borderRight.js</a:t>
            </a:r>
          </a:p>
          <a:p>
            <a:pPr>
              <a:defRPr sz="1200"/>
            </a:pPr>
            <a:r>
              <a:t>D:/pasar_fix/node_modules/.bun/cssstyle@4.6.0/node_modules/cssstyle/lib/properties/borderRightColor.js</a:t>
            </a:r>
          </a:p>
          <a:p>
            <a:pPr>
              <a:defRPr sz="1200"/>
            </a:pPr>
            <a:r>
              <a:t>D:/pasar_fix/node_modules/.bun/cssstyle@4.6.0/node_modules/cssstyle/lib/properties/borderRightStyle.js</a:t>
            </a:r>
          </a:p>
          <a:p>
            <a:pPr>
              <a:defRPr sz="1200"/>
            </a:pPr>
            <a:r>
              <a:t>D:/pasar_fix/node_modules/.bun/cssstyle@4.6.0/node_modules/cssstyle/lib/properties/borderRightWidth.js</a:t>
            </a:r>
          </a:p>
          <a:p>
            <a:pPr>
              <a:defRPr sz="1200"/>
            </a:pPr>
            <a:r>
              <a:t>D:/pasar_fix/node_modules/.bun/cssstyle@4.6.0/node_modules/cssstyle/lib/properties/borderSpacing.js</a:t>
            </a:r>
          </a:p>
          <a:p>
            <a:pPr>
              <a:defRPr sz="1200"/>
            </a:pPr>
            <a:r>
              <a:t>D:/pasar_fix/node_modules/.bun/cssstyle@4.6.0/node_modules/cssstyle/lib/properties/borderStyle.js</a:t>
            </a:r>
          </a:p>
          <a:p>
            <a:pPr>
              <a:defRPr sz="1200"/>
            </a:pPr>
            <a:r>
              <a:t>D:/pasar_fix/node_modules/.bun/cssstyle@4.6.0/node_modules/cssstyle/lib/properties/borderTop.js</a:t>
            </a:r>
          </a:p>
          <a:p>
            <a:pPr>
              <a:defRPr sz="1200"/>
            </a:pPr>
            <a:r>
              <a:t>D:/pasar_fix/node_modules/.bun/cssstyle@4.6.0/node_modules/cssstyle/lib/properties/borderTopColor.js</a:t>
            </a:r>
          </a:p>
          <a:p>
            <a:pPr>
              <a:defRPr sz="1200"/>
            </a:pPr>
            <a:r>
              <a:t>D:/pasar_fix/node_modules/.bun/cssstyle@4.6.0/node_modules/cssstyle/lib/properties/borderTopStyle.js</a:t>
            </a:r>
          </a:p>
          <a:p>
            <a:pPr>
              <a:defRPr sz="1200"/>
            </a:pPr>
            <a:r>
              <a:t>D:/pasar_fix/node_modules/.bun/cssstyle@4.6.0/node_modules/cssstyle/lib/properties/borderTopWidth.js</a:t>
            </a:r>
          </a:p>
          <a:p>
            <a:pPr>
              <a:defRPr sz="1200"/>
            </a:pPr>
            <a:r>
              <a:t>D:/pasar_fix/node_modules/.bun/cssstyle@4.6.0/node_modules/cssstyle/lib/properties/borderWidth.js</a:t>
            </a:r>
          </a:p>
          <a:p>
            <a:pPr>
              <a:defRPr sz="1200"/>
            </a:pPr>
            <a:r>
              <a:t>D:/pasar_fix/node_modules/.bun/cssstyle@4.6.0/node_modules/cssstyle/lib/properties/bottom.js</a:t>
            </a:r>
          </a:p>
          <a:p>
            <a:pPr>
              <a:defRPr sz="1200"/>
            </a:pPr>
            <a:r>
              <a:t>D:/pasar_fix/node_modules/.bun/cssstyle@4.6.0/node_modules/cssstyle/lib/properties/clear.js</a:t>
            </a:r>
          </a:p>
          <a:p>
            <a:pPr>
              <a:defRPr sz="1200"/>
            </a:pPr>
            <a:r>
              <a:t>D:/pasar_fix/node_modules/.bun/cssstyle@4.6.0/node_modules/cssstyle/lib/properties/clip.js</a:t>
            </a:r>
          </a:p>
          <a:p>
            <a:pPr>
              <a:defRPr sz="1200"/>
            </a:pPr>
            <a:r>
              <a:t>D:/pasar_fix/node_modules/.bun/cssstyle@4.6.0/node_modules/cssstyle/lib/properties/color.js</a:t>
            </a:r>
          </a:p>
          <a:p>
            <a:pPr>
              <a:defRPr sz="1200"/>
            </a:pPr>
            <a:r>
              <a:t>D:/pasar_fix/node_modules/.bun/cssstyle@4.6.0/node_modules/cssstyle/lib/properties/flex.js</a:t>
            </a:r>
          </a:p>
          <a:p>
            <a:pPr>
              <a:defRPr sz="1200"/>
            </a:pPr>
            <a:r>
              <a:t>D:/pasar_fix/node_modules/.bun/cssstyle@4.6.0/node_modules/cssstyle/lib/properties/flexBasis.js</a:t>
            </a:r>
          </a:p>
          <a:p>
            <a:pPr>
              <a:defRPr sz="1200"/>
            </a:pPr>
            <a:r>
              <a:t>D:/pasar_fix/node_modules/.bun/cssstyle@4.6.0/node_modules/cssstyle/lib/properties/flexGrow.js</a:t>
            </a:r>
          </a:p>
          <a:p>
            <a:pPr>
              <a:defRPr sz="1200"/>
            </a:pPr>
            <a:r>
              <a:t>D:/pasar_fix/node_modules/.bun/cssstyle@4.6.0/node_modules/cssstyle/lib/properties/flexShrink.js</a:t>
            </a:r>
          </a:p>
          <a:p>
            <a:pPr>
              <a:defRPr sz="1200"/>
            </a:pPr>
            <a:r>
              <a:t>D:/pasar_fix/node_modules/.bun/cssstyle@4.6.0/node_modules/cssstyle/lib/properties/float.js</a:t>
            </a:r>
          </a:p>
          <a:p>
            <a:pPr>
              <a:defRPr sz="1200"/>
            </a:pPr>
            <a:r>
              <a:t>D:/pasar_fix/node_modules/.bun/cssstyle@4.6.0/node_modules/cssstyle/lib/properties/floodColor.js</a:t>
            </a:r>
          </a:p>
          <a:p>
            <a:pPr>
              <a:defRPr sz="1200"/>
            </a:pPr>
            <a:r>
              <a:t>D:/pasar_fix/node_modules/.bun/cssstyle@4.6.0/node_modules/cssstyle/lib/properties/font.js</a:t>
            </a:r>
          </a:p>
          <a:p>
            <a:pPr>
              <a:defRPr sz="1200"/>
            </a:pPr>
            <a:r>
              <a:t>D:/pasar_fix/node_modules/.bun/cssstyle@4.6.0/node_modules/cssstyle/lib/properties/fontFamily.js</a:t>
            </a:r>
          </a:p>
          <a:p>
            <a:pPr>
              <a:defRPr sz="1200"/>
            </a:pPr>
            <a:r>
              <a:t>D:/pasar_fix/node_modules/.bun/cssstyle@4.6.0/node_modules/cssstyle/lib/properties/fontSize.js</a:t>
            </a:r>
          </a:p>
          <a:p>
            <a:pPr>
              <a:defRPr sz="1200"/>
            </a:pPr>
            <a:r>
              <a:t>D:/pasar_fix/node_modules/.bun/cssstyle@4.6.0/node_modules/cssstyle/lib/properties/fontStyle.js</a:t>
            </a:r>
          </a:p>
          <a:p>
            <a:pPr>
              <a:defRPr sz="1200"/>
            </a:pPr>
            <a:r>
              <a:t>D:/pasar_fix/node_modules/.bun/cssstyle@4.6.0/node_modules/cssstyle/lib/properties/fontVariant.js</a:t>
            </a:r>
          </a:p>
          <a:p>
            <a:pPr>
              <a:defRPr sz="1200"/>
            </a:pPr>
            <a:r>
              <a:t>D:/pasar_fix/node_modules/.bun/cssstyle@4.6.0/node_modules/cssstyle/lib/properties/fontWeight.js</a:t>
            </a:r>
          </a:p>
          <a:p>
            <a:pPr>
              <a:defRPr sz="1200"/>
            </a:pPr>
            <a:r>
              <a:t>D:/pasar_fix/node_modules/.bun/cssstyle@4.6.0/node_modules/cssstyle/lib/properties/height.js</a:t>
            </a:r>
          </a:p>
          <a:p>
            <a:pPr>
              <a:defRPr sz="1200"/>
            </a:pPr>
            <a:r>
              <a:t>D:/pasar_fix/node_modules/.bun/cssstyle@4.6.0/node_modules/cssstyle/lib/properties/left.js</a:t>
            </a:r>
          </a:p>
          <a:p>
            <a:pPr>
              <a:defRPr sz="1200"/>
            </a:pPr>
            <a:r>
              <a:t>D:/pasar_fix/node_modules/.bun/cssstyle@4.6.0/node_modules/cssstyle/lib/properties/lightingColor.js</a:t>
            </a:r>
          </a:p>
          <a:p>
            <a:pPr>
              <a:defRPr sz="1200"/>
            </a:pPr>
            <a:r>
              <a:t>D:/pasar_fix/node_modules/.bun/cssstyle@4.6.0/node_modules/cssstyle/lib/properties/lineHeight.js</a:t>
            </a:r>
          </a:p>
          <a:p>
            <a:pPr>
              <a:defRPr sz="1200"/>
            </a:pPr>
            <a:r>
              <a:t>D:/pasar_fix/node_modules/.bun/cssstyle@4.6.0/node_modules/cssstyle/lib/properties/margin.js</a:t>
            </a:r>
          </a:p>
          <a:p>
            <a:pPr>
              <a:defRPr sz="1200"/>
            </a:pPr>
            <a:r>
              <a:t>D:/pasar_fix/node_modules/.bun/cssstyle@4.6.0/node_modules/cssstyle/lib/properties/marginBottom.js</a:t>
            </a:r>
          </a:p>
          <a:p>
            <a:pPr>
              <a:defRPr sz="1200"/>
            </a:pPr>
            <a:r>
              <a:t>D:/pasar_fix/node_modules/.bun/cssstyle@4.6.0/node_modules/cssstyle/lib/properties/marginLeft.js</a:t>
            </a:r>
          </a:p>
          <a:p>
            <a:pPr>
              <a:defRPr sz="1200"/>
            </a:pPr>
            <a:r>
              <a:t>D:/pasar_fix/node_modules/.bun/cssstyle@4.6.0/node_modules/cssstyle/lib/properties/marginRight.js</a:t>
            </a:r>
          </a:p>
          <a:p>
            <a:pPr>
              <a:defRPr sz="1200"/>
            </a:pPr>
            <a:r>
              <a:t>D:/pasar_fix/node_modules/.bun/cssstyle@4.6.0/node_modules/cssstyle/lib/properties/marginTop.js</a:t>
            </a:r>
          </a:p>
          <a:p>
            <a:pPr>
              <a:defRPr sz="1200"/>
            </a:pPr>
            <a:r>
              <a:t>D:/pasar_fix/node_modules/.bun/cssstyle@4.6.0/node_modules/cssstyle/lib/properties/opacity.js</a:t>
            </a:r>
          </a:p>
          <a:p>
            <a:pPr>
              <a:defRPr sz="1200"/>
            </a:pPr>
            <a:r>
              <a:t>D:/pasar_fix/node_modules/.bun/cssstyle@4.6.0/node_modules/cssstyle/lib/properties/outlineColor.js</a:t>
            </a:r>
          </a:p>
          <a:p>
            <a:pPr>
              <a:defRPr sz="1200"/>
            </a:pPr>
            <a:r>
              <a:t>D:/pasar_fix/node_modules/.bun/cssstyle@4.6.0/node_modules/cssstyle/lib/properties/padding.js</a:t>
            </a:r>
          </a:p>
          <a:p>
            <a:pPr>
              <a:defRPr sz="1200"/>
            </a:pPr>
            <a:r>
              <a:t>D:/pasar_fix/node_modules/.bun/cssstyle@4.6.0/node_modules/cssstyle/lib/properties/paddingBottom.js</a:t>
            </a:r>
          </a:p>
          <a:p>
            <a:pPr>
              <a:defRPr sz="1200"/>
            </a:pPr>
            <a:r>
              <a:t>D:/pasar_fix/node_modules/.bun/cssstyle@4.6.0/node_modules/cssstyle/lib/properties/paddingLeft.js</a:t>
            </a:r>
          </a:p>
          <a:p>
            <a:pPr>
              <a:defRPr sz="1200"/>
            </a:pPr>
            <a:r>
              <a:t>D:/pasar_fix/node_modules/.bun/cssstyle@4.6.0/node_modules/cssstyle/lib/properties/paddingRight.js</a:t>
            </a:r>
          </a:p>
          <a:p>
            <a:pPr>
              <a:defRPr sz="1200"/>
            </a:pPr>
            <a:r>
              <a:t>D:/pasar_fix/node_modules/.bun/cssstyle@4.6.0/node_modules/cssstyle/lib/properties/paddingTop.js</a:t>
            </a:r>
          </a:p>
          <a:p>
            <a:pPr>
              <a:defRPr sz="1200"/>
            </a:pPr>
            <a:r>
              <a:t>D:/pasar_fix/node_modules/.bun/cssstyle@4.6.0/node_modules/cssstyle/lib/properties/right.js</a:t>
            </a:r>
          </a:p>
          <a:p>
            <a:pPr>
              <a:defRPr sz="1200"/>
            </a:pPr>
            <a:r>
              <a:t>D:/pasar_fix/node_modules/.bun/cssstyle@4.6.0/node_modules/cssstyle/lib/properties/stopColor.js</a:t>
            </a:r>
          </a:p>
          <a:p>
            <a:pPr>
              <a:defRPr sz="1200"/>
            </a:pPr>
            <a:r>
              <a:t>D:/pasar_fix/node_modules/.bun/cssstyle@4.6.0/node_modules/cssstyle/lib/properties/top.js</a:t>
            </a:r>
          </a:p>
          <a:p>
            <a:pPr>
              <a:defRPr sz="1200"/>
            </a:pPr>
            <a:r>
              <a:t>D:/pasar_fix/node_modules/.bun/cssstyle@4.6.0/node_modules/cssstyle/lib/properties/webkitBorderAfterColor.js</a:t>
            </a:r>
          </a:p>
          <a:p>
            <a:pPr>
              <a:defRPr sz="1200"/>
            </a:pPr>
            <a:r>
              <a:t>D:/pasar_fix/node_modules/.bun/cssstyle@4.6.0/node_modules/cssstyle/lib/properties/webkitBorderBeforeColor.js</a:t>
            </a:r>
          </a:p>
          <a:p>
            <a:pPr>
              <a:defRPr sz="1200"/>
            </a:pPr>
            <a:r>
              <a:t>D:/pasar_fix/node_modules/.bun/cssstyle@4.6.0/node_modules/cssstyle/lib/properties/webkitBorderEndColor.js</a:t>
            </a:r>
          </a:p>
          <a:p>
            <a:pPr>
              <a:defRPr sz="1200"/>
            </a:pPr>
            <a:r>
              <a:t>D:/pasar_fix/node_modules/.bun/cssstyle@4.6.0/node_modules/cssstyle/lib/properties/webkitBorderStartColor.js</a:t>
            </a:r>
          </a:p>
          <a:p>
            <a:pPr>
              <a:defRPr sz="1200"/>
            </a:pPr>
            <a:r>
              <a:t>D:/pasar_fix/node_modules/.bun/cssstyle@4.6.0/node_modules/cssstyle/lib/properties/webkitColumnRuleColor.js</a:t>
            </a:r>
          </a:p>
          <a:p>
            <a:pPr>
              <a:defRPr sz="1200"/>
            </a:pPr>
            <a:r>
              <a:t>D:/pasar_fix/node_modules/.bun/cssstyle@4.6.0/node_modules/cssstyle/lib/properties/webkitTapHighlightColor.js</a:t>
            </a:r>
          </a:p>
          <a:p>
            <a:pPr>
              <a:defRPr sz="1200"/>
            </a:pPr>
            <a:r>
              <a:t>D:/pasar_fix/node_modules/.bun/cssstyle@4.6.0/node_modules/cssstyle/lib/properties/webkitTextEmphasisColor.js</a:t>
            </a:r>
          </a:p>
          <a:p>
            <a:pPr>
              <a:defRPr sz="1200"/>
            </a:pPr>
            <a:r>
              <a:t>D:/pasar_fix/node_modules/.bun/cssstyle@4.6.0/node_modules/cssstyle/lib/properties/webkitTextFillColor.js</a:t>
            </a:r>
          </a:p>
          <a:p>
            <a:pPr>
              <a:defRPr sz="1200"/>
            </a:pPr>
            <a:r>
              <a:t>D:/pasar_fix/node_modules/.bun/cssstyle@4.6.0/node_modules/cssstyle/lib/properties/webkitTextStrokeColor.js</a:t>
            </a:r>
          </a:p>
          <a:p>
            <a:pPr>
              <a:defRPr sz="1200"/>
            </a:pPr>
            <a:r>
              <a:t>D:/pasar_fix/node_modules/.bun/cssstyle@4.6.0/node_modules/cssstyle/lib/properties/width.js</a:t>
            </a:r>
          </a:p>
          <a:p>
            <a:pPr>
              <a:defRPr sz="1200"/>
            </a:pPr>
            <a:r>
              <a:t>D:/pasar_fix/node_modules/.bun/cssstyle@4.6.0/node_modules/cssstyle/lib/utils/camelize.js</a:t>
            </a:r>
          </a:p>
          <a:p>
            <a:pPr>
              <a:defRPr sz="1200"/>
            </a:pPr>
            <a:r>
              <a:t>D:/pasar_fix/node_modules/.bun/cssstyle@4.6.0/node_modules/cssstyle/lib/utils/propertyDescriptors.js</a:t>
            </a:r>
          </a:p>
          <a:p>
            <a:pPr>
              <a:defRPr sz="1200"/>
            </a:pPr>
            <a:r>
              <a:t>D:/pasar_fix/node_modules/.bun/cssstyle@4.6.0/node_modules/cssstyle/lib/utils/strings.js</a:t>
            </a:r>
          </a:p>
          <a:p>
            <a:pPr>
              <a:defRPr sz="1200"/>
            </a:pPr>
            <a:r>
              <a:t>D:/pasar_fix/node_modules/.bun/csstype@3.2.3/node_modules/csstype/index.d.ts</a:t>
            </a:r>
          </a:p>
          <a:p>
            <a:pPr>
              <a:defRPr sz="1200"/>
            </a:pPr>
            <a:r>
              <a:t>D:/pasar_fix/node_modules/.bun/csstype@3.2.3/node_modules/csstype/index.js.flow</a:t>
            </a:r>
          </a:p>
          <a:p>
            <a:pPr>
              <a:defRPr sz="1200"/>
            </a:pPr>
            <a:r>
              <a:t>D:/pasar_fix/node_modules/.bun/csstype@3.2.3/node_modules/csstype/LICENSE</a:t>
            </a:r>
          </a:p>
          <a:p>
            <a:pPr>
              <a:defRPr sz="1200"/>
            </a:pPr>
            <a:r>
              <a:t>D:/pasar_fix/node_modules/.bun/csstype@3.2.3/node_modules/csstype/package.json</a:t>
            </a:r>
          </a:p>
          <a:p>
            <a:pPr>
              <a:defRPr sz="1200"/>
            </a:pPr>
            <a:r>
              <a:t>D:/pasar_fix/node_modules/.bun/csstype@3.2.3/node_modules/csstype/README.md</a:t>
            </a:r>
          </a:p>
          <a:p>
            <a:pPr>
              <a:defRPr sz="1200"/>
            </a:pPr>
            <a:r>
              <a:t>D:/pasar_fix/node_modules/.bun/cytoscape-cose-bilkent@4.1.0+94e0d2e7042522dd/node_modules/cytoscape-cose-bilkent/.babelrc</a:t>
            </a:r>
          </a:p>
          <a:p>
            <a:pPr>
              <a:defRPr sz="1200"/>
            </a:pPr>
            <a:r>
              <a:t>D:/pasar_fix/node_modules/.bun/cytoscape-cose-bilkent@4.1.0+94e0d2e7042522dd/node_modules/cytoscape-cose-bilkent/.eslintignore</a:t>
            </a:r>
          </a:p>
          <a:p>
            <a:pPr>
              <a:defRPr sz="1200"/>
            </a:pPr>
            <a:r>
              <a:t>D:/pasar_fix/node_modules/.bun/cytoscape-cose-bilkent@4.1.0+94e0d2e7042522dd/node_modules/cytoscape-cose-bilkent/.eslintrc</a:t>
            </a:r>
          </a:p>
          <a:p>
            <a:pPr>
              <a:defRPr sz="1200"/>
            </a:pPr>
            <a:r>
              <a:t>D:/pasar_fix/node_modules/.bun/cytoscape-cose-bilkent@4.1.0+94e0d2e7042522dd/node_modules/cytoscape-cose-bilkent/bower.json</a:t>
            </a:r>
          </a:p>
          <a:p>
            <a:pPr>
              <a:defRPr sz="1200"/>
            </a:pPr>
            <a:r>
              <a:t>D:/pasar_fix/node_modules/.bun/cytoscape-cose-bilkent@4.1.0+94e0d2e7042522dd/node_modules/cytoscape-cose-bilkent/cytoscape-cose-bilkent.js</a:t>
            </a:r>
          </a:p>
          <a:p>
            <a:pPr>
              <a:defRPr sz="1200"/>
            </a:pPr>
            <a:r>
              <a:t>D:/pasar_fix/node_modules/.bun/cytoscape-cose-bilkent@4.1.0+94e0d2e7042522dd/node_modules/cytoscape-cose-bilkent/demo-compound.html</a:t>
            </a:r>
          </a:p>
          <a:p>
            <a:pPr>
              <a:defRPr sz="1200"/>
            </a:pPr>
            <a:r>
              <a:t>D:/pasar_fix/node_modules/.bun/cytoscape-cose-bilkent@4.1.0+94e0d2e7042522dd/node_modules/cytoscape-cose-bilkent/demo.html</a:t>
            </a:r>
          </a:p>
          <a:p>
            <a:pPr>
              <a:defRPr sz="1200"/>
            </a:pPr>
            <a:r>
              <a:t>D:/pasar_fix/node_modules/.bun/cytoscape-cose-bilkent@4.1.0+94e0d2e7042522dd/node_modules/cytoscape-cose-bilkent/LICENSE</a:t>
            </a:r>
          </a:p>
          <a:p>
            <a:pPr>
              <a:defRPr sz="1200"/>
            </a:pPr>
            <a:r>
              <a:t>D:/pasar_fix/node_modules/.bun/cytoscape-cose-bilkent@4.1.0+94e0d2e7042522dd/node_modules/cytoscape-cose-bilkent/package.json</a:t>
            </a:r>
          </a:p>
          <a:p>
            <a:pPr>
              <a:defRPr sz="1200"/>
            </a:pPr>
            <a:r>
              <a:t>D:/pasar_fix/node_modules/.bun/cytoscape-cose-bilkent@4.1.0+94e0d2e7042522dd/node_modules/cytoscape-cose-bilkent/README.md</a:t>
            </a:r>
          </a:p>
          <a:p>
            <a:pPr>
              <a:defRPr sz="1200"/>
            </a:pPr>
            <a:r>
              <a:t>D:/pasar_fix/node_modules/.bun/cytoscape-cose-bilkent@4.1.0+94e0d2e7042522dd/node_modules/cytoscape-cose-bilkent/webpack.config.js</a:t>
            </a:r>
          </a:p>
          <a:p>
            <a:pPr>
              <a:defRPr sz="1200"/>
            </a:pPr>
            <a:r>
              <a:t>D:/pasar_fix/node_modules/.bun/cytoscape-cose-bilkent@4.1.0+94e0d2e7042522dd/node_modules/cytoscape-cose-bilkent/nbproject/project.properties</a:t>
            </a:r>
          </a:p>
          <a:p>
            <a:pPr>
              <a:defRPr sz="1200"/>
            </a:pPr>
            <a:r>
              <a:t>D:/pasar_fix/node_modules/.bun/cytoscape-cose-bilkent@4.1.0+94e0d2e7042522dd/node_modules/cytoscape-cose-bilkent/nbproject/project.xml</a:t>
            </a:r>
          </a:p>
          <a:p>
            <a:pPr>
              <a:defRPr sz="1200"/>
            </a:pPr>
            <a:r>
              <a:t>D:/pasar_fix/node_modules/.bun/cytoscape-cose-bilkent@4.1.0+94e0d2e7042522dd/node_modules/cytoscape-cose-bilkent/nbproject/private/private.properties</a:t>
            </a:r>
          </a:p>
          <a:p>
            <a:pPr>
              <a:defRPr sz="1200"/>
            </a:pPr>
            <a:r>
              <a:t>D:/pasar_fix/node_modules/.bun/cytoscape-cose-bilkent@4.1.0+94e0d2e7042522dd/node_modules/cytoscape-cose-bilkent/src/index.js</a:t>
            </a:r>
          </a:p>
          <a:p>
            <a:pPr>
              <a:defRPr sz="1200"/>
            </a:pPr>
            <a:r>
              <a:t>D:/pasar_fix/node_modules/.bun/cytoscape-cose-bilkent@4.1.0+94e0d2e7042522dd/node_modules/cytoscape-cose-bilkent/test/example.js</a:t>
            </a:r>
          </a:p>
          <a:p>
            <a:pPr>
              <a:defRPr sz="1200"/>
            </a:pPr>
            <a:r>
              <a:t>D:/pasar_fix/node_modules/.bun/cytoscape-fcose@2.2.0+94e0d2e7042522dd/node_modules/cytoscape-fcose/.babelrc</a:t>
            </a:r>
          </a:p>
          <a:p>
            <a:pPr>
              <a:defRPr sz="1200"/>
            </a:pPr>
            <a:r>
              <a:t>D:/pasar_fix/node_modules/.bun/cytoscape-fcose@2.2.0+94e0d2e7042522dd/node_modules/cytoscape-fcose/.eslintignore</a:t>
            </a:r>
          </a:p>
          <a:p>
            <a:pPr>
              <a:defRPr sz="1200"/>
            </a:pPr>
            <a:r>
              <a:t>D:/pasar_fix/node_modules/.bun/cytoscape-fcose@2.2.0+94e0d2e7042522dd/node_modules/cytoscape-fcose/.eslintrc</a:t>
            </a:r>
          </a:p>
          <a:p>
            <a:pPr>
              <a:defRPr sz="1200"/>
            </a:pPr>
            <a:r>
              <a:t>D:/pasar_fix/node_modules/.bun/cytoscape-fcose@2.2.0+94e0d2e7042522dd/node_modules/cytoscape-fcose/bower.json</a:t>
            </a:r>
          </a:p>
          <a:p>
            <a:pPr>
              <a:defRPr sz="1200"/>
            </a:pPr>
            <a:r>
              <a:t>D:/pasar_fix/node_modules/.bun/cytoscape-fcose@2.2.0+94e0d2e7042522dd/node_modules/cytoscape-fcose/CITATION.cff</a:t>
            </a:r>
          </a:p>
          <a:p>
            <a:pPr>
              <a:defRPr sz="1200"/>
            </a:pPr>
            <a:r>
              <a:t>D:/pasar_fix/node_modules/.bun/cytoscape-fcose@2.2.0+94e0d2e7042522dd/node_modules/cytoscape-fcose/cytoscape-fcose.js</a:t>
            </a:r>
          </a:p>
          <a:p>
            <a:pPr>
              <a:defRPr sz="1200"/>
            </a:pPr>
            <a:r>
              <a:t>D:/pasar_fix/node_modules/.bun/cytoscape-fcose@2.2.0+94e0d2e7042522dd/node_modules/cytoscape-fcose/LICENSE</a:t>
            </a:r>
          </a:p>
          <a:p>
            <a:pPr>
              <a:defRPr sz="1200"/>
            </a:pPr>
            <a:r>
              <a:t>D:/pasar_fix/node_modules/.bun/cytoscape-fcose@2.2.0+94e0d2e7042522dd/node_modules/cytoscape-fcose/package.json</a:t>
            </a:r>
          </a:p>
          <a:p>
            <a:pPr>
              <a:defRPr sz="1200"/>
            </a:pPr>
            <a:r>
              <a:t>D:/pasar_fix/node_modules/.bun/cytoscape-fcose@2.2.0+94e0d2e7042522dd/node_modules/cytoscape-fcose/README.md</a:t>
            </a:r>
          </a:p>
          <a:p>
            <a:pPr>
              <a:defRPr sz="1200"/>
            </a:pPr>
            <a:r>
              <a:t>D:/pasar_fix/node_modules/.bun/cytoscape-fcose@2.2.0+94e0d2e7042522dd/node_modules/cytoscape-fcose/webpack.config.js</a:t>
            </a:r>
          </a:p>
          <a:p>
            <a:pPr>
              <a:defRPr sz="1200"/>
            </a:pPr>
            <a:r>
              <a:t>D:/pasar_fix/node_modules/.bun/cytoscape-fcose@2.2.0+94e0d2e7042522dd/node_modules/cytoscape-fcose/demo/demo-compound.html</a:t>
            </a:r>
          </a:p>
          <a:p>
            <a:pPr>
              <a:defRPr sz="1200"/>
            </a:pPr>
            <a:r>
              <a:t>D:/pasar_fix/node_modules/.bun/cytoscape-fcose@2.2.0+94e0d2e7042522dd/node_modules/cytoscape-fcose/demo/demo-constraint-control.js</a:t>
            </a:r>
          </a:p>
          <a:p>
            <a:pPr>
              <a:defRPr sz="1200"/>
            </a:pPr>
            <a:r>
              <a:t>D:/pasar_fix/node_modules/.bun/cytoscape-fcose@2.2.0+94e0d2e7042522dd/node_modules/cytoscape-fcose/demo/demo-constraint.html</a:t>
            </a:r>
          </a:p>
          <a:p>
            <a:pPr>
              <a:defRPr sz="1200"/>
            </a:pPr>
            <a:r>
              <a:t>D:/pasar_fix/node_modules/.bun/cytoscape-fcose@2.2.0+94e0d2e7042522dd/node_modules/cytoscape-fcose/demo/demo.gif</a:t>
            </a:r>
          </a:p>
          <a:p>
            <a:pPr>
              <a:defRPr sz="1200"/>
            </a:pPr>
            <a:r>
              <a:t>D:/pasar_fix/node_modules/.bun/cytoscape-fcose@2.2.0+94e0d2e7042522dd/node_modules/cytoscape-fcose/demo/demo.html</a:t>
            </a:r>
          </a:p>
          <a:p>
            <a:pPr>
              <a:defRPr sz="1200"/>
            </a:pPr>
            <a:r>
              <a:t>D:/pasar_fix/node_modules/.bun/cytoscape-fcose@2.2.0+94e0d2e7042522dd/node_modules/cytoscape-fcose/demo/incrementalConstraints.gif</a:t>
            </a:r>
          </a:p>
          <a:p>
            <a:pPr>
              <a:defRPr sz="1200"/>
            </a:pPr>
            <a:r>
              <a:t>D:/pasar_fix/node_modules/.bun/cytoscape-fcose@2.2.0+94e0d2e7042522dd/node_modules/cytoscape-fcose/demo/samples/callGraph.js</a:t>
            </a:r>
          </a:p>
          <a:p>
            <a:pPr>
              <a:defRPr sz="1200"/>
            </a:pPr>
            <a:r>
              <a:t>D:/pasar_fix/node_modules/.bun/cytoscape-fcose@2.2.0+94e0d2e7042522dd/node_modules/cytoscape-fcose/demo/samples/callGraph_constraints.js</a:t>
            </a:r>
          </a:p>
          <a:p>
            <a:pPr>
              <a:defRPr sz="1200"/>
            </a:pPr>
            <a:r>
              <a:t>D:/pasar_fix/node_modules/.bun/cytoscape-fcose@2.2.0+94e0d2e7042522dd/node_modules/cytoscape-fcose/demo/samples/chalk.js</a:t>
            </a:r>
          </a:p>
          <a:p>
            <a:pPr>
              <a:defRPr sz="1200"/>
            </a:pPr>
            <a:r>
              <a:t>D:/pasar_fix/node_modules/.bun/cytoscape-fcose@2.2.0+94e0d2e7042522dd/node_modules/cytoscape-fcose/demo/samples/chalk_constraints.js</a:t>
            </a:r>
          </a:p>
          <a:p>
            <a:pPr>
              <a:defRPr sz="1200"/>
            </a:pPr>
            <a:r>
              <a:t>D:/pasar_fix/node_modules/.bun/cytoscape-fcose@2.2.0+94e0d2e7042522dd/node_modules/cytoscape-fcose/demo/samples/unix.js</a:t>
            </a:r>
          </a:p>
          <a:p>
            <a:pPr>
              <a:defRPr sz="1200"/>
            </a:pPr>
            <a:r>
              <a:t>D:/pasar_fix/node_modules/.bun/cytoscape-fcose@2.2.0+94e0d2e7042522dd/node_modules/cytoscape-fcose/demo/samples/unix_constraints.js</a:t>
            </a:r>
          </a:p>
          <a:p>
            <a:pPr>
              <a:defRPr sz="1200"/>
            </a:pPr>
            <a:r>
              <a:t>D:/pasar_fix/node_modules/.bun/cytoscape-fcose@2.2.0+94e0d2e7042522dd/node_modules/cytoscape-fcose/demo/samples/uwsn.js</a:t>
            </a:r>
          </a:p>
          <a:p>
            <a:pPr>
              <a:defRPr sz="1200"/>
            </a:pPr>
            <a:r>
              <a:t>D:/pasar_fix/node_modules/.bun/cytoscape-fcose@2.2.0+94e0d2e7042522dd/node_modules/cytoscape-fcose/demo/samples/uwsn_constraints.js</a:t>
            </a:r>
          </a:p>
          <a:p>
            <a:pPr>
              <a:defRPr sz="1200"/>
            </a:pPr>
            <a:r>
              <a:t>D:/pasar_fix/node_modules/.bun/cytoscape-fcose@2.2.0+94e0d2e7042522dd/node_modules/cytoscape-fcose/demo/samples/wsn.js</a:t>
            </a:r>
          </a:p>
          <a:p>
            <a:pPr>
              <a:defRPr sz="1200"/>
            </a:pPr>
            <a:r>
              <a:t>D:/pasar_fix/node_modules/.bun/cytoscape-fcose@2.2.0+94e0d2e7042522dd/node_modules/cytoscape-fcose/demo/samples/wsn_constraints.js</a:t>
            </a:r>
          </a:p>
          <a:p>
            <a:pPr>
              <a:defRPr sz="1200"/>
            </a:pPr>
            <a:r>
              <a:t>D:/pasar_fix/node_modules/.bun/cytoscape-fcose@2.2.0+94e0d2e7042522dd/node_modules/cytoscape-fcose/src/assign.js</a:t>
            </a:r>
          </a:p>
          <a:p>
            <a:pPr>
              <a:defRPr sz="1200"/>
            </a:pPr>
            <a:r>
              <a:t>D:/pasar_fix/node_modules/.bun/cytoscape-fcose@2.2.0+94e0d2e7042522dd/node_modules/cytoscape-fcose/src/index.js</a:t>
            </a:r>
          </a:p>
          <a:p>
            <a:pPr>
              <a:defRPr sz="1200"/>
            </a:pPr>
            <a:r>
              <a:t>D:/pasar_fix/node_modules/.bun/cytoscape-fcose@2.2.0+94e0d2e7042522dd/node_modules/cytoscape-fcose/src/fcose/auxiliary.js</a:t>
            </a:r>
          </a:p>
          <a:p>
            <a:pPr>
              <a:defRPr sz="1200"/>
            </a:pPr>
            <a:r>
              <a:t>D:/pasar_fix/node_modules/.bun/cytoscape-fcose@2.2.0+94e0d2e7042522dd/node_modules/cytoscape-fcose/src/fcose/cose.js</a:t>
            </a:r>
          </a:p>
          <a:p>
            <a:pPr>
              <a:defRPr sz="1200"/>
            </a:pPr>
            <a:r>
              <a:t>D:/pasar_fix/node_modules/.bun/cytoscape-fcose@2.2.0+94e0d2e7042522dd/node_modules/cytoscape-fcose/src/fcose/index.js</a:t>
            </a:r>
          </a:p>
          <a:p>
            <a:pPr>
              <a:defRPr sz="1200"/>
            </a:pPr>
            <a:r>
              <a:t>D:/pasar_fix/node_modules/.bun/cytoscape-fcose@2.2.0+94e0d2e7042522dd/node_modules/cytoscape-fcose/src/fcose/spectral.js</a:t>
            </a:r>
          </a:p>
          <a:p>
            <a:pPr>
              <a:defRPr sz="1200"/>
            </a:pPr>
            <a:r>
              <a:t>D:/pasar_fix/node_modules/.bun/cytoscape-fcose@2.2.0+94e0d2e7042522dd/node_modules/cytoscape-fcose/test/example.js</a:t>
            </a:r>
          </a:p>
          <a:p>
            <a:pPr>
              <a:defRPr sz="1200"/>
            </a:pPr>
            <a:r>
              <a:t>D:/pasar_fix/node_modules/.bun/cytoscape@3.34.0/node_modules/cytoscape/.browserslist</a:t>
            </a:r>
          </a:p>
          <a:p>
            <a:pPr>
              <a:defRPr sz="1200"/>
            </a:pPr>
            <a:r>
              <a:t>D:/pasar_fix/node_modules/.bun/cytoscape@3.34.0/node_modules/cytoscape/.nvmrc</a:t>
            </a:r>
          </a:p>
          <a:p>
            <a:pPr>
              <a:defRPr sz="1200"/>
            </a:pPr>
            <a:r>
              <a:t>D:/pasar_fix/node_modules/.bun/cytoscape@3.34.0/node_modules/cytoscape/.size-snapshot.json</a:t>
            </a:r>
          </a:p>
          <a:p>
            <a:pPr>
              <a:defRPr sz="1200"/>
            </a:pPr>
            <a:r>
              <a:t>D:/pasar_fix/node_modules/.bun/cytoscape@3.34.0/node_modules/cytoscape/.travis.yml</a:t>
            </a:r>
          </a:p>
          <a:p>
            <a:pPr>
              <a:defRPr sz="1200"/>
            </a:pPr>
            <a:r>
              <a:t>D:/pasar_fix/node_modules/.bun/cytoscape@3.34.0/node_modules/cytoscape/AGENTS.md</a:t>
            </a:r>
          </a:p>
          <a:p>
            <a:pPr>
              <a:defRPr sz="1200"/>
            </a:pPr>
            <a:r>
              <a:t>D:/pasar_fix/node_modules/.bun/cytoscape@3.34.0/node_modules/cytoscape/CODE_OF_CONDUCT.md</a:t>
            </a:r>
          </a:p>
          <a:p>
            <a:pPr>
              <a:defRPr sz="1200"/>
            </a:pPr>
            <a:r>
              <a:t>D:/pasar_fix/node_modules/.bun/cytoscape@3.34.0/node_modules/cytoscape/eslint.config.mjs</a:t>
            </a:r>
          </a:p>
          <a:p>
            <a:pPr>
              <a:defRPr sz="1200"/>
            </a:pPr>
            <a:r>
              <a:t>D:/pasar_fix/node_modules/.bun/cytoscape@3.34.0/node_modules/cytoscape/index.d.ts</a:t>
            </a:r>
          </a:p>
          <a:p>
            <a:pPr>
              <a:defRPr sz="1200"/>
            </a:pPr>
            <a:r>
              <a:t>D:/pasar_fix/node_modules/.bun/cytoscape@3.34.0/node_modules/cytoscape/LICENSE</a:t>
            </a:r>
          </a:p>
          <a:p>
            <a:pPr>
              <a:defRPr sz="1200"/>
            </a:pPr>
            <a:r>
              <a:t>D:/pasar_fix/node_modules/.bun/cytoscape@3.34.0/node_modules/cytoscape/license-update.mjs</a:t>
            </a:r>
          </a:p>
          <a:p>
            <a:pPr>
              <a:defRPr sz="1200"/>
            </a:pPr>
            <a:r>
              <a:t>D:/pasar_fix/node_modules/.bun/cytoscape@3.34.0/node_modules/cytoscape/package.json</a:t>
            </a:r>
          </a:p>
          <a:p>
            <a:pPr>
              <a:defRPr sz="1200"/>
            </a:pPr>
            <a:r>
              <a:t>D:/pasar_fix/node_modules/.bun/cytoscape@3.34.0/node_modules/cytoscape/playwright.config.js</a:t>
            </a:r>
          </a:p>
          <a:p>
            <a:pPr>
              <a:defRPr sz="1200"/>
            </a:pPr>
            <a:r>
              <a:t>D:/pasar_fix/node_modules/.bun/cytoscape@3.34.0/node_modules/cytoscape/README.md</a:t>
            </a:r>
          </a:p>
          <a:p>
            <a:pPr>
              <a:defRPr sz="1200"/>
            </a:pPr>
            <a:r>
              <a:t>D:/pasar_fix/node_modules/.bun/cytoscape@3.34.0/node_modules/cytoscape/rollup.config.mjs</a:t>
            </a:r>
          </a:p>
          <a:p>
            <a:pPr>
              <a:defRPr sz="1200"/>
            </a:pPr>
            <a:r>
              <a:t>D:/pasar_fix/node_modules/.bun/cytoscape@3.34.0/node_modules/cytoscape/update-imports.mjs</a:t>
            </a:r>
          </a:p>
          <a:p>
            <a:pPr>
              <a:defRPr sz="1200"/>
            </a:pPr>
            <a:r>
              <a:t>D:/pasar_fix/node_modules/.bun/cytoscape@3.34.0/node_modules/cytoscape/.github/dependabot.yml</a:t>
            </a:r>
          </a:p>
          <a:p>
            <a:pPr>
              <a:defRPr sz="1200"/>
            </a:pPr>
            <a:r>
              <a:t>D:/pasar_fix/node_modules/.bun/cytoscape@3.34.0/node_modules/cytoscape/.github/PULL_REQUEST_TEMPLATE.md</a:t>
            </a:r>
          </a:p>
          <a:p>
            <a:pPr>
              <a:defRPr sz="1200"/>
            </a:pPr>
            <a:r>
              <a:t>D:/pasar_fix/node_modules/.bun/cytoscape@3.34.0/node_modules/cytoscape/.github/SECURITY.md</a:t>
            </a:r>
          </a:p>
          <a:p>
            <a:pPr>
              <a:defRPr sz="1200"/>
            </a:pPr>
            <a:r>
              <a:t>D:/pasar_fix/node_modules/.bun/cytoscape@3.34.0/node_modules/cytoscape/.github/stale.yml</a:t>
            </a:r>
          </a:p>
          <a:p>
            <a:pPr>
              <a:defRPr sz="1200"/>
            </a:pPr>
            <a:r>
              <a:t>D:/pasar_fix/node_modules/.bun/cytoscape@3.34.0/node_modules/cytoscape/.github/ISSUE_TEMPLATE/bug_report.md</a:t>
            </a:r>
          </a:p>
          <a:p>
            <a:pPr>
              <a:defRPr sz="1200"/>
            </a:pPr>
            <a:r>
              <a:t>D:/pasar_fix/node_modules/.bun/cytoscape@3.34.0/node_modules/cytoscape/.github/ISSUE_TEMPLATE/feature_request.md</a:t>
            </a:r>
          </a:p>
          <a:p>
            <a:pPr>
              <a:defRPr sz="1200"/>
            </a:pPr>
            <a:r>
              <a:t>D:/pasar_fix/node_modules/.bun/cytoscape@3.34.0/node_modules/cytoscape/.github/workflows/feature-release.yml</a:t>
            </a:r>
          </a:p>
          <a:p>
            <a:pPr>
              <a:defRPr sz="1200"/>
            </a:pPr>
            <a:r>
              <a:t>D:/pasar_fix/node_modules/.bun/cytoscape@3.34.0/node_modules/cytoscape/.github/workflows/npm-publish.yml</a:t>
            </a:r>
          </a:p>
          <a:p>
            <a:pPr>
              <a:defRPr sz="1200"/>
            </a:pPr>
            <a:r>
              <a:t>D:/pasar_fix/node_modules/.bun/cytoscape@3.34.0/node_modules/cytoscape/.github/workflows/patch-release.yml</a:t>
            </a:r>
          </a:p>
          <a:p>
            <a:pPr>
              <a:defRPr sz="1200"/>
            </a:pPr>
            <a:r>
              <a:t>D:/pasar_fix/node_modules/.bun/cytoscape@3.34.0/node_modules/cytoscape/.github/workflows/tests.yml</a:t>
            </a:r>
          </a:p>
          <a:p>
            <a:pPr>
              <a:defRPr sz="1200"/>
            </a:pPr>
            <a:r>
              <a:t>D:/pasar_fix/node_modules/.bun/cytoscape@3.34.0/node_modules/cytoscape/.github/workflows/md/blog-issue-template.md</a:t>
            </a:r>
          </a:p>
          <a:p>
            <a:pPr>
              <a:defRPr sz="1200"/>
            </a:pPr>
            <a:r>
              <a:t>D:/pasar_fix/node_modules/.bun/cytoscape@3.34.0/node_modules/cytoscape/.github/workflows/md/Feature_Release.md</a:t>
            </a:r>
          </a:p>
          <a:p>
            <a:pPr>
              <a:defRPr sz="1200"/>
            </a:pPr>
            <a:r>
              <a:t>D:/pasar_fix/node_modules/.bun/cytoscape@3.34.0/node_modules/cytoscape/.github/workflows/md/Manual_Release.md</a:t>
            </a:r>
          </a:p>
          <a:p>
            <a:pPr>
              <a:defRPr sz="1200"/>
            </a:pPr>
            <a:r>
              <a:t>D:/pasar_fix/node_modules/.bun/cytoscape@3.34.0/node_modules/cytoscape/.github/workflows/md/Patch_Backport_Release.md</a:t>
            </a:r>
          </a:p>
          <a:p>
            <a:pPr>
              <a:defRPr sz="1200"/>
            </a:pPr>
            <a:r>
              <a:t>D:/pasar_fix/node_modules/.bun/cytoscape@3.34.0/node_modules/cytoscape/.github/workflows/md/repo-setup.md</a:t>
            </a:r>
          </a:p>
          <a:p>
            <a:pPr>
              <a:defRPr sz="1200"/>
            </a:pPr>
            <a:r>
              <a:t>D:/pasar_fix/node_modules/.bun/cytoscape@3.34.0/node_modules/cytoscape/.github/workflows/scripts/merge_unstable_to_master.sh</a:t>
            </a:r>
          </a:p>
          <a:p>
            <a:pPr>
              <a:defRPr sz="1200"/>
            </a:pPr>
            <a:r>
              <a:t>D:/pasar_fix/node_modules/.bun/cytoscape@3.34.0/node_modules/cytoscape/.github/workflows/scripts/new-feature-version.sh</a:t>
            </a:r>
          </a:p>
          <a:p>
            <a:pPr>
              <a:defRPr sz="1200"/>
            </a:pPr>
            <a:r>
              <a:t>D:/pasar_fix/node_modules/.bun/cytoscape@3.34.0/node_modules/cytoscape/.github/workflows/scripts/new-patch-version.sh</a:t>
            </a:r>
          </a:p>
          <a:p>
            <a:pPr>
              <a:defRPr sz="1200"/>
            </a:pPr>
            <a:r>
              <a:t>D:/pasar_fix/node_modules/.bun/cytoscape@3.34.0/node_modules/cytoscape/.github/workflows/scripts/pre_release_test.sh</a:t>
            </a:r>
          </a:p>
          <a:p>
            <a:pPr>
              <a:defRPr sz="1200"/>
            </a:pPr>
            <a:r>
              <a:t>D:/pasar_fix/node_modules/.bun/cytoscape@3.34.0/node_modules/cytoscape/dist/cytoscape.cjs.js</a:t>
            </a:r>
          </a:p>
          <a:p>
            <a:pPr>
              <a:defRPr sz="1200"/>
            </a:pPr>
            <a:r>
              <a:t>D:/pasar_fix/node_modules/.bun/cytoscape@3.34.0/node_modules/cytoscape/dist/cytoscape.esm.min.mjs</a:t>
            </a:r>
          </a:p>
          <a:p>
            <a:pPr>
              <a:defRPr sz="1200"/>
            </a:pPr>
            <a:r>
              <a:t>D:/pasar_fix/node_modules/.bun/cytoscape@3.34.0/node_modules/cytoscape/dist/cytoscape.esm.mjs</a:t>
            </a:r>
          </a:p>
          <a:p>
            <a:pPr>
              <a:defRPr sz="1200"/>
            </a:pPr>
            <a:r>
              <a:t>D:/pasar_fix/node_modules/.bun/cytoscape@3.34.0/node_modules/cytoscape/dist/cytoscape.min.js</a:t>
            </a:r>
          </a:p>
          <a:p>
            <a:pPr>
              <a:defRPr sz="1200"/>
            </a:pPr>
            <a:r>
              <a:t>D:/pasar_fix/node_modules/.bun/cytoscape@3.34.0/node_modules/cytoscape/dist/cytoscape.umd.js</a:t>
            </a:r>
          </a:p>
          <a:p>
            <a:pPr>
              <a:defRPr sz="1200"/>
            </a:pPr>
            <a:r>
              <a:t>D:/pasar_fix/node_modules/.bun/cytoscape@3.34.0/node_modules/cytoscape/playwright-page/index.html</a:t>
            </a:r>
          </a:p>
          <a:p>
            <a:pPr>
              <a:defRPr sz="1200"/>
            </a:pPr>
            <a:r>
              <a:t>D:/pasar_fix/node_modules/.bun/cytoscape@3.34.0/node_modules/cytoscape/playwright-tests/renderer.spec.js</a:t>
            </a:r>
          </a:p>
          <a:p>
            <a:pPr>
              <a:defRPr sz="1200"/>
            </a:pPr>
            <a:r>
              <a:t>D:/pasar_fix/node_modules/.bun/cytoscape@3.34.0/node_modules/cytoscape/src/animation.mjs</a:t>
            </a:r>
          </a:p>
          <a:p>
            <a:pPr>
              <a:defRPr sz="1200"/>
            </a:pPr>
            <a:r>
              <a:t>D:/pasar_fix/node_modules/.bun/cytoscape@3.34.0/node_modules/cytoscape/src/cjs.mjs</a:t>
            </a:r>
          </a:p>
          <a:p>
            <a:pPr>
              <a:defRPr sz="1200"/>
            </a:pPr>
            <a:r>
              <a:t>D:/pasar_fix/node_modules/.bun/cytoscape@3.34.0/node_modules/cytoscape/src/emitter.mjs</a:t>
            </a:r>
          </a:p>
          <a:p>
            <a:pPr>
              <a:defRPr sz="1200"/>
            </a:pPr>
            <a:r>
              <a:t>D:/pasar_fix/node_modules/.bun/cytoscape@3.34.0/node_modules/cytoscape/src/event.mjs</a:t>
            </a:r>
          </a:p>
          <a:p>
            <a:pPr>
              <a:defRPr sz="1200"/>
            </a:pPr>
            <a:r>
              <a:t>D:/pasar_fix/node_modules/.bun/cytoscape@3.34.0/node_modules/cytoscape/src/extension.mjs</a:t>
            </a:r>
          </a:p>
          <a:p>
            <a:pPr>
              <a:defRPr sz="1200"/>
            </a:pPr>
            <a:r>
              <a:t>D:/pasar_fix/node_modules/.bun/cytoscape@3.34.0/node_modules/cytoscape/src/heap.mjs</a:t>
            </a:r>
          </a:p>
          <a:p>
            <a:pPr>
              <a:defRPr sz="1200"/>
            </a:pPr>
            <a:r>
              <a:t>D:/pasar_fix/node_modules/.bun/cytoscape@3.34.0/node_modules/cytoscape/src/index.mjs</a:t>
            </a:r>
          </a:p>
          <a:p>
            <a:pPr>
              <a:defRPr sz="1200"/>
            </a:pPr>
            <a:r>
              <a:t>D:/pasar_fix/node_modules/.bun/cytoscape@3.34.0/node_modules/cytoscape/src/is.mjs</a:t>
            </a:r>
          </a:p>
          <a:p>
            <a:pPr>
              <a:defRPr sz="1200"/>
            </a:pPr>
            <a:r>
              <a:t>D:/pasar_fix/node_modules/.bun/cytoscape@3.34.0/node_modules/cytoscape/src/map.mjs</a:t>
            </a:r>
          </a:p>
          <a:p>
            <a:pPr>
              <a:defRPr sz="1200"/>
            </a:pPr>
            <a:r>
              <a:t>D:/pasar_fix/node_modules/.bun/cytoscape@3.34.0/node_modules/cytoscape/src/math.mjs</a:t>
            </a:r>
          </a:p>
          <a:p>
            <a:pPr>
              <a:defRPr sz="1200"/>
            </a:pPr>
            <a:r>
              <a:t>D:/pasar_fix/node_modules/.bun/cytoscape@3.34.0/node_modules/cytoscape/src/promise.mjs</a:t>
            </a:r>
          </a:p>
          <a:p>
            <a:pPr>
              <a:defRPr sz="1200"/>
            </a:pPr>
            <a:r>
              <a:t>D:/pasar_fix/node_modules/.bun/cytoscape@3.34.0/node_modules/cytoscape/src/round.mjs</a:t>
            </a:r>
          </a:p>
          <a:p>
            <a:pPr>
              <a:defRPr sz="1200"/>
            </a:pPr>
            <a:r>
              <a:t>D:/pasar_fix/node_modules/.bun/cytoscape@3.34.0/node_modules/cytoscape/src/set.mjs</a:t>
            </a:r>
          </a:p>
          <a:p>
            <a:pPr>
              <a:defRPr sz="1200"/>
            </a:pPr>
            <a:r>
              <a:t>D:/pasar_fix/node_modules/.bun/cytoscape@3.34.0/node_modules/cytoscape/src/stylesheet.mjs</a:t>
            </a:r>
          </a:p>
          <a:p>
            <a:pPr>
              <a:defRPr sz="1200"/>
            </a:pPr>
            <a:r>
              <a:t>D:/pasar_fix/node_modules/.bun/cytoscape@3.34.0/node_modules/cytoscape/src/test.mjs</a:t>
            </a:r>
          </a:p>
          <a:p>
            <a:pPr>
              <a:defRPr sz="1200"/>
            </a:pPr>
            <a:r>
              <a:t>D:/pasar_fix/node_modules/.bun/cytoscape@3.34.0/node_modules/cytoscape/src/version.mjs</a:t>
            </a:r>
          </a:p>
          <a:p>
            <a:pPr>
              <a:defRPr sz="1200"/>
            </a:pPr>
            <a:r>
              <a:t>D:/pasar_fix/node_modules/.bun/cytoscape@3.34.0/node_modules/cytoscape/src/window.mjs</a:t>
            </a:r>
          </a:p>
          <a:p>
            <a:pPr>
              <a:defRPr sz="1200"/>
            </a:pPr>
            <a:r>
              <a:t>D:/pasar_fix/node_modules/.bun/cytoscape@3.34.0/node_modules/cytoscape/src/collection/animation.mjs</a:t>
            </a:r>
          </a:p>
          <a:p>
            <a:pPr>
              <a:defRPr sz="1200"/>
            </a:pPr>
            <a:r>
              <a:t>D:/pasar_fix/node_modules/.bun/cytoscape@3.34.0/node_modules/cytoscape/src/collection/cache-traversal-call.mjs</a:t>
            </a:r>
          </a:p>
          <a:p>
            <a:pPr>
              <a:defRPr sz="1200"/>
            </a:pPr>
            <a:r>
              <a:t>D:/pasar_fix/node_modules/.bun/cytoscape@3.34.0/node_modules/cytoscape/src/collection/class.mjs</a:t>
            </a:r>
          </a:p>
          <a:p>
            <a:pPr>
              <a:defRPr sz="1200"/>
            </a:pPr>
            <a:r>
              <a:t>D:/pasar_fix/node_modules/.bun/cytoscape@3.34.0/node_modules/cytoscape/src/collection/comparators.mjs</a:t>
            </a:r>
          </a:p>
          <a:p>
            <a:pPr>
              <a:defRPr sz="1200"/>
            </a:pPr>
            <a:r>
              <a:t>D:/pasar_fix/node_modules/.bun/cytoscape@3.34.0/node_modules/cytoscape/src/collection/compounds.mjs</a:t>
            </a:r>
          </a:p>
          <a:p>
            <a:pPr>
              <a:defRPr sz="1200"/>
            </a:pPr>
            <a:r>
              <a:t>D:/pasar_fix/node_modules/.bun/cytoscape@3.34.0/node_modules/cytoscape/src/collection/data.mjs</a:t>
            </a:r>
          </a:p>
          <a:p>
            <a:pPr>
              <a:defRPr sz="1200"/>
            </a:pPr>
            <a:r>
              <a:t>D:/pasar_fix/node_modules/.bun/cytoscape@3.34.0/node_modules/cytoscape/src/collection/degree.mjs</a:t>
            </a:r>
          </a:p>
          <a:p>
            <a:pPr>
              <a:defRPr sz="1200"/>
            </a:pPr>
            <a:r>
              <a:t>D:/pasar_fix/node_modules/.bun/cytoscape@3.34.0/node_modules/cytoscape/src/collection/element.mjs</a:t>
            </a:r>
          </a:p>
          <a:p>
            <a:pPr>
              <a:defRPr sz="1200"/>
            </a:pPr>
            <a:r>
              <a:t>D:/pasar_fix/node_modules/.bun/cytoscape@3.34.0/node_modules/cytoscape/src/collection/events.mjs</a:t>
            </a:r>
          </a:p>
          <a:p>
            <a:pPr>
              <a:defRPr sz="1200"/>
            </a:pPr>
            <a:r>
              <a:t>D:/pasar_fix/node_modules/.bun/cytoscape@3.34.0/node_modules/cytoscape/src/collection/filter.mjs</a:t>
            </a:r>
          </a:p>
          <a:p>
            <a:pPr>
              <a:defRPr sz="1200"/>
            </a:pPr>
            <a:r>
              <a:t>D:/pasar_fix/node_modules/.bun/cytoscape@3.34.0/node_modules/cytoscape/src/collection/group.mjs</a:t>
            </a:r>
          </a:p>
          <a:p>
            <a:pPr>
              <a:defRPr sz="1200"/>
            </a:pPr>
            <a:r>
              <a:t>D:/pasar_fix/node_modules/.bun/cytoscape@3.34.0/node_modules/cytoscape/src/collection/index.mjs</a:t>
            </a:r>
          </a:p>
          <a:p>
            <a:pPr>
              <a:defRPr sz="1200"/>
            </a:pPr>
            <a:r>
              <a:t>D:/pasar_fix/node_modules/.bun/cytoscape@3.34.0/node_modules/cytoscape/src/collection/iteration.mjs</a:t>
            </a:r>
          </a:p>
          <a:p>
            <a:pPr>
              <a:defRPr sz="1200"/>
            </a:pPr>
            <a:r>
              <a:t>D:/pasar_fix/node_modules/.bun/cytoscape@3.34.0/node_modules/cytoscape/src/collection/layout.mjs</a:t>
            </a:r>
          </a:p>
          <a:p>
            <a:pPr>
              <a:defRPr sz="1200"/>
            </a:pPr>
            <a:r>
              <a:t>D:/pasar_fix/node_modules/.bun/cytoscape@3.34.0/node_modules/cytoscape/src/collection/style.mjs</a:t>
            </a:r>
          </a:p>
          <a:p>
            <a:pPr>
              <a:defRPr sz="1200"/>
            </a:pPr>
            <a:r>
              <a:t>D:/pasar_fix/node_modules/.bun/cytoscape@3.34.0/node_modules/cytoscape/src/collection/switch-functions.mjs</a:t>
            </a:r>
          </a:p>
          <a:p>
            <a:pPr>
              <a:defRPr sz="1200"/>
            </a:pPr>
            <a:r>
              <a:t>D:/pasar_fix/node_modules/.bun/cytoscape@3.34.0/node_modules/cytoscape/src/collection/traversing.mjs</a:t>
            </a:r>
          </a:p>
          <a:p>
            <a:pPr>
              <a:defRPr sz="1200"/>
            </a:pPr>
            <a:r>
              <a:t>D:/pasar_fix/node_modules/.bun/cytoscape@3.34.0/node_modules/cytoscape/src/collection/zsort.mjs</a:t>
            </a:r>
          </a:p>
          <a:p>
            <a:pPr>
              <a:defRPr sz="1200"/>
            </a:pPr>
            <a:r>
              <a:t>D:/pasar_fix/node_modules/.bun/cytoscape@3.34.0/node_modules/cytoscape/src/collection/algorithms/a-star.mjs</a:t>
            </a:r>
          </a:p>
          <a:p>
            <a:pPr>
              <a:defRPr sz="1200"/>
            </a:pPr>
            <a:r>
              <a:t>D:/pasar_fix/node_modules/.bun/cytoscape@3.34.0/node_modules/cytoscape/src/collection/algorithms/affinity-propagation.mjs</a:t>
            </a:r>
          </a:p>
          <a:p>
            <a:pPr>
              <a:defRPr sz="1200"/>
            </a:pPr>
            <a:r>
              <a:t>D:/pasar_fix/node_modules/.bun/cytoscape@3.34.0/node_modules/cytoscape/src/collection/algorithms/bellman-ford.mjs</a:t>
            </a:r>
          </a:p>
          <a:p>
            <a:pPr>
              <a:defRPr sz="1200"/>
            </a:pPr>
            <a:r>
              <a:t>D:/pasar_fix/node_modules/.bun/cytoscape@3.34.0/node_modules/cytoscape/src/collection/algorithms/betweenness-centrality.mjs</a:t>
            </a:r>
          </a:p>
          <a:p>
            <a:pPr>
              <a:defRPr sz="1200"/>
            </a:pPr>
            <a:r>
              <a:t>D:/pasar_fix/node_modules/.bun/cytoscape@3.34.0/node_modules/cytoscape/src/collection/algorithms/bfs-dfs.mjs</a:t>
            </a:r>
          </a:p>
          <a:p>
            <a:pPr>
              <a:defRPr sz="1200"/>
            </a:pPr>
            <a:r>
              <a:t>D:/pasar_fix/node_modules/.bun/cytoscape@3.34.0/node_modules/cytoscape/src/collection/algorithms/closeness-centrality.mjs</a:t>
            </a:r>
          </a:p>
          <a:p>
            <a:pPr>
              <a:defRPr sz="1200"/>
            </a:pPr>
            <a:r>
              <a:t>D:/pasar_fix/node_modules/.bun/cytoscape@3.34.0/node_modules/cytoscape/src/collection/algorithms/clustering-distances.mjs</a:t>
            </a:r>
          </a:p>
          <a:p>
            <a:pPr>
              <a:defRPr sz="1200"/>
            </a:pPr>
            <a:r>
              <a:t>D:/pasar_fix/node_modules/.bun/cytoscape@3.34.0/node_modules/cytoscape/src/collection/algorithms/degree-centrality.mjs</a:t>
            </a:r>
          </a:p>
          <a:p>
            <a:pPr>
              <a:defRPr sz="1200"/>
            </a:pPr>
            <a:r>
              <a:t>D:/pasar_fix/node_modules/.bun/cytoscape@3.34.0/node_modules/cytoscape/src/collection/algorithms/dijkstra.mjs</a:t>
            </a:r>
          </a:p>
          <a:p>
            <a:pPr>
              <a:defRPr sz="1200"/>
            </a:pPr>
            <a:r>
              <a:t>D:/pasar_fix/node_modules/.bun/cytoscape@3.34.0/node_modules/cytoscape/src/collection/algorithms/floyd-warshall.mjs</a:t>
            </a:r>
          </a:p>
          <a:p>
            <a:pPr>
              <a:defRPr sz="1200"/>
            </a:pPr>
            <a:r>
              <a:t>D:/pasar_fix/node_modules/.bun/cytoscape@3.34.0/node_modules/cytoscape/src/collection/algorithms/hierarchical-clustering.mjs</a:t>
            </a:r>
          </a:p>
          <a:p>
            <a:pPr>
              <a:defRPr sz="1200"/>
            </a:pPr>
            <a:r>
              <a:t>D:/pasar_fix/node_modules/.bun/cytoscape@3.34.0/node_modules/cytoscape/src/collection/algorithms/hierholzer.mjs</a:t>
            </a:r>
          </a:p>
          <a:p>
            <a:pPr>
              <a:defRPr sz="1200"/>
            </a:pPr>
            <a:r>
              <a:t>D:/pasar_fix/node_modules/.bun/cytoscape@3.34.0/node_modules/cytoscape/src/collection/algorithms/hopcroft-tarjan-biconnected.mjs</a:t>
            </a:r>
          </a:p>
          <a:p>
            <a:pPr>
              <a:defRPr sz="1200"/>
            </a:pPr>
            <a:r>
              <a:t>D:/pasar_fix/node_modules/.bun/cytoscape@3.34.0/node_modules/cytoscape/src/collection/algorithms/index.mjs</a:t>
            </a:r>
          </a:p>
          <a:p>
            <a:pPr>
              <a:defRPr sz="1200"/>
            </a:pPr>
            <a:r>
              <a:t>D:/pasar_fix/node_modules/.bun/cytoscape@3.34.0/node_modules/cytoscape/src/collection/algorithms/k-clustering.mjs</a:t>
            </a:r>
          </a:p>
          <a:p>
            <a:pPr>
              <a:defRPr sz="1200"/>
            </a:pPr>
            <a:r>
              <a:t>D:/pasar_fix/node_modules/.bun/cytoscape@3.34.0/node_modules/cytoscape/src/collection/algorithms/karger-stein.mjs</a:t>
            </a:r>
          </a:p>
          <a:p>
            <a:pPr>
              <a:defRPr sz="1200"/>
            </a:pPr>
            <a:r>
              <a:t>D:/pasar_fix/node_modules/.bun/cytoscape@3.34.0/node_modules/cytoscape/src/collection/algorithms/kruskal.mjs</a:t>
            </a:r>
          </a:p>
          <a:p>
            <a:pPr>
              <a:defRPr sz="1200"/>
            </a:pPr>
            <a:r>
              <a:t>D:/pasar_fix/node_modules/.bun/cytoscape@3.34.0/node_modules/cytoscape/src/collection/algorithms/markov-clustering.mjs</a:t>
            </a:r>
          </a:p>
          <a:p>
            <a:pPr>
              <a:defRPr sz="1200"/>
            </a:pPr>
            <a:r>
              <a:t>D:/pasar_fix/node_modules/.bun/cytoscape@3.34.0/node_modules/cytoscape/src/collection/algorithms/page-rank.mjs</a:t>
            </a:r>
          </a:p>
          <a:p>
            <a:pPr>
              <a:defRPr sz="1200"/>
            </a:pPr>
            <a:r>
              <a:t>D:/pasar_fix/node_modules/.bun/cytoscape@3.34.0/node_modules/cytoscape/src/collection/algorithms/tarjan-strongly-connected.mjs</a:t>
            </a:r>
          </a:p>
          <a:p>
            <a:pPr>
              <a:defRPr sz="1200"/>
            </a:pPr>
            <a:r>
              <a:t>D:/pasar_fix/node_modules/.bun/cytoscape@3.34.0/node_modules/cytoscape/src/collection/dimensions/bounds.mjs</a:t>
            </a:r>
          </a:p>
          <a:p>
            <a:pPr>
              <a:defRPr sz="1200"/>
            </a:pPr>
            <a:r>
              <a:t>D:/pasar_fix/node_modules/.bun/cytoscape@3.34.0/node_modules/cytoscape/src/collection/dimensions/edge-points.mjs</a:t>
            </a:r>
          </a:p>
          <a:p>
            <a:pPr>
              <a:defRPr sz="1200"/>
            </a:pPr>
            <a:r>
              <a:t>D:/pasar_fix/node_modules/.bun/cytoscape@3.34.0/node_modules/cytoscape/src/collection/dimensions/index.mjs</a:t>
            </a:r>
          </a:p>
          <a:p>
            <a:pPr>
              <a:defRPr sz="1200"/>
            </a:pPr>
            <a:r>
              <a:t>D:/pasar_fix/node_modules/.bun/cytoscape@3.34.0/node_modules/cytoscape/src/collection/dimensions/position.mjs</a:t>
            </a:r>
          </a:p>
          <a:p>
            <a:pPr>
              <a:defRPr sz="1200"/>
            </a:pPr>
            <a:r>
              <a:t>D:/pasar_fix/node_modules/.bun/cytoscape@3.34.0/node_modules/cytoscape/src/collection/dimensions/width-height.mjs</a:t>
            </a:r>
          </a:p>
          <a:p>
            <a:pPr>
              <a:defRPr sz="1200"/>
            </a:pPr>
            <a:r>
              <a:t>D:/pasar_fix/node_modules/.bun/cytoscape@3.34.0/node_modules/cytoscape/src/core/add-remove.mjs</a:t>
            </a:r>
          </a:p>
          <a:p>
            <a:pPr>
              <a:defRPr sz="1200"/>
            </a:pPr>
            <a:r>
              <a:t>D:/pasar_fix/node_modules/.bun/cytoscape@3.34.0/node_modules/cytoscape/src/core/data.mjs</a:t>
            </a:r>
          </a:p>
          <a:p>
            <a:pPr>
              <a:defRPr sz="1200"/>
            </a:pPr>
            <a:r>
              <a:t>D:/pasar_fix/node_modules/.bun/cytoscape@3.34.0/node_modules/cytoscape/src/core/events.mjs</a:t>
            </a:r>
          </a:p>
          <a:p>
            <a:pPr>
              <a:defRPr sz="1200"/>
            </a:pPr>
            <a:r>
              <a:t>D:/pasar_fix/node_modules/.bun/cytoscape@3.34.0/node_modules/cytoscape/src/core/export.mjs</a:t>
            </a:r>
          </a:p>
          <a:p>
            <a:pPr>
              <a:defRPr sz="1200"/>
            </a:pPr>
            <a:r>
              <a:t>D:/pasar_fix/node_modules/.bun/cytoscape@3.34.0/node_modules/cytoscape/src/core/index.mjs</a:t>
            </a:r>
          </a:p>
          <a:p>
            <a:pPr>
              <a:defRPr sz="1200"/>
            </a:pPr>
            <a:r>
              <a:t>D:/pasar_fix/node_modules/.bun/cytoscape@3.34.0/node_modules/cytoscape/src/core/layout.mjs</a:t>
            </a:r>
          </a:p>
          <a:p>
            <a:pPr>
              <a:defRPr sz="1200"/>
            </a:pPr>
            <a:r>
              <a:t>D:/pasar_fix/node_modules/.bun/cytoscape@3.34.0/node_modules/cytoscape/src/core/notification.mjs</a:t>
            </a:r>
          </a:p>
          <a:p>
            <a:pPr>
              <a:defRPr sz="1200"/>
            </a:pPr>
            <a:r>
              <a:t>D:/pasar_fix/node_modules/.bun/cytoscape@3.34.0/node_modules/cytoscape/src/core/renderer.mjs</a:t>
            </a:r>
          </a:p>
          <a:p>
            <a:pPr>
              <a:defRPr sz="1200"/>
            </a:pPr>
            <a:r>
              <a:t>D:/pasar_fix/node_modules/.bun/cytoscape@3.34.0/node_modules/cytoscape/src/core/search.mjs</a:t>
            </a:r>
          </a:p>
          <a:p>
            <a:pPr>
              <a:defRPr sz="1200"/>
            </a:pPr>
            <a:r>
              <a:t>D:/pasar_fix/node_modules/.bun/cytoscape@3.34.0/node_modules/cytoscape/src/core/style.mjs</a:t>
            </a:r>
          </a:p>
          <a:p>
            <a:pPr>
              <a:defRPr sz="1200"/>
            </a:pPr>
            <a:r>
              <a:t>D:/pasar_fix/node_modules/.bun/cytoscape@3.34.0/node_modules/cytoscape/src/core/viewport.mjs</a:t>
            </a:r>
          </a:p>
          <a:p>
            <a:pPr>
              <a:defRPr sz="1200"/>
            </a:pPr>
            <a:r>
              <a:t>D:/pasar_fix/node_modules/.bun/cytoscape@3.34.0/node_modules/cytoscape/src/core/animation/cubic-bezier.mjs</a:t>
            </a:r>
          </a:p>
          <a:p>
            <a:pPr>
              <a:defRPr sz="1200"/>
            </a:pPr>
            <a:r>
              <a:t>D:/pasar_fix/node_modules/.bun/cytoscape@3.34.0/node_modules/cytoscape/src/core/animation/ease.mjs</a:t>
            </a:r>
          </a:p>
          <a:p>
            <a:pPr>
              <a:defRPr sz="1200"/>
            </a:pPr>
            <a:r>
              <a:t>D:/pasar_fix/node_modules/.bun/cytoscape@3.34.0/node_modules/cytoscape/src/core/animation/easings.mjs</a:t>
            </a:r>
          </a:p>
          <a:p>
            <a:pPr>
              <a:defRPr sz="1200"/>
            </a:pPr>
            <a:r>
              <a:t>D:/pasar_fix/node_modules/.bun/cytoscape@3.34.0/node_modules/cytoscape/src/core/animation/index.mjs</a:t>
            </a:r>
          </a:p>
          <a:p>
            <a:pPr>
              <a:defRPr sz="1200"/>
            </a:pPr>
            <a:r>
              <a:t>D:/pasar_fix/node_modules/.bun/cytoscape@3.34.0/node_modules/cytoscape/src/core/animation/spring.mjs</a:t>
            </a:r>
          </a:p>
          <a:p>
            <a:pPr>
              <a:defRPr sz="1200"/>
            </a:pPr>
            <a:r>
              <a:t>D:/pasar_fix/node_modules/.bun/cytoscape@3.34.0/node_modules/cytoscape/src/core/animation/start.mjs</a:t>
            </a:r>
          </a:p>
          <a:p>
            <a:pPr>
              <a:defRPr sz="1200"/>
            </a:pPr>
            <a:r>
              <a:t>D:/pasar_fix/node_modules/.bun/cytoscape@3.34.0/node_modules/cytoscape/src/core/animation/step-all.mjs</a:t>
            </a:r>
          </a:p>
          <a:p>
            <a:pPr>
              <a:defRPr sz="1200"/>
            </a:pPr>
            <a:r>
              <a:t>D:/pasar_fix/node_modules/.bun/cytoscape@3.34.0/node_modules/cytoscape/src/core/animation/step.mjs</a:t>
            </a:r>
          </a:p>
          <a:p>
            <a:pPr>
              <a:defRPr sz="1200"/>
            </a:pPr>
            <a:r>
              <a:t>D:/pasar_fix/node_modules/.bun/cytoscape@3.34.0/node_modules/cytoscape/src/define/animation.mjs</a:t>
            </a:r>
          </a:p>
          <a:p>
            <a:pPr>
              <a:defRPr sz="1200"/>
            </a:pPr>
            <a:r>
              <a:t>D:/pasar_fix/node_modules/.bun/cytoscape@3.34.0/node_modules/cytoscape/src/define/data.mjs</a:t>
            </a:r>
          </a:p>
          <a:p>
            <a:pPr>
              <a:defRPr sz="1200"/>
            </a:pPr>
            <a:r>
              <a:t>D:/pasar_fix/node_modules/.bun/cytoscape@3.34.0/node_modules/cytoscape/src/define/events.mjs</a:t>
            </a:r>
          </a:p>
          <a:p>
            <a:pPr>
              <a:defRPr sz="1200"/>
            </a:pPr>
            <a:r>
              <a:t>D:/pasar_fix/node_modules/.bun/cytoscape@3.34.0/node_modules/cytoscape/src/define/index.mjs</a:t>
            </a:r>
          </a:p>
          <a:p>
            <a:pPr>
              <a:defRPr sz="1200"/>
            </a:pPr>
            <a:r>
              <a:t>D:/pasar_fix/node_modules/.bun/cytoscape@3.34.0/node_modules/cytoscape/src/extensions/index.mjs</a:t>
            </a:r>
          </a:p>
          <a:p>
            <a:pPr>
              <a:defRPr sz="1200"/>
            </a:pPr>
            <a:r>
              <a:t>D:/pasar_fix/node_modules/.bun/cytoscape@3.34.0/node_modules/cytoscape/src/extensions/layout/breadthfirst.mjs</a:t>
            </a:r>
          </a:p>
          <a:p>
            <a:pPr>
              <a:defRPr sz="1200"/>
            </a:pPr>
            <a:r>
              <a:t>D:/pasar_fix/node_modules/.bun/cytoscape@3.34.0/node_modules/cytoscape/src/extensions/layout/circle.mjs</a:t>
            </a:r>
          </a:p>
          <a:p>
            <a:pPr>
              <a:defRPr sz="1200"/>
            </a:pPr>
            <a:r>
              <a:t>D:/pasar_fix/node_modules/.bun/cytoscape@3.34.0/node_modules/cytoscape/src/extensions/layout/concentric.mjs</a:t>
            </a:r>
          </a:p>
          <a:p>
            <a:pPr>
              <a:defRPr sz="1200"/>
            </a:pPr>
            <a:r>
              <a:t>D:/pasar_fix/node_modules/.bun/cytoscape@3.34.0/node_modules/cytoscape/src/extensions/layout/cose.mjs</a:t>
            </a:r>
          </a:p>
          <a:p>
            <a:pPr>
              <a:defRPr sz="1200"/>
            </a:pPr>
            <a:r>
              <a:t>D:/pasar_fix/node_modules/.bun/cytoscape@3.34.0/node_modules/cytoscape/src/extensions/layout/grid.mjs</a:t>
            </a:r>
          </a:p>
          <a:p>
            <a:pPr>
              <a:defRPr sz="1200"/>
            </a:pPr>
            <a:r>
              <a:t>D:/pasar_fix/node_modules/.bun/cytoscape@3.34.0/node_modules/cytoscape/src/extensions/layout/index.mjs</a:t>
            </a:r>
          </a:p>
          <a:p>
            <a:pPr>
              <a:defRPr sz="1200"/>
            </a:pPr>
            <a:r>
              <a:t>D:/pasar_fix/node_modules/.bun/cytoscape@3.34.0/node_modules/cytoscape/src/extensions/layout/null.mjs</a:t>
            </a:r>
          </a:p>
          <a:p>
            <a:pPr>
              <a:defRPr sz="1200"/>
            </a:pPr>
            <a:r>
              <a:t>D:/pasar_fix/node_modules/.bun/cytoscape@3.34.0/node_modules/cytoscape/src/extensions/layout/preset.mjs</a:t>
            </a:r>
          </a:p>
          <a:p>
            <a:pPr>
              <a:defRPr sz="1200"/>
            </a:pPr>
            <a:r>
              <a:t>D:/pasar_fix/node_modules/.bun/cytoscape@3.34.0/node_modules/cytoscape/src/extensions/layout/random.mjs</a:t>
            </a:r>
          </a:p>
          <a:p>
            <a:pPr>
              <a:defRPr sz="1200"/>
            </a:pPr>
            <a:r>
              <a:t>D:/pasar_fix/node_modules/.bun/cytoscape@3.34.0/node_modules/cytoscape/src/extensions/renderer/index.mjs</a:t>
            </a:r>
          </a:p>
          <a:p>
            <a:pPr>
              <a:defRPr sz="1200"/>
            </a:pPr>
            <a:r>
              <a:t>D:/pasar_fix/node_modules/.bun/cytoscape@3.34.0/node_modules/cytoscape/src/extensions/renderer/base/arrow-shapes.mjs</a:t>
            </a:r>
          </a:p>
          <a:p>
            <a:pPr>
              <a:defRPr sz="1200"/>
            </a:pPr>
            <a:r>
              <a:t>D:/pasar_fix/node_modules/.bun/cytoscape@3.34.0/node_modules/cytoscape/src/extensions/renderer/base/grab-state.mjs</a:t>
            </a:r>
          </a:p>
          <a:p>
            <a:pPr>
              <a:defRPr sz="1200"/>
            </a:pPr>
            <a:r>
              <a:t>D:/pasar_fix/node_modules/.bun/cytoscape@3.34.0/node_modules/cytoscape/src/extensions/renderer/base/images.mjs</a:t>
            </a:r>
          </a:p>
          <a:p>
            <a:pPr>
              <a:defRPr sz="1200"/>
            </a:pPr>
            <a:r>
              <a:t>D:/pasar_fix/node_modules/.bun/cytoscape@3.34.0/node_modules/cytoscape/src/extensions/renderer/base/index.mjs</a:t>
            </a:r>
          </a:p>
          <a:p>
            <a:pPr>
              <a:defRPr sz="1200"/>
            </a:pPr>
            <a:r>
              <a:t>D:/pasar_fix/node_modules/.bun/cytoscape@3.34.0/node_modules/cytoscape/src/extensions/renderer/base/load-listeners.mjs</a:t>
            </a:r>
          </a:p>
          <a:p>
            <a:pPr>
              <a:defRPr sz="1200"/>
            </a:pPr>
            <a:r>
              <a:t>D:/pasar_fix/node_modules/.bun/cytoscape@3.34.0/node_modules/cytoscape/src/extensions/renderer/base/node-shapes.mjs</a:t>
            </a:r>
          </a:p>
          <a:p>
            <a:pPr>
              <a:defRPr sz="1200"/>
            </a:pPr>
            <a:r>
              <a:t>D:/pasar_fix/node_modules/.bun/cytoscape@3.34.0/node_modules/cytoscape/src/extensions/renderer/base/redraw.mjs</a:t>
            </a:r>
          </a:p>
          <a:p>
            <a:pPr>
              <a:defRPr sz="1200"/>
            </a:pPr>
            <a:r>
              <a:t>D:/pasar_fix/node_modules/.bun/cytoscape@3.34.0/node_modules/cytoscape/src/extensions/renderer/base/coord-ele-math/coords.mjs</a:t>
            </a:r>
          </a:p>
          <a:p>
            <a:pPr>
              <a:defRPr sz="1200"/>
            </a:pPr>
            <a:r>
              <a:t>D:/pasar_fix/node_modules/.bun/cytoscape@3.34.0/node_modules/cytoscape/src/extensions/renderer/base/coord-ele-math/edge-arrows.mjs</a:t>
            </a:r>
          </a:p>
          <a:p>
            <a:pPr>
              <a:defRPr sz="1200"/>
            </a:pPr>
            <a:r>
              <a:t>D:/pasar_fix/node_modules/.bun/cytoscape@3.34.0/node_modules/cytoscape/src/extensions/renderer/base/coord-ele-math/edge-control-points.mjs</a:t>
            </a:r>
          </a:p>
          <a:p>
            <a:pPr>
              <a:defRPr sz="1200"/>
            </a:pPr>
            <a:r>
              <a:t>D:/pasar_fix/node_modules/.bun/cytoscape@3.34.0/node_modules/cytoscape/src/extensions/renderer/base/coord-ele-math/edge-endpoints.mjs</a:t>
            </a:r>
          </a:p>
          <a:p>
            <a:pPr>
              <a:defRPr sz="1200"/>
            </a:pPr>
            <a:r>
              <a:t>D:/pasar_fix/node_modules/.bun/cytoscape@3.34.0/node_modules/cytoscape/src/extensions/renderer/base/coord-ele-math/edge-projection.mjs</a:t>
            </a:r>
          </a:p>
          <a:p>
            <a:pPr>
              <a:defRPr sz="1200"/>
            </a:pPr>
            <a:r>
              <a:t>D:/pasar_fix/node_modules/.bun/cytoscape@3.34.0/node_modules/cytoscape/src/extensions/renderer/base/coord-ele-math/index.mjs</a:t>
            </a:r>
          </a:p>
          <a:p>
            <a:pPr>
              <a:defRPr sz="1200"/>
            </a:pPr>
            <a:r>
              <a:t>D:/pasar_fix/node_modules/.bun/cytoscape@3.34.0/node_modules/cytoscape/src/extensions/renderer/base/coord-ele-math/labels.mjs</a:t>
            </a:r>
          </a:p>
          <a:p>
            <a:pPr>
              <a:defRPr sz="1200"/>
            </a:pPr>
            <a:r>
              <a:t>D:/pasar_fix/node_modules/.bun/cytoscape@3.34.0/node_modules/cytoscape/src/extensions/renderer/base/coord-ele-math/nodes.mjs</a:t>
            </a:r>
          </a:p>
          <a:p>
            <a:pPr>
              <a:defRPr sz="1200"/>
            </a:pPr>
            <a:r>
              <a:t>D:/pasar_fix/node_modules/.bun/cytoscape@3.34.0/node_modules/cytoscape/src/extensions/renderer/base/coord-ele-math/rendered-style.mjs</a:t>
            </a:r>
          </a:p>
          <a:p>
            <a:pPr>
              <a:defRPr sz="1200"/>
            </a:pPr>
            <a:r>
              <a:t>D:/pasar_fix/node_modules/.bun/cytoscape@3.34.0/node_modules/cytoscape/src/extensions/renderer/base/coord-ele-math/z-ordering.mjs</a:t>
            </a:r>
          </a:p>
          <a:p>
            <a:pPr>
              <a:defRPr sz="1200"/>
            </a:pPr>
            <a:r>
              <a:t>D:/pasar_fix/node_modules/.bun/cytoscape@3.34.0/node_modules/cytoscape/src/extensions/renderer/canvas/arrow-shapes.mjs</a:t>
            </a:r>
          </a:p>
          <a:p>
            <a:pPr>
              <a:defRPr sz="1200"/>
            </a:pPr>
            <a:r>
              <a:t>D:/pasar_fix/node_modules/.bun/cytoscape@3.34.0/node_modules/cytoscape/src/extensions/renderer/canvas/drawing-edges.mjs</a:t>
            </a:r>
          </a:p>
          <a:p>
            <a:pPr>
              <a:defRPr sz="1200"/>
            </a:pPr>
            <a:r>
              <a:t>D:/pasar_fix/node_modules/.bun/cytoscape@3.34.0/node_modules/cytoscape/src/extensions/renderer/canvas/drawing-elements.mjs</a:t>
            </a:r>
          </a:p>
          <a:p>
            <a:pPr>
              <a:defRPr sz="1200"/>
            </a:pPr>
            <a:r>
              <a:t>D:/pasar_fix/node_modules/.bun/cytoscape@3.34.0/node_modules/cytoscape/src/extensions/renderer/canvas/drawing-images.mjs</a:t>
            </a:r>
          </a:p>
          <a:p>
            <a:pPr>
              <a:defRPr sz="1200"/>
            </a:pPr>
            <a:r>
              <a:t>D:/pasar_fix/node_modules/.bun/cytoscape@3.34.0/node_modules/cytoscape/src/extensions/renderer/canvas/drawing-label-text.mjs</a:t>
            </a:r>
          </a:p>
          <a:p>
            <a:pPr>
              <a:defRPr sz="1200"/>
            </a:pPr>
            <a:r>
              <a:t>D:/pasar_fix/node_modules/.bun/cytoscape@3.34.0/node_modules/cytoscape/src/extensions/renderer/canvas/drawing-nodes.mjs</a:t>
            </a:r>
          </a:p>
          <a:p>
            <a:pPr>
              <a:defRPr sz="1200"/>
            </a:pPr>
            <a:r>
              <a:t>D:/pasar_fix/node_modules/.bun/cytoscape@3.34.0/node_modules/cytoscape/src/extensions/renderer/canvas/drawing-redraw.mjs</a:t>
            </a:r>
          </a:p>
          <a:p>
            <a:pPr>
              <a:defRPr sz="1200"/>
            </a:pPr>
            <a:r>
              <a:t>D:/pasar_fix/node_modules/.bun/cytoscape@3.34.0/node_modules/cytoscape/src/extensions/renderer/canvas/drawing-shapes.mjs</a:t>
            </a:r>
          </a:p>
          <a:p>
            <a:pPr>
              <a:defRPr sz="1200"/>
            </a:pPr>
            <a:r>
              <a:t>D:/pasar_fix/node_modules/.bun/cytoscape@3.34.0/node_modules/cytoscape/src/extensions/renderer/canvas/ele-texture-cache-lookup.mjs</a:t>
            </a:r>
          </a:p>
          <a:p>
            <a:pPr>
              <a:defRPr sz="1200"/>
            </a:pPr>
            <a:r>
              <a:t>D:/pasar_fix/node_modules/.bun/cytoscape@3.34.0/node_modules/cytoscape/src/extensions/renderer/canvas/ele-texture-cache.mjs</a:t>
            </a:r>
          </a:p>
          <a:p>
            <a:pPr>
              <a:defRPr sz="1200"/>
            </a:pPr>
            <a:r>
              <a:t>D:/pasar_fix/node_modules/.bun/cytoscape@3.34.0/node_modules/cytoscape/src/extensions/renderer/canvas/export-image.mjs</a:t>
            </a:r>
          </a:p>
          <a:p>
            <a:pPr>
              <a:defRPr sz="1200"/>
            </a:pPr>
            <a:r>
              <a:t>D:/pasar_fix/node_modules/.bun/cytoscape@3.34.0/node_modules/cytoscape/src/extensions/renderer/canvas/index.mjs</a:t>
            </a:r>
          </a:p>
          <a:p>
            <a:pPr>
              <a:defRPr sz="1200"/>
            </a:pPr>
            <a:r>
              <a:t>D:/pasar_fix/node_modules/.bun/cytoscape@3.34.0/node_modules/cytoscape/src/extensions/renderer/canvas/layered-texture-cache.mjs</a:t>
            </a:r>
          </a:p>
          <a:p>
            <a:pPr>
              <a:defRPr sz="1200"/>
            </a:pPr>
            <a:r>
              <a:t>D:/pasar_fix/node_modules/.bun/cytoscape@3.34.0/node_modules/cytoscape/src/extensions/renderer/canvas/node-shapes.mjs</a:t>
            </a:r>
          </a:p>
          <a:p>
            <a:pPr>
              <a:defRPr sz="1200"/>
            </a:pPr>
            <a:r>
              <a:t>D:/pasar_fix/node_modules/.bun/cytoscape@3.34.0/node_modules/cytoscape/src/extensions/renderer/canvas/texture-cache-defs.mjs</a:t>
            </a:r>
          </a:p>
          <a:p>
            <a:pPr>
              <a:defRPr sz="1200"/>
            </a:pPr>
            <a:r>
              <a:t>D:/pasar_fix/node_modules/.bun/cytoscape@3.34.0/node_modules/cytoscape/src/extensions/renderer/canvas/webgl/atlas.mjs</a:t>
            </a:r>
          </a:p>
          <a:p>
            <a:pPr>
              <a:defRPr sz="1200"/>
            </a:pPr>
            <a:r>
              <a:t>D:/pasar_fix/node_modules/.bun/cytoscape@3.34.0/node_modules/cytoscape/src/extensions/renderer/canvas/webgl/drawing-elements-webgl.mjs</a:t>
            </a:r>
          </a:p>
          <a:p>
            <a:pPr>
              <a:defRPr sz="1200"/>
            </a:pPr>
            <a:r>
              <a:t>D:/pasar_fix/node_modules/.bun/cytoscape@3.34.0/node_modules/cytoscape/src/extensions/renderer/canvas/webgl/drawing-redraw-webgl.mjs</a:t>
            </a:r>
          </a:p>
          <a:p>
            <a:pPr>
              <a:defRPr sz="1200"/>
            </a:pPr>
            <a:r>
              <a:t>D:/pasar_fix/node_modules/.bun/cytoscape@3.34.0/node_modules/cytoscape/src/extensions/renderer/canvas/webgl/fxaa-upscaler.mjs</a:t>
            </a:r>
          </a:p>
          <a:p>
            <a:pPr>
              <a:defRPr sz="1200"/>
            </a:pPr>
            <a:r>
              <a:t>D:/pasar_fix/node_modules/.bun/cytoscape@3.34.0/node_modules/cytoscape/src/extensions/renderer/canvas/webgl/misc-upscaler.js</a:t>
            </a:r>
          </a:p>
          <a:p>
            <a:pPr>
              <a:defRPr sz="1200"/>
            </a:pPr>
            <a:r>
              <a:t>D:/pasar_fix/node_modules/.bun/cytoscape@3.34.0/node_modules/cytoscape/src/extensions/renderer/canvas/webgl/shader-sdf.mjs</a:t>
            </a:r>
          </a:p>
          <a:p>
            <a:pPr>
              <a:defRPr sz="1200"/>
            </a:pPr>
            <a:r>
              <a:t>D:/pasar_fix/node_modules/.bun/cytoscape@3.34.0/node_modules/cytoscape/src/extensions/renderer/canvas/webgl/webgl-util.mjs</a:t>
            </a:r>
          </a:p>
          <a:p>
            <a:pPr>
              <a:defRPr sz="1200"/>
            </a:pPr>
            <a:r>
              <a:t>D:/pasar_fix/node_modules/.bun/cytoscape@3.34.0/node_modules/cytoscape/src/extensions/renderer/null/index.mjs</a:t>
            </a:r>
          </a:p>
          <a:p>
            <a:pPr>
              <a:defRPr sz="1200"/>
            </a:pPr>
            <a:r>
              <a:t>D:/pasar_fix/node_modules/.bun/cytoscape@3.34.0/node_modules/cytoscape/src/selector/data.mjs</a:t>
            </a:r>
          </a:p>
          <a:p>
            <a:pPr>
              <a:defRPr sz="1200"/>
            </a:pPr>
            <a:r>
              <a:t>D:/pasar_fix/node_modules/.bun/cytoscape@3.34.0/node_modules/cytoscape/src/selector/expressions.mjs</a:t>
            </a:r>
          </a:p>
          <a:p>
            <a:pPr>
              <a:defRPr sz="1200"/>
            </a:pPr>
            <a:r>
              <a:t>D:/pasar_fix/node_modules/.bun/cytoscape@3.34.0/node_modules/cytoscape/src/selector/index.mjs</a:t>
            </a:r>
          </a:p>
          <a:p>
            <a:pPr>
              <a:defRPr sz="1200"/>
            </a:pPr>
            <a:r>
              <a:t>D:/pasar_fix/node_modules/.bun/cytoscape@3.34.0/node_modules/cytoscape/src/selector/matching.mjs</a:t>
            </a:r>
          </a:p>
          <a:p>
            <a:pPr>
              <a:defRPr sz="1200"/>
            </a:pPr>
            <a:r>
              <a:t>D:/pasar_fix/node_modules/.bun/cytoscape@3.34.0/node_modules/cytoscape/src/selector/new-query.mjs</a:t>
            </a:r>
          </a:p>
          <a:p>
            <a:pPr>
              <a:defRPr sz="1200"/>
            </a:pPr>
            <a:r>
              <a:t>D:/pasar_fix/node_modules/.bun/cytoscape@3.34.0/node_modules/cytoscape/src/selector/parse.mjs</a:t>
            </a:r>
          </a:p>
          <a:p>
            <a:pPr>
              <a:defRPr sz="1200"/>
            </a:pPr>
            <a:r>
              <a:t>D:/pasar_fix/node_modules/.bun/cytoscape@3.34.0/node_modules/cytoscape/src/selector/query-type-match.mjs</a:t>
            </a:r>
          </a:p>
          <a:p>
            <a:pPr>
              <a:defRPr sz="1200"/>
            </a:pPr>
            <a:r>
              <a:t>D:/pasar_fix/node_modules/.bun/cytoscape@3.34.0/node_modules/cytoscape/src/selector/state.mjs</a:t>
            </a:r>
          </a:p>
          <a:p>
            <a:pPr>
              <a:defRPr sz="1200"/>
            </a:pPr>
            <a:r>
              <a:t>D:/pasar_fix/node_modules/.bun/cytoscape@3.34.0/node_modules/cytoscape/src/selector/tokens.mjs</a:t>
            </a:r>
          </a:p>
          <a:p>
            <a:pPr>
              <a:defRPr sz="1200"/>
            </a:pPr>
            <a:r>
              <a:t>D:/pasar_fix/node_modules/.bun/cytoscape@3.34.0/node_modules/cytoscape/src/selector/type.mjs</a:t>
            </a:r>
          </a:p>
          <a:p>
            <a:pPr>
              <a:defRPr sz="1200"/>
            </a:pPr>
            <a:r>
              <a:t>D:/pasar_fix/node_modules/.bun/cytoscape@3.34.0/node_modules/cytoscape/src/style/align.mjs</a:t>
            </a:r>
          </a:p>
          <a:p>
            <a:pPr>
              <a:defRPr sz="1200"/>
            </a:pPr>
            <a:r>
              <a:t>D:/pasar_fix/node_modules/.bun/cytoscape@3.34.0/node_modules/cytoscape/src/style/apply.mjs</a:t>
            </a:r>
          </a:p>
          <a:p>
            <a:pPr>
              <a:defRPr sz="1200"/>
            </a:pPr>
            <a:r>
              <a:t>D:/pasar_fix/node_modules/.bun/cytoscape@3.34.0/node_modules/cytoscape/src/style/bypass.mjs</a:t>
            </a:r>
          </a:p>
          <a:p>
            <a:pPr>
              <a:defRPr sz="1200"/>
            </a:pPr>
            <a:r>
              <a:t>D:/pasar_fix/node_modules/.bun/cytoscape@3.34.0/node_modules/cytoscape/src/style/container.mjs</a:t>
            </a:r>
          </a:p>
          <a:p>
            <a:pPr>
              <a:defRPr sz="1200"/>
            </a:pPr>
            <a:r>
              <a:t>D:/pasar_fix/node_modules/.bun/cytoscape@3.34.0/node_modules/cytoscape/src/style/get-for-ele.mjs</a:t>
            </a:r>
          </a:p>
          <a:p>
            <a:pPr>
              <a:defRPr sz="1200"/>
            </a:pPr>
            <a:r>
              <a:t>D:/pasar_fix/node_modules/.bun/cytoscape@3.34.0/node_modules/cytoscape/src/style/index.mjs</a:t>
            </a:r>
          </a:p>
          <a:p>
            <a:pPr>
              <a:defRPr sz="1200"/>
            </a:pPr>
            <a:r>
              <a:t>D:/pasar_fix/node_modules/.bun/cytoscape@3.34.0/node_modules/cytoscape/src/style/json.mjs</a:t>
            </a:r>
          </a:p>
          <a:p>
            <a:pPr>
              <a:defRPr sz="1200"/>
            </a:pPr>
            <a:r>
              <a:t>D:/pasar_fix/node_modules/.bun/cytoscape@3.34.0/node_modules/cytoscape/src/style/parse.mjs</a:t>
            </a:r>
          </a:p>
          <a:p>
            <a:pPr>
              <a:defRPr sz="1200"/>
            </a:pPr>
            <a:r>
              <a:t>D:/pasar_fix/node_modules/.bun/cytoscape@3.34.0/node_modules/cytoscape/src/style/properties.mjs</a:t>
            </a:r>
          </a:p>
          <a:p>
            <a:pPr>
              <a:defRPr sz="1200"/>
            </a:pPr>
            <a:r>
              <a:t>D:/pasar_fix/node_modules/.bun/cytoscape@3.34.0/node_modules/cytoscape/src/style/string-sheet.mjs</a:t>
            </a:r>
          </a:p>
          <a:p>
            <a:pPr>
              <a:defRPr sz="1200"/>
            </a:pPr>
            <a:r>
              <a:t>D:/pasar_fix/node_modules/.bun/cytoscape@3.34.0/node_modules/cytoscape/src/util/colors.mjs</a:t>
            </a:r>
          </a:p>
          <a:p>
            <a:pPr>
              <a:defRPr sz="1200"/>
            </a:pPr>
            <a:r>
              <a:t>D:/pasar_fix/node_modules/.bun/cytoscape@3.34.0/node_modules/cytoscape/src/util/extend.mjs</a:t>
            </a:r>
          </a:p>
          <a:p>
            <a:pPr>
              <a:defRPr sz="1200"/>
            </a:pPr>
            <a:r>
              <a:t>D:/pasar_fix/node_modules/.bun/cytoscape@3.34.0/node_modules/cytoscape/src/util/hash.mjs</a:t>
            </a:r>
          </a:p>
          <a:p>
            <a:pPr>
              <a:defRPr sz="1200"/>
            </a:pPr>
            <a:r>
              <a:t>D:/pasar_fix/node_modules/.bun/cytoscape@3.34.0/node_modules/cytoscape/src/util/index.mjs</a:t>
            </a:r>
          </a:p>
          <a:p>
            <a:pPr>
              <a:defRPr sz="1200"/>
            </a:pPr>
            <a:r>
              <a:t>D:/pasar_fix/node_modules/.bun/cytoscape@3.34.0/node_modules/cytoscape/src/util/maps.mjs</a:t>
            </a:r>
          </a:p>
          <a:p>
            <a:pPr>
              <a:defRPr sz="1200"/>
            </a:pPr>
            <a:r>
              <a:t>D:/pasar_fix/node_modules/.bun/cytoscape@3.34.0/node_modules/cytoscape/src/util/memoize.mjs</a:t>
            </a:r>
          </a:p>
          <a:p>
            <a:pPr>
              <a:defRPr sz="1200"/>
            </a:pPr>
            <a:r>
              <a:t>D:/pasar_fix/node_modules/.bun/cytoscape@3.34.0/node_modules/cytoscape/src/util/position.mjs</a:t>
            </a:r>
          </a:p>
          <a:p>
            <a:pPr>
              <a:defRPr sz="1200"/>
            </a:pPr>
            <a:r>
              <a:t>D:/pasar_fix/node_modules/.bun/cytoscape@3.34.0/node_modules/cytoscape/src/util/regex.mjs</a:t>
            </a:r>
          </a:p>
          <a:p>
            <a:pPr>
              <a:defRPr sz="1200"/>
            </a:pPr>
            <a:r>
              <a:t>D:/pasar_fix/node_modules/.bun/cytoscape@3.34.0/node_modules/cytoscape/src/util/sort.mjs</a:t>
            </a:r>
          </a:p>
          <a:p>
            <a:pPr>
              <a:defRPr sz="1200"/>
            </a:pPr>
            <a:r>
              <a:t>D:/pasar_fix/node_modules/.bun/cytoscape@3.34.0/node_modules/cytoscape/src/util/strings.mjs</a:t>
            </a:r>
          </a:p>
          <a:p>
            <a:pPr>
              <a:defRPr sz="1200"/>
            </a:pPr>
            <a:r>
              <a:t>D:/pasar_fix/node_modules/.bun/cytoscape@3.34.0/node_modules/cytoscape/src/util/timing.mjs</a:t>
            </a:r>
          </a:p>
          <a:p>
            <a:pPr>
              <a:defRPr sz="1200"/>
            </a:pPr>
            <a:r>
              <a:t>D:/pasar_fix/node_modules/.bun/cytoscape@3.34.0/node_modules/cytoscape/tests-examples/demo-todo-app.spec.js</a:t>
            </a:r>
          </a:p>
          <a:p>
            <a:pPr>
              <a:defRPr sz="1200"/>
            </a:pPr>
            <a:r>
              <a:t>D:/pasar_fix/node_modules/.bun/d3-array@2.12.1/node_modules/d3-array/LICENSE</a:t>
            </a:r>
          </a:p>
          <a:p>
            <a:pPr>
              <a:defRPr sz="1200"/>
            </a:pPr>
            <a:r>
              <a:t>D:/pasar_fix/node_modules/.bun/d3-array@2.12.1/node_modules/d3-array/package.json</a:t>
            </a:r>
          </a:p>
          <a:p>
            <a:pPr>
              <a:defRPr sz="1200"/>
            </a:pPr>
            <a:r>
              <a:t>D:/pasar_fix/node_modules/.bun/d3-array@2.12.1/node_modules/d3-array/README.md</a:t>
            </a:r>
          </a:p>
          <a:p>
            <a:pPr>
              <a:defRPr sz="1200"/>
            </a:pPr>
            <a:r>
              <a:t>D:/pasar_fix/node_modules/.bun/d3-array@2.12.1/node_modules/d3-array/dist/d3-array.js</a:t>
            </a:r>
          </a:p>
          <a:p>
            <a:pPr>
              <a:defRPr sz="1200"/>
            </a:pPr>
            <a:r>
              <a:t>D:/pasar_fix/node_modules/.bun/d3-array@2.12.1/node_modules/d3-array/dist/d3-array.min.js</a:t>
            </a:r>
          </a:p>
          <a:p>
            <a:pPr>
              <a:defRPr sz="1200"/>
            </a:pPr>
            <a:r>
              <a:t>D:/pasar_fix/node_modules/.bun/d3-array@2.12.1/node_modules/d3-array/src/array.js</a:t>
            </a:r>
          </a:p>
          <a:p>
            <a:pPr>
              <a:defRPr sz="1200"/>
            </a:pPr>
            <a:r>
              <a:t>D:/pasar_fix/node_modules/.bun/d3-array@2.12.1/node_modules/d3-array/src/ascending.js</a:t>
            </a:r>
          </a:p>
          <a:p>
            <a:pPr>
              <a:defRPr sz="1200"/>
            </a:pPr>
            <a:r>
              <a:t>D:/pasar_fix/node_modules/.bun/d3-array@2.12.1/node_modules/d3-array/src/bin.js</a:t>
            </a:r>
          </a:p>
          <a:p>
            <a:pPr>
              <a:defRPr sz="1200"/>
            </a:pPr>
            <a:r>
              <a:t>D:/pasar_fix/node_modules/.bun/d3-array@2.12.1/node_modules/d3-array/src/bisect.js</a:t>
            </a:r>
          </a:p>
          <a:p>
            <a:pPr>
              <a:defRPr sz="1200"/>
            </a:pPr>
            <a:r>
              <a:t>D:/pasar_fix/node_modules/.bun/d3-array@2.12.1/node_modules/d3-array/src/bisector.js</a:t>
            </a:r>
          </a:p>
          <a:p>
            <a:pPr>
              <a:defRPr sz="1200"/>
            </a:pPr>
            <a:r>
              <a:t>D:/pasar_fix/node_modules/.bun/d3-array@2.12.1/node_modules/d3-array/src/constant.js</a:t>
            </a:r>
          </a:p>
          <a:p>
            <a:pPr>
              <a:defRPr sz="1200"/>
            </a:pPr>
            <a:r>
              <a:t>D:/pasar_fix/node_modules/.bun/d3-array@2.12.1/node_modules/d3-array/src/count.js</a:t>
            </a:r>
          </a:p>
          <a:p>
            <a:pPr>
              <a:defRPr sz="1200"/>
            </a:pPr>
            <a:r>
              <a:t>D:/pasar_fix/node_modules/.bun/d3-array@2.12.1/node_modules/d3-array/src/cross.js</a:t>
            </a:r>
          </a:p>
          <a:p>
            <a:pPr>
              <a:defRPr sz="1200"/>
            </a:pPr>
            <a:r>
              <a:t>D:/pasar_fix/node_modules/.bun/d3-array@2.12.1/node_modules/d3-array/src/cumsum.js</a:t>
            </a:r>
          </a:p>
          <a:p>
            <a:pPr>
              <a:defRPr sz="1200"/>
            </a:pPr>
            <a:r>
              <a:t>D:/pasar_fix/node_modules/.bun/d3-array@2.12.1/node_modules/d3-array/src/descending.js</a:t>
            </a:r>
          </a:p>
          <a:p>
            <a:pPr>
              <a:defRPr sz="1200"/>
            </a:pPr>
            <a:r>
              <a:t>D:/pasar_fix/node_modules/.bun/d3-array@2.12.1/node_modules/d3-array/src/deviation.js</a:t>
            </a:r>
          </a:p>
          <a:p>
            <a:pPr>
              <a:defRPr sz="1200"/>
            </a:pPr>
            <a:r>
              <a:t>D:/pasar_fix/node_modules/.bun/d3-array@2.12.1/node_modules/d3-array/src/difference.js</a:t>
            </a:r>
          </a:p>
          <a:p>
            <a:pPr>
              <a:defRPr sz="1200"/>
            </a:pPr>
            <a:r>
              <a:t>D:/pasar_fix/node_modules/.bun/d3-array@2.12.1/node_modules/d3-array/src/disjoint.js</a:t>
            </a:r>
          </a:p>
          <a:p>
            <a:pPr>
              <a:defRPr sz="1200"/>
            </a:pPr>
            <a:r>
              <a:t>D:/pasar_fix/node_modules/.bun/d3-array@2.12.1/node_modules/d3-array/src/every.js</a:t>
            </a:r>
          </a:p>
          <a:p>
            <a:pPr>
              <a:defRPr sz="1200"/>
            </a:pPr>
            <a:r>
              <a:t>D:/pasar_fix/node_modules/.bun/d3-array@2.12.1/node_modules/d3-array/src/extent.js</a:t>
            </a:r>
          </a:p>
          <a:p>
            <a:pPr>
              <a:defRPr sz="1200"/>
            </a:pPr>
            <a:r>
              <a:t>D:/pasar_fix/node_modules/.bun/d3-array@2.12.1/node_modules/d3-array/src/filter.js</a:t>
            </a:r>
          </a:p>
          <a:p>
            <a:pPr>
              <a:defRPr sz="1200"/>
            </a:pPr>
            <a:r>
              <a:t>D:/pasar_fix/node_modules/.bun/d3-array@2.12.1/node_modules/d3-array/src/fsum.js</a:t>
            </a:r>
          </a:p>
          <a:p>
            <a:pPr>
              <a:defRPr sz="1200"/>
            </a:pPr>
            <a:r>
              <a:t>D:/pasar_fix/node_modules/.bun/d3-array@2.12.1/node_modules/d3-array/src/greatest.js</a:t>
            </a:r>
          </a:p>
          <a:p>
            <a:pPr>
              <a:defRPr sz="1200"/>
            </a:pPr>
            <a:r>
              <a:t>D:/pasar_fix/node_modules/.bun/d3-array@2.12.1/node_modules/d3-array/src/greatestIndex.js</a:t>
            </a:r>
          </a:p>
          <a:p>
            <a:pPr>
              <a:defRPr sz="1200"/>
            </a:pPr>
            <a:r>
              <a:t>D:/pasar_fix/node_modules/.bun/d3-array@2.12.1/node_modules/d3-array/src/group.js</a:t>
            </a:r>
          </a:p>
          <a:p>
            <a:pPr>
              <a:defRPr sz="1200"/>
            </a:pPr>
            <a:r>
              <a:t>D:/pasar_fix/node_modules/.bun/d3-array@2.12.1/node_modules/d3-array/src/groupSort.js</a:t>
            </a:r>
          </a:p>
          <a:p>
            <a:pPr>
              <a:defRPr sz="1200"/>
            </a:pPr>
            <a:r>
              <a:t>D:/pasar_fix/node_modules/.bun/d3-array@2.12.1/node_modules/d3-array/src/identity.js</a:t>
            </a:r>
          </a:p>
          <a:p>
            <a:pPr>
              <a:defRPr sz="1200"/>
            </a:pPr>
            <a:r>
              <a:t>D:/pasar_fix/node_modules/.bun/d3-array@2.12.1/node_modules/d3-array/src/index.js</a:t>
            </a:r>
          </a:p>
          <a:p>
            <a:pPr>
              <a:defRPr sz="1200"/>
            </a:pPr>
            <a:r>
              <a:t>D:/pasar_fix/node_modules/.bun/d3-array@2.12.1/node_modules/d3-array/src/intersection.js</a:t>
            </a:r>
          </a:p>
          <a:p>
            <a:pPr>
              <a:defRPr sz="1200"/>
            </a:pPr>
            <a:r>
              <a:t>D:/pasar_fix/node_modules/.bun/d3-array@2.12.1/node_modules/d3-array/src/least.js</a:t>
            </a:r>
          </a:p>
          <a:p>
            <a:pPr>
              <a:defRPr sz="1200"/>
            </a:pPr>
            <a:r>
              <a:t>D:/pasar_fix/node_modules/.bun/d3-array@2.12.1/node_modules/d3-array/src/leastIndex.js</a:t>
            </a:r>
          </a:p>
          <a:p>
            <a:pPr>
              <a:defRPr sz="1200"/>
            </a:pPr>
            <a:r>
              <a:t>D:/pasar_fix/node_modules/.bun/d3-array@2.12.1/node_modules/d3-array/src/map.js</a:t>
            </a:r>
          </a:p>
          <a:p>
            <a:pPr>
              <a:defRPr sz="1200"/>
            </a:pPr>
            <a:r>
              <a:t>D:/pasar_fix/node_modules/.bun/d3-array@2.12.1/node_modules/d3-array/src/max.js</a:t>
            </a:r>
          </a:p>
          <a:p>
            <a:pPr>
              <a:defRPr sz="1200"/>
            </a:pPr>
            <a:r>
              <a:t>D:/pasar_fix/node_modules/.bun/d3-array@2.12.1/node_modules/d3-array/src/maxIndex.js</a:t>
            </a:r>
          </a:p>
          <a:p>
            <a:pPr>
              <a:defRPr sz="1200"/>
            </a:pPr>
            <a:r>
              <a:t>D:/pasar_fix/node_modules/.bun/d3-array@2.12.1/node_modules/d3-array/src/mean.js</a:t>
            </a:r>
          </a:p>
          <a:p>
            <a:pPr>
              <a:defRPr sz="1200"/>
            </a:pPr>
            <a:r>
              <a:t>D:/pasar_fix/node_modules/.bun/d3-array@2.12.1/node_modules/d3-array/src/median.js</a:t>
            </a:r>
          </a:p>
          <a:p>
            <a:pPr>
              <a:defRPr sz="1200"/>
            </a:pPr>
            <a:r>
              <a:t>D:/pasar_fix/node_modules/.bun/d3-array@2.12.1/node_modules/d3-array/src/merge.js</a:t>
            </a:r>
          </a:p>
          <a:p>
            <a:pPr>
              <a:defRPr sz="1200"/>
            </a:pPr>
            <a:r>
              <a:t>D:/pasar_fix/node_modules/.bun/d3-array@2.12.1/node_modules/d3-array/src/min.js</a:t>
            </a:r>
          </a:p>
          <a:p>
            <a:pPr>
              <a:defRPr sz="1200"/>
            </a:pPr>
            <a:r>
              <a:t>D:/pasar_fix/node_modules/.bun/d3-array@2.12.1/node_modules/d3-array/src/minIndex.js</a:t>
            </a:r>
          </a:p>
          <a:p>
            <a:pPr>
              <a:defRPr sz="1200"/>
            </a:pPr>
            <a:r>
              <a:t>D:/pasar_fix/node_modules/.bun/d3-array@2.12.1/node_modules/d3-array/src/nice.js</a:t>
            </a:r>
          </a:p>
          <a:p>
            <a:pPr>
              <a:defRPr sz="1200"/>
            </a:pPr>
            <a:r>
              <a:t>D:/pasar_fix/node_modules/.bun/d3-array@2.12.1/node_modules/d3-array/src/number.js</a:t>
            </a:r>
          </a:p>
          <a:p>
            <a:pPr>
              <a:defRPr sz="1200"/>
            </a:pPr>
            <a:r>
              <a:t>D:/pasar_fix/node_modules/.bun/d3-array@2.12.1/node_modules/d3-array/src/pairs.js</a:t>
            </a:r>
          </a:p>
          <a:p>
            <a:pPr>
              <a:defRPr sz="1200"/>
            </a:pPr>
            <a:r>
              <a:t>D:/pasar_fix/node_modules/.bun/d3-array@2.12.1/node_modules/d3-array/src/permute.js</a:t>
            </a:r>
          </a:p>
          <a:p>
            <a:pPr>
              <a:defRPr sz="1200"/>
            </a:pPr>
            <a:r>
              <a:t>D:/pasar_fix/node_modules/.bun/d3-array@2.12.1/node_modules/d3-array/src/quantile.js</a:t>
            </a:r>
          </a:p>
          <a:p>
            <a:pPr>
              <a:defRPr sz="1200"/>
            </a:pPr>
            <a:r>
              <a:t>D:/pasar_fix/node_modules/.bun/d3-array@2.12.1/node_modules/d3-array/src/quickselect.js</a:t>
            </a:r>
          </a:p>
          <a:p>
            <a:pPr>
              <a:defRPr sz="1200"/>
            </a:pPr>
            <a:r>
              <a:t>D:/pasar_fix/node_modules/.bun/d3-array@2.12.1/node_modules/d3-array/src/range.js</a:t>
            </a:r>
          </a:p>
          <a:p>
            <a:pPr>
              <a:defRPr sz="1200"/>
            </a:pPr>
            <a:r>
              <a:t>D:/pasar_fix/node_modules/.bun/d3-array@2.12.1/node_modules/d3-array/src/reduce.js</a:t>
            </a:r>
          </a:p>
          <a:p>
            <a:pPr>
              <a:defRPr sz="1200"/>
            </a:pPr>
            <a:r>
              <a:t>D:/pasar_fix/node_modules/.bun/d3-array@2.12.1/node_modules/d3-array/src/reverse.js</a:t>
            </a:r>
          </a:p>
          <a:p>
            <a:pPr>
              <a:defRPr sz="1200"/>
            </a:pPr>
            <a:r>
              <a:t>D:/pasar_fix/node_modules/.bun/d3-array@2.12.1/node_modules/d3-array/src/scan.js</a:t>
            </a:r>
          </a:p>
          <a:p>
            <a:pPr>
              <a:defRPr sz="1200"/>
            </a:pPr>
            <a:r>
              <a:t>D:/pasar_fix/node_modules/.bun/d3-array@2.12.1/node_modules/d3-array/src/set.js</a:t>
            </a:r>
          </a:p>
          <a:p>
            <a:pPr>
              <a:defRPr sz="1200"/>
            </a:pPr>
            <a:r>
              <a:t>D:/pasar_fix/node_modules/.bun/d3-array@2.12.1/node_modules/d3-array/src/shuffle.js</a:t>
            </a:r>
          </a:p>
          <a:p>
            <a:pPr>
              <a:defRPr sz="1200"/>
            </a:pPr>
            <a:r>
              <a:t>D:/pasar_fix/node_modules/.bun/d3-array@2.12.1/node_modules/d3-array/src/some.js</a:t>
            </a:r>
          </a:p>
          <a:p>
            <a:pPr>
              <a:defRPr sz="1200"/>
            </a:pPr>
            <a:r>
              <a:t>D:/pasar_fix/node_modules/.bun/d3-array@2.12.1/node_modules/d3-array/src/sort.js</a:t>
            </a:r>
          </a:p>
          <a:p>
            <a:pPr>
              <a:defRPr sz="1200"/>
            </a:pPr>
            <a:r>
              <a:t>D:/pasar_fix/node_modules/.bun/d3-array@2.12.1/node_modules/d3-array/src/subset.js</a:t>
            </a:r>
          </a:p>
          <a:p>
            <a:pPr>
              <a:defRPr sz="1200"/>
            </a:pPr>
            <a:r>
              <a:t>D:/pasar_fix/node_modules/.bun/d3-array@2.12.1/node_modules/d3-array/src/sum.js</a:t>
            </a:r>
          </a:p>
          <a:p>
            <a:pPr>
              <a:defRPr sz="1200"/>
            </a:pPr>
            <a:r>
              <a:t>D:/pasar_fix/node_modules/.bun/d3-array@2.12.1/node_modules/d3-array/src/superset.js</a:t>
            </a:r>
          </a:p>
          <a:p>
            <a:pPr>
              <a:defRPr sz="1200"/>
            </a:pPr>
            <a:r>
              <a:t>D:/pasar_fix/node_modules/.bun/d3-array@2.12.1/node_modules/d3-array/src/ticks.js</a:t>
            </a:r>
          </a:p>
          <a:p>
            <a:pPr>
              <a:defRPr sz="1200"/>
            </a:pPr>
            <a:r>
              <a:t>D:/pasar_fix/node_modules/.bun/d3-array@2.12.1/node_modules/d3-array/src/transpose.js</a:t>
            </a:r>
          </a:p>
          <a:p>
            <a:pPr>
              <a:defRPr sz="1200"/>
            </a:pPr>
            <a:r>
              <a:t>D:/pasar_fix/node_modules/.bun/d3-array@2.12.1/node_modules/d3-array/src/union.js</a:t>
            </a:r>
          </a:p>
          <a:p>
            <a:pPr>
              <a:defRPr sz="1200"/>
            </a:pPr>
            <a:r>
              <a:t>D:/pasar_fix/node_modules/.bun/d3-array@2.12.1/node_modules/d3-array/src/variance.js</a:t>
            </a:r>
          </a:p>
          <a:p>
            <a:pPr>
              <a:defRPr sz="1200"/>
            </a:pPr>
            <a:r>
              <a:t>D:/pasar_fix/node_modules/.bun/d3-array@2.12.1/node_modules/d3-array/src/zip.js</a:t>
            </a:r>
          </a:p>
          <a:p>
            <a:pPr>
              <a:defRPr sz="1200"/>
            </a:pPr>
            <a:r>
              <a:t>D:/pasar_fix/node_modules/.bun/d3-array@2.12.1/node_modules/d3-array/src/threshold/freedmanDiaconis.js</a:t>
            </a:r>
          </a:p>
          <a:p>
            <a:pPr>
              <a:defRPr sz="1200"/>
            </a:pPr>
            <a:r>
              <a:t>D:/pasar_fix/node_modules/.bun/d3-array@2.12.1/node_modules/d3-array/src/threshold/scott.js</a:t>
            </a:r>
          </a:p>
          <a:p>
            <a:pPr>
              <a:defRPr sz="1200"/>
            </a:pPr>
            <a:r>
              <a:t>D:/pasar_fix/node_modules/.bun/d3-array@2.12.1/node_modules/d3-array/src/threshold/sturges.js</a:t>
            </a:r>
          </a:p>
          <a:p>
            <a:pPr>
              <a:defRPr sz="1200"/>
            </a:pPr>
            <a:r>
              <a:t>D:/pasar_fix/node_modules/.bun/d3-array@3.2.4/node_modules/d3-array/LICENSE</a:t>
            </a:r>
          </a:p>
          <a:p>
            <a:pPr>
              <a:defRPr sz="1200"/>
            </a:pPr>
            <a:r>
              <a:t>D:/pasar_fix/node_modules/.bun/d3-array@3.2.4/node_modules/d3-array/package.json</a:t>
            </a:r>
          </a:p>
          <a:p>
            <a:pPr>
              <a:defRPr sz="1200"/>
            </a:pPr>
            <a:r>
              <a:t>D:/pasar_fix/node_modules/.bun/d3-array@3.2.4/node_modules/d3-array/README.md</a:t>
            </a:r>
          </a:p>
          <a:p>
            <a:pPr>
              <a:defRPr sz="1200"/>
            </a:pPr>
            <a:r>
              <a:t>D:/pasar_fix/node_modules/.bun/d3-array@3.2.4/node_modules/d3-array/dist/d3-array.js</a:t>
            </a:r>
          </a:p>
          <a:p>
            <a:pPr>
              <a:defRPr sz="1200"/>
            </a:pPr>
            <a:r>
              <a:t>D:/pasar_fix/node_modules/.bun/d3-array@3.2.4/node_modules/d3-array/dist/d3-array.min.js</a:t>
            </a:r>
          </a:p>
          <a:p>
            <a:pPr>
              <a:defRPr sz="1200"/>
            </a:pPr>
            <a:r>
              <a:t>D:/pasar_fix/node_modules/.bun/d3-array@3.2.4/node_modules/d3-array/src/array.js</a:t>
            </a:r>
          </a:p>
          <a:p>
            <a:pPr>
              <a:defRPr sz="1200"/>
            </a:pPr>
            <a:r>
              <a:t>D:/pasar_fix/node_modules/.bun/d3-array@3.2.4/node_modules/d3-array/src/ascending.js</a:t>
            </a:r>
          </a:p>
          <a:p>
            <a:pPr>
              <a:defRPr sz="1200"/>
            </a:pPr>
            <a:r>
              <a:t>D:/pasar_fix/node_modules/.bun/d3-array@3.2.4/node_modules/d3-array/src/bin.js</a:t>
            </a:r>
          </a:p>
          <a:p>
            <a:pPr>
              <a:defRPr sz="1200"/>
            </a:pPr>
            <a:r>
              <a:t>D:/pasar_fix/node_modules/.bun/d3-array@3.2.4/node_modules/d3-array/src/bisect.js</a:t>
            </a:r>
          </a:p>
          <a:p>
            <a:pPr>
              <a:defRPr sz="1200"/>
            </a:pPr>
            <a:r>
              <a:t>D:/pasar_fix/node_modules/.bun/d3-array@3.2.4/node_modules/d3-array/src/bisector.js</a:t>
            </a:r>
          </a:p>
          <a:p>
            <a:pPr>
              <a:defRPr sz="1200"/>
            </a:pPr>
            <a:r>
              <a:t>D:/pasar_fix/node_modules/.bun/d3-array@3.2.4/node_modules/d3-array/src/blur.js</a:t>
            </a:r>
          </a:p>
          <a:p>
            <a:pPr>
              <a:defRPr sz="1200"/>
            </a:pPr>
            <a:r>
              <a:t>D:/pasar_fix/node_modules/.bun/d3-array@3.2.4/node_modules/d3-array/src/constant.js</a:t>
            </a:r>
          </a:p>
          <a:p>
            <a:pPr>
              <a:defRPr sz="1200"/>
            </a:pPr>
            <a:r>
              <a:t>D:/pasar_fix/node_modules/.bun/d3-array@3.2.4/node_modules/d3-array/src/count.js</a:t>
            </a:r>
          </a:p>
          <a:p>
            <a:pPr>
              <a:defRPr sz="1200"/>
            </a:pPr>
            <a:r>
              <a:t>D:/pasar_fix/node_modules/.bun/d3-array@3.2.4/node_modules/d3-array/src/cross.js</a:t>
            </a:r>
          </a:p>
          <a:p>
            <a:pPr>
              <a:defRPr sz="1200"/>
            </a:pPr>
            <a:r>
              <a:t>D:/pasar_fix/node_modules/.bun/d3-array@3.2.4/node_modules/d3-array/src/cumsum.js</a:t>
            </a:r>
          </a:p>
          <a:p>
            <a:pPr>
              <a:defRPr sz="1200"/>
            </a:pPr>
            <a:r>
              <a:t>D:/pasar_fix/node_modules/.bun/d3-array@3.2.4/node_modules/d3-array/src/descending.js</a:t>
            </a:r>
          </a:p>
          <a:p>
            <a:pPr>
              <a:defRPr sz="1200"/>
            </a:pPr>
            <a:r>
              <a:t>D:/pasar_fix/node_modules/.bun/d3-array@3.2.4/node_modules/d3-array/src/deviation.js</a:t>
            </a:r>
          </a:p>
          <a:p>
            <a:pPr>
              <a:defRPr sz="1200"/>
            </a:pPr>
            <a:r>
              <a:t>D:/pasar_fix/node_modules/.bun/d3-array@3.2.4/node_modules/d3-array/src/difference.js</a:t>
            </a:r>
          </a:p>
          <a:p>
            <a:pPr>
              <a:defRPr sz="1200"/>
            </a:pPr>
            <a:r>
              <a:t>D:/pasar_fix/node_modules/.bun/d3-array@3.2.4/node_modules/d3-array/src/disjoint.js</a:t>
            </a:r>
          </a:p>
          <a:p>
            <a:pPr>
              <a:defRPr sz="1200"/>
            </a:pPr>
            <a:r>
              <a:t>D:/pasar_fix/node_modules/.bun/d3-array@3.2.4/node_modules/d3-array/src/every.js</a:t>
            </a:r>
          </a:p>
          <a:p>
            <a:pPr>
              <a:defRPr sz="1200"/>
            </a:pPr>
            <a:r>
              <a:t>D:/pasar_fix/node_modules/.bun/d3-array@3.2.4/node_modules/d3-array/src/extent.js</a:t>
            </a:r>
          </a:p>
          <a:p>
            <a:pPr>
              <a:defRPr sz="1200"/>
            </a:pPr>
            <a:r>
              <a:t>D:/pasar_fix/node_modules/.bun/d3-array@3.2.4/node_modules/d3-array/src/filter.js</a:t>
            </a:r>
          </a:p>
          <a:p>
            <a:pPr>
              <a:defRPr sz="1200"/>
            </a:pPr>
            <a:r>
              <a:t>D:/pasar_fix/node_modules/.bun/d3-array@3.2.4/node_modules/d3-array/src/fsum.js</a:t>
            </a:r>
          </a:p>
          <a:p>
            <a:pPr>
              <a:defRPr sz="1200"/>
            </a:pPr>
            <a:r>
              <a:t>D:/pasar_fix/node_modules/.bun/d3-array@3.2.4/node_modules/d3-array/src/greatest.js</a:t>
            </a:r>
          </a:p>
          <a:p>
            <a:pPr>
              <a:defRPr sz="1200"/>
            </a:pPr>
            <a:r>
              <a:t>D:/pasar_fix/node_modules/.bun/d3-array@3.2.4/node_modules/d3-array/src/greatestIndex.js</a:t>
            </a:r>
          </a:p>
          <a:p>
            <a:pPr>
              <a:defRPr sz="1200"/>
            </a:pPr>
            <a:r>
              <a:t>D:/pasar_fix/node_modules/.bun/d3-array@3.2.4/node_modules/d3-array/src/group.js</a:t>
            </a:r>
          </a:p>
          <a:p>
            <a:pPr>
              <a:defRPr sz="1200"/>
            </a:pPr>
            <a:r>
              <a:t>D:/pasar_fix/node_modules/.bun/d3-array@3.2.4/node_modules/d3-array/src/groupSort.js</a:t>
            </a:r>
          </a:p>
          <a:p>
            <a:pPr>
              <a:defRPr sz="1200"/>
            </a:pPr>
            <a:r>
              <a:t>D:/pasar_fix/node_modules/.bun/d3-array@3.2.4/node_modules/d3-array/src/identity.js</a:t>
            </a:r>
          </a:p>
          <a:p>
            <a:pPr>
              <a:defRPr sz="1200"/>
            </a:pPr>
            <a:r>
              <a:t>D:/pasar_fix/node_modules/.bun/d3-array@3.2.4/node_modules/d3-array/src/index.js</a:t>
            </a:r>
          </a:p>
          <a:p>
            <a:pPr>
              <a:defRPr sz="1200"/>
            </a:pPr>
            <a:r>
              <a:t>D:/pasar_fix/node_modules/.bun/d3-array@3.2.4/node_modules/d3-array/src/intersection.js</a:t>
            </a:r>
          </a:p>
          <a:p>
            <a:pPr>
              <a:defRPr sz="1200"/>
            </a:pPr>
            <a:r>
              <a:t>D:/pasar_fix/node_modules/.bun/d3-array@3.2.4/node_modules/d3-array/src/least.js</a:t>
            </a:r>
          </a:p>
          <a:p>
            <a:pPr>
              <a:defRPr sz="1200"/>
            </a:pPr>
            <a:r>
              <a:t>D:/pasar_fix/node_modules/.bun/d3-array@3.2.4/node_modules/d3-array/src/leastIndex.js</a:t>
            </a:r>
          </a:p>
          <a:p>
            <a:pPr>
              <a:defRPr sz="1200"/>
            </a:pPr>
            <a:r>
              <a:t>D:/pasar_fix/node_modules/.bun/d3-array@3.2.4/node_modules/d3-array/src/map.js</a:t>
            </a:r>
          </a:p>
          <a:p>
            <a:pPr>
              <a:defRPr sz="1200"/>
            </a:pPr>
            <a:r>
              <a:t>D:/pasar_fix/node_modules/.bun/d3-array@3.2.4/node_modules/d3-array/src/max.js</a:t>
            </a:r>
          </a:p>
          <a:p>
            <a:pPr>
              <a:defRPr sz="1200"/>
            </a:pPr>
            <a:r>
              <a:t>D:/pasar_fix/node_modules/.bun/d3-array@3.2.4/node_modules/d3-array/src/maxIndex.js</a:t>
            </a:r>
          </a:p>
          <a:p>
            <a:pPr>
              <a:defRPr sz="1200"/>
            </a:pPr>
            <a:r>
              <a:t>D:/pasar_fix/node_modules/.bun/d3-array@3.2.4/node_modules/d3-array/src/mean.js</a:t>
            </a:r>
          </a:p>
          <a:p>
            <a:pPr>
              <a:defRPr sz="1200"/>
            </a:pPr>
            <a:r>
              <a:t>D:/pasar_fix/node_modules/.bun/d3-array@3.2.4/node_modules/d3-array/src/median.js</a:t>
            </a:r>
          </a:p>
          <a:p>
            <a:pPr>
              <a:defRPr sz="1200"/>
            </a:pPr>
            <a:r>
              <a:t>D:/pasar_fix/node_modules/.bun/d3-array@3.2.4/node_modules/d3-array/src/merge.js</a:t>
            </a:r>
          </a:p>
          <a:p>
            <a:pPr>
              <a:defRPr sz="1200"/>
            </a:pPr>
            <a:r>
              <a:t>D:/pasar_fix/node_modules/.bun/d3-array@3.2.4/node_modules/d3-array/src/min.js</a:t>
            </a:r>
          </a:p>
          <a:p>
            <a:pPr>
              <a:defRPr sz="1200"/>
            </a:pPr>
            <a:r>
              <a:t>D:/pasar_fix/node_modules/.bun/d3-array@3.2.4/node_modules/d3-array/src/minIndex.js</a:t>
            </a:r>
          </a:p>
          <a:p>
            <a:pPr>
              <a:defRPr sz="1200"/>
            </a:pPr>
            <a:r>
              <a:t>D:/pasar_fix/node_modules/.bun/d3-array@3.2.4/node_modules/d3-array/src/mode.js</a:t>
            </a:r>
          </a:p>
          <a:p>
            <a:pPr>
              <a:defRPr sz="1200"/>
            </a:pPr>
            <a:r>
              <a:t>D:/pasar_fix/node_modules/.bun/d3-array@3.2.4/node_modules/d3-array/src/nice.js</a:t>
            </a:r>
          </a:p>
          <a:p>
            <a:pPr>
              <a:defRPr sz="1200"/>
            </a:pPr>
            <a:r>
              <a:t>D:/pasar_fix/node_modules/.bun/d3-array@3.2.4/node_modules/d3-array/src/number.js</a:t>
            </a:r>
          </a:p>
          <a:p>
            <a:pPr>
              <a:defRPr sz="1200"/>
            </a:pPr>
            <a:r>
              <a:t>D:/pasar_fix/node_modules/.bun/d3-array@3.2.4/node_modules/d3-array/src/pairs.js</a:t>
            </a:r>
          </a:p>
          <a:p>
            <a:pPr>
              <a:defRPr sz="1200"/>
            </a:pPr>
            <a:r>
              <a:t>D:/pasar_fix/node_modules/.bun/d3-array@3.2.4/node_modules/d3-array/src/permute.js</a:t>
            </a:r>
          </a:p>
          <a:p>
            <a:pPr>
              <a:defRPr sz="1200"/>
            </a:pPr>
            <a:r>
              <a:t>D:/pasar_fix/node_modules/.bun/d3-array@3.2.4/node_modules/d3-array/src/quantile.js</a:t>
            </a:r>
          </a:p>
          <a:p>
            <a:pPr>
              <a:defRPr sz="1200"/>
            </a:pPr>
            <a:r>
              <a:t>D:/pasar_fix/node_modules/.bun/d3-array@3.2.4/node_modules/d3-array/src/quickselect.js</a:t>
            </a:r>
          </a:p>
          <a:p>
            <a:pPr>
              <a:defRPr sz="1200"/>
            </a:pPr>
            <a:r>
              <a:t>D:/pasar_fix/node_modules/.bun/d3-array@3.2.4/node_modules/d3-array/src/range.js</a:t>
            </a:r>
          </a:p>
          <a:p>
            <a:pPr>
              <a:defRPr sz="1200"/>
            </a:pPr>
            <a:r>
              <a:t>D:/pasar_fix/node_modules/.bun/d3-array@3.2.4/node_modules/d3-array/src/rank.js</a:t>
            </a:r>
          </a:p>
          <a:p>
            <a:pPr>
              <a:defRPr sz="1200"/>
            </a:pPr>
            <a:r>
              <a:t>D:/pasar_fix/node_modules/.bun/d3-array@3.2.4/node_modules/d3-array/src/reduce.js</a:t>
            </a:r>
          </a:p>
          <a:p>
            <a:pPr>
              <a:defRPr sz="1200"/>
            </a:pPr>
            <a:r>
              <a:t>D:/pasar_fix/node_modules/.bun/d3-array@3.2.4/node_modules/d3-array/src/reverse.js</a:t>
            </a:r>
          </a:p>
          <a:p>
            <a:pPr>
              <a:defRPr sz="1200"/>
            </a:pPr>
            <a:r>
              <a:t>D:/pasar_fix/node_modules/.bun/d3-array@3.2.4/node_modules/d3-array/src/scan.js</a:t>
            </a:r>
          </a:p>
          <a:p>
            <a:pPr>
              <a:defRPr sz="1200"/>
            </a:pPr>
            <a:r>
              <a:t>D:/pasar_fix/node_modules/.bun/d3-array@3.2.4/node_modules/d3-array/src/shuffle.js</a:t>
            </a:r>
          </a:p>
          <a:p>
            <a:pPr>
              <a:defRPr sz="1200"/>
            </a:pPr>
            <a:r>
              <a:t>D:/pasar_fix/node_modules/.bun/d3-array@3.2.4/node_modules/d3-array/src/some.js</a:t>
            </a:r>
          </a:p>
          <a:p>
            <a:pPr>
              <a:defRPr sz="1200"/>
            </a:pPr>
            <a:r>
              <a:t>D:/pasar_fix/node_modules/.bun/d3-array@3.2.4/node_modules/d3-array/src/sort.js</a:t>
            </a:r>
          </a:p>
          <a:p>
            <a:pPr>
              <a:defRPr sz="1200"/>
            </a:pPr>
            <a:r>
              <a:t>D:/pasar_fix/node_modules/.bun/d3-array@3.2.4/node_modules/d3-array/src/subset.js</a:t>
            </a:r>
          </a:p>
          <a:p>
            <a:pPr>
              <a:defRPr sz="1200"/>
            </a:pPr>
            <a:r>
              <a:t>D:/pasar_fix/node_modules/.bun/d3-array@3.2.4/node_modules/d3-array/src/sum.js</a:t>
            </a:r>
          </a:p>
          <a:p>
            <a:pPr>
              <a:defRPr sz="1200"/>
            </a:pPr>
            <a:r>
              <a:t>D:/pasar_fix/node_modules/.bun/d3-array@3.2.4/node_modules/d3-array/src/superset.js</a:t>
            </a:r>
          </a:p>
          <a:p>
            <a:pPr>
              <a:defRPr sz="1200"/>
            </a:pPr>
            <a:r>
              <a:t>D:/pasar_fix/node_modules/.bun/d3-array@3.2.4/node_modules/d3-array/src/ticks.js</a:t>
            </a:r>
          </a:p>
          <a:p>
            <a:pPr>
              <a:defRPr sz="1200"/>
            </a:pPr>
            <a:r>
              <a:t>D:/pasar_fix/node_modules/.bun/d3-array@3.2.4/node_modules/d3-array/src/transpose.js</a:t>
            </a:r>
          </a:p>
          <a:p>
            <a:pPr>
              <a:defRPr sz="1200"/>
            </a:pPr>
            <a:r>
              <a:t>D:/pasar_fix/node_modules/.bun/d3-array@3.2.4/node_modules/d3-array/src/union.js</a:t>
            </a:r>
          </a:p>
          <a:p>
            <a:pPr>
              <a:defRPr sz="1200"/>
            </a:pPr>
            <a:r>
              <a:t>D:/pasar_fix/node_modules/.bun/d3-array@3.2.4/node_modules/d3-array/src/variance.js</a:t>
            </a:r>
          </a:p>
          <a:p>
            <a:pPr>
              <a:defRPr sz="1200"/>
            </a:pPr>
            <a:r>
              <a:t>D:/pasar_fix/node_modules/.bun/d3-array@3.2.4/node_modules/d3-array/src/zip.js</a:t>
            </a:r>
          </a:p>
          <a:p>
            <a:pPr>
              <a:defRPr sz="1200"/>
            </a:pPr>
            <a:r>
              <a:t>D:/pasar_fix/node_modules/.bun/d3-array@3.2.4/node_modules/d3-array/src/threshold/freedmanDiaconis.js</a:t>
            </a:r>
          </a:p>
          <a:p>
            <a:pPr>
              <a:defRPr sz="1200"/>
            </a:pPr>
            <a:r>
              <a:t>D:/pasar_fix/node_modules/.bun/d3-array@3.2.4/node_modules/d3-array/src/threshold/scott.js</a:t>
            </a:r>
          </a:p>
          <a:p>
            <a:pPr>
              <a:defRPr sz="1200"/>
            </a:pPr>
            <a:r>
              <a:t>D:/pasar_fix/node_modules/.bun/d3-array@3.2.4/node_modules/d3-array/src/threshold/sturges.js</a:t>
            </a:r>
          </a:p>
          <a:p>
            <a:pPr>
              <a:defRPr sz="1200"/>
            </a:pPr>
            <a:r>
              <a:t>D:/pasar_fix/node_modules/.bun/d3-axis@3.0.0/node_modules/d3-axis/LICENSE</a:t>
            </a:r>
          </a:p>
          <a:p>
            <a:pPr>
              <a:defRPr sz="1200"/>
            </a:pPr>
            <a:r>
              <a:t>D:/pasar_fix/node_modules/.bun/d3-axis@3.0.0/node_modules/d3-axis/package.json</a:t>
            </a:r>
          </a:p>
          <a:p>
            <a:pPr>
              <a:defRPr sz="1200"/>
            </a:pPr>
            <a:r>
              <a:t>D:/pasar_fix/node_modules/.bun/d3-axis@3.0.0/node_modules/d3-axis/README.md</a:t>
            </a:r>
          </a:p>
          <a:p>
            <a:pPr>
              <a:defRPr sz="1200"/>
            </a:pPr>
            <a:r>
              <a:t>D:/pasar_fix/node_modules/.bun/d3-axis@3.0.0/node_modules/d3-axis/dist/d3-axis.js</a:t>
            </a:r>
          </a:p>
          <a:p>
            <a:pPr>
              <a:defRPr sz="1200"/>
            </a:pPr>
            <a:r>
              <a:t>D:/pasar_fix/node_modules/.bun/d3-axis@3.0.0/node_modules/d3-axis/dist/d3-axis.min.js</a:t>
            </a:r>
          </a:p>
          <a:p>
            <a:pPr>
              <a:defRPr sz="1200"/>
            </a:pPr>
            <a:r>
              <a:t>D:/pasar_fix/node_modules/.bun/d3-axis@3.0.0/node_modules/d3-axis/src/axis.js</a:t>
            </a:r>
          </a:p>
          <a:p>
            <a:pPr>
              <a:defRPr sz="1200"/>
            </a:pPr>
            <a:r>
              <a:t>D:/pasar_fix/node_modules/.bun/d3-axis@3.0.0/node_modules/d3-axis/src/identity.js</a:t>
            </a:r>
          </a:p>
          <a:p>
            <a:pPr>
              <a:defRPr sz="1200"/>
            </a:pPr>
            <a:r>
              <a:t>D:/pasar_fix/node_modules/.bun/d3-axis@3.0.0/node_modules/d3-axis/src/index.js</a:t>
            </a:r>
          </a:p>
          <a:p>
            <a:pPr>
              <a:defRPr sz="1200"/>
            </a:pPr>
            <a:r>
              <a:t>D:/pasar_fix/node_modules/.bun/d3-brush@3.0.0/node_modules/d3-brush/LICENSE</a:t>
            </a:r>
          </a:p>
          <a:p>
            <a:pPr>
              <a:defRPr sz="1200"/>
            </a:pPr>
            <a:r>
              <a:t>D:/pasar_fix/node_modules/.bun/d3-brush@3.0.0/node_modules/d3-brush/package.json</a:t>
            </a:r>
          </a:p>
          <a:p>
            <a:pPr>
              <a:defRPr sz="1200"/>
            </a:pPr>
            <a:r>
              <a:t>D:/pasar_fix/node_modules/.bun/d3-brush@3.0.0/node_modules/d3-brush/README.md</a:t>
            </a:r>
          </a:p>
          <a:p>
            <a:pPr>
              <a:defRPr sz="1200"/>
            </a:pPr>
            <a:r>
              <a:t>D:/pasar_fix/node_modules/.bun/d3-brush@3.0.0/node_modules/d3-brush/dist/d3-brush.js</a:t>
            </a:r>
          </a:p>
          <a:p>
            <a:pPr>
              <a:defRPr sz="1200"/>
            </a:pPr>
            <a:r>
              <a:t>D:/pasar_fix/node_modules/.bun/d3-brush@3.0.0/node_modules/d3-brush/dist/d3-brush.min.js</a:t>
            </a:r>
          </a:p>
          <a:p>
            <a:pPr>
              <a:defRPr sz="1200"/>
            </a:pPr>
            <a:r>
              <a:t>D:/pasar_fix/node_modules/.bun/d3-brush@3.0.0/node_modules/d3-brush/src/brush.js</a:t>
            </a:r>
          </a:p>
          <a:p>
            <a:pPr>
              <a:defRPr sz="1200"/>
            </a:pPr>
            <a:r>
              <a:t>D:/pasar_fix/node_modules/.bun/d3-brush@3.0.0/node_modules/d3-brush/src/constant.js</a:t>
            </a:r>
          </a:p>
          <a:p>
            <a:pPr>
              <a:defRPr sz="1200"/>
            </a:pPr>
            <a:r>
              <a:t>D:/pasar_fix/node_modules/.bun/d3-brush@3.0.0/node_modules/d3-brush/src/event.js</a:t>
            </a:r>
          </a:p>
          <a:p>
            <a:pPr>
              <a:defRPr sz="1200"/>
            </a:pPr>
            <a:r>
              <a:t>D:/pasar_fix/node_modules/.bun/d3-brush@3.0.0/node_modules/d3-brush/src/index.js</a:t>
            </a:r>
          </a:p>
          <a:p>
            <a:pPr>
              <a:defRPr sz="1200"/>
            </a:pPr>
            <a:r>
              <a:t>D:/pasar_fix/node_modules/.bun/d3-brush@3.0.0/node_modules/d3-brush/src/noevent.js</a:t>
            </a:r>
          </a:p>
          <a:p>
            <a:pPr>
              <a:defRPr sz="1200"/>
            </a:pPr>
            <a:r>
              <a:t>D:/pasar_fix/node_modules/.bun/d3-chord@3.0.1/node_modules/d3-chord/LICENSE</a:t>
            </a:r>
          </a:p>
          <a:p>
            <a:pPr>
              <a:defRPr sz="1200"/>
            </a:pPr>
            <a:r>
              <a:t>D:/pasar_fix/node_modules/.bun/d3-chord@3.0.1/node_modules/d3-chord/package.json</a:t>
            </a:r>
          </a:p>
          <a:p>
            <a:pPr>
              <a:defRPr sz="1200"/>
            </a:pPr>
            <a:r>
              <a:t>D:/pasar_fix/node_modules/.bun/d3-chord@3.0.1/node_modules/d3-chord/README.md</a:t>
            </a:r>
          </a:p>
          <a:p>
            <a:pPr>
              <a:defRPr sz="1200"/>
            </a:pPr>
            <a:r>
              <a:t>D:/pasar_fix/node_modules/.bun/d3-chord@3.0.1/node_modules/d3-chord/dist/d3-chord.js</a:t>
            </a:r>
          </a:p>
          <a:p>
            <a:pPr>
              <a:defRPr sz="1200"/>
            </a:pPr>
            <a:r>
              <a:t>D:/pasar_fix/node_modules/.bun/d3-chord@3.0.1/node_modules/d3-chord/dist/d3-chord.min.js</a:t>
            </a:r>
          </a:p>
          <a:p>
            <a:pPr>
              <a:defRPr sz="1200"/>
            </a:pPr>
            <a:r>
              <a:t>D:/pasar_fix/node_modules/.bun/d3-chord@3.0.1/node_modules/d3-chord/src/array.js</a:t>
            </a:r>
          </a:p>
          <a:p>
            <a:pPr>
              <a:defRPr sz="1200"/>
            </a:pPr>
            <a:r>
              <a:t>D:/pasar_fix/node_modules/.bun/d3-chord@3.0.1/node_modules/d3-chord/src/chord.js</a:t>
            </a:r>
          </a:p>
          <a:p>
            <a:pPr>
              <a:defRPr sz="1200"/>
            </a:pPr>
            <a:r>
              <a:t>D:/pasar_fix/node_modules/.bun/d3-chord@3.0.1/node_modules/d3-chord/src/constant.js</a:t>
            </a:r>
          </a:p>
          <a:p>
            <a:pPr>
              <a:defRPr sz="1200"/>
            </a:pPr>
            <a:r>
              <a:t>D:/pasar_fix/node_modules/.bun/d3-chord@3.0.1/node_modules/d3-chord/src/index.js</a:t>
            </a:r>
          </a:p>
          <a:p>
            <a:pPr>
              <a:defRPr sz="1200"/>
            </a:pPr>
            <a:r>
              <a:t>D:/pasar_fix/node_modules/.bun/d3-chord@3.0.1/node_modules/d3-chord/src/math.js</a:t>
            </a:r>
          </a:p>
          <a:p>
            <a:pPr>
              <a:defRPr sz="1200"/>
            </a:pPr>
            <a:r>
              <a:t>D:/pasar_fix/node_modules/.bun/d3-chord@3.0.1/node_modules/d3-chord/src/ribbon.js</a:t>
            </a:r>
          </a:p>
          <a:p>
            <a:pPr>
              <a:defRPr sz="1200"/>
            </a:pPr>
            <a:r>
              <a:t>D:/pasar_fix/node_modules/.bun/d3-color@3.1.0/node_modules/d3-color/LICENSE</a:t>
            </a:r>
          </a:p>
          <a:p>
            <a:pPr>
              <a:defRPr sz="1200"/>
            </a:pPr>
            <a:r>
              <a:t>D:/pasar_fix/node_modules/.bun/d3-color@3.1.0/node_modules/d3-color/package.json</a:t>
            </a:r>
          </a:p>
          <a:p>
            <a:pPr>
              <a:defRPr sz="1200"/>
            </a:pPr>
            <a:r>
              <a:t>D:/pasar_fix/node_modules/.bun/d3-color@3.1.0/node_modules/d3-color/README.md</a:t>
            </a:r>
          </a:p>
          <a:p>
            <a:pPr>
              <a:defRPr sz="1200"/>
            </a:pPr>
            <a:r>
              <a:t>D:/pasar_fix/node_modules/.bun/d3-color@3.1.0/node_modules/d3-color/dist/d3-color.js</a:t>
            </a:r>
          </a:p>
          <a:p>
            <a:pPr>
              <a:defRPr sz="1200"/>
            </a:pPr>
            <a:r>
              <a:t>D:/pasar_fix/node_modules/.bun/d3-color@3.1.0/node_modules/d3-color/dist/d3-color.min.js</a:t>
            </a:r>
          </a:p>
          <a:p>
            <a:pPr>
              <a:defRPr sz="1200"/>
            </a:pPr>
            <a:r>
              <a:t>D:/pasar_fix/node_modules/.bun/d3-color@3.1.0/node_modules/d3-color/src/color.js</a:t>
            </a:r>
          </a:p>
          <a:p>
            <a:pPr>
              <a:defRPr sz="1200"/>
            </a:pPr>
            <a:r>
              <a:t>D:/pasar_fix/node_modules/.bun/d3-color@3.1.0/node_modules/d3-color/src/cubehelix.js</a:t>
            </a:r>
          </a:p>
          <a:p>
            <a:pPr>
              <a:defRPr sz="1200"/>
            </a:pPr>
            <a:r>
              <a:t>D:/pasar_fix/node_modules/.bun/d3-color@3.1.0/node_modules/d3-color/src/define.js</a:t>
            </a:r>
          </a:p>
          <a:p>
            <a:pPr>
              <a:defRPr sz="1200"/>
            </a:pPr>
            <a:r>
              <a:t>D:/pasar_fix/node_modules/.bun/d3-color@3.1.0/node_modules/d3-color/src/index.js</a:t>
            </a:r>
          </a:p>
          <a:p>
            <a:pPr>
              <a:defRPr sz="1200"/>
            </a:pPr>
            <a:r>
              <a:t>D:/pasar_fix/node_modules/.bun/d3-color@3.1.0/node_modules/d3-color/src/lab.js</a:t>
            </a:r>
          </a:p>
          <a:p>
            <a:pPr>
              <a:defRPr sz="1200"/>
            </a:pPr>
            <a:r>
              <a:t>D:/pasar_fix/node_modules/.bun/d3-color@3.1.0/node_modules/d3-color/src/math.js</a:t>
            </a:r>
          </a:p>
          <a:p>
            <a:pPr>
              <a:defRPr sz="1200"/>
            </a:pPr>
            <a:r>
              <a:t>D:/pasar_fix/node_modules/.bun/d3-contour@4.0.2/node_modules/d3-contour/LICENSE</a:t>
            </a:r>
          </a:p>
          <a:p>
            <a:pPr>
              <a:defRPr sz="1200"/>
            </a:pPr>
            <a:r>
              <a:t>D:/pasar_fix/node_modules/.bun/d3-contour@4.0.2/node_modules/d3-contour/package.json</a:t>
            </a:r>
          </a:p>
          <a:p>
            <a:pPr>
              <a:defRPr sz="1200"/>
            </a:pPr>
            <a:r>
              <a:t>D:/pasar_fix/node_modules/.bun/d3-contour@4.0.2/node_modules/d3-contour/README.md</a:t>
            </a:r>
          </a:p>
          <a:p>
            <a:pPr>
              <a:defRPr sz="1200"/>
            </a:pPr>
            <a:r>
              <a:t>D:/pasar_fix/node_modules/.bun/d3-contour@4.0.2/node_modules/d3-contour/dist/d3-contour.js</a:t>
            </a:r>
          </a:p>
          <a:p>
            <a:pPr>
              <a:defRPr sz="1200"/>
            </a:pPr>
            <a:r>
              <a:t>D:/pasar_fix/node_modules/.bun/d3-contour@4.0.2/node_modules/d3-contour/dist/d3-contour.min.js</a:t>
            </a:r>
          </a:p>
          <a:p>
            <a:pPr>
              <a:defRPr sz="1200"/>
            </a:pPr>
            <a:r>
              <a:t>D:/pasar_fix/node_modules/.bun/d3-contour@4.0.2/node_modules/d3-contour/src/area.js</a:t>
            </a:r>
          </a:p>
          <a:p>
            <a:pPr>
              <a:defRPr sz="1200"/>
            </a:pPr>
            <a:r>
              <a:t>D:/pasar_fix/node_modules/.bun/d3-contour@4.0.2/node_modules/d3-contour/src/array.js</a:t>
            </a:r>
          </a:p>
          <a:p>
            <a:pPr>
              <a:defRPr sz="1200"/>
            </a:pPr>
            <a:r>
              <a:t>D:/pasar_fix/node_modules/.bun/d3-contour@4.0.2/node_modules/d3-contour/src/ascending.js</a:t>
            </a:r>
          </a:p>
          <a:p>
            <a:pPr>
              <a:defRPr sz="1200"/>
            </a:pPr>
            <a:r>
              <a:t>D:/pasar_fix/node_modules/.bun/d3-contour@4.0.2/node_modules/d3-contour/src/constant.js</a:t>
            </a:r>
          </a:p>
          <a:p>
            <a:pPr>
              <a:defRPr sz="1200"/>
            </a:pPr>
            <a:r>
              <a:t>D:/pasar_fix/node_modules/.bun/d3-contour@4.0.2/node_modules/d3-contour/src/contains.js</a:t>
            </a:r>
          </a:p>
          <a:p>
            <a:pPr>
              <a:defRPr sz="1200"/>
            </a:pPr>
            <a:r>
              <a:t>D:/pasar_fix/node_modules/.bun/d3-contour@4.0.2/node_modules/d3-contour/src/contours.js</a:t>
            </a:r>
          </a:p>
          <a:p>
            <a:pPr>
              <a:defRPr sz="1200"/>
            </a:pPr>
            <a:r>
              <a:t>D:/pasar_fix/node_modules/.bun/d3-contour@4.0.2/node_modules/d3-contour/src/density.js</a:t>
            </a:r>
          </a:p>
          <a:p>
            <a:pPr>
              <a:defRPr sz="1200"/>
            </a:pPr>
            <a:r>
              <a:t>D:/pasar_fix/node_modules/.bun/d3-contour@4.0.2/node_modules/d3-contour/src/index.js</a:t>
            </a:r>
          </a:p>
          <a:p>
            <a:pPr>
              <a:defRPr sz="1200"/>
            </a:pPr>
            <a:r>
              <a:t>D:/pasar_fix/node_modules/.bun/d3-contour@4.0.2/node_modules/d3-contour/src/noop.js</a:t>
            </a:r>
          </a:p>
          <a:p>
            <a:pPr>
              <a:defRPr sz="1200"/>
            </a:pPr>
            <a:r>
              <a:t>D:/pasar_fix/node_modules/.bun/d3-delaunay@6.0.4/node_modules/d3-delaunay/LICENSE</a:t>
            </a:r>
          </a:p>
          <a:p>
            <a:pPr>
              <a:defRPr sz="1200"/>
            </a:pPr>
            <a:r>
              <a:t>D:/pasar_fix/node_modules/.bun/d3-delaunay@6.0.4/node_modules/d3-delaunay/package.json</a:t>
            </a:r>
          </a:p>
          <a:p>
            <a:pPr>
              <a:defRPr sz="1200"/>
            </a:pPr>
            <a:r>
              <a:t>D:/pasar_fix/node_modules/.bun/d3-delaunay@6.0.4/node_modules/d3-delaunay/README.md</a:t>
            </a:r>
          </a:p>
          <a:p>
            <a:pPr>
              <a:defRPr sz="1200"/>
            </a:pPr>
            <a:r>
              <a:t>D:/pasar_fix/node_modules/.bun/d3-delaunay@6.0.4/node_modules/d3-delaunay/dist/d3-delaunay.js</a:t>
            </a:r>
          </a:p>
          <a:p>
            <a:pPr>
              <a:defRPr sz="1200"/>
            </a:pPr>
            <a:r>
              <a:t>D:/pasar_fix/node_modules/.bun/d3-delaunay@6.0.4/node_modules/d3-delaunay/dist/d3-delaunay.min.js</a:t>
            </a:r>
          </a:p>
          <a:p>
            <a:pPr>
              <a:defRPr sz="1200"/>
            </a:pPr>
            <a:r>
              <a:t>D:/pasar_fix/node_modules/.bun/d3-delaunay@6.0.4/node_modules/d3-delaunay/src/delaunay.js</a:t>
            </a:r>
          </a:p>
          <a:p>
            <a:pPr>
              <a:defRPr sz="1200"/>
            </a:pPr>
            <a:r>
              <a:t>D:/pasar_fix/node_modules/.bun/d3-delaunay@6.0.4/node_modules/d3-delaunay/src/index.js</a:t>
            </a:r>
          </a:p>
          <a:p>
            <a:pPr>
              <a:defRPr sz="1200"/>
            </a:pPr>
            <a:r>
              <a:t>D:/pasar_fix/node_modules/.bun/d3-delaunay@6.0.4/node_modules/d3-delaunay/src/path.js</a:t>
            </a:r>
          </a:p>
          <a:p>
            <a:pPr>
              <a:defRPr sz="1200"/>
            </a:pPr>
            <a:r>
              <a:t>D:/pasar_fix/node_modules/.bun/d3-delaunay@6.0.4/node_modules/d3-delaunay/src/polygon.js</a:t>
            </a:r>
          </a:p>
          <a:p>
            <a:pPr>
              <a:defRPr sz="1200"/>
            </a:pPr>
            <a:r>
              <a:t>D:/pasar_fix/node_modules/.bun/d3-delaunay@6.0.4/node_modules/d3-delaunay/src/voronoi.js</a:t>
            </a:r>
          </a:p>
          <a:p>
            <a:pPr>
              <a:defRPr sz="1200"/>
            </a:pPr>
            <a:r>
              <a:t>D:/pasar_fix/node_modules/.bun/d3-dispatch@3.0.1/node_modules/d3-dispatch/LICENSE</a:t>
            </a:r>
          </a:p>
          <a:p>
            <a:pPr>
              <a:defRPr sz="1200"/>
            </a:pPr>
            <a:r>
              <a:t>D:/pasar_fix/node_modules/.bun/d3-dispatch@3.0.1/node_modules/d3-dispatch/package.json</a:t>
            </a:r>
          </a:p>
          <a:p>
            <a:pPr>
              <a:defRPr sz="1200"/>
            </a:pPr>
            <a:r>
              <a:t>D:/pasar_fix/node_modules/.bun/d3-dispatch@3.0.1/node_modules/d3-dispatch/README.md</a:t>
            </a:r>
          </a:p>
          <a:p>
            <a:pPr>
              <a:defRPr sz="1200"/>
            </a:pPr>
            <a:r>
              <a:t>D:/pasar_fix/node_modules/.bun/d3-dispatch@3.0.1/node_modules/d3-dispatch/dist/d3-dispatch.js</a:t>
            </a:r>
          </a:p>
          <a:p>
            <a:pPr>
              <a:defRPr sz="1200"/>
            </a:pPr>
            <a:r>
              <a:t>D:/pasar_fix/node_modules/.bun/d3-dispatch@3.0.1/node_modules/d3-dispatch/dist/d3-dispatch.min.js</a:t>
            </a:r>
          </a:p>
          <a:p>
            <a:pPr>
              <a:defRPr sz="1200"/>
            </a:pPr>
            <a:r>
              <a:t>D:/pasar_fix/node_modules/.bun/d3-dispatch@3.0.1/node_modules/d3-dispatch/src/dispatch.js</a:t>
            </a:r>
          </a:p>
          <a:p>
            <a:pPr>
              <a:defRPr sz="1200"/>
            </a:pPr>
            <a:r>
              <a:t>D:/pasar_fix/node_modules/.bun/d3-dispatch@3.0.1/node_modules/d3-dispatch/src/index.js</a:t>
            </a:r>
          </a:p>
          <a:p>
            <a:pPr>
              <a:defRPr sz="1200"/>
            </a:pPr>
            <a:r>
              <a:t>D:/pasar_fix/node_modules/.bun/d3-drag@3.0.0/node_modules/d3-drag/LICENSE</a:t>
            </a:r>
          </a:p>
          <a:p>
            <a:pPr>
              <a:defRPr sz="1200"/>
            </a:pPr>
            <a:r>
              <a:t>D:/pasar_fix/node_modules/.bun/d3-drag@3.0.0/node_modules/d3-drag/package.json</a:t>
            </a:r>
          </a:p>
          <a:p>
            <a:pPr>
              <a:defRPr sz="1200"/>
            </a:pPr>
            <a:r>
              <a:t>D:/pasar_fix/node_modules/.bun/d3-drag@3.0.0/node_modules/d3-drag/README.md</a:t>
            </a:r>
          </a:p>
          <a:p>
            <a:pPr>
              <a:defRPr sz="1200"/>
            </a:pPr>
            <a:r>
              <a:t>D:/pasar_fix/node_modules/.bun/d3-drag@3.0.0/node_modules/d3-drag/dist/d3-drag.js</a:t>
            </a:r>
          </a:p>
          <a:p>
            <a:pPr>
              <a:defRPr sz="1200"/>
            </a:pPr>
            <a:r>
              <a:t>D:/pasar_fix/node_modules/.bun/d3-drag@3.0.0/node_modules/d3-drag/dist/d3-drag.min.js</a:t>
            </a:r>
          </a:p>
          <a:p>
            <a:pPr>
              <a:defRPr sz="1200"/>
            </a:pPr>
            <a:r>
              <a:t>D:/pasar_fix/node_modules/.bun/d3-drag@3.0.0/node_modules/d3-drag/src/constant.js</a:t>
            </a:r>
          </a:p>
          <a:p>
            <a:pPr>
              <a:defRPr sz="1200"/>
            </a:pPr>
            <a:r>
              <a:t>D:/pasar_fix/node_modules/.bun/d3-drag@3.0.0/node_modules/d3-drag/src/drag.js</a:t>
            </a:r>
          </a:p>
          <a:p>
            <a:pPr>
              <a:defRPr sz="1200"/>
            </a:pPr>
            <a:r>
              <a:t>D:/pasar_fix/node_modules/.bun/d3-drag@3.0.0/node_modules/d3-drag/src/event.js</a:t>
            </a:r>
          </a:p>
          <a:p>
            <a:pPr>
              <a:defRPr sz="1200"/>
            </a:pPr>
            <a:r>
              <a:t>D:/pasar_fix/node_modules/.bun/d3-drag@3.0.0/node_modules/d3-drag/src/index.js</a:t>
            </a:r>
          </a:p>
          <a:p>
            <a:pPr>
              <a:defRPr sz="1200"/>
            </a:pPr>
            <a:r>
              <a:t>D:/pasar_fix/node_modules/.bun/d3-drag@3.0.0/node_modules/d3-drag/src/nodrag.js</a:t>
            </a:r>
          </a:p>
          <a:p>
            <a:pPr>
              <a:defRPr sz="1200"/>
            </a:pPr>
            <a:r>
              <a:t>D:/pasar_fix/node_modules/.bun/d3-drag@3.0.0/node_modules/d3-drag/src/noevent.js</a:t>
            </a:r>
          </a:p>
          <a:p>
            <a:pPr>
              <a:defRPr sz="1200"/>
            </a:pPr>
            <a:r>
              <a:t>D:/pasar_fix/node_modules/.bun/d3-dsv@3.0.1/node_modules/.bin/csv2json.bunx</a:t>
            </a:r>
          </a:p>
          <a:p>
            <a:pPr>
              <a:defRPr sz="1200"/>
            </a:pPr>
            <a:r>
              <a:t>D:/pasar_fix/node_modules/.bun/d3-dsv@3.0.1/node_modules/.bin/csv2json.exe</a:t>
            </a:r>
          </a:p>
          <a:p>
            <a:pPr>
              <a:defRPr sz="1200"/>
            </a:pPr>
            <a:r>
              <a:t>D:/pasar_fix/node_modules/.bun/d3-dsv@3.0.1/node_modules/.bin/csv2tsv.bunx</a:t>
            </a:r>
          </a:p>
          <a:p>
            <a:pPr>
              <a:defRPr sz="1200"/>
            </a:pPr>
            <a:r>
              <a:t>D:/pasar_fix/node_modules/.bun/d3-dsv@3.0.1/node_modules/.bin/csv2tsv.exe</a:t>
            </a:r>
          </a:p>
          <a:p>
            <a:pPr>
              <a:defRPr sz="1200"/>
            </a:pPr>
            <a:r>
              <a:t>D:/pasar_fix/node_modules/.bun/d3-dsv@3.0.1/node_modules/.bin/dsv2dsv.bunx</a:t>
            </a:r>
          </a:p>
          <a:p>
            <a:pPr>
              <a:defRPr sz="1200"/>
            </a:pPr>
            <a:r>
              <a:t>D:/pasar_fix/node_modules/.bun/d3-dsv@3.0.1/node_modules/.bin/dsv2dsv.exe</a:t>
            </a:r>
          </a:p>
          <a:p>
            <a:pPr>
              <a:defRPr sz="1200"/>
            </a:pPr>
            <a:r>
              <a:t>D:/pasar_fix/node_modules/.bun/d3-dsv@3.0.1/node_modules/.bin/dsv2json.bunx</a:t>
            </a:r>
          </a:p>
          <a:p>
            <a:pPr>
              <a:defRPr sz="1200"/>
            </a:pPr>
            <a:r>
              <a:t>D:/pasar_fix/node_modules/.bun/d3-dsv@3.0.1/node_modules/.bin/dsv2json.exe</a:t>
            </a:r>
          </a:p>
          <a:p>
            <a:pPr>
              <a:defRPr sz="1200"/>
            </a:pPr>
            <a:r>
              <a:t>D:/pasar_fix/node_modules/.bun/d3-dsv@3.0.1/node_modules/.bin/json2csv.bunx</a:t>
            </a:r>
          </a:p>
          <a:p>
            <a:pPr>
              <a:defRPr sz="1200"/>
            </a:pPr>
            <a:r>
              <a:t>D:/pasar_fix/node_modules/.bun/d3-dsv@3.0.1/node_modules/.bin/json2csv.exe</a:t>
            </a:r>
          </a:p>
          <a:p>
            <a:pPr>
              <a:defRPr sz="1200"/>
            </a:pPr>
            <a:r>
              <a:t>D:/pasar_fix/node_modules/.bun/d3-dsv@3.0.1/node_modules/.bin/json2dsv.bunx</a:t>
            </a:r>
          </a:p>
          <a:p>
            <a:pPr>
              <a:defRPr sz="1200"/>
            </a:pPr>
            <a:r>
              <a:t>D:/pasar_fix/node_modules/.bun/d3-dsv@3.0.1/node_modules/.bin/json2dsv.exe</a:t>
            </a:r>
          </a:p>
          <a:p>
            <a:pPr>
              <a:defRPr sz="1200"/>
            </a:pPr>
            <a:r>
              <a:t>D:/pasar_fix/node_modules/.bun/d3-dsv@3.0.1/node_modules/.bin/json2tsv.bunx</a:t>
            </a:r>
          </a:p>
          <a:p>
            <a:pPr>
              <a:defRPr sz="1200"/>
            </a:pPr>
            <a:r>
              <a:t>D:/pasar_fix/node_modules/.bun/d3-dsv@3.0.1/node_modules/.bin/json2tsv.exe</a:t>
            </a:r>
          </a:p>
          <a:p>
            <a:pPr>
              <a:defRPr sz="1200"/>
            </a:pPr>
            <a:r>
              <a:t>D:/pasar_fix/node_modules/.bun/d3-dsv@3.0.1/node_modules/.bin/tsv2csv.bunx</a:t>
            </a:r>
          </a:p>
          <a:p>
            <a:pPr>
              <a:defRPr sz="1200"/>
            </a:pPr>
            <a:r>
              <a:t>D:/pasar_fix/node_modules/.bun/d3-dsv@3.0.1/node_modules/.bin/tsv2csv.exe</a:t>
            </a:r>
          </a:p>
          <a:p>
            <a:pPr>
              <a:defRPr sz="1200"/>
            </a:pPr>
            <a:r>
              <a:t>D:/pasar_fix/node_modules/.bun/d3-dsv@3.0.1/node_modules/.bin/tsv2json.bunx</a:t>
            </a:r>
          </a:p>
          <a:p>
            <a:pPr>
              <a:defRPr sz="1200"/>
            </a:pPr>
            <a:r>
              <a:t>D:/pasar_fix/node_modules/.bun/d3-dsv@3.0.1/node_modules/.bin/tsv2json.exe</a:t>
            </a:r>
          </a:p>
          <a:p>
            <a:pPr>
              <a:defRPr sz="1200"/>
            </a:pPr>
            <a:r>
              <a:t>D:/pasar_fix/node_modules/.bun/d3-dsv@3.0.1/node_modules/d3-dsv/LICENSE</a:t>
            </a:r>
          </a:p>
          <a:p>
            <a:pPr>
              <a:defRPr sz="1200"/>
            </a:pPr>
            <a:r>
              <a:t>D:/pasar_fix/node_modules/.bun/d3-dsv@3.0.1/node_modules/d3-dsv/package.json</a:t>
            </a:r>
          </a:p>
          <a:p>
            <a:pPr>
              <a:defRPr sz="1200"/>
            </a:pPr>
            <a:r>
              <a:t>D:/pasar_fix/node_modules/.bun/d3-dsv@3.0.1/node_modules/d3-dsv/README.md</a:t>
            </a:r>
          </a:p>
          <a:p>
            <a:pPr>
              <a:defRPr sz="1200"/>
            </a:pPr>
            <a:r>
              <a:t>D:/pasar_fix/node_modules/.bun/d3-dsv@3.0.1/node_modules/d3-dsv/bin/dsv2dsv.js</a:t>
            </a:r>
          </a:p>
          <a:p>
            <a:pPr>
              <a:defRPr sz="1200"/>
            </a:pPr>
            <a:r>
              <a:t>D:/pasar_fix/node_modules/.bun/d3-dsv@3.0.1/node_modules/d3-dsv/bin/dsv2json.js</a:t>
            </a:r>
          </a:p>
          <a:p>
            <a:pPr>
              <a:defRPr sz="1200"/>
            </a:pPr>
            <a:r>
              <a:t>D:/pasar_fix/node_modules/.bun/d3-dsv@3.0.1/node_modules/d3-dsv/bin/json2dsv.js</a:t>
            </a:r>
          </a:p>
          <a:p>
            <a:pPr>
              <a:defRPr sz="1200"/>
            </a:pPr>
            <a:r>
              <a:t>D:/pasar_fix/node_modules/.bun/d3-dsv@3.0.1/node_modules/d3-dsv/dist/d3-dsv.js</a:t>
            </a:r>
          </a:p>
          <a:p>
            <a:pPr>
              <a:defRPr sz="1200"/>
            </a:pPr>
            <a:r>
              <a:t>D:/pasar_fix/node_modules/.bun/d3-dsv@3.0.1/node_modules/d3-dsv/dist/d3-dsv.min.js</a:t>
            </a:r>
          </a:p>
          <a:p>
            <a:pPr>
              <a:defRPr sz="1200"/>
            </a:pPr>
            <a:r>
              <a:t>D:/pasar_fix/node_modules/.bun/d3-dsv@3.0.1/node_modules/d3-dsv/src/autoType.js</a:t>
            </a:r>
          </a:p>
          <a:p>
            <a:pPr>
              <a:defRPr sz="1200"/>
            </a:pPr>
            <a:r>
              <a:t>D:/pasar_fix/node_modules/.bun/d3-dsv@3.0.1/node_modules/d3-dsv/src/csv.js</a:t>
            </a:r>
          </a:p>
          <a:p>
            <a:pPr>
              <a:defRPr sz="1200"/>
            </a:pPr>
            <a:r>
              <a:t>D:/pasar_fix/node_modules/.bun/d3-dsv@3.0.1/node_modules/d3-dsv/src/dsv.js</a:t>
            </a:r>
          </a:p>
          <a:p>
            <a:pPr>
              <a:defRPr sz="1200"/>
            </a:pPr>
            <a:r>
              <a:t>D:/pasar_fix/node_modules/.bun/d3-dsv@3.0.1/node_modules/d3-dsv/src/index.js</a:t>
            </a:r>
          </a:p>
          <a:p>
            <a:pPr>
              <a:defRPr sz="1200"/>
            </a:pPr>
            <a:r>
              <a:t>D:/pasar_fix/node_modules/.bun/d3-dsv@3.0.1/node_modules/d3-dsv/src/tsv.js</a:t>
            </a:r>
          </a:p>
          <a:p>
            <a:pPr>
              <a:defRPr sz="1200"/>
            </a:pPr>
            <a:r>
              <a:t>D:/pasar_fix/node_modules/.bun/d3-ease@3.0.1/node_modules/d3-ease/LICENSE</a:t>
            </a:r>
          </a:p>
          <a:p>
            <a:pPr>
              <a:defRPr sz="1200"/>
            </a:pPr>
            <a:r>
              <a:t>D:/pasar_fix/node_modules/.bun/d3-ease@3.0.1/node_modules/d3-ease/package.json</a:t>
            </a:r>
          </a:p>
          <a:p>
            <a:pPr>
              <a:defRPr sz="1200"/>
            </a:pPr>
            <a:r>
              <a:t>D:/pasar_fix/node_modules/.bun/d3-ease@3.0.1/node_modules/d3-ease/README.md</a:t>
            </a:r>
          </a:p>
          <a:p>
            <a:pPr>
              <a:defRPr sz="1200"/>
            </a:pPr>
            <a:r>
              <a:t>D:/pasar_fix/node_modules/.bun/d3-ease@3.0.1/node_modules/d3-ease/dist/d3-ease.js</a:t>
            </a:r>
          </a:p>
          <a:p>
            <a:pPr>
              <a:defRPr sz="1200"/>
            </a:pPr>
            <a:r>
              <a:t>D:/pasar_fix/node_modules/.bun/d3-ease@3.0.1/node_modules/d3-ease/dist/d3-ease.min.js</a:t>
            </a:r>
          </a:p>
          <a:p>
            <a:pPr>
              <a:defRPr sz="1200"/>
            </a:pPr>
            <a:r>
              <a:t>D:/pasar_fix/node_modules/.bun/d3-ease@3.0.1/node_modules/d3-ease/src/back.js</a:t>
            </a:r>
          </a:p>
          <a:p>
            <a:pPr>
              <a:defRPr sz="1200"/>
            </a:pPr>
            <a:r>
              <a:t>D:/pasar_fix/node_modules/.bun/d3-ease@3.0.1/node_modules/d3-ease/src/bounce.js</a:t>
            </a:r>
          </a:p>
          <a:p>
            <a:pPr>
              <a:defRPr sz="1200"/>
            </a:pPr>
            <a:r>
              <a:t>D:/pasar_fix/node_modules/.bun/d3-ease@3.0.1/node_modules/d3-ease/src/circle.js</a:t>
            </a:r>
          </a:p>
          <a:p>
            <a:pPr>
              <a:defRPr sz="1200"/>
            </a:pPr>
            <a:r>
              <a:t>D:/pasar_fix/node_modules/.bun/d3-ease@3.0.1/node_modules/d3-ease/src/cubic.js</a:t>
            </a:r>
          </a:p>
          <a:p>
            <a:pPr>
              <a:defRPr sz="1200"/>
            </a:pPr>
            <a:r>
              <a:t>D:/pasar_fix/node_modules/.bun/d3-ease@3.0.1/node_modules/d3-ease/src/elastic.js</a:t>
            </a:r>
          </a:p>
          <a:p>
            <a:pPr>
              <a:defRPr sz="1200"/>
            </a:pPr>
            <a:r>
              <a:t>D:/pasar_fix/node_modules/.bun/d3-ease@3.0.1/node_modules/d3-ease/src/exp.js</a:t>
            </a:r>
          </a:p>
          <a:p>
            <a:pPr>
              <a:defRPr sz="1200"/>
            </a:pPr>
            <a:r>
              <a:t>D:/pasar_fix/node_modules/.bun/d3-ease@3.0.1/node_modules/d3-ease/src/index.js</a:t>
            </a:r>
          </a:p>
          <a:p>
            <a:pPr>
              <a:defRPr sz="1200"/>
            </a:pPr>
            <a:r>
              <a:t>D:/pasar_fix/node_modules/.bun/d3-ease@3.0.1/node_modules/d3-ease/src/linear.js</a:t>
            </a:r>
          </a:p>
          <a:p>
            <a:pPr>
              <a:defRPr sz="1200"/>
            </a:pPr>
            <a:r>
              <a:t>D:/pasar_fix/node_modules/.bun/d3-ease@3.0.1/node_modules/d3-ease/src/math.js</a:t>
            </a:r>
          </a:p>
          <a:p>
            <a:pPr>
              <a:defRPr sz="1200"/>
            </a:pPr>
            <a:r>
              <a:t>D:/pasar_fix/node_modules/.bun/d3-ease@3.0.1/node_modules/d3-ease/src/poly.js</a:t>
            </a:r>
          </a:p>
          <a:p>
            <a:pPr>
              <a:defRPr sz="1200"/>
            </a:pPr>
            <a:r>
              <a:t>D:/pasar_fix/node_modules/.bun/d3-ease@3.0.1/node_modules/d3-ease/src/quad.js</a:t>
            </a:r>
          </a:p>
          <a:p>
            <a:pPr>
              <a:defRPr sz="1200"/>
            </a:pPr>
            <a:r>
              <a:t>D:/pasar_fix/node_modules/.bun/d3-ease@3.0.1/node_modules/d3-ease/src/sin.js</a:t>
            </a:r>
          </a:p>
          <a:p>
            <a:pPr>
              <a:defRPr sz="1200"/>
            </a:pPr>
            <a:r>
              <a:t>D:/pasar_fix/node_modules/.bun/d3-fetch@3.0.1/node_modules/.bin/csv2json.bunx</a:t>
            </a:r>
          </a:p>
          <a:p>
            <a:pPr>
              <a:defRPr sz="1200"/>
            </a:pPr>
            <a:r>
              <a:t>D:/pasar_fix/node_modules/.bun/d3-fetch@3.0.1/node_modules/.bin/csv2json.exe</a:t>
            </a:r>
          </a:p>
          <a:p>
            <a:pPr>
              <a:defRPr sz="1200"/>
            </a:pPr>
            <a:r>
              <a:t>D:/pasar_fix/node_modules/.bun/d3-fetch@3.0.1/node_modules/.bin/csv2tsv.bunx</a:t>
            </a:r>
          </a:p>
          <a:p>
            <a:pPr>
              <a:defRPr sz="1200"/>
            </a:pPr>
            <a:r>
              <a:t>D:/pasar_fix/node_modules/.bun/d3-fetch@3.0.1/node_modules/.bin/csv2tsv.exe</a:t>
            </a:r>
          </a:p>
          <a:p>
            <a:pPr>
              <a:defRPr sz="1200"/>
            </a:pPr>
            <a:r>
              <a:t>D:/pasar_fix/node_modules/.bun/d3-fetch@3.0.1/node_modules/.bin/dsv2dsv.bunx</a:t>
            </a:r>
          </a:p>
          <a:p>
            <a:pPr>
              <a:defRPr sz="1200"/>
            </a:pPr>
            <a:r>
              <a:t>D:/pasar_fix/node_modules/.bun/d3-fetch@3.0.1/node_modules/.bin/dsv2dsv.exe</a:t>
            </a:r>
          </a:p>
          <a:p>
            <a:pPr>
              <a:defRPr sz="1200"/>
            </a:pPr>
            <a:r>
              <a:t>D:/pasar_fix/node_modules/.bun/d3-fetch@3.0.1/node_modules/.bin/dsv2json.bunx</a:t>
            </a:r>
          </a:p>
          <a:p>
            <a:pPr>
              <a:defRPr sz="1200"/>
            </a:pPr>
            <a:r>
              <a:t>D:/pasar_fix/node_modules/.bun/d3-fetch@3.0.1/node_modules/.bin/dsv2json.exe</a:t>
            </a:r>
          </a:p>
          <a:p>
            <a:pPr>
              <a:defRPr sz="1200"/>
            </a:pPr>
            <a:r>
              <a:t>D:/pasar_fix/node_modules/.bun/d3-fetch@3.0.1/node_modules/.bin/json2csv.bunx</a:t>
            </a:r>
          </a:p>
          <a:p>
            <a:pPr>
              <a:defRPr sz="1200"/>
            </a:pPr>
            <a:r>
              <a:t>D:/pasar_fix/node_modules/.bun/d3-fetch@3.0.1/node_modules/.bin/json2csv.exe</a:t>
            </a:r>
          </a:p>
          <a:p>
            <a:pPr>
              <a:defRPr sz="1200"/>
            </a:pPr>
            <a:r>
              <a:t>D:/pasar_fix/node_modules/.bun/d3-fetch@3.0.1/node_modules/.bin/json2dsv.bunx</a:t>
            </a:r>
          </a:p>
          <a:p>
            <a:pPr>
              <a:defRPr sz="1200"/>
            </a:pPr>
            <a:r>
              <a:t>D:/pasar_fix/node_modules/.bun/d3-fetch@3.0.1/node_modules/.bin/json2dsv.exe</a:t>
            </a:r>
          </a:p>
          <a:p>
            <a:pPr>
              <a:defRPr sz="1200"/>
            </a:pPr>
            <a:r>
              <a:t>D:/pasar_fix/node_modules/.bun/d3-fetch@3.0.1/node_modules/.bin/json2tsv.bunx</a:t>
            </a:r>
          </a:p>
          <a:p>
            <a:pPr>
              <a:defRPr sz="1200"/>
            </a:pPr>
            <a:r>
              <a:t>D:/pasar_fix/node_modules/.bun/d3-fetch@3.0.1/node_modules/.bin/json2tsv.exe</a:t>
            </a:r>
          </a:p>
          <a:p>
            <a:pPr>
              <a:defRPr sz="1200"/>
            </a:pPr>
            <a:r>
              <a:t>D:/pasar_fix/node_modules/.bun/d3-fetch@3.0.1/node_modules/.bin/tsv2csv.bunx</a:t>
            </a:r>
          </a:p>
          <a:p>
            <a:pPr>
              <a:defRPr sz="1200"/>
            </a:pPr>
            <a:r>
              <a:t>D:/pasar_fix/node_modules/.bun/d3-fetch@3.0.1/node_modules/.bin/tsv2csv.exe</a:t>
            </a:r>
          </a:p>
          <a:p>
            <a:pPr>
              <a:defRPr sz="1200"/>
            </a:pPr>
            <a:r>
              <a:t>D:/pasar_fix/node_modules/.bun/d3-fetch@3.0.1/node_modules/.bin/tsv2json.bunx</a:t>
            </a:r>
          </a:p>
          <a:p>
            <a:pPr>
              <a:defRPr sz="1200"/>
            </a:pPr>
            <a:r>
              <a:t>D:/pasar_fix/node_modules/.bun/d3-fetch@3.0.1/node_modules/.bin/tsv2json.exe</a:t>
            </a:r>
          </a:p>
          <a:p>
            <a:pPr>
              <a:defRPr sz="1200"/>
            </a:pPr>
            <a:r>
              <a:t>D:/pasar_fix/node_modules/.bun/d3-fetch@3.0.1/node_modules/d3-fetch/LICENSE</a:t>
            </a:r>
          </a:p>
          <a:p>
            <a:pPr>
              <a:defRPr sz="1200"/>
            </a:pPr>
            <a:r>
              <a:t>D:/pasar_fix/node_modules/.bun/d3-fetch@3.0.1/node_modules/d3-fetch/package.json</a:t>
            </a:r>
          </a:p>
          <a:p>
            <a:pPr>
              <a:defRPr sz="1200"/>
            </a:pPr>
            <a:r>
              <a:t>D:/pasar_fix/node_modules/.bun/d3-fetch@3.0.1/node_modules/d3-fetch/README.md</a:t>
            </a:r>
          </a:p>
          <a:p>
            <a:pPr>
              <a:defRPr sz="1200"/>
            </a:pPr>
            <a:r>
              <a:t>D:/pasar_fix/node_modules/.bun/d3-fetch@3.0.1/node_modules/d3-fetch/dist/d3-fetch.js</a:t>
            </a:r>
          </a:p>
          <a:p>
            <a:pPr>
              <a:defRPr sz="1200"/>
            </a:pPr>
            <a:r>
              <a:t>D:/pasar_fix/node_modules/.bun/d3-fetch@3.0.1/node_modules/d3-fetch/dist/d3-fetch.min.js</a:t>
            </a:r>
          </a:p>
          <a:p>
            <a:pPr>
              <a:defRPr sz="1200"/>
            </a:pPr>
            <a:r>
              <a:t>D:/pasar_fix/node_modules/.bun/d3-fetch@3.0.1/node_modules/d3-fetch/src/blob.js</a:t>
            </a:r>
          </a:p>
          <a:p>
            <a:pPr>
              <a:defRPr sz="1200"/>
            </a:pPr>
            <a:r>
              <a:t>D:/pasar_fix/node_modules/.bun/d3-fetch@3.0.1/node_modules/d3-fetch/src/buffer.js</a:t>
            </a:r>
          </a:p>
          <a:p>
            <a:pPr>
              <a:defRPr sz="1200"/>
            </a:pPr>
            <a:r>
              <a:t>D:/pasar_fix/node_modules/.bun/d3-fetch@3.0.1/node_modules/d3-fetch/src/dsv.js</a:t>
            </a:r>
          </a:p>
          <a:p>
            <a:pPr>
              <a:defRPr sz="1200"/>
            </a:pPr>
            <a:r>
              <a:t>D:/pasar_fix/node_modules/.bun/d3-fetch@3.0.1/node_modules/d3-fetch/src/image.js</a:t>
            </a:r>
          </a:p>
          <a:p>
            <a:pPr>
              <a:defRPr sz="1200"/>
            </a:pPr>
            <a:r>
              <a:t>D:/pasar_fix/node_modules/.bun/d3-fetch@3.0.1/node_modules/d3-fetch/src/index.js</a:t>
            </a:r>
          </a:p>
          <a:p>
            <a:pPr>
              <a:defRPr sz="1200"/>
            </a:pPr>
            <a:r>
              <a:t>D:/pasar_fix/node_modules/.bun/d3-fetch@3.0.1/node_modules/d3-fetch/src/json.js</a:t>
            </a:r>
          </a:p>
          <a:p>
            <a:pPr>
              <a:defRPr sz="1200"/>
            </a:pPr>
            <a:r>
              <a:t>D:/pasar_fix/node_modules/.bun/d3-fetch@3.0.1/node_modules/d3-fetch/src/text.js</a:t>
            </a:r>
          </a:p>
          <a:p>
            <a:pPr>
              <a:defRPr sz="1200"/>
            </a:pPr>
            <a:r>
              <a:t>D:/pasar_fix/node_modules/.bun/d3-fetch@3.0.1/node_modules/d3-fetch/src/xml.js</a:t>
            </a:r>
          </a:p>
          <a:p>
            <a:pPr>
              <a:defRPr sz="1200"/>
            </a:pPr>
            <a:r>
              <a:t>D:/pasar_fix/node_modules/.bun/d3-force@3.0.0/node_modules/d3-force/LICENSE</a:t>
            </a:r>
          </a:p>
          <a:p>
            <a:pPr>
              <a:defRPr sz="1200"/>
            </a:pPr>
            <a:r>
              <a:t>D:/pasar_fix/node_modules/.bun/d3-force@3.0.0/node_modules/d3-force/package.json</a:t>
            </a:r>
          </a:p>
          <a:p>
            <a:pPr>
              <a:defRPr sz="1200"/>
            </a:pPr>
            <a:r>
              <a:t>D:/pasar_fix/node_modules/.bun/d3-force@3.0.0/node_modules/d3-force/README.md</a:t>
            </a:r>
          </a:p>
          <a:p>
            <a:pPr>
              <a:defRPr sz="1200"/>
            </a:pPr>
            <a:r>
              <a:t>D:/pasar_fix/node_modules/.bun/d3-force@3.0.0/node_modules/d3-force/dist/d3-force.js</a:t>
            </a:r>
          </a:p>
          <a:p>
            <a:pPr>
              <a:defRPr sz="1200"/>
            </a:pPr>
            <a:r>
              <a:t>D:/pasar_fix/node_modules/.bun/d3-force@3.0.0/node_modules/d3-force/dist/d3-force.min.js</a:t>
            </a:r>
          </a:p>
          <a:p>
            <a:pPr>
              <a:defRPr sz="1200"/>
            </a:pPr>
            <a:r>
              <a:t>D:/pasar_fix/node_modules/.bun/d3-force@3.0.0/node_modules/d3-force/src/center.js</a:t>
            </a:r>
          </a:p>
          <a:p>
            <a:pPr>
              <a:defRPr sz="1200"/>
            </a:pPr>
            <a:r>
              <a:t>D:/pasar_fix/node_modules/.bun/d3-force@3.0.0/node_modules/d3-force/src/collide.js</a:t>
            </a:r>
          </a:p>
          <a:p>
            <a:pPr>
              <a:defRPr sz="1200"/>
            </a:pPr>
            <a:r>
              <a:t>D:/pasar_fix/node_modules/.bun/d3-force@3.0.0/node_modules/d3-force/src/constant.js</a:t>
            </a:r>
          </a:p>
          <a:p>
            <a:pPr>
              <a:defRPr sz="1200"/>
            </a:pPr>
            <a:r>
              <a:t>D:/pasar_fix/node_modules/.bun/d3-force@3.0.0/node_modules/d3-force/src/index.js</a:t>
            </a:r>
          </a:p>
          <a:p>
            <a:pPr>
              <a:defRPr sz="1200"/>
            </a:pPr>
            <a:r>
              <a:t>D:/pasar_fix/node_modules/.bun/d3-force@3.0.0/node_modules/d3-force/src/jiggle.js</a:t>
            </a:r>
          </a:p>
          <a:p>
            <a:pPr>
              <a:defRPr sz="1200"/>
            </a:pPr>
            <a:r>
              <a:t>D:/pasar_fix/node_modules/.bun/d3-force@3.0.0/node_modules/d3-force/src/lcg.js</a:t>
            </a:r>
          </a:p>
          <a:p>
            <a:pPr>
              <a:defRPr sz="1200"/>
            </a:pPr>
            <a:r>
              <a:t>D:/pasar_fix/node_modules/.bun/d3-force@3.0.0/node_modules/d3-force/src/link.js</a:t>
            </a:r>
          </a:p>
          <a:p>
            <a:pPr>
              <a:defRPr sz="1200"/>
            </a:pPr>
            <a:r>
              <a:t>D:/pasar_fix/node_modules/.bun/d3-force@3.0.0/node_modules/d3-force/src/manyBody.js</a:t>
            </a:r>
          </a:p>
          <a:p>
            <a:pPr>
              <a:defRPr sz="1200"/>
            </a:pPr>
            <a:r>
              <a:t>D:/pasar_fix/node_modules/.bun/d3-force@3.0.0/node_modules/d3-force/src/radial.js</a:t>
            </a:r>
          </a:p>
          <a:p>
            <a:pPr>
              <a:defRPr sz="1200"/>
            </a:pPr>
            <a:r>
              <a:t>D:/pasar_fix/node_modules/.bun/d3-force@3.0.0/node_modules/d3-force/src/simulation.js</a:t>
            </a:r>
          </a:p>
          <a:p>
            <a:pPr>
              <a:defRPr sz="1200"/>
            </a:pPr>
            <a:r>
              <a:t>D:/pasar_fix/node_modules/.bun/d3-force@3.0.0/node_modules/d3-force/src/x.js</a:t>
            </a:r>
          </a:p>
          <a:p>
            <a:pPr>
              <a:defRPr sz="1200"/>
            </a:pPr>
            <a:r>
              <a:t>D:/pasar_fix/node_modules/.bun/d3-force@3.0.0/node_modules/d3-force/src/y.js</a:t>
            </a:r>
          </a:p>
          <a:p>
            <a:pPr>
              <a:defRPr sz="1200"/>
            </a:pPr>
            <a:r>
              <a:t>D:/pasar_fix/node_modules/.bun/d3-format@3.1.2/node_modules/d3-format/LICENSE</a:t>
            </a:r>
          </a:p>
          <a:p>
            <a:pPr>
              <a:defRPr sz="1200"/>
            </a:pPr>
            <a:r>
              <a:t>D:/pasar_fix/node_modules/.bun/d3-format@3.1.2/node_modules/d3-format/package.json</a:t>
            </a:r>
          </a:p>
          <a:p>
            <a:pPr>
              <a:defRPr sz="1200"/>
            </a:pPr>
            <a:r>
              <a:t>D:/pasar_fix/node_modules/.bun/d3-format@3.1.2/node_modules/d3-format/README.md</a:t>
            </a:r>
          </a:p>
          <a:p>
            <a:pPr>
              <a:defRPr sz="1200"/>
            </a:pPr>
            <a:r>
              <a:t>D:/pasar_fix/node_modules/.bun/d3-format@3.1.2/node_modules/d3-format/dist/d3-format.js</a:t>
            </a:r>
          </a:p>
          <a:p>
            <a:pPr>
              <a:defRPr sz="1200"/>
            </a:pPr>
            <a:r>
              <a:t>D:/pasar_fix/node_modules/.bun/d3-format@3.1.2/node_modules/d3-format/dist/d3-format.min.js</a:t>
            </a:r>
          </a:p>
          <a:p>
            <a:pPr>
              <a:defRPr sz="1200"/>
            </a:pPr>
            <a:r>
              <a:t>D:/pasar_fix/node_modules/.bun/d3-format@3.1.2/node_modules/d3-format/locale/ar-001.json</a:t>
            </a:r>
          </a:p>
          <a:p>
            <a:pPr>
              <a:defRPr sz="1200"/>
            </a:pPr>
            <a:r>
              <a:t>D:/pasar_fix/node_modules/.bun/d3-format@3.1.2/node_modules/d3-format/locale/ar-AE.json</a:t>
            </a:r>
          </a:p>
          <a:p>
            <a:pPr>
              <a:defRPr sz="1200"/>
            </a:pPr>
            <a:r>
              <a:t>D:/pasar_fix/node_modules/.bun/d3-format@3.1.2/node_modules/d3-format/locale/ar-BH.json</a:t>
            </a:r>
          </a:p>
          <a:p>
            <a:pPr>
              <a:defRPr sz="1200"/>
            </a:pPr>
            <a:r>
              <a:t>D:/pasar_fix/node_modules/.bun/d3-format@3.1.2/node_modules/d3-format/locale/ar-DJ.json</a:t>
            </a:r>
          </a:p>
          <a:p>
            <a:pPr>
              <a:defRPr sz="1200"/>
            </a:pPr>
            <a:r>
              <a:t>D:/pasar_fix/node_modules/.bun/d3-format@3.1.2/node_modules/d3-format/locale/ar-DZ.json</a:t>
            </a:r>
          </a:p>
          <a:p>
            <a:pPr>
              <a:defRPr sz="1200"/>
            </a:pPr>
            <a:r>
              <a:t>D:/pasar_fix/node_modules/.bun/d3-format@3.1.2/node_modules/d3-format/locale/ar-EG.json</a:t>
            </a:r>
          </a:p>
          <a:p>
            <a:pPr>
              <a:defRPr sz="1200"/>
            </a:pPr>
            <a:r>
              <a:t>D:/pasar_fix/node_modules/.bun/d3-format@3.1.2/node_modules/d3-format/locale/ar-EH.json</a:t>
            </a:r>
          </a:p>
          <a:p>
            <a:pPr>
              <a:defRPr sz="1200"/>
            </a:pPr>
            <a:r>
              <a:t>D:/pasar_fix/node_modules/.bun/d3-format@3.1.2/node_modules/d3-format/locale/ar-ER.json</a:t>
            </a:r>
          </a:p>
          <a:p>
            <a:pPr>
              <a:defRPr sz="1200"/>
            </a:pPr>
            <a:r>
              <a:t>D:/pasar_fix/node_modules/.bun/d3-format@3.1.2/node_modules/d3-format/locale/ar-IL.json</a:t>
            </a:r>
          </a:p>
          <a:p>
            <a:pPr>
              <a:defRPr sz="1200"/>
            </a:pPr>
            <a:r>
              <a:t>D:/pasar_fix/node_modules/.bun/d3-format@3.1.2/node_modules/d3-format/locale/ar-IQ.json</a:t>
            </a:r>
          </a:p>
          <a:p>
            <a:pPr>
              <a:defRPr sz="1200"/>
            </a:pPr>
            <a:r>
              <a:t>D:/pasar_fix/node_modules/.bun/d3-format@3.1.2/node_modules/d3-format/locale/ar-JO.json</a:t>
            </a:r>
          </a:p>
          <a:p>
            <a:pPr>
              <a:defRPr sz="1200"/>
            </a:pPr>
            <a:r>
              <a:t>D:/pasar_fix/node_modules/.bun/d3-format@3.1.2/node_modules/d3-format/locale/ar-KM.json</a:t>
            </a:r>
          </a:p>
          <a:p>
            <a:pPr>
              <a:defRPr sz="1200"/>
            </a:pPr>
            <a:r>
              <a:t>D:/pasar_fix/node_modules/.bun/d3-format@3.1.2/node_modules/d3-format/locale/ar-KW.json</a:t>
            </a:r>
          </a:p>
          <a:p>
            <a:pPr>
              <a:defRPr sz="1200"/>
            </a:pPr>
            <a:r>
              <a:t>D:/pasar_fix/node_modules/.bun/d3-format@3.1.2/node_modules/d3-format/locale/ar-LB.json</a:t>
            </a:r>
          </a:p>
          <a:p>
            <a:pPr>
              <a:defRPr sz="1200"/>
            </a:pPr>
            <a:r>
              <a:t>D:/pasar_fix/node_modules/.bun/d3-format@3.1.2/node_modules/d3-format/locale/ar-LY.json</a:t>
            </a:r>
          </a:p>
          <a:p>
            <a:pPr>
              <a:defRPr sz="1200"/>
            </a:pPr>
            <a:r>
              <a:t>D:/pasar_fix/node_modules/.bun/d3-format@3.1.2/node_modules/d3-format/locale/ar-MA.json</a:t>
            </a:r>
          </a:p>
          <a:p>
            <a:pPr>
              <a:defRPr sz="1200"/>
            </a:pPr>
            <a:r>
              <a:t>D:/pasar_fix/node_modules/.bun/d3-format@3.1.2/node_modules/d3-format/locale/ar-MR.json</a:t>
            </a:r>
          </a:p>
          <a:p>
            <a:pPr>
              <a:defRPr sz="1200"/>
            </a:pPr>
            <a:r>
              <a:t>D:/pasar_fix/node_modules/.bun/d3-format@3.1.2/node_modules/d3-format/locale/ar-OM.json</a:t>
            </a:r>
          </a:p>
          <a:p>
            <a:pPr>
              <a:defRPr sz="1200"/>
            </a:pPr>
            <a:r>
              <a:t>D:/pasar_fix/node_modules/.bun/d3-format@3.1.2/node_modules/d3-format/locale/ar-PS.json</a:t>
            </a:r>
          </a:p>
          <a:p>
            <a:pPr>
              <a:defRPr sz="1200"/>
            </a:pPr>
            <a:r>
              <a:t>D:/pasar_fix/node_modules/.bun/d3-format@3.1.2/node_modules/d3-format/locale/ar-QA.json</a:t>
            </a:r>
          </a:p>
          <a:p>
            <a:pPr>
              <a:defRPr sz="1200"/>
            </a:pPr>
            <a:r>
              <a:t>D:/pasar_fix/node_modules/.bun/d3-format@3.1.2/node_modules/d3-format/locale/ar-SA.json</a:t>
            </a:r>
          </a:p>
          <a:p>
            <a:pPr>
              <a:defRPr sz="1200"/>
            </a:pPr>
            <a:r>
              <a:t>D:/pasar_fix/node_modules/.bun/d3-format@3.1.2/node_modules/d3-format/locale/ar-SD.json</a:t>
            </a:r>
          </a:p>
          <a:p>
            <a:pPr>
              <a:defRPr sz="1200"/>
            </a:pPr>
            <a:r>
              <a:t>D:/pasar_fix/node_modules/.bun/d3-format@3.1.2/node_modules/d3-format/locale/ar-SO.json</a:t>
            </a:r>
          </a:p>
          <a:p>
            <a:pPr>
              <a:defRPr sz="1200"/>
            </a:pPr>
            <a:r>
              <a:t>D:/pasar_fix/node_modules/.bun/d3-format@3.1.2/node_modules/d3-format/locale/ar-SS.json</a:t>
            </a:r>
          </a:p>
          <a:p>
            <a:pPr>
              <a:defRPr sz="1200"/>
            </a:pPr>
            <a:r>
              <a:t>D:/pasar_fix/node_modules/.bun/d3-format@3.1.2/node_modules/d3-format/locale/ar-SY.json</a:t>
            </a:r>
          </a:p>
          <a:p>
            <a:pPr>
              <a:defRPr sz="1200"/>
            </a:pPr>
            <a:r>
              <a:t>D:/pasar_fix/node_modules/.bun/d3-format@3.1.2/node_modules/d3-format/locale/ar-TD.json</a:t>
            </a:r>
          </a:p>
          <a:p>
            <a:pPr>
              <a:defRPr sz="1200"/>
            </a:pPr>
            <a:r>
              <a:t>D:/pasar_fix/node_modules/.bun/d3-format@3.1.2/node_modules/d3-format/locale/ar-TN.json</a:t>
            </a:r>
          </a:p>
          <a:p>
            <a:pPr>
              <a:defRPr sz="1200"/>
            </a:pPr>
            <a:r>
              <a:t>D:/pasar_fix/node_modules/.bun/d3-format@3.1.2/node_modules/d3-format/locale/ar-YE.json</a:t>
            </a:r>
          </a:p>
          <a:p>
            <a:pPr>
              <a:defRPr sz="1200"/>
            </a:pPr>
            <a:r>
              <a:t>D:/pasar_fix/node_modules/.bun/d3-format@3.1.2/node_modules/d3-format/locale/ca-ES.json</a:t>
            </a:r>
          </a:p>
          <a:p>
            <a:pPr>
              <a:defRPr sz="1200"/>
            </a:pPr>
            <a:r>
              <a:t>D:/pasar_fix/node_modules/.bun/d3-format@3.1.2/node_modules/d3-format/locale/cs-CZ.json</a:t>
            </a:r>
          </a:p>
          <a:p>
            <a:pPr>
              <a:defRPr sz="1200"/>
            </a:pPr>
            <a:r>
              <a:t>D:/pasar_fix/node_modules/.bun/d3-format@3.1.2/node_modules/d3-format/locale/da-DK.json</a:t>
            </a:r>
          </a:p>
          <a:p>
            <a:pPr>
              <a:defRPr sz="1200"/>
            </a:pPr>
            <a:r>
              <a:t>D:/pasar_fix/node_modules/.bun/d3-format@3.1.2/node_modules/d3-format/locale/de-CH.json</a:t>
            </a:r>
          </a:p>
          <a:p>
            <a:pPr>
              <a:defRPr sz="1200"/>
            </a:pPr>
            <a:r>
              <a:t>D:/pasar_fix/node_modules/.bun/d3-format@3.1.2/node_modules/d3-format/locale/de-DE.json</a:t>
            </a:r>
          </a:p>
          <a:p>
            <a:pPr>
              <a:defRPr sz="1200"/>
            </a:pPr>
            <a:r>
              <a:t>D:/pasar_fix/node_modules/.bun/d3-format@3.1.2/node_modules/d3-format/locale/en-CA.json</a:t>
            </a:r>
          </a:p>
          <a:p>
            <a:pPr>
              <a:defRPr sz="1200"/>
            </a:pPr>
            <a:r>
              <a:t>D:/pasar_fix/node_modules/.bun/d3-format@3.1.2/node_modules/d3-format/locale/en-GB.json</a:t>
            </a:r>
          </a:p>
          <a:p>
            <a:pPr>
              <a:defRPr sz="1200"/>
            </a:pPr>
            <a:r>
              <a:t>D:/pasar_fix/node_modules/.bun/d3-format@3.1.2/node_modules/d3-format/locale/en-IE.json</a:t>
            </a:r>
          </a:p>
          <a:p>
            <a:pPr>
              <a:defRPr sz="1200"/>
            </a:pPr>
            <a:r>
              <a:t>D:/pasar_fix/node_modules/.bun/d3-format@3.1.2/node_modules/d3-format/locale/en-IN.json</a:t>
            </a:r>
          </a:p>
          <a:p>
            <a:pPr>
              <a:defRPr sz="1200"/>
            </a:pPr>
            <a:r>
              <a:t>D:/pasar_fix/node_modules/.bun/d3-format@3.1.2/node_modules/d3-format/locale/en-US.json</a:t>
            </a:r>
          </a:p>
          <a:p>
            <a:pPr>
              <a:defRPr sz="1200"/>
            </a:pPr>
            <a:r>
              <a:t>D:/pasar_fix/node_modules/.bun/d3-format@3.1.2/node_modules/d3-format/locale/es-BO.json</a:t>
            </a:r>
          </a:p>
          <a:p>
            <a:pPr>
              <a:defRPr sz="1200"/>
            </a:pPr>
            <a:r>
              <a:t>D:/pasar_fix/node_modules/.bun/d3-format@3.1.2/node_modules/d3-format/locale/es-ES.json</a:t>
            </a:r>
          </a:p>
          <a:p>
            <a:pPr>
              <a:defRPr sz="1200"/>
            </a:pPr>
            <a:r>
              <a:t>D:/pasar_fix/node_modules/.bun/d3-format@3.1.2/node_modules/d3-format/locale/es-MX.json</a:t>
            </a:r>
          </a:p>
          <a:p>
            <a:pPr>
              <a:defRPr sz="1200"/>
            </a:pPr>
            <a:r>
              <a:t>D:/pasar_fix/node_modules/.bun/d3-format@3.1.2/node_modules/d3-format/locale/fi-FI.json</a:t>
            </a:r>
          </a:p>
          <a:p>
            <a:pPr>
              <a:defRPr sz="1200"/>
            </a:pPr>
            <a:r>
              <a:t>D:/pasar_fix/node_modules/.bun/d3-format@3.1.2/node_modules/d3-format/locale/fr-CA.json</a:t>
            </a:r>
          </a:p>
          <a:p>
            <a:pPr>
              <a:defRPr sz="1200"/>
            </a:pPr>
            <a:r>
              <a:t>D:/pasar_fix/node_modules/.bun/d3-format@3.1.2/node_modules/d3-format/locale/fr-FR.json</a:t>
            </a:r>
          </a:p>
          <a:p>
            <a:pPr>
              <a:defRPr sz="1200"/>
            </a:pPr>
            <a:r>
              <a:t>D:/pasar_fix/node_modules/.bun/d3-format@3.1.2/node_modules/d3-format/locale/he-IL.json</a:t>
            </a:r>
          </a:p>
          <a:p>
            <a:pPr>
              <a:defRPr sz="1200"/>
            </a:pPr>
            <a:r>
              <a:t>D:/pasar_fix/node_modules/.bun/d3-format@3.1.2/node_modules/d3-format/locale/hu-HU.json</a:t>
            </a:r>
          </a:p>
          <a:p>
            <a:pPr>
              <a:defRPr sz="1200"/>
            </a:pPr>
            <a:r>
              <a:t>D:/pasar_fix/node_modules/.bun/d3-format@3.1.2/node_modules/d3-format/locale/it-IT.json</a:t>
            </a:r>
          </a:p>
          <a:p>
            <a:pPr>
              <a:defRPr sz="1200"/>
            </a:pPr>
            <a:r>
              <a:t>D:/pasar_fix/node_modules/.bun/d3-format@3.1.2/node_modules/d3-format/locale/ja-JP.json</a:t>
            </a:r>
          </a:p>
          <a:p>
            <a:pPr>
              <a:defRPr sz="1200"/>
            </a:pPr>
            <a:r>
              <a:t>D:/pasar_fix/node_modules/.bun/d3-format@3.1.2/node_modules/d3-format/locale/ko-KR.json</a:t>
            </a:r>
          </a:p>
          <a:p>
            <a:pPr>
              <a:defRPr sz="1200"/>
            </a:pPr>
            <a:r>
              <a:t>D:/pasar_fix/node_modules/.bun/d3-format@3.1.2/node_modules/d3-format/locale/mk-MK.json</a:t>
            </a:r>
          </a:p>
          <a:p>
            <a:pPr>
              <a:defRPr sz="1200"/>
            </a:pPr>
            <a:r>
              <a:t>D:/pasar_fix/node_modules/.bun/d3-format@3.1.2/node_modules/d3-format/locale/nl-NL.json</a:t>
            </a:r>
          </a:p>
          <a:p>
            <a:pPr>
              <a:defRPr sz="1200"/>
            </a:pPr>
            <a:r>
              <a:t>D:/pasar_fix/node_modules/.bun/d3-format@3.1.2/node_modules/d3-format/locale/pl-PL.json</a:t>
            </a:r>
          </a:p>
          <a:p>
            <a:pPr>
              <a:defRPr sz="1200"/>
            </a:pPr>
            <a:r>
              <a:t>D:/pasar_fix/node_modules/.bun/d3-format@3.1.2/node_modules/d3-format/locale/pt-BR.json</a:t>
            </a:r>
          </a:p>
          <a:p>
            <a:pPr>
              <a:defRPr sz="1200"/>
            </a:pPr>
            <a:r>
              <a:t>D:/pasar_fix/node_modules/.bun/d3-format@3.1.2/node_modules/d3-format/locale/pt-PT.json</a:t>
            </a:r>
          </a:p>
          <a:p>
            <a:pPr>
              <a:defRPr sz="1200"/>
            </a:pPr>
            <a:r>
              <a:t>D:/pasar_fix/node_modules/.bun/d3-format@3.1.2/node_modules/d3-format/locale/ru-RU.json</a:t>
            </a:r>
          </a:p>
          <a:p>
            <a:pPr>
              <a:defRPr sz="1200"/>
            </a:pPr>
            <a:r>
              <a:t>D:/pasar_fix/node_modules/.bun/d3-format@3.1.2/node_modules/d3-format/locale/sl-SI.json</a:t>
            </a:r>
          </a:p>
          <a:p>
            <a:pPr>
              <a:defRPr sz="1200"/>
            </a:pPr>
            <a:r>
              <a:t>D:/pasar_fix/node_modules/.bun/d3-format@3.1.2/node_modules/d3-format/locale/sv-SE.json</a:t>
            </a:r>
          </a:p>
          <a:p>
            <a:pPr>
              <a:defRPr sz="1200"/>
            </a:pPr>
            <a:r>
              <a:t>D:/pasar_fix/node_modules/.bun/d3-format@3.1.2/node_modules/d3-format/locale/uk-UA.json</a:t>
            </a:r>
          </a:p>
          <a:p>
            <a:pPr>
              <a:defRPr sz="1200"/>
            </a:pPr>
            <a:r>
              <a:t>D:/pasar_fix/node_modules/.bun/d3-format@3.1.2/node_modules/d3-format/locale/zh-CN.json</a:t>
            </a:r>
          </a:p>
          <a:p>
            <a:pPr>
              <a:defRPr sz="1200"/>
            </a:pPr>
            <a:r>
              <a:t>D:/pasar_fix/node_modules/.bun/d3-format@3.1.2/node_modules/d3-format/src/defaultLocale.js</a:t>
            </a:r>
          </a:p>
          <a:p>
            <a:pPr>
              <a:defRPr sz="1200"/>
            </a:pPr>
            <a:r>
              <a:t>D:/pasar_fix/node_modules/.bun/d3-format@3.1.2/node_modules/d3-format/src/exponent.js</a:t>
            </a:r>
          </a:p>
          <a:p>
            <a:pPr>
              <a:defRPr sz="1200"/>
            </a:pPr>
            <a:r>
              <a:t>D:/pasar_fix/node_modules/.bun/d3-format@3.1.2/node_modules/d3-format/src/formatDecimal.js</a:t>
            </a:r>
          </a:p>
          <a:p>
            <a:pPr>
              <a:defRPr sz="1200"/>
            </a:pPr>
            <a:r>
              <a:t>D:/pasar_fix/node_modules/.bun/d3-format@3.1.2/node_modules/d3-format/src/formatGroup.js</a:t>
            </a:r>
          </a:p>
          <a:p>
            <a:pPr>
              <a:defRPr sz="1200"/>
            </a:pPr>
            <a:r>
              <a:t>D:/pasar_fix/node_modules/.bun/d3-format@3.1.2/node_modules/d3-format/src/formatNumerals.js</a:t>
            </a:r>
          </a:p>
          <a:p>
            <a:pPr>
              <a:defRPr sz="1200"/>
            </a:pPr>
            <a:r>
              <a:t>D:/pasar_fix/node_modules/.bun/d3-format@3.1.2/node_modules/d3-format/src/formatPrefixAuto.js</a:t>
            </a:r>
          </a:p>
          <a:p>
            <a:pPr>
              <a:defRPr sz="1200"/>
            </a:pPr>
            <a:r>
              <a:t>D:/pasar_fix/node_modules/.bun/d3-format@3.1.2/node_modules/d3-format/src/formatRounded.js</a:t>
            </a:r>
          </a:p>
          <a:p>
            <a:pPr>
              <a:defRPr sz="1200"/>
            </a:pPr>
            <a:r>
              <a:t>D:/pasar_fix/node_modules/.bun/d3-format@3.1.2/node_modules/d3-format/src/formatSpecifier.js</a:t>
            </a:r>
          </a:p>
          <a:p>
            <a:pPr>
              <a:defRPr sz="1200"/>
            </a:pPr>
            <a:r>
              <a:t>D:/pasar_fix/node_modules/.bun/d3-format@3.1.2/node_modules/d3-format/src/formatTrim.js</a:t>
            </a:r>
          </a:p>
          <a:p>
            <a:pPr>
              <a:defRPr sz="1200"/>
            </a:pPr>
            <a:r>
              <a:t>D:/pasar_fix/node_modules/.bun/d3-format@3.1.2/node_modules/d3-format/src/formatTypes.js</a:t>
            </a:r>
          </a:p>
          <a:p>
            <a:pPr>
              <a:defRPr sz="1200"/>
            </a:pPr>
            <a:r>
              <a:t>D:/pasar_fix/node_modules/.bun/d3-format@3.1.2/node_modules/d3-format/src/identity.js</a:t>
            </a:r>
          </a:p>
          <a:p>
            <a:pPr>
              <a:defRPr sz="1200"/>
            </a:pPr>
            <a:r>
              <a:t>D:/pasar_fix/node_modules/.bun/d3-format@3.1.2/node_modules/d3-format/src/index.js</a:t>
            </a:r>
          </a:p>
          <a:p>
            <a:pPr>
              <a:defRPr sz="1200"/>
            </a:pPr>
            <a:r>
              <a:t>D:/pasar_fix/node_modules/.bun/d3-format@3.1.2/node_modules/d3-format/src/locale.js</a:t>
            </a:r>
          </a:p>
          <a:p>
            <a:pPr>
              <a:defRPr sz="1200"/>
            </a:pPr>
            <a:r>
              <a:t>D:/pasar_fix/node_modules/.bun/d3-format@3.1.2/node_modules/d3-format/src/precisionFixed.js</a:t>
            </a:r>
          </a:p>
          <a:p>
            <a:pPr>
              <a:defRPr sz="1200"/>
            </a:pPr>
            <a:r>
              <a:t>D:/pasar_fix/node_modules/.bun/d3-format@3.1.2/node_modules/d3-format/src/precisionPrefix.js</a:t>
            </a:r>
          </a:p>
          <a:p>
            <a:pPr>
              <a:defRPr sz="1200"/>
            </a:pPr>
            <a:r>
              <a:t>D:/pasar_fix/node_modules/.bun/d3-format@3.1.2/node_modules/d3-format/src/precisionRound.js</a:t>
            </a:r>
          </a:p>
          <a:p>
            <a:pPr>
              <a:defRPr sz="1200"/>
            </a:pPr>
            <a:r>
              <a:t>D:/pasar_fix/node_modules/.bun/d3-geo@3.1.1/node_modules/d3-geo/LICENSE</a:t>
            </a:r>
          </a:p>
          <a:p>
            <a:pPr>
              <a:defRPr sz="1200"/>
            </a:pPr>
            <a:r>
              <a:t>D:/pasar_fix/node_modules/.bun/d3-geo@3.1.1/node_modules/d3-geo/package.json</a:t>
            </a:r>
          </a:p>
          <a:p>
            <a:pPr>
              <a:defRPr sz="1200"/>
            </a:pPr>
            <a:r>
              <a:t>D:/pasar_fix/node_modules/.bun/d3-geo@3.1.1/node_modules/d3-geo/README.md</a:t>
            </a:r>
          </a:p>
          <a:p>
            <a:pPr>
              <a:defRPr sz="1200"/>
            </a:pPr>
            <a:r>
              <a:t>D:/pasar_fix/node_modules/.bun/d3-geo@3.1.1/node_modules/d3-geo/dist/d3-geo.js</a:t>
            </a:r>
          </a:p>
          <a:p>
            <a:pPr>
              <a:defRPr sz="1200"/>
            </a:pPr>
            <a:r>
              <a:t>D:/pasar_fix/node_modules/.bun/d3-geo@3.1.1/node_modules/d3-geo/dist/d3-geo.min.js</a:t>
            </a:r>
          </a:p>
          <a:p>
            <a:pPr>
              <a:defRPr sz="1200"/>
            </a:pPr>
            <a:r>
              <a:t>D:/pasar_fix/node_modules/.bun/d3-geo@3.1.1/node_modules/d3-geo/src/area.js</a:t>
            </a:r>
          </a:p>
          <a:p>
            <a:pPr>
              <a:defRPr sz="1200"/>
            </a:pPr>
            <a:r>
              <a:t>D:/pasar_fix/node_modules/.bun/d3-geo@3.1.1/node_modules/d3-geo/src/bounds.js</a:t>
            </a:r>
          </a:p>
          <a:p>
            <a:pPr>
              <a:defRPr sz="1200"/>
            </a:pPr>
            <a:r>
              <a:t>D:/pasar_fix/node_modules/.bun/d3-geo@3.1.1/node_modules/d3-geo/src/cartesian.js</a:t>
            </a:r>
          </a:p>
          <a:p>
            <a:pPr>
              <a:defRPr sz="1200"/>
            </a:pPr>
            <a:r>
              <a:t>D:/pasar_fix/node_modules/.bun/d3-geo@3.1.1/node_modules/d3-geo/src/centroid.js</a:t>
            </a:r>
          </a:p>
          <a:p>
            <a:pPr>
              <a:defRPr sz="1200"/>
            </a:pPr>
            <a:r>
              <a:t>D:/pasar_fix/node_modules/.bun/d3-geo@3.1.1/node_modules/d3-geo/src/circle.js</a:t>
            </a:r>
          </a:p>
          <a:p>
            <a:pPr>
              <a:defRPr sz="1200"/>
            </a:pPr>
            <a:r>
              <a:t>D:/pasar_fix/node_modules/.bun/d3-geo@3.1.1/node_modules/d3-geo/src/compose.js</a:t>
            </a:r>
          </a:p>
          <a:p>
            <a:pPr>
              <a:defRPr sz="1200"/>
            </a:pPr>
            <a:r>
              <a:t>D:/pasar_fix/node_modules/.bun/d3-geo@3.1.1/node_modules/d3-geo/src/constant.js</a:t>
            </a:r>
          </a:p>
          <a:p>
            <a:pPr>
              <a:defRPr sz="1200"/>
            </a:pPr>
            <a:r>
              <a:t>D:/pasar_fix/node_modules/.bun/d3-geo@3.1.1/node_modules/d3-geo/src/contains.js</a:t>
            </a:r>
          </a:p>
          <a:p>
            <a:pPr>
              <a:defRPr sz="1200"/>
            </a:pPr>
            <a:r>
              <a:t>D:/pasar_fix/node_modules/.bun/d3-geo@3.1.1/node_modules/d3-geo/src/distance.js</a:t>
            </a:r>
          </a:p>
          <a:p>
            <a:pPr>
              <a:defRPr sz="1200"/>
            </a:pPr>
            <a:r>
              <a:t>D:/pasar_fix/node_modules/.bun/d3-geo@3.1.1/node_modules/d3-geo/src/graticule.js</a:t>
            </a:r>
          </a:p>
          <a:p>
            <a:pPr>
              <a:defRPr sz="1200"/>
            </a:pPr>
            <a:r>
              <a:t>D:/pasar_fix/node_modules/.bun/d3-geo@3.1.1/node_modules/d3-geo/src/identity.js</a:t>
            </a:r>
          </a:p>
          <a:p>
            <a:pPr>
              <a:defRPr sz="1200"/>
            </a:pPr>
            <a:r>
              <a:t>D:/pasar_fix/node_modules/.bun/d3-geo@3.1.1/node_modules/d3-geo/src/index.js</a:t>
            </a:r>
          </a:p>
          <a:p>
            <a:pPr>
              <a:defRPr sz="1200"/>
            </a:pPr>
            <a:r>
              <a:t>D:/pasar_fix/node_modules/.bun/d3-geo@3.1.1/node_modules/d3-geo/src/interpolate.js</a:t>
            </a:r>
          </a:p>
          <a:p>
            <a:pPr>
              <a:defRPr sz="1200"/>
            </a:pPr>
            <a:r>
              <a:t>D:/pasar_fix/node_modules/.bun/d3-geo@3.1.1/node_modules/d3-geo/src/length.js</a:t>
            </a:r>
          </a:p>
          <a:p>
            <a:pPr>
              <a:defRPr sz="1200"/>
            </a:pPr>
            <a:r>
              <a:t>D:/pasar_fix/node_modules/.bun/d3-geo@3.1.1/node_modules/d3-geo/src/math.js</a:t>
            </a:r>
          </a:p>
          <a:p>
            <a:pPr>
              <a:defRPr sz="1200"/>
            </a:pPr>
            <a:r>
              <a:t>D:/pasar_fix/node_modules/.bun/d3-geo@3.1.1/node_modules/d3-geo/src/noop.js</a:t>
            </a:r>
          </a:p>
          <a:p>
            <a:pPr>
              <a:defRPr sz="1200"/>
            </a:pPr>
            <a:r>
              <a:t>D:/pasar_fix/node_modules/.bun/d3-geo@3.1.1/node_modules/d3-geo/src/pointEqual.js</a:t>
            </a:r>
          </a:p>
          <a:p>
            <a:pPr>
              <a:defRPr sz="1200"/>
            </a:pPr>
            <a:r>
              <a:t>D:/pasar_fix/node_modules/.bun/d3-geo@3.1.1/node_modules/d3-geo/src/polygonContains.js</a:t>
            </a:r>
          </a:p>
          <a:p>
            <a:pPr>
              <a:defRPr sz="1200"/>
            </a:pPr>
            <a:r>
              <a:t>D:/pasar_fix/node_modules/.bun/d3-geo@3.1.1/node_modules/d3-geo/src/rotation.js</a:t>
            </a:r>
          </a:p>
          <a:p>
            <a:pPr>
              <a:defRPr sz="1200"/>
            </a:pPr>
            <a:r>
              <a:t>D:/pasar_fix/node_modules/.bun/d3-geo@3.1.1/node_modules/d3-geo/src/stream.js</a:t>
            </a:r>
          </a:p>
          <a:p>
            <a:pPr>
              <a:defRPr sz="1200"/>
            </a:pPr>
            <a:r>
              <a:t>D:/pasar_fix/node_modules/.bun/d3-geo@3.1.1/node_modules/d3-geo/src/transform.js</a:t>
            </a:r>
          </a:p>
          <a:p>
            <a:pPr>
              <a:defRPr sz="1200"/>
            </a:pPr>
            <a:r>
              <a:t>D:/pasar_fix/node_modules/.bun/d3-geo@3.1.1/node_modules/d3-geo/src/clip/antimeridian.js</a:t>
            </a:r>
          </a:p>
          <a:p>
            <a:pPr>
              <a:defRPr sz="1200"/>
            </a:pPr>
            <a:r>
              <a:t>D:/pasar_fix/node_modules/.bun/d3-geo@3.1.1/node_modules/d3-geo/src/clip/buffer.js</a:t>
            </a:r>
          </a:p>
          <a:p>
            <a:pPr>
              <a:defRPr sz="1200"/>
            </a:pPr>
            <a:r>
              <a:t>D:/pasar_fix/node_modules/.bun/d3-geo@3.1.1/node_modules/d3-geo/src/clip/circle.js</a:t>
            </a:r>
          </a:p>
          <a:p>
            <a:pPr>
              <a:defRPr sz="1200"/>
            </a:pPr>
            <a:r>
              <a:t>D:/pasar_fix/node_modules/.bun/d3-geo@3.1.1/node_modules/d3-geo/src/clip/extent.js</a:t>
            </a:r>
          </a:p>
          <a:p>
            <a:pPr>
              <a:defRPr sz="1200"/>
            </a:pPr>
            <a:r>
              <a:t>D:/pasar_fix/node_modules/.bun/d3-geo@3.1.1/node_modules/d3-geo/src/clip/index.js</a:t>
            </a:r>
          </a:p>
          <a:p>
            <a:pPr>
              <a:defRPr sz="1200"/>
            </a:pPr>
            <a:r>
              <a:t>D:/pasar_fix/node_modules/.bun/d3-geo@3.1.1/node_modules/d3-geo/src/clip/line.js</a:t>
            </a:r>
          </a:p>
          <a:p>
            <a:pPr>
              <a:defRPr sz="1200"/>
            </a:pPr>
            <a:r>
              <a:t>D:/pasar_fix/node_modules/.bun/d3-geo@3.1.1/node_modules/d3-geo/src/clip/rectangle.js</a:t>
            </a:r>
          </a:p>
          <a:p>
            <a:pPr>
              <a:defRPr sz="1200"/>
            </a:pPr>
            <a:r>
              <a:t>D:/pasar_fix/node_modules/.bun/d3-geo@3.1.1/node_modules/d3-geo/src/clip/rejoin.js</a:t>
            </a:r>
          </a:p>
          <a:p>
            <a:pPr>
              <a:defRPr sz="1200"/>
            </a:pPr>
            <a:r>
              <a:t>D:/pasar_fix/node_modules/.bun/d3-geo@3.1.1/node_modules/d3-geo/src/path/area.js</a:t>
            </a:r>
          </a:p>
          <a:p>
            <a:pPr>
              <a:defRPr sz="1200"/>
            </a:pPr>
            <a:r>
              <a:t>D:/pasar_fix/node_modules/.bun/d3-geo@3.1.1/node_modules/d3-geo/src/path/bounds.js</a:t>
            </a:r>
          </a:p>
          <a:p>
            <a:pPr>
              <a:defRPr sz="1200"/>
            </a:pPr>
            <a:r>
              <a:t>D:/pasar_fix/node_modules/.bun/d3-geo@3.1.1/node_modules/d3-geo/src/path/centroid.js</a:t>
            </a:r>
          </a:p>
          <a:p>
            <a:pPr>
              <a:defRPr sz="1200"/>
            </a:pPr>
            <a:r>
              <a:t>D:/pasar_fix/node_modules/.bun/d3-geo@3.1.1/node_modules/d3-geo/src/path/context.js</a:t>
            </a:r>
          </a:p>
          <a:p>
            <a:pPr>
              <a:defRPr sz="1200"/>
            </a:pPr>
            <a:r>
              <a:t>D:/pasar_fix/node_modules/.bun/d3-geo@3.1.1/node_modules/d3-geo/src/path/index.js</a:t>
            </a:r>
          </a:p>
          <a:p>
            <a:pPr>
              <a:defRPr sz="1200"/>
            </a:pPr>
            <a:r>
              <a:t>D:/pasar_fix/node_modules/.bun/d3-geo@3.1.1/node_modules/d3-geo/src/path/measure.js</a:t>
            </a:r>
          </a:p>
          <a:p>
            <a:pPr>
              <a:defRPr sz="1200"/>
            </a:pPr>
            <a:r>
              <a:t>D:/pasar_fix/node_modules/.bun/d3-geo@3.1.1/node_modules/d3-geo/src/path/string.js</a:t>
            </a:r>
          </a:p>
          <a:p>
            <a:pPr>
              <a:defRPr sz="1200"/>
            </a:pPr>
            <a:r>
              <a:t>D:/pasar_fix/node_modules/.bun/d3-geo@3.1.1/node_modules/d3-geo/src/projection/albers.js</a:t>
            </a:r>
          </a:p>
          <a:p>
            <a:pPr>
              <a:defRPr sz="1200"/>
            </a:pPr>
            <a:r>
              <a:t>D:/pasar_fix/node_modules/.bun/d3-geo@3.1.1/node_modules/d3-geo/src/projection/albersUsa.js</a:t>
            </a:r>
          </a:p>
          <a:p>
            <a:pPr>
              <a:defRPr sz="1200"/>
            </a:pPr>
            <a:r>
              <a:t>D:/pasar_fix/node_modules/.bun/d3-geo@3.1.1/node_modules/d3-geo/src/projection/azimuthal.js</a:t>
            </a:r>
          </a:p>
          <a:p>
            <a:pPr>
              <a:defRPr sz="1200"/>
            </a:pPr>
            <a:r>
              <a:t>D:/pasar_fix/node_modules/.bun/d3-geo@3.1.1/node_modules/d3-geo/src/projection/azimuthalEqualArea.js</a:t>
            </a:r>
          </a:p>
          <a:p>
            <a:pPr>
              <a:defRPr sz="1200"/>
            </a:pPr>
            <a:r>
              <a:t>D:/pasar_fix/node_modules/.bun/d3-geo@3.1.1/node_modules/d3-geo/src/projection/azimuthalEquidistant.js</a:t>
            </a:r>
          </a:p>
          <a:p>
            <a:pPr>
              <a:defRPr sz="1200"/>
            </a:pPr>
            <a:r>
              <a:t>D:/pasar_fix/node_modules/.bun/d3-geo@3.1.1/node_modules/d3-geo/src/projection/conic.js</a:t>
            </a:r>
          </a:p>
          <a:p>
            <a:pPr>
              <a:defRPr sz="1200"/>
            </a:pPr>
            <a:r>
              <a:t>D:/pasar_fix/node_modules/.bun/d3-geo@3.1.1/node_modules/d3-geo/src/projection/conicConformal.js</a:t>
            </a:r>
          </a:p>
          <a:p>
            <a:pPr>
              <a:defRPr sz="1200"/>
            </a:pPr>
            <a:r>
              <a:t>D:/pasar_fix/node_modules/.bun/d3-geo@3.1.1/node_modules/d3-geo/src/projection/conicEqualArea.js</a:t>
            </a:r>
          </a:p>
          <a:p>
            <a:pPr>
              <a:defRPr sz="1200"/>
            </a:pPr>
            <a:r>
              <a:t>D:/pasar_fix/node_modules/.bun/d3-geo@3.1.1/node_modules/d3-geo/src/projection/conicEquidistant.js</a:t>
            </a:r>
          </a:p>
          <a:p>
            <a:pPr>
              <a:defRPr sz="1200"/>
            </a:pPr>
            <a:r>
              <a:t>D:/pasar_fix/node_modules/.bun/d3-geo@3.1.1/node_modules/d3-geo/src/projection/cylindricalEqualArea.js</a:t>
            </a:r>
          </a:p>
          <a:p>
            <a:pPr>
              <a:defRPr sz="1200"/>
            </a:pPr>
            <a:r>
              <a:t>D:/pasar_fix/node_modules/.bun/d3-geo@3.1.1/node_modules/d3-geo/src/projection/equalEarth.js</a:t>
            </a:r>
          </a:p>
          <a:p>
            <a:pPr>
              <a:defRPr sz="1200"/>
            </a:pPr>
            <a:r>
              <a:t>D:/pasar_fix/node_modules/.bun/d3-geo@3.1.1/node_modules/d3-geo/src/projection/equirectangular.js</a:t>
            </a:r>
          </a:p>
          <a:p>
            <a:pPr>
              <a:defRPr sz="1200"/>
            </a:pPr>
            <a:r>
              <a:t>D:/pasar_fix/node_modules/.bun/d3-geo@3.1.1/node_modules/d3-geo/src/projection/fit.js</a:t>
            </a:r>
          </a:p>
          <a:p>
            <a:pPr>
              <a:defRPr sz="1200"/>
            </a:pPr>
            <a:r>
              <a:t>D:/pasar_fix/node_modules/.bun/d3-geo@3.1.1/node_modules/d3-geo/src/projection/gnomonic.js</a:t>
            </a:r>
          </a:p>
          <a:p>
            <a:pPr>
              <a:defRPr sz="1200"/>
            </a:pPr>
            <a:r>
              <a:t>D:/pasar_fix/node_modules/.bun/d3-geo@3.1.1/node_modules/d3-geo/src/projection/identity.js</a:t>
            </a:r>
          </a:p>
          <a:p>
            <a:pPr>
              <a:defRPr sz="1200"/>
            </a:pPr>
            <a:r>
              <a:t>D:/pasar_fix/node_modules/.bun/d3-geo@3.1.1/node_modules/d3-geo/src/projection/index.js</a:t>
            </a:r>
          </a:p>
          <a:p>
            <a:pPr>
              <a:defRPr sz="1200"/>
            </a:pPr>
            <a:r>
              <a:t>D:/pasar_fix/node_modules/.bun/d3-geo@3.1.1/node_modules/d3-geo/src/projection/mercator.js</a:t>
            </a:r>
          </a:p>
          <a:p>
            <a:pPr>
              <a:defRPr sz="1200"/>
            </a:pPr>
            <a:r>
              <a:t>D:/pasar_fix/node_modules/.bun/d3-geo@3.1.1/node_modules/d3-geo/src/projection/naturalEarth1.js</a:t>
            </a:r>
          </a:p>
          <a:p>
            <a:pPr>
              <a:defRPr sz="1200"/>
            </a:pPr>
            <a:r>
              <a:t>D:/pasar_fix/node_modules/.bun/d3-geo@3.1.1/node_modules/d3-geo/src/projection/orthographic.js</a:t>
            </a:r>
          </a:p>
          <a:p>
            <a:pPr>
              <a:defRPr sz="1200"/>
            </a:pPr>
            <a:r>
              <a:t>D:/pasar_fix/node_modules/.bun/d3-geo@3.1.1/node_modules/d3-geo/src/projection/resample.js</a:t>
            </a:r>
          </a:p>
          <a:p>
            <a:pPr>
              <a:defRPr sz="1200"/>
            </a:pPr>
            <a:r>
              <a:t>D:/pasar_fix/node_modules/.bun/d3-geo@3.1.1/node_modules/d3-geo/src/projection/stereographic.js</a:t>
            </a:r>
          </a:p>
          <a:p>
            <a:pPr>
              <a:defRPr sz="1200"/>
            </a:pPr>
            <a:r>
              <a:t>D:/pasar_fix/node_modules/.bun/d3-geo@3.1.1/node_modules/d3-geo/src/projection/transverseMercator.js</a:t>
            </a:r>
          </a:p>
          <a:p>
            <a:pPr>
              <a:defRPr sz="1200"/>
            </a:pPr>
            <a:r>
              <a:t>D:/pasar_fix/node_modules/.bun/d3-hierarchy@3.1.2/node_modules/d3-hierarchy/LICENSE</a:t>
            </a:r>
          </a:p>
          <a:p>
            <a:pPr>
              <a:defRPr sz="1200"/>
            </a:pPr>
            <a:r>
              <a:t>D:/pasar_fix/node_modules/.bun/d3-hierarchy@3.1.2/node_modules/d3-hierarchy/package.json</a:t>
            </a:r>
          </a:p>
          <a:p>
            <a:pPr>
              <a:defRPr sz="1200"/>
            </a:pPr>
            <a:r>
              <a:t>D:/pasar_fix/node_modules/.bun/d3-hierarchy@3.1.2/node_modules/d3-hierarchy/README.md</a:t>
            </a:r>
          </a:p>
          <a:p>
            <a:pPr>
              <a:defRPr sz="1200"/>
            </a:pPr>
            <a:r>
              <a:t>D:/pasar_fix/node_modules/.bun/d3-hierarchy@3.1.2/node_modules/d3-hierarchy/dist/d3-hierarchy.js</a:t>
            </a:r>
          </a:p>
          <a:p>
            <a:pPr>
              <a:defRPr sz="1200"/>
            </a:pPr>
            <a:r>
              <a:t>D:/pasar_fix/node_modules/.bun/d3-hierarchy@3.1.2/node_modules/d3-hierarchy/dist/d3-hierarchy.min.js</a:t>
            </a:r>
          </a:p>
          <a:p>
            <a:pPr>
              <a:defRPr sz="1200"/>
            </a:pPr>
            <a:r>
              <a:t>D:/pasar_fix/node_modules/.bun/d3-hierarchy@3.1.2/node_modules/d3-hierarchy/src/accessors.js</a:t>
            </a:r>
          </a:p>
          <a:p>
            <a:pPr>
              <a:defRPr sz="1200"/>
            </a:pPr>
            <a:r>
              <a:t>D:/pasar_fix/node_modules/.bun/d3-hierarchy@3.1.2/node_modules/d3-hierarchy/src/array.js</a:t>
            </a:r>
          </a:p>
          <a:p>
            <a:pPr>
              <a:defRPr sz="1200"/>
            </a:pPr>
            <a:r>
              <a:t>D:/pasar_fix/node_modules/.bun/d3-hierarchy@3.1.2/node_modules/d3-hierarchy/src/cluster.js</a:t>
            </a:r>
          </a:p>
          <a:p>
            <a:pPr>
              <a:defRPr sz="1200"/>
            </a:pPr>
            <a:r>
              <a:t>D:/pasar_fix/node_modules/.bun/d3-hierarchy@3.1.2/node_modules/d3-hierarchy/src/constant.js</a:t>
            </a:r>
          </a:p>
          <a:p>
            <a:pPr>
              <a:defRPr sz="1200"/>
            </a:pPr>
            <a:r>
              <a:t>D:/pasar_fix/node_modules/.bun/d3-hierarchy@3.1.2/node_modules/d3-hierarchy/src/index.js</a:t>
            </a:r>
          </a:p>
          <a:p>
            <a:pPr>
              <a:defRPr sz="1200"/>
            </a:pPr>
            <a:r>
              <a:t>D:/pasar_fix/node_modules/.bun/d3-hierarchy@3.1.2/node_modules/d3-hierarchy/src/lcg.js</a:t>
            </a:r>
          </a:p>
          <a:p>
            <a:pPr>
              <a:defRPr sz="1200"/>
            </a:pPr>
            <a:r>
              <a:t>D:/pasar_fix/node_modules/.bun/d3-hierarchy@3.1.2/node_modules/d3-hierarchy/src/partition.js</a:t>
            </a:r>
          </a:p>
          <a:p>
            <a:pPr>
              <a:defRPr sz="1200"/>
            </a:pPr>
            <a:r>
              <a:t>D:/pasar_fix/node_modules/.bun/d3-hierarchy@3.1.2/node_modules/d3-hierarchy/src/stratify.js</a:t>
            </a:r>
          </a:p>
          <a:p>
            <a:pPr>
              <a:defRPr sz="1200"/>
            </a:pPr>
            <a:r>
              <a:t>D:/pasar_fix/node_modules/.bun/d3-hierarchy@3.1.2/node_modules/d3-hierarchy/src/tree.js</a:t>
            </a:r>
          </a:p>
          <a:p>
            <a:pPr>
              <a:defRPr sz="1200"/>
            </a:pPr>
            <a:r>
              <a:t>D:/pasar_fix/node_modules/.bun/d3-hierarchy@3.1.2/node_modules/d3-hierarchy/src/hierarchy/ancestors.js</a:t>
            </a:r>
          </a:p>
          <a:p>
            <a:pPr>
              <a:defRPr sz="1200"/>
            </a:pPr>
            <a:r>
              <a:t>D:/pasar_fix/node_modules/.bun/d3-hierarchy@3.1.2/node_modules/d3-hierarchy/src/hierarchy/count.js</a:t>
            </a:r>
          </a:p>
          <a:p>
            <a:pPr>
              <a:defRPr sz="1200"/>
            </a:pPr>
            <a:r>
              <a:t>D:/pasar_fix/node_modules/.bun/d3-hierarchy@3.1.2/node_modules/d3-hierarchy/src/hierarchy/descendants.js</a:t>
            </a:r>
          </a:p>
          <a:p>
            <a:pPr>
              <a:defRPr sz="1200"/>
            </a:pPr>
            <a:r>
              <a:t>D:/pasar_fix/node_modules/.bun/d3-hierarchy@3.1.2/node_modules/d3-hierarchy/src/hierarchy/each.js</a:t>
            </a:r>
          </a:p>
          <a:p>
            <a:pPr>
              <a:defRPr sz="1200"/>
            </a:pPr>
            <a:r>
              <a:t>D:/pasar_fix/node_modules/.bun/d3-hierarchy@3.1.2/node_modules/d3-hierarchy/src/hierarchy/eachAfter.js</a:t>
            </a:r>
          </a:p>
          <a:p>
            <a:pPr>
              <a:defRPr sz="1200"/>
            </a:pPr>
            <a:r>
              <a:t>D:/pasar_fix/node_modules/.bun/d3-hierarchy@3.1.2/node_modules/d3-hierarchy/src/hierarchy/eachBefore.js</a:t>
            </a:r>
          </a:p>
          <a:p>
            <a:pPr>
              <a:defRPr sz="1200"/>
            </a:pPr>
            <a:r>
              <a:t>D:/pasar_fix/node_modules/.bun/d3-hierarchy@3.1.2/node_modules/d3-hierarchy/src/hierarchy/find.js</a:t>
            </a:r>
          </a:p>
          <a:p>
            <a:pPr>
              <a:defRPr sz="1200"/>
            </a:pPr>
            <a:r>
              <a:t>D:/pasar_fix/node_modules/.bun/d3-hierarchy@3.1.2/node_modules/d3-hierarchy/src/hierarchy/index.js</a:t>
            </a:r>
          </a:p>
          <a:p>
            <a:pPr>
              <a:defRPr sz="1200"/>
            </a:pPr>
            <a:r>
              <a:t>D:/pasar_fix/node_modules/.bun/d3-hierarchy@3.1.2/node_modules/d3-hierarchy/src/hierarchy/iterator.js</a:t>
            </a:r>
          </a:p>
          <a:p>
            <a:pPr>
              <a:defRPr sz="1200"/>
            </a:pPr>
            <a:r>
              <a:t>D:/pasar_fix/node_modules/.bun/d3-hierarchy@3.1.2/node_modules/d3-hierarchy/src/hierarchy/leaves.js</a:t>
            </a:r>
          </a:p>
          <a:p>
            <a:pPr>
              <a:defRPr sz="1200"/>
            </a:pPr>
            <a:r>
              <a:t>D:/pasar_fix/node_modules/.bun/d3-hierarchy@3.1.2/node_modules/d3-hierarchy/src/hierarchy/links.js</a:t>
            </a:r>
          </a:p>
          <a:p>
            <a:pPr>
              <a:defRPr sz="1200"/>
            </a:pPr>
            <a:r>
              <a:t>D:/pasar_fix/node_modules/.bun/d3-hierarchy@3.1.2/node_modules/d3-hierarchy/src/hierarchy/path.js</a:t>
            </a:r>
          </a:p>
          <a:p>
            <a:pPr>
              <a:defRPr sz="1200"/>
            </a:pPr>
            <a:r>
              <a:t>D:/pasar_fix/node_modules/.bun/d3-hierarchy@3.1.2/node_modules/d3-hierarchy/src/hierarchy/sort.js</a:t>
            </a:r>
          </a:p>
          <a:p>
            <a:pPr>
              <a:defRPr sz="1200"/>
            </a:pPr>
            <a:r>
              <a:t>D:/pasar_fix/node_modules/.bun/d3-hierarchy@3.1.2/node_modules/d3-hierarchy/src/hierarchy/sum.js</a:t>
            </a:r>
          </a:p>
          <a:p>
            <a:pPr>
              <a:defRPr sz="1200"/>
            </a:pPr>
            <a:r>
              <a:t>D:/pasar_fix/node_modules/.bun/d3-hierarchy@3.1.2/node_modules/d3-hierarchy/src/pack/enclose.js</a:t>
            </a:r>
          </a:p>
          <a:p>
            <a:pPr>
              <a:defRPr sz="1200"/>
            </a:pPr>
            <a:r>
              <a:t>D:/pasar_fix/node_modules/.bun/d3-hierarchy@3.1.2/node_modules/d3-hierarchy/src/pack/index.js</a:t>
            </a:r>
          </a:p>
          <a:p>
            <a:pPr>
              <a:defRPr sz="1200"/>
            </a:pPr>
            <a:r>
              <a:t>D:/pasar_fix/node_modules/.bun/d3-hierarchy@3.1.2/node_modules/d3-hierarchy/src/pack/siblings.js</a:t>
            </a:r>
          </a:p>
          <a:p>
            <a:pPr>
              <a:defRPr sz="1200"/>
            </a:pPr>
            <a:r>
              <a:t>D:/pasar_fix/node_modules/.bun/d3-hierarchy@3.1.2/node_modules/d3-hierarchy/src/treemap/binary.js</a:t>
            </a:r>
          </a:p>
          <a:p>
            <a:pPr>
              <a:defRPr sz="1200"/>
            </a:pPr>
            <a:r>
              <a:t>D:/pasar_fix/node_modules/.bun/d3-hierarchy@3.1.2/node_modules/d3-hierarchy/src/treemap/dice.js</a:t>
            </a:r>
          </a:p>
          <a:p>
            <a:pPr>
              <a:defRPr sz="1200"/>
            </a:pPr>
            <a:r>
              <a:t>D:/pasar_fix/node_modules/.bun/d3-hierarchy@3.1.2/node_modules/d3-hierarchy/src/treemap/index.js</a:t>
            </a:r>
          </a:p>
          <a:p>
            <a:pPr>
              <a:defRPr sz="1200"/>
            </a:pPr>
            <a:r>
              <a:t>D:/pasar_fix/node_modules/.bun/d3-hierarchy@3.1.2/node_modules/d3-hierarchy/src/treemap/resquarify.js</a:t>
            </a:r>
          </a:p>
          <a:p>
            <a:pPr>
              <a:defRPr sz="1200"/>
            </a:pPr>
            <a:r>
              <a:t>D:/pasar_fix/node_modules/.bun/d3-hierarchy@3.1.2/node_modules/d3-hierarchy/src/treemap/round.js</a:t>
            </a:r>
          </a:p>
          <a:p>
            <a:pPr>
              <a:defRPr sz="1200"/>
            </a:pPr>
            <a:r>
              <a:t>D:/pasar_fix/node_modules/.bun/d3-hierarchy@3.1.2/node_modules/d3-hierarchy/src/treemap/slice.js</a:t>
            </a:r>
          </a:p>
          <a:p>
            <a:pPr>
              <a:defRPr sz="1200"/>
            </a:pPr>
            <a:r>
              <a:t>D:/pasar_fix/node_modules/.bun/d3-hierarchy@3.1.2/node_modules/d3-hierarchy/src/treemap/sliceDice.js</a:t>
            </a:r>
          </a:p>
          <a:p>
            <a:pPr>
              <a:defRPr sz="1200"/>
            </a:pPr>
            <a:r>
              <a:t>D:/pasar_fix/node_modules/.bun/d3-hierarchy@3.1.2/node_modules/d3-hierarchy/src/treemap/squarify.js</a:t>
            </a:r>
          </a:p>
          <a:p>
            <a:pPr>
              <a:defRPr sz="1200"/>
            </a:pPr>
            <a:r>
              <a:t>D:/pasar_fix/node_modules/.bun/d3-interpolate@3.0.1/node_modules/d3-interpolate/LICENSE</a:t>
            </a:r>
          </a:p>
          <a:p>
            <a:pPr>
              <a:defRPr sz="1200"/>
            </a:pPr>
            <a:r>
              <a:t>D:/pasar_fix/node_modules/.bun/d3-interpolate@3.0.1/node_modules/d3-interpolate/package.json</a:t>
            </a:r>
          </a:p>
          <a:p>
            <a:pPr>
              <a:defRPr sz="1200"/>
            </a:pPr>
            <a:r>
              <a:t>D:/pasar_fix/node_modules/.bun/d3-interpolate@3.0.1/node_modules/d3-interpolate/README.md</a:t>
            </a:r>
          </a:p>
          <a:p>
            <a:pPr>
              <a:defRPr sz="1200"/>
            </a:pPr>
            <a:r>
              <a:t>D:/pasar_fix/node_modules/.bun/d3-interpolate@3.0.1/node_modules/d3-interpolate/dist/d3-interpolate.js</a:t>
            </a:r>
          </a:p>
          <a:p>
            <a:pPr>
              <a:defRPr sz="1200"/>
            </a:pPr>
            <a:r>
              <a:t>D:/pasar_fix/node_modules/.bun/d3-interpolate@3.0.1/node_modules/d3-interpolate/dist/d3-interpolate.min.js</a:t>
            </a:r>
          </a:p>
          <a:p>
            <a:pPr>
              <a:defRPr sz="1200"/>
            </a:pPr>
            <a:r>
              <a:t>D:/pasar_fix/node_modules/.bun/d3-interpolate@3.0.1/node_modules/d3-interpolate/src/array.js</a:t>
            </a:r>
          </a:p>
          <a:p>
            <a:pPr>
              <a:defRPr sz="1200"/>
            </a:pPr>
            <a:r>
              <a:t>D:/pasar_fix/node_modules/.bun/d3-interpolate@3.0.1/node_modules/d3-interpolate/src/basis.js</a:t>
            </a:r>
          </a:p>
          <a:p>
            <a:pPr>
              <a:defRPr sz="1200"/>
            </a:pPr>
            <a:r>
              <a:t>D:/pasar_fix/node_modules/.bun/d3-interpolate@3.0.1/node_modules/d3-interpolate/src/basisClosed.js</a:t>
            </a:r>
          </a:p>
          <a:p>
            <a:pPr>
              <a:defRPr sz="1200"/>
            </a:pPr>
            <a:r>
              <a:t>D:/pasar_fix/node_modules/.bun/d3-interpolate@3.0.1/node_modules/d3-interpolate/src/color.js</a:t>
            </a:r>
          </a:p>
          <a:p>
            <a:pPr>
              <a:defRPr sz="1200"/>
            </a:pPr>
            <a:r>
              <a:t>D:/pasar_fix/node_modules/.bun/d3-interpolate@3.0.1/node_modules/d3-interpolate/src/constant.js</a:t>
            </a:r>
          </a:p>
          <a:p>
            <a:pPr>
              <a:defRPr sz="1200"/>
            </a:pPr>
            <a:r>
              <a:t>D:/pasar_fix/node_modules/.bun/d3-interpolate@3.0.1/node_modules/d3-interpolate/src/cubehelix.js</a:t>
            </a:r>
          </a:p>
          <a:p>
            <a:pPr>
              <a:defRPr sz="1200"/>
            </a:pPr>
            <a:r>
              <a:t>D:/pasar_fix/node_modules/.bun/d3-interpolate@3.0.1/node_modules/d3-interpolate/src/date.js</a:t>
            </a:r>
          </a:p>
          <a:p>
            <a:pPr>
              <a:defRPr sz="1200"/>
            </a:pPr>
            <a:r>
              <a:t>D:/pasar_fix/node_modules/.bun/d3-interpolate@3.0.1/node_modules/d3-interpolate/src/discrete.js</a:t>
            </a:r>
          </a:p>
          <a:p>
            <a:pPr>
              <a:defRPr sz="1200"/>
            </a:pPr>
            <a:r>
              <a:t>D:/pasar_fix/node_modules/.bun/d3-interpolate@3.0.1/node_modules/d3-interpolate/src/hcl.js</a:t>
            </a:r>
          </a:p>
          <a:p>
            <a:pPr>
              <a:defRPr sz="1200"/>
            </a:pPr>
            <a:r>
              <a:t>D:/pasar_fix/node_modules/.bun/d3-interpolate@3.0.1/node_modules/d3-interpolate/src/hsl.js</a:t>
            </a:r>
          </a:p>
          <a:p>
            <a:pPr>
              <a:defRPr sz="1200"/>
            </a:pPr>
            <a:r>
              <a:t>D:/pasar_fix/node_modules/.bun/d3-interpolate@3.0.1/node_modules/d3-interpolate/src/hue.js</a:t>
            </a:r>
          </a:p>
          <a:p>
            <a:pPr>
              <a:defRPr sz="1200"/>
            </a:pPr>
            <a:r>
              <a:t>D:/pasar_fix/node_modules/.bun/d3-interpolate@3.0.1/node_modules/d3-interpolate/src/index.js</a:t>
            </a:r>
          </a:p>
          <a:p>
            <a:pPr>
              <a:defRPr sz="1200"/>
            </a:pPr>
            <a:r>
              <a:t>D:/pasar_fix/node_modules/.bun/d3-interpolate@3.0.1/node_modules/d3-interpolate/src/lab.js</a:t>
            </a:r>
          </a:p>
          <a:p>
            <a:pPr>
              <a:defRPr sz="1200"/>
            </a:pPr>
            <a:r>
              <a:t>D:/pasar_fix/node_modules/.bun/d3-interpolate@3.0.1/node_modules/d3-interpolate/src/number.js</a:t>
            </a:r>
          </a:p>
          <a:p>
            <a:pPr>
              <a:defRPr sz="1200"/>
            </a:pPr>
            <a:r>
              <a:t>D:/pasar_fix/node_modules/.bun/d3-interpolate@3.0.1/node_modules/d3-interpolate/src/numberArray.js</a:t>
            </a:r>
          </a:p>
          <a:p>
            <a:pPr>
              <a:defRPr sz="1200"/>
            </a:pPr>
            <a:r>
              <a:t>D:/pasar_fix/node_modules/.bun/d3-interpolate@3.0.1/node_modules/d3-interpolate/src/object.js</a:t>
            </a:r>
          </a:p>
          <a:p>
            <a:pPr>
              <a:defRPr sz="1200"/>
            </a:pPr>
            <a:r>
              <a:t>D:/pasar_fix/node_modules/.bun/d3-interpolate@3.0.1/node_modules/d3-interpolate/src/piecewise.js</a:t>
            </a:r>
          </a:p>
          <a:p>
            <a:pPr>
              <a:defRPr sz="1200"/>
            </a:pPr>
            <a:r>
              <a:t>D:/pasar_fix/node_modules/.bun/d3-interpolate@3.0.1/node_modules/d3-interpolate/src/quantize.js</a:t>
            </a:r>
          </a:p>
          <a:p>
            <a:pPr>
              <a:defRPr sz="1200"/>
            </a:pPr>
            <a:r>
              <a:t>D:/pasar_fix/node_modules/.bun/d3-interpolate@3.0.1/node_modules/d3-interpolate/src/rgb.js</a:t>
            </a:r>
          </a:p>
          <a:p>
            <a:pPr>
              <a:defRPr sz="1200"/>
            </a:pPr>
            <a:r>
              <a:t>D:/pasar_fix/node_modules/.bun/d3-interpolate@3.0.1/node_modules/d3-interpolate/src/round.js</a:t>
            </a:r>
          </a:p>
          <a:p>
            <a:pPr>
              <a:defRPr sz="1200"/>
            </a:pPr>
            <a:r>
              <a:t>D:/pasar_fix/node_modules/.bun/d3-interpolate@3.0.1/node_modules/d3-interpolate/src/string.js</a:t>
            </a:r>
          </a:p>
          <a:p>
            <a:pPr>
              <a:defRPr sz="1200"/>
            </a:pPr>
            <a:r>
              <a:t>D:/pasar_fix/node_modules/.bun/d3-interpolate@3.0.1/node_modules/d3-interpolate/src/value.js</a:t>
            </a:r>
          </a:p>
          <a:p>
            <a:pPr>
              <a:defRPr sz="1200"/>
            </a:pPr>
            <a:r>
              <a:t>D:/pasar_fix/node_modules/.bun/d3-interpolate@3.0.1/node_modules/d3-interpolate/src/zoom.js</a:t>
            </a:r>
          </a:p>
          <a:p>
            <a:pPr>
              <a:defRPr sz="1200"/>
            </a:pPr>
            <a:r>
              <a:t>D:/pasar_fix/node_modules/.bun/d3-interpolate@3.0.1/node_modules/d3-interpolate/src/transform/decompose.js</a:t>
            </a:r>
          </a:p>
          <a:p>
            <a:pPr>
              <a:defRPr sz="1200"/>
            </a:pPr>
            <a:r>
              <a:t>D:/pasar_fix/node_modules/.bun/d3-interpolate@3.0.1/node_modules/d3-interpolate/src/transform/index.js</a:t>
            </a:r>
          </a:p>
          <a:p>
            <a:pPr>
              <a:defRPr sz="1200"/>
            </a:pPr>
            <a:r>
              <a:t>D:/pasar_fix/node_modules/.bun/d3-interpolate@3.0.1/node_modules/d3-interpolate/src/transform/parse.js</a:t>
            </a:r>
          </a:p>
          <a:p>
            <a:pPr>
              <a:defRPr sz="1200"/>
            </a:pPr>
            <a:r>
              <a:t>D:/pasar_fix/node_modules/.bun/d3-path@1.0.9/node_modules/d3-path/LICENSE</a:t>
            </a:r>
          </a:p>
          <a:p>
            <a:pPr>
              <a:defRPr sz="1200"/>
            </a:pPr>
            <a:r>
              <a:t>D:/pasar_fix/node_modules/.bun/d3-path@1.0.9/node_modules/d3-path/package.json</a:t>
            </a:r>
          </a:p>
          <a:p>
            <a:pPr>
              <a:defRPr sz="1200"/>
            </a:pPr>
            <a:r>
              <a:t>D:/pasar_fix/node_modules/.bun/d3-path@1.0.9/node_modules/d3-path/README.md</a:t>
            </a:r>
          </a:p>
          <a:p>
            <a:pPr>
              <a:defRPr sz="1200"/>
            </a:pPr>
            <a:r>
              <a:t>D:/pasar_fix/node_modules/.bun/d3-path@1.0.9/node_modules/d3-path/dist/d3-path.js</a:t>
            </a:r>
          </a:p>
          <a:p>
            <a:pPr>
              <a:defRPr sz="1200"/>
            </a:pPr>
            <a:r>
              <a:t>D:/pasar_fix/node_modules/.bun/d3-path@1.0.9/node_modules/d3-path/dist/d3-path.min.js</a:t>
            </a:r>
          </a:p>
          <a:p>
            <a:pPr>
              <a:defRPr sz="1200"/>
            </a:pPr>
            <a:r>
              <a:t>D:/pasar_fix/node_modules/.bun/d3-path@1.0.9/node_modules/d3-path/src/index.js</a:t>
            </a:r>
          </a:p>
          <a:p>
            <a:pPr>
              <a:defRPr sz="1200"/>
            </a:pPr>
            <a:r>
              <a:t>D:/pasar_fix/node_modules/.bun/d3-path@1.0.9/node_modules/d3-path/src/path.js</a:t>
            </a:r>
          </a:p>
          <a:p>
            <a:pPr>
              <a:defRPr sz="1200"/>
            </a:pPr>
            <a:r>
              <a:t>D:/pasar_fix/node_modules/.bun/d3-path@3.1.0/node_modules/d3-path/LICENSE</a:t>
            </a:r>
          </a:p>
          <a:p>
            <a:pPr>
              <a:defRPr sz="1200"/>
            </a:pPr>
            <a:r>
              <a:t>D:/pasar_fix/node_modules/.bun/d3-path@3.1.0/node_modules/d3-path/package.json</a:t>
            </a:r>
          </a:p>
          <a:p>
            <a:pPr>
              <a:defRPr sz="1200"/>
            </a:pPr>
            <a:r>
              <a:t>D:/pasar_fix/node_modules/.bun/d3-path@3.1.0/node_modules/d3-path/README.md</a:t>
            </a:r>
          </a:p>
          <a:p>
            <a:pPr>
              <a:defRPr sz="1200"/>
            </a:pPr>
            <a:r>
              <a:t>D:/pasar_fix/node_modules/.bun/d3-path@3.1.0/node_modules/d3-path/dist/d3-path.js</a:t>
            </a:r>
          </a:p>
          <a:p>
            <a:pPr>
              <a:defRPr sz="1200"/>
            </a:pPr>
            <a:r>
              <a:t>D:/pasar_fix/node_modules/.bun/d3-path@3.1.0/node_modules/d3-path/dist/d3-path.min.js</a:t>
            </a:r>
          </a:p>
          <a:p>
            <a:pPr>
              <a:defRPr sz="1200"/>
            </a:pPr>
            <a:r>
              <a:t>D:/pasar_fix/node_modules/.bun/d3-path@3.1.0/node_modules/d3-path/src/index.js</a:t>
            </a:r>
          </a:p>
          <a:p>
            <a:pPr>
              <a:defRPr sz="1200"/>
            </a:pPr>
            <a:r>
              <a:t>D:/pasar_fix/node_modules/.bun/d3-path@3.1.0/node_modules/d3-path/src/path.js</a:t>
            </a:r>
          </a:p>
          <a:p>
            <a:pPr>
              <a:defRPr sz="1200"/>
            </a:pPr>
            <a:r>
              <a:t>D:/pasar_fix/node_modules/.bun/d3-polygon@3.0.1/node_modules/d3-polygon/LICENSE</a:t>
            </a:r>
          </a:p>
          <a:p>
            <a:pPr>
              <a:defRPr sz="1200"/>
            </a:pPr>
            <a:r>
              <a:t>D:/pasar_fix/node_modules/.bun/d3-polygon@3.0.1/node_modules/d3-polygon/package.json</a:t>
            </a:r>
          </a:p>
          <a:p>
            <a:pPr>
              <a:defRPr sz="1200"/>
            </a:pPr>
            <a:r>
              <a:t>D:/pasar_fix/node_modules/.bun/d3-polygon@3.0.1/node_modules/d3-polygon/README.md</a:t>
            </a:r>
          </a:p>
          <a:p>
            <a:pPr>
              <a:defRPr sz="1200"/>
            </a:pPr>
            <a:r>
              <a:t>D:/pasar_fix/node_modules/.bun/d3-polygon@3.0.1/node_modules/d3-polygon/dist/d3-polygon.js</a:t>
            </a:r>
          </a:p>
          <a:p>
            <a:pPr>
              <a:defRPr sz="1200"/>
            </a:pPr>
            <a:r>
              <a:t>D:/pasar_fix/node_modules/.bun/d3-polygon@3.0.1/node_modules/d3-polygon/dist/d3-polygon.min.js</a:t>
            </a:r>
          </a:p>
          <a:p>
            <a:pPr>
              <a:defRPr sz="1200"/>
            </a:pPr>
            <a:r>
              <a:t>D:/pasar_fix/node_modules/.bun/d3-polygon@3.0.1/node_modules/d3-polygon/src/area.js</a:t>
            </a:r>
          </a:p>
          <a:p>
            <a:pPr>
              <a:defRPr sz="1200"/>
            </a:pPr>
            <a:r>
              <a:t>D:/pasar_fix/node_modules/.bun/d3-polygon@3.0.1/node_modules/d3-polygon/src/centroid.js</a:t>
            </a:r>
          </a:p>
          <a:p>
            <a:pPr>
              <a:defRPr sz="1200"/>
            </a:pPr>
            <a:r>
              <a:t>D:/pasar_fix/node_modules/.bun/d3-polygon@3.0.1/node_modules/d3-polygon/src/contains.js</a:t>
            </a:r>
          </a:p>
          <a:p>
            <a:pPr>
              <a:defRPr sz="1200"/>
            </a:pPr>
            <a:r>
              <a:t>D:/pasar_fix/node_modules/.bun/d3-polygon@3.0.1/node_modules/d3-polygon/src/cross.js</a:t>
            </a:r>
          </a:p>
          <a:p>
            <a:pPr>
              <a:defRPr sz="1200"/>
            </a:pPr>
            <a:r>
              <a:t>D:/pasar_fix/node_modules/.bun/d3-polygon@3.0.1/node_modules/d3-polygon/src/hull.js</a:t>
            </a:r>
          </a:p>
          <a:p>
            <a:pPr>
              <a:defRPr sz="1200"/>
            </a:pPr>
            <a:r>
              <a:t>D:/pasar_fix/node_modules/.bun/d3-polygon@3.0.1/node_modules/d3-polygon/src/index.js</a:t>
            </a:r>
          </a:p>
          <a:p>
            <a:pPr>
              <a:defRPr sz="1200"/>
            </a:pPr>
            <a:r>
              <a:t>D:/pasar_fix/node_modules/.bun/d3-polygon@3.0.1/node_modules/d3-polygon/src/length.js</a:t>
            </a:r>
          </a:p>
          <a:p>
            <a:pPr>
              <a:defRPr sz="1200"/>
            </a:pPr>
            <a:r>
              <a:t>D:/pasar_fix/node_modules/.bun/d3-quadtree@3.0.1/node_modules/d3-quadtree/LICENSE</a:t>
            </a:r>
          </a:p>
          <a:p>
            <a:pPr>
              <a:defRPr sz="1200"/>
            </a:pPr>
            <a:r>
              <a:t>D:/pasar_fix/node_modules/.bun/d3-quadtree@3.0.1/node_modules/d3-quadtree/package.json</a:t>
            </a:r>
          </a:p>
          <a:p>
            <a:pPr>
              <a:defRPr sz="1200"/>
            </a:pPr>
            <a:r>
              <a:t>D:/pasar_fix/node_modules/.bun/d3-quadtree@3.0.1/node_modules/d3-quadtree/README.md</a:t>
            </a:r>
          </a:p>
          <a:p>
            <a:pPr>
              <a:defRPr sz="1200"/>
            </a:pPr>
            <a:r>
              <a:t>D:/pasar_fix/node_modules/.bun/d3-quadtree@3.0.1/node_modules/d3-quadtree/dist/d3-quadtree.js</a:t>
            </a:r>
          </a:p>
          <a:p>
            <a:pPr>
              <a:defRPr sz="1200"/>
            </a:pPr>
            <a:r>
              <a:t>D:/pasar_fix/node_modules/.bun/d3-quadtree@3.0.1/node_modules/d3-quadtree/dist/d3-quadtree.min.js</a:t>
            </a:r>
          </a:p>
          <a:p>
            <a:pPr>
              <a:defRPr sz="1200"/>
            </a:pPr>
            <a:r>
              <a:t>D:/pasar_fix/node_modules/.bun/d3-quadtree@3.0.1/node_modules/d3-quadtree/src/add.js</a:t>
            </a:r>
          </a:p>
          <a:p>
            <a:pPr>
              <a:defRPr sz="1200"/>
            </a:pPr>
            <a:r>
              <a:t>D:/pasar_fix/node_modules/.bun/d3-quadtree@3.0.1/node_modules/d3-quadtree/src/cover.js</a:t>
            </a:r>
          </a:p>
          <a:p>
            <a:pPr>
              <a:defRPr sz="1200"/>
            </a:pPr>
            <a:r>
              <a:t>D:/pasar_fix/node_modules/.bun/d3-quadtree@3.0.1/node_modules/d3-quadtree/src/data.js</a:t>
            </a:r>
          </a:p>
          <a:p>
            <a:pPr>
              <a:defRPr sz="1200"/>
            </a:pPr>
            <a:r>
              <a:t>D:/pasar_fix/node_modules/.bun/d3-quadtree@3.0.1/node_modules/d3-quadtree/src/extent.js</a:t>
            </a:r>
          </a:p>
          <a:p>
            <a:pPr>
              <a:defRPr sz="1200"/>
            </a:pPr>
            <a:r>
              <a:t>D:/pasar_fix/node_modules/.bun/d3-quadtree@3.0.1/node_modules/d3-quadtree/src/find.js</a:t>
            </a:r>
          </a:p>
          <a:p>
            <a:pPr>
              <a:defRPr sz="1200"/>
            </a:pPr>
            <a:r>
              <a:t>D:/pasar_fix/node_modules/.bun/d3-quadtree@3.0.1/node_modules/d3-quadtree/src/index.js</a:t>
            </a:r>
          </a:p>
          <a:p>
            <a:pPr>
              <a:defRPr sz="1200"/>
            </a:pPr>
            <a:r>
              <a:t>D:/pasar_fix/node_modules/.bun/d3-quadtree@3.0.1/node_modules/d3-quadtree/src/quad.js</a:t>
            </a:r>
          </a:p>
          <a:p>
            <a:pPr>
              <a:defRPr sz="1200"/>
            </a:pPr>
            <a:r>
              <a:t>D:/pasar_fix/node_modules/.bun/d3-quadtree@3.0.1/node_modules/d3-quadtree/src/quadtree.js</a:t>
            </a:r>
          </a:p>
          <a:p>
            <a:pPr>
              <a:defRPr sz="1200"/>
            </a:pPr>
            <a:r>
              <a:t>D:/pasar_fix/node_modules/.bun/d3-quadtree@3.0.1/node_modules/d3-quadtree/src/remove.js</a:t>
            </a:r>
          </a:p>
          <a:p>
            <a:pPr>
              <a:defRPr sz="1200"/>
            </a:pPr>
            <a:r>
              <a:t>D:/pasar_fix/node_modules/.bun/d3-quadtree@3.0.1/node_modules/d3-quadtree/src/root.js</a:t>
            </a:r>
          </a:p>
          <a:p>
            <a:pPr>
              <a:defRPr sz="1200"/>
            </a:pPr>
            <a:r>
              <a:t>D:/pasar_fix/node_modules/.bun/d3-quadtree@3.0.1/node_modules/d3-quadtree/src/size.js</a:t>
            </a:r>
          </a:p>
          <a:p>
            <a:pPr>
              <a:defRPr sz="1200"/>
            </a:pPr>
            <a:r>
              <a:t>D:/pasar_fix/node_modules/.bun/d3-quadtree@3.0.1/node_modules/d3-quadtree/src/visit.js</a:t>
            </a:r>
          </a:p>
          <a:p>
            <a:pPr>
              <a:defRPr sz="1200"/>
            </a:pPr>
            <a:r>
              <a:t>D:/pasar_fix/node_modules/.bun/d3-quadtree@3.0.1/node_modules/d3-quadtree/src/visitAfter.js</a:t>
            </a:r>
          </a:p>
          <a:p>
            <a:pPr>
              <a:defRPr sz="1200"/>
            </a:pPr>
            <a:r>
              <a:t>D:/pasar_fix/node_modules/.bun/d3-quadtree@3.0.1/node_modules/d3-quadtree/src/x.js</a:t>
            </a:r>
          </a:p>
          <a:p>
            <a:pPr>
              <a:defRPr sz="1200"/>
            </a:pPr>
            <a:r>
              <a:t>D:/pasar_fix/node_modules/.bun/d3-quadtree@3.0.1/node_modules/d3-quadtree/src/y.js</a:t>
            </a:r>
          </a:p>
          <a:p>
            <a:pPr>
              <a:defRPr sz="1200"/>
            </a:pPr>
            <a:r>
              <a:t>D:/pasar_fix/node_modules/.bun/d3-random@3.0.1/node_modules/d3-random/LICENSE</a:t>
            </a:r>
          </a:p>
          <a:p>
            <a:pPr>
              <a:defRPr sz="1200"/>
            </a:pPr>
            <a:r>
              <a:t>D:/pasar_fix/node_modules/.bun/d3-random@3.0.1/node_modules/d3-random/package.json</a:t>
            </a:r>
          </a:p>
          <a:p>
            <a:pPr>
              <a:defRPr sz="1200"/>
            </a:pPr>
            <a:r>
              <a:t>D:/pasar_fix/node_modules/.bun/d3-random@3.0.1/node_modules/d3-random/README.md</a:t>
            </a:r>
          </a:p>
          <a:p>
            <a:pPr>
              <a:defRPr sz="1200"/>
            </a:pPr>
            <a:r>
              <a:t>D:/pasar_fix/node_modules/.bun/d3-random@3.0.1/node_modules/d3-random/dist/d3-random.js</a:t>
            </a:r>
          </a:p>
          <a:p>
            <a:pPr>
              <a:defRPr sz="1200"/>
            </a:pPr>
            <a:r>
              <a:t>D:/pasar_fix/node_modules/.bun/d3-random@3.0.1/node_modules/d3-random/dist/d3-random.min.js</a:t>
            </a:r>
          </a:p>
          <a:p>
            <a:pPr>
              <a:defRPr sz="1200"/>
            </a:pPr>
            <a:r>
              <a:t>D:/pasar_fix/node_modules/.bun/d3-random@3.0.1/node_modules/d3-random/src/bates.js</a:t>
            </a:r>
          </a:p>
          <a:p>
            <a:pPr>
              <a:defRPr sz="1200"/>
            </a:pPr>
            <a:r>
              <a:t>D:/pasar_fix/node_modules/.bun/d3-random@3.0.1/node_modules/d3-random/src/bernoulli.js</a:t>
            </a:r>
          </a:p>
          <a:p>
            <a:pPr>
              <a:defRPr sz="1200"/>
            </a:pPr>
            <a:r>
              <a:t>D:/pasar_fix/node_modules/.bun/d3-random@3.0.1/node_modules/d3-random/src/beta.js</a:t>
            </a:r>
          </a:p>
          <a:p>
            <a:pPr>
              <a:defRPr sz="1200"/>
            </a:pPr>
            <a:r>
              <a:t>D:/pasar_fix/node_modules/.bun/d3-random@3.0.1/node_modules/d3-random/src/binomial.js</a:t>
            </a:r>
          </a:p>
          <a:p>
            <a:pPr>
              <a:defRPr sz="1200"/>
            </a:pPr>
            <a:r>
              <a:t>D:/pasar_fix/node_modules/.bun/d3-random@3.0.1/node_modules/d3-random/src/cauchy.js</a:t>
            </a:r>
          </a:p>
          <a:p>
            <a:pPr>
              <a:defRPr sz="1200"/>
            </a:pPr>
            <a:r>
              <a:t>D:/pasar_fix/node_modules/.bun/d3-random@3.0.1/node_modules/d3-random/src/defaultSource.js</a:t>
            </a:r>
          </a:p>
          <a:p>
            <a:pPr>
              <a:defRPr sz="1200"/>
            </a:pPr>
            <a:r>
              <a:t>D:/pasar_fix/node_modules/.bun/d3-random@3.0.1/node_modules/d3-random/src/exponential.js</a:t>
            </a:r>
          </a:p>
          <a:p>
            <a:pPr>
              <a:defRPr sz="1200"/>
            </a:pPr>
            <a:r>
              <a:t>D:/pasar_fix/node_modules/.bun/d3-random@3.0.1/node_modules/d3-random/src/gamma.js</a:t>
            </a:r>
          </a:p>
          <a:p>
            <a:pPr>
              <a:defRPr sz="1200"/>
            </a:pPr>
            <a:r>
              <a:t>D:/pasar_fix/node_modules/.bun/d3-random@3.0.1/node_modules/d3-random/src/geometric.js</a:t>
            </a:r>
          </a:p>
          <a:p>
            <a:pPr>
              <a:defRPr sz="1200"/>
            </a:pPr>
            <a:r>
              <a:t>D:/pasar_fix/node_modules/.bun/d3-random@3.0.1/node_modules/d3-random/src/index.js</a:t>
            </a:r>
          </a:p>
          <a:p>
            <a:pPr>
              <a:defRPr sz="1200"/>
            </a:pPr>
            <a:r>
              <a:t>D:/pasar_fix/node_modules/.bun/d3-random@3.0.1/node_modules/d3-random/src/int.js</a:t>
            </a:r>
          </a:p>
          <a:p>
            <a:pPr>
              <a:defRPr sz="1200"/>
            </a:pPr>
            <a:r>
              <a:t>D:/pasar_fix/node_modules/.bun/d3-random@3.0.1/node_modules/d3-random/src/irwinHall.js</a:t>
            </a:r>
          </a:p>
          <a:p>
            <a:pPr>
              <a:defRPr sz="1200"/>
            </a:pPr>
            <a:r>
              <a:t>D:/pasar_fix/node_modules/.bun/d3-random@3.0.1/node_modules/d3-random/src/lcg.js</a:t>
            </a:r>
          </a:p>
          <a:p>
            <a:pPr>
              <a:defRPr sz="1200"/>
            </a:pPr>
            <a:r>
              <a:t>D:/pasar_fix/node_modules/.bun/d3-random@3.0.1/node_modules/d3-random/src/logistic.js</a:t>
            </a:r>
          </a:p>
          <a:p>
            <a:pPr>
              <a:defRPr sz="1200"/>
            </a:pPr>
            <a:r>
              <a:t>D:/pasar_fix/node_modules/.bun/d3-random@3.0.1/node_modules/d3-random/src/logNormal.js</a:t>
            </a:r>
          </a:p>
          <a:p>
            <a:pPr>
              <a:defRPr sz="1200"/>
            </a:pPr>
            <a:r>
              <a:t>D:/pasar_fix/node_modules/.bun/d3-random@3.0.1/node_modules/d3-random/src/normal.js</a:t>
            </a:r>
          </a:p>
          <a:p>
            <a:pPr>
              <a:defRPr sz="1200"/>
            </a:pPr>
            <a:r>
              <a:t>D:/pasar_fix/node_modules/.bun/d3-random@3.0.1/node_modules/d3-random/src/pareto.js</a:t>
            </a:r>
          </a:p>
          <a:p>
            <a:pPr>
              <a:defRPr sz="1200"/>
            </a:pPr>
            <a:r>
              <a:t>D:/pasar_fix/node_modules/.bun/d3-random@3.0.1/node_modules/d3-random/src/poisson.js</a:t>
            </a:r>
          </a:p>
          <a:p>
            <a:pPr>
              <a:defRPr sz="1200"/>
            </a:pPr>
            <a:r>
              <a:t>D:/pasar_fix/node_modules/.bun/d3-random@3.0.1/node_modules/d3-random/src/uniform.js</a:t>
            </a:r>
          </a:p>
          <a:p>
            <a:pPr>
              <a:defRPr sz="1200"/>
            </a:pPr>
            <a:r>
              <a:t>D:/pasar_fix/node_modules/.bun/d3-random@3.0.1/node_modules/d3-random/src/weibull.js</a:t>
            </a:r>
          </a:p>
          <a:p>
            <a:pPr>
              <a:defRPr sz="1200"/>
            </a:pPr>
            <a:r>
              <a:t>D:/pasar_fix/node_modules/.bun/d3-sankey@0.12.3/node_modules/d3-sankey/LICENSE</a:t>
            </a:r>
          </a:p>
          <a:p>
            <a:pPr>
              <a:defRPr sz="1200"/>
            </a:pPr>
            <a:r>
              <a:t>D:/pasar_fix/node_modules/.bun/d3-sankey@0.12.3/node_modules/d3-sankey/package.json</a:t>
            </a:r>
          </a:p>
          <a:p>
            <a:pPr>
              <a:defRPr sz="1200"/>
            </a:pPr>
            <a:r>
              <a:t>D:/pasar_fix/node_modules/.bun/d3-sankey@0.12.3/node_modules/d3-sankey/README.md</a:t>
            </a:r>
          </a:p>
          <a:p>
            <a:pPr>
              <a:defRPr sz="1200"/>
            </a:pPr>
            <a:r>
              <a:t>D:/pasar_fix/node_modules/.bun/d3-sankey@0.12.3/node_modules/d3-sankey/dist/d3-sankey.js</a:t>
            </a:r>
          </a:p>
          <a:p>
            <a:pPr>
              <a:defRPr sz="1200"/>
            </a:pPr>
            <a:r>
              <a:t>D:/pasar_fix/node_modules/.bun/d3-sankey@0.12.3/node_modules/d3-sankey/dist/d3-sankey.min.js</a:t>
            </a:r>
          </a:p>
          <a:p>
            <a:pPr>
              <a:defRPr sz="1200"/>
            </a:pPr>
            <a:r>
              <a:t>D:/pasar_fix/node_modules/.bun/d3-sankey@0.12.3/node_modules/d3-sankey/src/align.js</a:t>
            </a:r>
          </a:p>
          <a:p>
            <a:pPr>
              <a:defRPr sz="1200"/>
            </a:pPr>
            <a:r>
              <a:t>D:/pasar_fix/node_modules/.bun/d3-sankey@0.12.3/node_modules/d3-sankey/src/constant.js</a:t>
            </a:r>
          </a:p>
          <a:p>
            <a:pPr>
              <a:defRPr sz="1200"/>
            </a:pPr>
            <a:r>
              <a:t>D:/pasar_fix/node_modules/.bun/d3-sankey@0.12.3/node_modules/d3-sankey/src/index.js</a:t>
            </a:r>
          </a:p>
          <a:p>
            <a:pPr>
              <a:defRPr sz="1200"/>
            </a:pPr>
            <a:r>
              <a:t>D:/pasar_fix/node_modules/.bun/d3-sankey@0.12.3/node_modules/d3-sankey/src/sankey.js</a:t>
            </a:r>
          </a:p>
          <a:p>
            <a:pPr>
              <a:defRPr sz="1200"/>
            </a:pPr>
            <a:r>
              <a:t>D:/pasar_fix/node_modules/.bun/d3-sankey@0.12.3/node_modules/d3-sankey/src/sankeyLinkHorizontal.js</a:t>
            </a:r>
          </a:p>
          <a:p>
            <a:pPr>
              <a:defRPr sz="1200"/>
            </a:pPr>
            <a:r>
              <a:t>D:/pasar_fix/node_modules/.bun/d3-scale-chromatic@3.1.0/node_modules/d3-scale-chromatic/LICENSE</a:t>
            </a:r>
          </a:p>
          <a:p>
            <a:pPr>
              <a:defRPr sz="1200"/>
            </a:pPr>
            <a:r>
              <a:t>D:/pasar_fix/node_modules/.bun/d3-scale-chromatic@3.1.0/node_modules/d3-scale-chromatic/package.json</a:t>
            </a:r>
          </a:p>
          <a:p>
            <a:pPr>
              <a:defRPr sz="1200"/>
            </a:pPr>
            <a:r>
              <a:t>D:/pasar_fix/node_modules/.bun/d3-scale-chromatic@3.1.0/node_modules/d3-scale-chromatic/README.md</a:t>
            </a:r>
          </a:p>
          <a:p>
            <a:pPr>
              <a:defRPr sz="1200"/>
            </a:pPr>
            <a:r>
              <a:t>D:/pasar_fix/node_modules/.bun/d3-scale-chromatic@3.1.0/node_modules/d3-scale-chromatic/dist/d3-scale-chromatic.js</a:t>
            </a:r>
          </a:p>
          <a:p>
            <a:pPr>
              <a:defRPr sz="1200"/>
            </a:pPr>
            <a:r>
              <a:t>D:/pasar_fix/node_modules/.bun/d3-scale-chromatic@3.1.0/node_modules/d3-scale-chromatic/dist/d3-scale-chromatic.min.js</a:t>
            </a:r>
          </a:p>
          <a:p>
            <a:pPr>
              <a:defRPr sz="1200"/>
            </a:pPr>
            <a:r>
              <a:t>D:/pasar_fix/node_modules/.bun/d3-scale-chromatic@3.1.0/node_modules/d3-scale-chromatic/src/colors.js</a:t>
            </a:r>
          </a:p>
          <a:p>
            <a:pPr>
              <a:defRPr sz="1200"/>
            </a:pPr>
            <a:r>
              <a:t>D:/pasar_fix/node_modules/.bun/d3-scale-chromatic@3.1.0/node_modules/d3-scale-chromatic/src/index.js</a:t>
            </a:r>
          </a:p>
          <a:p>
            <a:pPr>
              <a:defRPr sz="1200"/>
            </a:pPr>
            <a:r>
              <a:t>D:/pasar_fix/node_modules/.bun/d3-scale-chromatic@3.1.0/node_modules/d3-scale-chromatic/src/ramp.js</a:t>
            </a:r>
          </a:p>
          <a:p>
            <a:pPr>
              <a:defRPr sz="1200"/>
            </a:pPr>
            <a:r>
              <a:t>D:/pasar_fix/node_modules/.bun/d3-scale-chromatic@3.1.0/node_modules/d3-scale-chromatic/src/rampClosed.js</a:t>
            </a:r>
          </a:p>
          <a:p>
            <a:pPr>
              <a:defRPr sz="1200"/>
            </a:pPr>
            <a:r>
              <a:t>D:/pasar_fix/node_modules/.bun/d3-scale-chromatic@3.1.0/node_modules/d3-scale-chromatic/src/categorical/Accent.js</a:t>
            </a:r>
          </a:p>
          <a:p>
            <a:pPr>
              <a:defRPr sz="1200"/>
            </a:pPr>
            <a:r>
              <a:t>D:/pasar_fix/node_modules/.bun/d3-scale-chromatic@3.1.0/node_modules/d3-scale-chromatic/src/categorical/category10.js</a:t>
            </a:r>
          </a:p>
          <a:p>
            <a:pPr>
              <a:defRPr sz="1200"/>
            </a:pPr>
            <a:r>
              <a:t>D:/pasar_fix/node_modules/.bun/d3-scale-chromatic@3.1.0/node_modules/d3-scale-chromatic/src/categorical/Dark2.js</a:t>
            </a:r>
          </a:p>
          <a:p>
            <a:pPr>
              <a:defRPr sz="1200"/>
            </a:pPr>
            <a:r>
              <a:t>D:/pasar_fix/node_modules/.bun/d3-scale-chromatic@3.1.0/node_modules/d3-scale-chromatic/src/categorical/observable10.js</a:t>
            </a:r>
          </a:p>
          <a:p>
            <a:pPr>
              <a:defRPr sz="1200"/>
            </a:pPr>
            <a:r>
              <a:t>D:/pasar_fix/node_modules/.bun/d3-scale-chromatic@3.1.0/node_modules/d3-scale-chromatic/src/categorical/Paired.js</a:t>
            </a:r>
          </a:p>
          <a:p>
            <a:pPr>
              <a:defRPr sz="1200"/>
            </a:pPr>
            <a:r>
              <a:t>D:/pasar_fix/node_modules/.bun/d3-scale-chromatic@3.1.0/node_modules/d3-scale-chromatic/src/categorical/Pastel1.js</a:t>
            </a:r>
          </a:p>
          <a:p>
            <a:pPr>
              <a:defRPr sz="1200"/>
            </a:pPr>
            <a:r>
              <a:t>D:/pasar_fix/node_modules/.bun/d3-scale-chromatic@3.1.0/node_modules/d3-scale-chromatic/src/categorical/Pastel2.js</a:t>
            </a:r>
          </a:p>
          <a:p>
            <a:pPr>
              <a:defRPr sz="1200"/>
            </a:pPr>
            <a:r>
              <a:t>D:/pasar_fix/node_modules/.bun/d3-scale-chromatic@3.1.0/node_modules/d3-scale-chromatic/src/categorical/Set1.js</a:t>
            </a:r>
          </a:p>
          <a:p>
            <a:pPr>
              <a:defRPr sz="1200"/>
            </a:pPr>
            <a:r>
              <a:t>D:/pasar_fix/node_modules/.bun/d3-scale-chromatic@3.1.0/node_modules/d3-scale-chromatic/src/categorical/Set2.js</a:t>
            </a:r>
          </a:p>
          <a:p>
            <a:pPr>
              <a:defRPr sz="1200"/>
            </a:pPr>
            <a:r>
              <a:t>D:/pasar_fix/node_modules/.bun/d3-scale-chromatic@3.1.0/node_modules/d3-scale-chromatic/src/categorical/Set3.js</a:t>
            </a:r>
          </a:p>
          <a:p>
            <a:pPr>
              <a:defRPr sz="1200"/>
            </a:pPr>
            <a:r>
              <a:t>D:/pasar_fix/node_modules/.bun/d3-scale-chromatic@3.1.0/node_modules/d3-scale-chromatic/src/categorical/Tableau10.js</a:t>
            </a:r>
          </a:p>
          <a:p>
            <a:pPr>
              <a:defRPr sz="1200"/>
            </a:pPr>
            <a:r>
              <a:t>D:/pasar_fix/node_modules/.bun/d3-scale-chromatic@3.1.0/node_modules/d3-scale-chromatic/src/diverging/BrBG.js</a:t>
            </a:r>
          </a:p>
          <a:p>
            <a:pPr>
              <a:defRPr sz="1200"/>
            </a:pPr>
            <a:r>
              <a:t>D:/pasar_fix/node_modules/.bun/d3-scale-chromatic@3.1.0/node_modules/d3-scale-chromatic/src/diverging/PiYG.js</a:t>
            </a:r>
          </a:p>
          <a:p>
            <a:pPr>
              <a:defRPr sz="1200"/>
            </a:pPr>
            <a:r>
              <a:t>D:/pasar_fix/node_modules/.bun/d3-scale-chromatic@3.1.0/node_modules/d3-scale-chromatic/src/diverging/PRGn.js</a:t>
            </a:r>
          </a:p>
          <a:p>
            <a:pPr>
              <a:defRPr sz="1200"/>
            </a:pPr>
            <a:r>
              <a:t>D:/pasar_fix/node_modules/.bun/d3-scale-chromatic@3.1.0/node_modules/d3-scale-chromatic/src/diverging/PuOr.js</a:t>
            </a:r>
          </a:p>
          <a:p>
            <a:pPr>
              <a:defRPr sz="1200"/>
            </a:pPr>
            <a:r>
              <a:t>D:/pasar_fix/node_modules/.bun/d3-scale-chromatic@3.1.0/node_modules/d3-scale-chromatic/src/diverging/RdBu.js</a:t>
            </a:r>
          </a:p>
          <a:p>
            <a:pPr>
              <a:defRPr sz="1200"/>
            </a:pPr>
            <a:r>
              <a:t>D:/pasar_fix/node_modules/.bun/d3-scale-chromatic@3.1.0/node_modules/d3-scale-chromatic/src/diverging/RdGy.js</a:t>
            </a:r>
          </a:p>
          <a:p>
            <a:pPr>
              <a:defRPr sz="1200"/>
            </a:pPr>
            <a:r>
              <a:t>D:/pasar_fix/node_modules/.bun/d3-scale-chromatic@3.1.0/node_modules/d3-scale-chromatic/src/diverging/RdYlBu.js</a:t>
            </a:r>
          </a:p>
          <a:p>
            <a:pPr>
              <a:defRPr sz="1200"/>
            </a:pPr>
            <a:r>
              <a:t>D:/pasar_fix/node_modules/.bun/d3-scale-chromatic@3.1.0/node_modules/d3-scale-chromatic/src/diverging/RdYlGn.js</a:t>
            </a:r>
          </a:p>
          <a:p>
            <a:pPr>
              <a:defRPr sz="1200"/>
            </a:pPr>
            <a:r>
              <a:t>D:/pasar_fix/node_modules/.bun/d3-scale-chromatic@3.1.0/node_modules/d3-scale-chromatic/src/diverging/Spectral.js</a:t>
            </a:r>
          </a:p>
          <a:p>
            <a:pPr>
              <a:defRPr sz="1200"/>
            </a:pPr>
            <a:r>
              <a:t>D:/pasar_fix/node_modules/.bun/d3-scale-chromatic@3.1.0/node_modules/d3-scale-chromatic/src/sequential-multi/BuGn.js</a:t>
            </a:r>
          </a:p>
          <a:p>
            <a:pPr>
              <a:defRPr sz="1200"/>
            </a:pPr>
            <a:r>
              <a:t>D:/pasar_fix/node_modules/.bun/d3-scale-chromatic@3.1.0/node_modules/d3-scale-chromatic/src/sequential-multi/BuPu.js</a:t>
            </a:r>
          </a:p>
          <a:p>
            <a:pPr>
              <a:defRPr sz="1200"/>
            </a:pPr>
            <a:r>
              <a:t>D:/pasar_fix/node_modules/.bun/d3-scale-chromatic@3.1.0/node_modules/d3-scale-chromatic/src/sequential-multi/cividis.js</a:t>
            </a:r>
          </a:p>
          <a:p>
            <a:pPr>
              <a:defRPr sz="1200"/>
            </a:pPr>
            <a:r>
              <a:t>D:/pasar_fix/node_modules/.bun/d3-scale-chromatic@3.1.0/node_modules/d3-scale-chromatic/src/sequential-multi/cubehelix.js</a:t>
            </a:r>
          </a:p>
          <a:p>
            <a:pPr>
              <a:defRPr sz="1200"/>
            </a:pPr>
            <a:r>
              <a:t>D:/pasar_fix/node_modules/.bun/d3-scale-chromatic@3.1.0/node_modules/d3-scale-chromatic/src/sequential-multi/GnBu.js</a:t>
            </a:r>
          </a:p>
          <a:p>
            <a:pPr>
              <a:defRPr sz="1200"/>
            </a:pPr>
            <a:r>
              <a:t>D:/pasar_fix/node_modules/.bun/d3-scale-chromatic@3.1.0/node_modules/d3-scale-chromatic/src/sequential-multi/OrRd.js</a:t>
            </a:r>
          </a:p>
          <a:p>
            <a:pPr>
              <a:defRPr sz="1200"/>
            </a:pPr>
            <a:r>
              <a:t>D:/pasar_fix/node_modules/.bun/d3-scale-chromatic@3.1.0/node_modules/d3-scale-chromatic/src/sequential-multi/PuBu.js</a:t>
            </a:r>
          </a:p>
          <a:p>
            <a:pPr>
              <a:defRPr sz="1200"/>
            </a:pPr>
            <a:r>
              <a:t>D:/pasar_fix/node_modules/.bun/d3-scale-chromatic@3.1.0/node_modules/d3-scale-chromatic/src/sequential-multi/PuBuGn.js</a:t>
            </a:r>
          </a:p>
          <a:p>
            <a:pPr>
              <a:defRPr sz="1200"/>
            </a:pPr>
            <a:r>
              <a:t>D:/pasar_fix/node_modules/.bun/d3-scale-chromatic@3.1.0/node_modules/d3-scale-chromatic/src/sequential-multi/PuRd.js</a:t>
            </a:r>
          </a:p>
          <a:p>
            <a:pPr>
              <a:defRPr sz="1200"/>
            </a:pPr>
            <a:r>
              <a:t>D:/pasar_fix/node_modules/.bun/d3-scale-chromatic@3.1.0/node_modules/d3-scale-chromatic/src/sequential-multi/rainbow.js</a:t>
            </a:r>
          </a:p>
          <a:p>
            <a:pPr>
              <a:defRPr sz="1200"/>
            </a:pPr>
            <a:r>
              <a:t>D:/pasar_fix/node_modules/.bun/d3-scale-chromatic@3.1.0/node_modules/d3-scale-chromatic/src/sequential-multi/RdPu.js</a:t>
            </a:r>
          </a:p>
          <a:p>
            <a:pPr>
              <a:defRPr sz="1200"/>
            </a:pPr>
            <a:r>
              <a:t>D:/pasar_fix/node_modules/.bun/d3-scale-chromatic@3.1.0/node_modules/d3-scale-chromatic/src/sequential-multi/sinebow.js</a:t>
            </a:r>
          </a:p>
          <a:p>
            <a:pPr>
              <a:defRPr sz="1200"/>
            </a:pPr>
            <a:r>
              <a:t>D:/pasar_fix/node_modules/.bun/d3-scale-chromatic@3.1.0/node_modules/d3-scale-chromatic/src/sequential-multi/turbo.js</a:t>
            </a:r>
          </a:p>
          <a:p>
            <a:pPr>
              <a:defRPr sz="1200"/>
            </a:pPr>
            <a:r>
              <a:t>D:/pasar_fix/node_modules/.bun/d3-scale-chromatic@3.1.0/node_modules/d3-scale-chromatic/src/sequential-multi/viridis.js</a:t>
            </a:r>
          </a:p>
          <a:p>
            <a:pPr>
              <a:defRPr sz="1200"/>
            </a:pPr>
            <a:r>
              <a:t>D:/pasar_fix/node_modules/.bun/d3-scale-chromatic@3.1.0/node_modules/d3-scale-chromatic/src/sequential-multi/YlGn.js</a:t>
            </a:r>
          </a:p>
          <a:p>
            <a:pPr>
              <a:defRPr sz="1200"/>
            </a:pPr>
            <a:r>
              <a:t>D:/pasar_fix/node_modules/.bun/d3-scale-chromatic@3.1.0/node_modules/d3-scale-chromatic/src/sequential-multi/YlGnBu.js</a:t>
            </a:r>
          </a:p>
          <a:p>
            <a:pPr>
              <a:defRPr sz="1200"/>
            </a:pPr>
            <a:r>
              <a:t>D:/pasar_fix/node_modules/.bun/d3-scale-chromatic@3.1.0/node_modules/d3-scale-chromatic/src/sequential-multi/YlOrBr.js</a:t>
            </a:r>
          </a:p>
          <a:p>
            <a:pPr>
              <a:defRPr sz="1200"/>
            </a:pPr>
            <a:r>
              <a:t>D:/pasar_fix/node_modules/.bun/d3-scale-chromatic@3.1.0/node_modules/d3-scale-chromatic/src/sequential-multi/YlOrRd.js</a:t>
            </a:r>
          </a:p>
          <a:p>
            <a:pPr>
              <a:defRPr sz="1200"/>
            </a:pPr>
            <a:r>
              <a:t>D:/pasar_fix/node_modules/.bun/d3-scale-chromatic@3.1.0/node_modules/d3-scale-chromatic/src/sequential-single/Blues.js</a:t>
            </a:r>
          </a:p>
          <a:p>
            <a:pPr>
              <a:defRPr sz="1200"/>
            </a:pPr>
            <a:r>
              <a:t>D:/pasar_fix/node_modules/.bun/d3-scale-chromatic@3.1.0/node_modules/d3-scale-chromatic/src/sequential-single/Greens.js</a:t>
            </a:r>
          </a:p>
          <a:p>
            <a:pPr>
              <a:defRPr sz="1200"/>
            </a:pPr>
            <a:r>
              <a:t>D:/pasar_fix/node_modules/.bun/d3-scale-chromatic@3.1.0/node_modules/d3-scale-chromatic/src/sequential-single/Greys.js</a:t>
            </a:r>
          </a:p>
          <a:p>
            <a:pPr>
              <a:defRPr sz="1200"/>
            </a:pPr>
            <a:r>
              <a:t>D:/pasar_fix/node_modules/.bun/d3-scale-chromatic@3.1.0/node_modules/d3-scale-chromatic/src/sequential-single/Oranges.js</a:t>
            </a:r>
          </a:p>
          <a:p>
            <a:pPr>
              <a:defRPr sz="1200"/>
            </a:pPr>
            <a:r>
              <a:t>D:/pasar_fix/node_modules/.bun/d3-scale-chromatic@3.1.0/node_modules/d3-scale-chromatic/src/sequential-single/Purples.js</a:t>
            </a:r>
          </a:p>
          <a:p>
            <a:pPr>
              <a:defRPr sz="1200"/>
            </a:pPr>
            <a:r>
              <a:t>D:/pasar_fix/node_modules/.bun/d3-scale-chromatic@3.1.0/node_modules/d3-scale-chromatic/src/sequential-single/Reds.js</a:t>
            </a:r>
          </a:p>
          <a:p>
            <a:pPr>
              <a:defRPr sz="1200"/>
            </a:pPr>
            <a:r>
              <a:t>D:/pasar_fix/node_modules/.bun/d3-scale@4.0.2/node_modules/d3-scale/LICENSE</a:t>
            </a:r>
          </a:p>
          <a:p>
            <a:pPr>
              <a:defRPr sz="1200"/>
            </a:pPr>
            <a:r>
              <a:t>D:/pasar_fix/node_modules/.bun/d3-scale@4.0.2/node_modules/d3-scale/package.json</a:t>
            </a:r>
          </a:p>
          <a:p>
            <a:pPr>
              <a:defRPr sz="1200"/>
            </a:pPr>
            <a:r>
              <a:t>D:/pasar_fix/node_modules/.bun/d3-scale@4.0.2/node_modules/d3-scale/README.md</a:t>
            </a:r>
          </a:p>
          <a:p>
            <a:pPr>
              <a:defRPr sz="1200"/>
            </a:pPr>
            <a:r>
              <a:t>D:/pasar_fix/node_modules/.bun/d3-scale@4.0.2/node_modules/d3-scale/dist/d3-scale.js</a:t>
            </a:r>
          </a:p>
          <a:p>
            <a:pPr>
              <a:defRPr sz="1200"/>
            </a:pPr>
            <a:r>
              <a:t>D:/pasar_fix/node_modules/.bun/d3-scale@4.0.2/node_modules/d3-scale/dist/d3-scale.min.js</a:t>
            </a:r>
          </a:p>
          <a:p>
            <a:pPr>
              <a:defRPr sz="1200"/>
            </a:pPr>
            <a:r>
              <a:t>D:/pasar_fix/node_modules/.bun/d3-scale@4.0.2/node_modules/d3-scale/src/band.js</a:t>
            </a:r>
          </a:p>
          <a:p>
            <a:pPr>
              <a:defRPr sz="1200"/>
            </a:pPr>
            <a:r>
              <a:t>D:/pasar_fix/node_modules/.bun/d3-scale@4.0.2/node_modules/d3-scale/src/colors.js</a:t>
            </a:r>
          </a:p>
          <a:p>
            <a:pPr>
              <a:defRPr sz="1200"/>
            </a:pPr>
            <a:r>
              <a:t>D:/pasar_fix/node_modules/.bun/d3-scale@4.0.2/node_modules/d3-scale/src/constant.js</a:t>
            </a:r>
          </a:p>
          <a:p>
            <a:pPr>
              <a:defRPr sz="1200"/>
            </a:pPr>
            <a:r>
              <a:t>D:/pasar_fix/node_modules/.bun/d3-scale@4.0.2/node_modules/d3-scale/src/continuous.js</a:t>
            </a:r>
          </a:p>
          <a:p>
            <a:pPr>
              <a:defRPr sz="1200"/>
            </a:pPr>
            <a:r>
              <a:t>D:/pasar_fix/node_modules/.bun/d3-scale@4.0.2/node_modules/d3-scale/src/diverging.js</a:t>
            </a:r>
          </a:p>
          <a:p>
            <a:pPr>
              <a:defRPr sz="1200"/>
            </a:pPr>
            <a:r>
              <a:t>D:/pasar_fix/node_modules/.bun/d3-scale@4.0.2/node_modules/d3-scale/src/identity.js</a:t>
            </a:r>
          </a:p>
          <a:p>
            <a:pPr>
              <a:defRPr sz="1200"/>
            </a:pPr>
            <a:r>
              <a:t>D:/pasar_fix/node_modules/.bun/d3-scale@4.0.2/node_modules/d3-scale/src/index.js</a:t>
            </a:r>
          </a:p>
          <a:p>
            <a:pPr>
              <a:defRPr sz="1200"/>
            </a:pPr>
            <a:r>
              <a:t>D:/pasar_fix/node_modules/.bun/d3-scale@4.0.2/node_modules/d3-scale/src/init.js</a:t>
            </a:r>
          </a:p>
          <a:p>
            <a:pPr>
              <a:defRPr sz="1200"/>
            </a:pPr>
            <a:r>
              <a:t>D:/pasar_fix/node_modules/.bun/d3-scale@4.0.2/node_modules/d3-scale/src/linear.js</a:t>
            </a:r>
          </a:p>
          <a:p>
            <a:pPr>
              <a:defRPr sz="1200"/>
            </a:pPr>
            <a:r>
              <a:t>D:/pasar_fix/node_modules/.bun/d3-scale@4.0.2/node_modules/d3-scale/src/log.js</a:t>
            </a:r>
          </a:p>
          <a:p>
            <a:pPr>
              <a:defRPr sz="1200"/>
            </a:pPr>
            <a:r>
              <a:t>D:/pasar_fix/node_modules/.bun/d3-scale@4.0.2/node_modules/d3-scale/src/nice.js</a:t>
            </a:r>
          </a:p>
          <a:p>
            <a:pPr>
              <a:defRPr sz="1200"/>
            </a:pPr>
            <a:r>
              <a:t>D:/pasar_fix/node_modules/.bun/d3-scale@4.0.2/node_modules/d3-scale/src/number.js</a:t>
            </a:r>
          </a:p>
          <a:p>
            <a:pPr>
              <a:defRPr sz="1200"/>
            </a:pPr>
            <a:r>
              <a:t>D:/pasar_fix/node_modules/.bun/d3-scale@4.0.2/node_modules/d3-scale/src/ordinal.js</a:t>
            </a:r>
          </a:p>
          <a:p>
            <a:pPr>
              <a:defRPr sz="1200"/>
            </a:pPr>
            <a:r>
              <a:t>D:/pasar_fix/node_modules/.bun/d3-scale@4.0.2/node_modules/d3-scale/src/pow.js</a:t>
            </a:r>
          </a:p>
          <a:p>
            <a:pPr>
              <a:defRPr sz="1200"/>
            </a:pPr>
            <a:r>
              <a:t>D:/pasar_fix/node_modules/.bun/d3-scale@4.0.2/node_modules/d3-scale/src/quantile.js</a:t>
            </a:r>
          </a:p>
          <a:p>
            <a:pPr>
              <a:defRPr sz="1200"/>
            </a:pPr>
            <a:r>
              <a:t>D:/pasar_fix/node_modules/.bun/d3-scale@4.0.2/node_modules/d3-scale/src/quantize.js</a:t>
            </a:r>
          </a:p>
          <a:p>
            <a:pPr>
              <a:defRPr sz="1200"/>
            </a:pPr>
            <a:r>
              <a:t>D:/pasar_fix/node_modules/.bun/d3-scale@4.0.2/node_modules/d3-scale/src/radial.js</a:t>
            </a:r>
          </a:p>
          <a:p>
            <a:pPr>
              <a:defRPr sz="1200"/>
            </a:pPr>
            <a:r>
              <a:t>D:/pasar_fix/node_modules/.bun/d3-scale@4.0.2/node_modules/d3-scale/src/sequential.js</a:t>
            </a:r>
          </a:p>
          <a:p>
            <a:pPr>
              <a:defRPr sz="1200"/>
            </a:pPr>
            <a:r>
              <a:t>D:/pasar_fix/node_modules/.bun/d3-scale@4.0.2/node_modules/d3-scale/src/sequentialQuantile.js</a:t>
            </a:r>
          </a:p>
          <a:p>
            <a:pPr>
              <a:defRPr sz="1200"/>
            </a:pPr>
            <a:r>
              <a:t>D:/pasar_fix/node_modules/.bun/d3-scale@4.0.2/node_modules/d3-scale/src/symlog.js</a:t>
            </a:r>
          </a:p>
          <a:p>
            <a:pPr>
              <a:defRPr sz="1200"/>
            </a:pPr>
            <a:r>
              <a:t>D:/pasar_fix/node_modules/.bun/d3-scale@4.0.2/node_modules/d3-scale/src/threshold.js</a:t>
            </a:r>
          </a:p>
          <a:p>
            <a:pPr>
              <a:defRPr sz="1200"/>
            </a:pPr>
            <a:r>
              <a:t>D:/pasar_fix/node_modules/.bun/d3-scale@4.0.2/node_modules/d3-scale/src/tickFormat.js</a:t>
            </a:r>
          </a:p>
          <a:p>
            <a:pPr>
              <a:defRPr sz="1200"/>
            </a:pPr>
            <a:r>
              <a:t>D:/pasar_fix/node_modules/.bun/d3-scale@4.0.2/node_modules/d3-scale/src/time.js</a:t>
            </a:r>
          </a:p>
          <a:p>
            <a:pPr>
              <a:defRPr sz="1200"/>
            </a:pPr>
            <a:r>
              <a:t>D:/pasar_fix/node_modules/.bun/d3-scale@4.0.2/node_modules/d3-scale/src/utcTime.js</a:t>
            </a:r>
          </a:p>
          <a:p>
            <a:pPr>
              <a:defRPr sz="1200"/>
            </a:pPr>
            <a:r>
              <a:t>D:/pasar_fix/node_modules/.bun/d3-selection@3.0.0/node_modules/d3-selection/LICENSE</a:t>
            </a:r>
          </a:p>
          <a:p>
            <a:pPr>
              <a:defRPr sz="1200"/>
            </a:pPr>
            <a:r>
              <a:t>D:/pasar_fix/node_modules/.bun/d3-selection@3.0.0/node_modules/d3-selection/package.json</a:t>
            </a:r>
          </a:p>
          <a:p>
            <a:pPr>
              <a:defRPr sz="1200"/>
            </a:pPr>
            <a:r>
              <a:t>D:/pasar_fix/node_modules/.bun/d3-selection@3.0.0/node_modules/d3-selection/README.md</a:t>
            </a:r>
          </a:p>
          <a:p>
            <a:pPr>
              <a:defRPr sz="1200"/>
            </a:pPr>
            <a:r>
              <a:t>D:/pasar_fix/node_modules/.bun/d3-selection@3.0.0/node_modules/d3-selection/dist/d3-selection.js</a:t>
            </a:r>
          </a:p>
          <a:p>
            <a:pPr>
              <a:defRPr sz="1200"/>
            </a:pPr>
            <a:r>
              <a:t>D:/pasar_fix/node_modules/.bun/d3-selection@3.0.0/node_modules/d3-selection/dist/d3-selection.min.js</a:t>
            </a:r>
          </a:p>
          <a:p>
            <a:pPr>
              <a:defRPr sz="1200"/>
            </a:pPr>
            <a:r>
              <a:t>D:/pasar_fix/node_modules/.bun/d3-selection@3.0.0/node_modules/d3-selection/src/array.js</a:t>
            </a:r>
          </a:p>
          <a:p>
            <a:pPr>
              <a:defRPr sz="1200"/>
            </a:pPr>
            <a:r>
              <a:t>D:/pasar_fix/node_modules/.bun/d3-selection@3.0.0/node_modules/d3-selection/src/constant.js</a:t>
            </a:r>
          </a:p>
          <a:p>
            <a:pPr>
              <a:defRPr sz="1200"/>
            </a:pPr>
            <a:r>
              <a:t>D:/pasar_fix/node_modules/.bun/d3-selection@3.0.0/node_modules/d3-selection/src/create.js</a:t>
            </a:r>
          </a:p>
          <a:p>
            <a:pPr>
              <a:defRPr sz="1200"/>
            </a:pPr>
            <a:r>
              <a:t>D:/pasar_fix/node_modules/.bun/d3-selection@3.0.0/node_modules/d3-selection/src/creator.js</a:t>
            </a:r>
          </a:p>
          <a:p>
            <a:pPr>
              <a:defRPr sz="1200"/>
            </a:pPr>
            <a:r>
              <a:t>D:/pasar_fix/node_modules/.bun/d3-selection@3.0.0/node_modules/d3-selection/src/identity.js</a:t>
            </a:r>
          </a:p>
          <a:p>
            <a:pPr>
              <a:defRPr sz="1200"/>
            </a:pPr>
            <a:r>
              <a:t>D:/pasar_fix/node_modules/.bun/d3-selection@3.0.0/node_modules/d3-selection/src/index.js</a:t>
            </a:r>
          </a:p>
          <a:p>
            <a:pPr>
              <a:defRPr sz="1200"/>
            </a:pPr>
            <a:r>
              <a:t>D:/pasar_fix/node_modules/.bun/d3-selection@3.0.0/node_modules/d3-selection/src/local.js</a:t>
            </a:r>
          </a:p>
          <a:p>
            <a:pPr>
              <a:defRPr sz="1200"/>
            </a:pPr>
            <a:r>
              <a:t>D:/pasar_fix/node_modules/.bun/d3-selection@3.0.0/node_modules/d3-selection/src/matcher.js</a:t>
            </a:r>
          </a:p>
          <a:p>
            <a:pPr>
              <a:defRPr sz="1200"/>
            </a:pPr>
            <a:r>
              <a:t>D:/pasar_fix/node_modules/.bun/d3-selection@3.0.0/node_modules/d3-selection/src/namespace.js</a:t>
            </a:r>
          </a:p>
          <a:p>
            <a:pPr>
              <a:defRPr sz="1200"/>
            </a:pPr>
            <a:r>
              <a:t>D:/pasar_fix/node_modules/.bun/d3-selection@3.0.0/node_modules/d3-selection/src/namespaces.js</a:t>
            </a:r>
          </a:p>
          <a:p>
            <a:pPr>
              <a:defRPr sz="1200"/>
            </a:pPr>
            <a:r>
              <a:t>D:/pasar_fix/node_modules/.bun/d3-selection@3.0.0/node_modules/d3-selection/src/pointer.js</a:t>
            </a:r>
          </a:p>
          <a:p>
            <a:pPr>
              <a:defRPr sz="1200"/>
            </a:pPr>
            <a:r>
              <a:t>D:/pasar_fix/node_modules/.bun/d3-selection@3.0.0/node_modules/d3-selection/src/pointers.js</a:t>
            </a:r>
          </a:p>
          <a:p>
            <a:pPr>
              <a:defRPr sz="1200"/>
            </a:pPr>
            <a:r>
              <a:t>D:/pasar_fix/node_modules/.bun/d3-selection@3.0.0/node_modules/d3-selection/src/select.js</a:t>
            </a:r>
          </a:p>
          <a:p>
            <a:pPr>
              <a:defRPr sz="1200"/>
            </a:pPr>
            <a:r>
              <a:t>D:/pasar_fix/node_modules/.bun/d3-selection@3.0.0/node_modules/d3-selection/src/selectAll.js</a:t>
            </a:r>
          </a:p>
          <a:p>
            <a:pPr>
              <a:defRPr sz="1200"/>
            </a:pPr>
            <a:r>
              <a:t>D:/pasar_fix/node_modules/.bun/d3-selection@3.0.0/node_modules/d3-selection/src/selector.js</a:t>
            </a:r>
          </a:p>
          <a:p>
            <a:pPr>
              <a:defRPr sz="1200"/>
            </a:pPr>
            <a:r>
              <a:t>D:/pasar_fix/node_modules/.bun/d3-selection@3.0.0/node_modules/d3-selection/src/selectorAll.js</a:t>
            </a:r>
          </a:p>
          <a:p>
            <a:pPr>
              <a:defRPr sz="1200"/>
            </a:pPr>
            <a:r>
              <a:t>D:/pasar_fix/node_modules/.bun/d3-selection@3.0.0/node_modules/d3-selection/src/sourceEvent.js</a:t>
            </a:r>
          </a:p>
          <a:p>
            <a:pPr>
              <a:defRPr sz="1200"/>
            </a:pPr>
            <a:r>
              <a:t>D:/pasar_fix/node_modules/.bun/d3-selection@3.0.0/node_modules/d3-selection/src/window.js</a:t>
            </a:r>
          </a:p>
          <a:p>
            <a:pPr>
              <a:defRPr sz="1200"/>
            </a:pPr>
            <a:r>
              <a:t>D:/pasar_fix/node_modules/.bun/d3-selection@3.0.0/node_modules/d3-selection/src/selection/append.js</a:t>
            </a:r>
          </a:p>
          <a:p>
            <a:pPr>
              <a:defRPr sz="1200"/>
            </a:pPr>
            <a:r>
              <a:t>D:/pasar_fix/node_modules/.bun/d3-selection@3.0.0/node_modules/d3-selection/src/selection/attr.js</a:t>
            </a:r>
          </a:p>
          <a:p>
            <a:pPr>
              <a:defRPr sz="1200"/>
            </a:pPr>
            <a:r>
              <a:t>D:/pasar_fix/node_modules/.bun/d3-selection@3.0.0/node_modules/d3-selection/src/selection/call.js</a:t>
            </a:r>
          </a:p>
          <a:p>
            <a:pPr>
              <a:defRPr sz="1200"/>
            </a:pPr>
            <a:r>
              <a:t>D:/pasar_fix/node_modules/.bun/d3-selection@3.0.0/node_modules/d3-selection/src/selection/classed.js</a:t>
            </a:r>
          </a:p>
          <a:p>
            <a:pPr>
              <a:defRPr sz="1200"/>
            </a:pPr>
            <a:r>
              <a:t>D:/pasar_fix/node_modules/.bun/d3-selection@3.0.0/node_modules/d3-selection/src/selection/clone.js</a:t>
            </a:r>
          </a:p>
          <a:p>
            <a:pPr>
              <a:defRPr sz="1200"/>
            </a:pPr>
            <a:r>
              <a:t>D:/pasar_fix/node_modules/.bun/d3-selection@3.0.0/node_modules/d3-selection/src/selection/data.js</a:t>
            </a:r>
          </a:p>
          <a:p>
            <a:pPr>
              <a:defRPr sz="1200"/>
            </a:pPr>
            <a:r>
              <a:t>D:/pasar_fix/node_modules/.bun/d3-selection@3.0.0/node_modules/d3-selection/src/selection/datum.js</a:t>
            </a:r>
          </a:p>
          <a:p>
            <a:pPr>
              <a:defRPr sz="1200"/>
            </a:pPr>
            <a:r>
              <a:t>D:/pasar_fix/node_modules/.bun/d3-selection@3.0.0/node_modules/d3-selection/src/selection/dispatch.js</a:t>
            </a:r>
          </a:p>
          <a:p>
            <a:pPr>
              <a:defRPr sz="1200"/>
            </a:pPr>
            <a:r>
              <a:t>D:/pasar_fix/node_modules/.bun/d3-selection@3.0.0/node_modules/d3-selection/src/selection/each.js</a:t>
            </a:r>
          </a:p>
          <a:p>
            <a:pPr>
              <a:defRPr sz="1200"/>
            </a:pPr>
            <a:r>
              <a:t>D:/pasar_fix/node_modules/.bun/d3-selection@3.0.0/node_modules/d3-selection/src/selection/empty.js</a:t>
            </a:r>
          </a:p>
          <a:p>
            <a:pPr>
              <a:defRPr sz="1200"/>
            </a:pPr>
            <a:r>
              <a:t>D:/pasar_fix/node_modules/.bun/d3-selection@3.0.0/node_modules/d3-selection/src/selection/enter.js</a:t>
            </a:r>
          </a:p>
          <a:p>
            <a:pPr>
              <a:defRPr sz="1200"/>
            </a:pPr>
            <a:r>
              <a:t>D:/pasar_fix/node_modules/.bun/d3-selection@3.0.0/node_modules/d3-selection/src/selection/exit.js</a:t>
            </a:r>
          </a:p>
          <a:p>
            <a:pPr>
              <a:defRPr sz="1200"/>
            </a:pPr>
            <a:r>
              <a:t>D:/pasar_fix/node_modules/.bun/d3-selection@3.0.0/node_modules/d3-selection/src/selection/filter.js</a:t>
            </a:r>
          </a:p>
          <a:p>
            <a:pPr>
              <a:defRPr sz="1200"/>
            </a:pPr>
            <a:r>
              <a:t>D:/pasar_fix/node_modules/.bun/d3-selection@3.0.0/node_modules/d3-selection/src/selection/html.js</a:t>
            </a:r>
          </a:p>
          <a:p>
            <a:pPr>
              <a:defRPr sz="1200"/>
            </a:pPr>
            <a:r>
              <a:t>D:/pasar_fix/node_modules/.bun/d3-selection@3.0.0/node_modules/d3-selection/src/selection/index.js</a:t>
            </a:r>
          </a:p>
          <a:p>
            <a:pPr>
              <a:defRPr sz="1200"/>
            </a:pPr>
            <a:r>
              <a:t>D:/pasar_fix/node_modules/.bun/d3-selection@3.0.0/node_modules/d3-selection/src/selection/insert.js</a:t>
            </a:r>
          </a:p>
          <a:p>
            <a:pPr>
              <a:defRPr sz="1200"/>
            </a:pPr>
            <a:r>
              <a:t>D:/pasar_fix/node_modules/.bun/d3-selection@3.0.0/node_modules/d3-selection/src/selection/iterator.js</a:t>
            </a:r>
          </a:p>
          <a:p>
            <a:pPr>
              <a:defRPr sz="1200"/>
            </a:pPr>
            <a:r>
              <a:t>D:/pasar_fix/node_modules/.bun/d3-selection@3.0.0/node_modules/d3-selection/src/selection/join.js</a:t>
            </a:r>
          </a:p>
          <a:p>
            <a:pPr>
              <a:defRPr sz="1200"/>
            </a:pPr>
            <a:r>
              <a:t>D:/pasar_fix/node_modules/.bun/d3-selection@3.0.0/node_modules/d3-selection/src/selection/lower.js</a:t>
            </a:r>
          </a:p>
          <a:p>
            <a:pPr>
              <a:defRPr sz="1200"/>
            </a:pPr>
            <a:r>
              <a:t>D:/pasar_fix/node_modules/.bun/d3-selection@3.0.0/node_modules/d3-selection/src/selection/merge.js</a:t>
            </a:r>
          </a:p>
          <a:p>
            <a:pPr>
              <a:defRPr sz="1200"/>
            </a:pPr>
            <a:r>
              <a:t>D:/pasar_fix/node_modules/.bun/d3-selection@3.0.0/node_modules/d3-selection/src/selection/node.js</a:t>
            </a:r>
          </a:p>
          <a:p>
            <a:pPr>
              <a:defRPr sz="1200"/>
            </a:pPr>
            <a:r>
              <a:t>D:/pasar_fix/node_modules/.bun/d3-selection@3.0.0/node_modules/d3-selection/src/selection/nodes.js</a:t>
            </a:r>
          </a:p>
          <a:p>
            <a:pPr>
              <a:defRPr sz="1200"/>
            </a:pPr>
            <a:r>
              <a:t>D:/pasar_fix/node_modules/.bun/d3-selection@3.0.0/node_modules/d3-selection/src/selection/on.js</a:t>
            </a:r>
          </a:p>
          <a:p>
            <a:pPr>
              <a:defRPr sz="1200"/>
            </a:pPr>
            <a:r>
              <a:t>D:/pasar_fix/node_modules/.bun/d3-selection@3.0.0/node_modules/d3-selection/src/selection/order.js</a:t>
            </a:r>
          </a:p>
          <a:p>
            <a:pPr>
              <a:defRPr sz="1200"/>
            </a:pPr>
            <a:r>
              <a:t>D:/pasar_fix/node_modules/.bun/d3-selection@3.0.0/node_modules/d3-selection/src/selection/property.js</a:t>
            </a:r>
          </a:p>
          <a:p>
            <a:pPr>
              <a:defRPr sz="1200"/>
            </a:pPr>
            <a:r>
              <a:t>D:/pasar_fix/node_modules/.bun/d3-selection@3.0.0/node_modules/d3-selection/src/selection/raise.js</a:t>
            </a:r>
          </a:p>
          <a:p>
            <a:pPr>
              <a:defRPr sz="1200"/>
            </a:pPr>
            <a:r>
              <a:t>D:/pasar_fix/node_modules/.bun/d3-selection@3.0.0/node_modules/d3-selection/src/selection/remove.js</a:t>
            </a:r>
          </a:p>
          <a:p>
            <a:pPr>
              <a:defRPr sz="1200"/>
            </a:pPr>
            <a:r>
              <a:t>D:/pasar_fix/node_modules/.bun/d3-selection@3.0.0/node_modules/d3-selection/src/selection/select.js</a:t>
            </a:r>
          </a:p>
          <a:p>
            <a:pPr>
              <a:defRPr sz="1200"/>
            </a:pPr>
            <a:r>
              <a:t>D:/pasar_fix/node_modules/.bun/d3-selection@3.0.0/node_modules/d3-selection/src/selection/selectAll.js</a:t>
            </a:r>
          </a:p>
          <a:p>
            <a:pPr>
              <a:defRPr sz="1200"/>
            </a:pPr>
            <a:r>
              <a:t>D:/pasar_fix/node_modules/.bun/d3-selection@3.0.0/node_modules/d3-selection/src/selection/selectChild.js</a:t>
            </a:r>
          </a:p>
          <a:p>
            <a:pPr>
              <a:defRPr sz="1200"/>
            </a:pPr>
            <a:r>
              <a:t>D:/pasar_fix/node_modules/.bun/d3-selection@3.0.0/node_modules/d3-selection/src/selection/selectChildren.js</a:t>
            </a:r>
          </a:p>
          <a:p>
            <a:pPr>
              <a:defRPr sz="1200"/>
            </a:pPr>
            <a:r>
              <a:t>D:/pasar_fix/node_modules/.bun/d3-selection@3.0.0/node_modules/d3-selection/src/selection/size.js</a:t>
            </a:r>
          </a:p>
          <a:p>
            <a:pPr>
              <a:defRPr sz="1200"/>
            </a:pPr>
            <a:r>
              <a:t>D:/pasar_fix/node_modules/.bun/d3-selection@3.0.0/node_modules/d3-selection/src/selection/sort.js</a:t>
            </a:r>
          </a:p>
          <a:p>
            <a:pPr>
              <a:defRPr sz="1200"/>
            </a:pPr>
            <a:r>
              <a:t>D:/pasar_fix/node_modules/.bun/d3-selection@3.0.0/node_modules/d3-selection/src/selection/sparse.js</a:t>
            </a:r>
          </a:p>
          <a:p>
            <a:pPr>
              <a:defRPr sz="1200"/>
            </a:pPr>
            <a:r>
              <a:t>D:/pasar_fix/node_modules/.bun/d3-selection@3.0.0/node_modules/d3-selection/src/selection/style.js</a:t>
            </a:r>
          </a:p>
          <a:p>
            <a:pPr>
              <a:defRPr sz="1200"/>
            </a:pPr>
            <a:r>
              <a:t>D:/pasar_fix/node_modules/.bun/d3-selection@3.0.0/node_modules/d3-selection/src/selection/text.js</a:t>
            </a:r>
          </a:p>
          <a:p>
            <a:pPr>
              <a:defRPr sz="1200"/>
            </a:pPr>
            <a:r>
              <a:t>D:/pasar_fix/node_modules/.bun/d3-shape@1.3.7/node_modules/d3-shape/LICENSE</a:t>
            </a:r>
          </a:p>
          <a:p>
            <a:pPr>
              <a:defRPr sz="1200"/>
            </a:pPr>
            <a:r>
              <a:t>D:/pasar_fix/node_modules/.bun/d3-shape@1.3.7/node_modules/d3-shape/package.json</a:t>
            </a:r>
          </a:p>
          <a:p>
            <a:pPr>
              <a:defRPr sz="1200"/>
            </a:pPr>
            <a:r>
              <a:t>D:/pasar_fix/node_modules/.bun/d3-shape@1.3.7/node_modules/d3-shape/README.md</a:t>
            </a:r>
          </a:p>
          <a:p>
            <a:pPr>
              <a:defRPr sz="1200"/>
            </a:pPr>
            <a:r>
              <a:t>D:/pasar_fix/node_modules/.bun/d3-shape@1.3.7/node_modules/d3-shape/dist/d3-shape.js</a:t>
            </a:r>
          </a:p>
          <a:p>
            <a:pPr>
              <a:defRPr sz="1200"/>
            </a:pPr>
            <a:r>
              <a:t>D:/pasar_fix/node_modules/.bun/d3-shape@1.3.7/node_modules/d3-shape/dist/d3-shape.min.js</a:t>
            </a:r>
          </a:p>
          <a:p>
            <a:pPr>
              <a:defRPr sz="1200"/>
            </a:pPr>
            <a:r>
              <a:t>D:/pasar_fix/node_modules/.bun/d3-shape@1.3.7/node_modules/d3-shape/src/arc.js</a:t>
            </a:r>
          </a:p>
          <a:p>
            <a:pPr>
              <a:defRPr sz="1200"/>
            </a:pPr>
            <a:r>
              <a:t>D:/pasar_fix/node_modules/.bun/d3-shape@1.3.7/node_modules/d3-shape/src/area.js</a:t>
            </a:r>
          </a:p>
          <a:p>
            <a:pPr>
              <a:defRPr sz="1200"/>
            </a:pPr>
            <a:r>
              <a:t>D:/pasar_fix/node_modules/.bun/d3-shape@1.3.7/node_modules/d3-shape/src/areaRadial.js</a:t>
            </a:r>
          </a:p>
          <a:p>
            <a:pPr>
              <a:defRPr sz="1200"/>
            </a:pPr>
            <a:r>
              <a:t>D:/pasar_fix/node_modules/.bun/d3-shape@1.3.7/node_modules/d3-shape/src/array.js</a:t>
            </a:r>
          </a:p>
          <a:p>
            <a:pPr>
              <a:defRPr sz="1200"/>
            </a:pPr>
            <a:r>
              <a:t>D:/pasar_fix/node_modules/.bun/d3-shape@1.3.7/node_modules/d3-shape/src/constant.js</a:t>
            </a:r>
          </a:p>
          <a:p>
            <a:pPr>
              <a:defRPr sz="1200"/>
            </a:pPr>
            <a:r>
              <a:t>D:/pasar_fix/node_modules/.bun/d3-shape@1.3.7/node_modules/d3-shape/src/descending.js</a:t>
            </a:r>
          </a:p>
          <a:p>
            <a:pPr>
              <a:defRPr sz="1200"/>
            </a:pPr>
            <a:r>
              <a:t>D:/pasar_fix/node_modules/.bun/d3-shape@1.3.7/node_modules/d3-shape/src/identity.js</a:t>
            </a:r>
          </a:p>
          <a:p>
            <a:pPr>
              <a:defRPr sz="1200"/>
            </a:pPr>
            <a:r>
              <a:t>D:/pasar_fix/node_modules/.bun/d3-shape@1.3.7/node_modules/d3-shape/src/index.js</a:t>
            </a:r>
          </a:p>
          <a:p>
            <a:pPr>
              <a:defRPr sz="1200"/>
            </a:pPr>
            <a:r>
              <a:t>D:/pasar_fix/node_modules/.bun/d3-shape@1.3.7/node_modules/d3-shape/src/line.js</a:t>
            </a:r>
          </a:p>
          <a:p>
            <a:pPr>
              <a:defRPr sz="1200"/>
            </a:pPr>
            <a:r>
              <a:t>D:/pasar_fix/node_modules/.bun/d3-shape@1.3.7/node_modules/d3-shape/src/lineRadial.js</a:t>
            </a:r>
          </a:p>
          <a:p>
            <a:pPr>
              <a:defRPr sz="1200"/>
            </a:pPr>
            <a:r>
              <a:t>D:/pasar_fix/node_modules/.bun/d3-shape@1.3.7/node_modules/d3-shape/src/math.js</a:t>
            </a:r>
          </a:p>
          <a:p>
            <a:pPr>
              <a:defRPr sz="1200"/>
            </a:pPr>
            <a:r>
              <a:t>D:/pasar_fix/node_modules/.bun/d3-shape@1.3.7/node_modules/d3-shape/src/noop.js</a:t>
            </a:r>
          </a:p>
          <a:p>
            <a:pPr>
              <a:defRPr sz="1200"/>
            </a:pPr>
            <a:r>
              <a:t>D:/pasar_fix/node_modules/.bun/d3-shape@1.3.7/node_modules/d3-shape/src/pie.js</a:t>
            </a:r>
          </a:p>
          <a:p>
            <a:pPr>
              <a:defRPr sz="1200"/>
            </a:pPr>
            <a:r>
              <a:t>D:/pasar_fix/node_modules/.bun/d3-shape@1.3.7/node_modules/d3-shape/src/point.js</a:t>
            </a:r>
          </a:p>
          <a:p>
            <a:pPr>
              <a:defRPr sz="1200"/>
            </a:pPr>
            <a:r>
              <a:t>D:/pasar_fix/node_modules/.bun/d3-shape@1.3.7/node_modules/d3-shape/src/pointRadial.js</a:t>
            </a:r>
          </a:p>
          <a:p>
            <a:pPr>
              <a:defRPr sz="1200"/>
            </a:pPr>
            <a:r>
              <a:t>D:/pasar_fix/node_modules/.bun/d3-shape@1.3.7/node_modules/d3-shape/src/stack.js</a:t>
            </a:r>
          </a:p>
          <a:p>
            <a:pPr>
              <a:defRPr sz="1200"/>
            </a:pPr>
            <a:r>
              <a:t>D:/pasar_fix/node_modules/.bun/d3-shape@1.3.7/node_modules/d3-shape/src/symbol.js</a:t>
            </a:r>
          </a:p>
          <a:p>
            <a:pPr>
              <a:defRPr sz="1200"/>
            </a:pPr>
            <a:r>
              <a:t>D:/pasar_fix/node_modules/.bun/d3-shape@1.3.7/node_modules/d3-shape/src/curve/basis.js</a:t>
            </a:r>
          </a:p>
          <a:p>
            <a:pPr>
              <a:defRPr sz="1200"/>
            </a:pPr>
            <a:r>
              <a:t>D:/pasar_fix/node_modules/.bun/d3-shape@1.3.7/node_modules/d3-shape/src/curve/basisClosed.js</a:t>
            </a:r>
          </a:p>
          <a:p>
            <a:pPr>
              <a:defRPr sz="1200"/>
            </a:pPr>
            <a:r>
              <a:t>D:/pasar_fix/node_modules/.bun/d3-shape@1.3.7/node_modules/d3-shape/src/curve/basisOpen.js</a:t>
            </a:r>
          </a:p>
          <a:p>
            <a:pPr>
              <a:defRPr sz="1200"/>
            </a:pPr>
            <a:r>
              <a:t>D:/pasar_fix/node_modules/.bun/d3-shape@1.3.7/node_modules/d3-shape/src/curve/bundle.js</a:t>
            </a:r>
          </a:p>
          <a:p>
            <a:pPr>
              <a:defRPr sz="1200"/>
            </a:pPr>
            <a:r>
              <a:t>D:/pasar_fix/node_modules/.bun/d3-shape@1.3.7/node_modules/d3-shape/src/curve/cardinal.js</a:t>
            </a:r>
          </a:p>
          <a:p>
            <a:pPr>
              <a:defRPr sz="1200"/>
            </a:pPr>
            <a:r>
              <a:t>D:/pasar_fix/node_modules/.bun/d3-shape@1.3.7/node_modules/d3-shape/src/curve/cardinalClosed.js</a:t>
            </a:r>
          </a:p>
          <a:p>
            <a:pPr>
              <a:defRPr sz="1200"/>
            </a:pPr>
            <a:r>
              <a:t>D:/pasar_fix/node_modules/.bun/d3-shape@1.3.7/node_modules/d3-shape/src/curve/cardinalOpen.js</a:t>
            </a:r>
          </a:p>
          <a:p>
            <a:pPr>
              <a:defRPr sz="1200"/>
            </a:pPr>
            <a:r>
              <a:t>D:/pasar_fix/node_modules/.bun/d3-shape@1.3.7/node_modules/d3-shape/src/curve/catmullRom.js</a:t>
            </a:r>
          </a:p>
          <a:p>
            <a:pPr>
              <a:defRPr sz="1200"/>
            </a:pPr>
            <a:r>
              <a:t>D:/pasar_fix/node_modules/.bun/d3-shape@1.3.7/node_modules/d3-shape/src/curve/catmullRomClosed.js</a:t>
            </a:r>
          </a:p>
          <a:p>
            <a:pPr>
              <a:defRPr sz="1200"/>
            </a:pPr>
            <a:r>
              <a:t>D:/pasar_fix/node_modules/.bun/d3-shape@1.3.7/node_modules/d3-shape/src/curve/catmullRomOpen.js</a:t>
            </a:r>
          </a:p>
          <a:p>
            <a:pPr>
              <a:defRPr sz="1200"/>
            </a:pPr>
            <a:r>
              <a:t>D:/pasar_fix/node_modules/.bun/d3-shape@1.3.7/node_modules/d3-shape/src/curve/linear.js</a:t>
            </a:r>
          </a:p>
          <a:p>
            <a:pPr>
              <a:defRPr sz="1200"/>
            </a:pPr>
            <a:r>
              <a:t>D:/pasar_fix/node_modules/.bun/d3-shape@1.3.7/node_modules/d3-shape/src/curve/linearClosed.js</a:t>
            </a:r>
          </a:p>
          <a:p>
            <a:pPr>
              <a:defRPr sz="1200"/>
            </a:pPr>
            <a:r>
              <a:t>D:/pasar_fix/node_modules/.bun/d3-shape@1.3.7/node_modules/d3-shape/src/curve/monotone.js</a:t>
            </a:r>
          </a:p>
          <a:p>
            <a:pPr>
              <a:defRPr sz="1200"/>
            </a:pPr>
            <a:r>
              <a:t>D:/pasar_fix/node_modules/.bun/d3-shape@1.3.7/node_modules/d3-shape/src/curve/natural.js</a:t>
            </a:r>
          </a:p>
          <a:p>
            <a:pPr>
              <a:defRPr sz="1200"/>
            </a:pPr>
            <a:r>
              <a:t>D:/pasar_fix/node_modules/.bun/d3-shape@1.3.7/node_modules/d3-shape/src/curve/radial.js</a:t>
            </a:r>
          </a:p>
          <a:p>
            <a:pPr>
              <a:defRPr sz="1200"/>
            </a:pPr>
            <a:r>
              <a:t>D:/pasar_fix/node_modules/.bun/d3-shape@1.3.7/node_modules/d3-shape/src/curve/step.js</a:t>
            </a:r>
          </a:p>
          <a:p>
            <a:pPr>
              <a:defRPr sz="1200"/>
            </a:pPr>
            <a:r>
              <a:t>D:/pasar_fix/node_modules/.bun/d3-shape@1.3.7/node_modules/d3-shape/src/link/index.js</a:t>
            </a:r>
          </a:p>
          <a:p>
            <a:pPr>
              <a:defRPr sz="1200"/>
            </a:pPr>
            <a:r>
              <a:t>D:/pasar_fix/node_modules/.bun/d3-shape@1.3.7/node_modules/d3-shape/src/offset/diverging.js</a:t>
            </a:r>
          </a:p>
          <a:p>
            <a:pPr>
              <a:defRPr sz="1200"/>
            </a:pPr>
            <a:r>
              <a:t>D:/pasar_fix/node_modules/.bun/d3-shape@1.3.7/node_modules/d3-shape/src/offset/expand.js</a:t>
            </a:r>
          </a:p>
          <a:p>
            <a:pPr>
              <a:defRPr sz="1200"/>
            </a:pPr>
            <a:r>
              <a:t>D:/pasar_fix/node_modules/.bun/d3-shape@1.3.7/node_modules/d3-shape/src/offset/none.js</a:t>
            </a:r>
          </a:p>
          <a:p>
            <a:pPr>
              <a:defRPr sz="1200"/>
            </a:pPr>
            <a:r>
              <a:t>D:/pasar_fix/node_modules/.bun/d3-shape@1.3.7/node_modules/d3-shape/src/offset/silhouette.js</a:t>
            </a:r>
          </a:p>
          <a:p>
            <a:pPr>
              <a:defRPr sz="1200"/>
            </a:pPr>
            <a:r>
              <a:t>D:/pasar_fix/node_modules/.bun/d3-shape@1.3.7/node_modules/d3-shape/src/offset/wiggle.js</a:t>
            </a:r>
          </a:p>
          <a:p>
            <a:pPr>
              <a:defRPr sz="1200"/>
            </a:pPr>
            <a:r>
              <a:t>D:/pasar_fix/node_modules/.bun/d3-shape@1.3.7/node_modules/d3-shape/src/order/appearance.js</a:t>
            </a:r>
          </a:p>
          <a:p>
            <a:pPr>
              <a:defRPr sz="1200"/>
            </a:pPr>
            <a:r>
              <a:t>D:/pasar_fix/node_modules/.bun/d3-shape@1.3.7/node_modules/d3-shape/src/order/ascending.js</a:t>
            </a:r>
          </a:p>
          <a:p>
            <a:pPr>
              <a:defRPr sz="1200"/>
            </a:pPr>
            <a:r>
              <a:t>D:/pasar_fix/node_modules/.bun/d3-shape@1.3.7/node_modules/d3-shape/src/order/descending.js</a:t>
            </a:r>
          </a:p>
          <a:p>
            <a:pPr>
              <a:defRPr sz="1200"/>
            </a:pPr>
            <a:r>
              <a:t>D:/pasar_fix/node_modules/.bun/d3-shape@1.3.7/node_modules/d3-shape/src/order/insideOut.js</a:t>
            </a:r>
          </a:p>
          <a:p>
            <a:pPr>
              <a:defRPr sz="1200"/>
            </a:pPr>
            <a:r>
              <a:t>D:/pasar_fix/node_modules/.bun/d3-shape@1.3.7/node_modules/d3-shape/src/order/none.js</a:t>
            </a:r>
          </a:p>
          <a:p>
            <a:pPr>
              <a:defRPr sz="1200"/>
            </a:pPr>
            <a:r>
              <a:t>D:/pasar_fix/node_modules/.bun/d3-shape@1.3.7/node_modules/d3-shape/src/order/reverse.js</a:t>
            </a:r>
          </a:p>
          <a:p>
            <a:pPr>
              <a:defRPr sz="1200"/>
            </a:pPr>
            <a:r>
              <a:t>D:/pasar_fix/node_modules/.bun/d3-shape@1.3.7/node_modules/d3-shape/src/symbol/circle.js</a:t>
            </a:r>
          </a:p>
          <a:p>
            <a:pPr>
              <a:defRPr sz="1200"/>
            </a:pPr>
            <a:r>
              <a:t>D:/pasar_fix/node_modules/.bun/d3-shape@1.3.7/node_modules/d3-shape/src/symbol/cross.js</a:t>
            </a:r>
          </a:p>
          <a:p>
            <a:pPr>
              <a:defRPr sz="1200"/>
            </a:pPr>
            <a:r>
              <a:t>D:/pasar_fix/node_modules/.bun/d3-shape@1.3.7/node_modules/d3-shape/src/symbol/diamond.js</a:t>
            </a:r>
          </a:p>
          <a:p>
            <a:pPr>
              <a:defRPr sz="1200"/>
            </a:pPr>
            <a:r>
              <a:t>D:/pasar_fix/node_modules/.bun/d3-shape@1.3.7/node_modules/d3-shape/src/symbol/square.js</a:t>
            </a:r>
          </a:p>
          <a:p>
            <a:pPr>
              <a:defRPr sz="1200"/>
            </a:pPr>
            <a:r>
              <a:t>D:/pasar_fix/node_modules/.bun/d3-shape@1.3.7/node_modules/d3-shape/src/symbol/star.js</a:t>
            </a:r>
          </a:p>
          <a:p>
            <a:pPr>
              <a:defRPr sz="1200"/>
            </a:pPr>
            <a:r>
              <a:t>D:/pasar_fix/node_modules/.bun/d3-shape@1.3.7/node_modules/d3-shape/src/symbol/triangle.js</a:t>
            </a:r>
          </a:p>
          <a:p>
            <a:pPr>
              <a:defRPr sz="1200"/>
            </a:pPr>
            <a:r>
              <a:t>D:/pasar_fix/node_modules/.bun/d3-shape@1.3.7/node_modules/d3-shape/src/symbol/wye.js</a:t>
            </a:r>
          </a:p>
          <a:p>
            <a:pPr>
              <a:defRPr sz="1200"/>
            </a:pPr>
            <a:r>
              <a:t>D:/pasar_fix/node_modules/.bun/d3-shape@3.2.0/node_modules/d3-shape/LICENSE</a:t>
            </a:r>
          </a:p>
          <a:p>
            <a:pPr>
              <a:defRPr sz="1200"/>
            </a:pPr>
            <a:r>
              <a:t>D:/pasar_fix/node_modules/.bun/d3-shape@3.2.0/node_modules/d3-shape/package.json</a:t>
            </a:r>
          </a:p>
          <a:p>
            <a:pPr>
              <a:defRPr sz="1200"/>
            </a:pPr>
            <a:r>
              <a:t>D:/pasar_fix/node_modules/.bun/d3-shape@3.2.0/node_modules/d3-shape/README.md</a:t>
            </a:r>
          </a:p>
          <a:p>
            <a:pPr>
              <a:defRPr sz="1200"/>
            </a:pPr>
            <a:r>
              <a:t>D:/pasar_fix/node_modules/.bun/d3-shape@3.2.0/node_modules/d3-shape/dist/d3-shape.js</a:t>
            </a:r>
          </a:p>
          <a:p>
            <a:pPr>
              <a:defRPr sz="1200"/>
            </a:pPr>
            <a:r>
              <a:t>D:/pasar_fix/node_modules/.bun/d3-shape@3.2.0/node_modules/d3-shape/dist/d3-shape.min.js</a:t>
            </a:r>
          </a:p>
          <a:p>
            <a:pPr>
              <a:defRPr sz="1200"/>
            </a:pPr>
            <a:r>
              <a:t>D:/pasar_fix/node_modules/.bun/d3-shape@3.2.0/node_modules/d3-shape/src/arc.js</a:t>
            </a:r>
          </a:p>
          <a:p>
            <a:pPr>
              <a:defRPr sz="1200"/>
            </a:pPr>
            <a:r>
              <a:t>D:/pasar_fix/node_modules/.bun/d3-shape@3.2.0/node_modules/d3-shape/src/area.js</a:t>
            </a:r>
          </a:p>
          <a:p>
            <a:pPr>
              <a:defRPr sz="1200"/>
            </a:pPr>
            <a:r>
              <a:t>D:/pasar_fix/node_modules/.bun/d3-shape@3.2.0/node_modules/d3-shape/src/areaRadial.js</a:t>
            </a:r>
          </a:p>
          <a:p>
            <a:pPr>
              <a:defRPr sz="1200"/>
            </a:pPr>
            <a:r>
              <a:t>D:/pasar_fix/node_modules/.bun/d3-shape@3.2.0/node_modules/d3-shape/src/array.js</a:t>
            </a:r>
          </a:p>
          <a:p>
            <a:pPr>
              <a:defRPr sz="1200"/>
            </a:pPr>
            <a:r>
              <a:t>D:/pasar_fix/node_modules/.bun/d3-shape@3.2.0/node_modules/d3-shape/src/constant.js</a:t>
            </a:r>
          </a:p>
          <a:p>
            <a:pPr>
              <a:defRPr sz="1200"/>
            </a:pPr>
            <a:r>
              <a:t>D:/pasar_fix/node_modules/.bun/d3-shape@3.2.0/node_modules/d3-shape/src/descending.js</a:t>
            </a:r>
          </a:p>
          <a:p>
            <a:pPr>
              <a:defRPr sz="1200"/>
            </a:pPr>
            <a:r>
              <a:t>D:/pasar_fix/node_modules/.bun/d3-shape@3.2.0/node_modules/d3-shape/src/identity.js</a:t>
            </a:r>
          </a:p>
          <a:p>
            <a:pPr>
              <a:defRPr sz="1200"/>
            </a:pPr>
            <a:r>
              <a:t>D:/pasar_fix/node_modules/.bun/d3-shape@3.2.0/node_modules/d3-shape/src/index.js</a:t>
            </a:r>
          </a:p>
          <a:p>
            <a:pPr>
              <a:defRPr sz="1200"/>
            </a:pPr>
            <a:r>
              <a:t>D:/pasar_fix/node_modules/.bun/d3-shape@3.2.0/node_modules/d3-shape/src/line.js</a:t>
            </a:r>
          </a:p>
          <a:p>
            <a:pPr>
              <a:defRPr sz="1200"/>
            </a:pPr>
            <a:r>
              <a:t>D:/pasar_fix/node_modules/.bun/d3-shape@3.2.0/node_modules/d3-shape/src/lineRadial.js</a:t>
            </a:r>
          </a:p>
          <a:p>
            <a:pPr>
              <a:defRPr sz="1200"/>
            </a:pPr>
            <a:r>
              <a:t>D:/pasar_fix/node_modules/.bun/d3-shape@3.2.0/node_modules/d3-shape/src/link.js</a:t>
            </a:r>
          </a:p>
          <a:p>
            <a:pPr>
              <a:defRPr sz="1200"/>
            </a:pPr>
            <a:r>
              <a:t>D:/pasar_fix/node_modules/.bun/d3-shape@3.2.0/node_modules/d3-shape/src/math.js</a:t>
            </a:r>
          </a:p>
          <a:p>
            <a:pPr>
              <a:defRPr sz="1200"/>
            </a:pPr>
            <a:r>
              <a:t>D:/pasar_fix/node_modules/.bun/d3-shape@3.2.0/node_modules/d3-shape/src/noop.js</a:t>
            </a:r>
          </a:p>
          <a:p>
            <a:pPr>
              <a:defRPr sz="1200"/>
            </a:pPr>
            <a:r>
              <a:t>D:/pasar_fix/node_modules/.bun/d3-shape@3.2.0/node_modules/d3-shape/src/path.js</a:t>
            </a:r>
          </a:p>
          <a:p>
            <a:pPr>
              <a:defRPr sz="1200"/>
            </a:pPr>
            <a:r>
              <a:t>D:/pasar_fix/node_modules/.bun/d3-shape@3.2.0/node_modules/d3-shape/src/pie.js</a:t>
            </a:r>
          </a:p>
          <a:p>
            <a:pPr>
              <a:defRPr sz="1200"/>
            </a:pPr>
            <a:r>
              <a:t>D:/pasar_fix/node_modules/.bun/d3-shape@3.2.0/node_modules/d3-shape/src/point.js</a:t>
            </a:r>
          </a:p>
          <a:p>
            <a:pPr>
              <a:defRPr sz="1200"/>
            </a:pPr>
            <a:r>
              <a:t>D:/pasar_fix/node_modules/.bun/d3-shape@3.2.0/node_modules/d3-shape/src/pointRadial.js</a:t>
            </a:r>
          </a:p>
          <a:p>
            <a:pPr>
              <a:defRPr sz="1200"/>
            </a:pPr>
            <a:r>
              <a:t>D:/pasar_fix/node_modules/.bun/d3-shape@3.2.0/node_modules/d3-shape/src/stack.js</a:t>
            </a:r>
          </a:p>
          <a:p>
            <a:pPr>
              <a:defRPr sz="1200"/>
            </a:pPr>
            <a:r>
              <a:t>D:/pasar_fix/node_modules/.bun/d3-shape@3.2.0/node_modules/d3-shape/src/symbol.js</a:t>
            </a:r>
          </a:p>
          <a:p>
            <a:pPr>
              <a:defRPr sz="1200"/>
            </a:pPr>
            <a:r>
              <a:t>D:/pasar_fix/node_modules/.bun/d3-shape@3.2.0/node_modules/d3-shape/src/curve/basis.js</a:t>
            </a:r>
          </a:p>
          <a:p>
            <a:pPr>
              <a:defRPr sz="1200"/>
            </a:pPr>
            <a:r>
              <a:t>D:/pasar_fix/node_modules/.bun/d3-shape@3.2.0/node_modules/d3-shape/src/curve/basisClosed.js</a:t>
            </a:r>
          </a:p>
          <a:p>
            <a:pPr>
              <a:defRPr sz="1200"/>
            </a:pPr>
            <a:r>
              <a:t>D:/pasar_fix/node_modules/.bun/d3-shape@3.2.0/node_modules/d3-shape/src/curve/basisOpen.js</a:t>
            </a:r>
          </a:p>
          <a:p>
            <a:pPr>
              <a:defRPr sz="1200"/>
            </a:pPr>
            <a:r>
              <a:t>D:/pasar_fix/node_modules/.bun/d3-shape@3.2.0/node_modules/d3-shape/src/curve/bump.js</a:t>
            </a:r>
          </a:p>
          <a:p>
            <a:pPr>
              <a:defRPr sz="1200"/>
            </a:pPr>
            <a:r>
              <a:t>D:/pasar_fix/node_modules/.bun/d3-shape@3.2.0/node_modules/d3-shape/src/curve/bundle.js</a:t>
            </a:r>
          </a:p>
          <a:p>
            <a:pPr>
              <a:defRPr sz="1200"/>
            </a:pPr>
            <a:r>
              <a:t>D:/pasar_fix/node_modules/.bun/d3-shape@3.2.0/node_modules/d3-shape/src/curve/cardinal.js</a:t>
            </a:r>
          </a:p>
          <a:p>
            <a:pPr>
              <a:defRPr sz="1200"/>
            </a:pPr>
            <a:r>
              <a:t>D:/pasar_fix/node_modules/.bun/d3-shape@3.2.0/node_modules/d3-shape/src/curve/cardinalClosed.js</a:t>
            </a:r>
          </a:p>
          <a:p>
            <a:pPr>
              <a:defRPr sz="1200"/>
            </a:pPr>
            <a:r>
              <a:t>D:/pasar_fix/node_modules/.bun/d3-shape@3.2.0/node_modules/d3-shape/src/curve/cardinalOpen.js</a:t>
            </a:r>
          </a:p>
          <a:p>
            <a:pPr>
              <a:defRPr sz="1200"/>
            </a:pPr>
            <a:r>
              <a:t>D:/pasar_fix/node_modules/.bun/d3-shape@3.2.0/node_modules/d3-shape/src/curve/catmullRom.js</a:t>
            </a:r>
          </a:p>
          <a:p>
            <a:pPr>
              <a:defRPr sz="1200"/>
            </a:pPr>
            <a:r>
              <a:t>D:/pasar_fix/node_modules/.bun/d3-shape@3.2.0/node_modules/d3-shape/src/curve/catmullRomClosed.js</a:t>
            </a:r>
          </a:p>
          <a:p>
            <a:pPr>
              <a:defRPr sz="1200"/>
            </a:pPr>
            <a:r>
              <a:t>D:/pasar_fix/node_modules/.bun/d3-shape@3.2.0/node_modules/d3-shape/src/curve/catmullRomOpen.js</a:t>
            </a:r>
          </a:p>
          <a:p>
            <a:pPr>
              <a:defRPr sz="1200"/>
            </a:pPr>
            <a:r>
              <a:t>D:/pasar_fix/node_modules/.bun/d3-shape@3.2.0/node_modules/d3-shape/src/curve/linear.js</a:t>
            </a:r>
          </a:p>
          <a:p>
            <a:pPr>
              <a:defRPr sz="1200"/>
            </a:pPr>
            <a:r>
              <a:t>D:/pasar_fix/node_modules/.bun/d3-shape@3.2.0/node_modules/d3-shape/src/curve/linearClosed.js</a:t>
            </a:r>
          </a:p>
          <a:p>
            <a:pPr>
              <a:defRPr sz="1200"/>
            </a:pPr>
            <a:r>
              <a:t>D:/pasar_fix/node_modules/.bun/d3-shape@3.2.0/node_modules/d3-shape/src/curve/monotone.js</a:t>
            </a:r>
          </a:p>
          <a:p>
            <a:pPr>
              <a:defRPr sz="1200"/>
            </a:pPr>
            <a:r>
              <a:t>D:/pasar_fix/node_modules/.bun/d3-shape@3.2.0/node_modules/d3-shape/src/curve/natural.js</a:t>
            </a:r>
          </a:p>
          <a:p>
            <a:pPr>
              <a:defRPr sz="1200"/>
            </a:pPr>
            <a:r>
              <a:t>D:/pasar_fix/node_modules/.bun/d3-shape@3.2.0/node_modules/d3-shape/src/curve/radial.js</a:t>
            </a:r>
          </a:p>
          <a:p>
            <a:pPr>
              <a:defRPr sz="1200"/>
            </a:pPr>
            <a:r>
              <a:t>D:/pasar_fix/node_modules/.bun/d3-shape@3.2.0/node_modules/d3-shape/src/curve/step.js</a:t>
            </a:r>
          </a:p>
          <a:p>
            <a:pPr>
              <a:defRPr sz="1200"/>
            </a:pPr>
            <a:r>
              <a:t>D:/pasar_fix/node_modules/.bun/d3-shape@3.2.0/node_modules/d3-shape/src/offset/diverging.js</a:t>
            </a:r>
          </a:p>
          <a:p>
            <a:pPr>
              <a:defRPr sz="1200"/>
            </a:pPr>
            <a:r>
              <a:t>D:/pasar_fix/node_modules/.bun/d3-shape@3.2.0/node_modules/d3-shape/src/offset/expand.js</a:t>
            </a:r>
          </a:p>
          <a:p>
            <a:pPr>
              <a:defRPr sz="1200"/>
            </a:pPr>
            <a:r>
              <a:t>D:/pasar_fix/node_modules/.bun/d3-shape@3.2.0/node_modules/d3-shape/src/offset/none.js</a:t>
            </a:r>
          </a:p>
          <a:p>
            <a:pPr>
              <a:defRPr sz="1200"/>
            </a:pPr>
            <a:r>
              <a:t>D:/pasar_fix/node_modules/.bun/d3-shape@3.2.0/node_modules/d3-shape/src/offset/silhouette.js</a:t>
            </a:r>
          </a:p>
          <a:p>
            <a:pPr>
              <a:defRPr sz="1200"/>
            </a:pPr>
            <a:r>
              <a:t>D:/pasar_fix/node_modules/.bun/d3-shape@3.2.0/node_modules/d3-shape/src/offset/wiggle.js</a:t>
            </a:r>
          </a:p>
          <a:p>
            <a:pPr>
              <a:defRPr sz="1200"/>
            </a:pPr>
            <a:r>
              <a:t>D:/pasar_fix/node_modules/.bun/d3-shape@3.2.0/node_modules/d3-shape/src/order/appearance.js</a:t>
            </a:r>
          </a:p>
          <a:p>
            <a:pPr>
              <a:defRPr sz="1200"/>
            </a:pPr>
            <a:r>
              <a:t>D:/pasar_fix/node_modules/.bun/d3-shape@3.2.0/node_modules/d3-shape/src/order/ascending.js</a:t>
            </a:r>
          </a:p>
          <a:p>
            <a:pPr>
              <a:defRPr sz="1200"/>
            </a:pPr>
            <a:r>
              <a:t>D:/pasar_fix/node_modules/.bun/d3-shape@3.2.0/node_modules/d3-shape/src/order/descending.js</a:t>
            </a:r>
          </a:p>
          <a:p>
            <a:pPr>
              <a:defRPr sz="1200"/>
            </a:pPr>
            <a:r>
              <a:t>D:/pasar_fix/node_modules/.bun/d3-shape@3.2.0/node_modules/d3-shape/src/order/insideOut.js</a:t>
            </a:r>
          </a:p>
          <a:p>
            <a:pPr>
              <a:defRPr sz="1200"/>
            </a:pPr>
            <a:r>
              <a:t>D:/pasar_fix/node_modules/.bun/d3-shape@3.2.0/node_modules/d3-shape/src/order/none.js</a:t>
            </a:r>
          </a:p>
          <a:p>
            <a:pPr>
              <a:defRPr sz="1200"/>
            </a:pPr>
            <a:r>
              <a:t>D:/pasar_fix/node_modules/.bun/d3-shape@3.2.0/node_modules/d3-shape/src/order/reverse.js</a:t>
            </a:r>
          </a:p>
          <a:p>
            <a:pPr>
              <a:defRPr sz="1200"/>
            </a:pPr>
            <a:r>
              <a:t>D:/pasar_fix/node_modules/.bun/d3-shape@3.2.0/node_modules/d3-shape/src/symbol/asterisk.js</a:t>
            </a:r>
          </a:p>
          <a:p>
            <a:pPr>
              <a:defRPr sz="1200"/>
            </a:pPr>
            <a:r>
              <a:t>D:/pasar_fix/node_modules/.bun/d3-shape@3.2.0/node_modules/d3-shape/src/symbol/circle.js</a:t>
            </a:r>
          </a:p>
          <a:p>
            <a:pPr>
              <a:defRPr sz="1200"/>
            </a:pPr>
            <a:r>
              <a:t>D:/pasar_fix/node_modules/.bun/d3-shape@3.2.0/node_modules/d3-shape/src/symbol/cross.js</a:t>
            </a:r>
          </a:p>
          <a:p>
            <a:pPr>
              <a:defRPr sz="1200"/>
            </a:pPr>
            <a:r>
              <a:t>D:/pasar_fix/node_modules/.bun/d3-shape@3.2.0/node_modules/d3-shape/src/symbol/diamond.js</a:t>
            </a:r>
          </a:p>
          <a:p>
            <a:pPr>
              <a:defRPr sz="1200"/>
            </a:pPr>
            <a:r>
              <a:t>D:/pasar_fix/node_modules/.bun/d3-shape@3.2.0/node_modules/d3-shape/src/symbol/diamond2.js</a:t>
            </a:r>
          </a:p>
          <a:p>
            <a:pPr>
              <a:defRPr sz="1200"/>
            </a:pPr>
            <a:r>
              <a:t>D:/pasar_fix/node_modules/.bun/d3-shape@3.2.0/node_modules/d3-shape/src/symbol/plus.js</a:t>
            </a:r>
          </a:p>
          <a:p>
            <a:pPr>
              <a:defRPr sz="1200"/>
            </a:pPr>
            <a:r>
              <a:t>D:/pasar_fix/node_modules/.bun/d3-shape@3.2.0/node_modules/d3-shape/src/symbol/square.js</a:t>
            </a:r>
          </a:p>
          <a:p>
            <a:pPr>
              <a:defRPr sz="1200"/>
            </a:pPr>
            <a:r>
              <a:t>D:/pasar_fix/node_modules/.bun/d3-shape@3.2.0/node_modules/d3-shape/src/symbol/square2.js</a:t>
            </a:r>
          </a:p>
          <a:p>
            <a:pPr>
              <a:defRPr sz="1200"/>
            </a:pPr>
            <a:r>
              <a:t>D:/pasar_fix/node_modules/.bun/d3-shape@3.2.0/node_modules/d3-shape/src/symbol/star.js</a:t>
            </a:r>
          </a:p>
          <a:p>
            <a:pPr>
              <a:defRPr sz="1200"/>
            </a:pPr>
            <a:r>
              <a:t>D:/pasar_fix/node_modules/.bun/d3-shape@3.2.0/node_modules/d3-shape/src/symbol/times.js</a:t>
            </a:r>
          </a:p>
          <a:p>
            <a:pPr>
              <a:defRPr sz="1200"/>
            </a:pPr>
            <a:r>
              <a:t>D:/pasar_fix/node_modules/.bun/d3-shape@3.2.0/node_modules/d3-shape/src/symbol/triangle.js</a:t>
            </a:r>
          </a:p>
          <a:p>
            <a:pPr>
              <a:defRPr sz="1200"/>
            </a:pPr>
            <a:r>
              <a:t>D:/pasar_fix/node_modules/.bun/d3-shape@3.2.0/node_modules/d3-shape/src/symbol/triangle2.js</a:t>
            </a:r>
          </a:p>
          <a:p>
            <a:pPr>
              <a:defRPr sz="1200"/>
            </a:pPr>
            <a:r>
              <a:t>D:/pasar_fix/node_modules/.bun/d3-shape@3.2.0/node_modules/d3-shape/src/symbol/wye.js</a:t>
            </a:r>
          </a:p>
          <a:p>
            <a:pPr>
              <a:defRPr sz="1200"/>
            </a:pPr>
            <a:r>
              <a:t>D:/pasar_fix/node_modules/.bun/d3-time-format@4.1.0/node_modules/d3-time-format/LICENSE</a:t>
            </a:r>
          </a:p>
          <a:p>
            <a:pPr>
              <a:defRPr sz="1200"/>
            </a:pPr>
            <a:r>
              <a:t>D:/pasar_fix/node_modules/.bun/d3-time-format@4.1.0/node_modules/d3-time-format/package.json</a:t>
            </a:r>
          </a:p>
          <a:p>
            <a:pPr>
              <a:defRPr sz="1200"/>
            </a:pPr>
            <a:r>
              <a:t>D:/pasar_fix/node_modules/.bun/d3-time-format@4.1.0/node_modules/d3-time-format/README.md</a:t>
            </a:r>
          </a:p>
          <a:p>
            <a:pPr>
              <a:defRPr sz="1200"/>
            </a:pPr>
            <a:r>
              <a:t>D:/pasar_fix/node_modules/.bun/d3-time-format@4.1.0/node_modules/d3-time-format/dist/d3-time-format.js</a:t>
            </a:r>
          </a:p>
          <a:p>
            <a:pPr>
              <a:defRPr sz="1200"/>
            </a:pPr>
            <a:r>
              <a:t>D:/pasar_fix/node_modules/.bun/d3-time-format@4.1.0/node_modules/d3-time-format/dist/d3-time-format.min.js</a:t>
            </a:r>
          </a:p>
          <a:p>
            <a:pPr>
              <a:defRPr sz="1200"/>
            </a:pPr>
            <a:r>
              <a:t>D:/pasar_fix/node_modules/.bun/d3-time-format@4.1.0/node_modules/d3-time-format/locale/ar-EG.json</a:t>
            </a:r>
          </a:p>
          <a:p>
            <a:pPr>
              <a:defRPr sz="1200"/>
            </a:pPr>
            <a:r>
              <a:t>D:/pasar_fix/node_modules/.bun/d3-time-format@4.1.0/node_modules/d3-time-format/locale/ar-SY.json</a:t>
            </a:r>
          </a:p>
          <a:p>
            <a:pPr>
              <a:defRPr sz="1200"/>
            </a:pPr>
            <a:r>
              <a:t>D:/pasar_fix/node_modules/.bun/d3-time-format@4.1.0/node_modules/d3-time-format/locale/ca-ES.json</a:t>
            </a:r>
          </a:p>
          <a:p>
            <a:pPr>
              <a:defRPr sz="1200"/>
            </a:pPr>
            <a:r>
              <a:t>D:/pasar_fix/node_modules/.bun/d3-time-format@4.1.0/node_modules/d3-time-format/locale/cs-CZ.json</a:t>
            </a:r>
          </a:p>
          <a:p>
            <a:pPr>
              <a:defRPr sz="1200"/>
            </a:pPr>
            <a:r>
              <a:t>D:/pasar_fix/node_modules/.bun/d3-time-format@4.1.0/node_modules/d3-time-format/locale/da-DK.json</a:t>
            </a:r>
          </a:p>
          <a:p>
            <a:pPr>
              <a:defRPr sz="1200"/>
            </a:pPr>
            <a:r>
              <a:t>D:/pasar_fix/node_modules/.bun/d3-time-format@4.1.0/node_modules/d3-time-format/locale/de-CH.json</a:t>
            </a:r>
          </a:p>
          <a:p>
            <a:pPr>
              <a:defRPr sz="1200"/>
            </a:pPr>
            <a:r>
              <a:t>D:/pasar_fix/node_modules/.bun/d3-time-format@4.1.0/node_modules/d3-time-format/locale/de-DE.json</a:t>
            </a:r>
          </a:p>
          <a:p>
            <a:pPr>
              <a:defRPr sz="1200"/>
            </a:pPr>
            <a:r>
              <a:t>D:/pasar_fix/node_modules/.bun/d3-time-format@4.1.0/node_modules/d3-time-format/locale/en-CA.json</a:t>
            </a:r>
          </a:p>
          <a:p>
            <a:pPr>
              <a:defRPr sz="1200"/>
            </a:pPr>
            <a:r>
              <a:t>D:/pasar_fix/node_modules/.bun/d3-time-format@4.1.0/node_modules/d3-time-format/locale/en-GB.json</a:t>
            </a:r>
          </a:p>
          <a:p>
            <a:pPr>
              <a:defRPr sz="1200"/>
            </a:pPr>
            <a:r>
              <a:t>D:/pasar_fix/node_modules/.bun/d3-time-format@4.1.0/node_modules/d3-time-format/locale/en-US.json</a:t>
            </a:r>
          </a:p>
          <a:p>
            <a:pPr>
              <a:defRPr sz="1200"/>
            </a:pPr>
            <a:r>
              <a:t>D:/pasar_fix/node_modules/.bun/d3-time-format@4.1.0/node_modules/d3-time-format/locale/es-ES.json</a:t>
            </a:r>
          </a:p>
          <a:p>
            <a:pPr>
              <a:defRPr sz="1200"/>
            </a:pPr>
            <a:r>
              <a:t>D:/pasar_fix/node_modules/.bun/d3-time-format@4.1.0/node_modules/d3-time-format/locale/es-MX.json</a:t>
            </a:r>
          </a:p>
          <a:p>
            <a:pPr>
              <a:defRPr sz="1200"/>
            </a:pPr>
            <a:r>
              <a:t>D:/pasar_fix/node_modules/.bun/d3-time-format@4.1.0/node_modules/d3-time-format/locale/fa-IR.json</a:t>
            </a:r>
          </a:p>
          <a:p>
            <a:pPr>
              <a:defRPr sz="1200"/>
            </a:pPr>
            <a:r>
              <a:t>D:/pasar_fix/node_modules/.bun/d3-time-format@4.1.0/node_modules/d3-time-format/locale/fi-FI.json</a:t>
            </a:r>
          </a:p>
          <a:p>
            <a:pPr>
              <a:defRPr sz="1200"/>
            </a:pPr>
            <a:r>
              <a:t>D:/pasar_fix/node_modules/.bun/d3-time-format@4.1.0/node_modules/d3-time-format/locale/fr-CA.json</a:t>
            </a:r>
          </a:p>
          <a:p>
            <a:pPr>
              <a:defRPr sz="1200"/>
            </a:pPr>
            <a:r>
              <a:t>D:/pasar_fix/node_modules/.bun/d3-time-format@4.1.0/node_modules/d3-time-format/locale/fr-FR.json</a:t>
            </a:r>
          </a:p>
          <a:p>
            <a:pPr>
              <a:defRPr sz="1200"/>
            </a:pPr>
            <a:r>
              <a:t>D:/pasar_fix/node_modules/.bun/d3-time-format@4.1.0/node_modules/d3-time-format/locale/he-IL.json</a:t>
            </a:r>
          </a:p>
          <a:p>
            <a:pPr>
              <a:defRPr sz="1200"/>
            </a:pPr>
            <a:r>
              <a:t>D:/pasar_fix/node_modules/.bun/d3-time-format@4.1.0/node_modules/d3-time-format/locale/hr-HR.json</a:t>
            </a:r>
          </a:p>
          <a:p>
            <a:pPr>
              <a:defRPr sz="1200"/>
            </a:pPr>
            <a:r>
              <a:t>D:/pasar_fix/node_modules/.bun/d3-time-format@4.1.0/node_modules/d3-time-format/locale/hu-HU.json</a:t>
            </a:r>
          </a:p>
          <a:p>
            <a:pPr>
              <a:defRPr sz="1200"/>
            </a:pPr>
            <a:r>
              <a:t>D:/pasar_fix/node_modules/.bun/d3-time-format@4.1.0/node_modules/d3-time-format/locale/it-IT.json</a:t>
            </a:r>
          </a:p>
          <a:p>
            <a:pPr>
              <a:defRPr sz="1200"/>
            </a:pPr>
            <a:r>
              <a:t>D:/pasar_fix/node_modules/.bun/d3-time-format@4.1.0/node_modules/d3-time-format/locale/ja-JP.json</a:t>
            </a:r>
          </a:p>
          <a:p>
            <a:pPr>
              <a:defRPr sz="1200"/>
            </a:pPr>
            <a:r>
              <a:t>D:/pasar_fix/node_modules/.bun/d3-time-format@4.1.0/node_modules/d3-time-format/locale/ko-KR.json</a:t>
            </a:r>
          </a:p>
          <a:p>
            <a:pPr>
              <a:defRPr sz="1200"/>
            </a:pPr>
            <a:r>
              <a:t>D:/pasar_fix/node_modules/.bun/d3-time-format@4.1.0/node_modules/d3-time-format/locale/mk-MK.json</a:t>
            </a:r>
          </a:p>
          <a:p>
            <a:pPr>
              <a:defRPr sz="1200"/>
            </a:pPr>
            <a:r>
              <a:t>D:/pasar_fix/node_modules/.bun/d3-time-format@4.1.0/node_modules/d3-time-format/locale/nb-NO.json</a:t>
            </a:r>
          </a:p>
          <a:p>
            <a:pPr>
              <a:defRPr sz="1200"/>
            </a:pPr>
            <a:r>
              <a:t>D:/pasar_fix/node_modules/.bun/d3-time-format@4.1.0/node_modules/d3-time-format/locale/nl-BE.json</a:t>
            </a:r>
          </a:p>
          <a:p>
            <a:pPr>
              <a:defRPr sz="1200"/>
            </a:pPr>
            <a:r>
              <a:t>D:/pasar_fix/node_modules/.bun/d3-time-format@4.1.0/node_modules/d3-time-format/locale/nl-NL.json</a:t>
            </a:r>
          </a:p>
          <a:p>
            <a:pPr>
              <a:defRPr sz="1200"/>
            </a:pPr>
            <a:r>
              <a:t>D:/pasar_fix/node_modules/.bun/d3-time-format@4.1.0/node_modules/d3-time-format/locale/pl-PL.json</a:t>
            </a:r>
          </a:p>
          <a:p>
            <a:pPr>
              <a:defRPr sz="1200"/>
            </a:pPr>
            <a:r>
              <a:t>D:/pasar_fix/node_modules/.bun/d3-time-format@4.1.0/node_modules/d3-time-format/locale/pt-BR.json</a:t>
            </a:r>
          </a:p>
          <a:p>
            <a:pPr>
              <a:defRPr sz="1200"/>
            </a:pPr>
            <a:r>
              <a:t>D:/pasar_fix/node_modules/.bun/d3-time-format@4.1.0/node_modules/d3-time-format/locale/ru-RU.json</a:t>
            </a:r>
          </a:p>
          <a:p>
            <a:pPr>
              <a:defRPr sz="1200"/>
            </a:pPr>
            <a:r>
              <a:t>D:/pasar_fix/node_modules/.bun/d3-time-format@4.1.0/node_modules/d3-time-format/locale/sv-SE.json</a:t>
            </a:r>
          </a:p>
          <a:p>
            <a:pPr>
              <a:defRPr sz="1200"/>
            </a:pPr>
            <a:r>
              <a:t>D:/pasar_fix/node_modules/.bun/d3-time-format@4.1.0/node_modules/d3-time-format/locale/tr-TR.json</a:t>
            </a:r>
          </a:p>
          <a:p>
            <a:pPr>
              <a:defRPr sz="1200"/>
            </a:pPr>
            <a:r>
              <a:t>D:/pasar_fix/node_modules/.bun/d3-time-format@4.1.0/node_modules/d3-time-format/locale/uk-UA.json</a:t>
            </a:r>
          </a:p>
          <a:p>
            <a:pPr>
              <a:defRPr sz="1200"/>
            </a:pPr>
            <a:r>
              <a:t>D:/pasar_fix/node_modules/.bun/d3-time-format@4.1.0/node_modules/d3-time-format/locale/zh-CN.json</a:t>
            </a:r>
          </a:p>
          <a:p>
            <a:pPr>
              <a:defRPr sz="1200"/>
            </a:pPr>
            <a:r>
              <a:t>D:/pasar_fix/node_modules/.bun/d3-time-format@4.1.0/node_modules/d3-time-format/locale/zh-TW.json</a:t>
            </a:r>
          </a:p>
          <a:p>
            <a:pPr>
              <a:defRPr sz="1200"/>
            </a:pPr>
            <a:r>
              <a:t>D:/pasar_fix/node_modules/.bun/d3-time-format@4.1.0/node_modules/d3-time-format/src/defaultLocale.js</a:t>
            </a:r>
          </a:p>
          <a:p>
            <a:pPr>
              <a:defRPr sz="1200"/>
            </a:pPr>
            <a:r>
              <a:t>D:/pasar_fix/node_modules/.bun/d3-time-format@4.1.0/node_modules/d3-time-format/src/index.js</a:t>
            </a:r>
          </a:p>
          <a:p>
            <a:pPr>
              <a:defRPr sz="1200"/>
            </a:pPr>
            <a:r>
              <a:t>D:/pasar_fix/node_modules/.bun/d3-time-format@4.1.0/node_modules/d3-time-format/src/isoFormat.js</a:t>
            </a:r>
          </a:p>
          <a:p>
            <a:pPr>
              <a:defRPr sz="1200"/>
            </a:pPr>
            <a:r>
              <a:t>D:/pasar_fix/node_modules/.bun/d3-time-format@4.1.0/node_modules/d3-time-format/src/isoParse.js</a:t>
            </a:r>
          </a:p>
          <a:p>
            <a:pPr>
              <a:defRPr sz="1200"/>
            </a:pPr>
            <a:r>
              <a:t>D:/pasar_fix/node_modules/.bun/d3-time-format@4.1.0/node_modules/d3-time-format/src/locale.js</a:t>
            </a:r>
          </a:p>
          <a:p>
            <a:pPr>
              <a:defRPr sz="1200"/>
            </a:pPr>
            <a:r>
              <a:t>D:/pasar_fix/node_modules/.bun/d3-time@3.1.0/node_modules/d3-time/LICENSE</a:t>
            </a:r>
          </a:p>
          <a:p>
            <a:pPr>
              <a:defRPr sz="1200"/>
            </a:pPr>
            <a:r>
              <a:t>D:/pasar_fix/node_modules/.bun/d3-time@3.1.0/node_modules/d3-time/package.json</a:t>
            </a:r>
          </a:p>
          <a:p>
            <a:pPr>
              <a:defRPr sz="1200"/>
            </a:pPr>
            <a:r>
              <a:t>D:/pasar_fix/node_modules/.bun/d3-time@3.1.0/node_modules/d3-time/README.md</a:t>
            </a:r>
          </a:p>
          <a:p>
            <a:pPr>
              <a:defRPr sz="1200"/>
            </a:pPr>
            <a:r>
              <a:t>D:/pasar_fix/node_modules/.bun/d3-time@3.1.0/node_modules/d3-time/dist/d3-time.js</a:t>
            </a:r>
          </a:p>
          <a:p>
            <a:pPr>
              <a:defRPr sz="1200"/>
            </a:pPr>
            <a:r>
              <a:t>D:/pasar_fix/node_modules/.bun/d3-time@3.1.0/node_modules/d3-time/dist/d3-time.min.js</a:t>
            </a:r>
          </a:p>
          <a:p>
            <a:pPr>
              <a:defRPr sz="1200"/>
            </a:pPr>
            <a:r>
              <a:t>D:/pasar_fix/node_modules/.bun/d3-time@3.1.0/node_modules/d3-time/src/day.js</a:t>
            </a:r>
          </a:p>
          <a:p>
            <a:pPr>
              <a:defRPr sz="1200"/>
            </a:pPr>
            <a:r>
              <a:t>D:/pasar_fix/node_modules/.bun/d3-time@3.1.0/node_modules/d3-time/src/duration.js</a:t>
            </a:r>
          </a:p>
          <a:p>
            <a:pPr>
              <a:defRPr sz="1200"/>
            </a:pPr>
            <a:r>
              <a:t>D:/pasar_fix/node_modules/.bun/d3-time@3.1.0/node_modules/d3-time/src/hour.js</a:t>
            </a:r>
          </a:p>
          <a:p>
            <a:pPr>
              <a:defRPr sz="1200"/>
            </a:pPr>
            <a:r>
              <a:t>D:/pasar_fix/node_modules/.bun/d3-time@3.1.0/node_modules/d3-time/src/index.js</a:t>
            </a:r>
          </a:p>
          <a:p>
            <a:pPr>
              <a:defRPr sz="1200"/>
            </a:pPr>
            <a:r>
              <a:t>D:/pasar_fix/node_modules/.bun/d3-time@3.1.0/node_modules/d3-time/src/interval.js</a:t>
            </a:r>
          </a:p>
          <a:p>
            <a:pPr>
              <a:defRPr sz="1200"/>
            </a:pPr>
            <a:r>
              <a:t>D:/pasar_fix/node_modules/.bun/d3-time@3.1.0/node_modules/d3-time/src/millisecond.js</a:t>
            </a:r>
          </a:p>
          <a:p>
            <a:pPr>
              <a:defRPr sz="1200"/>
            </a:pPr>
            <a:r>
              <a:t>D:/pasar_fix/node_modules/.bun/d3-time@3.1.0/node_modules/d3-time/src/minute.js</a:t>
            </a:r>
          </a:p>
          <a:p>
            <a:pPr>
              <a:defRPr sz="1200"/>
            </a:pPr>
            <a:r>
              <a:t>D:/pasar_fix/node_modules/.bun/d3-time@3.1.0/node_modules/d3-time/src/month.js</a:t>
            </a:r>
          </a:p>
          <a:p>
            <a:pPr>
              <a:defRPr sz="1200"/>
            </a:pPr>
            <a:r>
              <a:t>D:/pasar_fix/node_modules/.bun/d3-time@3.1.0/node_modules/d3-time/src/second.js</a:t>
            </a:r>
          </a:p>
          <a:p>
            <a:pPr>
              <a:defRPr sz="1200"/>
            </a:pPr>
            <a:r>
              <a:t>D:/pasar_fix/node_modules/.bun/d3-time@3.1.0/node_modules/d3-time/src/ticks.js</a:t>
            </a:r>
          </a:p>
          <a:p>
            <a:pPr>
              <a:defRPr sz="1200"/>
            </a:pPr>
            <a:r>
              <a:t>D:/pasar_fix/node_modules/.bun/d3-time@3.1.0/node_modules/d3-time/src/week.js</a:t>
            </a:r>
          </a:p>
          <a:p>
            <a:pPr>
              <a:defRPr sz="1200"/>
            </a:pPr>
            <a:r>
              <a:t>D:/pasar_fix/node_modules/.bun/d3-time@3.1.0/node_modules/d3-time/src/year.js</a:t>
            </a:r>
          </a:p>
          <a:p>
            <a:pPr>
              <a:defRPr sz="1200"/>
            </a:pPr>
            <a:r>
              <a:t>D:/pasar_fix/node_modules/.bun/d3-timer@3.0.1/node_modules/d3-timer/LICENSE</a:t>
            </a:r>
          </a:p>
          <a:p>
            <a:pPr>
              <a:defRPr sz="1200"/>
            </a:pPr>
            <a:r>
              <a:t>D:/pasar_fix/node_modules/.bun/d3-timer@3.0.1/node_modules/d3-timer/package.json</a:t>
            </a:r>
          </a:p>
          <a:p>
            <a:pPr>
              <a:defRPr sz="1200"/>
            </a:pPr>
            <a:r>
              <a:t>D:/pasar_fix/node_modules/.bun/d3-timer@3.0.1/node_modules/d3-timer/README.md</a:t>
            </a:r>
          </a:p>
          <a:p>
            <a:pPr>
              <a:defRPr sz="1200"/>
            </a:pPr>
            <a:r>
              <a:t>D:/pasar_fix/node_modules/.bun/d3-timer@3.0.1/node_modules/d3-timer/dist/d3-timer.js</a:t>
            </a:r>
          </a:p>
          <a:p>
            <a:pPr>
              <a:defRPr sz="1200"/>
            </a:pPr>
            <a:r>
              <a:t>D:/pasar_fix/node_modules/.bun/d3-timer@3.0.1/node_modules/d3-timer/dist/d3-timer.min.js</a:t>
            </a:r>
          </a:p>
          <a:p>
            <a:pPr>
              <a:defRPr sz="1200"/>
            </a:pPr>
            <a:r>
              <a:t>D:/pasar_fix/node_modules/.bun/d3-timer@3.0.1/node_modules/d3-timer/src/index.js</a:t>
            </a:r>
          </a:p>
          <a:p>
            <a:pPr>
              <a:defRPr sz="1200"/>
            </a:pPr>
            <a:r>
              <a:t>D:/pasar_fix/node_modules/.bun/d3-timer@3.0.1/node_modules/d3-timer/src/interval.js</a:t>
            </a:r>
          </a:p>
          <a:p>
            <a:pPr>
              <a:defRPr sz="1200"/>
            </a:pPr>
            <a:r>
              <a:t>D:/pasar_fix/node_modules/.bun/d3-timer@3.0.1/node_modules/d3-timer/src/timeout.js</a:t>
            </a:r>
          </a:p>
          <a:p>
            <a:pPr>
              <a:defRPr sz="1200"/>
            </a:pPr>
            <a:r>
              <a:t>D:/pasar_fix/node_modules/.bun/d3-timer@3.0.1/node_modules/d3-timer/src/timer.js</a:t>
            </a:r>
          </a:p>
          <a:p>
            <a:pPr>
              <a:defRPr sz="1200"/>
            </a:pPr>
            <a:r>
              <a:t>D:/pasar_fix/node_modules/.bun/d3-transition@3.0.1+ddb27bb92657a88b/node_modules/d3-transition/LICENSE</a:t>
            </a:r>
          </a:p>
          <a:p>
            <a:pPr>
              <a:defRPr sz="1200"/>
            </a:pPr>
            <a:r>
              <a:t>D:/pasar_fix/node_modules/.bun/d3-transition@3.0.1+ddb27bb92657a88b/node_modules/d3-transition/package.json</a:t>
            </a:r>
          </a:p>
          <a:p>
            <a:pPr>
              <a:defRPr sz="1200"/>
            </a:pPr>
            <a:r>
              <a:t>D:/pasar_fix/node_modules/.bun/d3-transition@3.0.1+ddb27bb92657a88b/node_modules/d3-transition/README.md</a:t>
            </a:r>
          </a:p>
          <a:p>
            <a:pPr>
              <a:defRPr sz="1200"/>
            </a:pPr>
            <a:r>
              <a:t>D:/pasar_fix/node_modules/.bun/d3-transition@3.0.1+ddb27bb92657a88b/node_modules/d3-transition/dist/d3-transition.js</a:t>
            </a:r>
          </a:p>
          <a:p>
            <a:pPr>
              <a:defRPr sz="1200"/>
            </a:pPr>
            <a:r>
              <a:t>D:/pasar_fix/node_modules/.bun/d3-transition@3.0.1+ddb27bb92657a88b/node_modules/d3-transition/dist/d3-transition.min.js</a:t>
            </a:r>
          </a:p>
          <a:p>
            <a:pPr>
              <a:defRPr sz="1200"/>
            </a:pPr>
            <a:r>
              <a:t>D:/pasar_fix/node_modules/.bun/d3-transition@3.0.1+ddb27bb92657a88b/node_modules/d3-transition/src/active.js</a:t>
            </a:r>
          </a:p>
          <a:p>
            <a:pPr>
              <a:defRPr sz="1200"/>
            </a:pPr>
            <a:r>
              <a:t>D:/pasar_fix/node_modules/.bun/d3-transition@3.0.1+ddb27bb92657a88b/node_modules/d3-transition/src/index.js</a:t>
            </a:r>
          </a:p>
          <a:p>
            <a:pPr>
              <a:defRPr sz="1200"/>
            </a:pPr>
            <a:r>
              <a:t>D:/pasar_fix/node_modules/.bun/d3-transition@3.0.1+ddb27bb92657a88b/node_modules/d3-transition/src/interrupt.js</a:t>
            </a:r>
          </a:p>
          <a:p>
            <a:pPr>
              <a:defRPr sz="1200"/>
            </a:pPr>
            <a:r>
              <a:t>D:/pasar_fix/node_modules/.bun/d3-transition@3.0.1+ddb27bb92657a88b/node_modules/d3-transition/src/selection/index.js</a:t>
            </a:r>
          </a:p>
          <a:p>
            <a:pPr>
              <a:defRPr sz="1200"/>
            </a:pPr>
            <a:r>
              <a:t>D:/pasar_fix/node_modules/.bun/d3-transition@3.0.1+ddb27bb92657a88b/node_modules/d3-transition/src/selection/interrupt.js</a:t>
            </a:r>
          </a:p>
          <a:p>
            <a:pPr>
              <a:defRPr sz="1200"/>
            </a:pPr>
            <a:r>
              <a:t>D:/pasar_fix/node_modules/.bun/d3-transition@3.0.1+ddb27bb92657a88b/node_modules/d3-transition/src/selection/transition.js</a:t>
            </a:r>
          </a:p>
          <a:p>
            <a:pPr>
              <a:defRPr sz="1200"/>
            </a:pPr>
            <a:r>
              <a:t>D:/pasar_fix/node_modules/.bun/d3-transition@3.0.1+ddb27bb92657a88b/node_modules/d3-transition/src/transition/attr.js</a:t>
            </a:r>
          </a:p>
          <a:p>
            <a:pPr>
              <a:defRPr sz="1200"/>
            </a:pPr>
            <a:r>
              <a:t>D:/pasar_fix/node_modules/.bun/d3-transition@3.0.1+ddb27bb92657a88b/node_modules/d3-transition/src/transition/attrTween.js</a:t>
            </a:r>
          </a:p>
          <a:p>
            <a:pPr>
              <a:defRPr sz="1200"/>
            </a:pPr>
            <a:r>
              <a:t>D:/pasar_fix/node_modules/.bun/d3-transition@3.0.1+ddb27bb92657a88b/node_modules/d3-transition/src/transition/delay.js</a:t>
            </a:r>
          </a:p>
          <a:p>
            <a:pPr>
              <a:defRPr sz="1200"/>
            </a:pPr>
            <a:r>
              <a:t>D:/pasar_fix/node_modules/.bun/d3-transition@3.0.1+ddb27bb92657a88b/node_modules/d3-transition/src/transition/duration.js</a:t>
            </a:r>
          </a:p>
          <a:p>
            <a:pPr>
              <a:defRPr sz="1200"/>
            </a:pPr>
            <a:r>
              <a:t>D:/pasar_fix/node_modules/.bun/d3-transition@3.0.1+ddb27bb92657a88b/node_modules/d3-transition/src/transition/ease.js</a:t>
            </a:r>
          </a:p>
          <a:p>
            <a:pPr>
              <a:defRPr sz="1200"/>
            </a:pPr>
            <a:r>
              <a:t>D:/pasar_fix/node_modules/.bun/d3-transition@3.0.1+ddb27bb92657a88b/node_modules/d3-transition/src/transition/easeVarying.js</a:t>
            </a:r>
          </a:p>
          <a:p>
            <a:pPr>
              <a:defRPr sz="1200"/>
            </a:pPr>
            <a:r>
              <a:t>D:/pasar_fix/node_modules/.bun/d3-transition@3.0.1+ddb27bb92657a88b/node_modules/d3-transition/src/transition/end.js</a:t>
            </a:r>
          </a:p>
          <a:p>
            <a:pPr>
              <a:defRPr sz="1200"/>
            </a:pPr>
            <a:r>
              <a:t>D:/pasar_fix/node_modules/.bun/d3-transition@3.0.1+ddb27bb92657a88b/node_modules/d3-transition/src/transition/filter.js</a:t>
            </a:r>
          </a:p>
          <a:p>
            <a:pPr>
              <a:defRPr sz="1200"/>
            </a:pPr>
            <a:r>
              <a:t>D:/pasar_fix/node_modules/.bun/d3-transition@3.0.1+ddb27bb92657a88b/node_modules/d3-transition/src/transition/index.js</a:t>
            </a:r>
          </a:p>
          <a:p>
            <a:pPr>
              <a:defRPr sz="1200"/>
            </a:pPr>
            <a:r>
              <a:t>D:/pasar_fix/node_modules/.bun/d3-transition@3.0.1+ddb27bb92657a88b/node_modules/d3-transition/src/transition/interpolate.js</a:t>
            </a:r>
          </a:p>
          <a:p>
            <a:pPr>
              <a:defRPr sz="1200"/>
            </a:pPr>
            <a:r>
              <a:t>D:/pasar_fix/node_modules/.bun/d3-transition@3.0.1+ddb27bb92657a88b/node_modules/d3-transition/src/transition/merge.js</a:t>
            </a:r>
          </a:p>
          <a:p>
            <a:pPr>
              <a:defRPr sz="1200"/>
            </a:pPr>
            <a:r>
              <a:t>D:/pasar_fix/node_modules/.bun/d3-transition@3.0.1+ddb27bb92657a88b/node_modules/d3-transition/src/transition/on.js</a:t>
            </a:r>
          </a:p>
          <a:p>
            <a:pPr>
              <a:defRPr sz="1200"/>
            </a:pPr>
            <a:r>
              <a:t>D:/pasar_fix/node_modules/.bun/d3-transition@3.0.1+ddb27bb92657a88b/node_modules/d3-transition/src/transition/remove.js</a:t>
            </a:r>
          </a:p>
          <a:p>
            <a:pPr>
              <a:defRPr sz="1200"/>
            </a:pPr>
            <a:r>
              <a:t>D:/pasar_fix/node_modules/.bun/d3-transition@3.0.1+ddb27bb92657a88b/node_modules/d3-transition/src/transition/schedule.js</a:t>
            </a:r>
          </a:p>
          <a:p>
            <a:pPr>
              <a:defRPr sz="1200"/>
            </a:pPr>
            <a:r>
              <a:t>D:/pasar_fix/node_modules/.bun/d3-transition@3.0.1+ddb27bb92657a88b/node_modules/d3-transition/src/transition/select.js</a:t>
            </a:r>
          </a:p>
          <a:p>
            <a:pPr>
              <a:defRPr sz="1200"/>
            </a:pPr>
            <a:r>
              <a:t>D:/pasar_fix/node_modules/.bun/d3-transition@3.0.1+ddb27bb92657a88b/node_modules/d3-transition/src/transition/selectAll.js</a:t>
            </a:r>
          </a:p>
          <a:p>
            <a:pPr>
              <a:defRPr sz="1200"/>
            </a:pPr>
            <a:r>
              <a:t>D:/pasar_fix/node_modules/.bun/d3-transition@3.0.1+ddb27bb92657a88b/node_modules/d3-transition/src/transition/selection.js</a:t>
            </a:r>
          </a:p>
          <a:p>
            <a:pPr>
              <a:defRPr sz="1200"/>
            </a:pPr>
            <a:r>
              <a:t>D:/pasar_fix/node_modules/.bun/d3-transition@3.0.1+ddb27bb92657a88b/node_modules/d3-transition/src/transition/style.js</a:t>
            </a:r>
          </a:p>
          <a:p>
            <a:pPr>
              <a:defRPr sz="1200"/>
            </a:pPr>
            <a:r>
              <a:t>D:/pasar_fix/node_modules/.bun/d3-transition@3.0.1+ddb27bb92657a88b/node_modules/d3-transition/src/transition/styleTween.js</a:t>
            </a:r>
          </a:p>
          <a:p>
            <a:pPr>
              <a:defRPr sz="1200"/>
            </a:pPr>
            <a:r>
              <a:t>D:/pasar_fix/node_modules/.bun/d3-transition@3.0.1+ddb27bb92657a88b/node_modules/d3-transition/src/transition/text.js</a:t>
            </a:r>
          </a:p>
          <a:p>
            <a:pPr>
              <a:defRPr sz="1200"/>
            </a:pPr>
            <a:r>
              <a:t>D:/pasar_fix/node_modules/.bun/d3-transition@3.0.1+ddb27bb92657a88b/node_modules/d3-transition/src/transition/textTween.js</a:t>
            </a:r>
          </a:p>
          <a:p>
            <a:pPr>
              <a:defRPr sz="1200"/>
            </a:pPr>
            <a:r>
              <a:t>D:/pasar_fix/node_modules/.bun/d3-transition@3.0.1+ddb27bb92657a88b/node_modules/d3-transition/src/transition/transition.js</a:t>
            </a:r>
          </a:p>
          <a:p>
            <a:pPr>
              <a:defRPr sz="1200"/>
            </a:pPr>
            <a:r>
              <a:t>D:/pasar_fix/node_modules/.bun/d3-transition@3.0.1+ddb27bb92657a88b/node_modules/d3-transition/src/transition/tween.js</a:t>
            </a:r>
          </a:p>
          <a:p>
            <a:pPr>
              <a:defRPr sz="1200"/>
            </a:pPr>
            <a:r>
              <a:t>D:/pasar_fix/node_modules/.bun/d3-zoom@3.0.0/node_modules/d3-zoom/LICENSE</a:t>
            </a:r>
          </a:p>
          <a:p>
            <a:pPr>
              <a:defRPr sz="1200"/>
            </a:pPr>
            <a:r>
              <a:t>D:/pasar_fix/node_modules/.bun/d3-zoom@3.0.0/node_modules/d3-zoom/package.json</a:t>
            </a:r>
          </a:p>
          <a:p>
            <a:pPr>
              <a:defRPr sz="1200"/>
            </a:pPr>
            <a:r>
              <a:t>D:/pasar_fix/node_modules/.bun/d3-zoom@3.0.0/node_modules/d3-zoom/README.md</a:t>
            </a:r>
          </a:p>
          <a:p>
            <a:pPr>
              <a:defRPr sz="1200"/>
            </a:pPr>
            <a:r>
              <a:t>D:/pasar_fix/node_modules/.bun/d3-zoom@3.0.0/node_modules/d3-zoom/dist/d3-zoom.js</a:t>
            </a:r>
          </a:p>
          <a:p>
            <a:pPr>
              <a:defRPr sz="1200"/>
            </a:pPr>
            <a:r>
              <a:t>D:/pasar_fix/node_modules/.bun/d3-zoom@3.0.0/node_modules/d3-zoom/dist/d3-zoom.min.js</a:t>
            </a:r>
          </a:p>
          <a:p>
            <a:pPr>
              <a:defRPr sz="1200"/>
            </a:pPr>
            <a:r>
              <a:t>D:/pasar_fix/node_modules/.bun/d3-zoom@3.0.0/node_modules/d3-zoom/src/constant.js</a:t>
            </a:r>
          </a:p>
          <a:p>
            <a:pPr>
              <a:defRPr sz="1200"/>
            </a:pPr>
            <a:r>
              <a:t>D:/pasar_fix/node_modules/.bun/d3-zoom@3.0.0/node_modules/d3-zoom/src/event.js</a:t>
            </a:r>
          </a:p>
          <a:p>
            <a:pPr>
              <a:defRPr sz="1200"/>
            </a:pPr>
            <a:r>
              <a:t>D:/pasar_fix/node_modules/.bun/d3-zoom@3.0.0/node_modules/d3-zoom/src/index.js</a:t>
            </a:r>
          </a:p>
          <a:p>
            <a:pPr>
              <a:defRPr sz="1200"/>
            </a:pPr>
            <a:r>
              <a:t>D:/pasar_fix/node_modules/.bun/d3-zoom@3.0.0/node_modules/d3-zoom/src/noevent.js</a:t>
            </a:r>
          </a:p>
          <a:p>
            <a:pPr>
              <a:defRPr sz="1200"/>
            </a:pPr>
            <a:r>
              <a:t>D:/pasar_fix/node_modules/.bun/d3-zoom@3.0.0/node_modules/d3-zoom/src/transform.js</a:t>
            </a:r>
          </a:p>
          <a:p>
            <a:pPr>
              <a:defRPr sz="1200"/>
            </a:pPr>
            <a:r>
              <a:t>D:/pasar_fix/node_modules/.bun/d3-zoom@3.0.0/node_modules/d3-zoom/src/zoom.js</a:t>
            </a:r>
          </a:p>
          <a:p>
            <a:pPr>
              <a:defRPr sz="1200"/>
            </a:pPr>
            <a:r>
              <a:t>D:/pasar_fix/node_modules/.bun/d3@7.9.0/node_modules/.bin/csv2json.bunx</a:t>
            </a:r>
          </a:p>
          <a:p>
            <a:pPr>
              <a:defRPr sz="1200"/>
            </a:pPr>
            <a:r>
              <a:t>D:/pasar_fix/node_modules/.bun/d3@7.9.0/node_modules/.bin/csv2json.exe</a:t>
            </a:r>
          </a:p>
          <a:p>
            <a:pPr>
              <a:defRPr sz="1200"/>
            </a:pPr>
            <a:r>
              <a:t>D:/pasar_fix/node_modules/.bun/d3@7.9.0/node_modules/.bin/csv2tsv.bunx</a:t>
            </a:r>
          </a:p>
          <a:p>
            <a:pPr>
              <a:defRPr sz="1200"/>
            </a:pPr>
            <a:r>
              <a:t>D:/pasar_fix/node_modules/.bun/d3@7.9.0/node_modules/.bin/csv2tsv.exe</a:t>
            </a:r>
          </a:p>
          <a:p>
            <a:pPr>
              <a:defRPr sz="1200"/>
            </a:pPr>
            <a:r>
              <a:t>D:/pasar_fix/node_modules/.bun/d3@7.9.0/node_modules/.bin/dsv2dsv.bunx</a:t>
            </a:r>
          </a:p>
          <a:p>
            <a:pPr>
              <a:defRPr sz="1200"/>
            </a:pPr>
            <a:r>
              <a:t>D:/pasar_fix/node_modules/.bun/d3@7.9.0/node_modules/.bin/dsv2dsv.exe</a:t>
            </a:r>
          </a:p>
          <a:p>
            <a:pPr>
              <a:defRPr sz="1200"/>
            </a:pPr>
            <a:r>
              <a:t>D:/pasar_fix/node_modules/.bun/d3@7.9.0/node_modules/.bin/dsv2json.bunx</a:t>
            </a:r>
          </a:p>
          <a:p>
            <a:pPr>
              <a:defRPr sz="1200"/>
            </a:pPr>
            <a:r>
              <a:t>D:/pasar_fix/node_modules/.bun/d3@7.9.0/node_modules/.bin/dsv2json.exe</a:t>
            </a:r>
          </a:p>
          <a:p>
            <a:pPr>
              <a:defRPr sz="1200"/>
            </a:pPr>
            <a:r>
              <a:t>D:/pasar_fix/node_modules/.bun/d3@7.9.0/node_modules/.bin/json2csv.bunx</a:t>
            </a:r>
          </a:p>
          <a:p>
            <a:pPr>
              <a:defRPr sz="1200"/>
            </a:pPr>
            <a:r>
              <a:t>D:/pasar_fix/node_modules/.bun/d3@7.9.0/node_modules/.bin/json2csv.exe</a:t>
            </a:r>
          </a:p>
          <a:p>
            <a:pPr>
              <a:defRPr sz="1200"/>
            </a:pPr>
            <a:r>
              <a:t>D:/pasar_fix/node_modules/.bun/d3@7.9.0/node_modules/.bin/json2dsv.bunx</a:t>
            </a:r>
          </a:p>
          <a:p>
            <a:pPr>
              <a:defRPr sz="1200"/>
            </a:pPr>
            <a:r>
              <a:t>D:/pasar_fix/node_modules/.bun/d3@7.9.0/node_modules/.bin/json2dsv.exe</a:t>
            </a:r>
          </a:p>
          <a:p>
            <a:pPr>
              <a:defRPr sz="1200"/>
            </a:pPr>
            <a:r>
              <a:t>D:/pasar_fix/node_modules/.bun/d3@7.9.0/node_modules/.bin/json2tsv.bunx</a:t>
            </a:r>
          </a:p>
          <a:p>
            <a:pPr>
              <a:defRPr sz="1200"/>
            </a:pPr>
            <a:r>
              <a:t>D:/pasar_fix/node_modules/.bun/d3@7.9.0/node_modules/.bin/json2tsv.exe</a:t>
            </a:r>
          </a:p>
          <a:p>
            <a:pPr>
              <a:defRPr sz="1200"/>
            </a:pPr>
            <a:r>
              <a:t>D:/pasar_fix/node_modules/.bun/d3@7.9.0/node_modules/.bin/tsv2csv.bunx</a:t>
            </a:r>
          </a:p>
          <a:p>
            <a:pPr>
              <a:defRPr sz="1200"/>
            </a:pPr>
            <a:r>
              <a:t>D:/pasar_fix/node_modules/.bun/d3@7.9.0/node_modules/.bin/tsv2csv.exe</a:t>
            </a:r>
          </a:p>
          <a:p>
            <a:pPr>
              <a:defRPr sz="1200"/>
            </a:pPr>
            <a:r>
              <a:t>D:/pasar_fix/node_modules/.bun/d3@7.9.0/node_modules/.bin/tsv2json.bunx</a:t>
            </a:r>
          </a:p>
          <a:p>
            <a:pPr>
              <a:defRPr sz="1200"/>
            </a:pPr>
            <a:r>
              <a:t>D:/pasar_fix/node_modules/.bun/d3@7.9.0/node_modules/.bin/tsv2json.exe</a:t>
            </a:r>
          </a:p>
          <a:p>
            <a:pPr>
              <a:defRPr sz="1200"/>
            </a:pPr>
            <a:r>
              <a:t>D:/pasar_fix/node_modules/.bun/d3@7.9.0/node_modules/d3/LICENSE</a:t>
            </a:r>
          </a:p>
          <a:p>
            <a:pPr>
              <a:defRPr sz="1200"/>
            </a:pPr>
            <a:r>
              <a:t>D:/pasar_fix/node_modules/.bun/d3@7.9.0/node_modules/d3/package.json</a:t>
            </a:r>
          </a:p>
          <a:p>
            <a:pPr>
              <a:defRPr sz="1200"/>
            </a:pPr>
            <a:r>
              <a:t>D:/pasar_fix/node_modules/.bun/d3@7.9.0/node_modules/d3/README.md</a:t>
            </a:r>
          </a:p>
          <a:p>
            <a:pPr>
              <a:defRPr sz="1200"/>
            </a:pPr>
            <a:r>
              <a:t>D:/pasar_fix/node_modules/.bun/d3@7.9.0/node_modules/d3/dist/d3.js</a:t>
            </a:r>
          </a:p>
          <a:p>
            <a:pPr>
              <a:defRPr sz="1200"/>
            </a:pPr>
            <a:r>
              <a:t>D:/pasar_fix/node_modules/.bun/d3@7.9.0/node_modules/d3/dist/d3.min.js</a:t>
            </a:r>
          </a:p>
          <a:p>
            <a:pPr>
              <a:defRPr sz="1200"/>
            </a:pPr>
            <a:r>
              <a:t>D:/pasar_fix/node_modules/.bun/d3@7.9.0/node_modules/d3/src/index.js</a:t>
            </a:r>
          </a:p>
          <a:p>
            <a:pPr>
              <a:defRPr sz="1200"/>
            </a:pPr>
            <a:r>
              <a:t>D:/pasar_fix/node_modules/.bun/dagre-d3-es@7.0.14/node_modules/dagre-d3-es/LICENSE.md</a:t>
            </a:r>
          </a:p>
          <a:p>
            <a:pPr>
              <a:defRPr sz="1200"/>
            </a:pPr>
            <a:r>
              <a:t>D:/pasar_fix/node_modules/.bun/dagre-d3-es@7.0.14/node_modules/dagre-d3-es/package.json</a:t>
            </a:r>
          </a:p>
          <a:p>
            <a:pPr>
              <a:defRPr sz="1200"/>
            </a:pPr>
            <a:r>
              <a:t>D:/pasar_fix/node_modules/.bun/dagre-d3-es@7.0.14/node_modules/dagre-d3-es/README.md</a:t>
            </a:r>
          </a:p>
          <a:p>
            <a:pPr>
              <a:defRPr sz="1200"/>
            </a:pPr>
            <a:r>
              <a:t>D:/pasar_fix/node_modules/.bun/dagre-d3-es@7.0.14/node_modules/dagre-d3-es/src/index.d.ts</a:t>
            </a:r>
          </a:p>
          <a:p>
            <a:pPr>
              <a:defRPr sz="1200"/>
            </a:pPr>
            <a:r>
              <a:t>D:/pasar_fix/node_modules/.bun/dagre-d3-es@7.0.14/node_modules/dagre-d3-es/src/index.js</a:t>
            </a:r>
          </a:p>
          <a:p>
            <a:pPr>
              <a:defRPr sz="1200"/>
            </a:pPr>
            <a:r>
              <a:t>D:/pasar_fix/node_modules/.bun/dagre-d3-es@7.0.14/node_modules/dagre-d3-es/src/dagre/acyclic.d.ts</a:t>
            </a:r>
          </a:p>
          <a:p>
            <a:pPr>
              <a:defRPr sz="1200"/>
            </a:pPr>
            <a:r>
              <a:t>D:/pasar_fix/node_modules/.bun/dagre-d3-es@7.0.14/node_modules/dagre-d3-es/src/dagre/acyclic.js</a:t>
            </a:r>
          </a:p>
          <a:p>
            <a:pPr>
              <a:defRPr sz="1200"/>
            </a:pPr>
            <a:r>
              <a:t>D:/pasar_fix/node_modules/.bun/dagre-d3-es@7.0.14/node_modules/dagre-d3-es/src/dagre/add-border-segments.d.ts</a:t>
            </a:r>
          </a:p>
          <a:p>
            <a:pPr>
              <a:defRPr sz="1200"/>
            </a:pPr>
            <a:r>
              <a:t>D:/pasar_fix/node_modules/.bun/dagre-d3-es@7.0.14/node_modules/dagre-d3-es/src/dagre/add-border-segments.js</a:t>
            </a:r>
          </a:p>
          <a:p>
            <a:pPr>
              <a:defRPr sz="1200"/>
            </a:pPr>
            <a:r>
              <a:t>D:/pasar_fix/node_modules/.bun/dagre-d3-es@7.0.14/node_modules/dagre-d3-es/src/dagre/coordinate-system.d.ts</a:t>
            </a:r>
          </a:p>
          <a:p>
            <a:pPr>
              <a:defRPr sz="1200"/>
            </a:pPr>
            <a:r>
              <a:t>D:/pasar_fix/node_modules/.bun/dagre-d3-es@7.0.14/node_modules/dagre-d3-es/src/dagre/coordinate-system.js</a:t>
            </a:r>
          </a:p>
          <a:p>
            <a:pPr>
              <a:defRPr sz="1200"/>
            </a:pPr>
            <a:r>
              <a:t>D:/pasar_fix/node_modules/.bun/dagre-d3-es@7.0.14/node_modules/dagre-d3-es/src/dagre/debug.d.ts</a:t>
            </a:r>
          </a:p>
          <a:p>
            <a:pPr>
              <a:defRPr sz="1200"/>
            </a:pPr>
            <a:r>
              <a:t>D:/pasar_fix/node_modules/.bun/dagre-d3-es@7.0.14/node_modules/dagre-d3-es/src/dagre/debug.js</a:t>
            </a:r>
          </a:p>
          <a:p>
            <a:pPr>
              <a:defRPr sz="1200"/>
            </a:pPr>
            <a:r>
              <a:t>D:/pasar_fix/node_modules/.bun/dagre-d3-es@7.0.14/node_modules/dagre-d3-es/src/dagre/greedy-fas.d.ts</a:t>
            </a:r>
          </a:p>
          <a:p>
            <a:pPr>
              <a:defRPr sz="1200"/>
            </a:pPr>
            <a:r>
              <a:t>D:/pasar_fix/node_modules/.bun/dagre-d3-es@7.0.14/node_modules/dagre-d3-es/src/dagre/greedy-fas.js</a:t>
            </a:r>
          </a:p>
          <a:p>
            <a:pPr>
              <a:defRPr sz="1200"/>
            </a:pPr>
            <a:r>
              <a:t>D:/pasar_fix/node_modules/.bun/dagre-d3-es@7.0.14/node_modules/dagre-d3-es/src/dagre/index.d.ts</a:t>
            </a:r>
          </a:p>
          <a:p>
            <a:pPr>
              <a:defRPr sz="1200"/>
            </a:pPr>
            <a:r>
              <a:t>D:/pasar_fix/node_modules/.bun/dagre-d3-es@7.0.14/node_modules/dagre-d3-es/src/dagre/index.js</a:t>
            </a:r>
          </a:p>
          <a:p>
            <a:pPr>
              <a:defRPr sz="1200"/>
            </a:pPr>
            <a:r>
              <a:t>D:/pasar_fix/node_modules/.bun/dagre-d3-es@7.0.14/node_modules/dagre-d3-es/src/dagre/layout.d.ts</a:t>
            </a:r>
          </a:p>
          <a:p>
            <a:pPr>
              <a:defRPr sz="1200"/>
            </a:pPr>
            <a:r>
              <a:t>D:/pasar_fix/node_modules/.bun/dagre-d3-es@7.0.14/node_modules/dagre-d3-es/src/dagre/layout.js</a:t>
            </a:r>
          </a:p>
          <a:p>
            <a:pPr>
              <a:defRPr sz="1200"/>
            </a:pPr>
            <a:r>
              <a:t>D:/pasar_fix/node_modules/.bun/dagre-d3-es@7.0.14/node_modules/dagre-d3-es/src/dagre/nesting-graph.d.ts</a:t>
            </a:r>
          </a:p>
          <a:p>
            <a:pPr>
              <a:defRPr sz="1200"/>
            </a:pPr>
            <a:r>
              <a:t>D:/pasar_fix/node_modules/.bun/dagre-d3-es@7.0.14/node_modules/dagre-d3-es/src/dagre/nesting-graph.js</a:t>
            </a:r>
          </a:p>
          <a:p>
            <a:pPr>
              <a:defRPr sz="1200"/>
            </a:pPr>
            <a:r>
              <a:t>D:/pasar_fix/node_modules/.bun/dagre-d3-es@7.0.14/node_modules/dagre-d3-es/src/dagre/normalize.d.ts</a:t>
            </a:r>
          </a:p>
          <a:p>
            <a:pPr>
              <a:defRPr sz="1200"/>
            </a:pPr>
            <a:r>
              <a:t>D:/pasar_fix/node_modules/.bun/dagre-d3-es@7.0.14/node_modules/dagre-d3-es/src/dagre/normalize.js</a:t>
            </a:r>
          </a:p>
          <a:p>
            <a:pPr>
              <a:defRPr sz="1200"/>
            </a:pPr>
            <a:r>
              <a:t>D:/pasar_fix/node_modules/.bun/dagre-d3-es@7.0.14/node_modules/dagre-d3-es/src/dagre/parent-dummy-chains.d.ts</a:t>
            </a:r>
          </a:p>
          <a:p>
            <a:pPr>
              <a:defRPr sz="1200"/>
            </a:pPr>
            <a:r>
              <a:t>D:/pasar_fix/node_modules/.bun/dagre-d3-es@7.0.14/node_modules/dagre-d3-es/src/dagre/parent-dummy-chains.js</a:t>
            </a:r>
          </a:p>
          <a:p>
            <a:pPr>
              <a:defRPr sz="1200"/>
            </a:pPr>
            <a:r>
              <a:t>D:/pasar_fix/node_modules/.bun/dagre-d3-es@7.0.14/node_modules/dagre-d3-es/src/dagre/util.d.ts</a:t>
            </a:r>
          </a:p>
          <a:p>
            <a:pPr>
              <a:defRPr sz="1200"/>
            </a:pPr>
            <a:r>
              <a:t>D:/pasar_fix/node_modules/.bun/dagre-d3-es@7.0.14/node_modules/dagre-d3-es/src/dagre/util.js</a:t>
            </a:r>
          </a:p>
          <a:p>
            <a:pPr>
              <a:defRPr sz="1200"/>
            </a:pPr>
            <a:r>
              <a:t>D:/pasar_fix/node_modules/.bun/dagre-d3-es@7.0.14/node_modules/dagre-d3-es/src/dagre/data/list.d.ts</a:t>
            </a:r>
          </a:p>
          <a:p>
            <a:pPr>
              <a:defRPr sz="1200"/>
            </a:pPr>
            <a:r>
              <a:t>D:/pasar_fix/node_modules/.bun/dagre-d3-es@7.0.14/node_modules/dagre-d3-es/src/dagre/data/list.js</a:t>
            </a:r>
          </a:p>
          <a:p>
            <a:pPr>
              <a:defRPr sz="1200"/>
            </a:pPr>
            <a:r>
              <a:t>D:/pasar_fix/node_modules/.bun/dagre-d3-es@7.0.14/node_modules/dagre-d3-es/src/dagre/order/add-subgraph-constraints.d.ts</a:t>
            </a:r>
          </a:p>
          <a:p>
            <a:pPr>
              <a:defRPr sz="1200"/>
            </a:pPr>
            <a:r>
              <a:t>D:/pasar_fix/node_modules/.bun/dagre-d3-es@7.0.14/node_modules/dagre-d3-es/src/dagre/order/add-subgraph-constraints.js</a:t>
            </a:r>
          </a:p>
          <a:p>
            <a:pPr>
              <a:defRPr sz="1200"/>
            </a:pPr>
            <a:r>
              <a:t>D:/pasar_fix/node_modules/.bun/dagre-d3-es@7.0.14/node_modules/dagre-d3-es/src/dagre/order/barycenter.d.ts</a:t>
            </a:r>
          </a:p>
          <a:p>
            <a:pPr>
              <a:defRPr sz="1200"/>
            </a:pPr>
            <a:r>
              <a:t>D:/pasar_fix/node_modules/.bun/dagre-d3-es@7.0.14/node_modules/dagre-d3-es/src/dagre/order/barycenter.js</a:t>
            </a:r>
          </a:p>
          <a:p>
            <a:pPr>
              <a:defRPr sz="1200"/>
            </a:pPr>
            <a:r>
              <a:t>D:/pasar_fix/node_modules/.bun/dagre-d3-es@7.0.14/node_modules/dagre-d3-es/src/dagre/order/build-layer-graph.d.ts</a:t>
            </a:r>
          </a:p>
          <a:p>
            <a:pPr>
              <a:defRPr sz="1200"/>
            </a:pPr>
            <a:r>
              <a:t>D:/pasar_fix/node_modules/.bun/dagre-d3-es@7.0.14/node_modules/dagre-d3-es/src/dagre/order/build-layer-graph.js</a:t>
            </a:r>
          </a:p>
          <a:p>
            <a:pPr>
              <a:defRPr sz="1200"/>
            </a:pPr>
            <a:r>
              <a:t>D:/pasar_fix/node_modules/.bun/dagre-d3-es@7.0.14/node_modules/dagre-d3-es/src/dagre/order/cross-count.d.ts</a:t>
            </a:r>
          </a:p>
          <a:p>
            <a:pPr>
              <a:defRPr sz="1200"/>
            </a:pPr>
            <a:r>
              <a:t>D:/pasar_fix/node_modules/.bun/dagre-d3-es@7.0.14/node_modules/dagre-d3-es/src/dagre/order/cross-count.js</a:t>
            </a:r>
          </a:p>
          <a:p>
            <a:pPr>
              <a:defRPr sz="1200"/>
            </a:pPr>
            <a:r>
              <a:t>D:/pasar_fix/node_modules/.bun/dagre-d3-es@7.0.14/node_modules/dagre-d3-es/src/dagre/order/index.d.ts</a:t>
            </a:r>
          </a:p>
          <a:p>
            <a:pPr>
              <a:defRPr sz="1200"/>
            </a:pPr>
            <a:r>
              <a:t>D:/pasar_fix/node_modules/.bun/dagre-d3-es@7.0.14/node_modules/dagre-d3-es/src/dagre/order/index.js</a:t>
            </a:r>
          </a:p>
          <a:p>
            <a:pPr>
              <a:defRPr sz="1200"/>
            </a:pPr>
            <a:r>
              <a:t>D:/pasar_fix/node_modules/.bun/dagre-d3-es@7.0.14/node_modules/dagre-d3-es/src/dagre/order/init-order.d.ts</a:t>
            </a:r>
          </a:p>
          <a:p>
            <a:pPr>
              <a:defRPr sz="1200"/>
            </a:pPr>
            <a:r>
              <a:t>D:/pasar_fix/node_modules/.bun/dagre-d3-es@7.0.14/node_modules/dagre-d3-es/src/dagre/order/init-order.js</a:t>
            </a:r>
          </a:p>
          <a:p>
            <a:pPr>
              <a:defRPr sz="1200"/>
            </a:pPr>
            <a:r>
              <a:t>D:/pasar_fix/node_modules/.bun/dagre-d3-es@7.0.14/node_modules/dagre-d3-es/src/dagre/order/resolve-conflicts.d.ts</a:t>
            </a:r>
          </a:p>
          <a:p>
            <a:pPr>
              <a:defRPr sz="1200"/>
            </a:pPr>
            <a:r>
              <a:t>D:/pasar_fix/node_modules/.bun/dagre-d3-es@7.0.14/node_modules/dagre-d3-es/src/dagre/order/resolve-conflicts.js</a:t>
            </a:r>
          </a:p>
          <a:p>
            <a:pPr>
              <a:defRPr sz="1200"/>
            </a:pPr>
            <a:r>
              <a:t>D:/pasar_fix/node_modules/.bun/dagre-d3-es@7.0.14/node_modules/dagre-d3-es/src/dagre/order/sort-subgraph.d.ts</a:t>
            </a:r>
          </a:p>
          <a:p>
            <a:pPr>
              <a:defRPr sz="1200"/>
            </a:pPr>
            <a:r>
              <a:t>D:/pasar_fix/node_modules/.bun/dagre-d3-es@7.0.14/node_modules/dagre-d3-es/src/dagre/order/sort-subgraph.js</a:t>
            </a:r>
          </a:p>
          <a:p>
            <a:pPr>
              <a:defRPr sz="1200"/>
            </a:pPr>
            <a:r>
              <a:t>D:/pasar_fix/node_modules/.bun/dagre-d3-es@7.0.14/node_modules/dagre-d3-es/src/dagre/order/sort.d.ts</a:t>
            </a:r>
          </a:p>
          <a:p>
            <a:pPr>
              <a:defRPr sz="1200"/>
            </a:pPr>
            <a:r>
              <a:t>D:/pasar_fix/node_modules/.bun/dagre-d3-es@7.0.14/node_modules/dagre-d3-es/src/dagre/order/sort.js</a:t>
            </a:r>
          </a:p>
          <a:p>
            <a:pPr>
              <a:defRPr sz="1200"/>
            </a:pPr>
            <a:r>
              <a:t>D:/pasar_fix/node_modules/.bun/dagre-d3-es@7.0.14/node_modules/dagre-d3-es/src/dagre/position/bk.d.ts</a:t>
            </a:r>
          </a:p>
          <a:p>
            <a:pPr>
              <a:defRPr sz="1200"/>
            </a:pPr>
            <a:r>
              <a:t>D:/pasar_fix/node_modules/.bun/dagre-d3-es@7.0.14/node_modules/dagre-d3-es/src/dagre/position/bk.js</a:t>
            </a:r>
          </a:p>
          <a:p>
            <a:pPr>
              <a:defRPr sz="1200"/>
            </a:pPr>
            <a:r>
              <a:t>D:/pasar_fix/node_modules/.bun/dagre-d3-es@7.0.14/node_modules/dagre-d3-es/src/dagre/position/index.d.ts</a:t>
            </a:r>
          </a:p>
          <a:p>
            <a:pPr>
              <a:defRPr sz="1200"/>
            </a:pPr>
            <a:r>
              <a:t>D:/pasar_fix/node_modules/.bun/dagre-d3-es@7.0.14/node_modules/dagre-d3-es/src/dagre/position/index.js</a:t>
            </a:r>
          </a:p>
          <a:p>
            <a:pPr>
              <a:defRPr sz="1200"/>
            </a:pPr>
            <a:r>
              <a:t>D:/pasar_fix/node_modules/.bun/dagre-d3-es@7.0.14/node_modules/dagre-d3-es/src/dagre/rank/feasible-tree.d.ts</a:t>
            </a:r>
          </a:p>
          <a:p>
            <a:pPr>
              <a:defRPr sz="1200"/>
            </a:pPr>
            <a:r>
              <a:t>D:/pasar_fix/node_modules/.bun/dagre-d3-es@7.0.14/node_modules/dagre-d3-es/src/dagre/rank/feasible-tree.js</a:t>
            </a:r>
          </a:p>
          <a:p>
            <a:pPr>
              <a:defRPr sz="1200"/>
            </a:pPr>
            <a:r>
              <a:t>D:/pasar_fix/node_modules/.bun/dagre-d3-es@7.0.14/node_modules/dagre-d3-es/src/dagre/rank/index.d.ts</a:t>
            </a:r>
          </a:p>
          <a:p>
            <a:pPr>
              <a:defRPr sz="1200"/>
            </a:pPr>
            <a:r>
              <a:t>D:/pasar_fix/node_modules/.bun/dagre-d3-es@7.0.14/node_modules/dagre-d3-es/src/dagre/rank/index.js</a:t>
            </a:r>
          </a:p>
          <a:p>
            <a:pPr>
              <a:defRPr sz="1200"/>
            </a:pPr>
            <a:r>
              <a:t>D:/pasar_fix/node_modules/.bun/dagre-d3-es@7.0.14/node_modules/dagre-d3-es/src/dagre/rank/network-simplex.d.ts</a:t>
            </a:r>
          </a:p>
          <a:p>
            <a:pPr>
              <a:defRPr sz="1200"/>
            </a:pPr>
            <a:r>
              <a:t>D:/pasar_fix/node_modules/.bun/dagre-d3-es@7.0.14/node_modules/dagre-d3-es/src/dagre/rank/network-simplex.js</a:t>
            </a:r>
          </a:p>
          <a:p>
            <a:pPr>
              <a:defRPr sz="1200"/>
            </a:pPr>
            <a:r>
              <a:t>D:/pasar_fix/node_modules/.bun/dagre-d3-es@7.0.14/node_modules/dagre-d3-es/src/dagre/rank/util.d.ts</a:t>
            </a:r>
          </a:p>
          <a:p>
            <a:pPr>
              <a:defRPr sz="1200"/>
            </a:pPr>
            <a:r>
              <a:t>D:/pasar_fix/node_modules/.bun/dagre-d3-es@7.0.14/node_modules/dagre-d3-es/src/dagre/rank/util.js</a:t>
            </a:r>
          </a:p>
          <a:p>
            <a:pPr>
              <a:defRPr sz="1200"/>
            </a:pPr>
            <a:r>
              <a:t>D:/pasar_fix/node_modules/.bun/dagre-d3-es@7.0.14/node_modules/dagre-d3-es/src/dagre-js/arrows.d.ts</a:t>
            </a:r>
          </a:p>
          <a:p>
            <a:pPr>
              <a:defRPr sz="1200"/>
            </a:pPr>
            <a:r>
              <a:t>D:/pasar_fix/node_modules/.bun/dagre-d3-es@7.0.14/node_modules/dagre-d3-es/src/dagre-js/arrows.js</a:t>
            </a:r>
          </a:p>
          <a:p>
            <a:pPr>
              <a:defRPr sz="1200"/>
            </a:pPr>
            <a:r>
              <a:t>D:/pasar_fix/node_modules/.bun/dagre-d3-es@7.0.14/node_modules/dagre-d3-es/src/dagre-js/create-clusters.d.ts</a:t>
            </a:r>
          </a:p>
          <a:p>
            <a:pPr>
              <a:defRPr sz="1200"/>
            </a:pPr>
            <a:r>
              <a:t>D:/pasar_fix/node_modules/.bun/dagre-d3-es@7.0.14/node_modules/dagre-d3-es/src/dagre-js/create-clusters.js</a:t>
            </a:r>
          </a:p>
          <a:p>
            <a:pPr>
              <a:defRPr sz="1200"/>
            </a:pPr>
            <a:r>
              <a:t>D:/pasar_fix/node_modules/.bun/dagre-d3-es@7.0.14/node_modules/dagre-d3-es/src/dagre-js/create-edge-labels.d.ts</a:t>
            </a:r>
          </a:p>
          <a:p>
            <a:pPr>
              <a:defRPr sz="1200"/>
            </a:pPr>
            <a:r>
              <a:t>D:/pasar_fix/node_modules/.bun/dagre-d3-es@7.0.14/node_modules/dagre-d3-es/src/dagre-js/create-edge-labels.js</a:t>
            </a:r>
          </a:p>
          <a:p>
            <a:pPr>
              <a:defRPr sz="1200"/>
            </a:pPr>
            <a:r>
              <a:t>D:/pasar_fix/node_modules/.bun/dagre-d3-es@7.0.14/node_modules/dagre-d3-es/src/dagre-js/create-edge-paths.d.ts</a:t>
            </a:r>
          </a:p>
          <a:p>
            <a:pPr>
              <a:defRPr sz="1200"/>
            </a:pPr>
            <a:r>
              <a:t>D:/pasar_fix/node_modules/.bun/dagre-d3-es@7.0.14/node_modules/dagre-d3-es/src/dagre-js/create-edge-paths.js</a:t>
            </a:r>
          </a:p>
          <a:p>
            <a:pPr>
              <a:defRPr sz="1200"/>
            </a:pPr>
            <a:r>
              <a:t>D:/pasar_fix/node_modules/.bun/dagre-d3-es@7.0.14/node_modules/dagre-d3-es/src/dagre-js/create-nodes.d.ts</a:t>
            </a:r>
          </a:p>
          <a:p>
            <a:pPr>
              <a:defRPr sz="1200"/>
            </a:pPr>
            <a:r>
              <a:t>D:/pasar_fix/node_modules/.bun/dagre-d3-es@7.0.14/node_modules/dagre-d3-es/src/dagre-js/create-nodes.js</a:t>
            </a:r>
          </a:p>
          <a:p>
            <a:pPr>
              <a:defRPr sz="1200"/>
            </a:pPr>
            <a:r>
              <a:t>D:/pasar_fix/node_modules/.bun/dagre-d3-es@7.0.14/node_modules/dagre-d3-es/src/dagre-js/position-clusters.d.ts</a:t>
            </a:r>
          </a:p>
          <a:p>
            <a:pPr>
              <a:defRPr sz="1200"/>
            </a:pPr>
            <a:r>
              <a:t>D:/pasar_fix/node_modules/.bun/dagre-d3-es@7.0.14/node_modules/dagre-d3-es/src/dagre-js/position-clusters.js</a:t>
            </a:r>
          </a:p>
          <a:p>
            <a:pPr>
              <a:defRPr sz="1200"/>
            </a:pPr>
            <a:r>
              <a:t>D:/pasar_fix/node_modules/.bun/dagre-d3-es@7.0.14/node_modules/dagre-d3-es/src/dagre-js/position-edge-labels.d.ts</a:t>
            </a:r>
          </a:p>
          <a:p>
            <a:pPr>
              <a:defRPr sz="1200"/>
            </a:pPr>
            <a:r>
              <a:t>D:/pasar_fix/node_modules/.bun/dagre-d3-es@7.0.14/node_modules/dagre-d3-es/src/dagre-js/position-edge-labels.js</a:t>
            </a:r>
          </a:p>
          <a:p>
            <a:pPr>
              <a:defRPr sz="1200"/>
            </a:pPr>
            <a:r>
              <a:t>D:/pasar_fix/node_modules/.bun/dagre-d3-es@7.0.14/node_modules/dagre-d3-es/src/dagre-js/position-nodes.d.ts</a:t>
            </a:r>
          </a:p>
          <a:p>
            <a:pPr>
              <a:defRPr sz="1200"/>
            </a:pPr>
            <a:r>
              <a:t>D:/pasar_fix/node_modules/.bun/dagre-d3-es@7.0.14/node_modules/dagre-d3-es/src/dagre-js/position-nodes.js</a:t>
            </a:r>
          </a:p>
          <a:p>
            <a:pPr>
              <a:defRPr sz="1200"/>
            </a:pPr>
            <a:r>
              <a:t>D:/pasar_fix/node_modules/.bun/dagre-d3-es@7.0.14/node_modules/dagre-d3-es/src/dagre-js/render.d.ts</a:t>
            </a:r>
          </a:p>
          <a:p>
            <a:pPr>
              <a:defRPr sz="1200"/>
            </a:pPr>
            <a:r>
              <a:t>D:/pasar_fix/node_modules/.bun/dagre-d3-es@7.0.14/node_modules/dagre-d3-es/src/dagre-js/render.js</a:t>
            </a:r>
          </a:p>
          <a:p>
            <a:pPr>
              <a:defRPr sz="1200"/>
            </a:pPr>
            <a:r>
              <a:t>D:/pasar_fix/node_modules/.bun/dagre-d3-es@7.0.14/node_modules/dagre-d3-es/src/dagre-js/shapes.d.ts</a:t>
            </a:r>
          </a:p>
          <a:p>
            <a:pPr>
              <a:defRPr sz="1200"/>
            </a:pPr>
            <a:r>
              <a:t>D:/pasar_fix/node_modules/.bun/dagre-d3-es@7.0.14/node_modules/dagre-d3-es/src/dagre-js/shapes.js</a:t>
            </a:r>
          </a:p>
          <a:p>
            <a:pPr>
              <a:defRPr sz="1200"/>
            </a:pPr>
            <a:r>
              <a:t>D:/pasar_fix/node_modules/.bun/dagre-d3-es@7.0.14/node_modules/dagre-d3-es/src/dagre-js/util.d.ts</a:t>
            </a:r>
          </a:p>
          <a:p>
            <a:pPr>
              <a:defRPr sz="1200"/>
            </a:pPr>
            <a:r>
              <a:t>D:/pasar_fix/node_modules/.bun/dagre-d3-es@7.0.14/node_modules/dagre-d3-es/src/dagre-js/util.js</a:t>
            </a:r>
          </a:p>
          <a:p>
            <a:pPr>
              <a:defRPr sz="1200"/>
            </a:pPr>
            <a:r>
              <a:t>D:/pasar_fix/node_modules/.bun/dagre-d3-es@7.0.14/node_modules/dagre-d3-es/src/dagre-js/intersect/index.d.ts</a:t>
            </a:r>
          </a:p>
          <a:p>
            <a:pPr>
              <a:defRPr sz="1200"/>
            </a:pPr>
            <a:r>
              <a:t>D:/pasar_fix/node_modules/.bun/dagre-d3-es@7.0.14/node_modules/dagre-d3-es/src/dagre-js/intersect/index.js</a:t>
            </a:r>
          </a:p>
          <a:p>
            <a:pPr>
              <a:defRPr sz="1200"/>
            </a:pPr>
            <a:r>
              <a:t>D:/pasar_fix/node_modules/.bun/dagre-d3-es@7.0.14/node_modules/dagre-d3-es/src/dagre-js/intersect/intersect-circle.d.ts</a:t>
            </a:r>
          </a:p>
          <a:p>
            <a:pPr>
              <a:defRPr sz="1200"/>
            </a:pPr>
            <a:r>
              <a:t>D:/pasar_fix/node_modules/.bun/dagre-d3-es@7.0.14/node_modules/dagre-d3-es/src/dagre-js/intersect/intersect-circle.js</a:t>
            </a:r>
          </a:p>
          <a:p>
            <a:pPr>
              <a:defRPr sz="1200"/>
            </a:pPr>
            <a:r>
              <a:t>D:/pasar_fix/node_modules/.bun/dagre-d3-es@7.0.14/node_modules/dagre-d3-es/src/dagre-js/intersect/intersect-ellipse.d.ts</a:t>
            </a:r>
          </a:p>
          <a:p>
            <a:pPr>
              <a:defRPr sz="1200"/>
            </a:pPr>
            <a:r>
              <a:t>D:/pasar_fix/node_modules/.bun/dagre-d3-es@7.0.14/node_modules/dagre-d3-es/src/dagre-js/intersect/intersect-ellipse.js</a:t>
            </a:r>
          </a:p>
          <a:p>
            <a:pPr>
              <a:defRPr sz="1200"/>
            </a:pPr>
            <a:r>
              <a:t>D:/pasar_fix/node_modules/.bun/dagre-d3-es@7.0.14/node_modules/dagre-d3-es/src/dagre-js/intersect/intersect-line.d.ts</a:t>
            </a:r>
          </a:p>
          <a:p>
            <a:pPr>
              <a:defRPr sz="1200"/>
            </a:pPr>
            <a:r>
              <a:t>D:/pasar_fix/node_modules/.bun/dagre-d3-es@7.0.14/node_modules/dagre-d3-es/src/dagre-js/intersect/intersect-line.js</a:t>
            </a:r>
          </a:p>
          <a:p>
            <a:pPr>
              <a:defRPr sz="1200"/>
            </a:pPr>
            <a:r>
              <a:t>D:/pasar_fix/node_modules/.bun/dagre-d3-es@7.0.14/node_modules/dagre-d3-es/src/dagre-js/intersect/intersect-node.d.ts</a:t>
            </a:r>
          </a:p>
          <a:p>
            <a:pPr>
              <a:defRPr sz="1200"/>
            </a:pPr>
            <a:r>
              <a:t>D:/pasar_fix/node_modules/.bun/dagre-d3-es@7.0.14/node_modules/dagre-d3-es/src/dagre-js/intersect/intersect-node.js</a:t>
            </a:r>
          </a:p>
          <a:p>
            <a:pPr>
              <a:defRPr sz="1200"/>
            </a:pPr>
            <a:r>
              <a:t>D:/pasar_fix/node_modules/.bun/dagre-d3-es@7.0.14/node_modules/dagre-d3-es/src/dagre-js/intersect/intersect-polygon.d.ts</a:t>
            </a:r>
          </a:p>
          <a:p>
            <a:pPr>
              <a:defRPr sz="1200"/>
            </a:pPr>
            <a:r>
              <a:t>D:/pasar_fix/node_modules/.bun/dagre-d3-es@7.0.14/node_modules/dagre-d3-es/src/dagre-js/intersect/intersect-polygon.js</a:t>
            </a:r>
          </a:p>
          <a:p>
            <a:pPr>
              <a:defRPr sz="1200"/>
            </a:pPr>
            <a:r>
              <a:t>D:/pasar_fix/node_modules/.bun/dagre-d3-es@7.0.14/node_modules/dagre-d3-es/src/dagre-js/intersect/intersect-rect.d.ts</a:t>
            </a:r>
          </a:p>
          <a:p>
            <a:pPr>
              <a:defRPr sz="1200"/>
            </a:pPr>
            <a:r>
              <a:t>D:/pasar_fix/node_modules/.bun/dagre-d3-es@7.0.14/node_modules/dagre-d3-es/src/dagre-js/intersect/intersect-rect.js</a:t>
            </a:r>
          </a:p>
          <a:p>
            <a:pPr>
              <a:defRPr sz="1200"/>
            </a:pPr>
            <a:r>
              <a:t>D:/pasar_fix/node_modules/.bun/dagre-d3-es@7.0.14/node_modules/dagre-d3-es/src/dagre-js/label/add-html-label.d.ts</a:t>
            </a:r>
          </a:p>
          <a:p>
            <a:pPr>
              <a:defRPr sz="1200"/>
            </a:pPr>
            <a:r>
              <a:t>D:/pasar_fix/node_modules/.bun/dagre-d3-es@7.0.14/node_modules/dagre-d3-es/src/dagre-js/label/add-html-label.js</a:t>
            </a:r>
          </a:p>
          <a:p>
            <a:pPr>
              <a:defRPr sz="1200"/>
            </a:pPr>
            <a:r>
              <a:t>D:/pasar_fix/node_modules/.bun/dagre-d3-es@7.0.14/node_modules/dagre-d3-es/src/dagre-js/label/add-label.d.ts</a:t>
            </a:r>
          </a:p>
          <a:p>
            <a:pPr>
              <a:defRPr sz="1200"/>
            </a:pPr>
            <a:r>
              <a:t>D:/pasar_fix/node_modules/.bun/dagre-d3-es@7.0.14/node_modules/dagre-d3-es/src/dagre-js/label/add-label.js</a:t>
            </a:r>
          </a:p>
          <a:p>
            <a:pPr>
              <a:defRPr sz="1200"/>
            </a:pPr>
            <a:r>
              <a:t>D:/pasar_fix/node_modules/.bun/dagre-d3-es@7.0.14/node_modules/dagre-d3-es/src/dagre-js/label/add-svg-label.d.ts</a:t>
            </a:r>
          </a:p>
          <a:p>
            <a:pPr>
              <a:defRPr sz="1200"/>
            </a:pPr>
            <a:r>
              <a:t>D:/pasar_fix/node_modules/.bun/dagre-d3-es@7.0.14/node_modules/dagre-d3-es/src/dagre-js/label/add-svg-label.js</a:t>
            </a:r>
          </a:p>
          <a:p>
            <a:pPr>
              <a:defRPr sz="1200"/>
            </a:pPr>
            <a:r>
              <a:t>D:/pasar_fix/node_modules/.bun/dagre-d3-es@7.0.14/node_modules/dagre-d3-es/src/dagre-js/label/add-text-label.d.ts</a:t>
            </a:r>
          </a:p>
          <a:p>
            <a:pPr>
              <a:defRPr sz="1200"/>
            </a:pPr>
            <a:r>
              <a:t>D:/pasar_fix/node_modules/.bun/dagre-d3-es@7.0.14/node_modules/dagre-d3-es/src/dagre-js/label/add-text-label.js</a:t>
            </a:r>
          </a:p>
          <a:p>
            <a:pPr>
              <a:defRPr sz="1200"/>
            </a:pPr>
            <a:r>
              <a:t>D:/pasar_fix/node_modules/.bun/dagre-d3-es@7.0.14/node_modules/dagre-d3-es/src/graphlib/graph.d.ts</a:t>
            </a:r>
          </a:p>
          <a:p>
            <a:pPr>
              <a:defRPr sz="1200"/>
            </a:pPr>
            <a:r>
              <a:t>D:/pasar_fix/node_modules/.bun/dagre-d3-es@7.0.14/node_modules/dagre-d3-es/src/graphlib/graph.js</a:t>
            </a:r>
          </a:p>
          <a:p>
            <a:pPr>
              <a:defRPr sz="1200"/>
            </a:pPr>
            <a:r>
              <a:t>D:/pasar_fix/node_modules/.bun/dagre-d3-es@7.0.14/node_modules/dagre-d3-es/src/graphlib/index.d.ts</a:t>
            </a:r>
          </a:p>
          <a:p>
            <a:pPr>
              <a:defRPr sz="1200"/>
            </a:pPr>
            <a:r>
              <a:t>D:/pasar_fix/node_modules/.bun/dagre-d3-es@7.0.14/node_modules/dagre-d3-es/src/graphlib/index.js</a:t>
            </a:r>
          </a:p>
          <a:p>
            <a:pPr>
              <a:defRPr sz="1200"/>
            </a:pPr>
            <a:r>
              <a:t>D:/pasar_fix/node_modules/.bun/dagre-d3-es@7.0.14/node_modules/dagre-d3-es/src/graphlib/json.d.ts</a:t>
            </a:r>
          </a:p>
          <a:p>
            <a:pPr>
              <a:defRPr sz="1200"/>
            </a:pPr>
            <a:r>
              <a:t>D:/pasar_fix/node_modules/.bun/dagre-d3-es@7.0.14/node_modules/dagre-d3-es/src/graphlib/json.js</a:t>
            </a:r>
          </a:p>
          <a:p>
            <a:pPr>
              <a:defRPr sz="1200"/>
            </a:pPr>
            <a:r>
              <a:t>D:/pasar_fix/node_modules/.bun/dagre-d3-es@7.0.14/node_modules/dagre-d3-es/src/graphlib/alg/components.d.ts</a:t>
            </a:r>
          </a:p>
          <a:p>
            <a:pPr>
              <a:defRPr sz="1200"/>
            </a:pPr>
            <a:r>
              <a:t>D:/pasar_fix/node_modules/.bun/dagre-d3-es@7.0.14/node_modules/dagre-d3-es/src/graphlib/alg/components.js</a:t>
            </a:r>
          </a:p>
          <a:p>
            <a:pPr>
              <a:defRPr sz="1200"/>
            </a:pPr>
            <a:r>
              <a:t>D:/pasar_fix/node_modules/.bun/dagre-d3-es@7.0.14/node_modules/dagre-d3-es/src/graphlib/alg/dfs.d.ts</a:t>
            </a:r>
          </a:p>
          <a:p>
            <a:pPr>
              <a:defRPr sz="1200"/>
            </a:pPr>
            <a:r>
              <a:t>D:/pasar_fix/node_modules/.bun/dagre-d3-es@7.0.14/node_modules/dagre-d3-es/src/graphlib/alg/dfs.js</a:t>
            </a:r>
          </a:p>
          <a:p>
            <a:pPr>
              <a:defRPr sz="1200"/>
            </a:pPr>
            <a:r>
              <a:t>D:/pasar_fix/node_modules/.bun/dagre-d3-es@7.0.14/node_modules/dagre-d3-es/src/graphlib/alg/dijkstra-all.d.ts</a:t>
            </a:r>
          </a:p>
          <a:p>
            <a:pPr>
              <a:defRPr sz="1200"/>
            </a:pPr>
            <a:r>
              <a:t>D:/pasar_fix/node_modules/.bun/dagre-d3-es@7.0.14/node_modules/dagre-d3-es/src/graphlib/alg/dijkstra-all.js</a:t>
            </a:r>
          </a:p>
          <a:p>
            <a:pPr>
              <a:defRPr sz="1200"/>
            </a:pPr>
            <a:r>
              <a:t>D:/pasar_fix/node_modules/.bun/dagre-d3-es@7.0.14/node_modules/dagre-d3-es/src/graphlib/alg/dijkstra.d.ts</a:t>
            </a:r>
          </a:p>
          <a:p>
            <a:pPr>
              <a:defRPr sz="1200"/>
            </a:pPr>
            <a:r>
              <a:t>D:/pasar_fix/node_modules/.bun/dagre-d3-es@7.0.14/node_modules/dagre-d3-es/src/graphlib/alg/dijkstra.js</a:t>
            </a:r>
          </a:p>
          <a:p>
            <a:pPr>
              <a:defRPr sz="1200"/>
            </a:pPr>
            <a:r>
              <a:t>D:/pasar_fix/node_modules/.bun/dagre-d3-es@7.0.14/node_modules/dagre-d3-es/src/graphlib/alg/find-cycles.d.ts</a:t>
            </a:r>
          </a:p>
          <a:p>
            <a:pPr>
              <a:defRPr sz="1200"/>
            </a:pPr>
            <a:r>
              <a:t>D:/pasar_fix/node_modules/.bun/dagre-d3-es@7.0.14/node_modules/dagre-d3-es/src/graphlib/alg/find-cycles.js</a:t>
            </a:r>
          </a:p>
          <a:p>
            <a:pPr>
              <a:defRPr sz="1200"/>
            </a:pPr>
            <a:r>
              <a:t>D:/pasar_fix/node_modules/.bun/dagre-d3-es@7.0.14/node_modules/dagre-d3-es/src/graphlib/alg/floyd-warshall.d.ts</a:t>
            </a:r>
          </a:p>
          <a:p>
            <a:pPr>
              <a:defRPr sz="1200"/>
            </a:pPr>
            <a:r>
              <a:t>D:/pasar_fix/node_modules/.bun/dagre-d3-es@7.0.14/node_modules/dagre-d3-es/src/graphlib/alg/floyd-warshall.js</a:t>
            </a:r>
          </a:p>
          <a:p>
            <a:pPr>
              <a:defRPr sz="1200"/>
            </a:pPr>
            <a:r>
              <a:t>D:/pasar_fix/node_modules/.bun/dagre-d3-es@7.0.14/node_modules/dagre-d3-es/src/graphlib/alg/index.d.ts</a:t>
            </a:r>
          </a:p>
          <a:p>
            <a:pPr>
              <a:defRPr sz="1200"/>
            </a:pPr>
            <a:r>
              <a:t>D:/pasar_fix/node_modules/.bun/dagre-d3-es@7.0.14/node_modules/dagre-d3-es/src/graphlib/alg/index.js</a:t>
            </a:r>
          </a:p>
          <a:p>
            <a:pPr>
              <a:defRPr sz="1200"/>
            </a:pPr>
            <a:r>
              <a:t>D:/pasar_fix/node_modules/.bun/dagre-d3-es@7.0.14/node_modules/dagre-d3-es/src/graphlib/alg/is-acyclic.d.ts</a:t>
            </a:r>
          </a:p>
          <a:p>
            <a:pPr>
              <a:defRPr sz="1200"/>
            </a:pPr>
            <a:r>
              <a:t>D:/pasar_fix/node_modules/.bun/dagre-d3-es@7.0.14/node_modules/dagre-d3-es/src/graphlib/alg/is-acyclic.js</a:t>
            </a:r>
          </a:p>
          <a:p>
            <a:pPr>
              <a:defRPr sz="1200"/>
            </a:pPr>
            <a:r>
              <a:t>D:/pasar_fix/node_modules/.bun/dagre-d3-es@7.0.14/node_modules/dagre-d3-es/src/graphlib/alg/postorder.d.ts</a:t>
            </a:r>
          </a:p>
          <a:p>
            <a:pPr>
              <a:defRPr sz="1200"/>
            </a:pPr>
            <a:r>
              <a:t>D:/pasar_fix/node_modules/.bun/dagre-d3-es@7.0.14/node_modules/dagre-d3-es/src/graphlib/alg/postorder.js</a:t>
            </a:r>
          </a:p>
          <a:p>
            <a:pPr>
              <a:defRPr sz="1200"/>
            </a:pPr>
            <a:r>
              <a:t>D:/pasar_fix/node_modules/.bun/dagre-d3-es@7.0.14/node_modules/dagre-d3-es/src/graphlib/alg/preorder.d.ts</a:t>
            </a:r>
          </a:p>
          <a:p>
            <a:pPr>
              <a:defRPr sz="1200"/>
            </a:pPr>
            <a:r>
              <a:t>D:/pasar_fix/node_modules/.bun/dagre-d3-es@7.0.14/node_modules/dagre-d3-es/src/graphlib/alg/preorder.js</a:t>
            </a:r>
          </a:p>
          <a:p>
            <a:pPr>
              <a:defRPr sz="1200"/>
            </a:pPr>
            <a:r>
              <a:t>D:/pasar_fix/node_modules/.bun/dagre-d3-es@7.0.14/node_modules/dagre-d3-es/src/graphlib/alg/prim.d.ts</a:t>
            </a:r>
          </a:p>
          <a:p>
            <a:pPr>
              <a:defRPr sz="1200"/>
            </a:pPr>
            <a:r>
              <a:t>D:/pasar_fix/node_modules/.bun/dagre-d3-es@7.0.14/node_modules/dagre-d3-es/src/graphlib/alg/prim.js</a:t>
            </a:r>
          </a:p>
          <a:p>
            <a:pPr>
              <a:defRPr sz="1200"/>
            </a:pPr>
            <a:r>
              <a:t>D:/pasar_fix/node_modules/.bun/dagre-d3-es@7.0.14/node_modules/dagre-d3-es/src/graphlib/alg/tarjan.d.ts</a:t>
            </a:r>
          </a:p>
          <a:p>
            <a:pPr>
              <a:defRPr sz="1200"/>
            </a:pPr>
            <a:r>
              <a:t>D:/pasar_fix/node_modules/.bun/dagre-d3-es@7.0.14/node_modules/dagre-d3-es/src/graphlib/alg/tarjan.js</a:t>
            </a:r>
          </a:p>
          <a:p>
            <a:pPr>
              <a:defRPr sz="1200"/>
            </a:pPr>
            <a:r>
              <a:t>D:/pasar_fix/node_modules/.bun/dagre-d3-es@7.0.14/node_modules/dagre-d3-es/src/graphlib/alg/topsort.d.ts</a:t>
            </a:r>
          </a:p>
          <a:p>
            <a:pPr>
              <a:defRPr sz="1200"/>
            </a:pPr>
            <a:r>
              <a:t>D:/pasar_fix/node_modules/.bun/dagre-d3-es@7.0.14/node_modules/dagre-d3-es/src/graphlib/alg/topsort.js</a:t>
            </a:r>
          </a:p>
          <a:p>
            <a:pPr>
              <a:defRPr sz="1200"/>
            </a:pPr>
            <a:r>
              <a:t>D:/pasar_fix/node_modules/.bun/dagre-d3-es@7.0.14/node_modules/dagre-d3-es/src/graphlib/data/priority-queue.d.ts</a:t>
            </a:r>
          </a:p>
          <a:p>
            <a:pPr>
              <a:defRPr sz="1200"/>
            </a:pPr>
            <a:r>
              <a:t>D:/pasar_fix/node_modules/.bun/dagre-d3-es@7.0.14/node_modules/dagre-d3-es/src/graphlib/data/priority-queue.js</a:t>
            </a:r>
          </a:p>
          <a:p>
            <a:pPr>
              <a:defRPr sz="1200"/>
            </a:pPr>
            <a:r>
              <a:t>D:/pasar_fix/node_modules/.bun/data-uri-to-buffer@6.0.2/node_modules/data-uri-to-buffer/LICENSE</a:t>
            </a:r>
          </a:p>
          <a:p>
            <a:pPr>
              <a:defRPr sz="1200"/>
            </a:pPr>
            <a:r>
              <a:t>D:/pasar_fix/node_modules/.bun/data-uri-to-buffer@6.0.2/node_modules/data-uri-to-buffer/package.json</a:t>
            </a:r>
          </a:p>
          <a:p>
            <a:pPr>
              <a:defRPr sz="1200"/>
            </a:pPr>
            <a:r>
              <a:t>D:/pasar_fix/node_modules/.bun/data-uri-to-buffer@6.0.2/node_modules/data-uri-to-buffer/README.md</a:t>
            </a:r>
          </a:p>
          <a:p>
            <a:pPr>
              <a:defRPr sz="1200"/>
            </a:pPr>
            <a:r>
              <a:t>D:/pasar_fix/node_modules/.bun/data-uri-to-buffer@6.0.2/node_modules/data-uri-to-buffer/dist/common.d.ts</a:t>
            </a:r>
          </a:p>
          <a:p>
            <a:pPr>
              <a:defRPr sz="1200"/>
            </a:pPr>
            <a:r>
              <a:t>D:/pasar_fix/node_modules/.bun/data-uri-to-buffer@6.0.2/node_modules/data-uri-to-buffer/dist/common.d.ts.map</a:t>
            </a:r>
          </a:p>
          <a:p>
            <a:pPr>
              <a:defRPr sz="1200"/>
            </a:pPr>
            <a:r>
              <a:t>D:/pasar_fix/node_modules/.bun/data-uri-to-buffer@6.0.2/node_modules/data-uri-to-buffer/dist/common.js</a:t>
            </a:r>
          </a:p>
          <a:p>
            <a:pPr>
              <a:defRPr sz="1200"/>
            </a:pPr>
            <a:r>
              <a:t>D:/pasar_fix/node_modules/.bun/data-uri-to-buffer@6.0.2/node_modules/data-uri-to-buffer/dist/common.js.map</a:t>
            </a:r>
          </a:p>
          <a:p>
            <a:pPr>
              <a:defRPr sz="1200"/>
            </a:pPr>
            <a:r>
              <a:t>D:/pasar_fix/node_modules/.bun/data-uri-to-buffer@6.0.2/node_modules/data-uri-to-buffer/dist/index.d.ts</a:t>
            </a:r>
          </a:p>
          <a:p>
            <a:pPr>
              <a:defRPr sz="1200"/>
            </a:pPr>
            <a:r>
              <a:t>D:/pasar_fix/node_modules/.bun/data-uri-to-buffer@6.0.2/node_modules/data-uri-to-buffer/dist/index.d.ts.map</a:t>
            </a:r>
          </a:p>
          <a:p>
            <a:pPr>
              <a:defRPr sz="1200"/>
            </a:pPr>
            <a:r>
              <a:t>D:/pasar_fix/node_modules/.bun/data-uri-to-buffer@6.0.2/node_modules/data-uri-to-buffer/dist/index.js</a:t>
            </a:r>
          </a:p>
          <a:p>
            <a:pPr>
              <a:defRPr sz="1200"/>
            </a:pPr>
            <a:r>
              <a:t>D:/pasar_fix/node_modules/.bun/data-uri-to-buffer@6.0.2/node_modules/data-uri-to-buffer/dist/index.js.map</a:t>
            </a:r>
          </a:p>
          <a:p>
            <a:pPr>
              <a:defRPr sz="1200"/>
            </a:pPr>
            <a:r>
              <a:t>D:/pasar_fix/node_modules/.bun/data-uri-to-buffer@6.0.2/node_modules/data-uri-to-buffer/dist/node.d.ts</a:t>
            </a:r>
          </a:p>
          <a:p>
            <a:pPr>
              <a:defRPr sz="1200"/>
            </a:pPr>
            <a:r>
              <a:t>D:/pasar_fix/node_modules/.bun/data-uri-to-buffer@6.0.2/node_modules/data-uri-to-buffer/dist/node.d.ts.map</a:t>
            </a:r>
          </a:p>
          <a:p>
            <a:pPr>
              <a:defRPr sz="1200"/>
            </a:pPr>
            <a:r>
              <a:t>D:/pasar_fix/node_modules/.bun/data-uri-to-buffer@6.0.2/node_modules/data-uri-to-buffer/dist/node.js</a:t>
            </a:r>
          </a:p>
          <a:p>
            <a:pPr>
              <a:defRPr sz="1200"/>
            </a:pPr>
            <a:r>
              <a:t>D:/pasar_fix/node_modules/.bun/data-uri-to-buffer@6.0.2/node_modules/data-uri-to-buffer/dist/node.js.map</a:t>
            </a:r>
          </a:p>
          <a:p>
            <a:pPr>
              <a:defRPr sz="1200"/>
            </a:pPr>
            <a:r>
              <a:t>D:/pasar_fix/node_modules/.bun/data-urls@5.0.0/node_modules/data-urls/LICENSE.txt</a:t>
            </a:r>
          </a:p>
          <a:p>
            <a:pPr>
              <a:defRPr sz="1200"/>
            </a:pPr>
            <a:r>
              <a:t>D:/pasar_fix/node_modules/.bun/data-urls@5.0.0/node_modules/data-urls/package.json</a:t>
            </a:r>
          </a:p>
          <a:p>
            <a:pPr>
              <a:defRPr sz="1200"/>
            </a:pPr>
            <a:r>
              <a:t>D:/pasar_fix/node_modules/.bun/data-urls@5.0.0/node_modules/data-urls/README.md</a:t>
            </a:r>
          </a:p>
          <a:p>
            <a:pPr>
              <a:defRPr sz="1200"/>
            </a:pPr>
            <a:r>
              <a:t>D:/pasar_fix/node_modules/.bun/data-urls@5.0.0/node_modules/data-urls/lib/parser.js</a:t>
            </a:r>
          </a:p>
          <a:p>
            <a:pPr>
              <a:defRPr sz="1200"/>
            </a:pPr>
            <a:r>
              <a:t>D:/pasar_fix/node_modules/.bun/data-urls@5.0.0/node_modules/data-urls/lib/utils.js</a:t>
            </a:r>
          </a:p>
          <a:p>
            <a:pPr>
              <a:defRPr sz="1200"/>
            </a:pPr>
            <a:r>
              <a:t>D:/pasar_fix/node_modules/.bun/date-fns@3.6.0/node_modules/date-fns/add.d.mts</a:t>
            </a:r>
          </a:p>
          <a:p>
            <a:pPr>
              <a:defRPr sz="1200"/>
            </a:pPr>
            <a:r>
              <a:t>D:/pasar_fix/node_modules/.bun/date-fns@3.6.0/node_modules/date-fns/add.d.ts</a:t>
            </a:r>
          </a:p>
          <a:p>
            <a:pPr>
              <a:defRPr sz="1200"/>
            </a:pPr>
            <a:r>
              <a:t>D:/pasar_fix/node_modules/.bun/date-fns@3.6.0/node_modules/date-fns/add.js</a:t>
            </a:r>
          </a:p>
          <a:p>
            <a:pPr>
              <a:defRPr sz="1200"/>
            </a:pPr>
            <a:r>
              <a:t>D:/pasar_fix/node_modules/.bun/date-fns@3.6.0/node_modules/date-fns/add.mjs</a:t>
            </a:r>
          </a:p>
          <a:p>
            <a:pPr>
              <a:defRPr sz="1200"/>
            </a:pPr>
            <a:r>
              <a:t>D:/pasar_fix/node_modules/.bun/date-fns@3.6.0/node_modules/date-fns/addBusinessDays.d.mts</a:t>
            </a:r>
          </a:p>
          <a:p>
            <a:pPr>
              <a:defRPr sz="1200"/>
            </a:pPr>
            <a:r>
              <a:t>D:/pasar_fix/node_modules/.bun/date-fns@3.6.0/node_modules/date-fns/addBusinessDays.d.ts</a:t>
            </a:r>
          </a:p>
          <a:p>
            <a:pPr>
              <a:defRPr sz="1200"/>
            </a:pPr>
            <a:r>
              <a:t>D:/pasar_fix/node_modules/.bun/date-fns@3.6.0/node_modules/date-fns/addBusinessDays.js</a:t>
            </a:r>
          </a:p>
          <a:p>
            <a:pPr>
              <a:defRPr sz="1200"/>
            </a:pPr>
            <a:r>
              <a:t>D:/pasar_fix/node_modules/.bun/date-fns@3.6.0/node_modules/date-fns/addBusinessDays.mjs</a:t>
            </a:r>
          </a:p>
          <a:p>
            <a:pPr>
              <a:defRPr sz="1200"/>
            </a:pPr>
            <a:r>
              <a:t>D:/pasar_fix/node_modules/.bun/date-fns@3.6.0/node_modules/date-fns/addDays.d.mts</a:t>
            </a:r>
          </a:p>
          <a:p>
            <a:pPr>
              <a:defRPr sz="1200"/>
            </a:pPr>
            <a:r>
              <a:t>D:/pasar_fix/node_modules/.bun/date-fns@3.6.0/node_modules/date-fns/addDays.d.ts</a:t>
            </a:r>
          </a:p>
          <a:p>
            <a:pPr>
              <a:defRPr sz="1200"/>
            </a:pPr>
            <a:r>
              <a:t>D:/pasar_fix/node_modules/.bun/date-fns@3.6.0/node_modules/date-fns/addDays.js</a:t>
            </a:r>
          </a:p>
          <a:p>
            <a:pPr>
              <a:defRPr sz="1200"/>
            </a:pPr>
            <a:r>
              <a:t>D:/pasar_fix/node_modules/.bun/date-fns@3.6.0/node_modules/date-fns/addDays.mjs</a:t>
            </a:r>
          </a:p>
          <a:p>
            <a:pPr>
              <a:defRPr sz="1200"/>
            </a:pPr>
            <a:r>
              <a:t>D:/pasar_fix/node_modules/.bun/date-fns@3.6.0/node_modules/date-fns/addHours.d.mts</a:t>
            </a:r>
          </a:p>
          <a:p>
            <a:pPr>
              <a:defRPr sz="1200"/>
            </a:pPr>
            <a:r>
              <a:t>D:/pasar_fix/node_modules/.bun/date-fns@3.6.0/node_modules/date-fns/addHours.d.ts</a:t>
            </a:r>
          </a:p>
          <a:p>
            <a:pPr>
              <a:defRPr sz="1200"/>
            </a:pPr>
            <a:r>
              <a:t>D:/pasar_fix/node_modules/.bun/date-fns@3.6.0/node_modules/date-fns/addHours.js</a:t>
            </a:r>
          </a:p>
          <a:p>
            <a:pPr>
              <a:defRPr sz="1200"/>
            </a:pPr>
            <a:r>
              <a:t>D:/pasar_fix/node_modules/.bun/date-fns@3.6.0/node_modules/date-fns/addHours.mjs</a:t>
            </a:r>
          </a:p>
          <a:p>
            <a:pPr>
              <a:defRPr sz="1200"/>
            </a:pPr>
            <a:r>
              <a:t>D:/pasar_fix/node_modules/.bun/date-fns@3.6.0/node_modules/date-fns/addISOWeekYears.d.mts</a:t>
            </a:r>
          </a:p>
          <a:p>
            <a:pPr>
              <a:defRPr sz="1200"/>
            </a:pPr>
            <a:r>
              <a:t>D:/pasar_fix/node_modules/.bun/date-fns@3.6.0/node_modules/date-fns/addISOWeekYears.d.ts</a:t>
            </a:r>
          </a:p>
          <a:p>
            <a:pPr>
              <a:defRPr sz="1200"/>
            </a:pPr>
            <a:r>
              <a:t>D:/pasar_fix/node_modules/.bun/date-fns@3.6.0/node_modules/date-fns/addISOWeekYears.js</a:t>
            </a:r>
          </a:p>
          <a:p>
            <a:pPr>
              <a:defRPr sz="1200"/>
            </a:pPr>
            <a:r>
              <a:t>D:/pasar_fix/node_modules/.bun/date-fns@3.6.0/node_modules/date-fns/addISOWeekYears.mjs</a:t>
            </a:r>
          </a:p>
          <a:p>
            <a:pPr>
              <a:defRPr sz="1200"/>
            </a:pPr>
            <a:r>
              <a:t>D:/pasar_fix/node_modules/.bun/date-fns@3.6.0/node_modules/date-fns/addMilliseconds.d.mts</a:t>
            </a:r>
          </a:p>
          <a:p>
            <a:pPr>
              <a:defRPr sz="1200"/>
            </a:pPr>
            <a:r>
              <a:t>D:/pasar_fix/node_modules/.bun/date-fns@3.6.0/node_modules/date-fns/addMilliseconds.d.ts</a:t>
            </a:r>
          </a:p>
          <a:p>
            <a:pPr>
              <a:defRPr sz="1200"/>
            </a:pPr>
            <a:r>
              <a:t>D:/pasar_fix/node_modules/.bun/date-fns@3.6.0/node_modules/date-fns/addMilliseconds.js</a:t>
            </a:r>
          </a:p>
          <a:p>
            <a:pPr>
              <a:defRPr sz="1200"/>
            </a:pPr>
            <a:r>
              <a:t>D:/pasar_fix/node_modules/.bun/date-fns@3.6.0/node_modules/date-fns/addMilliseconds.mjs</a:t>
            </a:r>
          </a:p>
          <a:p>
            <a:pPr>
              <a:defRPr sz="1200"/>
            </a:pPr>
            <a:r>
              <a:t>D:/pasar_fix/node_modules/.bun/date-fns@3.6.0/node_modules/date-fns/addMinutes.d.mts</a:t>
            </a:r>
          </a:p>
          <a:p>
            <a:pPr>
              <a:defRPr sz="1200"/>
            </a:pPr>
            <a:r>
              <a:t>D:/pasar_fix/node_modules/.bun/date-fns@3.6.0/node_modules/date-fns/addMinutes.d.ts</a:t>
            </a:r>
          </a:p>
          <a:p>
            <a:pPr>
              <a:defRPr sz="1200"/>
            </a:pPr>
            <a:r>
              <a:t>D:/pasar_fix/node_modules/.bun/date-fns@3.6.0/node_modules/date-fns/addMinutes.js</a:t>
            </a:r>
          </a:p>
          <a:p>
            <a:pPr>
              <a:defRPr sz="1200"/>
            </a:pPr>
            <a:r>
              <a:t>D:/pasar_fix/node_modules/.bun/date-fns@3.6.0/node_modules/date-fns/addMinutes.mjs</a:t>
            </a:r>
          </a:p>
          <a:p>
            <a:pPr>
              <a:defRPr sz="1200"/>
            </a:pPr>
            <a:r>
              <a:t>D:/pasar_fix/node_modules/.bun/date-fns@3.6.0/node_modules/date-fns/addMonths.d.mts</a:t>
            </a:r>
          </a:p>
          <a:p>
            <a:pPr>
              <a:defRPr sz="1200"/>
            </a:pPr>
            <a:r>
              <a:t>D:/pasar_fix/node_modules/.bun/date-fns@3.6.0/node_modules/date-fns/addMonths.d.ts</a:t>
            </a:r>
          </a:p>
          <a:p>
            <a:pPr>
              <a:defRPr sz="1200"/>
            </a:pPr>
            <a:r>
              <a:t>D:/pasar_fix/node_modules/.bun/date-fns@3.6.0/node_modules/date-fns/addMonths.js</a:t>
            </a:r>
          </a:p>
          <a:p>
            <a:pPr>
              <a:defRPr sz="1200"/>
            </a:pPr>
            <a:r>
              <a:t>D:/pasar_fix/node_modules/.bun/date-fns@3.6.0/node_modules/date-fns/addMonths.mjs</a:t>
            </a:r>
          </a:p>
          <a:p>
            <a:pPr>
              <a:defRPr sz="1200"/>
            </a:pPr>
            <a:r>
              <a:t>D:/pasar_fix/node_modules/.bun/date-fns@3.6.0/node_modules/date-fns/addQuarters.d.mts</a:t>
            </a:r>
          </a:p>
          <a:p>
            <a:pPr>
              <a:defRPr sz="1200"/>
            </a:pPr>
            <a:r>
              <a:t>D:/pasar_fix/node_modules/.bun/date-fns@3.6.0/node_modules/date-fns/addQuarters.d.ts</a:t>
            </a:r>
          </a:p>
          <a:p>
            <a:pPr>
              <a:defRPr sz="1200"/>
            </a:pPr>
            <a:r>
              <a:t>D:/pasar_fix/node_modules/.bun/date-fns@3.6.0/node_modules/date-fns/addQuarters.js</a:t>
            </a:r>
          </a:p>
          <a:p>
            <a:pPr>
              <a:defRPr sz="1200"/>
            </a:pPr>
            <a:r>
              <a:t>D:/pasar_fix/node_modules/.bun/date-fns@3.6.0/node_modules/date-fns/addQuarters.mjs</a:t>
            </a:r>
          </a:p>
          <a:p>
            <a:pPr>
              <a:defRPr sz="1200"/>
            </a:pPr>
            <a:r>
              <a:t>D:/pasar_fix/node_modules/.bun/date-fns@3.6.0/node_modules/date-fns/addSeconds.d.mts</a:t>
            </a:r>
          </a:p>
          <a:p>
            <a:pPr>
              <a:defRPr sz="1200"/>
            </a:pPr>
            <a:r>
              <a:t>D:/pasar_fix/node_modules/.bun/date-fns@3.6.0/node_modules/date-fns/addSeconds.d.ts</a:t>
            </a:r>
          </a:p>
          <a:p>
            <a:pPr>
              <a:defRPr sz="1200"/>
            </a:pPr>
            <a:r>
              <a:t>D:/pasar_fix/node_modules/.bun/date-fns@3.6.0/node_modules/date-fns/addSeconds.js</a:t>
            </a:r>
          </a:p>
          <a:p>
            <a:pPr>
              <a:defRPr sz="1200"/>
            </a:pPr>
            <a:r>
              <a:t>D:/pasar_fix/node_modules/.bun/date-fns@3.6.0/node_modules/date-fns/addSeconds.mjs</a:t>
            </a:r>
          </a:p>
          <a:p>
            <a:pPr>
              <a:defRPr sz="1200"/>
            </a:pPr>
            <a:r>
              <a:t>D:/pasar_fix/node_modules/.bun/date-fns@3.6.0/node_modules/date-fns/addWeeks.d.mts</a:t>
            </a:r>
          </a:p>
          <a:p>
            <a:pPr>
              <a:defRPr sz="1200"/>
            </a:pPr>
            <a:r>
              <a:t>D:/pasar_fix/node_modules/.bun/date-fns@3.6.0/node_modules/date-fns/addWeeks.d.ts</a:t>
            </a:r>
          </a:p>
          <a:p>
            <a:pPr>
              <a:defRPr sz="1200"/>
            </a:pPr>
            <a:r>
              <a:t>D:/pasar_fix/node_modules/.bun/date-fns@3.6.0/node_modules/date-fns/addWeeks.js</a:t>
            </a:r>
          </a:p>
          <a:p>
            <a:pPr>
              <a:defRPr sz="1200"/>
            </a:pPr>
            <a:r>
              <a:t>D:/pasar_fix/node_modules/.bun/date-fns@3.6.0/node_modules/date-fns/addWeeks.mjs</a:t>
            </a:r>
          </a:p>
          <a:p>
            <a:pPr>
              <a:defRPr sz="1200"/>
            </a:pPr>
            <a:r>
              <a:t>D:/pasar_fix/node_modules/.bun/date-fns@3.6.0/node_modules/date-fns/addYears.d.mts</a:t>
            </a:r>
          </a:p>
          <a:p>
            <a:pPr>
              <a:defRPr sz="1200"/>
            </a:pPr>
            <a:r>
              <a:t>D:/pasar_fix/node_modules/.bun/date-fns@3.6.0/node_modules/date-fns/addYears.d.ts</a:t>
            </a:r>
          </a:p>
          <a:p>
            <a:pPr>
              <a:defRPr sz="1200"/>
            </a:pPr>
            <a:r>
              <a:t>D:/pasar_fix/node_modules/.bun/date-fns@3.6.0/node_modules/date-fns/addYears.js</a:t>
            </a:r>
          </a:p>
          <a:p>
            <a:pPr>
              <a:defRPr sz="1200"/>
            </a:pPr>
            <a:r>
              <a:t>D:/pasar_fix/node_modules/.bun/date-fns@3.6.0/node_modules/date-fns/addYears.mjs</a:t>
            </a:r>
          </a:p>
          <a:p>
            <a:pPr>
              <a:defRPr sz="1200"/>
            </a:pPr>
            <a:r>
              <a:t>D:/pasar_fix/node_modules/.bun/date-fns@3.6.0/node_modules/date-fns/areIntervalsOverlapping.d.mts</a:t>
            </a:r>
          </a:p>
          <a:p>
            <a:pPr>
              <a:defRPr sz="1200"/>
            </a:pPr>
            <a:r>
              <a:t>D:/pasar_fix/node_modules/.bun/date-fns@3.6.0/node_modules/date-fns/areIntervalsOverlapping.d.ts</a:t>
            </a:r>
          </a:p>
          <a:p>
            <a:pPr>
              <a:defRPr sz="1200"/>
            </a:pPr>
            <a:r>
              <a:t>D:/pasar_fix/node_modules/.bun/date-fns@3.6.0/node_modules/date-fns/areIntervalsOverlapping.js</a:t>
            </a:r>
          </a:p>
          <a:p>
            <a:pPr>
              <a:defRPr sz="1200"/>
            </a:pPr>
            <a:r>
              <a:t>D:/pasar_fix/node_modules/.bun/date-fns@3.6.0/node_modules/date-fns/areIntervalsOverlapping.mjs</a:t>
            </a:r>
          </a:p>
          <a:p>
            <a:pPr>
              <a:defRPr sz="1200"/>
            </a:pPr>
            <a:r>
              <a:t>D:/pasar_fix/node_modules/.bun/date-fns@3.6.0/node_modules/date-fns/cdn.js</a:t>
            </a:r>
          </a:p>
          <a:p>
            <a:pPr>
              <a:defRPr sz="1200"/>
            </a:pPr>
            <a:r>
              <a:t>D:/pasar_fix/node_modules/.bun/date-fns@3.6.0/node_modules/date-fns/cdn.js.map</a:t>
            </a:r>
          </a:p>
          <a:p>
            <a:pPr>
              <a:defRPr sz="1200"/>
            </a:pPr>
            <a:r>
              <a:t>D:/pasar_fix/node_modules/.bun/date-fns@3.6.0/node_modules/date-fns/cdn.min.js</a:t>
            </a:r>
          </a:p>
          <a:p>
            <a:pPr>
              <a:defRPr sz="1200"/>
            </a:pPr>
            <a:r>
              <a:t>D:/pasar_fix/node_modules/.bun/date-fns@3.6.0/node_modules/date-fns/cdn.min.js.map</a:t>
            </a:r>
          </a:p>
          <a:p>
            <a:pPr>
              <a:defRPr sz="1200"/>
            </a:pPr>
            <a:r>
              <a:t>D:/pasar_fix/node_modules/.bun/date-fns@3.6.0/node_modules/date-fns/CHANGELOG.md</a:t>
            </a:r>
          </a:p>
          <a:p>
            <a:pPr>
              <a:defRPr sz="1200"/>
            </a:pPr>
            <a:r>
              <a:t>D:/pasar_fix/node_modules/.bun/date-fns@3.6.0/node_modules/date-fns/clamp.d.mts</a:t>
            </a:r>
          </a:p>
          <a:p>
            <a:pPr>
              <a:defRPr sz="1200"/>
            </a:pPr>
            <a:r>
              <a:t>D:/pasar_fix/node_modules/.bun/date-fns@3.6.0/node_modules/date-fns/clamp.d.ts</a:t>
            </a:r>
          </a:p>
          <a:p>
            <a:pPr>
              <a:defRPr sz="1200"/>
            </a:pPr>
            <a:r>
              <a:t>D:/pasar_fix/node_modules/.bun/date-fns@3.6.0/node_modules/date-fns/clamp.js</a:t>
            </a:r>
          </a:p>
          <a:p>
            <a:pPr>
              <a:defRPr sz="1200"/>
            </a:pPr>
            <a:r>
              <a:t>D:/pasar_fix/node_modules/.bun/date-fns@3.6.0/node_modules/date-fns/clamp.mjs</a:t>
            </a:r>
          </a:p>
          <a:p>
            <a:pPr>
              <a:defRPr sz="1200"/>
            </a:pPr>
            <a:r>
              <a:t>D:/pasar_fix/node_modules/.bun/date-fns@3.6.0/node_modules/date-fns/closestIndexTo.d.mts</a:t>
            </a:r>
          </a:p>
          <a:p>
            <a:pPr>
              <a:defRPr sz="1200"/>
            </a:pPr>
            <a:r>
              <a:t>D:/pasar_fix/node_modules/.bun/date-fns@3.6.0/node_modules/date-fns/closestIndexTo.d.ts</a:t>
            </a:r>
          </a:p>
          <a:p>
            <a:pPr>
              <a:defRPr sz="1200"/>
            </a:pPr>
            <a:r>
              <a:t>D:/pasar_fix/node_modules/.bun/date-fns@3.6.0/node_modules/date-fns/closestIndexTo.js</a:t>
            </a:r>
          </a:p>
          <a:p>
            <a:pPr>
              <a:defRPr sz="1200"/>
            </a:pPr>
            <a:r>
              <a:t>D:/pasar_fix/node_modules/.bun/date-fns@3.6.0/node_modules/date-fns/closestIndexTo.mjs</a:t>
            </a:r>
          </a:p>
          <a:p>
            <a:pPr>
              <a:defRPr sz="1200"/>
            </a:pPr>
            <a:r>
              <a:t>D:/pasar_fix/node_modules/.bun/date-fns@3.6.0/node_modules/date-fns/closestTo.d.mts</a:t>
            </a:r>
          </a:p>
          <a:p>
            <a:pPr>
              <a:defRPr sz="1200"/>
            </a:pPr>
            <a:r>
              <a:t>D:/pasar_fix/node_modules/.bun/date-fns@3.6.0/node_modules/date-fns/closestTo.d.ts</a:t>
            </a:r>
          </a:p>
          <a:p>
            <a:pPr>
              <a:defRPr sz="1200"/>
            </a:pPr>
            <a:r>
              <a:t>D:/pasar_fix/node_modules/.bun/date-fns@3.6.0/node_modules/date-fns/closestTo.js</a:t>
            </a:r>
          </a:p>
          <a:p>
            <a:pPr>
              <a:defRPr sz="1200"/>
            </a:pPr>
            <a:r>
              <a:t>D:/pasar_fix/node_modules/.bun/date-fns@3.6.0/node_modules/date-fns/closestTo.mjs</a:t>
            </a:r>
          </a:p>
          <a:p>
            <a:pPr>
              <a:defRPr sz="1200"/>
            </a:pPr>
            <a:r>
              <a:t>D:/pasar_fix/node_modules/.bun/date-fns@3.6.0/node_modules/date-fns/compareAsc.d.mts</a:t>
            </a:r>
          </a:p>
          <a:p>
            <a:pPr>
              <a:defRPr sz="1200"/>
            </a:pPr>
            <a:r>
              <a:t>D:/pasar_fix/node_modules/.bun/date-fns@3.6.0/node_modules/date-fns/compareAsc.d.ts</a:t>
            </a:r>
          </a:p>
          <a:p>
            <a:pPr>
              <a:defRPr sz="1200"/>
            </a:pPr>
            <a:r>
              <a:t>D:/pasar_fix/node_modules/.bun/date-fns@3.6.0/node_modules/date-fns/compareAsc.js</a:t>
            </a:r>
          </a:p>
          <a:p>
            <a:pPr>
              <a:defRPr sz="1200"/>
            </a:pPr>
            <a:r>
              <a:t>D:/pasar_fix/node_modules/.bun/date-fns@3.6.0/node_modules/date-fns/compareAsc.mjs</a:t>
            </a:r>
          </a:p>
          <a:p>
            <a:pPr>
              <a:defRPr sz="1200"/>
            </a:pPr>
            <a:r>
              <a:t>D:/pasar_fix/node_modules/.bun/date-fns@3.6.0/node_modules/date-fns/compareDesc.d.mts</a:t>
            </a:r>
          </a:p>
          <a:p>
            <a:pPr>
              <a:defRPr sz="1200"/>
            </a:pPr>
            <a:r>
              <a:t>D:/pasar_fix/node_modules/.bun/date-fns@3.6.0/node_modules/date-fns/compareDesc.d.ts</a:t>
            </a:r>
          </a:p>
          <a:p>
            <a:pPr>
              <a:defRPr sz="1200"/>
            </a:pPr>
            <a:r>
              <a:t>D:/pasar_fix/node_modules/.bun/date-fns@3.6.0/node_modules/date-fns/compareDesc.js</a:t>
            </a:r>
          </a:p>
          <a:p>
            <a:pPr>
              <a:defRPr sz="1200"/>
            </a:pPr>
            <a:r>
              <a:t>D:/pasar_fix/node_modules/.bun/date-fns@3.6.0/node_modules/date-fns/compareDesc.mjs</a:t>
            </a:r>
          </a:p>
          <a:p>
            <a:pPr>
              <a:defRPr sz="1200"/>
            </a:pPr>
            <a:r>
              <a:t>D:/pasar_fix/node_modules/.bun/date-fns@3.6.0/node_modules/date-fns/constants.d.mts</a:t>
            </a:r>
          </a:p>
          <a:p>
            <a:pPr>
              <a:defRPr sz="1200"/>
            </a:pPr>
            <a:r>
              <a:t>D:/pasar_fix/node_modules/.bun/date-fns@3.6.0/node_modules/date-fns/constants.d.ts</a:t>
            </a:r>
          </a:p>
          <a:p>
            <a:pPr>
              <a:defRPr sz="1200"/>
            </a:pPr>
            <a:r>
              <a:t>D:/pasar_fix/node_modules/.bun/date-fns@3.6.0/node_modules/date-fns/constants.js</a:t>
            </a:r>
          </a:p>
          <a:p>
            <a:pPr>
              <a:defRPr sz="1200"/>
            </a:pPr>
            <a:r>
              <a:t>D:/pasar_fix/node_modules/.bun/date-fns@3.6.0/node_modules/date-fns/constants.mjs</a:t>
            </a:r>
          </a:p>
          <a:p>
            <a:pPr>
              <a:defRPr sz="1200"/>
            </a:pPr>
            <a:r>
              <a:t>D:/pasar_fix/node_modules/.bun/date-fns@3.6.0/node_modules/date-fns/constructFrom.d.mts</a:t>
            </a:r>
          </a:p>
          <a:p>
            <a:pPr>
              <a:defRPr sz="1200"/>
            </a:pPr>
            <a:r>
              <a:t>D:/pasar_fix/node_modules/.bun/date-fns@3.6.0/node_modules/date-fns/constructFrom.d.ts</a:t>
            </a:r>
          </a:p>
          <a:p>
            <a:pPr>
              <a:defRPr sz="1200"/>
            </a:pPr>
            <a:r>
              <a:t>D:/pasar_fix/node_modules/.bun/date-fns@3.6.0/node_modules/date-fns/constructFrom.js</a:t>
            </a:r>
          </a:p>
          <a:p>
            <a:pPr>
              <a:defRPr sz="1200"/>
            </a:pPr>
            <a:r>
              <a:t>D:/pasar_fix/node_modules/.bun/date-fns@3.6.0/node_modules/date-fns/constructFrom.mjs</a:t>
            </a:r>
          </a:p>
          <a:p>
            <a:pPr>
              <a:defRPr sz="1200"/>
            </a:pPr>
            <a:r>
              <a:t>D:/pasar_fix/node_modules/.bun/date-fns@3.6.0/node_modules/date-fns/constructNow.d.mts</a:t>
            </a:r>
          </a:p>
          <a:p>
            <a:pPr>
              <a:defRPr sz="1200"/>
            </a:pPr>
            <a:r>
              <a:t>D:/pasar_fix/node_modules/.bun/date-fns@3.6.0/node_modules/date-fns/constructNow.d.ts</a:t>
            </a:r>
          </a:p>
          <a:p>
            <a:pPr>
              <a:defRPr sz="1200"/>
            </a:pPr>
            <a:r>
              <a:t>D:/pasar_fix/node_modules/.bun/date-fns@3.6.0/node_modules/date-fns/constructNow.js</a:t>
            </a:r>
          </a:p>
          <a:p>
            <a:pPr>
              <a:defRPr sz="1200"/>
            </a:pPr>
            <a:r>
              <a:t>D:/pasar_fix/node_modules/.bun/date-fns@3.6.0/node_modules/date-fns/constructNow.mjs</a:t>
            </a:r>
          </a:p>
          <a:p>
            <a:pPr>
              <a:defRPr sz="1200"/>
            </a:pPr>
            <a:r>
              <a:t>D:/pasar_fix/node_modules/.bun/date-fns@3.6.0/node_modules/date-fns/daysToWeeks.d.mts</a:t>
            </a:r>
          </a:p>
          <a:p>
            <a:pPr>
              <a:defRPr sz="1200"/>
            </a:pPr>
            <a:r>
              <a:t>D:/pasar_fix/node_modules/.bun/date-fns@3.6.0/node_modules/date-fns/daysToWeeks.d.ts</a:t>
            </a:r>
          </a:p>
          <a:p>
            <a:pPr>
              <a:defRPr sz="1200"/>
            </a:pPr>
            <a:r>
              <a:t>D:/pasar_fix/node_modules/.bun/date-fns@3.6.0/node_modules/date-fns/daysToWeeks.js</a:t>
            </a:r>
          </a:p>
          <a:p>
            <a:pPr>
              <a:defRPr sz="1200"/>
            </a:pPr>
            <a:r>
              <a:t>D:/pasar_fix/node_modules/.bun/date-fns@3.6.0/node_modules/date-fns/daysToWeeks.mjs</a:t>
            </a:r>
          </a:p>
          <a:p>
            <a:pPr>
              <a:defRPr sz="1200"/>
            </a:pPr>
            <a:r>
              <a:t>D:/pasar_fix/node_modules/.bun/date-fns@3.6.0/node_modules/date-fns/differenceInBusinessDays.d.mts</a:t>
            </a:r>
          </a:p>
          <a:p>
            <a:pPr>
              <a:defRPr sz="1200"/>
            </a:pPr>
            <a:r>
              <a:t>D:/pasar_fix/node_modules/.bun/date-fns@3.6.0/node_modules/date-fns/differenceInBusinessDays.d.ts</a:t>
            </a:r>
          </a:p>
          <a:p>
            <a:pPr>
              <a:defRPr sz="1200"/>
            </a:pPr>
            <a:r>
              <a:t>D:/pasar_fix/node_modules/.bun/date-fns@3.6.0/node_modules/date-fns/differenceInBusinessDays.js</a:t>
            </a:r>
          </a:p>
          <a:p>
            <a:pPr>
              <a:defRPr sz="1200"/>
            </a:pPr>
            <a:r>
              <a:t>D:/pasar_fix/node_modules/.bun/date-fns@3.6.0/node_modules/date-fns/differenceInBusinessDays.mjs</a:t>
            </a:r>
          </a:p>
          <a:p>
            <a:pPr>
              <a:defRPr sz="1200"/>
            </a:pPr>
            <a:r>
              <a:t>D:/pasar_fix/node_modules/.bun/date-fns@3.6.0/node_modules/date-fns/differenceInCalendarDays.d.mts</a:t>
            </a:r>
          </a:p>
          <a:p>
            <a:pPr>
              <a:defRPr sz="1200"/>
            </a:pPr>
            <a:r>
              <a:t>D:/pasar_fix/node_modules/.bun/date-fns@3.6.0/node_modules/date-fns/differenceInCalendarDays.d.ts</a:t>
            </a:r>
          </a:p>
          <a:p>
            <a:pPr>
              <a:defRPr sz="1200"/>
            </a:pPr>
            <a:r>
              <a:t>D:/pasar_fix/node_modules/.bun/date-fns@3.6.0/node_modules/date-fns/differenceInCalendarDays.js</a:t>
            </a:r>
          </a:p>
          <a:p>
            <a:pPr>
              <a:defRPr sz="1200"/>
            </a:pPr>
            <a:r>
              <a:t>D:/pasar_fix/node_modules/.bun/date-fns@3.6.0/node_modules/date-fns/differenceInCalendarDays.mjs</a:t>
            </a:r>
          </a:p>
          <a:p>
            <a:pPr>
              <a:defRPr sz="1200"/>
            </a:pPr>
            <a:r>
              <a:t>D:/pasar_fix/node_modules/.bun/date-fns@3.6.0/node_modules/date-fns/differenceInCalendarISOWeeks.d.mts</a:t>
            </a:r>
          </a:p>
          <a:p>
            <a:pPr>
              <a:defRPr sz="1200"/>
            </a:pPr>
            <a:r>
              <a:t>D:/pasar_fix/node_modules/.bun/date-fns@3.6.0/node_modules/date-fns/differenceInCalendarISOWeeks.d.ts</a:t>
            </a:r>
          </a:p>
          <a:p>
            <a:pPr>
              <a:defRPr sz="1200"/>
            </a:pPr>
            <a:r>
              <a:t>D:/pasar_fix/node_modules/.bun/date-fns@3.6.0/node_modules/date-fns/differenceInCalendarISOWeeks.js</a:t>
            </a:r>
          </a:p>
          <a:p>
            <a:pPr>
              <a:defRPr sz="1200"/>
            </a:pPr>
            <a:r>
              <a:t>D:/pasar_fix/node_modules/.bun/date-fns@3.6.0/node_modules/date-fns/differenceInCalendarISOWeeks.mjs</a:t>
            </a:r>
          </a:p>
          <a:p>
            <a:pPr>
              <a:defRPr sz="1200"/>
            </a:pPr>
            <a:r>
              <a:t>D:/pasar_fix/node_modules/.bun/date-fns@3.6.0/node_modules/date-fns/differenceInCalendarISOWeekYears.d.mts</a:t>
            </a:r>
          </a:p>
          <a:p>
            <a:pPr>
              <a:defRPr sz="1200"/>
            </a:pPr>
            <a:r>
              <a:t>D:/pasar_fix/node_modules/.bun/date-fns@3.6.0/node_modules/date-fns/differenceInCalendarISOWeekYears.d.ts</a:t>
            </a:r>
          </a:p>
          <a:p>
            <a:pPr>
              <a:defRPr sz="1200"/>
            </a:pPr>
            <a:r>
              <a:t>D:/pasar_fix/node_modules/.bun/date-fns@3.6.0/node_modules/date-fns/differenceInCalendarISOWeekYears.js</a:t>
            </a:r>
          </a:p>
          <a:p>
            <a:pPr>
              <a:defRPr sz="1200"/>
            </a:pPr>
            <a:r>
              <a:t>D:/pasar_fix/node_modules/.bun/date-fns@3.6.0/node_modules/date-fns/differenceInCalendarISOWeekYears.mjs</a:t>
            </a:r>
          </a:p>
          <a:p>
            <a:pPr>
              <a:defRPr sz="1200"/>
            </a:pPr>
            <a:r>
              <a:t>D:/pasar_fix/node_modules/.bun/date-fns@3.6.0/node_modules/date-fns/differenceInCalendarMonths.d.mts</a:t>
            </a:r>
          </a:p>
          <a:p>
            <a:pPr>
              <a:defRPr sz="1200"/>
            </a:pPr>
            <a:r>
              <a:t>D:/pasar_fix/node_modules/.bun/date-fns@3.6.0/node_modules/date-fns/differenceInCalendarMonths.d.ts</a:t>
            </a:r>
          </a:p>
          <a:p>
            <a:pPr>
              <a:defRPr sz="1200"/>
            </a:pPr>
            <a:r>
              <a:t>D:/pasar_fix/node_modules/.bun/date-fns@3.6.0/node_modules/date-fns/differenceInCalendarMonths.js</a:t>
            </a:r>
          </a:p>
          <a:p>
            <a:pPr>
              <a:defRPr sz="1200"/>
            </a:pPr>
            <a:r>
              <a:t>D:/pasar_fix/node_modules/.bun/date-fns@3.6.0/node_modules/date-fns/differenceInCalendarMonths.mjs</a:t>
            </a:r>
          </a:p>
          <a:p>
            <a:pPr>
              <a:defRPr sz="1200"/>
            </a:pPr>
            <a:r>
              <a:t>D:/pasar_fix/node_modules/.bun/date-fns@3.6.0/node_modules/date-fns/differenceInCalendarQuarters.d.mts</a:t>
            </a:r>
          </a:p>
          <a:p>
            <a:pPr>
              <a:defRPr sz="1200"/>
            </a:pPr>
            <a:r>
              <a:t>D:/pasar_fix/node_modules/.bun/date-fns@3.6.0/node_modules/date-fns/differenceInCalendarQuarters.d.ts</a:t>
            </a:r>
          </a:p>
          <a:p>
            <a:pPr>
              <a:defRPr sz="1200"/>
            </a:pPr>
            <a:r>
              <a:t>D:/pasar_fix/node_modules/.bun/date-fns@3.6.0/node_modules/date-fns/differenceInCalendarQuarters.js</a:t>
            </a:r>
          </a:p>
          <a:p>
            <a:pPr>
              <a:defRPr sz="1200"/>
            </a:pPr>
            <a:r>
              <a:t>D:/pasar_fix/node_modules/.bun/date-fns@3.6.0/node_modules/date-fns/differenceInCalendarQuarters.mjs</a:t>
            </a:r>
          </a:p>
          <a:p>
            <a:pPr>
              <a:defRPr sz="1200"/>
            </a:pPr>
            <a:r>
              <a:t>D:/pasar_fix/node_modules/.bun/date-fns@3.6.0/node_modules/date-fns/differenceInCalendarWeeks.d.mts</a:t>
            </a:r>
          </a:p>
          <a:p>
            <a:pPr>
              <a:defRPr sz="1200"/>
            </a:pPr>
            <a:r>
              <a:t>D:/pasar_fix/node_modules/.bun/date-fns@3.6.0/node_modules/date-fns/differenceInCalendarWeeks.d.ts</a:t>
            </a:r>
          </a:p>
          <a:p>
            <a:pPr>
              <a:defRPr sz="1200"/>
            </a:pPr>
            <a:r>
              <a:t>D:/pasar_fix/node_modules/.bun/date-fns@3.6.0/node_modules/date-fns/differenceInCalendarWeeks.js</a:t>
            </a:r>
          </a:p>
          <a:p>
            <a:pPr>
              <a:defRPr sz="1200"/>
            </a:pPr>
            <a:r>
              <a:t>D:/pasar_fix/node_modules/.bun/date-fns@3.6.0/node_modules/date-fns/differenceInCalendarWeeks.mjs</a:t>
            </a:r>
          </a:p>
          <a:p>
            <a:pPr>
              <a:defRPr sz="1200"/>
            </a:pPr>
            <a:r>
              <a:t>D:/pasar_fix/node_modules/.bun/date-fns@3.6.0/node_modules/date-fns/differenceInCalendarYears.d.mts</a:t>
            </a:r>
          </a:p>
          <a:p>
            <a:pPr>
              <a:defRPr sz="1200"/>
            </a:pPr>
            <a:r>
              <a:t>D:/pasar_fix/node_modules/.bun/date-fns@3.6.0/node_modules/date-fns/differenceInCalendarYears.d.ts</a:t>
            </a:r>
          </a:p>
          <a:p>
            <a:pPr>
              <a:defRPr sz="1200"/>
            </a:pPr>
            <a:r>
              <a:t>D:/pasar_fix/node_modules/.bun/date-fns@3.6.0/node_modules/date-fns/differenceInCalendarYears.js</a:t>
            </a:r>
          </a:p>
          <a:p>
            <a:pPr>
              <a:defRPr sz="1200"/>
            </a:pPr>
            <a:r>
              <a:t>D:/pasar_fix/node_modules/.bun/date-fns@3.6.0/node_modules/date-fns/differenceInCalendarYears.mjs</a:t>
            </a:r>
          </a:p>
          <a:p>
            <a:pPr>
              <a:defRPr sz="1200"/>
            </a:pPr>
            <a:r>
              <a:t>D:/pasar_fix/node_modules/.bun/date-fns@3.6.0/node_modules/date-fns/differenceInDays.d.mts</a:t>
            </a:r>
          </a:p>
          <a:p>
            <a:pPr>
              <a:defRPr sz="1200"/>
            </a:pPr>
            <a:r>
              <a:t>D:/pasar_fix/node_modules/.bun/date-fns@3.6.0/node_modules/date-fns/differenceInDays.d.ts</a:t>
            </a:r>
          </a:p>
          <a:p>
            <a:pPr>
              <a:defRPr sz="1200"/>
            </a:pPr>
            <a:r>
              <a:t>D:/pasar_fix/node_modules/.bun/date-fns@3.6.0/node_modules/date-fns/differenceInDays.js</a:t>
            </a:r>
          </a:p>
          <a:p>
            <a:pPr>
              <a:defRPr sz="1200"/>
            </a:pPr>
            <a:r>
              <a:t>D:/pasar_fix/node_modules/.bun/date-fns@3.6.0/node_modules/date-fns/differenceInDays.mjs</a:t>
            </a:r>
          </a:p>
          <a:p>
            <a:pPr>
              <a:defRPr sz="1200"/>
            </a:pPr>
            <a:r>
              <a:t>D:/pasar_fix/node_modules/.bun/date-fns@3.6.0/node_modules/date-fns/differenceInHours.d.mts</a:t>
            </a:r>
          </a:p>
          <a:p>
            <a:pPr>
              <a:defRPr sz="1200"/>
            </a:pPr>
            <a:r>
              <a:t>D:/pasar_fix/node_modules/.bun/date-fns@3.6.0/node_modules/date-fns/differenceInHours.d.ts</a:t>
            </a:r>
          </a:p>
          <a:p>
            <a:pPr>
              <a:defRPr sz="1200"/>
            </a:pPr>
            <a:r>
              <a:t>D:/pasar_fix/node_modules/.bun/date-fns@3.6.0/node_modules/date-fns/differenceInHours.js</a:t>
            </a:r>
          </a:p>
          <a:p>
            <a:pPr>
              <a:defRPr sz="1200"/>
            </a:pPr>
            <a:r>
              <a:t>D:/pasar_fix/node_modules/.bun/date-fns@3.6.0/node_modules/date-fns/differenceInHours.mjs</a:t>
            </a:r>
          </a:p>
          <a:p>
            <a:pPr>
              <a:defRPr sz="1200"/>
            </a:pPr>
            <a:r>
              <a:t>D:/pasar_fix/node_modules/.bun/date-fns@3.6.0/node_modules/date-fns/differenceInISOWeekYears.d.mts</a:t>
            </a:r>
          </a:p>
          <a:p>
            <a:pPr>
              <a:defRPr sz="1200"/>
            </a:pPr>
            <a:r>
              <a:t>D:/pasar_fix/node_modules/.bun/date-fns@3.6.0/node_modules/date-fns/differenceInISOWeekYears.d.ts</a:t>
            </a:r>
          </a:p>
          <a:p>
            <a:pPr>
              <a:defRPr sz="1200"/>
            </a:pPr>
            <a:r>
              <a:t>D:/pasar_fix/node_modules/.bun/date-fns@3.6.0/node_modules/date-fns/differenceInISOWeekYears.js</a:t>
            </a:r>
          </a:p>
          <a:p>
            <a:pPr>
              <a:defRPr sz="1200"/>
            </a:pPr>
            <a:r>
              <a:t>D:/pasar_fix/node_modules/.bun/date-fns@3.6.0/node_modules/date-fns/differenceInISOWeekYears.mjs</a:t>
            </a:r>
          </a:p>
          <a:p>
            <a:pPr>
              <a:defRPr sz="1200"/>
            </a:pPr>
            <a:r>
              <a:t>D:/pasar_fix/node_modules/.bun/date-fns@3.6.0/node_modules/date-fns/differenceInMilliseconds.d.mts</a:t>
            </a:r>
          </a:p>
          <a:p>
            <a:pPr>
              <a:defRPr sz="1200"/>
            </a:pPr>
            <a:r>
              <a:t>D:/pasar_fix/node_modules/.bun/date-fns@3.6.0/node_modules/date-fns/differenceInMilliseconds.d.ts</a:t>
            </a:r>
          </a:p>
          <a:p>
            <a:pPr>
              <a:defRPr sz="1200"/>
            </a:pPr>
            <a:r>
              <a:t>D:/pasar_fix/node_modules/.bun/date-fns@3.6.0/node_modules/date-fns/differenceInMilliseconds.js</a:t>
            </a:r>
          </a:p>
          <a:p>
            <a:pPr>
              <a:defRPr sz="1200"/>
            </a:pPr>
            <a:r>
              <a:t>D:/pasar_fix/node_modules/.bun/date-fns@3.6.0/node_modules/date-fns/differenceInMilliseconds.mjs</a:t>
            </a:r>
          </a:p>
          <a:p>
            <a:pPr>
              <a:defRPr sz="1200"/>
            </a:pPr>
            <a:r>
              <a:t>D:/pasar_fix/node_modules/.bun/date-fns@3.6.0/node_modules/date-fns/differenceInMinutes.d.mts</a:t>
            </a:r>
          </a:p>
          <a:p>
            <a:pPr>
              <a:defRPr sz="1200"/>
            </a:pPr>
            <a:r>
              <a:t>D:/pasar_fix/node_modules/.bun/date-fns@3.6.0/node_modules/date-fns/differenceInMinutes.d.ts</a:t>
            </a:r>
          </a:p>
          <a:p>
            <a:pPr>
              <a:defRPr sz="1200"/>
            </a:pPr>
            <a:r>
              <a:t>D:/pasar_fix/node_modules/.bun/date-fns@3.6.0/node_modules/date-fns/differenceInMinutes.js</a:t>
            </a:r>
          </a:p>
          <a:p>
            <a:pPr>
              <a:defRPr sz="1200"/>
            </a:pPr>
            <a:r>
              <a:t>D:/pasar_fix/node_modules/.bun/date-fns@3.6.0/node_modules/date-fns/differenceInMinutes.mjs</a:t>
            </a:r>
          </a:p>
          <a:p>
            <a:pPr>
              <a:defRPr sz="1200"/>
            </a:pPr>
            <a:r>
              <a:t>D:/pasar_fix/node_modules/.bun/date-fns@3.6.0/node_modules/date-fns/differenceInMonths.d.mts</a:t>
            </a:r>
          </a:p>
          <a:p>
            <a:pPr>
              <a:defRPr sz="1200"/>
            </a:pPr>
            <a:r>
              <a:t>D:/pasar_fix/node_modules/.bun/date-fns@3.6.0/node_modules/date-fns/differenceInMonths.d.ts</a:t>
            </a:r>
          </a:p>
          <a:p>
            <a:pPr>
              <a:defRPr sz="1200"/>
            </a:pPr>
            <a:r>
              <a:t>D:/pasar_fix/node_modules/.bun/date-fns@3.6.0/node_modules/date-fns/differenceInMonths.js</a:t>
            </a:r>
          </a:p>
          <a:p>
            <a:pPr>
              <a:defRPr sz="1200"/>
            </a:pPr>
            <a:r>
              <a:t>D:/pasar_fix/node_modules/.bun/date-fns@3.6.0/node_modules/date-fns/differenceInMonths.mjs</a:t>
            </a:r>
          </a:p>
          <a:p>
            <a:pPr>
              <a:defRPr sz="1200"/>
            </a:pPr>
            <a:r>
              <a:t>D:/pasar_fix/node_modules/.bun/date-fns@3.6.0/node_modules/date-fns/differenceInQuarters.d.mts</a:t>
            </a:r>
          </a:p>
          <a:p>
            <a:pPr>
              <a:defRPr sz="1200"/>
            </a:pPr>
            <a:r>
              <a:t>D:/pasar_fix/node_modules/.bun/date-fns@3.6.0/node_modules/date-fns/differenceInQuarters.d.ts</a:t>
            </a:r>
          </a:p>
          <a:p>
            <a:pPr>
              <a:defRPr sz="1200"/>
            </a:pPr>
            <a:r>
              <a:t>D:/pasar_fix/node_modules/.bun/date-fns@3.6.0/node_modules/date-fns/differenceInQuarters.js</a:t>
            </a:r>
          </a:p>
          <a:p>
            <a:pPr>
              <a:defRPr sz="1200"/>
            </a:pPr>
            <a:r>
              <a:t>D:/pasar_fix/node_modules/.bun/date-fns@3.6.0/node_modules/date-fns/differenceInQuarters.mjs</a:t>
            </a:r>
          </a:p>
          <a:p>
            <a:pPr>
              <a:defRPr sz="1200"/>
            </a:pPr>
            <a:r>
              <a:t>D:/pasar_fix/node_modules/.bun/date-fns@3.6.0/node_modules/date-fns/differenceInSeconds.d.mts</a:t>
            </a:r>
          </a:p>
          <a:p>
            <a:pPr>
              <a:defRPr sz="1200"/>
            </a:pPr>
            <a:r>
              <a:t>D:/pasar_fix/node_modules/.bun/date-fns@3.6.0/node_modules/date-fns/differenceInSeconds.d.ts</a:t>
            </a:r>
          </a:p>
          <a:p>
            <a:pPr>
              <a:defRPr sz="1200"/>
            </a:pPr>
            <a:r>
              <a:t>D:/pasar_fix/node_modules/.bun/date-fns@3.6.0/node_modules/date-fns/differenceInSeconds.js</a:t>
            </a:r>
          </a:p>
          <a:p>
            <a:pPr>
              <a:defRPr sz="1200"/>
            </a:pPr>
            <a:r>
              <a:t>D:/pasar_fix/node_modules/.bun/date-fns@3.6.0/node_modules/date-fns/differenceInSeconds.mjs</a:t>
            </a:r>
          </a:p>
          <a:p>
            <a:pPr>
              <a:defRPr sz="1200"/>
            </a:pPr>
            <a:r>
              <a:t>D:/pasar_fix/node_modules/.bun/date-fns@3.6.0/node_modules/date-fns/differenceInWeeks.d.mts</a:t>
            </a:r>
          </a:p>
          <a:p>
            <a:pPr>
              <a:defRPr sz="1200"/>
            </a:pPr>
            <a:r>
              <a:t>D:/pasar_fix/node_modules/.bun/date-fns@3.6.0/node_modules/date-fns/differenceInWeeks.d.ts</a:t>
            </a:r>
          </a:p>
          <a:p>
            <a:pPr>
              <a:defRPr sz="1200"/>
            </a:pPr>
            <a:r>
              <a:t>D:/pasar_fix/node_modules/.bun/date-fns@3.6.0/node_modules/date-fns/differenceInWeeks.js</a:t>
            </a:r>
          </a:p>
          <a:p>
            <a:pPr>
              <a:defRPr sz="1200"/>
            </a:pPr>
            <a:r>
              <a:t>D:/pasar_fix/node_modules/.bun/date-fns@3.6.0/node_modules/date-fns/differenceInWeeks.mjs</a:t>
            </a:r>
          </a:p>
          <a:p>
            <a:pPr>
              <a:defRPr sz="1200"/>
            </a:pPr>
            <a:r>
              <a:t>D:/pasar_fix/node_modules/.bun/date-fns@3.6.0/node_modules/date-fns/differenceInYears.d.mts</a:t>
            </a:r>
          </a:p>
          <a:p>
            <a:pPr>
              <a:defRPr sz="1200"/>
            </a:pPr>
            <a:r>
              <a:t>D:/pasar_fix/node_modules/.bun/date-fns@3.6.0/node_modules/date-fns/differenceInYears.d.ts</a:t>
            </a:r>
          </a:p>
          <a:p>
            <a:pPr>
              <a:defRPr sz="1200"/>
            </a:pPr>
            <a:r>
              <a:t>D:/pasar_fix/node_modules/.bun/date-fns@3.6.0/node_modules/date-fns/differenceInYears.js</a:t>
            </a:r>
          </a:p>
          <a:p>
            <a:pPr>
              <a:defRPr sz="1200"/>
            </a:pPr>
            <a:r>
              <a:t>D:/pasar_fix/node_modules/.bun/date-fns@3.6.0/node_modules/date-fns/differenceInYears.mjs</a:t>
            </a:r>
          </a:p>
          <a:p>
            <a:pPr>
              <a:defRPr sz="1200"/>
            </a:pPr>
            <a:r>
              <a:t>D:/pasar_fix/node_modules/.bun/date-fns@3.6.0/node_modules/date-fns/eachDayOfInterval.d.mts</a:t>
            </a:r>
          </a:p>
          <a:p>
            <a:pPr>
              <a:defRPr sz="1200"/>
            </a:pPr>
            <a:r>
              <a:t>D:/pasar_fix/node_modules/.bun/date-fns@3.6.0/node_modules/date-fns/eachDayOfInterval.d.ts</a:t>
            </a:r>
          </a:p>
          <a:p>
            <a:pPr>
              <a:defRPr sz="1200"/>
            </a:pPr>
            <a:r>
              <a:t>D:/pasar_fix/node_modules/.bun/date-fns@3.6.0/node_modules/date-fns/eachDayOfInterval.js</a:t>
            </a:r>
          </a:p>
          <a:p>
            <a:pPr>
              <a:defRPr sz="1200"/>
            </a:pPr>
            <a:r>
              <a:t>D:/pasar_fix/node_modules/.bun/date-fns@3.6.0/node_modules/date-fns/eachDayOfInterval.mjs</a:t>
            </a:r>
          </a:p>
          <a:p>
            <a:pPr>
              <a:defRPr sz="1200"/>
            </a:pPr>
            <a:r>
              <a:t>D:/pasar_fix/node_modules/.bun/date-fns@3.6.0/node_modules/date-fns/eachHourOfInterval.d.mts</a:t>
            </a:r>
          </a:p>
          <a:p>
            <a:pPr>
              <a:defRPr sz="1200"/>
            </a:pPr>
            <a:r>
              <a:t>D:/pasar_fix/node_modules/.bun/date-fns@3.6.0/node_modules/date-fns/eachHourOfInterval.d.ts</a:t>
            </a:r>
          </a:p>
          <a:p>
            <a:pPr>
              <a:defRPr sz="1200"/>
            </a:pPr>
            <a:r>
              <a:t>D:/pasar_fix/node_modules/.bun/date-fns@3.6.0/node_modules/date-fns/eachHourOfInterval.js</a:t>
            </a:r>
          </a:p>
          <a:p>
            <a:pPr>
              <a:defRPr sz="1200"/>
            </a:pPr>
            <a:r>
              <a:t>D:/pasar_fix/node_modules/.bun/date-fns@3.6.0/node_modules/date-fns/eachHourOfInterval.mjs</a:t>
            </a:r>
          </a:p>
          <a:p>
            <a:pPr>
              <a:defRPr sz="1200"/>
            </a:pPr>
            <a:r>
              <a:t>D:/pasar_fix/node_modules/.bun/date-fns@3.6.0/node_modules/date-fns/eachMinuteOfInterval.d.mts</a:t>
            </a:r>
          </a:p>
          <a:p>
            <a:pPr>
              <a:defRPr sz="1200"/>
            </a:pPr>
            <a:r>
              <a:t>D:/pasar_fix/node_modules/.bun/date-fns@3.6.0/node_modules/date-fns/eachMinuteOfInterval.d.ts</a:t>
            </a:r>
          </a:p>
          <a:p>
            <a:pPr>
              <a:defRPr sz="1200"/>
            </a:pPr>
            <a:r>
              <a:t>D:/pasar_fix/node_modules/.bun/date-fns@3.6.0/node_modules/date-fns/eachMinuteOfInterval.js</a:t>
            </a:r>
          </a:p>
          <a:p>
            <a:pPr>
              <a:defRPr sz="1200"/>
            </a:pPr>
            <a:r>
              <a:t>D:/pasar_fix/node_modules/.bun/date-fns@3.6.0/node_modules/date-fns/eachMinuteOfInterval.mjs</a:t>
            </a:r>
          </a:p>
          <a:p>
            <a:pPr>
              <a:defRPr sz="1200"/>
            </a:pPr>
            <a:r>
              <a:t>D:/pasar_fix/node_modules/.bun/date-fns@3.6.0/node_modules/date-fns/eachMonthOfInterval.d.mts</a:t>
            </a:r>
          </a:p>
          <a:p>
            <a:pPr>
              <a:defRPr sz="1200"/>
            </a:pPr>
            <a:r>
              <a:t>D:/pasar_fix/node_modules/.bun/date-fns@3.6.0/node_modules/date-fns/eachMonthOfInterval.d.ts</a:t>
            </a:r>
          </a:p>
          <a:p>
            <a:pPr>
              <a:defRPr sz="1200"/>
            </a:pPr>
            <a:r>
              <a:t>D:/pasar_fix/node_modules/.bun/date-fns@3.6.0/node_modules/date-fns/eachMonthOfInterval.js</a:t>
            </a:r>
          </a:p>
          <a:p>
            <a:pPr>
              <a:defRPr sz="1200"/>
            </a:pPr>
            <a:r>
              <a:t>D:/pasar_fix/node_modules/.bun/date-fns@3.6.0/node_modules/date-fns/eachMonthOfInterval.mjs</a:t>
            </a:r>
          </a:p>
          <a:p>
            <a:pPr>
              <a:defRPr sz="1200"/>
            </a:pPr>
            <a:r>
              <a:t>D:/pasar_fix/node_modules/.bun/date-fns@3.6.0/node_modules/date-fns/eachQuarterOfInterval.d.mts</a:t>
            </a:r>
          </a:p>
          <a:p>
            <a:pPr>
              <a:defRPr sz="1200"/>
            </a:pPr>
            <a:r>
              <a:t>D:/pasar_fix/node_modules/.bun/date-fns@3.6.0/node_modules/date-fns/eachQuarterOfInterval.d.ts</a:t>
            </a:r>
          </a:p>
          <a:p>
            <a:pPr>
              <a:defRPr sz="1200"/>
            </a:pPr>
            <a:r>
              <a:t>D:/pasar_fix/node_modules/.bun/date-fns@3.6.0/node_modules/date-fns/eachQuarterOfInterval.js</a:t>
            </a:r>
          </a:p>
          <a:p>
            <a:pPr>
              <a:defRPr sz="1200"/>
            </a:pPr>
            <a:r>
              <a:t>D:/pasar_fix/node_modules/.bun/date-fns@3.6.0/node_modules/date-fns/eachQuarterOfInterval.mjs</a:t>
            </a:r>
          </a:p>
          <a:p>
            <a:pPr>
              <a:defRPr sz="1200"/>
            </a:pPr>
            <a:r>
              <a:t>D:/pasar_fix/node_modules/.bun/date-fns@3.6.0/node_modules/date-fns/eachWeekendOfInterval.d.mts</a:t>
            </a:r>
          </a:p>
          <a:p>
            <a:pPr>
              <a:defRPr sz="1200"/>
            </a:pPr>
            <a:r>
              <a:t>D:/pasar_fix/node_modules/.bun/date-fns@3.6.0/node_modules/date-fns/eachWeekendOfInterval.d.ts</a:t>
            </a:r>
          </a:p>
          <a:p>
            <a:pPr>
              <a:defRPr sz="1200"/>
            </a:pPr>
            <a:r>
              <a:t>D:/pasar_fix/node_modules/.bun/date-fns@3.6.0/node_modules/date-fns/eachWeekendOfInterval.js</a:t>
            </a:r>
          </a:p>
          <a:p>
            <a:pPr>
              <a:defRPr sz="1200"/>
            </a:pPr>
            <a:r>
              <a:t>D:/pasar_fix/node_modules/.bun/date-fns@3.6.0/node_modules/date-fns/eachWeekendOfInterval.mjs</a:t>
            </a:r>
          </a:p>
          <a:p>
            <a:pPr>
              <a:defRPr sz="1200"/>
            </a:pPr>
            <a:r>
              <a:t>D:/pasar_fix/node_modules/.bun/date-fns@3.6.0/node_modules/date-fns/eachWeekendOfMonth.d.mts</a:t>
            </a:r>
          </a:p>
          <a:p>
            <a:pPr>
              <a:defRPr sz="1200"/>
            </a:pPr>
            <a:r>
              <a:t>D:/pasar_fix/node_modules/.bun/date-fns@3.6.0/node_modules/date-fns/eachWeekendOfMonth.d.ts</a:t>
            </a:r>
          </a:p>
          <a:p>
            <a:pPr>
              <a:defRPr sz="1200"/>
            </a:pPr>
            <a:r>
              <a:t>D:/pasar_fix/node_modules/.bun/date-fns@3.6.0/node_modules/date-fns/eachWeekendOfMonth.js</a:t>
            </a:r>
          </a:p>
          <a:p>
            <a:pPr>
              <a:defRPr sz="1200"/>
            </a:pPr>
            <a:r>
              <a:t>D:/pasar_fix/node_modules/.bun/date-fns@3.6.0/node_modules/date-fns/eachWeekendOfMonth.mjs</a:t>
            </a:r>
          </a:p>
          <a:p>
            <a:pPr>
              <a:defRPr sz="1200"/>
            </a:pPr>
            <a:r>
              <a:t>D:/pasar_fix/node_modules/.bun/date-fns@3.6.0/node_modules/date-fns/eachWeekendOfYear.d.mts</a:t>
            </a:r>
          </a:p>
          <a:p>
            <a:pPr>
              <a:defRPr sz="1200"/>
            </a:pPr>
            <a:r>
              <a:t>D:/pasar_fix/node_modules/.bun/date-fns@3.6.0/node_modules/date-fns/eachWeekendOfYear.d.ts</a:t>
            </a:r>
          </a:p>
          <a:p>
            <a:pPr>
              <a:defRPr sz="1200"/>
            </a:pPr>
            <a:r>
              <a:t>D:/pasar_fix/node_modules/.bun/date-fns@3.6.0/node_modules/date-fns/eachWeekendOfYear.js</a:t>
            </a:r>
          </a:p>
          <a:p>
            <a:pPr>
              <a:defRPr sz="1200"/>
            </a:pPr>
            <a:r>
              <a:t>D:/pasar_fix/node_modules/.bun/date-fns@3.6.0/node_modules/date-fns/eachWeekendOfYear.mjs</a:t>
            </a:r>
          </a:p>
          <a:p>
            <a:pPr>
              <a:defRPr sz="1200"/>
            </a:pPr>
            <a:r>
              <a:t>D:/pasar_fix/node_modules/.bun/date-fns@3.6.0/node_modules/date-fns/eachWeekOfInterval.d.mts</a:t>
            </a:r>
          </a:p>
          <a:p>
            <a:pPr>
              <a:defRPr sz="1200"/>
            </a:pPr>
            <a:r>
              <a:t>D:/pasar_fix/node_modules/.bun/date-fns@3.6.0/node_modules/date-fns/eachWeekOfInterval.d.ts</a:t>
            </a:r>
          </a:p>
          <a:p>
            <a:pPr>
              <a:defRPr sz="1200"/>
            </a:pPr>
            <a:r>
              <a:t>D:/pasar_fix/node_modules/.bun/date-fns@3.6.0/node_modules/date-fns/eachWeekOfInterval.js</a:t>
            </a:r>
          </a:p>
          <a:p>
            <a:pPr>
              <a:defRPr sz="1200"/>
            </a:pPr>
            <a:r>
              <a:t>D:/pasar_fix/node_modules/.bun/date-fns@3.6.0/node_modules/date-fns/eachWeekOfInterval.mjs</a:t>
            </a:r>
          </a:p>
          <a:p>
            <a:pPr>
              <a:defRPr sz="1200"/>
            </a:pPr>
            <a:r>
              <a:t>D:/pasar_fix/node_modules/.bun/date-fns@3.6.0/node_modules/date-fns/eachYearOfInterval.d.mts</a:t>
            </a:r>
          </a:p>
          <a:p>
            <a:pPr>
              <a:defRPr sz="1200"/>
            </a:pPr>
            <a:r>
              <a:t>D:/pasar_fix/node_modules/.bun/date-fns@3.6.0/node_modules/date-fns/eachYearOfInterval.d.ts</a:t>
            </a:r>
          </a:p>
          <a:p>
            <a:pPr>
              <a:defRPr sz="1200"/>
            </a:pPr>
            <a:r>
              <a:t>D:/pasar_fix/node_modules/.bun/date-fns@3.6.0/node_modules/date-fns/eachYearOfInterval.js</a:t>
            </a:r>
          </a:p>
          <a:p>
            <a:pPr>
              <a:defRPr sz="1200"/>
            </a:pPr>
            <a:r>
              <a:t>D:/pasar_fix/node_modules/.bun/date-fns@3.6.0/node_modules/date-fns/eachYearOfInterval.mjs</a:t>
            </a:r>
          </a:p>
          <a:p>
            <a:pPr>
              <a:defRPr sz="1200"/>
            </a:pPr>
            <a:r>
              <a:t>D:/pasar_fix/node_modules/.bun/date-fns@3.6.0/node_modules/date-fns/endOfDay.d.mts</a:t>
            </a:r>
          </a:p>
          <a:p>
            <a:pPr>
              <a:defRPr sz="1200"/>
            </a:pPr>
            <a:r>
              <a:t>D:/pasar_fix/node_modules/.bun/date-fns@3.6.0/node_modules/date-fns/endOfDay.d.ts</a:t>
            </a:r>
          </a:p>
          <a:p>
            <a:pPr>
              <a:defRPr sz="1200"/>
            </a:pPr>
            <a:r>
              <a:t>D:/pasar_fix/node_modules/.bun/date-fns@3.6.0/node_modules/date-fns/endOfDay.js</a:t>
            </a:r>
          </a:p>
          <a:p>
            <a:pPr>
              <a:defRPr sz="1200"/>
            </a:pPr>
            <a:r>
              <a:t>D:/pasar_fix/node_modules/.bun/date-fns@3.6.0/node_modules/date-fns/endOfDay.mjs</a:t>
            </a:r>
          </a:p>
          <a:p>
            <a:pPr>
              <a:defRPr sz="1200"/>
            </a:pPr>
            <a:r>
              <a:t>D:/pasar_fix/node_modules/.bun/date-fns@3.6.0/node_modules/date-fns/endOfDecade.d.mts</a:t>
            </a:r>
          </a:p>
          <a:p>
            <a:pPr>
              <a:defRPr sz="1200"/>
            </a:pPr>
            <a:r>
              <a:t>D:/pasar_fix/node_modules/.bun/date-fns@3.6.0/node_modules/date-fns/endOfDecade.d.ts</a:t>
            </a:r>
          </a:p>
          <a:p>
            <a:pPr>
              <a:defRPr sz="1200"/>
            </a:pPr>
            <a:r>
              <a:t>D:/pasar_fix/node_modules/.bun/date-fns@3.6.0/node_modules/date-fns/endOfDecade.js</a:t>
            </a:r>
          </a:p>
          <a:p>
            <a:pPr>
              <a:defRPr sz="1200"/>
            </a:pPr>
            <a:r>
              <a:t>D:/pasar_fix/node_modules/.bun/date-fns@3.6.0/node_modules/date-fns/endOfDecade.mjs</a:t>
            </a:r>
          </a:p>
          <a:p>
            <a:pPr>
              <a:defRPr sz="1200"/>
            </a:pPr>
            <a:r>
              <a:t>D:/pasar_fix/node_modules/.bun/date-fns@3.6.0/node_modules/date-fns/endOfHour.d.mts</a:t>
            </a:r>
          </a:p>
          <a:p>
            <a:pPr>
              <a:defRPr sz="1200"/>
            </a:pPr>
            <a:r>
              <a:t>D:/pasar_fix/node_modules/.bun/date-fns@3.6.0/node_modules/date-fns/endOfHour.d.ts</a:t>
            </a:r>
          </a:p>
          <a:p>
            <a:pPr>
              <a:defRPr sz="1200"/>
            </a:pPr>
            <a:r>
              <a:t>D:/pasar_fix/node_modules/.bun/date-fns@3.6.0/node_modules/date-fns/endOfHour.js</a:t>
            </a:r>
          </a:p>
          <a:p>
            <a:pPr>
              <a:defRPr sz="1200"/>
            </a:pPr>
            <a:r>
              <a:t>D:/pasar_fix/node_modules/.bun/date-fns@3.6.0/node_modules/date-fns/endOfHour.mjs</a:t>
            </a:r>
          </a:p>
          <a:p>
            <a:pPr>
              <a:defRPr sz="1200"/>
            </a:pPr>
            <a:r>
              <a:t>D:/pasar_fix/node_modules/.bun/date-fns@3.6.0/node_modules/date-fns/endOfISOWeek.d.mts</a:t>
            </a:r>
          </a:p>
          <a:p>
            <a:pPr>
              <a:defRPr sz="1200"/>
            </a:pPr>
            <a:r>
              <a:t>D:/pasar_fix/node_modules/.bun/date-fns@3.6.0/node_modules/date-fns/endOfISOWeek.d.ts</a:t>
            </a:r>
          </a:p>
          <a:p>
            <a:pPr>
              <a:defRPr sz="1200"/>
            </a:pPr>
            <a:r>
              <a:t>D:/pasar_fix/node_modules/.bun/date-fns@3.6.0/node_modules/date-fns/endOfISOWeek.js</a:t>
            </a:r>
          </a:p>
          <a:p>
            <a:pPr>
              <a:defRPr sz="1200"/>
            </a:pPr>
            <a:r>
              <a:t>D:/pasar_fix/node_modules/.bun/date-fns@3.6.0/node_modules/date-fns/endOfISOWeek.mjs</a:t>
            </a:r>
          </a:p>
          <a:p>
            <a:pPr>
              <a:defRPr sz="1200"/>
            </a:pPr>
            <a:r>
              <a:t>D:/pasar_fix/node_modules/.bun/date-fns@3.6.0/node_modules/date-fns/endOfISOWeekYear.d.mts</a:t>
            </a:r>
          </a:p>
          <a:p>
            <a:pPr>
              <a:defRPr sz="1200"/>
            </a:pPr>
            <a:r>
              <a:t>D:/pasar_fix/node_modules/.bun/date-fns@3.6.0/node_modules/date-fns/endOfISOWeekYear.d.ts</a:t>
            </a:r>
          </a:p>
          <a:p>
            <a:pPr>
              <a:defRPr sz="1200"/>
            </a:pPr>
            <a:r>
              <a:t>D:/pasar_fix/node_modules/.bun/date-fns@3.6.0/node_modules/date-fns/endOfISOWeekYear.js</a:t>
            </a:r>
          </a:p>
          <a:p>
            <a:pPr>
              <a:defRPr sz="1200"/>
            </a:pPr>
            <a:r>
              <a:t>D:/pasar_fix/node_modules/.bun/date-fns@3.6.0/node_modules/date-fns/endOfISOWeekYear.mjs</a:t>
            </a:r>
          </a:p>
          <a:p>
            <a:pPr>
              <a:defRPr sz="1200"/>
            </a:pPr>
            <a:r>
              <a:t>D:/pasar_fix/node_modules/.bun/date-fns@3.6.0/node_modules/date-fns/endOfMinute.d.mts</a:t>
            </a:r>
          </a:p>
          <a:p>
            <a:pPr>
              <a:defRPr sz="1200"/>
            </a:pPr>
            <a:r>
              <a:t>D:/pasar_fix/node_modules/.bun/date-fns@3.6.0/node_modules/date-fns/endOfMinute.d.ts</a:t>
            </a:r>
          </a:p>
          <a:p>
            <a:pPr>
              <a:defRPr sz="1200"/>
            </a:pPr>
            <a:r>
              <a:t>D:/pasar_fix/node_modules/.bun/date-fns@3.6.0/node_modules/date-fns/endOfMinute.js</a:t>
            </a:r>
          </a:p>
          <a:p>
            <a:pPr>
              <a:defRPr sz="1200"/>
            </a:pPr>
            <a:r>
              <a:t>D:/pasar_fix/node_modules/.bun/date-fns@3.6.0/node_modules/date-fns/endOfMinute.mjs</a:t>
            </a:r>
          </a:p>
          <a:p>
            <a:pPr>
              <a:defRPr sz="1200"/>
            </a:pPr>
            <a:r>
              <a:t>D:/pasar_fix/node_modules/.bun/date-fns@3.6.0/node_modules/date-fns/endOfMonth.d.mts</a:t>
            </a:r>
          </a:p>
          <a:p>
            <a:pPr>
              <a:defRPr sz="1200"/>
            </a:pPr>
            <a:r>
              <a:t>D:/pasar_fix/node_modules/.bun/date-fns@3.6.0/node_modules/date-fns/endOfMonth.d.ts</a:t>
            </a:r>
          </a:p>
          <a:p>
            <a:pPr>
              <a:defRPr sz="1200"/>
            </a:pPr>
            <a:r>
              <a:t>D:/pasar_fix/node_modules/.bun/date-fns@3.6.0/node_modules/date-fns/endOfMonth.js</a:t>
            </a:r>
          </a:p>
          <a:p>
            <a:pPr>
              <a:defRPr sz="1200"/>
            </a:pPr>
            <a:r>
              <a:t>D:/pasar_fix/node_modules/.bun/date-fns@3.6.0/node_modules/date-fns/endOfMonth.mjs</a:t>
            </a:r>
          </a:p>
          <a:p>
            <a:pPr>
              <a:defRPr sz="1200"/>
            </a:pPr>
            <a:r>
              <a:t>D:/pasar_fix/node_modules/.bun/date-fns@3.6.0/node_modules/date-fns/endOfQuarter.d.mts</a:t>
            </a:r>
          </a:p>
          <a:p>
            <a:pPr>
              <a:defRPr sz="1200"/>
            </a:pPr>
            <a:r>
              <a:t>D:/pasar_fix/node_modules/.bun/date-fns@3.6.0/node_modules/date-fns/endOfQuarter.d.ts</a:t>
            </a:r>
          </a:p>
          <a:p>
            <a:pPr>
              <a:defRPr sz="1200"/>
            </a:pPr>
            <a:r>
              <a:t>D:/pasar_fix/node_modules/.bun/date-fns@3.6.0/node_modules/date-fns/endOfQuarter.js</a:t>
            </a:r>
          </a:p>
          <a:p>
            <a:pPr>
              <a:defRPr sz="1200"/>
            </a:pPr>
            <a:r>
              <a:t>D:/pasar_fix/node_modules/.bun/date-fns@3.6.0/node_modules/date-fns/endOfQuarter.mjs</a:t>
            </a:r>
          </a:p>
          <a:p>
            <a:pPr>
              <a:defRPr sz="1200"/>
            </a:pPr>
            <a:r>
              <a:t>D:/pasar_fix/node_modules/.bun/date-fns@3.6.0/node_modules/date-fns/endOfSecond.d.mts</a:t>
            </a:r>
          </a:p>
          <a:p>
            <a:pPr>
              <a:defRPr sz="1200"/>
            </a:pPr>
            <a:r>
              <a:t>D:/pasar_fix/node_modules/.bun/date-fns@3.6.0/node_modules/date-fns/endOfSecond.d.ts</a:t>
            </a:r>
          </a:p>
          <a:p>
            <a:pPr>
              <a:defRPr sz="1200"/>
            </a:pPr>
            <a:r>
              <a:t>D:/pasar_fix/node_modules/.bun/date-fns@3.6.0/node_modules/date-fns/endOfSecond.js</a:t>
            </a:r>
          </a:p>
          <a:p>
            <a:pPr>
              <a:defRPr sz="1200"/>
            </a:pPr>
            <a:r>
              <a:t>D:/pasar_fix/node_modules/.bun/date-fns@3.6.0/node_modules/date-fns/endOfSecond.mjs</a:t>
            </a:r>
          </a:p>
          <a:p>
            <a:pPr>
              <a:defRPr sz="1200"/>
            </a:pPr>
            <a:r>
              <a:t>D:/pasar_fix/node_modules/.bun/date-fns@3.6.0/node_modules/date-fns/endOfToday.d.mts</a:t>
            </a:r>
          </a:p>
          <a:p>
            <a:pPr>
              <a:defRPr sz="1200"/>
            </a:pPr>
            <a:r>
              <a:t>D:/pasar_fix/node_modules/.bun/date-fns@3.6.0/node_modules/date-fns/endOfToday.d.ts</a:t>
            </a:r>
          </a:p>
          <a:p>
            <a:pPr>
              <a:defRPr sz="1200"/>
            </a:pPr>
            <a:r>
              <a:t>D:/pasar_fix/node_modules/.bun/date-fns@3.6.0/node_modules/date-fns/endOfToday.js</a:t>
            </a:r>
          </a:p>
          <a:p>
            <a:pPr>
              <a:defRPr sz="1200"/>
            </a:pPr>
            <a:r>
              <a:t>D:/pasar_fix/node_modules/.bun/date-fns@3.6.0/node_modules/date-fns/endOfToday.mjs</a:t>
            </a:r>
          </a:p>
          <a:p>
            <a:pPr>
              <a:defRPr sz="1200"/>
            </a:pPr>
            <a:r>
              <a:t>D:/pasar_fix/node_modules/.bun/date-fns@3.6.0/node_modules/date-fns/endOfTomorrow.d.mts</a:t>
            </a:r>
          </a:p>
          <a:p>
            <a:pPr>
              <a:defRPr sz="1200"/>
            </a:pPr>
            <a:r>
              <a:t>D:/pasar_fix/node_modules/.bun/date-fns@3.6.0/node_modules/date-fns/endOfTomorrow.d.ts</a:t>
            </a:r>
          </a:p>
          <a:p>
            <a:pPr>
              <a:defRPr sz="1200"/>
            </a:pPr>
            <a:r>
              <a:t>D:/pasar_fix/node_modules/.bun/date-fns@3.6.0/node_modules/date-fns/endOfTomorrow.js</a:t>
            </a:r>
          </a:p>
          <a:p>
            <a:pPr>
              <a:defRPr sz="1200"/>
            </a:pPr>
            <a:r>
              <a:t>D:/pasar_fix/node_modules/.bun/date-fns@3.6.0/node_modules/date-fns/endOfTomorrow.mjs</a:t>
            </a:r>
          </a:p>
          <a:p>
            <a:pPr>
              <a:defRPr sz="1200"/>
            </a:pPr>
            <a:r>
              <a:t>D:/pasar_fix/node_modules/.bun/date-fns@3.6.0/node_modules/date-fns/endOfWeek.d.mts</a:t>
            </a:r>
          </a:p>
          <a:p>
            <a:pPr>
              <a:defRPr sz="1200"/>
            </a:pPr>
            <a:r>
              <a:t>D:/pasar_fix/node_modules/.bun/date-fns@3.6.0/node_modules/date-fns/endOfWeek.d.ts</a:t>
            </a:r>
          </a:p>
          <a:p>
            <a:pPr>
              <a:defRPr sz="1200"/>
            </a:pPr>
            <a:r>
              <a:t>D:/pasar_fix/node_modules/.bun/date-fns@3.6.0/node_modules/date-fns/endOfWeek.js</a:t>
            </a:r>
          </a:p>
          <a:p>
            <a:pPr>
              <a:defRPr sz="1200"/>
            </a:pPr>
            <a:r>
              <a:t>D:/pasar_fix/node_modules/.bun/date-fns@3.6.0/node_modules/date-fns/endOfWeek.mjs</a:t>
            </a:r>
          </a:p>
          <a:p>
            <a:pPr>
              <a:defRPr sz="1200"/>
            </a:pPr>
            <a:r>
              <a:t>D:/pasar_fix/node_modules/.bun/date-fns@3.6.0/node_modules/date-fns/endOfYear.d.mts</a:t>
            </a:r>
          </a:p>
          <a:p>
            <a:pPr>
              <a:defRPr sz="1200"/>
            </a:pPr>
            <a:r>
              <a:t>D:/pasar_fix/node_modules/.bun/date-fns@3.6.0/node_modules/date-fns/endOfYear.d.ts</a:t>
            </a:r>
          </a:p>
          <a:p>
            <a:pPr>
              <a:defRPr sz="1200"/>
            </a:pPr>
            <a:r>
              <a:t>D:/pasar_fix/node_modules/.bun/date-fns@3.6.0/node_modules/date-fns/endOfYear.js</a:t>
            </a:r>
          </a:p>
          <a:p>
            <a:pPr>
              <a:defRPr sz="1200"/>
            </a:pPr>
            <a:r>
              <a:t>D:/pasar_fix/node_modules/.bun/date-fns@3.6.0/node_modules/date-fns/endOfYear.mjs</a:t>
            </a:r>
          </a:p>
          <a:p>
            <a:pPr>
              <a:defRPr sz="1200"/>
            </a:pPr>
            <a:r>
              <a:t>D:/pasar_fix/node_modules/.bun/date-fns@3.6.0/node_modules/date-fns/endOfYesterday.d.mts</a:t>
            </a:r>
          </a:p>
          <a:p>
            <a:pPr>
              <a:defRPr sz="1200"/>
            </a:pPr>
            <a:r>
              <a:t>D:/pasar_fix/node_modules/.bun/date-fns@3.6.0/node_modules/date-fns/endOfYesterday.d.ts</a:t>
            </a:r>
          </a:p>
          <a:p>
            <a:pPr>
              <a:defRPr sz="1200"/>
            </a:pPr>
            <a:r>
              <a:t>D:/pasar_fix/node_modules/.bun/date-fns@3.6.0/node_modules/date-fns/endOfYesterday.js</a:t>
            </a:r>
          </a:p>
          <a:p>
            <a:pPr>
              <a:defRPr sz="1200"/>
            </a:pPr>
            <a:r>
              <a:t>D:/pasar_fix/node_modules/.bun/date-fns@3.6.0/node_modules/date-fns/endOfYesterday.mjs</a:t>
            </a:r>
          </a:p>
          <a:p>
            <a:pPr>
              <a:defRPr sz="1200"/>
            </a:pPr>
            <a:r>
              <a:t>D:/pasar_fix/node_modules/.bun/date-fns@3.6.0/node_modules/date-fns/format.d.mts</a:t>
            </a:r>
          </a:p>
          <a:p>
            <a:pPr>
              <a:defRPr sz="1200"/>
            </a:pPr>
            <a:r>
              <a:t>D:/pasar_fix/node_modules/.bun/date-fns@3.6.0/node_modules/date-fns/format.d.ts</a:t>
            </a:r>
          </a:p>
          <a:p>
            <a:pPr>
              <a:defRPr sz="1200"/>
            </a:pPr>
            <a:r>
              <a:t>D:/pasar_fix/node_modules/.bun/date-fns@3.6.0/node_modules/date-fns/format.js</a:t>
            </a:r>
          </a:p>
          <a:p>
            <a:pPr>
              <a:defRPr sz="1200"/>
            </a:pPr>
            <a:r>
              <a:t>D:/pasar_fix/node_modules/.bun/date-fns@3.6.0/node_modules/date-fns/format.mjs</a:t>
            </a:r>
          </a:p>
          <a:p>
            <a:pPr>
              <a:defRPr sz="1200"/>
            </a:pPr>
            <a:r>
              <a:t>D:/pasar_fix/node_modules/.bun/date-fns@3.6.0/node_modules/date-fns/formatDistance.d.mts</a:t>
            </a:r>
          </a:p>
          <a:p>
            <a:pPr>
              <a:defRPr sz="1200"/>
            </a:pPr>
            <a:r>
              <a:t>D:/pasar_fix/node_modules/.bun/date-fns@3.6.0/node_modules/date-fns/formatDistance.d.ts</a:t>
            </a:r>
          </a:p>
          <a:p>
            <a:pPr>
              <a:defRPr sz="1200"/>
            </a:pPr>
            <a:r>
              <a:t>D:/pasar_fix/node_modules/.bun/date-fns@3.6.0/node_modules/date-fns/formatDistance.js</a:t>
            </a:r>
          </a:p>
          <a:p>
            <a:pPr>
              <a:defRPr sz="1200"/>
            </a:pPr>
            <a:r>
              <a:t>D:/pasar_fix/node_modules/.bun/date-fns@3.6.0/node_modules/date-fns/formatDistance.mjs</a:t>
            </a:r>
          </a:p>
          <a:p>
            <a:pPr>
              <a:defRPr sz="1200"/>
            </a:pPr>
            <a:r>
              <a:t>D:/pasar_fix/node_modules/.bun/date-fns@3.6.0/node_modules/date-fns/formatDistanceStrict.d.mts</a:t>
            </a:r>
          </a:p>
          <a:p>
            <a:pPr>
              <a:defRPr sz="1200"/>
            </a:pPr>
            <a:r>
              <a:t>D:/pasar_fix/node_modules/.bun/date-fns@3.6.0/node_modules/date-fns/formatDistanceStrict.d.ts</a:t>
            </a:r>
          </a:p>
          <a:p>
            <a:pPr>
              <a:defRPr sz="1200"/>
            </a:pPr>
            <a:r>
              <a:t>D:/pasar_fix/node_modules/.bun/date-fns@3.6.0/node_modules/date-fns/formatDistanceStrict.js</a:t>
            </a:r>
          </a:p>
          <a:p>
            <a:pPr>
              <a:defRPr sz="1200"/>
            </a:pPr>
            <a:r>
              <a:t>D:/pasar_fix/node_modules/.bun/date-fns@3.6.0/node_modules/date-fns/formatDistanceStrict.mjs</a:t>
            </a:r>
          </a:p>
          <a:p>
            <a:pPr>
              <a:defRPr sz="1200"/>
            </a:pPr>
            <a:r>
              <a:t>D:/pasar_fix/node_modules/.bun/date-fns@3.6.0/node_modules/date-fns/formatDistanceToNow.d.mts</a:t>
            </a:r>
          </a:p>
          <a:p>
            <a:pPr>
              <a:defRPr sz="1200"/>
            </a:pPr>
            <a:r>
              <a:t>D:/pasar_fix/node_modules/.bun/date-fns@3.6.0/node_modules/date-fns/formatDistanceToNow.d.ts</a:t>
            </a:r>
          </a:p>
          <a:p>
            <a:pPr>
              <a:defRPr sz="1200"/>
            </a:pPr>
            <a:r>
              <a:t>D:/pasar_fix/node_modules/.bun/date-fns@3.6.0/node_modules/date-fns/formatDistanceToNow.js</a:t>
            </a:r>
          </a:p>
          <a:p>
            <a:pPr>
              <a:defRPr sz="1200"/>
            </a:pPr>
            <a:r>
              <a:t>D:/pasar_fix/node_modules/.bun/date-fns@3.6.0/node_modules/date-fns/formatDistanceToNow.mjs</a:t>
            </a:r>
          </a:p>
          <a:p>
            <a:pPr>
              <a:defRPr sz="1200"/>
            </a:pPr>
            <a:r>
              <a:t>D:/pasar_fix/node_modules/.bun/date-fns@3.6.0/node_modules/date-fns/formatDistanceToNowStrict.d.mts</a:t>
            </a:r>
          </a:p>
          <a:p>
            <a:pPr>
              <a:defRPr sz="1200"/>
            </a:pPr>
            <a:r>
              <a:t>D:/pasar_fix/node_modules/.bun/date-fns@3.6.0/node_modules/date-fns/formatDistanceToNowStrict.d.ts</a:t>
            </a:r>
          </a:p>
          <a:p>
            <a:pPr>
              <a:defRPr sz="1200"/>
            </a:pPr>
            <a:r>
              <a:t>D:/pasar_fix/node_modules/.bun/date-fns@3.6.0/node_modules/date-fns/formatDistanceToNowStrict.js</a:t>
            </a:r>
          </a:p>
          <a:p>
            <a:pPr>
              <a:defRPr sz="1200"/>
            </a:pPr>
            <a:r>
              <a:t>D:/pasar_fix/node_modules/.bun/date-fns@3.6.0/node_modules/date-fns/formatDistanceToNowStrict.mjs</a:t>
            </a:r>
          </a:p>
          <a:p>
            <a:pPr>
              <a:defRPr sz="1200"/>
            </a:pPr>
            <a:r>
              <a:t>D:/pasar_fix/node_modules/.bun/date-fns@3.6.0/node_modules/date-fns/formatDuration.d.mts</a:t>
            </a:r>
          </a:p>
          <a:p>
            <a:pPr>
              <a:defRPr sz="1200"/>
            </a:pPr>
            <a:r>
              <a:t>D:/pasar_fix/node_modules/.bun/date-fns@3.6.0/node_modules/date-fns/formatDuration.d.ts</a:t>
            </a:r>
          </a:p>
          <a:p>
            <a:pPr>
              <a:defRPr sz="1200"/>
            </a:pPr>
            <a:r>
              <a:t>D:/pasar_fix/node_modules/.bun/date-fns@3.6.0/node_modules/date-fns/formatDuration.js</a:t>
            </a:r>
          </a:p>
          <a:p>
            <a:pPr>
              <a:defRPr sz="1200"/>
            </a:pPr>
            <a:r>
              <a:t>D:/pasar_fix/node_modules/.bun/date-fns@3.6.0/node_modules/date-fns/formatDuration.mjs</a:t>
            </a:r>
          </a:p>
          <a:p>
            <a:pPr>
              <a:defRPr sz="1200"/>
            </a:pPr>
            <a:r>
              <a:t>D:/pasar_fix/node_modules/.bun/date-fns@3.6.0/node_modules/date-fns/formatISO.d.mts</a:t>
            </a:r>
          </a:p>
          <a:p>
            <a:pPr>
              <a:defRPr sz="1200"/>
            </a:pPr>
            <a:r>
              <a:t>D:/pasar_fix/node_modules/.bun/date-fns@3.6.0/node_modules/date-fns/formatISO.d.ts</a:t>
            </a:r>
          </a:p>
          <a:p>
            <a:pPr>
              <a:defRPr sz="1200"/>
            </a:pPr>
            <a:r>
              <a:t>D:/pasar_fix/node_modules/.bun/date-fns@3.6.0/node_modules/date-fns/formatISO.js</a:t>
            </a:r>
          </a:p>
          <a:p>
            <a:pPr>
              <a:defRPr sz="1200"/>
            </a:pPr>
            <a:r>
              <a:t>D:/pasar_fix/node_modules/.bun/date-fns@3.6.0/node_modules/date-fns/formatISO.mjs</a:t>
            </a:r>
          </a:p>
          <a:p>
            <a:pPr>
              <a:defRPr sz="1200"/>
            </a:pPr>
            <a:r>
              <a:t>D:/pasar_fix/node_modules/.bun/date-fns@3.6.0/node_modules/date-fns/formatISO9075.d.mts</a:t>
            </a:r>
          </a:p>
          <a:p>
            <a:pPr>
              <a:defRPr sz="1200"/>
            </a:pPr>
            <a:r>
              <a:t>D:/pasar_fix/node_modules/.bun/date-fns@3.6.0/node_modules/date-fns/formatISO9075.d.ts</a:t>
            </a:r>
          </a:p>
          <a:p>
            <a:pPr>
              <a:defRPr sz="1200"/>
            </a:pPr>
            <a:r>
              <a:t>D:/pasar_fix/node_modules/.bun/date-fns@3.6.0/node_modules/date-fns/formatISO9075.js</a:t>
            </a:r>
          </a:p>
          <a:p>
            <a:pPr>
              <a:defRPr sz="1200"/>
            </a:pPr>
            <a:r>
              <a:t>D:/pasar_fix/node_modules/.bun/date-fns@3.6.0/node_modules/date-fns/formatISO9075.mjs</a:t>
            </a:r>
          </a:p>
          <a:p>
            <a:pPr>
              <a:defRPr sz="1200"/>
            </a:pPr>
            <a:r>
              <a:t>D:/pasar_fix/node_modules/.bun/date-fns@3.6.0/node_modules/date-fns/formatISODuration.d.mts</a:t>
            </a:r>
          </a:p>
          <a:p>
            <a:pPr>
              <a:defRPr sz="1200"/>
            </a:pPr>
            <a:r>
              <a:t>D:/pasar_fix/node_modules/.bun/date-fns@3.6.0/node_modules/date-fns/formatISODuration.d.ts</a:t>
            </a:r>
          </a:p>
          <a:p>
            <a:pPr>
              <a:defRPr sz="1200"/>
            </a:pPr>
            <a:r>
              <a:t>D:/pasar_fix/node_modules/.bun/date-fns@3.6.0/node_modules/date-fns/formatISODuration.js</a:t>
            </a:r>
          </a:p>
          <a:p>
            <a:pPr>
              <a:defRPr sz="1200"/>
            </a:pPr>
            <a:r>
              <a:t>D:/pasar_fix/node_modules/.bun/date-fns@3.6.0/node_modules/date-fns/formatISODuration.mjs</a:t>
            </a:r>
          </a:p>
          <a:p>
            <a:pPr>
              <a:defRPr sz="1200"/>
            </a:pPr>
            <a:r>
              <a:t>D:/pasar_fix/node_modules/.bun/date-fns@3.6.0/node_modules/date-fns/formatRelative.d.mts</a:t>
            </a:r>
          </a:p>
          <a:p>
            <a:pPr>
              <a:defRPr sz="1200"/>
            </a:pPr>
            <a:r>
              <a:t>D:/pasar_fix/node_modules/.bun/date-fns@3.6.0/node_modules/date-fns/formatRelative.d.ts</a:t>
            </a:r>
          </a:p>
          <a:p>
            <a:pPr>
              <a:defRPr sz="1200"/>
            </a:pPr>
            <a:r>
              <a:t>D:/pasar_fix/node_modules/.bun/date-fns@3.6.0/node_modules/date-fns/formatRelative.js</a:t>
            </a:r>
          </a:p>
          <a:p>
            <a:pPr>
              <a:defRPr sz="1200"/>
            </a:pPr>
            <a:r>
              <a:t>D:/pasar_fix/node_modules/.bun/date-fns@3.6.0/node_modules/date-fns/formatRelative.mjs</a:t>
            </a:r>
          </a:p>
          <a:p>
            <a:pPr>
              <a:defRPr sz="1200"/>
            </a:pPr>
            <a:r>
              <a:t>D:/pasar_fix/node_modules/.bun/date-fns@3.6.0/node_modules/date-fns/formatRFC3339.d.mts</a:t>
            </a:r>
          </a:p>
          <a:p>
            <a:pPr>
              <a:defRPr sz="1200"/>
            </a:pPr>
            <a:r>
              <a:t>D:/pasar_fix/node_modules/.bun/date-fns@3.6.0/node_modules/date-fns/formatRFC3339.d.ts</a:t>
            </a:r>
          </a:p>
          <a:p>
            <a:pPr>
              <a:defRPr sz="1200"/>
            </a:pPr>
            <a:r>
              <a:t>D:/pasar_fix/node_modules/.bun/date-fns@3.6.0/node_modules/date-fns/formatRFC3339.js</a:t>
            </a:r>
          </a:p>
          <a:p>
            <a:pPr>
              <a:defRPr sz="1200"/>
            </a:pPr>
            <a:r>
              <a:t>D:/pasar_fix/node_modules/.bun/date-fns@3.6.0/node_modules/date-fns/formatRFC3339.mjs</a:t>
            </a:r>
          </a:p>
          <a:p>
            <a:pPr>
              <a:defRPr sz="1200"/>
            </a:pPr>
            <a:r>
              <a:t>D:/pasar_fix/node_modules/.bun/date-fns@3.6.0/node_modules/date-fns/formatRFC7231.d.mts</a:t>
            </a:r>
          </a:p>
          <a:p>
            <a:pPr>
              <a:defRPr sz="1200"/>
            </a:pPr>
            <a:r>
              <a:t>D:/pasar_fix/node_modules/.bun/date-fns@3.6.0/node_modules/date-fns/formatRFC7231.d.ts</a:t>
            </a:r>
          </a:p>
          <a:p>
            <a:pPr>
              <a:defRPr sz="1200"/>
            </a:pPr>
            <a:r>
              <a:t>D:/pasar_fix/node_modules/.bun/date-fns@3.6.0/node_modules/date-fns/formatRFC7231.js</a:t>
            </a:r>
          </a:p>
          <a:p>
            <a:pPr>
              <a:defRPr sz="1200"/>
            </a:pPr>
            <a:r>
              <a:t>D:/pasar_fix/node_modules/.bun/date-fns@3.6.0/node_modules/date-fns/formatRFC7231.mjs</a:t>
            </a:r>
          </a:p>
          <a:p>
            <a:pPr>
              <a:defRPr sz="1200"/>
            </a:pPr>
            <a:r>
              <a:t>D:/pasar_fix/node_modules/.bun/date-fns@3.6.0/node_modules/date-fns/fp.d.mts</a:t>
            </a:r>
          </a:p>
          <a:p>
            <a:pPr>
              <a:defRPr sz="1200"/>
            </a:pPr>
            <a:r>
              <a:t>D:/pasar_fix/node_modules/.bun/date-fns@3.6.0/node_modules/date-fns/fp.d.ts</a:t>
            </a:r>
          </a:p>
          <a:p>
            <a:pPr>
              <a:defRPr sz="1200"/>
            </a:pPr>
            <a:r>
              <a:t>D:/pasar_fix/node_modules/.bun/date-fns@3.6.0/node_modules/date-fns/fp.js</a:t>
            </a:r>
          </a:p>
          <a:p>
            <a:pPr>
              <a:defRPr sz="1200"/>
            </a:pPr>
            <a:r>
              <a:t>D:/pasar_fix/node_modules/.bun/date-fns@3.6.0/node_modules/date-fns/fp.mjs</a:t>
            </a:r>
          </a:p>
          <a:p>
            <a:pPr>
              <a:defRPr sz="1200"/>
            </a:pPr>
            <a:r>
              <a:t>D:/pasar_fix/node_modules/.bun/date-fns@3.6.0/node_modules/date-fns/fromUnixTime.d.mts</a:t>
            </a:r>
          </a:p>
          <a:p>
            <a:pPr>
              <a:defRPr sz="1200"/>
            </a:pPr>
            <a:r>
              <a:t>D:/pasar_fix/node_modules/.bun/date-fns@3.6.0/node_modules/date-fns/fromUnixTime.d.ts</a:t>
            </a:r>
          </a:p>
          <a:p>
            <a:pPr>
              <a:defRPr sz="1200"/>
            </a:pPr>
            <a:r>
              <a:t>D:/pasar_fix/node_modules/.bun/date-fns@3.6.0/node_modules/date-fns/fromUnixTime.js</a:t>
            </a:r>
          </a:p>
          <a:p>
            <a:pPr>
              <a:defRPr sz="1200"/>
            </a:pPr>
            <a:r>
              <a:t>D:/pasar_fix/node_modules/.bun/date-fns@3.6.0/node_modules/date-fns/fromUnixTime.mjs</a:t>
            </a:r>
          </a:p>
          <a:p>
            <a:pPr>
              <a:defRPr sz="1200"/>
            </a:pPr>
            <a:r>
              <a:t>D:/pasar_fix/node_modules/.bun/date-fns@3.6.0/node_modules/date-fns/getDate.d.mts</a:t>
            </a:r>
          </a:p>
          <a:p>
            <a:pPr>
              <a:defRPr sz="1200"/>
            </a:pPr>
            <a:r>
              <a:t>D:/pasar_fix/node_modules/.bun/date-fns@3.6.0/node_modules/date-fns/getDate.d.ts</a:t>
            </a:r>
          </a:p>
          <a:p>
            <a:pPr>
              <a:defRPr sz="1200"/>
            </a:pPr>
            <a:r>
              <a:t>D:/pasar_fix/node_modules/.bun/date-fns@3.6.0/node_modules/date-fns/getDate.js</a:t>
            </a:r>
          </a:p>
          <a:p>
            <a:pPr>
              <a:defRPr sz="1200"/>
            </a:pPr>
            <a:r>
              <a:t>D:/pasar_fix/node_modules/.bun/date-fns@3.6.0/node_modules/date-fns/getDate.mjs</a:t>
            </a:r>
          </a:p>
          <a:p>
            <a:pPr>
              <a:defRPr sz="1200"/>
            </a:pPr>
            <a:r>
              <a:t>D:/pasar_fix/node_modules/.bun/date-fns@3.6.0/node_modules/date-fns/getDay.d.mts</a:t>
            </a:r>
          </a:p>
          <a:p>
            <a:pPr>
              <a:defRPr sz="1200"/>
            </a:pPr>
            <a:r>
              <a:t>D:/pasar_fix/node_modules/.bun/date-fns@3.6.0/node_modules/date-fns/getDay.d.ts</a:t>
            </a:r>
          </a:p>
          <a:p>
            <a:pPr>
              <a:defRPr sz="1200"/>
            </a:pPr>
            <a:r>
              <a:t>D:/pasar_fix/node_modules/.bun/date-fns@3.6.0/node_modules/date-fns/getDay.js</a:t>
            </a:r>
          </a:p>
          <a:p>
            <a:pPr>
              <a:defRPr sz="1200"/>
            </a:pPr>
            <a:r>
              <a:t>D:/pasar_fix/node_modules/.bun/date-fns@3.6.0/node_modules/date-fns/getDay.mjs</a:t>
            </a:r>
          </a:p>
          <a:p>
            <a:pPr>
              <a:defRPr sz="1200"/>
            </a:pPr>
            <a:r>
              <a:t>D:/pasar_fix/node_modules/.bun/date-fns@3.6.0/node_modules/date-fns/getDayOfYear.d.mts</a:t>
            </a:r>
          </a:p>
          <a:p>
            <a:pPr>
              <a:defRPr sz="1200"/>
            </a:pPr>
            <a:r>
              <a:t>D:/pasar_fix/node_modules/.bun/date-fns@3.6.0/node_modules/date-fns/getDayOfYear.d.ts</a:t>
            </a:r>
          </a:p>
          <a:p>
            <a:pPr>
              <a:defRPr sz="1200"/>
            </a:pPr>
            <a:r>
              <a:t>D:/pasar_fix/node_modules/.bun/date-fns@3.6.0/node_modules/date-fns/getDayOfYear.js</a:t>
            </a:r>
          </a:p>
          <a:p>
            <a:pPr>
              <a:defRPr sz="1200"/>
            </a:pPr>
            <a:r>
              <a:t>D:/pasar_fix/node_modules/.bun/date-fns@3.6.0/node_modules/date-fns/getDayOfYear.mjs</a:t>
            </a:r>
          </a:p>
          <a:p>
            <a:pPr>
              <a:defRPr sz="1200"/>
            </a:pPr>
            <a:r>
              <a:t>D:/pasar_fix/node_modules/.bun/date-fns@3.6.0/node_modules/date-fns/getDaysInMonth.d.mts</a:t>
            </a:r>
          </a:p>
          <a:p>
            <a:pPr>
              <a:defRPr sz="1200"/>
            </a:pPr>
            <a:r>
              <a:t>D:/pasar_fix/node_modules/.bun/date-fns@3.6.0/node_modules/date-fns/getDaysInMonth.d.ts</a:t>
            </a:r>
          </a:p>
          <a:p>
            <a:pPr>
              <a:defRPr sz="1200"/>
            </a:pPr>
            <a:r>
              <a:t>D:/pasar_fix/node_modules/.bun/date-fns@3.6.0/node_modules/date-fns/getDaysInMonth.js</a:t>
            </a:r>
          </a:p>
          <a:p>
            <a:pPr>
              <a:defRPr sz="1200"/>
            </a:pPr>
            <a:r>
              <a:t>D:/pasar_fix/node_modules/.bun/date-fns@3.6.0/node_modules/date-fns/getDaysInMonth.mjs</a:t>
            </a:r>
          </a:p>
          <a:p>
            <a:pPr>
              <a:defRPr sz="1200"/>
            </a:pPr>
            <a:r>
              <a:t>D:/pasar_fix/node_modules/.bun/date-fns@3.6.0/node_modules/date-fns/getDaysInYear.d.mts</a:t>
            </a:r>
          </a:p>
          <a:p>
            <a:pPr>
              <a:defRPr sz="1200"/>
            </a:pPr>
            <a:r>
              <a:t>D:/pasar_fix/node_modules/.bun/date-fns@3.6.0/node_modules/date-fns/getDaysInYear.d.ts</a:t>
            </a:r>
          </a:p>
          <a:p>
            <a:pPr>
              <a:defRPr sz="1200"/>
            </a:pPr>
            <a:r>
              <a:t>D:/pasar_fix/node_modules/.bun/date-fns@3.6.0/node_modules/date-fns/getDaysInYear.js</a:t>
            </a:r>
          </a:p>
          <a:p>
            <a:pPr>
              <a:defRPr sz="1200"/>
            </a:pPr>
            <a:r>
              <a:t>D:/pasar_fix/node_modules/.bun/date-fns@3.6.0/node_modules/date-fns/getDaysInYear.mjs</a:t>
            </a:r>
          </a:p>
          <a:p>
            <a:pPr>
              <a:defRPr sz="1200"/>
            </a:pPr>
            <a:r>
              <a:t>D:/pasar_fix/node_modules/.bun/date-fns@3.6.0/node_modules/date-fns/getDecade.d.mts</a:t>
            </a:r>
          </a:p>
          <a:p>
            <a:pPr>
              <a:defRPr sz="1200"/>
            </a:pPr>
            <a:r>
              <a:t>D:/pasar_fix/node_modules/.bun/date-fns@3.6.0/node_modules/date-fns/getDecade.d.ts</a:t>
            </a:r>
          </a:p>
          <a:p>
            <a:pPr>
              <a:defRPr sz="1200"/>
            </a:pPr>
            <a:r>
              <a:t>D:/pasar_fix/node_modules/.bun/date-fns@3.6.0/node_modules/date-fns/getDecade.js</a:t>
            </a:r>
          </a:p>
          <a:p>
            <a:pPr>
              <a:defRPr sz="1200"/>
            </a:pPr>
            <a:r>
              <a:t>D:/pasar_fix/node_modules/.bun/date-fns@3.6.0/node_modules/date-fns/getDecade.mjs</a:t>
            </a:r>
          </a:p>
          <a:p>
            <a:pPr>
              <a:defRPr sz="1200"/>
            </a:pPr>
            <a:r>
              <a:t>D:/pasar_fix/node_modules/.bun/date-fns@3.6.0/node_modules/date-fns/getDefaultOptions.d.mts</a:t>
            </a:r>
          </a:p>
          <a:p>
            <a:pPr>
              <a:defRPr sz="1200"/>
            </a:pPr>
            <a:r>
              <a:t>D:/pasar_fix/node_modules/.bun/date-fns@3.6.0/node_modules/date-fns/getDefaultOptions.d.ts</a:t>
            </a:r>
          </a:p>
          <a:p>
            <a:pPr>
              <a:defRPr sz="1200"/>
            </a:pPr>
            <a:r>
              <a:t>D:/pasar_fix/node_modules/.bun/date-fns@3.6.0/node_modules/date-fns/getDefaultOptions.js</a:t>
            </a:r>
          </a:p>
          <a:p>
            <a:pPr>
              <a:defRPr sz="1200"/>
            </a:pPr>
            <a:r>
              <a:t>D:/pasar_fix/node_modules/.bun/date-fns@3.6.0/node_modules/date-fns/getDefaultOptions.mjs</a:t>
            </a:r>
          </a:p>
          <a:p>
            <a:pPr>
              <a:defRPr sz="1200"/>
            </a:pPr>
            <a:r>
              <a:t>D:/pasar_fix/node_modules/.bun/date-fns@3.6.0/node_modules/date-fns/getHours.d.mts</a:t>
            </a:r>
          </a:p>
          <a:p>
            <a:pPr>
              <a:defRPr sz="1200"/>
            </a:pPr>
            <a:r>
              <a:t>D:/pasar_fix/node_modules/.bun/date-fns@3.6.0/node_modules/date-fns/getHours.d.ts</a:t>
            </a:r>
          </a:p>
          <a:p>
            <a:pPr>
              <a:defRPr sz="1200"/>
            </a:pPr>
            <a:r>
              <a:t>D:/pasar_fix/node_modules/.bun/date-fns@3.6.0/node_modules/date-fns/getHours.js</a:t>
            </a:r>
          </a:p>
          <a:p>
            <a:pPr>
              <a:defRPr sz="1200"/>
            </a:pPr>
            <a:r>
              <a:t>D:/pasar_fix/node_modules/.bun/date-fns@3.6.0/node_modules/date-fns/getHours.mjs</a:t>
            </a:r>
          </a:p>
          <a:p>
            <a:pPr>
              <a:defRPr sz="1200"/>
            </a:pPr>
            <a:r>
              <a:t>D:/pasar_fix/node_modules/.bun/date-fns@3.6.0/node_modules/date-fns/getISODay.d.mts</a:t>
            </a:r>
          </a:p>
          <a:p>
            <a:pPr>
              <a:defRPr sz="1200"/>
            </a:pPr>
            <a:r>
              <a:t>D:/pasar_fix/node_modules/.bun/date-fns@3.6.0/node_modules/date-fns/getISODay.d.ts</a:t>
            </a:r>
          </a:p>
          <a:p>
            <a:pPr>
              <a:defRPr sz="1200"/>
            </a:pPr>
            <a:r>
              <a:t>D:/pasar_fix/node_modules/.bun/date-fns@3.6.0/node_modules/date-fns/getISODay.js</a:t>
            </a:r>
          </a:p>
          <a:p>
            <a:pPr>
              <a:defRPr sz="1200"/>
            </a:pPr>
            <a:r>
              <a:t>D:/pasar_fix/node_modules/.bun/date-fns@3.6.0/node_modules/date-fns/getISODay.mjs</a:t>
            </a:r>
          </a:p>
          <a:p>
            <a:pPr>
              <a:defRPr sz="1200"/>
            </a:pPr>
            <a:r>
              <a:t>D:/pasar_fix/node_modules/.bun/date-fns@3.6.0/node_modules/date-fns/getISOWeek.d.mts</a:t>
            </a:r>
          </a:p>
          <a:p>
            <a:pPr>
              <a:defRPr sz="1200"/>
            </a:pPr>
            <a:r>
              <a:t>D:/pasar_fix/node_modules/.bun/date-fns@3.6.0/node_modules/date-fns/getISOWeek.d.ts</a:t>
            </a:r>
          </a:p>
          <a:p>
            <a:pPr>
              <a:defRPr sz="1200"/>
            </a:pPr>
            <a:r>
              <a:t>D:/pasar_fix/node_modules/.bun/date-fns@3.6.0/node_modules/date-fns/getISOWeek.js</a:t>
            </a:r>
          </a:p>
          <a:p>
            <a:pPr>
              <a:defRPr sz="1200"/>
            </a:pPr>
            <a:r>
              <a:t>D:/pasar_fix/node_modules/.bun/date-fns@3.6.0/node_modules/date-fns/getISOWeek.mjs</a:t>
            </a:r>
          </a:p>
          <a:p>
            <a:pPr>
              <a:defRPr sz="1200"/>
            </a:pPr>
            <a:r>
              <a:t>D:/pasar_fix/node_modules/.bun/date-fns@3.6.0/node_modules/date-fns/getISOWeeksInYear.d.mts</a:t>
            </a:r>
          </a:p>
          <a:p>
            <a:pPr>
              <a:defRPr sz="1200"/>
            </a:pPr>
            <a:r>
              <a:t>D:/pasar_fix/node_modules/.bun/date-fns@3.6.0/node_modules/date-fns/getISOWeeksInYear.d.ts</a:t>
            </a:r>
          </a:p>
          <a:p>
            <a:pPr>
              <a:defRPr sz="1200"/>
            </a:pPr>
            <a:r>
              <a:t>D:/pasar_fix/node_modules/.bun/date-fns@3.6.0/node_modules/date-fns/getISOWeeksInYear.js</a:t>
            </a:r>
          </a:p>
          <a:p>
            <a:pPr>
              <a:defRPr sz="1200"/>
            </a:pPr>
            <a:r>
              <a:t>D:/pasar_fix/node_modules/.bun/date-fns@3.6.0/node_modules/date-fns/getISOWeeksInYear.mjs</a:t>
            </a:r>
          </a:p>
          <a:p>
            <a:pPr>
              <a:defRPr sz="1200"/>
            </a:pPr>
            <a:r>
              <a:t>D:/pasar_fix/node_modules/.bun/date-fns@3.6.0/node_modules/date-fns/getISOWeekYear.d.mts</a:t>
            </a:r>
          </a:p>
          <a:p>
            <a:pPr>
              <a:defRPr sz="1200"/>
            </a:pPr>
            <a:r>
              <a:t>D:/pasar_fix/node_modules/.bun/date-fns@3.6.0/node_modules/date-fns/getISOWeekYear.d.ts</a:t>
            </a:r>
          </a:p>
          <a:p>
            <a:pPr>
              <a:defRPr sz="1200"/>
            </a:pPr>
            <a:r>
              <a:t>D:/pasar_fix/node_modules/.bun/date-fns@3.6.0/node_modules/date-fns/getISOWeekYear.js</a:t>
            </a:r>
          </a:p>
          <a:p>
            <a:pPr>
              <a:defRPr sz="1200"/>
            </a:pPr>
            <a:r>
              <a:t>D:/pasar_fix/node_modules/.bun/date-fns@3.6.0/node_modules/date-fns/getISOWeekYear.mjs</a:t>
            </a:r>
          </a:p>
          <a:p>
            <a:pPr>
              <a:defRPr sz="1200"/>
            </a:pPr>
            <a:r>
              <a:t>D:/pasar_fix/node_modules/.bun/date-fns@3.6.0/node_modules/date-fns/getMilliseconds.d.mts</a:t>
            </a:r>
          </a:p>
          <a:p>
            <a:pPr>
              <a:defRPr sz="1200"/>
            </a:pPr>
            <a:r>
              <a:t>D:/pasar_fix/node_modules/.bun/date-fns@3.6.0/node_modules/date-fns/getMilliseconds.d.ts</a:t>
            </a:r>
          </a:p>
          <a:p>
            <a:pPr>
              <a:defRPr sz="1200"/>
            </a:pPr>
            <a:r>
              <a:t>D:/pasar_fix/node_modules/.bun/date-fns@3.6.0/node_modules/date-fns/getMilliseconds.js</a:t>
            </a:r>
          </a:p>
          <a:p>
            <a:pPr>
              <a:defRPr sz="1200"/>
            </a:pPr>
            <a:r>
              <a:t>D:/pasar_fix/node_modules/.bun/date-fns@3.6.0/node_modules/date-fns/getMilliseconds.mjs</a:t>
            </a:r>
          </a:p>
          <a:p>
            <a:pPr>
              <a:defRPr sz="1200"/>
            </a:pPr>
            <a:r>
              <a:t>D:/pasar_fix/node_modules/.bun/date-fns@3.6.0/node_modules/date-fns/getMinutes.d.mts</a:t>
            </a:r>
          </a:p>
          <a:p>
            <a:pPr>
              <a:defRPr sz="1200"/>
            </a:pPr>
            <a:r>
              <a:t>D:/pasar_fix/node_modules/.bun/date-fns@3.6.0/node_modules/date-fns/getMinutes.d.ts</a:t>
            </a:r>
          </a:p>
          <a:p>
            <a:pPr>
              <a:defRPr sz="1200"/>
            </a:pPr>
            <a:r>
              <a:t>D:/pasar_fix/node_modules/.bun/date-fns@3.6.0/node_modules/date-fns/getMinutes.js</a:t>
            </a:r>
          </a:p>
          <a:p>
            <a:pPr>
              <a:defRPr sz="1200"/>
            </a:pPr>
            <a:r>
              <a:t>D:/pasar_fix/node_modules/.bun/date-fns@3.6.0/node_modules/date-fns/getMinutes.mjs</a:t>
            </a:r>
          </a:p>
          <a:p>
            <a:pPr>
              <a:defRPr sz="1200"/>
            </a:pPr>
            <a:r>
              <a:t>D:/pasar_fix/node_modules/.bun/date-fns@3.6.0/node_modules/date-fns/getMonth.d.mts</a:t>
            </a:r>
          </a:p>
          <a:p>
            <a:pPr>
              <a:defRPr sz="1200"/>
            </a:pPr>
            <a:r>
              <a:t>D:/pasar_fix/node_modules/.bun/date-fns@3.6.0/node_modules/date-fns/getMonth.d.ts</a:t>
            </a:r>
          </a:p>
          <a:p>
            <a:pPr>
              <a:defRPr sz="1200"/>
            </a:pPr>
            <a:r>
              <a:t>D:/pasar_fix/node_modules/.bun/date-fns@3.6.0/node_modules/date-fns/getMonth.js</a:t>
            </a:r>
          </a:p>
          <a:p>
            <a:pPr>
              <a:defRPr sz="1200"/>
            </a:pPr>
            <a:r>
              <a:t>D:/pasar_fix/node_modules/.bun/date-fns@3.6.0/node_modules/date-fns/getMonth.mjs</a:t>
            </a:r>
          </a:p>
          <a:p>
            <a:pPr>
              <a:defRPr sz="1200"/>
            </a:pPr>
            <a:r>
              <a:t>D:/pasar_fix/node_modules/.bun/date-fns@3.6.0/node_modules/date-fns/getOverlappingDaysInIntervals.d.mts</a:t>
            </a:r>
          </a:p>
          <a:p>
            <a:pPr>
              <a:defRPr sz="1200"/>
            </a:pPr>
            <a:r>
              <a:t>D:/pasar_fix/node_modules/.bun/date-fns@3.6.0/node_modules/date-fns/getOverlappingDaysInIntervals.d.ts</a:t>
            </a:r>
          </a:p>
          <a:p>
            <a:pPr>
              <a:defRPr sz="1200"/>
            </a:pPr>
            <a:r>
              <a:t>D:/pasar_fix/node_modules/.bun/date-fns@3.6.0/node_modules/date-fns/getOverlappingDaysInIntervals.js</a:t>
            </a:r>
          </a:p>
          <a:p>
            <a:pPr>
              <a:defRPr sz="1200"/>
            </a:pPr>
            <a:r>
              <a:t>D:/pasar_fix/node_modules/.bun/date-fns@3.6.0/node_modules/date-fns/getOverlappingDaysInIntervals.mjs</a:t>
            </a:r>
          </a:p>
          <a:p>
            <a:pPr>
              <a:defRPr sz="1200"/>
            </a:pPr>
            <a:r>
              <a:t>D:/pasar_fix/node_modules/.bun/date-fns@3.6.0/node_modules/date-fns/getQuarter.d.mts</a:t>
            </a:r>
          </a:p>
          <a:p>
            <a:pPr>
              <a:defRPr sz="1200"/>
            </a:pPr>
            <a:r>
              <a:t>D:/pasar_fix/node_modules/.bun/date-fns@3.6.0/node_modules/date-fns/getQuarter.d.ts</a:t>
            </a:r>
          </a:p>
          <a:p>
            <a:pPr>
              <a:defRPr sz="1200"/>
            </a:pPr>
            <a:r>
              <a:t>D:/pasar_fix/node_modules/.bun/date-fns@3.6.0/node_modules/date-fns/getQuarter.js</a:t>
            </a:r>
          </a:p>
          <a:p>
            <a:pPr>
              <a:defRPr sz="1200"/>
            </a:pPr>
            <a:r>
              <a:t>D:/pasar_fix/node_modules/.bun/date-fns@3.6.0/node_modules/date-fns/getQuarter.mjs</a:t>
            </a:r>
          </a:p>
          <a:p>
            <a:pPr>
              <a:defRPr sz="1200"/>
            </a:pPr>
            <a:r>
              <a:t>D:/pasar_fix/node_modules/.bun/date-fns@3.6.0/node_modules/date-fns/getSeconds.d.mts</a:t>
            </a:r>
          </a:p>
          <a:p>
            <a:pPr>
              <a:defRPr sz="1200"/>
            </a:pPr>
            <a:r>
              <a:t>D:/pasar_fix/node_modules/.bun/date-fns@3.6.0/node_modules/date-fns/getSeconds.d.ts</a:t>
            </a:r>
          </a:p>
          <a:p>
            <a:pPr>
              <a:defRPr sz="1200"/>
            </a:pPr>
            <a:r>
              <a:t>D:/pasar_fix/node_modules/.bun/date-fns@3.6.0/node_modules/date-fns/getSeconds.js</a:t>
            </a:r>
          </a:p>
          <a:p>
            <a:pPr>
              <a:defRPr sz="1200"/>
            </a:pPr>
            <a:r>
              <a:t>D:/pasar_fix/node_modules/.bun/date-fns@3.6.0/node_modules/date-fns/getSeconds.mjs</a:t>
            </a:r>
          </a:p>
          <a:p>
            <a:pPr>
              <a:defRPr sz="1200"/>
            </a:pPr>
            <a:r>
              <a:t>D:/pasar_fix/node_modules/.bun/date-fns@3.6.0/node_modules/date-fns/getTime.d.mts</a:t>
            </a:r>
          </a:p>
          <a:p>
            <a:pPr>
              <a:defRPr sz="1200"/>
            </a:pPr>
            <a:r>
              <a:t>D:/pasar_fix/node_modules/.bun/date-fns@3.6.0/node_modules/date-fns/getTime.d.ts</a:t>
            </a:r>
          </a:p>
          <a:p>
            <a:pPr>
              <a:defRPr sz="1200"/>
            </a:pPr>
            <a:r>
              <a:t>D:/pasar_fix/node_modules/.bun/date-fns@3.6.0/node_modules/date-fns/getTime.js</a:t>
            </a:r>
          </a:p>
          <a:p>
            <a:pPr>
              <a:defRPr sz="1200"/>
            </a:pPr>
            <a:r>
              <a:t>D:/pasar_fix/node_modules/.bun/date-fns@3.6.0/node_modules/date-fns/getTime.mjs</a:t>
            </a:r>
          </a:p>
          <a:p>
            <a:pPr>
              <a:defRPr sz="1200"/>
            </a:pPr>
            <a:r>
              <a:t>D:/pasar_fix/node_modules/.bun/date-fns@3.6.0/node_modules/date-fns/getUnixTime.d.mts</a:t>
            </a:r>
          </a:p>
          <a:p>
            <a:pPr>
              <a:defRPr sz="1200"/>
            </a:pPr>
            <a:r>
              <a:t>D:/pasar_fix/node_modules/.bun/date-fns@3.6.0/node_modules/date-fns/getUnixTime.d.ts</a:t>
            </a:r>
          </a:p>
          <a:p>
            <a:pPr>
              <a:defRPr sz="1200"/>
            </a:pPr>
            <a:r>
              <a:t>D:/pasar_fix/node_modules/.bun/date-fns@3.6.0/node_modules/date-fns/getUnixTime.js</a:t>
            </a:r>
          </a:p>
          <a:p>
            <a:pPr>
              <a:defRPr sz="1200"/>
            </a:pPr>
            <a:r>
              <a:t>D:/pasar_fix/node_modules/.bun/date-fns@3.6.0/node_modules/date-fns/getUnixTime.mjs</a:t>
            </a:r>
          </a:p>
          <a:p>
            <a:pPr>
              <a:defRPr sz="1200"/>
            </a:pPr>
            <a:r>
              <a:t>D:/pasar_fix/node_modules/.bun/date-fns@3.6.0/node_modules/date-fns/getWeek.d.mts</a:t>
            </a:r>
          </a:p>
          <a:p>
            <a:pPr>
              <a:defRPr sz="1200"/>
            </a:pPr>
            <a:r>
              <a:t>D:/pasar_fix/node_modules/.bun/date-fns@3.6.0/node_modules/date-fns/getWeek.d.ts</a:t>
            </a:r>
          </a:p>
          <a:p>
            <a:pPr>
              <a:defRPr sz="1200"/>
            </a:pPr>
            <a:r>
              <a:t>D:/pasar_fix/node_modules/.bun/date-fns@3.6.0/node_modules/date-fns/getWeek.js</a:t>
            </a:r>
          </a:p>
          <a:p>
            <a:pPr>
              <a:defRPr sz="1200"/>
            </a:pPr>
            <a:r>
              <a:t>D:/pasar_fix/node_modules/.bun/date-fns@3.6.0/node_modules/date-fns/getWeek.mjs</a:t>
            </a:r>
          </a:p>
          <a:p>
            <a:pPr>
              <a:defRPr sz="1200"/>
            </a:pPr>
            <a:r>
              <a:t>D:/pasar_fix/node_modules/.bun/date-fns@3.6.0/node_modules/date-fns/getWeekOfMonth.d.mts</a:t>
            </a:r>
          </a:p>
          <a:p>
            <a:pPr>
              <a:defRPr sz="1200"/>
            </a:pPr>
            <a:r>
              <a:t>D:/pasar_fix/node_modules/.bun/date-fns@3.6.0/node_modules/date-fns/getWeekOfMonth.d.ts</a:t>
            </a:r>
          </a:p>
          <a:p>
            <a:pPr>
              <a:defRPr sz="1200"/>
            </a:pPr>
            <a:r>
              <a:t>D:/pasar_fix/node_modules/.bun/date-fns@3.6.0/node_modules/date-fns/getWeekOfMonth.js</a:t>
            </a:r>
          </a:p>
          <a:p>
            <a:pPr>
              <a:defRPr sz="1200"/>
            </a:pPr>
            <a:r>
              <a:t>D:/pasar_fix/node_modules/.bun/date-fns@3.6.0/node_modules/date-fns/getWeekOfMonth.mjs</a:t>
            </a:r>
          </a:p>
          <a:p>
            <a:pPr>
              <a:defRPr sz="1200"/>
            </a:pPr>
            <a:r>
              <a:t>D:/pasar_fix/node_modules/.bun/date-fns@3.6.0/node_modules/date-fns/getWeeksInMonth.d.mts</a:t>
            </a:r>
          </a:p>
          <a:p>
            <a:pPr>
              <a:defRPr sz="1200"/>
            </a:pPr>
            <a:r>
              <a:t>D:/pasar_fix/node_modules/.bun/date-fns@3.6.0/node_modules/date-fns/getWeeksInMonth.d.ts</a:t>
            </a:r>
          </a:p>
          <a:p>
            <a:pPr>
              <a:defRPr sz="1200"/>
            </a:pPr>
            <a:r>
              <a:t>D:/pasar_fix/node_modules/.bun/date-fns@3.6.0/node_modules/date-fns/getWeeksInMonth.js</a:t>
            </a:r>
          </a:p>
          <a:p>
            <a:pPr>
              <a:defRPr sz="1200"/>
            </a:pPr>
            <a:r>
              <a:t>D:/pasar_fix/node_modules/.bun/date-fns@3.6.0/node_modules/date-fns/getWeeksInMonth.mjs</a:t>
            </a:r>
          </a:p>
          <a:p>
            <a:pPr>
              <a:defRPr sz="1200"/>
            </a:pPr>
            <a:r>
              <a:t>D:/pasar_fix/node_modules/.bun/date-fns@3.6.0/node_modules/date-fns/getWeekYear.d.mts</a:t>
            </a:r>
          </a:p>
          <a:p>
            <a:pPr>
              <a:defRPr sz="1200"/>
            </a:pPr>
            <a:r>
              <a:t>D:/pasar_fix/node_modules/.bun/date-fns@3.6.0/node_modules/date-fns/getWeekYear.d.ts</a:t>
            </a:r>
          </a:p>
          <a:p>
            <a:pPr>
              <a:defRPr sz="1200"/>
            </a:pPr>
            <a:r>
              <a:t>D:/pasar_fix/node_modules/.bun/date-fns@3.6.0/node_modules/date-fns/getWeekYear.js</a:t>
            </a:r>
          </a:p>
          <a:p>
            <a:pPr>
              <a:defRPr sz="1200"/>
            </a:pPr>
            <a:r>
              <a:t>D:/pasar_fix/node_modules/.bun/date-fns@3.6.0/node_modules/date-fns/getWeekYear.mjs</a:t>
            </a:r>
          </a:p>
          <a:p>
            <a:pPr>
              <a:defRPr sz="1200"/>
            </a:pPr>
            <a:r>
              <a:t>D:/pasar_fix/node_modules/.bun/date-fns@3.6.0/node_modules/date-fns/getYear.d.mts</a:t>
            </a:r>
          </a:p>
          <a:p>
            <a:pPr>
              <a:defRPr sz="1200"/>
            </a:pPr>
            <a:r>
              <a:t>D:/pasar_fix/node_modules/.bun/date-fns@3.6.0/node_modules/date-fns/getYear.d.ts</a:t>
            </a:r>
          </a:p>
          <a:p>
            <a:pPr>
              <a:defRPr sz="1200"/>
            </a:pPr>
            <a:r>
              <a:t>D:/pasar_fix/node_modules/.bun/date-fns@3.6.0/node_modules/date-fns/getYear.js</a:t>
            </a:r>
          </a:p>
          <a:p>
            <a:pPr>
              <a:defRPr sz="1200"/>
            </a:pPr>
            <a:r>
              <a:t>D:/pasar_fix/node_modules/.bun/date-fns@3.6.0/node_modules/date-fns/getYear.mjs</a:t>
            </a:r>
          </a:p>
          <a:p>
            <a:pPr>
              <a:defRPr sz="1200"/>
            </a:pPr>
            <a:r>
              <a:t>D:/pasar_fix/node_modules/.bun/date-fns@3.6.0/node_modules/date-fns/hoursToMilliseconds.d.mts</a:t>
            </a:r>
          </a:p>
          <a:p>
            <a:pPr>
              <a:defRPr sz="1200"/>
            </a:pPr>
            <a:r>
              <a:t>D:/pasar_fix/node_modules/.bun/date-fns@3.6.0/node_modules/date-fns/hoursToMilliseconds.d.ts</a:t>
            </a:r>
          </a:p>
          <a:p>
            <a:pPr>
              <a:defRPr sz="1200"/>
            </a:pPr>
            <a:r>
              <a:t>D:/pasar_fix/node_modules/.bun/date-fns@3.6.0/node_modules/date-fns/hoursToMilliseconds.js</a:t>
            </a:r>
          </a:p>
          <a:p>
            <a:pPr>
              <a:defRPr sz="1200"/>
            </a:pPr>
            <a:r>
              <a:t>D:/pasar_fix/node_modules/.bun/date-fns@3.6.0/node_modules/date-fns/hoursToMilliseconds.mjs</a:t>
            </a:r>
          </a:p>
          <a:p>
            <a:pPr>
              <a:defRPr sz="1200"/>
            </a:pPr>
            <a:r>
              <a:t>D:/pasar_fix/node_modules/.bun/date-fns@3.6.0/node_modules/date-fns/hoursToMinutes.d.mts</a:t>
            </a:r>
          </a:p>
          <a:p>
            <a:pPr>
              <a:defRPr sz="1200"/>
            </a:pPr>
            <a:r>
              <a:t>D:/pasar_fix/node_modules/.bun/date-fns@3.6.0/node_modules/date-fns/hoursToMinutes.d.ts</a:t>
            </a:r>
          </a:p>
          <a:p>
            <a:pPr>
              <a:defRPr sz="1200"/>
            </a:pPr>
            <a:r>
              <a:t>D:/pasar_fix/node_modules/.bun/date-fns@3.6.0/node_modules/date-fns/hoursToMinutes.js</a:t>
            </a:r>
          </a:p>
          <a:p>
            <a:pPr>
              <a:defRPr sz="1200"/>
            </a:pPr>
            <a:r>
              <a:t>D:/pasar_fix/node_modules/.bun/date-fns@3.6.0/node_modules/date-fns/hoursToMinutes.mjs</a:t>
            </a:r>
          </a:p>
          <a:p>
            <a:pPr>
              <a:defRPr sz="1200"/>
            </a:pPr>
            <a:r>
              <a:t>D:/pasar_fix/node_modules/.bun/date-fns@3.6.0/node_modules/date-fns/hoursToSeconds.d.mts</a:t>
            </a:r>
          </a:p>
          <a:p>
            <a:pPr>
              <a:defRPr sz="1200"/>
            </a:pPr>
            <a:r>
              <a:t>D:/pasar_fix/node_modules/.bun/date-fns@3.6.0/node_modules/date-fns/hoursToSeconds.d.ts</a:t>
            </a:r>
          </a:p>
          <a:p>
            <a:pPr>
              <a:defRPr sz="1200"/>
            </a:pPr>
            <a:r>
              <a:t>D:/pasar_fix/node_modules/.bun/date-fns@3.6.0/node_modules/date-fns/hoursToSeconds.js</a:t>
            </a:r>
          </a:p>
          <a:p>
            <a:pPr>
              <a:defRPr sz="1200"/>
            </a:pPr>
            <a:r>
              <a:t>D:/pasar_fix/node_modules/.bun/date-fns@3.6.0/node_modules/date-fns/hoursToSeconds.mjs</a:t>
            </a:r>
          </a:p>
          <a:p>
            <a:pPr>
              <a:defRPr sz="1200"/>
            </a:pPr>
            <a:r>
              <a:t>D:/pasar_fix/node_modules/.bun/date-fns@3.6.0/node_modules/date-fns/index.d.mts</a:t>
            </a:r>
          </a:p>
          <a:p>
            <a:pPr>
              <a:defRPr sz="1200"/>
            </a:pPr>
            <a:r>
              <a:t>D:/pasar_fix/node_modules/.bun/date-fns@3.6.0/node_modules/date-fns/index.d.ts</a:t>
            </a:r>
          </a:p>
          <a:p>
            <a:pPr>
              <a:defRPr sz="1200"/>
            </a:pPr>
            <a:r>
              <a:t>D:/pasar_fix/node_modules/.bun/date-fns@3.6.0/node_modules/date-fns/index.js</a:t>
            </a:r>
          </a:p>
          <a:p>
            <a:pPr>
              <a:defRPr sz="1200"/>
            </a:pPr>
            <a:r>
              <a:t>D:/pasar_fix/node_modules/.bun/date-fns@3.6.0/node_modules/date-fns/index.mjs</a:t>
            </a:r>
          </a:p>
          <a:p>
            <a:pPr>
              <a:defRPr sz="1200"/>
            </a:pPr>
            <a:r>
              <a:t>D:/pasar_fix/node_modules/.bun/date-fns@3.6.0/node_modules/date-fns/interval.d.mts</a:t>
            </a:r>
          </a:p>
          <a:p>
            <a:pPr>
              <a:defRPr sz="1200"/>
            </a:pPr>
            <a:r>
              <a:t>D:/pasar_fix/node_modules/.bun/date-fns@3.6.0/node_modules/date-fns/interval.d.ts</a:t>
            </a:r>
          </a:p>
          <a:p>
            <a:pPr>
              <a:defRPr sz="1200"/>
            </a:pPr>
            <a:r>
              <a:t>D:/pasar_fix/node_modules/.bun/date-fns@3.6.0/node_modules/date-fns/interval.js</a:t>
            </a:r>
          </a:p>
          <a:p>
            <a:pPr>
              <a:defRPr sz="1200"/>
            </a:pPr>
            <a:r>
              <a:t>D:/pasar_fix/node_modules/.bun/date-fns@3.6.0/node_modules/date-fns/interval.mjs</a:t>
            </a:r>
          </a:p>
          <a:p>
            <a:pPr>
              <a:defRPr sz="1200"/>
            </a:pPr>
            <a:r>
              <a:t>D:/pasar_fix/node_modules/.bun/date-fns@3.6.0/node_modules/date-fns/intervalToDuration.d.mts</a:t>
            </a:r>
          </a:p>
          <a:p>
            <a:pPr>
              <a:defRPr sz="1200"/>
            </a:pPr>
            <a:r>
              <a:t>D:/pasar_fix/node_modules/.bun/date-fns@3.6.0/node_modules/date-fns/intervalToDuration.d.ts</a:t>
            </a:r>
          </a:p>
          <a:p>
            <a:pPr>
              <a:defRPr sz="1200"/>
            </a:pPr>
            <a:r>
              <a:t>D:/pasar_fix/node_modules/.bun/date-fns@3.6.0/node_modules/date-fns/intervalToDuration.js</a:t>
            </a:r>
          </a:p>
          <a:p>
            <a:pPr>
              <a:defRPr sz="1200"/>
            </a:pPr>
            <a:r>
              <a:t>D:/pasar_fix/node_modules/.bun/date-fns@3.6.0/node_modules/date-fns/intervalToDuration.mjs</a:t>
            </a:r>
          </a:p>
          <a:p>
            <a:pPr>
              <a:defRPr sz="1200"/>
            </a:pPr>
            <a:r>
              <a:t>D:/pasar_fix/node_modules/.bun/date-fns@3.6.0/node_modules/date-fns/intlFormat.d.mts</a:t>
            </a:r>
          </a:p>
          <a:p>
            <a:pPr>
              <a:defRPr sz="1200"/>
            </a:pPr>
            <a:r>
              <a:t>D:/pasar_fix/node_modules/.bun/date-fns@3.6.0/node_modules/date-fns/intlFormat.d.ts</a:t>
            </a:r>
          </a:p>
          <a:p>
            <a:pPr>
              <a:defRPr sz="1200"/>
            </a:pPr>
            <a:r>
              <a:t>D:/pasar_fix/node_modules/.bun/date-fns@3.6.0/node_modules/date-fns/intlFormat.js</a:t>
            </a:r>
          </a:p>
          <a:p>
            <a:pPr>
              <a:defRPr sz="1200"/>
            </a:pPr>
            <a:r>
              <a:t>D:/pasar_fix/node_modules/.bun/date-fns@3.6.0/node_modules/date-fns/intlFormat.mjs</a:t>
            </a:r>
          </a:p>
          <a:p>
            <a:pPr>
              <a:defRPr sz="1200"/>
            </a:pPr>
            <a:r>
              <a:t>D:/pasar_fix/node_modules/.bun/date-fns@3.6.0/node_modules/date-fns/intlFormatDistance.d.mts</a:t>
            </a:r>
          </a:p>
          <a:p>
            <a:pPr>
              <a:defRPr sz="1200"/>
            </a:pPr>
            <a:r>
              <a:t>D:/pasar_fix/node_modules/.bun/date-fns@3.6.0/node_modules/date-fns/intlFormatDistance.d.ts</a:t>
            </a:r>
          </a:p>
          <a:p>
            <a:pPr>
              <a:defRPr sz="1200"/>
            </a:pPr>
            <a:r>
              <a:t>D:/pasar_fix/node_modules/.bun/date-fns@3.6.0/node_modules/date-fns/intlFormatDistance.js</a:t>
            </a:r>
          </a:p>
          <a:p>
            <a:pPr>
              <a:defRPr sz="1200"/>
            </a:pPr>
            <a:r>
              <a:t>D:/pasar_fix/node_modules/.bun/date-fns@3.6.0/node_modules/date-fns/intlFormatDistance.mjs</a:t>
            </a:r>
          </a:p>
          <a:p>
            <a:pPr>
              <a:defRPr sz="1200"/>
            </a:pPr>
            <a:r>
              <a:t>D:/pasar_fix/node_modules/.bun/date-fns@3.6.0/node_modules/date-fns/isAfter.d.mts</a:t>
            </a:r>
          </a:p>
          <a:p>
            <a:pPr>
              <a:defRPr sz="1200"/>
            </a:pPr>
            <a:r>
              <a:t>D:/pasar_fix/node_modules/.bun/date-fns@3.6.0/node_modules/date-fns/isAfter.d.ts</a:t>
            </a:r>
          </a:p>
          <a:p>
            <a:pPr>
              <a:defRPr sz="1200"/>
            </a:pPr>
            <a:r>
              <a:t>D:/pasar_fix/node_modules/.bun/date-fns@3.6.0/node_modules/date-fns/isAfter.js</a:t>
            </a:r>
          </a:p>
          <a:p>
            <a:pPr>
              <a:defRPr sz="1200"/>
            </a:pPr>
            <a:r>
              <a:t>D:/pasar_fix/node_modules/.bun/date-fns@3.6.0/node_modules/date-fns/isAfter.mjs</a:t>
            </a:r>
          </a:p>
          <a:p>
            <a:pPr>
              <a:defRPr sz="1200"/>
            </a:pPr>
            <a:r>
              <a:t>D:/pasar_fix/node_modules/.bun/date-fns@3.6.0/node_modules/date-fns/isBefore.d.mts</a:t>
            </a:r>
          </a:p>
          <a:p>
            <a:pPr>
              <a:defRPr sz="1200"/>
            </a:pPr>
            <a:r>
              <a:t>D:/pasar_fix/node_modules/.bun/date-fns@3.6.0/node_modules/date-fns/isBefore.d.ts</a:t>
            </a:r>
          </a:p>
          <a:p>
            <a:pPr>
              <a:defRPr sz="1200"/>
            </a:pPr>
            <a:r>
              <a:t>D:/pasar_fix/node_modules/.bun/date-fns@3.6.0/node_modules/date-fns/isBefore.js</a:t>
            </a:r>
          </a:p>
          <a:p>
            <a:pPr>
              <a:defRPr sz="1200"/>
            </a:pPr>
            <a:r>
              <a:t>D:/pasar_fix/node_modules/.bun/date-fns@3.6.0/node_modules/date-fns/isBefore.mjs</a:t>
            </a:r>
          </a:p>
          <a:p>
            <a:pPr>
              <a:defRPr sz="1200"/>
            </a:pPr>
            <a:r>
              <a:t>D:/pasar_fix/node_modules/.bun/date-fns@3.6.0/node_modules/date-fns/isDate.d.mts</a:t>
            </a:r>
          </a:p>
          <a:p>
            <a:pPr>
              <a:defRPr sz="1200"/>
            </a:pPr>
            <a:r>
              <a:t>D:/pasar_fix/node_modules/.bun/date-fns@3.6.0/node_modules/date-fns/isDate.d.ts</a:t>
            </a:r>
          </a:p>
          <a:p>
            <a:pPr>
              <a:defRPr sz="1200"/>
            </a:pPr>
            <a:r>
              <a:t>D:/pasar_fix/node_modules/.bun/date-fns@3.6.0/node_modules/date-fns/isDate.js</a:t>
            </a:r>
          </a:p>
          <a:p>
            <a:pPr>
              <a:defRPr sz="1200"/>
            </a:pPr>
            <a:r>
              <a:t>D:/pasar_fix/node_modules/.bun/date-fns@3.6.0/node_modules/date-fns/isDate.mjs</a:t>
            </a:r>
          </a:p>
          <a:p>
            <a:pPr>
              <a:defRPr sz="1200"/>
            </a:pPr>
            <a:r>
              <a:t>D:/pasar_fix/node_modules/.bun/date-fns@3.6.0/node_modules/date-fns/isEqual.d.mts</a:t>
            </a:r>
          </a:p>
          <a:p>
            <a:pPr>
              <a:defRPr sz="1200"/>
            </a:pPr>
            <a:r>
              <a:t>D:/pasar_fix/node_modules/.bun/date-fns@3.6.0/node_modules/date-fns/isEqual.d.ts</a:t>
            </a:r>
          </a:p>
          <a:p>
            <a:pPr>
              <a:defRPr sz="1200"/>
            </a:pPr>
            <a:r>
              <a:t>D:/pasar_fix/node_modules/.bun/date-fns@3.6.0/node_modules/date-fns/isEqual.js</a:t>
            </a:r>
          </a:p>
          <a:p>
            <a:pPr>
              <a:defRPr sz="1200"/>
            </a:pPr>
            <a:r>
              <a:t>D:/pasar_fix/node_modules/.bun/date-fns@3.6.0/node_modules/date-fns/isEqual.mjs</a:t>
            </a:r>
          </a:p>
          <a:p>
            <a:pPr>
              <a:defRPr sz="1200"/>
            </a:pPr>
            <a:r>
              <a:t>D:/pasar_fix/node_modules/.bun/date-fns@3.6.0/node_modules/date-fns/isExists.d.mts</a:t>
            </a:r>
          </a:p>
          <a:p>
            <a:pPr>
              <a:defRPr sz="1200"/>
            </a:pPr>
            <a:r>
              <a:t>D:/pasar_fix/node_modules/.bun/date-fns@3.6.0/node_modules/date-fns/isExists.d.ts</a:t>
            </a:r>
          </a:p>
          <a:p>
            <a:pPr>
              <a:defRPr sz="1200"/>
            </a:pPr>
            <a:r>
              <a:t>D:/pasar_fix/node_modules/.bun/date-fns@3.6.0/node_modules/date-fns/isExists.js</a:t>
            </a:r>
          </a:p>
          <a:p>
            <a:pPr>
              <a:defRPr sz="1200"/>
            </a:pPr>
            <a:r>
              <a:t>D:/pasar_fix/node_modules/.bun/date-fns@3.6.0/node_modules/date-fns/isExists.mjs</a:t>
            </a:r>
          </a:p>
          <a:p>
            <a:pPr>
              <a:defRPr sz="1200"/>
            </a:pPr>
            <a:r>
              <a:t>D:/pasar_fix/node_modules/.bun/date-fns@3.6.0/node_modules/date-fns/isFirstDayOfMonth.d.mts</a:t>
            </a:r>
          </a:p>
          <a:p>
            <a:pPr>
              <a:defRPr sz="1200"/>
            </a:pPr>
            <a:r>
              <a:t>D:/pasar_fix/node_modules/.bun/date-fns@3.6.0/node_modules/date-fns/isFirstDayOfMonth.d.ts</a:t>
            </a:r>
          </a:p>
          <a:p>
            <a:pPr>
              <a:defRPr sz="1200"/>
            </a:pPr>
            <a:r>
              <a:t>D:/pasar_fix/node_modules/.bun/date-fns@3.6.0/node_modules/date-fns/isFirstDayOfMonth.js</a:t>
            </a:r>
          </a:p>
          <a:p>
            <a:pPr>
              <a:defRPr sz="1200"/>
            </a:pPr>
            <a:r>
              <a:t>D:/pasar_fix/node_modules/.bun/date-fns@3.6.0/node_modules/date-fns/isFirstDayOfMonth.mjs</a:t>
            </a:r>
          </a:p>
          <a:p>
            <a:pPr>
              <a:defRPr sz="1200"/>
            </a:pPr>
            <a:r>
              <a:t>D:/pasar_fix/node_modules/.bun/date-fns@3.6.0/node_modules/date-fns/isFriday.d.mts</a:t>
            </a:r>
          </a:p>
          <a:p>
            <a:pPr>
              <a:defRPr sz="1200"/>
            </a:pPr>
            <a:r>
              <a:t>D:/pasar_fix/node_modules/.bun/date-fns@3.6.0/node_modules/date-fns/isFriday.d.ts</a:t>
            </a:r>
          </a:p>
          <a:p>
            <a:pPr>
              <a:defRPr sz="1200"/>
            </a:pPr>
            <a:r>
              <a:t>D:/pasar_fix/node_modules/.bun/date-fns@3.6.0/node_modules/date-fns/isFriday.js</a:t>
            </a:r>
          </a:p>
          <a:p>
            <a:pPr>
              <a:defRPr sz="1200"/>
            </a:pPr>
            <a:r>
              <a:t>D:/pasar_fix/node_modules/.bun/date-fns@3.6.0/node_modules/date-fns/isFriday.mjs</a:t>
            </a:r>
          </a:p>
          <a:p>
            <a:pPr>
              <a:defRPr sz="1200"/>
            </a:pPr>
            <a:r>
              <a:t>D:/pasar_fix/node_modules/.bun/date-fns@3.6.0/node_modules/date-fns/isFuture.d.mts</a:t>
            </a:r>
          </a:p>
          <a:p>
            <a:pPr>
              <a:defRPr sz="1200"/>
            </a:pPr>
            <a:r>
              <a:t>D:/pasar_fix/node_modules/.bun/date-fns@3.6.0/node_modules/date-fns/isFuture.d.ts</a:t>
            </a:r>
          </a:p>
          <a:p>
            <a:pPr>
              <a:defRPr sz="1200"/>
            </a:pPr>
            <a:r>
              <a:t>D:/pasar_fix/node_modules/.bun/date-fns@3.6.0/node_modules/date-fns/isFuture.js</a:t>
            </a:r>
          </a:p>
          <a:p>
            <a:pPr>
              <a:defRPr sz="1200"/>
            </a:pPr>
            <a:r>
              <a:t>D:/pasar_fix/node_modules/.bun/date-fns@3.6.0/node_modules/date-fns/isFuture.mjs</a:t>
            </a:r>
          </a:p>
          <a:p>
            <a:pPr>
              <a:defRPr sz="1200"/>
            </a:pPr>
            <a:r>
              <a:t>D:/pasar_fix/node_modules/.bun/date-fns@3.6.0/node_modules/date-fns/isLastDayOfMonth.d.mts</a:t>
            </a:r>
          </a:p>
          <a:p>
            <a:pPr>
              <a:defRPr sz="1200"/>
            </a:pPr>
            <a:r>
              <a:t>D:/pasar_fix/node_modules/.bun/date-fns@3.6.0/node_modules/date-fns/isLastDayOfMonth.d.ts</a:t>
            </a:r>
          </a:p>
          <a:p>
            <a:pPr>
              <a:defRPr sz="1200"/>
            </a:pPr>
            <a:r>
              <a:t>D:/pasar_fix/node_modules/.bun/date-fns@3.6.0/node_modules/date-fns/isLastDayOfMonth.js</a:t>
            </a:r>
          </a:p>
          <a:p>
            <a:pPr>
              <a:defRPr sz="1200"/>
            </a:pPr>
            <a:r>
              <a:t>D:/pasar_fix/node_modules/.bun/date-fns@3.6.0/node_modules/date-fns/isLastDayOfMonth.mjs</a:t>
            </a:r>
          </a:p>
          <a:p>
            <a:pPr>
              <a:defRPr sz="1200"/>
            </a:pPr>
            <a:r>
              <a:t>D:/pasar_fix/node_modules/.bun/date-fns@3.6.0/node_modules/date-fns/isLeapYear.d.mts</a:t>
            </a:r>
          </a:p>
          <a:p>
            <a:pPr>
              <a:defRPr sz="1200"/>
            </a:pPr>
            <a:r>
              <a:t>D:/pasar_fix/node_modules/.bun/date-fns@3.6.0/node_modules/date-fns/isLeapYear.d.ts</a:t>
            </a:r>
          </a:p>
          <a:p>
            <a:pPr>
              <a:defRPr sz="1200"/>
            </a:pPr>
            <a:r>
              <a:t>D:/pasar_fix/node_modules/.bun/date-fns@3.6.0/node_modules/date-fns/isLeapYear.js</a:t>
            </a:r>
          </a:p>
          <a:p>
            <a:pPr>
              <a:defRPr sz="1200"/>
            </a:pPr>
            <a:r>
              <a:t>D:/pasar_fix/node_modules/.bun/date-fns@3.6.0/node_modules/date-fns/isLeapYear.mjs</a:t>
            </a:r>
          </a:p>
          <a:p>
            <a:pPr>
              <a:defRPr sz="1200"/>
            </a:pPr>
            <a:r>
              <a:t>D:/pasar_fix/node_modules/.bun/date-fns@3.6.0/node_modules/date-fns/isMatch.d.mts</a:t>
            </a:r>
          </a:p>
          <a:p>
            <a:pPr>
              <a:defRPr sz="1200"/>
            </a:pPr>
            <a:r>
              <a:t>D:/pasar_fix/node_modules/.bun/date-fns@3.6.0/node_modules/date-fns/isMatch.d.ts</a:t>
            </a:r>
          </a:p>
          <a:p>
            <a:pPr>
              <a:defRPr sz="1200"/>
            </a:pPr>
            <a:r>
              <a:t>D:/pasar_fix/node_modules/.bun/date-fns@3.6.0/node_modules/date-fns/isMatch.js</a:t>
            </a:r>
          </a:p>
          <a:p>
            <a:pPr>
              <a:defRPr sz="1200"/>
            </a:pPr>
            <a:r>
              <a:t>D:/pasar_fix/node_modules/.bun/date-fns@3.6.0/node_modules/date-fns/isMatch.mjs</a:t>
            </a:r>
          </a:p>
          <a:p>
            <a:pPr>
              <a:defRPr sz="1200"/>
            </a:pPr>
            <a:r>
              <a:t>D:/pasar_fix/node_modules/.bun/date-fns@3.6.0/node_modules/date-fns/isMonday.d.mts</a:t>
            </a:r>
          </a:p>
          <a:p>
            <a:pPr>
              <a:defRPr sz="1200"/>
            </a:pPr>
            <a:r>
              <a:t>D:/pasar_fix/node_modules/.bun/date-fns@3.6.0/node_modules/date-fns/isMonday.d.ts</a:t>
            </a:r>
          </a:p>
          <a:p>
            <a:pPr>
              <a:defRPr sz="1200"/>
            </a:pPr>
            <a:r>
              <a:t>D:/pasar_fix/node_modules/.bun/date-fns@3.6.0/node_modules/date-fns/isMonday.js</a:t>
            </a:r>
          </a:p>
          <a:p>
            <a:pPr>
              <a:defRPr sz="1200"/>
            </a:pPr>
            <a:r>
              <a:t>D:/pasar_fix/node_modules/.bun/date-fns@3.6.0/node_modules/date-fns/isMonday.mjs</a:t>
            </a:r>
          </a:p>
          <a:p>
            <a:pPr>
              <a:defRPr sz="1200"/>
            </a:pPr>
            <a:r>
              <a:t>D:/pasar_fix/node_modules/.bun/date-fns@3.6.0/node_modules/date-fns/isPast.d.mts</a:t>
            </a:r>
          </a:p>
          <a:p>
            <a:pPr>
              <a:defRPr sz="1200"/>
            </a:pPr>
            <a:r>
              <a:t>D:/pasar_fix/node_modules/.bun/date-fns@3.6.0/node_modules/date-fns/isPast.d.ts</a:t>
            </a:r>
          </a:p>
          <a:p>
            <a:pPr>
              <a:defRPr sz="1200"/>
            </a:pPr>
            <a:r>
              <a:t>D:/pasar_fix/node_modules/.bun/date-fns@3.6.0/node_modules/date-fns/isPast.js</a:t>
            </a:r>
          </a:p>
          <a:p>
            <a:pPr>
              <a:defRPr sz="1200"/>
            </a:pPr>
            <a:r>
              <a:t>D:/pasar_fix/node_modules/.bun/date-fns@3.6.0/node_modules/date-fns/isPast.mjs</a:t>
            </a:r>
          </a:p>
          <a:p>
            <a:pPr>
              <a:defRPr sz="1200"/>
            </a:pPr>
            <a:r>
              <a:t>D:/pasar_fix/node_modules/.bun/date-fns@3.6.0/node_modules/date-fns/isSameDay.d.mts</a:t>
            </a:r>
          </a:p>
          <a:p>
            <a:pPr>
              <a:defRPr sz="1200"/>
            </a:pPr>
            <a:r>
              <a:t>D:/pasar_fix/node_modules/.bun/date-fns@3.6.0/node_modules/date-fns/isSameDay.d.ts</a:t>
            </a:r>
          </a:p>
          <a:p>
            <a:pPr>
              <a:defRPr sz="1200"/>
            </a:pPr>
            <a:r>
              <a:t>D:/pasar_fix/node_modules/.bun/date-fns@3.6.0/node_modules/date-fns/isSameDay.js</a:t>
            </a:r>
          </a:p>
          <a:p>
            <a:pPr>
              <a:defRPr sz="1200"/>
            </a:pPr>
            <a:r>
              <a:t>D:/pasar_fix/node_modules/.bun/date-fns@3.6.0/node_modules/date-fns/isSameDay.mjs</a:t>
            </a:r>
          </a:p>
          <a:p>
            <a:pPr>
              <a:defRPr sz="1200"/>
            </a:pPr>
            <a:r>
              <a:t>D:/pasar_fix/node_modules/.bun/date-fns@3.6.0/node_modules/date-fns/isSameHour.d.mts</a:t>
            </a:r>
          </a:p>
          <a:p>
            <a:pPr>
              <a:defRPr sz="1200"/>
            </a:pPr>
            <a:r>
              <a:t>D:/pasar_fix/node_modules/.bun/date-fns@3.6.0/node_modules/date-fns/isSameHour.d.ts</a:t>
            </a:r>
          </a:p>
          <a:p>
            <a:pPr>
              <a:defRPr sz="1200"/>
            </a:pPr>
            <a:r>
              <a:t>D:/pasar_fix/node_modules/.bun/date-fns@3.6.0/node_modules/date-fns/isSameHour.js</a:t>
            </a:r>
          </a:p>
          <a:p>
            <a:pPr>
              <a:defRPr sz="1200"/>
            </a:pPr>
            <a:r>
              <a:t>D:/pasar_fix/node_modules/.bun/date-fns@3.6.0/node_modules/date-fns/isSameHour.mjs</a:t>
            </a:r>
          </a:p>
          <a:p>
            <a:pPr>
              <a:defRPr sz="1200"/>
            </a:pPr>
            <a:r>
              <a:t>D:/pasar_fix/node_modules/.bun/date-fns@3.6.0/node_modules/date-fns/isSameISOWeek.d.mts</a:t>
            </a:r>
          </a:p>
          <a:p>
            <a:pPr>
              <a:defRPr sz="1200"/>
            </a:pPr>
            <a:r>
              <a:t>D:/pasar_fix/node_modules/.bun/date-fns@3.6.0/node_modules/date-fns/isSameISOWeek.d.ts</a:t>
            </a:r>
          </a:p>
          <a:p>
            <a:pPr>
              <a:defRPr sz="1200"/>
            </a:pPr>
            <a:r>
              <a:t>D:/pasar_fix/node_modules/.bun/date-fns@3.6.0/node_modules/date-fns/isSameISOWeek.js</a:t>
            </a:r>
          </a:p>
          <a:p>
            <a:pPr>
              <a:defRPr sz="1200"/>
            </a:pPr>
            <a:r>
              <a:t>D:/pasar_fix/node_modules/.bun/date-fns@3.6.0/node_modules/date-fns/isSameISOWeek.mjs</a:t>
            </a:r>
          </a:p>
          <a:p>
            <a:pPr>
              <a:defRPr sz="1200"/>
            </a:pPr>
            <a:r>
              <a:t>D:/pasar_fix/node_modules/.bun/date-fns@3.6.0/node_modules/date-fns/isSameISOWeekYear.d.mts</a:t>
            </a:r>
          </a:p>
          <a:p>
            <a:pPr>
              <a:defRPr sz="1200"/>
            </a:pPr>
            <a:r>
              <a:t>D:/pasar_fix/node_modules/.bun/date-fns@3.6.0/node_modules/date-fns/isSameISOWeekYear.d.ts</a:t>
            </a:r>
          </a:p>
          <a:p>
            <a:pPr>
              <a:defRPr sz="1200"/>
            </a:pPr>
            <a:r>
              <a:t>D:/pasar_fix/node_modules/.bun/date-fns@3.6.0/node_modules/date-fns/isSameISOWeekYear.js</a:t>
            </a:r>
          </a:p>
          <a:p>
            <a:pPr>
              <a:defRPr sz="1200"/>
            </a:pPr>
            <a:r>
              <a:t>D:/pasar_fix/node_modules/.bun/date-fns@3.6.0/node_modules/date-fns/isSameISOWeekYear.mjs</a:t>
            </a:r>
          </a:p>
          <a:p>
            <a:pPr>
              <a:defRPr sz="1200"/>
            </a:pPr>
            <a:r>
              <a:t>D:/pasar_fix/node_modules/.bun/date-fns@3.6.0/node_modules/date-fns/isSameMinute.d.mts</a:t>
            </a:r>
          </a:p>
          <a:p>
            <a:pPr>
              <a:defRPr sz="1200"/>
            </a:pPr>
            <a:r>
              <a:t>D:/pasar_fix/node_modules/.bun/date-fns@3.6.0/node_modules/date-fns/isSameMinute.d.ts</a:t>
            </a:r>
          </a:p>
          <a:p>
            <a:pPr>
              <a:defRPr sz="1200"/>
            </a:pPr>
            <a:r>
              <a:t>D:/pasar_fix/node_modules/.bun/date-fns@3.6.0/node_modules/date-fns/isSameMinute.js</a:t>
            </a:r>
          </a:p>
          <a:p>
            <a:pPr>
              <a:defRPr sz="1200"/>
            </a:pPr>
            <a:r>
              <a:t>D:/pasar_fix/node_modules/.bun/date-fns@3.6.0/node_modules/date-fns/isSameMinute.mjs</a:t>
            </a:r>
          </a:p>
          <a:p>
            <a:pPr>
              <a:defRPr sz="1200"/>
            </a:pPr>
            <a:r>
              <a:t>D:/pasar_fix/node_modules/.bun/date-fns@3.6.0/node_modules/date-fns/isSameMonth.d.mts</a:t>
            </a:r>
          </a:p>
          <a:p>
            <a:pPr>
              <a:defRPr sz="1200"/>
            </a:pPr>
            <a:r>
              <a:t>D:/pasar_fix/node_modules/.bun/date-fns@3.6.0/node_modules/date-fns/isSameMonth.d.ts</a:t>
            </a:r>
          </a:p>
          <a:p>
            <a:pPr>
              <a:defRPr sz="1200"/>
            </a:pPr>
            <a:r>
              <a:t>D:/pasar_fix/node_modules/.bun/date-fns@3.6.0/node_modules/date-fns/isSameMonth.js</a:t>
            </a:r>
          </a:p>
          <a:p>
            <a:pPr>
              <a:defRPr sz="1200"/>
            </a:pPr>
            <a:r>
              <a:t>D:/pasar_fix/node_modules/.bun/date-fns@3.6.0/node_modules/date-fns/isSameMonth.mjs</a:t>
            </a:r>
          </a:p>
          <a:p>
            <a:pPr>
              <a:defRPr sz="1200"/>
            </a:pPr>
            <a:r>
              <a:t>D:/pasar_fix/node_modules/.bun/date-fns@3.6.0/node_modules/date-fns/isSameQuarter.d.mts</a:t>
            </a:r>
          </a:p>
          <a:p>
            <a:pPr>
              <a:defRPr sz="1200"/>
            </a:pPr>
            <a:r>
              <a:t>D:/pasar_fix/node_modules/.bun/date-fns@3.6.0/node_modules/date-fns/isSameQuarter.d.ts</a:t>
            </a:r>
          </a:p>
          <a:p>
            <a:pPr>
              <a:defRPr sz="1200"/>
            </a:pPr>
            <a:r>
              <a:t>D:/pasar_fix/node_modules/.bun/date-fns@3.6.0/node_modules/date-fns/isSameQuarter.js</a:t>
            </a:r>
          </a:p>
          <a:p>
            <a:pPr>
              <a:defRPr sz="1200"/>
            </a:pPr>
            <a:r>
              <a:t>D:/pasar_fix/node_modules/.bun/date-fns@3.6.0/node_modules/date-fns/isSameQuarter.mjs</a:t>
            </a:r>
          </a:p>
          <a:p>
            <a:pPr>
              <a:defRPr sz="1200"/>
            </a:pPr>
            <a:r>
              <a:t>D:/pasar_fix/node_modules/.bun/date-fns@3.6.0/node_modules/date-fns/isSameSecond.d.mts</a:t>
            </a:r>
          </a:p>
          <a:p>
            <a:pPr>
              <a:defRPr sz="1200"/>
            </a:pPr>
            <a:r>
              <a:t>D:/pasar_fix/node_modules/.bun/date-fns@3.6.0/node_modules/date-fns/isSameSecond.d.ts</a:t>
            </a:r>
          </a:p>
          <a:p>
            <a:pPr>
              <a:defRPr sz="1200"/>
            </a:pPr>
            <a:r>
              <a:t>D:/pasar_fix/node_modules/.bun/date-fns@3.6.0/node_modules/date-fns/isSameSecond.js</a:t>
            </a:r>
          </a:p>
          <a:p>
            <a:pPr>
              <a:defRPr sz="1200"/>
            </a:pPr>
            <a:r>
              <a:t>D:/pasar_fix/node_modules/.bun/date-fns@3.6.0/node_modules/date-fns/isSameSecond.mjs</a:t>
            </a:r>
          </a:p>
          <a:p>
            <a:pPr>
              <a:defRPr sz="1200"/>
            </a:pPr>
            <a:r>
              <a:t>D:/pasar_fix/node_modules/.bun/date-fns@3.6.0/node_modules/date-fns/isSameWeek.d.mts</a:t>
            </a:r>
          </a:p>
          <a:p>
            <a:pPr>
              <a:defRPr sz="1200"/>
            </a:pPr>
            <a:r>
              <a:t>D:/pasar_fix/node_modules/.bun/date-fns@3.6.0/node_modules/date-fns/isSameWeek.d.ts</a:t>
            </a:r>
          </a:p>
          <a:p>
            <a:pPr>
              <a:defRPr sz="1200"/>
            </a:pPr>
            <a:r>
              <a:t>D:/pasar_fix/node_modules/.bun/date-fns@3.6.0/node_modules/date-fns/isSameWeek.js</a:t>
            </a:r>
          </a:p>
          <a:p>
            <a:pPr>
              <a:defRPr sz="1200"/>
            </a:pPr>
            <a:r>
              <a:t>D:/pasar_fix/node_modules/.bun/date-fns@3.6.0/node_modules/date-fns/isSameWeek.mjs</a:t>
            </a:r>
          </a:p>
          <a:p>
            <a:pPr>
              <a:defRPr sz="1200"/>
            </a:pPr>
            <a:r>
              <a:t>D:/pasar_fix/node_modules/.bun/date-fns@3.6.0/node_modules/date-fns/isSameYear.d.mts</a:t>
            </a:r>
          </a:p>
          <a:p>
            <a:pPr>
              <a:defRPr sz="1200"/>
            </a:pPr>
            <a:r>
              <a:t>D:/pasar_fix/node_modules/.bun/date-fns@3.6.0/node_modules/date-fns/isSameYear.d.ts</a:t>
            </a:r>
          </a:p>
          <a:p>
            <a:pPr>
              <a:defRPr sz="1200"/>
            </a:pPr>
            <a:r>
              <a:t>D:/pasar_fix/node_modules/.bun/date-fns@3.6.0/node_modules/date-fns/isSameYear.js</a:t>
            </a:r>
          </a:p>
          <a:p>
            <a:pPr>
              <a:defRPr sz="1200"/>
            </a:pPr>
            <a:r>
              <a:t>D:/pasar_fix/node_modules/.bun/date-fns@3.6.0/node_modules/date-fns/isSameYear.mjs</a:t>
            </a:r>
          </a:p>
          <a:p>
            <a:pPr>
              <a:defRPr sz="1200"/>
            </a:pPr>
            <a:r>
              <a:t>D:/pasar_fix/node_modules/.bun/date-fns@3.6.0/node_modules/date-fns/isSaturday.d.mts</a:t>
            </a:r>
          </a:p>
          <a:p>
            <a:pPr>
              <a:defRPr sz="1200"/>
            </a:pPr>
            <a:r>
              <a:t>D:/pasar_fix/node_modules/.bun/date-fns@3.6.0/node_modules/date-fns/isSaturday.d.ts</a:t>
            </a:r>
          </a:p>
          <a:p>
            <a:pPr>
              <a:defRPr sz="1200"/>
            </a:pPr>
            <a:r>
              <a:t>D:/pasar_fix/node_modules/.bun/date-fns@3.6.0/node_modules/date-fns/isSaturday.js</a:t>
            </a:r>
          </a:p>
          <a:p>
            <a:pPr>
              <a:defRPr sz="1200"/>
            </a:pPr>
            <a:r>
              <a:t>D:/pasar_fix/node_modules/.bun/date-fns@3.6.0/node_modules/date-fns/isSaturday.mjs</a:t>
            </a:r>
          </a:p>
          <a:p>
            <a:pPr>
              <a:defRPr sz="1200"/>
            </a:pPr>
            <a:r>
              <a:t>D:/pasar_fix/node_modules/.bun/date-fns@3.6.0/node_modules/date-fns/isSunday.d.mts</a:t>
            </a:r>
          </a:p>
          <a:p>
            <a:pPr>
              <a:defRPr sz="1200"/>
            </a:pPr>
            <a:r>
              <a:t>D:/pasar_fix/node_modules/.bun/date-fns@3.6.0/node_modules/date-fns/isSunday.d.ts</a:t>
            </a:r>
          </a:p>
          <a:p>
            <a:pPr>
              <a:defRPr sz="1200"/>
            </a:pPr>
            <a:r>
              <a:t>D:/pasar_fix/node_modules/.bun/date-fns@3.6.0/node_modules/date-fns/isSunday.js</a:t>
            </a:r>
          </a:p>
          <a:p>
            <a:pPr>
              <a:defRPr sz="1200"/>
            </a:pPr>
            <a:r>
              <a:t>D:/pasar_fix/node_modules/.bun/date-fns@3.6.0/node_modules/date-fns/isSunday.mjs</a:t>
            </a:r>
          </a:p>
          <a:p>
            <a:pPr>
              <a:defRPr sz="1200"/>
            </a:pPr>
            <a:r>
              <a:t>D:/pasar_fix/node_modules/.bun/date-fns@3.6.0/node_modules/date-fns/isThisHour.d.mts</a:t>
            </a:r>
          </a:p>
          <a:p>
            <a:pPr>
              <a:defRPr sz="1200"/>
            </a:pPr>
            <a:r>
              <a:t>D:/pasar_fix/node_modules/.bun/date-fns@3.6.0/node_modules/date-fns/isThisHour.d.ts</a:t>
            </a:r>
          </a:p>
          <a:p>
            <a:pPr>
              <a:defRPr sz="1200"/>
            </a:pPr>
            <a:r>
              <a:t>D:/pasar_fix/node_modules/.bun/date-fns@3.6.0/node_modules/date-fns/isThisHour.js</a:t>
            </a:r>
          </a:p>
          <a:p>
            <a:pPr>
              <a:defRPr sz="1200"/>
            </a:pPr>
            <a:r>
              <a:t>D:/pasar_fix/node_modules/.bun/date-fns@3.6.0/node_modules/date-fns/isThisHour.mjs</a:t>
            </a:r>
          </a:p>
          <a:p>
            <a:pPr>
              <a:defRPr sz="1200"/>
            </a:pPr>
            <a:r>
              <a:t>D:/pasar_fix/node_modules/.bun/date-fns@3.6.0/node_modules/date-fns/isThisISOWeek.d.mts</a:t>
            </a:r>
          </a:p>
          <a:p>
            <a:pPr>
              <a:defRPr sz="1200"/>
            </a:pPr>
            <a:r>
              <a:t>D:/pasar_fix/node_modules/.bun/date-fns@3.6.0/node_modules/date-fns/isThisISOWeek.d.ts</a:t>
            </a:r>
          </a:p>
          <a:p>
            <a:pPr>
              <a:defRPr sz="1200"/>
            </a:pPr>
            <a:r>
              <a:t>D:/pasar_fix/node_modules/.bun/date-fns@3.6.0/node_modules/date-fns/isThisISOWeek.js</a:t>
            </a:r>
          </a:p>
          <a:p>
            <a:pPr>
              <a:defRPr sz="1200"/>
            </a:pPr>
            <a:r>
              <a:t>D:/pasar_fix/node_modules/.bun/date-fns@3.6.0/node_modules/date-fns/isThisISOWeek.mjs</a:t>
            </a:r>
          </a:p>
          <a:p>
            <a:pPr>
              <a:defRPr sz="1200"/>
            </a:pPr>
            <a:r>
              <a:t>D:/pasar_fix/node_modules/.bun/date-fns@3.6.0/node_modules/date-fns/isThisMinute.d.mts</a:t>
            </a:r>
          </a:p>
          <a:p>
            <a:pPr>
              <a:defRPr sz="1200"/>
            </a:pPr>
            <a:r>
              <a:t>D:/pasar_fix/node_modules/.bun/date-fns@3.6.0/node_modules/date-fns/isThisMinute.d.ts</a:t>
            </a:r>
          </a:p>
          <a:p>
            <a:pPr>
              <a:defRPr sz="1200"/>
            </a:pPr>
            <a:r>
              <a:t>D:/pasar_fix/node_modules/.bun/date-fns@3.6.0/node_modules/date-fns/isThisMinute.js</a:t>
            </a:r>
          </a:p>
          <a:p>
            <a:pPr>
              <a:defRPr sz="1200"/>
            </a:pPr>
            <a:r>
              <a:t>D:/pasar_fix/node_modules/.bun/date-fns@3.6.0/node_modules/date-fns/isThisMinute.mjs</a:t>
            </a:r>
          </a:p>
          <a:p>
            <a:pPr>
              <a:defRPr sz="1200"/>
            </a:pPr>
            <a:r>
              <a:t>D:/pasar_fix/node_modules/.bun/date-fns@3.6.0/node_modules/date-fns/isThisMonth.d.mts</a:t>
            </a:r>
          </a:p>
          <a:p>
            <a:pPr>
              <a:defRPr sz="1200"/>
            </a:pPr>
            <a:r>
              <a:t>D:/pasar_fix/node_modules/.bun/date-fns@3.6.0/node_modules/date-fns/isThisMonth.d.ts</a:t>
            </a:r>
          </a:p>
          <a:p>
            <a:pPr>
              <a:defRPr sz="1200"/>
            </a:pPr>
            <a:r>
              <a:t>D:/pasar_fix/node_modules/.bun/date-fns@3.6.0/node_modules/date-fns/isThisMonth.js</a:t>
            </a:r>
          </a:p>
          <a:p>
            <a:pPr>
              <a:defRPr sz="1200"/>
            </a:pPr>
            <a:r>
              <a:t>D:/pasar_fix/node_modules/.bun/date-fns@3.6.0/node_modules/date-fns/isThisMonth.mjs</a:t>
            </a:r>
          </a:p>
          <a:p>
            <a:pPr>
              <a:defRPr sz="1200"/>
            </a:pPr>
            <a:r>
              <a:t>D:/pasar_fix/node_modules/.bun/date-fns@3.6.0/node_modules/date-fns/isThisQuarter.d.mts</a:t>
            </a:r>
          </a:p>
          <a:p>
            <a:pPr>
              <a:defRPr sz="1200"/>
            </a:pPr>
            <a:r>
              <a:t>D:/pasar_fix/node_modules/.bun/date-fns@3.6.0/node_modules/date-fns/isThisQuarter.d.ts</a:t>
            </a:r>
          </a:p>
          <a:p>
            <a:pPr>
              <a:defRPr sz="1200"/>
            </a:pPr>
            <a:r>
              <a:t>D:/pasar_fix/node_modules/.bun/date-fns@3.6.0/node_modules/date-fns/isThisQuarter.js</a:t>
            </a:r>
          </a:p>
          <a:p>
            <a:pPr>
              <a:defRPr sz="1200"/>
            </a:pPr>
            <a:r>
              <a:t>D:/pasar_fix/node_modules/.bun/date-fns@3.6.0/node_modules/date-fns/isThisQuarter.mjs</a:t>
            </a:r>
          </a:p>
          <a:p>
            <a:pPr>
              <a:defRPr sz="1200"/>
            </a:pPr>
            <a:r>
              <a:t>D:/pasar_fix/node_modules/.bun/date-fns@3.6.0/node_modules/date-fns/isThisSecond.d.mts</a:t>
            </a:r>
          </a:p>
          <a:p>
            <a:pPr>
              <a:defRPr sz="1200"/>
            </a:pPr>
            <a:r>
              <a:t>D:/pasar_fix/node_modules/.bun/date-fns@3.6.0/node_modules/date-fns/isThisSecond.d.ts</a:t>
            </a:r>
          </a:p>
          <a:p>
            <a:pPr>
              <a:defRPr sz="1200"/>
            </a:pPr>
            <a:r>
              <a:t>D:/pasar_fix/node_modules/.bun/date-fns@3.6.0/node_modules/date-fns/isThisSecond.js</a:t>
            </a:r>
          </a:p>
          <a:p>
            <a:pPr>
              <a:defRPr sz="1200"/>
            </a:pPr>
            <a:r>
              <a:t>D:/pasar_fix/node_modules/.bun/date-fns@3.6.0/node_modules/date-fns/isThisSecond.mjs</a:t>
            </a:r>
          </a:p>
          <a:p>
            <a:pPr>
              <a:defRPr sz="1200"/>
            </a:pPr>
            <a:r>
              <a:t>D:/pasar_fix/node_modules/.bun/date-fns@3.6.0/node_modules/date-fns/isThisWeek.d.mts</a:t>
            </a:r>
          </a:p>
          <a:p>
            <a:pPr>
              <a:defRPr sz="1200"/>
            </a:pPr>
            <a:r>
              <a:t>D:/pasar_fix/node_modules/.bun/date-fns@3.6.0/node_modules/date-fns/isThisWeek.d.ts</a:t>
            </a:r>
          </a:p>
          <a:p>
            <a:pPr>
              <a:defRPr sz="1200"/>
            </a:pPr>
            <a:r>
              <a:t>D:/pasar_fix/node_modules/.bun/date-fns@3.6.0/node_modules/date-fns/isThisWeek.js</a:t>
            </a:r>
          </a:p>
          <a:p>
            <a:pPr>
              <a:defRPr sz="1200"/>
            </a:pPr>
            <a:r>
              <a:t>D:/pasar_fix/node_modules/.bun/date-fns@3.6.0/node_modules/date-fns/isThisWeek.mjs</a:t>
            </a:r>
          </a:p>
          <a:p>
            <a:pPr>
              <a:defRPr sz="1200"/>
            </a:pPr>
            <a:r>
              <a:t>D:/pasar_fix/node_modules/.bun/date-fns@3.6.0/node_modules/date-fns/isThisYear.d.mts</a:t>
            </a:r>
          </a:p>
          <a:p>
            <a:pPr>
              <a:defRPr sz="1200"/>
            </a:pPr>
            <a:r>
              <a:t>D:/pasar_fix/node_modules/.bun/date-fns@3.6.0/node_modules/date-fns/isThisYear.d.ts</a:t>
            </a:r>
          </a:p>
          <a:p>
            <a:pPr>
              <a:defRPr sz="1200"/>
            </a:pPr>
            <a:r>
              <a:t>D:/pasar_fix/node_modules/.bun/date-fns@3.6.0/node_modules/date-fns/isThisYear.js</a:t>
            </a:r>
          </a:p>
          <a:p>
            <a:pPr>
              <a:defRPr sz="1200"/>
            </a:pPr>
            <a:r>
              <a:t>D:/pasar_fix/node_modules/.bun/date-fns@3.6.0/node_modules/date-fns/isThisYear.mjs</a:t>
            </a:r>
          </a:p>
          <a:p>
            <a:pPr>
              <a:defRPr sz="1200"/>
            </a:pPr>
            <a:r>
              <a:t>D:/pasar_fix/node_modules/.bun/date-fns@3.6.0/node_modules/date-fns/isThursday.d.mts</a:t>
            </a:r>
          </a:p>
          <a:p>
            <a:pPr>
              <a:defRPr sz="1200"/>
            </a:pPr>
            <a:r>
              <a:t>D:/pasar_fix/node_modules/.bun/date-fns@3.6.0/node_modules/date-fns/isThursday.d.ts</a:t>
            </a:r>
          </a:p>
          <a:p>
            <a:pPr>
              <a:defRPr sz="1200"/>
            </a:pPr>
            <a:r>
              <a:t>D:/pasar_fix/node_modules/.bun/date-fns@3.6.0/node_modules/date-fns/isThursday.js</a:t>
            </a:r>
          </a:p>
          <a:p>
            <a:pPr>
              <a:defRPr sz="1200"/>
            </a:pPr>
            <a:r>
              <a:t>D:/pasar_fix/node_modules/.bun/date-fns@3.6.0/node_modules/date-fns/isThursday.mjs</a:t>
            </a:r>
          </a:p>
          <a:p>
            <a:pPr>
              <a:defRPr sz="1200"/>
            </a:pPr>
            <a:r>
              <a:t>D:/pasar_fix/node_modules/.bun/date-fns@3.6.0/node_modules/date-fns/isToday.d.mts</a:t>
            </a:r>
          </a:p>
          <a:p>
            <a:pPr>
              <a:defRPr sz="1200"/>
            </a:pPr>
            <a:r>
              <a:t>D:/pasar_fix/node_modules/.bun/date-fns@3.6.0/node_modules/date-fns/isToday.d.ts</a:t>
            </a:r>
          </a:p>
          <a:p>
            <a:pPr>
              <a:defRPr sz="1200"/>
            </a:pPr>
            <a:r>
              <a:t>D:/pasar_fix/node_modules/.bun/date-fns@3.6.0/node_modules/date-fns/isToday.js</a:t>
            </a:r>
          </a:p>
          <a:p>
            <a:pPr>
              <a:defRPr sz="1200"/>
            </a:pPr>
            <a:r>
              <a:t>D:/pasar_fix/node_modules/.bun/date-fns@3.6.0/node_modules/date-fns/isToday.mjs</a:t>
            </a:r>
          </a:p>
          <a:p>
            <a:pPr>
              <a:defRPr sz="1200"/>
            </a:pPr>
            <a:r>
              <a:t>D:/pasar_fix/node_modules/.bun/date-fns@3.6.0/node_modules/date-fns/isTomorrow.d.mts</a:t>
            </a:r>
          </a:p>
          <a:p>
            <a:pPr>
              <a:defRPr sz="1200"/>
            </a:pPr>
            <a:r>
              <a:t>D:/pasar_fix/node_modules/.bun/date-fns@3.6.0/node_modules/date-fns/isTomorrow.d.ts</a:t>
            </a:r>
          </a:p>
          <a:p>
            <a:pPr>
              <a:defRPr sz="1200"/>
            </a:pPr>
            <a:r>
              <a:t>D:/pasar_fix/node_modules/.bun/date-fns@3.6.0/node_modules/date-fns/isTomorrow.js</a:t>
            </a:r>
          </a:p>
          <a:p>
            <a:pPr>
              <a:defRPr sz="1200"/>
            </a:pPr>
            <a:r>
              <a:t>D:/pasar_fix/node_modules/.bun/date-fns@3.6.0/node_modules/date-fns/isTomorrow.mjs</a:t>
            </a:r>
          </a:p>
          <a:p>
            <a:pPr>
              <a:defRPr sz="1200"/>
            </a:pPr>
            <a:r>
              <a:t>D:/pasar_fix/node_modules/.bun/date-fns@3.6.0/node_modules/date-fns/isTuesday.d.mts</a:t>
            </a:r>
          </a:p>
          <a:p>
            <a:pPr>
              <a:defRPr sz="1200"/>
            </a:pPr>
            <a:r>
              <a:t>D:/pasar_fix/node_modules/.bun/date-fns@3.6.0/node_modules/date-fns/isTuesday.d.ts</a:t>
            </a:r>
          </a:p>
          <a:p>
            <a:pPr>
              <a:defRPr sz="1200"/>
            </a:pPr>
            <a:r>
              <a:t>D:/pasar_fix/node_modules/.bun/date-fns@3.6.0/node_modules/date-fns/isTuesday.js</a:t>
            </a:r>
          </a:p>
          <a:p>
            <a:pPr>
              <a:defRPr sz="1200"/>
            </a:pPr>
            <a:r>
              <a:t>D:/pasar_fix/node_modules/.bun/date-fns@3.6.0/node_modules/date-fns/isTuesday.mjs</a:t>
            </a:r>
          </a:p>
          <a:p>
            <a:pPr>
              <a:defRPr sz="1200"/>
            </a:pPr>
            <a:r>
              <a:t>D:/pasar_fix/node_modules/.bun/date-fns@3.6.0/node_modules/date-fns/isValid.d.mts</a:t>
            </a:r>
          </a:p>
          <a:p>
            <a:pPr>
              <a:defRPr sz="1200"/>
            </a:pPr>
            <a:r>
              <a:t>D:/pasar_fix/node_modules/.bun/date-fns@3.6.0/node_modules/date-fns/isValid.d.ts</a:t>
            </a:r>
          </a:p>
          <a:p>
            <a:pPr>
              <a:defRPr sz="1200"/>
            </a:pPr>
            <a:r>
              <a:t>D:/pasar_fix/node_modules/.bun/date-fns@3.6.0/node_modules/date-fns/isValid.js</a:t>
            </a:r>
          </a:p>
          <a:p>
            <a:pPr>
              <a:defRPr sz="1200"/>
            </a:pPr>
            <a:r>
              <a:t>D:/pasar_fix/node_modules/.bun/date-fns@3.6.0/node_modules/date-fns/isValid.mjs</a:t>
            </a:r>
          </a:p>
          <a:p>
            <a:pPr>
              <a:defRPr sz="1200"/>
            </a:pPr>
            <a:r>
              <a:t>D:/pasar_fix/node_modules/.bun/date-fns@3.6.0/node_modules/date-fns/isWednesday.d.mts</a:t>
            </a:r>
          </a:p>
          <a:p>
            <a:pPr>
              <a:defRPr sz="1200"/>
            </a:pPr>
            <a:r>
              <a:t>D:/pasar_fix/node_modules/.bun/date-fns@3.6.0/node_modules/date-fns/isWednesday.d.ts</a:t>
            </a:r>
          </a:p>
          <a:p>
            <a:pPr>
              <a:defRPr sz="1200"/>
            </a:pPr>
            <a:r>
              <a:t>D:/pasar_fix/node_modules/.bun/date-fns@3.6.0/node_modules/date-fns/isWednesday.js</a:t>
            </a:r>
          </a:p>
          <a:p>
            <a:pPr>
              <a:defRPr sz="1200"/>
            </a:pPr>
            <a:r>
              <a:t>D:/pasar_fix/node_modules/.bun/date-fns@3.6.0/node_modules/date-fns/isWednesday.mjs</a:t>
            </a:r>
          </a:p>
          <a:p>
            <a:pPr>
              <a:defRPr sz="1200"/>
            </a:pPr>
            <a:r>
              <a:t>D:/pasar_fix/node_modules/.bun/date-fns@3.6.0/node_modules/date-fns/isWeekend.d.mts</a:t>
            </a:r>
          </a:p>
          <a:p>
            <a:pPr>
              <a:defRPr sz="1200"/>
            </a:pPr>
            <a:r>
              <a:t>D:/pasar_fix/node_modules/.bun/date-fns@3.6.0/node_modules/date-fns/isWeekend.d.ts</a:t>
            </a:r>
          </a:p>
          <a:p>
            <a:pPr>
              <a:defRPr sz="1200"/>
            </a:pPr>
            <a:r>
              <a:t>D:/pasar_fix/node_modules/.bun/date-fns@3.6.0/node_modules/date-fns/isWeekend.js</a:t>
            </a:r>
          </a:p>
          <a:p>
            <a:pPr>
              <a:defRPr sz="1200"/>
            </a:pPr>
            <a:r>
              <a:t>D:/pasar_fix/node_modules/.bun/date-fns@3.6.0/node_modules/date-fns/isWeekend.mjs</a:t>
            </a:r>
          </a:p>
          <a:p>
            <a:pPr>
              <a:defRPr sz="1200"/>
            </a:pPr>
            <a:r>
              <a:t>D:/pasar_fix/node_modules/.bun/date-fns@3.6.0/node_modules/date-fns/isWithinInterval.d.mts</a:t>
            </a:r>
          </a:p>
          <a:p>
            <a:pPr>
              <a:defRPr sz="1200"/>
            </a:pPr>
            <a:r>
              <a:t>D:/pasar_fix/node_modules/.bun/date-fns@3.6.0/node_modules/date-fns/isWithinInterval.d.ts</a:t>
            </a:r>
          </a:p>
          <a:p>
            <a:pPr>
              <a:defRPr sz="1200"/>
            </a:pPr>
            <a:r>
              <a:t>D:/pasar_fix/node_modules/.bun/date-fns@3.6.0/node_modules/date-fns/isWithinInterval.js</a:t>
            </a:r>
          </a:p>
          <a:p>
            <a:pPr>
              <a:defRPr sz="1200"/>
            </a:pPr>
            <a:r>
              <a:t>D:/pasar_fix/node_modules/.bun/date-fns@3.6.0/node_modules/date-fns/isWithinInterval.mjs</a:t>
            </a:r>
          </a:p>
          <a:p>
            <a:pPr>
              <a:defRPr sz="1200"/>
            </a:pPr>
            <a:r>
              <a:t>D:/pasar_fix/node_modules/.bun/date-fns@3.6.0/node_modules/date-fns/isYesterday.d.mts</a:t>
            </a:r>
          </a:p>
          <a:p>
            <a:pPr>
              <a:defRPr sz="1200"/>
            </a:pPr>
            <a:r>
              <a:t>D:/pasar_fix/node_modules/.bun/date-fns@3.6.0/node_modules/date-fns/isYesterday.d.ts</a:t>
            </a:r>
          </a:p>
          <a:p>
            <a:pPr>
              <a:defRPr sz="1200"/>
            </a:pPr>
            <a:r>
              <a:t>D:/pasar_fix/node_modules/.bun/date-fns@3.6.0/node_modules/date-fns/isYesterday.js</a:t>
            </a:r>
          </a:p>
          <a:p>
            <a:pPr>
              <a:defRPr sz="1200"/>
            </a:pPr>
            <a:r>
              <a:t>D:/pasar_fix/node_modules/.bun/date-fns@3.6.0/node_modules/date-fns/isYesterday.mjs</a:t>
            </a:r>
          </a:p>
          <a:p>
            <a:pPr>
              <a:defRPr sz="1200"/>
            </a:pPr>
            <a:r>
              <a:t>D:/pasar_fix/node_modules/.bun/date-fns@3.6.0/node_modules/date-fns/lastDayOfDecade.d.mts</a:t>
            </a:r>
          </a:p>
          <a:p>
            <a:pPr>
              <a:defRPr sz="1200"/>
            </a:pPr>
            <a:r>
              <a:t>D:/pasar_fix/node_modules/.bun/date-fns@3.6.0/node_modules/date-fns/lastDayOfDecade.d.ts</a:t>
            </a:r>
          </a:p>
          <a:p>
            <a:pPr>
              <a:defRPr sz="1200"/>
            </a:pPr>
            <a:r>
              <a:t>D:/pasar_fix/node_modules/.bun/date-fns@3.6.0/node_modules/date-fns/lastDayOfDecade.js</a:t>
            </a:r>
          </a:p>
          <a:p>
            <a:pPr>
              <a:defRPr sz="1200"/>
            </a:pPr>
            <a:r>
              <a:t>D:/pasar_fix/node_modules/.bun/date-fns@3.6.0/node_modules/date-fns/lastDayOfDecade.mjs</a:t>
            </a:r>
          </a:p>
          <a:p>
            <a:pPr>
              <a:defRPr sz="1200"/>
            </a:pPr>
            <a:r>
              <a:t>D:/pasar_fix/node_modules/.bun/date-fns@3.6.0/node_modules/date-fns/lastDayOfISOWeek.d.mts</a:t>
            </a:r>
          </a:p>
          <a:p>
            <a:pPr>
              <a:defRPr sz="1200"/>
            </a:pPr>
            <a:r>
              <a:t>D:/pasar_fix/node_modules/.bun/date-fns@3.6.0/node_modules/date-fns/lastDayOfISOWeek.d.ts</a:t>
            </a:r>
          </a:p>
          <a:p>
            <a:pPr>
              <a:defRPr sz="1200"/>
            </a:pPr>
            <a:r>
              <a:t>D:/pasar_fix/node_modules/.bun/date-fns@3.6.0/node_modules/date-fns/lastDayOfISOWeek.js</a:t>
            </a:r>
          </a:p>
          <a:p>
            <a:pPr>
              <a:defRPr sz="1200"/>
            </a:pPr>
            <a:r>
              <a:t>D:/pasar_fix/node_modules/.bun/date-fns@3.6.0/node_modules/date-fns/lastDayOfISOWeek.mjs</a:t>
            </a:r>
          </a:p>
          <a:p>
            <a:pPr>
              <a:defRPr sz="1200"/>
            </a:pPr>
            <a:r>
              <a:t>D:/pasar_fix/node_modules/.bun/date-fns@3.6.0/node_modules/date-fns/lastDayOfISOWeekYear.d.mts</a:t>
            </a:r>
          </a:p>
          <a:p>
            <a:pPr>
              <a:defRPr sz="1200"/>
            </a:pPr>
            <a:r>
              <a:t>D:/pasar_fix/node_modules/.bun/date-fns@3.6.0/node_modules/date-fns/lastDayOfISOWeekYear.d.ts</a:t>
            </a:r>
          </a:p>
          <a:p>
            <a:pPr>
              <a:defRPr sz="1200"/>
            </a:pPr>
            <a:r>
              <a:t>D:/pasar_fix/node_modules/.bun/date-fns@3.6.0/node_modules/date-fns/lastDayOfISOWeekYear.js</a:t>
            </a:r>
          </a:p>
          <a:p>
            <a:pPr>
              <a:defRPr sz="1200"/>
            </a:pPr>
            <a:r>
              <a:t>D:/pasar_fix/node_modules/.bun/date-fns@3.6.0/node_modules/date-fns/lastDayOfISOWeekYear.mjs</a:t>
            </a:r>
          </a:p>
          <a:p>
            <a:pPr>
              <a:defRPr sz="1200"/>
            </a:pPr>
            <a:r>
              <a:t>D:/pasar_fix/node_modules/.bun/date-fns@3.6.0/node_modules/date-fns/lastDayOfMonth.d.mts</a:t>
            </a:r>
          </a:p>
          <a:p>
            <a:pPr>
              <a:defRPr sz="1200"/>
            </a:pPr>
            <a:r>
              <a:t>D:/pasar_fix/node_modules/.bun/date-fns@3.6.0/node_modules/date-fns/lastDayOfMonth.d.ts</a:t>
            </a:r>
          </a:p>
          <a:p>
            <a:pPr>
              <a:defRPr sz="1200"/>
            </a:pPr>
            <a:r>
              <a:t>D:/pasar_fix/node_modules/.bun/date-fns@3.6.0/node_modules/date-fns/lastDayOfMonth.js</a:t>
            </a:r>
          </a:p>
          <a:p>
            <a:pPr>
              <a:defRPr sz="1200"/>
            </a:pPr>
            <a:r>
              <a:t>D:/pasar_fix/node_modules/.bun/date-fns@3.6.0/node_modules/date-fns/lastDayOfMonth.mjs</a:t>
            </a:r>
          </a:p>
          <a:p>
            <a:pPr>
              <a:defRPr sz="1200"/>
            </a:pPr>
            <a:r>
              <a:t>D:/pasar_fix/node_modules/.bun/date-fns@3.6.0/node_modules/date-fns/lastDayOfQuarter.d.mts</a:t>
            </a:r>
          </a:p>
          <a:p>
            <a:pPr>
              <a:defRPr sz="1200"/>
            </a:pPr>
            <a:r>
              <a:t>D:/pasar_fix/node_modules/.bun/date-fns@3.6.0/node_modules/date-fns/lastDayOfQuarter.d.ts</a:t>
            </a:r>
          </a:p>
          <a:p>
            <a:pPr>
              <a:defRPr sz="1200"/>
            </a:pPr>
            <a:r>
              <a:t>D:/pasar_fix/node_modules/.bun/date-fns@3.6.0/node_modules/date-fns/lastDayOfQuarter.js</a:t>
            </a:r>
          </a:p>
          <a:p>
            <a:pPr>
              <a:defRPr sz="1200"/>
            </a:pPr>
            <a:r>
              <a:t>D:/pasar_fix/node_modules/.bun/date-fns@3.6.0/node_modules/date-fns/lastDayOfQuarter.mjs</a:t>
            </a:r>
          </a:p>
          <a:p>
            <a:pPr>
              <a:defRPr sz="1200"/>
            </a:pPr>
            <a:r>
              <a:t>D:/pasar_fix/node_modules/.bun/date-fns@3.6.0/node_modules/date-fns/lastDayOfWeek.d.mts</a:t>
            </a:r>
          </a:p>
          <a:p>
            <a:pPr>
              <a:defRPr sz="1200"/>
            </a:pPr>
            <a:r>
              <a:t>D:/pasar_fix/node_modules/.bun/date-fns@3.6.0/node_modules/date-fns/lastDayOfWeek.d.ts</a:t>
            </a:r>
          </a:p>
          <a:p>
            <a:pPr>
              <a:defRPr sz="1200"/>
            </a:pPr>
            <a:r>
              <a:t>D:/pasar_fix/node_modules/.bun/date-fns@3.6.0/node_modules/date-fns/lastDayOfWeek.js</a:t>
            </a:r>
          </a:p>
          <a:p>
            <a:pPr>
              <a:defRPr sz="1200"/>
            </a:pPr>
            <a:r>
              <a:t>D:/pasar_fix/node_modules/.bun/date-fns@3.6.0/node_modules/date-fns/lastDayOfWeek.mjs</a:t>
            </a:r>
          </a:p>
          <a:p>
            <a:pPr>
              <a:defRPr sz="1200"/>
            </a:pPr>
            <a:r>
              <a:t>D:/pasar_fix/node_modules/.bun/date-fns@3.6.0/node_modules/date-fns/lastDayOfYear.d.mts</a:t>
            </a:r>
          </a:p>
          <a:p>
            <a:pPr>
              <a:defRPr sz="1200"/>
            </a:pPr>
            <a:r>
              <a:t>D:/pasar_fix/node_modules/.bun/date-fns@3.6.0/node_modules/date-fns/lastDayOfYear.d.ts</a:t>
            </a:r>
          </a:p>
          <a:p>
            <a:pPr>
              <a:defRPr sz="1200"/>
            </a:pPr>
            <a:r>
              <a:t>D:/pasar_fix/node_modules/.bun/date-fns@3.6.0/node_modules/date-fns/lastDayOfYear.js</a:t>
            </a:r>
          </a:p>
          <a:p>
            <a:pPr>
              <a:defRPr sz="1200"/>
            </a:pPr>
            <a:r>
              <a:t>D:/pasar_fix/node_modules/.bun/date-fns@3.6.0/node_modules/date-fns/lastDayOfYear.mjs</a:t>
            </a:r>
          </a:p>
          <a:p>
            <a:pPr>
              <a:defRPr sz="1200"/>
            </a:pPr>
            <a:r>
              <a:t>D:/pasar_fix/node_modules/.bun/date-fns@3.6.0/node_modules/date-fns/LICENSE.md</a:t>
            </a:r>
          </a:p>
          <a:p>
            <a:pPr>
              <a:defRPr sz="1200"/>
            </a:pPr>
            <a:r>
              <a:t>D:/pasar_fix/node_modules/.bun/date-fns@3.6.0/node_modules/date-fns/lightFormat.d.mts</a:t>
            </a:r>
          </a:p>
          <a:p>
            <a:pPr>
              <a:defRPr sz="1200"/>
            </a:pPr>
            <a:r>
              <a:t>D:/pasar_fix/node_modules/.bun/date-fns@3.6.0/node_modules/date-fns/lightFormat.d.ts</a:t>
            </a:r>
          </a:p>
          <a:p>
            <a:pPr>
              <a:defRPr sz="1200"/>
            </a:pPr>
            <a:r>
              <a:t>D:/pasar_fix/node_modules/.bun/date-fns@3.6.0/node_modules/date-fns/lightFormat.js</a:t>
            </a:r>
          </a:p>
          <a:p>
            <a:pPr>
              <a:defRPr sz="1200"/>
            </a:pPr>
            <a:r>
              <a:t>D:/pasar_fix/node_modules/.bun/date-fns@3.6.0/node_modules/date-fns/lightFormat.mjs</a:t>
            </a:r>
          </a:p>
          <a:p>
            <a:pPr>
              <a:defRPr sz="1200"/>
            </a:pPr>
            <a:r>
              <a:t>D:/pasar_fix/node_modules/.bun/date-fns@3.6.0/node_modules/date-fns/locale.d.mts</a:t>
            </a:r>
          </a:p>
          <a:p>
            <a:pPr>
              <a:defRPr sz="1200"/>
            </a:pPr>
            <a:r>
              <a:t>D:/pasar_fix/node_modules/.bun/date-fns@3.6.0/node_modules/date-fns/locale.d.ts</a:t>
            </a:r>
          </a:p>
          <a:p>
            <a:pPr>
              <a:defRPr sz="1200"/>
            </a:pPr>
            <a:r>
              <a:t>D:/pasar_fix/node_modules/.bun/date-fns@3.6.0/node_modules/date-fns/locale.js</a:t>
            </a:r>
          </a:p>
          <a:p>
            <a:pPr>
              <a:defRPr sz="1200"/>
            </a:pPr>
            <a:r>
              <a:t>D:/pasar_fix/node_modules/.bun/date-fns@3.6.0/node_modules/date-fns/locale.mjs</a:t>
            </a:r>
          </a:p>
          <a:p>
            <a:pPr>
              <a:defRPr sz="1200"/>
            </a:pPr>
            <a:r>
              <a:t>D:/pasar_fix/node_modules/.bun/date-fns@3.6.0/node_modules/date-fns/max.d.mts</a:t>
            </a:r>
          </a:p>
          <a:p>
            <a:pPr>
              <a:defRPr sz="1200"/>
            </a:pPr>
            <a:r>
              <a:t>D:/pasar_fix/node_modules/.bun/date-fns@3.6.0/node_modules/date-fns/max.d.ts</a:t>
            </a:r>
          </a:p>
          <a:p>
            <a:pPr>
              <a:defRPr sz="1200"/>
            </a:pPr>
            <a:r>
              <a:t>D:/pasar_fix/node_modules/.bun/date-fns@3.6.0/node_modules/date-fns/max.js</a:t>
            </a:r>
          </a:p>
          <a:p>
            <a:pPr>
              <a:defRPr sz="1200"/>
            </a:pPr>
            <a:r>
              <a:t>D:/pasar_fix/node_modules/.bun/date-fns@3.6.0/node_modules/date-fns/max.mjs</a:t>
            </a:r>
          </a:p>
          <a:p>
            <a:pPr>
              <a:defRPr sz="1200"/>
            </a:pPr>
            <a:r>
              <a:t>D:/pasar_fix/node_modules/.bun/date-fns@3.6.0/node_modules/date-fns/milliseconds.d.mts</a:t>
            </a:r>
          </a:p>
          <a:p>
            <a:pPr>
              <a:defRPr sz="1200"/>
            </a:pPr>
            <a:r>
              <a:t>D:/pasar_fix/node_modules/.bun/date-fns@3.6.0/node_modules/date-fns/milliseconds.d.ts</a:t>
            </a:r>
          </a:p>
          <a:p>
            <a:pPr>
              <a:defRPr sz="1200"/>
            </a:pPr>
            <a:r>
              <a:t>D:/pasar_fix/node_modules/.bun/date-fns@3.6.0/node_modules/date-fns/milliseconds.js</a:t>
            </a:r>
          </a:p>
          <a:p>
            <a:pPr>
              <a:defRPr sz="1200"/>
            </a:pPr>
            <a:r>
              <a:t>D:/pasar_fix/node_modules/.bun/date-fns@3.6.0/node_modules/date-fns/milliseconds.mjs</a:t>
            </a:r>
          </a:p>
          <a:p>
            <a:pPr>
              <a:defRPr sz="1200"/>
            </a:pPr>
            <a:r>
              <a:t>D:/pasar_fix/node_modules/.bun/date-fns@3.6.0/node_modules/date-fns/millisecondsToHours.d.mts</a:t>
            </a:r>
          </a:p>
          <a:p>
            <a:pPr>
              <a:defRPr sz="1200"/>
            </a:pPr>
            <a:r>
              <a:t>D:/pasar_fix/node_modules/.bun/date-fns@3.6.0/node_modules/date-fns/millisecondsToHours.d.ts</a:t>
            </a:r>
          </a:p>
          <a:p>
            <a:pPr>
              <a:defRPr sz="1200"/>
            </a:pPr>
            <a:r>
              <a:t>D:/pasar_fix/node_modules/.bun/date-fns@3.6.0/node_modules/date-fns/millisecondsToHours.js</a:t>
            </a:r>
          </a:p>
          <a:p>
            <a:pPr>
              <a:defRPr sz="1200"/>
            </a:pPr>
            <a:r>
              <a:t>D:/pasar_fix/node_modules/.bun/date-fns@3.6.0/node_modules/date-fns/millisecondsToHours.mjs</a:t>
            </a:r>
          </a:p>
          <a:p>
            <a:pPr>
              <a:defRPr sz="1200"/>
            </a:pPr>
            <a:r>
              <a:t>D:/pasar_fix/node_modules/.bun/date-fns@3.6.0/node_modules/date-fns/millisecondsToMinutes.d.mts</a:t>
            </a:r>
          </a:p>
          <a:p>
            <a:pPr>
              <a:defRPr sz="1200"/>
            </a:pPr>
            <a:r>
              <a:t>D:/pasar_fix/node_modules/.bun/date-fns@3.6.0/node_modules/date-fns/millisecondsToMinutes.d.ts</a:t>
            </a:r>
          </a:p>
          <a:p>
            <a:pPr>
              <a:defRPr sz="1200"/>
            </a:pPr>
            <a:r>
              <a:t>D:/pasar_fix/node_modules/.bun/date-fns@3.6.0/node_modules/date-fns/millisecondsToMinutes.js</a:t>
            </a:r>
          </a:p>
          <a:p>
            <a:pPr>
              <a:defRPr sz="1200"/>
            </a:pPr>
            <a:r>
              <a:t>D:/pasar_fix/node_modules/.bun/date-fns@3.6.0/node_modules/date-fns/millisecondsToMinutes.mjs</a:t>
            </a:r>
          </a:p>
          <a:p>
            <a:pPr>
              <a:defRPr sz="1200"/>
            </a:pPr>
            <a:r>
              <a:t>D:/pasar_fix/node_modules/.bun/date-fns@3.6.0/node_modules/date-fns/millisecondsToSeconds.d.mts</a:t>
            </a:r>
          </a:p>
          <a:p>
            <a:pPr>
              <a:defRPr sz="1200"/>
            </a:pPr>
            <a:r>
              <a:t>D:/pasar_fix/node_modules/.bun/date-fns@3.6.0/node_modules/date-fns/millisecondsToSeconds.d.ts</a:t>
            </a:r>
          </a:p>
          <a:p>
            <a:pPr>
              <a:defRPr sz="1200"/>
            </a:pPr>
            <a:r>
              <a:t>D:/pasar_fix/node_modules/.bun/date-fns@3.6.0/node_modules/date-fns/millisecondsToSeconds.js</a:t>
            </a:r>
          </a:p>
          <a:p>
            <a:pPr>
              <a:defRPr sz="1200"/>
            </a:pPr>
            <a:r>
              <a:t>D:/pasar_fix/node_modules/.bun/date-fns@3.6.0/node_modules/date-fns/millisecondsToSeconds.mjs</a:t>
            </a:r>
          </a:p>
          <a:p>
            <a:pPr>
              <a:defRPr sz="1200"/>
            </a:pPr>
            <a:r>
              <a:t>D:/pasar_fix/node_modules/.bun/date-fns@3.6.0/node_modules/date-fns/min.d.mts</a:t>
            </a:r>
          </a:p>
          <a:p>
            <a:pPr>
              <a:defRPr sz="1200"/>
            </a:pPr>
            <a:r>
              <a:t>D:/pasar_fix/node_modules/.bun/date-fns@3.6.0/node_modules/date-fns/min.d.ts</a:t>
            </a:r>
          </a:p>
          <a:p>
            <a:pPr>
              <a:defRPr sz="1200"/>
            </a:pPr>
            <a:r>
              <a:t>D:/pasar_fix/node_modules/.bun/date-fns@3.6.0/node_modules/date-fns/min.js</a:t>
            </a:r>
          </a:p>
          <a:p>
            <a:pPr>
              <a:defRPr sz="1200"/>
            </a:pPr>
            <a:r>
              <a:t>D:/pasar_fix/node_modules/.bun/date-fns@3.6.0/node_modules/date-fns/min.mjs</a:t>
            </a:r>
          </a:p>
          <a:p>
            <a:pPr>
              <a:defRPr sz="1200"/>
            </a:pPr>
            <a:r>
              <a:t>D:/pasar_fix/node_modules/.bun/date-fns@3.6.0/node_modules/date-fns/minutesToHours.d.mts</a:t>
            </a:r>
          </a:p>
          <a:p>
            <a:pPr>
              <a:defRPr sz="1200"/>
            </a:pPr>
            <a:r>
              <a:t>D:/pasar_fix/node_modules/.bun/date-fns@3.6.0/node_modules/date-fns/minutesToHours.d.ts</a:t>
            </a:r>
          </a:p>
          <a:p>
            <a:pPr>
              <a:defRPr sz="1200"/>
            </a:pPr>
            <a:r>
              <a:t>D:/pasar_fix/node_modules/.bun/date-fns@3.6.0/node_modules/date-fns/minutesToHours.js</a:t>
            </a:r>
          </a:p>
          <a:p>
            <a:pPr>
              <a:defRPr sz="1200"/>
            </a:pPr>
            <a:r>
              <a:t>D:/pasar_fix/node_modules/.bun/date-fns@3.6.0/node_modules/date-fns/minutesToHours.mjs</a:t>
            </a:r>
          </a:p>
          <a:p>
            <a:pPr>
              <a:defRPr sz="1200"/>
            </a:pPr>
            <a:r>
              <a:t>D:/pasar_fix/node_modules/.bun/date-fns@3.6.0/node_modules/date-fns/minutesToMilliseconds.d.mts</a:t>
            </a:r>
          </a:p>
          <a:p>
            <a:pPr>
              <a:defRPr sz="1200"/>
            </a:pPr>
            <a:r>
              <a:t>D:/pasar_fix/node_modules/.bun/date-fns@3.6.0/node_modules/date-fns/minutesToMilliseconds.d.ts</a:t>
            </a:r>
          </a:p>
          <a:p>
            <a:pPr>
              <a:defRPr sz="1200"/>
            </a:pPr>
            <a:r>
              <a:t>D:/pasar_fix/node_modules/.bun/date-fns@3.6.0/node_modules/date-fns/minutesToMilliseconds.js</a:t>
            </a:r>
          </a:p>
          <a:p>
            <a:pPr>
              <a:defRPr sz="1200"/>
            </a:pPr>
            <a:r>
              <a:t>D:/pasar_fix/node_modules/.bun/date-fns@3.6.0/node_modules/date-fns/minutesToMilliseconds.mjs</a:t>
            </a:r>
          </a:p>
          <a:p>
            <a:pPr>
              <a:defRPr sz="1200"/>
            </a:pPr>
            <a:r>
              <a:t>D:/pasar_fix/node_modules/.bun/date-fns@3.6.0/node_modules/date-fns/minutesToSeconds.d.mts</a:t>
            </a:r>
          </a:p>
          <a:p>
            <a:pPr>
              <a:defRPr sz="1200"/>
            </a:pPr>
            <a:r>
              <a:t>D:/pasar_fix/node_modules/.bun/date-fns@3.6.0/node_modules/date-fns/minutesToSeconds.d.ts</a:t>
            </a:r>
          </a:p>
          <a:p>
            <a:pPr>
              <a:defRPr sz="1200"/>
            </a:pPr>
            <a:r>
              <a:t>D:/pasar_fix/node_modules/.bun/date-fns@3.6.0/node_modules/date-fns/minutesToSeconds.js</a:t>
            </a:r>
          </a:p>
          <a:p>
            <a:pPr>
              <a:defRPr sz="1200"/>
            </a:pPr>
            <a:r>
              <a:t>D:/pasar_fix/node_modules/.bun/date-fns@3.6.0/node_modules/date-fns/minutesToSeconds.mjs</a:t>
            </a:r>
          </a:p>
          <a:p>
            <a:pPr>
              <a:defRPr sz="1200"/>
            </a:pPr>
            <a:r>
              <a:t>D:/pasar_fix/node_modules/.bun/date-fns@3.6.0/node_modules/date-fns/monthsToQuarters.d.mts</a:t>
            </a:r>
          </a:p>
          <a:p>
            <a:pPr>
              <a:defRPr sz="1200"/>
            </a:pPr>
            <a:r>
              <a:t>D:/pasar_fix/node_modules/.bun/date-fns@3.6.0/node_modules/date-fns/monthsToQuarters.d.ts</a:t>
            </a:r>
          </a:p>
          <a:p>
            <a:pPr>
              <a:defRPr sz="1200"/>
            </a:pPr>
            <a:r>
              <a:t>D:/pasar_fix/node_modules/.bun/date-fns@3.6.0/node_modules/date-fns/monthsToQuarters.js</a:t>
            </a:r>
          </a:p>
          <a:p>
            <a:pPr>
              <a:defRPr sz="1200"/>
            </a:pPr>
            <a:r>
              <a:t>D:/pasar_fix/node_modules/.bun/date-fns@3.6.0/node_modules/date-fns/monthsToQuarters.mjs</a:t>
            </a:r>
          </a:p>
          <a:p>
            <a:pPr>
              <a:defRPr sz="1200"/>
            </a:pPr>
            <a:r>
              <a:t>D:/pasar_fix/node_modules/.bun/date-fns@3.6.0/node_modules/date-fns/monthsToYears.d.mts</a:t>
            </a:r>
          </a:p>
          <a:p>
            <a:pPr>
              <a:defRPr sz="1200"/>
            </a:pPr>
            <a:r>
              <a:t>D:/pasar_fix/node_modules/.bun/date-fns@3.6.0/node_modules/date-fns/monthsToYears.d.ts</a:t>
            </a:r>
          </a:p>
          <a:p>
            <a:pPr>
              <a:defRPr sz="1200"/>
            </a:pPr>
            <a:r>
              <a:t>D:/pasar_fix/node_modules/.bun/date-fns@3.6.0/node_modules/date-fns/monthsToYears.js</a:t>
            </a:r>
          </a:p>
          <a:p>
            <a:pPr>
              <a:defRPr sz="1200"/>
            </a:pPr>
            <a:r>
              <a:t>D:/pasar_fix/node_modules/.bun/date-fns@3.6.0/node_modules/date-fns/monthsToYears.mjs</a:t>
            </a:r>
          </a:p>
          <a:p>
            <a:pPr>
              <a:defRPr sz="1200"/>
            </a:pPr>
            <a:r>
              <a:t>D:/pasar_fix/node_modules/.bun/date-fns@3.6.0/node_modules/date-fns/nextDay.d.mts</a:t>
            </a:r>
          </a:p>
          <a:p>
            <a:pPr>
              <a:defRPr sz="1200"/>
            </a:pPr>
            <a:r>
              <a:t>D:/pasar_fix/node_modules/.bun/date-fns@3.6.0/node_modules/date-fns/nextDay.d.ts</a:t>
            </a:r>
          </a:p>
          <a:p>
            <a:pPr>
              <a:defRPr sz="1200"/>
            </a:pPr>
            <a:r>
              <a:t>D:/pasar_fix/node_modules/.bun/date-fns@3.6.0/node_modules/date-fns/nextDay.js</a:t>
            </a:r>
          </a:p>
          <a:p>
            <a:pPr>
              <a:defRPr sz="1200"/>
            </a:pPr>
            <a:r>
              <a:t>D:/pasar_fix/node_modules/.bun/date-fns@3.6.0/node_modules/date-fns/nextDay.mjs</a:t>
            </a:r>
          </a:p>
          <a:p>
            <a:pPr>
              <a:defRPr sz="1200"/>
            </a:pPr>
            <a:r>
              <a:t>D:/pasar_fix/node_modules/.bun/date-fns@3.6.0/node_modules/date-fns/nextFriday.d.mts</a:t>
            </a:r>
          </a:p>
          <a:p>
            <a:pPr>
              <a:defRPr sz="1200"/>
            </a:pPr>
            <a:r>
              <a:t>D:/pasar_fix/node_modules/.bun/date-fns@3.6.0/node_modules/date-fns/nextFriday.d.ts</a:t>
            </a:r>
          </a:p>
          <a:p>
            <a:pPr>
              <a:defRPr sz="1200"/>
            </a:pPr>
            <a:r>
              <a:t>D:/pasar_fix/node_modules/.bun/date-fns@3.6.0/node_modules/date-fns/nextFriday.js</a:t>
            </a:r>
          </a:p>
          <a:p>
            <a:pPr>
              <a:defRPr sz="1200"/>
            </a:pPr>
            <a:r>
              <a:t>D:/pasar_fix/node_modules/.bun/date-fns@3.6.0/node_modules/date-fns/nextFriday.mjs</a:t>
            </a:r>
          </a:p>
          <a:p>
            <a:pPr>
              <a:defRPr sz="1200"/>
            </a:pPr>
            <a:r>
              <a:t>D:/pasar_fix/node_modules/.bun/date-fns@3.6.0/node_modules/date-fns/nextMonday.d.mts</a:t>
            </a:r>
          </a:p>
          <a:p>
            <a:pPr>
              <a:defRPr sz="1200"/>
            </a:pPr>
            <a:r>
              <a:t>D:/pasar_fix/node_modules/.bun/date-fns@3.6.0/node_modules/date-fns/nextMonday.d.ts</a:t>
            </a:r>
          </a:p>
          <a:p>
            <a:pPr>
              <a:defRPr sz="1200"/>
            </a:pPr>
            <a:r>
              <a:t>D:/pasar_fix/node_modules/.bun/date-fns@3.6.0/node_modules/date-fns/nextMonday.js</a:t>
            </a:r>
          </a:p>
          <a:p>
            <a:pPr>
              <a:defRPr sz="1200"/>
            </a:pPr>
            <a:r>
              <a:t>D:/pasar_fix/node_modules/.bun/date-fns@3.6.0/node_modules/date-fns/nextMonday.mjs</a:t>
            </a:r>
          </a:p>
          <a:p>
            <a:pPr>
              <a:defRPr sz="1200"/>
            </a:pPr>
            <a:r>
              <a:t>D:/pasar_fix/node_modules/.bun/date-fns@3.6.0/node_modules/date-fns/nextSaturday.d.mts</a:t>
            </a:r>
          </a:p>
          <a:p>
            <a:pPr>
              <a:defRPr sz="1200"/>
            </a:pPr>
            <a:r>
              <a:t>D:/pasar_fix/node_modules/.bun/date-fns@3.6.0/node_modules/date-fns/nextSaturday.d.ts</a:t>
            </a:r>
          </a:p>
          <a:p>
            <a:pPr>
              <a:defRPr sz="1200"/>
            </a:pPr>
            <a:r>
              <a:t>D:/pasar_fix/node_modules/.bun/date-fns@3.6.0/node_modules/date-fns/nextSaturday.js</a:t>
            </a:r>
          </a:p>
          <a:p>
            <a:pPr>
              <a:defRPr sz="1200"/>
            </a:pPr>
            <a:r>
              <a:t>D:/pasar_fix/node_modules/.bun/date-fns@3.6.0/node_modules/date-fns/nextSaturday.mjs</a:t>
            </a:r>
          </a:p>
          <a:p>
            <a:pPr>
              <a:defRPr sz="1200"/>
            </a:pPr>
            <a:r>
              <a:t>D:/pasar_fix/node_modules/.bun/date-fns@3.6.0/node_modules/date-fns/nextSunday.d.mts</a:t>
            </a:r>
          </a:p>
          <a:p>
            <a:pPr>
              <a:defRPr sz="1200"/>
            </a:pPr>
            <a:r>
              <a:t>D:/pasar_fix/node_modules/.bun/date-fns@3.6.0/node_modules/date-fns/nextSunday.d.ts</a:t>
            </a:r>
          </a:p>
          <a:p>
            <a:pPr>
              <a:defRPr sz="1200"/>
            </a:pPr>
            <a:r>
              <a:t>D:/pasar_fix/node_modules/.bun/date-fns@3.6.0/node_modules/date-fns/nextSunday.js</a:t>
            </a:r>
          </a:p>
          <a:p>
            <a:pPr>
              <a:defRPr sz="1200"/>
            </a:pPr>
            <a:r>
              <a:t>D:/pasar_fix/node_modules/.bun/date-fns@3.6.0/node_modules/date-fns/nextSunday.mjs</a:t>
            </a:r>
          </a:p>
          <a:p>
            <a:pPr>
              <a:defRPr sz="1200"/>
            </a:pPr>
            <a:r>
              <a:t>D:/pasar_fix/node_modules/.bun/date-fns@3.6.0/node_modules/date-fns/nextThursday.d.mts</a:t>
            </a:r>
          </a:p>
          <a:p>
            <a:pPr>
              <a:defRPr sz="1200"/>
            </a:pPr>
            <a:r>
              <a:t>D:/pasar_fix/node_modules/.bun/date-fns@3.6.0/node_modules/date-fns/nextThursday.d.ts</a:t>
            </a:r>
          </a:p>
          <a:p>
            <a:pPr>
              <a:defRPr sz="1200"/>
            </a:pPr>
            <a:r>
              <a:t>D:/pasar_fix/node_modules/.bun/date-fns@3.6.0/node_modules/date-fns/nextThursday.js</a:t>
            </a:r>
          </a:p>
          <a:p>
            <a:pPr>
              <a:defRPr sz="1200"/>
            </a:pPr>
            <a:r>
              <a:t>D:/pasar_fix/node_modules/.bun/date-fns@3.6.0/node_modules/date-fns/nextThursday.mjs</a:t>
            </a:r>
          </a:p>
          <a:p>
            <a:pPr>
              <a:defRPr sz="1200"/>
            </a:pPr>
            <a:r>
              <a:t>D:/pasar_fix/node_modules/.bun/date-fns@3.6.0/node_modules/date-fns/nextTuesday.d.mts</a:t>
            </a:r>
          </a:p>
          <a:p>
            <a:pPr>
              <a:defRPr sz="1200"/>
            </a:pPr>
            <a:r>
              <a:t>D:/pasar_fix/node_modules/.bun/date-fns@3.6.0/node_modules/date-fns/nextTuesday.d.ts</a:t>
            </a:r>
          </a:p>
          <a:p>
            <a:pPr>
              <a:defRPr sz="1200"/>
            </a:pPr>
            <a:r>
              <a:t>D:/pasar_fix/node_modules/.bun/date-fns@3.6.0/node_modules/date-fns/nextTuesday.js</a:t>
            </a:r>
          </a:p>
          <a:p>
            <a:pPr>
              <a:defRPr sz="1200"/>
            </a:pPr>
            <a:r>
              <a:t>D:/pasar_fix/node_modules/.bun/date-fns@3.6.0/node_modules/date-fns/nextTuesday.mjs</a:t>
            </a:r>
          </a:p>
          <a:p>
            <a:pPr>
              <a:defRPr sz="1200"/>
            </a:pPr>
            <a:r>
              <a:t>D:/pasar_fix/node_modules/.bun/date-fns@3.6.0/node_modules/date-fns/nextWednesday.d.mts</a:t>
            </a:r>
          </a:p>
          <a:p>
            <a:pPr>
              <a:defRPr sz="1200"/>
            </a:pPr>
            <a:r>
              <a:t>D:/pasar_fix/node_modules/.bun/date-fns@3.6.0/node_modules/date-fns/nextWednesday.d.ts</a:t>
            </a:r>
          </a:p>
          <a:p>
            <a:pPr>
              <a:defRPr sz="1200"/>
            </a:pPr>
            <a:r>
              <a:t>D:/pasar_fix/node_modules/.bun/date-fns@3.6.0/node_modules/date-fns/nextWednesday.js</a:t>
            </a:r>
          </a:p>
          <a:p>
            <a:pPr>
              <a:defRPr sz="1200"/>
            </a:pPr>
            <a:r>
              <a:t>D:/pasar_fix/node_modules/.bun/date-fns@3.6.0/node_modules/date-fns/nextWednesday.mjs</a:t>
            </a:r>
          </a:p>
          <a:p>
            <a:pPr>
              <a:defRPr sz="1200"/>
            </a:pPr>
            <a:r>
              <a:t>D:/pasar_fix/node_modules/.bun/date-fns@3.6.0/node_modules/date-fns/package.json</a:t>
            </a:r>
          </a:p>
          <a:p>
            <a:pPr>
              <a:defRPr sz="1200"/>
            </a:pPr>
            <a:r>
              <a:t>D:/pasar_fix/node_modules/.bun/date-fns@3.6.0/node_modules/date-fns/parse.d.mts</a:t>
            </a:r>
          </a:p>
          <a:p>
            <a:pPr>
              <a:defRPr sz="1200"/>
            </a:pPr>
            <a:r>
              <a:t>D:/pasar_fix/node_modules/.bun/date-fns@3.6.0/node_modules/date-fns/parse.d.ts</a:t>
            </a:r>
          </a:p>
          <a:p>
            <a:pPr>
              <a:defRPr sz="1200"/>
            </a:pPr>
            <a:r>
              <a:t>D:/pasar_fix/node_modules/.bun/date-fns@3.6.0/node_modules/date-fns/parse.js</a:t>
            </a:r>
          </a:p>
          <a:p>
            <a:pPr>
              <a:defRPr sz="1200"/>
            </a:pPr>
            <a:r>
              <a:t>D:/pasar_fix/node_modules/.bun/date-fns@3.6.0/node_modules/date-fns/parse.mjs</a:t>
            </a:r>
          </a:p>
          <a:p>
            <a:pPr>
              <a:defRPr sz="1200"/>
            </a:pPr>
            <a:r>
              <a:t>D:/pasar_fix/node_modules/.bun/date-fns@3.6.0/node_modules/date-fns/parseISO.d.mts</a:t>
            </a:r>
          </a:p>
          <a:p>
            <a:pPr>
              <a:defRPr sz="1200"/>
            </a:pPr>
            <a:r>
              <a:t>D:/pasar_fix/node_modules/.bun/date-fns@3.6.0/node_modules/date-fns/parseISO.d.ts</a:t>
            </a:r>
          </a:p>
          <a:p>
            <a:pPr>
              <a:defRPr sz="1200"/>
            </a:pPr>
            <a:r>
              <a:t>D:/pasar_fix/node_modules/.bun/date-fns@3.6.0/node_modules/date-fns/parseISO.js</a:t>
            </a:r>
          </a:p>
          <a:p>
            <a:pPr>
              <a:defRPr sz="1200"/>
            </a:pPr>
            <a:r>
              <a:t>D:/pasar_fix/node_modules/.bun/date-fns@3.6.0/node_modules/date-fns/parseISO.mjs</a:t>
            </a:r>
          </a:p>
          <a:p>
            <a:pPr>
              <a:defRPr sz="1200"/>
            </a:pPr>
            <a:r>
              <a:t>D:/pasar_fix/node_modules/.bun/date-fns@3.6.0/node_modules/date-fns/parseJSON.d.mts</a:t>
            </a:r>
          </a:p>
          <a:p>
            <a:pPr>
              <a:defRPr sz="1200"/>
            </a:pPr>
            <a:r>
              <a:t>D:/pasar_fix/node_modules/.bun/date-fns@3.6.0/node_modules/date-fns/parseJSON.d.ts</a:t>
            </a:r>
          </a:p>
          <a:p>
            <a:pPr>
              <a:defRPr sz="1200"/>
            </a:pPr>
            <a:r>
              <a:t>D:/pasar_fix/node_modules/.bun/date-fns@3.6.0/node_modules/date-fns/parseJSON.js</a:t>
            </a:r>
          </a:p>
          <a:p>
            <a:pPr>
              <a:defRPr sz="1200"/>
            </a:pPr>
            <a:r>
              <a:t>D:/pasar_fix/node_modules/.bun/date-fns@3.6.0/node_modules/date-fns/parseJSON.mjs</a:t>
            </a:r>
          </a:p>
          <a:p>
            <a:pPr>
              <a:defRPr sz="1200"/>
            </a:pPr>
            <a:r>
              <a:t>D:/pasar_fix/node_modules/.bun/date-fns@3.6.0/node_modules/date-fns/previousDay.d.mts</a:t>
            </a:r>
          </a:p>
          <a:p>
            <a:pPr>
              <a:defRPr sz="1200"/>
            </a:pPr>
            <a:r>
              <a:t>D:/pasar_fix/node_modules/.bun/date-fns@3.6.0/node_modules/date-fns/previousDay.d.ts</a:t>
            </a:r>
          </a:p>
          <a:p>
            <a:pPr>
              <a:defRPr sz="1200"/>
            </a:pPr>
            <a:r>
              <a:t>D:/pasar_fix/node_modules/.bun/date-fns@3.6.0/node_modules/date-fns/previousDay.js</a:t>
            </a:r>
          </a:p>
          <a:p>
            <a:pPr>
              <a:defRPr sz="1200"/>
            </a:pPr>
            <a:r>
              <a:t>D:/pasar_fix/node_modules/.bun/date-fns@3.6.0/node_modules/date-fns/previousDay.mjs</a:t>
            </a:r>
          </a:p>
          <a:p>
            <a:pPr>
              <a:defRPr sz="1200"/>
            </a:pPr>
            <a:r>
              <a:t>D:/pasar_fix/node_modules/.bun/date-fns@3.6.0/node_modules/date-fns/previousFriday.d.mts</a:t>
            </a:r>
          </a:p>
          <a:p>
            <a:pPr>
              <a:defRPr sz="1200"/>
            </a:pPr>
            <a:r>
              <a:t>D:/pasar_fix/node_modules/.bun/date-fns@3.6.0/node_modules/date-fns/previousFriday.d.ts</a:t>
            </a:r>
          </a:p>
          <a:p>
            <a:pPr>
              <a:defRPr sz="1200"/>
            </a:pPr>
            <a:r>
              <a:t>D:/pasar_fix/node_modules/.bun/date-fns@3.6.0/node_modules/date-fns/previousFriday.js</a:t>
            </a:r>
          </a:p>
          <a:p>
            <a:pPr>
              <a:defRPr sz="1200"/>
            </a:pPr>
            <a:r>
              <a:t>D:/pasar_fix/node_modules/.bun/date-fns@3.6.0/node_modules/date-fns/previousFriday.mjs</a:t>
            </a:r>
          </a:p>
          <a:p>
            <a:pPr>
              <a:defRPr sz="1200"/>
            </a:pPr>
            <a:r>
              <a:t>D:/pasar_fix/node_modules/.bun/date-fns@3.6.0/node_modules/date-fns/previousMonday.d.mts</a:t>
            </a:r>
          </a:p>
          <a:p>
            <a:pPr>
              <a:defRPr sz="1200"/>
            </a:pPr>
            <a:r>
              <a:t>D:/pasar_fix/node_modules/.bun/date-fns@3.6.0/node_modules/date-fns/previousMonday.d.ts</a:t>
            </a:r>
          </a:p>
          <a:p>
            <a:pPr>
              <a:defRPr sz="1200"/>
            </a:pPr>
            <a:r>
              <a:t>D:/pasar_fix/node_modules/.bun/date-fns@3.6.0/node_modules/date-fns/previousMonday.js</a:t>
            </a:r>
          </a:p>
          <a:p>
            <a:pPr>
              <a:defRPr sz="1200"/>
            </a:pPr>
            <a:r>
              <a:t>D:/pasar_fix/node_modules/.bun/date-fns@3.6.0/node_modules/date-fns/previousMonday.mjs</a:t>
            </a:r>
          </a:p>
          <a:p>
            <a:pPr>
              <a:defRPr sz="1200"/>
            </a:pPr>
            <a:r>
              <a:t>D:/pasar_fix/node_modules/.bun/date-fns@3.6.0/node_modules/date-fns/previousSaturday.d.mts</a:t>
            </a:r>
          </a:p>
          <a:p>
            <a:pPr>
              <a:defRPr sz="1200"/>
            </a:pPr>
            <a:r>
              <a:t>D:/pasar_fix/node_modules/.bun/date-fns@3.6.0/node_modules/date-fns/previousSaturday.d.ts</a:t>
            </a:r>
          </a:p>
          <a:p>
            <a:pPr>
              <a:defRPr sz="1200"/>
            </a:pPr>
            <a:r>
              <a:t>D:/pasar_fix/node_modules/.bun/date-fns@3.6.0/node_modules/date-fns/previousSaturday.js</a:t>
            </a:r>
          </a:p>
          <a:p>
            <a:pPr>
              <a:defRPr sz="1200"/>
            </a:pPr>
            <a:r>
              <a:t>D:/pasar_fix/node_modules/.bun/date-fns@3.6.0/node_modules/date-fns/previousSaturday.mjs</a:t>
            </a:r>
          </a:p>
          <a:p>
            <a:pPr>
              <a:defRPr sz="1200"/>
            </a:pPr>
            <a:r>
              <a:t>D:/pasar_fix/node_modules/.bun/date-fns@3.6.0/node_modules/date-fns/previousSunday.d.mts</a:t>
            </a:r>
          </a:p>
          <a:p>
            <a:pPr>
              <a:defRPr sz="1200"/>
            </a:pPr>
            <a:r>
              <a:t>D:/pasar_fix/node_modules/.bun/date-fns@3.6.0/node_modules/date-fns/previousSunday.d.ts</a:t>
            </a:r>
          </a:p>
          <a:p>
            <a:pPr>
              <a:defRPr sz="1200"/>
            </a:pPr>
            <a:r>
              <a:t>D:/pasar_fix/node_modules/.bun/date-fns@3.6.0/node_modules/date-fns/previousSunday.js</a:t>
            </a:r>
          </a:p>
          <a:p>
            <a:pPr>
              <a:defRPr sz="1200"/>
            </a:pPr>
            <a:r>
              <a:t>D:/pasar_fix/node_modules/.bun/date-fns@3.6.0/node_modules/date-fns/previousSunday.mjs</a:t>
            </a:r>
          </a:p>
          <a:p>
            <a:pPr>
              <a:defRPr sz="1200"/>
            </a:pPr>
            <a:r>
              <a:t>D:/pasar_fix/node_modules/.bun/date-fns@3.6.0/node_modules/date-fns/previousThursday.d.mts</a:t>
            </a:r>
          </a:p>
          <a:p>
            <a:pPr>
              <a:defRPr sz="1200"/>
            </a:pPr>
            <a:r>
              <a:t>D:/pasar_fix/node_modules/.bun/date-fns@3.6.0/node_modules/date-fns/previousThursday.d.ts</a:t>
            </a:r>
          </a:p>
          <a:p>
            <a:pPr>
              <a:defRPr sz="1200"/>
            </a:pPr>
            <a:r>
              <a:t>D:/pasar_fix/node_modules/.bun/date-fns@3.6.0/node_modules/date-fns/previousThursday.js</a:t>
            </a:r>
          </a:p>
          <a:p>
            <a:pPr>
              <a:defRPr sz="1200"/>
            </a:pPr>
            <a:r>
              <a:t>D:/pasar_fix/node_modules/.bun/date-fns@3.6.0/node_modules/date-fns/previousThursday.mjs</a:t>
            </a:r>
          </a:p>
          <a:p>
            <a:pPr>
              <a:defRPr sz="1200"/>
            </a:pPr>
            <a:r>
              <a:t>D:/pasar_fix/node_modules/.bun/date-fns@3.6.0/node_modules/date-fns/previousTuesday.d.mts</a:t>
            </a:r>
          </a:p>
          <a:p>
            <a:pPr>
              <a:defRPr sz="1200"/>
            </a:pPr>
            <a:r>
              <a:t>D:/pasar_fix/node_modules/.bun/date-fns@3.6.0/node_modules/date-fns/previousTuesday.d.ts</a:t>
            </a:r>
          </a:p>
          <a:p>
            <a:pPr>
              <a:defRPr sz="1200"/>
            </a:pPr>
            <a:r>
              <a:t>D:/pasar_fix/node_modules/.bun/date-fns@3.6.0/node_modules/date-fns/previousTuesday.js</a:t>
            </a:r>
          </a:p>
          <a:p>
            <a:pPr>
              <a:defRPr sz="1200"/>
            </a:pPr>
            <a:r>
              <a:t>D:/pasar_fix/node_modules/.bun/date-fns@3.6.0/node_modules/date-fns/previousTuesday.mjs</a:t>
            </a:r>
          </a:p>
          <a:p>
            <a:pPr>
              <a:defRPr sz="1200"/>
            </a:pPr>
            <a:r>
              <a:t>D:/pasar_fix/node_modules/.bun/date-fns@3.6.0/node_modules/date-fns/previousWednesday.d.mts</a:t>
            </a:r>
          </a:p>
          <a:p>
            <a:pPr>
              <a:defRPr sz="1200"/>
            </a:pPr>
            <a:r>
              <a:t>D:/pasar_fix/node_modules/.bun/date-fns@3.6.0/node_modules/date-fns/previousWednesday.d.ts</a:t>
            </a:r>
          </a:p>
          <a:p>
            <a:pPr>
              <a:defRPr sz="1200"/>
            </a:pPr>
            <a:r>
              <a:t>D:/pasar_fix/node_modules/.bun/date-fns@3.6.0/node_modules/date-fns/previousWednesday.js</a:t>
            </a:r>
          </a:p>
          <a:p>
            <a:pPr>
              <a:defRPr sz="1200"/>
            </a:pPr>
            <a:r>
              <a:t>D:/pasar_fix/node_modules/.bun/date-fns@3.6.0/node_modules/date-fns/previousWednesday.mjs</a:t>
            </a:r>
          </a:p>
          <a:p>
            <a:pPr>
              <a:defRPr sz="1200"/>
            </a:pPr>
            <a:r>
              <a:t>D:/pasar_fix/node_modules/.bun/date-fns@3.6.0/node_modules/date-fns/quartersToMonths.d.mts</a:t>
            </a:r>
          </a:p>
          <a:p>
            <a:pPr>
              <a:defRPr sz="1200"/>
            </a:pPr>
            <a:r>
              <a:t>D:/pasar_fix/node_modules/.bun/date-fns@3.6.0/node_modules/date-fns/quartersToMonths.d.ts</a:t>
            </a:r>
          </a:p>
          <a:p>
            <a:pPr>
              <a:defRPr sz="1200"/>
            </a:pPr>
            <a:r>
              <a:t>D:/pasar_fix/node_modules/.bun/date-fns@3.6.0/node_modules/date-fns/quartersToMonths.js</a:t>
            </a:r>
          </a:p>
          <a:p>
            <a:pPr>
              <a:defRPr sz="1200"/>
            </a:pPr>
            <a:r>
              <a:t>D:/pasar_fix/node_modules/.bun/date-fns@3.6.0/node_modules/date-fns/quartersToMonths.mjs</a:t>
            </a:r>
          </a:p>
          <a:p>
            <a:pPr>
              <a:defRPr sz="1200"/>
            </a:pPr>
            <a:r>
              <a:t>D:/pasar_fix/node_modules/.bun/date-fns@3.6.0/node_modules/date-fns/quartersToYears.d.mts</a:t>
            </a:r>
          </a:p>
          <a:p>
            <a:pPr>
              <a:defRPr sz="1200"/>
            </a:pPr>
            <a:r>
              <a:t>D:/pasar_fix/node_modules/.bun/date-fns@3.6.0/node_modules/date-fns/quartersToYears.d.ts</a:t>
            </a:r>
          </a:p>
          <a:p>
            <a:pPr>
              <a:defRPr sz="1200"/>
            </a:pPr>
            <a:r>
              <a:t>D:/pasar_fix/node_modules/.bun/date-fns@3.6.0/node_modules/date-fns/quartersToYears.js</a:t>
            </a:r>
          </a:p>
          <a:p>
            <a:pPr>
              <a:defRPr sz="1200"/>
            </a:pPr>
            <a:r>
              <a:t>D:/pasar_fix/node_modules/.bun/date-fns@3.6.0/node_modules/date-fns/quartersToYears.mjs</a:t>
            </a:r>
          </a:p>
          <a:p>
            <a:pPr>
              <a:defRPr sz="1200"/>
            </a:pPr>
            <a:r>
              <a:t>D:/pasar_fix/node_modules/.bun/date-fns@3.6.0/node_modules/date-fns/README.md</a:t>
            </a:r>
          </a:p>
          <a:p>
            <a:pPr>
              <a:defRPr sz="1200"/>
            </a:pPr>
            <a:r>
              <a:t>D:/pasar_fix/node_modules/.bun/date-fns@3.6.0/node_modules/date-fns/roundToNearestHours.d.mts</a:t>
            </a:r>
          </a:p>
          <a:p>
            <a:pPr>
              <a:defRPr sz="1200"/>
            </a:pPr>
            <a:r>
              <a:t>D:/pasar_fix/node_modules/.bun/date-fns@3.6.0/node_modules/date-fns/roundToNearestHours.d.ts</a:t>
            </a:r>
          </a:p>
          <a:p>
            <a:pPr>
              <a:defRPr sz="1200"/>
            </a:pPr>
            <a:r>
              <a:t>D:/pasar_fix/node_modules/.bun/date-fns@3.6.0/node_modules/date-fns/roundToNearestHours.js</a:t>
            </a:r>
          </a:p>
          <a:p>
            <a:pPr>
              <a:defRPr sz="1200"/>
            </a:pPr>
            <a:r>
              <a:t>D:/pasar_fix/node_modules/.bun/date-fns@3.6.0/node_modules/date-fns/roundToNearestHours.mjs</a:t>
            </a:r>
          </a:p>
          <a:p>
            <a:pPr>
              <a:defRPr sz="1200"/>
            </a:pPr>
            <a:r>
              <a:t>D:/pasar_fix/node_modules/.bun/date-fns@3.6.0/node_modules/date-fns/roundToNearestMinutes.d.mts</a:t>
            </a:r>
          </a:p>
          <a:p>
            <a:pPr>
              <a:defRPr sz="1200"/>
            </a:pPr>
            <a:r>
              <a:t>D:/pasar_fix/node_modules/.bun/date-fns@3.6.0/node_modules/date-fns/roundToNearestMinutes.d.ts</a:t>
            </a:r>
          </a:p>
          <a:p>
            <a:pPr>
              <a:defRPr sz="1200"/>
            </a:pPr>
            <a:r>
              <a:t>D:/pasar_fix/node_modules/.bun/date-fns@3.6.0/node_modules/date-fns/roundToNearestMinutes.js</a:t>
            </a:r>
          </a:p>
          <a:p>
            <a:pPr>
              <a:defRPr sz="1200"/>
            </a:pPr>
            <a:r>
              <a:t>D:/pasar_fix/node_modules/.bun/date-fns@3.6.0/node_modules/date-fns/roundToNearestMinutes.mjs</a:t>
            </a:r>
          </a:p>
          <a:p>
            <a:pPr>
              <a:defRPr sz="1200"/>
            </a:pPr>
            <a:r>
              <a:t>D:/pasar_fix/node_modules/.bun/date-fns@3.6.0/node_modules/date-fns/secondsToHours.d.mts</a:t>
            </a:r>
          </a:p>
          <a:p>
            <a:pPr>
              <a:defRPr sz="1200"/>
            </a:pPr>
            <a:r>
              <a:t>D:/pasar_fix/node_modules/.bun/date-fns@3.6.0/node_modules/date-fns/secondsToHours.d.ts</a:t>
            </a:r>
          </a:p>
          <a:p>
            <a:pPr>
              <a:defRPr sz="1200"/>
            </a:pPr>
            <a:r>
              <a:t>D:/pasar_fix/node_modules/.bun/date-fns@3.6.0/node_modules/date-fns/secondsToHours.js</a:t>
            </a:r>
          </a:p>
          <a:p>
            <a:pPr>
              <a:defRPr sz="1200"/>
            </a:pPr>
            <a:r>
              <a:t>D:/pasar_fix/node_modules/.bun/date-fns@3.6.0/node_modules/date-fns/secondsToHours.mjs</a:t>
            </a:r>
          </a:p>
          <a:p>
            <a:pPr>
              <a:defRPr sz="1200"/>
            </a:pPr>
            <a:r>
              <a:t>D:/pasar_fix/node_modules/.bun/date-fns@3.6.0/node_modules/date-fns/secondsToMilliseconds.d.mts</a:t>
            </a:r>
          </a:p>
          <a:p>
            <a:pPr>
              <a:defRPr sz="1200"/>
            </a:pPr>
            <a:r>
              <a:t>D:/pasar_fix/node_modules/.bun/date-fns@3.6.0/node_modules/date-fns/secondsToMilliseconds.d.ts</a:t>
            </a:r>
          </a:p>
          <a:p>
            <a:pPr>
              <a:defRPr sz="1200"/>
            </a:pPr>
            <a:r>
              <a:t>D:/pasar_fix/node_modules/.bun/date-fns@3.6.0/node_modules/date-fns/secondsToMilliseconds.js</a:t>
            </a:r>
          </a:p>
          <a:p>
            <a:pPr>
              <a:defRPr sz="1200"/>
            </a:pPr>
            <a:r>
              <a:t>D:/pasar_fix/node_modules/.bun/date-fns@3.6.0/node_modules/date-fns/secondsToMilliseconds.mjs</a:t>
            </a:r>
          </a:p>
          <a:p>
            <a:pPr>
              <a:defRPr sz="1200"/>
            </a:pPr>
            <a:r>
              <a:t>D:/pasar_fix/node_modules/.bun/date-fns@3.6.0/node_modules/date-fns/secondsToMinutes.d.mts</a:t>
            </a:r>
          </a:p>
          <a:p>
            <a:pPr>
              <a:defRPr sz="1200"/>
            </a:pPr>
            <a:r>
              <a:t>D:/pasar_fix/node_modules/.bun/date-fns@3.6.0/node_modules/date-fns/secondsToMinutes.d.ts</a:t>
            </a:r>
          </a:p>
          <a:p>
            <a:pPr>
              <a:defRPr sz="1200"/>
            </a:pPr>
            <a:r>
              <a:t>D:/pasar_fix/node_modules/.bun/date-fns@3.6.0/node_modules/date-fns/secondsToMinutes.js</a:t>
            </a:r>
          </a:p>
          <a:p>
            <a:pPr>
              <a:defRPr sz="1200"/>
            </a:pPr>
            <a:r>
              <a:t>D:/pasar_fix/node_modules/.bun/date-fns@3.6.0/node_modules/date-fns/secondsToMinutes.mjs</a:t>
            </a:r>
          </a:p>
          <a:p>
            <a:pPr>
              <a:defRPr sz="1200"/>
            </a:pPr>
            <a:r>
              <a:t>D:/pasar_fix/node_modules/.bun/date-fns@3.6.0/node_modules/date-fns/SECURITY.md</a:t>
            </a:r>
          </a:p>
          <a:p>
            <a:pPr>
              <a:defRPr sz="1200"/>
            </a:pPr>
            <a:r>
              <a:t>D:/pasar_fix/node_modules/.bun/date-fns@3.6.0/node_modules/date-fns/set.d.mts</a:t>
            </a:r>
          </a:p>
          <a:p>
            <a:pPr>
              <a:defRPr sz="1200"/>
            </a:pPr>
            <a:r>
              <a:t>D:/pasar_fix/node_modules/.bun/date-fns@3.6.0/node_modules/date-fns/set.d.ts</a:t>
            </a:r>
          </a:p>
          <a:p>
            <a:pPr>
              <a:defRPr sz="1200"/>
            </a:pPr>
            <a:r>
              <a:t>D:/pasar_fix/node_modules/.bun/date-fns@3.6.0/node_modules/date-fns/set.js</a:t>
            </a:r>
          </a:p>
          <a:p>
            <a:pPr>
              <a:defRPr sz="1200"/>
            </a:pPr>
            <a:r>
              <a:t>D:/pasar_fix/node_modules/.bun/date-fns@3.6.0/node_modules/date-fns/set.mjs</a:t>
            </a:r>
          </a:p>
          <a:p>
            <a:pPr>
              <a:defRPr sz="1200"/>
            </a:pPr>
            <a:r>
              <a:t>D:/pasar_fix/node_modules/.bun/date-fns@3.6.0/node_modules/date-fns/setDate.d.mts</a:t>
            </a:r>
          </a:p>
          <a:p>
            <a:pPr>
              <a:defRPr sz="1200"/>
            </a:pPr>
            <a:r>
              <a:t>D:/pasar_fix/node_modules/.bun/date-fns@3.6.0/node_modules/date-fns/setDate.d.ts</a:t>
            </a:r>
          </a:p>
          <a:p>
            <a:pPr>
              <a:defRPr sz="1200"/>
            </a:pPr>
            <a:r>
              <a:t>D:/pasar_fix/node_modules/.bun/date-fns@3.6.0/node_modules/date-fns/setDate.js</a:t>
            </a:r>
          </a:p>
          <a:p>
            <a:pPr>
              <a:defRPr sz="1200"/>
            </a:pPr>
            <a:r>
              <a:t>D:/pasar_fix/node_modules/.bun/date-fns@3.6.0/node_modules/date-fns/setDate.mjs</a:t>
            </a:r>
          </a:p>
          <a:p>
            <a:pPr>
              <a:defRPr sz="1200"/>
            </a:pPr>
            <a:r>
              <a:t>D:/pasar_fix/node_modules/.bun/date-fns@3.6.0/node_modules/date-fns/setDay.d.mts</a:t>
            </a:r>
          </a:p>
          <a:p>
            <a:pPr>
              <a:defRPr sz="1200"/>
            </a:pPr>
            <a:r>
              <a:t>D:/pasar_fix/node_modules/.bun/date-fns@3.6.0/node_modules/date-fns/setDay.d.ts</a:t>
            </a:r>
          </a:p>
          <a:p>
            <a:pPr>
              <a:defRPr sz="1200"/>
            </a:pPr>
            <a:r>
              <a:t>D:/pasar_fix/node_modules/.bun/date-fns@3.6.0/node_modules/date-fns/setDay.js</a:t>
            </a:r>
          </a:p>
          <a:p>
            <a:pPr>
              <a:defRPr sz="1200"/>
            </a:pPr>
            <a:r>
              <a:t>D:/pasar_fix/node_modules/.bun/date-fns@3.6.0/node_modules/date-fns/setDay.mjs</a:t>
            </a:r>
          </a:p>
          <a:p>
            <a:pPr>
              <a:defRPr sz="1200"/>
            </a:pPr>
            <a:r>
              <a:t>D:/pasar_fix/node_modules/.bun/date-fns@3.6.0/node_modules/date-fns/setDayOfYear.d.mts</a:t>
            </a:r>
          </a:p>
          <a:p>
            <a:pPr>
              <a:defRPr sz="1200"/>
            </a:pPr>
            <a:r>
              <a:t>D:/pasar_fix/node_modules/.bun/date-fns@3.6.0/node_modules/date-fns/setDayOfYear.d.ts</a:t>
            </a:r>
          </a:p>
          <a:p>
            <a:pPr>
              <a:defRPr sz="1200"/>
            </a:pPr>
            <a:r>
              <a:t>D:/pasar_fix/node_modules/.bun/date-fns@3.6.0/node_modules/date-fns/setDayOfYear.js</a:t>
            </a:r>
          </a:p>
          <a:p>
            <a:pPr>
              <a:defRPr sz="1200"/>
            </a:pPr>
            <a:r>
              <a:t>D:/pasar_fix/node_modules/.bun/date-fns@3.6.0/node_modules/date-fns/setDayOfYear.mjs</a:t>
            </a:r>
          </a:p>
          <a:p>
            <a:pPr>
              <a:defRPr sz="1200"/>
            </a:pPr>
            <a:r>
              <a:t>D:/pasar_fix/node_modules/.bun/date-fns@3.6.0/node_modules/date-fns/setDefaultOptions.d.mts</a:t>
            </a:r>
          </a:p>
          <a:p>
            <a:pPr>
              <a:defRPr sz="1200"/>
            </a:pPr>
            <a:r>
              <a:t>D:/pasar_fix/node_modules/.bun/date-fns@3.6.0/node_modules/date-fns/setDefaultOptions.d.ts</a:t>
            </a:r>
          </a:p>
          <a:p>
            <a:pPr>
              <a:defRPr sz="1200"/>
            </a:pPr>
            <a:r>
              <a:t>D:/pasar_fix/node_modules/.bun/date-fns@3.6.0/node_modules/date-fns/setDefaultOptions.js</a:t>
            </a:r>
          </a:p>
          <a:p>
            <a:pPr>
              <a:defRPr sz="1200"/>
            </a:pPr>
            <a:r>
              <a:t>D:/pasar_fix/node_modules/.bun/date-fns@3.6.0/node_modules/date-fns/setDefaultOptions.mjs</a:t>
            </a:r>
          </a:p>
          <a:p>
            <a:pPr>
              <a:defRPr sz="1200"/>
            </a:pPr>
            <a:r>
              <a:t>D:/pasar_fix/node_modules/.bun/date-fns@3.6.0/node_modules/date-fns/setHours.d.mts</a:t>
            </a:r>
          </a:p>
          <a:p>
            <a:pPr>
              <a:defRPr sz="1200"/>
            </a:pPr>
            <a:r>
              <a:t>D:/pasar_fix/node_modules/.bun/date-fns@3.6.0/node_modules/date-fns/setHours.d.ts</a:t>
            </a:r>
          </a:p>
          <a:p>
            <a:pPr>
              <a:defRPr sz="1200"/>
            </a:pPr>
            <a:r>
              <a:t>D:/pasar_fix/node_modules/.bun/date-fns@3.6.0/node_modules/date-fns/setHours.js</a:t>
            </a:r>
          </a:p>
          <a:p>
            <a:pPr>
              <a:defRPr sz="1200"/>
            </a:pPr>
            <a:r>
              <a:t>D:/pasar_fix/node_modules/.bun/date-fns@3.6.0/node_modules/date-fns/setHours.mjs</a:t>
            </a:r>
          </a:p>
          <a:p>
            <a:pPr>
              <a:defRPr sz="1200"/>
            </a:pPr>
            <a:r>
              <a:t>D:/pasar_fix/node_modules/.bun/date-fns@3.6.0/node_modules/date-fns/setISODay.d.mts</a:t>
            </a:r>
          </a:p>
          <a:p>
            <a:pPr>
              <a:defRPr sz="1200"/>
            </a:pPr>
            <a:r>
              <a:t>D:/pasar_fix/node_modules/.bun/date-fns@3.6.0/node_modules/date-fns/setISODay.d.ts</a:t>
            </a:r>
          </a:p>
          <a:p>
            <a:pPr>
              <a:defRPr sz="1200"/>
            </a:pPr>
            <a:r>
              <a:t>D:/pasar_fix/node_modules/.bun/date-fns@3.6.0/node_modules/date-fns/setISODay.js</a:t>
            </a:r>
          </a:p>
          <a:p>
            <a:pPr>
              <a:defRPr sz="1200"/>
            </a:pPr>
            <a:r>
              <a:t>D:/pasar_fix/node_modules/.bun/date-fns@3.6.0/node_modules/date-fns/setISODay.mjs</a:t>
            </a:r>
          </a:p>
          <a:p>
            <a:pPr>
              <a:defRPr sz="1200"/>
            </a:pPr>
            <a:r>
              <a:t>D:/pasar_fix/node_modules/.bun/date-fns@3.6.0/node_modules/date-fns/setISOWeek.d.mts</a:t>
            </a:r>
          </a:p>
          <a:p>
            <a:pPr>
              <a:defRPr sz="1200"/>
            </a:pPr>
            <a:r>
              <a:t>D:/pasar_fix/node_modules/.bun/date-fns@3.6.0/node_modules/date-fns/setISOWeek.d.ts</a:t>
            </a:r>
          </a:p>
          <a:p>
            <a:pPr>
              <a:defRPr sz="1200"/>
            </a:pPr>
            <a:r>
              <a:t>D:/pasar_fix/node_modules/.bun/date-fns@3.6.0/node_modules/date-fns/setISOWeek.js</a:t>
            </a:r>
          </a:p>
          <a:p>
            <a:pPr>
              <a:defRPr sz="1200"/>
            </a:pPr>
            <a:r>
              <a:t>D:/pasar_fix/node_modules/.bun/date-fns@3.6.0/node_modules/date-fns/setISOWeek.mjs</a:t>
            </a:r>
          </a:p>
          <a:p>
            <a:pPr>
              <a:defRPr sz="1200"/>
            </a:pPr>
            <a:r>
              <a:t>D:/pasar_fix/node_modules/.bun/date-fns@3.6.0/node_modules/date-fns/setISOWeekYear.d.mts</a:t>
            </a:r>
          </a:p>
          <a:p>
            <a:pPr>
              <a:defRPr sz="1200"/>
            </a:pPr>
            <a:r>
              <a:t>D:/pasar_fix/node_modules/.bun/date-fns@3.6.0/node_modules/date-fns/setISOWeekYear.d.ts</a:t>
            </a:r>
          </a:p>
          <a:p>
            <a:pPr>
              <a:defRPr sz="1200"/>
            </a:pPr>
            <a:r>
              <a:t>D:/pasar_fix/node_modules/.bun/date-fns@3.6.0/node_modules/date-fns/setISOWeekYear.js</a:t>
            </a:r>
          </a:p>
          <a:p>
            <a:pPr>
              <a:defRPr sz="1200"/>
            </a:pPr>
            <a:r>
              <a:t>D:/pasar_fix/node_modules/.bun/date-fns@3.6.0/node_modules/date-fns/setISOWeekYear.mjs</a:t>
            </a:r>
          </a:p>
          <a:p>
            <a:pPr>
              <a:defRPr sz="1200"/>
            </a:pPr>
            <a:r>
              <a:t>D:/pasar_fix/node_modules/.bun/date-fns@3.6.0/node_modules/date-fns/setMilliseconds.d.mts</a:t>
            </a:r>
          </a:p>
          <a:p>
            <a:pPr>
              <a:defRPr sz="1200"/>
            </a:pPr>
            <a:r>
              <a:t>D:/pasar_fix/node_modules/.bun/date-fns@3.6.0/node_modules/date-fns/setMilliseconds.d.ts</a:t>
            </a:r>
          </a:p>
          <a:p>
            <a:pPr>
              <a:defRPr sz="1200"/>
            </a:pPr>
            <a:r>
              <a:t>D:/pasar_fix/node_modules/.bun/date-fns@3.6.0/node_modules/date-fns/setMilliseconds.js</a:t>
            </a:r>
          </a:p>
          <a:p>
            <a:pPr>
              <a:defRPr sz="1200"/>
            </a:pPr>
            <a:r>
              <a:t>D:/pasar_fix/node_modules/.bun/date-fns@3.6.0/node_modules/date-fns/setMilliseconds.mjs</a:t>
            </a:r>
          </a:p>
          <a:p>
            <a:pPr>
              <a:defRPr sz="1200"/>
            </a:pPr>
            <a:r>
              <a:t>D:/pasar_fix/node_modules/.bun/date-fns@3.6.0/node_modules/date-fns/setMinutes.d.mts</a:t>
            </a:r>
          </a:p>
          <a:p>
            <a:pPr>
              <a:defRPr sz="1200"/>
            </a:pPr>
            <a:r>
              <a:t>D:/pasar_fix/node_modules/.bun/date-fns@3.6.0/node_modules/date-fns/setMinutes.d.ts</a:t>
            </a:r>
          </a:p>
          <a:p>
            <a:pPr>
              <a:defRPr sz="1200"/>
            </a:pPr>
            <a:r>
              <a:t>D:/pasar_fix/node_modules/.bun/date-fns@3.6.0/node_modules/date-fns/setMinutes.js</a:t>
            </a:r>
          </a:p>
          <a:p>
            <a:pPr>
              <a:defRPr sz="1200"/>
            </a:pPr>
            <a:r>
              <a:t>D:/pasar_fix/node_modules/.bun/date-fns@3.6.0/node_modules/date-fns/setMinutes.mjs</a:t>
            </a:r>
          </a:p>
          <a:p>
            <a:pPr>
              <a:defRPr sz="1200"/>
            </a:pPr>
            <a:r>
              <a:t>D:/pasar_fix/node_modules/.bun/date-fns@3.6.0/node_modules/date-fns/setMonth.d.mts</a:t>
            </a:r>
          </a:p>
          <a:p>
            <a:pPr>
              <a:defRPr sz="1200"/>
            </a:pPr>
            <a:r>
              <a:t>D:/pasar_fix/node_modules/.bun/date-fns@3.6.0/node_modules/date-fns/setMonth.d.ts</a:t>
            </a:r>
          </a:p>
          <a:p>
            <a:pPr>
              <a:defRPr sz="1200"/>
            </a:pPr>
            <a:r>
              <a:t>D:/pasar_fix/node_modules/.bun/date-fns@3.6.0/node_modules/date-fns/setMonth.js</a:t>
            </a:r>
          </a:p>
          <a:p>
            <a:pPr>
              <a:defRPr sz="1200"/>
            </a:pPr>
            <a:r>
              <a:t>D:/pasar_fix/node_modules/.bun/date-fns@3.6.0/node_modules/date-fns/setMonth.mjs</a:t>
            </a:r>
          </a:p>
          <a:p>
            <a:pPr>
              <a:defRPr sz="1200"/>
            </a:pPr>
            <a:r>
              <a:t>D:/pasar_fix/node_modules/.bun/date-fns@3.6.0/node_modules/date-fns/setQuarter.d.mts</a:t>
            </a:r>
          </a:p>
          <a:p>
            <a:pPr>
              <a:defRPr sz="1200"/>
            </a:pPr>
            <a:r>
              <a:t>D:/pasar_fix/node_modules/.bun/date-fns@3.6.0/node_modules/date-fns/setQuarter.d.ts</a:t>
            </a:r>
          </a:p>
          <a:p>
            <a:pPr>
              <a:defRPr sz="1200"/>
            </a:pPr>
            <a:r>
              <a:t>D:/pasar_fix/node_modules/.bun/date-fns@3.6.0/node_modules/date-fns/setQuarter.js</a:t>
            </a:r>
          </a:p>
          <a:p>
            <a:pPr>
              <a:defRPr sz="1200"/>
            </a:pPr>
            <a:r>
              <a:t>D:/pasar_fix/node_modules/.bun/date-fns@3.6.0/node_modules/date-fns/setQuarter.mjs</a:t>
            </a:r>
          </a:p>
          <a:p>
            <a:pPr>
              <a:defRPr sz="1200"/>
            </a:pPr>
            <a:r>
              <a:t>D:/pasar_fix/node_modules/.bun/date-fns@3.6.0/node_modules/date-fns/setSeconds.d.mts</a:t>
            </a:r>
          </a:p>
          <a:p>
            <a:pPr>
              <a:defRPr sz="1200"/>
            </a:pPr>
            <a:r>
              <a:t>D:/pasar_fix/node_modules/.bun/date-fns@3.6.0/node_modules/date-fns/setSeconds.d.ts</a:t>
            </a:r>
          </a:p>
          <a:p>
            <a:pPr>
              <a:defRPr sz="1200"/>
            </a:pPr>
            <a:r>
              <a:t>D:/pasar_fix/node_modules/.bun/date-fns@3.6.0/node_modules/date-fns/setSeconds.js</a:t>
            </a:r>
          </a:p>
          <a:p>
            <a:pPr>
              <a:defRPr sz="1200"/>
            </a:pPr>
            <a:r>
              <a:t>D:/pasar_fix/node_modules/.bun/date-fns@3.6.0/node_modules/date-fns/setSeconds.mjs</a:t>
            </a:r>
          </a:p>
          <a:p>
            <a:pPr>
              <a:defRPr sz="1200"/>
            </a:pPr>
            <a:r>
              <a:t>D:/pasar_fix/node_modules/.bun/date-fns@3.6.0/node_modules/date-fns/setWeek.d.mts</a:t>
            </a:r>
          </a:p>
          <a:p>
            <a:pPr>
              <a:defRPr sz="1200"/>
            </a:pPr>
            <a:r>
              <a:t>D:/pasar_fix/node_modules/.bun/date-fns@3.6.0/node_modules/date-fns/setWeek.d.ts</a:t>
            </a:r>
          </a:p>
          <a:p>
            <a:pPr>
              <a:defRPr sz="1200"/>
            </a:pPr>
            <a:r>
              <a:t>D:/pasar_fix/node_modules/.bun/date-fns@3.6.0/node_modules/date-fns/setWeek.js</a:t>
            </a:r>
          </a:p>
          <a:p>
            <a:pPr>
              <a:defRPr sz="1200"/>
            </a:pPr>
            <a:r>
              <a:t>D:/pasar_fix/node_modules/.bun/date-fns@3.6.0/node_modules/date-fns/setWeek.mjs</a:t>
            </a:r>
          </a:p>
          <a:p>
            <a:pPr>
              <a:defRPr sz="1200"/>
            </a:pPr>
            <a:r>
              <a:t>D:/pasar_fix/node_modules/.bun/date-fns@3.6.0/node_modules/date-fns/setWeekYear.d.mts</a:t>
            </a:r>
          </a:p>
          <a:p>
            <a:pPr>
              <a:defRPr sz="1200"/>
            </a:pPr>
            <a:r>
              <a:t>D:/pasar_fix/node_modules/.bun/date-fns@3.6.0/node_modules/date-fns/setWeekYear.d.ts</a:t>
            </a:r>
          </a:p>
          <a:p>
            <a:pPr>
              <a:defRPr sz="1200"/>
            </a:pPr>
            <a:r>
              <a:t>D:/pasar_fix/node_modules/.bun/date-fns@3.6.0/node_modules/date-fns/setWeekYear.js</a:t>
            </a:r>
          </a:p>
          <a:p>
            <a:pPr>
              <a:defRPr sz="1200"/>
            </a:pPr>
            <a:r>
              <a:t>D:/pasar_fix/node_modules/.bun/date-fns@3.6.0/node_modules/date-fns/setWeekYear.mjs</a:t>
            </a:r>
          </a:p>
          <a:p>
            <a:pPr>
              <a:defRPr sz="1200"/>
            </a:pPr>
            <a:r>
              <a:t>D:/pasar_fix/node_modules/.bun/date-fns@3.6.0/node_modules/date-fns/setYear.d.mts</a:t>
            </a:r>
          </a:p>
          <a:p>
            <a:pPr>
              <a:defRPr sz="1200"/>
            </a:pPr>
            <a:r>
              <a:t>D:/pasar_fix/node_modules/.bun/date-fns@3.6.0/node_modules/date-fns/setYear.d.ts</a:t>
            </a:r>
          </a:p>
          <a:p>
            <a:pPr>
              <a:defRPr sz="1200"/>
            </a:pPr>
            <a:r>
              <a:t>D:/pasar_fix/node_modules/.bun/date-fns@3.6.0/node_modules/date-fns/setYear.js</a:t>
            </a:r>
          </a:p>
          <a:p>
            <a:pPr>
              <a:defRPr sz="1200"/>
            </a:pPr>
            <a:r>
              <a:t>D:/pasar_fix/node_modules/.bun/date-fns@3.6.0/node_modules/date-fns/setYear.mjs</a:t>
            </a:r>
          </a:p>
          <a:p>
            <a:pPr>
              <a:defRPr sz="1200"/>
            </a:pPr>
            <a:r>
              <a:t>D:/pasar_fix/node_modules/.bun/date-fns@3.6.0/node_modules/date-fns/startOfDay.d.mts</a:t>
            </a:r>
          </a:p>
          <a:p>
            <a:pPr>
              <a:defRPr sz="1200"/>
            </a:pPr>
            <a:r>
              <a:t>D:/pasar_fix/node_modules/.bun/date-fns@3.6.0/node_modules/date-fns/startOfDay.d.ts</a:t>
            </a:r>
          </a:p>
          <a:p>
            <a:pPr>
              <a:defRPr sz="1200"/>
            </a:pPr>
            <a:r>
              <a:t>D:/pasar_fix/node_modules/.bun/date-fns@3.6.0/node_modules/date-fns/startOfDay.js</a:t>
            </a:r>
          </a:p>
          <a:p>
            <a:pPr>
              <a:defRPr sz="1200"/>
            </a:pPr>
            <a:r>
              <a:t>D:/pasar_fix/node_modules/.bun/date-fns@3.6.0/node_modules/date-fns/startOfDay.mjs</a:t>
            </a:r>
          </a:p>
          <a:p>
            <a:pPr>
              <a:defRPr sz="1200"/>
            </a:pPr>
            <a:r>
              <a:t>D:/pasar_fix/node_modules/.bun/date-fns@3.6.0/node_modules/date-fns/startOfDecade.d.mts</a:t>
            </a:r>
          </a:p>
          <a:p>
            <a:pPr>
              <a:defRPr sz="1200"/>
            </a:pPr>
            <a:r>
              <a:t>D:/pasar_fix/node_modules/.bun/date-fns@3.6.0/node_modules/date-fns/startOfDecade.d.ts</a:t>
            </a:r>
          </a:p>
          <a:p>
            <a:pPr>
              <a:defRPr sz="1200"/>
            </a:pPr>
            <a:r>
              <a:t>D:/pasar_fix/node_modules/.bun/date-fns@3.6.0/node_modules/date-fns/startOfDecade.js</a:t>
            </a:r>
          </a:p>
          <a:p>
            <a:pPr>
              <a:defRPr sz="1200"/>
            </a:pPr>
            <a:r>
              <a:t>D:/pasar_fix/node_modules/.bun/date-fns@3.6.0/node_modules/date-fns/startOfDecade.mjs</a:t>
            </a:r>
          </a:p>
          <a:p>
            <a:pPr>
              <a:defRPr sz="1200"/>
            </a:pPr>
            <a:r>
              <a:t>D:/pasar_fix/node_modules/.bun/date-fns@3.6.0/node_modules/date-fns/startOfHour.d.mts</a:t>
            </a:r>
          </a:p>
          <a:p>
            <a:pPr>
              <a:defRPr sz="1200"/>
            </a:pPr>
            <a:r>
              <a:t>D:/pasar_fix/node_modules/.bun/date-fns@3.6.0/node_modules/date-fns/startOfHour.d.ts</a:t>
            </a:r>
          </a:p>
          <a:p>
            <a:pPr>
              <a:defRPr sz="1200"/>
            </a:pPr>
            <a:r>
              <a:t>D:/pasar_fix/node_modules/.bun/date-fns@3.6.0/node_modules/date-fns/startOfHour.js</a:t>
            </a:r>
          </a:p>
          <a:p>
            <a:pPr>
              <a:defRPr sz="1200"/>
            </a:pPr>
            <a:r>
              <a:t>D:/pasar_fix/node_modules/.bun/date-fns@3.6.0/node_modules/date-fns/startOfHour.mjs</a:t>
            </a:r>
          </a:p>
          <a:p>
            <a:pPr>
              <a:defRPr sz="1200"/>
            </a:pPr>
            <a:r>
              <a:t>D:/pasar_fix/node_modules/.bun/date-fns@3.6.0/node_modules/date-fns/startOfISOWeek.d.mts</a:t>
            </a:r>
          </a:p>
          <a:p>
            <a:pPr>
              <a:defRPr sz="1200"/>
            </a:pPr>
            <a:r>
              <a:t>D:/pasar_fix/node_modules/.bun/date-fns@3.6.0/node_modules/date-fns/startOfISOWeek.d.ts</a:t>
            </a:r>
          </a:p>
          <a:p>
            <a:pPr>
              <a:defRPr sz="1200"/>
            </a:pPr>
            <a:r>
              <a:t>D:/pasar_fix/node_modules/.bun/date-fns@3.6.0/node_modules/date-fns/startOfISOWeek.js</a:t>
            </a:r>
          </a:p>
          <a:p>
            <a:pPr>
              <a:defRPr sz="1200"/>
            </a:pPr>
            <a:r>
              <a:t>D:/pasar_fix/node_modules/.bun/date-fns@3.6.0/node_modules/date-fns/startOfISOWeek.mjs</a:t>
            </a:r>
          </a:p>
          <a:p>
            <a:pPr>
              <a:defRPr sz="1200"/>
            </a:pPr>
            <a:r>
              <a:t>D:/pasar_fix/node_modules/.bun/date-fns@3.6.0/node_modules/date-fns/startOfISOWeekYear.d.mts</a:t>
            </a:r>
          </a:p>
          <a:p>
            <a:pPr>
              <a:defRPr sz="1200"/>
            </a:pPr>
            <a:r>
              <a:t>D:/pasar_fix/node_modules/.bun/date-fns@3.6.0/node_modules/date-fns/startOfISOWeekYear.d.ts</a:t>
            </a:r>
          </a:p>
          <a:p>
            <a:pPr>
              <a:defRPr sz="1200"/>
            </a:pPr>
            <a:r>
              <a:t>D:/pasar_fix/node_modules/.bun/date-fns@3.6.0/node_modules/date-fns/startOfISOWeekYear.js</a:t>
            </a:r>
          </a:p>
          <a:p>
            <a:pPr>
              <a:defRPr sz="1200"/>
            </a:pPr>
            <a:r>
              <a:t>D:/pasar_fix/node_modules/.bun/date-fns@3.6.0/node_modules/date-fns/startOfISOWeekYear.mjs</a:t>
            </a:r>
          </a:p>
          <a:p>
            <a:pPr>
              <a:defRPr sz="1200"/>
            </a:pPr>
            <a:r>
              <a:t>D:/pasar_fix/node_modules/.bun/date-fns@3.6.0/node_modules/date-fns/startOfMinute.d.mts</a:t>
            </a:r>
          </a:p>
          <a:p>
            <a:pPr>
              <a:defRPr sz="1200"/>
            </a:pPr>
            <a:r>
              <a:t>D:/pasar_fix/node_modules/.bun/date-fns@3.6.0/node_modules/date-fns/startOfMinute.d.ts</a:t>
            </a:r>
          </a:p>
          <a:p>
            <a:pPr>
              <a:defRPr sz="1200"/>
            </a:pPr>
            <a:r>
              <a:t>D:/pasar_fix/node_modules/.bun/date-fns@3.6.0/node_modules/date-fns/startOfMinute.js</a:t>
            </a:r>
          </a:p>
          <a:p>
            <a:pPr>
              <a:defRPr sz="1200"/>
            </a:pPr>
            <a:r>
              <a:t>D:/pasar_fix/node_modules/.bun/date-fns@3.6.0/node_modules/date-fns/startOfMinute.mjs</a:t>
            </a:r>
          </a:p>
          <a:p>
            <a:pPr>
              <a:defRPr sz="1200"/>
            </a:pPr>
            <a:r>
              <a:t>D:/pasar_fix/node_modules/.bun/date-fns@3.6.0/node_modules/date-fns/startOfMonth.d.mts</a:t>
            </a:r>
          </a:p>
          <a:p>
            <a:pPr>
              <a:defRPr sz="1200"/>
            </a:pPr>
            <a:r>
              <a:t>D:/pasar_fix/node_modules/.bun/date-fns@3.6.0/node_modules/date-fns/startOfMonth.d.ts</a:t>
            </a:r>
          </a:p>
          <a:p>
            <a:pPr>
              <a:defRPr sz="1200"/>
            </a:pPr>
            <a:r>
              <a:t>D:/pasar_fix/node_modules/.bun/date-fns@3.6.0/node_modules/date-fns/startOfMonth.js</a:t>
            </a:r>
          </a:p>
          <a:p>
            <a:pPr>
              <a:defRPr sz="1200"/>
            </a:pPr>
            <a:r>
              <a:t>D:/pasar_fix/node_modules/.bun/date-fns@3.6.0/node_modules/date-fns/startOfMonth.mjs</a:t>
            </a:r>
          </a:p>
          <a:p>
            <a:pPr>
              <a:defRPr sz="1200"/>
            </a:pPr>
            <a:r>
              <a:t>D:/pasar_fix/node_modules/.bun/date-fns@3.6.0/node_modules/date-fns/startOfQuarter.d.mts</a:t>
            </a:r>
          </a:p>
          <a:p>
            <a:pPr>
              <a:defRPr sz="1200"/>
            </a:pPr>
            <a:r>
              <a:t>D:/pasar_fix/node_modules/.bun/date-fns@3.6.0/node_modules/date-fns/startOfQuarter.d.ts</a:t>
            </a:r>
          </a:p>
          <a:p>
            <a:pPr>
              <a:defRPr sz="1200"/>
            </a:pPr>
            <a:r>
              <a:t>D:/pasar_fix/node_modules/.bun/date-fns@3.6.0/node_modules/date-fns/startOfQuarter.js</a:t>
            </a:r>
          </a:p>
          <a:p>
            <a:pPr>
              <a:defRPr sz="1200"/>
            </a:pPr>
            <a:r>
              <a:t>D:/pasar_fix/node_modules/.bun/date-fns@3.6.0/node_modules/date-fns/startOfQuarter.mjs</a:t>
            </a:r>
          </a:p>
          <a:p>
            <a:pPr>
              <a:defRPr sz="1200"/>
            </a:pPr>
            <a:r>
              <a:t>D:/pasar_fix/node_modules/.bun/date-fns@3.6.0/node_modules/date-fns/startOfSecond.d.mts</a:t>
            </a:r>
          </a:p>
          <a:p>
            <a:pPr>
              <a:defRPr sz="1200"/>
            </a:pPr>
            <a:r>
              <a:t>D:/pasar_fix/node_modules/.bun/date-fns@3.6.0/node_modules/date-fns/startOfSecond.d.ts</a:t>
            </a:r>
          </a:p>
          <a:p>
            <a:pPr>
              <a:defRPr sz="1200"/>
            </a:pPr>
            <a:r>
              <a:t>D:/pasar_fix/node_modules/.bun/date-fns@3.6.0/node_modules/date-fns/startOfSecond.js</a:t>
            </a:r>
          </a:p>
          <a:p>
            <a:pPr>
              <a:defRPr sz="1200"/>
            </a:pPr>
            <a:r>
              <a:t>D:/pasar_fix/node_modules/.bun/date-fns@3.6.0/node_modules/date-fns/startOfSecond.mjs</a:t>
            </a:r>
          </a:p>
          <a:p>
            <a:pPr>
              <a:defRPr sz="1200"/>
            </a:pPr>
            <a:r>
              <a:t>D:/pasar_fix/node_modules/.bun/date-fns@3.6.0/node_modules/date-fns/startOfToday.d.mts</a:t>
            </a:r>
          </a:p>
          <a:p>
            <a:pPr>
              <a:defRPr sz="1200"/>
            </a:pPr>
            <a:r>
              <a:t>D:/pasar_fix/node_modules/.bun/date-fns@3.6.0/node_modules/date-fns/startOfToday.d.ts</a:t>
            </a:r>
          </a:p>
          <a:p>
            <a:pPr>
              <a:defRPr sz="1200"/>
            </a:pPr>
            <a:r>
              <a:t>D:/pasar_fix/node_modules/.bun/date-fns@3.6.0/node_modules/date-fns/startOfToday.js</a:t>
            </a:r>
          </a:p>
          <a:p>
            <a:pPr>
              <a:defRPr sz="1200"/>
            </a:pPr>
            <a:r>
              <a:t>D:/pasar_fix/node_modules/.bun/date-fns@3.6.0/node_modules/date-fns/startOfToday.mjs</a:t>
            </a:r>
          </a:p>
          <a:p>
            <a:pPr>
              <a:defRPr sz="1200"/>
            </a:pPr>
            <a:r>
              <a:t>D:/pasar_fix/node_modules/.bun/date-fns@3.6.0/node_modules/date-fns/startOfTomorrow.d.mts</a:t>
            </a:r>
          </a:p>
          <a:p>
            <a:pPr>
              <a:defRPr sz="1200"/>
            </a:pPr>
            <a:r>
              <a:t>D:/pasar_fix/node_modules/.bun/date-fns@3.6.0/node_modules/date-fns/startOfTomorrow.d.ts</a:t>
            </a:r>
          </a:p>
          <a:p>
            <a:pPr>
              <a:defRPr sz="1200"/>
            </a:pPr>
            <a:r>
              <a:t>D:/pasar_fix/node_modules/.bun/date-fns@3.6.0/node_modules/date-fns/startOfTomorrow.js</a:t>
            </a:r>
          </a:p>
          <a:p>
            <a:pPr>
              <a:defRPr sz="1200"/>
            </a:pPr>
            <a:r>
              <a:t>D:/pasar_fix/node_modules/.bun/date-fns@3.6.0/node_modules/date-fns/startOfTomorrow.mjs</a:t>
            </a:r>
          </a:p>
          <a:p>
            <a:pPr>
              <a:defRPr sz="1200"/>
            </a:pPr>
            <a:r>
              <a:t>D:/pasar_fix/node_modules/.bun/date-fns@3.6.0/node_modules/date-fns/startOfWeek.d.mts</a:t>
            </a:r>
          </a:p>
          <a:p>
            <a:pPr>
              <a:defRPr sz="1200"/>
            </a:pPr>
            <a:r>
              <a:t>D:/pasar_fix/node_modules/.bun/date-fns@3.6.0/node_modules/date-fns/startOfWeek.d.ts</a:t>
            </a:r>
          </a:p>
          <a:p>
            <a:pPr>
              <a:defRPr sz="1200"/>
            </a:pPr>
            <a:r>
              <a:t>D:/pasar_fix/node_modules/.bun/date-fns@3.6.0/node_modules/date-fns/startOfWeek.js</a:t>
            </a:r>
          </a:p>
          <a:p>
            <a:pPr>
              <a:defRPr sz="1200"/>
            </a:pPr>
            <a:r>
              <a:t>D:/pasar_fix/node_modules/.bun/date-fns@3.6.0/node_modules/date-fns/startOfWeek.mjs</a:t>
            </a:r>
          </a:p>
          <a:p>
            <a:pPr>
              <a:defRPr sz="1200"/>
            </a:pPr>
            <a:r>
              <a:t>D:/pasar_fix/node_modules/.bun/date-fns@3.6.0/node_modules/date-fns/startOfWeekYear.d.mts</a:t>
            </a:r>
          </a:p>
          <a:p>
            <a:pPr>
              <a:defRPr sz="1200"/>
            </a:pPr>
            <a:r>
              <a:t>D:/pasar_fix/node_modules/.bun/date-fns@3.6.0/node_modules/date-fns/startOfWeekYear.d.ts</a:t>
            </a:r>
          </a:p>
          <a:p>
            <a:pPr>
              <a:defRPr sz="1200"/>
            </a:pPr>
            <a:r>
              <a:t>D:/pasar_fix/node_modules/.bun/date-fns@3.6.0/node_modules/date-fns/startOfWeekYear.js</a:t>
            </a:r>
          </a:p>
          <a:p>
            <a:pPr>
              <a:defRPr sz="1200"/>
            </a:pPr>
            <a:r>
              <a:t>D:/pasar_fix/node_modules/.bun/date-fns@3.6.0/node_modules/date-fns/startOfWeekYear.mjs</a:t>
            </a:r>
          </a:p>
          <a:p>
            <a:pPr>
              <a:defRPr sz="1200"/>
            </a:pPr>
            <a:r>
              <a:t>D:/pasar_fix/node_modules/.bun/date-fns@3.6.0/node_modules/date-fns/startOfYear.d.mts</a:t>
            </a:r>
          </a:p>
          <a:p>
            <a:pPr>
              <a:defRPr sz="1200"/>
            </a:pPr>
            <a:r>
              <a:t>D:/pasar_fix/node_modules/.bun/date-fns@3.6.0/node_modules/date-fns/startOfYear.d.ts</a:t>
            </a:r>
          </a:p>
          <a:p>
            <a:pPr>
              <a:defRPr sz="1200"/>
            </a:pPr>
            <a:r>
              <a:t>D:/pasar_fix/node_modules/.bun/date-fns@3.6.0/node_modules/date-fns/startOfYear.js</a:t>
            </a:r>
          </a:p>
          <a:p>
            <a:pPr>
              <a:defRPr sz="1200"/>
            </a:pPr>
            <a:r>
              <a:t>D:/pasar_fix/node_modules/.bun/date-fns@3.6.0/node_modules/date-fns/startOfYear.mjs</a:t>
            </a:r>
          </a:p>
          <a:p>
            <a:pPr>
              <a:defRPr sz="1200"/>
            </a:pPr>
            <a:r>
              <a:t>D:/pasar_fix/node_modules/.bun/date-fns@3.6.0/node_modules/date-fns/startOfYesterday.d.mts</a:t>
            </a:r>
          </a:p>
          <a:p>
            <a:pPr>
              <a:defRPr sz="1200"/>
            </a:pPr>
            <a:r>
              <a:t>D:/pasar_fix/node_modules/.bun/date-fns@3.6.0/node_modules/date-fns/startOfYesterday.d.ts</a:t>
            </a:r>
          </a:p>
          <a:p>
            <a:pPr>
              <a:defRPr sz="1200"/>
            </a:pPr>
            <a:r>
              <a:t>D:/pasar_fix/node_modules/.bun/date-fns@3.6.0/node_modules/date-fns/startOfYesterday.js</a:t>
            </a:r>
          </a:p>
          <a:p>
            <a:pPr>
              <a:defRPr sz="1200"/>
            </a:pPr>
            <a:r>
              <a:t>D:/pasar_fix/node_modules/.bun/date-fns@3.6.0/node_modules/date-fns/startOfYesterday.mjs</a:t>
            </a:r>
          </a:p>
          <a:p>
            <a:pPr>
              <a:defRPr sz="1200"/>
            </a:pPr>
            <a:r>
              <a:t>D:/pasar_fix/node_modules/.bun/date-fns@3.6.0/node_modules/date-fns/sub.d.mts</a:t>
            </a:r>
          </a:p>
          <a:p>
            <a:pPr>
              <a:defRPr sz="1200"/>
            </a:pPr>
            <a:r>
              <a:t>D:/pasar_fix/node_modules/.bun/date-fns@3.6.0/node_modules/date-fns/sub.d.ts</a:t>
            </a:r>
          </a:p>
          <a:p>
            <a:pPr>
              <a:defRPr sz="1200"/>
            </a:pPr>
            <a:r>
              <a:t>D:/pasar_fix/node_modules/.bun/date-fns@3.6.0/node_modules/date-fns/sub.js</a:t>
            </a:r>
          </a:p>
          <a:p>
            <a:pPr>
              <a:defRPr sz="1200"/>
            </a:pPr>
            <a:r>
              <a:t>D:/pasar_fix/node_modules/.bun/date-fns@3.6.0/node_modules/date-fns/sub.mjs</a:t>
            </a:r>
          </a:p>
          <a:p>
            <a:pPr>
              <a:defRPr sz="1200"/>
            </a:pPr>
            <a:r>
              <a:t>D:/pasar_fix/node_modules/.bun/date-fns@3.6.0/node_modules/date-fns/subBusinessDays.d.mts</a:t>
            </a:r>
          </a:p>
          <a:p>
            <a:pPr>
              <a:defRPr sz="1200"/>
            </a:pPr>
            <a:r>
              <a:t>D:/pasar_fix/node_modules/.bun/date-fns@3.6.0/node_modules/date-fns/subBusinessDays.d.ts</a:t>
            </a:r>
          </a:p>
          <a:p>
            <a:pPr>
              <a:defRPr sz="1200"/>
            </a:pPr>
            <a:r>
              <a:t>D:/pasar_fix/node_modules/.bun/date-fns@3.6.0/node_modules/date-fns/subBusinessDays.js</a:t>
            </a:r>
          </a:p>
          <a:p>
            <a:pPr>
              <a:defRPr sz="1200"/>
            </a:pPr>
            <a:r>
              <a:t>D:/pasar_fix/node_modules/.bun/date-fns@3.6.0/node_modules/date-fns/subBusinessDays.mjs</a:t>
            </a:r>
          </a:p>
          <a:p>
            <a:pPr>
              <a:defRPr sz="1200"/>
            </a:pPr>
            <a:r>
              <a:t>D:/pasar_fix/node_modules/.bun/date-fns@3.6.0/node_modules/date-fns/subDays.d.mts</a:t>
            </a:r>
          </a:p>
          <a:p>
            <a:pPr>
              <a:defRPr sz="1200"/>
            </a:pPr>
            <a:r>
              <a:t>D:/pasar_fix/node_modules/.bun/date-fns@3.6.0/node_modules/date-fns/subDays.d.ts</a:t>
            </a:r>
          </a:p>
          <a:p>
            <a:pPr>
              <a:defRPr sz="1200"/>
            </a:pPr>
            <a:r>
              <a:t>D:/pasar_fix/node_modules/.bun/date-fns@3.6.0/node_modules/date-fns/subDays.js</a:t>
            </a:r>
          </a:p>
          <a:p>
            <a:pPr>
              <a:defRPr sz="1200"/>
            </a:pPr>
            <a:r>
              <a:t>D:/pasar_fix/node_modules/.bun/date-fns@3.6.0/node_modules/date-fns/subDays.mjs</a:t>
            </a:r>
          </a:p>
          <a:p>
            <a:pPr>
              <a:defRPr sz="1200"/>
            </a:pPr>
            <a:r>
              <a:t>D:/pasar_fix/node_modules/.bun/date-fns@3.6.0/node_modules/date-fns/subHours.d.mts</a:t>
            </a:r>
          </a:p>
          <a:p>
            <a:pPr>
              <a:defRPr sz="1200"/>
            </a:pPr>
            <a:r>
              <a:t>D:/pasar_fix/node_modules/.bun/date-fns@3.6.0/node_modules/date-fns/subHours.d.ts</a:t>
            </a:r>
          </a:p>
          <a:p>
            <a:pPr>
              <a:defRPr sz="1200"/>
            </a:pPr>
            <a:r>
              <a:t>D:/pasar_fix/node_modules/.bun/date-fns@3.6.0/node_modules/date-fns/subHours.js</a:t>
            </a:r>
          </a:p>
          <a:p>
            <a:pPr>
              <a:defRPr sz="1200"/>
            </a:pPr>
            <a:r>
              <a:t>D:/pasar_fix/node_modules/.bun/date-fns@3.6.0/node_modules/date-fns/subHours.mjs</a:t>
            </a:r>
          </a:p>
          <a:p>
            <a:pPr>
              <a:defRPr sz="1200"/>
            </a:pPr>
            <a:r>
              <a:t>D:/pasar_fix/node_modules/.bun/date-fns@3.6.0/node_modules/date-fns/subISOWeekYears.d.mts</a:t>
            </a:r>
          </a:p>
          <a:p>
            <a:pPr>
              <a:defRPr sz="1200"/>
            </a:pPr>
            <a:r>
              <a:t>D:/pasar_fix/node_modules/.bun/date-fns@3.6.0/node_modules/date-fns/subISOWeekYears.d.ts</a:t>
            </a:r>
          </a:p>
          <a:p>
            <a:pPr>
              <a:defRPr sz="1200"/>
            </a:pPr>
            <a:r>
              <a:t>D:/pasar_fix/node_modules/.bun/date-fns@3.6.0/node_modules/date-fns/subISOWeekYears.js</a:t>
            </a:r>
          </a:p>
          <a:p>
            <a:pPr>
              <a:defRPr sz="1200"/>
            </a:pPr>
            <a:r>
              <a:t>D:/pasar_fix/node_modules/.bun/date-fns@3.6.0/node_modules/date-fns/subISOWeekYears.mjs</a:t>
            </a:r>
          </a:p>
          <a:p>
            <a:pPr>
              <a:defRPr sz="1200"/>
            </a:pPr>
            <a:r>
              <a:t>D:/pasar_fix/node_modules/.bun/date-fns@3.6.0/node_modules/date-fns/subMilliseconds.d.mts</a:t>
            </a:r>
          </a:p>
          <a:p>
            <a:pPr>
              <a:defRPr sz="1200"/>
            </a:pPr>
            <a:r>
              <a:t>D:/pasar_fix/node_modules/.bun/date-fns@3.6.0/node_modules/date-fns/subMilliseconds.d.ts</a:t>
            </a:r>
          </a:p>
          <a:p>
            <a:pPr>
              <a:defRPr sz="1200"/>
            </a:pPr>
            <a:r>
              <a:t>D:/pasar_fix/node_modules/.bun/date-fns@3.6.0/node_modules/date-fns/subMilliseconds.js</a:t>
            </a:r>
          </a:p>
          <a:p>
            <a:pPr>
              <a:defRPr sz="1200"/>
            </a:pPr>
            <a:r>
              <a:t>D:/pasar_fix/node_modules/.bun/date-fns@3.6.0/node_modules/date-fns/subMilliseconds.mjs</a:t>
            </a:r>
          </a:p>
          <a:p>
            <a:pPr>
              <a:defRPr sz="1200"/>
            </a:pPr>
            <a:r>
              <a:t>D:/pasar_fix/node_modules/.bun/date-fns@3.6.0/node_modules/date-fns/subMinutes.d.mts</a:t>
            </a:r>
          </a:p>
          <a:p>
            <a:pPr>
              <a:defRPr sz="1200"/>
            </a:pPr>
            <a:r>
              <a:t>D:/pasar_fix/node_modules/.bun/date-fns@3.6.0/node_modules/date-fns/subMinutes.d.ts</a:t>
            </a:r>
          </a:p>
          <a:p>
            <a:pPr>
              <a:defRPr sz="1200"/>
            </a:pPr>
            <a:r>
              <a:t>D:/pasar_fix/node_modules/.bun/date-fns@3.6.0/node_modules/date-fns/subMinutes.js</a:t>
            </a:r>
          </a:p>
          <a:p>
            <a:pPr>
              <a:defRPr sz="1200"/>
            </a:pPr>
            <a:r>
              <a:t>D:/pasar_fix/node_modules/.bun/date-fns@3.6.0/node_modules/date-fns/subMinutes.mjs</a:t>
            </a:r>
          </a:p>
          <a:p>
            <a:pPr>
              <a:defRPr sz="1200"/>
            </a:pPr>
            <a:r>
              <a:t>D:/pasar_fix/node_modules/.bun/date-fns@3.6.0/node_modules/date-fns/subMonths.d.mts</a:t>
            </a:r>
          </a:p>
          <a:p>
            <a:pPr>
              <a:defRPr sz="1200"/>
            </a:pPr>
            <a:r>
              <a:t>D:/pasar_fix/node_modules/.bun/date-fns@3.6.0/node_modules/date-fns/subMonths.d.ts</a:t>
            </a:r>
          </a:p>
          <a:p>
            <a:pPr>
              <a:defRPr sz="1200"/>
            </a:pPr>
            <a:r>
              <a:t>D:/pasar_fix/node_modules/.bun/date-fns@3.6.0/node_modules/date-fns/subMonths.js</a:t>
            </a:r>
          </a:p>
          <a:p>
            <a:pPr>
              <a:defRPr sz="1200"/>
            </a:pPr>
            <a:r>
              <a:t>D:/pasar_fix/node_modules/.bun/date-fns@3.6.0/node_modules/date-fns/subMonths.mjs</a:t>
            </a:r>
          </a:p>
          <a:p>
            <a:pPr>
              <a:defRPr sz="1200"/>
            </a:pPr>
            <a:r>
              <a:t>D:/pasar_fix/node_modules/.bun/date-fns@3.6.0/node_modules/date-fns/subQuarters.d.mts</a:t>
            </a:r>
          </a:p>
          <a:p>
            <a:pPr>
              <a:defRPr sz="1200"/>
            </a:pPr>
            <a:r>
              <a:t>D:/pasar_fix/node_modules/.bun/date-fns@3.6.0/node_modules/date-fns/subQuarters.d.ts</a:t>
            </a:r>
          </a:p>
          <a:p>
            <a:pPr>
              <a:defRPr sz="1200"/>
            </a:pPr>
            <a:r>
              <a:t>D:/pasar_fix/node_modules/.bun/date-fns@3.6.0/node_modules/date-fns/subQuarters.js</a:t>
            </a:r>
          </a:p>
          <a:p>
            <a:pPr>
              <a:defRPr sz="1200"/>
            </a:pPr>
            <a:r>
              <a:t>D:/pasar_fix/node_modules/.bun/date-fns@3.6.0/node_modules/date-fns/subQuarters.mjs</a:t>
            </a:r>
          </a:p>
          <a:p>
            <a:pPr>
              <a:defRPr sz="1200"/>
            </a:pPr>
            <a:r>
              <a:t>D:/pasar_fix/node_modules/.bun/date-fns@3.6.0/node_modules/date-fns/subSeconds.d.mts</a:t>
            </a:r>
          </a:p>
          <a:p>
            <a:pPr>
              <a:defRPr sz="1200"/>
            </a:pPr>
            <a:r>
              <a:t>D:/pasar_fix/node_modules/.bun/date-fns@3.6.0/node_modules/date-fns/subSeconds.d.ts</a:t>
            </a:r>
          </a:p>
          <a:p>
            <a:pPr>
              <a:defRPr sz="1200"/>
            </a:pPr>
            <a:r>
              <a:t>D:/pasar_fix/node_modules/.bun/date-fns@3.6.0/node_modules/date-fns/subSeconds.js</a:t>
            </a:r>
          </a:p>
          <a:p>
            <a:pPr>
              <a:defRPr sz="1200"/>
            </a:pPr>
            <a:r>
              <a:t>D:/pasar_fix/node_modules/.bun/date-fns@3.6.0/node_modules/date-fns/subSeconds.mjs</a:t>
            </a:r>
          </a:p>
          <a:p>
            <a:pPr>
              <a:defRPr sz="1200"/>
            </a:pPr>
            <a:r>
              <a:t>D:/pasar_fix/node_modules/.bun/date-fns@3.6.0/node_modules/date-fns/subWeeks.d.mts</a:t>
            </a:r>
          </a:p>
          <a:p>
            <a:pPr>
              <a:defRPr sz="1200"/>
            </a:pPr>
            <a:r>
              <a:t>D:/pasar_fix/node_modules/.bun/date-fns@3.6.0/node_modules/date-fns/subWeeks.d.ts</a:t>
            </a:r>
          </a:p>
          <a:p>
            <a:pPr>
              <a:defRPr sz="1200"/>
            </a:pPr>
            <a:r>
              <a:t>D:/pasar_fix/node_modules/.bun/date-fns@3.6.0/node_modules/date-fns/subWeeks.js</a:t>
            </a:r>
          </a:p>
          <a:p>
            <a:pPr>
              <a:defRPr sz="1200"/>
            </a:pPr>
            <a:r>
              <a:t>D:/pasar_fix/node_modules/.bun/date-fns@3.6.0/node_modules/date-fns/subWeeks.mjs</a:t>
            </a:r>
          </a:p>
          <a:p>
            <a:pPr>
              <a:defRPr sz="1200"/>
            </a:pPr>
            <a:r>
              <a:t>D:/pasar_fix/node_modules/.bun/date-fns@3.6.0/node_modules/date-fns/subYears.d.mts</a:t>
            </a:r>
          </a:p>
          <a:p>
            <a:pPr>
              <a:defRPr sz="1200"/>
            </a:pPr>
            <a:r>
              <a:t>D:/pasar_fix/node_modules/.bun/date-fns@3.6.0/node_modules/date-fns/subYears.d.ts</a:t>
            </a:r>
          </a:p>
          <a:p>
            <a:pPr>
              <a:defRPr sz="1200"/>
            </a:pPr>
            <a:r>
              <a:t>D:/pasar_fix/node_modules/.bun/date-fns@3.6.0/node_modules/date-fns/subYears.js</a:t>
            </a:r>
          </a:p>
          <a:p>
            <a:pPr>
              <a:defRPr sz="1200"/>
            </a:pPr>
            <a:r>
              <a:t>D:/pasar_fix/node_modules/.bun/date-fns@3.6.0/node_modules/date-fns/subYears.mjs</a:t>
            </a:r>
          </a:p>
          <a:p>
            <a:pPr>
              <a:defRPr sz="1200"/>
            </a:pPr>
            <a:r>
              <a:t>D:/pasar_fix/node_modules/.bun/date-fns@3.6.0/node_modules/date-fns/toDate.d.mts</a:t>
            </a:r>
          </a:p>
          <a:p>
            <a:pPr>
              <a:defRPr sz="1200"/>
            </a:pPr>
            <a:r>
              <a:t>D:/pasar_fix/node_modules/.bun/date-fns@3.6.0/node_modules/date-fns/toDate.d.ts</a:t>
            </a:r>
          </a:p>
          <a:p>
            <a:pPr>
              <a:defRPr sz="1200"/>
            </a:pPr>
            <a:r>
              <a:t>D:/pasar_fix/node_modules/.bun/date-fns@3.6.0/node_modules/date-fns/toDate.js</a:t>
            </a:r>
          </a:p>
          <a:p>
            <a:pPr>
              <a:defRPr sz="1200"/>
            </a:pPr>
            <a:r>
              <a:t>D:/pasar_fix/node_modules/.bun/date-fns@3.6.0/node_modules/date-fns/toDate.mjs</a:t>
            </a:r>
          </a:p>
          <a:p>
            <a:pPr>
              <a:defRPr sz="1200"/>
            </a:pPr>
            <a:r>
              <a:t>D:/pasar_fix/node_modules/.bun/date-fns@3.6.0/node_modules/date-fns/transpose.d.mts</a:t>
            </a:r>
          </a:p>
          <a:p>
            <a:pPr>
              <a:defRPr sz="1200"/>
            </a:pPr>
            <a:r>
              <a:t>D:/pasar_fix/node_modules/.bun/date-fns@3.6.0/node_modules/date-fns/transpose.d.ts</a:t>
            </a:r>
          </a:p>
          <a:p>
            <a:pPr>
              <a:defRPr sz="1200"/>
            </a:pPr>
            <a:r>
              <a:t>D:/pasar_fix/node_modules/.bun/date-fns@3.6.0/node_modules/date-fns/transpose.js</a:t>
            </a:r>
          </a:p>
          <a:p>
            <a:pPr>
              <a:defRPr sz="1200"/>
            </a:pPr>
            <a:r>
              <a:t>D:/pasar_fix/node_modules/.bun/date-fns@3.6.0/node_modules/date-fns/transpose.mjs</a:t>
            </a:r>
          </a:p>
          <a:p>
            <a:pPr>
              <a:defRPr sz="1200"/>
            </a:pPr>
            <a:r>
              <a:t>D:/pasar_fix/node_modules/.bun/date-fns@3.6.0/node_modules/date-fns/types.d.mts</a:t>
            </a:r>
          </a:p>
          <a:p>
            <a:pPr>
              <a:defRPr sz="1200"/>
            </a:pPr>
            <a:r>
              <a:t>D:/pasar_fix/node_modules/.bun/date-fns@3.6.0/node_modules/date-fns/types.d.ts</a:t>
            </a:r>
          </a:p>
          <a:p>
            <a:pPr>
              <a:defRPr sz="1200"/>
            </a:pPr>
            <a:r>
              <a:t>D:/pasar_fix/node_modules/.bun/date-fns@3.6.0/node_modules/date-fns/types.js</a:t>
            </a:r>
          </a:p>
          <a:p>
            <a:pPr>
              <a:defRPr sz="1200"/>
            </a:pPr>
            <a:r>
              <a:t>D:/pasar_fix/node_modules/.bun/date-fns@3.6.0/node_modules/date-fns/types.mjs</a:t>
            </a:r>
          </a:p>
          <a:p>
            <a:pPr>
              <a:defRPr sz="1200"/>
            </a:pPr>
            <a:r>
              <a:t>D:/pasar_fix/node_modules/.bun/date-fns@3.6.0/node_modules/date-fns/weeksToDays.d.mts</a:t>
            </a:r>
          </a:p>
          <a:p>
            <a:pPr>
              <a:defRPr sz="1200"/>
            </a:pPr>
            <a:r>
              <a:t>D:/pasar_fix/node_modules/.bun/date-fns@3.6.0/node_modules/date-fns/weeksToDays.d.ts</a:t>
            </a:r>
          </a:p>
          <a:p>
            <a:pPr>
              <a:defRPr sz="1200"/>
            </a:pPr>
            <a:r>
              <a:t>D:/pasar_fix/node_modules/.bun/date-fns@3.6.0/node_modules/date-fns/weeksToDays.js</a:t>
            </a:r>
          </a:p>
          <a:p>
            <a:pPr>
              <a:defRPr sz="1200"/>
            </a:pPr>
            <a:r>
              <a:t>D:/pasar_fix/node_modules/.bun/date-fns@3.6.0/node_modules/date-fns/weeksToDays.mjs</a:t>
            </a:r>
          </a:p>
          <a:p>
            <a:pPr>
              <a:defRPr sz="1200"/>
            </a:pPr>
            <a:r>
              <a:t>D:/pasar_fix/node_modules/.bun/date-fns@3.6.0/node_modules/date-fns/yearsToDays.d.mts</a:t>
            </a:r>
          </a:p>
          <a:p>
            <a:pPr>
              <a:defRPr sz="1200"/>
            </a:pPr>
            <a:r>
              <a:t>D:/pasar_fix/node_modules/.bun/date-fns@3.6.0/node_modules/date-fns/yearsToDays.d.ts</a:t>
            </a:r>
          </a:p>
          <a:p>
            <a:pPr>
              <a:defRPr sz="1200"/>
            </a:pPr>
            <a:r>
              <a:t>D:/pasar_fix/node_modules/.bun/date-fns@3.6.0/node_modules/date-fns/yearsToDays.js</a:t>
            </a:r>
          </a:p>
          <a:p>
            <a:pPr>
              <a:defRPr sz="1200"/>
            </a:pPr>
            <a:r>
              <a:t>D:/pasar_fix/node_modules/.bun/date-fns@3.6.0/node_modules/date-fns/yearsToDays.mjs</a:t>
            </a:r>
          </a:p>
          <a:p>
            <a:pPr>
              <a:defRPr sz="1200"/>
            </a:pPr>
            <a:r>
              <a:t>D:/pasar_fix/node_modules/.bun/date-fns@3.6.0/node_modules/date-fns/yearsToMonths.d.mts</a:t>
            </a:r>
          </a:p>
          <a:p>
            <a:pPr>
              <a:defRPr sz="1200"/>
            </a:pPr>
            <a:r>
              <a:t>D:/pasar_fix/node_modules/.bun/date-fns@3.6.0/node_modules/date-fns/yearsToMonths.d.ts</a:t>
            </a:r>
          </a:p>
          <a:p>
            <a:pPr>
              <a:defRPr sz="1200"/>
            </a:pPr>
            <a:r>
              <a:t>D:/pasar_fix/node_modules/.bun/date-fns@3.6.0/node_modules/date-fns/yearsToMonths.js</a:t>
            </a:r>
          </a:p>
          <a:p>
            <a:pPr>
              <a:defRPr sz="1200"/>
            </a:pPr>
            <a:r>
              <a:t>D:/pasar_fix/node_modules/.bun/date-fns@3.6.0/node_modules/date-fns/yearsToMonths.mjs</a:t>
            </a:r>
          </a:p>
          <a:p>
            <a:pPr>
              <a:defRPr sz="1200"/>
            </a:pPr>
            <a:r>
              <a:t>D:/pasar_fix/node_modules/.bun/date-fns@3.6.0/node_modules/date-fns/yearsToQuarters.d.mts</a:t>
            </a:r>
          </a:p>
          <a:p>
            <a:pPr>
              <a:defRPr sz="1200"/>
            </a:pPr>
            <a:r>
              <a:t>D:/pasar_fix/node_modules/.bun/date-fns@3.6.0/node_modules/date-fns/yearsToQuarters.d.ts</a:t>
            </a:r>
          </a:p>
          <a:p>
            <a:pPr>
              <a:defRPr sz="1200"/>
            </a:pPr>
            <a:r>
              <a:t>D:/pasar_fix/node_modules/.bun/date-fns@3.6.0/node_modules/date-fns/yearsToQuarters.js</a:t>
            </a:r>
          </a:p>
          <a:p>
            <a:pPr>
              <a:defRPr sz="1200"/>
            </a:pPr>
            <a:r>
              <a:t>D:/pasar_fix/node_modules/.bun/date-fns@3.6.0/node_modules/date-fns/yearsToQuarters.mjs</a:t>
            </a:r>
          </a:p>
          <a:p>
            <a:pPr>
              <a:defRPr sz="1200"/>
            </a:pPr>
            <a:r>
              <a:t>D:/pasar_fix/node_modules/.bun/date-fns@3.6.0/node_modules/date-fns/docs/cdn.md</a:t>
            </a:r>
          </a:p>
          <a:p>
            <a:pPr>
              <a:defRPr sz="1200"/>
            </a:pPr>
            <a:r>
              <a:t>D:/pasar_fix/node_modules/.bun/date-fns@3.6.0/node_modules/date-fns/docs/config.d.ts</a:t>
            </a:r>
          </a:p>
          <a:p>
            <a:pPr>
              <a:defRPr sz="1200"/>
            </a:pPr>
            <a:r>
              <a:t>D:/pasar_fix/node_modules/.bun/date-fns@3.6.0/node_modules/date-fns/docs/config.js</a:t>
            </a:r>
          </a:p>
          <a:p>
            <a:pPr>
              <a:defRPr sz="1200"/>
            </a:pPr>
            <a:r>
              <a:t>D:/pasar_fix/node_modules/.bun/date-fns@3.6.0/node_modules/date-fns/docs/fp.md</a:t>
            </a:r>
          </a:p>
          <a:p>
            <a:pPr>
              <a:defRPr sz="1200"/>
            </a:pPr>
            <a:r>
              <a:t>D:/pasar_fix/node_modules/.bun/date-fns@3.6.0/node_modules/date-fns/docs/gettingStarted.md</a:t>
            </a:r>
          </a:p>
          <a:p>
            <a:pPr>
              <a:defRPr sz="1200"/>
            </a:pPr>
            <a:r>
              <a:t>D:/pasar_fix/node_modules/.bun/date-fns@3.6.0/node_modules/date-fns/docs/i18n.md</a:t>
            </a:r>
          </a:p>
          <a:p>
            <a:pPr>
              <a:defRPr sz="1200"/>
            </a:pPr>
            <a:r>
              <a:t>D:/pasar_fix/node_modules/.bun/date-fns@3.6.0/node_modules/date-fns/docs/i18nContributionGuide.md</a:t>
            </a:r>
          </a:p>
          <a:p>
            <a:pPr>
              <a:defRPr sz="1200"/>
            </a:pPr>
            <a:r>
              <a:t>D:/pasar_fix/node_modules/.bun/date-fns@3.6.0/node_modules/date-fns/docs/logo.svg</a:t>
            </a:r>
          </a:p>
          <a:p>
            <a:pPr>
              <a:defRPr sz="1200"/>
            </a:pPr>
            <a:r>
              <a:t>D:/pasar_fix/node_modules/.bun/date-fns@3.6.0/node_modules/date-fns/docs/logotype.svg</a:t>
            </a:r>
          </a:p>
          <a:p>
            <a:pPr>
              <a:defRPr sz="1200"/>
            </a:pPr>
            <a:r>
              <a:t>D:/pasar_fix/node_modules/.bun/date-fns@3.6.0/node_modules/date-fns/docs/release.md</a:t>
            </a:r>
          </a:p>
          <a:p>
            <a:pPr>
              <a:defRPr sz="1200"/>
            </a:pPr>
            <a:r>
              <a:t>D:/pasar_fix/node_modules/.bun/date-fns@3.6.0/node_modules/date-fns/docs/timeZones.md</a:t>
            </a:r>
          </a:p>
          <a:p>
            <a:pPr>
              <a:defRPr sz="1200"/>
            </a:pPr>
            <a:r>
              <a:t>D:/pasar_fix/node_modules/.bun/date-fns@3.6.0/node_modules/date-fns/docs/unicodeTokens.md</a:t>
            </a:r>
          </a:p>
          <a:p>
            <a:pPr>
              <a:defRPr sz="1200"/>
            </a:pPr>
            <a:r>
              <a:t>D:/pasar_fix/node_modules/.bun/date-fns@3.6.0/node_modules/date-fns/docs/webpack.md</a:t>
            </a:r>
          </a:p>
          <a:p>
            <a:pPr>
              <a:defRPr sz="1200"/>
            </a:pPr>
            <a:r>
              <a:t>D:/pasar_fix/node_modules/.bun/date-fns@3.6.0/node_modules/date-fns/fp/add.d.mts</a:t>
            </a:r>
          </a:p>
          <a:p>
            <a:pPr>
              <a:defRPr sz="1200"/>
            </a:pPr>
            <a:r>
              <a:t>D:/pasar_fix/node_modules/.bun/date-fns@3.6.0/node_modules/date-fns/fp/add.d.ts</a:t>
            </a:r>
          </a:p>
          <a:p>
            <a:pPr>
              <a:defRPr sz="1200"/>
            </a:pPr>
            <a:r>
              <a:t>D:/pasar_fix/node_modules/.bun/date-fns@3.6.0/node_modules/date-fns/fp/add.js</a:t>
            </a:r>
          </a:p>
          <a:p>
            <a:pPr>
              <a:defRPr sz="1200"/>
            </a:pPr>
            <a:r>
              <a:t>D:/pasar_fix/node_modules/.bun/date-fns@3.6.0/node_modules/date-fns/fp/add.mjs</a:t>
            </a:r>
          </a:p>
          <a:p>
            <a:pPr>
              <a:defRPr sz="1200"/>
            </a:pPr>
            <a:r>
              <a:t>D:/pasar_fix/node_modules/.bun/date-fns@3.6.0/node_modules/date-fns/fp/addBusinessDays.d.mts</a:t>
            </a:r>
          </a:p>
          <a:p>
            <a:pPr>
              <a:defRPr sz="1200"/>
            </a:pPr>
            <a:r>
              <a:t>D:/pasar_fix/node_modules/.bun/date-fns@3.6.0/node_modules/date-fns/fp/addBusinessDays.d.ts</a:t>
            </a:r>
          </a:p>
          <a:p>
            <a:pPr>
              <a:defRPr sz="1200"/>
            </a:pPr>
            <a:r>
              <a:t>D:/pasar_fix/node_modules/.bun/date-fns@3.6.0/node_modules/date-fns/fp/addBusinessDays.js</a:t>
            </a:r>
          </a:p>
          <a:p>
            <a:pPr>
              <a:defRPr sz="1200"/>
            </a:pPr>
            <a:r>
              <a:t>D:/pasar_fix/node_modules/.bun/date-fns@3.6.0/node_modules/date-fns/fp/addBusinessDays.mjs</a:t>
            </a:r>
          </a:p>
          <a:p>
            <a:pPr>
              <a:defRPr sz="1200"/>
            </a:pPr>
            <a:r>
              <a:t>D:/pasar_fix/node_modules/.bun/date-fns@3.6.0/node_modules/date-fns/fp/addDays.d.mts</a:t>
            </a:r>
          </a:p>
          <a:p>
            <a:pPr>
              <a:defRPr sz="1200"/>
            </a:pPr>
            <a:r>
              <a:t>D:/pasar_fix/node_modules/.bun/date-fns@3.6.0/node_modules/date-fns/fp/addDays.d.ts</a:t>
            </a:r>
          </a:p>
          <a:p>
            <a:pPr>
              <a:defRPr sz="1200"/>
            </a:pPr>
            <a:r>
              <a:t>D:/pasar_fix/node_modules/.bun/date-fns@3.6.0/node_modules/date-fns/fp/addDays.js</a:t>
            </a:r>
          </a:p>
          <a:p>
            <a:pPr>
              <a:defRPr sz="1200"/>
            </a:pPr>
            <a:r>
              <a:t>D:/pasar_fix/node_modules/.bun/date-fns@3.6.0/node_modules/date-fns/fp/addDays.mjs</a:t>
            </a:r>
          </a:p>
          <a:p>
            <a:pPr>
              <a:defRPr sz="1200"/>
            </a:pPr>
            <a:r>
              <a:t>D:/pasar_fix/node_modules/.bun/date-fns@3.6.0/node_modules/date-fns/fp/addHours.d.mts</a:t>
            </a:r>
          </a:p>
          <a:p>
            <a:pPr>
              <a:defRPr sz="1200"/>
            </a:pPr>
            <a:r>
              <a:t>D:/pasar_fix/node_modules/.bun/date-fns@3.6.0/node_modules/date-fns/fp/addHours.d.ts</a:t>
            </a:r>
          </a:p>
          <a:p>
            <a:pPr>
              <a:defRPr sz="1200"/>
            </a:pPr>
            <a:r>
              <a:t>D:/pasar_fix/node_modules/.bun/date-fns@3.6.0/node_modules/date-fns/fp/addHours.js</a:t>
            </a:r>
          </a:p>
          <a:p>
            <a:pPr>
              <a:defRPr sz="1200"/>
            </a:pPr>
            <a:r>
              <a:t>D:/pasar_fix/node_modules/.bun/date-fns@3.6.0/node_modules/date-fns/fp/addHours.mjs</a:t>
            </a:r>
          </a:p>
          <a:p>
            <a:pPr>
              <a:defRPr sz="1200"/>
            </a:pPr>
            <a:r>
              <a:t>D:/pasar_fix/node_modules/.bun/date-fns@3.6.0/node_modules/date-fns/fp/addISOWeekYears.d.mts</a:t>
            </a:r>
          </a:p>
          <a:p>
            <a:pPr>
              <a:defRPr sz="1200"/>
            </a:pPr>
            <a:r>
              <a:t>D:/pasar_fix/node_modules/.bun/date-fns@3.6.0/node_modules/date-fns/fp/addISOWeekYears.d.ts</a:t>
            </a:r>
          </a:p>
          <a:p>
            <a:pPr>
              <a:defRPr sz="1200"/>
            </a:pPr>
            <a:r>
              <a:t>D:/pasar_fix/node_modules/.bun/date-fns@3.6.0/node_modules/date-fns/fp/addISOWeekYears.js</a:t>
            </a:r>
          </a:p>
          <a:p>
            <a:pPr>
              <a:defRPr sz="1200"/>
            </a:pPr>
            <a:r>
              <a:t>D:/pasar_fix/node_modules/.bun/date-fns@3.6.0/node_modules/date-fns/fp/addISOWeekYears.mjs</a:t>
            </a:r>
          </a:p>
          <a:p>
            <a:pPr>
              <a:defRPr sz="1200"/>
            </a:pPr>
            <a:r>
              <a:t>D:/pasar_fix/node_modules/.bun/date-fns@3.6.0/node_modules/date-fns/fp/addMilliseconds.d.mts</a:t>
            </a:r>
          </a:p>
          <a:p>
            <a:pPr>
              <a:defRPr sz="1200"/>
            </a:pPr>
            <a:r>
              <a:t>D:/pasar_fix/node_modules/.bun/date-fns@3.6.0/node_modules/date-fns/fp/addMilliseconds.d.ts</a:t>
            </a:r>
          </a:p>
          <a:p>
            <a:pPr>
              <a:defRPr sz="1200"/>
            </a:pPr>
            <a:r>
              <a:t>D:/pasar_fix/node_modules/.bun/date-fns@3.6.0/node_modules/date-fns/fp/addMilliseconds.js</a:t>
            </a:r>
          </a:p>
          <a:p>
            <a:pPr>
              <a:defRPr sz="1200"/>
            </a:pPr>
            <a:r>
              <a:t>D:/pasar_fix/node_modules/.bun/date-fns@3.6.0/node_modules/date-fns/fp/addMilliseconds.mjs</a:t>
            </a:r>
          </a:p>
          <a:p>
            <a:pPr>
              <a:defRPr sz="1200"/>
            </a:pPr>
            <a:r>
              <a:t>D:/pasar_fix/node_modules/.bun/date-fns@3.6.0/node_modules/date-fns/fp/addMinutes.d.mts</a:t>
            </a:r>
          </a:p>
          <a:p>
            <a:pPr>
              <a:defRPr sz="1200"/>
            </a:pPr>
            <a:r>
              <a:t>D:/pasar_fix/node_modules/.bun/date-fns@3.6.0/node_modules/date-fns/fp/addMinutes.d.ts</a:t>
            </a:r>
          </a:p>
          <a:p>
            <a:pPr>
              <a:defRPr sz="1200"/>
            </a:pPr>
            <a:r>
              <a:t>D:/pasar_fix/node_modules/.bun/date-fns@3.6.0/node_modules/date-fns/fp/addMinutes.js</a:t>
            </a:r>
          </a:p>
          <a:p>
            <a:pPr>
              <a:defRPr sz="1200"/>
            </a:pPr>
            <a:r>
              <a:t>D:/pasar_fix/node_modules/.bun/date-fns@3.6.0/node_modules/date-fns/fp/addMinutes.mjs</a:t>
            </a:r>
          </a:p>
          <a:p>
            <a:pPr>
              <a:defRPr sz="1200"/>
            </a:pPr>
            <a:r>
              <a:t>D:/pasar_fix/node_modules/.bun/date-fns@3.6.0/node_modules/date-fns/fp/addMonths.d.mts</a:t>
            </a:r>
          </a:p>
          <a:p>
            <a:pPr>
              <a:defRPr sz="1200"/>
            </a:pPr>
            <a:r>
              <a:t>D:/pasar_fix/node_modules/.bun/date-fns@3.6.0/node_modules/date-fns/fp/addMonths.d.ts</a:t>
            </a:r>
          </a:p>
          <a:p>
            <a:pPr>
              <a:defRPr sz="1200"/>
            </a:pPr>
            <a:r>
              <a:t>D:/pasar_fix/node_modules/.bun/date-fns@3.6.0/node_modules/date-fns/fp/addMonths.js</a:t>
            </a:r>
          </a:p>
          <a:p>
            <a:pPr>
              <a:defRPr sz="1200"/>
            </a:pPr>
            <a:r>
              <a:t>D:/pasar_fix/node_modules/.bun/date-fns@3.6.0/node_modules/date-fns/fp/addMonths.mjs</a:t>
            </a:r>
          </a:p>
          <a:p>
            <a:pPr>
              <a:defRPr sz="1200"/>
            </a:pPr>
            <a:r>
              <a:t>D:/pasar_fix/node_modules/.bun/date-fns@3.6.0/node_modules/date-fns/fp/addQuarters.d.mts</a:t>
            </a:r>
          </a:p>
          <a:p>
            <a:pPr>
              <a:defRPr sz="1200"/>
            </a:pPr>
            <a:r>
              <a:t>D:/pasar_fix/node_modules/.bun/date-fns@3.6.0/node_modules/date-fns/fp/addQuarters.d.ts</a:t>
            </a:r>
          </a:p>
          <a:p>
            <a:pPr>
              <a:defRPr sz="1200"/>
            </a:pPr>
            <a:r>
              <a:t>D:/pasar_fix/node_modules/.bun/date-fns@3.6.0/node_modules/date-fns/fp/addQuarters.js</a:t>
            </a:r>
          </a:p>
          <a:p>
            <a:pPr>
              <a:defRPr sz="1200"/>
            </a:pPr>
            <a:r>
              <a:t>D:/pasar_fix/node_modules/.bun/date-fns@3.6.0/node_modules/date-fns/fp/addQuarters.mjs</a:t>
            </a:r>
          </a:p>
          <a:p>
            <a:pPr>
              <a:defRPr sz="1200"/>
            </a:pPr>
            <a:r>
              <a:t>D:/pasar_fix/node_modules/.bun/date-fns@3.6.0/node_modules/date-fns/fp/addSeconds.d.mts</a:t>
            </a:r>
          </a:p>
          <a:p>
            <a:pPr>
              <a:defRPr sz="1200"/>
            </a:pPr>
            <a:r>
              <a:t>D:/pasar_fix/node_modules/.bun/date-fns@3.6.0/node_modules/date-fns/fp/addSeconds.d.ts</a:t>
            </a:r>
          </a:p>
          <a:p>
            <a:pPr>
              <a:defRPr sz="1200"/>
            </a:pPr>
            <a:r>
              <a:t>D:/pasar_fix/node_modules/.bun/date-fns@3.6.0/node_modules/date-fns/fp/addSeconds.js</a:t>
            </a:r>
          </a:p>
          <a:p>
            <a:pPr>
              <a:defRPr sz="1200"/>
            </a:pPr>
            <a:r>
              <a:t>D:/pasar_fix/node_modules/.bun/date-fns@3.6.0/node_modules/date-fns/fp/addSeconds.mjs</a:t>
            </a:r>
          </a:p>
          <a:p>
            <a:pPr>
              <a:defRPr sz="1200"/>
            </a:pPr>
            <a:r>
              <a:t>D:/pasar_fix/node_modules/.bun/date-fns@3.6.0/node_modules/date-fns/fp/addWeeks.d.mts</a:t>
            </a:r>
          </a:p>
          <a:p>
            <a:pPr>
              <a:defRPr sz="1200"/>
            </a:pPr>
            <a:r>
              <a:t>D:/pasar_fix/node_modules/.bun/date-fns@3.6.0/node_modules/date-fns/fp/addWeeks.d.ts</a:t>
            </a:r>
          </a:p>
          <a:p>
            <a:pPr>
              <a:defRPr sz="1200"/>
            </a:pPr>
            <a:r>
              <a:t>D:/pasar_fix/node_modules/.bun/date-fns@3.6.0/node_modules/date-fns/fp/addWeeks.js</a:t>
            </a:r>
          </a:p>
          <a:p>
            <a:pPr>
              <a:defRPr sz="1200"/>
            </a:pPr>
            <a:r>
              <a:t>D:/pasar_fix/node_modules/.bun/date-fns@3.6.0/node_modules/date-fns/fp/addWeeks.mjs</a:t>
            </a:r>
          </a:p>
          <a:p>
            <a:pPr>
              <a:defRPr sz="1200"/>
            </a:pPr>
            <a:r>
              <a:t>D:/pasar_fix/node_modules/.bun/date-fns@3.6.0/node_modules/date-fns/fp/addYears.d.mts</a:t>
            </a:r>
          </a:p>
          <a:p>
            <a:pPr>
              <a:defRPr sz="1200"/>
            </a:pPr>
            <a:r>
              <a:t>D:/pasar_fix/node_modules/.bun/date-fns@3.6.0/node_modules/date-fns/fp/addYears.d.ts</a:t>
            </a:r>
          </a:p>
          <a:p>
            <a:pPr>
              <a:defRPr sz="1200"/>
            </a:pPr>
            <a:r>
              <a:t>D:/pasar_fix/node_modules/.bun/date-fns@3.6.0/node_modules/date-fns/fp/addYears.js</a:t>
            </a:r>
          </a:p>
          <a:p>
            <a:pPr>
              <a:defRPr sz="1200"/>
            </a:pPr>
            <a:r>
              <a:t>D:/pasar_fix/node_modules/.bun/date-fns@3.6.0/node_modules/date-fns/fp/addYears.mjs</a:t>
            </a:r>
          </a:p>
          <a:p>
            <a:pPr>
              <a:defRPr sz="1200"/>
            </a:pPr>
            <a:r>
              <a:t>D:/pasar_fix/node_modules/.bun/date-fns@3.6.0/node_modules/date-fns/fp/areIntervalsOverlapping.d.mts</a:t>
            </a:r>
          </a:p>
          <a:p>
            <a:pPr>
              <a:defRPr sz="1200"/>
            </a:pPr>
            <a:r>
              <a:t>D:/pasar_fix/node_modules/.bun/date-fns@3.6.0/node_modules/date-fns/fp/areIntervalsOverlapping.d.ts</a:t>
            </a:r>
          </a:p>
          <a:p>
            <a:pPr>
              <a:defRPr sz="1200"/>
            </a:pPr>
            <a:r>
              <a:t>D:/pasar_fix/node_modules/.bun/date-fns@3.6.0/node_modules/date-fns/fp/areIntervalsOverlapping.js</a:t>
            </a:r>
          </a:p>
          <a:p>
            <a:pPr>
              <a:defRPr sz="1200"/>
            </a:pPr>
            <a:r>
              <a:t>D:/pasar_fix/node_modules/.bun/date-fns@3.6.0/node_modules/date-fns/fp/areIntervalsOverlapping.mjs</a:t>
            </a:r>
          </a:p>
          <a:p>
            <a:pPr>
              <a:defRPr sz="1200"/>
            </a:pPr>
            <a:r>
              <a:t>D:/pasar_fix/node_modules/.bun/date-fns@3.6.0/node_modules/date-fns/fp/areIntervalsOverlappingWithOptions.d.mts</a:t>
            </a:r>
          </a:p>
          <a:p>
            <a:pPr>
              <a:defRPr sz="1200"/>
            </a:pPr>
            <a:r>
              <a:t>D:/pasar_fix/node_modules/.bun/date-fns@3.6.0/node_modules/date-fns/fp/areIntervalsOverlappingWithOptions.d.ts</a:t>
            </a:r>
          </a:p>
          <a:p>
            <a:pPr>
              <a:defRPr sz="1200"/>
            </a:pPr>
            <a:r>
              <a:t>D:/pasar_fix/node_modules/.bun/date-fns@3.6.0/node_modules/date-fns/fp/areIntervalsOverlappingWithOptions.js</a:t>
            </a:r>
          </a:p>
          <a:p>
            <a:pPr>
              <a:defRPr sz="1200"/>
            </a:pPr>
            <a:r>
              <a:t>D:/pasar_fix/node_modules/.bun/date-fns@3.6.0/node_modules/date-fns/fp/areIntervalsOverlappingWithOptions.mjs</a:t>
            </a:r>
          </a:p>
          <a:p>
            <a:pPr>
              <a:defRPr sz="1200"/>
            </a:pPr>
            <a:r>
              <a:t>D:/pasar_fix/node_modules/.bun/date-fns@3.6.0/node_modules/date-fns/fp/cdn.js</a:t>
            </a:r>
          </a:p>
          <a:p>
            <a:pPr>
              <a:defRPr sz="1200"/>
            </a:pPr>
            <a:r>
              <a:t>D:/pasar_fix/node_modules/.bun/date-fns@3.6.0/node_modules/date-fns/fp/cdn.js.map</a:t>
            </a:r>
          </a:p>
          <a:p>
            <a:pPr>
              <a:defRPr sz="1200"/>
            </a:pPr>
            <a:r>
              <a:t>D:/pasar_fix/node_modules/.bun/date-fns@3.6.0/node_modules/date-fns/fp/cdn.min.js</a:t>
            </a:r>
          </a:p>
          <a:p>
            <a:pPr>
              <a:defRPr sz="1200"/>
            </a:pPr>
            <a:r>
              <a:t>D:/pasar_fix/node_modules/.bun/date-fns@3.6.0/node_modules/date-fns/fp/cdn.min.js.map</a:t>
            </a:r>
          </a:p>
          <a:p>
            <a:pPr>
              <a:defRPr sz="1200"/>
            </a:pPr>
            <a:r>
              <a:t>D:/pasar_fix/node_modules/.bun/date-fns@3.6.0/node_modules/date-fns/fp/clamp.d.mts</a:t>
            </a:r>
          </a:p>
          <a:p>
            <a:pPr>
              <a:defRPr sz="1200"/>
            </a:pPr>
            <a:r>
              <a:t>D:/pasar_fix/node_modules/.bun/date-fns@3.6.0/node_modules/date-fns/fp/clamp.d.ts</a:t>
            </a:r>
          </a:p>
          <a:p>
            <a:pPr>
              <a:defRPr sz="1200"/>
            </a:pPr>
            <a:r>
              <a:t>D:/pasar_fix/node_modules/.bun/date-fns@3.6.0/node_modules/date-fns/fp/clamp.js</a:t>
            </a:r>
          </a:p>
          <a:p>
            <a:pPr>
              <a:defRPr sz="1200"/>
            </a:pPr>
            <a:r>
              <a:t>D:/pasar_fix/node_modules/.bun/date-fns@3.6.0/node_modules/date-fns/fp/clamp.mjs</a:t>
            </a:r>
          </a:p>
          <a:p>
            <a:pPr>
              <a:defRPr sz="1200"/>
            </a:pPr>
            <a:r>
              <a:t>D:/pasar_fix/node_modules/.bun/date-fns@3.6.0/node_modules/date-fns/fp/closestIndexTo.d.mts</a:t>
            </a:r>
          </a:p>
          <a:p>
            <a:pPr>
              <a:defRPr sz="1200"/>
            </a:pPr>
            <a:r>
              <a:t>D:/pasar_fix/node_modules/.bun/date-fns@3.6.0/node_modules/date-fns/fp/closestIndexTo.d.ts</a:t>
            </a:r>
          </a:p>
          <a:p>
            <a:pPr>
              <a:defRPr sz="1200"/>
            </a:pPr>
            <a:r>
              <a:t>D:/pasar_fix/node_modules/.bun/date-fns@3.6.0/node_modules/date-fns/fp/closestIndexTo.js</a:t>
            </a:r>
          </a:p>
          <a:p>
            <a:pPr>
              <a:defRPr sz="1200"/>
            </a:pPr>
            <a:r>
              <a:t>D:/pasar_fix/node_modules/.bun/date-fns@3.6.0/node_modules/date-fns/fp/closestIndexTo.mjs</a:t>
            </a:r>
          </a:p>
          <a:p>
            <a:pPr>
              <a:defRPr sz="1200"/>
            </a:pPr>
            <a:r>
              <a:t>D:/pasar_fix/node_modules/.bun/date-fns@3.6.0/node_modules/date-fns/fp/closestTo.d.mts</a:t>
            </a:r>
          </a:p>
          <a:p>
            <a:pPr>
              <a:defRPr sz="1200"/>
            </a:pPr>
            <a:r>
              <a:t>D:/pasar_fix/node_modules/.bun/date-fns@3.6.0/node_modules/date-fns/fp/closestTo.d.ts</a:t>
            </a:r>
          </a:p>
          <a:p>
            <a:pPr>
              <a:defRPr sz="1200"/>
            </a:pPr>
            <a:r>
              <a:t>D:/pasar_fix/node_modules/.bun/date-fns@3.6.0/node_modules/date-fns/fp/closestTo.js</a:t>
            </a:r>
          </a:p>
          <a:p>
            <a:pPr>
              <a:defRPr sz="1200"/>
            </a:pPr>
            <a:r>
              <a:t>D:/pasar_fix/node_modules/.bun/date-fns@3.6.0/node_modules/date-fns/fp/closestTo.mjs</a:t>
            </a:r>
          </a:p>
          <a:p>
            <a:pPr>
              <a:defRPr sz="1200"/>
            </a:pPr>
            <a:r>
              <a:t>D:/pasar_fix/node_modules/.bun/date-fns@3.6.0/node_modules/date-fns/fp/compareAsc.d.mts</a:t>
            </a:r>
          </a:p>
          <a:p>
            <a:pPr>
              <a:defRPr sz="1200"/>
            </a:pPr>
            <a:r>
              <a:t>D:/pasar_fix/node_modules/.bun/date-fns@3.6.0/node_modules/date-fns/fp/compareAsc.d.ts</a:t>
            </a:r>
          </a:p>
          <a:p>
            <a:pPr>
              <a:defRPr sz="1200"/>
            </a:pPr>
            <a:r>
              <a:t>D:/pasar_fix/node_modules/.bun/date-fns@3.6.0/node_modules/date-fns/fp/compareAsc.js</a:t>
            </a:r>
          </a:p>
          <a:p>
            <a:pPr>
              <a:defRPr sz="1200"/>
            </a:pPr>
            <a:r>
              <a:t>D:/pasar_fix/node_modules/.bun/date-fns@3.6.0/node_modules/date-fns/fp/compareAsc.mjs</a:t>
            </a:r>
          </a:p>
          <a:p>
            <a:pPr>
              <a:defRPr sz="1200"/>
            </a:pPr>
            <a:r>
              <a:t>D:/pasar_fix/node_modules/.bun/date-fns@3.6.0/node_modules/date-fns/fp/compareDesc.d.mts</a:t>
            </a:r>
          </a:p>
          <a:p>
            <a:pPr>
              <a:defRPr sz="1200"/>
            </a:pPr>
            <a:r>
              <a:t>D:/pasar_fix/node_modules/.bun/date-fns@3.6.0/node_modules/date-fns/fp/compareDesc.d.ts</a:t>
            </a:r>
          </a:p>
          <a:p>
            <a:pPr>
              <a:defRPr sz="1200"/>
            </a:pPr>
            <a:r>
              <a:t>D:/pasar_fix/node_modules/.bun/date-fns@3.6.0/node_modules/date-fns/fp/compareDesc.js</a:t>
            </a:r>
          </a:p>
          <a:p>
            <a:pPr>
              <a:defRPr sz="1200"/>
            </a:pPr>
            <a:r>
              <a:t>D:/pasar_fix/node_modules/.bun/date-fns@3.6.0/node_modules/date-fns/fp/compareDesc.mjs</a:t>
            </a:r>
          </a:p>
          <a:p>
            <a:pPr>
              <a:defRPr sz="1200"/>
            </a:pPr>
            <a:r>
              <a:t>D:/pasar_fix/node_modules/.bun/date-fns@3.6.0/node_modules/date-fns/fp/constructFrom.d.mts</a:t>
            </a:r>
          </a:p>
          <a:p>
            <a:pPr>
              <a:defRPr sz="1200"/>
            </a:pPr>
            <a:r>
              <a:t>D:/pasar_fix/node_modules/.bun/date-fns@3.6.0/node_modules/date-fns/fp/constructFrom.d.ts</a:t>
            </a:r>
          </a:p>
          <a:p>
            <a:pPr>
              <a:defRPr sz="1200"/>
            </a:pPr>
            <a:r>
              <a:t>D:/pasar_fix/node_modules/.bun/date-fns@3.6.0/node_modules/date-fns/fp/constructFrom.js</a:t>
            </a:r>
          </a:p>
          <a:p>
            <a:pPr>
              <a:defRPr sz="1200"/>
            </a:pPr>
            <a:r>
              <a:t>D:/pasar_fix/node_modules/.bun/date-fns@3.6.0/node_modules/date-fns/fp/constructFrom.mjs</a:t>
            </a:r>
          </a:p>
          <a:p>
            <a:pPr>
              <a:defRPr sz="1200"/>
            </a:pPr>
            <a:r>
              <a:t>D:/pasar_fix/node_modules/.bun/date-fns@3.6.0/node_modules/date-fns/fp/daysToWeeks.d.mts</a:t>
            </a:r>
          </a:p>
          <a:p>
            <a:pPr>
              <a:defRPr sz="1200"/>
            </a:pPr>
            <a:r>
              <a:t>D:/pasar_fix/node_modules/.bun/date-fns@3.6.0/node_modules/date-fns/fp/daysToWeeks.d.ts</a:t>
            </a:r>
          </a:p>
          <a:p>
            <a:pPr>
              <a:defRPr sz="1200"/>
            </a:pPr>
            <a:r>
              <a:t>D:/pasar_fix/node_modules/.bun/date-fns@3.6.0/node_modules/date-fns/fp/daysToWeeks.js</a:t>
            </a:r>
          </a:p>
          <a:p>
            <a:pPr>
              <a:defRPr sz="1200"/>
            </a:pPr>
            <a:r>
              <a:t>D:/pasar_fix/node_modules/.bun/date-fns@3.6.0/node_modules/date-fns/fp/daysToWeeks.mjs</a:t>
            </a:r>
          </a:p>
          <a:p>
            <a:pPr>
              <a:defRPr sz="1200"/>
            </a:pPr>
            <a:r>
              <a:t>D:/pasar_fix/node_modules/.bun/date-fns@3.6.0/node_modules/date-fns/fp/differenceInBusinessDays.d.mts</a:t>
            </a:r>
          </a:p>
          <a:p>
            <a:pPr>
              <a:defRPr sz="1200"/>
            </a:pPr>
            <a:r>
              <a:t>D:/pasar_fix/node_modules/.bun/date-fns@3.6.0/node_modules/date-fns/fp/differenceInBusinessDays.d.ts</a:t>
            </a:r>
          </a:p>
          <a:p>
            <a:pPr>
              <a:defRPr sz="1200"/>
            </a:pPr>
            <a:r>
              <a:t>D:/pasar_fix/node_modules/.bun/date-fns@3.6.0/node_modules/date-fns/fp/differenceInBusinessDays.js</a:t>
            </a:r>
          </a:p>
          <a:p>
            <a:pPr>
              <a:defRPr sz="1200"/>
            </a:pPr>
            <a:r>
              <a:t>D:/pasar_fix/node_modules/.bun/date-fns@3.6.0/node_modules/date-fns/fp/differenceInBusinessDays.mjs</a:t>
            </a:r>
          </a:p>
          <a:p>
            <a:pPr>
              <a:defRPr sz="1200"/>
            </a:pPr>
            <a:r>
              <a:t>D:/pasar_fix/node_modules/.bun/date-fns@3.6.0/node_modules/date-fns/fp/differenceInCalendarDays.d.mts</a:t>
            </a:r>
          </a:p>
          <a:p>
            <a:pPr>
              <a:defRPr sz="1200"/>
            </a:pPr>
            <a:r>
              <a:t>D:/pasar_fix/node_modules/.bun/date-fns@3.6.0/node_modules/date-fns/fp/differenceInCalendarDays.d.ts</a:t>
            </a:r>
          </a:p>
          <a:p>
            <a:pPr>
              <a:defRPr sz="1200"/>
            </a:pPr>
            <a:r>
              <a:t>D:/pasar_fix/node_modules/.bun/date-fns@3.6.0/node_modules/date-fns/fp/differenceInCalendarDays.js</a:t>
            </a:r>
          </a:p>
          <a:p>
            <a:pPr>
              <a:defRPr sz="1200"/>
            </a:pPr>
            <a:r>
              <a:t>D:/pasar_fix/node_modules/.bun/date-fns@3.6.0/node_modules/date-fns/fp/differenceInCalendarDays.mjs</a:t>
            </a:r>
          </a:p>
          <a:p>
            <a:pPr>
              <a:defRPr sz="1200"/>
            </a:pPr>
            <a:r>
              <a:t>D:/pasar_fix/node_modules/.bun/date-fns@3.6.0/node_modules/date-fns/fp/differenceInCalendarISOWeeks.d.mts</a:t>
            </a:r>
          </a:p>
          <a:p>
            <a:pPr>
              <a:defRPr sz="1200"/>
            </a:pPr>
            <a:r>
              <a:t>D:/pasar_fix/node_modules/.bun/date-fns@3.6.0/node_modules/date-fns/fp/differenceInCalendarISOWeeks.d.ts</a:t>
            </a:r>
          </a:p>
          <a:p>
            <a:pPr>
              <a:defRPr sz="1200"/>
            </a:pPr>
            <a:r>
              <a:t>D:/pasar_fix/node_modules/.bun/date-fns@3.6.0/node_modules/date-fns/fp/differenceInCalendarISOWeeks.js</a:t>
            </a:r>
          </a:p>
          <a:p>
            <a:pPr>
              <a:defRPr sz="1200"/>
            </a:pPr>
            <a:r>
              <a:t>D:/pasar_fix/node_modules/.bun/date-fns@3.6.0/node_modules/date-fns/fp/differenceInCalendarISOWeeks.mjs</a:t>
            </a:r>
          </a:p>
          <a:p>
            <a:pPr>
              <a:defRPr sz="1200"/>
            </a:pPr>
            <a:r>
              <a:t>D:/pasar_fix/node_modules/.bun/date-fns@3.6.0/node_modules/date-fns/fp/differenceInCalendarISOWeekYears.d.mts</a:t>
            </a:r>
          </a:p>
          <a:p>
            <a:pPr>
              <a:defRPr sz="1200"/>
            </a:pPr>
            <a:r>
              <a:t>D:/pasar_fix/node_modules/.bun/date-fns@3.6.0/node_modules/date-fns/fp/differenceInCalendarISOWeekYears.d.ts</a:t>
            </a:r>
          </a:p>
          <a:p>
            <a:pPr>
              <a:defRPr sz="1200"/>
            </a:pPr>
            <a:r>
              <a:t>D:/pasar_fix/node_modules/.bun/date-fns@3.6.0/node_modules/date-fns/fp/differenceInCalendarISOWeekYears.js</a:t>
            </a:r>
          </a:p>
          <a:p>
            <a:pPr>
              <a:defRPr sz="1200"/>
            </a:pPr>
            <a:r>
              <a:t>D:/pasar_fix/node_modules/.bun/date-fns@3.6.0/node_modules/date-fns/fp/differenceInCalendarISOWeekYears.mjs</a:t>
            </a:r>
          </a:p>
          <a:p>
            <a:pPr>
              <a:defRPr sz="1200"/>
            </a:pPr>
            <a:r>
              <a:t>D:/pasar_fix/node_modules/.bun/date-fns@3.6.0/node_modules/date-fns/fp/differenceInCalendarMonths.d.mts</a:t>
            </a:r>
          </a:p>
          <a:p>
            <a:pPr>
              <a:defRPr sz="1200"/>
            </a:pPr>
            <a:r>
              <a:t>D:/pasar_fix/node_modules/.bun/date-fns@3.6.0/node_modules/date-fns/fp/differenceInCalendarMonths.d.ts</a:t>
            </a:r>
          </a:p>
          <a:p>
            <a:pPr>
              <a:defRPr sz="1200"/>
            </a:pPr>
            <a:r>
              <a:t>D:/pasar_fix/node_modules/.bun/date-fns@3.6.0/node_modules/date-fns/fp/differenceInCalendarMonths.js</a:t>
            </a:r>
          </a:p>
          <a:p>
            <a:pPr>
              <a:defRPr sz="1200"/>
            </a:pPr>
            <a:r>
              <a:t>D:/pasar_fix/node_modules/.bun/date-fns@3.6.0/node_modules/date-fns/fp/differenceInCalendarMonths.mjs</a:t>
            </a:r>
          </a:p>
          <a:p>
            <a:pPr>
              <a:defRPr sz="1200"/>
            </a:pPr>
            <a:r>
              <a:t>D:/pasar_fix/node_modules/.bun/date-fns@3.6.0/node_modules/date-fns/fp/differenceInCalendarQuarters.d.mts</a:t>
            </a:r>
          </a:p>
          <a:p>
            <a:pPr>
              <a:defRPr sz="1200"/>
            </a:pPr>
            <a:r>
              <a:t>D:/pasar_fix/node_modules/.bun/date-fns@3.6.0/node_modules/date-fns/fp/differenceInCalendarQuarters.d.ts</a:t>
            </a:r>
          </a:p>
          <a:p>
            <a:pPr>
              <a:defRPr sz="1200"/>
            </a:pPr>
            <a:r>
              <a:t>D:/pasar_fix/node_modules/.bun/date-fns@3.6.0/node_modules/date-fns/fp/differenceInCalendarQuarters.js</a:t>
            </a:r>
          </a:p>
          <a:p>
            <a:pPr>
              <a:defRPr sz="1200"/>
            </a:pPr>
            <a:r>
              <a:t>D:/pasar_fix/node_modules/.bun/date-fns@3.6.0/node_modules/date-fns/fp/differenceInCalendarQuarters.mjs</a:t>
            </a:r>
          </a:p>
          <a:p>
            <a:pPr>
              <a:defRPr sz="1200"/>
            </a:pPr>
            <a:r>
              <a:t>D:/pasar_fix/node_modules/.bun/date-fns@3.6.0/node_modules/date-fns/fp/differenceInCalendarWeeks.d.mts</a:t>
            </a:r>
          </a:p>
          <a:p>
            <a:pPr>
              <a:defRPr sz="1200"/>
            </a:pPr>
            <a:r>
              <a:t>D:/pasar_fix/node_modules/.bun/date-fns@3.6.0/node_modules/date-fns/fp/differenceInCalendarWeeks.d.ts</a:t>
            </a:r>
          </a:p>
          <a:p>
            <a:pPr>
              <a:defRPr sz="1200"/>
            </a:pPr>
            <a:r>
              <a:t>D:/pasar_fix/node_modules/.bun/date-fns@3.6.0/node_modules/date-fns/fp/differenceInCalendarWeeks.js</a:t>
            </a:r>
          </a:p>
          <a:p>
            <a:pPr>
              <a:defRPr sz="1200"/>
            </a:pPr>
            <a:r>
              <a:t>D:/pasar_fix/node_modules/.bun/date-fns@3.6.0/node_modules/date-fns/fp/differenceInCalendarWeeks.mjs</a:t>
            </a:r>
          </a:p>
          <a:p>
            <a:pPr>
              <a:defRPr sz="1200"/>
            </a:pPr>
            <a:r>
              <a:t>D:/pasar_fix/node_modules/.bun/date-fns@3.6.0/node_modules/date-fns/fp/differenceInCalendarWeeksWithOptions.d.mts</a:t>
            </a:r>
          </a:p>
          <a:p>
            <a:pPr>
              <a:defRPr sz="1200"/>
            </a:pPr>
            <a:r>
              <a:t>D:/pasar_fix/node_modules/.bun/date-fns@3.6.0/node_modules/date-fns/fp/differenceInCalendarWeeksWithOptions.d.ts</a:t>
            </a:r>
          </a:p>
          <a:p>
            <a:pPr>
              <a:defRPr sz="1200"/>
            </a:pPr>
            <a:r>
              <a:t>D:/pasar_fix/node_modules/.bun/date-fns@3.6.0/node_modules/date-fns/fp/differenceInCalendarWeeksWithOptions.js</a:t>
            </a:r>
          </a:p>
          <a:p>
            <a:pPr>
              <a:defRPr sz="1200"/>
            </a:pPr>
            <a:r>
              <a:t>D:/pasar_fix/node_modules/.bun/date-fns@3.6.0/node_modules/date-fns/fp/differenceInCalendarWeeksWithOptions.mjs</a:t>
            </a:r>
          </a:p>
          <a:p>
            <a:pPr>
              <a:defRPr sz="1200"/>
            </a:pPr>
            <a:r>
              <a:t>D:/pasar_fix/node_modules/.bun/date-fns@3.6.0/node_modules/date-fns/fp/differenceInCalendarYears.d.mts</a:t>
            </a:r>
          </a:p>
          <a:p>
            <a:pPr>
              <a:defRPr sz="1200"/>
            </a:pPr>
            <a:r>
              <a:t>D:/pasar_fix/node_modules/.bun/date-fns@3.6.0/node_modules/date-fns/fp/differenceInCalendarYears.d.ts</a:t>
            </a:r>
          </a:p>
          <a:p>
            <a:pPr>
              <a:defRPr sz="1200"/>
            </a:pPr>
            <a:r>
              <a:t>D:/pasar_fix/node_modules/.bun/date-fns@3.6.0/node_modules/date-fns/fp/differenceInCalendarYears.js</a:t>
            </a:r>
          </a:p>
          <a:p>
            <a:pPr>
              <a:defRPr sz="1200"/>
            </a:pPr>
            <a:r>
              <a:t>D:/pasar_fix/node_modules/.bun/date-fns@3.6.0/node_modules/date-fns/fp/differenceInCalendarYears.mjs</a:t>
            </a:r>
          </a:p>
          <a:p>
            <a:pPr>
              <a:defRPr sz="1200"/>
            </a:pPr>
            <a:r>
              <a:t>D:/pasar_fix/node_modules/.bun/date-fns@3.6.0/node_modules/date-fns/fp/differenceInDays.d.mts</a:t>
            </a:r>
          </a:p>
          <a:p>
            <a:pPr>
              <a:defRPr sz="1200"/>
            </a:pPr>
            <a:r>
              <a:t>D:/pasar_fix/node_modules/.bun/date-fns@3.6.0/node_modules/date-fns/fp/differenceInDays.d.ts</a:t>
            </a:r>
          </a:p>
          <a:p>
            <a:pPr>
              <a:defRPr sz="1200"/>
            </a:pPr>
            <a:r>
              <a:t>D:/pasar_fix/node_modules/.bun/date-fns@3.6.0/node_modules/date-fns/fp/differenceInDays.js</a:t>
            </a:r>
          </a:p>
          <a:p>
            <a:pPr>
              <a:defRPr sz="1200"/>
            </a:pPr>
            <a:r>
              <a:t>D:/pasar_fix/node_modules/.bun/date-fns@3.6.0/node_modules/date-fns/fp/differenceInDays.mjs</a:t>
            </a:r>
          </a:p>
          <a:p>
            <a:pPr>
              <a:defRPr sz="1200"/>
            </a:pPr>
            <a:r>
              <a:t>D:/pasar_fix/node_modules/.bun/date-fns@3.6.0/node_modules/date-fns/fp/differenceInHours.d.mts</a:t>
            </a:r>
          </a:p>
          <a:p>
            <a:pPr>
              <a:defRPr sz="1200"/>
            </a:pPr>
            <a:r>
              <a:t>D:/pasar_fix/node_modules/.bun/date-fns@3.6.0/node_modules/date-fns/fp/differenceInHours.d.ts</a:t>
            </a:r>
          </a:p>
          <a:p>
            <a:pPr>
              <a:defRPr sz="1200"/>
            </a:pPr>
            <a:r>
              <a:t>D:/pasar_fix/node_modules/.bun/date-fns@3.6.0/node_modules/date-fns/fp/differenceInHours.js</a:t>
            </a:r>
          </a:p>
          <a:p>
            <a:pPr>
              <a:defRPr sz="1200"/>
            </a:pPr>
            <a:r>
              <a:t>D:/pasar_fix/node_modules/.bun/date-fns@3.6.0/node_modules/date-fns/fp/differenceInHours.mjs</a:t>
            </a:r>
          </a:p>
          <a:p>
            <a:pPr>
              <a:defRPr sz="1200"/>
            </a:pPr>
            <a:r>
              <a:t>D:/pasar_fix/node_modules/.bun/date-fns@3.6.0/node_modules/date-fns/fp/differenceInHoursWithOptions.d.mts</a:t>
            </a:r>
          </a:p>
          <a:p>
            <a:pPr>
              <a:defRPr sz="1200"/>
            </a:pPr>
            <a:r>
              <a:t>D:/pasar_fix/node_modules/.bun/date-fns@3.6.0/node_modules/date-fns/fp/differenceInHoursWithOptions.d.ts</a:t>
            </a:r>
          </a:p>
          <a:p>
            <a:pPr>
              <a:defRPr sz="1200"/>
            </a:pPr>
            <a:r>
              <a:t>D:/pasar_fix/node_modules/.bun/date-fns@3.6.0/node_modules/date-fns/fp/differenceInHoursWithOptions.js</a:t>
            </a:r>
          </a:p>
          <a:p>
            <a:pPr>
              <a:defRPr sz="1200"/>
            </a:pPr>
            <a:r>
              <a:t>D:/pasar_fix/node_modules/.bun/date-fns@3.6.0/node_modules/date-fns/fp/differenceInHoursWithOptions.mjs</a:t>
            </a:r>
          </a:p>
          <a:p>
            <a:pPr>
              <a:defRPr sz="1200"/>
            </a:pPr>
            <a:r>
              <a:t>D:/pasar_fix/node_modules/.bun/date-fns@3.6.0/node_modules/date-fns/fp/differenceInISOWeekYears.d.mts</a:t>
            </a:r>
          </a:p>
          <a:p>
            <a:pPr>
              <a:defRPr sz="1200"/>
            </a:pPr>
            <a:r>
              <a:t>D:/pasar_fix/node_modules/.bun/date-fns@3.6.0/node_modules/date-fns/fp/differenceInISOWeekYears.d.ts</a:t>
            </a:r>
          </a:p>
          <a:p>
            <a:pPr>
              <a:defRPr sz="1200"/>
            </a:pPr>
            <a:r>
              <a:t>D:/pasar_fix/node_modules/.bun/date-fns@3.6.0/node_modules/date-fns/fp/differenceInISOWeekYears.js</a:t>
            </a:r>
          </a:p>
          <a:p>
            <a:pPr>
              <a:defRPr sz="1200"/>
            </a:pPr>
            <a:r>
              <a:t>D:/pasar_fix/node_modules/.bun/date-fns@3.6.0/node_modules/date-fns/fp/differenceInISOWeekYears.mjs</a:t>
            </a:r>
          </a:p>
          <a:p>
            <a:pPr>
              <a:defRPr sz="1200"/>
            </a:pPr>
            <a:r>
              <a:t>D:/pasar_fix/node_modules/.bun/date-fns@3.6.0/node_modules/date-fns/fp/differenceInMilliseconds.d.mts</a:t>
            </a:r>
          </a:p>
          <a:p>
            <a:pPr>
              <a:defRPr sz="1200"/>
            </a:pPr>
            <a:r>
              <a:t>D:/pasar_fix/node_modules/.bun/date-fns@3.6.0/node_modules/date-fns/fp/differenceInMilliseconds.d.ts</a:t>
            </a:r>
          </a:p>
          <a:p>
            <a:pPr>
              <a:defRPr sz="1200"/>
            </a:pPr>
            <a:r>
              <a:t>D:/pasar_fix/node_modules/.bun/date-fns@3.6.0/node_modules/date-fns/fp/differenceInMilliseconds.js</a:t>
            </a:r>
          </a:p>
          <a:p>
            <a:pPr>
              <a:defRPr sz="1200"/>
            </a:pPr>
            <a:r>
              <a:t>D:/pasar_fix/node_modules/.bun/date-fns@3.6.0/node_modules/date-fns/fp/differenceInMilliseconds.mjs</a:t>
            </a:r>
          </a:p>
          <a:p>
            <a:pPr>
              <a:defRPr sz="1200"/>
            </a:pPr>
            <a:r>
              <a:t>D:/pasar_fix/node_modules/.bun/date-fns@3.6.0/node_modules/date-fns/fp/differenceInMinutes.d.mts</a:t>
            </a:r>
          </a:p>
          <a:p>
            <a:pPr>
              <a:defRPr sz="1200"/>
            </a:pPr>
            <a:r>
              <a:t>D:/pasar_fix/node_modules/.bun/date-fns@3.6.0/node_modules/date-fns/fp/differenceInMinutes.d.ts</a:t>
            </a:r>
          </a:p>
          <a:p>
            <a:pPr>
              <a:defRPr sz="1200"/>
            </a:pPr>
            <a:r>
              <a:t>D:/pasar_fix/node_modules/.bun/date-fns@3.6.0/node_modules/date-fns/fp/differenceInMinutes.js</a:t>
            </a:r>
          </a:p>
          <a:p>
            <a:pPr>
              <a:defRPr sz="1200"/>
            </a:pPr>
            <a:r>
              <a:t>D:/pasar_fix/node_modules/.bun/date-fns@3.6.0/node_modules/date-fns/fp/differenceInMinutes.mjs</a:t>
            </a:r>
          </a:p>
          <a:p>
            <a:pPr>
              <a:defRPr sz="1200"/>
            </a:pPr>
            <a:r>
              <a:t>D:/pasar_fix/node_modules/.bun/date-fns@3.6.0/node_modules/date-fns/fp/differenceInMinutesWithOptions.d.mts</a:t>
            </a:r>
          </a:p>
          <a:p>
            <a:pPr>
              <a:defRPr sz="1200"/>
            </a:pPr>
            <a:r>
              <a:t>D:/pasar_fix/node_modules/.bun/date-fns@3.6.0/node_modules/date-fns/fp/differenceInMinutesWithOptions.d.ts</a:t>
            </a:r>
          </a:p>
          <a:p>
            <a:pPr>
              <a:defRPr sz="1200"/>
            </a:pPr>
            <a:r>
              <a:t>D:/pasar_fix/node_modules/.bun/date-fns@3.6.0/node_modules/date-fns/fp/differenceInMinutesWithOptions.js</a:t>
            </a:r>
          </a:p>
          <a:p>
            <a:pPr>
              <a:defRPr sz="1200"/>
            </a:pPr>
            <a:r>
              <a:t>D:/pasar_fix/node_modules/.bun/date-fns@3.6.0/node_modules/date-fns/fp/differenceInMinutesWithOptions.mjs</a:t>
            </a:r>
          </a:p>
          <a:p>
            <a:pPr>
              <a:defRPr sz="1200"/>
            </a:pPr>
            <a:r>
              <a:t>D:/pasar_fix/node_modules/.bun/date-fns@3.6.0/node_modules/date-fns/fp/differenceInMonths.d.mts</a:t>
            </a:r>
          </a:p>
          <a:p>
            <a:pPr>
              <a:defRPr sz="1200"/>
            </a:pPr>
            <a:r>
              <a:t>D:/pasar_fix/node_modules/.bun/date-fns@3.6.0/node_modules/date-fns/fp/differenceInMonths.d.ts</a:t>
            </a:r>
          </a:p>
          <a:p>
            <a:pPr>
              <a:defRPr sz="1200"/>
            </a:pPr>
            <a:r>
              <a:t>D:/pasar_fix/node_modules/.bun/date-fns@3.6.0/node_modules/date-fns/fp/differenceInMonths.js</a:t>
            </a:r>
          </a:p>
          <a:p>
            <a:pPr>
              <a:defRPr sz="1200"/>
            </a:pPr>
            <a:r>
              <a:t>D:/pasar_fix/node_modules/.bun/date-fns@3.6.0/node_modules/date-fns/fp/differenceInMonths.mjs</a:t>
            </a:r>
          </a:p>
          <a:p>
            <a:pPr>
              <a:defRPr sz="1200"/>
            </a:pPr>
            <a:r>
              <a:t>D:/pasar_fix/node_modules/.bun/date-fns@3.6.0/node_modules/date-fns/fp/differenceInQuarters.d.mts</a:t>
            </a:r>
          </a:p>
          <a:p>
            <a:pPr>
              <a:defRPr sz="1200"/>
            </a:pPr>
            <a:r>
              <a:t>D:/pasar_fix/node_modules/.bun/date-fns@3.6.0/node_modules/date-fns/fp/differenceInQuarters.d.ts</a:t>
            </a:r>
          </a:p>
          <a:p>
            <a:pPr>
              <a:defRPr sz="1200"/>
            </a:pPr>
            <a:r>
              <a:t>D:/pasar_fix/node_modules/.bun/date-fns@3.6.0/node_modules/date-fns/fp/differenceInQuarters.js</a:t>
            </a:r>
          </a:p>
          <a:p>
            <a:pPr>
              <a:defRPr sz="1200"/>
            </a:pPr>
            <a:r>
              <a:t>D:/pasar_fix/node_modules/.bun/date-fns@3.6.0/node_modules/date-fns/fp/differenceInQuarters.mjs</a:t>
            </a:r>
          </a:p>
          <a:p>
            <a:pPr>
              <a:defRPr sz="1200"/>
            </a:pPr>
            <a:r>
              <a:t>D:/pasar_fix/node_modules/.bun/date-fns@3.6.0/node_modules/date-fns/fp/differenceInQuartersWithOptions.d.mts</a:t>
            </a:r>
          </a:p>
          <a:p>
            <a:pPr>
              <a:defRPr sz="1200"/>
            </a:pPr>
            <a:r>
              <a:t>D:/pasar_fix/node_modules/.bun/date-fns@3.6.0/node_modules/date-fns/fp/differenceInQuartersWithOptions.d.ts</a:t>
            </a:r>
          </a:p>
          <a:p>
            <a:pPr>
              <a:defRPr sz="1200"/>
            </a:pPr>
            <a:r>
              <a:t>D:/pasar_fix/node_modules/.bun/date-fns@3.6.0/node_modules/date-fns/fp/differenceInQuartersWithOptions.js</a:t>
            </a:r>
          </a:p>
          <a:p>
            <a:pPr>
              <a:defRPr sz="1200"/>
            </a:pPr>
            <a:r>
              <a:t>D:/pasar_fix/node_modules/.bun/date-fns@3.6.0/node_modules/date-fns/fp/differenceInQuartersWithOptions.mjs</a:t>
            </a:r>
          </a:p>
          <a:p>
            <a:pPr>
              <a:defRPr sz="1200"/>
            </a:pPr>
            <a:r>
              <a:t>D:/pasar_fix/node_modules/.bun/date-fns@3.6.0/node_modules/date-fns/fp/differenceInSeconds.d.mts</a:t>
            </a:r>
          </a:p>
          <a:p>
            <a:pPr>
              <a:defRPr sz="1200"/>
            </a:pPr>
            <a:r>
              <a:t>D:/pasar_fix/node_modules/.bun/date-fns@3.6.0/node_modules/date-fns/fp/differenceInSeconds.d.ts</a:t>
            </a:r>
          </a:p>
          <a:p>
            <a:pPr>
              <a:defRPr sz="1200"/>
            </a:pPr>
            <a:r>
              <a:t>D:/pasar_fix/node_modules/.bun/date-fns@3.6.0/node_modules/date-fns/fp/differenceInSeconds.js</a:t>
            </a:r>
          </a:p>
          <a:p>
            <a:pPr>
              <a:defRPr sz="1200"/>
            </a:pPr>
            <a:r>
              <a:t>D:/pasar_fix/node_modules/.bun/date-fns@3.6.0/node_modules/date-fns/fp/differenceInSeconds.mjs</a:t>
            </a:r>
          </a:p>
          <a:p>
            <a:pPr>
              <a:defRPr sz="1200"/>
            </a:pPr>
            <a:r>
              <a:t>D:/pasar_fix/node_modules/.bun/date-fns@3.6.0/node_modules/date-fns/fp/differenceInSecondsWithOptions.d.mts</a:t>
            </a:r>
          </a:p>
          <a:p>
            <a:pPr>
              <a:defRPr sz="1200"/>
            </a:pPr>
            <a:r>
              <a:t>D:/pasar_fix/node_modules/.bun/date-fns@3.6.0/node_modules/date-fns/fp/differenceInSecondsWithOptions.d.ts</a:t>
            </a:r>
          </a:p>
          <a:p>
            <a:pPr>
              <a:defRPr sz="1200"/>
            </a:pPr>
            <a:r>
              <a:t>D:/pasar_fix/node_modules/.bun/date-fns@3.6.0/node_modules/date-fns/fp/differenceInSecondsWithOptions.js</a:t>
            </a:r>
          </a:p>
          <a:p>
            <a:pPr>
              <a:defRPr sz="1200"/>
            </a:pPr>
            <a:r>
              <a:t>D:/pasar_fix/node_modules/.bun/date-fns@3.6.0/node_modules/date-fns/fp/differenceInSecondsWithOptions.mjs</a:t>
            </a:r>
          </a:p>
          <a:p>
            <a:pPr>
              <a:defRPr sz="1200"/>
            </a:pPr>
            <a:r>
              <a:t>D:/pasar_fix/node_modules/.bun/date-fns@3.6.0/node_modules/date-fns/fp/differenceInWeeks.d.mts</a:t>
            </a:r>
          </a:p>
          <a:p>
            <a:pPr>
              <a:defRPr sz="1200"/>
            </a:pPr>
            <a:r>
              <a:t>D:/pasar_fix/node_modules/.bun/date-fns@3.6.0/node_modules/date-fns/fp/differenceInWeeks.d.ts</a:t>
            </a:r>
          </a:p>
          <a:p>
            <a:pPr>
              <a:defRPr sz="1200"/>
            </a:pPr>
            <a:r>
              <a:t>D:/pasar_fix/node_modules/.bun/date-fns@3.6.0/node_modules/date-fns/fp/differenceInWeeks.js</a:t>
            </a:r>
          </a:p>
          <a:p>
            <a:pPr>
              <a:defRPr sz="1200"/>
            </a:pPr>
            <a:r>
              <a:t>D:/pasar_fix/node_modules/.bun/date-fns@3.6.0/node_modules/date-fns/fp/differenceInWeeks.mjs</a:t>
            </a:r>
          </a:p>
          <a:p>
            <a:pPr>
              <a:defRPr sz="1200"/>
            </a:pPr>
            <a:r>
              <a:t>D:/pasar_fix/node_modules/.bun/date-fns@3.6.0/node_modules/date-fns/fp/differenceInWeeksWithOptions.d.mts</a:t>
            </a:r>
          </a:p>
          <a:p>
            <a:pPr>
              <a:defRPr sz="1200"/>
            </a:pPr>
            <a:r>
              <a:t>D:/pasar_fix/node_modules/.bun/date-fns@3.6.0/node_modules/date-fns/fp/differenceInWeeksWithOptions.d.ts</a:t>
            </a:r>
          </a:p>
          <a:p>
            <a:pPr>
              <a:defRPr sz="1200"/>
            </a:pPr>
            <a:r>
              <a:t>D:/pasar_fix/node_modules/.bun/date-fns@3.6.0/node_modules/date-fns/fp/differenceInWeeksWithOptions.js</a:t>
            </a:r>
          </a:p>
          <a:p>
            <a:pPr>
              <a:defRPr sz="1200"/>
            </a:pPr>
            <a:r>
              <a:t>D:/pasar_fix/node_modules/.bun/date-fns@3.6.0/node_modules/date-fns/fp/differenceInWeeksWithOptions.mjs</a:t>
            </a:r>
          </a:p>
          <a:p>
            <a:pPr>
              <a:defRPr sz="1200"/>
            </a:pPr>
            <a:r>
              <a:t>D:/pasar_fix/node_modules/.bun/date-fns@3.6.0/node_modules/date-fns/fp/differenceInYears.d.mts</a:t>
            </a:r>
          </a:p>
          <a:p>
            <a:pPr>
              <a:defRPr sz="1200"/>
            </a:pPr>
            <a:r>
              <a:t>D:/pasar_fix/node_modules/.bun/date-fns@3.6.0/node_modules/date-fns/fp/differenceInYears.d.ts</a:t>
            </a:r>
          </a:p>
          <a:p>
            <a:pPr>
              <a:defRPr sz="1200"/>
            </a:pPr>
            <a:r>
              <a:t>D:/pasar_fix/node_modules/.bun/date-fns@3.6.0/node_modules/date-fns/fp/differenceInYears.js</a:t>
            </a:r>
          </a:p>
          <a:p>
            <a:pPr>
              <a:defRPr sz="1200"/>
            </a:pPr>
            <a:r>
              <a:t>D:/pasar_fix/node_modules/.bun/date-fns@3.6.0/node_modules/date-fns/fp/differenceInYears.mjs</a:t>
            </a:r>
          </a:p>
          <a:p>
            <a:pPr>
              <a:defRPr sz="1200"/>
            </a:pPr>
            <a:r>
              <a:t>D:/pasar_fix/node_modules/.bun/date-fns@3.6.0/node_modules/date-fns/fp/eachDayOfInterval.d.mts</a:t>
            </a:r>
          </a:p>
          <a:p>
            <a:pPr>
              <a:defRPr sz="1200"/>
            </a:pPr>
            <a:r>
              <a:t>D:/pasar_fix/node_modules/.bun/date-fns@3.6.0/node_modules/date-fns/fp/eachDayOfInterval.d.ts</a:t>
            </a:r>
          </a:p>
          <a:p>
            <a:pPr>
              <a:defRPr sz="1200"/>
            </a:pPr>
            <a:r>
              <a:t>D:/pasar_fix/node_modules/.bun/date-fns@3.6.0/node_modules/date-fns/fp/eachDayOfInterval.js</a:t>
            </a:r>
          </a:p>
          <a:p>
            <a:pPr>
              <a:defRPr sz="1200"/>
            </a:pPr>
            <a:r>
              <a:t>D:/pasar_fix/node_modules/.bun/date-fns@3.6.0/node_modules/date-fns/fp/eachDayOfInterval.mjs</a:t>
            </a:r>
          </a:p>
          <a:p>
            <a:pPr>
              <a:defRPr sz="1200"/>
            </a:pPr>
            <a:r>
              <a:t>D:/pasar_fix/node_modules/.bun/date-fns@3.6.0/node_modules/date-fns/fp/eachDayOfIntervalWithOptions.d.mts</a:t>
            </a:r>
          </a:p>
          <a:p>
            <a:pPr>
              <a:defRPr sz="1200"/>
            </a:pPr>
            <a:r>
              <a:t>D:/pasar_fix/node_modules/.bun/date-fns@3.6.0/node_modules/date-fns/fp/eachDayOfIntervalWithOptions.d.ts</a:t>
            </a:r>
          </a:p>
          <a:p>
            <a:pPr>
              <a:defRPr sz="1200"/>
            </a:pPr>
            <a:r>
              <a:t>D:/pasar_fix/node_modules/.bun/date-fns@3.6.0/node_modules/date-fns/fp/eachDayOfIntervalWithOptions.js</a:t>
            </a:r>
          </a:p>
          <a:p>
            <a:pPr>
              <a:defRPr sz="1200"/>
            </a:pPr>
            <a:r>
              <a:t>D:/pasar_fix/node_modules/.bun/date-fns@3.6.0/node_modules/date-fns/fp/eachDayOfIntervalWithOptions.mjs</a:t>
            </a:r>
          </a:p>
          <a:p>
            <a:pPr>
              <a:defRPr sz="1200"/>
            </a:pPr>
            <a:r>
              <a:t>D:/pasar_fix/node_modules/.bun/date-fns@3.6.0/node_modules/date-fns/fp/eachHourOfInterval.d.mts</a:t>
            </a:r>
          </a:p>
          <a:p>
            <a:pPr>
              <a:defRPr sz="1200"/>
            </a:pPr>
            <a:r>
              <a:t>D:/pasar_fix/node_modules/.bun/date-fns@3.6.0/node_modules/date-fns/fp/eachHourOfInterval.d.ts</a:t>
            </a:r>
          </a:p>
          <a:p>
            <a:pPr>
              <a:defRPr sz="1200"/>
            </a:pPr>
            <a:r>
              <a:t>D:/pasar_fix/node_modules/.bun/date-fns@3.6.0/node_modules/date-fns/fp/eachHourOfInterval.js</a:t>
            </a:r>
          </a:p>
          <a:p>
            <a:pPr>
              <a:defRPr sz="1200"/>
            </a:pPr>
            <a:r>
              <a:t>D:/pasar_fix/node_modules/.bun/date-fns@3.6.0/node_modules/date-fns/fp/eachHourOfInterval.mjs</a:t>
            </a:r>
          </a:p>
          <a:p>
            <a:pPr>
              <a:defRPr sz="1200"/>
            </a:pPr>
            <a:r>
              <a:t>D:/pasar_fix/node_modules/.bun/date-fns@3.6.0/node_modules/date-fns/fp/eachHourOfIntervalWithOptions.d.mts</a:t>
            </a:r>
          </a:p>
          <a:p>
            <a:pPr>
              <a:defRPr sz="1200"/>
            </a:pPr>
            <a:r>
              <a:t>D:/pasar_fix/node_modules/.bun/date-fns@3.6.0/node_modules/date-fns/fp/eachHourOfIntervalWithOptions.d.ts</a:t>
            </a:r>
          </a:p>
          <a:p>
            <a:pPr>
              <a:defRPr sz="1200"/>
            </a:pPr>
            <a:r>
              <a:t>D:/pasar_fix/node_modules/.bun/date-fns@3.6.0/node_modules/date-fns/fp/eachHourOfIntervalWithOptions.js</a:t>
            </a:r>
          </a:p>
          <a:p>
            <a:pPr>
              <a:defRPr sz="1200"/>
            </a:pPr>
            <a:r>
              <a:t>D:/pasar_fix/node_modules/.bun/date-fns@3.6.0/node_modules/date-fns/fp/eachHourOfIntervalWithOptions.mjs</a:t>
            </a:r>
          </a:p>
          <a:p>
            <a:pPr>
              <a:defRPr sz="1200"/>
            </a:pPr>
            <a:r>
              <a:t>D:/pasar_fix/node_modules/.bun/date-fns@3.6.0/node_modules/date-fns/fp/eachMinuteOfInterval.d.mts</a:t>
            </a:r>
          </a:p>
          <a:p>
            <a:pPr>
              <a:defRPr sz="1200"/>
            </a:pPr>
            <a:r>
              <a:t>D:/pasar_fix/node_modules/.bun/date-fns@3.6.0/node_modules/date-fns/fp/eachMinuteOfInterval.d.ts</a:t>
            </a:r>
          </a:p>
          <a:p>
            <a:pPr>
              <a:defRPr sz="1200"/>
            </a:pPr>
            <a:r>
              <a:t>D:/pasar_fix/node_modules/.bun/date-fns@3.6.0/node_modules/date-fns/fp/eachMinuteOfInterval.js</a:t>
            </a:r>
          </a:p>
          <a:p>
            <a:pPr>
              <a:defRPr sz="1200"/>
            </a:pPr>
            <a:r>
              <a:t>D:/pasar_fix/node_modules/.bun/date-fns@3.6.0/node_modules/date-fns/fp/eachMinuteOfInterval.mjs</a:t>
            </a:r>
          </a:p>
          <a:p>
            <a:pPr>
              <a:defRPr sz="1200"/>
            </a:pPr>
            <a:r>
              <a:t>D:/pasar_fix/node_modules/.bun/date-fns@3.6.0/node_modules/date-fns/fp/eachMinuteOfIntervalWithOptions.d.mts</a:t>
            </a:r>
          </a:p>
          <a:p>
            <a:pPr>
              <a:defRPr sz="1200"/>
            </a:pPr>
            <a:r>
              <a:t>D:/pasar_fix/node_modules/.bun/date-fns@3.6.0/node_modules/date-fns/fp/eachMinuteOfIntervalWithOptions.d.ts</a:t>
            </a:r>
          </a:p>
          <a:p>
            <a:pPr>
              <a:defRPr sz="1200"/>
            </a:pPr>
            <a:r>
              <a:t>D:/pasar_fix/node_modules/.bun/date-fns@3.6.0/node_modules/date-fns/fp/eachMinuteOfIntervalWithOptions.js</a:t>
            </a:r>
          </a:p>
          <a:p>
            <a:pPr>
              <a:defRPr sz="1200"/>
            </a:pPr>
            <a:r>
              <a:t>D:/pasar_fix/node_modules/.bun/date-fns@3.6.0/node_modules/date-fns/fp/eachMinuteOfIntervalWithOptions.mjs</a:t>
            </a:r>
          </a:p>
          <a:p>
            <a:pPr>
              <a:defRPr sz="1200"/>
            </a:pPr>
            <a:r>
              <a:t>D:/pasar_fix/node_modules/.bun/date-fns@3.6.0/node_modules/date-fns/fp/eachMonthOfInterval.d.mts</a:t>
            </a:r>
          </a:p>
          <a:p>
            <a:pPr>
              <a:defRPr sz="1200"/>
            </a:pPr>
            <a:r>
              <a:t>D:/pasar_fix/node_modules/.bun/date-fns@3.6.0/node_modules/date-fns/fp/eachMonthOfInterval.d.ts</a:t>
            </a:r>
          </a:p>
          <a:p>
            <a:pPr>
              <a:defRPr sz="1200"/>
            </a:pPr>
            <a:r>
              <a:t>D:/pasar_fix/node_modules/.bun/date-fns@3.6.0/node_modules/date-fns/fp/eachMonthOfInterval.js</a:t>
            </a:r>
          </a:p>
          <a:p>
            <a:pPr>
              <a:defRPr sz="1200"/>
            </a:pPr>
            <a:r>
              <a:t>D:/pasar_fix/node_modules/.bun/date-fns@3.6.0/node_modules/date-fns/fp/eachMonthOfInterval.mjs</a:t>
            </a:r>
          </a:p>
          <a:p>
            <a:pPr>
              <a:defRPr sz="1200"/>
            </a:pPr>
            <a:r>
              <a:t>D:/pasar_fix/node_modules/.bun/date-fns@3.6.0/node_modules/date-fns/fp/eachMonthOfIntervalWithOptions.d.mts</a:t>
            </a:r>
          </a:p>
          <a:p>
            <a:pPr>
              <a:defRPr sz="1200"/>
            </a:pPr>
            <a:r>
              <a:t>D:/pasar_fix/node_modules/.bun/date-fns@3.6.0/node_modules/date-fns/fp/eachMonthOfIntervalWithOptions.d.ts</a:t>
            </a:r>
          </a:p>
          <a:p>
            <a:pPr>
              <a:defRPr sz="1200"/>
            </a:pPr>
            <a:r>
              <a:t>D:/pasar_fix/node_modules/.bun/date-fns@3.6.0/node_modules/date-fns/fp/eachMonthOfIntervalWithOptions.js</a:t>
            </a:r>
          </a:p>
          <a:p>
            <a:pPr>
              <a:defRPr sz="1200"/>
            </a:pPr>
            <a:r>
              <a:t>D:/pasar_fix/node_modules/.bun/date-fns@3.6.0/node_modules/date-fns/fp/eachMonthOfIntervalWithOptions.mjs</a:t>
            </a:r>
          </a:p>
          <a:p>
            <a:pPr>
              <a:defRPr sz="1200"/>
            </a:pPr>
            <a:r>
              <a:t>D:/pasar_fix/node_modules/.bun/date-fns@3.6.0/node_modules/date-fns/fp/eachQuarterOfInterval.d.mts</a:t>
            </a:r>
          </a:p>
          <a:p>
            <a:pPr>
              <a:defRPr sz="1200"/>
            </a:pPr>
            <a:r>
              <a:t>D:/pasar_fix/node_modules/.bun/date-fns@3.6.0/node_modules/date-fns/fp/eachQuarterOfInterval.d.ts</a:t>
            </a:r>
          </a:p>
          <a:p>
            <a:pPr>
              <a:defRPr sz="1200"/>
            </a:pPr>
            <a:r>
              <a:t>D:/pasar_fix/node_modules/.bun/date-fns@3.6.0/node_modules/date-fns/fp/eachQuarterOfInterval.js</a:t>
            </a:r>
          </a:p>
          <a:p>
            <a:pPr>
              <a:defRPr sz="1200"/>
            </a:pPr>
            <a:r>
              <a:t>D:/pasar_fix/node_modules/.bun/date-fns@3.6.0/node_modules/date-fns/fp/eachQuarterOfInterval.mjs</a:t>
            </a:r>
          </a:p>
          <a:p>
            <a:pPr>
              <a:defRPr sz="1200"/>
            </a:pPr>
            <a:r>
              <a:t>D:/pasar_fix/node_modules/.bun/date-fns@3.6.0/node_modules/date-fns/fp/eachQuarterOfIntervalWithOptions.d.mts</a:t>
            </a:r>
          </a:p>
          <a:p>
            <a:pPr>
              <a:defRPr sz="1200"/>
            </a:pPr>
            <a:r>
              <a:t>D:/pasar_fix/node_modules/.bun/date-fns@3.6.0/node_modules/date-fns/fp/eachQuarterOfIntervalWithOptions.d.ts</a:t>
            </a:r>
          </a:p>
          <a:p>
            <a:pPr>
              <a:defRPr sz="1200"/>
            </a:pPr>
            <a:r>
              <a:t>D:/pasar_fix/node_modules/.bun/date-fns@3.6.0/node_modules/date-fns/fp/eachQuarterOfIntervalWithOptions.js</a:t>
            </a:r>
          </a:p>
          <a:p>
            <a:pPr>
              <a:defRPr sz="1200"/>
            </a:pPr>
            <a:r>
              <a:t>D:/pasar_fix/node_modules/.bun/date-fns@3.6.0/node_modules/date-fns/fp/eachQuarterOfIntervalWithOptions.mjs</a:t>
            </a:r>
          </a:p>
          <a:p>
            <a:pPr>
              <a:defRPr sz="1200"/>
            </a:pPr>
            <a:r>
              <a:t>D:/pasar_fix/node_modules/.bun/date-fns@3.6.0/node_modules/date-fns/fp/eachWeekendOfInterval.d.mts</a:t>
            </a:r>
          </a:p>
          <a:p>
            <a:pPr>
              <a:defRPr sz="1200"/>
            </a:pPr>
            <a:r>
              <a:t>D:/pasar_fix/node_modules/.bun/date-fns@3.6.0/node_modules/date-fns/fp/eachWeekendOfInterval.d.ts</a:t>
            </a:r>
          </a:p>
          <a:p>
            <a:pPr>
              <a:defRPr sz="1200"/>
            </a:pPr>
            <a:r>
              <a:t>D:/pasar_fix/node_modules/.bun/date-fns@3.6.0/node_modules/date-fns/fp/eachWeekendOfInterval.js</a:t>
            </a:r>
          </a:p>
          <a:p>
            <a:pPr>
              <a:defRPr sz="1200"/>
            </a:pPr>
            <a:r>
              <a:t>D:/pasar_fix/node_modules/.bun/date-fns@3.6.0/node_modules/date-fns/fp/eachWeekendOfInterval.mjs</a:t>
            </a:r>
          </a:p>
          <a:p>
            <a:pPr>
              <a:defRPr sz="1200"/>
            </a:pPr>
            <a:r>
              <a:t>D:/pasar_fix/node_modules/.bun/date-fns@3.6.0/node_modules/date-fns/fp/eachWeekendOfMonth.d.mts</a:t>
            </a:r>
          </a:p>
          <a:p>
            <a:pPr>
              <a:defRPr sz="1200"/>
            </a:pPr>
            <a:r>
              <a:t>D:/pasar_fix/node_modules/.bun/date-fns@3.6.0/node_modules/date-fns/fp/eachWeekendOfMonth.d.ts</a:t>
            </a:r>
          </a:p>
          <a:p>
            <a:pPr>
              <a:defRPr sz="1200"/>
            </a:pPr>
            <a:r>
              <a:t>D:/pasar_fix/node_modules/.bun/date-fns@3.6.0/node_modules/date-fns/fp/eachWeekendOfMonth.js</a:t>
            </a:r>
          </a:p>
          <a:p>
            <a:pPr>
              <a:defRPr sz="1200"/>
            </a:pPr>
            <a:r>
              <a:t>D:/pasar_fix/node_modules/.bun/date-fns@3.6.0/node_modules/date-fns/fp/eachWeekendOfMonth.mjs</a:t>
            </a:r>
          </a:p>
          <a:p>
            <a:pPr>
              <a:defRPr sz="1200"/>
            </a:pPr>
            <a:r>
              <a:t>D:/pasar_fix/node_modules/.bun/date-fns@3.6.0/node_modules/date-fns/fp/eachWeekendOfYear.d.mts</a:t>
            </a:r>
          </a:p>
          <a:p>
            <a:pPr>
              <a:defRPr sz="1200"/>
            </a:pPr>
            <a:r>
              <a:t>D:/pasar_fix/node_modules/.bun/date-fns@3.6.0/node_modules/date-fns/fp/eachWeekendOfYear.d.ts</a:t>
            </a:r>
          </a:p>
          <a:p>
            <a:pPr>
              <a:defRPr sz="1200"/>
            </a:pPr>
            <a:r>
              <a:t>D:/pasar_fix/node_modules/.bun/date-fns@3.6.0/node_modules/date-fns/fp/eachWeekendOfYear.js</a:t>
            </a:r>
          </a:p>
          <a:p>
            <a:pPr>
              <a:defRPr sz="1200"/>
            </a:pPr>
            <a:r>
              <a:t>D:/pasar_fix/node_modules/.bun/date-fns@3.6.0/node_modules/date-fns/fp/eachWeekendOfYear.mjs</a:t>
            </a:r>
          </a:p>
          <a:p>
            <a:pPr>
              <a:defRPr sz="1200"/>
            </a:pPr>
            <a:r>
              <a:t>D:/pasar_fix/node_modules/.bun/date-fns@3.6.0/node_modules/date-fns/fp/eachWeekOfInterval.d.mts</a:t>
            </a:r>
          </a:p>
          <a:p>
            <a:pPr>
              <a:defRPr sz="1200"/>
            </a:pPr>
            <a:r>
              <a:t>D:/pasar_fix/node_modules/.bun/date-fns@3.6.0/node_modules/date-fns/fp/eachWeekOfInterval.d.ts</a:t>
            </a:r>
          </a:p>
          <a:p>
            <a:pPr>
              <a:defRPr sz="1200"/>
            </a:pPr>
            <a:r>
              <a:t>D:/pasar_fix/node_modules/.bun/date-fns@3.6.0/node_modules/date-fns/fp/eachWeekOfInterval.js</a:t>
            </a:r>
          </a:p>
          <a:p>
            <a:pPr>
              <a:defRPr sz="1200"/>
            </a:pPr>
            <a:r>
              <a:t>D:/pasar_fix/node_modules/.bun/date-fns@3.6.0/node_modules/date-fns/fp/eachWeekOfInterval.mjs</a:t>
            </a:r>
          </a:p>
          <a:p>
            <a:pPr>
              <a:defRPr sz="1200"/>
            </a:pPr>
            <a:r>
              <a:t>D:/pasar_fix/node_modules/.bun/date-fns@3.6.0/node_modules/date-fns/fp/eachWeekOfIntervalWithOptions.d.mts</a:t>
            </a:r>
          </a:p>
          <a:p>
            <a:pPr>
              <a:defRPr sz="1200"/>
            </a:pPr>
            <a:r>
              <a:t>D:/pasar_fix/node_modules/.bun/date-fns@3.6.0/node_modules/date-fns/fp/eachWeekOfIntervalWithOptions.d.ts</a:t>
            </a:r>
          </a:p>
          <a:p>
            <a:pPr>
              <a:defRPr sz="1200"/>
            </a:pPr>
            <a:r>
              <a:t>D:/pasar_fix/node_modules/.bun/date-fns@3.6.0/node_modules/date-fns/fp/eachWeekOfIntervalWithOptions.js</a:t>
            </a:r>
          </a:p>
          <a:p>
            <a:pPr>
              <a:defRPr sz="1200"/>
            </a:pPr>
            <a:r>
              <a:t>D:/pasar_fix/node_modules/.bun/date-fns@3.6.0/node_modules/date-fns/fp/eachWeekOfIntervalWithOptions.mjs</a:t>
            </a:r>
          </a:p>
          <a:p>
            <a:pPr>
              <a:defRPr sz="1200"/>
            </a:pPr>
            <a:r>
              <a:t>D:/pasar_fix/node_modules/.bun/date-fns@3.6.0/node_modules/date-fns/fp/eachYearOfInterval.d.mts</a:t>
            </a:r>
          </a:p>
          <a:p>
            <a:pPr>
              <a:defRPr sz="1200"/>
            </a:pPr>
            <a:r>
              <a:t>D:/pasar_fix/node_modules/.bun/date-fns@3.6.0/node_modules/date-fns/fp/eachYearOfInterval.d.ts</a:t>
            </a:r>
          </a:p>
          <a:p>
            <a:pPr>
              <a:defRPr sz="1200"/>
            </a:pPr>
            <a:r>
              <a:t>D:/pasar_fix/node_modules/.bun/date-fns@3.6.0/node_modules/date-fns/fp/eachYearOfInterval.js</a:t>
            </a:r>
          </a:p>
          <a:p>
            <a:pPr>
              <a:defRPr sz="1200"/>
            </a:pPr>
            <a:r>
              <a:t>D:/pasar_fix/node_modules/.bun/date-fns@3.6.0/node_modules/date-fns/fp/eachYearOfInterval.mjs</a:t>
            </a:r>
          </a:p>
          <a:p>
            <a:pPr>
              <a:defRPr sz="1200"/>
            </a:pPr>
            <a:r>
              <a:t>D:/pasar_fix/node_modules/.bun/date-fns@3.6.0/node_modules/date-fns/fp/eachYearOfIntervalWithOptions.d.mts</a:t>
            </a:r>
          </a:p>
          <a:p>
            <a:pPr>
              <a:defRPr sz="1200"/>
            </a:pPr>
            <a:r>
              <a:t>D:/pasar_fix/node_modules/.bun/date-fns@3.6.0/node_modules/date-fns/fp/eachYearOfIntervalWithOptions.d.ts</a:t>
            </a:r>
          </a:p>
          <a:p>
            <a:pPr>
              <a:defRPr sz="1200"/>
            </a:pPr>
            <a:r>
              <a:t>D:/pasar_fix/node_modules/.bun/date-fns@3.6.0/node_modules/date-fns/fp/eachYearOfIntervalWithOptions.js</a:t>
            </a:r>
          </a:p>
          <a:p>
            <a:pPr>
              <a:defRPr sz="1200"/>
            </a:pPr>
            <a:r>
              <a:t>D:/pasar_fix/node_modules/.bun/date-fns@3.6.0/node_modules/date-fns/fp/eachYearOfIntervalWithOptions.mjs</a:t>
            </a:r>
          </a:p>
          <a:p>
            <a:pPr>
              <a:defRPr sz="1200"/>
            </a:pPr>
            <a:r>
              <a:t>D:/pasar_fix/node_modules/.bun/date-fns@3.6.0/node_modules/date-fns/fp/endOfDay.d.mts</a:t>
            </a:r>
          </a:p>
          <a:p>
            <a:pPr>
              <a:defRPr sz="1200"/>
            </a:pPr>
            <a:r>
              <a:t>D:/pasar_fix/node_modules/.bun/date-fns@3.6.0/node_modules/date-fns/fp/endOfDay.d.ts</a:t>
            </a:r>
          </a:p>
          <a:p>
            <a:pPr>
              <a:defRPr sz="1200"/>
            </a:pPr>
            <a:r>
              <a:t>D:/pasar_fix/node_modules/.bun/date-fns@3.6.0/node_modules/date-fns/fp/endOfDay.js</a:t>
            </a:r>
          </a:p>
          <a:p>
            <a:pPr>
              <a:defRPr sz="1200"/>
            </a:pPr>
            <a:r>
              <a:t>D:/pasar_fix/node_modules/.bun/date-fns@3.6.0/node_modules/date-fns/fp/endOfDay.mjs</a:t>
            </a:r>
          </a:p>
          <a:p>
            <a:pPr>
              <a:defRPr sz="1200"/>
            </a:pPr>
            <a:r>
              <a:t>D:/pasar_fix/node_modules/.bun/date-fns@3.6.0/node_modules/date-fns/fp/endOfDecade.d.mts</a:t>
            </a:r>
          </a:p>
          <a:p>
            <a:pPr>
              <a:defRPr sz="1200"/>
            </a:pPr>
            <a:r>
              <a:t>D:/pasar_fix/node_modules/.bun/date-fns@3.6.0/node_modules/date-fns/fp/endOfDecade.d.ts</a:t>
            </a:r>
          </a:p>
          <a:p>
            <a:pPr>
              <a:defRPr sz="1200"/>
            </a:pPr>
            <a:r>
              <a:t>D:/pasar_fix/node_modules/.bun/date-fns@3.6.0/node_modules/date-fns/fp/endOfDecade.js</a:t>
            </a:r>
          </a:p>
          <a:p>
            <a:pPr>
              <a:defRPr sz="1200"/>
            </a:pPr>
            <a:r>
              <a:t>D:/pasar_fix/node_modules/.bun/date-fns@3.6.0/node_modules/date-fns/fp/endOfDecade.mjs</a:t>
            </a:r>
          </a:p>
          <a:p>
            <a:pPr>
              <a:defRPr sz="1200"/>
            </a:pPr>
            <a:r>
              <a:t>D:/pasar_fix/node_modules/.bun/date-fns@3.6.0/node_modules/date-fns/fp/endOfHour.d.mts</a:t>
            </a:r>
          </a:p>
          <a:p>
            <a:pPr>
              <a:defRPr sz="1200"/>
            </a:pPr>
            <a:r>
              <a:t>D:/pasar_fix/node_modules/.bun/date-fns@3.6.0/node_modules/date-fns/fp/endOfHour.d.ts</a:t>
            </a:r>
          </a:p>
          <a:p>
            <a:pPr>
              <a:defRPr sz="1200"/>
            </a:pPr>
            <a:r>
              <a:t>D:/pasar_fix/node_modules/.bun/date-fns@3.6.0/node_modules/date-fns/fp/endOfHour.js</a:t>
            </a:r>
          </a:p>
          <a:p>
            <a:pPr>
              <a:defRPr sz="1200"/>
            </a:pPr>
            <a:r>
              <a:t>D:/pasar_fix/node_modules/.bun/date-fns@3.6.0/node_modules/date-fns/fp/endOfHour.mjs</a:t>
            </a:r>
          </a:p>
          <a:p>
            <a:pPr>
              <a:defRPr sz="1200"/>
            </a:pPr>
            <a:r>
              <a:t>D:/pasar_fix/node_modules/.bun/date-fns@3.6.0/node_modules/date-fns/fp/endOfISOWeek.d.mts</a:t>
            </a:r>
          </a:p>
          <a:p>
            <a:pPr>
              <a:defRPr sz="1200"/>
            </a:pPr>
            <a:r>
              <a:t>D:/pasar_fix/node_modules/.bun/date-fns@3.6.0/node_modules/date-fns/fp/endOfISOWeek.d.ts</a:t>
            </a:r>
          </a:p>
          <a:p>
            <a:pPr>
              <a:defRPr sz="1200"/>
            </a:pPr>
            <a:r>
              <a:t>D:/pasar_fix/node_modules/.bun/date-fns@3.6.0/node_modules/date-fns/fp/endOfISOWeek.js</a:t>
            </a:r>
          </a:p>
          <a:p>
            <a:pPr>
              <a:defRPr sz="1200"/>
            </a:pPr>
            <a:r>
              <a:t>D:/pasar_fix/node_modules/.bun/date-fns@3.6.0/node_modules/date-fns/fp/endOfISOWeek.mjs</a:t>
            </a:r>
          </a:p>
          <a:p>
            <a:pPr>
              <a:defRPr sz="1200"/>
            </a:pPr>
            <a:r>
              <a:t>D:/pasar_fix/node_modules/.bun/date-fns@3.6.0/node_modules/date-fns/fp/endOfISOWeekYear.d.mts</a:t>
            </a:r>
          </a:p>
          <a:p>
            <a:pPr>
              <a:defRPr sz="1200"/>
            </a:pPr>
            <a:r>
              <a:t>D:/pasar_fix/node_modules/.bun/date-fns@3.6.0/node_modules/date-fns/fp/endOfISOWeekYear.d.ts</a:t>
            </a:r>
          </a:p>
          <a:p>
            <a:pPr>
              <a:defRPr sz="1200"/>
            </a:pPr>
            <a:r>
              <a:t>D:/pasar_fix/node_modules/.bun/date-fns@3.6.0/node_modules/date-fns/fp/endOfISOWeekYear.js</a:t>
            </a:r>
          </a:p>
          <a:p>
            <a:pPr>
              <a:defRPr sz="1200"/>
            </a:pPr>
            <a:r>
              <a:t>D:/pasar_fix/node_modules/.bun/date-fns@3.6.0/node_modules/date-fns/fp/endOfISOWeekYear.mjs</a:t>
            </a:r>
          </a:p>
          <a:p>
            <a:pPr>
              <a:defRPr sz="1200"/>
            </a:pPr>
            <a:r>
              <a:t>D:/pasar_fix/node_modules/.bun/date-fns@3.6.0/node_modules/date-fns/fp/endOfMinute.d.mts</a:t>
            </a:r>
          </a:p>
          <a:p>
            <a:pPr>
              <a:defRPr sz="1200"/>
            </a:pPr>
            <a:r>
              <a:t>D:/pasar_fix/node_modules/.bun/date-fns@3.6.0/node_modules/date-fns/fp/endOfMinute.d.ts</a:t>
            </a:r>
          </a:p>
          <a:p>
            <a:pPr>
              <a:defRPr sz="1200"/>
            </a:pPr>
            <a:r>
              <a:t>D:/pasar_fix/node_modules/.bun/date-fns@3.6.0/node_modules/date-fns/fp/endOfMinute.js</a:t>
            </a:r>
          </a:p>
          <a:p>
            <a:pPr>
              <a:defRPr sz="1200"/>
            </a:pPr>
            <a:r>
              <a:t>D:/pasar_fix/node_modules/.bun/date-fns@3.6.0/node_modules/date-fns/fp/endOfMinute.mjs</a:t>
            </a:r>
          </a:p>
          <a:p>
            <a:pPr>
              <a:defRPr sz="1200"/>
            </a:pPr>
            <a:r>
              <a:t>D:/pasar_fix/node_modules/.bun/date-fns@3.6.0/node_modules/date-fns/fp/endOfMonth.d.mts</a:t>
            </a:r>
          </a:p>
          <a:p>
            <a:pPr>
              <a:defRPr sz="1200"/>
            </a:pPr>
            <a:r>
              <a:t>D:/pasar_fix/node_modules/.bun/date-fns@3.6.0/node_modules/date-fns/fp/endOfMonth.d.ts</a:t>
            </a:r>
          </a:p>
          <a:p>
            <a:pPr>
              <a:defRPr sz="1200"/>
            </a:pPr>
            <a:r>
              <a:t>D:/pasar_fix/node_modules/.bun/date-fns@3.6.0/node_modules/date-fns/fp/endOfMonth.js</a:t>
            </a:r>
          </a:p>
          <a:p>
            <a:pPr>
              <a:defRPr sz="1200"/>
            </a:pPr>
            <a:r>
              <a:t>D:/pasar_fix/node_modules/.bun/date-fns@3.6.0/node_modules/date-fns/fp/endOfMonth.mjs</a:t>
            </a:r>
          </a:p>
          <a:p>
            <a:pPr>
              <a:defRPr sz="1200"/>
            </a:pPr>
            <a:r>
              <a:t>D:/pasar_fix/node_modules/.bun/date-fns@3.6.0/node_modules/date-fns/fp/endOfQuarter.d.mts</a:t>
            </a:r>
          </a:p>
          <a:p>
            <a:pPr>
              <a:defRPr sz="1200"/>
            </a:pPr>
            <a:r>
              <a:t>D:/pasar_fix/node_modules/.bun/date-fns@3.6.0/node_modules/date-fns/fp/endOfQuarter.d.ts</a:t>
            </a:r>
          </a:p>
          <a:p>
            <a:pPr>
              <a:defRPr sz="1200"/>
            </a:pPr>
            <a:r>
              <a:t>D:/pasar_fix/node_modules/.bun/date-fns@3.6.0/node_modules/date-fns/fp/endOfQuarter.js</a:t>
            </a:r>
          </a:p>
          <a:p>
            <a:pPr>
              <a:defRPr sz="1200"/>
            </a:pPr>
            <a:r>
              <a:t>D:/pasar_fix/node_modules/.bun/date-fns@3.6.0/node_modules/date-fns/fp/endOfQuarter.mjs</a:t>
            </a:r>
          </a:p>
          <a:p>
            <a:pPr>
              <a:defRPr sz="1200"/>
            </a:pPr>
            <a:r>
              <a:t>D:/pasar_fix/node_modules/.bun/date-fns@3.6.0/node_modules/date-fns/fp/endOfSecond.d.mts</a:t>
            </a:r>
          </a:p>
          <a:p>
            <a:pPr>
              <a:defRPr sz="1200"/>
            </a:pPr>
            <a:r>
              <a:t>D:/pasar_fix/node_modules/.bun/date-fns@3.6.0/node_modules/date-fns/fp/endOfSecond.d.ts</a:t>
            </a:r>
          </a:p>
          <a:p>
            <a:pPr>
              <a:defRPr sz="1200"/>
            </a:pPr>
            <a:r>
              <a:t>D:/pasar_fix/node_modules/.bun/date-fns@3.6.0/node_modules/date-fns/fp/endOfSecond.js</a:t>
            </a:r>
          </a:p>
          <a:p>
            <a:pPr>
              <a:defRPr sz="1200"/>
            </a:pPr>
            <a:r>
              <a:t>D:/pasar_fix/node_modules/.bun/date-fns@3.6.0/node_modules/date-fns/fp/endOfSecond.mjs</a:t>
            </a:r>
          </a:p>
          <a:p>
            <a:pPr>
              <a:defRPr sz="1200"/>
            </a:pPr>
            <a:r>
              <a:t>D:/pasar_fix/node_modules/.bun/date-fns@3.6.0/node_modules/date-fns/fp/endOfWeek.d.mts</a:t>
            </a:r>
          </a:p>
          <a:p>
            <a:pPr>
              <a:defRPr sz="1200"/>
            </a:pPr>
            <a:r>
              <a:t>D:/pasar_fix/node_modules/.bun/date-fns@3.6.0/node_modules/date-fns/fp/endOfWeek.d.ts</a:t>
            </a:r>
          </a:p>
          <a:p>
            <a:pPr>
              <a:defRPr sz="1200"/>
            </a:pPr>
            <a:r>
              <a:t>D:/pasar_fix/node_modules/.bun/date-fns@3.6.0/node_modules/date-fns/fp/endOfWeek.js</a:t>
            </a:r>
          </a:p>
          <a:p>
            <a:pPr>
              <a:defRPr sz="1200"/>
            </a:pPr>
            <a:r>
              <a:t>D:/pasar_fix/node_modules/.bun/date-fns@3.6.0/node_modules/date-fns/fp/endOfWeek.mjs</a:t>
            </a:r>
          </a:p>
          <a:p>
            <a:pPr>
              <a:defRPr sz="1200"/>
            </a:pPr>
            <a:r>
              <a:t>D:/pasar_fix/node_modules/.bun/date-fns@3.6.0/node_modules/date-fns/fp/endOfWeekWithOptions.d.mts</a:t>
            </a:r>
          </a:p>
          <a:p>
            <a:pPr>
              <a:defRPr sz="1200"/>
            </a:pPr>
            <a:r>
              <a:t>D:/pasar_fix/node_modules/.bun/date-fns@3.6.0/node_modules/date-fns/fp/endOfWeekWithOptions.d.ts</a:t>
            </a:r>
          </a:p>
          <a:p>
            <a:pPr>
              <a:defRPr sz="1200"/>
            </a:pPr>
            <a:r>
              <a:t>D:/pasar_fix/node_modules/.bun/date-fns@3.6.0/node_modules/date-fns/fp/endOfWeekWithOptions.js</a:t>
            </a:r>
          </a:p>
          <a:p>
            <a:pPr>
              <a:defRPr sz="1200"/>
            </a:pPr>
            <a:r>
              <a:t>D:/pasar_fix/node_modules/.bun/date-fns@3.6.0/node_modules/date-fns/fp/endOfWeekWithOptions.mjs</a:t>
            </a:r>
          </a:p>
          <a:p>
            <a:pPr>
              <a:defRPr sz="1200"/>
            </a:pPr>
            <a:r>
              <a:t>D:/pasar_fix/node_modules/.bun/date-fns@3.6.0/node_modules/date-fns/fp/endOfYear.d.mts</a:t>
            </a:r>
          </a:p>
          <a:p>
            <a:pPr>
              <a:defRPr sz="1200"/>
            </a:pPr>
            <a:r>
              <a:t>D:/pasar_fix/node_modules/.bun/date-fns@3.6.0/node_modules/date-fns/fp/endOfYear.d.ts</a:t>
            </a:r>
          </a:p>
          <a:p>
            <a:pPr>
              <a:defRPr sz="1200"/>
            </a:pPr>
            <a:r>
              <a:t>D:/pasar_fix/node_modules/.bun/date-fns@3.6.0/node_modules/date-fns/fp/endOfYear.js</a:t>
            </a:r>
          </a:p>
          <a:p>
            <a:pPr>
              <a:defRPr sz="1200"/>
            </a:pPr>
            <a:r>
              <a:t>D:/pasar_fix/node_modules/.bun/date-fns@3.6.0/node_modules/date-fns/fp/endOfYear.mjs</a:t>
            </a:r>
          </a:p>
          <a:p>
            <a:pPr>
              <a:defRPr sz="1200"/>
            </a:pPr>
            <a:r>
              <a:t>D:/pasar_fix/node_modules/.bun/date-fns@3.6.0/node_modules/date-fns/fp/format.d.mts</a:t>
            </a:r>
          </a:p>
          <a:p>
            <a:pPr>
              <a:defRPr sz="1200"/>
            </a:pPr>
            <a:r>
              <a:t>D:/pasar_fix/node_modules/.bun/date-fns@3.6.0/node_modules/date-fns/fp/format.d.ts</a:t>
            </a:r>
          </a:p>
          <a:p>
            <a:pPr>
              <a:defRPr sz="1200"/>
            </a:pPr>
            <a:r>
              <a:t>D:/pasar_fix/node_modules/.bun/date-fns@3.6.0/node_modules/date-fns/fp/format.js</a:t>
            </a:r>
          </a:p>
          <a:p>
            <a:pPr>
              <a:defRPr sz="1200"/>
            </a:pPr>
            <a:r>
              <a:t>D:/pasar_fix/node_modules/.bun/date-fns@3.6.0/node_modules/date-fns/fp/format.mjs</a:t>
            </a:r>
          </a:p>
          <a:p>
            <a:pPr>
              <a:defRPr sz="1200"/>
            </a:pPr>
            <a:r>
              <a:t>D:/pasar_fix/node_modules/.bun/date-fns@3.6.0/node_modules/date-fns/fp/formatDistance.d.mts</a:t>
            </a:r>
          </a:p>
          <a:p>
            <a:pPr>
              <a:defRPr sz="1200"/>
            </a:pPr>
            <a:r>
              <a:t>D:/pasar_fix/node_modules/.bun/date-fns@3.6.0/node_modules/date-fns/fp/formatDistance.d.ts</a:t>
            </a:r>
          </a:p>
          <a:p>
            <a:pPr>
              <a:defRPr sz="1200"/>
            </a:pPr>
            <a:r>
              <a:t>D:/pasar_fix/node_modules/.bun/date-fns@3.6.0/node_modules/date-fns/fp/formatDistance.js</a:t>
            </a:r>
          </a:p>
          <a:p>
            <a:pPr>
              <a:defRPr sz="1200"/>
            </a:pPr>
            <a:r>
              <a:t>D:/pasar_fix/node_modules/.bun/date-fns@3.6.0/node_modules/date-fns/fp/formatDistance.mjs</a:t>
            </a:r>
          </a:p>
          <a:p>
            <a:pPr>
              <a:defRPr sz="1200"/>
            </a:pPr>
            <a:r>
              <a:t>D:/pasar_fix/node_modules/.bun/date-fns@3.6.0/node_modules/date-fns/fp/formatDistanceStrict.d.mts</a:t>
            </a:r>
          </a:p>
          <a:p>
            <a:pPr>
              <a:defRPr sz="1200"/>
            </a:pPr>
            <a:r>
              <a:t>D:/pasar_fix/node_modules/.bun/date-fns@3.6.0/node_modules/date-fns/fp/formatDistanceStrict.d.ts</a:t>
            </a:r>
          </a:p>
          <a:p>
            <a:pPr>
              <a:defRPr sz="1200"/>
            </a:pPr>
            <a:r>
              <a:t>D:/pasar_fix/node_modules/.bun/date-fns@3.6.0/node_modules/date-fns/fp/formatDistanceStrict.js</a:t>
            </a:r>
          </a:p>
          <a:p>
            <a:pPr>
              <a:defRPr sz="1200"/>
            </a:pPr>
            <a:r>
              <a:t>D:/pasar_fix/node_modules/.bun/date-fns@3.6.0/node_modules/date-fns/fp/formatDistanceStrict.mjs</a:t>
            </a:r>
          </a:p>
          <a:p>
            <a:pPr>
              <a:defRPr sz="1200"/>
            </a:pPr>
            <a:r>
              <a:t>D:/pasar_fix/node_modules/.bun/date-fns@3.6.0/node_modules/date-fns/fp/formatDistanceStrictWithOptions.d.mts</a:t>
            </a:r>
          </a:p>
          <a:p>
            <a:pPr>
              <a:defRPr sz="1200"/>
            </a:pPr>
            <a:r>
              <a:t>D:/pasar_fix/node_modules/.bun/date-fns@3.6.0/node_modules/date-fns/fp/formatDistanceStrictWithOptions.d.ts</a:t>
            </a:r>
          </a:p>
          <a:p>
            <a:pPr>
              <a:defRPr sz="1200"/>
            </a:pPr>
            <a:r>
              <a:t>D:/pasar_fix/node_modules/.bun/date-fns@3.6.0/node_modules/date-fns/fp/formatDistanceStrictWithOptions.js</a:t>
            </a:r>
          </a:p>
          <a:p>
            <a:pPr>
              <a:defRPr sz="1200"/>
            </a:pPr>
            <a:r>
              <a:t>D:/pasar_fix/node_modules/.bun/date-fns@3.6.0/node_modules/date-fns/fp/formatDistanceStrictWithOptions.mjs</a:t>
            </a:r>
          </a:p>
          <a:p>
            <a:pPr>
              <a:defRPr sz="1200"/>
            </a:pPr>
            <a:r>
              <a:t>D:/pasar_fix/node_modules/.bun/date-fns@3.6.0/node_modules/date-fns/fp/formatDistanceWithOptions.d.mts</a:t>
            </a:r>
          </a:p>
          <a:p>
            <a:pPr>
              <a:defRPr sz="1200"/>
            </a:pPr>
            <a:r>
              <a:t>D:/pasar_fix/node_modules/.bun/date-fns@3.6.0/node_modules/date-fns/fp/formatDistanceWithOptions.d.ts</a:t>
            </a:r>
          </a:p>
          <a:p>
            <a:pPr>
              <a:defRPr sz="1200"/>
            </a:pPr>
            <a:r>
              <a:t>D:/pasar_fix/node_modules/.bun/date-fns@3.6.0/node_modules/date-fns/fp/formatDistanceWithOptions.js</a:t>
            </a:r>
          </a:p>
          <a:p>
            <a:pPr>
              <a:defRPr sz="1200"/>
            </a:pPr>
            <a:r>
              <a:t>D:/pasar_fix/node_modules/.bun/date-fns@3.6.0/node_modules/date-fns/fp/formatDistanceWithOptions.mjs</a:t>
            </a:r>
          </a:p>
          <a:p>
            <a:pPr>
              <a:defRPr sz="1200"/>
            </a:pPr>
            <a:r>
              <a:t>D:/pasar_fix/node_modules/.bun/date-fns@3.6.0/node_modules/date-fns/fp/formatDuration.d.mts</a:t>
            </a:r>
          </a:p>
          <a:p>
            <a:pPr>
              <a:defRPr sz="1200"/>
            </a:pPr>
            <a:r>
              <a:t>D:/pasar_fix/node_modules/.bun/date-fns@3.6.0/node_modules/date-fns/fp/formatDuration.d.ts</a:t>
            </a:r>
          </a:p>
          <a:p>
            <a:pPr>
              <a:defRPr sz="1200"/>
            </a:pPr>
            <a:r>
              <a:t>D:/pasar_fix/node_modules/.bun/date-fns@3.6.0/node_modules/date-fns/fp/formatDuration.js</a:t>
            </a:r>
          </a:p>
          <a:p>
            <a:pPr>
              <a:defRPr sz="1200"/>
            </a:pPr>
            <a:r>
              <a:t>D:/pasar_fix/node_modules/.bun/date-fns@3.6.0/node_modules/date-fns/fp/formatDuration.mjs</a:t>
            </a:r>
          </a:p>
          <a:p>
            <a:pPr>
              <a:defRPr sz="1200"/>
            </a:pPr>
            <a:r>
              <a:t>D:/pasar_fix/node_modules/.bun/date-fns@3.6.0/node_modules/date-fns/fp/formatDurationWithOptions.d.mts</a:t>
            </a:r>
          </a:p>
          <a:p>
            <a:pPr>
              <a:defRPr sz="1200"/>
            </a:pPr>
            <a:r>
              <a:t>D:/pasar_fix/node_modules/.bun/date-fns@3.6.0/node_modules/date-fns/fp/formatDurationWithOptions.d.ts</a:t>
            </a:r>
          </a:p>
          <a:p>
            <a:pPr>
              <a:defRPr sz="1200"/>
            </a:pPr>
            <a:r>
              <a:t>D:/pasar_fix/node_modules/.bun/date-fns@3.6.0/node_modules/date-fns/fp/formatDurationWithOptions.js</a:t>
            </a:r>
          </a:p>
          <a:p>
            <a:pPr>
              <a:defRPr sz="1200"/>
            </a:pPr>
            <a:r>
              <a:t>D:/pasar_fix/node_modules/.bun/date-fns@3.6.0/node_modules/date-fns/fp/formatDurationWithOptions.mjs</a:t>
            </a:r>
          </a:p>
          <a:p>
            <a:pPr>
              <a:defRPr sz="1200"/>
            </a:pPr>
            <a:r>
              <a:t>D:/pasar_fix/node_modules/.bun/date-fns@3.6.0/node_modules/date-fns/fp/formatISO.d.mts</a:t>
            </a:r>
          </a:p>
          <a:p>
            <a:pPr>
              <a:defRPr sz="1200"/>
            </a:pPr>
            <a:r>
              <a:t>D:/pasar_fix/node_modules/.bun/date-fns@3.6.0/node_modules/date-fns/fp/formatISO.d.ts</a:t>
            </a:r>
          </a:p>
          <a:p>
            <a:pPr>
              <a:defRPr sz="1200"/>
            </a:pPr>
            <a:r>
              <a:t>D:/pasar_fix/node_modules/.bun/date-fns@3.6.0/node_modules/date-fns/fp/formatISO.js</a:t>
            </a:r>
          </a:p>
          <a:p>
            <a:pPr>
              <a:defRPr sz="1200"/>
            </a:pPr>
            <a:r>
              <a:t>D:/pasar_fix/node_modules/.bun/date-fns@3.6.0/node_modules/date-fns/fp/formatISO.mjs</a:t>
            </a:r>
          </a:p>
          <a:p>
            <a:pPr>
              <a:defRPr sz="1200"/>
            </a:pPr>
            <a:r>
              <a:t>D:/pasar_fix/node_modules/.bun/date-fns@3.6.0/node_modules/date-fns/fp/formatISO9075.d.mts</a:t>
            </a:r>
          </a:p>
          <a:p>
            <a:pPr>
              <a:defRPr sz="1200"/>
            </a:pPr>
            <a:r>
              <a:t>D:/pasar_fix/node_modules/.bun/date-fns@3.6.0/node_modules/date-fns/fp/formatISO9075.d.ts</a:t>
            </a:r>
          </a:p>
          <a:p>
            <a:pPr>
              <a:defRPr sz="1200"/>
            </a:pPr>
            <a:r>
              <a:t>D:/pasar_fix/node_modules/.bun/date-fns@3.6.0/node_modules/date-fns/fp/formatISO9075.js</a:t>
            </a:r>
          </a:p>
          <a:p>
            <a:pPr>
              <a:defRPr sz="1200"/>
            </a:pPr>
            <a:r>
              <a:t>D:/pasar_fix/node_modules/.bun/date-fns@3.6.0/node_modules/date-fns/fp/formatISO9075.mjs</a:t>
            </a:r>
          </a:p>
          <a:p>
            <a:pPr>
              <a:defRPr sz="1200"/>
            </a:pPr>
            <a:r>
              <a:t>D:/pasar_fix/node_modules/.bun/date-fns@3.6.0/node_modules/date-fns/fp/formatISO9075WithOptions.d.mts</a:t>
            </a:r>
          </a:p>
          <a:p>
            <a:pPr>
              <a:defRPr sz="1200"/>
            </a:pPr>
            <a:r>
              <a:t>D:/pasar_fix/node_modules/.bun/date-fns@3.6.0/node_modules/date-fns/fp/formatISO9075WithOptions.d.ts</a:t>
            </a:r>
          </a:p>
          <a:p>
            <a:pPr>
              <a:defRPr sz="1200"/>
            </a:pPr>
            <a:r>
              <a:t>D:/pasar_fix/node_modules/.bun/date-fns@3.6.0/node_modules/date-fns/fp/formatISO9075WithOptions.js</a:t>
            </a:r>
          </a:p>
          <a:p>
            <a:pPr>
              <a:defRPr sz="1200"/>
            </a:pPr>
            <a:r>
              <a:t>D:/pasar_fix/node_modules/.bun/date-fns@3.6.0/node_modules/date-fns/fp/formatISO9075WithOptions.mjs</a:t>
            </a:r>
          </a:p>
          <a:p>
            <a:pPr>
              <a:defRPr sz="1200"/>
            </a:pPr>
            <a:r>
              <a:t>D:/pasar_fix/node_modules/.bun/date-fns@3.6.0/node_modules/date-fns/fp/formatISODuration.d.mts</a:t>
            </a:r>
          </a:p>
          <a:p>
            <a:pPr>
              <a:defRPr sz="1200"/>
            </a:pPr>
            <a:r>
              <a:t>D:/pasar_fix/node_modules/.bun/date-fns@3.6.0/node_modules/date-fns/fp/formatISODuration.d.ts</a:t>
            </a:r>
          </a:p>
          <a:p>
            <a:pPr>
              <a:defRPr sz="1200"/>
            </a:pPr>
            <a:r>
              <a:t>D:/pasar_fix/node_modules/.bun/date-fns@3.6.0/node_modules/date-fns/fp/formatISODuration.js</a:t>
            </a:r>
          </a:p>
          <a:p>
            <a:pPr>
              <a:defRPr sz="1200"/>
            </a:pPr>
            <a:r>
              <a:t>D:/pasar_fix/node_modules/.bun/date-fns@3.6.0/node_modules/date-fns/fp/formatISODuration.mjs</a:t>
            </a:r>
          </a:p>
          <a:p>
            <a:pPr>
              <a:defRPr sz="1200"/>
            </a:pPr>
            <a:r>
              <a:t>D:/pasar_fix/node_modules/.bun/date-fns@3.6.0/node_modules/date-fns/fp/formatISOWithOptions.d.mts</a:t>
            </a:r>
          </a:p>
          <a:p>
            <a:pPr>
              <a:defRPr sz="1200"/>
            </a:pPr>
            <a:r>
              <a:t>D:/pasar_fix/node_modules/.bun/date-fns@3.6.0/node_modules/date-fns/fp/formatISOWithOptions.d.ts</a:t>
            </a:r>
          </a:p>
          <a:p>
            <a:pPr>
              <a:defRPr sz="1200"/>
            </a:pPr>
            <a:r>
              <a:t>D:/pasar_fix/node_modules/.bun/date-fns@3.6.0/node_modules/date-fns/fp/formatISOWithOptions.js</a:t>
            </a:r>
          </a:p>
          <a:p>
            <a:pPr>
              <a:defRPr sz="1200"/>
            </a:pPr>
            <a:r>
              <a:t>D:/pasar_fix/node_modules/.bun/date-fns@3.6.0/node_modules/date-fns/fp/formatISOWithOptions.mjs</a:t>
            </a:r>
          </a:p>
          <a:p>
            <a:pPr>
              <a:defRPr sz="1200"/>
            </a:pPr>
            <a:r>
              <a:t>D:/pasar_fix/node_modules/.bun/date-fns@3.6.0/node_modules/date-fns/fp/formatRelative.d.mts</a:t>
            </a:r>
          </a:p>
          <a:p>
            <a:pPr>
              <a:defRPr sz="1200"/>
            </a:pPr>
            <a:r>
              <a:t>D:/pasar_fix/node_modules/.bun/date-fns@3.6.0/node_modules/date-fns/fp/formatRelative.d.ts</a:t>
            </a:r>
          </a:p>
          <a:p>
            <a:pPr>
              <a:defRPr sz="1200"/>
            </a:pPr>
            <a:r>
              <a:t>D:/pasar_fix/node_modules/.bun/date-fns@3.6.0/node_modules/date-fns/fp/formatRelative.js</a:t>
            </a:r>
          </a:p>
          <a:p>
            <a:pPr>
              <a:defRPr sz="1200"/>
            </a:pPr>
            <a:r>
              <a:t>D:/pasar_fix/node_modules/.bun/date-fns@3.6.0/node_modules/date-fns/fp/formatRelative.mjs</a:t>
            </a:r>
          </a:p>
          <a:p>
            <a:pPr>
              <a:defRPr sz="1200"/>
            </a:pPr>
            <a:r>
              <a:t>D:/pasar_fix/node_modules/.bun/date-fns@3.6.0/node_modules/date-fns/fp/formatRelativeWithOptions.d.mts</a:t>
            </a:r>
          </a:p>
          <a:p>
            <a:pPr>
              <a:defRPr sz="1200"/>
            </a:pPr>
            <a:r>
              <a:t>D:/pasar_fix/node_modules/.bun/date-fns@3.6.0/node_modules/date-fns/fp/formatRelativeWithOptions.d.ts</a:t>
            </a:r>
          </a:p>
          <a:p>
            <a:pPr>
              <a:defRPr sz="1200"/>
            </a:pPr>
            <a:r>
              <a:t>D:/pasar_fix/node_modules/.bun/date-fns@3.6.0/node_modules/date-fns/fp/formatRelativeWithOptions.js</a:t>
            </a:r>
          </a:p>
          <a:p>
            <a:pPr>
              <a:defRPr sz="1200"/>
            </a:pPr>
            <a:r>
              <a:t>D:/pasar_fix/node_modules/.bun/date-fns@3.6.0/node_modules/date-fns/fp/formatRelativeWithOptions.mjs</a:t>
            </a:r>
          </a:p>
          <a:p>
            <a:pPr>
              <a:defRPr sz="1200"/>
            </a:pPr>
            <a:r>
              <a:t>D:/pasar_fix/node_modules/.bun/date-fns@3.6.0/node_modules/date-fns/fp/formatRFC3339.d.mts</a:t>
            </a:r>
          </a:p>
          <a:p>
            <a:pPr>
              <a:defRPr sz="1200"/>
            </a:pPr>
            <a:r>
              <a:t>D:/pasar_fix/node_modules/.bun/date-fns@3.6.0/node_modules/date-fns/fp/formatRFC3339.d.ts</a:t>
            </a:r>
          </a:p>
          <a:p>
            <a:pPr>
              <a:defRPr sz="1200"/>
            </a:pPr>
            <a:r>
              <a:t>D:/pasar_fix/node_modules/.bun/date-fns@3.6.0/node_modules/date-fns/fp/formatRFC3339.js</a:t>
            </a:r>
          </a:p>
          <a:p>
            <a:pPr>
              <a:defRPr sz="1200"/>
            </a:pPr>
            <a:r>
              <a:t>D:/pasar_fix/node_modules/.bun/date-fns@3.6.0/node_modules/date-fns/fp/formatRFC3339.mjs</a:t>
            </a:r>
          </a:p>
          <a:p>
            <a:pPr>
              <a:defRPr sz="1200"/>
            </a:pPr>
            <a:r>
              <a:t>D:/pasar_fix/node_modules/.bun/date-fns@3.6.0/node_modules/date-fns/fp/formatRFC3339WithOptions.d.mts</a:t>
            </a:r>
          </a:p>
          <a:p>
            <a:pPr>
              <a:defRPr sz="1200"/>
            </a:pPr>
            <a:r>
              <a:t>D:/pasar_fix/node_modules/.bun/date-fns@3.6.0/node_modules/date-fns/fp/formatRFC3339WithOptions.d.ts</a:t>
            </a:r>
          </a:p>
          <a:p>
            <a:pPr>
              <a:defRPr sz="1200"/>
            </a:pPr>
            <a:r>
              <a:t>D:/pasar_fix/node_modules/.bun/date-fns@3.6.0/node_modules/date-fns/fp/formatRFC3339WithOptions.js</a:t>
            </a:r>
          </a:p>
          <a:p>
            <a:pPr>
              <a:defRPr sz="1200"/>
            </a:pPr>
            <a:r>
              <a:t>D:/pasar_fix/node_modules/.bun/date-fns@3.6.0/node_modules/date-fns/fp/formatRFC3339WithOptions.mjs</a:t>
            </a:r>
          </a:p>
          <a:p>
            <a:pPr>
              <a:defRPr sz="1200"/>
            </a:pPr>
            <a:r>
              <a:t>D:/pasar_fix/node_modules/.bun/date-fns@3.6.0/node_modules/date-fns/fp/formatRFC7231.d.mts</a:t>
            </a:r>
          </a:p>
          <a:p>
            <a:pPr>
              <a:defRPr sz="1200"/>
            </a:pPr>
            <a:r>
              <a:t>D:/pasar_fix/node_modules/.bun/date-fns@3.6.0/node_modules/date-fns/fp/formatRFC7231.d.ts</a:t>
            </a:r>
          </a:p>
          <a:p>
            <a:pPr>
              <a:defRPr sz="1200"/>
            </a:pPr>
            <a:r>
              <a:t>D:/pasar_fix/node_modules/.bun/date-fns@3.6.0/node_modules/date-fns/fp/formatRFC7231.js</a:t>
            </a:r>
          </a:p>
          <a:p>
            <a:pPr>
              <a:defRPr sz="1200"/>
            </a:pPr>
            <a:r>
              <a:t>D:/pasar_fix/node_modules/.bun/date-fns@3.6.0/node_modules/date-fns/fp/formatRFC7231.mjs</a:t>
            </a:r>
          </a:p>
          <a:p>
            <a:pPr>
              <a:defRPr sz="1200"/>
            </a:pPr>
            <a:r>
              <a:t>D:/pasar_fix/node_modules/.bun/date-fns@3.6.0/node_modules/date-fns/fp/formatWithOptions.d.mts</a:t>
            </a:r>
          </a:p>
          <a:p>
            <a:pPr>
              <a:defRPr sz="1200"/>
            </a:pPr>
            <a:r>
              <a:t>D:/pasar_fix/node_modules/.bun/date-fns@3.6.0/node_modules/date-fns/fp/formatWithOptions.d.ts</a:t>
            </a:r>
          </a:p>
          <a:p>
            <a:pPr>
              <a:defRPr sz="1200"/>
            </a:pPr>
            <a:r>
              <a:t>D:/pasar_fix/node_modules/.bun/date-fns@3.6.0/node_modules/date-fns/fp/formatWithOptions.js</a:t>
            </a:r>
          </a:p>
          <a:p>
            <a:pPr>
              <a:defRPr sz="1200"/>
            </a:pPr>
            <a:r>
              <a:t>D:/pasar_fix/node_modules/.bun/date-fns@3.6.0/node_modules/date-fns/fp/formatWithOptions.mjs</a:t>
            </a:r>
          </a:p>
          <a:p>
            <a:pPr>
              <a:defRPr sz="1200"/>
            </a:pPr>
            <a:r>
              <a:t>D:/pasar_fix/node_modules/.bun/date-fns@3.6.0/node_modules/date-fns/fp/fromUnixTime.d.mts</a:t>
            </a:r>
          </a:p>
          <a:p>
            <a:pPr>
              <a:defRPr sz="1200"/>
            </a:pPr>
            <a:r>
              <a:t>D:/pasar_fix/node_modules/.bun/date-fns@3.6.0/node_modules/date-fns/fp/fromUnixTime.d.ts</a:t>
            </a:r>
          </a:p>
          <a:p>
            <a:pPr>
              <a:defRPr sz="1200"/>
            </a:pPr>
            <a:r>
              <a:t>D:/pasar_fix/node_modules/.bun/date-fns@3.6.0/node_modules/date-fns/fp/fromUnixTime.js</a:t>
            </a:r>
          </a:p>
          <a:p>
            <a:pPr>
              <a:defRPr sz="1200"/>
            </a:pPr>
            <a:r>
              <a:t>D:/pasar_fix/node_modules/.bun/date-fns@3.6.0/node_modules/date-fns/fp/fromUnixTime.mjs</a:t>
            </a:r>
          </a:p>
          <a:p>
            <a:pPr>
              <a:defRPr sz="1200"/>
            </a:pPr>
            <a:r>
              <a:t>D:/pasar_fix/node_modules/.bun/date-fns@3.6.0/node_modules/date-fns/fp/getDate.d.mts</a:t>
            </a:r>
          </a:p>
          <a:p>
            <a:pPr>
              <a:defRPr sz="1200"/>
            </a:pPr>
            <a:r>
              <a:t>D:/pasar_fix/node_modules/.bun/date-fns@3.6.0/node_modules/date-fns/fp/getDate.d.ts</a:t>
            </a:r>
          </a:p>
          <a:p>
            <a:pPr>
              <a:defRPr sz="1200"/>
            </a:pPr>
            <a:r>
              <a:t>D:/pasar_fix/node_modules/.bun/date-fns@3.6.0/node_modules/date-fns/fp/getDate.js</a:t>
            </a:r>
          </a:p>
          <a:p>
            <a:pPr>
              <a:defRPr sz="1200"/>
            </a:pPr>
            <a:r>
              <a:t>D:/pasar_fix/node_modules/.bun/date-fns@3.6.0/node_modules/date-fns/fp/getDate.mjs</a:t>
            </a:r>
          </a:p>
          <a:p>
            <a:pPr>
              <a:defRPr sz="1200"/>
            </a:pPr>
            <a:r>
              <a:t>D:/pasar_fix/node_modules/.bun/date-fns@3.6.0/node_modules/date-fns/fp/getDay.d.mts</a:t>
            </a:r>
          </a:p>
          <a:p>
            <a:pPr>
              <a:defRPr sz="1200"/>
            </a:pPr>
            <a:r>
              <a:t>D:/pasar_fix/node_modules/.bun/date-fns@3.6.0/node_modules/date-fns/fp/getDay.d.ts</a:t>
            </a:r>
          </a:p>
          <a:p>
            <a:pPr>
              <a:defRPr sz="1200"/>
            </a:pPr>
            <a:r>
              <a:t>D:/pasar_fix/node_modules/.bun/date-fns@3.6.0/node_modules/date-fns/fp/getDay.js</a:t>
            </a:r>
          </a:p>
          <a:p>
            <a:pPr>
              <a:defRPr sz="1200"/>
            </a:pPr>
            <a:r>
              <a:t>D:/pasar_fix/node_modules/.bun/date-fns@3.6.0/node_modules/date-fns/fp/getDay.mjs</a:t>
            </a:r>
          </a:p>
          <a:p>
            <a:pPr>
              <a:defRPr sz="1200"/>
            </a:pPr>
            <a:r>
              <a:t>D:/pasar_fix/node_modules/.bun/date-fns@3.6.0/node_modules/date-fns/fp/getDayOfYear.d.mts</a:t>
            </a:r>
          </a:p>
          <a:p>
            <a:pPr>
              <a:defRPr sz="1200"/>
            </a:pPr>
            <a:r>
              <a:t>D:/pasar_fix/node_modules/.bun/date-fns@3.6.0/node_modules/date-fns/fp/getDayOfYear.d.ts</a:t>
            </a:r>
          </a:p>
          <a:p>
            <a:pPr>
              <a:defRPr sz="1200"/>
            </a:pPr>
            <a:r>
              <a:t>D:/pasar_fix/node_modules/.bun/date-fns@3.6.0/node_modules/date-fns/fp/getDayOfYear.js</a:t>
            </a:r>
          </a:p>
          <a:p>
            <a:pPr>
              <a:defRPr sz="1200"/>
            </a:pPr>
            <a:r>
              <a:t>D:/pasar_fix/node_modules/.bun/date-fns@3.6.0/node_modules/date-fns/fp/getDayOfYear.mjs</a:t>
            </a:r>
          </a:p>
          <a:p>
            <a:pPr>
              <a:defRPr sz="1200"/>
            </a:pPr>
            <a:r>
              <a:t>D:/pasar_fix/node_modules/.bun/date-fns@3.6.0/node_modules/date-fns/fp/getDaysInMonth.d.mts</a:t>
            </a:r>
          </a:p>
          <a:p>
            <a:pPr>
              <a:defRPr sz="1200"/>
            </a:pPr>
            <a:r>
              <a:t>D:/pasar_fix/node_modules/.bun/date-fns@3.6.0/node_modules/date-fns/fp/getDaysInMonth.d.ts</a:t>
            </a:r>
          </a:p>
          <a:p>
            <a:pPr>
              <a:defRPr sz="1200"/>
            </a:pPr>
            <a:r>
              <a:t>D:/pasar_fix/node_modules/.bun/date-fns@3.6.0/node_modules/date-fns/fp/getDaysInMonth.js</a:t>
            </a:r>
          </a:p>
          <a:p>
            <a:pPr>
              <a:defRPr sz="1200"/>
            </a:pPr>
            <a:r>
              <a:t>D:/pasar_fix/node_modules/.bun/date-fns@3.6.0/node_modules/date-fns/fp/getDaysInMonth.mjs</a:t>
            </a:r>
          </a:p>
          <a:p>
            <a:pPr>
              <a:defRPr sz="1200"/>
            </a:pPr>
            <a:r>
              <a:t>D:/pasar_fix/node_modules/.bun/date-fns@3.6.0/node_modules/date-fns/fp/getDaysInYear.d.mts</a:t>
            </a:r>
          </a:p>
          <a:p>
            <a:pPr>
              <a:defRPr sz="1200"/>
            </a:pPr>
            <a:r>
              <a:t>D:/pasar_fix/node_modules/.bun/date-fns@3.6.0/node_modules/date-fns/fp/getDaysInYear.d.ts</a:t>
            </a:r>
          </a:p>
          <a:p>
            <a:pPr>
              <a:defRPr sz="1200"/>
            </a:pPr>
            <a:r>
              <a:t>D:/pasar_fix/node_modules/.bun/date-fns@3.6.0/node_modules/date-fns/fp/getDaysInYear.js</a:t>
            </a:r>
          </a:p>
          <a:p>
            <a:pPr>
              <a:defRPr sz="1200"/>
            </a:pPr>
            <a:r>
              <a:t>D:/pasar_fix/node_modules/.bun/date-fns@3.6.0/node_modules/date-fns/fp/getDaysInYear.mjs</a:t>
            </a:r>
          </a:p>
          <a:p>
            <a:pPr>
              <a:defRPr sz="1200"/>
            </a:pPr>
            <a:r>
              <a:t>D:/pasar_fix/node_modules/.bun/date-fns@3.6.0/node_modules/date-fns/fp/getDecade.d.mts</a:t>
            </a:r>
          </a:p>
          <a:p>
            <a:pPr>
              <a:defRPr sz="1200"/>
            </a:pPr>
            <a:r>
              <a:t>D:/pasar_fix/node_modules/.bun/date-fns@3.6.0/node_modules/date-fns/fp/getDecade.d.ts</a:t>
            </a:r>
          </a:p>
          <a:p>
            <a:pPr>
              <a:defRPr sz="1200"/>
            </a:pPr>
            <a:r>
              <a:t>D:/pasar_fix/node_modules/.bun/date-fns@3.6.0/node_modules/date-fns/fp/getDecade.js</a:t>
            </a:r>
          </a:p>
          <a:p>
            <a:pPr>
              <a:defRPr sz="1200"/>
            </a:pPr>
            <a:r>
              <a:t>D:/pasar_fix/node_modules/.bun/date-fns@3.6.0/node_modules/date-fns/fp/getDecade.mjs</a:t>
            </a:r>
          </a:p>
          <a:p>
            <a:pPr>
              <a:defRPr sz="1200"/>
            </a:pPr>
            <a:r>
              <a:t>D:/pasar_fix/node_modules/.bun/date-fns@3.6.0/node_modules/date-fns/fp/getHours.d.mts</a:t>
            </a:r>
          </a:p>
          <a:p>
            <a:pPr>
              <a:defRPr sz="1200"/>
            </a:pPr>
            <a:r>
              <a:t>D:/pasar_fix/node_modules/.bun/date-fns@3.6.0/node_modules/date-fns/fp/getHours.d.ts</a:t>
            </a:r>
          </a:p>
          <a:p>
            <a:pPr>
              <a:defRPr sz="1200"/>
            </a:pPr>
            <a:r>
              <a:t>D:/pasar_fix/node_modules/.bun/date-fns@3.6.0/node_modules/date-fns/fp/getHours.js</a:t>
            </a:r>
          </a:p>
          <a:p>
            <a:pPr>
              <a:defRPr sz="1200"/>
            </a:pPr>
            <a:r>
              <a:t>D:/pasar_fix/node_modules/.bun/date-fns@3.6.0/node_modules/date-fns/fp/getHours.mjs</a:t>
            </a:r>
          </a:p>
          <a:p>
            <a:pPr>
              <a:defRPr sz="1200"/>
            </a:pPr>
            <a:r>
              <a:t>D:/pasar_fix/node_modules/.bun/date-fns@3.6.0/node_modules/date-fns/fp/getISODay.d.mts</a:t>
            </a:r>
          </a:p>
          <a:p>
            <a:pPr>
              <a:defRPr sz="1200"/>
            </a:pPr>
            <a:r>
              <a:t>D:/pasar_fix/node_modules/.bun/date-fns@3.6.0/node_modules/date-fns/fp/getISODay.d.ts</a:t>
            </a:r>
          </a:p>
          <a:p>
            <a:pPr>
              <a:defRPr sz="1200"/>
            </a:pPr>
            <a:r>
              <a:t>D:/pasar_fix/node_modules/.bun/date-fns@3.6.0/node_modules/date-fns/fp/getISODay.js</a:t>
            </a:r>
          </a:p>
          <a:p>
            <a:pPr>
              <a:defRPr sz="1200"/>
            </a:pPr>
            <a:r>
              <a:t>D:/pasar_fix/node_modules/.bun/date-fns@3.6.0/node_modules/date-fns/fp/getISODay.mjs</a:t>
            </a:r>
          </a:p>
          <a:p>
            <a:pPr>
              <a:defRPr sz="1200"/>
            </a:pPr>
            <a:r>
              <a:t>D:/pasar_fix/node_modules/.bun/date-fns@3.6.0/node_modules/date-fns/fp/getISOWeek.d.mts</a:t>
            </a:r>
          </a:p>
          <a:p>
            <a:pPr>
              <a:defRPr sz="1200"/>
            </a:pPr>
            <a:r>
              <a:t>D:/pasar_fix/node_modules/.bun/date-fns@3.6.0/node_modules/date-fns/fp/getISOWeek.d.ts</a:t>
            </a:r>
          </a:p>
          <a:p>
            <a:pPr>
              <a:defRPr sz="1200"/>
            </a:pPr>
            <a:r>
              <a:t>D:/pasar_fix/node_modules/.bun/date-fns@3.6.0/node_modules/date-fns/fp/getISOWeek.js</a:t>
            </a:r>
          </a:p>
          <a:p>
            <a:pPr>
              <a:defRPr sz="1200"/>
            </a:pPr>
            <a:r>
              <a:t>D:/pasar_fix/node_modules/.bun/date-fns@3.6.0/node_modules/date-fns/fp/getISOWeek.mjs</a:t>
            </a:r>
          </a:p>
          <a:p>
            <a:pPr>
              <a:defRPr sz="1200"/>
            </a:pPr>
            <a:r>
              <a:t>D:/pasar_fix/node_modules/.bun/date-fns@3.6.0/node_modules/date-fns/fp/getISOWeeksInYear.d.mts</a:t>
            </a:r>
          </a:p>
          <a:p>
            <a:pPr>
              <a:defRPr sz="1200"/>
            </a:pPr>
            <a:r>
              <a:t>D:/pasar_fix/node_modules/.bun/date-fns@3.6.0/node_modules/date-fns/fp/getISOWeeksInYear.d.ts</a:t>
            </a:r>
          </a:p>
          <a:p>
            <a:pPr>
              <a:defRPr sz="1200"/>
            </a:pPr>
            <a:r>
              <a:t>D:/pasar_fix/node_modules/.bun/date-fns@3.6.0/node_modules/date-fns/fp/getISOWeeksInYear.js</a:t>
            </a:r>
          </a:p>
          <a:p>
            <a:pPr>
              <a:defRPr sz="1200"/>
            </a:pPr>
            <a:r>
              <a:t>D:/pasar_fix/node_modules/.bun/date-fns@3.6.0/node_modules/date-fns/fp/getISOWeeksInYear.mjs</a:t>
            </a:r>
          </a:p>
          <a:p>
            <a:pPr>
              <a:defRPr sz="1200"/>
            </a:pPr>
            <a:r>
              <a:t>D:/pasar_fix/node_modules/.bun/date-fns@3.6.0/node_modules/date-fns/fp/getISOWeekYear.d.mts</a:t>
            </a:r>
          </a:p>
          <a:p>
            <a:pPr>
              <a:defRPr sz="1200"/>
            </a:pPr>
            <a:r>
              <a:t>D:/pasar_fix/node_modules/.bun/date-fns@3.6.0/node_modules/date-fns/fp/getISOWeekYear.d.ts</a:t>
            </a:r>
          </a:p>
          <a:p>
            <a:pPr>
              <a:defRPr sz="1200"/>
            </a:pPr>
            <a:r>
              <a:t>D:/pasar_fix/node_modules/.bun/date-fns@3.6.0/node_modules/date-fns/fp/getISOWeekYear.js</a:t>
            </a:r>
          </a:p>
          <a:p>
            <a:pPr>
              <a:defRPr sz="1200"/>
            </a:pPr>
            <a:r>
              <a:t>D:/pasar_fix/node_modules/.bun/date-fns@3.6.0/node_modules/date-fns/fp/getISOWeekYear.mjs</a:t>
            </a:r>
          </a:p>
          <a:p>
            <a:pPr>
              <a:defRPr sz="1200"/>
            </a:pPr>
            <a:r>
              <a:t>D:/pasar_fix/node_modules/.bun/date-fns@3.6.0/node_modules/date-fns/fp/getMilliseconds.d.mts</a:t>
            </a:r>
          </a:p>
          <a:p>
            <a:pPr>
              <a:defRPr sz="1200"/>
            </a:pPr>
            <a:r>
              <a:t>D:/pasar_fix/node_modules/.bun/date-fns@3.6.0/node_modules/date-fns/fp/getMilliseconds.d.ts</a:t>
            </a:r>
          </a:p>
          <a:p>
            <a:pPr>
              <a:defRPr sz="1200"/>
            </a:pPr>
            <a:r>
              <a:t>D:/pasar_fix/node_modules/.bun/date-fns@3.6.0/node_modules/date-fns/fp/getMilliseconds.js</a:t>
            </a:r>
          </a:p>
          <a:p>
            <a:pPr>
              <a:defRPr sz="1200"/>
            </a:pPr>
            <a:r>
              <a:t>D:/pasar_fix/node_modules/.bun/date-fns@3.6.0/node_modules/date-fns/fp/getMilliseconds.mjs</a:t>
            </a:r>
          </a:p>
          <a:p>
            <a:pPr>
              <a:defRPr sz="1200"/>
            </a:pPr>
            <a:r>
              <a:t>D:/pasar_fix/node_modules/.bun/date-fns@3.6.0/node_modules/date-fns/fp/getMinutes.d.mts</a:t>
            </a:r>
          </a:p>
          <a:p>
            <a:pPr>
              <a:defRPr sz="1200"/>
            </a:pPr>
            <a:r>
              <a:t>D:/pasar_fix/node_modules/.bun/date-fns@3.6.0/node_modules/date-fns/fp/getMinutes.d.ts</a:t>
            </a:r>
          </a:p>
          <a:p>
            <a:pPr>
              <a:defRPr sz="1200"/>
            </a:pPr>
            <a:r>
              <a:t>D:/pasar_fix/node_modules/.bun/date-fns@3.6.0/node_modules/date-fns/fp/getMinutes.js</a:t>
            </a:r>
          </a:p>
          <a:p>
            <a:pPr>
              <a:defRPr sz="1200"/>
            </a:pPr>
            <a:r>
              <a:t>D:/pasar_fix/node_modules/.bun/date-fns@3.6.0/node_modules/date-fns/fp/getMinutes.mjs</a:t>
            </a:r>
          </a:p>
          <a:p>
            <a:pPr>
              <a:defRPr sz="1200"/>
            </a:pPr>
            <a:r>
              <a:t>D:/pasar_fix/node_modules/.bun/date-fns@3.6.0/node_modules/date-fns/fp/getMonth.d.mts</a:t>
            </a:r>
          </a:p>
          <a:p>
            <a:pPr>
              <a:defRPr sz="1200"/>
            </a:pPr>
            <a:r>
              <a:t>D:/pasar_fix/node_modules/.bun/date-fns@3.6.0/node_modules/date-fns/fp/getMonth.d.ts</a:t>
            </a:r>
          </a:p>
          <a:p>
            <a:pPr>
              <a:defRPr sz="1200"/>
            </a:pPr>
            <a:r>
              <a:t>D:/pasar_fix/node_modules/.bun/date-fns@3.6.0/node_modules/date-fns/fp/getMonth.js</a:t>
            </a:r>
          </a:p>
          <a:p>
            <a:pPr>
              <a:defRPr sz="1200"/>
            </a:pPr>
            <a:r>
              <a:t>D:/pasar_fix/node_modules/.bun/date-fns@3.6.0/node_modules/date-fns/fp/getMonth.mjs</a:t>
            </a:r>
          </a:p>
          <a:p>
            <a:pPr>
              <a:defRPr sz="1200"/>
            </a:pPr>
            <a:r>
              <a:t>D:/pasar_fix/node_modules/.bun/date-fns@3.6.0/node_modules/date-fns/fp/getOverlappingDaysInIntervals.d.mts</a:t>
            </a:r>
          </a:p>
          <a:p>
            <a:pPr>
              <a:defRPr sz="1200"/>
            </a:pPr>
            <a:r>
              <a:t>D:/pasar_fix/node_modules/.bun/date-fns@3.6.0/node_modules/date-fns/fp/getOverlappingDaysInIntervals.d.ts</a:t>
            </a:r>
          </a:p>
          <a:p>
            <a:pPr>
              <a:defRPr sz="1200"/>
            </a:pPr>
            <a:r>
              <a:t>D:/pasar_fix/node_modules/.bun/date-fns@3.6.0/node_modules/date-fns/fp/getOverlappingDaysInIntervals.js</a:t>
            </a:r>
          </a:p>
          <a:p>
            <a:pPr>
              <a:defRPr sz="1200"/>
            </a:pPr>
            <a:r>
              <a:t>D:/pasar_fix/node_modules/.bun/date-fns@3.6.0/node_modules/date-fns/fp/getOverlappingDaysInIntervals.mjs</a:t>
            </a:r>
          </a:p>
          <a:p>
            <a:pPr>
              <a:defRPr sz="1200"/>
            </a:pPr>
            <a:r>
              <a:t>D:/pasar_fix/node_modules/.bun/date-fns@3.6.0/node_modules/date-fns/fp/getQuarter.d.mts</a:t>
            </a:r>
          </a:p>
          <a:p>
            <a:pPr>
              <a:defRPr sz="1200"/>
            </a:pPr>
            <a:r>
              <a:t>D:/pasar_fix/node_modules/.bun/date-fns@3.6.0/node_modules/date-fns/fp/getQuarter.d.ts</a:t>
            </a:r>
          </a:p>
          <a:p>
            <a:pPr>
              <a:defRPr sz="1200"/>
            </a:pPr>
            <a:r>
              <a:t>D:/pasar_fix/node_modules/.bun/date-fns@3.6.0/node_modules/date-fns/fp/getQuarter.js</a:t>
            </a:r>
          </a:p>
          <a:p>
            <a:pPr>
              <a:defRPr sz="1200"/>
            </a:pPr>
            <a:r>
              <a:t>D:/pasar_fix/node_modules/.bun/date-fns@3.6.0/node_modules/date-fns/fp/getQuarter.mjs</a:t>
            </a:r>
          </a:p>
          <a:p>
            <a:pPr>
              <a:defRPr sz="1200"/>
            </a:pPr>
            <a:r>
              <a:t>D:/pasar_fix/node_modules/.bun/date-fns@3.6.0/node_modules/date-fns/fp/getSeconds.d.mts</a:t>
            </a:r>
          </a:p>
          <a:p>
            <a:pPr>
              <a:defRPr sz="1200"/>
            </a:pPr>
            <a:r>
              <a:t>D:/pasar_fix/node_modules/.bun/date-fns@3.6.0/node_modules/date-fns/fp/getSeconds.d.ts</a:t>
            </a:r>
          </a:p>
          <a:p>
            <a:pPr>
              <a:defRPr sz="1200"/>
            </a:pPr>
            <a:r>
              <a:t>D:/pasar_fix/node_modules/.bun/date-fns@3.6.0/node_modules/date-fns/fp/getSeconds.js</a:t>
            </a:r>
          </a:p>
          <a:p>
            <a:pPr>
              <a:defRPr sz="1200"/>
            </a:pPr>
            <a:r>
              <a:t>D:/pasar_fix/node_modules/.bun/date-fns@3.6.0/node_modules/date-fns/fp/getSeconds.mjs</a:t>
            </a:r>
          </a:p>
          <a:p>
            <a:pPr>
              <a:defRPr sz="1200"/>
            </a:pPr>
            <a:r>
              <a:t>D:/pasar_fix/node_modules/.bun/date-fns@3.6.0/node_modules/date-fns/fp/getTime.d.mts</a:t>
            </a:r>
          </a:p>
          <a:p>
            <a:pPr>
              <a:defRPr sz="1200"/>
            </a:pPr>
            <a:r>
              <a:t>D:/pasar_fix/node_modules/.bun/date-fns@3.6.0/node_modules/date-fns/fp/getTime.d.ts</a:t>
            </a:r>
          </a:p>
          <a:p>
            <a:pPr>
              <a:defRPr sz="1200"/>
            </a:pPr>
            <a:r>
              <a:t>D:/pasar_fix/node_modules/.bun/date-fns@3.6.0/node_modules/date-fns/fp/getTime.js</a:t>
            </a:r>
          </a:p>
          <a:p>
            <a:pPr>
              <a:defRPr sz="1200"/>
            </a:pPr>
            <a:r>
              <a:t>D:/pasar_fix/node_modules/.bun/date-fns@3.6.0/node_modules/date-fns/fp/getTime.mjs</a:t>
            </a:r>
          </a:p>
          <a:p>
            <a:pPr>
              <a:defRPr sz="1200"/>
            </a:pPr>
            <a:r>
              <a:t>D:/pasar_fix/node_modules/.bun/date-fns@3.6.0/node_modules/date-fns/fp/getUnixTime.d.mts</a:t>
            </a:r>
          </a:p>
          <a:p>
            <a:pPr>
              <a:defRPr sz="1200"/>
            </a:pPr>
            <a:r>
              <a:t>D:/pasar_fix/node_modules/.bun/date-fns@3.6.0/node_modules/date-fns/fp/getUnixTime.d.ts</a:t>
            </a:r>
          </a:p>
          <a:p>
            <a:pPr>
              <a:defRPr sz="1200"/>
            </a:pPr>
            <a:r>
              <a:t>D:/pasar_fix/node_modules/.bun/date-fns@3.6.0/node_modules/date-fns/fp/getUnixTime.js</a:t>
            </a:r>
          </a:p>
          <a:p>
            <a:pPr>
              <a:defRPr sz="1200"/>
            </a:pPr>
            <a:r>
              <a:t>D:/pasar_fix/node_modules/.bun/date-fns@3.6.0/node_modules/date-fns/fp/getUnixTime.mjs</a:t>
            </a:r>
          </a:p>
          <a:p>
            <a:pPr>
              <a:defRPr sz="1200"/>
            </a:pPr>
            <a:r>
              <a:t>D:/pasar_fix/node_modules/.bun/date-fns@3.6.0/node_modules/date-fns/fp/getWeek.d.mts</a:t>
            </a:r>
          </a:p>
          <a:p>
            <a:pPr>
              <a:defRPr sz="1200"/>
            </a:pPr>
            <a:r>
              <a:t>D:/pasar_fix/node_modules/.bun/date-fns@3.6.0/node_modules/date-fns/fp/getWeek.d.ts</a:t>
            </a:r>
          </a:p>
          <a:p>
            <a:pPr>
              <a:defRPr sz="1200"/>
            </a:pPr>
            <a:r>
              <a:t>D:/pasar_fix/node_modules/.bun/date-fns@3.6.0/node_modules/date-fns/fp/getWeek.js</a:t>
            </a:r>
          </a:p>
          <a:p>
            <a:pPr>
              <a:defRPr sz="1200"/>
            </a:pPr>
            <a:r>
              <a:t>D:/pasar_fix/node_modules/.bun/date-fns@3.6.0/node_modules/date-fns/fp/getWeek.mjs</a:t>
            </a:r>
          </a:p>
          <a:p>
            <a:pPr>
              <a:defRPr sz="1200"/>
            </a:pPr>
            <a:r>
              <a:t>D:/pasar_fix/node_modules/.bun/date-fns@3.6.0/node_modules/date-fns/fp/getWeekOfMonth.d.mts</a:t>
            </a:r>
          </a:p>
          <a:p>
            <a:pPr>
              <a:defRPr sz="1200"/>
            </a:pPr>
            <a:r>
              <a:t>D:/pasar_fix/node_modules/.bun/date-fns@3.6.0/node_modules/date-fns/fp/getWeekOfMonth.d.ts</a:t>
            </a:r>
          </a:p>
          <a:p>
            <a:pPr>
              <a:defRPr sz="1200"/>
            </a:pPr>
            <a:r>
              <a:t>D:/pasar_fix/node_modules/.bun/date-fns@3.6.0/node_modules/date-fns/fp/getWeekOfMonth.js</a:t>
            </a:r>
          </a:p>
          <a:p>
            <a:pPr>
              <a:defRPr sz="1200"/>
            </a:pPr>
            <a:r>
              <a:t>D:/pasar_fix/node_modules/.bun/date-fns@3.6.0/node_modules/date-fns/fp/getWeekOfMonth.mjs</a:t>
            </a:r>
          </a:p>
          <a:p>
            <a:pPr>
              <a:defRPr sz="1200"/>
            </a:pPr>
            <a:r>
              <a:t>D:/pasar_fix/node_modules/.bun/date-fns@3.6.0/node_modules/date-fns/fp/getWeekOfMonthWithOptions.d.mts</a:t>
            </a:r>
          </a:p>
          <a:p>
            <a:pPr>
              <a:defRPr sz="1200"/>
            </a:pPr>
            <a:r>
              <a:t>D:/pasar_fix/node_modules/.bun/date-fns@3.6.0/node_modules/date-fns/fp/getWeekOfMonthWithOptions.d.ts</a:t>
            </a:r>
          </a:p>
          <a:p>
            <a:pPr>
              <a:defRPr sz="1200"/>
            </a:pPr>
            <a:r>
              <a:t>D:/pasar_fix/node_modules/.bun/date-fns@3.6.0/node_modules/date-fns/fp/getWeekOfMonthWithOptions.js</a:t>
            </a:r>
          </a:p>
          <a:p>
            <a:pPr>
              <a:defRPr sz="1200"/>
            </a:pPr>
            <a:r>
              <a:t>D:/pasar_fix/node_modules/.bun/date-fns@3.6.0/node_modules/date-fns/fp/getWeekOfMonthWithOptions.mjs</a:t>
            </a:r>
          </a:p>
          <a:p>
            <a:pPr>
              <a:defRPr sz="1200"/>
            </a:pPr>
            <a:r>
              <a:t>D:/pasar_fix/node_modules/.bun/date-fns@3.6.0/node_modules/date-fns/fp/getWeeksInMonth.d.mts</a:t>
            </a:r>
          </a:p>
          <a:p>
            <a:pPr>
              <a:defRPr sz="1200"/>
            </a:pPr>
            <a:r>
              <a:t>D:/pasar_fix/node_modules/.bun/date-fns@3.6.0/node_modules/date-fns/fp/getWeeksInMonth.d.ts</a:t>
            </a:r>
          </a:p>
          <a:p>
            <a:pPr>
              <a:defRPr sz="1200"/>
            </a:pPr>
            <a:r>
              <a:t>D:/pasar_fix/node_modules/.bun/date-fns@3.6.0/node_modules/date-fns/fp/getWeeksInMonth.js</a:t>
            </a:r>
          </a:p>
          <a:p>
            <a:pPr>
              <a:defRPr sz="1200"/>
            </a:pPr>
            <a:r>
              <a:t>D:/pasar_fix/node_modules/.bun/date-fns@3.6.0/node_modules/date-fns/fp/getWeeksInMonth.mjs</a:t>
            </a:r>
          </a:p>
          <a:p>
            <a:pPr>
              <a:defRPr sz="1200"/>
            </a:pPr>
            <a:r>
              <a:t>D:/pasar_fix/node_modules/.bun/date-fns@3.6.0/node_modules/date-fns/fp/getWeeksInMonthWithOptions.d.mts</a:t>
            </a:r>
          </a:p>
          <a:p>
            <a:pPr>
              <a:defRPr sz="1200"/>
            </a:pPr>
            <a:r>
              <a:t>D:/pasar_fix/node_modules/.bun/date-fns@3.6.0/node_modules/date-fns/fp/getWeeksInMonthWithOptions.d.ts</a:t>
            </a:r>
          </a:p>
          <a:p>
            <a:pPr>
              <a:defRPr sz="1200"/>
            </a:pPr>
            <a:r>
              <a:t>D:/pasar_fix/node_modules/.bun/date-fns@3.6.0/node_modules/date-fns/fp/getWeeksInMonthWithOptions.js</a:t>
            </a:r>
          </a:p>
          <a:p>
            <a:pPr>
              <a:defRPr sz="1200"/>
            </a:pPr>
            <a:r>
              <a:t>D:/pasar_fix/node_modules/.bun/date-fns@3.6.0/node_modules/date-fns/fp/getWeeksInMonthWithOptions.mjs</a:t>
            </a:r>
          </a:p>
          <a:p>
            <a:pPr>
              <a:defRPr sz="1200"/>
            </a:pPr>
            <a:r>
              <a:t>D:/pasar_fix/node_modules/.bun/date-fns@3.6.0/node_modules/date-fns/fp/getWeekWithOptions.d.mts</a:t>
            </a:r>
          </a:p>
          <a:p>
            <a:pPr>
              <a:defRPr sz="1200"/>
            </a:pPr>
            <a:r>
              <a:t>D:/pasar_fix/node_modules/.bun/date-fns@3.6.0/node_modules/date-fns/fp/getWeekWithOptions.d.ts</a:t>
            </a:r>
          </a:p>
          <a:p>
            <a:pPr>
              <a:defRPr sz="1200"/>
            </a:pPr>
            <a:r>
              <a:t>D:/pasar_fix/node_modules/.bun/date-fns@3.6.0/node_modules/date-fns/fp/getWeekWithOptions.js</a:t>
            </a:r>
          </a:p>
          <a:p>
            <a:pPr>
              <a:defRPr sz="1200"/>
            </a:pPr>
            <a:r>
              <a:t>D:/pasar_fix/node_modules/.bun/date-fns@3.6.0/node_modules/date-fns/fp/getWeekWithOptions.mjs</a:t>
            </a:r>
          </a:p>
          <a:p>
            <a:pPr>
              <a:defRPr sz="1200"/>
            </a:pPr>
            <a:r>
              <a:t>D:/pasar_fix/node_modules/.bun/date-fns@3.6.0/node_modules/date-fns/fp/getWeekYear.d.mts</a:t>
            </a:r>
          </a:p>
          <a:p>
            <a:pPr>
              <a:defRPr sz="1200"/>
            </a:pPr>
            <a:r>
              <a:t>D:/pasar_fix/node_modules/.bun/date-fns@3.6.0/node_modules/date-fns/fp/getWeekYear.d.ts</a:t>
            </a:r>
          </a:p>
          <a:p>
            <a:pPr>
              <a:defRPr sz="1200"/>
            </a:pPr>
            <a:r>
              <a:t>D:/pasar_fix/node_modules/.bun/date-fns@3.6.0/node_modules/date-fns/fp/getWeekYear.js</a:t>
            </a:r>
          </a:p>
          <a:p>
            <a:pPr>
              <a:defRPr sz="1200"/>
            </a:pPr>
            <a:r>
              <a:t>D:/pasar_fix/node_modules/.bun/date-fns@3.6.0/node_modules/date-fns/fp/getWeekYear.mjs</a:t>
            </a:r>
          </a:p>
          <a:p>
            <a:pPr>
              <a:defRPr sz="1200"/>
            </a:pPr>
            <a:r>
              <a:t>D:/pasar_fix/node_modules/.bun/date-fns@3.6.0/node_modules/date-fns/fp/getWeekYearWithOptions.d.mts</a:t>
            </a:r>
          </a:p>
          <a:p>
            <a:pPr>
              <a:defRPr sz="1200"/>
            </a:pPr>
            <a:r>
              <a:t>D:/pasar_fix/node_modules/.bun/date-fns@3.6.0/node_modules/date-fns/fp/getWeekYearWithOptions.d.ts</a:t>
            </a:r>
          </a:p>
          <a:p>
            <a:pPr>
              <a:defRPr sz="1200"/>
            </a:pPr>
            <a:r>
              <a:t>D:/pasar_fix/node_modules/.bun/date-fns@3.6.0/node_modules/date-fns/fp/getWeekYearWithOptions.js</a:t>
            </a:r>
          </a:p>
          <a:p>
            <a:pPr>
              <a:defRPr sz="1200"/>
            </a:pPr>
            <a:r>
              <a:t>D:/pasar_fix/node_modules/.bun/date-fns@3.6.0/node_modules/date-fns/fp/getWeekYearWithOptions.mjs</a:t>
            </a:r>
          </a:p>
          <a:p>
            <a:pPr>
              <a:defRPr sz="1200"/>
            </a:pPr>
            <a:r>
              <a:t>D:/pasar_fix/node_modules/.bun/date-fns@3.6.0/node_modules/date-fns/fp/getYear.d.mts</a:t>
            </a:r>
          </a:p>
          <a:p>
            <a:pPr>
              <a:defRPr sz="1200"/>
            </a:pPr>
            <a:r>
              <a:t>D:/pasar_fix/node_modules/.bun/date-fns@3.6.0/node_modules/date-fns/fp/getYear.d.ts</a:t>
            </a:r>
          </a:p>
          <a:p>
            <a:pPr>
              <a:defRPr sz="1200"/>
            </a:pPr>
            <a:r>
              <a:t>D:/pasar_fix/node_modules/.bun/date-fns@3.6.0/node_modules/date-fns/fp/getYear.js</a:t>
            </a:r>
          </a:p>
          <a:p>
            <a:pPr>
              <a:defRPr sz="1200"/>
            </a:pPr>
            <a:r>
              <a:t>D:/pasar_fix/node_modules/.bun/date-fns@3.6.0/node_modules/date-fns/fp/getYear.mjs</a:t>
            </a:r>
          </a:p>
          <a:p>
            <a:pPr>
              <a:defRPr sz="1200"/>
            </a:pPr>
            <a:r>
              <a:t>D:/pasar_fix/node_modules/.bun/date-fns@3.6.0/node_modules/date-fns/fp/hoursToMilliseconds.d.mts</a:t>
            </a:r>
          </a:p>
          <a:p>
            <a:pPr>
              <a:defRPr sz="1200"/>
            </a:pPr>
            <a:r>
              <a:t>D:/pasar_fix/node_modules/.bun/date-fns@3.6.0/node_modules/date-fns/fp/hoursToMilliseconds.d.ts</a:t>
            </a:r>
          </a:p>
          <a:p>
            <a:pPr>
              <a:defRPr sz="1200"/>
            </a:pPr>
            <a:r>
              <a:t>D:/pasar_fix/node_modules/.bun/date-fns@3.6.0/node_modules/date-fns/fp/hoursToMilliseconds.js</a:t>
            </a:r>
          </a:p>
          <a:p>
            <a:pPr>
              <a:defRPr sz="1200"/>
            </a:pPr>
            <a:r>
              <a:t>D:/pasar_fix/node_modules/.bun/date-fns@3.6.0/node_modules/date-fns/fp/hoursToMilliseconds.mjs</a:t>
            </a:r>
          </a:p>
          <a:p>
            <a:pPr>
              <a:defRPr sz="1200"/>
            </a:pPr>
            <a:r>
              <a:t>D:/pasar_fix/node_modules/.bun/date-fns@3.6.0/node_modules/date-fns/fp/hoursToMinutes.d.mts</a:t>
            </a:r>
          </a:p>
          <a:p>
            <a:pPr>
              <a:defRPr sz="1200"/>
            </a:pPr>
            <a:r>
              <a:t>D:/pasar_fix/node_modules/.bun/date-fns@3.6.0/node_modules/date-fns/fp/hoursToMinutes.d.ts</a:t>
            </a:r>
          </a:p>
          <a:p>
            <a:pPr>
              <a:defRPr sz="1200"/>
            </a:pPr>
            <a:r>
              <a:t>D:/pasar_fix/node_modules/.bun/date-fns@3.6.0/node_modules/date-fns/fp/hoursToMinutes.js</a:t>
            </a:r>
          </a:p>
          <a:p>
            <a:pPr>
              <a:defRPr sz="1200"/>
            </a:pPr>
            <a:r>
              <a:t>D:/pasar_fix/node_modules/.bun/date-fns@3.6.0/node_modules/date-fns/fp/hoursToMinutes.mjs</a:t>
            </a:r>
          </a:p>
          <a:p>
            <a:pPr>
              <a:defRPr sz="1200"/>
            </a:pPr>
            <a:r>
              <a:t>D:/pasar_fix/node_modules/.bun/date-fns@3.6.0/node_modules/date-fns/fp/hoursToSeconds.d.mts</a:t>
            </a:r>
          </a:p>
          <a:p>
            <a:pPr>
              <a:defRPr sz="1200"/>
            </a:pPr>
            <a:r>
              <a:t>D:/pasar_fix/node_modules/.bun/date-fns@3.6.0/node_modules/date-fns/fp/hoursToSeconds.d.ts</a:t>
            </a:r>
          </a:p>
          <a:p>
            <a:pPr>
              <a:defRPr sz="1200"/>
            </a:pPr>
            <a:r>
              <a:t>D:/pasar_fix/node_modules/.bun/date-fns@3.6.0/node_modules/date-fns/fp/hoursToSeconds.js</a:t>
            </a:r>
          </a:p>
          <a:p>
            <a:pPr>
              <a:defRPr sz="1200"/>
            </a:pPr>
            <a:r>
              <a:t>D:/pasar_fix/node_modules/.bun/date-fns@3.6.0/node_modules/date-fns/fp/hoursToSeconds.mjs</a:t>
            </a:r>
          </a:p>
          <a:p>
            <a:pPr>
              <a:defRPr sz="1200"/>
            </a:pPr>
            <a:r>
              <a:t>D:/pasar_fix/node_modules/.bun/date-fns@3.6.0/node_modules/date-fns/fp/interval.d.mts</a:t>
            </a:r>
          </a:p>
          <a:p>
            <a:pPr>
              <a:defRPr sz="1200"/>
            </a:pPr>
            <a:r>
              <a:t>D:/pasar_fix/node_modules/.bun/date-fns@3.6.0/node_modules/date-fns/fp/interval.d.ts</a:t>
            </a:r>
          </a:p>
          <a:p>
            <a:pPr>
              <a:defRPr sz="1200"/>
            </a:pPr>
            <a:r>
              <a:t>D:/pasar_fix/node_modules/.bun/date-fns@3.6.0/node_modules/date-fns/fp/interval.js</a:t>
            </a:r>
          </a:p>
          <a:p>
            <a:pPr>
              <a:defRPr sz="1200"/>
            </a:pPr>
            <a:r>
              <a:t>D:/pasar_fix/node_modules/.bun/date-fns@3.6.0/node_modules/date-fns/fp/interval.mjs</a:t>
            </a:r>
          </a:p>
          <a:p>
            <a:pPr>
              <a:defRPr sz="1200"/>
            </a:pPr>
            <a:r>
              <a:t>D:/pasar_fix/node_modules/.bun/date-fns@3.6.0/node_modules/date-fns/fp/intervalToDuration.d.mts</a:t>
            </a:r>
          </a:p>
          <a:p>
            <a:pPr>
              <a:defRPr sz="1200"/>
            </a:pPr>
            <a:r>
              <a:t>D:/pasar_fix/node_modules/.bun/date-fns@3.6.0/node_modules/date-fns/fp/intervalToDuration.d.ts</a:t>
            </a:r>
          </a:p>
          <a:p>
            <a:pPr>
              <a:defRPr sz="1200"/>
            </a:pPr>
            <a:r>
              <a:t>D:/pasar_fix/node_modules/.bun/date-fns@3.6.0/node_modules/date-fns/fp/intervalToDuration.js</a:t>
            </a:r>
          </a:p>
          <a:p>
            <a:pPr>
              <a:defRPr sz="1200"/>
            </a:pPr>
            <a:r>
              <a:t>D:/pasar_fix/node_modules/.bun/date-fns@3.6.0/node_modules/date-fns/fp/intervalToDuration.mjs</a:t>
            </a:r>
          </a:p>
          <a:p>
            <a:pPr>
              <a:defRPr sz="1200"/>
            </a:pPr>
            <a:r>
              <a:t>D:/pasar_fix/node_modules/.bun/date-fns@3.6.0/node_modules/date-fns/fp/intervalWithOptions.d.mts</a:t>
            </a:r>
          </a:p>
          <a:p>
            <a:pPr>
              <a:defRPr sz="1200"/>
            </a:pPr>
            <a:r>
              <a:t>D:/pasar_fix/node_modules/.bun/date-fns@3.6.0/node_modules/date-fns/fp/intervalWithOptions.d.ts</a:t>
            </a:r>
          </a:p>
          <a:p>
            <a:pPr>
              <a:defRPr sz="1200"/>
            </a:pPr>
            <a:r>
              <a:t>D:/pasar_fix/node_modules/.bun/date-fns@3.6.0/node_modules/date-fns/fp/intervalWithOptions.js</a:t>
            </a:r>
          </a:p>
          <a:p>
            <a:pPr>
              <a:defRPr sz="1200"/>
            </a:pPr>
            <a:r>
              <a:t>D:/pasar_fix/node_modules/.bun/date-fns@3.6.0/node_modules/date-fns/fp/intervalWithOptions.mjs</a:t>
            </a:r>
          </a:p>
          <a:p>
            <a:pPr>
              <a:defRPr sz="1200"/>
            </a:pPr>
            <a:r>
              <a:t>D:/pasar_fix/node_modules/.bun/date-fns@3.6.0/node_modules/date-fns/fp/intlFormat.d.mts</a:t>
            </a:r>
          </a:p>
          <a:p>
            <a:pPr>
              <a:defRPr sz="1200"/>
            </a:pPr>
            <a:r>
              <a:t>D:/pasar_fix/node_modules/.bun/date-fns@3.6.0/node_modules/date-fns/fp/intlFormat.d.ts</a:t>
            </a:r>
          </a:p>
          <a:p>
            <a:pPr>
              <a:defRPr sz="1200"/>
            </a:pPr>
            <a:r>
              <a:t>D:/pasar_fix/node_modules/.bun/date-fns@3.6.0/node_modules/date-fns/fp/intlFormat.js</a:t>
            </a:r>
          </a:p>
          <a:p>
            <a:pPr>
              <a:defRPr sz="1200"/>
            </a:pPr>
            <a:r>
              <a:t>D:/pasar_fix/node_modules/.bun/date-fns@3.6.0/node_modules/date-fns/fp/intlFormat.mjs</a:t>
            </a:r>
          </a:p>
          <a:p>
            <a:pPr>
              <a:defRPr sz="1200"/>
            </a:pPr>
            <a:r>
              <a:t>D:/pasar_fix/node_modules/.bun/date-fns@3.6.0/node_modules/date-fns/fp/intlFormatDistance.d.mts</a:t>
            </a:r>
          </a:p>
          <a:p>
            <a:pPr>
              <a:defRPr sz="1200"/>
            </a:pPr>
            <a:r>
              <a:t>D:/pasar_fix/node_modules/.bun/date-fns@3.6.0/node_modules/date-fns/fp/intlFormatDistance.d.ts</a:t>
            </a:r>
          </a:p>
          <a:p>
            <a:pPr>
              <a:defRPr sz="1200"/>
            </a:pPr>
            <a:r>
              <a:t>D:/pasar_fix/node_modules/.bun/date-fns@3.6.0/node_modules/date-fns/fp/intlFormatDistance.js</a:t>
            </a:r>
          </a:p>
          <a:p>
            <a:pPr>
              <a:defRPr sz="1200"/>
            </a:pPr>
            <a:r>
              <a:t>D:/pasar_fix/node_modules/.bun/date-fns@3.6.0/node_modules/date-fns/fp/intlFormatDistance.mjs</a:t>
            </a:r>
          </a:p>
          <a:p>
            <a:pPr>
              <a:defRPr sz="1200"/>
            </a:pPr>
            <a:r>
              <a:t>D:/pasar_fix/node_modules/.bun/date-fns@3.6.0/node_modules/date-fns/fp/intlFormatDistanceWithOptions.d.mts</a:t>
            </a:r>
          </a:p>
          <a:p>
            <a:pPr>
              <a:defRPr sz="1200"/>
            </a:pPr>
            <a:r>
              <a:t>D:/pasar_fix/node_modules/.bun/date-fns@3.6.0/node_modules/date-fns/fp/intlFormatDistanceWithOptions.d.ts</a:t>
            </a:r>
          </a:p>
          <a:p>
            <a:pPr>
              <a:defRPr sz="1200"/>
            </a:pPr>
            <a:r>
              <a:t>D:/pasar_fix/node_modules/.bun/date-fns@3.6.0/node_modules/date-fns/fp/intlFormatDistanceWithOptions.js</a:t>
            </a:r>
          </a:p>
          <a:p>
            <a:pPr>
              <a:defRPr sz="1200"/>
            </a:pPr>
            <a:r>
              <a:t>D:/pasar_fix/node_modules/.bun/date-fns@3.6.0/node_modules/date-fns/fp/intlFormatDistanceWithOptions.mjs</a:t>
            </a:r>
          </a:p>
          <a:p>
            <a:pPr>
              <a:defRPr sz="1200"/>
            </a:pPr>
            <a:r>
              <a:t>D:/pasar_fix/node_modules/.bun/date-fns@3.6.0/node_modules/date-fns/fp/isAfter.d.mts</a:t>
            </a:r>
          </a:p>
          <a:p>
            <a:pPr>
              <a:defRPr sz="1200"/>
            </a:pPr>
            <a:r>
              <a:t>D:/pasar_fix/node_modules/.bun/date-fns@3.6.0/node_modules/date-fns/fp/isAfter.d.ts</a:t>
            </a:r>
          </a:p>
          <a:p>
            <a:pPr>
              <a:defRPr sz="1200"/>
            </a:pPr>
            <a:r>
              <a:t>D:/pasar_fix/node_modules/.bun/date-fns@3.6.0/node_modules/date-fns/fp/isAfter.js</a:t>
            </a:r>
          </a:p>
          <a:p>
            <a:pPr>
              <a:defRPr sz="1200"/>
            </a:pPr>
            <a:r>
              <a:t>D:/pasar_fix/node_modules/.bun/date-fns@3.6.0/node_modules/date-fns/fp/isAfter.mjs</a:t>
            </a:r>
          </a:p>
          <a:p>
            <a:pPr>
              <a:defRPr sz="1200"/>
            </a:pPr>
            <a:r>
              <a:t>D:/pasar_fix/node_modules/.bun/date-fns@3.6.0/node_modules/date-fns/fp/isBefore.d.mts</a:t>
            </a:r>
          </a:p>
          <a:p>
            <a:pPr>
              <a:defRPr sz="1200"/>
            </a:pPr>
            <a:r>
              <a:t>D:/pasar_fix/node_modules/.bun/date-fns@3.6.0/node_modules/date-fns/fp/isBefore.d.ts</a:t>
            </a:r>
          </a:p>
          <a:p>
            <a:pPr>
              <a:defRPr sz="1200"/>
            </a:pPr>
            <a:r>
              <a:t>D:/pasar_fix/node_modules/.bun/date-fns@3.6.0/node_modules/date-fns/fp/isBefore.js</a:t>
            </a:r>
          </a:p>
          <a:p>
            <a:pPr>
              <a:defRPr sz="1200"/>
            </a:pPr>
            <a:r>
              <a:t>D:/pasar_fix/node_modules/.bun/date-fns@3.6.0/node_modules/date-fns/fp/isBefore.mjs</a:t>
            </a:r>
          </a:p>
          <a:p>
            <a:pPr>
              <a:defRPr sz="1200"/>
            </a:pPr>
            <a:r>
              <a:t>D:/pasar_fix/node_modules/.bun/date-fns@3.6.0/node_modules/date-fns/fp/isDate.d.mts</a:t>
            </a:r>
          </a:p>
          <a:p>
            <a:pPr>
              <a:defRPr sz="1200"/>
            </a:pPr>
            <a:r>
              <a:t>D:/pasar_fix/node_modules/.bun/date-fns@3.6.0/node_modules/date-fns/fp/isDate.d.ts</a:t>
            </a:r>
          </a:p>
          <a:p>
            <a:pPr>
              <a:defRPr sz="1200"/>
            </a:pPr>
            <a:r>
              <a:t>D:/pasar_fix/node_modules/.bun/date-fns@3.6.0/node_modules/date-fns/fp/isDate.js</a:t>
            </a:r>
          </a:p>
          <a:p>
            <a:pPr>
              <a:defRPr sz="1200"/>
            </a:pPr>
            <a:r>
              <a:t>D:/pasar_fix/node_modules/.bun/date-fns@3.6.0/node_modules/date-fns/fp/isDate.mjs</a:t>
            </a:r>
          </a:p>
          <a:p>
            <a:pPr>
              <a:defRPr sz="1200"/>
            </a:pPr>
            <a:r>
              <a:t>D:/pasar_fix/node_modules/.bun/date-fns@3.6.0/node_modules/date-fns/fp/isEqual.d.mts</a:t>
            </a:r>
          </a:p>
          <a:p>
            <a:pPr>
              <a:defRPr sz="1200"/>
            </a:pPr>
            <a:r>
              <a:t>D:/pasar_fix/node_modules/.bun/date-fns@3.6.0/node_modules/date-fns/fp/isEqual.d.ts</a:t>
            </a:r>
          </a:p>
          <a:p>
            <a:pPr>
              <a:defRPr sz="1200"/>
            </a:pPr>
            <a:r>
              <a:t>D:/pasar_fix/node_modules/.bun/date-fns@3.6.0/node_modules/date-fns/fp/isEqual.js</a:t>
            </a:r>
          </a:p>
          <a:p>
            <a:pPr>
              <a:defRPr sz="1200"/>
            </a:pPr>
            <a:r>
              <a:t>D:/pasar_fix/node_modules/.bun/date-fns@3.6.0/node_modules/date-fns/fp/isEqual.mjs</a:t>
            </a:r>
          </a:p>
          <a:p>
            <a:pPr>
              <a:defRPr sz="1200"/>
            </a:pPr>
            <a:r>
              <a:t>D:/pasar_fix/node_modules/.bun/date-fns@3.6.0/node_modules/date-fns/fp/isExists.d.mts</a:t>
            </a:r>
          </a:p>
          <a:p>
            <a:pPr>
              <a:defRPr sz="1200"/>
            </a:pPr>
            <a:r>
              <a:t>D:/pasar_fix/node_modules/.bun/date-fns@3.6.0/node_modules/date-fns/fp/isExists.d.ts</a:t>
            </a:r>
          </a:p>
          <a:p>
            <a:pPr>
              <a:defRPr sz="1200"/>
            </a:pPr>
            <a:r>
              <a:t>D:/pasar_fix/node_modules/.bun/date-fns@3.6.0/node_modules/date-fns/fp/isExists.js</a:t>
            </a:r>
          </a:p>
          <a:p>
            <a:pPr>
              <a:defRPr sz="1200"/>
            </a:pPr>
            <a:r>
              <a:t>D:/pasar_fix/node_modules/.bun/date-fns@3.6.0/node_modules/date-fns/fp/isExists.mjs</a:t>
            </a:r>
          </a:p>
          <a:p>
            <a:pPr>
              <a:defRPr sz="1200"/>
            </a:pPr>
            <a:r>
              <a:t>D:/pasar_fix/node_modules/.bun/date-fns@3.6.0/node_modules/date-fns/fp/isFirstDayOfMonth.d.mts</a:t>
            </a:r>
          </a:p>
          <a:p>
            <a:pPr>
              <a:defRPr sz="1200"/>
            </a:pPr>
            <a:r>
              <a:t>D:/pasar_fix/node_modules/.bun/date-fns@3.6.0/node_modules/date-fns/fp/isFirstDayOfMonth.d.ts</a:t>
            </a:r>
          </a:p>
          <a:p>
            <a:pPr>
              <a:defRPr sz="1200"/>
            </a:pPr>
            <a:r>
              <a:t>D:/pasar_fix/node_modules/.bun/date-fns@3.6.0/node_modules/date-fns/fp/isFirstDayOfMonth.js</a:t>
            </a:r>
          </a:p>
          <a:p>
            <a:pPr>
              <a:defRPr sz="1200"/>
            </a:pPr>
            <a:r>
              <a:t>D:/pasar_fix/node_modules/.bun/date-fns@3.6.0/node_modules/date-fns/fp/isFirstDayOfMonth.mjs</a:t>
            </a:r>
          </a:p>
          <a:p>
            <a:pPr>
              <a:defRPr sz="1200"/>
            </a:pPr>
            <a:r>
              <a:t>D:/pasar_fix/node_modules/.bun/date-fns@3.6.0/node_modules/date-fns/fp/isFriday.d.mts</a:t>
            </a:r>
          </a:p>
          <a:p>
            <a:pPr>
              <a:defRPr sz="1200"/>
            </a:pPr>
            <a:r>
              <a:t>D:/pasar_fix/node_modules/.bun/date-fns@3.6.0/node_modules/date-fns/fp/isFriday.d.ts</a:t>
            </a:r>
          </a:p>
          <a:p>
            <a:pPr>
              <a:defRPr sz="1200"/>
            </a:pPr>
            <a:r>
              <a:t>D:/pasar_fix/node_modules/.bun/date-fns@3.6.0/node_modules/date-fns/fp/isFriday.js</a:t>
            </a:r>
          </a:p>
          <a:p>
            <a:pPr>
              <a:defRPr sz="1200"/>
            </a:pPr>
            <a:r>
              <a:t>D:/pasar_fix/node_modules/.bun/date-fns@3.6.0/node_modules/date-fns/fp/isFriday.mjs</a:t>
            </a:r>
          </a:p>
          <a:p>
            <a:pPr>
              <a:defRPr sz="1200"/>
            </a:pPr>
            <a:r>
              <a:t>D:/pasar_fix/node_modules/.bun/date-fns@3.6.0/node_modules/date-fns/fp/isLastDayOfMonth.d.mts</a:t>
            </a:r>
          </a:p>
          <a:p>
            <a:pPr>
              <a:defRPr sz="1200"/>
            </a:pPr>
            <a:r>
              <a:t>D:/pasar_fix/node_modules/.bun/date-fns@3.6.0/node_modules/date-fns/fp/isLastDayOfMonth.d.ts</a:t>
            </a:r>
          </a:p>
          <a:p>
            <a:pPr>
              <a:defRPr sz="1200"/>
            </a:pPr>
            <a:r>
              <a:t>D:/pasar_fix/node_modules/.bun/date-fns@3.6.0/node_modules/date-fns/fp/isLastDayOfMonth.js</a:t>
            </a:r>
          </a:p>
          <a:p>
            <a:pPr>
              <a:defRPr sz="1200"/>
            </a:pPr>
            <a:r>
              <a:t>D:/pasar_fix/node_modules/.bun/date-fns@3.6.0/node_modules/date-fns/fp/isLastDayOfMonth.mjs</a:t>
            </a:r>
          </a:p>
          <a:p>
            <a:pPr>
              <a:defRPr sz="1200"/>
            </a:pPr>
            <a:r>
              <a:t>D:/pasar_fix/node_modules/.bun/date-fns@3.6.0/node_modules/date-fns/fp/isLeapYear.d.mts</a:t>
            </a:r>
          </a:p>
          <a:p>
            <a:pPr>
              <a:defRPr sz="1200"/>
            </a:pPr>
            <a:r>
              <a:t>D:/pasar_fix/node_modules/.bun/date-fns@3.6.0/node_modules/date-fns/fp/isLeapYear.d.ts</a:t>
            </a:r>
          </a:p>
          <a:p>
            <a:pPr>
              <a:defRPr sz="1200"/>
            </a:pPr>
            <a:r>
              <a:t>D:/pasar_fix/node_modules/.bun/date-fns@3.6.0/node_modules/date-fns/fp/isLeapYear.js</a:t>
            </a:r>
          </a:p>
          <a:p>
            <a:pPr>
              <a:defRPr sz="1200"/>
            </a:pPr>
            <a:r>
              <a:t>D:/pasar_fix/node_modules/.bun/date-fns@3.6.0/node_modules/date-fns/fp/isLeapYear.mjs</a:t>
            </a:r>
          </a:p>
          <a:p>
            <a:pPr>
              <a:defRPr sz="1200"/>
            </a:pPr>
            <a:r>
              <a:t>D:/pasar_fix/node_modules/.bun/date-fns@3.6.0/node_modules/date-fns/fp/isMatch.d.mts</a:t>
            </a:r>
          </a:p>
          <a:p>
            <a:pPr>
              <a:defRPr sz="1200"/>
            </a:pPr>
            <a:r>
              <a:t>D:/pasar_fix/node_modules/.bun/date-fns@3.6.0/node_modules/date-fns/fp/isMatch.d.ts</a:t>
            </a:r>
          </a:p>
          <a:p>
            <a:pPr>
              <a:defRPr sz="1200"/>
            </a:pPr>
            <a:r>
              <a:t>D:/pasar_fix/node_modules/.bun/date-fns@3.6.0/node_modules/date-fns/fp/isMatch.js</a:t>
            </a:r>
          </a:p>
          <a:p>
            <a:pPr>
              <a:defRPr sz="1200"/>
            </a:pPr>
            <a:r>
              <a:t>D:/pasar_fix/node_modules/.bun/date-fns@3.6.0/node_modules/date-fns/fp/isMatch.mjs</a:t>
            </a:r>
          </a:p>
          <a:p>
            <a:pPr>
              <a:defRPr sz="1200"/>
            </a:pPr>
            <a:r>
              <a:t>D:/pasar_fix/node_modules/.bun/date-fns@3.6.0/node_modules/date-fns/fp/isMatchWithOptions.d.mts</a:t>
            </a:r>
          </a:p>
          <a:p>
            <a:pPr>
              <a:defRPr sz="1200"/>
            </a:pPr>
            <a:r>
              <a:t>D:/pasar_fix/node_modules/.bun/date-fns@3.6.0/node_modules/date-fns/fp/isMatchWithOptions.d.ts</a:t>
            </a:r>
          </a:p>
          <a:p>
            <a:pPr>
              <a:defRPr sz="1200"/>
            </a:pPr>
            <a:r>
              <a:t>D:/pasar_fix/node_modules/.bun/date-fns@3.6.0/node_modules/date-fns/fp/isMatchWithOptions.js</a:t>
            </a:r>
          </a:p>
          <a:p>
            <a:pPr>
              <a:defRPr sz="1200"/>
            </a:pPr>
            <a:r>
              <a:t>D:/pasar_fix/node_modules/.bun/date-fns@3.6.0/node_modules/date-fns/fp/isMatchWithOptions.mjs</a:t>
            </a:r>
          </a:p>
          <a:p>
            <a:pPr>
              <a:defRPr sz="1200"/>
            </a:pPr>
            <a:r>
              <a:t>D:/pasar_fix/node_modules/.bun/date-fns@3.6.0/node_modules/date-fns/fp/isMonday.d.mts</a:t>
            </a:r>
          </a:p>
          <a:p>
            <a:pPr>
              <a:defRPr sz="1200"/>
            </a:pPr>
            <a:r>
              <a:t>D:/pasar_fix/node_modules/.bun/date-fns@3.6.0/node_modules/date-fns/fp/isMonday.d.ts</a:t>
            </a:r>
          </a:p>
          <a:p>
            <a:pPr>
              <a:defRPr sz="1200"/>
            </a:pPr>
            <a:r>
              <a:t>D:/pasar_fix/node_modules/.bun/date-fns@3.6.0/node_modules/date-fns/fp/isMonday.js</a:t>
            </a:r>
          </a:p>
          <a:p>
            <a:pPr>
              <a:defRPr sz="1200"/>
            </a:pPr>
            <a:r>
              <a:t>D:/pasar_fix/node_modules/.bun/date-fns@3.6.0/node_modules/date-fns/fp/isMonday.mjs</a:t>
            </a:r>
          </a:p>
          <a:p>
            <a:pPr>
              <a:defRPr sz="1200"/>
            </a:pPr>
            <a:r>
              <a:t>D:/pasar_fix/node_modules/.bun/date-fns@3.6.0/node_modules/date-fns/fp/isSameDay.d.mts</a:t>
            </a:r>
          </a:p>
          <a:p>
            <a:pPr>
              <a:defRPr sz="1200"/>
            </a:pPr>
            <a:r>
              <a:t>D:/pasar_fix/node_modules/.bun/date-fns@3.6.0/node_modules/date-fns/fp/isSameDay.d.ts</a:t>
            </a:r>
          </a:p>
          <a:p>
            <a:pPr>
              <a:defRPr sz="1200"/>
            </a:pPr>
            <a:r>
              <a:t>D:/pasar_fix/node_modules/.bun/date-fns@3.6.0/node_modules/date-fns/fp/isSameDay.js</a:t>
            </a:r>
          </a:p>
          <a:p>
            <a:pPr>
              <a:defRPr sz="1200"/>
            </a:pPr>
            <a:r>
              <a:t>D:/pasar_fix/node_modules/.bun/date-fns@3.6.0/node_modules/date-fns/fp/isSameDay.mjs</a:t>
            </a:r>
          </a:p>
          <a:p>
            <a:pPr>
              <a:defRPr sz="1200"/>
            </a:pPr>
            <a:r>
              <a:t>D:/pasar_fix/node_modules/.bun/date-fns@3.6.0/node_modules/date-fns/fp/isSameHour.d.mts</a:t>
            </a:r>
          </a:p>
          <a:p>
            <a:pPr>
              <a:defRPr sz="1200"/>
            </a:pPr>
            <a:r>
              <a:t>D:/pasar_fix/node_modules/.bun/date-fns@3.6.0/node_modules/date-fns/fp/isSameHour.d.ts</a:t>
            </a:r>
          </a:p>
          <a:p>
            <a:pPr>
              <a:defRPr sz="1200"/>
            </a:pPr>
            <a:r>
              <a:t>D:/pasar_fix/node_modules/.bun/date-fns@3.6.0/node_modules/date-fns/fp/isSameHour.js</a:t>
            </a:r>
          </a:p>
          <a:p>
            <a:pPr>
              <a:defRPr sz="1200"/>
            </a:pPr>
            <a:r>
              <a:t>D:/pasar_fix/node_modules/.bun/date-fns@3.6.0/node_modules/date-fns/fp/isSameHour.mjs</a:t>
            </a:r>
          </a:p>
          <a:p>
            <a:pPr>
              <a:defRPr sz="1200"/>
            </a:pPr>
            <a:r>
              <a:t>D:/pasar_fix/node_modules/.bun/date-fns@3.6.0/node_modules/date-fns/fp/isSameISOWeek.d.mts</a:t>
            </a:r>
          </a:p>
          <a:p>
            <a:pPr>
              <a:defRPr sz="1200"/>
            </a:pPr>
            <a:r>
              <a:t>D:/pasar_fix/node_modules/.bun/date-fns@3.6.0/node_modules/date-fns/fp/isSameISOWeek.d.ts</a:t>
            </a:r>
          </a:p>
          <a:p>
            <a:pPr>
              <a:defRPr sz="1200"/>
            </a:pPr>
            <a:r>
              <a:t>D:/pasar_fix/node_modules/.bun/date-fns@3.6.0/node_modules/date-fns/fp/isSameISOWeek.js</a:t>
            </a:r>
          </a:p>
          <a:p>
            <a:pPr>
              <a:defRPr sz="1200"/>
            </a:pPr>
            <a:r>
              <a:t>D:/pasar_fix/node_modules/.bun/date-fns@3.6.0/node_modules/date-fns/fp/isSameISOWeek.mjs</a:t>
            </a:r>
          </a:p>
          <a:p>
            <a:pPr>
              <a:defRPr sz="1200"/>
            </a:pPr>
            <a:r>
              <a:t>D:/pasar_fix/node_modules/.bun/date-fns@3.6.0/node_modules/date-fns/fp/isSameISOWeekYear.d.mts</a:t>
            </a:r>
          </a:p>
          <a:p>
            <a:pPr>
              <a:defRPr sz="1200"/>
            </a:pPr>
            <a:r>
              <a:t>D:/pasar_fix/node_modules/.bun/date-fns@3.6.0/node_modules/date-fns/fp/isSameISOWeekYear.d.ts</a:t>
            </a:r>
          </a:p>
          <a:p>
            <a:pPr>
              <a:defRPr sz="1200"/>
            </a:pPr>
            <a:r>
              <a:t>D:/pasar_fix/node_modules/.bun/date-fns@3.6.0/node_modules/date-fns/fp/isSameISOWeekYear.js</a:t>
            </a:r>
          </a:p>
          <a:p>
            <a:pPr>
              <a:defRPr sz="1200"/>
            </a:pPr>
            <a:r>
              <a:t>D:/pasar_fix/node_modules/.bun/date-fns@3.6.0/node_modules/date-fns/fp/isSameISOWeekYear.mjs</a:t>
            </a:r>
          </a:p>
          <a:p>
            <a:pPr>
              <a:defRPr sz="1200"/>
            </a:pPr>
            <a:r>
              <a:t>D:/pasar_fix/node_modules/.bun/date-fns@3.6.0/node_modules/date-fns/fp/isSameMinute.d.mts</a:t>
            </a:r>
          </a:p>
          <a:p>
            <a:pPr>
              <a:defRPr sz="1200"/>
            </a:pPr>
            <a:r>
              <a:t>D:/pasar_fix/node_modules/.bun/date-fns@3.6.0/node_modules/date-fns/fp/isSameMinute.d.ts</a:t>
            </a:r>
          </a:p>
          <a:p>
            <a:pPr>
              <a:defRPr sz="1200"/>
            </a:pPr>
            <a:r>
              <a:t>D:/pasar_fix/node_modules/.bun/date-fns@3.6.0/node_modules/date-fns/fp/isSameMinute.js</a:t>
            </a:r>
          </a:p>
          <a:p>
            <a:pPr>
              <a:defRPr sz="1200"/>
            </a:pPr>
            <a:r>
              <a:t>D:/pasar_fix/node_modules/.bun/date-fns@3.6.0/node_modules/date-fns/fp/isSameMinute.mjs</a:t>
            </a:r>
          </a:p>
          <a:p>
            <a:pPr>
              <a:defRPr sz="1200"/>
            </a:pPr>
            <a:r>
              <a:t>D:/pasar_fix/node_modules/.bun/date-fns@3.6.0/node_modules/date-fns/fp/isSameMonth.d.mts</a:t>
            </a:r>
          </a:p>
          <a:p>
            <a:pPr>
              <a:defRPr sz="1200"/>
            </a:pPr>
            <a:r>
              <a:t>D:/pasar_fix/node_modules/.bun/date-fns@3.6.0/node_modules/date-fns/fp/isSameMonth.d.ts</a:t>
            </a:r>
          </a:p>
          <a:p>
            <a:pPr>
              <a:defRPr sz="1200"/>
            </a:pPr>
            <a:r>
              <a:t>D:/pasar_fix/node_modules/.bun/date-fns@3.6.0/node_modules/date-fns/fp/isSameMonth.js</a:t>
            </a:r>
          </a:p>
          <a:p>
            <a:pPr>
              <a:defRPr sz="1200"/>
            </a:pPr>
            <a:r>
              <a:t>D:/pasar_fix/node_modules/.bun/date-fns@3.6.0/node_modules/date-fns/fp/isSameMonth.mjs</a:t>
            </a:r>
          </a:p>
          <a:p>
            <a:pPr>
              <a:defRPr sz="1200"/>
            </a:pPr>
            <a:r>
              <a:t>D:/pasar_fix/node_modules/.bun/date-fns@3.6.0/node_modules/date-fns/fp/isSameQuarter.d.mts</a:t>
            </a:r>
          </a:p>
          <a:p>
            <a:pPr>
              <a:defRPr sz="1200"/>
            </a:pPr>
            <a:r>
              <a:t>D:/pasar_fix/node_modules/.bun/date-fns@3.6.0/node_modules/date-fns/fp/isSameQuarter.d.ts</a:t>
            </a:r>
          </a:p>
          <a:p>
            <a:pPr>
              <a:defRPr sz="1200"/>
            </a:pPr>
            <a:r>
              <a:t>D:/pasar_fix/node_modules/.bun/date-fns@3.6.0/node_modules/date-fns/fp/isSameQuarter.js</a:t>
            </a:r>
          </a:p>
          <a:p>
            <a:pPr>
              <a:defRPr sz="1200"/>
            </a:pPr>
            <a:r>
              <a:t>D:/pasar_fix/node_modules/.bun/date-fns@3.6.0/node_modules/date-fns/fp/isSameQuarter.mjs</a:t>
            </a:r>
          </a:p>
          <a:p>
            <a:pPr>
              <a:defRPr sz="1200"/>
            </a:pPr>
            <a:r>
              <a:t>D:/pasar_fix/node_modules/.bun/date-fns@3.6.0/node_modules/date-fns/fp/isSameSecond.d.mts</a:t>
            </a:r>
          </a:p>
          <a:p>
            <a:pPr>
              <a:defRPr sz="1200"/>
            </a:pPr>
            <a:r>
              <a:t>D:/pasar_fix/node_modules/.bun/date-fns@3.6.0/node_modules/date-fns/fp/isSameSecond.d.ts</a:t>
            </a:r>
          </a:p>
          <a:p>
            <a:pPr>
              <a:defRPr sz="1200"/>
            </a:pPr>
            <a:r>
              <a:t>D:/pasar_fix/node_modules/.bun/date-fns@3.6.0/node_modules/date-fns/fp/isSameSecond.js</a:t>
            </a:r>
          </a:p>
          <a:p>
            <a:pPr>
              <a:defRPr sz="1200"/>
            </a:pPr>
            <a:r>
              <a:t>D:/pasar_fix/node_modules/.bun/date-fns@3.6.0/node_modules/date-fns/fp/isSameSecond.mjs</a:t>
            </a:r>
          </a:p>
          <a:p>
            <a:pPr>
              <a:defRPr sz="1200"/>
            </a:pPr>
            <a:r>
              <a:t>D:/pasar_fix/node_modules/.bun/date-fns@3.6.0/node_modules/date-fns/fp/isSameWeek.d.mts</a:t>
            </a:r>
          </a:p>
          <a:p>
            <a:pPr>
              <a:defRPr sz="1200"/>
            </a:pPr>
            <a:r>
              <a:t>D:/pasar_fix/node_modules/.bun/date-fns@3.6.0/node_modules/date-fns/fp/isSameWeek.d.ts</a:t>
            </a:r>
          </a:p>
          <a:p>
            <a:pPr>
              <a:defRPr sz="1200"/>
            </a:pPr>
            <a:r>
              <a:t>D:/pasar_fix/node_modules/.bun/date-fns@3.6.0/node_modules/date-fns/fp/isSameWeek.js</a:t>
            </a:r>
          </a:p>
          <a:p>
            <a:pPr>
              <a:defRPr sz="1200"/>
            </a:pPr>
            <a:r>
              <a:t>D:/pasar_fix/node_modules/.bun/date-fns@3.6.0/node_modules/date-fns/fp/isSameWeek.mjs</a:t>
            </a:r>
          </a:p>
          <a:p>
            <a:pPr>
              <a:defRPr sz="1200"/>
            </a:pPr>
            <a:r>
              <a:t>D:/pasar_fix/node_modules/.bun/date-fns@3.6.0/node_modules/date-fns/fp/isSameWeekWithOptions.d.mts</a:t>
            </a:r>
          </a:p>
          <a:p>
            <a:pPr>
              <a:defRPr sz="1200"/>
            </a:pPr>
            <a:r>
              <a:t>D:/pasar_fix/node_modules/.bun/date-fns@3.6.0/node_modules/date-fns/fp/isSameWeekWithOptions.d.ts</a:t>
            </a:r>
          </a:p>
          <a:p>
            <a:pPr>
              <a:defRPr sz="1200"/>
            </a:pPr>
            <a:r>
              <a:t>D:/pasar_fix/node_modules/.bun/date-fns@3.6.0/node_modules/date-fns/fp/isSameWeekWithOptions.js</a:t>
            </a:r>
          </a:p>
          <a:p>
            <a:pPr>
              <a:defRPr sz="1200"/>
            </a:pPr>
            <a:r>
              <a:t>D:/pasar_fix/node_modules/.bun/date-fns@3.6.0/node_modules/date-fns/fp/isSameWeekWithOptions.mjs</a:t>
            </a:r>
          </a:p>
          <a:p>
            <a:pPr>
              <a:defRPr sz="1200"/>
            </a:pPr>
            <a:r>
              <a:t>D:/pasar_fix/node_modules/.bun/date-fns@3.6.0/node_modules/date-fns/fp/isSameYear.d.mts</a:t>
            </a:r>
          </a:p>
          <a:p>
            <a:pPr>
              <a:defRPr sz="1200"/>
            </a:pPr>
            <a:r>
              <a:t>D:/pasar_fix/node_modules/.bun/date-fns@3.6.0/node_modules/date-fns/fp/isSameYear.d.ts</a:t>
            </a:r>
          </a:p>
          <a:p>
            <a:pPr>
              <a:defRPr sz="1200"/>
            </a:pPr>
            <a:r>
              <a:t>D:/pasar_fix/node_modules/.bun/date-fns@3.6.0/node_modules/date-fns/fp/isSameYear.js</a:t>
            </a:r>
          </a:p>
          <a:p>
            <a:pPr>
              <a:defRPr sz="1200"/>
            </a:pPr>
            <a:r>
              <a:t>D:/pasar_fix/node_modules/.bun/date-fns@3.6.0/node_modules/date-fns/fp/isSameYear.mjs</a:t>
            </a:r>
          </a:p>
          <a:p>
            <a:pPr>
              <a:defRPr sz="1200"/>
            </a:pPr>
            <a:r>
              <a:t>D:/pasar_fix/node_modules/.bun/date-fns@3.6.0/node_modules/date-fns/fp/isSaturday.d.mts</a:t>
            </a:r>
          </a:p>
          <a:p>
            <a:pPr>
              <a:defRPr sz="1200"/>
            </a:pPr>
            <a:r>
              <a:t>D:/pasar_fix/node_modules/.bun/date-fns@3.6.0/node_modules/date-fns/fp/isSaturday.d.ts</a:t>
            </a:r>
          </a:p>
          <a:p>
            <a:pPr>
              <a:defRPr sz="1200"/>
            </a:pPr>
            <a:r>
              <a:t>D:/pasar_fix/node_modules/.bun/date-fns@3.6.0/node_modules/date-fns/fp/isSaturday.js</a:t>
            </a:r>
          </a:p>
          <a:p>
            <a:pPr>
              <a:defRPr sz="1200"/>
            </a:pPr>
            <a:r>
              <a:t>D:/pasar_fix/node_modules/.bun/date-fns@3.6.0/node_modules/date-fns/fp/isSaturday.mjs</a:t>
            </a:r>
          </a:p>
          <a:p>
            <a:pPr>
              <a:defRPr sz="1200"/>
            </a:pPr>
            <a:r>
              <a:t>D:/pasar_fix/node_modules/.bun/date-fns@3.6.0/node_modules/date-fns/fp/isSunday.d.mts</a:t>
            </a:r>
          </a:p>
          <a:p>
            <a:pPr>
              <a:defRPr sz="1200"/>
            </a:pPr>
            <a:r>
              <a:t>D:/pasar_fix/node_modules/.bun/date-fns@3.6.0/node_modules/date-fns/fp/isSunday.d.ts</a:t>
            </a:r>
          </a:p>
          <a:p>
            <a:pPr>
              <a:defRPr sz="1200"/>
            </a:pPr>
            <a:r>
              <a:t>D:/pasar_fix/node_modules/.bun/date-fns@3.6.0/node_modules/date-fns/fp/isSunday.js</a:t>
            </a:r>
          </a:p>
          <a:p>
            <a:pPr>
              <a:defRPr sz="1200"/>
            </a:pPr>
            <a:r>
              <a:t>D:/pasar_fix/node_modules/.bun/date-fns@3.6.0/node_modules/date-fns/fp/isSunday.mjs</a:t>
            </a:r>
          </a:p>
          <a:p>
            <a:pPr>
              <a:defRPr sz="1200"/>
            </a:pPr>
            <a:r>
              <a:t>D:/pasar_fix/node_modules/.bun/date-fns@3.6.0/node_modules/date-fns/fp/isThursday.d.mts</a:t>
            </a:r>
          </a:p>
          <a:p>
            <a:pPr>
              <a:defRPr sz="1200"/>
            </a:pPr>
            <a:r>
              <a:t>D:/pasar_fix/node_modules/.bun/date-fns@3.6.0/node_modules/date-fns/fp/isThursday.d.ts</a:t>
            </a:r>
          </a:p>
          <a:p>
            <a:pPr>
              <a:defRPr sz="1200"/>
            </a:pPr>
            <a:r>
              <a:t>D:/pasar_fix/node_modules/.bun/date-fns@3.6.0/node_modules/date-fns/fp/isThursday.js</a:t>
            </a:r>
          </a:p>
          <a:p>
            <a:pPr>
              <a:defRPr sz="1200"/>
            </a:pPr>
            <a:r>
              <a:t>D:/pasar_fix/node_modules/.bun/date-fns@3.6.0/node_modules/date-fns/fp/isThursday.mjs</a:t>
            </a:r>
          </a:p>
          <a:p>
            <a:pPr>
              <a:defRPr sz="1200"/>
            </a:pPr>
            <a:r>
              <a:t>D:/pasar_fix/node_modules/.bun/date-fns@3.6.0/node_modules/date-fns/fp/isTuesday.d.mts</a:t>
            </a:r>
          </a:p>
          <a:p>
            <a:pPr>
              <a:defRPr sz="1200"/>
            </a:pPr>
            <a:r>
              <a:t>D:/pasar_fix/node_modules/.bun/date-fns@3.6.0/node_modules/date-fns/fp/isTuesday.d.ts</a:t>
            </a:r>
          </a:p>
          <a:p>
            <a:pPr>
              <a:defRPr sz="1200"/>
            </a:pPr>
            <a:r>
              <a:t>D:/pasar_fix/node_modules/.bun/date-fns@3.6.0/node_modules/date-fns/fp/isTuesday.js</a:t>
            </a:r>
          </a:p>
          <a:p>
            <a:pPr>
              <a:defRPr sz="1200"/>
            </a:pPr>
            <a:r>
              <a:t>D:/pasar_fix/node_modules/.bun/date-fns@3.6.0/node_modules/date-fns/fp/isTuesday.mjs</a:t>
            </a:r>
          </a:p>
          <a:p>
            <a:pPr>
              <a:defRPr sz="1200"/>
            </a:pPr>
            <a:r>
              <a:t>D:/pasar_fix/node_modules/.bun/date-fns@3.6.0/node_modules/date-fns/fp/isValid.d.mts</a:t>
            </a:r>
          </a:p>
          <a:p>
            <a:pPr>
              <a:defRPr sz="1200"/>
            </a:pPr>
            <a:r>
              <a:t>D:/pasar_fix/node_modules/.bun/date-fns@3.6.0/node_modules/date-fns/fp/isValid.d.ts</a:t>
            </a:r>
          </a:p>
          <a:p>
            <a:pPr>
              <a:defRPr sz="1200"/>
            </a:pPr>
            <a:r>
              <a:t>D:/pasar_fix/node_modules/.bun/date-fns@3.6.0/node_modules/date-fns/fp/isValid.js</a:t>
            </a:r>
          </a:p>
          <a:p>
            <a:pPr>
              <a:defRPr sz="1200"/>
            </a:pPr>
            <a:r>
              <a:t>D:/pasar_fix/node_modules/.bun/date-fns@3.6.0/node_modules/date-fns/fp/isValid.mjs</a:t>
            </a:r>
          </a:p>
          <a:p>
            <a:pPr>
              <a:defRPr sz="1200"/>
            </a:pPr>
            <a:r>
              <a:t>D:/pasar_fix/node_modules/.bun/date-fns@3.6.0/node_modules/date-fns/fp/isWednesday.d.mts</a:t>
            </a:r>
          </a:p>
          <a:p>
            <a:pPr>
              <a:defRPr sz="1200"/>
            </a:pPr>
            <a:r>
              <a:t>D:/pasar_fix/node_modules/.bun/date-fns@3.6.0/node_modules/date-fns/fp/isWednesday.d.ts</a:t>
            </a:r>
          </a:p>
          <a:p>
            <a:pPr>
              <a:defRPr sz="1200"/>
            </a:pPr>
            <a:r>
              <a:t>D:/pasar_fix/node_modules/.bun/date-fns@3.6.0/node_modules/date-fns/fp/isWednesday.js</a:t>
            </a:r>
          </a:p>
          <a:p>
            <a:pPr>
              <a:defRPr sz="1200"/>
            </a:pPr>
            <a:r>
              <a:t>D:/pasar_fix/node_modules/.bun/date-fns@3.6.0/node_modules/date-fns/fp/isWednesday.mjs</a:t>
            </a:r>
          </a:p>
          <a:p>
            <a:pPr>
              <a:defRPr sz="1200"/>
            </a:pPr>
            <a:r>
              <a:t>D:/pasar_fix/node_modules/.bun/date-fns@3.6.0/node_modules/date-fns/fp/isWeekend.d.mts</a:t>
            </a:r>
          </a:p>
          <a:p>
            <a:pPr>
              <a:defRPr sz="1200"/>
            </a:pPr>
            <a:r>
              <a:t>D:/pasar_fix/node_modules/.bun/date-fns@3.6.0/node_modules/date-fns/fp/isWeekend.d.ts</a:t>
            </a:r>
          </a:p>
          <a:p>
            <a:pPr>
              <a:defRPr sz="1200"/>
            </a:pPr>
            <a:r>
              <a:t>D:/pasar_fix/node_modules/.bun/date-fns@3.6.0/node_modules/date-fns/fp/isWeekend.js</a:t>
            </a:r>
          </a:p>
          <a:p>
            <a:pPr>
              <a:defRPr sz="1200"/>
            </a:pPr>
            <a:r>
              <a:t>D:/pasar_fix/node_modules/.bun/date-fns@3.6.0/node_modules/date-fns/fp/isWeekend.mjs</a:t>
            </a:r>
          </a:p>
          <a:p>
            <a:pPr>
              <a:defRPr sz="1200"/>
            </a:pPr>
            <a:r>
              <a:t>D:/pasar_fix/node_modules/.bun/date-fns@3.6.0/node_modules/date-fns/fp/isWithinInterval.d.mts</a:t>
            </a:r>
          </a:p>
          <a:p>
            <a:pPr>
              <a:defRPr sz="1200"/>
            </a:pPr>
            <a:r>
              <a:t>D:/pasar_fix/node_modules/.bun/date-fns@3.6.0/node_modules/date-fns/fp/isWithinInterval.d.ts</a:t>
            </a:r>
          </a:p>
          <a:p>
            <a:pPr>
              <a:defRPr sz="1200"/>
            </a:pPr>
            <a:r>
              <a:t>D:/pasar_fix/node_modules/.bun/date-fns@3.6.0/node_modules/date-fns/fp/isWithinInterval.js</a:t>
            </a:r>
          </a:p>
          <a:p>
            <a:pPr>
              <a:defRPr sz="1200"/>
            </a:pPr>
            <a:r>
              <a:t>D:/pasar_fix/node_modules/.bun/date-fns@3.6.0/node_modules/date-fns/fp/isWithinInterval.mjs</a:t>
            </a:r>
          </a:p>
          <a:p>
            <a:pPr>
              <a:defRPr sz="1200"/>
            </a:pPr>
            <a:r>
              <a:t>D:/pasar_fix/node_modules/.bun/date-fns@3.6.0/node_modules/date-fns/fp/lastDayOfDecade.d.mts</a:t>
            </a:r>
          </a:p>
          <a:p>
            <a:pPr>
              <a:defRPr sz="1200"/>
            </a:pPr>
            <a:r>
              <a:t>D:/pasar_fix/node_modules/.bun/date-fns@3.6.0/node_modules/date-fns/fp/lastDayOfDecade.d.ts</a:t>
            </a:r>
          </a:p>
          <a:p>
            <a:pPr>
              <a:defRPr sz="1200"/>
            </a:pPr>
            <a:r>
              <a:t>D:/pasar_fix/node_modules/.bun/date-fns@3.6.0/node_modules/date-fns/fp/lastDayOfDecade.js</a:t>
            </a:r>
          </a:p>
          <a:p>
            <a:pPr>
              <a:defRPr sz="1200"/>
            </a:pPr>
            <a:r>
              <a:t>D:/pasar_fix/node_modules/.bun/date-fns@3.6.0/node_modules/date-fns/fp/lastDayOfDecade.mjs</a:t>
            </a:r>
          </a:p>
          <a:p>
            <a:pPr>
              <a:defRPr sz="1200"/>
            </a:pPr>
            <a:r>
              <a:t>D:/pasar_fix/node_modules/.bun/date-fns@3.6.0/node_modules/date-fns/fp/lastDayOfISOWeek.d.mts</a:t>
            </a:r>
          </a:p>
          <a:p>
            <a:pPr>
              <a:defRPr sz="1200"/>
            </a:pPr>
            <a:r>
              <a:t>D:/pasar_fix/node_modules/.bun/date-fns@3.6.0/node_modules/date-fns/fp/lastDayOfISOWeek.d.ts</a:t>
            </a:r>
          </a:p>
          <a:p>
            <a:pPr>
              <a:defRPr sz="1200"/>
            </a:pPr>
            <a:r>
              <a:t>D:/pasar_fix/node_modules/.bun/date-fns@3.6.0/node_modules/date-fns/fp/lastDayOfISOWeek.js</a:t>
            </a:r>
          </a:p>
          <a:p>
            <a:pPr>
              <a:defRPr sz="1200"/>
            </a:pPr>
            <a:r>
              <a:t>D:/pasar_fix/node_modules/.bun/date-fns@3.6.0/node_modules/date-fns/fp/lastDayOfISOWeek.mjs</a:t>
            </a:r>
          </a:p>
          <a:p>
            <a:pPr>
              <a:defRPr sz="1200"/>
            </a:pPr>
            <a:r>
              <a:t>D:/pasar_fix/node_modules/.bun/date-fns@3.6.0/node_modules/date-fns/fp/lastDayOfISOWeekYear.d.mts</a:t>
            </a:r>
          </a:p>
          <a:p>
            <a:pPr>
              <a:defRPr sz="1200"/>
            </a:pPr>
            <a:r>
              <a:t>D:/pasar_fix/node_modules/.bun/date-fns@3.6.0/node_modules/date-fns/fp/lastDayOfISOWeekYear.d.ts</a:t>
            </a:r>
          </a:p>
          <a:p>
            <a:pPr>
              <a:defRPr sz="1200"/>
            </a:pPr>
            <a:r>
              <a:t>D:/pasar_fix/node_modules/.bun/date-fns@3.6.0/node_modules/date-fns/fp/lastDayOfISOWeekYear.js</a:t>
            </a:r>
          </a:p>
          <a:p>
            <a:pPr>
              <a:defRPr sz="1200"/>
            </a:pPr>
            <a:r>
              <a:t>D:/pasar_fix/node_modules/.bun/date-fns@3.6.0/node_modules/date-fns/fp/lastDayOfISOWeekYear.mjs</a:t>
            </a:r>
          </a:p>
          <a:p>
            <a:pPr>
              <a:defRPr sz="1200"/>
            </a:pPr>
            <a:r>
              <a:t>D:/pasar_fix/node_modules/.bun/date-fns@3.6.0/node_modules/date-fns/fp/lastDayOfMonth.d.mts</a:t>
            </a:r>
          </a:p>
          <a:p>
            <a:pPr>
              <a:defRPr sz="1200"/>
            </a:pPr>
            <a:r>
              <a:t>D:/pasar_fix/node_modules/.bun/date-fns@3.6.0/node_modules/date-fns/fp/lastDayOfMonth.d.ts</a:t>
            </a:r>
          </a:p>
          <a:p>
            <a:pPr>
              <a:defRPr sz="1200"/>
            </a:pPr>
            <a:r>
              <a:t>D:/pasar_fix/node_modules/.bun/date-fns@3.6.0/node_modules/date-fns/fp/lastDayOfMonth.js</a:t>
            </a:r>
          </a:p>
          <a:p>
            <a:pPr>
              <a:defRPr sz="1200"/>
            </a:pPr>
            <a:r>
              <a:t>D:/pasar_fix/node_modules/.bun/date-fns@3.6.0/node_modules/date-fns/fp/lastDayOfMonth.mjs</a:t>
            </a:r>
          </a:p>
          <a:p>
            <a:pPr>
              <a:defRPr sz="1200"/>
            </a:pPr>
            <a:r>
              <a:t>D:/pasar_fix/node_modules/.bun/date-fns@3.6.0/node_modules/date-fns/fp/lastDayOfQuarter.d.mts</a:t>
            </a:r>
          </a:p>
          <a:p>
            <a:pPr>
              <a:defRPr sz="1200"/>
            </a:pPr>
            <a:r>
              <a:t>D:/pasar_fix/node_modules/.bun/date-fns@3.6.0/node_modules/date-fns/fp/lastDayOfQuarter.d.ts</a:t>
            </a:r>
          </a:p>
          <a:p>
            <a:pPr>
              <a:defRPr sz="1200"/>
            </a:pPr>
            <a:r>
              <a:t>D:/pasar_fix/node_modules/.bun/date-fns@3.6.0/node_modules/date-fns/fp/lastDayOfQuarter.js</a:t>
            </a:r>
          </a:p>
          <a:p>
            <a:pPr>
              <a:defRPr sz="1200"/>
            </a:pPr>
            <a:r>
              <a:t>D:/pasar_fix/node_modules/.bun/date-fns@3.6.0/node_modules/date-fns/fp/lastDayOfQuarter.mjs</a:t>
            </a:r>
          </a:p>
          <a:p>
            <a:pPr>
              <a:defRPr sz="1200"/>
            </a:pPr>
            <a:r>
              <a:t>D:/pasar_fix/node_modules/.bun/date-fns@3.6.0/node_modules/date-fns/fp/lastDayOfWeek.d.mts</a:t>
            </a:r>
          </a:p>
          <a:p>
            <a:pPr>
              <a:defRPr sz="1200"/>
            </a:pPr>
            <a:r>
              <a:t>D:/pasar_fix/node_modules/.bun/date-fns@3.6.0/node_modules/date-fns/fp/lastDayOfWeek.d.ts</a:t>
            </a:r>
          </a:p>
          <a:p>
            <a:pPr>
              <a:defRPr sz="1200"/>
            </a:pPr>
            <a:r>
              <a:t>D:/pasar_fix/node_modules/.bun/date-fns@3.6.0/node_modules/date-fns/fp/lastDayOfWeek.js</a:t>
            </a:r>
          </a:p>
          <a:p>
            <a:pPr>
              <a:defRPr sz="1200"/>
            </a:pPr>
            <a:r>
              <a:t>D:/pasar_fix/node_modules/.bun/date-fns@3.6.0/node_modules/date-fns/fp/lastDayOfWeek.mjs</a:t>
            </a:r>
          </a:p>
          <a:p>
            <a:pPr>
              <a:defRPr sz="1200"/>
            </a:pPr>
            <a:r>
              <a:t>D:/pasar_fix/node_modules/.bun/date-fns@3.6.0/node_modules/date-fns/fp/lastDayOfWeekWithOptions.d.mts</a:t>
            </a:r>
          </a:p>
          <a:p>
            <a:pPr>
              <a:defRPr sz="1200"/>
            </a:pPr>
            <a:r>
              <a:t>D:/pasar_fix/node_modules/.bun/date-fns@3.6.0/node_modules/date-fns/fp/lastDayOfWeekWithOptions.d.ts</a:t>
            </a:r>
          </a:p>
          <a:p>
            <a:pPr>
              <a:defRPr sz="1200"/>
            </a:pPr>
            <a:r>
              <a:t>D:/pasar_fix/node_modules/.bun/date-fns@3.6.0/node_modules/date-fns/fp/lastDayOfWeekWithOptions.js</a:t>
            </a:r>
          </a:p>
          <a:p>
            <a:pPr>
              <a:defRPr sz="1200"/>
            </a:pPr>
            <a:r>
              <a:t>D:/pasar_fix/node_modules/.bun/date-fns@3.6.0/node_modules/date-fns/fp/lastDayOfWeekWithOptions.mjs</a:t>
            </a:r>
          </a:p>
          <a:p>
            <a:pPr>
              <a:defRPr sz="1200"/>
            </a:pPr>
            <a:r>
              <a:t>D:/pasar_fix/node_modules/.bun/date-fns@3.6.0/node_modules/date-fns/fp/lastDayOfYear.d.mts</a:t>
            </a:r>
          </a:p>
          <a:p>
            <a:pPr>
              <a:defRPr sz="1200"/>
            </a:pPr>
            <a:r>
              <a:t>D:/pasar_fix/node_modules/.bun/date-fns@3.6.0/node_modules/date-fns/fp/lastDayOfYear.d.ts</a:t>
            </a:r>
          </a:p>
          <a:p>
            <a:pPr>
              <a:defRPr sz="1200"/>
            </a:pPr>
            <a:r>
              <a:t>D:/pasar_fix/node_modules/.bun/date-fns@3.6.0/node_modules/date-fns/fp/lastDayOfYear.js</a:t>
            </a:r>
          </a:p>
          <a:p>
            <a:pPr>
              <a:defRPr sz="1200"/>
            </a:pPr>
            <a:r>
              <a:t>D:/pasar_fix/node_modules/.bun/date-fns@3.6.0/node_modules/date-fns/fp/lastDayOfYear.mjs</a:t>
            </a:r>
          </a:p>
          <a:p>
            <a:pPr>
              <a:defRPr sz="1200"/>
            </a:pPr>
            <a:r>
              <a:t>D:/pasar_fix/node_modules/.bun/date-fns@3.6.0/node_modules/date-fns/fp/lightFormat.d.mts</a:t>
            </a:r>
          </a:p>
          <a:p>
            <a:pPr>
              <a:defRPr sz="1200"/>
            </a:pPr>
            <a:r>
              <a:t>D:/pasar_fix/node_modules/.bun/date-fns@3.6.0/node_modules/date-fns/fp/lightFormat.d.ts</a:t>
            </a:r>
          </a:p>
          <a:p>
            <a:pPr>
              <a:defRPr sz="1200"/>
            </a:pPr>
            <a:r>
              <a:t>D:/pasar_fix/node_modules/.bun/date-fns@3.6.0/node_modules/date-fns/fp/lightFormat.js</a:t>
            </a:r>
          </a:p>
          <a:p>
            <a:pPr>
              <a:defRPr sz="1200"/>
            </a:pPr>
            <a:r>
              <a:t>D:/pasar_fix/node_modules/.bun/date-fns@3.6.0/node_modules/date-fns/fp/lightFormat.mjs</a:t>
            </a:r>
          </a:p>
          <a:p>
            <a:pPr>
              <a:defRPr sz="1200"/>
            </a:pPr>
            <a:r>
              <a:t>D:/pasar_fix/node_modules/.bun/date-fns@3.6.0/node_modules/date-fns/fp/max.d.mts</a:t>
            </a:r>
          </a:p>
          <a:p>
            <a:pPr>
              <a:defRPr sz="1200"/>
            </a:pPr>
            <a:r>
              <a:t>D:/pasar_fix/node_modules/.bun/date-fns@3.6.0/node_modules/date-fns/fp/max.d.ts</a:t>
            </a:r>
          </a:p>
          <a:p>
            <a:pPr>
              <a:defRPr sz="1200"/>
            </a:pPr>
            <a:r>
              <a:t>D:/pasar_fix/node_modules/.bun/date-fns@3.6.0/node_modules/date-fns/fp/max.js</a:t>
            </a:r>
          </a:p>
          <a:p>
            <a:pPr>
              <a:defRPr sz="1200"/>
            </a:pPr>
            <a:r>
              <a:t>D:/pasar_fix/node_modules/.bun/date-fns@3.6.0/node_modules/date-fns/fp/max.mjs</a:t>
            </a:r>
          </a:p>
          <a:p>
            <a:pPr>
              <a:defRPr sz="1200"/>
            </a:pPr>
            <a:r>
              <a:t>D:/pasar_fix/node_modules/.bun/date-fns@3.6.0/node_modules/date-fns/fp/milliseconds.d.mts</a:t>
            </a:r>
          </a:p>
          <a:p>
            <a:pPr>
              <a:defRPr sz="1200"/>
            </a:pPr>
            <a:r>
              <a:t>D:/pasar_fix/node_modules/.bun/date-fns@3.6.0/node_modules/date-fns/fp/milliseconds.d.ts</a:t>
            </a:r>
          </a:p>
          <a:p>
            <a:pPr>
              <a:defRPr sz="1200"/>
            </a:pPr>
            <a:r>
              <a:t>D:/pasar_fix/node_modules/.bun/date-fns@3.6.0/node_modules/date-fns/fp/milliseconds.js</a:t>
            </a:r>
          </a:p>
          <a:p>
            <a:pPr>
              <a:defRPr sz="1200"/>
            </a:pPr>
            <a:r>
              <a:t>D:/pasar_fix/node_modules/.bun/date-fns@3.6.0/node_modules/date-fns/fp/milliseconds.mjs</a:t>
            </a:r>
          </a:p>
          <a:p>
            <a:pPr>
              <a:defRPr sz="1200"/>
            </a:pPr>
            <a:r>
              <a:t>D:/pasar_fix/node_modules/.bun/date-fns@3.6.0/node_modules/date-fns/fp/millisecondsToHours.d.mts</a:t>
            </a:r>
          </a:p>
          <a:p>
            <a:pPr>
              <a:defRPr sz="1200"/>
            </a:pPr>
            <a:r>
              <a:t>D:/pasar_fix/node_modules/.bun/date-fns@3.6.0/node_modules/date-fns/fp/millisecondsToHours.d.ts</a:t>
            </a:r>
          </a:p>
          <a:p>
            <a:pPr>
              <a:defRPr sz="1200"/>
            </a:pPr>
            <a:r>
              <a:t>D:/pasar_fix/node_modules/.bun/date-fns@3.6.0/node_modules/date-fns/fp/millisecondsToHours.js</a:t>
            </a:r>
          </a:p>
          <a:p>
            <a:pPr>
              <a:defRPr sz="1200"/>
            </a:pPr>
            <a:r>
              <a:t>D:/pasar_fix/node_modules/.bun/date-fns@3.6.0/node_modules/date-fns/fp/millisecondsToHours.mjs</a:t>
            </a:r>
          </a:p>
          <a:p>
            <a:pPr>
              <a:defRPr sz="1200"/>
            </a:pPr>
            <a:r>
              <a:t>D:/pasar_fix/node_modules/.bun/date-fns@3.6.0/node_modules/date-fns/fp/millisecondsToMinutes.d.mts</a:t>
            </a:r>
          </a:p>
          <a:p>
            <a:pPr>
              <a:defRPr sz="1200"/>
            </a:pPr>
            <a:r>
              <a:t>D:/pasar_fix/node_modules/.bun/date-fns@3.6.0/node_modules/date-fns/fp/millisecondsToMinutes.d.ts</a:t>
            </a:r>
          </a:p>
          <a:p>
            <a:pPr>
              <a:defRPr sz="1200"/>
            </a:pPr>
            <a:r>
              <a:t>D:/pasar_fix/node_modules/.bun/date-fns@3.6.0/node_modules/date-fns/fp/millisecondsToMinutes.js</a:t>
            </a:r>
          </a:p>
          <a:p>
            <a:pPr>
              <a:defRPr sz="1200"/>
            </a:pPr>
            <a:r>
              <a:t>D:/pasar_fix/node_modules/.bun/date-fns@3.6.0/node_modules/date-fns/fp/millisecondsToMinutes.mjs</a:t>
            </a:r>
          </a:p>
          <a:p>
            <a:pPr>
              <a:defRPr sz="1200"/>
            </a:pPr>
            <a:r>
              <a:t>D:/pasar_fix/node_modules/.bun/date-fns@3.6.0/node_modules/date-fns/fp/millisecondsToSeconds.d.mts</a:t>
            </a:r>
          </a:p>
          <a:p>
            <a:pPr>
              <a:defRPr sz="1200"/>
            </a:pPr>
            <a:r>
              <a:t>D:/pasar_fix/node_modules/.bun/date-fns@3.6.0/node_modules/date-fns/fp/millisecondsToSeconds.d.ts</a:t>
            </a:r>
          </a:p>
          <a:p>
            <a:pPr>
              <a:defRPr sz="1200"/>
            </a:pPr>
            <a:r>
              <a:t>D:/pasar_fix/node_modules/.bun/date-fns@3.6.0/node_modules/date-fns/fp/millisecondsToSeconds.js</a:t>
            </a:r>
          </a:p>
          <a:p>
            <a:pPr>
              <a:defRPr sz="1200"/>
            </a:pPr>
            <a:r>
              <a:t>D:/pasar_fix/node_modules/.bun/date-fns@3.6.0/node_modules/date-fns/fp/millisecondsToSeconds.mjs</a:t>
            </a:r>
          </a:p>
          <a:p>
            <a:pPr>
              <a:defRPr sz="1200"/>
            </a:pPr>
            <a:r>
              <a:t>D:/pasar_fix/node_modules/.bun/date-fns@3.6.0/node_modules/date-fns/fp/min.d.mts</a:t>
            </a:r>
          </a:p>
          <a:p>
            <a:pPr>
              <a:defRPr sz="1200"/>
            </a:pPr>
            <a:r>
              <a:t>D:/pasar_fix/node_modules/.bun/date-fns@3.6.0/node_modules/date-fns/fp/min.d.ts</a:t>
            </a:r>
          </a:p>
          <a:p>
            <a:pPr>
              <a:defRPr sz="1200"/>
            </a:pPr>
            <a:r>
              <a:t>D:/pasar_fix/node_modules/.bun/date-fns@3.6.0/node_modules/date-fns/fp/min.js</a:t>
            </a:r>
          </a:p>
          <a:p>
            <a:pPr>
              <a:defRPr sz="1200"/>
            </a:pPr>
            <a:r>
              <a:t>D:/pasar_fix/node_modules/.bun/date-fns@3.6.0/node_modules/date-fns/fp/min.mjs</a:t>
            </a:r>
          </a:p>
          <a:p>
            <a:pPr>
              <a:defRPr sz="1200"/>
            </a:pPr>
            <a:r>
              <a:t>D:/pasar_fix/node_modules/.bun/date-fns@3.6.0/node_modules/date-fns/fp/minutesToHours.d.mts</a:t>
            </a:r>
          </a:p>
          <a:p>
            <a:pPr>
              <a:defRPr sz="1200"/>
            </a:pPr>
            <a:r>
              <a:t>D:/pasar_fix/node_modules/.bun/date-fns@3.6.0/node_modules/date-fns/fp/minutesToHours.d.ts</a:t>
            </a:r>
          </a:p>
          <a:p>
            <a:pPr>
              <a:defRPr sz="1200"/>
            </a:pPr>
            <a:r>
              <a:t>D:/pasar_fix/node_modules/.bun/date-fns@3.6.0/node_modules/date-fns/fp/minutesToHours.js</a:t>
            </a:r>
          </a:p>
          <a:p>
            <a:pPr>
              <a:defRPr sz="1200"/>
            </a:pPr>
            <a:r>
              <a:t>D:/pasar_fix/node_modules/.bun/date-fns@3.6.0/node_modules/date-fns/fp/minutesToHours.mjs</a:t>
            </a:r>
          </a:p>
          <a:p>
            <a:pPr>
              <a:defRPr sz="1200"/>
            </a:pPr>
            <a:r>
              <a:t>D:/pasar_fix/node_modules/.bun/date-fns@3.6.0/node_modules/date-fns/fp/minutesToMilliseconds.d.mts</a:t>
            </a:r>
          </a:p>
          <a:p>
            <a:pPr>
              <a:defRPr sz="1200"/>
            </a:pPr>
            <a:r>
              <a:t>D:/pasar_fix/node_modules/.bun/date-fns@3.6.0/node_modules/date-fns/fp/minutesToMilliseconds.d.ts</a:t>
            </a:r>
          </a:p>
          <a:p>
            <a:pPr>
              <a:defRPr sz="1200"/>
            </a:pPr>
            <a:r>
              <a:t>D:/pasar_fix/node_modules/.bun/date-fns@3.6.0/node_modules/date-fns/fp/minutesToMilliseconds.js</a:t>
            </a:r>
          </a:p>
          <a:p>
            <a:pPr>
              <a:defRPr sz="1200"/>
            </a:pPr>
            <a:r>
              <a:t>D:/pasar_fix/node_modules/.bun/date-fns@3.6.0/node_modules/date-fns/fp/minutesToMilliseconds.mjs</a:t>
            </a:r>
          </a:p>
          <a:p>
            <a:pPr>
              <a:defRPr sz="1200"/>
            </a:pPr>
            <a:r>
              <a:t>D:/pasar_fix/node_modules/.bun/date-fns@3.6.0/node_modules/date-fns/fp/minutesToSeconds.d.mts</a:t>
            </a:r>
          </a:p>
          <a:p>
            <a:pPr>
              <a:defRPr sz="1200"/>
            </a:pPr>
            <a:r>
              <a:t>D:/pasar_fix/node_modules/.bun/date-fns@3.6.0/node_modules/date-fns/fp/minutesToSeconds.d.ts</a:t>
            </a:r>
          </a:p>
          <a:p>
            <a:pPr>
              <a:defRPr sz="1200"/>
            </a:pPr>
            <a:r>
              <a:t>D:/pasar_fix/node_modules/.bun/date-fns@3.6.0/node_modules/date-fns/fp/minutesToSeconds.js</a:t>
            </a:r>
          </a:p>
          <a:p>
            <a:pPr>
              <a:defRPr sz="1200"/>
            </a:pPr>
            <a:r>
              <a:t>D:/pasar_fix/node_modules/.bun/date-fns@3.6.0/node_modules/date-fns/fp/minutesToSeconds.mjs</a:t>
            </a:r>
          </a:p>
          <a:p>
            <a:pPr>
              <a:defRPr sz="1200"/>
            </a:pPr>
            <a:r>
              <a:t>D:/pasar_fix/node_modules/.bun/date-fns@3.6.0/node_modules/date-fns/fp/monthsToQuarters.d.mts</a:t>
            </a:r>
          </a:p>
          <a:p>
            <a:pPr>
              <a:defRPr sz="1200"/>
            </a:pPr>
            <a:r>
              <a:t>D:/pasar_fix/node_modules/.bun/date-fns@3.6.0/node_modules/date-fns/fp/monthsToQuarters.d.ts</a:t>
            </a:r>
          </a:p>
          <a:p>
            <a:pPr>
              <a:defRPr sz="1200"/>
            </a:pPr>
            <a:r>
              <a:t>D:/pasar_fix/node_modules/.bun/date-fns@3.6.0/node_modules/date-fns/fp/monthsToQuarters.js</a:t>
            </a:r>
          </a:p>
          <a:p>
            <a:pPr>
              <a:defRPr sz="1200"/>
            </a:pPr>
            <a:r>
              <a:t>D:/pasar_fix/node_modules/.bun/date-fns@3.6.0/node_modules/date-fns/fp/monthsToQuarters.mjs</a:t>
            </a:r>
          </a:p>
          <a:p>
            <a:pPr>
              <a:defRPr sz="1200"/>
            </a:pPr>
            <a:r>
              <a:t>D:/pasar_fix/node_modules/.bun/date-fns@3.6.0/node_modules/date-fns/fp/monthsToYears.d.mts</a:t>
            </a:r>
          </a:p>
          <a:p>
            <a:pPr>
              <a:defRPr sz="1200"/>
            </a:pPr>
            <a:r>
              <a:t>D:/pasar_fix/node_modules/.bun/date-fns@3.6.0/node_modules/date-fns/fp/monthsToYears.d.ts</a:t>
            </a:r>
          </a:p>
          <a:p>
            <a:pPr>
              <a:defRPr sz="1200"/>
            </a:pPr>
            <a:r>
              <a:t>D:/pasar_fix/node_modules/.bun/date-fns@3.6.0/node_modules/date-fns/fp/monthsToYears.js</a:t>
            </a:r>
          </a:p>
          <a:p>
            <a:pPr>
              <a:defRPr sz="1200"/>
            </a:pPr>
            <a:r>
              <a:t>D:/pasar_fix/node_modules/.bun/date-fns@3.6.0/node_modules/date-fns/fp/monthsToYears.mjs</a:t>
            </a:r>
          </a:p>
          <a:p>
            <a:pPr>
              <a:defRPr sz="1200"/>
            </a:pPr>
            <a:r>
              <a:t>D:/pasar_fix/node_modules/.bun/date-fns@3.6.0/node_modules/date-fns/fp/nextDay.d.mts</a:t>
            </a:r>
          </a:p>
          <a:p>
            <a:pPr>
              <a:defRPr sz="1200"/>
            </a:pPr>
            <a:r>
              <a:t>D:/pasar_fix/node_modules/.bun/date-fns@3.6.0/node_modules/date-fns/fp/nextDay.d.ts</a:t>
            </a:r>
          </a:p>
          <a:p>
            <a:pPr>
              <a:defRPr sz="1200"/>
            </a:pPr>
            <a:r>
              <a:t>D:/pasar_fix/node_modules/.bun/date-fns@3.6.0/node_modules/date-fns/fp/nextDay.js</a:t>
            </a:r>
          </a:p>
          <a:p>
            <a:pPr>
              <a:defRPr sz="1200"/>
            </a:pPr>
            <a:r>
              <a:t>D:/pasar_fix/node_modules/.bun/date-fns@3.6.0/node_modules/date-fns/fp/nextDay.mjs</a:t>
            </a:r>
          </a:p>
          <a:p>
            <a:pPr>
              <a:defRPr sz="1200"/>
            </a:pPr>
            <a:r>
              <a:t>D:/pasar_fix/node_modules/.bun/date-fns@3.6.0/node_modules/date-fns/fp/nextFriday.d.mts</a:t>
            </a:r>
          </a:p>
          <a:p>
            <a:pPr>
              <a:defRPr sz="1200"/>
            </a:pPr>
            <a:r>
              <a:t>D:/pasar_fix/node_modules/.bun/date-fns@3.6.0/node_modules/date-fns/fp/nextFriday.d.ts</a:t>
            </a:r>
          </a:p>
          <a:p>
            <a:pPr>
              <a:defRPr sz="1200"/>
            </a:pPr>
            <a:r>
              <a:t>D:/pasar_fix/node_modules/.bun/date-fns@3.6.0/node_modules/date-fns/fp/nextFriday.js</a:t>
            </a:r>
          </a:p>
          <a:p>
            <a:pPr>
              <a:defRPr sz="1200"/>
            </a:pPr>
            <a:r>
              <a:t>D:/pasar_fix/node_modules/.bun/date-fns@3.6.0/node_modules/date-fns/fp/nextFriday.mjs</a:t>
            </a:r>
          </a:p>
          <a:p>
            <a:pPr>
              <a:defRPr sz="1200"/>
            </a:pPr>
            <a:r>
              <a:t>D:/pasar_fix/node_modules/.bun/date-fns@3.6.0/node_modules/date-fns/fp/nextMonday.d.mts</a:t>
            </a:r>
          </a:p>
          <a:p>
            <a:pPr>
              <a:defRPr sz="1200"/>
            </a:pPr>
            <a:r>
              <a:t>D:/pasar_fix/node_modules/.bun/date-fns@3.6.0/node_modules/date-fns/fp/nextMonday.d.ts</a:t>
            </a:r>
          </a:p>
          <a:p>
            <a:pPr>
              <a:defRPr sz="1200"/>
            </a:pPr>
            <a:r>
              <a:t>D:/pasar_fix/node_modules/.bun/date-fns@3.6.0/node_modules/date-fns/fp/nextMonday.js</a:t>
            </a:r>
          </a:p>
          <a:p>
            <a:pPr>
              <a:defRPr sz="1200"/>
            </a:pPr>
            <a:r>
              <a:t>D:/pasar_fix/node_modules/.bun/date-fns@3.6.0/node_modules/date-fns/fp/nextMonday.mjs</a:t>
            </a:r>
          </a:p>
          <a:p>
            <a:pPr>
              <a:defRPr sz="1200"/>
            </a:pPr>
            <a:r>
              <a:t>D:/pasar_fix/node_modules/.bun/date-fns@3.6.0/node_modules/date-fns/fp/nextSaturday.d.mts</a:t>
            </a:r>
          </a:p>
          <a:p>
            <a:pPr>
              <a:defRPr sz="1200"/>
            </a:pPr>
            <a:r>
              <a:t>D:/pasar_fix/node_modules/.bun/date-fns@3.6.0/node_modules/date-fns/fp/nextSaturday.d.ts</a:t>
            </a:r>
          </a:p>
          <a:p>
            <a:pPr>
              <a:defRPr sz="1200"/>
            </a:pPr>
            <a:r>
              <a:t>D:/pasar_fix/node_modules/.bun/date-fns@3.6.0/node_modules/date-fns/fp/nextSaturday.js</a:t>
            </a:r>
          </a:p>
          <a:p>
            <a:pPr>
              <a:defRPr sz="1200"/>
            </a:pPr>
            <a:r>
              <a:t>D:/pasar_fix/node_modules/.bun/date-fns@3.6.0/node_modules/date-fns/fp/nextSaturday.mjs</a:t>
            </a:r>
          </a:p>
          <a:p>
            <a:pPr>
              <a:defRPr sz="1200"/>
            </a:pPr>
            <a:r>
              <a:t>D:/pasar_fix/node_modules/.bun/date-fns@3.6.0/node_modules/date-fns/fp/nextSunday.d.mts</a:t>
            </a:r>
          </a:p>
          <a:p>
            <a:pPr>
              <a:defRPr sz="1200"/>
            </a:pPr>
            <a:r>
              <a:t>D:/pasar_fix/node_modules/.bun/date-fns@3.6.0/node_modules/date-fns/fp/nextSunday.d.ts</a:t>
            </a:r>
          </a:p>
          <a:p>
            <a:pPr>
              <a:defRPr sz="1200"/>
            </a:pPr>
            <a:r>
              <a:t>D:/pasar_fix/node_modules/.bun/date-fns@3.6.0/node_modules/date-fns/fp/nextSunday.js</a:t>
            </a:r>
          </a:p>
          <a:p>
            <a:pPr>
              <a:defRPr sz="1200"/>
            </a:pPr>
            <a:r>
              <a:t>D:/pasar_fix/node_modules/.bun/date-fns@3.6.0/node_modules/date-fns/fp/nextSunday.mjs</a:t>
            </a:r>
          </a:p>
          <a:p>
            <a:pPr>
              <a:defRPr sz="1200"/>
            </a:pPr>
            <a:r>
              <a:t>D:/pasar_fix/node_modules/.bun/date-fns@3.6.0/node_modules/date-fns/fp/nextThursday.d.mts</a:t>
            </a:r>
          </a:p>
          <a:p>
            <a:pPr>
              <a:defRPr sz="1200"/>
            </a:pPr>
            <a:r>
              <a:t>D:/pasar_fix/node_modules/.bun/date-fns@3.6.0/node_modules/date-fns/fp/nextThursday.d.ts</a:t>
            </a:r>
          </a:p>
          <a:p>
            <a:pPr>
              <a:defRPr sz="1200"/>
            </a:pPr>
            <a:r>
              <a:t>D:/pasar_fix/node_modules/.bun/date-fns@3.6.0/node_modules/date-fns/fp/nextThursday.js</a:t>
            </a:r>
          </a:p>
          <a:p>
            <a:pPr>
              <a:defRPr sz="1200"/>
            </a:pPr>
            <a:r>
              <a:t>D:/pasar_fix/node_modules/.bun/date-fns@3.6.0/node_modules/date-fns/fp/nextThursday.mjs</a:t>
            </a:r>
          </a:p>
          <a:p>
            <a:pPr>
              <a:defRPr sz="1200"/>
            </a:pPr>
            <a:r>
              <a:t>D:/pasar_fix/node_modules/.bun/date-fns@3.6.0/node_modules/date-fns/fp/nextTuesday.d.mts</a:t>
            </a:r>
          </a:p>
          <a:p>
            <a:pPr>
              <a:defRPr sz="1200"/>
            </a:pPr>
            <a:r>
              <a:t>D:/pasar_fix/node_modules/.bun/date-fns@3.6.0/node_modules/date-fns/fp/nextTuesday.d.ts</a:t>
            </a:r>
          </a:p>
          <a:p>
            <a:pPr>
              <a:defRPr sz="1200"/>
            </a:pPr>
            <a:r>
              <a:t>D:/pasar_fix/node_modules/.bun/date-fns@3.6.0/node_modules/date-fns/fp/nextTuesday.js</a:t>
            </a:r>
          </a:p>
          <a:p>
            <a:pPr>
              <a:defRPr sz="1200"/>
            </a:pPr>
            <a:r>
              <a:t>D:/pasar_fix/node_modules/.bun/date-fns@3.6.0/node_modules/date-fns/fp/nextTuesday.mjs</a:t>
            </a:r>
          </a:p>
          <a:p>
            <a:pPr>
              <a:defRPr sz="1200"/>
            </a:pPr>
            <a:r>
              <a:t>D:/pasar_fix/node_modules/.bun/date-fns@3.6.0/node_modules/date-fns/fp/nextWednesday.d.mts</a:t>
            </a:r>
          </a:p>
          <a:p>
            <a:pPr>
              <a:defRPr sz="1200"/>
            </a:pPr>
            <a:r>
              <a:t>D:/pasar_fix/node_modules/.bun/date-fns@3.6.0/node_modules/date-fns/fp/nextWednesday.d.ts</a:t>
            </a:r>
          </a:p>
          <a:p>
            <a:pPr>
              <a:defRPr sz="1200"/>
            </a:pPr>
            <a:r>
              <a:t>D:/pasar_fix/node_modules/.bun/date-fns@3.6.0/node_modules/date-fns/fp/nextWednesday.js</a:t>
            </a:r>
          </a:p>
          <a:p>
            <a:pPr>
              <a:defRPr sz="1200"/>
            </a:pPr>
            <a:r>
              <a:t>D:/pasar_fix/node_modules/.bun/date-fns@3.6.0/node_modules/date-fns/fp/nextWednesday.mjs</a:t>
            </a:r>
          </a:p>
          <a:p>
            <a:pPr>
              <a:defRPr sz="1200"/>
            </a:pPr>
            <a:r>
              <a:t>D:/pasar_fix/node_modules/.bun/date-fns@3.6.0/node_modules/date-fns/fp/parse.d.mts</a:t>
            </a:r>
          </a:p>
          <a:p>
            <a:pPr>
              <a:defRPr sz="1200"/>
            </a:pPr>
            <a:r>
              <a:t>D:/pasar_fix/node_modules/.bun/date-fns@3.6.0/node_modules/date-fns/fp/parse.d.ts</a:t>
            </a:r>
          </a:p>
          <a:p>
            <a:pPr>
              <a:defRPr sz="1200"/>
            </a:pPr>
            <a:r>
              <a:t>D:/pasar_fix/node_modules/.bun/date-fns@3.6.0/node_modules/date-fns/fp/parse.js</a:t>
            </a:r>
          </a:p>
          <a:p>
            <a:pPr>
              <a:defRPr sz="1200"/>
            </a:pPr>
            <a:r>
              <a:t>D:/pasar_fix/node_modules/.bun/date-fns@3.6.0/node_modules/date-fns/fp/parse.mjs</a:t>
            </a:r>
          </a:p>
          <a:p>
            <a:pPr>
              <a:defRPr sz="1200"/>
            </a:pPr>
            <a:r>
              <a:t>D:/pasar_fix/node_modules/.bun/date-fns@3.6.0/node_modules/date-fns/fp/parseISO.d.mts</a:t>
            </a:r>
          </a:p>
          <a:p>
            <a:pPr>
              <a:defRPr sz="1200"/>
            </a:pPr>
            <a:r>
              <a:t>D:/pasar_fix/node_modules/.bun/date-fns@3.6.0/node_modules/date-fns/fp/parseISO.d.ts</a:t>
            </a:r>
          </a:p>
          <a:p>
            <a:pPr>
              <a:defRPr sz="1200"/>
            </a:pPr>
            <a:r>
              <a:t>D:/pasar_fix/node_modules/.bun/date-fns@3.6.0/node_modules/date-fns/fp/parseISO.js</a:t>
            </a:r>
          </a:p>
          <a:p>
            <a:pPr>
              <a:defRPr sz="1200"/>
            </a:pPr>
            <a:r>
              <a:t>D:/pasar_fix/node_modules/.bun/date-fns@3.6.0/node_modules/date-fns/fp/parseISO.mjs</a:t>
            </a:r>
          </a:p>
          <a:p>
            <a:pPr>
              <a:defRPr sz="1200"/>
            </a:pPr>
            <a:r>
              <a:t>D:/pasar_fix/node_modules/.bun/date-fns@3.6.0/node_modules/date-fns/fp/parseISOWithOptions.d.mts</a:t>
            </a:r>
          </a:p>
          <a:p>
            <a:pPr>
              <a:defRPr sz="1200"/>
            </a:pPr>
            <a:r>
              <a:t>D:/pasar_fix/node_modules/.bun/date-fns@3.6.0/node_modules/date-fns/fp/parseISOWithOptions.d.ts</a:t>
            </a:r>
          </a:p>
          <a:p>
            <a:pPr>
              <a:defRPr sz="1200"/>
            </a:pPr>
            <a:r>
              <a:t>D:/pasar_fix/node_modules/.bun/date-fns@3.6.0/node_modules/date-fns/fp/parseISOWithOptions.js</a:t>
            </a:r>
          </a:p>
          <a:p>
            <a:pPr>
              <a:defRPr sz="1200"/>
            </a:pPr>
            <a:r>
              <a:t>D:/pasar_fix/node_modules/.bun/date-fns@3.6.0/node_modules/date-fns/fp/parseISOWithOptions.mjs</a:t>
            </a:r>
          </a:p>
          <a:p>
            <a:pPr>
              <a:defRPr sz="1200"/>
            </a:pPr>
            <a:r>
              <a:t>D:/pasar_fix/node_modules/.bun/date-fns@3.6.0/node_modules/date-fns/fp/parseJSON.d.mts</a:t>
            </a:r>
          </a:p>
          <a:p>
            <a:pPr>
              <a:defRPr sz="1200"/>
            </a:pPr>
            <a:r>
              <a:t>D:/pasar_fix/node_modules/.bun/date-fns@3.6.0/node_modules/date-fns/fp/parseJSON.d.ts</a:t>
            </a:r>
          </a:p>
          <a:p>
            <a:pPr>
              <a:defRPr sz="1200"/>
            </a:pPr>
            <a:r>
              <a:t>D:/pasar_fix/node_modules/.bun/date-fns@3.6.0/node_modules/date-fns/fp/parseJSON.js</a:t>
            </a:r>
          </a:p>
          <a:p>
            <a:pPr>
              <a:defRPr sz="1200"/>
            </a:pPr>
            <a:r>
              <a:t>D:/pasar_fix/node_modules/.bun/date-fns@3.6.0/node_modules/date-fns/fp/parseJSON.mjs</a:t>
            </a:r>
          </a:p>
          <a:p>
            <a:pPr>
              <a:defRPr sz="1200"/>
            </a:pPr>
            <a:r>
              <a:t>D:/pasar_fix/node_modules/.bun/date-fns@3.6.0/node_modules/date-fns/fp/parseWithOptions.d.mts</a:t>
            </a:r>
          </a:p>
          <a:p>
            <a:pPr>
              <a:defRPr sz="1200"/>
            </a:pPr>
            <a:r>
              <a:t>D:/pasar_fix/node_modules/.bun/date-fns@3.6.0/node_modules/date-fns/fp/parseWithOptions.d.ts</a:t>
            </a:r>
          </a:p>
          <a:p>
            <a:pPr>
              <a:defRPr sz="1200"/>
            </a:pPr>
            <a:r>
              <a:t>D:/pasar_fix/node_modules/.bun/date-fns@3.6.0/node_modules/date-fns/fp/parseWithOptions.js</a:t>
            </a:r>
          </a:p>
          <a:p>
            <a:pPr>
              <a:defRPr sz="1200"/>
            </a:pPr>
            <a:r>
              <a:t>D:/pasar_fix/node_modules/.bun/date-fns@3.6.0/node_modules/date-fns/fp/parseWithOptions.mjs</a:t>
            </a:r>
          </a:p>
          <a:p>
            <a:pPr>
              <a:defRPr sz="1200"/>
            </a:pPr>
            <a:r>
              <a:t>D:/pasar_fix/node_modules/.bun/date-fns@3.6.0/node_modules/date-fns/fp/previousDay.d.mts</a:t>
            </a:r>
          </a:p>
          <a:p>
            <a:pPr>
              <a:defRPr sz="1200"/>
            </a:pPr>
            <a:r>
              <a:t>D:/pasar_fix/node_modules/.bun/date-fns@3.6.0/node_modules/date-fns/fp/previousDay.d.ts</a:t>
            </a:r>
          </a:p>
          <a:p>
            <a:pPr>
              <a:defRPr sz="1200"/>
            </a:pPr>
            <a:r>
              <a:t>D:/pasar_fix/node_modules/.bun/date-fns@3.6.0/node_modules/date-fns/fp/previousDay.js</a:t>
            </a:r>
          </a:p>
          <a:p>
            <a:pPr>
              <a:defRPr sz="1200"/>
            </a:pPr>
            <a:r>
              <a:t>D:/pasar_fix/node_modules/.bun/date-fns@3.6.0/node_modules/date-fns/fp/previousDay.mjs</a:t>
            </a:r>
          </a:p>
          <a:p>
            <a:pPr>
              <a:defRPr sz="1200"/>
            </a:pPr>
            <a:r>
              <a:t>D:/pasar_fix/node_modules/.bun/date-fns@3.6.0/node_modules/date-fns/fp/previousFriday.d.mts</a:t>
            </a:r>
          </a:p>
          <a:p>
            <a:pPr>
              <a:defRPr sz="1200"/>
            </a:pPr>
            <a:r>
              <a:t>D:/pasar_fix/node_modules/.bun/date-fns@3.6.0/node_modules/date-fns/fp/previousFriday.d.ts</a:t>
            </a:r>
          </a:p>
          <a:p>
            <a:pPr>
              <a:defRPr sz="1200"/>
            </a:pPr>
            <a:r>
              <a:t>D:/pasar_fix/node_modules/.bun/date-fns@3.6.0/node_modules/date-fns/fp/previousFriday.js</a:t>
            </a:r>
          </a:p>
          <a:p>
            <a:pPr>
              <a:defRPr sz="1200"/>
            </a:pPr>
            <a:r>
              <a:t>D:/pasar_fix/node_modules/.bun/date-fns@3.6.0/node_modules/date-fns/fp/previousFriday.mjs</a:t>
            </a:r>
          </a:p>
          <a:p>
            <a:pPr>
              <a:defRPr sz="1200"/>
            </a:pPr>
            <a:r>
              <a:t>D:/pasar_fix/node_modules/.bun/date-fns@3.6.0/node_modules/date-fns/fp/previousMonday.d.mts</a:t>
            </a:r>
          </a:p>
          <a:p>
            <a:pPr>
              <a:defRPr sz="1200"/>
            </a:pPr>
            <a:r>
              <a:t>D:/pasar_fix/node_modules/.bun/date-fns@3.6.0/node_modules/date-fns/fp/previousMonday.d.ts</a:t>
            </a:r>
          </a:p>
          <a:p>
            <a:pPr>
              <a:defRPr sz="1200"/>
            </a:pPr>
            <a:r>
              <a:t>D:/pasar_fix/node_modules/.bun/date-fns@3.6.0/node_modules/date-fns/fp/previousMonday.js</a:t>
            </a:r>
          </a:p>
          <a:p>
            <a:pPr>
              <a:defRPr sz="1200"/>
            </a:pPr>
            <a:r>
              <a:t>D:/pasar_fix/node_modules/.bun/date-fns@3.6.0/node_modules/date-fns/fp/previousMonday.mjs</a:t>
            </a:r>
          </a:p>
          <a:p>
            <a:pPr>
              <a:defRPr sz="1200"/>
            </a:pPr>
            <a:r>
              <a:t>D:/pasar_fix/node_modules/.bun/date-fns@3.6.0/node_modules/date-fns/fp/previousSaturday.d.mts</a:t>
            </a:r>
          </a:p>
          <a:p>
            <a:pPr>
              <a:defRPr sz="1200"/>
            </a:pPr>
            <a:r>
              <a:t>D:/pasar_fix/node_modules/.bun/date-fns@3.6.0/node_modules/date-fns/fp/previousSaturday.d.ts</a:t>
            </a:r>
          </a:p>
          <a:p>
            <a:pPr>
              <a:defRPr sz="1200"/>
            </a:pPr>
            <a:r>
              <a:t>D:/pasar_fix/node_modules/.bun/date-fns@3.6.0/node_modules/date-fns/fp/previousSaturday.js</a:t>
            </a:r>
          </a:p>
          <a:p>
            <a:pPr>
              <a:defRPr sz="1200"/>
            </a:pPr>
            <a:r>
              <a:t>D:/pasar_fix/node_modules/.bun/date-fns@3.6.0/node_modules/date-fns/fp/previousSaturday.mjs</a:t>
            </a:r>
          </a:p>
          <a:p>
            <a:pPr>
              <a:defRPr sz="1200"/>
            </a:pPr>
            <a:r>
              <a:t>D:/pasar_fix/node_modules/.bun/date-fns@3.6.0/node_modules/date-fns/fp/previousSunday.d.mts</a:t>
            </a:r>
          </a:p>
          <a:p>
            <a:pPr>
              <a:defRPr sz="1200"/>
            </a:pPr>
            <a:r>
              <a:t>D:/pasar_fix/node_modules/.bun/date-fns@3.6.0/node_modules/date-fns/fp/previousSunday.d.ts</a:t>
            </a:r>
          </a:p>
          <a:p>
            <a:pPr>
              <a:defRPr sz="1200"/>
            </a:pPr>
            <a:r>
              <a:t>D:/pasar_fix/node_modules/.bun/date-fns@3.6.0/node_modules/date-fns/fp/previousSunday.js</a:t>
            </a:r>
          </a:p>
          <a:p>
            <a:pPr>
              <a:defRPr sz="1200"/>
            </a:pPr>
            <a:r>
              <a:t>D:/pasar_fix/node_modules/.bun/date-fns@3.6.0/node_modules/date-fns/fp/previousSunday.mjs</a:t>
            </a:r>
          </a:p>
          <a:p>
            <a:pPr>
              <a:defRPr sz="1200"/>
            </a:pPr>
            <a:r>
              <a:t>D:/pasar_fix/node_modules/.bun/date-fns@3.6.0/node_modules/date-fns/fp/previousThursday.d.mts</a:t>
            </a:r>
          </a:p>
          <a:p>
            <a:pPr>
              <a:defRPr sz="1200"/>
            </a:pPr>
            <a:r>
              <a:t>D:/pasar_fix/node_modules/.bun/date-fns@3.6.0/node_modules/date-fns/fp/previousThursday.d.ts</a:t>
            </a:r>
          </a:p>
          <a:p>
            <a:pPr>
              <a:defRPr sz="1200"/>
            </a:pPr>
            <a:r>
              <a:t>D:/pasar_fix/node_modules/.bun/date-fns@3.6.0/node_modules/date-fns/fp/previousThursday.js</a:t>
            </a:r>
          </a:p>
          <a:p>
            <a:pPr>
              <a:defRPr sz="1200"/>
            </a:pPr>
            <a:r>
              <a:t>D:/pasar_fix/node_modules/.bun/date-fns@3.6.0/node_modules/date-fns/fp/previousThursday.mjs</a:t>
            </a:r>
          </a:p>
          <a:p>
            <a:pPr>
              <a:defRPr sz="1200"/>
            </a:pPr>
            <a:r>
              <a:t>D:/pasar_fix/node_modules/.bun/date-fns@3.6.0/node_modules/date-fns/fp/previousTuesday.d.mts</a:t>
            </a:r>
          </a:p>
          <a:p>
            <a:pPr>
              <a:defRPr sz="1200"/>
            </a:pPr>
            <a:r>
              <a:t>D:/pasar_fix/node_modules/.bun/date-fns@3.6.0/node_modules/date-fns/fp/previousTuesday.d.ts</a:t>
            </a:r>
          </a:p>
          <a:p>
            <a:pPr>
              <a:defRPr sz="1200"/>
            </a:pPr>
            <a:r>
              <a:t>D:/pasar_fix/node_modules/.bun/date-fns@3.6.0/node_modules/date-fns/fp/previousTuesday.js</a:t>
            </a:r>
          </a:p>
          <a:p>
            <a:pPr>
              <a:defRPr sz="1200"/>
            </a:pPr>
            <a:r>
              <a:t>D:/pasar_fix/node_modules/.bun/date-fns@3.6.0/node_modules/date-fns/fp/previousTuesday.mjs</a:t>
            </a:r>
          </a:p>
          <a:p>
            <a:pPr>
              <a:defRPr sz="1200"/>
            </a:pPr>
            <a:r>
              <a:t>D:/pasar_fix/node_modules/.bun/date-fns@3.6.0/node_modules/date-fns/fp/previousWednesday.d.mts</a:t>
            </a:r>
          </a:p>
          <a:p>
            <a:pPr>
              <a:defRPr sz="1200"/>
            </a:pPr>
            <a:r>
              <a:t>D:/pasar_fix/node_modules/.bun/date-fns@3.6.0/node_modules/date-fns/fp/previousWednesday.d.ts</a:t>
            </a:r>
          </a:p>
          <a:p>
            <a:pPr>
              <a:defRPr sz="1200"/>
            </a:pPr>
            <a:r>
              <a:t>D:/pasar_fix/node_modules/.bun/date-fns@3.6.0/node_modules/date-fns/fp/previousWednesday.js</a:t>
            </a:r>
          </a:p>
          <a:p>
            <a:pPr>
              <a:defRPr sz="1200"/>
            </a:pPr>
            <a:r>
              <a:t>D:/pasar_fix/node_modules/.bun/date-fns@3.6.0/node_modules/date-fns/fp/previousWednesday.mjs</a:t>
            </a:r>
          </a:p>
          <a:p>
            <a:pPr>
              <a:defRPr sz="1200"/>
            </a:pPr>
            <a:r>
              <a:t>D:/pasar_fix/node_modules/.bun/date-fns@3.6.0/node_modules/date-fns/fp/quartersToMonths.d.mts</a:t>
            </a:r>
          </a:p>
          <a:p>
            <a:pPr>
              <a:defRPr sz="1200"/>
            </a:pPr>
            <a:r>
              <a:t>D:/pasar_fix/node_modules/.bun/date-fns@3.6.0/node_modules/date-fns/fp/quartersToMonths.d.ts</a:t>
            </a:r>
          </a:p>
          <a:p>
            <a:pPr>
              <a:defRPr sz="1200"/>
            </a:pPr>
            <a:r>
              <a:t>D:/pasar_fix/node_modules/.bun/date-fns@3.6.0/node_modules/date-fns/fp/quartersToMonths.js</a:t>
            </a:r>
          </a:p>
          <a:p>
            <a:pPr>
              <a:defRPr sz="1200"/>
            </a:pPr>
            <a:r>
              <a:t>D:/pasar_fix/node_modules/.bun/date-fns@3.6.0/node_modules/date-fns/fp/quartersToMonths.mjs</a:t>
            </a:r>
          </a:p>
          <a:p>
            <a:pPr>
              <a:defRPr sz="1200"/>
            </a:pPr>
            <a:r>
              <a:t>D:/pasar_fix/node_modules/.bun/date-fns@3.6.0/node_modules/date-fns/fp/quartersToYears.d.mts</a:t>
            </a:r>
          </a:p>
          <a:p>
            <a:pPr>
              <a:defRPr sz="1200"/>
            </a:pPr>
            <a:r>
              <a:t>D:/pasar_fix/node_modules/.bun/date-fns@3.6.0/node_modules/date-fns/fp/quartersToYears.d.ts</a:t>
            </a:r>
          </a:p>
          <a:p>
            <a:pPr>
              <a:defRPr sz="1200"/>
            </a:pPr>
            <a:r>
              <a:t>D:/pasar_fix/node_modules/.bun/date-fns@3.6.0/node_modules/date-fns/fp/quartersToYears.js</a:t>
            </a:r>
          </a:p>
          <a:p>
            <a:pPr>
              <a:defRPr sz="1200"/>
            </a:pPr>
            <a:r>
              <a:t>D:/pasar_fix/node_modules/.bun/date-fns@3.6.0/node_modules/date-fns/fp/quartersToYears.mjs</a:t>
            </a:r>
          </a:p>
          <a:p>
            <a:pPr>
              <a:defRPr sz="1200"/>
            </a:pPr>
            <a:r>
              <a:t>D:/pasar_fix/node_modules/.bun/date-fns@3.6.0/node_modules/date-fns/fp/roundToNearestHours.d.mts</a:t>
            </a:r>
          </a:p>
          <a:p>
            <a:pPr>
              <a:defRPr sz="1200"/>
            </a:pPr>
            <a:r>
              <a:t>D:/pasar_fix/node_modules/.bun/date-fns@3.6.0/node_modules/date-fns/fp/roundToNearestHours.d.ts</a:t>
            </a:r>
          </a:p>
          <a:p>
            <a:pPr>
              <a:defRPr sz="1200"/>
            </a:pPr>
            <a:r>
              <a:t>D:/pasar_fix/node_modules/.bun/date-fns@3.6.0/node_modules/date-fns/fp/roundToNearestHours.js</a:t>
            </a:r>
          </a:p>
          <a:p>
            <a:pPr>
              <a:defRPr sz="1200"/>
            </a:pPr>
            <a:r>
              <a:t>D:/pasar_fix/node_modules/.bun/date-fns@3.6.0/node_modules/date-fns/fp/roundToNearestHours.mjs</a:t>
            </a:r>
          </a:p>
          <a:p>
            <a:pPr>
              <a:defRPr sz="1200"/>
            </a:pPr>
            <a:r>
              <a:t>D:/pasar_fix/node_modules/.bun/date-fns@3.6.0/node_modules/date-fns/fp/roundToNearestHoursWithOptions.d.mts</a:t>
            </a:r>
          </a:p>
          <a:p>
            <a:pPr>
              <a:defRPr sz="1200"/>
            </a:pPr>
            <a:r>
              <a:t>D:/pasar_fix/node_modules/.bun/date-fns@3.6.0/node_modules/date-fns/fp/roundToNearestHoursWithOptions.d.ts</a:t>
            </a:r>
          </a:p>
          <a:p>
            <a:pPr>
              <a:defRPr sz="1200"/>
            </a:pPr>
            <a:r>
              <a:t>D:/pasar_fix/node_modules/.bun/date-fns@3.6.0/node_modules/date-fns/fp/roundToNearestHoursWithOptions.js</a:t>
            </a:r>
          </a:p>
          <a:p>
            <a:pPr>
              <a:defRPr sz="1200"/>
            </a:pPr>
            <a:r>
              <a:t>D:/pasar_fix/node_modules/.bun/date-fns@3.6.0/node_modules/date-fns/fp/roundToNearestHoursWithOptions.mjs</a:t>
            </a:r>
          </a:p>
          <a:p>
            <a:pPr>
              <a:defRPr sz="1200"/>
            </a:pPr>
            <a:r>
              <a:t>D:/pasar_fix/node_modules/.bun/date-fns@3.6.0/node_modules/date-fns/fp/roundToNearestMinutes.d.mts</a:t>
            </a:r>
          </a:p>
          <a:p>
            <a:pPr>
              <a:defRPr sz="1200"/>
            </a:pPr>
            <a:r>
              <a:t>D:/pasar_fix/node_modules/.bun/date-fns@3.6.0/node_modules/date-fns/fp/roundToNearestMinutes.d.ts</a:t>
            </a:r>
          </a:p>
          <a:p>
            <a:pPr>
              <a:defRPr sz="1200"/>
            </a:pPr>
            <a:r>
              <a:t>D:/pasar_fix/node_modules/.bun/date-fns@3.6.0/node_modules/date-fns/fp/roundToNearestMinutes.js</a:t>
            </a:r>
          </a:p>
          <a:p>
            <a:pPr>
              <a:defRPr sz="1200"/>
            </a:pPr>
            <a:r>
              <a:t>D:/pasar_fix/node_modules/.bun/date-fns@3.6.0/node_modules/date-fns/fp/roundToNearestMinutes.mjs</a:t>
            </a:r>
          </a:p>
          <a:p>
            <a:pPr>
              <a:defRPr sz="1200"/>
            </a:pPr>
            <a:r>
              <a:t>D:/pasar_fix/node_modules/.bun/date-fns@3.6.0/node_modules/date-fns/fp/roundToNearestMinutesWithOptions.d.mts</a:t>
            </a:r>
          </a:p>
          <a:p>
            <a:pPr>
              <a:defRPr sz="1200"/>
            </a:pPr>
            <a:r>
              <a:t>D:/pasar_fix/node_modules/.bun/date-fns@3.6.0/node_modules/date-fns/fp/roundToNearestMinutesWithOptions.d.ts</a:t>
            </a:r>
          </a:p>
          <a:p>
            <a:pPr>
              <a:defRPr sz="1200"/>
            </a:pPr>
            <a:r>
              <a:t>D:/pasar_fix/node_modules/.bun/date-fns@3.6.0/node_modules/date-fns/fp/roundToNearestMinutesWithOptions.js</a:t>
            </a:r>
          </a:p>
          <a:p>
            <a:pPr>
              <a:defRPr sz="1200"/>
            </a:pPr>
            <a:r>
              <a:t>D:/pasar_fix/node_modules/.bun/date-fns@3.6.0/node_modules/date-fns/fp/roundToNearestMinutesWithOptions.mjs</a:t>
            </a:r>
          </a:p>
          <a:p>
            <a:pPr>
              <a:defRPr sz="1200"/>
            </a:pPr>
            <a:r>
              <a:t>D:/pasar_fix/node_modules/.bun/date-fns@3.6.0/node_modules/date-fns/fp/secondsToHours.d.mts</a:t>
            </a:r>
          </a:p>
          <a:p>
            <a:pPr>
              <a:defRPr sz="1200"/>
            </a:pPr>
            <a:r>
              <a:t>D:/pasar_fix/node_modules/.bun/date-fns@3.6.0/node_modules/date-fns/fp/secondsToHours.d.ts</a:t>
            </a:r>
          </a:p>
          <a:p>
            <a:pPr>
              <a:defRPr sz="1200"/>
            </a:pPr>
            <a:r>
              <a:t>D:/pasar_fix/node_modules/.bun/date-fns@3.6.0/node_modules/date-fns/fp/secondsToHours.js</a:t>
            </a:r>
          </a:p>
          <a:p>
            <a:pPr>
              <a:defRPr sz="1200"/>
            </a:pPr>
            <a:r>
              <a:t>D:/pasar_fix/node_modules/.bun/date-fns@3.6.0/node_modules/date-fns/fp/secondsToHours.mjs</a:t>
            </a:r>
          </a:p>
          <a:p>
            <a:pPr>
              <a:defRPr sz="1200"/>
            </a:pPr>
            <a:r>
              <a:t>D:/pasar_fix/node_modules/.bun/date-fns@3.6.0/node_modules/date-fns/fp/secondsToMilliseconds.d.mts</a:t>
            </a:r>
          </a:p>
          <a:p>
            <a:pPr>
              <a:defRPr sz="1200"/>
            </a:pPr>
            <a:r>
              <a:t>D:/pasar_fix/node_modules/.bun/date-fns@3.6.0/node_modules/date-fns/fp/secondsToMilliseconds.d.ts</a:t>
            </a:r>
          </a:p>
          <a:p>
            <a:pPr>
              <a:defRPr sz="1200"/>
            </a:pPr>
            <a:r>
              <a:t>D:/pasar_fix/node_modules/.bun/date-fns@3.6.0/node_modules/date-fns/fp/secondsToMilliseconds.js</a:t>
            </a:r>
          </a:p>
          <a:p>
            <a:pPr>
              <a:defRPr sz="1200"/>
            </a:pPr>
            <a:r>
              <a:t>D:/pasar_fix/node_modules/.bun/date-fns@3.6.0/node_modules/date-fns/fp/secondsToMilliseconds.mjs</a:t>
            </a:r>
          </a:p>
          <a:p>
            <a:pPr>
              <a:defRPr sz="1200"/>
            </a:pPr>
            <a:r>
              <a:t>D:/pasar_fix/node_modules/.bun/date-fns@3.6.0/node_modules/date-fns/fp/secondsToMinutes.d.mts</a:t>
            </a:r>
          </a:p>
          <a:p>
            <a:pPr>
              <a:defRPr sz="1200"/>
            </a:pPr>
            <a:r>
              <a:t>D:/pasar_fix/node_modules/.bun/date-fns@3.6.0/node_modules/date-fns/fp/secondsToMinutes.d.ts</a:t>
            </a:r>
          </a:p>
          <a:p>
            <a:pPr>
              <a:defRPr sz="1200"/>
            </a:pPr>
            <a:r>
              <a:t>D:/pasar_fix/node_modules/.bun/date-fns@3.6.0/node_modules/date-fns/fp/secondsToMinutes.js</a:t>
            </a:r>
          </a:p>
          <a:p>
            <a:pPr>
              <a:defRPr sz="1200"/>
            </a:pPr>
            <a:r>
              <a:t>D:/pasar_fix/node_modules/.bun/date-fns@3.6.0/node_modules/date-fns/fp/secondsToMinutes.mjs</a:t>
            </a:r>
          </a:p>
          <a:p>
            <a:pPr>
              <a:defRPr sz="1200"/>
            </a:pPr>
            <a:r>
              <a:t>D:/pasar_fix/node_modules/.bun/date-fns@3.6.0/node_modules/date-fns/fp/set.d.mts</a:t>
            </a:r>
          </a:p>
          <a:p>
            <a:pPr>
              <a:defRPr sz="1200"/>
            </a:pPr>
            <a:r>
              <a:t>D:/pasar_fix/node_modules/.bun/date-fns@3.6.0/node_modules/date-fns/fp/set.d.ts</a:t>
            </a:r>
          </a:p>
          <a:p>
            <a:pPr>
              <a:defRPr sz="1200"/>
            </a:pPr>
            <a:r>
              <a:t>D:/pasar_fix/node_modules/.bun/date-fns@3.6.0/node_modules/date-fns/fp/set.js</a:t>
            </a:r>
          </a:p>
          <a:p>
            <a:pPr>
              <a:defRPr sz="1200"/>
            </a:pPr>
            <a:r>
              <a:t>D:/pasar_fix/node_modules/.bun/date-fns@3.6.0/node_modules/date-fns/fp/set.mjs</a:t>
            </a:r>
          </a:p>
          <a:p>
            <a:pPr>
              <a:defRPr sz="1200"/>
            </a:pPr>
            <a:r>
              <a:t>D:/pasar_fix/node_modules/.bun/date-fns@3.6.0/node_modules/date-fns/fp/setDate.d.mts</a:t>
            </a:r>
          </a:p>
          <a:p>
            <a:pPr>
              <a:defRPr sz="1200"/>
            </a:pPr>
            <a:r>
              <a:t>D:/pasar_fix/node_modules/.bun/date-fns@3.6.0/node_modules/date-fns/fp/setDate.d.ts</a:t>
            </a:r>
          </a:p>
          <a:p>
            <a:pPr>
              <a:defRPr sz="1200"/>
            </a:pPr>
            <a:r>
              <a:t>D:/pasar_fix/node_modules/.bun/date-fns@3.6.0/node_modules/date-fns/fp/setDate.js</a:t>
            </a:r>
          </a:p>
          <a:p>
            <a:pPr>
              <a:defRPr sz="1200"/>
            </a:pPr>
            <a:r>
              <a:t>D:/pasar_fix/node_modules/.bun/date-fns@3.6.0/node_modules/date-fns/fp/setDate.mjs</a:t>
            </a:r>
          </a:p>
          <a:p>
            <a:pPr>
              <a:defRPr sz="1200"/>
            </a:pPr>
            <a:r>
              <a:t>D:/pasar_fix/node_modules/.bun/date-fns@3.6.0/node_modules/date-fns/fp/setDay.d.mts</a:t>
            </a:r>
          </a:p>
          <a:p>
            <a:pPr>
              <a:defRPr sz="1200"/>
            </a:pPr>
            <a:r>
              <a:t>D:/pasar_fix/node_modules/.bun/date-fns@3.6.0/node_modules/date-fns/fp/setDay.d.ts</a:t>
            </a:r>
          </a:p>
          <a:p>
            <a:pPr>
              <a:defRPr sz="1200"/>
            </a:pPr>
            <a:r>
              <a:t>D:/pasar_fix/node_modules/.bun/date-fns@3.6.0/node_modules/date-fns/fp/setDay.js</a:t>
            </a:r>
          </a:p>
          <a:p>
            <a:pPr>
              <a:defRPr sz="1200"/>
            </a:pPr>
            <a:r>
              <a:t>D:/pasar_fix/node_modules/.bun/date-fns@3.6.0/node_modules/date-fns/fp/setDay.mjs</a:t>
            </a:r>
          </a:p>
          <a:p>
            <a:pPr>
              <a:defRPr sz="1200"/>
            </a:pPr>
            <a:r>
              <a:t>D:/pasar_fix/node_modules/.bun/date-fns@3.6.0/node_modules/date-fns/fp/setDayOfYear.d.mts</a:t>
            </a:r>
          </a:p>
          <a:p>
            <a:pPr>
              <a:defRPr sz="1200"/>
            </a:pPr>
            <a:r>
              <a:t>D:/pasar_fix/node_modules/.bun/date-fns@3.6.0/node_modules/date-fns/fp/setDayOfYear.d.ts</a:t>
            </a:r>
          </a:p>
          <a:p>
            <a:pPr>
              <a:defRPr sz="1200"/>
            </a:pPr>
            <a:r>
              <a:t>D:/pasar_fix/node_modules/.bun/date-fns@3.6.0/node_modules/date-fns/fp/setDayOfYear.js</a:t>
            </a:r>
          </a:p>
          <a:p>
            <a:pPr>
              <a:defRPr sz="1200"/>
            </a:pPr>
            <a:r>
              <a:t>D:/pasar_fix/node_modules/.bun/date-fns@3.6.0/node_modules/date-fns/fp/setDayOfYear.mjs</a:t>
            </a:r>
          </a:p>
          <a:p>
            <a:pPr>
              <a:defRPr sz="1200"/>
            </a:pPr>
            <a:r>
              <a:t>D:/pasar_fix/node_modules/.bun/date-fns@3.6.0/node_modules/date-fns/fp/setDayWithOptions.d.mts</a:t>
            </a:r>
          </a:p>
          <a:p>
            <a:pPr>
              <a:defRPr sz="1200"/>
            </a:pPr>
            <a:r>
              <a:t>D:/pasar_fix/node_modules/.bun/date-fns@3.6.0/node_modules/date-fns/fp/setDayWithOptions.d.ts</a:t>
            </a:r>
          </a:p>
          <a:p>
            <a:pPr>
              <a:defRPr sz="1200"/>
            </a:pPr>
            <a:r>
              <a:t>D:/pasar_fix/node_modules/.bun/date-fns@3.6.0/node_modules/date-fns/fp/setDayWithOptions.js</a:t>
            </a:r>
          </a:p>
          <a:p>
            <a:pPr>
              <a:defRPr sz="1200"/>
            </a:pPr>
            <a:r>
              <a:t>D:/pasar_fix/node_modules/.bun/date-fns@3.6.0/node_modules/date-fns/fp/setDayWithOptions.mjs</a:t>
            </a:r>
          </a:p>
          <a:p>
            <a:pPr>
              <a:defRPr sz="1200"/>
            </a:pPr>
            <a:r>
              <a:t>D:/pasar_fix/node_modules/.bun/date-fns@3.6.0/node_modules/date-fns/fp/setHours.d.mts</a:t>
            </a:r>
          </a:p>
          <a:p>
            <a:pPr>
              <a:defRPr sz="1200"/>
            </a:pPr>
            <a:r>
              <a:t>D:/pasar_fix/node_modules/.bun/date-fns@3.6.0/node_modules/date-fns/fp/setHours.d.ts</a:t>
            </a:r>
          </a:p>
          <a:p>
            <a:pPr>
              <a:defRPr sz="1200"/>
            </a:pPr>
            <a:r>
              <a:t>D:/pasar_fix/node_modules/.bun/date-fns@3.6.0/node_modules/date-fns/fp/setHours.js</a:t>
            </a:r>
          </a:p>
          <a:p>
            <a:pPr>
              <a:defRPr sz="1200"/>
            </a:pPr>
            <a:r>
              <a:t>D:/pasar_fix/node_modules/.bun/date-fns@3.6.0/node_modules/date-fns/fp/setHours.mjs</a:t>
            </a:r>
          </a:p>
          <a:p>
            <a:pPr>
              <a:defRPr sz="1200"/>
            </a:pPr>
            <a:r>
              <a:t>D:/pasar_fix/node_modules/.bun/date-fns@3.6.0/node_modules/date-fns/fp/setISODay.d.mts</a:t>
            </a:r>
          </a:p>
          <a:p>
            <a:pPr>
              <a:defRPr sz="1200"/>
            </a:pPr>
            <a:r>
              <a:t>D:/pasar_fix/node_modules/.bun/date-fns@3.6.0/node_modules/date-fns/fp/setISODay.d.ts</a:t>
            </a:r>
          </a:p>
          <a:p>
            <a:pPr>
              <a:defRPr sz="1200"/>
            </a:pPr>
            <a:r>
              <a:t>D:/pasar_fix/node_modules/.bun/date-fns@3.6.0/node_modules/date-fns/fp/setISODay.js</a:t>
            </a:r>
          </a:p>
          <a:p>
            <a:pPr>
              <a:defRPr sz="1200"/>
            </a:pPr>
            <a:r>
              <a:t>D:/pasar_fix/node_modules/.bun/date-fns@3.6.0/node_modules/date-fns/fp/setISODay.mjs</a:t>
            </a:r>
          </a:p>
          <a:p>
            <a:pPr>
              <a:defRPr sz="1200"/>
            </a:pPr>
            <a:r>
              <a:t>D:/pasar_fix/node_modules/.bun/date-fns@3.6.0/node_modules/date-fns/fp/setISOWeek.d.mts</a:t>
            </a:r>
          </a:p>
          <a:p>
            <a:pPr>
              <a:defRPr sz="1200"/>
            </a:pPr>
            <a:r>
              <a:t>D:/pasar_fix/node_modules/.bun/date-fns@3.6.0/node_modules/date-fns/fp/setISOWeek.d.ts</a:t>
            </a:r>
          </a:p>
          <a:p>
            <a:pPr>
              <a:defRPr sz="1200"/>
            </a:pPr>
            <a:r>
              <a:t>D:/pasar_fix/node_modules/.bun/date-fns@3.6.0/node_modules/date-fns/fp/setISOWeek.js</a:t>
            </a:r>
          </a:p>
          <a:p>
            <a:pPr>
              <a:defRPr sz="1200"/>
            </a:pPr>
            <a:r>
              <a:t>D:/pasar_fix/node_modules/.bun/date-fns@3.6.0/node_modules/date-fns/fp/setISOWeek.mjs</a:t>
            </a:r>
          </a:p>
          <a:p>
            <a:pPr>
              <a:defRPr sz="1200"/>
            </a:pPr>
            <a:r>
              <a:t>D:/pasar_fix/node_modules/.bun/date-fns@3.6.0/node_modules/date-fns/fp/setISOWeekYear.d.mts</a:t>
            </a:r>
          </a:p>
          <a:p>
            <a:pPr>
              <a:defRPr sz="1200"/>
            </a:pPr>
            <a:r>
              <a:t>D:/pasar_fix/node_modules/.bun/date-fns@3.6.0/node_modules/date-fns/fp/setISOWeekYear.d.ts</a:t>
            </a:r>
          </a:p>
          <a:p>
            <a:pPr>
              <a:defRPr sz="1200"/>
            </a:pPr>
            <a:r>
              <a:t>D:/pasar_fix/node_modules/.bun/date-fns@3.6.0/node_modules/date-fns/fp/setISOWeekYear.js</a:t>
            </a:r>
          </a:p>
          <a:p>
            <a:pPr>
              <a:defRPr sz="1200"/>
            </a:pPr>
            <a:r>
              <a:t>D:/pasar_fix/node_modules/.bun/date-fns@3.6.0/node_modules/date-fns/fp/setISOWeekYear.mjs</a:t>
            </a:r>
          </a:p>
          <a:p>
            <a:pPr>
              <a:defRPr sz="1200"/>
            </a:pPr>
            <a:r>
              <a:t>D:/pasar_fix/node_modules/.bun/date-fns@3.6.0/node_modules/date-fns/fp/setMilliseconds.d.mts</a:t>
            </a:r>
          </a:p>
          <a:p>
            <a:pPr>
              <a:defRPr sz="1200"/>
            </a:pPr>
            <a:r>
              <a:t>D:/pasar_fix/node_modules/.bun/date-fns@3.6.0/node_modules/date-fns/fp/setMilliseconds.d.ts</a:t>
            </a:r>
          </a:p>
          <a:p>
            <a:pPr>
              <a:defRPr sz="1200"/>
            </a:pPr>
            <a:r>
              <a:t>D:/pasar_fix/node_modules/.bun/date-fns@3.6.0/node_modules/date-fns/fp/setMilliseconds.js</a:t>
            </a:r>
          </a:p>
          <a:p>
            <a:pPr>
              <a:defRPr sz="1200"/>
            </a:pPr>
            <a:r>
              <a:t>D:/pasar_fix/node_modules/.bun/date-fns@3.6.0/node_modules/date-fns/fp/setMilliseconds.mjs</a:t>
            </a:r>
          </a:p>
          <a:p>
            <a:pPr>
              <a:defRPr sz="1200"/>
            </a:pPr>
            <a:r>
              <a:t>D:/pasar_fix/node_modules/.bun/date-fns@3.6.0/node_modules/date-fns/fp/setMinutes.d.mts</a:t>
            </a:r>
          </a:p>
          <a:p>
            <a:pPr>
              <a:defRPr sz="1200"/>
            </a:pPr>
            <a:r>
              <a:t>D:/pasar_fix/node_modules/.bun/date-fns@3.6.0/node_modules/date-fns/fp/setMinutes.d.ts</a:t>
            </a:r>
          </a:p>
          <a:p>
            <a:pPr>
              <a:defRPr sz="1200"/>
            </a:pPr>
            <a:r>
              <a:t>D:/pasar_fix/node_modules/.bun/date-fns@3.6.0/node_modules/date-fns/fp/setMinutes.js</a:t>
            </a:r>
          </a:p>
          <a:p>
            <a:pPr>
              <a:defRPr sz="1200"/>
            </a:pPr>
            <a:r>
              <a:t>D:/pasar_fix/node_modules/.bun/date-fns@3.6.0/node_modules/date-fns/fp/setMinutes.mjs</a:t>
            </a:r>
          </a:p>
          <a:p>
            <a:pPr>
              <a:defRPr sz="1200"/>
            </a:pPr>
            <a:r>
              <a:t>D:/pasar_fix/node_modules/.bun/date-fns@3.6.0/node_modules/date-fns/fp/setMonth.d.mts</a:t>
            </a:r>
          </a:p>
          <a:p>
            <a:pPr>
              <a:defRPr sz="1200"/>
            </a:pPr>
            <a:r>
              <a:t>D:/pasar_fix/node_modules/.bun/date-fns@3.6.0/node_modules/date-fns/fp/setMonth.d.ts</a:t>
            </a:r>
          </a:p>
          <a:p>
            <a:pPr>
              <a:defRPr sz="1200"/>
            </a:pPr>
            <a:r>
              <a:t>D:/pasar_fix/node_modules/.bun/date-fns@3.6.0/node_modules/date-fns/fp/setMonth.js</a:t>
            </a:r>
          </a:p>
          <a:p>
            <a:pPr>
              <a:defRPr sz="1200"/>
            </a:pPr>
            <a:r>
              <a:t>D:/pasar_fix/node_modules/.bun/date-fns@3.6.0/node_modules/date-fns/fp/setMonth.mjs</a:t>
            </a:r>
          </a:p>
          <a:p>
            <a:pPr>
              <a:defRPr sz="1200"/>
            </a:pPr>
            <a:r>
              <a:t>D:/pasar_fix/node_modules/.bun/date-fns@3.6.0/node_modules/date-fns/fp/setQuarter.d.mts</a:t>
            </a:r>
          </a:p>
          <a:p>
            <a:pPr>
              <a:defRPr sz="1200"/>
            </a:pPr>
            <a:r>
              <a:t>D:/pasar_fix/node_modules/.bun/date-fns@3.6.0/node_modules/date-fns/fp/setQuarter.d.ts</a:t>
            </a:r>
          </a:p>
          <a:p>
            <a:pPr>
              <a:defRPr sz="1200"/>
            </a:pPr>
            <a:r>
              <a:t>D:/pasar_fix/node_modules/.bun/date-fns@3.6.0/node_modules/date-fns/fp/setQuarter.js</a:t>
            </a:r>
          </a:p>
          <a:p>
            <a:pPr>
              <a:defRPr sz="1200"/>
            </a:pPr>
            <a:r>
              <a:t>D:/pasar_fix/node_modules/.bun/date-fns@3.6.0/node_modules/date-fns/fp/setQuarter.mjs</a:t>
            </a:r>
          </a:p>
          <a:p>
            <a:pPr>
              <a:defRPr sz="1200"/>
            </a:pPr>
            <a:r>
              <a:t>D:/pasar_fix/node_modules/.bun/date-fns@3.6.0/node_modules/date-fns/fp/setSeconds.d.mts</a:t>
            </a:r>
          </a:p>
          <a:p>
            <a:pPr>
              <a:defRPr sz="1200"/>
            </a:pPr>
            <a:r>
              <a:t>D:/pasar_fix/node_modules/.bun/date-fns@3.6.0/node_modules/date-fns/fp/setSeconds.d.ts</a:t>
            </a:r>
          </a:p>
          <a:p>
            <a:pPr>
              <a:defRPr sz="1200"/>
            </a:pPr>
            <a:r>
              <a:t>D:/pasar_fix/node_modules/.bun/date-fns@3.6.0/node_modules/date-fns/fp/setSeconds.js</a:t>
            </a:r>
          </a:p>
          <a:p>
            <a:pPr>
              <a:defRPr sz="1200"/>
            </a:pPr>
            <a:r>
              <a:t>D:/pasar_fix/node_modules/.bun/date-fns@3.6.0/node_modules/date-fns/fp/setSeconds.mjs</a:t>
            </a:r>
          </a:p>
          <a:p>
            <a:pPr>
              <a:defRPr sz="1200"/>
            </a:pPr>
            <a:r>
              <a:t>D:/pasar_fix/node_modules/.bun/date-fns@3.6.0/node_modules/date-fns/fp/setWeek.d.mts</a:t>
            </a:r>
          </a:p>
          <a:p>
            <a:pPr>
              <a:defRPr sz="1200"/>
            </a:pPr>
            <a:r>
              <a:t>D:/pasar_fix/node_modules/.bun/date-fns@3.6.0/node_modules/date-fns/fp/setWeek.d.ts</a:t>
            </a:r>
          </a:p>
          <a:p>
            <a:pPr>
              <a:defRPr sz="1200"/>
            </a:pPr>
            <a:r>
              <a:t>D:/pasar_fix/node_modules/.bun/date-fns@3.6.0/node_modules/date-fns/fp/setWeek.js</a:t>
            </a:r>
          </a:p>
          <a:p>
            <a:pPr>
              <a:defRPr sz="1200"/>
            </a:pPr>
            <a:r>
              <a:t>D:/pasar_fix/node_modules/.bun/date-fns@3.6.0/node_modules/date-fns/fp/setWeek.mjs</a:t>
            </a:r>
          </a:p>
          <a:p>
            <a:pPr>
              <a:defRPr sz="1200"/>
            </a:pPr>
            <a:r>
              <a:t>D:/pasar_fix/node_modules/.bun/date-fns@3.6.0/node_modules/date-fns/fp/setWeekWithOptions.d.mts</a:t>
            </a:r>
          </a:p>
          <a:p>
            <a:pPr>
              <a:defRPr sz="1200"/>
            </a:pPr>
            <a:r>
              <a:t>D:/pasar_fix/node_modules/.bun/date-fns@3.6.0/node_modules/date-fns/fp/setWeekWithOptions.d.ts</a:t>
            </a:r>
          </a:p>
          <a:p>
            <a:pPr>
              <a:defRPr sz="1200"/>
            </a:pPr>
            <a:r>
              <a:t>D:/pasar_fix/node_modules/.bun/date-fns@3.6.0/node_modules/date-fns/fp/setWeekWithOptions.js</a:t>
            </a:r>
          </a:p>
          <a:p>
            <a:pPr>
              <a:defRPr sz="1200"/>
            </a:pPr>
            <a:r>
              <a:t>D:/pasar_fix/node_modules/.bun/date-fns@3.6.0/node_modules/date-fns/fp/setWeekWithOptions.mjs</a:t>
            </a:r>
          </a:p>
          <a:p>
            <a:pPr>
              <a:defRPr sz="1200"/>
            </a:pPr>
            <a:r>
              <a:t>D:/pasar_fix/node_modules/.bun/date-fns@3.6.0/node_modules/date-fns/fp/setWeekYear.d.mts</a:t>
            </a:r>
          </a:p>
          <a:p>
            <a:pPr>
              <a:defRPr sz="1200"/>
            </a:pPr>
            <a:r>
              <a:t>D:/pasar_fix/node_modules/.bun/date-fns@3.6.0/node_modules/date-fns/fp/setWeekYear.d.ts</a:t>
            </a:r>
          </a:p>
          <a:p>
            <a:pPr>
              <a:defRPr sz="1200"/>
            </a:pPr>
            <a:r>
              <a:t>D:/pasar_fix/node_modules/.bun/date-fns@3.6.0/node_modules/date-fns/fp/setWeekYear.js</a:t>
            </a:r>
          </a:p>
          <a:p>
            <a:pPr>
              <a:defRPr sz="1200"/>
            </a:pPr>
            <a:r>
              <a:t>D:/pasar_fix/node_modules/.bun/date-fns@3.6.0/node_modules/date-fns/fp/setWeekYear.mjs</a:t>
            </a:r>
          </a:p>
          <a:p>
            <a:pPr>
              <a:defRPr sz="1200"/>
            </a:pPr>
            <a:r>
              <a:t>D:/pasar_fix/node_modules/.bun/date-fns@3.6.0/node_modules/date-fns/fp/setWeekYearWithOptions.d.mts</a:t>
            </a:r>
          </a:p>
          <a:p>
            <a:pPr>
              <a:defRPr sz="1200"/>
            </a:pPr>
            <a:r>
              <a:t>D:/pasar_fix/node_modules/.bun/date-fns@3.6.0/node_modules/date-fns/fp/setWeekYearWithOptions.d.ts</a:t>
            </a:r>
          </a:p>
          <a:p>
            <a:pPr>
              <a:defRPr sz="1200"/>
            </a:pPr>
            <a:r>
              <a:t>D:/pasar_fix/node_modules/.bun/date-fns@3.6.0/node_modules/date-fns/fp/setWeekYearWithOptions.js</a:t>
            </a:r>
          </a:p>
          <a:p>
            <a:pPr>
              <a:defRPr sz="1200"/>
            </a:pPr>
            <a:r>
              <a:t>D:/pasar_fix/node_modules/.bun/date-fns@3.6.0/node_modules/date-fns/fp/setWeekYearWithOptions.mjs</a:t>
            </a:r>
          </a:p>
          <a:p>
            <a:pPr>
              <a:defRPr sz="1200"/>
            </a:pPr>
            <a:r>
              <a:t>D:/pasar_fix/node_modules/.bun/date-fns@3.6.0/node_modules/date-fns/fp/setYear.d.mts</a:t>
            </a:r>
          </a:p>
          <a:p>
            <a:pPr>
              <a:defRPr sz="1200"/>
            </a:pPr>
            <a:r>
              <a:t>D:/pasar_fix/node_modules/.bun/date-fns@3.6.0/node_modules/date-fns/fp/setYear.d.ts</a:t>
            </a:r>
          </a:p>
          <a:p>
            <a:pPr>
              <a:defRPr sz="1200"/>
            </a:pPr>
            <a:r>
              <a:t>D:/pasar_fix/node_modules/.bun/date-fns@3.6.0/node_modules/date-fns/fp/setYear.js</a:t>
            </a:r>
          </a:p>
          <a:p>
            <a:pPr>
              <a:defRPr sz="1200"/>
            </a:pPr>
            <a:r>
              <a:t>D:/pasar_fix/node_modules/.bun/date-fns@3.6.0/node_modules/date-fns/fp/setYear.mjs</a:t>
            </a:r>
          </a:p>
          <a:p>
            <a:pPr>
              <a:defRPr sz="1200"/>
            </a:pPr>
            <a:r>
              <a:t>D:/pasar_fix/node_modules/.bun/date-fns@3.6.0/node_modules/date-fns/fp/startOfDay.d.mts</a:t>
            </a:r>
          </a:p>
          <a:p>
            <a:pPr>
              <a:defRPr sz="1200"/>
            </a:pPr>
            <a:r>
              <a:t>D:/pasar_fix/node_modules/.bun/date-fns@3.6.0/node_modules/date-fns/fp/startOfDay.d.ts</a:t>
            </a:r>
          </a:p>
          <a:p>
            <a:pPr>
              <a:defRPr sz="1200"/>
            </a:pPr>
            <a:r>
              <a:t>D:/pasar_fix/node_modules/.bun/date-fns@3.6.0/node_modules/date-fns/fp/startOfDay.js</a:t>
            </a:r>
          </a:p>
          <a:p>
            <a:pPr>
              <a:defRPr sz="1200"/>
            </a:pPr>
            <a:r>
              <a:t>D:/pasar_fix/node_modules/.bun/date-fns@3.6.0/node_modules/date-fns/fp/startOfDay.mjs</a:t>
            </a:r>
          </a:p>
          <a:p>
            <a:pPr>
              <a:defRPr sz="1200"/>
            </a:pPr>
            <a:r>
              <a:t>D:/pasar_fix/node_modules/.bun/date-fns@3.6.0/node_modules/date-fns/fp/startOfDecade.d.mts</a:t>
            </a:r>
          </a:p>
          <a:p>
            <a:pPr>
              <a:defRPr sz="1200"/>
            </a:pPr>
            <a:r>
              <a:t>D:/pasar_fix/node_modules/.bun/date-fns@3.6.0/node_modules/date-fns/fp/startOfDecade.d.ts</a:t>
            </a:r>
          </a:p>
          <a:p>
            <a:pPr>
              <a:defRPr sz="1200"/>
            </a:pPr>
            <a:r>
              <a:t>D:/pasar_fix/node_modules/.bun/date-fns@3.6.0/node_modules/date-fns/fp/startOfDecade.js</a:t>
            </a:r>
          </a:p>
          <a:p>
            <a:pPr>
              <a:defRPr sz="1200"/>
            </a:pPr>
            <a:r>
              <a:t>D:/pasar_fix/node_modules/.bun/date-fns@3.6.0/node_modules/date-fns/fp/startOfDecade.mjs</a:t>
            </a:r>
          </a:p>
          <a:p>
            <a:pPr>
              <a:defRPr sz="1200"/>
            </a:pPr>
            <a:r>
              <a:t>D:/pasar_fix/node_modules/.bun/date-fns@3.6.0/node_modules/date-fns/fp/startOfHour.d.mts</a:t>
            </a:r>
          </a:p>
          <a:p>
            <a:pPr>
              <a:defRPr sz="1200"/>
            </a:pPr>
            <a:r>
              <a:t>D:/pasar_fix/node_modules/.bun/date-fns@3.6.0/node_modules/date-fns/fp/startOfHour.d.ts</a:t>
            </a:r>
          </a:p>
          <a:p>
            <a:pPr>
              <a:defRPr sz="1200"/>
            </a:pPr>
            <a:r>
              <a:t>D:/pasar_fix/node_modules/.bun/date-fns@3.6.0/node_modules/date-fns/fp/startOfHour.js</a:t>
            </a:r>
          </a:p>
          <a:p>
            <a:pPr>
              <a:defRPr sz="1200"/>
            </a:pPr>
            <a:r>
              <a:t>D:/pasar_fix/node_modules/.bun/date-fns@3.6.0/node_modules/date-fns/fp/startOfHour.mjs</a:t>
            </a:r>
          </a:p>
          <a:p>
            <a:pPr>
              <a:defRPr sz="1200"/>
            </a:pPr>
            <a:r>
              <a:t>D:/pasar_fix/node_modules/.bun/date-fns@3.6.0/node_modules/date-fns/fp/startOfISOWeek.d.mts</a:t>
            </a:r>
          </a:p>
          <a:p>
            <a:pPr>
              <a:defRPr sz="1200"/>
            </a:pPr>
            <a:r>
              <a:t>D:/pasar_fix/node_modules/.bun/date-fns@3.6.0/node_modules/date-fns/fp/startOfISOWeek.d.ts</a:t>
            </a:r>
          </a:p>
          <a:p>
            <a:pPr>
              <a:defRPr sz="1200"/>
            </a:pPr>
            <a:r>
              <a:t>D:/pasar_fix/node_modules/.bun/date-fns@3.6.0/node_modules/date-fns/fp/startOfISOWeek.js</a:t>
            </a:r>
          </a:p>
          <a:p>
            <a:pPr>
              <a:defRPr sz="1200"/>
            </a:pPr>
            <a:r>
              <a:t>D:/pasar_fix/node_modules/.bun/date-fns@3.6.0/node_modules/date-fns/fp/startOfISOWeek.mjs</a:t>
            </a:r>
          </a:p>
          <a:p>
            <a:pPr>
              <a:defRPr sz="1200"/>
            </a:pPr>
            <a:r>
              <a:t>D:/pasar_fix/node_modules/.bun/date-fns@3.6.0/node_modules/date-fns/fp/startOfISOWeekYear.d.mts</a:t>
            </a:r>
          </a:p>
          <a:p>
            <a:pPr>
              <a:defRPr sz="1200"/>
            </a:pPr>
            <a:r>
              <a:t>D:/pasar_fix/node_modules/.bun/date-fns@3.6.0/node_modules/date-fns/fp/startOfISOWeekYear.d.ts</a:t>
            </a:r>
          </a:p>
          <a:p>
            <a:pPr>
              <a:defRPr sz="1200"/>
            </a:pPr>
            <a:r>
              <a:t>D:/pasar_fix/node_modules/.bun/date-fns@3.6.0/node_modules/date-fns/fp/startOfISOWeekYear.js</a:t>
            </a:r>
          </a:p>
          <a:p>
            <a:pPr>
              <a:defRPr sz="1200"/>
            </a:pPr>
            <a:r>
              <a:t>D:/pasar_fix/node_modules/.bun/date-fns@3.6.0/node_modules/date-fns/fp/startOfISOWeekYear.mjs</a:t>
            </a:r>
          </a:p>
          <a:p>
            <a:pPr>
              <a:defRPr sz="1200"/>
            </a:pPr>
            <a:r>
              <a:t>D:/pasar_fix/node_modules/.bun/date-fns@3.6.0/node_modules/date-fns/fp/startOfMinute.d.mts</a:t>
            </a:r>
          </a:p>
          <a:p>
            <a:pPr>
              <a:defRPr sz="1200"/>
            </a:pPr>
            <a:r>
              <a:t>D:/pasar_fix/node_modules/.bun/date-fns@3.6.0/node_modules/date-fns/fp/startOfMinute.d.ts</a:t>
            </a:r>
          </a:p>
          <a:p>
            <a:pPr>
              <a:defRPr sz="1200"/>
            </a:pPr>
            <a:r>
              <a:t>D:/pasar_fix/node_modules/.bun/date-fns@3.6.0/node_modules/date-fns/fp/startOfMinute.js</a:t>
            </a:r>
          </a:p>
          <a:p>
            <a:pPr>
              <a:defRPr sz="1200"/>
            </a:pPr>
            <a:r>
              <a:t>D:/pasar_fix/node_modules/.bun/date-fns@3.6.0/node_modules/date-fns/fp/startOfMinute.mjs</a:t>
            </a:r>
          </a:p>
          <a:p>
            <a:pPr>
              <a:defRPr sz="1200"/>
            </a:pPr>
            <a:r>
              <a:t>D:/pasar_fix/node_modules/.bun/date-fns@3.6.0/node_modules/date-fns/fp/startOfMonth.d.mts</a:t>
            </a:r>
          </a:p>
          <a:p>
            <a:pPr>
              <a:defRPr sz="1200"/>
            </a:pPr>
            <a:r>
              <a:t>D:/pasar_fix/node_modules/.bun/date-fns@3.6.0/node_modules/date-fns/fp/startOfMonth.d.ts</a:t>
            </a:r>
          </a:p>
          <a:p>
            <a:pPr>
              <a:defRPr sz="1200"/>
            </a:pPr>
            <a:r>
              <a:t>D:/pasar_fix/node_modules/.bun/date-fns@3.6.0/node_modules/date-fns/fp/startOfMonth.js</a:t>
            </a:r>
          </a:p>
          <a:p>
            <a:pPr>
              <a:defRPr sz="1200"/>
            </a:pPr>
            <a:r>
              <a:t>D:/pasar_fix/node_modules/.bun/date-fns@3.6.0/node_modules/date-fns/fp/startOfMonth.mjs</a:t>
            </a:r>
          </a:p>
          <a:p>
            <a:pPr>
              <a:defRPr sz="1200"/>
            </a:pPr>
            <a:r>
              <a:t>D:/pasar_fix/node_modules/.bun/date-fns@3.6.0/node_modules/date-fns/fp/startOfQuarter.d.mts</a:t>
            </a:r>
          </a:p>
          <a:p>
            <a:pPr>
              <a:defRPr sz="1200"/>
            </a:pPr>
            <a:r>
              <a:t>D:/pasar_fix/node_modules/.bun/date-fns@3.6.0/node_modules/date-fns/fp/startOfQuarter.d.ts</a:t>
            </a:r>
          </a:p>
          <a:p>
            <a:pPr>
              <a:defRPr sz="1200"/>
            </a:pPr>
            <a:r>
              <a:t>D:/pasar_fix/node_modules/.bun/date-fns@3.6.0/node_modules/date-fns/fp/startOfQuarter.js</a:t>
            </a:r>
          </a:p>
          <a:p>
            <a:pPr>
              <a:defRPr sz="1200"/>
            </a:pPr>
            <a:r>
              <a:t>D:/pasar_fix/node_modules/.bun/date-fns@3.6.0/node_modules/date-fns/fp/startOfQuarter.mjs</a:t>
            </a:r>
          </a:p>
          <a:p>
            <a:pPr>
              <a:defRPr sz="1200"/>
            </a:pPr>
            <a:r>
              <a:t>D:/pasar_fix/node_modules/.bun/date-fns@3.6.0/node_modules/date-fns/fp/startOfSecond.d.mts</a:t>
            </a:r>
          </a:p>
          <a:p>
            <a:pPr>
              <a:defRPr sz="1200"/>
            </a:pPr>
            <a:r>
              <a:t>D:/pasar_fix/node_modules/.bun/date-fns@3.6.0/node_modules/date-fns/fp/startOfSecond.d.ts</a:t>
            </a:r>
          </a:p>
          <a:p>
            <a:pPr>
              <a:defRPr sz="1200"/>
            </a:pPr>
            <a:r>
              <a:t>D:/pasar_fix/node_modules/.bun/date-fns@3.6.0/node_modules/date-fns/fp/startOfSecond.js</a:t>
            </a:r>
          </a:p>
          <a:p>
            <a:pPr>
              <a:defRPr sz="1200"/>
            </a:pPr>
            <a:r>
              <a:t>D:/pasar_fix/node_modules/.bun/date-fns@3.6.0/node_modules/date-fns/fp/startOfSecond.mjs</a:t>
            </a:r>
          </a:p>
          <a:p>
            <a:pPr>
              <a:defRPr sz="1200"/>
            </a:pPr>
            <a:r>
              <a:t>D:/pasar_fix/node_modules/.bun/date-fns@3.6.0/node_modules/date-fns/fp/startOfWeek.d.mts</a:t>
            </a:r>
          </a:p>
          <a:p>
            <a:pPr>
              <a:defRPr sz="1200"/>
            </a:pPr>
            <a:r>
              <a:t>D:/pasar_fix/node_modules/.bun/date-fns@3.6.0/node_modules/date-fns/fp/startOfWeek.d.ts</a:t>
            </a:r>
          </a:p>
          <a:p>
            <a:pPr>
              <a:defRPr sz="1200"/>
            </a:pPr>
            <a:r>
              <a:t>D:/pasar_fix/node_modules/.bun/date-fns@3.6.0/node_modules/date-fns/fp/startOfWeek.js</a:t>
            </a:r>
          </a:p>
          <a:p>
            <a:pPr>
              <a:defRPr sz="1200"/>
            </a:pPr>
            <a:r>
              <a:t>D:/pasar_fix/node_modules/.bun/date-fns@3.6.0/node_modules/date-fns/fp/startOfWeek.mjs</a:t>
            </a:r>
          </a:p>
          <a:p>
            <a:pPr>
              <a:defRPr sz="1200"/>
            </a:pPr>
            <a:r>
              <a:t>D:/pasar_fix/node_modules/.bun/date-fns@3.6.0/node_modules/date-fns/fp/startOfWeekWithOptions.d.mts</a:t>
            </a:r>
          </a:p>
          <a:p>
            <a:pPr>
              <a:defRPr sz="1200"/>
            </a:pPr>
            <a:r>
              <a:t>D:/pasar_fix/node_modules/.bun/date-fns@3.6.0/node_modules/date-fns/fp/startOfWeekWithOptions.d.ts</a:t>
            </a:r>
          </a:p>
          <a:p>
            <a:pPr>
              <a:defRPr sz="1200"/>
            </a:pPr>
            <a:r>
              <a:t>D:/pasar_fix/node_modules/.bun/date-fns@3.6.0/node_modules/date-fns/fp/startOfWeekWithOptions.js</a:t>
            </a:r>
          </a:p>
          <a:p>
            <a:pPr>
              <a:defRPr sz="1200"/>
            </a:pPr>
            <a:r>
              <a:t>D:/pasar_fix/node_modules/.bun/date-fns@3.6.0/node_modules/date-fns/fp/startOfWeekWithOptions.mjs</a:t>
            </a:r>
          </a:p>
          <a:p>
            <a:pPr>
              <a:defRPr sz="1200"/>
            </a:pPr>
            <a:r>
              <a:t>D:/pasar_fix/node_modules/.bun/date-fns@3.6.0/node_modules/date-fns/fp/startOfWeekYear.d.mts</a:t>
            </a:r>
          </a:p>
          <a:p>
            <a:pPr>
              <a:defRPr sz="1200"/>
            </a:pPr>
            <a:r>
              <a:t>D:/pasar_fix/node_modules/.bun/date-fns@3.6.0/node_modules/date-fns/fp/startOfWeekYear.d.ts</a:t>
            </a:r>
          </a:p>
          <a:p>
            <a:pPr>
              <a:defRPr sz="1200"/>
            </a:pPr>
            <a:r>
              <a:t>D:/pasar_fix/node_modules/.bun/date-fns@3.6.0/node_modules/date-fns/fp/startOfWeekYear.js</a:t>
            </a:r>
          </a:p>
          <a:p>
            <a:pPr>
              <a:defRPr sz="1200"/>
            </a:pPr>
            <a:r>
              <a:t>D:/pasar_fix/node_modules/.bun/date-fns@3.6.0/node_modules/date-fns/fp/startOfWeekYear.mjs</a:t>
            </a:r>
          </a:p>
          <a:p>
            <a:pPr>
              <a:defRPr sz="1200"/>
            </a:pPr>
            <a:r>
              <a:t>D:/pasar_fix/node_modules/.bun/date-fns@3.6.0/node_modules/date-fns/fp/startOfWeekYearWithOptions.d.mts</a:t>
            </a:r>
          </a:p>
          <a:p>
            <a:pPr>
              <a:defRPr sz="1200"/>
            </a:pPr>
            <a:r>
              <a:t>D:/pasar_fix/node_modules/.bun/date-fns@3.6.0/node_modules/date-fns/fp/startOfWeekYearWithOptions.d.ts</a:t>
            </a:r>
          </a:p>
          <a:p>
            <a:pPr>
              <a:defRPr sz="1200"/>
            </a:pPr>
            <a:r>
              <a:t>D:/pasar_fix/node_modules/.bun/date-fns@3.6.0/node_modules/date-fns/fp/startOfWeekYearWithOptions.js</a:t>
            </a:r>
          </a:p>
          <a:p>
            <a:pPr>
              <a:defRPr sz="1200"/>
            </a:pPr>
            <a:r>
              <a:t>D:/pasar_fix/node_modules/.bun/date-fns@3.6.0/node_modules/date-fns/fp/startOfWeekYearWithOptions.mjs</a:t>
            </a:r>
          </a:p>
          <a:p>
            <a:pPr>
              <a:defRPr sz="1200"/>
            </a:pPr>
            <a:r>
              <a:t>D:/pasar_fix/node_modules/.bun/date-fns@3.6.0/node_modules/date-fns/fp/startOfYear.d.mts</a:t>
            </a:r>
          </a:p>
          <a:p>
            <a:pPr>
              <a:defRPr sz="1200"/>
            </a:pPr>
            <a:r>
              <a:t>D:/pasar_fix/node_modules/.bun/date-fns@3.6.0/node_modules/date-fns/fp/startOfYear.d.ts</a:t>
            </a:r>
          </a:p>
          <a:p>
            <a:pPr>
              <a:defRPr sz="1200"/>
            </a:pPr>
            <a:r>
              <a:t>D:/pasar_fix/node_modules/.bun/date-fns@3.6.0/node_modules/date-fns/fp/startOfYear.js</a:t>
            </a:r>
          </a:p>
          <a:p>
            <a:pPr>
              <a:defRPr sz="1200"/>
            </a:pPr>
            <a:r>
              <a:t>D:/pasar_fix/node_modules/.bun/date-fns@3.6.0/node_modules/date-fns/fp/startOfYear.mjs</a:t>
            </a:r>
          </a:p>
          <a:p>
            <a:pPr>
              <a:defRPr sz="1200"/>
            </a:pPr>
            <a:r>
              <a:t>D:/pasar_fix/node_modules/.bun/date-fns@3.6.0/node_modules/date-fns/fp/sub.d.mts</a:t>
            </a:r>
          </a:p>
          <a:p>
            <a:pPr>
              <a:defRPr sz="1200"/>
            </a:pPr>
            <a:r>
              <a:t>D:/pasar_fix/node_modules/.bun/date-fns@3.6.0/node_modules/date-fns/fp/sub.d.ts</a:t>
            </a:r>
          </a:p>
          <a:p>
            <a:pPr>
              <a:defRPr sz="1200"/>
            </a:pPr>
            <a:r>
              <a:t>D:/pasar_fix/node_modules/.bun/date-fns@3.6.0/node_modules/date-fns/fp/sub.js</a:t>
            </a:r>
          </a:p>
          <a:p>
            <a:pPr>
              <a:defRPr sz="1200"/>
            </a:pPr>
            <a:r>
              <a:t>D:/pasar_fix/node_modules/.bun/date-fns@3.6.0/node_modules/date-fns/fp/sub.mjs</a:t>
            </a:r>
          </a:p>
          <a:p>
            <a:pPr>
              <a:defRPr sz="1200"/>
            </a:pPr>
            <a:r>
              <a:t>D:/pasar_fix/node_modules/.bun/date-fns@3.6.0/node_modules/date-fns/fp/subBusinessDays.d.mts</a:t>
            </a:r>
          </a:p>
          <a:p>
            <a:pPr>
              <a:defRPr sz="1200"/>
            </a:pPr>
            <a:r>
              <a:t>D:/pasar_fix/node_modules/.bun/date-fns@3.6.0/node_modules/date-fns/fp/subBusinessDays.d.ts</a:t>
            </a:r>
          </a:p>
          <a:p>
            <a:pPr>
              <a:defRPr sz="1200"/>
            </a:pPr>
            <a:r>
              <a:t>D:/pasar_fix/node_modules/.bun/date-fns@3.6.0/node_modules/date-fns/fp/subBusinessDays.js</a:t>
            </a:r>
          </a:p>
          <a:p>
            <a:pPr>
              <a:defRPr sz="1200"/>
            </a:pPr>
            <a:r>
              <a:t>D:/pasar_fix/node_modules/.bun/date-fns@3.6.0/node_modules/date-fns/fp/subBusinessDays.mjs</a:t>
            </a:r>
          </a:p>
          <a:p>
            <a:pPr>
              <a:defRPr sz="1200"/>
            </a:pPr>
            <a:r>
              <a:t>D:/pasar_fix/node_modules/.bun/date-fns@3.6.0/node_modules/date-fns/fp/subDays.d.mts</a:t>
            </a:r>
          </a:p>
          <a:p>
            <a:pPr>
              <a:defRPr sz="1200"/>
            </a:pPr>
            <a:r>
              <a:t>D:/pasar_fix/node_modules/.bun/date-fns@3.6.0/node_modules/date-fns/fp/subDays.d.ts</a:t>
            </a:r>
          </a:p>
          <a:p>
            <a:pPr>
              <a:defRPr sz="1200"/>
            </a:pPr>
            <a:r>
              <a:t>D:/pasar_fix/node_modules/.bun/date-fns@3.6.0/node_modules/date-fns/fp/subDays.js</a:t>
            </a:r>
          </a:p>
          <a:p>
            <a:pPr>
              <a:defRPr sz="1200"/>
            </a:pPr>
            <a:r>
              <a:t>D:/pasar_fix/node_modules/.bun/date-fns@3.6.0/node_modules/date-fns/fp/subDays.mjs</a:t>
            </a:r>
          </a:p>
          <a:p>
            <a:pPr>
              <a:defRPr sz="1200"/>
            </a:pPr>
            <a:r>
              <a:t>D:/pasar_fix/node_modules/.bun/date-fns@3.6.0/node_modules/date-fns/fp/subHours.d.mts</a:t>
            </a:r>
          </a:p>
          <a:p>
            <a:pPr>
              <a:defRPr sz="1200"/>
            </a:pPr>
            <a:r>
              <a:t>D:/pasar_fix/node_modules/.bun/date-fns@3.6.0/node_modules/date-fns/fp/subHours.d.ts</a:t>
            </a:r>
          </a:p>
          <a:p>
            <a:pPr>
              <a:defRPr sz="1200"/>
            </a:pPr>
            <a:r>
              <a:t>D:/pasar_fix/node_modules/.bun/date-fns@3.6.0/node_modules/date-fns/fp/subHours.js</a:t>
            </a:r>
          </a:p>
          <a:p>
            <a:pPr>
              <a:defRPr sz="1200"/>
            </a:pPr>
            <a:r>
              <a:t>D:/pasar_fix/node_modules/.bun/date-fns@3.6.0/node_modules/date-fns/fp/subHours.mjs</a:t>
            </a:r>
          </a:p>
          <a:p>
            <a:pPr>
              <a:defRPr sz="1200"/>
            </a:pPr>
            <a:r>
              <a:t>D:/pasar_fix/node_modules/.bun/date-fns@3.6.0/node_modules/date-fns/fp/subISOWeekYears.d.mts</a:t>
            </a:r>
          </a:p>
          <a:p>
            <a:pPr>
              <a:defRPr sz="1200"/>
            </a:pPr>
            <a:r>
              <a:t>D:/pasar_fix/node_modules/.bun/date-fns@3.6.0/node_modules/date-fns/fp/subISOWeekYears.d.ts</a:t>
            </a:r>
          </a:p>
          <a:p>
            <a:pPr>
              <a:defRPr sz="1200"/>
            </a:pPr>
            <a:r>
              <a:t>D:/pasar_fix/node_modules/.bun/date-fns@3.6.0/node_modules/date-fns/fp/subISOWeekYears.js</a:t>
            </a:r>
          </a:p>
          <a:p>
            <a:pPr>
              <a:defRPr sz="1200"/>
            </a:pPr>
            <a:r>
              <a:t>D:/pasar_fix/node_modules/.bun/date-fns@3.6.0/node_modules/date-fns/fp/subISOWeekYears.mjs</a:t>
            </a:r>
          </a:p>
          <a:p>
            <a:pPr>
              <a:defRPr sz="1200"/>
            </a:pPr>
            <a:r>
              <a:t>D:/pasar_fix/node_modules/.bun/date-fns@3.6.0/node_modules/date-fns/fp/subMilliseconds.d.mts</a:t>
            </a:r>
          </a:p>
          <a:p>
            <a:pPr>
              <a:defRPr sz="1200"/>
            </a:pPr>
            <a:r>
              <a:t>D:/pasar_fix/node_modules/.bun/date-fns@3.6.0/node_modules/date-fns/fp/subMilliseconds.d.ts</a:t>
            </a:r>
          </a:p>
          <a:p>
            <a:pPr>
              <a:defRPr sz="1200"/>
            </a:pPr>
            <a:r>
              <a:t>D:/pasar_fix/node_modules/.bun/date-fns@3.6.0/node_modules/date-fns/fp/subMilliseconds.js</a:t>
            </a:r>
          </a:p>
          <a:p>
            <a:pPr>
              <a:defRPr sz="1200"/>
            </a:pPr>
            <a:r>
              <a:t>D:/pasar_fix/node_modules/.bun/date-fns@3.6.0/node_modules/date-fns/fp/subMilliseconds.mjs</a:t>
            </a:r>
          </a:p>
          <a:p>
            <a:pPr>
              <a:defRPr sz="1200"/>
            </a:pPr>
            <a:r>
              <a:t>D:/pasar_fix/node_modules/.bun/date-fns@3.6.0/node_modules/date-fns/fp/subMinutes.d.mts</a:t>
            </a:r>
          </a:p>
          <a:p>
            <a:pPr>
              <a:defRPr sz="1200"/>
            </a:pPr>
            <a:r>
              <a:t>D:/pasar_fix/node_modules/.bun/date-fns@3.6.0/node_modules/date-fns/fp/subMinutes.d.ts</a:t>
            </a:r>
          </a:p>
          <a:p>
            <a:pPr>
              <a:defRPr sz="1200"/>
            </a:pPr>
            <a:r>
              <a:t>D:/pasar_fix/node_modules/.bun/date-fns@3.6.0/node_modules/date-fns/fp/subMinutes.js</a:t>
            </a:r>
          </a:p>
          <a:p>
            <a:pPr>
              <a:defRPr sz="1200"/>
            </a:pPr>
            <a:r>
              <a:t>D:/pasar_fix/node_modules/.bun/date-fns@3.6.0/node_modules/date-fns/fp/subMinutes.mjs</a:t>
            </a:r>
          </a:p>
          <a:p>
            <a:pPr>
              <a:defRPr sz="1200"/>
            </a:pPr>
            <a:r>
              <a:t>D:/pasar_fix/node_modules/.bun/date-fns@3.6.0/node_modules/date-fns/fp/subMonths.d.mts</a:t>
            </a:r>
          </a:p>
          <a:p>
            <a:pPr>
              <a:defRPr sz="1200"/>
            </a:pPr>
            <a:r>
              <a:t>D:/pasar_fix/node_modules/.bun/date-fns@3.6.0/node_modules/date-fns/fp/subMonths.d.ts</a:t>
            </a:r>
          </a:p>
          <a:p>
            <a:pPr>
              <a:defRPr sz="1200"/>
            </a:pPr>
            <a:r>
              <a:t>D:/pasar_fix/node_modules/.bun/date-fns@3.6.0/node_modules/date-fns/fp/subMonths.js</a:t>
            </a:r>
          </a:p>
          <a:p>
            <a:pPr>
              <a:defRPr sz="1200"/>
            </a:pPr>
            <a:r>
              <a:t>D:/pasar_fix/node_modules/.bun/date-fns@3.6.0/node_modules/date-fns/fp/subMonths.mjs</a:t>
            </a:r>
          </a:p>
          <a:p>
            <a:pPr>
              <a:defRPr sz="1200"/>
            </a:pPr>
            <a:r>
              <a:t>D:/pasar_fix/node_modules/.bun/date-fns@3.6.0/node_modules/date-fns/fp/subQuarters.d.mts</a:t>
            </a:r>
          </a:p>
          <a:p>
            <a:pPr>
              <a:defRPr sz="1200"/>
            </a:pPr>
            <a:r>
              <a:t>D:/pasar_fix/node_modules/.bun/date-fns@3.6.0/node_modules/date-fns/fp/subQuarters.d.ts</a:t>
            </a:r>
          </a:p>
          <a:p>
            <a:pPr>
              <a:defRPr sz="1200"/>
            </a:pPr>
            <a:r>
              <a:t>D:/pasar_fix/node_modules/.bun/date-fns@3.6.0/node_modules/date-fns/fp/subQuarters.js</a:t>
            </a:r>
          </a:p>
          <a:p>
            <a:pPr>
              <a:defRPr sz="1200"/>
            </a:pPr>
            <a:r>
              <a:t>D:/pasar_fix/node_modules/.bun/date-fns@3.6.0/node_modules/date-fns/fp/subQuarters.mjs</a:t>
            </a:r>
          </a:p>
          <a:p>
            <a:pPr>
              <a:defRPr sz="1200"/>
            </a:pPr>
            <a:r>
              <a:t>D:/pasar_fix/node_modules/.bun/date-fns@3.6.0/node_modules/date-fns/fp/subSeconds.d.mts</a:t>
            </a:r>
          </a:p>
          <a:p>
            <a:pPr>
              <a:defRPr sz="1200"/>
            </a:pPr>
            <a:r>
              <a:t>D:/pasar_fix/node_modules/.bun/date-fns@3.6.0/node_modules/date-fns/fp/subSeconds.d.ts</a:t>
            </a:r>
          </a:p>
          <a:p>
            <a:pPr>
              <a:defRPr sz="1200"/>
            </a:pPr>
            <a:r>
              <a:t>D:/pasar_fix/node_modules/.bun/date-fns@3.6.0/node_modules/date-fns/fp/subSeconds.js</a:t>
            </a:r>
          </a:p>
          <a:p>
            <a:pPr>
              <a:defRPr sz="1200"/>
            </a:pPr>
            <a:r>
              <a:t>D:/pasar_fix/node_modules/.bun/date-fns@3.6.0/node_modules/date-fns/fp/subSeconds.mjs</a:t>
            </a:r>
          </a:p>
          <a:p>
            <a:pPr>
              <a:defRPr sz="1200"/>
            </a:pPr>
            <a:r>
              <a:t>D:/pasar_fix/node_modules/.bun/date-fns@3.6.0/node_modules/date-fns/fp/subWeeks.d.mts</a:t>
            </a:r>
          </a:p>
          <a:p>
            <a:pPr>
              <a:defRPr sz="1200"/>
            </a:pPr>
            <a:r>
              <a:t>D:/pasar_fix/node_modules/.bun/date-fns@3.6.0/node_modules/date-fns/fp/subWeeks.d.ts</a:t>
            </a:r>
          </a:p>
          <a:p>
            <a:pPr>
              <a:defRPr sz="1200"/>
            </a:pPr>
            <a:r>
              <a:t>D:/pasar_fix/node_modules/.bun/date-fns@3.6.0/node_modules/date-fns/fp/subWeeks.js</a:t>
            </a:r>
          </a:p>
          <a:p>
            <a:pPr>
              <a:defRPr sz="1200"/>
            </a:pPr>
            <a:r>
              <a:t>D:/pasar_fix/node_modules/.bun/date-fns@3.6.0/node_modules/date-fns/fp/subWeeks.mjs</a:t>
            </a:r>
          </a:p>
          <a:p>
            <a:pPr>
              <a:defRPr sz="1200"/>
            </a:pPr>
            <a:r>
              <a:t>D:/pasar_fix/node_modules/.bun/date-fns@3.6.0/node_modules/date-fns/fp/subYears.d.mts</a:t>
            </a:r>
          </a:p>
          <a:p>
            <a:pPr>
              <a:defRPr sz="1200"/>
            </a:pPr>
            <a:r>
              <a:t>D:/pasar_fix/node_modules/.bun/date-fns@3.6.0/node_modules/date-fns/fp/subYears.d.ts</a:t>
            </a:r>
          </a:p>
          <a:p>
            <a:pPr>
              <a:defRPr sz="1200"/>
            </a:pPr>
            <a:r>
              <a:t>D:/pasar_fix/node_modules/.bun/date-fns@3.6.0/node_modules/date-fns/fp/subYears.js</a:t>
            </a:r>
          </a:p>
          <a:p>
            <a:pPr>
              <a:defRPr sz="1200"/>
            </a:pPr>
            <a:r>
              <a:t>D:/pasar_fix/node_modules/.bun/date-fns@3.6.0/node_modules/date-fns/fp/subYears.mjs</a:t>
            </a:r>
          </a:p>
          <a:p>
            <a:pPr>
              <a:defRPr sz="1200"/>
            </a:pPr>
            <a:r>
              <a:t>D:/pasar_fix/node_modules/.bun/date-fns@3.6.0/node_modules/date-fns/fp/toDate.d.mts</a:t>
            </a:r>
          </a:p>
          <a:p>
            <a:pPr>
              <a:defRPr sz="1200"/>
            </a:pPr>
            <a:r>
              <a:t>D:/pasar_fix/node_modules/.bun/date-fns@3.6.0/node_modules/date-fns/fp/toDate.d.ts</a:t>
            </a:r>
          </a:p>
          <a:p>
            <a:pPr>
              <a:defRPr sz="1200"/>
            </a:pPr>
            <a:r>
              <a:t>D:/pasar_fix/node_modules/.bun/date-fns@3.6.0/node_modules/date-fns/fp/toDate.js</a:t>
            </a:r>
          </a:p>
          <a:p>
            <a:pPr>
              <a:defRPr sz="1200"/>
            </a:pPr>
            <a:r>
              <a:t>D:/pasar_fix/node_modules/.bun/date-fns@3.6.0/node_modules/date-fns/fp/toDate.mjs</a:t>
            </a:r>
          </a:p>
          <a:p>
            <a:pPr>
              <a:defRPr sz="1200"/>
            </a:pPr>
            <a:r>
              <a:t>D:/pasar_fix/node_modules/.bun/date-fns@3.6.0/node_modules/date-fns/fp/transpose.d.mts</a:t>
            </a:r>
          </a:p>
          <a:p>
            <a:pPr>
              <a:defRPr sz="1200"/>
            </a:pPr>
            <a:r>
              <a:t>D:/pasar_fix/node_modules/.bun/date-fns@3.6.0/node_modules/date-fns/fp/transpose.d.ts</a:t>
            </a:r>
          </a:p>
          <a:p>
            <a:pPr>
              <a:defRPr sz="1200"/>
            </a:pPr>
            <a:r>
              <a:t>D:/pasar_fix/node_modules/.bun/date-fns@3.6.0/node_modules/date-fns/fp/transpose.js</a:t>
            </a:r>
          </a:p>
          <a:p>
            <a:pPr>
              <a:defRPr sz="1200"/>
            </a:pPr>
            <a:r>
              <a:t>D:/pasar_fix/node_modules/.bun/date-fns@3.6.0/node_modules/date-fns/fp/transpose.mjs</a:t>
            </a:r>
          </a:p>
          <a:p>
            <a:pPr>
              <a:defRPr sz="1200"/>
            </a:pPr>
            <a:r>
              <a:t>D:/pasar_fix/node_modules/.bun/date-fns@3.6.0/node_modules/date-fns/fp/types.d.mts</a:t>
            </a:r>
          </a:p>
          <a:p>
            <a:pPr>
              <a:defRPr sz="1200"/>
            </a:pPr>
            <a:r>
              <a:t>D:/pasar_fix/node_modules/.bun/date-fns@3.6.0/node_modules/date-fns/fp/types.d.ts</a:t>
            </a:r>
          </a:p>
          <a:p>
            <a:pPr>
              <a:defRPr sz="1200"/>
            </a:pPr>
            <a:r>
              <a:t>D:/pasar_fix/node_modules/.bun/date-fns@3.6.0/node_modules/date-fns/fp/types.js</a:t>
            </a:r>
          </a:p>
          <a:p>
            <a:pPr>
              <a:defRPr sz="1200"/>
            </a:pPr>
            <a:r>
              <a:t>D:/pasar_fix/node_modules/.bun/date-fns@3.6.0/node_modules/date-fns/fp/types.mjs</a:t>
            </a:r>
          </a:p>
          <a:p>
            <a:pPr>
              <a:defRPr sz="1200"/>
            </a:pPr>
            <a:r>
              <a:t>D:/pasar_fix/node_modules/.bun/date-fns@3.6.0/node_modules/date-fns/fp/weeksToDays.d.mts</a:t>
            </a:r>
          </a:p>
          <a:p>
            <a:pPr>
              <a:defRPr sz="1200"/>
            </a:pPr>
            <a:r>
              <a:t>D:/pasar_fix/node_modules/.bun/date-fns@3.6.0/node_modules/date-fns/fp/weeksToDays.d.ts</a:t>
            </a:r>
          </a:p>
          <a:p>
            <a:pPr>
              <a:defRPr sz="1200"/>
            </a:pPr>
            <a:r>
              <a:t>D:/pasar_fix/node_modules/.bun/date-fns@3.6.0/node_modules/date-fns/fp/weeksToDays.js</a:t>
            </a:r>
          </a:p>
          <a:p>
            <a:pPr>
              <a:defRPr sz="1200"/>
            </a:pPr>
            <a:r>
              <a:t>D:/pasar_fix/node_modules/.bun/date-fns@3.6.0/node_modules/date-fns/fp/weeksToDays.mjs</a:t>
            </a:r>
          </a:p>
          <a:p>
            <a:pPr>
              <a:defRPr sz="1200"/>
            </a:pPr>
            <a:r>
              <a:t>D:/pasar_fix/node_modules/.bun/date-fns@3.6.0/node_modules/date-fns/fp/yearsToDays.d.mts</a:t>
            </a:r>
          </a:p>
          <a:p>
            <a:pPr>
              <a:defRPr sz="1200"/>
            </a:pPr>
            <a:r>
              <a:t>D:/pasar_fix/node_modules/.bun/date-fns@3.6.0/node_modules/date-fns/fp/yearsToDays.d.ts</a:t>
            </a:r>
          </a:p>
          <a:p>
            <a:pPr>
              <a:defRPr sz="1200"/>
            </a:pPr>
            <a:r>
              <a:t>D:/pasar_fix/node_modules/.bun/date-fns@3.6.0/node_modules/date-fns/fp/yearsToDays.js</a:t>
            </a:r>
          </a:p>
          <a:p>
            <a:pPr>
              <a:defRPr sz="1200"/>
            </a:pPr>
            <a:r>
              <a:t>D:/pasar_fix/node_modules/.bun/date-fns@3.6.0/node_modules/date-fns/fp/yearsToDays.mjs</a:t>
            </a:r>
          </a:p>
          <a:p>
            <a:pPr>
              <a:defRPr sz="1200"/>
            </a:pPr>
            <a:r>
              <a:t>D:/pasar_fix/node_modules/.bun/date-fns@3.6.0/node_modules/date-fns/fp/yearsToMonths.d.mts</a:t>
            </a:r>
          </a:p>
          <a:p>
            <a:pPr>
              <a:defRPr sz="1200"/>
            </a:pPr>
            <a:r>
              <a:t>D:/pasar_fix/node_modules/.bun/date-fns@3.6.0/node_modules/date-fns/fp/yearsToMonths.d.ts</a:t>
            </a:r>
          </a:p>
          <a:p>
            <a:pPr>
              <a:defRPr sz="1200"/>
            </a:pPr>
            <a:r>
              <a:t>D:/pasar_fix/node_modules/.bun/date-fns@3.6.0/node_modules/date-fns/fp/yearsToMonths.js</a:t>
            </a:r>
          </a:p>
          <a:p>
            <a:pPr>
              <a:defRPr sz="1200"/>
            </a:pPr>
            <a:r>
              <a:t>D:/pasar_fix/node_modules/.bun/date-fns@3.6.0/node_modules/date-fns/fp/yearsToMonths.mjs</a:t>
            </a:r>
          </a:p>
          <a:p>
            <a:pPr>
              <a:defRPr sz="1200"/>
            </a:pPr>
            <a:r>
              <a:t>D:/pasar_fix/node_modules/.bun/date-fns@3.6.0/node_modules/date-fns/fp/yearsToQuarters.d.mts</a:t>
            </a:r>
          </a:p>
          <a:p>
            <a:pPr>
              <a:defRPr sz="1200"/>
            </a:pPr>
            <a:r>
              <a:t>D:/pasar_fix/node_modules/.bun/date-fns@3.6.0/node_modules/date-fns/fp/yearsToQuarters.d.ts</a:t>
            </a:r>
          </a:p>
          <a:p>
            <a:pPr>
              <a:defRPr sz="1200"/>
            </a:pPr>
            <a:r>
              <a:t>D:/pasar_fix/node_modules/.bun/date-fns@3.6.0/node_modules/date-fns/fp/yearsToQuarters.js</a:t>
            </a:r>
          </a:p>
          <a:p>
            <a:pPr>
              <a:defRPr sz="1200"/>
            </a:pPr>
            <a:r>
              <a:t>D:/pasar_fix/node_modules/.bun/date-fns@3.6.0/node_modules/date-fns/fp/yearsToQuarters.mjs</a:t>
            </a:r>
          </a:p>
          <a:p>
            <a:pPr>
              <a:defRPr sz="1200"/>
            </a:pPr>
            <a:r>
              <a:t>D:/pasar_fix/node_modules/.bun/date-fns@3.6.0/node_modules/date-fns/fp/_lib/convertToFP.d.mts</a:t>
            </a:r>
          </a:p>
          <a:p>
            <a:pPr>
              <a:defRPr sz="1200"/>
            </a:pPr>
            <a:r>
              <a:t>D:/pasar_fix/node_modules/.bun/date-fns@3.6.0/node_modules/date-fns/fp/_lib/convertToFP.d.ts</a:t>
            </a:r>
          </a:p>
          <a:p>
            <a:pPr>
              <a:defRPr sz="1200"/>
            </a:pPr>
            <a:r>
              <a:t>D:/pasar_fix/node_modules/.bun/date-fns@3.6.0/node_modules/date-fns/fp/_lib/convertToFP.js</a:t>
            </a:r>
          </a:p>
          <a:p>
            <a:pPr>
              <a:defRPr sz="1200"/>
            </a:pPr>
            <a:r>
              <a:t>D:/pasar_fix/node_modules/.bun/date-fns@3.6.0/node_modules/date-fns/fp/_lib/convertToFP.mjs</a:t>
            </a:r>
          </a:p>
          <a:p>
            <a:pPr>
              <a:defRPr sz="1200"/>
            </a:pPr>
            <a:r>
              <a:t>D:/pasar_fix/node_modules/.bun/date-fns@3.6.0/node_modules/date-fns/locale/af.d.mts</a:t>
            </a:r>
          </a:p>
          <a:p>
            <a:pPr>
              <a:defRPr sz="1200"/>
            </a:pPr>
            <a:r>
              <a:t>D:/pasar_fix/node_modules/.bun/date-fns@3.6.0/node_modules/date-fns/locale/af.d.ts</a:t>
            </a:r>
          </a:p>
          <a:p>
            <a:pPr>
              <a:defRPr sz="1200"/>
            </a:pPr>
            <a:r>
              <a:t>D:/pasar_fix/node_modules/.bun/date-fns@3.6.0/node_modules/date-fns/locale/af.js</a:t>
            </a:r>
          </a:p>
          <a:p>
            <a:pPr>
              <a:defRPr sz="1200"/>
            </a:pPr>
            <a:r>
              <a:t>D:/pasar_fix/node_modules/.bun/date-fns@3.6.0/node_modules/date-fns/locale/af.mjs</a:t>
            </a:r>
          </a:p>
          <a:p>
            <a:pPr>
              <a:defRPr sz="1200"/>
            </a:pPr>
            <a:r>
              <a:t>D:/pasar_fix/node_modules/.bun/date-fns@3.6.0/node_modules/date-fns/locale/ar-DZ.d.mts</a:t>
            </a:r>
          </a:p>
          <a:p>
            <a:pPr>
              <a:defRPr sz="1200"/>
            </a:pPr>
            <a:r>
              <a:t>D:/pasar_fix/node_modules/.bun/date-fns@3.6.0/node_modules/date-fns/locale/ar-DZ.d.ts</a:t>
            </a:r>
          </a:p>
          <a:p>
            <a:pPr>
              <a:defRPr sz="1200"/>
            </a:pPr>
            <a:r>
              <a:t>D:/pasar_fix/node_modules/.bun/date-fns@3.6.0/node_modules/date-fns/locale/ar-DZ.js</a:t>
            </a:r>
          </a:p>
          <a:p>
            <a:pPr>
              <a:defRPr sz="1200"/>
            </a:pPr>
            <a:r>
              <a:t>D:/pasar_fix/node_modules/.bun/date-fns@3.6.0/node_modules/date-fns/locale/ar-DZ.mjs</a:t>
            </a:r>
          </a:p>
          <a:p>
            <a:pPr>
              <a:defRPr sz="1200"/>
            </a:pPr>
            <a:r>
              <a:t>D:/pasar_fix/node_modules/.bun/date-fns@3.6.0/node_modules/date-fns/locale/ar-EG.d.mts</a:t>
            </a:r>
          </a:p>
          <a:p>
            <a:pPr>
              <a:defRPr sz="1200"/>
            </a:pPr>
            <a:r>
              <a:t>D:/pasar_fix/node_modules/.bun/date-fns@3.6.0/node_modules/date-fns/locale/ar-EG.d.ts</a:t>
            </a:r>
          </a:p>
          <a:p>
            <a:pPr>
              <a:defRPr sz="1200"/>
            </a:pPr>
            <a:r>
              <a:t>D:/pasar_fix/node_modules/.bun/date-fns@3.6.0/node_modules/date-fns/locale/ar-EG.js</a:t>
            </a:r>
          </a:p>
          <a:p>
            <a:pPr>
              <a:defRPr sz="1200"/>
            </a:pPr>
            <a:r>
              <a:t>D:/pasar_fix/node_modules/.bun/date-fns@3.6.0/node_modules/date-fns/locale/ar-EG.mjs</a:t>
            </a:r>
          </a:p>
          <a:p>
            <a:pPr>
              <a:defRPr sz="1200"/>
            </a:pPr>
            <a:r>
              <a:t>D:/pasar_fix/node_modules/.bun/date-fns@3.6.0/node_modules/date-fns/locale/ar-MA.d.mts</a:t>
            </a:r>
          </a:p>
          <a:p>
            <a:pPr>
              <a:defRPr sz="1200"/>
            </a:pPr>
            <a:r>
              <a:t>D:/pasar_fix/node_modules/.bun/date-fns@3.6.0/node_modules/date-fns/locale/ar-MA.d.ts</a:t>
            </a:r>
          </a:p>
          <a:p>
            <a:pPr>
              <a:defRPr sz="1200"/>
            </a:pPr>
            <a:r>
              <a:t>D:/pasar_fix/node_modules/.bun/date-fns@3.6.0/node_modules/date-fns/locale/ar-MA.js</a:t>
            </a:r>
          </a:p>
          <a:p>
            <a:pPr>
              <a:defRPr sz="1200"/>
            </a:pPr>
            <a:r>
              <a:t>D:/pasar_fix/node_modules/.bun/date-fns@3.6.0/node_modules/date-fns/locale/ar-MA.mjs</a:t>
            </a:r>
          </a:p>
          <a:p>
            <a:pPr>
              <a:defRPr sz="1200"/>
            </a:pPr>
            <a:r>
              <a:t>D:/pasar_fix/node_modules/.bun/date-fns@3.6.0/node_modules/date-fns/locale/ar-SA.d.mts</a:t>
            </a:r>
          </a:p>
          <a:p>
            <a:pPr>
              <a:defRPr sz="1200"/>
            </a:pPr>
            <a:r>
              <a:t>D:/pasar_fix/node_modules/.bun/date-fns@3.6.0/node_modules/date-fns/locale/ar-SA.d.ts</a:t>
            </a:r>
          </a:p>
          <a:p>
            <a:pPr>
              <a:defRPr sz="1200"/>
            </a:pPr>
            <a:r>
              <a:t>D:/pasar_fix/node_modules/.bun/date-fns@3.6.0/node_modules/date-fns/locale/ar-SA.js</a:t>
            </a:r>
          </a:p>
          <a:p>
            <a:pPr>
              <a:defRPr sz="1200"/>
            </a:pPr>
            <a:r>
              <a:t>D:/pasar_fix/node_modules/.bun/date-fns@3.6.0/node_modules/date-fns/locale/ar-SA.mjs</a:t>
            </a:r>
          </a:p>
          <a:p>
            <a:pPr>
              <a:defRPr sz="1200"/>
            </a:pPr>
            <a:r>
              <a:t>D:/pasar_fix/node_modules/.bun/date-fns@3.6.0/node_modules/date-fns/locale/ar-TN.d.mts</a:t>
            </a:r>
          </a:p>
          <a:p>
            <a:pPr>
              <a:defRPr sz="1200"/>
            </a:pPr>
            <a:r>
              <a:t>D:/pasar_fix/node_modules/.bun/date-fns@3.6.0/node_modules/date-fns/locale/ar-TN.d.ts</a:t>
            </a:r>
          </a:p>
          <a:p>
            <a:pPr>
              <a:defRPr sz="1200"/>
            </a:pPr>
            <a:r>
              <a:t>D:/pasar_fix/node_modules/.bun/date-fns@3.6.0/node_modules/date-fns/locale/ar-TN.js</a:t>
            </a:r>
          </a:p>
          <a:p>
            <a:pPr>
              <a:defRPr sz="1200"/>
            </a:pPr>
            <a:r>
              <a:t>D:/pasar_fix/node_modules/.bun/date-fns@3.6.0/node_modules/date-fns/locale/ar-TN.mjs</a:t>
            </a:r>
          </a:p>
          <a:p>
            <a:pPr>
              <a:defRPr sz="1200"/>
            </a:pPr>
            <a:r>
              <a:t>D:/pasar_fix/node_modules/.bun/date-fns@3.6.0/node_modules/date-fns/locale/ar.d.mts</a:t>
            </a:r>
          </a:p>
          <a:p>
            <a:pPr>
              <a:defRPr sz="1200"/>
            </a:pPr>
            <a:r>
              <a:t>D:/pasar_fix/node_modules/.bun/date-fns@3.6.0/node_modules/date-fns/locale/ar.d.ts</a:t>
            </a:r>
          </a:p>
          <a:p>
            <a:pPr>
              <a:defRPr sz="1200"/>
            </a:pPr>
            <a:r>
              <a:t>D:/pasar_fix/node_modules/.bun/date-fns@3.6.0/node_modules/date-fns/locale/ar.js</a:t>
            </a:r>
          </a:p>
          <a:p>
            <a:pPr>
              <a:defRPr sz="1200"/>
            </a:pPr>
            <a:r>
              <a:t>D:/pasar_fix/node_modules/.bun/date-fns@3.6.0/node_modules/date-fns/locale/ar.mjs</a:t>
            </a:r>
          </a:p>
          <a:p>
            <a:pPr>
              <a:defRPr sz="1200"/>
            </a:pPr>
            <a:r>
              <a:t>D:/pasar_fix/node_modules/.bun/date-fns@3.6.0/node_modules/date-fns/locale/az.d.mts</a:t>
            </a:r>
          </a:p>
          <a:p>
            <a:pPr>
              <a:defRPr sz="1200"/>
            </a:pPr>
            <a:r>
              <a:t>D:/pasar_fix/node_modules/.bun/date-fns@3.6.0/node_modules/date-fns/locale/az.d.ts</a:t>
            </a:r>
          </a:p>
          <a:p>
            <a:pPr>
              <a:defRPr sz="1200"/>
            </a:pPr>
            <a:r>
              <a:t>D:/pasar_fix/node_modules/.bun/date-fns@3.6.0/node_modules/date-fns/locale/az.js</a:t>
            </a:r>
          </a:p>
          <a:p>
            <a:pPr>
              <a:defRPr sz="1200"/>
            </a:pPr>
            <a:r>
              <a:t>D:/pasar_fix/node_modules/.bun/date-fns@3.6.0/node_modules/date-fns/locale/az.mjs</a:t>
            </a:r>
          </a:p>
          <a:p>
            <a:pPr>
              <a:defRPr sz="1200"/>
            </a:pPr>
            <a:r>
              <a:t>D:/pasar_fix/node_modules/.bun/date-fns@3.6.0/node_modules/date-fns/locale/be-tarask.d.mts</a:t>
            </a:r>
          </a:p>
          <a:p>
            <a:pPr>
              <a:defRPr sz="1200"/>
            </a:pPr>
            <a:r>
              <a:t>D:/pasar_fix/node_modules/.bun/date-fns@3.6.0/node_modules/date-fns/locale/be-tarask.d.ts</a:t>
            </a:r>
          </a:p>
          <a:p>
            <a:pPr>
              <a:defRPr sz="1200"/>
            </a:pPr>
            <a:r>
              <a:t>D:/pasar_fix/node_modules/.bun/date-fns@3.6.0/node_modules/date-fns/locale/be-tarask.js</a:t>
            </a:r>
          </a:p>
          <a:p>
            <a:pPr>
              <a:defRPr sz="1200"/>
            </a:pPr>
            <a:r>
              <a:t>D:/pasar_fix/node_modules/.bun/date-fns@3.6.0/node_modules/date-fns/locale/be-tarask.mjs</a:t>
            </a:r>
          </a:p>
          <a:p>
            <a:pPr>
              <a:defRPr sz="1200"/>
            </a:pPr>
            <a:r>
              <a:t>D:/pasar_fix/node_modules/.bun/date-fns@3.6.0/node_modules/date-fns/locale/be.d.mts</a:t>
            </a:r>
          </a:p>
          <a:p>
            <a:pPr>
              <a:defRPr sz="1200"/>
            </a:pPr>
            <a:r>
              <a:t>D:/pasar_fix/node_modules/.bun/date-fns@3.6.0/node_modules/date-fns/locale/be.d.ts</a:t>
            </a:r>
          </a:p>
          <a:p>
            <a:pPr>
              <a:defRPr sz="1200"/>
            </a:pPr>
            <a:r>
              <a:t>D:/pasar_fix/node_modules/.bun/date-fns@3.6.0/node_modules/date-fns/locale/be.js</a:t>
            </a:r>
          </a:p>
          <a:p>
            <a:pPr>
              <a:defRPr sz="1200"/>
            </a:pPr>
            <a:r>
              <a:t>D:/pasar_fix/node_modules/.bun/date-fns@3.6.0/node_modules/date-fns/locale/be.mjs</a:t>
            </a:r>
          </a:p>
          <a:p>
            <a:pPr>
              <a:defRPr sz="1200"/>
            </a:pPr>
            <a:r>
              <a:t>D:/pasar_fix/node_modules/.bun/date-fns@3.6.0/node_modules/date-fns/locale/bg.d.mts</a:t>
            </a:r>
          </a:p>
          <a:p>
            <a:pPr>
              <a:defRPr sz="1200"/>
            </a:pPr>
            <a:r>
              <a:t>D:/pasar_fix/node_modules/.bun/date-fns@3.6.0/node_modules/date-fns/locale/bg.d.ts</a:t>
            </a:r>
          </a:p>
          <a:p>
            <a:pPr>
              <a:defRPr sz="1200"/>
            </a:pPr>
            <a:r>
              <a:t>D:/pasar_fix/node_modules/.bun/date-fns@3.6.0/node_modules/date-fns/locale/bg.js</a:t>
            </a:r>
          </a:p>
          <a:p>
            <a:pPr>
              <a:defRPr sz="1200"/>
            </a:pPr>
            <a:r>
              <a:t>D:/pasar_fix/node_modules/.bun/date-fns@3.6.0/node_modules/date-fns/locale/bg.mjs</a:t>
            </a:r>
          </a:p>
          <a:p>
            <a:pPr>
              <a:defRPr sz="1200"/>
            </a:pPr>
            <a:r>
              <a:t>D:/pasar_fix/node_modules/.bun/date-fns@3.6.0/node_modules/date-fns/locale/bn.d.mts</a:t>
            </a:r>
          </a:p>
          <a:p>
            <a:pPr>
              <a:defRPr sz="1200"/>
            </a:pPr>
            <a:r>
              <a:t>D:/pasar_fix/node_modules/.bun/date-fns@3.6.0/node_modules/date-fns/locale/bn.d.ts</a:t>
            </a:r>
          </a:p>
          <a:p>
            <a:pPr>
              <a:defRPr sz="1200"/>
            </a:pPr>
            <a:r>
              <a:t>D:/pasar_fix/node_modules/.bun/date-fns@3.6.0/node_modules/date-fns/locale/bn.js</a:t>
            </a:r>
          </a:p>
          <a:p>
            <a:pPr>
              <a:defRPr sz="1200"/>
            </a:pPr>
            <a:r>
              <a:t>D:/pasar_fix/node_modules/.bun/date-fns@3.6.0/node_modules/date-fns/locale/bn.mjs</a:t>
            </a:r>
          </a:p>
          <a:p>
            <a:pPr>
              <a:defRPr sz="1200"/>
            </a:pPr>
            <a:r>
              <a:t>D:/pasar_fix/node_modules/.bun/date-fns@3.6.0/node_modules/date-fns/locale/bs.d.mts</a:t>
            </a:r>
          </a:p>
          <a:p>
            <a:pPr>
              <a:defRPr sz="1200"/>
            </a:pPr>
            <a:r>
              <a:t>D:/pasar_fix/node_modules/.bun/date-fns@3.6.0/node_modules/date-fns/locale/bs.d.ts</a:t>
            </a:r>
          </a:p>
          <a:p>
            <a:pPr>
              <a:defRPr sz="1200"/>
            </a:pPr>
            <a:r>
              <a:t>D:/pasar_fix/node_modules/.bun/date-fns@3.6.0/node_modules/date-fns/locale/bs.js</a:t>
            </a:r>
          </a:p>
          <a:p>
            <a:pPr>
              <a:defRPr sz="1200"/>
            </a:pPr>
            <a:r>
              <a:t>D:/pasar_fix/node_modules/.bun/date-fns@3.6.0/node_modules/date-fns/locale/bs.mjs</a:t>
            </a:r>
          </a:p>
          <a:p>
            <a:pPr>
              <a:defRPr sz="1200"/>
            </a:pPr>
            <a:r>
              <a:t>D:/pasar_fix/node_modules/.bun/date-fns@3.6.0/node_modules/date-fns/locale/ca.d.mts</a:t>
            </a:r>
          </a:p>
          <a:p>
            <a:pPr>
              <a:defRPr sz="1200"/>
            </a:pPr>
            <a:r>
              <a:t>D:/pasar_fix/node_modules/.bun/date-fns@3.6.0/node_modules/date-fns/locale/ca.d.ts</a:t>
            </a:r>
          </a:p>
          <a:p>
            <a:pPr>
              <a:defRPr sz="1200"/>
            </a:pPr>
            <a:r>
              <a:t>D:/pasar_fix/node_modules/.bun/date-fns@3.6.0/node_modules/date-fns/locale/ca.js</a:t>
            </a:r>
          </a:p>
          <a:p>
            <a:pPr>
              <a:defRPr sz="1200"/>
            </a:pPr>
            <a:r>
              <a:t>D:/pasar_fix/node_modules/.bun/date-fns@3.6.0/node_modules/date-fns/locale/ca.mjs</a:t>
            </a:r>
          </a:p>
          <a:p>
            <a:pPr>
              <a:defRPr sz="1200"/>
            </a:pPr>
            <a:r>
              <a:t>D:/pasar_fix/node_modules/.bun/date-fns@3.6.0/node_modules/date-fns/locale/cdn.js</a:t>
            </a:r>
          </a:p>
          <a:p>
            <a:pPr>
              <a:defRPr sz="1200"/>
            </a:pPr>
            <a:r>
              <a:t>D:/pasar_fix/node_modules/.bun/date-fns@3.6.0/node_modules/date-fns/locale/cdn.js.map</a:t>
            </a:r>
          </a:p>
          <a:p>
            <a:pPr>
              <a:defRPr sz="1200"/>
            </a:pPr>
            <a:r>
              <a:t>D:/pasar_fix/node_modules/.bun/date-fns@3.6.0/node_modules/date-fns/locale/cdn.min.js</a:t>
            </a:r>
          </a:p>
          <a:p>
            <a:pPr>
              <a:defRPr sz="1200"/>
            </a:pPr>
            <a:r>
              <a:t>D:/pasar_fix/node_modules/.bun/date-fns@3.6.0/node_modules/date-fns/locale/cdn.min.js.map</a:t>
            </a:r>
          </a:p>
          <a:p>
            <a:pPr>
              <a:defRPr sz="1200"/>
            </a:pPr>
            <a:r>
              <a:t>D:/pasar_fix/node_modules/.bun/date-fns@3.6.0/node_modules/date-fns/locale/ckb.d.mts</a:t>
            </a:r>
          </a:p>
          <a:p>
            <a:pPr>
              <a:defRPr sz="1200"/>
            </a:pPr>
            <a:r>
              <a:t>D:/pasar_fix/node_modules/.bun/date-fns@3.6.0/node_modules/date-fns/locale/ckb.d.ts</a:t>
            </a:r>
          </a:p>
          <a:p>
            <a:pPr>
              <a:defRPr sz="1200"/>
            </a:pPr>
            <a:r>
              <a:t>D:/pasar_fix/node_modules/.bun/date-fns@3.6.0/node_modules/date-fns/locale/ckb.js</a:t>
            </a:r>
          </a:p>
          <a:p>
            <a:pPr>
              <a:defRPr sz="1200"/>
            </a:pPr>
            <a:r>
              <a:t>D:/pasar_fix/node_modules/.bun/date-fns@3.6.0/node_modules/date-fns/locale/ckb.mjs</a:t>
            </a:r>
          </a:p>
          <a:p>
            <a:pPr>
              <a:defRPr sz="1200"/>
            </a:pPr>
            <a:r>
              <a:t>D:/pasar_fix/node_modules/.bun/date-fns@3.6.0/node_modules/date-fns/locale/cs.d.mts</a:t>
            </a:r>
          </a:p>
          <a:p>
            <a:pPr>
              <a:defRPr sz="1200"/>
            </a:pPr>
            <a:r>
              <a:t>D:/pasar_fix/node_modules/.bun/date-fns@3.6.0/node_modules/date-fns/locale/cs.d.ts</a:t>
            </a:r>
          </a:p>
          <a:p>
            <a:pPr>
              <a:defRPr sz="1200"/>
            </a:pPr>
            <a:r>
              <a:t>D:/pasar_fix/node_modules/.bun/date-fns@3.6.0/node_modules/date-fns/locale/cs.js</a:t>
            </a:r>
          </a:p>
          <a:p>
            <a:pPr>
              <a:defRPr sz="1200"/>
            </a:pPr>
            <a:r>
              <a:t>D:/pasar_fix/node_modules/.bun/date-fns@3.6.0/node_modules/date-fns/locale/cs.mjs</a:t>
            </a:r>
          </a:p>
          <a:p>
            <a:pPr>
              <a:defRPr sz="1200"/>
            </a:pPr>
            <a:r>
              <a:t>D:/pasar_fix/node_modules/.bun/date-fns@3.6.0/node_modules/date-fns/locale/cy.d.mts</a:t>
            </a:r>
          </a:p>
          <a:p>
            <a:pPr>
              <a:defRPr sz="1200"/>
            </a:pPr>
            <a:r>
              <a:t>D:/pasar_fix/node_modules/.bun/date-fns@3.6.0/node_modules/date-fns/locale/cy.d.ts</a:t>
            </a:r>
          </a:p>
          <a:p>
            <a:pPr>
              <a:defRPr sz="1200"/>
            </a:pPr>
            <a:r>
              <a:t>D:/pasar_fix/node_modules/.bun/date-fns@3.6.0/node_modules/date-fns/locale/cy.js</a:t>
            </a:r>
          </a:p>
          <a:p>
            <a:pPr>
              <a:defRPr sz="1200"/>
            </a:pPr>
            <a:r>
              <a:t>D:/pasar_fix/node_modules/.bun/date-fns@3.6.0/node_modules/date-fns/locale/cy.mjs</a:t>
            </a:r>
          </a:p>
          <a:p>
            <a:pPr>
              <a:defRPr sz="1200"/>
            </a:pPr>
            <a:r>
              <a:t>D:/pasar_fix/node_modules/.bun/date-fns@3.6.0/node_modules/date-fns/locale/da.d.mts</a:t>
            </a:r>
          </a:p>
          <a:p>
            <a:pPr>
              <a:defRPr sz="1200"/>
            </a:pPr>
            <a:r>
              <a:t>D:/pasar_fix/node_modules/.bun/date-fns@3.6.0/node_modules/date-fns/locale/da.d.ts</a:t>
            </a:r>
          </a:p>
          <a:p>
            <a:pPr>
              <a:defRPr sz="1200"/>
            </a:pPr>
            <a:r>
              <a:t>D:/pasar_fix/node_modules/.bun/date-fns@3.6.0/node_modules/date-fns/locale/da.js</a:t>
            </a:r>
          </a:p>
          <a:p>
            <a:pPr>
              <a:defRPr sz="1200"/>
            </a:pPr>
            <a:r>
              <a:t>D:/pasar_fix/node_modules/.bun/date-fns@3.6.0/node_modules/date-fns/locale/da.mjs</a:t>
            </a:r>
          </a:p>
          <a:p>
            <a:pPr>
              <a:defRPr sz="1200"/>
            </a:pPr>
            <a:r>
              <a:t>D:/pasar_fix/node_modules/.bun/date-fns@3.6.0/node_modules/date-fns/locale/de-AT.d.mts</a:t>
            </a:r>
          </a:p>
          <a:p>
            <a:pPr>
              <a:defRPr sz="1200"/>
            </a:pPr>
            <a:r>
              <a:t>D:/pasar_fix/node_modules/.bun/date-fns@3.6.0/node_modules/date-fns/locale/de-AT.d.ts</a:t>
            </a:r>
          </a:p>
          <a:p>
            <a:pPr>
              <a:defRPr sz="1200"/>
            </a:pPr>
            <a:r>
              <a:t>D:/pasar_fix/node_modules/.bun/date-fns@3.6.0/node_modules/date-fns/locale/de-AT.js</a:t>
            </a:r>
          </a:p>
          <a:p>
            <a:pPr>
              <a:defRPr sz="1200"/>
            </a:pPr>
            <a:r>
              <a:t>D:/pasar_fix/node_modules/.bun/date-fns@3.6.0/node_modules/date-fns/locale/de-AT.mjs</a:t>
            </a:r>
          </a:p>
          <a:p>
            <a:pPr>
              <a:defRPr sz="1200"/>
            </a:pPr>
            <a:r>
              <a:t>D:/pasar_fix/node_modules/.bun/date-fns@3.6.0/node_modules/date-fns/locale/de.d.mts</a:t>
            </a:r>
          </a:p>
          <a:p>
            <a:pPr>
              <a:defRPr sz="1200"/>
            </a:pPr>
            <a:r>
              <a:t>D:/pasar_fix/node_modules/.bun/date-fns@3.6.0/node_modules/date-fns/locale/de.d.ts</a:t>
            </a:r>
          </a:p>
          <a:p>
            <a:pPr>
              <a:defRPr sz="1200"/>
            </a:pPr>
            <a:r>
              <a:t>D:/pasar_fix/node_modules/.bun/date-fns@3.6.0/node_modules/date-fns/locale/de.js</a:t>
            </a:r>
          </a:p>
          <a:p>
            <a:pPr>
              <a:defRPr sz="1200"/>
            </a:pPr>
            <a:r>
              <a:t>D:/pasar_fix/node_modules/.bun/date-fns@3.6.0/node_modules/date-fns/locale/de.mjs</a:t>
            </a:r>
          </a:p>
          <a:p>
            <a:pPr>
              <a:defRPr sz="1200"/>
            </a:pPr>
            <a:r>
              <a:t>D:/pasar_fix/node_modules/.bun/date-fns@3.6.0/node_modules/date-fns/locale/el.d.mts</a:t>
            </a:r>
          </a:p>
          <a:p>
            <a:pPr>
              <a:defRPr sz="1200"/>
            </a:pPr>
            <a:r>
              <a:t>D:/pasar_fix/node_modules/.bun/date-fns@3.6.0/node_modules/date-fns/locale/el.d.ts</a:t>
            </a:r>
          </a:p>
          <a:p>
            <a:pPr>
              <a:defRPr sz="1200"/>
            </a:pPr>
            <a:r>
              <a:t>D:/pasar_fix/node_modules/.bun/date-fns@3.6.0/node_modules/date-fns/locale/el.js</a:t>
            </a:r>
          </a:p>
          <a:p>
            <a:pPr>
              <a:defRPr sz="1200"/>
            </a:pPr>
            <a:r>
              <a:t>D:/pasar_fix/node_modules/.bun/date-fns@3.6.0/node_modules/date-fns/locale/el.mjs</a:t>
            </a:r>
          </a:p>
          <a:p>
            <a:pPr>
              <a:defRPr sz="1200"/>
            </a:pPr>
            <a:r>
              <a:t>D:/pasar_fix/node_modules/.bun/date-fns@3.6.0/node_modules/date-fns/locale/en-AU.d.mts</a:t>
            </a:r>
          </a:p>
          <a:p>
            <a:pPr>
              <a:defRPr sz="1200"/>
            </a:pPr>
            <a:r>
              <a:t>D:/pasar_fix/node_modules/.bun/date-fns@3.6.0/node_modules/date-fns/locale/en-AU.d.ts</a:t>
            </a:r>
          </a:p>
          <a:p>
            <a:pPr>
              <a:defRPr sz="1200"/>
            </a:pPr>
            <a:r>
              <a:t>D:/pasar_fix/node_modules/.bun/date-fns@3.6.0/node_modules/date-fns/locale/en-AU.js</a:t>
            </a:r>
          </a:p>
          <a:p>
            <a:pPr>
              <a:defRPr sz="1200"/>
            </a:pPr>
            <a:r>
              <a:t>D:/pasar_fix/node_modules/.bun/date-fns@3.6.0/node_modules/date-fns/locale/en-AU.mjs</a:t>
            </a:r>
          </a:p>
          <a:p>
            <a:pPr>
              <a:defRPr sz="1200"/>
            </a:pPr>
            <a:r>
              <a:t>D:/pasar_fix/node_modules/.bun/date-fns@3.6.0/node_modules/date-fns/locale/en-CA.d.mts</a:t>
            </a:r>
          </a:p>
          <a:p>
            <a:pPr>
              <a:defRPr sz="1200"/>
            </a:pPr>
            <a:r>
              <a:t>D:/pasar_fix/node_modules/.bun/date-fns@3.6.0/node_modules/date-fns/locale/en-CA.d.ts</a:t>
            </a:r>
          </a:p>
          <a:p>
            <a:pPr>
              <a:defRPr sz="1200"/>
            </a:pPr>
            <a:r>
              <a:t>D:/pasar_fix/node_modules/.bun/date-fns@3.6.0/node_modules/date-fns/locale/en-CA.js</a:t>
            </a:r>
          </a:p>
          <a:p>
            <a:pPr>
              <a:defRPr sz="1200"/>
            </a:pPr>
            <a:r>
              <a:t>D:/pasar_fix/node_modules/.bun/date-fns@3.6.0/node_modules/date-fns/locale/en-CA.mjs</a:t>
            </a:r>
          </a:p>
          <a:p>
            <a:pPr>
              <a:defRPr sz="1200"/>
            </a:pPr>
            <a:r>
              <a:t>D:/pasar_fix/node_modules/.bun/date-fns@3.6.0/node_modules/date-fns/locale/en-GB.d.mts</a:t>
            </a:r>
          </a:p>
          <a:p>
            <a:pPr>
              <a:defRPr sz="1200"/>
            </a:pPr>
            <a:r>
              <a:t>D:/pasar_fix/node_modules/.bun/date-fns@3.6.0/node_modules/date-fns/locale/en-GB.d.ts</a:t>
            </a:r>
          </a:p>
          <a:p>
            <a:pPr>
              <a:defRPr sz="1200"/>
            </a:pPr>
            <a:r>
              <a:t>D:/pasar_fix/node_modules/.bun/date-fns@3.6.0/node_modules/date-fns/locale/en-GB.js</a:t>
            </a:r>
          </a:p>
          <a:p>
            <a:pPr>
              <a:defRPr sz="1200"/>
            </a:pPr>
            <a:r>
              <a:t>D:/pasar_fix/node_modules/.bun/date-fns@3.6.0/node_modules/date-fns/locale/en-GB.mjs</a:t>
            </a:r>
          </a:p>
          <a:p>
            <a:pPr>
              <a:defRPr sz="1200"/>
            </a:pPr>
            <a:r>
              <a:t>D:/pasar_fix/node_modules/.bun/date-fns@3.6.0/node_modules/date-fns/locale/en-IE.d.mts</a:t>
            </a:r>
          </a:p>
          <a:p>
            <a:pPr>
              <a:defRPr sz="1200"/>
            </a:pPr>
            <a:r>
              <a:t>D:/pasar_fix/node_modules/.bun/date-fns@3.6.0/node_modules/date-fns/locale/en-IE.d.ts</a:t>
            </a:r>
          </a:p>
          <a:p>
            <a:pPr>
              <a:defRPr sz="1200"/>
            </a:pPr>
            <a:r>
              <a:t>D:/pasar_fix/node_modules/.bun/date-fns@3.6.0/node_modules/date-fns/locale/en-IE.js</a:t>
            </a:r>
          </a:p>
          <a:p>
            <a:pPr>
              <a:defRPr sz="1200"/>
            </a:pPr>
            <a:r>
              <a:t>D:/pasar_fix/node_modules/.bun/date-fns@3.6.0/node_modules/date-fns/locale/en-IE.mjs</a:t>
            </a:r>
          </a:p>
          <a:p>
            <a:pPr>
              <a:defRPr sz="1200"/>
            </a:pPr>
            <a:r>
              <a:t>D:/pasar_fix/node_modules/.bun/date-fns@3.6.0/node_modules/date-fns/locale/en-IN.d.mts</a:t>
            </a:r>
          </a:p>
          <a:p>
            <a:pPr>
              <a:defRPr sz="1200"/>
            </a:pPr>
            <a:r>
              <a:t>D:/pasar_fix/node_modules/.bun/date-fns@3.6.0/node_modules/date-fns/locale/en-IN.d.ts</a:t>
            </a:r>
          </a:p>
          <a:p>
            <a:pPr>
              <a:defRPr sz="1200"/>
            </a:pPr>
            <a:r>
              <a:t>D:/pasar_fix/node_modules/.bun/date-fns@3.6.0/node_modules/date-fns/locale/en-IN.js</a:t>
            </a:r>
          </a:p>
          <a:p>
            <a:pPr>
              <a:defRPr sz="1200"/>
            </a:pPr>
            <a:r>
              <a:t>D:/pasar_fix/node_modules/.bun/date-fns@3.6.0/node_modules/date-fns/locale/en-IN.mjs</a:t>
            </a:r>
          </a:p>
          <a:p>
            <a:pPr>
              <a:defRPr sz="1200"/>
            </a:pPr>
            <a:r>
              <a:t>D:/pasar_fix/node_modules/.bun/date-fns@3.6.0/node_modules/date-fns/locale/en-NZ.d.mts</a:t>
            </a:r>
          </a:p>
          <a:p>
            <a:pPr>
              <a:defRPr sz="1200"/>
            </a:pPr>
            <a:r>
              <a:t>D:/pasar_fix/node_modules/.bun/date-fns@3.6.0/node_modules/date-fns/locale/en-NZ.d.ts</a:t>
            </a:r>
          </a:p>
          <a:p>
            <a:pPr>
              <a:defRPr sz="1200"/>
            </a:pPr>
            <a:r>
              <a:t>D:/pasar_fix/node_modules/.bun/date-fns@3.6.0/node_modules/date-fns/locale/en-NZ.js</a:t>
            </a:r>
          </a:p>
          <a:p>
            <a:pPr>
              <a:defRPr sz="1200"/>
            </a:pPr>
            <a:r>
              <a:t>D:/pasar_fix/node_modules/.bun/date-fns@3.6.0/node_modules/date-fns/locale/en-NZ.mjs</a:t>
            </a:r>
          </a:p>
          <a:p>
            <a:pPr>
              <a:defRPr sz="1200"/>
            </a:pPr>
            <a:r>
              <a:t>D:/pasar_fix/node_modules/.bun/date-fns@3.6.0/node_modules/date-fns/locale/en-US.d.mts</a:t>
            </a:r>
          </a:p>
          <a:p>
            <a:pPr>
              <a:defRPr sz="1200"/>
            </a:pPr>
            <a:r>
              <a:t>D:/pasar_fix/node_modules/.bun/date-fns@3.6.0/node_modules/date-fns/locale/en-US.d.ts</a:t>
            </a:r>
          </a:p>
          <a:p>
            <a:pPr>
              <a:defRPr sz="1200"/>
            </a:pPr>
            <a:r>
              <a:t>D:/pasar_fix/node_modules/.bun/date-fns@3.6.0/node_modules/date-fns/locale/en-US.js</a:t>
            </a:r>
          </a:p>
          <a:p>
            <a:pPr>
              <a:defRPr sz="1200"/>
            </a:pPr>
            <a:r>
              <a:t>D:/pasar_fix/node_modules/.bun/date-fns@3.6.0/node_modules/date-fns/locale/en-US.mjs</a:t>
            </a:r>
          </a:p>
          <a:p>
            <a:pPr>
              <a:defRPr sz="1200"/>
            </a:pPr>
            <a:r>
              <a:t>D:/pasar_fix/node_modules/.bun/date-fns@3.6.0/node_modules/date-fns/locale/en-ZA.d.mts</a:t>
            </a:r>
          </a:p>
          <a:p>
            <a:pPr>
              <a:defRPr sz="1200"/>
            </a:pPr>
            <a:r>
              <a:t>D:/pasar_fix/node_modules/.bun/date-fns@3.6.0/node_modules/date-fns/locale/en-ZA.d.ts</a:t>
            </a:r>
          </a:p>
          <a:p>
            <a:pPr>
              <a:defRPr sz="1200"/>
            </a:pPr>
            <a:r>
              <a:t>D:/pasar_fix/node_modules/.bun/date-fns@3.6.0/node_modules/date-fns/locale/en-ZA.js</a:t>
            </a:r>
          </a:p>
          <a:p>
            <a:pPr>
              <a:defRPr sz="1200"/>
            </a:pPr>
            <a:r>
              <a:t>D:/pasar_fix/node_modules/.bun/date-fns@3.6.0/node_modules/date-fns/locale/en-ZA.mjs</a:t>
            </a:r>
          </a:p>
          <a:p>
            <a:pPr>
              <a:defRPr sz="1200"/>
            </a:pPr>
            <a:r>
              <a:t>D:/pasar_fix/node_modules/.bun/date-fns@3.6.0/node_modules/date-fns/locale/eo.d.mts</a:t>
            </a:r>
          </a:p>
          <a:p>
            <a:pPr>
              <a:defRPr sz="1200"/>
            </a:pPr>
            <a:r>
              <a:t>D:/pasar_fix/node_modules/.bun/date-fns@3.6.0/node_modules/date-fns/locale/eo.d.ts</a:t>
            </a:r>
          </a:p>
          <a:p>
            <a:pPr>
              <a:defRPr sz="1200"/>
            </a:pPr>
            <a:r>
              <a:t>D:/pasar_fix/node_modules/.bun/date-fns@3.6.0/node_modules/date-fns/locale/eo.js</a:t>
            </a:r>
          </a:p>
          <a:p>
            <a:pPr>
              <a:defRPr sz="1200"/>
            </a:pPr>
            <a:r>
              <a:t>D:/pasar_fix/node_modules/.bun/date-fns@3.6.0/node_modules/date-fns/locale/eo.mjs</a:t>
            </a:r>
          </a:p>
          <a:p>
            <a:pPr>
              <a:defRPr sz="1200"/>
            </a:pPr>
            <a:r>
              <a:t>D:/pasar_fix/node_modules/.bun/date-fns@3.6.0/node_modules/date-fns/locale/es.d.mts</a:t>
            </a:r>
          </a:p>
          <a:p>
            <a:pPr>
              <a:defRPr sz="1200"/>
            </a:pPr>
            <a:r>
              <a:t>D:/pasar_fix/node_modules/.bun/date-fns@3.6.0/node_modules/date-fns/locale/es.d.ts</a:t>
            </a:r>
          </a:p>
          <a:p>
            <a:pPr>
              <a:defRPr sz="1200"/>
            </a:pPr>
            <a:r>
              <a:t>D:/pasar_fix/node_modules/.bun/date-fns@3.6.0/node_modules/date-fns/locale/es.js</a:t>
            </a:r>
          </a:p>
          <a:p>
            <a:pPr>
              <a:defRPr sz="1200"/>
            </a:pPr>
            <a:r>
              <a:t>D:/pasar_fix/node_modules/.bun/date-fns@3.6.0/node_modules/date-fns/locale/es.mjs</a:t>
            </a:r>
          </a:p>
          <a:p>
            <a:pPr>
              <a:defRPr sz="1200"/>
            </a:pPr>
            <a:r>
              <a:t>D:/pasar_fix/node_modules/.bun/date-fns@3.6.0/node_modules/date-fns/locale/et.d.mts</a:t>
            </a:r>
          </a:p>
          <a:p>
            <a:pPr>
              <a:defRPr sz="1200"/>
            </a:pPr>
            <a:r>
              <a:t>D:/pasar_fix/node_modules/.bun/date-fns@3.6.0/node_modules/date-fns/locale/et.d.ts</a:t>
            </a:r>
          </a:p>
          <a:p>
            <a:pPr>
              <a:defRPr sz="1200"/>
            </a:pPr>
            <a:r>
              <a:t>D:/pasar_fix/node_modules/.bun/date-fns@3.6.0/node_modules/date-fns/locale/et.js</a:t>
            </a:r>
          </a:p>
          <a:p>
            <a:pPr>
              <a:defRPr sz="1200"/>
            </a:pPr>
            <a:r>
              <a:t>D:/pasar_fix/node_modules/.bun/date-fns@3.6.0/node_modules/date-fns/locale/et.mjs</a:t>
            </a:r>
          </a:p>
          <a:p>
            <a:pPr>
              <a:defRPr sz="1200"/>
            </a:pPr>
            <a:r>
              <a:t>D:/pasar_fix/node_modules/.bun/date-fns@3.6.0/node_modules/date-fns/locale/eu.d.mts</a:t>
            </a:r>
          </a:p>
          <a:p>
            <a:pPr>
              <a:defRPr sz="1200"/>
            </a:pPr>
            <a:r>
              <a:t>D:/pasar_fix/node_modules/.bun/date-fns@3.6.0/node_modules/date-fns/locale/eu.d.ts</a:t>
            </a:r>
          </a:p>
          <a:p>
            <a:pPr>
              <a:defRPr sz="1200"/>
            </a:pPr>
            <a:r>
              <a:t>D:/pasar_fix/node_modules/.bun/date-fns@3.6.0/node_modules/date-fns/locale/eu.js</a:t>
            </a:r>
          </a:p>
          <a:p>
            <a:pPr>
              <a:defRPr sz="1200"/>
            </a:pPr>
            <a:r>
              <a:t>D:/pasar_fix/node_modules/.bun/date-fns@3.6.0/node_modules/date-fns/locale/eu.mjs</a:t>
            </a:r>
          </a:p>
          <a:p>
            <a:pPr>
              <a:defRPr sz="1200"/>
            </a:pPr>
            <a:r>
              <a:t>D:/pasar_fix/node_modules/.bun/date-fns@3.6.0/node_modules/date-fns/locale/fa-IR.d.mts</a:t>
            </a:r>
          </a:p>
          <a:p>
            <a:pPr>
              <a:defRPr sz="1200"/>
            </a:pPr>
            <a:r>
              <a:t>D:/pasar_fix/node_modules/.bun/date-fns@3.6.0/node_modules/date-fns/locale/fa-IR.d.ts</a:t>
            </a:r>
          </a:p>
          <a:p>
            <a:pPr>
              <a:defRPr sz="1200"/>
            </a:pPr>
            <a:r>
              <a:t>D:/pasar_fix/node_modules/.bun/date-fns@3.6.0/node_modules/date-fns/locale/fa-IR.js</a:t>
            </a:r>
          </a:p>
          <a:p>
            <a:pPr>
              <a:defRPr sz="1200"/>
            </a:pPr>
            <a:r>
              <a:t>D:/pasar_fix/node_modules/.bun/date-fns@3.6.0/node_modules/date-fns/locale/fa-IR.mjs</a:t>
            </a:r>
          </a:p>
          <a:p>
            <a:pPr>
              <a:defRPr sz="1200"/>
            </a:pPr>
            <a:r>
              <a:t>D:/pasar_fix/node_modules/.bun/date-fns@3.6.0/node_modules/date-fns/locale/fi.d.mts</a:t>
            </a:r>
          </a:p>
          <a:p>
            <a:pPr>
              <a:defRPr sz="1200"/>
            </a:pPr>
            <a:r>
              <a:t>D:/pasar_fix/node_modules/.bun/date-fns@3.6.0/node_modules/date-fns/locale/fi.d.ts</a:t>
            </a:r>
          </a:p>
          <a:p>
            <a:pPr>
              <a:defRPr sz="1200"/>
            </a:pPr>
            <a:r>
              <a:t>D:/pasar_fix/node_modules/.bun/date-fns@3.6.0/node_modules/date-fns/locale/fi.js</a:t>
            </a:r>
          </a:p>
          <a:p>
            <a:pPr>
              <a:defRPr sz="1200"/>
            </a:pPr>
            <a:r>
              <a:t>D:/pasar_fix/node_modules/.bun/date-fns@3.6.0/node_modules/date-fns/locale/fi.mjs</a:t>
            </a:r>
          </a:p>
          <a:p>
            <a:pPr>
              <a:defRPr sz="1200"/>
            </a:pPr>
            <a:r>
              <a:t>D:/pasar_fix/node_modules/.bun/date-fns@3.6.0/node_modules/date-fns/locale/fr-CA.d.mts</a:t>
            </a:r>
          </a:p>
          <a:p>
            <a:pPr>
              <a:defRPr sz="1200"/>
            </a:pPr>
            <a:r>
              <a:t>D:/pasar_fix/node_modules/.bun/date-fns@3.6.0/node_modules/date-fns/locale/fr-CA.d.ts</a:t>
            </a:r>
          </a:p>
          <a:p>
            <a:pPr>
              <a:defRPr sz="1200"/>
            </a:pPr>
            <a:r>
              <a:t>D:/pasar_fix/node_modules/.bun/date-fns@3.6.0/node_modules/date-fns/locale/fr-CA.js</a:t>
            </a:r>
          </a:p>
          <a:p>
            <a:pPr>
              <a:defRPr sz="1200"/>
            </a:pPr>
            <a:r>
              <a:t>D:/pasar_fix/node_modules/.bun/date-fns@3.6.0/node_modules/date-fns/locale/fr-CA.mjs</a:t>
            </a:r>
          </a:p>
          <a:p>
            <a:pPr>
              <a:defRPr sz="1200"/>
            </a:pPr>
            <a:r>
              <a:t>D:/pasar_fix/node_modules/.bun/date-fns@3.6.0/node_modules/date-fns/locale/fr-CH.d.mts</a:t>
            </a:r>
          </a:p>
          <a:p>
            <a:pPr>
              <a:defRPr sz="1200"/>
            </a:pPr>
            <a:r>
              <a:t>D:/pasar_fix/node_modules/.bun/date-fns@3.6.0/node_modules/date-fns/locale/fr-CH.d.ts</a:t>
            </a:r>
          </a:p>
          <a:p>
            <a:pPr>
              <a:defRPr sz="1200"/>
            </a:pPr>
            <a:r>
              <a:t>D:/pasar_fix/node_modules/.bun/date-fns@3.6.0/node_modules/date-fns/locale/fr-CH.js</a:t>
            </a:r>
          </a:p>
          <a:p>
            <a:pPr>
              <a:defRPr sz="1200"/>
            </a:pPr>
            <a:r>
              <a:t>D:/pasar_fix/node_modules/.bun/date-fns@3.6.0/node_modules/date-fns/locale/fr-CH.mjs</a:t>
            </a:r>
          </a:p>
          <a:p>
            <a:pPr>
              <a:defRPr sz="1200"/>
            </a:pPr>
            <a:r>
              <a:t>D:/pasar_fix/node_modules/.bun/date-fns@3.6.0/node_modules/date-fns/locale/fr.d.mts</a:t>
            </a:r>
          </a:p>
          <a:p>
            <a:pPr>
              <a:defRPr sz="1200"/>
            </a:pPr>
            <a:r>
              <a:t>D:/pasar_fix/node_modules/.bun/date-fns@3.6.0/node_modules/date-fns/locale/fr.d.ts</a:t>
            </a:r>
          </a:p>
          <a:p>
            <a:pPr>
              <a:defRPr sz="1200"/>
            </a:pPr>
            <a:r>
              <a:t>D:/pasar_fix/node_modules/.bun/date-fns@3.6.0/node_modules/date-fns/locale/fr.js</a:t>
            </a:r>
          </a:p>
          <a:p>
            <a:pPr>
              <a:defRPr sz="1200"/>
            </a:pPr>
            <a:r>
              <a:t>D:/pasar_fix/node_modules/.bun/date-fns@3.6.0/node_modules/date-fns/locale/fr.mjs</a:t>
            </a:r>
          </a:p>
          <a:p>
            <a:pPr>
              <a:defRPr sz="1200"/>
            </a:pPr>
            <a:r>
              <a:t>D:/pasar_fix/node_modules/.bun/date-fns@3.6.0/node_modules/date-fns/locale/fy.d.mts</a:t>
            </a:r>
          </a:p>
          <a:p>
            <a:pPr>
              <a:defRPr sz="1200"/>
            </a:pPr>
            <a:r>
              <a:t>D:/pasar_fix/node_modules/.bun/date-fns@3.6.0/node_modules/date-fns/locale/fy.d.ts</a:t>
            </a:r>
          </a:p>
          <a:p>
            <a:pPr>
              <a:defRPr sz="1200"/>
            </a:pPr>
            <a:r>
              <a:t>D:/pasar_fix/node_modules/.bun/date-fns@3.6.0/node_modules/date-fns/locale/fy.js</a:t>
            </a:r>
          </a:p>
          <a:p>
            <a:pPr>
              <a:defRPr sz="1200"/>
            </a:pPr>
            <a:r>
              <a:t>D:/pasar_fix/node_modules/.bun/date-fns@3.6.0/node_modules/date-fns/locale/fy.mjs</a:t>
            </a:r>
          </a:p>
          <a:p>
            <a:pPr>
              <a:defRPr sz="1200"/>
            </a:pPr>
            <a:r>
              <a:t>D:/pasar_fix/node_modules/.bun/date-fns@3.6.0/node_modules/date-fns/locale/gd.d.mts</a:t>
            </a:r>
          </a:p>
          <a:p>
            <a:pPr>
              <a:defRPr sz="1200"/>
            </a:pPr>
            <a:r>
              <a:t>D:/pasar_fix/node_modules/.bun/date-fns@3.6.0/node_modules/date-fns/locale/gd.d.ts</a:t>
            </a:r>
          </a:p>
          <a:p>
            <a:pPr>
              <a:defRPr sz="1200"/>
            </a:pPr>
            <a:r>
              <a:t>D:/pasar_fix/node_modules/.bun/date-fns@3.6.0/node_modules/date-fns/locale/gd.js</a:t>
            </a:r>
          </a:p>
          <a:p>
            <a:pPr>
              <a:defRPr sz="1200"/>
            </a:pPr>
            <a:r>
              <a:t>D:/pasar_fix/node_modules/.bun/date-fns@3.6.0/node_modules/date-fns/locale/gd.mjs</a:t>
            </a:r>
          </a:p>
          <a:p>
            <a:pPr>
              <a:defRPr sz="1200"/>
            </a:pPr>
            <a:r>
              <a:t>D:/pasar_fix/node_modules/.bun/date-fns@3.6.0/node_modules/date-fns/locale/gl.d.mts</a:t>
            </a:r>
          </a:p>
          <a:p>
            <a:pPr>
              <a:defRPr sz="1200"/>
            </a:pPr>
            <a:r>
              <a:t>D:/pasar_fix/node_modules/.bun/date-fns@3.6.0/node_modules/date-fns/locale/gl.d.ts</a:t>
            </a:r>
          </a:p>
          <a:p>
            <a:pPr>
              <a:defRPr sz="1200"/>
            </a:pPr>
            <a:r>
              <a:t>D:/pasar_fix/node_modules/.bun/date-fns@3.6.0/node_modules/date-fns/locale/gl.js</a:t>
            </a:r>
          </a:p>
          <a:p>
            <a:pPr>
              <a:defRPr sz="1200"/>
            </a:pPr>
            <a:r>
              <a:t>D:/pasar_fix/node_modules/.bun/date-fns@3.6.0/node_modules/date-fns/locale/gl.mjs</a:t>
            </a:r>
          </a:p>
          <a:p>
            <a:pPr>
              <a:defRPr sz="1200"/>
            </a:pPr>
            <a:r>
              <a:t>D:/pasar_fix/node_modules/.bun/date-fns@3.6.0/node_modules/date-fns/locale/gu.d.mts</a:t>
            </a:r>
          </a:p>
          <a:p>
            <a:pPr>
              <a:defRPr sz="1200"/>
            </a:pPr>
            <a:r>
              <a:t>D:/pasar_fix/node_modules/.bun/date-fns@3.6.0/node_modules/date-fns/locale/gu.d.ts</a:t>
            </a:r>
          </a:p>
          <a:p>
            <a:pPr>
              <a:defRPr sz="1200"/>
            </a:pPr>
            <a:r>
              <a:t>D:/pasar_fix/node_modules/.bun/date-fns@3.6.0/node_modules/date-fns/locale/gu.js</a:t>
            </a:r>
          </a:p>
          <a:p>
            <a:pPr>
              <a:defRPr sz="1200"/>
            </a:pPr>
            <a:r>
              <a:t>D:/pasar_fix/node_modules/.bun/date-fns@3.6.0/node_modules/date-fns/locale/gu.mjs</a:t>
            </a:r>
          </a:p>
          <a:p>
            <a:pPr>
              <a:defRPr sz="1200"/>
            </a:pPr>
            <a:r>
              <a:t>D:/pasar_fix/node_modules/.bun/date-fns@3.6.0/node_modules/date-fns/locale/he.d.mts</a:t>
            </a:r>
          </a:p>
          <a:p>
            <a:pPr>
              <a:defRPr sz="1200"/>
            </a:pPr>
            <a:r>
              <a:t>D:/pasar_fix/node_modules/.bun/date-fns@3.6.0/node_modules/date-fns/locale/he.d.ts</a:t>
            </a:r>
          </a:p>
          <a:p>
            <a:pPr>
              <a:defRPr sz="1200"/>
            </a:pPr>
            <a:r>
              <a:t>D:/pasar_fix/node_modules/.bun/date-fns@3.6.0/node_modules/date-fns/locale/he.js</a:t>
            </a:r>
          </a:p>
          <a:p>
            <a:pPr>
              <a:defRPr sz="1200"/>
            </a:pPr>
            <a:r>
              <a:t>D:/pasar_fix/node_modules/.bun/date-fns@3.6.0/node_modules/date-fns/locale/he.mjs</a:t>
            </a:r>
          </a:p>
          <a:p>
            <a:pPr>
              <a:defRPr sz="1200"/>
            </a:pPr>
            <a:r>
              <a:t>D:/pasar_fix/node_modules/.bun/date-fns@3.6.0/node_modules/date-fns/locale/hi.d.mts</a:t>
            </a:r>
          </a:p>
          <a:p>
            <a:pPr>
              <a:defRPr sz="1200"/>
            </a:pPr>
            <a:r>
              <a:t>D:/pasar_fix/node_modules/.bun/date-fns@3.6.0/node_modules/date-fns/locale/hi.d.ts</a:t>
            </a:r>
          </a:p>
          <a:p>
            <a:pPr>
              <a:defRPr sz="1200"/>
            </a:pPr>
            <a:r>
              <a:t>D:/pasar_fix/node_modules/.bun/date-fns@3.6.0/node_modules/date-fns/locale/hi.js</a:t>
            </a:r>
          </a:p>
          <a:p>
            <a:pPr>
              <a:defRPr sz="1200"/>
            </a:pPr>
            <a:r>
              <a:t>D:/pasar_fix/node_modules/.bun/date-fns@3.6.0/node_modules/date-fns/locale/hi.mjs</a:t>
            </a:r>
          </a:p>
          <a:p>
            <a:pPr>
              <a:defRPr sz="1200"/>
            </a:pPr>
            <a:r>
              <a:t>D:/pasar_fix/node_modules/.bun/date-fns@3.6.0/node_modules/date-fns/locale/hr.d.mts</a:t>
            </a:r>
          </a:p>
          <a:p>
            <a:pPr>
              <a:defRPr sz="1200"/>
            </a:pPr>
            <a:r>
              <a:t>D:/pasar_fix/node_modules/.bun/date-fns@3.6.0/node_modules/date-fns/locale/hr.d.ts</a:t>
            </a:r>
          </a:p>
          <a:p>
            <a:pPr>
              <a:defRPr sz="1200"/>
            </a:pPr>
            <a:r>
              <a:t>D:/pasar_fix/node_modules/.bun/date-fns@3.6.0/node_modules/date-fns/locale/hr.js</a:t>
            </a:r>
          </a:p>
          <a:p>
            <a:pPr>
              <a:defRPr sz="1200"/>
            </a:pPr>
            <a:r>
              <a:t>D:/pasar_fix/node_modules/.bun/date-fns@3.6.0/node_modules/date-fns/locale/hr.mjs</a:t>
            </a:r>
          </a:p>
          <a:p>
            <a:pPr>
              <a:defRPr sz="1200"/>
            </a:pPr>
            <a:r>
              <a:t>D:/pasar_fix/node_modules/.bun/date-fns@3.6.0/node_modules/date-fns/locale/ht.d.mts</a:t>
            </a:r>
          </a:p>
          <a:p>
            <a:pPr>
              <a:defRPr sz="1200"/>
            </a:pPr>
            <a:r>
              <a:t>D:/pasar_fix/node_modules/.bun/date-fns@3.6.0/node_modules/date-fns/locale/ht.d.ts</a:t>
            </a:r>
          </a:p>
          <a:p>
            <a:pPr>
              <a:defRPr sz="1200"/>
            </a:pPr>
            <a:r>
              <a:t>D:/pasar_fix/node_modules/.bun/date-fns@3.6.0/node_modules/date-fns/locale/ht.js</a:t>
            </a:r>
          </a:p>
          <a:p>
            <a:pPr>
              <a:defRPr sz="1200"/>
            </a:pPr>
            <a:r>
              <a:t>D:/pasar_fix/node_modules/.bun/date-fns@3.6.0/node_modules/date-fns/locale/ht.mjs</a:t>
            </a:r>
          </a:p>
          <a:p>
            <a:pPr>
              <a:defRPr sz="1200"/>
            </a:pPr>
            <a:r>
              <a:t>D:/pasar_fix/node_modules/.bun/date-fns@3.6.0/node_modules/date-fns/locale/hu.d.mts</a:t>
            </a:r>
          </a:p>
          <a:p>
            <a:pPr>
              <a:defRPr sz="1200"/>
            </a:pPr>
            <a:r>
              <a:t>D:/pasar_fix/node_modules/.bun/date-fns@3.6.0/node_modules/date-fns/locale/hu.d.ts</a:t>
            </a:r>
          </a:p>
          <a:p>
            <a:pPr>
              <a:defRPr sz="1200"/>
            </a:pPr>
            <a:r>
              <a:t>D:/pasar_fix/node_modules/.bun/date-fns@3.6.0/node_modules/date-fns/locale/hu.js</a:t>
            </a:r>
          </a:p>
          <a:p>
            <a:pPr>
              <a:defRPr sz="1200"/>
            </a:pPr>
            <a:r>
              <a:t>D:/pasar_fix/node_modules/.bun/date-fns@3.6.0/node_modules/date-fns/locale/hu.mjs</a:t>
            </a:r>
          </a:p>
          <a:p>
            <a:pPr>
              <a:defRPr sz="1200"/>
            </a:pPr>
            <a:r>
              <a:t>D:/pasar_fix/node_modules/.bun/date-fns@3.6.0/node_modules/date-fns/locale/hy.d.mts</a:t>
            </a:r>
          </a:p>
          <a:p>
            <a:pPr>
              <a:defRPr sz="1200"/>
            </a:pPr>
            <a:r>
              <a:t>D:/pasar_fix/node_modules/.bun/date-fns@3.6.0/node_modules/date-fns/locale/hy.d.ts</a:t>
            </a:r>
          </a:p>
          <a:p>
            <a:pPr>
              <a:defRPr sz="1200"/>
            </a:pPr>
            <a:r>
              <a:t>D:/pasar_fix/node_modules/.bun/date-fns@3.6.0/node_modules/date-fns/locale/hy.js</a:t>
            </a:r>
          </a:p>
          <a:p>
            <a:pPr>
              <a:defRPr sz="1200"/>
            </a:pPr>
            <a:r>
              <a:t>D:/pasar_fix/node_modules/.bun/date-fns@3.6.0/node_modules/date-fns/locale/hy.mjs</a:t>
            </a:r>
          </a:p>
          <a:p>
            <a:pPr>
              <a:defRPr sz="1200"/>
            </a:pPr>
            <a:r>
              <a:t>D:/pasar_fix/node_modules/.bun/date-fns@3.6.0/node_modules/date-fns/locale/id.d.mts</a:t>
            </a:r>
          </a:p>
          <a:p>
            <a:pPr>
              <a:defRPr sz="1200"/>
            </a:pPr>
            <a:r>
              <a:t>D:/pasar_fix/node_modules/.bun/date-fns@3.6.0/node_modules/date-fns/locale/id.d.ts</a:t>
            </a:r>
          </a:p>
          <a:p>
            <a:pPr>
              <a:defRPr sz="1200"/>
            </a:pPr>
            <a:r>
              <a:t>D:/pasar_fix/node_modules/.bun/date-fns@3.6.0/node_modules/date-fns/locale/id.js</a:t>
            </a:r>
          </a:p>
          <a:p>
            <a:pPr>
              <a:defRPr sz="1200"/>
            </a:pPr>
            <a:r>
              <a:t>D:/pasar_fix/node_modules/.bun/date-fns@3.6.0/node_modules/date-fns/locale/id.mjs</a:t>
            </a:r>
          </a:p>
          <a:p>
            <a:pPr>
              <a:defRPr sz="1200"/>
            </a:pPr>
            <a:r>
              <a:t>D:/pasar_fix/node_modules/.bun/date-fns@3.6.0/node_modules/date-fns/locale/is.d.mts</a:t>
            </a:r>
          </a:p>
          <a:p>
            <a:pPr>
              <a:defRPr sz="1200"/>
            </a:pPr>
            <a:r>
              <a:t>D:/pasar_fix/node_modules/.bun/date-fns@3.6.0/node_modules/date-fns/locale/is.d.ts</a:t>
            </a:r>
          </a:p>
          <a:p>
            <a:pPr>
              <a:defRPr sz="1200"/>
            </a:pPr>
            <a:r>
              <a:t>D:/pasar_fix/node_modules/.bun/date-fns@3.6.0/node_modules/date-fns/locale/is.js</a:t>
            </a:r>
          </a:p>
          <a:p>
            <a:pPr>
              <a:defRPr sz="1200"/>
            </a:pPr>
            <a:r>
              <a:t>D:/pasar_fix/node_modules/.bun/date-fns@3.6.0/node_modules/date-fns/locale/is.mjs</a:t>
            </a:r>
          </a:p>
          <a:p>
            <a:pPr>
              <a:defRPr sz="1200"/>
            </a:pPr>
            <a:r>
              <a:t>D:/pasar_fix/node_modules/.bun/date-fns@3.6.0/node_modules/date-fns/locale/it-CH.d.mts</a:t>
            </a:r>
          </a:p>
          <a:p>
            <a:pPr>
              <a:defRPr sz="1200"/>
            </a:pPr>
            <a:r>
              <a:t>D:/pasar_fix/node_modules/.bun/date-fns@3.6.0/node_modules/date-fns/locale/it-CH.d.ts</a:t>
            </a:r>
          </a:p>
          <a:p>
            <a:pPr>
              <a:defRPr sz="1200"/>
            </a:pPr>
            <a:r>
              <a:t>D:/pasar_fix/node_modules/.bun/date-fns@3.6.0/node_modules/date-fns/locale/it-CH.js</a:t>
            </a:r>
          </a:p>
          <a:p>
            <a:pPr>
              <a:defRPr sz="1200"/>
            </a:pPr>
            <a:r>
              <a:t>D:/pasar_fix/node_modules/.bun/date-fns@3.6.0/node_modules/date-fns/locale/it-CH.mjs</a:t>
            </a:r>
          </a:p>
          <a:p>
            <a:pPr>
              <a:defRPr sz="1200"/>
            </a:pPr>
            <a:r>
              <a:t>D:/pasar_fix/node_modules/.bun/date-fns@3.6.0/node_modules/date-fns/locale/it.d.mts</a:t>
            </a:r>
          </a:p>
          <a:p>
            <a:pPr>
              <a:defRPr sz="1200"/>
            </a:pPr>
            <a:r>
              <a:t>D:/pasar_fix/node_modules/.bun/date-fns@3.6.0/node_modules/date-fns/locale/it.d.ts</a:t>
            </a:r>
          </a:p>
          <a:p>
            <a:pPr>
              <a:defRPr sz="1200"/>
            </a:pPr>
            <a:r>
              <a:t>D:/pasar_fix/node_modules/.bun/date-fns@3.6.0/node_modules/date-fns/locale/it.js</a:t>
            </a:r>
          </a:p>
          <a:p>
            <a:pPr>
              <a:defRPr sz="1200"/>
            </a:pPr>
            <a:r>
              <a:t>D:/pasar_fix/node_modules/.bun/date-fns@3.6.0/node_modules/date-fns/locale/it.mjs</a:t>
            </a:r>
          </a:p>
          <a:p>
            <a:pPr>
              <a:defRPr sz="1200"/>
            </a:pPr>
            <a:r>
              <a:t>D:/pasar_fix/node_modules/.bun/date-fns@3.6.0/node_modules/date-fns/locale/ja-Hira.d.mts</a:t>
            </a:r>
          </a:p>
          <a:p>
            <a:pPr>
              <a:defRPr sz="1200"/>
            </a:pPr>
            <a:r>
              <a:t>D:/pasar_fix/node_modules/.bun/date-fns@3.6.0/node_modules/date-fns/locale/ja-Hira.d.ts</a:t>
            </a:r>
          </a:p>
          <a:p>
            <a:pPr>
              <a:defRPr sz="1200"/>
            </a:pPr>
            <a:r>
              <a:t>D:/pasar_fix/node_modules/.bun/date-fns@3.6.0/node_modules/date-fns/locale/ja-Hira.js</a:t>
            </a:r>
          </a:p>
          <a:p>
            <a:pPr>
              <a:defRPr sz="1200"/>
            </a:pPr>
            <a:r>
              <a:t>D:/pasar_fix/node_modules/.bun/date-fns@3.6.0/node_modules/date-fns/locale/ja-Hira.mjs</a:t>
            </a:r>
          </a:p>
          <a:p>
            <a:pPr>
              <a:defRPr sz="1200"/>
            </a:pPr>
            <a:r>
              <a:t>D:/pasar_fix/node_modules/.bun/date-fns@3.6.0/node_modules/date-fns/locale/ja.d.mts</a:t>
            </a:r>
          </a:p>
          <a:p>
            <a:pPr>
              <a:defRPr sz="1200"/>
            </a:pPr>
            <a:r>
              <a:t>D:/pasar_fix/node_modules/.bun/date-fns@3.6.0/node_modules/date-fns/locale/ja.d.ts</a:t>
            </a:r>
          </a:p>
          <a:p>
            <a:pPr>
              <a:defRPr sz="1200"/>
            </a:pPr>
            <a:r>
              <a:t>D:/pasar_fix/node_modules/.bun/date-fns@3.6.0/node_modules/date-fns/locale/ja.js</a:t>
            </a:r>
          </a:p>
          <a:p>
            <a:pPr>
              <a:defRPr sz="1200"/>
            </a:pPr>
            <a:r>
              <a:t>D:/pasar_fix/node_modules/.bun/date-fns@3.6.0/node_modules/date-fns/locale/ja.mjs</a:t>
            </a:r>
          </a:p>
          <a:p>
            <a:pPr>
              <a:defRPr sz="1200"/>
            </a:pPr>
            <a:r>
              <a:t>D:/pasar_fix/node_modules/.bun/date-fns@3.6.0/node_modules/date-fns/locale/ka.d.mts</a:t>
            </a:r>
          </a:p>
          <a:p>
            <a:pPr>
              <a:defRPr sz="1200"/>
            </a:pPr>
            <a:r>
              <a:t>D:/pasar_fix/node_modules/.bun/date-fns@3.6.0/node_modules/date-fns/locale/ka.d.ts</a:t>
            </a:r>
          </a:p>
          <a:p>
            <a:pPr>
              <a:defRPr sz="1200"/>
            </a:pPr>
            <a:r>
              <a:t>D:/pasar_fix/node_modules/.bun/date-fns@3.6.0/node_modules/date-fns/locale/ka.js</a:t>
            </a:r>
          </a:p>
          <a:p>
            <a:pPr>
              <a:defRPr sz="1200"/>
            </a:pPr>
            <a:r>
              <a:t>D:/pasar_fix/node_modules/.bun/date-fns@3.6.0/node_modules/date-fns/locale/ka.mjs</a:t>
            </a:r>
          </a:p>
          <a:p>
            <a:pPr>
              <a:defRPr sz="1200"/>
            </a:pPr>
            <a:r>
              <a:t>D:/pasar_fix/node_modules/.bun/date-fns@3.6.0/node_modules/date-fns/locale/kk.d.mts</a:t>
            </a:r>
          </a:p>
          <a:p>
            <a:pPr>
              <a:defRPr sz="1200"/>
            </a:pPr>
            <a:r>
              <a:t>D:/pasar_fix/node_modules/.bun/date-fns@3.6.0/node_modules/date-fns/locale/kk.d.ts</a:t>
            </a:r>
          </a:p>
          <a:p>
            <a:pPr>
              <a:defRPr sz="1200"/>
            </a:pPr>
            <a:r>
              <a:t>D:/pasar_fix/node_modules/.bun/date-fns@3.6.0/node_modules/date-fns/locale/kk.js</a:t>
            </a:r>
          </a:p>
          <a:p>
            <a:pPr>
              <a:defRPr sz="1200"/>
            </a:pPr>
            <a:r>
              <a:t>D:/pasar_fix/node_modules/.bun/date-fns@3.6.0/node_modules/date-fns/locale/kk.mjs</a:t>
            </a:r>
          </a:p>
          <a:p>
            <a:pPr>
              <a:defRPr sz="1200"/>
            </a:pPr>
            <a:r>
              <a:t>D:/pasar_fix/node_modules/.bun/date-fns@3.6.0/node_modules/date-fns/locale/km.d.mts</a:t>
            </a:r>
          </a:p>
          <a:p>
            <a:pPr>
              <a:defRPr sz="1200"/>
            </a:pPr>
            <a:r>
              <a:t>D:/pasar_fix/node_modules/.bun/date-fns@3.6.0/node_modules/date-fns/locale/km.d.ts</a:t>
            </a:r>
          </a:p>
          <a:p>
            <a:pPr>
              <a:defRPr sz="1200"/>
            </a:pPr>
            <a:r>
              <a:t>D:/pasar_fix/node_modules/.bun/date-fns@3.6.0/node_modules/date-fns/locale/km.js</a:t>
            </a:r>
          </a:p>
          <a:p>
            <a:pPr>
              <a:defRPr sz="1200"/>
            </a:pPr>
            <a:r>
              <a:t>D:/pasar_fix/node_modules/.bun/date-fns@3.6.0/node_modules/date-fns/locale/km.mjs</a:t>
            </a:r>
          </a:p>
          <a:p>
            <a:pPr>
              <a:defRPr sz="1200"/>
            </a:pPr>
            <a:r>
              <a:t>D:/pasar_fix/node_modules/.bun/date-fns@3.6.0/node_modules/date-fns/locale/kn.d.mts</a:t>
            </a:r>
          </a:p>
          <a:p>
            <a:pPr>
              <a:defRPr sz="1200"/>
            </a:pPr>
            <a:r>
              <a:t>D:/pasar_fix/node_modules/.bun/date-fns@3.6.0/node_modules/date-fns/locale/kn.d.ts</a:t>
            </a:r>
          </a:p>
          <a:p>
            <a:pPr>
              <a:defRPr sz="1200"/>
            </a:pPr>
            <a:r>
              <a:t>D:/pasar_fix/node_modules/.bun/date-fns@3.6.0/node_modules/date-fns/locale/kn.js</a:t>
            </a:r>
          </a:p>
          <a:p>
            <a:pPr>
              <a:defRPr sz="1200"/>
            </a:pPr>
            <a:r>
              <a:t>D:/pasar_fix/node_modules/.bun/date-fns@3.6.0/node_modules/date-fns/locale/kn.mjs</a:t>
            </a:r>
          </a:p>
          <a:p>
            <a:pPr>
              <a:defRPr sz="1200"/>
            </a:pPr>
            <a:r>
              <a:t>D:/pasar_fix/node_modules/.bun/date-fns@3.6.0/node_modules/date-fns/locale/ko.d.mts</a:t>
            </a:r>
          </a:p>
          <a:p>
            <a:pPr>
              <a:defRPr sz="1200"/>
            </a:pPr>
            <a:r>
              <a:t>D:/pasar_fix/node_modules/.bun/date-fns@3.6.0/node_modules/date-fns/locale/ko.d.ts</a:t>
            </a:r>
          </a:p>
          <a:p>
            <a:pPr>
              <a:defRPr sz="1200"/>
            </a:pPr>
            <a:r>
              <a:t>D:/pasar_fix/node_modules/.bun/date-fns@3.6.0/node_modules/date-fns/locale/ko.js</a:t>
            </a:r>
          </a:p>
          <a:p>
            <a:pPr>
              <a:defRPr sz="1200"/>
            </a:pPr>
            <a:r>
              <a:t>D:/pasar_fix/node_modules/.bun/date-fns@3.6.0/node_modules/date-fns/locale/ko.mjs</a:t>
            </a:r>
          </a:p>
          <a:p>
            <a:pPr>
              <a:defRPr sz="1200"/>
            </a:pPr>
            <a:r>
              <a:t>D:/pasar_fix/node_modules/.bun/date-fns@3.6.0/node_modules/date-fns/locale/lb.d.mts</a:t>
            </a:r>
          </a:p>
          <a:p>
            <a:pPr>
              <a:defRPr sz="1200"/>
            </a:pPr>
            <a:r>
              <a:t>D:/pasar_fix/node_modules/.bun/date-fns@3.6.0/node_modules/date-fns/locale/lb.d.ts</a:t>
            </a:r>
          </a:p>
          <a:p>
            <a:pPr>
              <a:defRPr sz="1200"/>
            </a:pPr>
            <a:r>
              <a:t>D:/pasar_fix/node_modules/.bun/date-fns@3.6.0/node_modules/date-fns/locale/lb.js</a:t>
            </a:r>
          </a:p>
          <a:p>
            <a:pPr>
              <a:defRPr sz="1200"/>
            </a:pPr>
            <a:r>
              <a:t>D:/pasar_fix/node_modules/.bun/date-fns@3.6.0/node_modules/date-fns/locale/lb.mjs</a:t>
            </a:r>
          </a:p>
          <a:p>
            <a:pPr>
              <a:defRPr sz="1200"/>
            </a:pPr>
            <a:r>
              <a:t>D:/pasar_fix/node_modules/.bun/date-fns@3.6.0/node_modules/date-fns/locale/lt.d.mts</a:t>
            </a:r>
          </a:p>
          <a:p>
            <a:pPr>
              <a:defRPr sz="1200"/>
            </a:pPr>
            <a:r>
              <a:t>D:/pasar_fix/node_modules/.bun/date-fns@3.6.0/node_modules/date-fns/locale/lt.d.ts</a:t>
            </a:r>
          </a:p>
          <a:p>
            <a:pPr>
              <a:defRPr sz="1200"/>
            </a:pPr>
            <a:r>
              <a:t>D:/pasar_fix/node_modules/.bun/date-fns@3.6.0/node_modules/date-fns/locale/lt.js</a:t>
            </a:r>
          </a:p>
          <a:p>
            <a:pPr>
              <a:defRPr sz="1200"/>
            </a:pPr>
            <a:r>
              <a:t>D:/pasar_fix/node_modules/.bun/date-fns@3.6.0/node_modules/date-fns/locale/lt.mjs</a:t>
            </a:r>
          </a:p>
          <a:p>
            <a:pPr>
              <a:defRPr sz="1200"/>
            </a:pPr>
            <a:r>
              <a:t>D:/pasar_fix/node_modules/.bun/date-fns@3.6.0/node_modules/date-fns/locale/lv.d.mts</a:t>
            </a:r>
          </a:p>
          <a:p>
            <a:pPr>
              <a:defRPr sz="1200"/>
            </a:pPr>
            <a:r>
              <a:t>D:/pasar_fix/node_modules/.bun/date-fns@3.6.0/node_modules/date-fns/locale/lv.d.ts</a:t>
            </a:r>
          </a:p>
          <a:p>
            <a:pPr>
              <a:defRPr sz="1200"/>
            </a:pPr>
            <a:r>
              <a:t>D:/pasar_fix/node_modules/.bun/date-fns@3.6.0/node_modules/date-fns/locale/lv.js</a:t>
            </a:r>
          </a:p>
          <a:p>
            <a:pPr>
              <a:defRPr sz="1200"/>
            </a:pPr>
            <a:r>
              <a:t>D:/pasar_fix/node_modules/.bun/date-fns@3.6.0/node_modules/date-fns/locale/lv.mjs</a:t>
            </a:r>
          </a:p>
          <a:p>
            <a:pPr>
              <a:defRPr sz="1200"/>
            </a:pPr>
            <a:r>
              <a:t>D:/pasar_fix/node_modules/.bun/date-fns@3.6.0/node_modules/date-fns/locale/mk.d.mts</a:t>
            </a:r>
          </a:p>
          <a:p>
            <a:pPr>
              <a:defRPr sz="1200"/>
            </a:pPr>
            <a:r>
              <a:t>D:/pasar_fix/node_modules/.bun/date-fns@3.6.0/node_modules/date-fns/locale/mk.d.ts</a:t>
            </a:r>
          </a:p>
          <a:p>
            <a:pPr>
              <a:defRPr sz="1200"/>
            </a:pPr>
            <a:r>
              <a:t>D:/pasar_fix/node_modules/.bun/date-fns@3.6.0/node_modules/date-fns/locale/mk.js</a:t>
            </a:r>
          </a:p>
          <a:p>
            <a:pPr>
              <a:defRPr sz="1200"/>
            </a:pPr>
            <a:r>
              <a:t>D:/pasar_fix/node_modules/.bun/date-fns@3.6.0/node_modules/date-fns/locale/mk.mjs</a:t>
            </a:r>
          </a:p>
          <a:p>
            <a:pPr>
              <a:defRPr sz="1200"/>
            </a:pPr>
            <a:r>
              <a:t>D:/pasar_fix/node_modules/.bun/date-fns@3.6.0/node_modules/date-fns/locale/mn.d.mts</a:t>
            </a:r>
          </a:p>
          <a:p>
            <a:pPr>
              <a:defRPr sz="1200"/>
            </a:pPr>
            <a:r>
              <a:t>D:/pasar_fix/node_modules/.bun/date-fns@3.6.0/node_modules/date-fns/locale/mn.d.ts</a:t>
            </a:r>
          </a:p>
          <a:p>
            <a:pPr>
              <a:defRPr sz="1200"/>
            </a:pPr>
            <a:r>
              <a:t>D:/pasar_fix/node_modules/.bun/date-fns@3.6.0/node_modules/date-fns/locale/mn.js</a:t>
            </a:r>
          </a:p>
          <a:p>
            <a:pPr>
              <a:defRPr sz="1200"/>
            </a:pPr>
            <a:r>
              <a:t>D:/pasar_fix/node_modules/.bun/date-fns@3.6.0/node_modules/date-fns/locale/mn.mjs</a:t>
            </a:r>
          </a:p>
          <a:p>
            <a:pPr>
              <a:defRPr sz="1200"/>
            </a:pPr>
            <a:r>
              <a:t>D:/pasar_fix/node_modules/.bun/date-fns@3.6.0/node_modules/date-fns/locale/ms.d.mts</a:t>
            </a:r>
          </a:p>
          <a:p>
            <a:pPr>
              <a:defRPr sz="1200"/>
            </a:pPr>
            <a:r>
              <a:t>D:/pasar_fix/node_modules/.bun/date-fns@3.6.0/node_modules/date-fns/locale/ms.d.ts</a:t>
            </a:r>
          </a:p>
          <a:p>
            <a:pPr>
              <a:defRPr sz="1200"/>
            </a:pPr>
            <a:r>
              <a:t>D:/pasar_fix/node_modules/.bun/date-fns@3.6.0/node_modules/date-fns/locale/ms.js</a:t>
            </a:r>
          </a:p>
          <a:p>
            <a:pPr>
              <a:defRPr sz="1200"/>
            </a:pPr>
            <a:r>
              <a:t>D:/pasar_fix/node_modules/.bun/date-fns@3.6.0/node_modules/date-fns/locale/ms.mjs</a:t>
            </a:r>
          </a:p>
          <a:p>
            <a:pPr>
              <a:defRPr sz="1200"/>
            </a:pPr>
            <a:r>
              <a:t>D:/pasar_fix/node_modules/.bun/date-fns@3.6.0/node_modules/date-fns/locale/mt.d.mts</a:t>
            </a:r>
          </a:p>
          <a:p>
            <a:pPr>
              <a:defRPr sz="1200"/>
            </a:pPr>
            <a:r>
              <a:t>D:/pasar_fix/node_modules/.bun/date-fns@3.6.0/node_modules/date-fns/locale/mt.d.ts</a:t>
            </a:r>
          </a:p>
          <a:p>
            <a:pPr>
              <a:defRPr sz="1200"/>
            </a:pPr>
            <a:r>
              <a:t>D:/pasar_fix/node_modules/.bun/date-fns@3.6.0/node_modules/date-fns/locale/mt.js</a:t>
            </a:r>
          </a:p>
          <a:p>
            <a:pPr>
              <a:defRPr sz="1200"/>
            </a:pPr>
            <a:r>
              <a:t>D:/pasar_fix/node_modules/.bun/date-fns@3.6.0/node_modules/date-fns/locale/mt.mjs</a:t>
            </a:r>
          </a:p>
          <a:p>
            <a:pPr>
              <a:defRPr sz="1200"/>
            </a:pPr>
            <a:r>
              <a:t>D:/pasar_fix/node_modules/.bun/date-fns@3.6.0/node_modules/date-fns/locale/nb.d.mts</a:t>
            </a:r>
          </a:p>
          <a:p>
            <a:pPr>
              <a:defRPr sz="1200"/>
            </a:pPr>
            <a:r>
              <a:t>D:/pasar_fix/node_modules/.bun/date-fns@3.6.0/node_modules/date-fns/locale/nb.d.ts</a:t>
            </a:r>
          </a:p>
          <a:p>
            <a:pPr>
              <a:defRPr sz="1200"/>
            </a:pPr>
            <a:r>
              <a:t>D:/pasar_fix/node_modules/.bun/date-fns@3.6.0/node_modules/date-fns/locale/nb.js</a:t>
            </a:r>
          </a:p>
          <a:p>
            <a:pPr>
              <a:defRPr sz="1200"/>
            </a:pPr>
            <a:r>
              <a:t>D:/pasar_fix/node_modules/.bun/date-fns@3.6.0/node_modules/date-fns/locale/nb.mjs</a:t>
            </a:r>
          </a:p>
          <a:p>
            <a:pPr>
              <a:defRPr sz="1200"/>
            </a:pPr>
            <a:r>
              <a:t>D:/pasar_fix/node_modules/.bun/date-fns@3.6.0/node_modules/date-fns/locale/nl-BE.d.mts</a:t>
            </a:r>
          </a:p>
          <a:p>
            <a:pPr>
              <a:defRPr sz="1200"/>
            </a:pPr>
            <a:r>
              <a:t>D:/pasar_fix/node_modules/.bun/date-fns@3.6.0/node_modules/date-fns/locale/nl-BE.d.ts</a:t>
            </a:r>
          </a:p>
          <a:p>
            <a:pPr>
              <a:defRPr sz="1200"/>
            </a:pPr>
            <a:r>
              <a:t>D:/pasar_fix/node_modules/.bun/date-fns@3.6.0/node_modules/date-fns/locale/nl-BE.js</a:t>
            </a:r>
          </a:p>
          <a:p>
            <a:pPr>
              <a:defRPr sz="1200"/>
            </a:pPr>
            <a:r>
              <a:t>D:/pasar_fix/node_modules/.bun/date-fns@3.6.0/node_modules/date-fns/locale/nl-BE.mjs</a:t>
            </a:r>
          </a:p>
          <a:p>
            <a:pPr>
              <a:defRPr sz="1200"/>
            </a:pPr>
            <a:r>
              <a:t>D:/pasar_fix/node_modules/.bun/date-fns@3.6.0/node_modules/date-fns/locale/nl.d.mts</a:t>
            </a:r>
          </a:p>
          <a:p>
            <a:pPr>
              <a:defRPr sz="1200"/>
            </a:pPr>
            <a:r>
              <a:t>D:/pasar_fix/node_modules/.bun/date-fns@3.6.0/node_modules/date-fns/locale/nl.d.ts</a:t>
            </a:r>
          </a:p>
          <a:p>
            <a:pPr>
              <a:defRPr sz="1200"/>
            </a:pPr>
            <a:r>
              <a:t>D:/pasar_fix/node_modules/.bun/date-fns@3.6.0/node_modules/date-fns/locale/nl.js</a:t>
            </a:r>
          </a:p>
          <a:p>
            <a:pPr>
              <a:defRPr sz="1200"/>
            </a:pPr>
            <a:r>
              <a:t>D:/pasar_fix/node_modules/.bun/date-fns@3.6.0/node_modules/date-fns/locale/nl.mjs</a:t>
            </a:r>
          </a:p>
          <a:p>
            <a:pPr>
              <a:defRPr sz="1200"/>
            </a:pPr>
            <a:r>
              <a:t>D:/pasar_fix/node_modules/.bun/date-fns@3.6.0/node_modules/date-fns/locale/nn.d.mts</a:t>
            </a:r>
          </a:p>
          <a:p>
            <a:pPr>
              <a:defRPr sz="1200"/>
            </a:pPr>
            <a:r>
              <a:t>D:/pasar_fix/node_modules/.bun/date-fns@3.6.0/node_modules/date-fns/locale/nn.d.ts</a:t>
            </a:r>
          </a:p>
          <a:p>
            <a:pPr>
              <a:defRPr sz="1200"/>
            </a:pPr>
            <a:r>
              <a:t>D:/pasar_fix/node_modules/.bun/date-fns@3.6.0/node_modules/date-fns/locale/nn.js</a:t>
            </a:r>
          </a:p>
          <a:p>
            <a:pPr>
              <a:defRPr sz="1200"/>
            </a:pPr>
            <a:r>
              <a:t>D:/pasar_fix/node_modules/.bun/date-fns@3.6.0/node_modules/date-fns/locale/nn.mjs</a:t>
            </a:r>
          </a:p>
          <a:p>
            <a:pPr>
              <a:defRPr sz="1200"/>
            </a:pPr>
            <a:r>
              <a:t>D:/pasar_fix/node_modules/.bun/date-fns@3.6.0/node_modules/date-fns/locale/oc.d.mts</a:t>
            </a:r>
          </a:p>
          <a:p>
            <a:pPr>
              <a:defRPr sz="1200"/>
            </a:pPr>
            <a:r>
              <a:t>D:/pasar_fix/node_modules/.bun/date-fns@3.6.0/node_modules/date-fns/locale/oc.d.ts</a:t>
            </a:r>
          </a:p>
          <a:p>
            <a:pPr>
              <a:defRPr sz="1200"/>
            </a:pPr>
            <a:r>
              <a:t>D:/pasar_fix/node_modules/.bun/date-fns@3.6.0/node_modules/date-fns/locale/oc.js</a:t>
            </a:r>
          </a:p>
          <a:p>
            <a:pPr>
              <a:defRPr sz="1200"/>
            </a:pPr>
            <a:r>
              <a:t>D:/pasar_fix/node_modules/.bun/date-fns@3.6.0/node_modules/date-fns/locale/oc.mjs</a:t>
            </a:r>
          </a:p>
          <a:p>
            <a:pPr>
              <a:defRPr sz="1200"/>
            </a:pPr>
            <a:r>
              <a:t>D:/pasar_fix/node_modules/.bun/date-fns@3.6.0/node_modules/date-fns/locale/pl.d.mts</a:t>
            </a:r>
          </a:p>
          <a:p>
            <a:pPr>
              <a:defRPr sz="1200"/>
            </a:pPr>
            <a:r>
              <a:t>D:/pasar_fix/node_modules/.bun/date-fns@3.6.0/node_modules/date-fns/locale/pl.d.ts</a:t>
            </a:r>
          </a:p>
          <a:p>
            <a:pPr>
              <a:defRPr sz="1200"/>
            </a:pPr>
            <a:r>
              <a:t>D:/pasar_fix/node_modules/.bun/date-fns@3.6.0/node_modules/date-fns/locale/pl.js</a:t>
            </a:r>
          </a:p>
          <a:p>
            <a:pPr>
              <a:defRPr sz="1200"/>
            </a:pPr>
            <a:r>
              <a:t>D:/pasar_fix/node_modules/.bun/date-fns@3.6.0/node_modules/date-fns/locale/pl.mjs</a:t>
            </a:r>
          </a:p>
          <a:p>
            <a:pPr>
              <a:defRPr sz="1200"/>
            </a:pPr>
            <a:r>
              <a:t>D:/pasar_fix/node_modules/.bun/date-fns@3.6.0/node_modules/date-fns/locale/pt-BR.d.mts</a:t>
            </a:r>
          </a:p>
          <a:p>
            <a:pPr>
              <a:defRPr sz="1200"/>
            </a:pPr>
            <a:r>
              <a:t>D:/pasar_fix/node_modules/.bun/date-fns@3.6.0/node_modules/date-fns/locale/pt-BR.d.ts</a:t>
            </a:r>
          </a:p>
          <a:p>
            <a:pPr>
              <a:defRPr sz="1200"/>
            </a:pPr>
            <a:r>
              <a:t>D:/pasar_fix/node_modules/.bun/date-fns@3.6.0/node_modules/date-fns/locale/pt-BR.js</a:t>
            </a:r>
          </a:p>
          <a:p>
            <a:pPr>
              <a:defRPr sz="1200"/>
            </a:pPr>
            <a:r>
              <a:t>D:/pasar_fix/node_modules/.bun/date-fns@3.6.0/node_modules/date-fns/locale/pt-BR.mjs</a:t>
            </a:r>
          </a:p>
          <a:p>
            <a:pPr>
              <a:defRPr sz="1200"/>
            </a:pPr>
            <a:r>
              <a:t>D:/pasar_fix/node_modules/.bun/date-fns@3.6.0/node_modules/date-fns/locale/pt.d.mts</a:t>
            </a:r>
          </a:p>
          <a:p>
            <a:pPr>
              <a:defRPr sz="1200"/>
            </a:pPr>
            <a:r>
              <a:t>D:/pasar_fix/node_modules/.bun/date-fns@3.6.0/node_modules/date-fns/locale/pt.d.ts</a:t>
            </a:r>
          </a:p>
          <a:p>
            <a:pPr>
              <a:defRPr sz="1200"/>
            </a:pPr>
            <a:r>
              <a:t>D:/pasar_fix/node_modules/.bun/date-fns@3.6.0/node_modules/date-fns/locale/pt.js</a:t>
            </a:r>
          </a:p>
          <a:p>
            <a:pPr>
              <a:defRPr sz="1200"/>
            </a:pPr>
            <a:r>
              <a:t>D:/pasar_fix/node_modules/.bun/date-fns@3.6.0/node_modules/date-fns/locale/pt.mjs</a:t>
            </a:r>
          </a:p>
          <a:p>
            <a:pPr>
              <a:defRPr sz="1200"/>
            </a:pPr>
            <a:r>
              <a:t>D:/pasar_fix/node_modules/.bun/date-fns@3.6.0/node_modules/date-fns/locale/ro.d.mts</a:t>
            </a:r>
          </a:p>
          <a:p>
            <a:pPr>
              <a:defRPr sz="1200"/>
            </a:pPr>
            <a:r>
              <a:t>D:/pasar_fix/node_modules/.bun/date-fns@3.6.0/node_modules/date-fns/locale/ro.d.ts</a:t>
            </a:r>
          </a:p>
          <a:p>
            <a:pPr>
              <a:defRPr sz="1200"/>
            </a:pPr>
            <a:r>
              <a:t>D:/pasar_fix/node_modules/.bun/date-fns@3.6.0/node_modules/date-fns/locale/ro.js</a:t>
            </a:r>
          </a:p>
          <a:p>
            <a:pPr>
              <a:defRPr sz="1200"/>
            </a:pPr>
            <a:r>
              <a:t>D:/pasar_fix/node_modules/.bun/date-fns@3.6.0/node_modules/date-fns/locale/ro.mjs</a:t>
            </a:r>
          </a:p>
          <a:p>
            <a:pPr>
              <a:defRPr sz="1200"/>
            </a:pPr>
            <a:r>
              <a:t>D:/pasar_fix/node_modules/.bun/date-fns@3.6.0/node_modules/date-fns/locale/ru.d.mts</a:t>
            </a:r>
          </a:p>
          <a:p>
            <a:pPr>
              <a:defRPr sz="1200"/>
            </a:pPr>
            <a:r>
              <a:t>D:/pasar_fix/node_modules/.bun/date-fns@3.6.0/node_modules/date-fns/locale/ru.d.ts</a:t>
            </a:r>
          </a:p>
          <a:p>
            <a:pPr>
              <a:defRPr sz="1200"/>
            </a:pPr>
            <a:r>
              <a:t>D:/pasar_fix/node_modules/.bun/date-fns@3.6.0/node_modules/date-fns/locale/ru.js</a:t>
            </a:r>
          </a:p>
          <a:p>
            <a:pPr>
              <a:defRPr sz="1200"/>
            </a:pPr>
            <a:r>
              <a:t>D:/pasar_fix/node_modules/.bun/date-fns@3.6.0/node_modules/date-fns/locale/ru.mjs</a:t>
            </a:r>
          </a:p>
          <a:p>
            <a:pPr>
              <a:defRPr sz="1200"/>
            </a:pPr>
            <a:r>
              <a:t>D:/pasar_fix/node_modules/.bun/date-fns@3.6.0/node_modules/date-fns/locale/se.d.mts</a:t>
            </a:r>
          </a:p>
          <a:p>
            <a:pPr>
              <a:defRPr sz="1200"/>
            </a:pPr>
            <a:r>
              <a:t>D:/pasar_fix/node_modules/.bun/date-fns@3.6.0/node_modules/date-fns/locale/se.d.ts</a:t>
            </a:r>
          </a:p>
          <a:p>
            <a:pPr>
              <a:defRPr sz="1200"/>
            </a:pPr>
            <a:r>
              <a:t>D:/pasar_fix/node_modules/.bun/date-fns@3.6.0/node_modules/date-fns/locale/se.js</a:t>
            </a:r>
          </a:p>
          <a:p>
            <a:pPr>
              <a:defRPr sz="1200"/>
            </a:pPr>
            <a:r>
              <a:t>D:/pasar_fix/node_modules/.bun/date-fns@3.6.0/node_modules/date-fns/locale/se.mjs</a:t>
            </a:r>
          </a:p>
          <a:p>
            <a:pPr>
              <a:defRPr sz="1200"/>
            </a:pPr>
            <a:r>
              <a:t>D:/pasar_fix/node_modules/.bun/date-fns@3.6.0/node_modules/date-fns/locale/sk.d.mts</a:t>
            </a:r>
          </a:p>
          <a:p>
            <a:pPr>
              <a:defRPr sz="1200"/>
            </a:pPr>
            <a:r>
              <a:t>D:/pasar_fix/node_modules/.bun/date-fns@3.6.0/node_modules/date-fns/locale/sk.d.ts</a:t>
            </a:r>
          </a:p>
          <a:p>
            <a:pPr>
              <a:defRPr sz="1200"/>
            </a:pPr>
            <a:r>
              <a:t>D:/pasar_fix/node_modules/.bun/date-fns@3.6.0/node_modules/date-fns/locale/sk.js</a:t>
            </a:r>
          </a:p>
          <a:p>
            <a:pPr>
              <a:defRPr sz="1200"/>
            </a:pPr>
            <a:r>
              <a:t>D:/pasar_fix/node_modules/.bun/date-fns@3.6.0/node_modules/date-fns/locale/sk.mjs</a:t>
            </a:r>
          </a:p>
          <a:p>
            <a:pPr>
              <a:defRPr sz="1200"/>
            </a:pPr>
            <a:r>
              <a:t>D:/pasar_fix/node_modules/.bun/date-fns@3.6.0/node_modules/date-fns/locale/sl.d.mts</a:t>
            </a:r>
          </a:p>
          <a:p>
            <a:pPr>
              <a:defRPr sz="1200"/>
            </a:pPr>
            <a:r>
              <a:t>D:/pasar_fix/node_modules/.bun/date-fns@3.6.0/node_modules/date-fns/locale/sl.d.ts</a:t>
            </a:r>
          </a:p>
          <a:p>
            <a:pPr>
              <a:defRPr sz="1200"/>
            </a:pPr>
            <a:r>
              <a:t>D:/pasar_fix/node_modules/.bun/date-fns@3.6.0/node_modules/date-fns/locale/sl.js</a:t>
            </a:r>
          </a:p>
          <a:p>
            <a:pPr>
              <a:defRPr sz="1200"/>
            </a:pPr>
            <a:r>
              <a:t>D:/pasar_fix/node_modules/.bun/date-fns@3.6.0/node_modules/date-fns/locale/sl.mjs</a:t>
            </a:r>
          </a:p>
          <a:p>
            <a:pPr>
              <a:defRPr sz="1200"/>
            </a:pPr>
            <a:r>
              <a:t>D:/pasar_fix/node_modules/.bun/date-fns@3.6.0/node_modules/date-fns/locale/sq.d.mts</a:t>
            </a:r>
          </a:p>
          <a:p>
            <a:pPr>
              <a:defRPr sz="1200"/>
            </a:pPr>
            <a:r>
              <a:t>D:/pasar_fix/node_modules/.bun/date-fns@3.6.0/node_modules/date-fns/locale/sq.d.ts</a:t>
            </a:r>
          </a:p>
          <a:p>
            <a:pPr>
              <a:defRPr sz="1200"/>
            </a:pPr>
            <a:r>
              <a:t>D:/pasar_fix/node_modules/.bun/date-fns@3.6.0/node_modules/date-fns/locale/sq.js</a:t>
            </a:r>
          </a:p>
          <a:p>
            <a:pPr>
              <a:defRPr sz="1200"/>
            </a:pPr>
            <a:r>
              <a:t>D:/pasar_fix/node_modules/.bun/date-fns@3.6.0/node_modules/date-fns/locale/sq.mjs</a:t>
            </a:r>
          </a:p>
          <a:p>
            <a:pPr>
              <a:defRPr sz="1200"/>
            </a:pPr>
            <a:r>
              <a:t>D:/pasar_fix/node_modules/.bun/date-fns@3.6.0/node_modules/date-fns/locale/sr-Latn.d.mts</a:t>
            </a:r>
          </a:p>
          <a:p>
            <a:pPr>
              <a:defRPr sz="1200"/>
            </a:pPr>
            <a:r>
              <a:t>D:/pasar_fix/node_modules/.bun/date-fns@3.6.0/node_modules/date-fns/locale/sr-Latn.d.ts</a:t>
            </a:r>
          </a:p>
          <a:p>
            <a:pPr>
              <a:defRPr sz="1200"/>
            </a:pPr>
            <a:r>
              <a:t>D:/pasar_fix/node_modules/.bun/date-fns@3.6.0/node_modules/date-fns/locale/sr-Latn.js</a:t>
            </a:r>
          </a:p>
          <a:p>
            <a:pPr>
              <a:defRPr sz="1200"/>
            </a:pPr>
            <a:r>
              <a:t>D:/pasar_fix/node_modules/.bun/date-fns@3.6.0/node_modules/date-fns/locale/sr-Latn.mjs</a:t>
            </a:r>
          </a:p>
          <a:p>
            <a:pPr>
              <a:defRPr sz="1200"/>
            </a:pPr>
            <a:r>
              <a:t>D:/pasar_fix/node_modules/.bun/date-fns@3.6.0/node_modules/date-fns/locale/sr.d.mts</a:t>
            </a:r>
          </a:p>
          <a:p>
            <a:pPr>
              <a:defRPr sz="1200"/>
            </a:pPr>
            <a:r>
              <a:t>D:/pasar_fix/node_modules/.bun/date-fns@3.6.0/node_modules/date-fns/locale/sr.d.ts</a:t>
            </a:r>
          </a:p>
          <a:p>
            <a:pPr>
              <a:defRPr sz="1200"/>
            </a:pPr>
            <a:r>
              <a:t>D:/pasar_fix/node_modules/.bun/date-fns@3.6.0/node_modules/date-fns/locale/sr.js</a:t>
            </a:r>
          </a:p>
          <a:p>
            <a:pPr>
              <a:defRPr sz="1200"/>
            </a:pPr>
            <a:r>
              <a:t>D:/pasar_fix/node_modules/.bun/date-fns@3.6.0/node_modules/date-fns/locale/sr.mjs</a:t>
            </a:r>
          </a:p>
          <a:p>
            <a:pPr>
              <a:defRPr sz="1200"/>
            </a:pPr>
            <a:r>
              <a:t>D:/pasar_fix/node_modules/.bun/date-fns@3.6.0/node_modules/date-fns/locale/sv.d.mts</a:t>
            </a:r>
          </a:p>
          <a:p>
            <a:pPr>
              <a:defRPr sz="1200"/>
            </a:pPr>
            <a:r>
              <a:t>D:/pasar_fix/node_modules/.bun/date-fns@3.6.0/node_modules/date-fns/locale/sv.d.ts</a:t>
            </a:r>
          </a:p>
          <a:p>
            <a:pPr>
              <a:defRPr sz="1200"/>
            </a:pPr>
            <a:r>
              <a:t>D:/pasar_fix/node_modules/.bun/date-fns@3.6.0/node_modules/date-fns/locale/sv.js</a:t>
            </a:r>
          </a:p>
          <a:p>
            <a:pPr>
              <a:defRPr sz="1200"/>
            </a:pPr>
            <a:r>
              <a:t>D:/pasar_fix/node_modules/.bun/date-fns@3.6.0/node_modules/date-fns/locale/sv.mjs</a:t>
            </a:r>
          </a:p>
          <a:p>
            <a:pPr>
              <a:defRPr sz="1200"/>
            </a:pPr>
            <a:r>
              <a:t>D:/pasar_fix/node_modules/.bun/date-fns@3.6.0/node_modules/date-fns/locale/ta.d.mts</a:t>
            </a:r>
          </a:p>
          <a:p>
            <a:pPr>
              <a:defRPr sz="1200"/>
            </a:pPr>
            <a:r>
              <a:t>D:/pasar_fix/node_modules/.bun/date-fns@3.6.0/node_modules/date-fns/locale/ta.d.ts</a:t>
            </a:r>
          </a:p>
          <a:p>
            <a:pPr>
              <a:defRPr sz="1200"/>
            </a:pPr>
            <a:r>
              <a:t>D:/pasar_fix/node_modules/.bun/date-fns@3.6.0/node_modules/date-fns/locale/ta.js</a:t>
            </a:r>
          </a:p>
          <a:p>
            <a:pPr>
              <a:defRPr sz="1200"/>
            </a:pPr>
            <a:r>
              <a:t>D:/pasar_fix/node_modules/.bun/date-fns@3.6.0/node_modules/date-fns/locale/ta.mjs</a:t>
            </a:r>
          </a:p>
          <a:p>
            <a:pPr>
              <a:defRPr sz="1200"/>
            </a:pPr>
            <a:r>
              <a:t>D:/pasar_fix/node_modules/.bun/date-fns@3.6.0/node_modules/date-fns/locale/te.d.mts</a:t>
            </a:r>
          </a:p>
          <a:p>
            <a:pPr>
              <a:defRPr sz="1200"/>
            </a:pPr>
            <a:r>
              <a:t>D:/pasar_fix/node_modules/.bun/date-fns@3.6.0/node_modules/date-fns/locale/te.d.ts</a:t>
            </a:r>
          </a:p>
          <a:p>
            <a:pPr>
              <a:defRPr sz="1200"/>
            </a:pPr>
            <a:r>
              <a:t>D:/pasar_fix/node_modules/.bun/date-fns@3.6.0/node_modules/date-fns/locale/te.js</a:t>
            </a:r>
          </a:p>
          <a:p>
            <a:pPr>
              <a:defRPr sz="1200"/>
            </a:pPr>
            <a:r>
              <a:t>D:/pasar_fix/node_modules/.bun/date-fns@3.6.0/node_modules/date-fns/locale/te.mjs</a:t>
            </a:r>
          </a:p>
          <a:p>
            <a:pPr>
              <a:defRPr sz="1200"/>
            </a:pPr>
            <a:r>
              <a:t>D:/pasar_fix/node_modules/.bun/date-fns@3.6.0/node_modules/date-fns/locale/th.d.mts</a:t>
            </a:r>
          </a:p>
          <a:p>
            <a:pPr>
              <a:defRPr sz="1200"/>
            </a:pPr>
            <a:r>
              <a:t>D:/pasar_fix/node_modules/.bun/date-fns@3.6.0/node_modules/date-fns/locale/th.d.ts</a:t>
            </a:r>
          </a:p>
          <a:p>
            <a:pPr>
              <a:defRPr sz="1200"/>
            </a:pPr>
            <a:r>
              <a:t>D:/pasar_fix/node_modules/.bun/date-fns@3.6.0/node_modules/date-fns/locale/th.js</a:t>
            </a:r>
          </a:p>
          <a:p>
            <a:pPr>
              <a:defRPr sz="1200"/>
            </a:pPr>
            <a:r>
              <a:t>D:/pasar_fix/node_modules/.bun/date-fns@3.6.0/node_modules/date-fns/locale/th.mjs</a:t>
            </a:r>
          </a:p>
          <a:p>
            <a:pPr>
              <a:defRPr sz="1200"/>
            </a:pPr>
            <a:r>
              <a:t>D:/pasar_fix/node_modules/.bun/date-fns@3.6.0/node_modules/date-fns/locale/tr.d.mts</a:t>
            </a:r>
          </a:p>
          <a:p>
            <a:pPr>
              <a:defRPr sz="1200"/>
            </a:pPr>
            <a:r>
              <a:t>D:/pasar_fix/node_modules/.bun/date-fns@3.6.0/node_modules/date-fns/locale/tr.d.ts</a:t>
            </a:r>
          </a:p>
          <a:p>
            <a:pPr>
              <a:defRPr sz="1200"/>
            </a:pPr>
            <a:r>
              <a:t>D:/pasar_fix/node_modules/.bun/date-fns@3.6.0/node_modules/date-fns/locale/tr.js</a:t>
            </a:r>
          </a:p>
          <a:p>
            <a:pPr>
              <a:defRPr sz="1200"/>
            </a:pPr>
            <a:r>
              <a:t>D:/pasar_fix/node_modules/.bun/date-fns@3.6.0/node_modules/date-fns/locale/tr.mjs</a:t>
            </a:r>
          </a:p>
          <a:p>
            <a:pPr>
              <a:defRPr sz="1200"/>
            </a:pPr>
            <a:r>
              <a:t>D:/pasar_fix/node_modules/.bun/date-fns@3.6.0/node_modules/date-fns/locale/types.d.mts</a:t>
            </a:r>
          </a:p>
          <a:p>
            <a:pPr>
              <a:defRPr sz="1200"/>
            </a:pPr>
            <a:r>
              <a:t>D:/pasar_fix/node_modules/.bun/date-fns@3.6.0/node_modules/date-fns/locale/types.d.ts</a:t>
            </a:r>
          </a:p>
          <a:p>
            <a:pPr>
              <a:defRPr sz="1200"/>
            </a:pPr>
            <a:r>
              <a:t>D:/pasar_fix/node_modules/.bun/date-fns@3.6.0/node_modules/date-fns/locale/types.js</a:t>
            </a:r>
          </a:p>
          <a:p>
            <a:pPr>
              <a:defRPr sz="1200"/>
            </a:pPr>
            <a:r>
              <a:t>D:/pasar_fix/node_modules/.bun/date-fns@3.6.0/node_modules/date-fns/locale/types.mjs</a:t>
            </a:r>
          </a:p>
          <a:p>
            <a:pPr>
              <a:defRPr sz="1200"/>
            </a:pPr>
            <a:r>
              <a:t>D:/pasar_fix/node_modules/.bun/date-fns@3.6.0/node_modules/date-fns/locale/ug.d.mts</a:t>
            </a:r>
          </a:p>
          <a:p>
            <a:pPr>
              <a:defRPr sz="1200"/>
            </a:pPr>
            <a:r>
              <a:t>D:/pasar_fix/node_modules/.bun/date-fns@3.6.0/node_modules/date-fns/locale/ug.d.ts</a:t>
            </a:r>
          </a:p>
          <a:p>
            <a:pPr>
              <a:defRPr sz="1200"/>
            </a:pPr>
            <a:r>
              <a:t>D:/pasar_fix/node_modules/.bun/date-fns@3.6.0/node_modules/date-fns/locale/ug.js</a:t>
            </a:r>
          </a:p>
          <a:p>
            <a:pPr>
              <a:defRPr sz="1200"/>
            </a:pPr>
            <a:r>
              <a:t>D:/pasar_fix/node_modules/.bun/date-fns@3.6.0/node_modules/date-fns/locale/ug.mjs</a:t>
            </a:r>
          </a:p>
          <a:p>
            <a:pPr>
              <a:defRPr sz="1200"/>
            </a:pPr>
            <a:r>
              <a:t>D:/pasar_fix/node_modules/.bun/date-fns@3.6.0/node_modules/date-fns/locale/uk.d.mts</a:t>
            </a:r>
          </a:p>
          <a:p>
            <a:pPr>
              <a:defRPr sz="1200"/>
            </a:pPr>
            <a:r>
              <a:t>D:/pasar_fix/node_modules/.bun/date-fns@3.6.0/node_modules/date-fns/locale/uk.d.ts</a:t>
            </a:r>
          </a:p>
          <a:p>
            <a:pPr>
              <a:defRPr sz="1200"/>
            </a:pPr>
            <a:r>
              <a:t>D:/pasar_fix/node_modules/.bun/date-fns@3.6.0/node_modules/date-fns/locale/uk.js</a:t>
            </a:r>
          </a:p>
          <a:p>
            <a:pPr>
              <a:defRPr sz="1200"/>
            </a:pPr>
            <a:r>
              <a:t>D:/pasar_fix/node_modules/.bun/date-fns@3.6.0/node_modules/date-fns/locale/uk.mjs</a:t>
            </a:r>
          </a:p>
          <a:p>
            <a:pPr>
              <a:defRPr sz="1200"/>
            </a:pPr>
            <a:r>
              <a:t>D:/pasar_fix/node_modules/.bun/date-fns@3.6.0/node_modules/date-fns/locale/uz-Cyrl.d.mts</a:t>
            </a:r>
          </a:p>
          <a:p>
            <a:pPr>
              <a:defRPr sz="1200"/>
            </a:pPr>
            <a:r>
              <a:t>D:/pasar_fix/node_modules/.bun/date-fns@3.6.0/node_modules/date-fns/locale/uz-Cyrl.d.ts</a:t>
            </a:r>
          </a:p>
          <a:p>
            <a:pPr>
              <a:defRPr sz="1200"/>
            </a:pPr>
            <a:r>
              <a:t>D:/pasar_fix/node_modules/.bun/date-fns@3.6.0/node_modules/date-fns/locale/uz-Cyrl.js</a:t>
            </a:r>
          </a:p>
          <a:p>
            <a:pPr>
              <a:defRPr sz="1200"/>
            </a:pPr>
            <a:r>
              <a:t>D:/pasar_fix/node_modules/.bun/date-fns@3.6.0/node_modules/date-fns/locale/uz-Cyrl.mjs</a:t>
            </a:r>
          </a:p>
          <a:p>
            <a:pPr>
              <a:defRPr sz="1200"/>
            </a:pPr>
            <a:r>
              <a:t>D:/pasar_fix/node_modules/.bun/date-fns@3.6.0/node_modules/date-fns/locale/uz.d.mts</a:t>
            </a:r>
          </a:p>
          <a:p>
            <a:pPr>
              <a:defRPr sz="1200"/>
            </a:pPr>
            <a:r>
              <a:t>D:/pasar_fix/node_modules/.bun/date-fns@3.6.0/node_modules/date-fns/locale/uz.d.ts</a:t>
            </a:r>
          </a:p>
          <a:p>
            <a:pPr>
              <a:defRPr sz="1200"/>
            </a:pPr>
            <a:r>
              <a:t>D:/pasar_fix/node_modules/.bun/date-fns@3.6.0/node_modules/date-fns/locale/uz.js</a:t>
            </a:r>
          </a:p>
          <a:p>
            <a:pPr>
              <a:defRPr sz="1200"/>
            </a:pPr>
            <a:r>
              <a:t>D:/pasar_fix/node_modules/.bun/date-fns@3.6.0/node_modules/date-fns/locale/uz.mjs</a:t>
            </a:r>
          </a:p>
          <a:p>
            <a:pPr>
              <a:defRPr sz="1200"/>
            </a:pPr>
            <a:r>
              <a:t>D:/pasar_fix/node_modules/.bun/date-fns@3.6.0/node_modules/date-fns/locale/vi.d.mts</a:t>
            </a:r>
          </a:p>
          <a:p>
            <a:pPr>
              <a:defRPr sz="1200"/>
            </a:pPr>
            <a:r>
              <a:t>D:/pasar_fix/node_modules/.bun/date-fns@3.6.0/node_modules/date-fns/locale/vi.d.ts</a:t>
            </a:r>
          </a:p>
          <a:p>
            <a:pPr>
              <a:defRPr sz="1200"/>
            </a:pPr>
            <a:r>
              <a:t>D:/pasar_fix/node_modules/.bun/date-fns@3.6.0/node_modules/date-fns/locale/vi.js</a:t>
            </a:r>
          </a:p>
          <a:p>
            <a:pPr>
              <a:defRPr sz="1200"/>
            </a:pPr>
            <a:r>
              <a:t>D:/pasar_fix/node_modules/.bun/date-fns@3.6.0/node_modules/date-fns/locale/vi.mjs</a:t>
            </a:r>
          </a:p>
          <a:p>
            <a:pPr>
              <a:defRPr sz="1200"/>
            </a:pPr>
            <a:r>
              <a:t>D:/pasar_fix/node_modules/.bun/date-fns@3.6.0/node_modules/date-fns/locale/zh-CN.d.mts</a:t>
            </a:r>
          </a:p>
          <a:p>
            <a:pPr>
              <a:defRPr sz="1200"/>
            </a:pPr>
            <a:r>
              <a:t>D:/pasar_fix/node_modules/.bun/date-fns@3.6.0/node_modules/date-fns/locale/zh-CN.d.ts</a:t>
            </a:r>
          </a:p>
          <a:p>
            <a:pPr>
              <a:defRPr sz="1200"/>
            </a:pPr>
            <a:r>
              <a:t>D:/pasar_fix/node_modules/.bun/date-fns@3.6.0/node_modules/date-fns/locale/zh-CN.js</a:t>
            </a:r>
          </a:p>
          <a:p>
            <a:pPr>
              <a:defRPr sz="1200"/>
            </a:pPr>
            <a:r>
              <a:t>D:/pasar_fix/node_modules/.bun/date-fns@3.6.0/node_modules/date-fns/locale/zh-CN.mjs</a:t>
            </a:r>
          </a:p>
          <a:p>
            <a:pPr>
              <a:defRPr sz="1200"/>
            </a:pPr>
            <a:r>
              <a:t>D:/pasar_fix/node_modules/.bun/date-fns@3.6.0/node_modules/date-fns/locale/zh-HK.d.mts</a:t>
            </a:r>
          </a:p>
          <a:p>
            <a:pPr>
              <a:defRPr sz="1200"/>
            </a:pPr>
            <a:r>
              <a:t>D:/pasar_fix/node_modules/.bun/date-fns@3.6.0/node_modules/date-fns/locale/zh-HK.d.ts</a:t>
            </a:r>
          </a:p>
          <a:p>
            <a:pPr>
              <a:defRPr sz="1200"/>
            </a:pPr>
            <a:r>
              <a:t>D:/pasar_fix/node_modules/.bun/date-fns@3.6.0/node_modules/date-fns/locale/zh-HK.js</a:t>
            </a:r>
          </a:p>
          <a:p>
            <a:pPr>
              <a:defRPr sz="1200"/>
            </a:pPr>
            <a:r>
              <a:t>D:/pasar_fix/node_modules/.bun/date-fns@3.6.0/node_modules/date-fns/locale/zh-HK.mjs</a:t>
            </a:r>
          </a:p>
          <a:p>
            <a:pPr>
              <a:defRPr sz="1200"/>
            </a:pPr>
            <a:r>
              <a:t>D:/pasar_fix/node_modules/.bun/date-fns@3.6.0/node_modules/date-fns/locale/zh-TW.d.mts</a:t>
            </a:r>
          </a:p>
          <a:p>
            <a:pPr>
              <a:defRPr sz="1200"/>
            </a:pPr>
            <a:r>
              <a:t>D:/pasar_fix/node_modules/.bun/date-fns@3.6.0/node_modules/date-fns/locale/zh-TW.d.ts</a:t>
            </a:r>
          </a:p>
          <a:p>
            <a:pPr>
              <a:defRPr sz="1200"/>
            </a:pPr>
            <a:r>
              <a:t>D:/pasar_fix/node_modules/.bun/date-fns@3.6.0/node_modules/date-fns/locale/zh-TW.js</a:t>
            </a:r>
          </a:p>
          <a:p>
            <a:pPr>
              <a:defRPr sz="1200"/>
            </a:pPr>
            <a:r>
              <a:t>D:/pasar_fix/node_modules/.bun/date-fns@3.6.0/node_modules/date-fns/locale/zh-TW.mjs</a:t>
            </a:r>
          </a:p>
          <a:p>
            <a:pPr>
              <a:defRPr sz="1200"/>
            </a:pPr>
            <a:r>
              <a:t>D:/pasar_fix/node_modules/.bun/date-fns@3.6.0/node_modules/date-fns/locale/af/cdn.js</a:t>
            </a:r>
          </a:p>
          <a:p>
            <a:pPr>
              <a:defRPr sz="1200"/>
            </a:pPr>
            <a:r>
              <a:t>D:/pasar_fix/node_modules/.bun/date-fns@3.6.0/node_modules/date-fns/locale/af/cdn.js.map</a:t>
            </a:r>
          </a:p>
          <a:p>
            <a:pPr>
              <a:defRPr sz="1200"/>
            </a:pPr>
            <a:r>
              <a:t>D:/pasar_fix/node_modules/.bun/date-fns@3.6.0/node_modules/date-fns/locale/af/cdn.min.js</a:t>
            </a:r>
          </a:p>
          <a:p>
            <a:pPr>
              <a:defRPr sz="1200"/>
            </a:pPr>
            <a:r>
              <a:t>D:/pasar_fix/node_modules/.bun/date-fns@3.6.0/node_modules/date-fns/locale/af/cdn.min.js.map</a:t>
            </a:r>
          </a:p>
          <a:p>
            <a:pPr>
              <a:defRPr sz="1200"/>
            </a:pPr>
            <a:r>
              <a:t>D:/pasar_fix/node_modules/.bun/date-fns@3.6.0/node_modules/date-fns/locale/af/_lib/formatDistance.d.mts</a:t>
            </a:r>
          </a:p>
          <a:p>
            <a:pPr>
              <a:defRPr sz="1200"/>
            </a:pPr>
            <a:r>
              <a:t>D:/pasar_fix/node_modules/.bun/date-fns@3.6.0/node_modules/date-fns/locale/af/_lib/formatDistance.d.ts</a:t>
            </a:r>
          </a:p>
          <a:p>
            <a:pPr>
              <a:defRPr sz="1200"/>
            </a:pPr>
            <a:r>
              <a:t>D:/pasar_fix/node_modules/.bun/date-fns@3.6.0/node_modules/date-fns/locale/af/_lib/formatDistance.js</a:t>
            </a:r>
          </a:p>
          <a:p>
            <a:pPr>
              <a:defRPr sz="1200"/>
            </a:pPr>
            <a:r>
              <a:t>D:/pasar_fix/node_modules/.bun/date-fns@3.6.0/node_modules/date-fns/locale/af/_lib/formatDistance.mjs</a:t>
            </a:r>
          </a:p>
          <a:p>
            <a:pPr>
              <a:defRPr sz="1200"/>
            </a:pPr>
            <a:r>
              <a:t>D:/pasar_fix/node_modules/.bun/date-fns@3.6.0/node_modules/date-fns/locale/af/_lib/formatLong.d.mts</a:t>
            </a:r>
          </a:p>
          <a:p>
            <a:pPr>
              <a:defRPr sz="1200"/>
            </a:pPr>
            <a:r>
              <a:t>D:/pasar_fix/node_modules/.bun/date-fns@3.6.0/node_modules/date-fns/locale/af/_lib/formatLong.d.ts</a:t>
            </a:r>
          </a:p>
          <a:p>
            <a:pPr>
              <a:defRPr sz="1200"/>
            </a:pPr>
            <a:r>
              <a:t>D:/pasar_fix/node_modules/.bun/date-fns@3.6.0/node_modules/date-fns/locale/af/_lib/formatLong.js</a:t>
            </a:r>
          </a:p>
          <a:p>
            <a:pPr>
              <a:defRPr sz="1200"/>
            </a:pPr>
            <a:r>
              <a:t>D:/pasar_fix/node_modules/.bun/date-fns@3.6.0/node_modules/date-fns/locale/af/_lib/formatLong.mjs</a:t>
            </a:r>
          </a:p>
          <a:p>
            <a:pPr>
              <a:defRPr sz="1200"/>
            </a:pPr>
            <a:r>
              <a:t>D:/pasar_fix/node_modules/.bun/date-fns@3.6.0/node_modules/date-fns/locale/af/_lib/formatRelative.d.mts</a:t>
            </a:r>
          </a:p>
          <a:p>
            <a:pPr>
              <a:defRPr sz="1200"/>
            </a:pPr>
            <a:r>
              <a:t>D:/pasar_fix/node_modules/.bun/date-fns@3.6.0/node_modules/date-fns/locale/af/_lib/formatRelative.d.ts</a:t>
            </a:r>
          </a:p>
          <a:p>
            <a:pPr>
              <a:defRPr sz="1200"/>
            </a:pPr>
            <a:r>
              <a:t>D:/pasar_fix/node_modules/.bun/date-fns@3.6.0/node_modules/date-fns/locale/af/_lib/formatRelative.js</a:t>
            </a:r>
          </a:p>
          <a:p>
            <a:pPr>
              <a:defRPr sz="1200"/>
            </a:pPr>
            <a:r>
              <a:t>D:/pasar_fix/node_modules/.bun/date-fns@3.6.0/node_modules/date-fns/locale/af/_lib/formatRelative.mjs</a:t>
            </a:r>
          </a:p>
          <a:p>
            <a:pPr>
              <a:defRPr sz="1200"/>
            </a:pPr>
            <a:r>
              <a:t>D:/pasar_fix/node_modules/.bun/date-fns@3.6.0/node_modules/date-fns/locale/af/_lib/localize.d.mts</a:t>
            </a:r>
          </a:p>
          <a:p>
            <a:pPr>
              <a:defRPr sz="1200"/>
            </a:pPr>
            <a:r>
              <a:t>D:/pasar_fix/node_modules/.bun/date-fns@3.6.0/node_modules/date-fns/locale/af/_lib/localize.d.ts</a:t>
            </a:r>
          </a:p>
          <a:p>
            <a:pPr>
              <a:defRPr sz="1200"/>
            </a:pPr>
            <a:r>
              <a:t>D:/pasar_fix/node_modules/.bun/date-fns@3.6.0/node_modules/date-fns/locale/af/_lib/localize.js</a:t>
            </a:r>
          </a:p>
          <a:p>
            <a:pPr>
              <a:defRPr sz="1200"/>
            </a:pPr>
            <a:r>
              <a:t>D:/pasar_fix/node_modules/.bun/date-fns@3.6.0/node_modules/date-fns/locale/af/_lib/localize.mjs</a:t>
            </a:r>
          </a:p>
          <a:p>
            <a:pPr>
              <a:defRPr sz="1200"/>
            </a:pPr>
            <a:r>
              <a:t>D:/pasar_fix/node_modules/.bun/date-fns@3.6.0/node_modules/date-fns/locale/af/_lib/match.d.mts</a:t>
            </a:r>
          </a:p>
          <a:p>
            <a:pPr>
              <a:defRPr sz="1200"/>
            </a:pPr>
            <a:r>
              <a:t>D:/pasar_fix/node_modules/.bun/date-fns@3.6.0/node_modules/date-fns/locale/af/_lib/match.d.ts</a:t>
            </a:r>
          </a:p>
          <a:p>
            <a:pPr>
              <a:defRPr sz="1200"/>
            </a:pPr>
            <a:r>
              <a:t>D:/pasar_fix/node_modules/.bun/date-fns@3.6.0/node_modules/date-fns/locale/af/_lib/match.js</a:t>
            </a:r>
          </a:p>
          <a:p>
            <a:pPr>
              <a:defRPr sz="1200"/>
            </a:pPr>
            <a:r>
              <a:t>D:/pasar_fix/node_modules/.bun/date-fns@3.6.0/node_modules/date-fns/locale/af/_lib/match.mjs</a:t>
            </a:r>
          </a:p>
          <a:p>
            <a:pPr>
              <a:defRPr sz="1200"/>
            </a:pPr>
            <a:r>
              <a:t>D:/pasar_fix/node_modules/.bun/date-fns@3.6.0/node_modules/date-fns/locale/ar/cdn.js</a:t>
            </a:r>
          </a:p>
          <a:p>
            <a:pPr>
              <a:defRPr sz="1200"/>
            </a:pPr>
            <a:r>
              <a:t>D:/pasar_fix/node_modules/.bun/date-fns@3.6.0/node_modules/date-fns/locale/ar/cdn.js.map</a:t>
            </a:r>
          </a:p>
          <a:p>
            <a:pPr>
              <a:defRPr sz="1200"/>
            </a:pPr>
            <a:r>
              <a:t>D:/pasar_fix/node_modules/.bun/date-fns@3.6.0/node_modules/date-fns/locale/ar/cdn.min.js</a:t>
            </a:r>
          </a:p>
          <a:p>
            <a:pPr>
              <a:defRPr sz="1200"/>
            </a:pPr>
            <a:r>
              <a:t>D:/pasar_fix/node_modules/.bun/date-fns@3.6.0/node_modules/date-fns/locale/ar/cdn.min.js.map</a:t>
            </a:r>
          </a:p>
          <a:p>
            <a:pPr>
              <a:defRPr sz="1200"/>
            </a:pPr>
            <a:r>
              <a:t>D:/pasar_fix/node_modules/.bun/date-fns@3.6.0/node_modules/date-fns/locale/ar/_lib/formatDistance.d.mts</a:t>
            </a:r>
          </a:p>
          <a:p>
            <a:pPr>
              <a:defRPr sz="1200"/>
            </a:pPr>
            <a:r>
              <a:t>D:/pasar_fix/node_modules/.bun/date-fns@3.6.0/node_modules/date-fns/locale/ar/_lib/formatDistance.d.ts</a:t>
            </a:r>
          </a:p>
          <a:p>
            <a:pPr>
              <a:defRPr sz="1200"/>
            </a:pPr>
            <a:r>
              <a:t>D:/pasar_fix/node_modules/.bun/date-fns@3.6.0/node_modules/date-fns/locale/ar/_lib/formatDistance.js</a:t>
            </a:r>
          </a:p>
          <a:p>
            <a:pPr>
              <a:defRPr sz="1200"/>
            </a:pPr>
            <a:r>
              <a:t>D:/pasar_fix/node_modules/.bun/date-fns@3.6.0/node_modules/date-fns/locale/ar/_lib/formatDistance.mjs</a:t>
            </a:r>
          </a:p>
          <a:p>
            <a:pPr>
              <a:defRPr sz="1200"/>
            </a:pPr>
            <a:r>
              <a:t>D:/pasar_fix/node_modules/.bun/date-fns@3.6.0/node_modules/date-fns/locale/ar/_lib/formatLong.d.mts</a:t>
            </a:r>
          </a:p>
          <a:p>
            <a:pPr>
              <a:defRPr sz="1200"/>
            </a:pPr>
            <a:r>
              <a:t>D:/pasar_fix/node_modules/.bun/date-fns@3.6.0/node_modules/date-fns/locale/ar/_lib/formatLong.d.ts</a:t>
            </a:r>
          </a:p>
          <a:p>
            <a:pPr>
              <a:defRPr sz="1200"/>
            </a:pPr>
            <a:r>
              <a:t>D:/pasar_fix/node_modules/.bun/date-fns@3.6.0/node_modules/date-fns/locale/ar/_lib/formatLong.js</a:t>
            </a:r>
          </a:p>
          <a:p>
            <a:pPr>
              <a:defRPr sz="1200"/>
            </a:pPr>
            <a:r>
              <a:t>D:/pasar_fix/node_modules/.bun/date-fns@3.6.0/node_modules/date-fns/locale/ar/_lib/formatLong.mjs</a:t>
            </a:r>
          </a:p>
          <a:p>
            <a:pPr>
              <a:defRPr sz="1200"/>
            </a:pPr>
            <a:r>
              <a:t>D:/pasar_fix/node_modules/.bun/date-fns@3.6.0/node_modules/date-fns/locale/ar/_lib/formatRelative.d.mts</a:t>
            </a:r>
          </a:p>
          <a:p>
            <a:pPr>
              <a:defRPr sz="1200"/>
            </a:pPr>
            <a:r>
              <a:t>D:/pasar_fix/node_modules/.bun/date-fns@3.6.0/node_modules/date-fns/locale/ar/_lib/formatRelative.d.ts</a:t>
            </a:r>
          </a:p>
          <a:p>
            <a:pPr>
              <a:defRPr sz="1200"/>
            </a:pPr>
            <a:r>
              <a:t>D:/pasar_fix/node_modules/.bun/date-fns@3.6.0/node_modules/date-fns/locale/ar/_lib/formatRelative.js</a:t>
            </a:r>
          </a:p>
          <a:p>
            <a:pPr>
              <a:defRPr sz="1200"/>
            </a:pPr>
            <a:r>
              <a:t>D:/pasar_fix/node_modules/.bun/date-fns@3.6.0/node_modules/date-fns/locale/ar/_lib/formatRelative.mjs</a:t>
            </a:r>
          </a:p>
          <a:p>
            <a:pPr>
              <a:defRPr sz="1200"/>
            </a:pPr>
            <a:r>
              <a:t>D:/pasar_fix/node_modules/.bun/date-fns@3.6.0/node_modules/date-fns/locale/ar/_lib/localize.d.mts</a:t>
            </a:r>
          </a:p>
          <a:p>
            <a:pPr>
              <a:defRPr sz="1200"/>
            </a:pPr>
            <a:r>
              <a:t>D:/pasar_fix/node_modules/.bun/date-fns@3.6.0/node_modules/date-fns/locale/ar/_lib/localize.d.ts</a:t>
            </a:r>
          </a:p>
          <a:p>
            <a:pPr>
              <a:defRPr sz="1200"/>
            </a:pPr>
            <a:r>
              <a:t>D:/pasar_fix/node_modules/.bun/date-fns@3.6.0/node_modules/date-fns/locale/ar/_lib/localize.js</a:t>
            </a:r>
          </a:p>
          <a:p>
            <a:pPr>
              <a:defRPr sz="1200"/>
            </a:pPr>
            <a:r>
              <a:t>D:/pasar_fix/node_modules/.bun/date-fns@3.6.0/node_modules/date-fns/locale/ar/_lib/localize.mjs</a:t>
            </a:r>
          </a:p>
          <a:p>
            <a:pPr>
              <a:defRPr sz="1200"/>
            </a:pPr>
            <a:r>
              <a:t>D:/pasar_fix/node_modules/.bun/date-fns@3.6.0/node_modules/date-fns/locale/ar/_lib/match.d.mts</a:t>
            </a:r>
          </a:p>
          <a:p>
            <a:pPr>
              <a:defRPr sz="1200"/>
            </a:pPr>
            <a:r>
              <a:t>D:/pasar_fix/node_modules/.bun/date-fns@3.6.0/node_modules/date-fns/locale/ar/_lib/match.d.ts</a:t>
            </a:r>
          </a:p>
          <a:p>
            <a:pPr>
              <a:defRPr sz="1200"/>
            </a:pPr>
            <a:r>
              <a:t>D:/pasar_fix/node_modules/.bun/date-fns@3.6.0/node_modules/date-fns/locale/ar/_lib/match.js</a:t>
            </a:r>
          </a:p>
          <a:p>
            <a:pPr>
              <a:defRPr sz="1200"/>
            </a:pPr>
            <a:r>
              <a:t>D:/pasar_fix/node_modules/.bun/date-fns@3.6.0/node_modules/date-fns/locale/ar/_lib/match.mjs</a:t>
            </a:r>
          </a:p>
          <a:p>
            <a:pPr>
              <a:defRPr sz="1200"/>
            </a:pPr>
            <a:r>
              <a:t>D:/pasar_fix/node_modules/.bun/date-fns@3.6.0/node_modules/date-fns/locale/ar-DZ/cdn.js</a:t>
            </a:r>
          </a:p>
          <a:p>
            <a:pPr>
              <a:defRPr sz="1200"/>
            </a:pPr>
            <a:r>
              <a:t>D:/pasar_fix/node_modules/.bun/date-fns@3.6.0/node_modules/date-fns/locale/ar-DZ/cdn.js.map</a:t>
            </a:r>
          </a:p>
          <a:p>
            <a:pPr>
              <a:defRPr sz="1200"/>
            </a:pPr>
            <a:r>
              <a:t>D:/pasar_fix/node_modules/.bun/date-fns@3.6.0/node_modules/date-fns/locale/ar-DZ/cdn.min.js</a:t>
            </a:r>
          </a:p>
          <a:p>
            <a:pPr>
              <a:defRPr sz="1200"/>
            </a:pPr>
            <a:r>
              <a:t>D:/pasar_fix/node_modules/.bun/date-fns@3.6.0/node_modules/date-fns/locale/ar-DZ/cdn.min.js.map</a:t>
            </a:r>
          </a:p>
          <a:p>
            <a:pPr>
              <a:defRPr sz="1200"/>
            </a:pPr>
            <a:r>
              <a:t>D:/pasar_fix/node_modules/.bun/date-fns@3.6.0/node_modules/date-fns/locale/ar-DZ/_lib/formatDistance.d.mts</a:t>
            </a:r>
          </a:p>
          <a:p>
            <a:pPr>
              <a:defRPr sz="1200"/>
            </a:pPr>
            <a:r>
              <a:t>D:/pasar_fix/node_modules/.bun/date-fns@3.6.0/node_modules/date-fns/locale/ar-DZ/_lib/formatDistance.d.ts</a:t>
            </a:r>
          </a:p>
          <a:p>
            <a:pPr>
              <a:defRPr sz="1200"/>
            </a:pPr>
            <a:r>
              <a:t>D:/pasar_fix/node_modules/.bun/date-fns@3.6.0/node_modules/date-fns/locale/ar-DZ/_lib/formatDistance.js</a:t>
            </a:r>
          </a:p>
          <a:p>
            <a:pPr>
              <a:defRPr sz="1200"/>
            </a:pPr>
            <a:r>
              <a:t>D:/pasar_fix/node_modules/.bun/date-fns@3.6.0/node_modules/date-fns/locale/ar-DZ/_lib/formatDistance.mjs</a:t>
            </a:r>
          </a:p>
          <a:p>
            <a:pPr>
              <a:defRPr sz="1200"/>
            </a:pPr>
            <a:r>
              <a:t>D:/pasar_fix/node_modules/.bun/date-fns@3.6.0/node_modules/date-fns/locale/ar-DZ/_lib/formatLong.d.mts</a:t>
            </a:r>
          </a:p>
          <a:p>
            <a:pPr>
              <a:defRPr sz="1200"/>
            </a:pPr>
            <a:r>
              <a:t>D:/pasar_fix/node_modules/.bun/date-fns@3.6.0/node_modules/date-fns/locale/ar-DZ/_lib/formatLong.d.ts</a:t>
            </a:r>
          </a:p>
          <a:p>
            <a:pPr>
              <a:defRPr sz="1200"/>
            </a:pPr>
            <a:r>
              <a:t>D:/pasar_fix/node_modules/.bun/date-fns@3.6.0/node_modules/date-fns/locale/ar-DZ/_lib/formatLong.js</a:t>
            </a:r>
          </a:p>
          <a:p>
            <a:pPr>
              <a:defRPr sz="1200"/>
            </a:pPr>
            <a:r>
              <a:t>D:/pasar_fix/node_modules/.bun/date-fns@3.6.0/node_modules/date-fns/locale/ar-DZ/_lib/formatLong.mjs</a:t>
            </a:r>
          </a:p>
          <a:p>
            <a:pPr>
              <a:defRPr sz="1200"/>
            </a:pPr>
            <a:r>
              <a:t>D:/pasar_fix/node_modules/.bun/date-fns@3.6.0/node_modules/date-fns/locale/ar-DZ/_lib/formatRelative.d.mts</a:t>
            </a:r>
          </a:p>
          <a:p>
            <a:pPr>
              <a:defRPr sz="1200"/>
            </a:pPr>
            <a:r>
              <a:t>D:/pasar_fix/node_modules/.bun/date-fns@3.6.0/node_modules/date-fns/locale/ar-DZ/_lib/formatRelative.d.ts</a:t>
            </a:r>
          </a:p>
          <a:p>
            <a:pPr>
              <a:defRPr sz="1200"/>
            </a:pPr>
            <a:r>
              <a:t>D:/pasar_fix/node_modules/.bun/date-fns@3.6.0/node_modules/date-fns/locale/ar-DZ/_lib/formatRelative.js</a:t>
            </a:r>
          </a:p>
          <a:p>
            <a:pPr>
              <a:defRPr sz="1200"/>
            </a:pPr>
            <a:r>
              <a:t>D:/pasar_fix/node_modules/.bun/date-fns@3.6.0/node_modules/date-fns/locale/ar-DZ/_lib/formatRelative.mjs</a:t>
            </a:r>
          </a:p>
          <a:p>
            <a:pPr>
              <a:defRPr sz="1200"/>
            </a:pPr>
            <a:r>
              <a:t>D:/pasar_fix/node_modules/.bun/date-fns@3.6.0/node_modules/date-fns/locale/ar-DZ/_lib/localize.d.mts</a:t>
            </a:r>
          </a:p>
          <a:p>
            <a:pPr>
              <a:defRPr sz="1200"/>
            </a:pPr>
            <a:r>
              <a:t>D:/pasar_fix/node_modules/.bun/date-fns@3.6.0/node_modules/date-fns/locale/ar-DZ/_lib/localize.d.ts</a:t>
            </a:r>
          </a:p>
          <a:p>
            <a:pPr>
              <a:defRPr sz="1200"/>
            </a:pPr>
            <a:r>
              <a:t>D:/pasar_fix/node_modules/.bun/date-fns@3.6.0/node_modules/date-fns/locale/ar-DZ/_lib/localize.js</a:t>
            </a:r>
          </a:p>
          <a:p>
            <a:pPr>
              <a:defRPr sz="1200"/>
            </a:pPr>
            <a:r>
              <a:t>D:/pasar_fix/node_modules/.bun/date-fns@3.6.0/node_modules/date-fns/locale/ar-DZ/_lib/localize.mjs</a:t>
            </a:r>
          </a:p>
          <a:p>
            <a:pPr>
              <a:defRPr sz="1200"/>
            </a:pPr>
            <a:r>
              <a:t>D:/pasar_fix/node_modules/.bun/date-fns@3.6.0/node_modules/date-fns/locale/ar-DZ/_lib/match.d.mts</a:t>
            </a:r>
          </a:p>
          <a:p>
            <a:pPr>
              <a:defRPr sz="1200"/>
            </a:pPr>
            <a:r>
              <a:t>D:/pasar_fix/node_modules/.bun/date-fns@3.6.0/node_modules/date-fns/locale/ar-DZ/_lib/match.d.ts</a:t>
            </a:r>
          </a:p>
          <a:p>
            <a:pPr>
              <a:defRPr sz="1200"/>
            </a:pPr>
            <a:r>
              <a:t>D:/pasar_fix/node_modules/.bun/date-fns@3.6.0/node_modules/date-fns/locale/ar-DZ/_lib/match.js</a:t>
            </a:r>
          </a:p>
          <a:p>
            <a:pPr>
              <a:defRPr sz="1200"/>
            </a:pPr>
            <a:r>
              <a:t>D:/pasar_fix/node_modules/.bun/date-fns@3.6.0/node_modules/date-fns/locale/ar-DZ/_lib/match.mjs</a:t>
            </a:r>
          </a:p>
          <a:p>
            <a:pPr>
              <a:defRPr sz="1200"/>
            </a:pPr>
            <a:r>
              <a:t>D:/pasar_fix/node_modules/.bun/date-fns@3.6.0/node_modules/date-fns/locale/ar-EG/cdn.js</a:t>
            </a:r>
          </a:p>
          <a:p>
            <a:pPr>
              <a:defRPr sz="1200"/>
            </a:pPr>
            <a:r>
              <a:t>D:/pasar_fix/node_modules/.bun/date-fns@3.6.0/node_modules/date-fns/locale/ar-EG/cdn.js.map</a:t>
            </a:r>
          </a:p>
          <a:p>
            <a:pPr>
              <a:defRPr sz="1200"/>
            </a:pPr>
            <a:r>
              <a:t>D:/pasar_fix/node_modules/.bun/date-fns@3.6.0/node_modules/date-fns/locale/ar-EG/cdn.min.js</a:t>
            </a:r>
          </a:p>
          <a:p>
            <a:pPr>
              <a:defRPr sz="1200"/>
            </a:pPr>
            <a:r>
              <a:t>D:/pasar_fix/node_modules/.bun/date-fns@3.6.0/node_modules/date-fns/locale/ar-EG/cdn.min.js.map</a:t>
            </a:r>
          </a:p>
          <a:p>
            <a:pPr>
              <a:defRPr sz="1200"/>
            </a:pPr>
            <a:r>
              <a:t>D:/pasar_fix/node_modules/.bun/date-fns@3.6.0/node_modules/date-fns/locale/ar-EG/_lib/formatDistance.d.mts</a:t>
            </a:r>
          </a:p>
          <a:p>
            <a:pPr>
              <a:defRPr sz="1200"/>
            </a:pPr>
            <a:r>
              <a:t>D:/pasar_fix/node_modules/.bun/date-fns@3.6.0/node_modules/date-fns/locale/ar-EG/_lib/formatDistance.d.ts</a:t>
            </a:r>
          </a:p>
          <a:p>
            <a:pPr>
              <a:defRPr sz="1200"/>
            </a:pPr>
            <a:r>
              <a:t>D:/pasar_fix/node_modules/.bun/date-fns@3.6.0/node_modules/date-fns/locale/ar-EG/_lib/formatDistance.js</a:t>
            </a:r>
          </a:p>
          <a:p>
            <a:pPr>
              <a:defRPr sz="1200"/>
            </a:pPr>
            <a:r>
              <a:t>D:/pasar_fix/node_modules/.bun/date-fns@3.6.0/node_modules/date-fns/locale/ar-EG/_lib/formatDistance.mjs</a:t>
            </a:r>
          </a:p>
          <a:p>
            <a:pPr>
              <a:defRPr sz="1200"/>
            </a:pPr>
            <a:r>
              <a:t>D:/pasar_fix/node_modules/.bun/date-fns@3.6.0/node_modules/date-fns/locale/ar-EG/_lib/formatLong.d.mts</a:t>
            </a:r>
          </a:p>
          <a:p>
            <a:pPr>
              <a:defRPr sz="1200"/>
            </a:pPr>
            <a:r>
              <a:t>D:/pasar_fix/node_modules/.bun/date-fns@3.6.0/node_modules/date-fns/locale/ar-EG/_lib/formatLong.d.ts</a:t>
            </a:r>
          </a:p>
          <a:p>
            <a:pPr>
              <a:defRPr sz="1200"/>
            </a:pPr>
            <a:r>
              <a:t>D:/pasar_fix/node_modules/.bun/date-fns@3.6.0/node_modules/date-fns/locale/ar-EG/_lib/formatLong.js</a:t>
            </a:r>
          </a:p>
          <a:p>
            <a:pPr>
              <a:defRPr sz="1200"/>
            </a:pPr>
            <a:r>
              <a:t>D:/pasar_fix/node_modules/.bun/date-fns@3.6.0/node_modules/date-fns/locale/ar-EG/_lib/formatLong.mjs</a:t>
            </a:r>
          </a:p>
          <a:p>
            <a:pPr>
              <a:defRPr sz="1200"/>
            </a:pPr>
            <a:r>
              <a:t>D:/pasar_fix/node_modules/.bun/date-fns@3.6.0/node_modules/date-fns/locale/ar-EG/_lib/formatRelative.d.mts</a:t>
            </a:r>
          </a:p>
          <a:p>
            <a:pPr>
              <a:defRPr sz="1200"/>
            </a:pPr>
            <a:r>
              <a:t>D:/pasar_fix/node_modules/.bun/date-fns@3.6.0/node_modules/date-fns/locale/ar-EG/_lib/formatRelative.d.ts</a:t>
            </a:r>
          </a:p>
          <a:p>
            <a:pPr>
              <a:defRPr sz="1200"/>
            </a:pPr>
            <a:r>
              <a:t>D:/pasar_fix/node_modules/.bun/date-fns@3.6.0/node_modules/date-fns/locale/ar-EG/_lib/formatRelative.js</a:t>
            </a:r>
          </a:p>
          <a:p>
            <a:pPr>
              <a:defRPr sz="1200"/>
            </a:pPr>
            <a:r>
              <a:t>D:/pasar_fix/node_modules/.bun/date-fns@3.6.0/node_modules/date-fns/locale/ar-EG/_lib/formatRelative.mjs</a:t>
            </a:r>
          </a:p>
          <a:p>
            <a:pPr>
              <a:defRPr sz="1200"/>
            </a:pPr>
            <a:r>
              <a:t>D:/pasar_fix/node_modules/.bun/date-fns@3.6.0/node_modules/date-fns/locale/ar-EG/_lib/localize.d.mts</a:t>
            </a:r>
          </a:p>
          <a:p>
            <a:pPr>
              <a:defRPr sz="1200"/>
            </a:pPr>
            <a:r>
              <a:t>D:/pasar_fix/node_modules/.bun/date-fns@3.6.0/node_modules/date-fns/locale/ar-EG/_lib/localize.d.ts</a:t>
            </a:r>
          </a:p>
          <a:p>
            <a:pPr>
              <a:defRPr sz="1200"/>
            </a:pPr>
            <a:r>
              <a:t>D:/pasar_fix/node_modules/.bun/date-fns@3.6.0/node_modules/date-fns/locale/ar-EG/_lib/localize.js</a:t>
            </a:r>
          </a:p>
          <a:p>
            <a:pPr>
              <a:defRPr sz="1200"/>
            </a:pPr>
            <a:r>
              <a:t>D:/pasar_fix/node_modules/.bun/date-fns@3.6.0/node_modules/date-fns/locale/ar-EG/_lib/localize.mjs</a:t>
            </a:r>
          </a:p>
          <a:p>
            <a:pPr>
              <a:defRPr sz="1200"/>
            </a:pPr>
            <a:r>
              <a:t>D:/pasar_fix/node_modules/.bun/date-fns@3.6.0/node_modules/date-fns/locale/ar-EG/_lib/match.d.mts</a:t>
            </a:r>
          </a:p>
          <a:p>
            <a:pPr>
              <a:defRPr sz="1200"/>
            </a:pPr>
            <a:r>
              <a:t>D:/pasar_fix/node_modules/.bun/date-fns@3.6.0/node_modules/date-fns/locale/ar-EG/_lib/match.d.ts</a:t>
            </a:r>
          </a:p>
          <a:p>
            <a:pPr>
              <a:defRPr sz="1200"/>
            </a:pPr>
            <a:r>
              <a:t>D:/pasar_fix/node_modules/.bun/date-fns@3.6.0/node_modules/date-fns/locale/ar-EG/_lib/match.js</a:t>
            </a:r>
          </a:p>
          <a:p>
            <a:pPr>
              <a:defRPr sz="1200"/>
            </a:pPr>
            <a:r>
              <a:t>D:/pasar_fix/node_modules/.bun/date-fns@3.6.0/node_modules/date-fns/locale/ar-EG/_lib/match.mjs</a:t>
            </a:r>
          </a:p>
          <a:p>
            <a:pPr>
              <a:defRPr sz="1200"/>
            </a:pPr>
            <a:r>
              <a:t>D:/pasar_fix/node_modules/.bun/date-fns@3.6.0/node_modules/date-fns/locale/ar-MA/cdn.js</a:t>
            </a:r>
          </a:p>
          <a:p>
            <a:pPr>
              <a:defRPr sz="1200"/>
            </a:pPr>
            <a:r>
              <a:t>D:/pasar_fix/node_modules/.bun/date-fns@3.6.0/node_modules/date-fns/locale/ar-MA/cdn.js.map</a:t>
            </a:r>
          </a:p>
          <a:p>
            <a:pPr>
              <a:defRPr sz="1200"/>
            </a:pPr>
            <a:r>
              <a:t>D:/pasar_fix/node_modules/.bun/date-fns@3.6.0/node_modules/date-fns/locale/ar-MA/cdn.min.js</a:t>
            </a:r>
          </a:p>
          <a:p>
            <a:pPr>
              <a:defRPr sz="1200"/>
            </a:pPr>
            <a:r>
              <a:t>D:/pasar_fix/node_modules/.bun/date-fns@3.6.0/node_modules/date-fns/locale/ar-MA/cdn.min.js.map</a:t>
            </a:r>
          </a:p>
          <a:p>
            <a:pPr>
              <a:defRPr sz="1200"/>
            </a:pPr>
            <a:r>
              <a:t>D:/pasar_fix/node_modules/.bun/date-fns@3.6.0/node_modules/date-fns/locale/ar-MA/_lib/formatDistance.d.mts</a:t>
            </a:r>
          </a:p>
          <a:p>
            <a:pPr>
              <a:defRPr sz="1200"/>
            </a:pPr>
            <a:r>
              <a:t>D:/pasar_fix/node_modules/.bun/date-fns@3.6.0/node_modules/date-fns/locale/ar-MA/_lib/formatDistance.d.ts</a:t>
            </a:r>
          </a:p>
          <a:p>
            <a:pPr>
              <a:defRPr sz="1200"/>
            </a:pPr>
            <a:r>
              <a:t>D:/pasar_fix/node_modules/.bun/date-fns@3.6.0/node_modules/date-fns/locale/ar-MA/_lib/formatDistance.js</a:t>
            </a:r>
          </a:p>
          <a:p>
            <a:pPr>
              <a:defRPr sz="1200"/>
            </a:pPr>
            <a:r>
              <a:t>D:/pasar_fix/node_modules/.bun/date-fns@3.6.0/node_modules/date-fns/locale/ar-MA/_lib/formatDistance.mjs</a:t>
            </a:r>
          </a:p>
          <a:p>
            <a:pPr>
              <a:defRPr sz="1200"/>
            </a:pPr>
            <a:r>
              <a:t>D:/pasar_fix/node_modules/.bun/date-fns@3.6.0/node_modules/date-fns/locale/ar-MA/_lib/formatLong.d.mts</a:t>
            </a:r>
          </a:p>
          <a:p>
            <a:pPr>
              <a:defRPr sz="1200"/>
            </a:pPr>
            <a:r>
              <a:t>D:/pasar_fix/node_modules/.bun/date-fns@3.6.0/node_modules/date-fns/locale/ar-MA/_lib/formatLong.d.ts</a:t>
            </a:r>
          </a:p>
          <a:p>
            <a:pPr>
              <a:defRPr sz="1200"/>
            </a:pPr>
            <a:r>
              <a:t>D:/pasar_fix/node_modules/.bun/date-fns@3.6.0/node_modules/date-fns/locale/ar-MA/_lib/formatLong.js</a:t>
            </a:r>
          </a:p>
          <a:p>
            <a:pPr>
              <a:defRPr sz="1200"/>
            </a:pPr>
            <a:r>
              <a:t>D:/pasar_fix/node_modules/.bun/date-fns@3.6.0/node_modules/date-fns/locale/ar-MA/_lib/formatLong.mjs</a:t>
            </a:r>
          </a:p>
          <a:p>
            <a:pPr>
              <a:defRPr sz="1200"/>
            </a:pPr>
            <a:r>
              <a:t>D:/pasar_fix/node_modules/.bun/date-fns@3.6.0/node_modules/date-fns/locale/ar-MA/_lib/formatRelative.d.mts</a:t>
            </a:r>
          </a:p>
          <a:p>
            <a:pPr>
              <a:defRPr sz="1200"/>
            </a:pPr>
            <a:r>
              <a:t>D:/pasar_fix/node_modules/.bun/date-fns@3.6.0/node_modules/date-fns/locale/ar-MA/_lib/formatRelative.d.ts</a:t>
            </a:r>
          </a:p>
          <a:p>
            <a:pPr>
              <a:defRPr sz="1200"/>
            </a:pPr>
            <a:r>
              <a:t>D:/pasar_fix/node_modules/.bun/date-fns@3.6.0/node_modules/date-fns/locale/ar-MA/_lib/formatRelative.js</a:t>
            </a:r>
          </a:p>
          <a:p>
            <a:pPr>
              <a:defRPr sz="1200"/>
            </a:pPr>
            <a:r>
              <a:t>D:/pasar_fix/node_modules/.bun/date-fns@3.6.0/node_modules/date-fns/locale/ar-MA/_lib/formatRelative.mjs</a:t>
            </a:r>
          </a:p>
          <a:p>
            <a:pPr>
              <a:defRPr sz="1200"/>
            </a:pPr>
            <a:r>
              <a:t>D:/pasar_fix/node_modules/.bun/date-fns@3.6.0/node_modules/date-fns/locale/ar-MA/_lib/localize.d.mts</a:t>
            </a:r>
          </a:p>
          <a:p>
            <a:pPr>
              <a:defRPr sz="1200"/>
            </a:pPr>
            <a:r>
              <a:t>D:/pasar_fix/node_modules/.bun/date-fns@3.6.0/node_modules/date-fns/locale/ar-MA/_lib/localize.d.ts</a:t>
            </a:r>
          </a:p>
          <a:p>
            <a:pPr>
              <a:defRPr sz="1200"/>
            </a:pPr>
            <a:r>
              <a:t>D:/pasar_fix/node_modules/.bun/date-fns@3.6.0/node_modules/date-fns/locale/ar-MA/_lib/localize.js</a:t>
            </a:r>
          </a:p>
          <a:p>
            <a:pPr>
              <a:defRPr sz="1200"/>
            </a:pPr>
            <a:r>
              <a:t>D:/pasar_fix/node_modules/.bun/date-fns@3.6.0/node_modules/date-fns/locale/ar-MA/_lib/localize.mjs</a:t>
            </a:r>
          </a:p>
          <a:p>
            <a:pPr>
              <a:defRPr sz="1200"/>
            </a:pPr>
            <a:r>
              <a:t>D:/pasar_fix/node_modules/.bun/date-fns@3.6.0/node_modules/date-fns/locale/ar-MA/_lib/match.d.mts</a:t>
            </a:r>
          </a:p>
          <a:p>
            <a:pPr>
              <a:defRPr sz="1200"/>
            </a:pPr>
            <a:r>
              <a:t>D:/pasar_fix/node_modules/.bun/date-fns@3.6.0/node_modules/date-fns/locale/ar-MA/_lib/match.d.ts</a:t>
            </a:r>
          </a:p>
          <a:p>
            <a:pPr>
              <a:defRPr sz="1200"/>
            </a:pPr>
            <a:r>
              <a:t>D:/pasar_fix/node_modules/.bun/date-fns@3.6.0/node_modules/date-fns/locale/ar-MA/_lib/match.js</a:t>
            </a:r>
          </a:p>
          <a:p>
            <a:pPr>
              <a:defRPr sz="1200"/>
            </a:pPr>
            <a:r>
              <a:t>D:/pasar_fix/node_modules/.bun/date-fns@3.6.0/node_modules/date-fns/locale/ar-MA/_lib/match.mjs</a:t>
            </a:r>
          </a:p>
          <a:p>
            <a:pPr>
              <a:defRPr sz="1200"/>
            </a:pPr>
            <a:r>
              <a:t>D:/pasar_fix/node_modules/.bun/date-fns@3.6.0/node_modules/date-fns/locale/ar-SA/cdn.js</a:t>
            </a:r>
          </a:p>
          <a:p>
            <a:pPr>
              <a:defRPr sz="1200"/>
            </a:pPr>
            <a:r>
              <a:t>D:/pasar_fix/node_modules/.bun/date-fns@3.6.0/node_modules/date-fns/locale/ar-SA/cdn.js.map</a:t>
            </a:r>
          </a:p>
          <a:p>
            <a:pPr>
              <a:defRPr sz="1200"/>
            </a:pPr>
            <a:r>
              <a:t>D:/pasar_fix/node_modules/.bun/date-fns@3.6.0/node_modules/date-fns/locale/ar-SA/cdn.min.js</a:t>
            </a:r>
          </a:p>
          <a:p>
            <a:pPr>
              <a:defRPr sz="1200"/>
            </a:pPr>
            <a:r>
              <a:t>D:/pasar_fix/node_modules/.bun/date-fns@3.6.0/node_modules/date-fns/locale/ar-SA/cdn.min.js.map</a:t>
            </a:r>
          </a:p>
          <a:p>
            <a:pPr>
              <a:defRPr sz="1200"/>
            </a:pPr>
            <a:r>
              <a:t>D:/pasar_fix/node_modules/.bun/date-fns@3.6.0/node_modules/date-fns/locale/ar-SA/_lib/formatDistance.d.mts</a:t>
            </a:r>
          </a:p>
          <a:p>
            <a:pPr>
              <a:defRPr sz="1200"/>
            </a:pPr>
            <a:r>
              <a:t>D:/pasar_fix/node_modules/.bun/date-fns@3.6.0/node_modules/date-fns/locale/ar-SA/_lib/formatDistance.d.ts</a:t>
            </a:r>
          </a:p>
          <a:p>
            <a:pPr>
              <a:defRPr sz="1200"/>
            </a:pPr>
            <a:r>
              <a:t>D:/pasar_fix/node_modules/.bun/date-fns@3.6.0/node_modules/date-fns/locale/ar-SA/_lib/formatDistance.js</a:t>
            </a:r>
          </a:p>
          <a:p>
            <a:pPr>
              <a:defRPr sz="1200"/>
            </a:pPr>
            <a:r>
              <a:t>D:/pasar_fix/node_modules/.bun/date-fns@3.6.0/node_modules/date-fns/locale/ar-SA/_lib/formatDistance.mjs</a:t>
            </a:r>
          </a:p>
          <a:p>
            <a:pPr>
              <a:defRPr sz="1200"/>
            </a:pPr>
            <a:r>
              <a:t>D:/pasar_fix/node_modules/.bun/date-fns@3.6.0/node_modules/date-fns/locale/ar-SA/_lib/formatLong.d.mts</a:t>
            </a:r>
          </a:p>
          <a:p>
            <a:pPr>
              <a:defRPr sz="1200"/>
            </a:pPr>
            <a:r>
              <a:t>D:/pasar_fix/node_modules/.bun/date-fns@3.6.0/node_modules/date-fns/locale/ar-SA/_lib/formatLong.d.ts</a:t>
            </a:r>
          </a:p>
          <a:p>
            <a:pPr>
              <a:defRPr sz="1200"/>
            </a:pPr>
            <a:r>
              <a:t>D:/pasar_fix/node_modules/.bun/date-fns@3.6.0/node_modules/date-fns/locale/ar-SA/_lib/formatLong.js</a:t>
            </a:r>
          </a:p>
          <a:p>
            <a:pPr>
              <a:defRPr sz="1200"/>
            </a:pPr>
            <a:r>
              <a:t>D:/pasar_fix/node_modules/.bun/date-fns@3.6.0/node_modules/date-fns/locale/ar-SA/_lib/formatLong.mjs</a:t>
            </a:r>
          </a:p>
          <a:p>
            <a:pPr>
              <a:defRPr sz="1200"/>
            </a:pPr>
            <a:r>
              <a:t>D:/pasar_fix/node_modules/.bun/date-fns@3.6.0/node_modules/date-fns/locale/ar-SA/_lib/formatRelative.d.mts</a:t>
            </a:r>
          </a:p>
          <a:p>
            <a:pPr>
              <a:defRPr sz="1200"/>
            </a:pPr>
            <a:r>
              <a:t>D:/pasar_fix/node_modules/.bun/date-fns@3.6.0/node_modules/date-fns/locale/ar-SA/_lib/formatRelative.d.ts</a:t>
            </a:r>
          </a:p>
          <a:p>
            <a:pPr>
              <a:defRPr sz="1200"/>
            </a:pPr>
            <a:r>
              <a:t>D:/pasar_fix/node_modules/.bun/date-fns@3.6.0/node_modules/date-fns/locale/ar-SA/_lib/formatRelative.js</a:t>
            </a:r>
          </a:p>
          <a:p>
            <a:pPr>
              <a:defRPr sz="1200"/>
            </a:pPr>
            <a:r>
              <a:t>D:/pasar_fix/node_modules/.bun/date-fns@3.6.0/node_modules/date-fns/locale/ar-SA/_lib/formatRelative.mjs</a:t>
            </a:r>
          </a:p>
          <a:p>
            <a:pPr>
              <a:defRPr sz="1200"/>
            </a:pPr>
            <a:r>
              <a:t>D:/pasar_fix/node_modules/.bun/date-fns@3.6.0/node_modules/date-fns/locale/ar-SA/_lib/localize.d.mts</a:t>
            </a:r>
          </a:p>
          <a:p>
            <a:pPr>
              <a:defRPr sz="1200"/>
            </a:pPr>
            <a:r>
              <a:t>D:/pasar_fix/node_modules/.bun/date-fns@3.6.0/node_modules/date-fns/locale/ar-SA/_lib/localize.d.ts</a:t>
            </a:r>
          </a:p>
          <a:p>
            <a:pPr>
              <a:defRPr sz="1200"/>
            </a:pPr>
            <a:r>
              <a:t>D:/pasar_fix/node_modules/.bun/date-fns@3.6.0/node_modules/date-fns/locale/ar-SA/_lib/localize.js</a:t>
            </a:r>
          </a:p>
          <a:p>
            <a:pPr>
              <a:defRPr sz="1200"/>
            </a:pPr>
            <a:r>
              <a:t>D:/pasar_fix/node_modules/.bun/date-fns@3.6.0/node_modules/date-fns/locale/ar-SA/_lib/localize.mjs</a:t>
            </a:r>
          </a:p>
          <a:p>
            <a:pPr>
              <a:defRPr sz="1200"/>
            </a:pPr>
            <a:r>
              <a:t>D:/pasar_fix/node_modules/.bun/date-fns@3.6.0/node_modules/date-fns/locale/ar-SA/_lib/match.d.mts</a:t>
            </a:r>
          </a:p>
          <a:p>
            <a:pPr>
              <a:defRPr sz="1200"/>
            </a:pPr>
            <a:r>
              <a:t>D:/pasar_fix/node_modules/.bun/date-fns@3.6.0/node_modules/date-fns/locale/ar-SA/_lib/match.d.ts</a:t>
            </a:r>
          </a:p>
          <a:p>
            <a:pPr>
              <a:defRPr sz="1200"/>
            </a:pPr>
            <a:r>
              <a:t>D:/pasar_fix/node_modules/.bun/date-fns@3.6.0/node_modules/date-fns/locale/ar-SA/_lib/match.js</a:t>
            </a:r>
          </a:p>
          <a:p>
            <a:pPr>
              <a:defRPr sz="1200"/>
            </a:pPr>
            <a:r>
              <a:t>D:/pasar_fix/node_modules/.bun/date-fns@3.6.0/node_modules/date-fns/locale/ar-SA/_lib/match.mjs</a:t>
            </a:r>
          </a:p>
          <a:p>
            <a:pPr>
              <a:defRPr sz="1200"/>
            </a:pPr>
            <a:r>
              <a:t>D:/pasar_fix/node_modules/.bun/date-fns@3.6.0/node_modules/date-fns/locale/ar-TN/cdn.js</a:t>
            </a:r>
          </a:p>
          <a:p>
            <a:pPr>
              <a:defRPr sz="1200"/>
            </a:pPr>
            <a:r>
              <a:t>D:/pasar_fix/node_modules/.bun/date-fns@3.6.0/node_modules/date-fns/locale/ar-TN/cdn.js.map</a:t>
            </a:r>
          </a:p>
          <a:p>
            <a:pPr>
              <a:defRPr sz="1200"/>
            </a:pPr>
            <a:r>
              <a:t>D:/pasar_fix/node_modules/.bun/date-fns@3.6.0/node_modules/date-fns/locale/ar-TN/cdn.min.js</a:t>
            </a:r>
          </a:p>
          <a:p>
            <a:pPr>
              <a:defRPr sz="1200"/>
            </a:pPr>
            <a:r>
              <a:t>D:/pasar_fix/node_modules/.bun/date-fns@3.6.0/node_modules/date-fns/locale/ar-TN/cdn.min.js.map</a:t>
            </a:r>
          </a:p>
          <a:p>
            <a:pPr>
              <a:defRPr sz="1200"/>
            </a:pPr>
            <a:r>
              <a:t>D:/pasar_fix/node_modules/.bun/date-fns@3.6.0/node_modules/date-fns/locale/ar-TN/_lib/formatDistance.d.mts</a:t>
            </a:r>
          </a:p>
          <a:p>
            <a:pPr>
              <a:defRPr sz="1200"/>
            </a:pPr>
            <a:r>
              <a:t>D:/pasar_fix/node_modules/.bun/date-fns@3.6.0/node_modules/date-fns/locale/ar-TN/_lib/formatDistance.d.ts</a:t>
            </a:r>
          </a:p>
          <a:p>
            <a:pPr>
              <a:defRPr sz="1200"/>
            </a:pPr>
            <a:r>
              <a:t>D:/pasar_fix/node_modules/.bun/date-fns@3.6.0/node_modules/date-fns/locale/ar-TN/_lib/formatDistance.js</a:t>
            </a:r>
          </a:p>
          <a:p>
            <a:pPr>
              <a:defRPr sz="1200"/>
            </a:pPr>
            <a:r>
              <a:t>D:/pasar_fix/node_modules/.bun/date-fns@3.6.0/node_modules/date-fns/locale/ar-TN/_lib/formatDistance.mjs</a:t>
            </a:r>
          </a:p>
          <a:p>
            <a:pPr>
              <a:defRPr sz="1200"/>
            </a:pPr>
            <a:r>
              <a:t>D:/pasar_fix/node_modules/.bun/date-fns@3.6.0/node_modules/date-fns/locale/ar-TN/_lib/formatLong.d.mts</a:t>
            </a:r>
          </a:p>
          <a:p>
            <a:pPr>
              <a:defRPr sz="1200"/>
            </a:pPr>
            <a:r>
              <a:t>D:/pasar_fix/node_modules/.bun/date-fns@3.6.0/node_modules/date-fns/locale/ar-TN/_lib/formatLong.d.ts</a:t>
            </a:r>
          </a:p>
          <a:p>
            <a:pPr>
              <a:defRPr sz="1200"/>
            </a:pPr>
            <a:r>
              <a:t>D:/pasar_fix/node_modules/.bun/date-fns@3.6.0/node_modules/date-fns/locale/ar-TN/_lib/formatLong.js</a:t>
            </a:r>
          </a:p>
          <a:p>
            <a:pPr>
              <a:defRPr sz="1200"/>
            </a:pPr>
            <a:r>
              <a:t>D:/pasar_fix/node_modules/.bun/date-fns@3.6.0/node_modules/date-fns/locale/ar-TN/_lib/formatLong.mjs</a:t>
            </a:r>
          </a:p>
          <a:p>
            <a:pPr>
              <a:defRPr sz="1200"/>
            </a:pPr>
            <a:r>
              <a:t>D:/pasar_fix/node_modules/.bun/date-fns@3.6.0/node_modules/date-fns/locale/ar-TN/_lib/formatRelative.d.mts</a:t>
            </a:r>
          </a:p>
          <a:p>
            <a:pPr>
              <a:defRPr sz="1200"/>
            </a:pPr>
            <a:r>
              <a:t>D:/pasar_fix/node_modules/.bun/date-fns@3.6.0/node_modules/date-fns/locale/ar-TN/_lib/formatRelative.d.ts</a:t>
            </a:r>
          </a:p>
          <a:p>
            <a:pPr>
              <a:defRPr sz="1200"/>
            </a:pPr>
            <a:r>
              <a:t>D:/pasar_fix/node_modules/.bun/date-fns@3.6.0/node_modules/date-fns/locale/ar-TN/_lib/formatRelative.js</a:t>
            </a:r>
          </a:p>
          <a:p>
            <a:pPr>
              <a:defRPr sz="1200"/>
            </a:pPr>
            <a:r>
              <a:t>D:/pasar_fix/node_modules/.bun/date-fns@3.6.0/node_modules/date-fns/locale/ar-TN/_lib/formatRelative.mjs</a:t>
            </a:r>
          </a:p>
          <a:p>
            <a:pPr>
              <a:defRPr sz="1200"/>
            </a:pPr>
            <a:r>
              <a:t>D:/pasar_fix/node_modules/.bun/date-fns@3.6.0/node_modules/date-fns/locale/ar-TN/_lib/localize.d.mts</a:t>
            </a:r>
          </a:p>
          <a:p>
            <a:pPr>
              <a:defRPr sz="1200"/>
            </a:pPr>
            <a:r>
              <a:t>D:/pasar_fix/node_modules/.bun/date-fns@3.6.0/node_modules/date-fns/locale/ar-TN/_lib/localize.d.ts</a:t>
            </a:r>
          </a:p>
          <a:p>
            <a:pPr>
              <a:defRPr sz="1200"/>
            </a:pPr>
            <a:r>
              <a:t>D:/pasar_fix/node_modules/.bun/date-fns@3.6.0/node_modules/date-fns/locale/ar-TN/_lib/localize.js</a:t>
            </a:r>
          </a:p>
          <a:p>
            <a:pPr>
              <a:defRPr sz="1200"/>
            </a:pPr>
            <a:r>
              <a:t>D:/pasar_fix/node_modules/.bun/date-fns@3.6.0/node_modules/date-fns/locale/ar-TN/_lib/localize.mjs</a:t>
            </a:r>
          </a:p>
          <a:p>
            <a:pPr>
              <a:defRPr sz="1200"/>
            </a:pPr>
            <a:r>
              <a:t>D:/pasar_fix/node_modules/.bun/date-fns@3.6.0/node_modules/date-fns/locale/ar-TN/_lib/match.d.mts</a:t>
            </a:r>
          </a:p>
          <a:p>
            <a:pPr>
              <a:defRPr sz="1200"/>
            </a:pPr>
            <a:r>
              <a:t>D:/pasar_fix/node_modules/.bun/date-fns@3.6.0/node_modules/date-fns/locale/ar-TN/_lib/match.d.ts</a:t>
            </a:r>
          </a:p>
          <a:p>
            <a:pPr>
              <a:defRPr sz="1200"/>
            </a:pPr>
            <a:r>
              <a:t>D:/pasar_fix/node_modules/.bun/date-fns@3.6.0/node_modules/date-fns/locale/ar-TN/_lib/match.js</a:t>
            </a:r>
          </a:p>
          <a:p>
            <a:pPr>
              <a:defRPr sz="1200"/>
            </a:pPr>
            <a:r>
              <a:t>D:/pasar_fix/node_modules/.bun/date-fns@3.6.0/node_modules/date-fns/locale/ar-TN/_lib/match.mjs</a:t>
            </a:r>
          </a:p>
          <a:p>
            <a:pPr>
              <a:defRPr sz="1200"/>
            </a:pPr>
            <a:r>
              <a:t>D:/pasar_fix/node_modules/.bun/date-fns@3.6.0/node_modules/date-fns/locale/az/cdn.js</a:t>
            </a:r>
          </a:p>
          <a:p>
            <a:pPr>
              <a:defRPr sz="1200"/>
            </a:pPr>
            <a:r>
              <a:t>D:/pasar_fix/node_modules/.bun/date-fns@3.6.0/node_modules/date-fns/locale/az/cdn.js.map</a:t>
            </a:r>
          </a:p>
          <a:p>
            <a:pPr>
              <a:defRPr sz="1200"/>
            </a:pPr>
            <a:r>
              <a:t>D:/pasar_fix/node_modules/.bun/date-fns@3.6.0/node_modules/date-fns/locale/az/cdn.min.js</a:t>
            </a:r>
          </a:p>
          <a:p>
            <a:pPr>
              <a:defRPr sz="1200"/>
            </a:pPr>
            <a:r>
              <a:t>D:/pasar_fix/node_modules/.bun/date-fns@3.6.0/node_modules/date-fns/locale/az/cdn.min.js.map</a:t>
            </a:r>
          </a:p>
          <a:p>
            <a:pPr>
              <a:defRPr sz="1200"/>
            </a:pPr>
            <a:r>
              <a:t>D:/pasar_fix/node_modules/.bun/date-fns@3.6.0/node_modules/date-fns/locale/az/_lib/formatDistance.d.mts</a:t>
            </a:r>
          </a:p>
          <a:p>
            <a:pPr>
              <a:defRPr sz="1200"/>
            </a:pPr>
            <a:r>
              <a:t>D:/pasar_fix/node_modules/.bun/date-fns@3.6.0/node_modules/date-fns/locale/az/_lib/formatDistance.d.ts</a:t>
            </a:r>
          </a:p>
          <a:p>
            <a:pPr>
              <a:defRPr sz="1200"/>
            </a:pPr>
            <a:r>
              <a:t>D:/pasar_fix/node_modules/.bun/date-fns@3.6.0/node_modules/date-fns/locale/az/_lib/formatDistance.js</a:t>
            </a:r>
          </a:p>
          <a:p>
            <a:pPr>
              <a:defRPr sz="1200"/>
            </a:pPr>
            <a:r>
              <a:t>D:/pasar_fix/node_modules/.bun/date-fns@3.6.0/node_modules/date-fns/locale/az/_lib/formatDistance.mjs</a:t>
            </a:r>
          </a:p>
          <a:p>
            <a:pPr>
              <a:defRPr sz="1200"/>
            </a:pPr>
            <a:r>
              <a:t>D:/pasar_fix/node_modules/.bun/date-fns@3.6.0/node_modules/date-fns/locale/az/_lib/formatLong.d.mts</a:t>
            </a:r>
          </a:p>
          <a:p>
            <a:pPr>
              <a:defRPr sz="1200"/>
            </a:pPr>
            <a:r>
              <a:t>D:/pasar_fix/node_modules/.bun/date-fns@3.6.0/node_modules/date-fns/locale/az/_lib/formatLong.d.ts</a:t>
            </a:r>
          </a:p>
          <a:p>
            <a:pPr>
              <a:defRPr sz="1200"/>
            </a:pPr>
            <a:r>
              <a:t>D:/pasar_fix/node_modules/.bun/date-fns@3.6.0/node_modules/date-fns/locale/az/_lib/formatLong.js</a:t>
            </a:r>
          </a:p>
          <a:p>
            <a:pPr>
              <a:defRPr sz="1200"/>
            </a:pPr>
            <a:r>
              <a:t>D:/pasar_fix/node_modules/.bun/date-fns@3.6.0/node_modules/date-fns/locale/az/_lib/formatLong.mjs</a:t>
            </a:r>
          </a:p>
          <a:p>
            <a:pPr>
              <a:defRPr sz="1200"/>
            </a:pPr>
            <a:r>
              <a:t>D:/pasar_fix/node_modules/.bun/date-fns@3.6.0/node_modules/date-fns/locale/az/_lib/formatRelative.d.mts</a:t>
            </a:r>
          </a:p>
          <a:p>
            <a:pPr>
              <a:defRPr sz="1200"/>
            </a:pPr>
            <a:r>
              <a:t>D:/pasar_fix/node_modules/.bun/date-fns@3.6.0/node_modules/date-fns/locale/az/_lib/formatRelative.d.ts</a:t>
            </a:r>
          </a:p>
          <a:p>
            <a:pPr>
              <a:defRPr sz="1200"/>
            </a:pPr>
            <a:r>
              <a:t>D:/pasar_fix/node_modules/.bun/date-fns@3.6.0/node_modules/date-fns/locale/az/_lib/formatRelative.js</a:t>
            </a:r>
          </a:p>
          <a:p>
            <a:pPr>
              <a:defRPr sz="1200"/>
            </a:pPr>
            <a:r>
              <a:t>D:/pasar_fix/node_modules/.bun/date-fns@3.6.0/node_modules/date-fns/locale/az/_lib/formatRelative.mjs</a:t>
            </a:r>
          </a:p>
          <a:p>
            <a:pPr>
              <a:defRPr sz="1200"/>
            </a:pPr>
            <a:r>
              <a:t>D:/pasar_fix/node_modules/.bun/date-fns@3.6.0/node_modules/date-fns/locale/az/_lib/localize.d.mts</a:t>
            </a:r>
          </a:p>
          <a:p>
            <a:pPr>
              <a:defRPr sz="1200"/>
            </a:pPr>
            <a:r>
              <a:t>D:/pasar_fix/node_modules/.bun/date-fns@3.6.0/node_modules/date-fns/locale/az/_lib/localize.d.ts</a:t>
            </a:r>
          </a:p>
          <a:p>
            <a:pPr>
              <a:defRPr sz="1200"/>
            </a:pPr>
            <a:r>
              <a:t>D:/pasar_fix/node_modules/.bun/date-fns@3.6.0/node_modules/date-fns/locale/az/_lib/localize.js</a:t>
            </a:r>
          </a:p>
          <a:p>
            <a:pPr>
              <a:defRPr sz="1200"/>
            </a:pPr>
            <a:r>
              <a:t>D:/pasar_fix/node_modules/.bun/date-fns@3.6.0/node_modules/date-fns/locale/az/_lib/localize.mjs</a:t>
            </a:r>
          </a:p>
          <a:p>
            <a:pPr>
              <a:defRPr sz="1200"/>
            </a:pPr>
            <a:r>
              <a:t>D:/pasar_fix/node_modules/.bun/date-fns@3.6.0/node_modules/date-fns/locale/az/_lib/match.d.mts</a:t>
            </a:r>
          </a:p>
          <a:p>
            <a:pPr>
              <a:defRPr sz="1200"/>
            </a:pPr>
            <a:r>
              <a:t>D:/pasar_fix/node_modules/.bun/date-fns@3.6.0/node_modules/date-fns/locale/az/_lib/match.d.ts</a:t>
            </a:r>
          </a:p>
          <a:p>
            <a:pPr>
              <a:defRPr sz="1200"/>
            </a:pPr>
            <a:r>
              <a:t>D:/pasar_fix/node_modules/.bun/date-fns@3.6.0/node_modules/date-fns/locale/az/_lib/match.js</a:t>
            </a:r>
          </a:p>
          <a:p>
            <a:pPr>
              <a:defRPr sz="1200"/>
            </a:pPr>
            <a:r>
              <a:t>D:/pasar_fix/node_modules/.bun/date-fns@3.6.0/node_modules/date-fns/locale/az/_lib/match.mjs</a:t>
            </a:r>
          </a:p>
          <a:p>
            <a:pPr>
              <a:defRPr sz="1200"/>
            </a:pPr>
            <a:r>
              <a:t>D:/pasar_fix/node_modules/.bun/date-fns@3.6.0/node_modules/date-fns/locale/be/cdn.js</a:t>
            </a:r>
          </a:p>
          <a:p>
            <a:pPr>
              <a:defRPr sz="1200"/>
            </a:pPr>
            <a:r>
              <a:t>D:/pasar_fix/node_modules/.bun/date-fns@3.6.0/node_modules/date-fns/locale/be/cdn.js.map</a:t>
            </a:r>
          </a:p>
          <a:p>
            <a:pPr>
              <a:defRPr sz="1200"/>
            </a:pPr>
            <a:r>
              <a:t>D:/pasar_fix/node_modules/.bun/date-fns@3.6.0/node_modules/date-fns/locale/be/cdn.min.js</a:t>
            </a:r>
          </a:p>
          <a:p>
            <a:pPr>
              <a:defRPr sz="1200"/>
            </a:pPr>
            <a:r>
              <a:t>D:/pasar_fix/node_modules/.bun/date-fns@3.6.0/node_modules/date-fns/locale/be/cdn.min.js.map</a:t>
            </a:r>
          </a:p>
          <a:p>
            <a:pPr>
              <a:defRPr sz="1200"/>
            </a:pPr>
            <a:r>
              <a:t>D:/pasar_fix/node_modules/.bun/date-fns@3.6.0/node_modules/date-fns/locale/be/_lib/formatDistance.d.mts</a:t>
            </a:r>
          </a:p>
          <a:p>
            <a:pPr>
              <a:defRPr sz="1200"/>
            </a:pPr>
            <a:r>
              <a:t>D:/pasar_fix/node_modules/.bun/date-fns@3.6.0/node_modules/date-fns/locale/be/_lib/formatDistance.d.ts</a:t>
            </a:r>
          </a:p>
          <a:p>
            <a:pPr>
              <a:defRPr sz="1200"/>
            </a:pPr>
            <a:r>
              <a:t>D:/pasar_fix/node_modules/.bun/date-fns@3.6.0/node_modules/date-fns/locale/be/_lib/formatDistance.js</a:t>
            </a:r>
          </a:p>
          <a:p>
            <a:pPr>
              <a:defRPr sz="1200"/>
            </a:pPr>
            <a:r>
              <a:t>D:/pasar_fix/node_modules/.bun/date-fns@3.6.0/node_modules/date-fns/locale/be/_lib/formatDistance.mjs</a:t>
            </a:r>
          </a:p>
          <a:p>
            <a:pPr>
              <a:defRPr sz="1200"/>
            </a:pPr>
            <a:r>
              <a:t>D:/pasar_fix/node_modules/.bun/date-fns@3.6.0/node_modules/date-fns/locale/be/_lib/formatLong.d.mts</a:t>
            </a:r>
          </a:p>
          <a:p>
            <a:pPr>
              <a:defRPr sz="1200"/>
            </a:pPr>
            <a:r>
              <a:t>D:/pasar_fix/node_modules/.bun/date-fns@3.6.0/node_modules/date-fns/locale/be/_lib/formatLong.d.ts</a:t>
            </a:r>
          </a:p>
          <a:p>
            <a:pPr>
              <a:defRPr sz="1200"/>
            </a:pPr>
            <a:r>
              <a:t>D:/pasar_fix/node_modules/.bun/date-fns@3.6.0/node_modules/date-fns/locale/be/_lib/formatLong.js</a:t>
            </a:r>
          </a:p>
          <a:p>
            <a:pPr>
              <a:defRPr sz="1200"/>
            </a:pPr>
            <a:r>
              <a:t>D:/pasar_fix/node_modules/.bun/date-fns@3.6.0/node_modules/date-fns/locale/be/_lib/formatLong.mjs</a:t>
            </a:r>
          </a:p>
          <a:p>
            <a:pPr>
              <a:defRPr sz="1200"/>
            </a:pPr>
            <a:r>
              <a:t>D:/pasar_fix/node_modules/.bun/date-fns@3.6.0/node_modules/date-fns/locale/be/_lib/formatRelative.d.mts</a:t>
            </a:r>
          </a:p>
          <a:p>
            <a:pPr>
              <a:defRPr sz="1200"/>
            </a:pPr>
            <a:r>
              <a:t>D:/pasar_fix/node_modules/.bun/date-fns@3.6.0/node_modules/date-fns/locale/be/_lib/formatRelative.d.ts</a:t>
            </a:r>
          </a:p>
          <a:p>
            <a:pPr>
              <a:defRPr sz="1200"/>
            </a:pPr>
            <a:r>
              <a:t>D:/pasar_fix/node_modules/.bun/date-fns@3.6.0/node_modules/date-fns/locale/be/_lib/formatRelative.js</a:t>
            </a:r>
          </a:p>
          <a:p>
            <a:pPr>
              <a:defRPr sz="1200"/>
            </a:pPr>
            <a:r>
              <a:t>D:/pasar_fix/node_modules/.bun/date-fns@3.6.0/node_modules/date-fns/locale/be/_lib/formatRelative.mjs</a:t>
            </a:r>
          </a:p>
          <a:p>
            <a:pPr>
              <a:defRPr sz="1200"/>
            </a:pPr>
            <a:r>
              <a:t>D:/pasar_fix/node_modules/.bun/date-fns@3.6.0/node_modules/date-fns/locale/be/_lib/localize.d.mts</a:t>
            </a:r>
          </a:p>
          <a:p>
            <a:pPr>
              <a:defRPr sz="1200"/>
            </a:pPr>
            <a:r>
              <a:t>D:/pasar_fix/node_modules/.bun/date-fns@3.6.0/node_modules/date-fns/locale/be/_lib/localize.d.ts</a:t>
            </a:r>
          </a:p>
          <a:p>
            <a:pPr>
              <a:defRPr sz="1200"/>
            </a:pPr>
            <a:r>
              <a:t>D:/pasar_fix/node_modules/.bun/date-fns@3.6.0/node_modules/date-fns/locale/be/_lib/localize.js</a:t>
            </a:r>
          </a:p>
          <a:p>
            <a:pPr>
              <a:defRPr sz="1200"/>
            </a:pPr>
            <a:r>
              <a:t>D:/pasar_fix/node_modules/.bun/date-fns@3.6.0/node_modules/date-fns/locale/be/_lib/localize.mjs</a:t>
            </a:r>
          </a:p>
          <a:p>
            <a:pPr>
              <a:defRPr sz="1200"/>
            </a:pPr>
            <a:r>
              <a:t>D:/pasar_fix/node_modules/.bun/date-fns@3.6.0/node_modules/date-fns/locale/be/_lib/match.d.mts</a:t>
            </a:r>
          </a:p>
          <a:p>
            <a:pPr>
              <a:defRPr sz="1200"/>
            </a:pPr>
            <a:r>
              <a:t>D:/pasar_fix/node_modules/.bun/date-fns@3.6.0/node_modules/date-fns/locale/be/_lib/match.d.ts</a:t>
            </a:r>
          </a:p>
          <a:p>
            <a:pPr>
              <a:defRPr sz="1200"/>
            </a:pPr>
            <a:r>
              <a:t>D:/pasar_fix/node_modules/.bun/date-fns@3.6.0/node_modules/date-fns/locale/be/_lib/match.js</a:t>
            </a:r>
          </a:p>
          <a:p>
            <a:pPr>
              <a:defRPr sz="1200"/>
            </a:pPr>
            <a:r>
              <a:t>D:/pasar_fix/node_modules/.bun/date-fns@3.6.0/node_modules/date-fns/locale/be/_lib/match.mjs</a:t>
            </a:r>
          </a:p>
          <a:p>
            <a:pPr>
              <a:defRPr sz="1200"/>
            </a:pPr>
            <a:r>
              <a:t>D:/pasar_fix/node_modules/.bun/date-fns@3.6.0/node_modules/date-fns/locale/be-tarask/cdn.js</a:t>
            </a:r>
          </a:p>
          <a:p>
            <a:pPr>
              <a:defRPr sz="1200"/>
            </a:pPr>
            <a:r>
              <a:t>D:/pasar_fix/node_modules/.bun/date-fns@3.6.0/node_modules/date-fns/locale/be-tarask/cdn.js.map</a:t>
            </a:r>
          </a:p>
          <a:p>
            <a:pPr>
              <a:defRPr sz="1200"/>
            </a:pPr>
            <a:r>
              <a:t>D:/pasar_fix/node_modules/.bun/date-fns@3.6.0/node_modules/date-fns/locale/be-tarask/cdn.min.js</a:t>
            </a:r>
          </a:p>
          <a:p>
            <a:pPr>
              <a:defRPr sz="1200"/>
            </a:pPr>
            <a:r>
              <a:t>D:/pasar_fix/node_modules/.bun/date-fns@3.6.0/node_modules/date-fns/locale/be-tarask/cdn.min.js.map</a:t>
            </a:r>
          </a:p>
          <a:p>
            <a:pPr>
              <a:defRPr sz="1200"/>
            </a:pPr>
            <a:r>
              <a:t>D:/pasar_fix/node_modules/.bun/date-fns@3.6.0/node_modules/date-fns/locale/be-tarask/_lib/formatDistance.d.mts</a:t>
            </a:r>
          </a:p>
          <a:p>
            <a:pPr>
              <a:defRPr sz="1200"/>
            </a:pPr>
            <a:r>
              <a:t>D:/pasar_fix/node_modules/.bun/date-fns@3.6.0/node_modules/date-fns/locale/be-tarask/_lib/formatDistance.d.ts</a:t>
            </a:r>
          </a:p>
          <a:p>
            <a:pPr>
              <a:defRPr sz="1200"/>
            </a:pPr>
            <a:r>
              <a:t>D:/pasar_fix/node_modules/.bun/date-fns@3.6.0/node_modules/date-fns/locale/be-tarask/_lib/formatDistance.js</a:t>
            </a:r>
          </a:p>
          <a:p>
            <a:pPr>
              <a:defRPr sz="1200"/>
            </a:pPr>
            <a:r>
              <a:t>D:/pasar_fix/node_modules/.bun/date-fns@3.6.0/node_modules/date-fns/locale/be-tarask/_lib/formatDistance.mjs</a:t>
            </a:r>
          </a:p>
          <a:p>
            <a:pPr>
              <a:defRPr sz="1200"/>
            </a:pPr>
            <a:r>
              <a:t>D:/pasar_fix/node_modules/.bun/date-fns@3.6.0/node_modules/date-fns/locale/be-tarask/_lib/formatLong.d.mts</a:t>
            </a:r>
          </a:p>
          <a:p>
            <a:pPr>
              <a:defRPr sz="1200"/>
            </a:pPr>
            <a:r>
              <a:t>D:/pasar_fix/node_modules/.bun/date-fns@3.6.0/node_modules/date-fns/locale/be-tarask/_lib/formatLong.d.ts</a:t>
            </a:r>
          </a:p>
          <a:p>
            <a:pPr>
              <a:defRPr sz="1200"/>
            </a:pPr>
            <a:r>
              <a:t>D:/pasar_fix/node_modules/.bun/date-fns@3.6.0/node_modules/date-fns/locale/be-tarask/_lib/formatLong.js</a:t>
            </a:r>
          </a:p>
          <a:p>
            <a:pPr>
              <a:defRPr sz="1200"/>
            </a:pPr>
            <a:r>
              <a:t>D:/pasar_fix/node_modules/.bun/date-fns@3.6.0/node_modules/date-fns/locale/be-tarask/_lib/formatLong.mjs</a:t>
            </a:r>
          </a:p>
          <a:p>
            <a:pPr>
              <a:defRPr sz="1200"/>
            </a:pPr>
            <a:r>
              <a:t>D:/pasar_fix/node_modules/.bun/date-fns@3.6.0/node_modules/date-fns/locale/be-tarask/_lib/formatRelative.d.mts</a:t>
            </a:r>
          </a:p>
          <a:p>
            <a:pPr>
              <a:defRPr sz="1200"/>
            </a:pPr>
            <a:r>
              <a:t>D:/pasar_fix/node_modules/.bun/date-fns@3.6.0/node_modules/date-fns/locale/be-tarask/_lib/formatRelative.d.ts</a:t>
            </a:r>
          </a:p>
          <a:p>
            <a:pPr>
              <a:defRPr sz="1200"/>
            </a:pPr>
            <a:r>
              <a:t>D:/pasar_fix/node_modules/.bun/date-fns@3.6.0/node_modules/date-fns/locale/be-tarask/_lib/formatRelative.js</a:t>
            </a:r>
          </a:p>
          <a:p>
            <a:pPr>
              <a:defRPr sz="1200"/>
            </a:pPr>
            <a:r>
              <a:t>D:/pasar_fix/node_modules/.bun/date-fns@3.6.0/node_modules/date-fns/locale/be-tarask/_lib/formatRelative.mjs</a:t>
            </a:r>
          </a:p>
          <a:p>
            <a:pPr>
              <a:defRPr sz="1200"/>
            </a:pPr>
            <a:r>
              <a:t>D:/pasar_fix/node_modules/.bun/date-fns@3.6.0/node_modules/date-fns/locale/be-tarask/_lib/localize.d.mts</a:t>
            </a:r>
          </a:p>
          <a:p>
            <a:pPr>
              <a:defRPr sz="1200"/>
            </a:pPr>
            <a:r>
              <a:t>D:/pasar_fix/node_modules/.bun/date-fns@3.6.0/node_modules/date-fns/locale/be-tarask/_lib/localize.d.ts</a:t>
            </a:r>
          </a:p>
          <a:p>
            <a:pPr>
              <a:defRPr sz="1200"/>
            </a:pPr>
            <a:r>
              <a:t>D:/pasar_fix/node_modules/.bun/date-fns@3.6.0/node_modules/date-fns/locale/be-tarask/_lib/localize.js</a:t>
            </a:r>
          </a:p>
          <a:p>
            <a:pPr>
              <a:defRPr sz="1200"/>
            </a:pPr>
            <a:r>
              <a:t>D:/pasar_fix/node_modules/.bun/date-fns@3.6.0/node_modules/date-fns/locale/be-tarask/_lib/localize.mjs</a:t>
            </a:r>
          </a:p>
          <a:p>
            <a:pPr>
              <a:defRPr sz="1200"/>
            </a:pPr>
            <a:r>
              <a:t>D:/pasar_fix/node_modules/.bun/date-fns@3.6.0/node_modules/date-fns/locale/be-tarask/_lib/match.d.mts</a:t>
            </a:r>
          </a:p>
          <a:p>
            <a:pPr>
              <a:defRPr sz="1200"/>
            </a:pPr>
            <a:r>
              <a:t>D:/pasar_fix/node_modules/.bun/date-fns@3.6.0/node_modules/date-fns/locale/be-tarask/_lib/match.d.ts</a:t>
            </a:r>
          </a:p>
          <a:p>
            <a:pPr>
              <a:defRPr sz="1200"/>
            </a:pPr>
            <a:r>
              <a:t>D:/pasar_fix/node_modules/.bun/date-fns@3.6.0/node_modules/date-fns/locale/be-tarask/_lib/match.js</a:t>
            </a:r>
          </a:p>
          <a:p>
            <a:pPr>
              <a:defRPr sz="1200"/>
            </a:pPr>
            <a:r>
              <a:t>D:/pasar_fix/node_modules/.bun/date-fns@3.6.0/node_modules/date-fns/locale/be-tarask/_lib/match.mjs</a:t>
            </a:r>
          </a:p>
          <a:p>
            <a:pPr>
              <a:defRPr sz="1200"/>
            </a:pPr>
            <a:r>
              <a:t>D:/pasar_fix/node_modules/.bun/date-fns@3.6.0/node_modules/date-fns/locale/bg/cdn.js</a:t>
            </a:r>
          </a:p>
          <a:p>
            <a:pPr>
              <a:defRPr sz="1200"/>
            </a:pPr>
            <a:r>
              <a:t>D:/pasar_fix/node_modules/.bun/date-fns@3.6.0/node_modules/date-fns/locale/bg/cdn.js.map</a:t>
            </a:r>
          </a:p>
          <a:p>
            <a:pPr>
              <a:defRPr sz="1200"/>
            </a:pPr>
            <a:r>
              <a:t>D:/pasar_fix/node_modules/.bun/date-fns@3.6.0/node_modules/date-fns/locale/bg/cdn.min.js</a:t>
            </a:r>
          </a:p>
          <a:p>
            <a:pPr>
              <a:defRPr sz="1200"/>
            </a:pPr>
            <a:r>
              <a:t>D:/pasar_fix/node_modules/.bun/date-fns@3.6.0/node_modules/date-fns/locale/bg/cdn.min.js.map</a:t>
            </a:r>
          </a:p>
          <a:p>
            <a:pPr>
              <a:defRPr sz="1200"/>
            </a:pPr>
            <a:r>
              <a:t>D:/pasar_fix/node_modules/.bun/date-fns@3.6.0/node_modules/date-fns/locale/bg/_lib/formatDistance.d.mts</a:t>
            </a:r>
          </a:p>
          <a:p>
            <a:pPr>
              <a:defRPr sz="1200"/>
            </a:pPr>
            <a:r>
              <a:t>D:/pasar_fix/node_modules/.bun/date-fns@3.6.0/node_modules/date-fns/locale/bg/_lib/formatDistance.d.ts</a:t>
            </a:r>
          </a:p>
          <a:p>
            <a:pPr>
              <a:defRPr sz="1200"/>
            </a:pPr>
            <a:r>
              <a:t>D:/pasar_fix/node_modules/.bun/date-fns@3.6.0/node_modules/date-fns/locale/bg/_lib/formatDistance.js</a:t>
            </a:r>
          </a:p>
          <a:p>
            <a:pPr>
              <a:defRPr sz="1200"/>
            </a:pPr>
            <a:r>
              <a:t>D:/pasar_fix/node_modules/.bun/date-fns@3.6.0/node_modules/date-fns/locale/bg/_lib/formatDistance.mjs</a:t>
            </a:r>
          </a:p>
          <a:p>
            <a:pPr>
              <a:defRPr sz="1200"/>
            </a:pPr>
            <a:r>
              <a:t>D:/pasar_fix/node_modules/.bun/date-fns@3.6.0/node_modules/date-fns/locale/bg/_lib/formatLong.d.mts</a:t>
            </a:r>
          </a:p>
          <a:p>
            <a:pPr>
              <a:defRPr sz="1200"/>
            </a:pPr>
            <a:r>
              <a:t>D:/pasar_fix/node_modules/.bun/date-fns@3.6.0/node_modules/date-fns/locale/bg/_lib/formatLong.d.ts</a:t>
            </a:r>
          </a:p>
          <a:p>
            <a:pPr>
              <a:defRPr sz="1200"/>
            </a:pPr>
            <a:r>
              <a:t>D:/pasar_fix/node_modules/.bun/date-fns@3.6.0/node_modules/date-fns/locale/bg/_lib/formatLong.js</a:t>
            </a:r>
          </a:p>
          <a:p>
            <a:pPr>
              <a:defRPr sz="1200"/>
            </a:pPr>
            <a:r>
              <a:t>D:/pasar_fix/node_modules/.bun/date-fns@3.6.0/node_modules/date-fns/locale/bg/_lib/formatLong.mjs</a:t>
            </a:r>
          </a:p>
          <a:p>
            <a:pPr>
              <a:defRPr sz="1200"/>
            </a:pPr>
            <a:r>
              <a:t>D:/pasar_fix/node_modules/.bun/date-fns@3.6.0/node_modules/date-fns/locale/bg/_lib/formatRelative.d.mts</a:t>
            </a:r>
          </a:p>
          <a:p>
            <a:pPr>
              <a:defRPr sz="1200"/>
            </a:pPr>
            <a:r>
              <a:t>D:/pasar_fix/node_modules/.bun/date-fns@3.6.0/node_modules/date-fns/locale/bg/_lib/formatRelative.d.ts</a:t>
            </a:r>
          </a:p>
          <a:p>
            <a:pPr>
              <a:defRPr sz="1200"/>
            </a:pPr>
            <a:r>
              <a:t>D:/pasar_fix/node_modules/.bun/date-fns@3.6.0/node_modules/date-fns/locale/bg/_lib/formatRelative.js</a:t>
            </a:r>
          </a:p>
          <a:p>
            <a:pPr>
              <a:defRPr sz="1200"/>
            </a:pPr>
            <a:r>
              <a:t>D:/pasar_fix/node_modules/.bun/date-fns@3.6.0/node_modules/date-fns/locale/bg/_lib/formatRelative.mjs</a:t>
            </a:r>
          </a:p>
          <a:p>
            <a:pPr>
              <a:defRPr sz="1200"/>
            </a:pPr>
            <a:r>
              <a:t>D:/pasar_fix/node_modules/.bun/date-fns@3.6.0/node_modules/date-fns/locale/bg/_lib/localize.d.mts</a:t>
            </a:r>
          </a:p>
          <a:p>
            <a:pPr>
              <a:defRPr sz="1200"/>
            </a:pPr>
            <a:r>
              <a:t>D:/pasar_fix/node_modules/.bun/date-fns@3.6.0/node_modules/date-fns/locale/bg/_lib/localize.d.ts</a:t>
            </a:r>
          </a:p>
          <a:p>
            <a:pPr>
              <a:defRPr sz="1200"/>
            </a:pPr>
            <a:r>
              <a:t>D:/pasar_fix/node_modules/.bun/date-fns@3.6.0/node_modules/date-fns/locale/bg/_lib/localize.js</a:t>
            </a:r>
          </a:p>
          <a:p>
            <a:pPr>
              <a:defRPr sz="1200"/>
            </a:pPr>
            <a:r>
              <a:t>D:/pasar_fix/node_modules/.bun/date-fns@3.6.0/node_modules/date-fns/locale/bg/_lib/localize.mjs</a:t>
            </a:r>
          </a:p>
          <a:p>
            <a:pPr>
              <a:defRPr sz="1200"/>
            </a:pPr>
            <a:r>
              <a:t>D:/pasar_fix/node_modules/.bun/date-fns@3.6.0/node_modules/date-fns/locale/bg/_lib/match.d.mts</a:t>
            </a:r>
          </a:p>
          <a:p>
            <a:pPr>
              <a:defRPr sz="1200"/>
            </a:pPr>
            <a:r>
              <a:t>D:/pasar_fix/node_modules/.bun/date-fns@3.6.0/node_modules/date-fns/locale/bg/_lib/match.d.ts</a:t>
            </a:r>
          </a:p>
          <a:p>
            <a:pPr>
              <a:defRPr sz="1200"/>
            </a:pPr>
            <a:r>
              <a:t>D:/pasar_fix/node_modules/.bun/date-fns@3.6.0/node_modules/date-fns/locale/bg/_lib/match.js</a:t>
            </a:r>
          </a:p>
          <a:p>
            <a:pPr>
              <a:defRPr sz="1200"/>
            </a:pPr>
            <a:r>
              <a:t>D:/pasar_fix/node_modules/.bun/date-fns@3.6.0/node_modules/date-fns/locale/bg/_lib/match.mjs</a:t>
            </a:r>
          </a:p>
          <a:p>
            <a:pPr>
              <a:defRPr sz="1200"/>
            </a:pPr>
            <a:r>
              <a:t>D:/pasar_fix/node_modules/.bun/date-fns@3.6.0/node_modules/date-fns/locale/bn/cdn.js</a:t>
            </a:r>
          </a:p>
          <a:p>
            <a:pPr>
              <a:defRPr sz="1200"/>
            </a:pPr>
            <a:r>
              <a:t>D:/pasar_fix/node_modules/.bun/date-fns@3.6.0/node_modules/date-fns/locale/bn/cdn.js.map</a:t>
            </a:r>
          </a:p>
          <a:p>
            <a:pPr>
              <a:defRPr sz="1200"/>
            </a:pPr>
            <a:r>
              <a:t>D:/pasar_fix/node_modules/.bun/date-fns@3.6.0/node_modules/date-fns/locale/bn/cdn.min.js</a:t>
            </a:r>
          </a:p>
          <a:p>
            <a:pPr>
              <a:defRPr sz="1200"/>
            </a:pPr>
            <a:r>
              <a:t>D:/pasar_fix/node_modules/.bun/date-fns@3.6.0/node_modules/date-fns/locale/bn/cdn.min.js.map</a:t>
            </a:r>
          </a:p>
          <a:p>
            <a:pPr>
              <a:defRPr sz="1200"/>
            </a:pPr>
            <a:r>
              <a:t>D:/pasar_fix/node_modules/.bun/date-fns@3.6.0/node_modules/date-fns/locale/bn/_lib/formatDistance.d.mts</a:t>
            </a:r>
          </a:p>
          <a:p>
            <a:pPr>
              <a:defRPr sz="1200"/>
            </a:pPr>
            <a:r>
              <a:t>D:/pasar_fix/node_modules/.bun/date-fns@3.6.0/node_modules/date-fns/locale/bn/_lib/formatDistance.d.ts</a:t>
            </a:r>
          </a:p>
          <a:p>
            <a:pPr>
              <a:defRPr sz="1200"/>
            </a:pPr>
            <a:r>
              <a:t>D:/pasar_fix/node_modules/.bun/date-fns@3.6.0/node_modules/date-fns/locale/bn/_lib/formatDistance.js</a:t>
            </a:r>
          </a:p>
          <a:p>
            <a:pPr>
              <a:defRPr sz="1200"/>
            </a:pPr>
            <a:r>
              <a:t>D:/pasar_fix/node_modules/.bun/date-fns@3.6.0/node_modules/date-fns/locale/bn/_lib/formatDistance.mjs</a:t>
            </a:r>
          </a:p>
          <a:p>
            <a:pPr>
              <a:defRPr sz="1200"/>
            </a:pPr>
            <a:r>
              <a:t>D:/pasar_fix/node_modules/.bun/date-fns@3.6.0/node_modules/date-fns/locale/bn/_lib/formatLong.d.mts</a:t>
            </a:r>
          </a:p>
          <a:p>
            <a:pPr>
              <a:defRPr sz="1200"/>
            </a:pPr>
            <a:r>
              <a:t>D:/pasar_fix/node_modules/.bun/date-fns@3.6.0/node_modules/date-fns/locale/bn/_lib/formatLong.d.ts</a:t>
            </a:r>
          </a:p>
          <a:p>
            <a:pPr>
              <a:defRPr sz="1200"/>
            </a:pPr>
            <a:r>
              <a:t>D:/pasar_fix/node_modules/.bun/date-fns@3.6.0/node_modules/date-fns/locale/bn/_lib/formatLong.js</a:t>
            </a:r>
          </a:p>
          <a:p>
            <a:pPr>
              <a:defRPr sz="1200"/>
            </a:pPr>
            <a:r>
              <a:t>D:/pasar_fix/node_modules/.bun/date-fns@3.6.0/node_modules/date-fns/locale/bn/_lib/formatLong.mjs</a:t>
            </a:r>
          </a:p>
          <a:p>
            <a:pPr>
              <a:defRPr sz="1200"/>
            </a:pPr>
            <a:r>
              <a:t>D:/pasar_fix/node_modules/.bun/date-fns@3.6.0/node_modules/date-fns/locale/bn/_lib/formatRelative.d.mts</a:t>
            </a:r>
          </a:p>
          <a:p>
            <a:pPr>
              <a:defRPr sz="1200"/>
            </a:pPr>
            <a:r>
              <a:t>D:/pasar_fix/node_modules/.bun/date-fns@3.6.0/node_modules/date-fns/locale/bn/_lib/formatRelative.d.ts</a:t>
            </a:r>
          </a:p>
          <a:p>
            <a:pPr>
              <a:defRPr sz="1200"/>
            </a:pPr>
            <a:r>
              <a:t>D:/pasar_fix/node_modules/.bun/date-fns@3.6.0/node_modules/date-fns/locale/bn/_lib/formatRelative.js</a:t>
            </a:r>
          </a:p>
          <a:p>
            <a:pPr>
              <a:defRPr sz="1200"/>
            </a:pPr>
            <a:r>
              <a:t>D:/pasar_fix/node_modules/.bun/date-fns@3.6.0/node_modules/date-fns/locale/bn/_lib/formatRelative.mjs</a:t>
            </a:r>
          </a:p>
          <a:p>
            <a:pPr>
              <a:defRPr sz="1200"/>
            </a:pPr>
            <a:r>
              <a:t>D:/pasar_fix/node_modules/.bun/date-fns@3.6.0/node_modules/date-fns/locale/bn/_lib/localize.d.mts</a:t>
            </a:r>
          </a:p>
          <a:p>
            <a:pPr>
              <a:defRPr sz="1200"/>
            </a:pPr>
            <a:r>
              <a:t>D:/pasar_fix/node_modules/.bun/date-fns@3.6.0/node_modules/date-fns/locale/bn/_lib/localize.d.ts</a:t>
            </a:r>
          </a:p>
          <a:p>
            <a:pPr>
              <a:defRPr sz="1200"/>
            </a:pPr>
            <a:r>
              <a:t>D:/pasar_fix/node_modules/.bun/date-fns@3.6.0/node_modules/date-fns/locale/bn/_lib/localize.js</a:t>
            </a:r>
          </a:p>
          <a:p>
            <a:pPr>
              <a:defRPr sz="1200"/>
            </a:pPr>
            <a:r>
              <a:t>D:/pasar_fix/node_modules/.bun/date-fns@3.6.0/node_modules/date-fns/locale/bn/_lib/localize.mjs</a:t>
            </a:r>
          </a:p>
          <a:p>
            <a:pPr>
              <a:defRPr sz="1200"/>
            </a:pPr>
            <a:r>
              <a:t>D:/pasar_fix/node_modules/.bun/date-fns@3.6.0/node_modules/date-fns/locale/bn/_lib/match.d.mts</a:t>
            </a:r>
          </a:p>
          <a:p>
            <a:pPr>
              <a:defRPr sz="1200"/>
            </a:pPr>
            <a:r>
              <a:t>D:/pasar_fix/node_modules/.bun/date-fns@3.6.0/node_modules/date-fns/locale/bn/_lib/match.d.ts</a:t>
            </a:r>
          </a:p>
          <a:p>
            <a:pPr>
              <a:defRPr sz="1200"/>
            </a:pPr>
            <a:r>
              <a:t>D:/pasar_fix/node_modules/.bun/date-fns@3.6.0/node_modules/date-fns/locale/bn/_lib/match.js</a:t>
            </a:r>
          </a:p>
          <a:p>
            <a:pPr>
              <a:defRPr sz="1200"/>
            </a:pPr>
            <a:r>
              <a:t>D:/pasar_fix/node_modules/.bun/date-fns@3.6.0/node_modules/date-fns/locale/bn/_lib/match.mjs</a:t>
            </a:r>
          </a:p>
          <a:p>
            <a:pPr>
              <a:defRPr sz="1200"/>
            </a:pPr>
            <a:r>
              <a:t>D:/pasar_fix/node_modules/.bun/date-fns@3.6.0/node_modules/date-fns/locale/bs/cdn.js</a:t>
            </a:r>
          </a:p>
          <a:p>
            <a:pPr>
              <a:defRPr sz="1200"/>
            </a:pPr>
            <a:r>
              <a:t>D:/pasar_fix/node_modules/.bun/date-fns@3.6.0/node_modules/date-fns/locale/bs/cdn.js.map</a:t>
            </a:r>
          </a:p>
          <a:p>
            <a:pPr>
              <a:defRPr sz="1200"/>
            </a:pPr>
            <a:r>
              <a:t>D:/pasar_fix/node_modules/.bun/date-fns@3.6.0/node_modules/date-fns/locale/bs/cdn.min.js</a:t>
            </a:r>
          </a:p>
          <a:p>
            <a:pPr>
              <a:defRPr sz="1200"/>
            </a:pPr>
            <a:r>
              <a:t>D:/pasar_fix/node_modules/.bun/date-fns@3.6.0/node_modules/date-fns/locale/bs/cdn.min.js.map</a:t>
            </a:r>
          </a:p>
          <a:p>
            <a:pPr>
              <a:defRPr sz="1200"/>
            </a:pPr>
            <a:r>
              <a:t>D:/pasar_fix/node_modules/.bun/date-fns@3.6.0/node_modules/date-fns/locale/bs/_lib/formatDistance.d.mts</a:t>
            </a:r>
          </a:p>
          <a:p>
            <a:pPr>
              <a:defRPr sz="1200"/>
            </a:pPr>
            <a:r>
              <a:t>D:/pasar_fix/node_modules/.bun/date-fns@3.6.0/node_modules/date-fns/locale/bs/_lib/formatDistance.d.ts</a:t>
            </a:r>
          </a:p>
          <a:p>
            <a:pPr>
              <a:defRPr sz="1200"/>
            </a:pPr>
            <a:r>
              <a:t>D:/pasar_fix/node_modules/.bun/date-fns@3.6.0/node_modules/date-fns/locale/bs/_lib/formatDistance.js</a:t>
            </a:r>
          </a:p>
          <a:p>
            <a:pPr>
              <a:defRPr sz="1200"/>
            </a:pPr>
            <a:r>
              <a:t>D:/pasar_fix/node_modules/.bun/date-fns@3.6.0/node_modules/date-fns/locale/bs/_lib/formatDistance.mjs</a:t>
            </a:r>
          </a:p>
          <a:p>
            <a:pPr>
              <a:defRPr sz="1200"/>
            </a:pPr>
            <a:r>
              <a:t>D:/pasar_fix/node_modules/.bun/date-fns@3.6.0/node_modules/date-fns/locale/bs/_lib/formatLong.d.mts</a:t>
            </a:r>
          </a:p>
          <a:p>
            <a:pPr>
              <a:defRPr sz="1200"/>
            </a:pPr>
            <a:r>
              <a:t>D:/pasar_fix/node_modules/.bun/date-fns@3.6.0/node_modules/date-fns/locale/bs/_lib/formatLong.d.ts</a:t>
            </a:r>
          </a:p>
          <a:p>
            <a:pPr>
              <a:defRPr sz="1200"/>
            </a:pPr>
            <a:r>
              <a:t>D:/pasar_fix/node_modules/.bun/date-fns@3.6.0/node_modules/date-fns/locale/bs/_lib/formatLong.js</a:t>
            </a:r>
          </a:p>
          <a:p>
            <a:pPr>
              <a:defRPr sz="1200"/>
            </a:pPr>
            <a:r>
              <a:t>D:/pasar_fix/node_modules/.bun/date-fns@3.6.0/node_modules/date-fns/locale/bs/_lib/formatLong.mjs</a:t>
            </a:r>
          </a:p>
          <a:p>
            <a:pPr>
              <a:defRPr sz="1200"/>
            </a:pPr>
            <a:r>
              <a:t>D:/pasar_fix/node_modules/.bun/date-fns@3.6.0/node_modules/date-fns/locale/bs/_lib/formatRelative.d.mts</a:t>
            </a:r>
          </a:p>
          <a:p>
            <a:pPr>
              <a:defRPr sz="1200"/>
            </a:pPr>
            <a:r>
              <a:t>D:/pasar_fix/node_modules/.bun/date-fns@3.6.0/node_modules/date-fns/locale/bs/_lib/formatRelative.d.ts</a:t>
            </a:r>
          </a:p>
          <a:p>
            <a:pPr>
              <a:defRPr sz="1200"/>
            </a:pPr>
            <a:r>
              <a:t>D:/pasar_fix/node_modules/.bun/date-fns@3.6.0/node_modules/date-fns/locale/bs/_lib/formatRelative.js</a:t>
            </a:r>
          </a:p>
          <a:p>
            <a:pPr>
              <a:defRPr sz="1200"/>
            </a:pPr>
            <a:r>
              <a:t>D:/pasar_fix/node_modules/.bun/date-fns@3.6.0/node_modules/date-fns/locale/bs/_lib/formatRelative.mjs</a:t>
            </a:r>
          </a:p>
          <a:p>
            <a:pPr>
              <a:defRPr sz="1200"/>
            </a:pPr>
            <a:r>
              <a:t>D:/pasar_fix/node_modules/.bun/date-fns@3.6.0/node_modules/date-fns/locale/bs/_lib/localize.d.mts</a:t>
            </a:r>
          </a:p>
          <a:p>
            <a:pPr>
              <a:defRPr sz="1200"/>
            </a:pPr>
            <a:r>
              <a:t>D:/pasar_fix/node_modules/.bun/date-fns@3.6.0/node_modules/date-fns/locale/bs/_lib/localize.d.ts</a:t>
            </a:r>
          </a:p>
          <a:p>
            <a:pPr>
              <a:defRPr sz="1200"/>
            </a:pPr>
            <a:r>
              <a:t>D:/pasar_fix/node_modules/.bun/date-fns@3.6.0/node_modules/date-fns/locale/bs/_lib/localize.js</a:t>
            </a:r>
          </a:p>
          <a:p>
            <a:pPr>
              <a:defRPr sz="1200"/>
            </a:pPr>
            <a:r>
              <a:t>D:/pasar_fix/node_modules/.bun/date-fns@3.6.0/node_modules/date-fns/locale/bs/_lib/localize.mjs</a:t>
            </a:r>
          </a:p>
          <a:p>
            <a:pPr>
              <a:defRPr sz="1200"/>
            </a:pPr>
            <a:r>
              <a:t>D:/pasar_fix/node_modules/.bun/date-fns@3.6.0/node_modules/date-fns/locale/bs/_lib/match.d.mts</a:t>
            </a:r>
          </a:p>
          <a:p>
            <a:pPr>
              <a:defRPr sz="1200"/>
            </a:pPr>
            <a:r>
              <a:t>D:/pasar_fix/node_modules/.bun/date-fns@3.6.0/node_modules/date-fns/locale/bs/_lib/match.d.ts</a:t>
            </a:r>
          </a:p>
          <a:p>
            <a:pPr>
              <a:defRPr sz="1200"/>
            </a:pPr>
            <a:r>
              <a:t>D:/pasar_fix/node_modules/.bun/date-fns@3.6.0/node_modules/date-fns/locale/bs/_lib/match.js</a:t>
            </a:r>
          </a:p>
          <a:p>
            <a:pPr>
              <a:defRPr sz="1200"/>
            </a:pPr>
            <a:r>
              <a:t>D:/pasar_fix/node_modules/.bun/date-fns@3.6.0/node_modules/date-fns/locale/bs/_lib/match.mjs</a:t>
            </a:r>
          </a:p>
          <a:p>
            <a:pPr>
              <a:defRPr sz="1200"/>
            </a:pPr>
            <a:r>
              <a:t>D:/pasar_fix/node_modules/.bun/date-fns@3.6.0/node_modules/date-fns/locale/ca/cdn.js</a:t>
            </a:r>
          </a:p>
          <a:p>
            <a:pPr>
              <a:defRPr sz="1200"/>
            </a:pPr>
            <a:r>
              <a:t>D:/pasar_fix/node_modules/.bun/date-fns@3.6.0/node_modules/date-fns/locale/ca/cdn.js.map</a:t>
            </a:r>
          </a:p>
          <a:p>
            <a:pPr>
              <a:defRPr sz="1200"/>
            </a:pPr>
            <a:r>
              <a:t>D:/pasar_fix/node_modules/.bun/date-fns@3.6.0/node_modules/date-fns/locale/ca/cdn.min.js</a:t>
            </a:r>
          </a:p>
          <a:p>
            <a:pPr>
              <a:defRPr sz="1200"/>
            </a:pPr>
            <a:r>
              <a:t>D:/pasar_fix/node_modules/.bun/date-fns@3.6.0/node_modules/date-fns/locale/ca/cdn.min.js.map</a:t>
            </a:r>
          </a:p>
          <a:p>
            <a:pPr>
              <a:defRPr sz="1200"/>
            </a:pPr>
            <a:r>
              <a:t>D:/pasar_fix/node_modules/.bun/date-fns@3.6.0/node_modules/date-fns/locale/ca/_lib/formatDistance.d.mts</a:t>
            </a:r>
          </a:p>
          <a:p>
            <a:pPr>
              <a:defRPr sz="1200"/>
            </a:pPr>
            <a:r>
              <a:t>D:/pasar_fix/node_modules/.bun/date-fns@3.6.0/node_modules/date-fns/locale/ca/_lib/formatDistance.d.ts</a:t>
            </a:r>
          </a:p>
          <a:p>
            <a:pPr>
              <a:defRPr sz="1200"/>
            </a:pPr>
            <a:r>
              <a:t>D:/pasar_fix/node_modules/.bun/date-fns@3.6.0/node_modules/date-fns/locale/ca/_lib/formatDistance.js</a:t>
            </a:r>
          </a:p>
          <a:p>
            <a:pPr>
              <a:defRPr sz="1200"/>
            </a:pPr>
            <a:r>
              <a:t>D:/pasar_fix/node_modules/.bun/date-fns@3.6.0/node_modules/date-fns/locale/ca/_lib/formatDistance.mjs</a:t>
            </a:r>
          </a:p>
          <a:p>
            <a:pPr>
              <a:defRPr sz="1200"/>
            </a:pPr>
            <a:r>
              <a:t>D:/pasar_fix/node_modules/.bun/date-fns@3.6.0/node_modules/date-fns/locale/ca/_lib/formatLong.d.mts</a:t>
            </a:r>
          </a:p>
          <a:p>
            <a:pPr>
              <a:defRPr sz="1200"/>
            </a:pPr>
            <a:r>
              <a:t>D:/pasar_fix/node_modules/.bun/date-fns@3.6.0/node_modules/date-fns/locale/ca/_lib/formatLong.d.ts</a:t>
            </a:r>
          </a:p>
          <a:p>
            <a:pPr>
              <a:defRPr sz="1200"/>
            </a:pPr>
            <a:r>
              <a:t>D:/pasar_fix/node_modules/.bun/date-fns@3.6.0/node_modules/date-fns/locale/ca/_lib/formatLong.js</a:t>
            </a:r>
          </a:p>
          <a:p>
            <a:pPr>
              <a:defRPr sz="1200"/>
            </a:pPr>
            <a:r>
              <a:t>D:/pasar_fix/node_modules/.bun/date-fns@3.6.0/node_modules/date-fns/locale/ca/_lib/formatLong.mjs</a:t>
            </a:r>
          </a:p>
          <a:p>
            <a:pPr>
              <a:defRPr sz="1200"/>
            </a:pPr>
            <a:r>
              <a:t>D:/pasar_fix/node_modules/.bun/date-fns@3.6.0/node_modules/date-fns/locale/ca/_lib/formatRelative.d.mts</a:t>
            </a:r>
          </a:p>
          <a:p>
            <a:pPr>
              <a:defRPr sz="1200"/>
            </a:pPr>
            <a:r>
              <a:t>D:/pasar_fix/node_modules/.bun/date-fns@3.6.0/node_modules/date-fns/locale/ca/_lib/formatRelative.d.ts</a:t>
            </a:r>
          </a:p>
          <a:p>
            <a:pPr>
              <a:defRPr sz="1200"/>
            </a:pPr>
            <a:r>
              <a:t>D:/pasar_fix/node_modules/.bun/date-fns@3.6.0/node_modules/date-fns/locale/ca/_lib/formatRelative.js</a:t>
            </a:r>
          </a:p>
          <a:p>
            <a:pPr>
              <a:defRPr sz="1200"/>
            </a:pPr>
            <a:r>
              <a:t>D:/pasar_fix/node_modules/.bun/date-fns@3.6.0/node_modules/date-fns/locale/ca/_lib/formatRelative.mjs</a:t>
            </a:r>
          </a:p>
          <a:p>
            <a:pPr>
              <a:defRPr sz="1200"/>
            </a:pPr>
            <a:r>
              <a:t>D:/pasar_fix/node_modules/.bun/date-fns@3.6.0/node_modules/date-fns/locale/ca/_lib/localize.d.mts</a:t>
            </a:r>
          </a:p>
          <a:p>
            <a:pPr>
              <a:defRPr sz="1200"/>
            </a:pPr>
            <a:r>
              <a:t>D:/pasar_fix/node_modules/.bun/date-fns@3.6.0/node_modules/date-fns/locale/ca/_lib/localize.d.ts</a:t>
            </a:r>
          </a:p>
          <a:p>
            <a:pPr>
              <a:defRPr sz="1200"/>
            </a:pPr>
            <a:r>
              <a:t>D:/pasar_fix/node_modules/.bun/date-fns@3.6.0/node_modules/date-fns/locale/ca/_lib/localize.js</a:t>
            </a:r>
          </a:p>
          <a:p>
            <a:pPr>
              <a:defRPr sz="1200"/>
            </a:pPr>
            <a:r>
              <a:t>D:/pasar_fix/node_modules/.bun/date-fns@3.6.0/node_modules/date-fns/locale/ca/_lib/localize.mjs</a:t>
            </a:r>
          </a:p>
          <a:p>
            <a:pPr>
              <a:defRPr sz="1200"/>
            </a:pPr>
            <a:r>
              <a:t>D:/pasar_fix/node_modules/.bun/date-fns@3.6.0/node_modules/date-fns/locale/ca/_lib/match.d.mts</a:t>
            </a:r>
          </a:p>
          <a:p>
            <a:pPr>
              <a:defRPr sz="1200"/>
            </a:pPr>
            <a:r>
              <a:t>D:/pasar_fix/node_modules/.bun/date-fns@3.6.0/node_modules/date-fns/locale/ca/_lib/match.d.ts</a:t>
            </a:r>
          </a:p>
          <a:p>
            <a:pPr>
              <a:defRPr sz="1200"/>
            </a:pPr>
            <a:r>
              <a:t>D:/pasar_fix/node_modules/.bun/date-fns@3.6.0/node_modules/date-fns/locale/ca/_lib/match.js</a:t>
            </a:r>
          </a:p>
          <a:p>
            <a:pPr>
              <a:defRPr sz="1200"/>
            </a:pPr>
            <a:r>
              <a:t>D:/pasar_fix/node_modules/.bun/date-fns@3.6.0/node_modules/date-fns/locale/ca/_lib/match.mjs</a:t>
            </a:r>
          </a:p>
          <a:p>
            <a:pPr>
              <a:defRPr sz="1200"/>
            </a:pPr>
            <a:r>
              <a:t>D:/pasar_fix/node_modules/.bun/date-fns@3.6.0/node_modules/date-fns/locale/ckb/cdn.js</a:t>
            </a:r>
          </a:p>
          <a:p>
            <a:pPr>
              <a:defRPr sz="1200"/>
            </a:pPr>
            <a:r>
              <a:t>D:/pasar_fix/node_modules/.bun/date-fns@3.6.0/node_modules/date-fns/locale/ckb/cdn.js.map</a:t>
            </a:r>
          </a:p>
          <a:p>
            <a:pPr>
              <a:defRPr sz="1200"/>
            </a:pPr>
            <a:r>
              <a:t>D:/pasar_fix/node_modules/.bun/date-fns@3.6.0/node_modules/date-fns/locale/ckb/cdn.min.js</a:t>
            </a:r>
          </a:p>
          <a:p>
            <a:pPr>
              <a:defRPr sz="1200"/>
            </a:pPr>
            <a:r>
              <a:t>D:/pasar_fix/node_modules/.bun/date-fns@3.6.0/node_modules/date-fns/locale/ckb/cdn.min.js.map</a:t>
            </a:r>
          </a:p>
          <a:p>
            <a:pPr>
              <a:defRPr sz="1200"/>
            </a:pPr>
            <a:r>
              <a:t>D:/pasar_fix/node_modules/.bun/date-fns@3.6.0/node_modules/date-fns/locale/ckb/_lib/formatDistance.d.mts</a:t>
            </a:r>
          </a:p>
          <a:p>
            <a:pPr>
              <a:defRPr sz="1200"/>
            </a:pPr>
            <a:r>
              <a:t>D:/pasar_fix/node_modules/.bun/date-fns@3.6.0/node_modules/date-fns/locale/ckb/_lib/formatDistance.d.ts</a:t>
            </a:r>
          </a:p>
          <a:p>
            <a:pPr>
              <a:defRPr sz="1200"/>
            </a:pPr>
            <a:r>
              <a:t>D:/pasar_fix/node_modules/.bun/date-fns@3.6.0/node_modules/date-fns/locale/ckb/_lib/formatDistance.js</a:t>
            </a:r>
          </a:p>
          <a:p>
            <a:pPr>
              <a:defRPr sz="1200"/>
            </a:pPr>
            <a:r>
              <a:t>D:/pasar_fix/node_modules/.bun/date-fns@3.6.0/node_modules/date-fns/locale/ckb/_lib/formatDistance.mjs</a:t>
            </a:r>
          </a:p>
          <a:p>
            <a:pPr>
              <a:defRPr sz="1200"/>
            </a:pPr>
            <a:r>
              <a:t>D:/pasar_fix/node_modules/.bun/date-fns@3.6.0/node_modules/date-fns/locale/ckb/_lib/formatLong.d.mts</a:t>
            </a:r>
          </a:p>
          <a:p>
            <a:pPr>
              <a:defRPr sz="1200"/>
            </a:pPr>
            <a:r>
              <a:t>D:/pasar_fix/node_modules/.bun/date-fns@3.6.0/node_modules/date-fns/locale/ckb/_lib/formatLong.d.ts</a:t>
            </a:r>
          </a:p>
          <a:p>
            <a:pPr>
              <a:defRPr sz="1200"/>
            </a:pPr>
            <a:r>
              <a:t>D:/pasar_fix/node_modules/.bun/date-fns@3.6.0/node_modules/date-fns/locale/ckb/_lib/formatLong.js</a:t>
            </a:r>
          </a:p>
          <a:p>
            <a:pPr>
              <a:defRPr sz="1200"/>
            </a:pPr>
            <a:r>
              <a:t>D:/pasar_fix/node_modules/.bun/date-fns@3.6.0/node_modules/date-fns/locale/ckb/_lib/formatLong.mjs</a:t>
            </a:r>
          </a:p>
          <a:p>
            <a:pPr>
              <a:defRPr sz="1200"/>
            </a:pPr>
            <a:r>
              <a:t>D:/pasar_fix/node_modules/.bun/date-fns@3.6.0/node_modules/date-fns/locale/ckb/_lib/formatRelative.d.mts</a:t>
            </a:r>
          </a:p>
          <a:p>
            <a:pPr>
              <a:defRPr sz="1200"/>
            </a:pPr>
            <a:r>
              <a:t>D:/pasar_fix/node_modules/.bun/date-fns@3.6.0/node_modules/date-fns/locale/ckb/_lib/formatRelative.d.ts</a:t>
            </a:r>
          </a:p>
          <a:p>
            <a:pPr>
              <a:defRPr sz="1200"/>
            </a:pPr>
            <a:r>
              <a:t>D:/pasar_fix/node_modules/.bun/date-fns@3.6.0/node_modules/date-fns/locale/ckb/_lib/formatRelative.js</a:t>
            </a:r>
          </a:p>
          <a:p>
            <a:pPr>
              <a:defRPr sz="1200"/>
            </a:pPr>
            <a:r>
              <a:t>D:/pasar_fix/node_modules/.bun/date-fns@3.6.0/node_modules/date-fns/locale/ckb/_lib/formatRelative.mjs</a:t>
            </a:r>
          </a:p>
          <a:p>
            <a:pPr>
              <a:defRPr sz="1200"/>
            </a:pPr>
            <a:r>
              <a:t>D:/pasar_fix/node_modules/.bun/date-fns@3.6.0/node_modules/date-fns/locale/ckb/_lib/localize.d.mts</a:t>
            </a:r>
          </a:p>
          <a:p>
            <a:pPr>
              <a:defRPr sz="1200"/>
            </a:pPr>
            <a:r>
              <a:t>D:/pasar_fix/node_modules/.bun/date-fns@3.6.0/node_modules/date-fns/locale/ckb/_lib/localize.d.ts</a:t>
            </a:r>
          </a:p>
          <a:p>
            <a:pPr>
              <a:defRPr sz="1200"/>
            </a:pPr>
            <a:r>
              <a:t>D:/pasar_fix/node_modules/.bun/date-fns@3.6.0/node_modules/date-fns/locale/ckb/_lib/localize.js</a:t>
            </a:r>
          </a:p>
          <a:p>
            <a:pPr>
              <a:defRPr sz="1200"/>
            </a:pPr>
            <a:r>
              <a:t>D:/pasar_fix/node_modules/.bun/date-fns@3.6.0/node_modules/date-fns/locale/ckb/_lib/localize.mjs</a:t>
            </a:r>
          </a:p>
          <a:p>
            <a:pPr>
              <a:defRPr sz="1200"/>
            </a:pPr>
            <a:r>
              <a:t>D:/pasar_fix/node_modules/.bun/date-fns@3.6.0/node_modules/date-fns/locale/ckb/_lib/match.d.mts</a:t>
            </a:r>
          </a:p>
          <a:p>
            <a:pPr>
              <a:defRPr sz="1200"/>
            </a:pPr>
            <a:r>
              <a:t>D:/pasar_fix/node_modules/.bun/date-fns@3.6.0/node_modules/date-fns/locale/ckb/_lib/match.d.ts</a:t>
            </a:r>
          </a:p>
          <a:p>
            <a:pPr>
              <a:defRPr sz="1200"/>
            </a:pPr>
            <a:r>
              <a:t>D:/pasar_fix/node_modules/.bun/date-fns@3.6.0/node_modules/date-fns/locale/ckb/_lib/match.js</a:t>
            </a:r>
          </a:p>
          <a:p>
            <a:pPr>
              <a:defRPr sz="1200"/>
            </a:pPr>
            <a:r>
              <a:t>D:/pasar_fix/node_modules/.bun/date-fns@3.6.0/node_modules/date-fns/locale/ckb/_lib/match.mjs</a:t>
            </a:r>
          </a:p>
          <a:p>
            <a:pPr>
              <a:defRPr sz="1200"/>
            </a:pPr>
            <a:r>
              <a:t>D:/pasar_fix/node_modules/.bun/date-fns@3.6.0/node_modules/date-fns/locale/cs/cdn.js</a:t>
            </a:r>
          </a:p>
          <a:p>
            <a:pPr>
              <a:defRPr sz="1200"/>
            </a:pPr>
            <a:r>
              <a:t>D:/pasar_fix/node_modules/.bun/date-fns@3.6.0/node_modules/date-fns/locale/cs/cdn.js.map</a:t>
            </a:r>
          </a:p>
          <a:p>
            <a:pPr>
              <a:defRPr sz="1200"/>
            </a:pPr>
            <a:r>
              <a:t>D:/pasar_fix/node_modules/.bun/date-fns@3.6.0/node_modules/date-fns/locale/cs/cdn.min.js</a:t>
            </a:r>
          </a:p>
          <a:p>
            <a:pPr>
              <a:defRPr sz="1200"/>
            </a:pPr>
            <a:r>
              <a:t>D:/pasar_fix/node_modules/.bun/date-fns@3.6.0/node_modules/date-fns/locale/cs/cdn.min.js.map</a:t>
            </a:r>
          </a:p>
          <a:p>
            <a:pPr>
              <a:defRPr sz="1200"/>
            </a:pPr>
            <a:r>
              <a:t>D:/pasar_fix/node_modules/.bun/date-fns@3.6.0/node_modules/date-fns/locale/cs/_lib/formatDistance.d.mts</a:t>
            </a:r>
          </a:p>
          <a:p>
            <a:pPr>
              <a:defRPr sz="1200"/>
            </a:pPr>
            <a:r>
              <a:t>D:/pasar_fix/node_modules/.bun/date-fns@3.6.0/node_modules/date-fns/locale/cs/_lib/formatDistance.d.ts</a:t>
            </a:r>
          </a:p>
          <a:p>
            <a:pPr>
              <a:defRPr sz="1200"/>
            </a:pPr>
            <a:r>
              <a:t>D:/pasar_fix/node_modules/.bun/date-fns@3.6.0/node_modules/date-fns/locale/cs/_lib/formatDistance.js</a:t>
            </a:r>
          </a:p>
          <a:p>
            <a:pPr>
              <a:defRPr sz="1200"/>
            </a:pPr>
            <a:r>
              <a:t>D:/pasar_fix/node_modules/.bun/date-fns@3.6.0/node_modules/date-fns/locale/cs/_lib/formatDistance.mjs</a:t>
            </a:r>
          </a:p>
          <a:p>
            <a:pPr>
              <a:defRPr sz="1200"/>
            </a:pPr>
            <a:r>
              <a:t>D:/pasar_fix/node_modules/.bun/date-fns@3.6.0/node_modules/date-fns/locale/cs/_lib/formatLong.d.mts</a:t>
            </a:r>
          </a:p>
          <a:p>
            <a:pPr>
              <a:defRPr sz="1200"/>
            </a:pPr>
            <a:r>
              <a:t>D:/pasar_fix/node_modules/.bun/date-fns@3.6.0/node_modules/date-fns/locale/cs/_lib/formatLong.d.ts</a:t>
            </a:r>
          </a:p>
          <a:p>
            <a:pPr>
              <a:defRPr sz="1200"/>
            </a:pPr>
            <a:r>
              <a:t>D:/pasar_fix/node_modules/.bun/date-fns@3.6.0/node_modules/date-fns/locale/cs/_lib/formatLong.js</a:t>
            </a:r>
          </a:p>
          <a:p>
            <a:pPr>
              <a:defRPr sz="1200"/>
            </a:pPr>
            <a:r>
              <a:t>D:/pasar_fix/node_modules/.bun/date-fns@3.6.0/node_modules/date-fns/locale/cs/_lib/formatLong.mjs</a:t>
            </a:r>
          </a:p>
          <a:p>
            <a:pPr>
              <a:defRPr sz="1200"/>
            </a:pPr>
            <a:r>
              <a:t>D:/pasar_fix/node_modules/.bun/date-fns@3.6.0/node_modules/date-fns/locale/cs/_lib/formatRelative.d.mts</a:t>
            </a:r>
          </a:p>
          <a:p>
            <a:pPr>
              <a:defRPr sz="1200"/>
            </a:pPr>
            <a:r>
              <a:t>D:/pasar_fix/node_modules/.bun/date-fns@3.6.0/node_modules/date-fns/locale/cs/_lib/formatRelative.d.ts</a:t>
            </a:r>
          </a:p>
          <a:p>
            <a:pPr>
              <a:defRPr sz="1200"/>
            </a:pPr>
            <a:r>
              <a:t>D:/pasar_fix/node_modules/.bun/date-fns@3.6.0/node_modules/date-fns/locale/cs/_lib/formatRelative.js</a:t>
            </a:r>
          </a:p>
          <a:p>
            <a:pPr>
              <a:defRPr sz="1200"/>
            </a:pPr>
            <a:r>
              <a:t>D:/pasar_fix/node_modules/.bun/date-fns@3.6.0/node_modules/date-fns/locale/cs/_lib/formatRelative.mjs</a:t>
            </a:r>
          </a:p>
          <a:p>
            <a:pPr>
              <a:defRPr sz="1200"/>
            </a:pPr>
            <a:r>
              <a:t>D:/pasar_fix/node_modules/.bun/date-fns@3.6.0/node_modules/date-fns/locale/cs/_lib/localize.d.mts</a:t>
            </a:r>
          </a:p>
          <a:p>
            <a:pPr>
              <a:defRPr sz="1200"/>
            </a:pPr>
            <a:r>
              <a:t>D:/pasar_fix/node_modules/.bun/date-fns@3.6.0/node_modules/date-fns/locale/cs/_lib/localize.d.ts</a:t>
            </a:r>
          </a:p>
          <a:p>
            <a:pPr>
              <a:defRPr sz="1200"/>
            </a:pPr>
            <a:r>
              <a:t>D:/pasar_fix/node_modules/.bun/date-fns@3.6.0/node_modules/date-fns/locale/cs/_lib/localize.js</a:t>
            </a:r>
          </a:p>
          <a:p>
            <a:pPr>
              <a:defRPr sz="1200"/>
            </a:pPr>
            <a:r>
              <a:t>D:/pasar_fix/node_modules/.bun/date-fns@3.6.0/node_modules/date-fns/locale/cs/_lib/localize.mjs</a:t>
            </a:r>
          </a:p>
          <a:p>
            <a:pPr>
              <a:defRPr sz="1200"/>
            </a:pPr>
            <a:r>
              <a:t>D:/pasar_fix/node_modules/.bun/date-fns@3.6.0/node_modules/date-fns/locale/cs/_lib/match.d.mts</a:t>
            </a:r>
          </a:p>
          <a:p>
            <a:pPr>
              <a:defRPr sz="1200"/>
            </a:pPr>
            <a:r>
              <a:t>D:/pasar_fix/node_modules/.bun/date-fns@3.6.0/node_modules/date-fns/locale/cs/_lib/match.d.ts</a:t>
            </a:r>
          </a:p>
          <a:p>
            <a:pPr>
              <a:defRPr sz="1200"/>
            </a:pPr>
            <a:r>
              <a:t>D:/pasar_fix/node_modules/.bun/date-fns@3.6.0/node_modules/date-fns/locale/cs/_lib/match.js</a:t>
            </a:r>
          </a:p>
          <a:p>
            <a:pPr>
              <a:defRPr sz="1200"/>
            </a:pPr>
            <a:r>
              <a:t>D:/pasar_fix/node_modules/.bun/date-fns@3.6.0/node_modules/date-fns/locale/cs/_lib/match.mjs</a:t>
            </a:r>
          </a:p>
          <a:p>
            <a:pPr>
              <a:defRPr sz="1200"/>
            </a:pPr>
            <a:r>
              <a:t>D:/pasar_fix/node_modules/.bun/date-fns@3.6.0/node_modules/date-fns/locale/cy/cdn.js</a:t>
            </a:r>
          </a:p>
          <a:p>
            <a:pPr>
              <a:defRPr sz="1200"/>
            </a:pPr>
            <a:r>
              <a:t>D:/pasar_fix/node_modules/.bun/date-fns@3.6.0/node_modules/date-fns/locale/cy/cdn.js.map</a:t>
            </a:r>
          </a:p>
          <a:p>
            <a:pPr>
              <a:defRPr sz="1200"/>
            </a:pPr>
            <a:r>
              <a:t>D:/pasar_fix/node_modules/.bun/date-fns@3.6.0/node_modules/date-fns/locale/cy/cdn.min.js</a:t>
            </a:r>
          </a:p>
          <a:p>
            <a:pPr>
              <a:defRPr sz="1200"/>
            </a:pPr>
            <a:r>
              <a:t>D:/pasar_fix/node_modules/.bun/date-fns@3.6.0/node_modules/date-fns/locale/cy/cdn.min.js.map</a:t>
            </a:r>
          </a:p>
          <a:p>
            <a:pPr>
              <a:defRPr sz="1200"/>
            </a:pPr>
            <a:r>
              <a:t>D:/pasar_fix/node_modules/.bun/date-fns@3.6.0/node_modules/date-fns/locale/cy/_lib/formatDistance.d.mts</a:t>
            </a:r>
          </a:p>
          <a:p>
            <a:pPr>
              <a:defRPr sz="1200"/>
            </a:pPr>
            <a:r>
              <a:t>D:/pasar_fix/node_modules/.bun/date-fns@3.6.0/node_modules/date-fns/locale/cy/_lib/formatDistance.d.ts</a:t>
            </a:r>
          </a:p>
          <a:p>
            <a:pPr>
              <a:defRPr sz="1200"/>
            </a:pPr>
            <a:r>
              <a:t>D:/pasar_fix/node_modules/.bun/date-fns@3.6.0/node_modules/date-fns/locale/cy/_lib/formatDistance.js</a:t>
            </a:r>
          </a:p>
          <a:p>
            <a:pPr>
              <a:defRPr sz="1200"/>
            </a:pPr>
            <a:r>
              <a:t>D:/pasar_fix/node_modules/.bun/date-fns@3.6.0/node_modules/date-fns/locale/cy/_lib/formatDistance.mjs</a:t>
            </a:r>
          </a:p>
          <a:p>
            <a:pPr>
              <a:defRPr sz="1200"/>
            </a:pPr>
            <a:r>
              <a:t>D:/pasar_fix/node_modules/.bun/date-fns@3.6.0/node_modules/date-fns/locale/cy/_lib/formatLong.d.mts</a:t>
            </a:r>
          </a:p>
          <a:p>
            <a:pPr>
              <a:defRPr sz="1200"/>
            </a:pPr>
            <a:r>
              <a:t>D:/pasar_fix/node_modules/.bun/date-fns@3.6.0/node_modules/date-fns/locale/cy/_lib/formatLong.d.ts</a:t>
            </a:r>
          </a:p>
          <a:p>
            <a:pPr>
              <a:defRPr sz="1200"/>
            </a:pPr>
            <a:r>
              <a:t>D:/pasar_fix/node_modules/.bun/date-fns@3.6.0/node_modules/date-fns/locale/cy/_lib/formatLong.js</a:t>
            </a:r>
          </a:p>
          <a:p>
            <a:pPr>
              <a:defRPr sz="1200"/>
            </a:pPr>
            <a:r>
              <a:t>D:/pasar_fix/node_modules/.bun/date-fns@3.6.0/node_modules/date-fns/locale/cy/_lib/formatLong.mjs</a:t>
            </a:r>
          </a:p>
          <a:p>
            <a:pPr>
              <a:defRPr sz="1200"/>
            </a:pPr>
            <a:r>
              <a:t>D:/pasar_fix/node_modules/.bun/date-fns@3.6.0/node_modules/date-fns/locale/cy/_lib/formatRelative.d.mts</a:t>
            </a:r>
          </a:p>
          <a:p>
            <a:pPr>
              <a:defRPr sz="1200"/>
            </a:pPr>
            <a:r>
              <a:t>D:/pasar_fix/node_modules/.bun/date-fns@3.6.0/node_modules/date-fns/locale/cy/_lib/formatRelative.d.ts</a:t>
            </a:r>
          </a:p>
          <a:p>
            <a:pPr>
              <a:defRPr sz="1200"/>
            </a:pPr>
            <a:r>
              <a:t>D:/pasar_fix/node_modules/.bun/date-fns@3.6.0/node_modules/date-fns/locale/cy/_lib/formatRelative.js</a:t>
            </a:r>
          </a:p>
          <a:p>
            <a:pPr>
              <a:defRPr sz="1200"/>
            </a:pPr>
            <a:r>
              <a:t>D:/pasar_fix/node_modules/.bun/date-fns@3.6.0/node_modules/date-fns/locale/cy/_lib/formatRelative.mjs</a:t>
            </a:r>
          </a:p>
          <a:p>
            <a:pPr>
              <a:defRPr sz="1200"/>
            </a:pPr>
            <a:r>
              <a:t>D:/pasar_fix/node_modules/.bun/date-fns@3.6.0/node_modules/date-fns/locale/cy/_lib/localize.d.mts</a:t>
            </a:r>
          </a:p>
          <a:p>
            <a:pPr>
              <a:defRPr sz="1200"/>
            </a:pPr>
            <a:r>
              <a:t>D:/pasar_fix/node_modules/.bun/date-fns@3.6.0/node_modules/date-fns/locale/cy/_lib/localize.d.ts</a:t>
            </a:r>
          </a:p>
          <a:p>
            <a:pPr>
              <a:defRPr sz="1200"/>
            </a:pPr>
            <a:r>
              <a:t>D:/pasar_fix/node_modules/.bun/date-fns@3.6.0/node_modules/date-fns/locale/cy/_lib/localize.js</a:t>
            </a:r>
          </a:p>
          <a:p>
            <a:pPr>
              <a:defRPr sz="1200"/>
            </a:pPr>
            <a:r>
              <a:t>D:/pasar_fix/node_modules/.bun/date-fns@3.6.0/node_modules/date-fns/locale/cy/_lib/localize.mjs</a:t>
            </a:r>
          </a:p>
          <a:p>
            <a:pPr>
              <a:defRPr sz="1200"/>
            </a:pPr>
            <a:r>
              <a:t>D:/pasar_fix/node_modules/.bun/date-fns@3.6.0/node_modules/date-fns/locale/cy/_lib/match.d.mts</a:t>
            </a:r>
          </a:p>
          <a:p>
            <a:pPr>
              <a:defRPr sz="1200"/>
            </a:pPr>
            <a:r>
              <a:t>D:/pasar_fix/node_modules/.bun/date-fns@3.6.0/node_modules/date-fns/locale/cy/_lib/match.d.ts</a:t>
            </a:r>
          </a:p>
          <a:p>
            <a:pPr>
              <a:defRPr sz="1200"/>
            </a:pPr>
            <a:r>
              <a:t>D:/pasar_fix/node_modules/.bun/date-fns@3.6.0/node_modules/date-fns/locale/cy/_lib/match.js</a:t>
            </a:r>
          </a:p>
          <a:p>
            <a:pPr>
              <a:defRPr sz="1200"/>
            </a:pPr>
            <a:r>
              <a:t>D:/pasar_fix/node_modules/.bun/date-fns@3.6.0/node_modules/date-fns/locale/cy/_lib/match.mjs</a:t>
            </a:r>
          </a:p>
          <a:p>
            <a:pPr>
              <a:defRPr sz="1200"/>
            </a:pPr>
            <a:r>
              <a:t>D:/pasar_fix/node_modules/.bun/date-fns@3.6.0/node_modules/date-fns/locale/da/cdn.js</a:t>
            </a:r>
          </a:p>
          <a:p>
            <a:pPr>
              <a:defRPr sz="1200"/>
            </a:pPr>
            <a:r>
              <a:t>D:/pasar_fix/node_modules/.bun/date-fns@3.6.0/node_modules/date-fns/locale/da/cdn.js.map</a:t>
            </a:r>
          </a:p>
          <a:p>
            <a:pPr>
              <a:defRPr sz="1200"/>
            </a:pPr>
            <a:r>
              <a:t>D:/pasar_fix/node_modules/.bun/date-fns@3.6.0/node_modules/date-fns/locale/da/cdn.min.js</a:t>
            </a:r>
          </a:p>
          <a:p>
            <a:pPr>
              <a:defRPr sz="1200"/>
            </a:pPr>
            <a:r>
              <a:t>D:/pasar_fix/node_modules/.bun/date-fns@3.6.0/node_modules/date-fns/locale/da/cdn.min.js.map</a:t>
            </a:r>
          </a:p>
          <a:p>
            <a:pPr>
              <a:defRPr sz="1200"/>
            </a:pPr>
            <a:r>
              <a:t>D:/pasar_fix/node_modules/.bun/date-fns@3.6.0/node_modules/date-fns/locale/da/_lib/formatDistance.d.mts</a:t>
            </a:r>
          </a:p>
          <a:p>
            <a:pPr>
              <a:defRPr sz="1200"/>
            </a:pPr>
            <a:r>
              <a:t>D:/pasar_fix/node_modules/.bun/date-fns@3.6.0/node_modules/date-fns/locale/da/_lib/formatDistance.d.ts</a:t>
            </a:r>
          </a:p>
          <a:p>
            <a:pPr>
              <a:defRPr sz="1200"/>
            </a:pPr>
            <a:r>
              <a:t>D:/pasar_fix/node_modules/.bun/date-fns@3.6.0/node_modules/date-fns/locale/da/_lib/formatDistance.js</a:t>
            </a:r>
          </a:p>
          <a:p>
            <a:pPr>
              <a:defRPr sz="1200"/>
            </a:pPr>
            <a:r>
              <a:t>D:/pasar_fix/node_modules/.bun/date-fns@3.6.0/node_modules/date-fns/locale/da/_lib/formatDistance.mjs</a:t>
            </a:r>
          </a:p>
          <a:p>
            <a:pPr>
              <a:defRPr sz="1200"/>
            </a:pPr>
            <a:r>
              <a:t>D:/pasar_fix/node_modules/.bun/date-fns@3.6.0/node_modules/date-fns/locale/da/_lib/formatLong.d.mts</a:t>
            </a:r>
          </a:p>
          <a:p>
            <a:pPr>
              <a:defRPr sz="1200"/>
            </a:pPr>
            <a:r>
              <a:t>D:/pasar_fix/node_modules/.bun/date-fns@3.6.0/node_modules/date-fns/locale/da/_lib/formatLong.d.ts</a:t>
            </a:r>
          </a:p>
          <a:p>
            <a:pPr>
              <a:defRPr sz="1200"/>
            </a:pPr>
            <a:r>
              <a:t>D:/pasar_fix/node_modules/.bun/date-fns@3.6.0/node_modules/date-fns/locale/da/_lib/formatLong.js</a:t>
            </a:r>
          </a:p>
          <a:p>
            <a:pPr>
              <a:defRPr sz="1200"/>
            </a:pPr>
            <a:r>
              <a:t>D:/pasar_fix/node_modules/.bun/date-fns@3.6.0/node_modules/date-fns/locale/da/_lib/formatLong.mjs</a:t>
            </a:r>
          </a:p>
          <a:p>
            <a:pPr>
              <a:defRPr sz="1200"/>
            </a:pPr>
            <a:r>
              <a:t>D:/pasar_fix/node_modules/.bun/date-fns@3.6.0/node_modules/date-fns/locale/da/_lib/formatRelative.d.mts</a:t>
            </a:r>
          </a:p>
          <a:p>
            <a:pPr>
              <a:defRPr sz="1200"/>
            </a:pPr>
            <a:r>
              <a:t>D:/pasar_fix/node_modules/.bun/date-fns@3.6.0/node_modules/date-fns/locale/da/_lib/formatRelative.d.ts</a:t>
            </a:r>
          </a:p>
          <a:p>
            <a:pPr>
              <a:defRPr sz="1200"/>
            </a:pPr>
            <a:r>
              <a:t>D:/pasar_fix/node_modules/.bun/date-fns@3.6.0/node_modules/date-fns/locale/da/_lib/formatRelative.js</a:t>
            </a:r>
          </a:p>
          <a:p>
            <a:pPr>
              <a:defRPr sz="1200"/>
            </a:pPr>
            <a:r>
              <a:t>D:/pasar_fix/node_modules/.bun/date-fns@3.6.0/node_modules/date-fns/locale/da/_lib/formatRelative.mjs</a:t>
            </a:r>
          </a:p>
          <a:p>
            <a:pPr>
              <a:defRPr sz="1200"/>
            </a:pPr>
            <a:r>
              <a:t>D:/pasar_fix/node_modules/.bun/date-fns@3.6.0/node_modules/date-fns/locale/da/_lib/localize.d.mts</a:t>
            </a:r>
          </a:p>
          <a:p>
            <a:pPr>
              <a:defRPr sz="1200"/>
            </a:pPr>
            <a:r>
              <a:t>D:/pasar_fix/node_modules/.bun/date-fns@3.6.0/node_modules/date-fns/locale/da/_lib/localize.d.ts</a:t>
            </a:r>
          </a:p>
          <a:p>
            <a:pPr>
              <a:defRPr sz="1200"/>
            </a:pPr>
            <a:r>
              <a:t>D:/pasar_fix/node_modules/.bun/date-fns@3.6.0/node_modules/date-fns/locale/da/_lib/localize.js</a:t>
            </a:r>
          </a:p>
          <a:p>
            <a:pPr>
              <a:defRPr sz="1200"/>
            </a:pPr>
            <a:r>
              <a:t>D:/pasar_fix/node_modules/.bun/date-fns@3.6.0/node_modules/date-fns/locale/da/_lib/localize.mjs</a:t>
            </a:r>
          </a:p>
          <a:p>
            <a:pPr>
              <a:defRPr sz="1200"/>
            </a:pPr>
            <a:r>
              <a:t>D:/pasar_fix/node_modules/.bun/date-fns@3.6.0/node_modules/date-fns/locale/da/_lib/match.d.mts</a:t>
            </a:r>
          </a:p>
          <a:p>
            <a:pPr>
              <a:defRPr sz="1200"/>
            </a:pPr>
            <a:r>
              <a:t>D:/pasar_fix/node_modules/.bun/date-fns@3.6.0/node_modules/date-fns/locale/da/_lib/match.d.ts</a:t>
            </a:r>
          </a:p>
          <a:p>
            <a:pPr>
              <a:defRPr sz="1200"/>
            </a:pPr>
            <a:r>
              <a:t>D:/pasar_fix/node_modules/.bun/date-fns@3.6.0/node_modules/date-fns/locale/da/_lib/match.js</a:t>
            </a:r>
          </a:p>
          <a:p>
            <a:pPr>
              <a:defRPr sz="1200"/>
            </a:pPr>
            <a:r>
              <a:t>D:/pasar_fix/node_modules/.bun/date-fns@3.6.0/node_modules/date-fns/locale/da/_lib/match.mjs</a:t>
            </a:r>
          </a:p>
          <a:p>
            <a:pPr>
              <a:defRPr sz="1200"/>
            </a:pPr>
            <a:r>
              <a:t>D:/pasar_fix/node_modules/.bun/date-fns@3.6.0/node_modules/date-fns/locale/de/cdn.js</a:t>
            </a:r>
          </a:p>
          <a:p>
            <a:pPr>
              <a:defRPr sz="1200"/>
            </a:pPr>
            <a:r>
              <a:t>D:/pasar_fix/node_modules/.bun/date-fns@3.6.0/node_modules/date-fns/locale/de/cdn.js.map</a:t>
            </a:r>
          </a:p>
          <a:p>
            <a:pPr>
              <a:defRPr sz="1200"/>
            </a:pPr>
            <a:r>
              <a:t>D:/pasar_fix/node_modules/.bun/date-fns@3.6.0/node_modules/date-fns/locale/de/cdn.min.js</a:t>
            </a:r>
          </a:p>
          <a:p>
            <a:pPr>
              <a:defRPr sz="1200"/>
            </a:pPr>
            <a:r>
              <a:t>D:/pasar_fix/node_modules/.bun/date-fns@3.6.0/node_modules/date-fns/locale/de/cdn.min.js.map</a:t>
            </a:r>
          </a:p>
          <a:p>
            <a:pPr>
              <a:defRPr sz="1200"/>
            </a:pPr>
            <a:r>
              <a:t>D:/pasar_fix/node_modules/.bun/date-fns@3.6.0/node_modules/date-fns/locale/de/_lib/formatDistance.d.mts</a:t>
            </a:r>
          </a:p>
          <a:p>
            <a:pPr>
              <a:defRPr sz="1200"/>
            </a:pPr>
            <a:r>
              <a:t>D:/pasar_fix/node_modules/.bun/date-fns@3.6.0/node_modules/date-fns/locale/de/_lib/formatDistance.d.ts</a:t>
            </a:r>
          </a:p>
          <a:p>
            <a:pPr>
              <a:defRPr sz="1200"/>
            </a:pPr>
            <a:r>
              <a:t>D:/pasar_fix/node_modules/.bun/date-fns@3.6.0/node_modules/date-fns/locale/de/_lib/formatDistance.js</a:t>
            </a:r>
          </a:p>
          <a:p>
            <a:pPr>
              <a:defRPr sz="1200"/>
            </a:pPr>
            <a:r>
              <a:t>D:/pasar_fix/node_modules/.bun/date-fns@3.6.0/node_modules/date-fns/locale/de/_lib/formatDistance.mjs</a:t>
            </a:r>
          </a:p>
          <a:p>
            <a:pPr>
              <a:defRPr sz="1200"/>
            </a:pPr>
            <a:r>
              <a:t>D:/pasar_fix/node_modules/.bun/date-fns@3.6.0/node_modules/date-fns/locale/de/_lib/formatLong.d.mts</a:t>
            </a:r>
          </a:p>
          <a:p>
            <a:pPr>
              <a:defRPr sz="1200"/>
            </a:pPr>
            <a:r>
              <a:t>D:/pasar_fix/node_modules/.bun/date-fns@3.6.0/node_modules/date-fns/locale/de/_lib/formatLong.d.ts</a:t>
            </a:r>
          </a:p>
          <a:p>
            <a:pPr>
              <a:defRPr sz="1200"/>
            </a:pPr>
            <a:r>
              <a:t>D:/pasar_fix/node_modules/.bun/date-fns@3.6.0/node_modules/date-fns/locale/de/_lib/formatLong.js</a:t>
            </a:r>
          </a:p>
          <a:p>
            <a:pPr>
              <a:defRPr sz="1200"/>
            </a:pPr>
            <a:r>
              <a:t>D:/pasar_fix/node_modules/.bun/date-fns@3.6.0/node_modules/date-fns/locale/de/_lib/formatLong.mjs</a:t>
            </a:r>
          </a:p>
          <a:p>
            <a:pPr>
              <a:defRPr sz="1200"/>
            </a:pPr>
            <a:r>
              <a:t>D:/pasar_fix/node_modules/.bun/date-fns@3.6.0/node_modules/date-fns/locale/de/_lib/formatRelative.d.mts</a:t>
            </a:r>
          </a:p>
          <a:p>
            <a:pPr>
              <a:defRPr sz="1200"/>
            </a:pPr>
            <a:r>
              <a:t>D:/pasar_fix/node_modules/.bun/date-fns@3.6.0/node_modules/date-fns/locale/de/_lib/formatRelative.d.ts</a:t>
            </a:r>
          </a:p>
          <a:p>
            <a:pPr>
              <a:defRPr sz="1200"/>
            </a:pPr>
            <a:r>
              <a:t>D:/pasar_fix/node_modules/.bun/date-fns@3.6.0/node_modules/date-fns/locale/de/_lib/formatRelative.js</a:t>
            </a:r>
          </a:p>
          <a:p>
            <a:pPr>
              <a:defRPr sz="1200"/>
            </a:pPr>
            <a:r>
              <a:t>D:/pasar_fix/node_modules/.bun/date-fns@3.6.0/node_modules/date-fns/locale/de/_lib/formatRelative.mjs</a:t>
            </a:r>
          </a:p>
          <a:p>
            <a:pPr>
              <a:defRPr sz="1200"/>
            </a:pPr>
            <a:r>
              <a:t>D:/pasar_fix/node_modules/.bun/date-fns@3.6.0/node_modules/date-fns/locale/de/_lib/localize.d.mts</a:t>
            </a:r>
          </a:p>
          <a:p>
            <a:pPr>
              <a:defRPr sz="1200"/>
            </a:pPr>
            <a:r>
              <a:t>D:/pasar_fix/node_modules/.bun/date-fns@3.6.0/node_modules/date-fns/locale/de/_lib/localize.d.ts</a:t>
            </a:r>
          </a:p>
          <a:p>
            <a:pPr>
              <a:defRPr sz="1200"/>
            </a:pPr>
            <a:r>
              <a:t>D:/pasar_fix/node_modules/.bun/date-fns@3.6.0/node_modules/date-fns/locale/de/_lib/localize.js</a:t>
            </a:r>
          </a:p>
          <a:p>
            <a:pPr>
              <a:defRPr sz="1200"/>
            </a:pPr>
            <a:r>
              <a:t>D:/pasar_fix/node_modules/.bun/date-fns@3.6.0/node_modules/date-fns/locale/de/_lib/localize.mjs</a:t>
            </a:r>
          </a:p>
          <a:p>
            <a:pPr>
              <a:defRPr sz="1200"/>
            </a:pPr>
            <a:r>
              <a:t>D:/pasar_fix/node_modules/.bun/date-fns@3.6.0/node_modules/date-fns/locale/de/_lib/match.d.mts</a:t>
            </a:r>
          </a:p>
          <a:p>
            <a:pPr>
              <a:defRPr sz="1200"/>
            </a:pPr>
            <a:r>
              <a:t>D:/pasar_fix/node_modules/.bun/date-fns@3.6.0/node_modules/date-fns/locale/de/_lib/match.d.ts</a:t>
            </a:r>
          </a:p>
          <a:p>
            <a:pPr>
              <a:defRPr sz="1200"/>
            </a:pPr>
            <a:r>
              <a:t>D:/pasar_fix/node_modules/.bun/date-fns@3.6.0/node_modules/date-fns/locale/de/_lib/match.js</a:t>
            </a:r>
          </a:p>
          <a:p>
            <a:pPr>
              <a:defRPr sz="1200"/>
            </a:pPr>
            <a:r>
              <a:t>D:/pasar_fix/node_modules/.bun/date-fns@3.6.0/node_modules/date-fns/locale/de/_lib/match.mjs</a:t>
            </a:r>
          </a:p>
          <a:p>
            <a:pPr>
              <a:defRPr sz="1200"/>
            </a:pPr>
            <a:r>
              <a:t>D:/pasar_fix/node_modules/.bun/date-fns@3.6.0/node_modules/date-fns/locale/de-AT/cdn.js</a:t>
            </a:r>
          </a:p>
          <a:p>
            <a:pPr>
              <a:defRPr sz="1200"/>
            </a:pPr>
            <a:r>
              <a:t>D:/pasar_fix/node_modules/.bun/date-fns@3.6.0/node_modules/date-fns/locale/de-AT/cdn.js.map</a:t>
            </a:r>
          </a:p>
          <a:p>
            <a:pPr>
              <a:defRPr sz="1200"/>
            </a:pPr>
            <a:r>
              <a:t>D:/pasar_fix/node_modules/.bun/date-fns@3.6.0/node_modules/date-fns/locale/de-AT/cdn.min.js</a:t>
            </a:r>
          </a:p>
          <a:p>
            <a:pPr>
              <a:defRPr sz="1200"/>
            </a:pPr>
            <a:r>
              <a:t>D:/pasar_fix/node_modules/.bun/date-fns@3.6.0/node_modules/date-fns/locale/de-AT/cdn.min.js.map</a:t>
            </a:r>
          </a:p>
          <a:p>
            <a:pPr>
              <a:defRPr sz="1200"/>
            </a:pPr>
            <a:r>
              <a:t>D:/pasar_fix/node_modules/.bun/date-fns@3.6.0/node_modules/date-fns/locale/de-AT/_lib/localize.d.mts</a:t>
            </a:r>
          </a:p>
          <a:p>
            <a:pPr>
              <a:defRPr sz="1200"/>
            </a:pPr>
            <a:r>
              <a:t>D:/pasar_fix/node_modules/.bun/date-fns@3.6.0/node_modules/date-fns/locale/de-AT/_lib/localize.d.ts</a:t>
            </a:r>
          </a:p>
          <a:p>
            <a:pPr>
              <a:defRPr sz="1200"/>
            </a:pPr>
            <a:r>
              <a:t>D:/pasar_fix/node_modules/.bun/date-fns@3.6.0/node_modules/date-fns/locale/de-AT/_lib/localize.js</a:t>
            </a:r>
          </a:p>
          <a:p>
            <a:pPr>
              <a:defRPr sz="1200"/>
            </a:pPr>
            <a:r>
              <a:t>D:/pasar_fix/node_modules/.bun/date-fns@3.6.0/node_modules/date-fns/locale/de-AT/_lib/localize.mjs</a:t>
            </a:r>
          </a:p>
          <a:p>
            <a:pPr>
              <a:defRPr sz="1200"/>
            </a:pPr>
            <a:r>
              <a:t>D:/pasar_fix/node_modules/.bun/date-fns@3.6.0/node_modules/date-fns/locale/el/cdn.js</a:t>
            </a:r>
          </a:p>
          <a:p>
            <a:pPr>
              <a:defRPr sz="1200"/>
            </a:pPr>
            <a:r>
              <a:t>D:/pasar_fix/node_modules/.bun/date-fns@3.6.0/node_modules/date-fns/locale/el/cdn.js.map</a:t>
            </a:r>
          </a:p>
          <a:p>
            <a:pPr>
              <a:defRPr sz="1200"/>
            </a:pPr>
            <a:r>
              <a:t>D:/pasar_fix/node_modules/.bun/date-fns@3.6.0/node_modules/date-fns/locale/el/cdn.min.js</a:t>
            </a:r>
          </a:p>
          <a:p>
            <a:pPr>
              <a:defRPr sz="1200"/>
            </a:pPr>
            <a:r>
              <a:t>D:/pasar_fix/node_modules/.bun/date-fns@3.6.0/node_modules/date-fns/locale/el/cdn.min.js.map</a:t>
            </a:r>
          </a:p>
          <a:p>
            <a:pPr>
              <a:defRPr sz="1200"/>
            </a:pPr>
            <a:r>
              <a:t>D:/pasar_fix/node_modules/.bun/date-fns@3.6.0/node_modules/date-fns/locale/el/_lib/formatDistance.d.mts</a:t>
            </a:r>
          </a:p>
          <a:p>
            <a:pPr>
              <a:defRPr sz="1200"/>
            </a:pPr>
            <a:r>
              <a:t>D:/pasar_fix/node_modules/.bun/date-fns@3.6.0/node_modules/date-fns/locale/el/_lib/formatDistance.d.ts</a:t>
            </a:r>
          </a:p>
          <a:p>
            <a:pPr>
              <a:defRPr sz="1200"/>
            </a:pPr>
            <a:r>
              <a:t>D:/pasar_fix/node_modules/.bun/date-fns@3.6.0/node_modules/date-fns/locale/el/_lib/formatDistance.js</a:t>
            </a:r>
          </a:p>
          <a:p>
            <a:pPr>
              <a:defRPr sz="1200"/>
            </a:pPr>
            <a:r>
              <a:t>D:/pasar_fix/node_modules/.bun/date-fns@3.6.0/node_modules/date-fns/locale/el/_lib/formatDistance.mjs</a:t>
            </a:r>
          </a:p>
          <a:p>
            <a:pPr>
              <a:defRPr sz="1200"/>
            </a:pPr>
            <a:r>
              <a:t>D:/pasar_fix/node_modules/.bun/date-fns@3.6.0/node_modules/date-fns/locale/el/_lib/formatLong.d.mts</a:t>
            </a:r>
          </a:p>
          <a:p>
            <a:pPr>
              <a:defRPr sz="1200"/>
            </a:pPr>
            <a:r>
              <a:t>D:/pasar_fix/node_modules/.bun/date-fns@3.6.0/node_modules/date-fns/locale/el/_lib/formatLong.d.ts</a:t>
            </a:r>
          </a:p>
          <a:p>
            <a:pPr>
              <a:defRPr sz="1200"/>
            </a:pPr>
            <a:r>
              <a:t>D:/pasar_fix/node_modules/.bun/date-fns@3.6.0/node_modules/date-fns/locale/el/_lib/formatLong.js</a:t>
            </a:r>
          </a:p>
          <a:p>
            <a:pPr>
              <a:defRPr sz="1200"/>
            </a:pPr>
            <a:r>
              <a:t>D:/pasar_fix/node_modules/.bun/date-fns@3.6.0/node_modules/date-fns/locale/el/_lib/formatLong.mjs</a:t>
            </a:r>
          </a:p>
          <a:p>
            <a:pPr>
              <a:defRPr sz="1200"/>
            </a:pPr>
            <a:r>
              <a:t>D:/pasar_fix/node_modules/.bun/date-fns@3.6.0/node_modules/date-fns/locale/el/_lib/formatRelative.d.mts</a:t>
            </a:r>
          </a:p>
          <a:p>
            <a:pPr>
              <a:defRPr sz="1200"/>
            </a:pPr>
            <a:r>
              <a:t>D:/pasar_fix/node_modules/.bun/date-fns@3.6.0/node_modules/date-fns/locale/el/_lib/formatRelative.d.ts</a:t>
            </a:r>
          </a:p>
          <a:p>
            <a:pPr>
              <a:defRPr sz="1200"/>
            </a:pPr>
            <a:r>
              <a:t>D:/pasar_fix/node_modules/.bun/date-fns@3.6.0/node_modules/date-fns/locale/el/_lib/formatRelative.js</a:t>
            </a:r>
          </a:p>
          <a:p>
            <a:pPr>
              <a:defRPr sz="1200"/>
            </a:pPr>
            <a:r>
              <a:t>D:/pasar_fix/node_modules/.bun/date-fns@3.6.0/node_modules/date-fns/locale/el/_lib/formatRelative.mjs</a:t>
            </a:r>
          </a:p>
          <a:p>
            <a:pPr>
              <a:defRPr sz="1200"/>
            </a:pPr>
            <a:r>
              <a:t>D:/pasar_fix/node_modules/.bun/date-fns@3.6.0/node_modules/date-fns/locale/el/_lib/localize.d.mts</a:t>
            </a:r>
          </a:p>
          <a:p>
            <a:pPr>
              <a:defRPr sz="1200"/>
            </a:pPr>
            <a:r>
              <a:t>D:/pasar_fix/node_modules/.bun/date-fns@3.6.0/node_modules/date-fns/locale/el/_lib/localize.d.ts</a:t>
            </a:r>
          </a:p>
          <a:p>
            <a:pPr>
              <a:defRPr sz="1200"/>
            </a:pPr>
            <a:r>
              <a:t>D:/pasar_fix/node_modules/.bun/date-fns@3.6.0/node_modules/date-fns/locale/el/_lib/localize.js</a:t>
            </a:r>
          </a:p>
          <a:p>
            <a:pPr>
              <a:defRPr sz="1200"/>
            </a:pPr>
            <a:r>
              <a:t>D:/pasar_fix/node_modules/.bun/date-fns@3.6.0/node_modules/date-fns/locale/el/_lib/localize.mjs</a:t>
            </a:r>
          </a:p>
          <a:p>
            <a:pPr>
              <a:defRPr sz="1200"/>
            </a:pPr>
            <a:r>
              <a:t>D:/pasar_fix/node_modules/.bun/date-fns@3.6.0/node_modules/date-fns/locale/el/_lib/match.d.mts</a:t>
            </a:r>
          </a:p>
          <a:p>
            <a:pPr>
              <a:defRPr sz="1200"/>
            </a:pPr>
            <a:r>
              <a:t>D:/pasar_fix/node_modules/.bun/date-fns@3.6.0/node_modules/date-fns/locale/el/_lib/match.d.ts</a:t>
            </a:r>
          </a:p>
          <a:p>
            <a:pPr>
              <a:defRPr sz="1200"/>
            </a:pPr>
            <a:r>
              <a:t>D:/pasar_fix/node_modules/.bun/date-fns@3.6.0/node_modules/date-fns/locale/el/_lib/match.js</a:t>
            </a:r>
          </a:p>
          <a:p>
            <a:pPr>
              <a:defRPr sz="1200"/>
            </a:pPr>
            <a:r>
              <a:t>D:/pasar_fix/node_modules/.bun/date-fns@3.6.0/node_modules/date-fns/locale/el/_lib/match.mjs</a:t>
            </a:r>
          </a:p>
          <a:p>
            <a:pPr>
              <a:defRPr sz="1200"/>
            </a:pPr>
            <a:r>
              <a:t>D:/pasar_fix/node_modules/.bun/date-fns@3.6.0/node_modules/date-fns/locale/en-AU/cdn.js</a:t>
            </a:r>
          </a:p>
          <a:p>
            <a:pPr>
              <a:defRPr sz="1200"/>
            </a:pPr>
            <a:r>
              <a:t>D:/pasar_fix/node_modules/.bun/date-fns@3.6.0/node_modules/date-fns/locale/en-AU/cdn.js.map</a:t>
            </a:r>
          </a:p>
          <a:p>
            <a:pPr>
              <a:defRPr sz="1200"/>
            </a:pPr>
            <a:r>
              <a:t>D:/pasar_fix/node_modules/.bun/date-fns@3.6.0/node_modules/date-fns/locale/en-AU/cdn.min.js</a:t>
            </a:r>
          </a:p>
          <a:p>
            <a:pPr>
              <a:defRPr sz="1200"/>
            </a:pPr>
            <a:r>
              <a:t>D:/pasar_fix/node_modules/.bun/date-fns@3.6.0/node_modules/date-fns/locale/en-AU/cdn.min.js.map</a:t>
            </a:r>
          </a:p>
          <a:p>
            <a:pPr>
              <a:defRPr sz="1200"/>
            </a:pPr>
            <a:r>
              <a:t>D:/pasar_fix/node_modules/.bun/date-fns@3.6.0/node_modules/date-fns/locale/en-AU/_lib/formatLong.d.mts</a:t>
            </a:r>
          </a:p>
          <a:p>
            <a:pPr>
              <a:defRPr sz="1200"/>
            </a:pPr>
            <a:r>
              <a:t>D:/pasar_fix/node_modules/.bun/date-fns@3.6.0/node_modules/date-fns/locale/en-AU/_lib/formatLong.d.ts</a:t>
            </a:r>
          </a:p>
          <a:p>
            <a:pPr>
              <a:defRPr sz="1200"/>
            </a:pPr>
            <a:r>
              <a:t>D:/pasar_fix/node_modules/.bun/date-fns@3.6.0/node_modules/date-fns/locale/en-AU/_lib/formatLong.js</a:t>
            </a:r>
          </a:p>
          <a:p>
            <a:pPr>
              <a:defRPr sz="1200"/>
            </a:pPr>
            <a:r>
              <a:t>D:/pasar_fix/node_modules/.bun/date-fns@3.6.0/node_modules/date-fns/locale/en-AU/_lib/formatLong.mjs</a:t>
            </a:r>
          </a:p>
          <a:p>
            <a:pPr>
              <a:defRPr sz="1200"/>
            </a:pPr>
            <a:r>
              <a:t>D:/pasar_fix/node_modules/.bun/date-fns@3.6.0/node_modules/date-fns/locale/en-CA/cdn.js</a:t>
            </a:r>
          </a:p>
          <a:p>
            <a:pPr>
              <a:defRPr sz="1200"/>
            </a:pPr>
            <a:r>
              <a:t>D:/pasar_fix/node_modules/.bun/date-fns@3.6.0/node_modules/date-fns/locale/en-CA/cdn.js.map</a:t>
            </a:r>
          </a:p>
          <a:p>
            <a:pPr>
              <a:defRPr sz="1200"/>
            </a:pPr>
            <a:r>
              <a:t>D:/pasar_fix/node_modules/.bun/date-fns@3.6.0/node_modules/date-fns/locale/en-CA/cdn.min.js</a:t>
            </a:r>
          </a:p>
          <a:p>
            <a:pPr>
              <a:defRPr sz="1200"/>
            </a:pPr>
            <a:r>
              <a:t>D:/pasar_fix/node_modules/.bun/date-fns@3.6.0/node_modules/date-fns/locale/en-CA/cdn.min.js.map</a:t>
            </a:r>
          </a:p>
          <a:p>
            <a:pPr>
              <a:defRPr sz="1200"/>
            </a:pPr>
            <a:r>
              <a:t>D:/pasar_fix/node_modules/.bun/date-fns@3.6.0/node_modules/date-fns/locale/en-CA/_lib/formatDistance.d.mts</a:t>
            </a:r>
          </a:p>
          <a:p>
            <a:pPr>
              <a:defRPr sz="1200"/>
            </a:pPr>
            <a:r>
              <a:t>D:/pasar_fix/node_modules/.bun/date-fns@3.6.0/node_modules/date-fns/locale/en-CA/_lib/formatDistance.d.ts</a:t>
            </a:r>
          </a:p>
          <a:p>
            <a:pPr>
              <a:defRPr sz="1200"/>
            </a:pPr>
            <a:r>
              <a:t>D:/pasar_fix/node_modules/.bun/date-fns@3.6.0/node_modules/date-fns/locale/en-CA/_lib/formatDistance.js</a:t>
            </a:r>
          </a:p>
          <a:p>
            <a:pPr>
              <a:defRPr sz="1200"/>
            </a:pPr>
            <a:r>
              <a:t>D:/pasar_fix/node_modules/.bun/date-fns@3.6.0/node_modules/date-fns/locale/en-CA/_lib/formatDistance.mjs</a:t>
            </a:r>
          </a:p>
          <a:p>
            <a:pPr>
              <a:defRPr sz="1200"/>
            </a:pPr>
            <a:r>
              <a:t>D:/pasar_fix/node_modules/.bun/date-fns@3.6.0/node_modules/date-fns/locale/en-CA/_lib/formatLong.d.mts</a:t>
            </a:r>
          </a:p>
          <a:p>
            <a:pPr>
              <a:defRPr sz="1200"/>
            </a:pPr>
            <a:r>
              <a:t>D:/pasar_fix/node_modules/.bun/date-fns@3.6.0/node_modules/date-fns/locale/en-CA/_lib/formatLong.d.ts</a:t>
            </a:r>
          </a:p>
          <a:p>
            <a:pPr>
              <a:defRPr sz="1200"/>
            </a:pPr>
            <a:r>
              <a:t>D:/pasar_fix/node_modules/.bun/date-fns@3.6.0/node_modules/date-fns/locale/en-CA/_lib/formatLong.js</a:t>
            </a:r>
          </a:p>
          <a:p>
            <a:pPr>
              <a:defRPr sz="1200"/>
            </a:pPr>
            <a:r>
              <a:t>D:/pasar_fix/node_modules/.bun/date-fns@3.6.0/node_modules/date-fns/locale/en-CA/_lib/formatLong.mjs</a:t>
            </a:r>
          </a:p>
          <a:p>
            <a:pPr>
              <a:defRPr sz="1200"/>
            </a:pPr>
            <a:r>
              <a:t>D:/pasar_fix/node_modules/.bun/date-fns@3.6.0/node_modules/date-fns/locale/en-GB/cdn.js</a:t>
            </a:r>
          </a:p>
          <a:p>
            <a:pPr>
              <a:defRPr sz="1200"/>
            </a:pPr>
            <a:r>
              <a:t>D:/pasar_fix/node_modules/.bun/date-fns@3.6.0/node_modules/date-fns/locale/en-GB/cdn.js.map</a:t>
            </a:r>
          </a:p>
          <a:p>
            <a:pPr>
              <a:defRPr sz="1200"/>
            </a:pPr>
            <a:r>
              <a:t>D:/pasar_fix/node_modules/.bun/date-fns@3.6.0/node_modules/date-fns/locale/en-GB/cdn.min.js</a:t>
            </a:r>
          </a:p>
          <a:p>
            <a:pPr>
              <a:defRPr sz="1200"/>
            </a:pPr>
            <a:r>
              <a:t>D:/pasar_fix/node_modules/.bun/date-fns@3.6.0/node_modules/date-fns/locale/en-GB/cdn.min.js.map</a:t>
            </a:r>
          </a:p>
          <a:p>
            <a:pPr>
              <a:defRPr sz="1200"/>
            </a:pPr>
            <a:r>
              <a:t>D:/pasar_fix/node_modules/.bun/date-fns@3.6.0/node_modules/date-fns/locale/en-GB/_lib/formatLong.d.mts</a:t>
            </a:r>
          </a:p>
          <a:p>
            <a:pPr>
              <a:defRPr sz="1200"/>
            </a:pPr>
            <a:r>
              <a:t>D:/pasar_fix/node_modules/.bun/date-fns@3.6.0/node_modules/date-fns/locale/en-GB/_lib/formatLong.d.ts</a:t>
            </a:r>
          </a:p>
          <a:p>
            <a:pPr>
              <a:defRPr sz="1200"/>
            </a:pPr>
            <a:r>
              <a:t>D:/pasar_fix/node_modules/.bun/date-fns@3.6.0/node_modules/date-fns/locale/en-GB/_lib/formatLong.js</a:t>
            </a:r>
          </a:p>
          <a:p>
            <a:pPr>
              <a:defRPr sz="1200"/>
            </a:pPr>
            <a:r>
              <a:t>D:/pasar_fix/node_modules/.bun/date-fns@3.6.0/node_modules/date-fns/locale/en-GB/_lib/formatLong.mjs</a:t>
            </a:r>
          </a:p>
          <a:p>
            <a:pPr>
              <a:defRPr sz="1200"/>
            </a:pPr>
            <a:r>
              <a:t>D:/pasar_fix/node_modules/.bun/date-fns@3.6.0/node_modules/date-fns/locale/en-IE/cdn.js</a:t>
            </a:r>
          </a:p>
          <a:p>
            <a:pPr>
              <a:defRPr sz="1200"/>
            </a:pPr>
            <a:r>
              <a:t>D:/pasar_fix/node_modules/.bun/date-fns@3.6.0/node_modules/date-fns/locale/en-IE/cdn.js.map</a:t>
            </a:r>
          </a:p>
          <a:p>
            <a:pPr>
              <a:defRPr sz="1200"/>
            </a:pPr>
            <a:r>
              <a:t>D:/pasar_fix/node_modules/.bun/date-fns@3.6.0/node_modules/date-fns/locale/en-IE/cdn.min.js</a:t>
            </a:r>
          </a:p>
          <a:p>
            <a:pPr>
              <a:defRPr sz="1200"/>
            </a:pPr>
            <a:r>
              <a:t>D:/pasar_fix/node_modules/.bun/date-fns@3.6.0/node_modules/date-fns/locale/en-IE/cdn.min.js.map</a:t>
            </a:r>
          </a:p>
          <a:p>
            <a:pPr>
              <a:defRPr sz="1200"/>
            </a:pPr>
            <a:r>
              <a:t>D:/pasar_fix/node_modules/.bun/date-fns@3.6.0/node_modules/date-fns/locale/en-IN/cdn.js</a:t>
            </a:r>
          </a:p>
          <a:p>
            <a:pPr>
              <a:defRPr sz="1200"/>
            </a:pPr>
            <a:r>
              <a:t>D:/pasar_fix/node_modules/.bun/date-fns@3.6.0/node_modules/date-fns/locale/en-IN/cdn.js.map</a:t>
            </a:r>
          </a:p>
          <a:p>
            <a:pPr>
              <a:defRPr sz="1200"/>
            </a:pPr>
            <a:r>
              <a:t>D:/pasar_fix/node_modules/.bun/date-fns@3.6.0/node_modules/date-fns/locale/en-IN/cdn.min.js</a:t>
            </a:r>
          </a:p>
          <a:p>
            <a:pPr>
              <a:defRPr sz="1200"/>
            </a:pPr>
            <a:r>
              <a:t>D:/pasar_fix/node_modules/.bun/date-fns@3.6.0/node_modules/date-fns/locale/en-IN/cdn.min.js.map</a:t>
            </a:r>
          </a:p>
          <a:p>
            <a:pPr>
              <a:defRPr sz="1200"/>
            </a:pPr>
            <a:r>
              <a:t>D:/pasar_fix/node_modules/.bun/date-fns@3.6.0/node_modules/date-fns/locale/en-IN/_lib/formatLong.d.mts</a:t>
            </a:r>
          </a:p>
          <a:p>
            <a:pPr>
              <a:defRPr sz="1200"/>
            </a:pPr>
            <a:r>
              <a:t>D:/pasar_fix/node_modules/.bun/date-fns@3.6.0/node_modules/date-fns/locale/en-IN/_lib/formatLong.d.ts</a:t>
            </a:r>
          </a:p>
          <a:p>
            <a:pPr>
              <a:defRPr sz="1200"/>
            </a:pPr>
            <a:r>
              <a:t>D:/pasar_fix/node_modules/.bun/date-fns@3.6.0/node_modules/date-fns/locale/en-IN/_lib/formatLong.js</a:t>
            </a:r>
          </a:p>
          <a:p>
            <a:pPr>
              <a:defRPr sz="1200"/>
            </a:pPr>
            <a:r>
              <a:t>D:/pasar_fix/node_modules/.bun/date-fns@3.6.0/node_modules/date-fns/locale/en-IN/_lib/formatLong.mjs</a:t>
            </a:r>
          </a:p>
          <a:p>
            <a:pPr>
              <a:defRPr sz="1200"/>
            </a:pPr>
            <a:r>
              <a:t>D:/pasar_fix/node_modules/.bun/date-fns@3.6.0/node_modules/date-fns/locale/en-NZ/cdn.js</a:t>
            </a:r>
          </a:p>
          <a:p>
            <a:pPr>
              <a:defRPr sz="1200"/>
            </a:pPr>
            <a:r>
              <a:t>D:/pasar_fix/node_modules/.bun/date-fns@3.6.0/node_modules/date-fns/locale/en-NZ/cdn.js.map</a:t>
            </a:r>
          </a:p>
          <a:p>
            <a:pPr>
              <a:defRPr sz="1200"/>
            </a:pPr>
            <a:r>
              <a:t>D:/pasar_fix/node_modules/.bun/date-fns@3.6.0/node_modules/date-fns/locale/en-NZ/cdn.min.js</a:t>
            </a:r>
          </a:p>
          <a:p>
            <a:pPr>
              <a:defRPr sz="1200"/>
            </a:pPr>
            <a:r>
              <a:t>D:/pasar_fix/node_modules/.bun/date-fns@3.6.0/node_modules/date-fns/locale/en-NZ/cdn.min.js.map</a:t>
            </a:r>
          </a:p>
          <a:p>
            <a:pPr>
              <a:defRPr sz="1200"/>
            </a:pPr>
            <a:r>
              <a:t>D:/pasar_fix/node_modules/.bun/date-fns@3.6.0/node_modules/date-fns/locale/en-NZ/_lib/formatLong.d.mts</a:t>
            </a:r>
          </a:p>
          <a:p>
            <a:pPr>
              <a:defRPr sz="1200"/>
            </a:pPr>
            <a:r>
              <a:t>D:/pasar_fix/node_modules/.bun/date-fns@3.6.0/node_modules/date-fns/locale/en-NZ/_lib/formatLong.d.ts</a:t>
            </a:r>
          </a:p>
          <a:p>
            <a:pPr>
              <a:defRPr sz="1200"/>
            </a:pPr>
            <a:r>
              <a:t>D:/pasar_fix/node_modules/.bun/date-fns@3.6.0/node_modules/date-fns/locale/en-NZ/_lib/formatLong.js</a:t>
            </a:r>
          </a:p>
          <a:p>
            <a:pPr>
              <a:defRPr sz="1200"/>
            </a:pPr>
            <a:r>
              <a:t>D:/pasar_fix/node_modules/.bun/date-fns@3.6.0/node_modules/date-fns/locale/en-NZ/_lib/formatLong.mjs</a:t>
            </a:r>
          </a:p>
          <a:p>
            <a:pPr>
              <a:defRPr sz="1200"/>
            </a:pPr>
            <a:r>
              <a:t>D:/pasar_fix/node_modules/.bun/date-fns@3.6.0/node_modules/date-fns/locale/en-US/cdn.js</a:t>
            </a:r>
          </a:p>
          <a:p>
            <a:pPr>
              <a:defRPr sz="1200"/>
            </a:pPr>
            <a:r>
              <a:t>D:/pasar_fix/node_modules/.bun/date-fns@3.6.0/node_modules/date-fns/locale/en-US/cdn.js.map</a:t>
            </a:r>
          </a:p>
          <a:p>
            <a:pPr>
              <a:defRPr sz="1200"/>
            </a:pPr>
            <a:r>
              <a:t>D:/pasar_fix/node_modules/.bun/date-fns@3.6.0/node_modules/date-fns/locale/en-US/cdn.min.js</a:t>
            </a:r>
          </a:p>
          <a:p>
            <a:pPr>
              <a:defRPr sz="1200"/>
            </a:pPr>
            <a:r>
              <a:t>D:/pasar_fix/node_modules/.bun/date-fns@3.6.0/node_modules/date-fns/locale/en-US/cdn.min.js.map</a:t>
            </a:r>
          </a:p>
          <a:p>
            <a:pPr>
              <a:defRPr sz="1200"/>
            </a:pPr>
            <a:r>
              <a:t>D:/pasar_fix/node_modules/.bun/date-fns@3.6.0/node_modules/date-fns/locale/en-US/_lib/formatDistance.d.mts</a:t>
            </a:r>
          </a:p>
          <a:p>
            <a:pPr>
              <a:defRPr sz="1200"/>
            </a:pPr>
            <a:r>
              <a:t>D:/pasar_fix/node_modules/.bun/date-fns@3.6.0/node_modules/date-fns/locale/en-US/_lib/formatDistance.d.ts</a:t>
            </a:r>
          </a:p>
          <a:p>
            <a:pPr>
              <a:defRPr sz="1200"/>
            </a:pPr>
            <a:r>
              <a:t>D:/pasar_fix/node_modules/.bun/date-fns@3.6.0/node_modules/date-fns/locale/en-US/_lib/formatDistance.js</a:t>
            </a:r>
          </a:p>
          <a:p>
            <a:pPr>
              <a:defRPr sz="1200"/>
            </a:pPr>
            <a:r>
              <a:t>D:/pasar_fix/node_modules/.bun/date-fns@3.6.0/node_modules/date-fns/locale/en-US/_lib/formatDistance.mjs</a:t>
            </a:r>
          </a:p>
          <a:p>
            <a:pPr>
              <a:defRPr sz="1200"/>
            </a:pPr>
            <a:r>
              <a:t>D:/pasar_fix/node_modules/.bun/date-fns@3.6.0/node_modules/date-fns/locale/en-US/_lib/formatLong.d.mts</a:t>
            </a:r>
          </a:p>
          <a:p>
            <a:pPr>
              <a:defRPr sz="1200"/>
            </a:pPr>
            <a:r>
              <a:t>D:/pasar_fix/node_modules/.bun/date-fns@3.6.0/node_modules/date-fns/locale/en-US/_lib/formatLong.d.ts</a:t>
            </a:r>
          </a:p>
          <a:p>
            <a:pPr>
              <a:defRPr sz="1200"/>
            </a:pPr>
            <a:r>
              <a:t>D:/pasar_fix/node_modules/.bun/date-fns@3.6.0/node_modules/date-fns/locale/en-US/_lib/formatLong.js</a:t>
            </a:r>
          </a:p>
          <a:p>
            <a:pPr>
              <a:defRPr sz="1200"/>
            </a:pPr>
            <a:r>
              <a:t>D:/pasar_fix/node_modules/.bun/date-fns@3.6.0/node_modules/date-fns/locale/en-US/_lib/formatLong.mjs</a:t>
            </a:r>
          </a:p>
          <a:p>
            <a:pPr>
              <a:defRPr sz="1200"/>
            </a:pPr>
            <a:r>
              <a:t>D:/pasar_fix/node_modules/.bun/date-fns@3.6.0/node_modules/date-fns/locale/en-US/_lib/formatRelative.d.mts</a:t>
            </a:r>
          </a:p>
          <a:p>
            <a:pPr>
              <a:defRPr sz="1200"/>
            </a:pPr>
            <a:r>
              <a:t>D:/pasar_fix/node_modules/.bun/date-fns@3.6.0/node_modules/date-fns/locale/en-US/_lib/formatRelative.d.ts</a:t>
            </a:r>
          </a:p>
          <a:p>
            <a:pPr>
              <a:defRPr sz="1200"/>
            </a:pPr>
            <a:r>
              <a:t>D:/pasar_fix/node_modules/.bun/date-fns@3.6.0/node_modules/date-fns/locale/en-US/_lib/formatRelative.js</a:t>
            </a:r>
          </a:p>
          <a:p>
            <a:pPr>
              <a:defRPr sz="1200"/>
            </a:pPr>
            <a:r>
              <a:t>D:/pasar_fix/node_modules/.bun/date-fns@3.6.0/node_modules/date-fns/locale/en-US/_lib/formatRelative.mjs</a:t>
            </a:r>
          </a:p>
          <a:p>
            <a:pPr>
              <a:defRPr sz="1200"/>
            </a:pPr>
            <a:r>
              <a:t>D:/pasar_fix/node_modules/.bun/date-fns@3.6.0/node_modules/date-fns/locale/en-US/_lib/localize.d.mts</a:t>
            </a:r>
          </a:p>
          <a:p>
            <a:pPr>
              <a:defRPr sz="1200"/>
            </a:pPr>
            <a:r>
              <a:t>D:/pasar_fix/node_modules/.bun/date-fns@3.6.0/node_modules/date-fns/locale/en-US/_lib/localize.d.ts</a:t>
            </a:r>
          </a:p>
          <a:p>
            <a:pPr>
              <a:defRPr sz="1200"/>
            </a:pPr>
            <a:r>
              <a:t>D:/pasar_fix/node_modules/.bun/date-fns@3.6.0/node_modules/date-fns/locale/en-US/_lib/localize.js</a:t>
            </a:r>
          </a:p>
          <a:p>
            <a:pPr>
              <a:defRPr sz="1200"/>
            </a:pPr>
            <a:r>
              <a:t>D:/pasar_fix/node_modules/.bun/date-fns@3.6.0/node_modules/date-fns/locale/en-US/_lib/localize.mjs</a:t>
            </a:r>
          </a:p>
          <a:p>
            <a:pPr>
              <a:defRPr sz="1200"/>
            </a:pPr>
            <a:r>
              <a:t>D:/pasar_fix/node_modules/.bun/date-fns@3.6.0/node_modules/date-fns/locale/en-US/_lib/match.d.mts</a:t>
            </a:r>
          </a:p>
          <a:p>
            <a:pPr>
              <a:defRPr sz="1200"/>
            </a:pPr>
            <a:r>
              <a:t>D:/pasar_fix/node_modules/.bun/date-fns@3.6.0/node_modules/date-fns/locale/en-US/_lib/match.d.ts</a:t>
            </a:r>
          </a:p>
          <a:p>
            <a:pPr>
              <a:defRPr sz="1200"/>
            </a:pPr>
            <a:r>
              <a:t>D:/pasar_fix/node_modules/.bun/date-fns@3.6.0/node_modules/date-fns/locale/en-US/_lib/match.js</a:t>
            </a:r>
          </a:p>
          <a:p>
            <a:pPr>
              <a:defRPr sz="1200"/>
            </a:pPr>
            <a:r>
              <a:t>D:/pasar_fix/node_modules/.bun/date-fns@3.6.0/node_modules/date-fns/locale/en-US/_lib/match.mjs</a:t>
            </a:r>
          </a:p>
          <a:p>
            <a:pPr>
              <a:defRPr sz="1200"/>
            </a:pPr>
            <a:r>
              <a:t>D:/pasar_fix/node_modules/.bun/date-fns@3.6.0/node_modules/date-fns/locale/en-ZA/cdn.js</a:t>
            </a:r>
          </a:p>
          <a:p>
            <a:pPr>
              <a:defRPr sz="1200"/>
            </a:pPr>
            <a:r>
              <a:t>D:/pasar_fix/node_modules/.bun/date-fns@3.6.0/node_modules/date-fns/locale/en-ZA/cdn.js.map</a:t>
            </a:r>
          </a:p>
          <a:p>
            <a:pPr>
              <a:defRPr sz="1200"/>
            </a:pPr>
            <a:r>
              <a:t>D:/pasar_fix/node_modules/.bun/date-fns@3.6.0/node_modules/date-fns/locale/en-ZA/cdn.min.js</a:t>
            </a:r>
          </a:p>
          <a:p>
            <a:pPr>
              <a:defRPr sz="1200"/>
            </a:pPr>
            <a:r>
              <a:t>D:/pasar_fix/node_modules/.bun/date-fns@3.6.0/node_modules/date-fns/locale/en-ZA/cdn.min.js.map</a:t>
            </a:r>
          </a:p>
          <a:p>
            <a:pPr>
              <a:defRPr sz="1200"/>
            </a:pPr>
            <a:r>
              <a:t>D:/pasar_fix/node_modules/.bun/date-fns@3.6.0/node_modules/date-fns/locale/en-ZA/_lib/formatLong.d.mts</a:t>
            </a:r>
          </a:p>
          <a:p>
            <a:pPr>
              <a:defRPr sz="1200"/>
            </a:pPr>
            <a:r>
              <a:t>D:/pasar_fix/node_modules/.bun/date-fns@3.6.0/node_modules/date-fns/locale/en-ZA/_lib/formatLong.d.ts</a:t>
            </a:r>
          </a:p>
          <a:p>
            <a:pPr>
              <a:defRPr sz="1200"/>
            </a:pPr>
            <a:r>
              <a:t>D:/pasar_fix/node_modules/.bun/date-fns@3.6.0/node_modules/date-fns/locale/en-ZA/_lib/formatLong.js</a:t>
            </a:r>
          </a:p>
          <a:p>
            <a:pPr>
              <a:defRPr sz="1200"/>
            </a:pPr>
            <a:r>
              <a:t>D:/pasar_fix/node_modules/.bun/date-fns@3.6.0/node_modules/date-fns/locale/en-ZA/_lib/formatLong.mjs</a:t>
            </a:r>
          </a:p>
          <a:p>
            <a:pPr>
              <a:defRPr sz="1200"/>
            </a:pPr>
            <a:r>
              <a:t>D:/pasar_fix/node_modules/.bun/date-fns@3.6.0/node_modules/date-fns/locale/eo/cdn.js</a:t>
            </a:r>
          </a:p>
          <a:p>
            <a:pPr>
              <a:defRPr sz="1200"/>
            </a:pPr>
            <a:r>
              <a:t>D:/pasar_fix/node_modules/.bun/date-fns@3.6.0/node_modules/date-fns/locale/eo/cdn.js.map</a:t>
            </a:r>
          </a:p>
          <a:p>
            <a:pPr>
              <a:defRPr sz="1200"/>
            </a:pPr>
            <a:r>
              <a:t>D:/pasar_fix/node_modules/.bun/date-fns@3.6.0/node_modules/date-fns/locale/eo/cdn.min.js</a:t>
            </a:r>
          </a:p>
          <a:p>
            <a:pPr>
              <a:defRPr sz="1200"/>
            </a:pPr>
            <a:r>
              <a:t>D:/pasar_fix/node_modules/.bun/date-fns@3.6.0/node_modules/date-fns/locale/eo/cdn.min.js.map</a:t>
            </a:r>
          </a:p>
          <a:p>
            <a:pPr>
              <a:defRPr sz="1200"/>
            </a:pPr>
            <a:r>
              <a:t>D:/pasar_fix/node_modules/.bun/date-fns@3.6.0/node_modules/date-fns/locale/eo/_lib/formatDistance.d.mts</a:t>
            </a:r>
          </a:p>
          <a:p>
            <a:pPr>
              <a:defRPr sz="1200"/>
            </a:pPr>
            <a:r>
              <a:t>D:/pasar_fix/node_modules/.bun/date-fns@3.6.0/node_modules/date-fns/locale/eo/_lib/formatDistance.d.ts</a:t>
            </a:r>
          </a:p>
          <a:p>
            <a:pPr>
              <a:defRPr sz="1200"/>
            </a:pPr>
            <a:r>
              <a:t>D:/pasar_fix/node_modules/.bun/date-fns@3.6.0/node_modules/date-fns/locale/eo/_lib/formatDistance.js</a:t>
            </a:r>
          </a:p>
          <a:p>
            <a:pPr>
              <a:defRPr sz="1200"/>
            </a:pPr>
            <a:r>
              <a:t>D:/pasar_fix/node_modules/.bun/date-fns@3.6.0/node_modules/date-fns/locale/eo/_lib/formatDistance.mjs</a:t>
            </a:r>
          </a:p>
          <a:p>
            <a:pPr>
              <a:defRPr sz="1200"/>
            </a:pPr>
            <a:r>
              <a:t>D:/pasar_fix/node_modules/.bun/date-fns@3.6.0/node_modules/date-fns/locale/eo/_lib/formatLong.d.mts</a:t>
            </a:r>
          </a:p>
          <a:p>
            <a:pPr>
              <a:defRPr sz="1200"/>
            </a:pPr>
            <a:r>
              <a:t>D:/pasar_fix/node_modules/.bun/date-fns@3.6.0/node_modules/date-fns/locale/eo/_lib/formatLong.d.ts</a:t>
            </a:r>
          </a:p>
          <a:p>
            <a:pPr>
              <a:defRPr sz="1200"/>
            </a:pPr>
            <a:r>
              <a:t>D:/pasar_fix/node_modules/.bun/date-fns@3.6.0/node_modules/date-fns/locale/eo/_lib/formatLong.js</a:t>
            </a:r>
          </a:p>
          <a:p>
            <a:pPr>
              <a:defRPr sz="1200"/>
            </a:pPr>
            <a:r>
              <a:t>D:/pasar_fix/node_modules/.bun/date-fns@3.6.0/node_modules/date-fns/locale/eo/_lib/formatLong.mjs</a:t>
            </a:r>
          </a:p>
          <a:p>
            <a:pPr>
              <a:defRPr sz="1200"/>
            </a:pPr>
            <a:r>
              <a:t>D:/pasar_fix/node_modules/.bun/date-fns@3.6.0/node_modules/date-fns/locale/eo/_lib/formatRelative.d.mts</a:t>
            </a:r>
          </a:p>
          <a:p>
            <a:pPr>
              <a:defRPr sz="1200"/>
            </a:pPr>
            <a:r>
              <a:t>D:/pasar_fix/node_modules/.bun/date-fns@3.6.0/node_modules/date-fns/locale/eo/_lib/formatRelative.d.ts</a:t>
            </a:r>
          </a:p>
          <a:p>
            <a:pPr>
              <a:defRPr sz="1200"/>
            </a:pPr>
            <a:r>
              <a:t>D:/pasar_fix/node_modules/.bun/date-fns@3.6.0/node_modules/date-fns/locale/eo/_lib/formatRelative.js</a:t>
            </a:r>
          </a:p>
          <a:p>
            <a:pPr>
              <a:defRPr sz="1200"/>
            </a:pPr>
            <a:r>
              <a:t>D:/pasar_fix/node_modules/.bun/date-fns@3.6.0/node_modules/date-fns/locale/eo/_lib/formatRelative.mjs</a:t>
            </a:r>
          </a:p>
          <a:p>
            <a:pPr>
              <a:defRPr sz="1200"/>
            </a:pPr>
            <a:r>
              <a:t>D:/pasar_fix/node_modules/.bun/date-fns@3.6.0/node_modules/date-fns/locale/eo/_lib/localize.d.mts</a:t>
            </a:r>
          </a:p>
          <a:p>
            <a:pPr>
              <a:defRPr sz="1200"/>
            </a:pPr>
            <a:r>
              <a:t>D:/pasar_fix/node_modules/.bun/date-fns@3.6.0/node_modules/date-fns/locale/eo/_lib/localize.d.ts</a:t>
            </a:r>
          </a:p>
          <a:p>
            <a:pPr>
              <a:defRPr sz="1200"/>
            </a:pPr>
            <a:r>
              <a:t>D:/pasar_fix/node_modules/.bun/date-fns@3.6.0/node_modules/date-fns/locale/eo/_lib/localize.js</a:t>
            </a:r>
          </a:p>
          <a:p>
            <a:pPr>
              <a:defRPr sz="1200"/>
            </a:pPr>
            <a:r>
              <a:t>D:/pasar_fix/node_modules/.bun/date-fns@3.6.0/node_modules/date-fns/locale/eo/_lib/localize.mjs</a:t>
            </a:r>
          </a:p>
          <a:p>
            <a:pPr>
              <a:defRPr sz="1200"/>
            </a:pPr>
            <a:r>
              <a:t>D:/pasar_fix/node_modules/.bun/date-fns@3.6.0/node_modules/date-fns/locale/eo/_lib/match.d.mts</a:t>
            </a:r>
          </a:p>
          <a:p>
            <a:pPr>
              <a:defRPr sz="1200"/>
            </a:pPr>
            <a:r>
              <a:t>D:/pasar_fix/node_modules/.bun/date-fns@3.6.0/node_modules/date-fns/locale/eo/_lib/match.d.ts</a:t>
            </a:r>
          </a:p>
          <a:p>
            <a:pPr>
              <a:defRPr sz="1200"/>
            </a:pPr>
            <a:r>
              <a:t>D:/pasar_fix/node_modules/.bun/date-fns@3.6.0/node_modules/date-fns/locale/eo/_lib/match.js</a:t>
            </a:r>
          </a:p>
          <a:p>
            <a:pPr>
              <a:defRPr sz="1200"/>
            </a:pPr>
            <a:r>
              <a:t>D:/pasar_fix/node_modules/.bun/date-fns@3.6.0/node_modules/date-fns/locale/eo/_lib/match.mjs</a:t>
            </a:r>
          </a:p>
          <a:p>
            <a:pPr>
              <a:defRPr sz="1200"/>
            </a:pPr>
            <a:r>
              <a:t>D:/pasar_fix/node_modules/.bun/date-fns@3.6.0/node_modules/date-fns/locale/es/cdn.js</a:t>
            </a:r>
          </a:p>
          <a:p>
            <a:pPr>
              <a:defRPr sz="1200"/>
            </a:pPr>
            <a:r>
              <a:t>D:/pasar_fix/node_modules/.bun/date-fns@3.6.0/node_modules/date-fns/locale/es/cdn.js.map</a:t>
            </a:r>
          </a:p>
          <a:p>
            <a:pPr>
              <a:defRPr sz="1200"/>
            </a:pPr>
            <a:r>
              <a:t>D:/pasar_fix/node_modules/.bun/date-fns@3.6.0/node_modules/date-fns/locale/es/cdn.min.js</a:t>
            </a:r>
          </a:p>
          <a:p>
            <a:pPr>
              <a:defRPr sz="1200"/>
            </a:pPr>
            <a:r>
              <a:t>D:/pasar_fix/node_modules/.bun/date-fns@3.6.0/node_modules/date-fns/locale/es/cdn.min.js.map</a:t>
            </a:r>
          </a:p>
          <a:p>
            <a:pPr>
              <a:defRPr sz="1200"/>
            </a:pPr>
            <a:r>
              <a:t>D:/pasar_fix/node_modules/.bun/date-fns@3.6.0/node_modules/date-fns/locale/es/_lib/formatDistance.d.mts</a:t>
            </a:r>
          </a:p>
          <a:p>
            <a:pPr>
              <a:defRPr sz="1200"/>
            </a:pPr>
            <a:r>
              <a:t>D:/pasar_fix/node_modules/.bun/date-fns@3.6.0/node_modules/date-fns/locale/es/_lib/formatDistance.d.ts</a:t>
            </a:r>
          </a:p>
          <a:p>
            <a:pPr>
              <a:defRPr sz="1200"/>
            </a:pPr>
            <a:r>
              <a:t>D:/pasar_fix/node_modules/.bun/date-fns@3.6.0/node_modules/date-fns/locale/es/_lib/formatDistance.js</a:t>
            </a:r>
          </a:p>
          <a:p>
            <a:pPr>
              <a:defRPr sz="1200"/>
            </a:pPr>
            <a:r>
              <a:t>D:/pasar_fix/node_modules/.bun/date-fns@3.6.0/node_modules/date-fns/locale/es/_lib/formatDistance.mjs</a:t>
            </a:r>
          </a:p>
          <a:p>
            <a:pPr>
              <a:defRPr sz="1200"/>
            </a:pPr>
            <a:r>
              <a:t>D:/pasar_fix/node_modules/.bun/date-fns@3.6.0/node_modules/date-fns/locale/es/_lib/formatLong.d.mts</a:t>
            </a:r>
          </a:p>
          <a:p>
            <a:pPr>
              <a:defRPr sz="1200"/>
            </a:pPr>
            <a:r>
              <a:t>D:/pasar_fix/node_modules/.bun/date-fns@3.6.0/node_modules/date-fns/locale/es/_lib/formatLong.d.ts</a:t>
            </a:r>
          </a:p>
          <a:p>
            <a:pPr>
              <a:defRPr sz="1200"/>
            </a:pPr>
            <a:r>
              <a:t>D:/pasar_fix/node_modules/.bun/date-fns@3.6.0/node_modules/date-fns/locale/es/_lib/formatLong.js</a:t>
            </a:r>
          </a:p>
          <a:p>
            <a:pPr>
              <a:defRPr sz="1200"/>
            </a:pPr>
            <a:r>
              <a:t>D:/pasar_fix/node_modules/.bun/date-fns@3.6.0/node_modules/date-fns/locale/es/_lib/formatLong.mjs</a:t>
            </a:r>
          </a:p>
          <a:p>
            <a:pPr>
              <a:defRPr sz="1200"/>
            </a:pPr>
            <a:r>
              <a:t>D:/pasar_fix/node_modules/.bun/date-fns@3.6.0/node_modules/date-fns/locale/es/_lib/formatRelative.d.mts</a:t>
            </a:r>
          </a:p>
          <a:p>
            <a:pPr>
              <a:defRPr sz="1200"/>
            </a:pPr>
            <a:r>
              <a:t>D:/pasar_fix/node_modules/.bun/date-fns@3.6.0/node_modules/date-fns/locale/es/_lib/formatRelative.d.ts</a:t>
            </a:r>
          </a:p>
          <a:p>
            <a:pPr>
              <a:defRPr sz="1200"/>
            </a:pPr>
            <a:r>
              <a:t>D:/pasar_fix/node_modules/.bun/date-fns@3.6.0/node_modules/date-fns/locale/es/_lib/formatRelative.js</a:t>
            </a:r>
          </a:p>
          <a:p>
            <a:pPr>
              <a:defRPr sz="1200"/>
            </a:pPr>
            <a:r>
              <a:t>D:/pasar_fix/node_modules/.bun/date-fns@3.6.0/node_modules/date-fns/locale/es/_lib/formatRelative.mjs</a:t>
            </a:r>
          </a:p>
          <a:p>
            <a:pPr>
              <a:defRPr sz="1200"/>
            </a:pPr>
            <a:r>
              <a:t>D:/pasar_fix/node_modules/.bun/date-fns@3.6.0/node_modules/date-fns/locale/es/_lib/localize.d.mts</a:t>
            </a:r>
          </a:p>
          <a:p>
            <a:pPr>
              <a:defRPr sz="1200"/>
            </a:pPr>
            <a:r>
              <a:t>D:/pasar_fix/node_modules/.bun/date-fns@3.6.0/node_modules/date-fns/locale/es/_lib/localize.d.ts</a:t>
            </a:r>
          </a:p>
          <a:p>
            <a:pPr>
              <a:defRPr sz="1200"/>
            </a:pPr>
            <a:r>
              <a:t>D:/pasar_fix/node_modules/.bun/date-fns@3.6.0/node_modules/date-fns/locale/es/_lib/localize.js</a:t>
            </a:r>
          </a:p>
          <a:p>
            <a:pPr>
              <a:defRPr sz="1200"/>
            </a:pPr>
            <a:r>
              <a:t>D:/pasar_fix/node_modules/.bun/date-fns@3.6.0/node_modules/date-fns/locale/es/_lib/localize.mjs</a:t>
            </a:r>
          </a:p>
          <a:p>
            <a:pPr>
              <a:defRPr sz="1200"/>
            </a:pPr>
            <a:r>
              <a:t>D:/pasar_fix/node_modules/.bun/date-fns@3.6.0/node_modules/date-fns/locale/es/_lib/match.d.mts</a:t>
            </a:r>
          </a:p>
          <a:p>
            <a:pPr>
              <a:defRPr sz="1200"/>
            </a:pPr>
            <a:r>
              <a:t>D:/pasar_fix/node_modules/.bun/date-fns@3.6.0/node_modules/date-fns/locale/es/_lib/match.d.ts</a:t>
            </a:r>
          </a:p>
          <a:p>
            <a:pPr>
              <a:defRPr sz="1200"/>
            </a:pPr>
            <a:r>
              <a:t>D:/pasar_fix/node_modules/.bun/date-fns@3.6.0/node_modules/date-fns/locale/es/_lib/match.js</a:t>
            </a:r>
          </a:p>
          <a:p>
            <a:pPr>
              <a:defRPr sz="1200"/>
            </a:pPr>
            <a:r>
              <a:t>D:/pasar_fix/node_modules/.bun/date-fns@3.6.0/node_modules/date-fns/locale/es/_lib/match.mjs</a:t>
            </a:r>
          </a:p>
          <a:p>
            <a:pPr>
              <a:defRPr sz="1200"/>
            </a:pPr>
            <a:r>
              <a:t>D:/pasar_fix/node_modules/.bun/date-fns@3.6.0/node_modules/date-fns/locale/et/cdn.js</a:t>
            </a:r>
          </a:p>
          <a:p>
            <a:pPr>
              <a:defRPr sz="1200"/>
            </a:pPr>
            <a:r>
              <a:t>D:/pasar_fix/node_modules/.bun/date-fns@3.6.0/node_modules/date-fns/locale/et/cdn.js.map</a:t>
            </a:r>
          </a:p>
          <a:p>
            <a:pPr>
              <a:defRPr sz="1200"/>
            </a:pPr>
            <a:r>
              <a:t>D:/pasar_fix/node_modules/.bun/date-fns@3.6.0/node_modules/date-fns/locale/et/cdn.min.js</a:t>
            </a:r>
          </a:p>
          <a:p>
            <a:pPr>
              <a:defRPr sz="1200"/>
            </a:pPr>
            <a:r>
              <a:t>D:/pasar_fix/node_modules/.bun/date-fns@3.6.0/node_modules/date-fns/locale/et/cdn.min.js.map</a:t>
            </a:r>
          </a:p>
          <a:p>
            <a:pPr>
              <a:defRPr sz="1200"/>
            </a:pPr>
            <a:r>
              <a:t>D:/pasar_fix/node_modules/.bun/date-fns@3.6.0/node_modules/date-fns/locale/et/_lib/formatDistance.d.mts</a:t>
            </a:r>
          </a:p>
          <a:p>
            <a:pPr>
              <a:defRPr sz="1200"/>
            </a:pPr>
            <a:r>
              <a:t>D:/pasar_fix/node_modules/.bun/date-fns@3.6.0/node_modules/date-fns/locale/et/_lib/formatDistance.d.ts</a:t>
            </a:r>
          </a:p>
          <a:p>
            <a:pPr>
              <a:defRPr sz="1200"/>
            </a:pPr>
            <a:r>
              <a:t>D:/pasar_fix/node_modules/.bun/date-fns@3.6.0/node_modules/date-fns/locale/et/_lib/formatDistance.js</a:t>
            </a:r>
          </a:p>
          <a:p>
            <a:pPr>
              <a:defRPr sz="1200"/>
            </a:pPr>
            <a:r>
              <a:t>D:/pasar_fix/node_modules/.bun/date-fns@3.6.0/node_modules/date-fns/locale/et/_lib/formatDistance.mjs</a:t>
            </a:r>
          </a:p>
          <a:p>
            <a:pPr>
              <a:defRPr sz="1200"/>
            </a:pPr>
            <a:r>
              <a:t>D:/pasar_fix/node_modules/.bun/date-fns@3.6.0/node_modules/date-fns/locale/et/_lib/formatLong.d.mts</a:t>
            </a:r>
          </a:p>
          <a:p>
            <a:pPr>
              <a:defRPr sz="1200"/>
            </a:pPr>
            <a:r>
              <a:t>D:/pasar_fix/node_modules/.bun/date-fns@3.6.0/node_modules/date-fns/locale/et/_lib/formatLong.d.ts</a:t>
            </a:r>
          </a:p>
          <a:p>
            <a:pPr>
              <a:defRPr sz="1200"/>
            </a:pPr>
            <a:r>
              <a:t>D:/pasar_fix/node_modules/.bun/date-fns@3.6.0/node_modules/date-fns/locale/et/_lib/formatLong.js</a:t>
            </a:r>
          </a:p>
          <a:p>
            <a:pPr>
              <a:defRPr sz="1200"/>
            </a:pPr>
            <a:r>
              <a:t>D:/pasar_fix/node_modules/.bun/date-fns@3.6.0/node_modules/date-fns/locale/et/_lib/formatLong.mjs</a:t>
            </a:r>
          </a:p>
          <a:p>
            <a:pPr>
              <a:defRPr sz="1200"/>
            </a:pPr>
            <a:r>
              <a:t>D:/pasar_fix/node_modules/.bun/date-fns@3.6.0/node_modules/date-fns/locale/et/_lib/formatRelative.d.mts</a:t>
            </a:r>
          </a:p>
          <a:p>
            <a:pPr>
              <a:defRPr sz="1200"/>
            </a:pPr>
            <a:r>
              <a:t>D:/pasar_fix/node_modules/.bun/date-fns@3.6.0/node_modules/date-fns/locale/et/_lib/formatRelative.d.ts</a:t>
            </a:r>
          </a:p>
          <a:p>
            <a:pPr>
              <a:defRPr sz="1200"/>
            </a:pPr>
            <a:r>
              <a:t>D:/pasar_fix/node_modules/.bun/date-fns@3.6.0/node_modules/date-fns/locale/et/_lib/formatRelative.js</a:t>
            </a:r>
          </a:p>
          <a:p>
            <a:pPr>
              <a:defRPr sz="1200"/>
            </a:pPr>
            <a:r>
              <a:t>D:/pasar_fix/node_modules/.bun/date-fns@3.6.0/node_modules/date-fns/locale/et/_lib/formatRelative.mjs</a:t>
            </a:r>
          </a:p>
          <a:p>
            <a:pPr>
              <a:defRPr sz="1200"/>
            </a:pPr>
            <a:r>
              <a:t>D:/pasar_fix/node_modules/.bun/date-fns@3.6.0/node_modules/date-fns/locale/et/_lib/localize.d.mts</a:t>
            </a:r>
          </a:p>
          <a:p>
            <a:pPr>
              <a:defRPr sz="1200"/>
            </a:pPr>
            <a:r>
              <a:t>D:/pasar_fix/node_modules/.bun/date-fns@3.6.0/node_modules/date-fns/locale/et/_lib/localize.d.ts</a:t>
            </a:r>
          </a:p>
          <a:p>
            <a:pPr>
              <a:defRPr sz="1200"/>
            </a:pPr>
            <a:r>
              <a:t>D:/pasar_fix/node_modules/.bun/date-fns@3.6.0/node_modules/date-fns/locale/et/_lib/localize.js</a:t>
            </a:r>
          </a:p>
          <a:p>
            <a:pPr>
              <a:defRPr sz="1200"/>
            </a:pPr>
            <a:r>
              <a:t>D:/pasar_fix/node_modules/.bun/date-fns@3.6.0/node_modules/date-fns/locale/et/_lib/localize.mjs</a:t>
            </a:r>
          </a:p>
          <a:p>
            <a:pPr>
              <a:defRPr sz="1200"/>
            </a:pPr>
            <a:r>
              <a:t>D:/pasar_fix/node_modules/.bun/date-fns@3.6.0/node_modules/date-fns/locale/et/_lib/match.d.mts</a:t>
            </a:r>
          </a:p>
          <a:p>
            <a:pPr>
              <a:defRPr sz="1200"/>
            </a:pPr>
            <a:r>
              <a:t>D:/pasar_fix/node_modules/.bun/date-fns@3.6.0/node_modules/date-fns/locale/et/_lib/match.d.ts</a:t>
            </a:r>
          </a:p>
          <a:p>
            <a:pPr>
              <a:defRPr sz="1200"/>
            </a:pPr>
            <a:r>
              <a:t>D:/pasar_fix/node_modules/.bun/date-fns@3.6.0/node_modules/date-fns/locale/et/_lib/match.js</a:t>
            </a:r>
          </a:p>
          <a:p>
            <a:pPr>
              <a:defRPr sz="1200"/>
            </a:pPr>
            <a:r>
              <a:t>D:/pasar_fix/node_modules/.bun/date-fns@3.6.0/node_modules/date-fns/locale/et/_lib/match.mjs</a:t>
            </a:r>
          </a:p>
          <a:p>
            <a:pPr>
              <a:defRPr sz="1200"/>
            </a:pPr>
            <a:r>
              <a:t>D:/pasar_fix/node_modules/.bun/date-fns@3.6.0/node_modules/date-fns/locale/eu/cdn.js</a:t>
            </a:r>
          </a:p>
          <a:p>
            <a:pPr>
              <a:defRPr sz="1200"/>
            </a:pPr>
            <a:r>
              <a:t>D:/pasar_fix/node_modules/.bun/date-fns@3.6.0/node_modules/date-fns/locale/eu/cdn.js.map</a:t>
            </a:r>
          </a:p>
          <a:p>
            <a:pPr>
              <a:defRPr sz="1200"/>
            </a:pPr>
            <a:r>
              <a:t>D:/pasar_fix/node_modules/.bun/date-fns@3.6.0/node_modules/date-fns/locale/eu/cdn.min.js</a:t>
            </a:r>
          </a:p>
          <a:p>
            <a:pPr>
              <a:defRPr sz="1200"/>
            </a:pPr>
            <a:r>
              <a:t>D:/pasar_fix/node_modules/.bun/date-fns@3.6.0/node_modules/date-fns/locale/eu/cdn.min.js.map</a:t>
            </a:r>
          </a:p>
          <a:p>
            <a:pPr>
              <a:defRPr sz="1200"/>
            </a:pPr>
            <a:r>
              <a:t>D:/pasar_fix/node_modules/.bun/date-fns@3.6.0/node_modules/date-fns/locale/eu/_lib/formatDistance.d.mts</a:t>
            </a:r>
          </a:p>
          <a:p>
            <a:pPr>
              <a:defRPr sz="1200"/>
            </a:pPr>
            <a:r>
              <a:t>D:/pasar_fix/node_modules/.bun/date-fns@3.6.0/node_modules/date-fns/locale/eu/_lib/formatDistance.d.ts</a:t>
            </a:r>
          </a:p>
          <a:p>
            <a:pPr>
              <a:defRPr sz="1200"/>
            </a:pPr>
            <a:r>
              <a:t>D:/pasar_fix/node_modules/.bun/date-fns@3.6.0/node_modules/date-fns/locale/eu/_lib/formatDistance.js</a:t>
            </a:r>
          </a:p>
          <a:p>
            <a:pPr>
              <a:defRPr sz="1200"/>
            </a:pPr>
            <a:r>
              <a:t>D:/pasar_fix/node_modules/.bun/date-fns@3.6.0/node_modules/date-fns/locale/eu/_lib/formatDistance.mjs</a:t>
            </a:r>
          </a:p>
          <a:p>
            <a:pPr>
              <a:defRPr sz="1200"/>
            </a:pPr>
            <a:r>
              <a:t>D:/pasar_fix/node_modules/.bun/date-fns@3.6.0/node_modules/date-fns/locale/eu/_lib/formatLong.d.mts</a:t>
            </a:r>
          </a:p>
          <a:p>
            <a:pPr>
              <a:defRPr sz="1200"/>
            </a:pPr>
            <a:r>
              <a:t>D:/pasar_fix/node_modules/.bun/date-fns@3.6.0/node_modules/date-fns/locale/eu/_lib/formatLong.d.ts</a:t>
            </a:r>
          </a:p>
          <a:p>
            <a:pPr>
              <a:defRPr sz="1200"/>
            </a:pPr>
            <a:r>
              <a:t>D:/pasar_fix/node_modules/.bun/date-fns@3.6.0/node_modules/date-fns/locale/eu/_lib/formatLong.js</a:t>
            </a:r>
          </a:p>
          <a:p>
            <a:pPr>
              <a:defRPr sz="1200"/>
            </a:pPr>
            <a:r>
              <a:t>D:/pasar_fix/node_modules/.bun/date-fns@3.6.0/node_modules/date-fns/locale/eu/_lib/formatLong.mjs</a:t>
            </a:r>
          </a:p>
          <a:p>
            <a:pPr>
              <a:defRPr sz="1200"/>
            </a:pPr>
            <a:r>
              <a:t>D:/pasar_fix/node_modules/.bun/date-fns@3.6.0/node_modules/date-fns/locale/eu/_lib/formatRelative.d.mts</a:t>
            </a:r>
          </a:p>
          <a:p>
            <a:pPr>
              <a:defRPr sz="1200"/>
            </a:pPr>
            <a:r>
              <a:t>D:/pasar_fix/node_modules/.bun/date-fns@3.6.0/node_modules/date-fns/locale/eu/_lib/formatRelative.d.ts</a:t>
            </a:r>
          </a:p>
          <a:p>
            <a:pPr>
              <a:defRPr sz="1200"/>
            </a:pPr>
            <a:r>
              <a:t>D:/pasar_fix/node_modules/.bun/date-fns@3.6.0/node_modules/date-fns/locale/eu/_lib/formatRelative.js</a:t>
            </a:r>
          </a:p>
          <a:p>
            <a:pPr>
              <a:defRPr sz="1200"/>
            </a:pPr>
            <a:r>
              <a:t>D:/pasar_fix/node_modules/.bun/date-fns@3.6.0/node_modules/date-fns/locale/eu/_lib/formatRelative.mjs</a:t>
            </a:r>
          </a:p>
          <a:p>
            <a:pPr>
              <a:defRPr sz="1200"/>
            </a:pPr>
            <a:r>
              <a:t>D:/pasar_fix/node_modules/.bun/date-fns@3.6.0/node_modules/date-fns/locale/eu/_lib/localize.d.mts</a:t>
            </a:r>
          </a:p>
          <a:p>
            <a:pPr>
              <a:defRPr sz="1200"/>
            </a:pPr>
            <a:r>
              <a:t>D:/pasar_fix/node_modules/.bun/date-fns@3.6.0/node_modules/date-fns/locale/eu/_lib/localize.d.ts</a:t>
            </a:r>
          </a:p>
          <a:p>
            <a:pPr>
              <a:defRPr sz="1200"/>
            </a:pPr>
            <a:r>
              <a:t>D:/pasar_fix/node_modules/.bun/date-fns@3.6.0/node_modules/date-fns/locale/eu/_lib/localize.js</a:t>
            </a:r>
          </a:p>
          <a:p>
            <a:pPr>
              <a:defRPr sz="1200"/>
            </a:pPr>
            <a:r>
              <a:t>D:/pasar_fix/node_modules/.bun/date-fns@3.6.0/node_modules/date-fns/locale/eu/_lib/localize.mjs</a:t>
            </a:r>
          </a:p>
          <a:p>
            <a:pPr>
              <a:defRPr sz="1200"/>
            </a:pPr>
            <a:r>
              <a:t>D:/pasar_fix/node_modules/.bun/date-fns@3.6.0/node_modules/date-fns/locale/eu/_lib/match.d.mts</a:t>
            </a:r>
          </a:p>
          <a:p>
            <a:pPr>
              <a:defRPr sz="1200"/>
            </a:pPr>
            <a:r>
              <a:t>D:/pasar_fix/node_modules/.bun/date-fns@3.6.0/node_modules/date-fns/locale/eu/_lib/match.d.ts</a:t>
            </a:r>
          </a:p>
          <a:p>
            <a:pPr>
              <a:defRPr sz="1200"/>
            </a:pPr>
            <a:r>
              <a:t>D:/pasar_fix/node_modules/.bun/date-fns@3.6.0/node_modules/date-fns/locale/eu/_lib/match.js</a:t>
            </a:r>
          </a:p>
          <a:p>
            <a:pPr>
              <a:defRPr sz="1200"/>
            </a:pPr>
            <a:r>
              <a:t>D:/pasar_fix/node_modules/.bun/date-fns@3.6.0/node_modules/date-fns/locale/eu/_lib/match.mjs</a:t>
            </a:r>
          </a:p>
          <a:p>
            <a:pPr>
              <a:defRPr sz="1200"/>
            </a:pPr>
            <a:r>
              <a:t>D:/pasar_fix/node_modules/.bun/date-fns@3.6.0/node_modules/date-fns/locale/fa-IR/cdn.js</a:t>
            </a:r>
          </a:p>
          <a:p>
            <a:pPr>
              <a:defRPr sz="1200"/>
            </a:pPr>
            <a:r>
              <a:t>D:/pasar_fix/node_modules/.bun/date-fns@3.6.0/node_modules/date-fns/locale/fa-IR/cdn.js.map</a:t>
            </a:r>
          </a:p>
          <a:p>
            <a:pPr>
              <a:defRPr sz="1200"/>
            </a:pPr>
            <a:r>
              <a:t>D:/pasar_fix/node_modules/.bun/date-fns@3.6.0/node_modules/date-fns/locale/fa-IR/cdn.min.js</a:t>
            </a:r>
          </a:p>
          <a:p>
            <a:pPr>
              <a:defRPr sz="1200"/>
            </a:pPr>
            <a:r>
              <a:t>D:/pasar_fix/node_modules/.bun/date-fns@3.6.0/node_modules/date-fns/locale/fa-IR/cdn.min.js.map</a:t>
            </a:r>
          </a:p>
          <a:p>
            <a:pPr>
              <a:defRPr sz="1200"/>
            </a:pPr>
            <a:r>
              <a:t>D:/pasar_fix/node_modules/.bun/date-fns@3.6.0/node_modules/date-fns/locale/fa-IR/_lib/formatDistance.d.mts</a:t>
            </a:r>
          </a:p>
          <a:p>
            <a:pPr>
              <a:defRPr sz="1200"/>
            </a:pPr>
            <a:r>
              <a:t>D:/pasar_fix/node_modules/.bun/date-fns@3.6.0/node_modules/date-fns/locale/fa-IR/_lib/formatDistance.d.ts</a:t>
            </a:r>
          </a:p>
          <a:p>
            <a:pPr>
              <a:defRPr sz="1200"/>
            </a:pPr>
            <a:r>
              <a:t>D:/pasar_fix/node_modules/.bun/date-fns@3.6.0/node_modules/date-fns/locale/fa-IR/_lib/formatDistance.js</a:t>
            </a:r>
          </a:p>
          <a:p>
            <a:pPr>
              <a:defRPr sz="1200"/>
            </a:pPr>
            <a:r>
              <a:t>D:/pasar_fix/node_modules/.bun/date-fns@3.6.0/node_modules/date-fns/locale/fa-IR/_lib/formatDistance.mjs</a:t>
            </a:r>
          </a:p>
          <a:p>
            <a:pPr>
              <a:defRPr sz="1200"/>
            </a:pPr>
            <a:r>
              <a:t>D:/pasar_fix/node_modules/.bun/date-fns@3.6.0/node_modules/date-fns/locale/fa-IR/_lib/formatLong.d.mts</a:t>
            </a:r>
          </a:p>
          <a:p>
            <a:pPr>
              <a:defRPr sz="1200"/>
            </a:pPr>
            <a:r>
              <a:t>D:/pasar_fix/node_modules/.bun/date-fns@3.6.0/node_modules/date-fns/locale/fa-IR/_lib/formatLong.d.ts</a:t>
            </a:r>
          </a:p>
          <a:p>
            <a:pPr>
              <a:defRPr sz="1200"/>
            </a:pPr>
            <a:r>
              <a:t>D:/pasar_fix/node_modules/.bun/date-fns@3.6.0/node_modules/date-fns/locale/fa-IR/_lib/formatLong.js</a:t>
            </a:r>
          </a:p>
          <a:p>
            <a:pPr>
              <a:defRPr sz="1200"/>
            </a:pPr>
            <a:r>
              <a:t>D:/pasar_fix/node_modules/.bun/date-fns@3.6.0/node_modules/date-fns/locale/fa-IR/_lib/formatLong.mjs</a:t>
            </a:r>
          </a:p>
          <a:p>
            <a:pPr>
              <a:defRPr sz="1200"/>
            </a:pPr>
            <a:r>
              <a:t>D:/pasar_fix/node_modules/.bun/date-fns@3.6.0/node_modules/date-fns/locale/fa-IR/_lib/formatRelative.d.mts</a:t>
            </a:r>
          </a:p>
          <a:p>
            <a:pPr>
              <a:defRPr sz="1200"/>
            </a:pPr>
            <a:r>
              <a:t>D:/pasar_fix/node_modules/.bun/date-fns@3.6.0/node_modules/date-fns/locale/fa-IR/_lib/formatRelative.d.ts</a:t>
            </a:r>
          </a:p>
          <a:p>
            <a:pPr>
              <a:defRPr sz="1200"/>
            </a:pPr>
            <a:r>
              <a:t>D:/pasar_fix/node_modules/.bun/date-fns@3.6.0/node_modules/date-fns/locale/fa-IR/_lib/formatRelative.js</a:t>
            </a:r>
          </a:p>
          <a:p>
            <a:pPr>
              <a:defRPr sz="1200"/>
            </a:pPr>
            <a:r>
              <a:t>D:/pasar_fix/node_modules/.bun/date-fns@3.6.0/node_modules/date-fns/locale/fa-IR/_lib/formatRelative.mjs</a:t>
            </a:r>
          </a:p>
          <a:p>
            <a:pPr>
              <a:defRPr sz="1200"/>
            </a:pPr>
            <a:r>
              <a:t>D:/pasar_fix/node_modules/.bun/date-fns@3.6.0/node_modules/date-fns/locale/fa-IR/_lib/localize.d.mts</a:t>
            </a:r>
          </a:p>
          <a:p>
            <a:pPr>
              <a:defRPr sz="1200"/>
            </a:pPr>
            <a:r>
              <a:t>D:/pasar_fix/node_modules/.bun/date-fns@3.6.0/node_modules/date-fns/locale/fa-IR/_lib/localize.d.ts</a:t>
            </a:r>
          </a:p>
          <a:p>
            <a:pPr>
              <a:defRPr sz="1200"/>
            </a:pPr>
            <a:r>
              <a:t>D:/pasar_fix/node_modules/.bun/date-fns@3.6.0/node_modules/date-fns/locale/fa-IR/_lib/localize.js</a:t>
            </a:r>
          </a:p>
          <a:p>
            <a:pPr>
              <a:defRPr sz="1200"/>
            </a:pPr>
            <a:r>
              <a:t>D:/pasar_fix/node_modules/.bun/date-fns@3.6.0/node_modules/date-fns/locale/fa-IR/_lib/localize.mjs</a:t>
            </a:r>
          </a:p>
          <a:p>
            <a:pPr>
              <a:defRPr sz="1200"/>
            </a:pPr>
            <a:r>
              <a:t>D:/pasar_fix/node_modules/.bun/date-fns@3.6.0/node_modules/date-fns/locale/fa-IR/_lib/match.d.mts</a:t>
            </a:r>
          </a:p>
          <a:p>
            <a:pPr>
              <a:defRPr sz="1200"/>
            </a:pPr>
            <a:r>
              <a:t>D:/pasar_fix/node_modules/.bun/date-fns@3.6.0/node_modules/date-fns/locale/fa-IR/_lib/match.d.ts</a:t>
            </a:r>
          </a:p>
          <a:p>
            <a:pPr>
              <a:defRPr sz="1200"/>
            </a:pPr>
            <a:r>
              <a:t>D:/pasar_fix/node_modules/.bun/date-fns@3.6.0/node_modules/date-fns/locale/fa-IR/_lib/match.js</a:t>
            </a:r>
          </a:p>
          <a:p>
            <a:pPr>
              <a:defRPr sz="1200"/>
            </a:pPr>
            <a:r>
              <a:t>D:/pasar_fix/node_modules/.bun/date-fns@3.6.0/node_modules/date-fns/locale/fa-IR/_lib/match.mjs</a:t>
            </a:r>
          </a:p>
          <a:p>
            <a:pPr>
              <a:defRPr sz="1200"/>
            </a:pPr>
            <a:r>
              <a:t>D:/pasar_fix/node_modules/.bun/date-fns@3.6.0/node_modules/date-fns/locale/fi/cdn.js</a:t>
            </a:r>
          </a:p>
          <a:p>
            <a:pPr>
              <a:defRPr sz="1200"/>
            </a:pPr>
            <a:r>
              <a:t>D:/pasar_fix/node_modules/.bun/date-fns@3.6.0/node_modules/date-fns/locale/fi/cdn.js.map</a:t>
            </a:r>
          </a:p>
          <a:p>
            <a:pPr>
              <a:defRPr sz="1200"/>
            </a:pPr>
            <a:r>
              <a:t>D:/pasar_fix/node_modules/.bun/date-fns@3.6.0/node_modules/date-fns/locale/fi/cdn.min.js</a:t>
            </a:r>
          </a:p>
          <a:p>
            <a:pPr>
              <a:defRPr sz="1200"/>
            </a:pPr>
            <a:r>
              <a:t>D:/pasar_fix/node_modules/.bun/date-fns@3.6.0/node_modules/date-fns/locale/fi/cdn.min.js.map</a:t>
            </a:r>
          </a:p>
          <a:p>
            <a:pPr>
              <a:defRPr sz="1200"/>
            </a:pPr>
            <a:r>
              <a:t>D:/pasar_fix/node_modules/.bun/date-fns@3.6.0/node_modules/date-fns/locale/fi/_lib/formatDistance.d.mts</a:t>
            </a:r>
          </a:p>
          <a:p>
            <a:pPr>
              <a:defRPr sz="1200"/>
            </a:pPr>
            <a:r>
              <a:t>D:/pasar_fix/node_modules/.bun/date-fns@3.6.0/node_modules/date-fns/locale/fi/_lib/formatDistance.d.ts</a:t>
            </a:r>
          </a:p>
          <a:p>
            <a:pPr>
              <a:defRPr sz="1200"/>
            </a:pPr>
            <a:r>
              <a:t>D:/pasar_fix/node_modules/.bun/date-fns@3.6.0/node_modules/date-fns/locale/fi/_lib/formatDistance.js</a:t>
            </a:r>
          </a:p>
          <a:p>
            <a:pPr>
              <a:defRPr sz="1200"/>
            </a:pPr>
            <a:r>
              <a:t>D:/pasar_fix/node_modules/.bun/date-fns@3.6.0/node_modules/date-fns/locale/fi/_lib/formatDistance.mjs</a:t>
            </a:r>
          </a:p>
          <a:p>
            <a:pPr>
              <a:defRPr sz="1200"/>
            </a:pPr>
            <a:r>
              <a:t>D:/pasar_fix/node_modules/.bun/date-fns@3.6.0/node_modules/date-fns/locale/fi/_lib/formatLong.d.mts</a:t>
            </a:r>
          </a:p>
          <a:p>
            <a:pPr>
              <a:defRPr sz="1200"/>
            </a:pPr>
            <a:r>
              <a:t>D:/pasar_fix/node_modules/.bun/date-fns@3.6.0/node_modules/date-fns/locale/fi/_lib/formatLong.d.ts</a:t>
            </a:r>
          </a:p>
          <a:p>
            <a:pPr>
              <a:defRPr sz="1200"/>
            </a:pPr>
            <a:r>
              <a:t>D:/pasar_fix/node_modules/.bun/date-fns@3.6.0/node_modules/date-fns/locale/fi/_lib/formatLong.js</a:t>
            </a:r>
          </a:p>
          <a:p>
            <a:pPr>
              <a:defRPr sz="1200"/>
            </a:pPr>
            <a:r>
              <a:t>D:/pasar_fix/node_modules/.bun/date-fns@3.6.0/node_modules/date-fns/locale/fi/_lib/formatLong.mjs</a:t>
            </a:r>
          </a:p>
          <a:p>
            <a:pPr>
              <a:defRPr sz="1200"/>
            </a:pPr>
            <a:r>
              <a:t>D:/pasar_fix/node_modules/.bun/date-fns@3.6.0/node_modules/date-fns/locale/fi/_lib/formatRelative.d.mts</a:t>
            </a:r>
          </a:p>
          <a:p>
            <a:pPr>
              <a:defRPr sz="1200"/>
            </a:pPr>
            <a:r>
              <a:t>D:/pasar_fix/node_modules/.bun/date-fns@3.6.0/node_modules/date-fns/locale/fi/_lib/formatRelative.d.ts</a:t>
            </a:r>
          </a:p>
          <a:p>
            <a:pPr>
              <a:defRPr sz="1200"/>
            </a:pPr>
            <a:r>
              <a:t>D:/pasar_fix/node_modules/.bun/date-fns@3.6.0/node_modules/date-fns/locale/fi/_lib/formatRelative.js</a:t>
            </a:r>
          </a:p>
          <a:p>
            <a:pPr>
              <a:defRPr sz="1200"/>
            </a:pPr>
            <a:r>
              <a:t>D:/pasar_fix/node_modules/.bun/date-fns@3.6.0/node_modules/date-fns/locale/fi/_lib/formatRelative.mjs</a:t>
            </a:r>
          </a:p>
          <a:p>
            <a:pPr>
              <a:defRPr sz="1200"/>
            </a:pPr>
            <a:r>
              <a:t>D:/pasar_fix/node_modules/.bun/date-fns@3.6.0/node_modules/date-fns/locale/fi/_lib/localize.d.mts</a:t>
            </a:r>
          </a:p>
          <a:p>
            <a:pPr>
              <a:defRPr sz="1200"/>
            </a:pPr>
            <a:r>
              <a:t>D:/pasar_fix/node_modules/.bun/date-fns@3.6.0/node_modules/date-fns/locale/fi/_lib/localize.d.ts</a:t>
            </a:r>
          </a:p>
          <a:p>
            <a:pPr>
              <a:defRPr sz="1200"/>
            </a:pPr>
            <a:r>
              <a:t>D:/pasar_fix/node_modules/.bun/date-fns@3.6.0/node_modules/date-fns/locale/fi/_lib/localize.js</a:t>
            </a:r>
          </a:p>
          <a:p>
            <a:pPr>
              <a:defRPr sz="1200"/>
            </a:pPr>
            <a:r>
              <a:t>D:/pasar_fix/node_modules/.bun/date-fns@3.6.0/node_modules/date-fns/locale/fi/_lib/localize.mjs</a:t>
            </a:r>
          </a:p>
          <a:p>
            <a:pPr>
              <a:defRPr sz="1200"/>
            </a:pPr>
            <a:r>
              <a:t>D:/pasar_fix/node_modules/.bun/date-fns@3.6.0/node_modules/date-fns/locale/fi/_lib/match.d.mts</a:t>
            </a:r>
          </a:p>
          <a:p>
            <a:pPr>
              <a:defRPr sz="1200"/>
            </a:pPr>
            <a:r>
              <a:t>D:/pasar_fix/node_modules/.bun/date-fns@3.6.0/node_modules/date-fns/locale/fi/_lib/match.d.ts</a:t>
            </a:r>
          </a:p>
          <a:p>
            <a:pPr>
              <a:defRPr sz="1200"/>
            </a:pPr>
            <a:r>
              <a:t>D:/pasar_fix/node_modules/.bun/date-fns@3.6.0/node_modules/date-fns/locale/fi/_lib/match.js</a:t>
            </a:r>
          </a:p>
          <a:p>
            <a:pPr>
              <a:defRPr sz="1200"/>
            </a:pPr>
            <a:r>
              <a:t>D:/pasar_fix/node_modules/.bun/date-fns@3.6.0/node_modules/date-fns/locale/fi/_lib/match.mjs</a:t>
            </a:r>
          </a:p>
          <a:p>
            <a:pPr>
              <a:defRPr sz="1200"/>
            </a:pPr>
            <a:r>
              <a:t>D:/pasar_fix/node_modules/.bun/date-fns@3.6.0/node_modules/date-fns/locale/fr/cdn.js</a:t>
            </a:r>
          </a:p>
          <a:p>
            <a:pPr>
              <a:defRPr sz="1200"/>
            </a:pPr>
            <a:r>
              <a:t>D:/pasar_fix/node_modules/.bun/date-fns@3.6.0/node_modules/date-fns/locale/fr/cdn.js.map</a:t>
            </a:r>
          </a:p>
          <a:p>
            <a:pPr>
              <a:defRPr sz="1200"/>
            </a:pPr>
            <a:r>
              <a:t>D:/pasar_fix/node_modules/.bun/date-fns@3.6.0/node_modules/date-fns/locale/fr/cdn.min.js</a:t>
            </a:r>
          </a:p>
          <a:p>
            <a:pPr>
              <a:defRPr sz="1200"/>
            </a:pPr>
            <a:r>
              <a:t>D:/pasar_fix/node_modules/.bun/date-fns@3.6.0/node_modules/date-fns/locale/fr/cdn.min.js.map</a:t>
            </a:r>
          </a:p>
          <a:p>
            <a:pPr>
              <a:defRPr sz="1200"/>
            </a:pPr>
            <a:r>
              <a:t>D:/pasar_fix/node_modules/.bun/date-fns@3.6.0/node_modules/date-fns/locale/fr/_lib/formatDistance.d.mts</a:t>
            </a:r>
          </a:p>
          <a:p>
            <a:pPr>
              <a:defRPr sz="1200"/>
            </a:pPr>
            <a:r>
              <a:t>D:/pasar_fix/node_modules/.bun/date-fns@3.6.0/node_modules/date-fns/locale/fr/_lib/formatDistance.d.ts</a:t>
            </a:r>
          </a:p>
          <a:p>
            <a:pPr>
              <a:defRPr sz="1200"/>
            </a:pPr>
            <a:r>
              <a:t>D:/pasar_fix/node_modules/.bun/date-fns@3.6.0/node_modules/date-fns/locale/fr/_lib/formatDistance.js</a:t>
            </a:r>
          </a:p>
          <a:p>
            <a:pPr>
              <a:defRPr sz="1200"/>
            </a:pPr>
            <a:r>
              <a:t>D:/pasar_fix/node_modules/.bun/date-fns@3.6.0/node_modules/date-fns/locale/fr/_lib/formatDistance.mjs</a:t>
            </a:r>
          </a:p>
          <a:p>
            <a:pPr>
              <a:defRPr sz="1200"/>
            </a:pPr>
            <a:r>
              <a:t>D:/pasar_fix/node_modules/.bun/date-fns@3.6.0/node_modules/date-fns/locale/fr/_lib/formatLong.d.mts</a:t>
            </a:r>
          </a:p>
          <a:p>
            <a:pPr>
              <a:defRPr sz="1200"/>
            </a:pPr>
            <a:r>
              <a:t>D:/pasar_fix/node_modules/.bun/date-fns@3.6.0/node_modules/date-fns/locale/fr/_lib/formatLong.d.ts</a:t>
            </a:r>
          </a:p>
          <a:p>
            <a:pPr>
              <a:defRPr sz="1200"/>
            </a:pPr>
            <a:r>
              <a:t>D:/pasar_fix/node_modules/.bun/date-fns@3.6.0/node_modules/date-fns/locale/fr/_lib/formatLong.js</a:t>
            </a:r>
          </a:p>
          <a:p>
            <a:pPr>
              <a:defRPr sz="1200"/>
            </a:pPr>
            <a:r>
              <a:t>D:/pasar_fix/node_modules/.bun/date-fns@3.6.0/node_modules/date-fns/locale/fr/_lib/formatLong.mjs</a:t>
            </a:r>
          </a:p>
          <a:p>
            <a:pPr>
              <a:defRPr sz="1200"/>
            </a:pPr>
            <a:r>
              <a:t>D:/pasar_fix/node_modules/.bun/date-fns@3.6.0/node_modules/date-fns/locale/fr/_lib/formatRelative.d.mts</a:t>
            </a:r>
          </a:p>
          <a:p>
            <a:pPr>
              <a:defRPr sz="1200"/>
            </a:pPr>
            <a:r>
              <a:t>D:/pasar_fix/node_modules/.bun/date-fns@3.6.0/node_modules/date-fns/locale/fr/_lib/formatRelative.d.ts</a:t>
            </a:r>
          </a:p>
          <a:p>
            <a:pPr>
              <a:defRPr sz="1200"/>
            </a:pPr>
            <a:r>
              <a:t>D:/pasar_fix/node_modules/.bun/date-fns@3.6.0/node_modules/date-fns/locale/fr/_lib/formatRelative.js</a:t>
            </a:r>
          </a:p>
          <a:p>
            <a:pPr>
              <a:defRPr sz="1200"/>
            </a:pPr>
            <a:r>
              <a:t>D:/pasar_fix/node_modules/.bun/date-fns@3.6.0/node_modules/date-fns/locale/fr/_lib/formatRelative.mjs</a:t>
            </a:r>
          </a:p>
          <a:p>
            <a:pPr>
              <a:defRPr sz="1200"/>
            </a:pPr>
            <a:r>
              <a:t>D:/pasar_fix/node_modules/.bun/date-fns@3.6.0/node_modules/date-fns/locale/fr/_lib/localize.d.mts</a:t>
            </a:r>
          </a:p>
          <a:p>
            <a:pPr>
              <a:defRPr sz="1200"/>
            </a:pPr>
            <a:r>
              <a:t>D:/pasar_fix/node_modules/.bun/date-fns@3.6.0/node_modules/date-fns/locale/fr/_lib/localize.d.ts</a:t>
            </a:r>
          </a:p>
          <a:p>
            <a:pPr>
              <a:defRPr sz="1200"/>
            </a:pPr>
            <a:r>
              <a:t>D:/pasar_fix/node_modules/.bun/date-fns@3.6.0/node_modules/date-fns/locale/fr/_lib/localize.js</a:t>
            </a:r>
          </a:p>
          <a:p>
            <a:pPr>
              <a:defRPr sz="1200"/>
            </a:pPr>
            <a:r>
              <a:t>D:/pasar_fix/node_modules/.bun/date-fns@3.6.0/node_modules/date-fns/locale/fr/_lib/localize.mjs</a:t>
            </a:r>
          </a:p>
          <a:p>
            <a:pPr>
              <a:defRPr sz="1200"/>
            </a:pPr>
            <a:r>
              <a:t>D:/pasar_fix/node_modules/.bun/date-fns@3.6.0/node_modules/date-fns/locale/fr/_lib/match.d.mts</a:t>
            </a:r>
          </a:p>
          <a:p>
            <a:pPr>
              <a:defRPr sz="1200"/>
            </a:pPr>
            <a:r>
              <a:t>D:/pasar_fix/node_modules/.bun/date-fns@3.6.0/node_modules/date-fns/locale/fr/_lib/match.d.ts</a:t>
            </a:r>
          </a:p>
          <a:p>
            <a:pPr>
              <a:defRPr sz="1200"/>
            </a:pPr>
            <a:r>
              <a:t>D:/pasar_fix/node_modules/.bun/date-fns@3.6.0/node_modules/date-fns/locale/fr/_lib/match.js</a:t>
            </a:r>
          </a:p>
          <a:p>
            <a:pPr>
              <a:defRPr sz="1200"/>
            </a:pPr>
            <a:r>
              <a:t>D:/pasar_fix/node_modules/.bun/date-fns@3.6.0/node_modules/date-fns/locale/fr/_lib/match.mjs</a:t>
            </a:r>
          </a:p>
          <a:p>
            <a:pPr>
              <a:defRPr sz="1200"/>
            </a:pPr>
            <a:r>
              <a:t>D:/pasar_fix/node_modules/.bun/date-fns@3.6.0/node_modules/date-fns/locale/fr-CA/cdn.js</a:t>
            </a:r>
          </a:p>
          <a:p>
            <a:pPr>
              <a:defRPr sz="1200"/>
            </a:pPr>
            <a:r>
              <a:t>D:/pasar_fix/node_modules/.bun/date-fns@3.6.0/node_modules/date-fns/locale/fr-CA/cdn.js.map</a:t>
            </a:r>
          </a:p>
          <a:p>
            <a:pPr>
              <a:defRPr sz="1200"/>
            </a:pPr>
            <a:r>
              <a:t>D:/pasar_fix/node_modules/.bun/date-fns@3.6.0/node_modules/date-fns/locale/fr-CA/cdn.min.js</a:t>
            </a:r>
          </a:p>
          <a:p>
            <a:pPr>
              <a:defRPr sz="1200"/>
            </a:pPr>
            <a:r>
              <a:t>D:/pasar_fix/node_modules/.bun/date-fns@3.6.0/node_modules/date-fns/locale/fr-CA/cdn.min.js.map</a:t>
            </a:r>
          </a:p>
          <a:p>
            <a:pPr>
              <a:defRPr sz="1200"/>
            </a:pPr>
            <a:r>
              <a:t>D:/pasar_fix/node_modules/.bun/date-fns@3.6.0/node_modules/date-fns/locale/fr-CA/_lib/formatLong.d.mts</a:t>
            </a:r>
          </a:p>
          <a:p>
            <a:pPr>
              <a:defRPr sz="1200"/>
            </a:pPr>
            <a:r>
              <a:t>D:/pasar_fix/node_modules/.bun/date-fns@3.6.0/node_modules/date-fns/locale/fr-CA/_lib/formatLong.d.ts</a:t>
            </a:r>
          </a:p>
          <a:p>
            <a:pPr>
              <a:defRPr sz="1200"/>
            </a:pPr>
            <a:r>
              <a:t>D:/pasar_fix/node_modules/.bun/date-fns@3.6.0/node_modules/date-fns/locale/fr-CA/_lib/formatLong.js</a:t>
            </a:r>
          </a:p>
          <a:p>
            <a:pPr>
              <a:defRPr sz="1200"/>
            </a:pPr>
            <a:r>
              <a:t>D:/pasar_fix/node_modules/.bun/date-fns@3.6.0/node_modules/date-fns/locale/fr-CA/_lib/formatLong.mjs</a:t>
            </a:r>
          </a:p>
          <a:p>
            <a:pPr>
              <a:defRPr sz="1200"/>
            </a:pPr>
            <a:r>
              <a:t>D:/pasar_fix/node_modules/.bun/date-fns@3.6.0/node_modules/date-fns/locale/fr-CH/cdn.js</a:t>
            </a:r>
          </a:p>
          <a:p>
            <a:pPr>
              <a:defRPr sz="1200"/>
            </a:pPr>
            <a:r>
              <a:t>D:/pasar_fix/node_modules/.bun/date-fns@3.6.0/node_modules/date-fns/locale/fr-CH/cdn.js.map</a:t>
            </a:r>
          </a:p>
          <a:p>
            <a:pPr>
              <a:defRPr sz="1200"/>
            </a:pPr>
            <a:r>
              <a:t>D:/pasar_fix/node_modules/.bun/date-fns@3.6.0/node_modules/date-fns/locale/fr-CH/cdn.min.js</a:t>
            </a:r>
          </a:p>
          <a:p>
            <a:pPr>
              <a:defRPr sz="1200"/>
            </a:pPr>
            <a:r>
              <a:t>D:/pasar_fix/node_modules/.bun/date-fns@3.6.0/node_modules/date-fns/locale/fr-CH/cdn.min.js.map</a:t>
            </a:r>
          </a:p>
          <a:p>
            <a:pPr>
              <a:defRPr sz="1200"/>
            </a:pPr>
            <a:r>
              <a:t>D:/pasar_fix/node_modules/.bun/date-fns@3.6.0/node_modules/date-fns/locale/fr-CH/_lib/formatLong.d.mts</a:t>
            </a:r>
          </a:p>
          <a:p>
            <a:pPr>
              <a:defRPr sz="1200"/>
            </a:pPr>
            <a:r>
              <a:t>D:/pasar_fix/node_modules/.bun/date-fns@3.6.0/node_modules/date-fns/locale/fr-CH/_lib/formatLong.d.ts</a:t>
            </a:r>
          </a:p>
          <a:p>
            <a:pPr>
              <a:defRPr sz="1200"/>
            </a:pPr>
            <a:r>
              <a:t>D:/pasar_fix/node_modules/.bun/date-fns@3.6.0/node_modules/date-fns/locale/fr-CH/_lib/formatLong.js</a:t>
            </a:r>
          </a:p>
          <a:p>
            <a:pPr>
              <a:defRPr sz="1200"/>
            </a:pPr>
            <a:r>
              <a:t>D:/pasar_fix/node_modules/.bun/date-fns@3.6.0/node_modules/date-fns/locale/fr-CH/_lib/formatLong.mjs</a:t>
            </a:r>
          </a:p>
          <a:p>
            <a:pPr>
              <a:defRPr sz="1200"/>
            </a:pPr>
            <a:r>
              <a:t>D:/pasar_fix/node_modules/.bun/date-fns@3.6.0/node_modules/date-fns/locale/fr-CH/_lib/formatRelative.d.mts</a:t>
            </a:r>
          </a:p>
          <a:p>
            <a:pPr>
              <a:defRPr sz="1200"/>
            </a:pPr>
            <a:r>
              <a:t>D:/pasar_fix/node_modules/.bun/date-fns@3.6.0/node_modules/date-fns/locale/fr-CH/_lib/formatRelative.d.ts</a:t>
            </a:r>
          </a:p>
          <a:p>
            <a:pPr>
              <a:defRPr sz="1200"/>
            </a:pPr>
            <a:r>
              <a:t>D:/pasar_fix/node_modules/.bun/date-fns@3.6.0/node_modules/date-fns/locale/fr-CH/_lib/formatRelative.js</a:t>
            </a:r>
          </a:p>
          <a:p>
            <a:pPr>
              <a:defRPr sz="1200"/>
            </a:pPr>
            <a:r>
              <a:t>D:/pasar_fix/node_modules/.bun/date-fns@3.6.0/node_modules/date-fns/locale/fr-CH/_lib/formatRelative.mjs</a:t>
            </a:r>
          </a:p>
          <a:p>
            <a:pPr>
              <a:defRPr sz="1200"/>
            </a:pPr>
            <a:r>
              <a:t>D:/pasar_fix/node_modules/.bun/date-fns@3.6.0/node_modules/date-fns/locale/fy/cdn.js</a:t>
            </a:r>
          </a:p>
          <a:p>
            <a:pPr>
              <a:defRPr sz="1200"/>
            </a:pPr>
            <a:r>
              <a:t>D:/pasar_fix/node_modules/.bun/date-fns@3.6.0/node_modules/date-fns/locale/fy/cdn.js.map</a:t>
            </a:r>
          </a:p>
          <a:p>
            <a:pPr>
              <a:defRPr sz="1200"/>
            </a:pPr>
            <a:r>
              <a:t>D:/pasar_fix/node_modules/.bun/date-fns@3.6.0/node_modules/date-fns/locale/fy/cdn.min.js</a:t>
            </a:r>
          </a:p>
          <a:p>
            <a:pPr>
              <a:defRPr sz="1200"/>
            </a:pPr>
            <a:r>
              <a:t>D:/pasar_fix/node_modules/.bun/date-fns@3.6.0/node_modules/date-fns/locale/fy/cdn.min.js.map</a:t>
            </a:r>
          </a:p>
          <a:p>
            <a:pPr>
              <a:defRPr sz="1200"/>
            </a:pPr>
            <a:r>
              <a:t>D:/pasar_fix/node_modules/.bun/date-fns@3.6.0/node_modules/date-fns/locale/fy/_lib/formatDistance.d.mts</a:t>
            </a:r>
          </a:p>
          <a:p>
            <a:pPr>
              <a:defRPr sz="1200"/>
            </a:pPr>
            <a:r>
              <a:t>D:/pasar_fix/node_modules/.bun/date-fns@3.6.0/node_modules/date-fns/locale/fy/_lib/formatDistance.d.ts</a:t>
            </a:r>
          </a:p>
          <a:p>
            <a:pPr>
              <a:defRPr sz="1200"/>
            </a:pPr>
            <a:r>
              <a:t>D:/pasar_fix/node_modules/.bun/date-fns@3.6.0/node_modules/date-fns/locale/fy/_lib/formatDistance.js</a:t>
            </a:r>
          </a:p>
          <a:p>
            <a:pPr>
              <a:defRPr sz="1200"/>
            </a:pPr>
            <a:r>
              <a:t>D:/pasar_fix/node_modules/.bun/date-fns@3.6.0/node_modules/date-fns/locale/fy/_lib/formatDistance.mjs</a:t>
            </a:r>
          </a:p>
          <a:p>
            <a:pPr>
              <a:defRPr sz="1200"/>
            </a:pPr>
            <a:r>
              <a:t>D:/pasar_fix/node_modules/.bun/date-fns@3.6.0/node_modules/date-fns/locale/fy/_lib/formatLong.d.mts</a:t>
            </a:r>
          </a:p>
          <a:p>
            <a:pPr>
              <a:defRPr sz="1200"/>
            </a:pPr>
            <a:r>
              <a:t>D:/pasar_fix/node_modules/.bun/date-fns@3.6.0/node_modules/date-fns/locale/fy/_lib/formatLong.d.ts</a:t>
            </a:r>
          </a:p>
          <a:p>
            <a:pPr>
              <a:defRPr sz="1200"/>
            </a:pPr>
            <a:r>
              <a:t>D:/pasar_fix/node_modules/.bun/date-fns@3.6.0/node_modules/date-fns/locale/fy/_lib/formatLong.js</a:t>
            </a:r>
          </a:p>
          <a:p>
            <a:pPr>
              <a:defRPr sz="1200"/>
            </a:pPr>
            <a:r>
              <a:t>D:/pasar_fix/node_modules/.bun/date-fns@3.6.0/node_modules/date-fns/locale/fy/_lib/formatLong.mjs</a:t>
            </a:r>
          </a:p>
          <a:p>
            <a:pPr>
              <a:defRPr sz="1200"/>
            </a:pPr>
            <a:r>
              <a:t>D:/pasar_fix/node_modules/.bun/date-fns@3.6.0/node_modules/date-fns/locale/fy/_lib/formatRelative.d.mts</a:t>
            </a:r>
          </a:p>
          <a:p>
            <a:pPr>
              <a:defRPr sz="1200"/>
            </a:pPr>
            <a:r>
              <a:t>D:/pasar_fix/node_modules/.bun/date-fns@3.6.0/node_modules/date-fns/locale/fy/_lib/formatRelative.d.ts</a:t>
            </a:r>
          </a:p>
          <a:p>
            <a:pPr>
              <a:defRPr sz="1200"/>
            </a:pPr>
            <a:r>
              <a:t>D:/pasar_fix/node_modules/.bun/date-fns@3.6.0/node_modules/date-fns/locale/fy/_lib/formatRelative.js</a:t>
            </a:r>
          </a:p>
          <a:p>
            <a:pPr>
              <a:defRPr sz="1200"/>
            </a:pPr>
            <a:r>
              <a:t>D:/pasar_fix/node_modules/.bun/date-fns@3.6.0/node_modules/date-fns/locale/fy/_lib/formatRelative.mjs</a:t>
            </a:r>
          </a:p>
          <a:p>
            <a:pPr>
              <a:defRPr sz="1200"/>
            </a:pPr>
            <a:r>
              <a:t>D:/pasar_fix/node_modules/.bun/date-fns@3.6.0/node_modules/date-fns/locale/fy/_lib/localize.d.mts</a:t>
            </a:r>
          </a:p>
          <a:p>
            <a:pPr>
              <a:defRPr sz="1200"/>
            </a:pPr>
            <a:r>
              <a:t>D:/pasar_fix/node_modules/.bun/date-fns@3.6.0/node_modules/date-fns/locale/fy/_lib/localize.d.ts</a:t>
            </a:r>
          </a:p>
          <a:p>
            <a:pPr>
              <a:defRPr sz="1200"/>
            </a:pPr>
            <a:r>
              <a:t>D:/pasar_fix/node_modules/.bun/date-fns@3.6.0/node_modules/date-fns/locale/fy/_lib/localize.js</a:t>
            </a:r>
          </a:p>
          <a:p>
            <a:pPr>
              <a:defRPr sz="1200"/>
            </a:pPr>
            <a:r>
              <a:t>D:/pasar_fix/node_modules/.bun/date-fns@3.6.0/node_modules/date-fns/locale/fy/_lib/localize.mjs</a:t>
            </a:r>
          </a:p>
          <a:p>
            <a:pPr>
              <a:defRPr sz="1200"/>
            </a:pPr>
            <a:r>
              <a:t>D:/pasar_fix/node_modules/.bun/date-fns@3.6.0/node_modules/date-fns/locale/fy/_lib/match.d.mts</a:t>
            </a:r>
          </a:p>
          <a:p>
            <a:pPr>
              <a:defRPr sz="1200"/>
            </a:pPr>
            <a:r>
              <a:t>D:/pasar_fix/node_modules/.bun/date-fns@3.6.0/node_modules/date-fns/locale/fy/_lib/match.d.ts</a:t>
            </a:r>
          </a:p>
          <a:p>
            <a:pPr>
              <a:defRPr sz="1200"/>
            </a:pPr>
            <a:r>
              <a:t>D:/pasar_fix/node_modules/.bun/date-fns@3.6.0/node_modules/date-fns/locale/fy/_lib/match.js</a:t>
            </a:r>
          </a:p>
          <a:p>
            <a:pPr>
              <a:defRPr sz="1200"/>
            </a:pPr>
            <a:r>
              <a:t>D:/pasar_fix/node_modules/.bun/date-fns@3.6.0/node_modules/date-fns/locale/fy/_lib/match.mjs</a:t>
            </a:r>
          </a:p>
          <a:p>
            <a:pPr>
              <a:defRPr sz="1200"/>
            </a:pPr>
            <a:r>
              <a:t>D:/pasar_fix/node_modules/.bun/date-fns@3.6.0/node_modules/date-fns/locale/gd/cdn.js</a:t>
            </a:r>
          </a:p>
          <a:p>
            <a:pPr>
              <a:defRPr sz="1200"/>
            </a:pPr>
            <a:r>
              <a:t>D:/pasar_fix/node_modules/.bun/date-fns@3.6.0/node_modules/date-fns/locale/gd/cdn.js.map</a:t>
            </a:r>
          </a:p>
          <a:p>
            <a:pPr>
              <a:defRPr sz="1200"/>
            </a:pPr>
            <a:r>
              <a:t>D:/pasar_fix/node_modules/.bun/date-fns@3.6.0/node_modules/date-fns/locale/gd/cdn.min.js</a:t>
            </a:r>
          </a:p>
          <a:p>
            <a:pPr>
              <a:defRPr sz="1200"/>
            </a:pPr>
            <a:r>
              <a:t>D:/pasar_fix/node_modules/.bun/date-fns@3.6.0/node_modules/date-fns/locale/gd/cdn.min.js.map</a:t>
            </a:r>
          </a:p>
          <a:p>
            <a:pPr>
              <a:defRPr sz="1200"/>
            </a:pPr>
            <a:r>
              <a:t>D:/pasar_fix/node_modules/.bun/date-fns@3.6.0/node_modules/date-fns/locale/gd/_lib/formatDistance.d.mts</a:t>
            </a:r>
          </a:p>
          <a:p>
            <a:pPr>
              <a:defRPr sz="1200"/>
            </a:pPr>
            <a:r>
              <a:t>D:/pasar_fix/node_modules/.bun/date-fns@3.6.0/node_modules/date-fns/locale/gd/_lib/formatDistance.d.ts</a:t>
            </a:r>
          </a:p>
          <a:p>
            <a:pPr>
              <a:defRPr sz="1200"/>
            </a:pPr>
            <a:r>
              <a:t>D:/pasar_fix/node_modules/.bun/date-fns@3.6.0/node_modules/date-fns/locale/gd/_lib/formatDistance.js</a:t>
            </a:r>
          </a:p>
          <a:p>
            <a:pPr>
              <a:defRPr sz="1200"/>
            </a:pPr>
            <a:r>
              <a:t>D:/pasar_fix/node_modules/.bun/date-fns@3.6.0/node_modules/date-fns/locale/gd/_lib/formatDistance.mjs</a:t>
            </a:r>
          </a:p>
          <a:p>
            <a:pPr>
              <a:defRPr sz="1200"/>
            </a:pPr>
            <a:r>
              <a:t>D:/pasar_fix/node_modules/.bun/date-fns@3.6.0/node_modules/date-fns/locale/gd/_lib/formatLong.d.mts</a:t>
            </a:r>
          </a:p>
          <a:p>
            <a:pPr>
              <a:defRPr sz="1200"/>
            </a:pPr>
            <a:r>
              <a:t>D:/pasar_fix/node_modules/.bun/date-fns@3.6.0/node_modules/date-fns/locale/gd/_lib/formatLong.d.ts</a:t>
            </a:r>
          </a:p>
          <a:p>
            <a:pPr>
              <a:defRPr sz="1200"/>
            </a:pPr>
            <a:r>
              <a:t>D:/pasar_fix/node_modules/.bun/date-fns@3.6.0/node_modules/date-fns/locale/gd/_lib/formatLong.js</a:t>
            </a:r>
          </a:p>
          <a:p>
            <a:pPr>
              <a:defRPr sz="1200"/>
            </a:pPr>
            <a:r>
              <a:t>D:/pasar_fix/node_modules/.bun/date-fns@3.6.0/node_modules/date-fns/locale/gd/_lib/formatLong.mjs</a:t>
            </a:r>
          </a:p>
          <a:p>
            <a:pPr>
              <a:defRPr sz="1200"/>
            </a:pPr>
            <a:r>
              <a:t>D:/pasar_fix/node_modules/.bun/date-fns@3.6.0/node_modules/date-fns/locale/gd/_lib/formatRelative.d.mts</a:t>
            </a:r>
          </a:p>
          <a:p>
            <a:pPr>
              <a:defRPr sz="1200"/>
            </a:pPr>
            <a:r>
              <a:t>D:/pasar_fix/node_modules/.bun/date-fns@3.6.0/node_modules/date-fns/locale/gd/_lib/formatRelative.d.ts</a:t>
            </a:r>
          </a:p>
          <a:p>
            <a:pPr>
              <a:defRPr sz="1200"/>
            </a:pPr>
            <a:r>
              <a:t>D:/pasar_fix/node_modules/.bun/date-fns@3.6.0/node_modules/date-fns/locale/gd/_lib/formatRelative.js</a:t>
            </a:r>
          </a:p>
          <a:p>
            <a:pPr>
              <a:defRPr sz="1200"/>
            </a:pPr>
            <a:r>
              <a:t>D:/pasar_fix/node_modules/.bun/date-fns@3.6.0/node_modules/date-fns/locale/gd/_lib/formatRelative.mjs</a:t>
            </a:r>
          </a:p>
          <a:p>
            <a:pPr>
              <a:defRPr sz="1200"/>
            </a:pPr>
            <a:r>
              <a:t>D:/pasar_fix/node_modules/.bun/date-fns@3.6.0/node_modules/date-fns/locale/gd/_lib/localize.d.mts</a:t>
            </a:r>
          </a:p>
          <a:p>
            <a:pPr>
              <a:defRPr sz="1200"/>
            </a:pPr>
            <a:r>
              <a:t>D:/pasar_fix/node_modules/.bun/date-fns@3.6.0/node_modules/date-fns/locale/gd/_lib/localize.d.ts</a:t>
            </a:r>
          </a:p>
          <a:p>
            <a:pPr>
              <a:defRPr sz="1200"/>
            </a:pPr>
            <a:r>
              <a:t>D:/pasar_fix/node_modules/.bun/date-fns@3.6.0/node_modules/date-fns/locale/gd/_lib/localize.js</a:t>
            </a:r>
          </a:p>
          <a:p>
            <a:pPr>
              <a:defRPr sz="1200"/>
            </a:pPr>
            <a:r>
              <a:t>D:/pasar_fix/node_modules/.bun/date-fns@3.6.0/node_modules/date-fns/locale/gd/_lib/localize.mjs</a:t>
            </a:r>
          </a:p>
          <a:p>
            <a:pPr>
              <a:defRPr sz="1200"/>
            </a:pPr>
            <a:r>
              <a:t>D:/pasar_fix/node_modules/.bun/date-fns@3.6.0/node_modules/date-fns/locale/gd/_lib/match.d.mts</a:t>
            </a:r>
          </a:p>
          <a:p>
            <a:pPr>
              <a:defRPr sz="1200"/>
            </a:pPr>
            <a:r>
              <a:t>D:/pasar_fix/node_modules/.bun/date-fns@3.6.0/node_modules/date-fns/locale/gd/_lib/match.d.ts</a:t>
            </a:r>
          </a:p>
          <a:p>
            <a:pPr>
              <a:defRPr sz="1200"/>
            </a:pPr>
            <a:r>
              <a:t>D:/pasar_fix/node_modules/.bun/date-fns@3.6.0/node_modules/date-fns/locale/gd/_lib/match.js</a:t>
            </a:r>
          </a:p>
          <a:p>
            <a:pPr>
              <a:defRPr sz="1200"/>
            </a:pPr>
            <a:r>
              <a:t>D:/pasar_fix/node_modules/.bun/date-fns@3.6.0/node_modules/date-fns/locale/gd/_lib/match.mjs</a:t>
            </a:r>
          </a:p>
          <a:p>
            <a:pPr>
              <a:defRPr sz="1200"/>
            </a:pPr>
            <a:r>
              <a:t>D:/pasar_fix/node_modules/.bun/date-fns@3.6.0/node_modules/date-fns/locale/gl/cdn.js</a:t>
            </a:r>
          </a:p>
          <a:p>
            <a:pPr>
              <a:defRPr sz="1200"/>
            </a:pPr>
            <a:r>
              <a:t>D:/pasar_fix/node_modules/.bun/date-fns@3.6.0/node_modules/date-fns/locale/gl/cdn.js.map</a:t>
            </a:r>
          </a:p>
          <a:p>
            <a:pPr>
              <a:defRPr sz="1200"/>
            </a:pPr>
            <a:r>
              <a:t>D:/pasar_fix/node_modules/.bun/date-fns@3.6.0/node_modules/date-fns/locale/gl/cdn.min.js</a:t>
            </a:r>
          </a:p>
          <a:p>
            <a:pPr>
              <a:defRPr sz="1200"/>
            </a:pPr>
            <a:r>
              <a:t>D:/pasar_fix/node_modules/.bun/date-fns@3.6.0/node_modules/date-fns/locale/gl/cdn.min.js.map</a:t>
            </a:r>
          </a:p>
          <a:p>
            <a:pPr>
              <a:defRPr sz="1200"/>
            </a:pPr>
            <a:r>
              <a:t>D:/pasar_fix/node_modules/.bun/date-fns@3.6.0/node_modules/date-fns/locale/gl/_lib/formatDistance.d.mts</a:t>
            </a:r>
          </a:p>
          <a:p>
            <a:pPr>
              <a:defRPr sz="1200"/>
            </a:pPr>
            <a:r>
              <a:t>D:/pasar_fix/node_modules/.bun/date-fns@3.6.0/node_modules/date-fns/locale/gl/_lib/formatDistance.d.ts</a:t>
            </a:r>
          </a:p>
          <a:p>
            <a:pPr>
              <a:defRPr sz="1200"/>
            </a:pPr>
            <a:r>
              <a:t>D:/pasar_fix/node_modules/.bun/date-fns@3.6.0/node_modules/date-fns/locale/gl/_lib/formatDistance.js</a:t>
            </a:r>
          </a:p>
          <a:p>
            <a:pPr>
              <a:defRPr sz="1200"/>
            </a:pPr>
            <a:r>
              <a:t>D:/pasar_fix/node_modules/.bun/date-fns@3.6.0/node_modules/date-fns/locale/gl/_lib/formatDistance.mjs</a:t>
            </a:r>
          </a:p>
          <a:p>
            <a:pPr>
              <a:defRPr sz="1200"/>
            </a:pPr>
            <a:r>
              <a:t>D:/pasar_fix/node_modules/.bun/date-fns@3.6.0/node_modules/date-fns/locale/gl/_lib/formatLong.d.mts</a:t>
            </a:r>
          </a:p>
          <a:p>
            <a:pPr>
              <a:defRPr sz="1200"/>
            </a:pPr>
            <a:r>
              <a:t>D:/pasar_fix/node_modules/.bun/date-fns@3.6.0/node_modules/date-fns/locale/gl/_lib/formatLong.d.ts</a:t>
            </a:r>
          </a:p>
          <a:p>
            <a:pPr>
              <a:defRPr sz="1200"/>
            </a:pPr>
            <a:r>
              <a:t>D:/pasar_fix/node_modules/.bun/date-fns@3.6.0/node_modules/date-fns/locale/gl/_lib/formatLong.js</a:t>
            </a:r>
          </a:p>
          <a:p>
            <a:pPr>
              <a:defRPr sz="1200"/>
            </a:pPr>
            <a:r>
              <a:t>D:/pasar_fix/node_modules/.bun/date-fns@3.6.0/node_modules/date-fns/locale/gl/_lib/formatLong.mjs</a:t>
            </a:r>
          </a:p>
          <a:p>
            <a:pPr>
              <a:defRPr sz="1200"/>
            </a:pPr>
            <a:r>
              <a:t>D:/pasar_fix/node_modules/.bun/date-fns@3.6.0/node_modules/date-fns/locale/gl/_lib/formatRelative.d.mts</a:t>
            </a:r>
          </a:p>
          <a:p>
            <a:pPr>
              <a:defRPr sz="1200"/>
            </a:pPr>
            <a:r>
              <a:t>D:/pasar_fix/node_modules/.bun/date-fns@3.6.0/node_modules/date-fns/locale/gl/_lib/formatRelative.d.ts</a:t>
            </a:r>
          </a:p>
          <a:p>
            <a:pPr>
              <a:defRPr sz="1200"/>
            </a:pPr>
            <a:r>
              <a:t>D:/pasar_fix/node_modules/.bun/date-fns@3.6.0/node_modules/date-fns/locale/gl/_lib/formatRelative.js</a:t>
            </a:r>
          </a:p>
          <a:p>
            <a:pPr>
              <a:defRPr sz="1200"/>
            </a:pPr>
            <a:r>
              <a:t>D:/pasar_fix/node_modules/.bun/date-fns@3.6.0/node_modules/date-fns/locale/gl/_lib/formatRelative.mjs</a:t>
            </a:r>
          </a:p>
          <a:p>
            <a:pPr>
              <a:defRPr sz="1200"/>
            </a:pPr>
            <a:r>
              <a:t>D:/pasar_fix/node_modules/.bun/date-fns@3.6.0/node_modules/date-fns/locale/gl/_lib/localize.d.mts</a:t>
            </a:r>
          </a:p>
          <a:p>
            <a:pPr>
              <a:defRPr sz="1200"/>
            </a:pPr>
            <a:r>
              <a:t>D:/pasar_fix/node_modules/.bun/date-fns@3.6.0/node_modules/date-fns/locale/gl/_lib/localize.d.ts</a:t>
            </a:r>
          </a:p>
          <a:p>
            <a:pPr>
              <a:defRPr sz="1200"/>
            </a:pPr>
            <a:r>
              <a:t>D:/pasar_fix/node_modules/.bun/date-fns@3.6.0/node_modules/date-fns/locale/gl/_lib/localize.js</a:t>
            </a:r>
          </a:p>
          <a:p>
            <a:pPr>
              <a:defRPr sz="1200"/>
            </a:pPr>
            <a:r>
              <a:t>D:/pasar_fix/node_modules/.bun/date-fns@3.6.0/node_modules/date-fns/locale/gl/_lib/localize.mjs</a:t>
            </a:r>
          </a:p>
          <a:p>
            <a:pPr>
              <a:defRPr sz="1200"/>
            </a:pPr>
            <a:r>
              <a:t>D:/pasar_fix/node_modules/.bun/date-fns@3.6.0/node_modules/date-fns/locale/gl/_lib/match.d.mts</a:t>
            </a:r>
          </a:p>
          <a:p>
            <a:pPr>
              <a:defRPr sz="1200"/>
            </a:pPr>
            <a:r>
              <a:t>D:/pasar_fix/node_modules/.bun/date-fns@3.6.0/node_modules/date-fns/locale/gl/_lib/match.d.ts</a:t>
            </a:r>
          </a:p>
          <a:p>
            <a:pPr>
              <a:defRPr sz="1200"/>
            </a:pPr>
            <a:r>
              <a:t>D:/pasar_fix/node_modules/.bun/date-fns@3.6.0/node_modules/date-fns/locale/gl/_lib/match.js</a:t>
            </a:r>
          </a:p>
          <a:p>
            <a:pPr>
              <a:defRPr sz="1200"/>
            </a:pPr>
            <a:r>
              <a:t>D:/pasar_fix/node_modules/.bun/date-fns@3.6.0/node_modules/date-fns/locale/gl/_lib/match.mjs</a:t>
            </a:r>
          </a:p>
          <a:p>
            <a:pPr>
              <a:defRPr sz="1200"/>
            </a:pPr>
            <a:r>
              <a:t>D:/pasar_fix/node_modules/.bun/date-fns@3.6.0/node_modules/date-fns/locale/gu/cdn.js</a:t>
            </a:r>
          </a:p>
          <a:p>
            <a:pPr>
              <a:defRPr sz="1200"/>
            </a:pPr>
            <a:r>
              <a:t>D:/pasar_fix/node_modules/.bun/date-fns@3.6.0/node_modules/date-fns/locale/gu/cdn.js.map</a:t>
            </a:r>
          </a:p>
          <a:p>
            <a:pPr>
              <a:defRPr sz="1200"/>
            </a:pPr>
            <a:r>
              <a:t>D:/pasar_fix/node_modules/.bun/date-fns@3.6.0/node_modules/date-fns/locale/gu/cdn.min.js</a:t>
            </a:r>
          </a:p>
          <a:p>
            <a:pPr>
              <a:defRPr sz="1200"/>
            </a:pPr>
            <a:r>
              <a:t>D:/pasar_fix/node_modules/.bun/date-fns@3.6.0/node_modules/date-fns/locale/gu/cdn.min.js.map</a:t>
            </a:r>
          </a:p>
          <a:p>
            <a:pPr>
              <a:defRPr sz="1200"/>
            </a:pPr>
            <a:r>
              <a:t>D:/pasar_fix/node_modules/.bun/date-fns@3.6.0/node_modules/date-fns/locale/gu/_lib/formatDistance.d.mts</a:t>
            </a:r>
          </a:p>
          <a:p>
            <a:pPr>
              <a:defRPr sz="1200"/>
            </a:pPr>
            <a:r>
              <a:t>D:/pasar_fix/node_modules/.bun/date-fns@3.6.0/node_modules/date-fns/locale/gu/_lib/formatDistance.d.ts</a:t>
            </a:r>
          </a:p>
          <a:p>
            <a:pPr>
              <a:defRPr sz="1200"/>
            </a:pPr>
            <a:r>
              <a:t>D:/pasar_fix/node_modules/.bun/date-fns@3.6.0/node_modules/date-fns/locale/gu/_lib/formatDistance.js</a:t>
            </a:r>
          </a:p>
          <a:p>
            <a:pPr>
              <a:defRPr sz="1200"/>
            </a:pPr>
            <a:r>
              <a:t>D:/pasar_fix/node_modules/.bun/date-fns@3.6.0/node_modules/date-fns/locale/gu/_lib/formatDistance.mjs</a:t>
            </a:r>
          </a:p>
          <a:p>
            <a:pPr>
              <a:defRPr sz="1200"/>
            </a:pPr>
            <a:r>
              <a:t>D:/pasar_fix/node_modules/.bun/date-fns@3.6.0/node_modules/date-fns/locale/gu/_lib/formatLong.d.mts</a:t>
            </a:r>
          </a:p>
          <a:p>
            <a:pPr>
              <a:defRPr sz="1200"/>
            </a:pPr>
            <a:r>
              <a:t>D:/pasar_fix/node_modules/.bun/date-fns@3.6.0/node_modules/date-fns/locale/gu/_lib/formatLong.d.ts</a:t>
            </a:r>
          </a:p>
          <a:p>
            <a:pPr>
              <a:defRPr sz="1200"/>
            </a:pPr>
            <a:r>
              <a:t>D:/pasar_fix/node_modules/.bun/date-fns@3.6.0/node_modules/date-fns/locale/gu/_lib/formatLong.js</a:t>
            </a:r>
          </a:p>
          <a:p>
            <a:pPr>
              <a:defRPr sz="1200"/>
            </a:pPr>
            <a:r>
              <a:t>D:/pasar_fix/node_modules/.bun/date-fns@3.6.0/node_modules/date-fns/locale/gu/_lib/formatLong.mjs</a:t>
            </a:r>
          </a:p>
          <a:p>
            <a:pPr>
              <a:defRPr sz="1200"/>
            </a:pPr>
            <a:r>
              <a:t>D:/pasar_fix/node_modules/.bun/date-fns@3.6.0/node_modules/date-fns/locale/gu/_lib/formatRelative.d.mts</a:t>
            </a:r>
          </a:p>
          <a:p>
            <a:pPr>
              <a:defRPr sz="1200"/>
            </a:pPr>
            <a:r>
              <a:t>D:/pasar_fix/node_modules/.bun/date-fns@3.6.0/node_modules/date-fns/locale/gu/_lib/formatRelative.d.ts</a:t>
            </a:r>
          </a:p>
          <a:p>
            <a:pPr>
              <a:defRPr sz="1200"/>
            </a:pPr>
            <a:r>
              <a:t>D:/pasar_fix/node_modules/.bun/date-fns@3.6.0/node_modules/date-fns/locale/gu/_lib/formatRelative.js</a:t>
            </a:r>
          </a:p>
          <a:p>
            <a:pPr>
              <a:defRPr sz="1200"/>
            </a:pPr>
            <a:r>
              <a:t>D:/pasar_fix/node_modules/.bun/date-fns@3.6.0/node_modules/date-fns/locale/gu/_lib/formatRelative.mjs</a:t>
            </a:r>
          </a:p>
          <a:p>
            <a:pPr>
              <a:defRPr sz="1200"/>
            </a:pPr>
            <a:r>
              <a:t>D:/pasar_fix/node_modules/.bun/date-fns@3.6.0/node_modules/date-fns/locale/gu/_lib/localize.d.mts</a:t>
            </a:r>
          </a:p>
          <a:p>
            <a:pPr>
              <a:defRPr sz="1200"/>
            </a:pPr>
            <a:r>
              <a:t>D:/pasar_fix/node_modules/.bun/date-fns@3.6.0/node_modules/date-fns/locale/gu/_lib/localize.d.ts</a:t>
            </a:r>
          </a:p>
          <a:p>
            <a:pPr>
              <a:defRPr sz="1200"/>
            </a:pPr>
            <a:r>
              <a:t>D:/pasar_fix/node_modules/.bun/date-fns@3.6.0/node_modules/date-fns/locale/gu/_lib/localize.js</a:t>
            </a:r>
          </a:p>
          <a:p>
            <a:pPr>
              <a:defRPr sz="1200"/>
            </a:pPr>
            <a:r>
              <a:t>D:/pasar_fix/node_modules/.bun/date-fns@3.6.0/node_modules/date-fns/locale/gu/_lib/localize.mjs</a:t>
            </a:r>
          </a:p>
          <a:p>
            <a:pPr>
              <a:defRPr sz="1200"/>
            </a:pPr>
            <a:r>
              <a:t>D:/pasar_fix/node_modules/.bun/date-fns@3.6.0/node_modules/date-fns/locale/gu/_lib/match.d.mts</a:t>
            </a:r>
          </a:p>
          <a:p>
            <a:pPr>
              <a:defRPr sz="1200"/>
            </a:pPr>
            <a:r>
              <a:t>D:/pasar_fix/node_modules/.bun/date-fns@3.6.0/node_modules/date-fns/locale/gu/_lib/match.d.ts</a:t>
            </a:r>
          </a:p>
          <a:p>
            <a:pPr>
              <a:defRPr sz="1200"/>
            </a:pPr>
            <a:r>
              <a:t>D:/pasar_fix/node_modules/.bun/date-fns@3.6.0/node_modules/date-fns/locale/gu/_lib/match.js</a:t>
            </a:r>
          </a:p>
          <a:p>
            <a:pPr>
              <a:defRPr sz="1200"/>
            </a:pPr>
            <a:r>
              <a:t>D:/pasar_fix/node_modules/.bun/date-fns@3.6.0/node_modules/date-fns/locale/gu/_lib/match.mjs</a:t>
            </a:r>
          </a:p>
          <a:p>
            <a:pPr>
              <a:defRPr sz="1200"/>
            </a:pPr>
            <a:r>
              <a:t>D:/pasar_fix/node_modules/.bun/date-fns@3.6.0/node_modules/date-fns/locale/he/cdn.js</a:t>
            </a:r>
          </a:p>
          <a:p>
            <a:pPr>
              <a:defRPr sz="1200"/>
            </a:pPr>
            <a:r>
              <a:t>D:/pasar_fix/node_modules/.bun/date-fns@3.6.0/node_modules/date-fns/locale/he/cdn.js.map</a:t>
            </a:r>
          </a:p>
          <a:p>
            <a:pPr>
              <a:defRPr sz="1200"/>
            </a:pPr>
            <a:r>
              <a:t>D:/pasar_fix/node_modules/.bun/date-fns@3.6.0/node_modules/date-fns/locale/he/cdn.min.js</a:t>
            </a:r>
          </a:p>
          <a:p>
            <a:pPr>
              <a:defRPr sz="1200"/>
            </a:pPr>
            <a:r>
              <a:t>D:/pasar_fix/node_modules/.bun/date-fns@3.6.0/node_modules/date-fns/locale/he/cdn.min.js.map</a:t>
            </a:r>
          </a:p>
          <a:p>
            <a:pPr>
              <a:defRPr sz="1200"/>
            </a:pPr>
            <a:r>
              <a:t>D:/pasar_fix/node_modules/.bun/date-fns@3.6.0/node_modules/date-fns/locale/he/_lib/formatDistance.d.mts</a:t>
            </a:r>
          </a:p>
          <a:p>
            <a:pPr>
              <a:defRPr sz="1200"/>
            </a:pPr>
            <a:r>
              <a:t>D:/pasar_fix/node_modules/.bun/date-fns@3.6.0/node_modules/date-fns/locale/he/_lib/formatDistance.d.ts</a:t>
            </a:r>
          </a:p>
          <a:p>
            <a:pPr>
              <a:defRPr sz="1200"/>
            </a:pPr>
            <a:r>
              <a:t>D:/pasar_fix/node_modules/.bun/date-fns@3.6.0/node_modules/date-fns/locale/he/_lib/formatDistance.js</a:t>
            </a:r>
          </a:p>
          <a:p>
            <a:pPr>
              <a:defRPr sz="1200"/>
            </a:pPr>
            <a:r>
              <a:t>D:/pasar_fix/node_modules/.bun/date-fns@3.6.0/node_modules/date-fns/locale/he/_lib/formatDistance.mjs</a:t>
            </a:r>
          </a:p>
          <a:p>
            <a:pPr>
              <a:defRPr sz="1200"/>
            </a:pPr>
            <a:r>
              <a:t>D:/pasar_fix/node_modules/.bun/date-fns@3.6.0/node_modules/date-fns/locale/he/_lib/formatLong.d.mts</a:t>
            </a:r>
          </a:p>
          <a:p>
            <a:pPr>
              <a:defRPr sz="1200"/>
            </a:pPr>
            <a:r>
              <a:t>D:/pasar_fix/node_modules/.bun/date-fns@3.6.0/node_modules/date-fns/locale/he/_lib/formatLong.d.ts</a:t>
            </a:r>
          </a:p>
          <a:p>
            <a:pPr>
              <a:defRPr sz="1200"/>
            </a:pPr>
            <a:r>
              <a:t>D:/pasar_fix/node_modules/.bun/date-fns@3.6.0/node_modules/date-fns/locale/he/_lib/formatLong.js</a:t>
            </a:r>
          </a:p>
          <a:p>
            <a:pPr>
              <a:defRPr sz="1200"/>
            </a:pPr>
            <a:r>
              <a:t>D:/pasar_fix/node_modules/.bun/date-fns@3.6.0/node_modules/date-fns/locale/he/_lib/formatLong.mjs</a:t>
            </a:r>
          </a:p>
          <a:p>
            <a:pPr>
              <a:defRPr sz="1200"/>
            </a:pPr>
            <a:r>
              <a:t>D:/pasar_fix/node_modules/.bun/date-fns@3.6.0/node_modules/date-fns/locale/he/_lib/formatRelative.d.mts</a:t>
            </a:r>
          </a:p>
          <a:p>
            <a:pPr>
              <a:defRPr sz="1200"/>
            </a:pPr>
            <a:r>
              <a:t>D:/pasar_fix/node_modules/.bun/date-fns@3.6.0/node_modules/date-fns/locale/he/_lib/formatRelative.d.ts</a:t>
            </a:r>
          </a:p>
          <a:p>
            <a:pPr>
              <a:defRPr sz="1200"/>
            </a:pPr>
            <a:r>
              <a:t>D:/pasar_fix/node_modules/.bun/date-fns@3.6.0/node_modules/date-fns/locale/he/_lib/formatRelative.js</a:t>
            </a:r>
          </a:p>
          <a:p>
            <a:pPr>
              <a:defRPr sz="1200"/>
            </a:pPr>
            <a:r>
              <a:t>D:/pasar_fix/node_modules/.bun/date-fns@3.6.0/node_modules/date-fns/locale/he/_lib/formatRelative.mjs</a:t>
            </a:r>
          </a:p>
          <a:p>
            <a:pPr>
              <a:defRPr sz="1200"/>
            </a:pPr>
            <a:r>
              <a:t>D:/pasar_fix/node_modules/.bun/date-fns@3.6.0/node_modules/date-fns/locale/he/_lib/localize.d.mts</a:t>
            </a:r>
          </a:p>
          <a:p>
            <a:pPr>
              <a:defRPr sz="1200"/>
            </a:pPr>
            <a:r>
              <a:t>D:/pasar_fix/node_modules/.bun/date-fns@3.6.0/node_modules/date-fns/locale/he/_lib/localize.d.ts</a:t>
            </a:r>
          </a:p>
          <a:p>
            <a:pPr>
              <a:defRPr sz="1200"/>
            </a:pPr>
            <a:r>
              <a:t>D:/pasar_fix/node_modules/.bun/date-fns@3.6.0/node_modules/date-fns/locale/he/_lib/localize.js</a:t>
            </a:r>
          </a:p>
          <a:p>
            <a:pPr>
              <a:defRPr sz="1200"/>
            </a:pPr>
            <a:r>
              <a:t>D:/pasar_fix/node_modules/.bun/date-fns@3.6.0/node_modules/date-fns/locale/he/_lib/localize.mjs</a:t>
            </a:r>
          </a:p>
          <a:p>
            <a:pPr>
              <a:defRPr sz="1200"/>
            </a:pPr>
            <a:r>
              <a:t>D:/pasar_fix/node_modules/.bun/date-fns@3.6.0/node_modules/date-fns/locale/he/_lib/match.d.mts</a:t>
            </a:r>
          </a:p>
          <a:p>
            <a:pPr>
              <a:defRPr sz="1200"/>
            </a:pPr>
            <a:r>
              <a:t>D:/pasar_fix/node_modules/.bun/date-fns@3.6.0/node_modules/date-fns/locale/he/_lib/match.d.ts</a:t>
            </a:r>
          </a:p>
          <a:p>
            <a:pPr>
              <a:defRPr sz="1200"/>
            </a:pPr>
            <a:r>
              <a:t>D:/pasar_fix/node_modules/.bun/date-fns@3.6.0/node_modules/date-fns/locale/he/_lib/match.js</a:t>
            </a:r>
          </a:p>
          <a:p>
            <a:pPr>
              <a:defRPr sz="1200"/>
            </a:pPr>
            <a:r>
              <a:t>D:/pasar_fix/node_modules/.bun/date-fns@3.6.0/node_modules/date-fns/locale/he/_lib/match.mjs</a:t>
            </a:r>
          </a:p>
          <a:p>
            <a:pPr>
              <a:defRPr sz="1200"/>
            </a:pPr>
            <a:r>
              <a:t>D:/pasar_fix/node_modules/.bun/date-fns@3.6.0/node_modules/date-fns/locale/hi/cdn.js</a:t>
            </a:r>
          </a:p>
          <a:p>
            <a:pPr>
              <a:defRPr sz="1200"/>
            </a:pPr>
            <a:r>
              <a:t>D:/pasar_fix/node_modules/.bun/date-fns@3.6.0/node_modules/date-fns/locale/hi/cdn.js.map</a:t>
            </a:r>
          </a:p>
          <a:p>
            <a:pPr>
              <a:defRPr sz="1200"/>
            </a:pPr>
            <a:r>
              <a:t>D:/pasar_fix/node_modules/.bun/date-fns@3.6.0/node_modules/date-fns/locale/hi/cdn.min.js</a:t>
            </a:r>
          </a:p>
          <a:p>
            <a:pPr>
              <a:defRPr sz="1200"/>
            </a:pPr>
            <a:r>
              <a:t>D:/pasar_fix/node_modules/.bun/date-fns@3.6.0/node_modules/date-fns/locale/hi/cdn.min.js.map</a:t>
            </a:r>
          </a:p>
          <a:p>
            <a:pPr>
              <a:defRPr sz="1200"/>
            </a:pPr>
            <a:r>
              <a:t>D:/pasar_fix/node_modules/.bun/date-fns@3.6.0/node_modules/date-fns/locale/hi/_lib/formatDistance.d.mts</a:t>
            </a:r>
          </a:p>
          <a:p>
            <a:pPr>
              <a:defRPr sz="1200"/>
            </a:pPr>
            <a:r>
              <a:t>D:/pasar_fix/node_modules/.bun/date-fns@3.6.0/node_modules/date-fns/locale/hi/_lib/formatDistance.d.ts</a:t>
            </a:r>
          </a:p>
          <a:p>
            <a:pPr>
              <a:defRPr sz="1200"/>
            </a:pPr>
            <a:r>
              <a:t>D:/pasar_fix/node_modules/.bun/date-fns@3.6.0/node_modules/date-fns/locale/hi/_lib/formatDistance.js</a:t>
            </a:r>
          </a:p>
          <a:p>
            <a:pPr>
              <a:defRPr sz="1200"/>
            </a:pPr>
            <a:r>
              <a:t>D:/pasar_fix/node_modules/.bun/date-fns@3.6.0/node_modules/date-fns/locale/hi/_lib/formatDistance.mjs</a:t>
            </a:r>
          </a:p>
          <a:p>
            <a:pPr>
              <a:defRPr sz="1200"/>
            </a:pPr>
            <a:r>
              <a:t>D:/pasar_fix/node_modules/.bun/date-fns@3.6.0/node_modules/date-fns/locale/hi/_lib/formatLong.d.mts</a:t>
            </a:r>
          </a:p>
          <a:p>
            <a:pPr>
              <a:defRPr sz="1200"/>
            </a:pPr>
            <a:r>
              <a:t>D:/pasar_fix/node_modules/.bun/date-fns@3.6.0/node_modules/date-fns/locale/hi/_lib/formatLong.d.ts</a:t>
            </a:r>
          </a:p>
          <a:p>
            <a:pPr>
              <a:defRPr sz="1200"/>
            </a:pPr>
            <a:r>
              <a:t>D:/pasar_fix/node_modules/.bun/date-fns@3.6.0/node_modules/date-fns/locale/hi/_lib/formatLong.js</a:t>
            </a:r>
          </a:p>
          <a:p>
            <a:pPr>
              <a:defRPr sz="1200"/>
            </a:pPr>
            <a:r>
              <a:t>D:/pasar_fix/node_modules/.bun/date-fns@3.6.0/node_modules/date-fns/locale/hi/_lib/formatLong.mjs</a:t>
            </a:r>
          </a:p>
          <a:p>
            <a:pPr>
              <a:defRPr sz="1200"/>
            </a:pPr>
            <a:r>
              <a:t>D:/pasar_fix/node_modules/.bun/date-fns@3.6.0/node_modules/date-fns/locale/hi/_lib/formatRelative.d.mts</a:t>
            </a:r>
          </a:p>
          <a:p>
            <a:pPr>
              <a:defRPr sz="1200"/>
            </a:pPr>
            <a:r>
              <a:t>D:/pasar_fix/node_modules/.bun/date-fns@3.6.0/node_modules/date-fns/locale/hi/_lib/formatRelative.d.ts</a:t>
            </a:r>
          </a:p>
          <a:p>
            <a:pPr>
              <a:defRPr sz="1200"/>
            </a:pPr>
            <a:r>
              <a:t>D:/pasar_fix/node_modules/.bun/date-fns@3.6.0/node_modules/date-fns/locale/hi/_lib/formatRelative.js</a:t>
            </a:r>
          </a:p>
          <a:p>
            <a:pPr>
              <a:defRPr sz="1200"/>
            </a:pPr>
            <a:r>
              <a:t>D:/pasar_fix/node_modules/.bun/date-fns@3.6.0/node_modules/date-fns/locale/hi/_lib/formatRelative.mjs</a:t>
            </a:r>
          </a:p>
          <a:p>
            <a:pPr>
              <a:defRPr sz="1200"/>
            </a:pPr>
            <a:r>
              <a:t>D:/pasar_fix/node_modules/.bun/date-fns@3.6.0/node_modules/date-fns/locale/hi/_lib/localize.d.mts</a:t>
            </a:r>
          </a:p>
          <a:p>
            <a:pPr>
              <a:defRPr sz="1200"/>
            </a:pPr>
            <a:r>
              <a:t>D:/pasar_fix/node_modules/.bun/date-fns@3.6.0/node_modules/date-fns/locale/hi/_lib/localize.d.ts</a:t>
            </a:r>
          </a:p>
          <a:p>
            <a:pPr>
              <a:defRPr sz="1200"/>
            </a:pPr>
            <a:r>
              <a:t>D:/pasar_fix/node_modules/.bun/date-fns@3.6.0/node_modules/date-fns/locale/hi/_lib/localize.js</a:t>
            </a:r>
          </a:p>
          <a:p>
            <a:pPr>
              <a:defRPr sz="1200"/>
            </a:pPr>
            <a:r>
              <a:t>D:/pasar_fix/node_modules/.bun/date-fns@3.6.0/node_modules/date-fns/locale/hi/_lib/localize.mjs</a:t>
            </a:r>
          </a:p>
          <a:p>
            <a:pPr>
              <a:defRPr sz="1200"/>
            </a:pPr>
            <a:r>
              <a:t>D:/pasar_fix/node_modules/.bun/date-fns@3.6.0/node_modules/date-fns/locale/hi/_lib/match.d.mts</a:t>
            </a:r>
          </a:p>
          <a:p>
            <a:pPr>
              <a:defRPr sz="1200"/>
            </a:pPr>
            <a:r>
              <a:t>D:/pasar_fix/node_modules/.bun/date-fns@3.6.0/node_modules/date-fns/locale/hi/_lib/match.d.ts</a:t>
            </a:r>
          </a:p>
          <a:p>
            <a:pPr>
              <a:defRPr sz="1200"/>
            </a:pPr>
            <a:r>
              <a:t>D:/pasar_fix/node_modules/.bun/date-fns@3.6.0/node_modules/date-fns/locale/hi/_lib/match.js</a:t>
            </a:r>
          </a:p>
          <a:p>
            <a:pPr>
              <a:defRPr sz="1200"/>
            </a:pPr>
            <a:r>
              <a:t>D:/pasar_fix/node_modules/.bun/date-fns@3.6.0/node_modules/date-fns/locale/hi/_lib/match.mjs</a:t>
            </a:r>
          </a:p>
          <a:p>
            <a:pPr>
              <a:defRPr sz="1200"/>
            </a:pPr>
            <a:r>
              <a:t>D:/pasar_fix/node_modules/.bun/date-fns@3.6.0/node_modules/date-fns/locale/hr/cdn.js</a:t>
            </a:r>
          </a:p>
          <a:p>
            <a:pPr>
              <a:defRPr sz="1200"/>
            </a:pPr>
            <a:r>
              <a:t>D:/pasar_fix/node_modules/.bun/date-fns@3.6.0/node_modules/date-fns/locale/hr/cdn.js.map</a:t>
            </a:r>
          </a:p>
          <a:p>
            <a:pPr>
              <a:defRPr sz="1200"/>
            </a:pPr>
            <a:r>
              <a:t>D:/pasar_fix/node_modules/.bun/date-fns@3.6.0/node_modules/date-fns/locale/hr/cdn.min.js</a:t>
            </a:r>
          </a:p>
          <a:p>
            <a:pPr>
              <a:defRPr sz="1200"/>
            </a:pPr>
            <a:r>
              <a:t>D:/pasar_fix/node_modules/.bun/date-fns@3.6.0/node_modules/date-fns/locale/hr/cdn.min.js.map</a:t>
            </a:r>
          </a:p>
          <a:p>
            <a:pPr>
              <a:defRPr sz="1200"/>
            </a:pPr>
            <a:r>
              <a:t>D:/pasar_fix/node_modules/.bun/date-fns@3.6.0/node_modules/date-fns/locale/hr/_lib/formatDistance.d.mts</a:t>
            </a:r>
          </a:p>
          <a:p>
            <a:pPr>
              <a:defRPr sz="1200"/>
            </a:pPr>
            <a:r>
              <a:t>D:/pasar_fix/node_modules/.bun/date-fns@3.6.0/node_modules/date-fns/locale/hr/_lib/formatDistance.d.ts</a:t>
            </a:r>
          </a:p>
          <a:p>
            <a:pPr>
              <a:defRPr sz="1200"/>
            </a:pPr>
            <a:r>
              <a:t>D:/pasar_fix/node_modules/.bun/date-fns@3.6.0/node_modules/date-fns/locale/hr/_lib/formatDistance.js</a:t>
            </a:r>
          </a:p>
          <a:p>
            <a:pPr>
              <a:defRPr sz="1200"/>
            </a:pPr>
            <a:r>
              <a:t>D:/pasar_fix/node_modules/.bun/date-fns@3.6.0/node_modules/date-fns/locale/hr/_lib/formatDistance.mjs</a:t>
            </a:r>
          </a:p>
          <a:p>
            <a:pPr>
              <a:defRPr sz="1200"/>
            </a:pPr>
            <a:r>
              <a:t>D:/pasar_fix/node_modules/.bun/date-fns@3.6.0/node_modules/date-fns/locale/hr/_lib/formatLong.d.mts</a:t>
            </a:r>
          </a:p>
          <a:p>
            <a:pPr>
              <a:defRPr sz="1200"/>
            </a:pPr>
            <a:r>
              <a:t>D:/pasar_fix/node_modules/.bun/date-fns@3.6.0/node_modules/date-fns/locale/hr/_lib/formatLong.d.ts</a:t>
            </a:r>
          </a:p>
          <a:p>
            <a:pPr>
              <a:defRPr sz="1200"/>
            </a:pPr>
            <a:r>
              <a:t>D:/pasar_fix/node_modules/.bun/date-fns@3.6.0/node_modules/date-fns/locale/hr/_lib/formatLong.js</a:t>
            </a:r>
          </a:p>
          <a:p>
            <a:pPr>
              <a:defRPr sz="1200"/>
            </a:pPr>
            <a:r>
              <a:t>D:/pasar_fix/node_modules/.bun/date-fns@3.6.0/node_modules/date-fns/locale/hr/_lib/formatLong.mjs</a:t>
            </a:r>
          </a:p>
          <a:p>
            <a:pPr>
              <a:defRPr sz="1200"/>
            </a:pPr>
            <a:r>
              <a:t>D:/pasar_fix/node_modules/.bun/date-fns@3.6.0/node_modules/date-fns/locale/hr/_lib/formatRelative.d.mts</a:t>
            </a:r>
          </a:p>
          <a:p>
            <a:pPr>
              <a:defRPr sz="1200"/>
            </a:pPr>
            <a:r>
              <a:t>D:/pasar_fix/node_modules/.bun/date-fns@3.6.0/node_modules/date-fns/locale/hr/_lib/formatRelative.d.ts</a:t>
            </a:r>
          </a:p>
          <a:p>
            <a:pPr>
              <a:defRPr sz="1200"/>
            </a:pPr>
            <a:r>
              <a:t>D:/pasar_fix/node_modules/.bun/date-fns@3.6.0/node_modules/date-fns/locale/hr/_lib/formatRelative.js</a:t>
            </a:r>
          </a:p>
          <a:p>
            <a:pPr>
              <a:defRPr sz="1200"/>
            </a:pPr>
            <a:r>
              <a:t>D:/pasar_fix/node_modules/.bun/date-fns@3.6.0/node_modules/date-fns/locale/hr/_lib/formatRelative.mjs</a:t>
            </a:r>
          </a:p>
          <a:p>
            <a:pPr>
              <a:defRPr sz="1200"/>
            </a:pPr>
            <a:r>
              <a:t>D:/pasar_fix/node_modules/.bun/date-fns@3.6.0/node_modules/date-fns/locale/hr/_lib/localize.d.mts</a:t>
            </a:r>
          </a:p>
          <a:p>
            <a:pPr>
              <a:defRPr sz="1200"/>
            </a:pPr>
            <a:r>
              <a:t>D:/pasar_fix/node_modules/.bun/date-fns@3.6.0/node_modules/date-fns/locale/hr/_lib/localize.d.ts</a:t>
            </a:r>
          </a:p>
          <a:p>
            <a:pPr>
              <a:defRPr sz="1200"/>
            </a:pPr>
            <a:r>
              <a:t>D:/pasar_fix/node_modules/.bun/date-fns@3.6.0/node_modules/date-fns/locale/hr/_lib/localize.js</a:t>
            </a:r>
          </a:p>
          <a:p>
            <a:pPr>
              <a:defRPr sz="1200"/>
            </a:pPr>
            <a:r>
              <a:t>D:/pasar_fix/node_modules/.bun/date-fns@3.6.0/node_modules/date-fns/locale/hr/_lib/localize.mjs</a:t>
            </a:r>
          </a:p>
          <a:p>
            <a:pPr>
              <a:defRPr sz="1200"/>
            </a:pPr>
            <a:r>
              <a:t>D:/pasar_fix/node_modules/.bun/date-fns@3.6.0/node_modules/date-fns/locale/hr/_lib/match.d.mts</a:t>
            </a:r>
          </a:p>
          <a:p>
            <a:pPr>
              <a:defRPr sz="1200"/>
            </a:pPr>
            <a:r>
              <a:t>D:/pasar_fix/node_modules/.bun/date-fns@3.6.0/node_modules/date-fns/locale/hr/_lib/match.d.ts</a:t>
            </a:r>
          </a:p>
          <a:p>
            <a:pPr>
              <a:defRPr sz="1200"/>
            </a:pPr>
            <a:r>
              <a:t>D:/pasar_fix/node_modules/.bun/date-fns@3.6.0/node_modules/date-fns/locale/hr/_lib/match.js</a:t>
            </a:r>
          </a:p>
          <a:p>
            <a:pPr>
              <a:defRPr sz="1200"/>
            </a:pPr>
            <a:r>
              <a:t>D:/pasar_fix/node_modules/.bun/date-fns@3.6.0/node_modules/date-fns/locale/hr/_lib/match.mjs</a:t>
            </a:r>
          </a:p>
          <a:p>
            <a:pPr>
              <a:defRPr sz="1200"/>
            </a:pPr>
            <a:r>
              <a:t>D:/pasar_fix/node_modules/.bun/date-fns@3.6.0/node_modules/date-fns/locale/ht/cdn.js</a:t>
            </a:r>
          </a:p>
          <a:p>
            <a:pPr>
              <a:defRPr sz="1200"/>
            </a:pPr>
            <a:r>
              <a:t>D:/pasar_fix/node_modules/.bun/date-fns@3.6.0/node_modules/date-fns/locale/ht/cdn.js.map</a:t>
            </a:r>
          </a:p>
          <a:p>
            <a:pPr>
              <a:defRPr sz="1200"/>
            </a:pPr>
            <a:r>
              <a:t>D:/pasar_fix/node_modules/.bun/date-fns@3.6.0/node_modules/date-fns/locale/ht/cdn.min.js</a:t>
            </a:r>
          </a:p>
          <a:p>
            <a:pPr>
              <a:defRPr sz="1200"/>
            </a:pPr>
            <a:r>
              <a:t>D:/pasar_fix/node_modules/.bun/date-fns@3.6.0/node_modules/date-fns/locale/ht/cdn.min.js.map</a:t>
            </a:r>
          </a:p>
          <a:p>
            <a:pPr>
              <a:defRPr sz="1200"/>
            </a:pPr>
            <a:r>
              <a:t>D:/pasar_fix/node_modules/.bun/date-fns@3.6.0/node_modules/date-fns/locale/ht/_lib/formatDistance.d.mts</a:t>
            </a:r>
          </a:p>
          <a:p>
            <a:pPr>
              <a:defRPr sz="1200"/>
            </a:pPr>
            <a:r>
              <a:t>D:/pasar_fix/node_modules/.bun/date-fns@3.6.0/node_modules/date-fns/locale/ht/_lib/formatDistance.d.ts</a:t>
            </a:r>
          </a:p>
          <a:p>
            <a:pPr>
              <a:defRPr sz="1200"/>
            </a:pPr>
            <a:r>
              <a:t>D:/pasar_fix/node_modules/.bun/date-fns@3.6.0/node_modules/date-fns/locale/ht/_lib/formatDistance.js</a:t>
            </a:r>
          </a:p>
          <a:p>
            <a:pPr>
              <a:defRPr sz="1200"/>
            </a:pPr>
            <a:r>
              <a:t>D:/pasar_fix/node_modules/.bun/date-fns@3.6.0/node_modules/date-fns/locale/ht/_lib/formatDistance.mjs</a:t>
            </a:r>
          </a:p>
          <a:p>
            <a:pPr>
              <a:defRPr sz="1200"/>
            </a:pPr>
            <a:r>
              <a:t>D:/pasar_fix/node_modules/.bun/date-fns@3.6.0/node_modules/date-fns/locale/ht/_lib/formatLong.d.mts</a:t>
            </a:r>
          </a:p>
          <a:p>
            <a:pPr>
              <a:defRPr sz="1200"/>
            </a:pPr>
            <a:r>
              <a:t>D:/pasar_fix/node_modules/.bun/date-fns@3.6.0/node_modules/date-fns/locale/ht/_lib/formatLong.d.ts</a:t>
            </a:r>
          </a:p>
          <a:p>
            <a:pPr>
              <a:defRPr sz="1200"/>
            </a:pPr>
            <a:r>
              <a:t>D:/pasar_fix/node_modules/.bun/date-fns@3.6.0/node_modules/date-fns/locale/ht/_lib/formatLong.js</a:t>
            </a:r>
          </a:p>
          <a:p>
            <a:pPr>
              <a:defRPr sz="1200"/>
            </a:pPr>
            <a:r>
              <a:t>D:/pasar_fix/node_modules/.bun/date-fns@3.6.0/node_modules/date-fns/locale/ht/_lib/formatLong.mjs</a:t>
            </a:r>
          </a:p>
          <a:p>
            <a:pPr>
              <a:defRPr sz="1200"/>
            </a:pPr>
            <a:r>
              <a:t>D:/pasar_fix/node_modules/.bun/date-fns@3.6.0/node_modules/date-fns/locale/ht/_lib/formatRelative.d.mts</a:t>
            </a:r>
          </a:p>
          <a:p>
            <a:pPr>
              <a:defRPr sz="1200"/>
            </a:pPr>
            <a:r>
              <a:t>D:/pasar_fix/node_modules/.bun/date-fns@3.6.0/node_modules/date-fns/locale/ht/_lib/formatRelative.d.ts</a:t>
            </a:r>
          </a:p>
          <a:p>
            <a:pPr>
              <a:defRPr sz="1200"/>
            </a:pPr>
            <a:r>
              <a:t>D:/pasar_fix/node_modules/.bun/date-fns@3.6.0/node_modules/date-fns/locale/ht/_lib/formatRelative.js</a:t>
            </a:r>
          </a:p>
          <a:p>
            <a:pPr>
              <a:defRPr sz="1200"/>
            </a:pPr>
            <a:r>
              <a:t>D:/pasar_fix/node_modules/.bun/date-fns@3.6.0/node_modules/date-fns/locale/ht/_lib/formatRelative.mjs</a:t>
            </a:r>
          </a:p>
          <a:p>
            <a:pPr>
              <a:defRPr sz="1200"/>
            </a:pPr>
            <a:r>
              <a:t>D:/pasar_fix/node_modules/.bun/date-fns@3.6.0/node_modules/date-fns/locale/ht/_lib/localize.d.mts</a:t>
            </a:r>
          </a:p>
          <a:p>
            <a:pPr>
              <a:defRPr sz="1200"/>
            </a:pPr>
            <a:r>
              <a:t>D:/pasar_fix/node_modules/.bun/date-fns@3.6.0/node_modules/date-fns/locale/ht/_lib/localize.d.ts</a:t>
            </a:r>
          </a:p>
          <a:p>
            <a:pPr>
              <a:defRPr sz="1200"/>
            </a:pPr>
            <a:r>
              <a:t>D:/pasar_fix/node_modules/.bun/date-fns@3.6.0/node_modules/date-fns/locale/ht/_lib/localize.js</a:t>
            </a:r>
          </a:p>
          <a:p>
            <a:pPr>
              <a:defRPr sz="1200"/>
            </a:pPr>
            <a:r>
              <a:t>D:/pasar_fix/node_modules/.bun/date-fns@3.6.0/node_modules/date-fns/locale/ht/_lib/localize.mjs</a:t>
            </a:r>
          </a:p>
          <a:p>
            <a:pPr>
              <a:defRPr sz="1200"/>
            </a:pPr>
            <a:r>
              <a:t>D:/pasar_fix/node_modules/.bun/date-fns@3.6.0/node_modules/date-fns/locale/ht/_lib/match.d.mts</a:t>
            </a:r>
          </a:p>
          <a:p>
            <a:pPr>
              <a:defRPr sz="1200"/>
            </a:pPr>
            <a:r>
              <a:t>D:/pasar_fix/node_modules/.bun/date-fns@3.6.0/node_modules/date-fns/locale/ht/_lib/match.d.ts</a:t>
            </a:r>
          </a:p>
          <a:p>
            <a:pPr>
              <a:defRPr sz="1200"/>
            </a:pPr>
            <a:r>
              <a:t>D:/pasar_fix/node_modules/.bun/date-fns@3.6.0/node_modules/date-fns/locale/ht/_lib/match.js</a:t>
            </a:r>
          </a:p>
          <a:p>
            <a:pPr>
              <a:defRPr sz="1200"/>
            </a:pPr>
            <a:r>
              <a:t>D:/pasar_fix/node_modules/.bun/date-fns@3.6.0/node_modules/date-fns/locale/ht/_lib/match.mjs</a:t>
            </a:r>
          </a:p>
          <a:p>
            <a:pPr>
              <a:defRPr sz="1200"/>
            </a:pPr>
            <a:r>
              <a:t>D:/pasar_fix/node_modules/.bun/date-fns@3.6.0/node_modules/date-fns/locale/hu/cdn.js</a:t>
            </a:r>
          </a:p>
          <a:p>
            <a:pPr>
              <a:defRPr sz="1200"/>
            </a:pPr>
            <a:r>
              <a:t>D:/pasar_fix/node_modules/.bun/date-fns@3.6.0/node_modules/date-fns/locale/hu/cdn.js.map</a:t>
            </a:r>
          </a:p>
          <a:p>
            <a:pPr>
              <a:defRPr sz="1200"/>
            </a:pPr>
            <a:r>
              <a:t>D:/pasar_fix/node_modules/.bun/date-fns@3.6.0/node_modules/date-fns/locale/hu/cdn.min.js</a:t>
            </a:r>
          </a:p>
          <a:p>
            <a:pPr>
              <a:defRPr sz="1200"/>
            </a:pPr>
            <a:r>
              <a:t>D:/pasar_fix/node_modules/.bun/date-fns@3.6.0/node_modules/date-fns/locale/hu/cdn.min.js.map</a:t>
            </a:r>
          </a:p>
          <a:p>
            <a:pPr>
              <a:defRPr sz="1200"/>
            </a:pPr>
            <a:r>
              <a:t>D:/pasar_fix/node_modules/.bun/date-fns@3.6.0/node_modules/date-fns/locale/hu/_lib/formatDistance.d.mts</a:t>
            </a:r>
          </a:p>
          <a:p>
            <a:pPr>
              <a:defRPr sz="1200"/>
            </a:pPr>
            <a:r>
              <a:t>D:/pasar_fix/node_modules/.bun/date-fns@3.6.0/node_modules/date-fns/locale/hu/_lib/formatDistance.d.ts</a:t>
            </a:r>
          </a:p>
          <a:p>
            <a:pPr>
              <a:defRPr sz="1200"/>
            </a:pPr>
            <a:r>
              <a:t>D:/pasar_fix/node_modules/.bun/date-fns@3.6.0/node_modules/date-fns/locale/hu/_lib/formatDistance.js</a:t>
            </a:r>
          </a:p>
          <a:p>
            <a:pPr>
              <a:defRPr sz="1200"/>
            </a:pPr>
            <a:r>
              <a:t>D:/pasar_fix/node_modules/.bun/date-fns@3.6.0/node_modules/date-fns/locale/hu/_lib/formatDistance.mjs</a:t>
            </a:r>
          </a:p>
          <a:p>
            <a:pPr>
              <a:defRPr sz="1200"/>
            </a:pPr>
            <a:r>
              <a:t>D:/pasar_fix/node_modules/.bun/date-fns@3.6.0/node_modules/date-fns/locale/hu/_lib/formatLong.d.mts</a:t>
            </a:r>
          </a:p>
          <a:p>
            <a:pPr>
              <a:defRPr sz="1200"/>
            </a:pPr>
            <a:r>
              <a:t>D:/pasar_fix/node_modules/.bun/date-fns@3.6.0/node_modules/date-fns/locale/hu/_lib/formatLong.d.ts</a:t>
            </a:r>
          </a:p>
          <a:p>
            <a:pPr>
              <a:defRPr sz="1200"/>
            </a:pPr>
            <a:r>
              <a:t>D:/pasar_fix/node_modules/.bun/date-fns@3.6.0/node_modules/date-fns/locale/hu/_lib/formatLong.js</a:t>
            </a:r>
          </a:p>
          <a:p>
            <a:pPr>
              <a:defRPr sz="1200"/>
            </a:pPr>
            <a:r>
              <a:t>D:/pasar_fix/node_modules/.bun/date-fns@3.6.0/node_modules/date-fns/locale/hu/_lib/formatLong.mjs</a:t>
            </a:r>
          </a:p>
          <a:p>
            <a:pPr>
              <a:defRPr sz="1200"/>
            </a:pPr>
            <a:r>
              <a:t>D:/pasar_fix/node_modules/.bun/date-fns@3.6.0/node_modules/date-fns/locale/hu/_lib/formatRelative.d.mts</a:t>
            </a:r>
          </a:p>
          <a:p>
            <a:pPr>
              <a:defRPr sz="1200"/>
            </a:pPr>
            <a:r>
              <a:t>D:/pasar_fix/node_modules/.bun/date-fns@3.6.0/node_modules/date-fns/locale/hu/_lib/formatRelative.d.ts</a:t>
            </a:r>
          </a:p>
          <a:p>
            <a:pPr>
              <a:defRPr sz="1200"/>
            </a:pPr>
            <a:r>
              <a:t>D:/pasar_fix/node_modules/.bun/date-fns@3.6.0/node_modules/date-fns/locale/hu/_lib/formatRelative.js</a:t>
            </a:r>
          </a:p>
          <a:p>
            <a:pPr>
              <a:defRPr sz="1200"/>
            </a:pPr>
            <a:r>
              <a:t>D:/pasar_fix/node_modules/.bun/date-fns@3.6.0/node_modules/date-fns/locale/hu/_lib/formatRelative.mjs</a:t>
            </a:r>
          </a:p>
          <a:p>
            <a:pPr>
              <a:defRPr sz="1200"/>
            </a:pPr>
            <a:r>
              <a:t>D:/pasar_fix/node_modules/.bun/date-fns@3.6.0/node_modules/date-fns/locale/hu/_lib/localize.d.mts</a:t>
            </a:r>
          </a:p>
          <a:p>
            <a:pPr>
              <a:defRPr sz="1200"/>
            </a:pPr>
            <a:r>
              <a:t>D:/pasar_fix/node_modules/.bun/date-fns@3.6.0/node_modules/date-fns/locale/hu/_lib/localize.d.ts</a:t>
            </a:r>
          </a:p>
          <a:p>
            <a:pPr>
              <a:defRPr sz="1200"/>
            </a:pPr>
            <a:r>
              <a:t>D:/pasar_fix/node_modules/.bun/date-fns@3.6.0/node_modules/date-fns/locale/hu/_lib/localize.js</a:t>
            </a:r>
          </a:p>
          <a:p>
            <a:pPr>
              <a:defRPr sz="1200"/>
            </a:pPr>
            <a:r>
              <a:t>D:/pasar_fix/node_modules/.bun/date-fns@3.6.0/node_modules/date-fns/locale/hu/_lib/localize.mjs</a:t>
            </a:r>
          </a:p>
          <a:p>
            <a:pPr>
              <a:defRPr sz="1200"/>
            </a:pPr>
            <a:r>
              <a:t>D:/pasar_fix/node_modules/.bun/date-fns@3.6.0/node_modules/date-fns/locale/hu/_lib/match.d.mts</a:t>
            </a:r>
          </a:p>
          <a:p>
            <a:pPr>
              <a:defRPr sz="1200"/>
            </a:pPr>
            <a:r>
              <a:t>D:/pasar_fix/node_modules/.bun/date-fns@3.6.0/node_modules/date-fns/locale/hu/_lib/match.d.ts</a:t>
            </a:r>
          </a:p>
          <a:p>
            <a:pPr>
              <a:defRPr sz="1200"/>
            </a:pPr>
            <a:r>
              <a:t>D:/pasar_fix/node_modules/.bun/date-fns@3.6.0/node_modules/date-fns/locale/hu/_lib/match.js</a:t>
            </a:r>
          </a:p>
          <a:p>
            <a:pPr>
              <a:defRPr sz="1200"/>
            </a:pPr>
            <a:r>
              <a:t>D:/pasar_fix/node_modules/.bun/date-fns@3.6.0/node_modules/date-fns/locale/hu/_lib/match.mjs</a:t>
            </a:r>
          </a:p>
          <a:p>
            <a:pPr>
              <a:defRPr sz="1200"/>
            </a:pPr>
            <a:r>
              <a:t>D:/pasar_fix/node_modules/.bun/date-fns@3.6.0/node_modules/date-fns/locale/hy/cdn.js</a:t>
            </a:r>
          </a:p>
          <a:p>
            <a:pPr>
              <a:defRPr sz="1200"/>
            </a:pPr>
            <a:r>
              <a:t>D:/pasar_fix/node_modules/.bun/date-fns@3.6.0/node_modules/date-fns/locale/hy/cdn.js.map</a:t>
            </a:r>
          </a:p>
          <a:p>
            <a:pPr>
              <a:defRPr sz="1200"/>
            </a:pPr>
            <a:r>
              <a:t>D:/pasar_fix/node_modules/.bun/date-fns@3.6.0/node_modules/date-fns/locale/hy/cdn.min.js</a:t>
            </a:r>
          </a:p>
          <a:p>
            <a:pPr>
              <a:defRPr sz="1200"/>
            </a:pPr>
            <a:r>
              <a:t>D:/pasar_fix/node_modules/.bun/date-fns@3.6.0/node_modules/date-fns/locale/hy/cdn.min.js.map</a:t>
            </a:r>
          </a:p>
          <a:p>
            <a:pPr>
              <a:defRPr sz="1200"/>
            </a:pPr>
            <a:r>
              <a:t>D:/pasar_fix/node_modules/.bun/date-fns@3.6.0/node_modules/date-fns/locale/hy/_lib/formatDistance.d.mts</a:t>
            </a:r>
          </a:p>
          <a:p>
            <a:pPr>
              <a:defRPr sz="1200"/>
            </a:pPr>
            <a:r>
              <a:t>D:/pasar_fix/node_modules/.bun/date-fns@3.6.0/node_modules/date-fns/locale/hy/_lib/formatDistance.d.ts</a:t>
            </a:r>
          </a:p>
          <a:p>
            <a:pPr>
              <a:defRPr sz="1200"/>
            </a:pPr>
            <a:r>
              <a:t>D:/pasar_fix/node_modules/.bun/date-fns@3.6.0/node_modules/date-fns/locale/hy/_lib/formatDistance.js</a:t>
            </a:r>
          </a:p>
          <a:p>
            <a:pPr>
              <a:defRPr sz="1200"/>
            </a:pPr>
            <a:r>
              <a:t>D:/pasar_fix/node_modules/.bun/date-fns@3.6.0/node_modules/date-fns/locale/hy/_lib/formatDistance.mjs</a:t>
            </a:r>
          </a:p>
          <a:p>
            <a:pPr>
              <a:defRPr sz="1200"/>
            </a:pPr>
            <a:r>
              <a:t>D:/pasar_fix/node_modules/.bun/date-fns@3.6.0/node_modules/date-fns/locale/hy/_lib/formatLong.d.mts</a:t>
            </a:r>
          </a:p>
          <a:p>
            <a:pPr>
              <a:defRPr sz="1200"/>
            </a:pPr>
            <a:r>
              <a:t>D:/pasar_fix/node_modules/.bun/date-fns@3.6.0/node_modules/date-fns/locale/hy/_lib/formatLong.d.ts</a:t>
            </a:r>
          </a:p>
          <a:p>
            <a:pPr>
              <a:defRPr sz="1200"/>
            </a:pPr>
            <a:r>
              <a:t>D:/pasar_fix/node_modules/.bun/date-fns@3.6.0/node_modules/date-fns/locale/hy/_lib/formatLong.js</a:t>
            </a:r>
          </a:p>
          <a:p>
            <a:pPr>
              <a:defRPr sz="1200"/>
            </a:pPr>
            <a:r>
              <a:t>D:/pasar_fix/node_modules/.bun/date-fns@3.6.0/node_modules/date-fns/locale/hy/_lib/formatLong.mjs</a:t>
            </a:r>
          </a:p>
          <a:p>
            <a:pPr>
              <a:defRPr sz="1200"/>
            </a:pPr>
            <a:r>
              <a:t>D:/pasar_fix/node_modules/.bun/date-fns@3.6.0/node_modules/date-fns/locale/hy/_lib/formatRelative.d.mts</a:t>
            </a:r>
          </a:p>
          <a:p>
            <a:pPr>
              <a:defRPr sz="1200"/>
            </a:pPr>
            <a:r>
              <a:t>D:/pasar_fix/node_modules/.bun/date-fns@3.6.0/node_modules/date-fns/locale/hy/_lib/formatRelative.d.ts</a:t>
            </a:r>
          </a:p>
          <a:p>
            <a:pPr>
              <a:defRPr sz="1200"/>
            </a:pPr>
            <a:r>
              <a:t>D:/pasar_fix/node_modules/.bun/date-fns@3.6.0/node_modules/date-fns/locale/hy/_lib/formatRelative.js</a:t>
            </a:r>
          </a:p>
          <a:p>
            <a:pPr>
              <a:defRPr sz="1200"/>
            </a:pPr>
            <a:r>
              <a:t>D:/pasar_fix/node_modules/.bun/date-fns@3.6.0/node_modules/date-fns/locale/hy/_lib/formatRelative.mjs</a:t>
            </a:r>
          </a:p>
          <a:p>
            <a:pPr>
              <a:defRPr sz="1200"/>
            </a:pPr>
            <a:r>
              <a:t>D:/pasar_fix/node_modules/.bun/date-fns@3.6.0/node_modules/date-fns/locale/hy/_lib/localize.d.mts</a:t>
            </a:r>
          </a:p>
          <a:p>
            <a:pPr>
              <a:defRPr sz="1200"/>
            </a:pPr>
            <a:r>
              <a:t>D:/pasar_fix/node_modules/.bun/date-fns@3.6.0/node_modules/date-fns/locale/hy/_lib/localize.d.ts</a:t>
            </a:r>
          </a:p>
          <a:p>
            <a:pPr>
              <a:defRPr sz="1200"/>
            </a:pPr>
            <a:r>
              <a:t>D:/pasar_fix/node_modules/.bun/date-fns@3.6.0/node_modules/date-fns/locale/hy/_lib/localize.js</a:t>
            </a:r>
          </a:p>
          <a:p>
            <a:pPr>
              <a:defRPr sz="1200"/>
            </a:pPr>
            <a:r>
              <a:t>D:/pasar_fix/node_modules/.bun/date-fns@3.6.0/node_modules/date-fns/locale/hy/_lib/localize.mjs</a:t>
            </a:r>
          </a:p>
          <a:p>
            <a:pPr>
              <a:defRPr sz="1200"/>
            </a:pPr>
            <a:r>
              <a:t>D:/pasar_fix/node_modules/.bun/date-fns@3.6.0/node_modules/date-fns/locale/hy/_lib/match.d.mts</a:t>
            </a:r>
          </a:p>
          <a:p>
            <a:pPr>
              <a:defRPr sz="1200"/>
            </a:pPr>
            <a:r>
              <a:t>D:/pasar_fix/node_modules/.bun/date-fns@3.6.0/node_modules/date-fns/locale/hy/_lib/match.d.ts</a:t>
            </a:r>
          </a:p>
          <a:p>
            <a:pPr>
              <a:defRPr sz="1200"/>
            </a:pPr>
            <a:r>
              <a:t>D:/pasar_fix/node_modules/.bun/date-fns@3.6.0/node_modules/date-fns/locale/hy/_lib/match.js</a:t>
            </a:r>
          </a:p>
          <a:p>
            <a:pPr>
              <a:defRPr sz="1200"/>
            </a:pPr>
            <a:r>
              <a:t>D:/pasar_fix/node_modules/.bun/date-fns@3.6.0/node_modules/date-fns/locale/hy/_lib/match.mjs</a:t>
            </a:r>
          </a:p>
          <a:p>
            <a:pPr>
              <a:defRPr sz="1200"/>
            </a:pPr>
            <a:r>
              <a:t>D:/pasar_fix/node_modules/.bun/date-fns@3.6.0/node_modules/date-fns/locale/id/cdn.js</a:t>
            </a:r>
          </a:p>
          <a:p>
            <a:pPr>
              <a:defRPr sz="1200"/>
            </a:pPr>
            <a:r>
              <a:t>D:/pasar_fix/node_modules/.bun/date-fns@3.6.0/node_modules/date-fns/locale/id/cdn.js.map</a:t>
            </a:r>
          </a:p>
          <a:p>
            <a:pPr>
              <a:defRPr sz="1200"/>
            </a:pPr>
            <a:r>
              <a:t>D:/pasar_fix/node_modules/.bun/date-fns@3.6.0/node_modules/date-fns/locale/id/cdn.min.js</a:t>
            </a:r>
          </a:p>
          <a:p>
            <a:pPr>
              <a:defRPr sz="1200"/>
            </a:pPr>
            <a:r>
              <a:t>D:/pasar_fix/node_modules/.bun/date-fns@3.6.0/node_modules/date-fns/locale/id/cdn.min.js.map</a:t>
            </a:r>
          </a:p>
          <a:p>
            <a:pPr>
              <a:defRPr sz="1200"/>
            </a:pPr>
            <a:r>
              <a:t>D:/pasar_fix/node_modules/.bun/date-fns@3.6.0/node_modules/date-fns/locale/id/_lib/formatDistance.d.mts</a:t>
            </a:r>
          </a:p>
          <a:p>
            <a:pPr>
              <a:defRPr sz="1200"/>
            </a:pPr>
            <a:r>
              <a:t>D:/pasar_fix/node_modules/.bun/date-fns@3.6.0/node_modules/date-fns/locale/id/_lib/formatDistance.d.ts</a:t>
            </a:r>
          </a:p>
          <a:p>
            <a:pPr>
              <a:defRPr sz="1200"/>
            </a:pPr>
            <a:r>
              <a:t>D:/pasar_fix/node_modules/.bun/date-fns@3.6.0/node_modules/date-fns/locale/id/_lib/formatDistance.js</a:t>
            </a:r>
          </a:p>
          <a:p>
            <a:pPr>
              <a:defRPr sz="1200"/>
            </a:pPr>
            <a:r>
              <a:t>D:/pasar_fix/node_modules/.bun/date-fns@3.6.0/node_modules/date-fns/locale/id/_lib/formatDistance.mjs</a:t>
            </a:r>
          </a:p>
          <a:p>
            <a:pPr>
              <a:defRPr sz="1200"/>
            </a:pPr>
            <a:r>
              <a:t>D:/pasar_fix/node_modules/.bun/date-fns@3.6.0/node_modules/date-fns/locale/id/_lib/formatLong.d.mts</a:t>
            </a:r>
          </a:p>
          <a:p>
            <a:pPr>
              <a:defRPr sz="1200"/>
            </a:pPr>
            <a:r>
              <a:t>D:/pasar_fix/node_modules/.bun/date-fns@3.6.0/node_modules/date-fns/locale/id/_lib/formatLong.d.ts</a:t>
            </a:r>
          </a:p>
          <a:p>
            <a:pPr>
              <a:defRPr sz="1200"/>
            </a:pPr>
            <a:r>
              <a:t>D:/pasar_fix/node_modules/.bun/date-fns@3.6.0/node_modules/date-fns/locale/id/_lib/formatLong.js</a:t>
            </a:r>
          </a:p>
          <a:p>
            <a:pPr>
              <a:defRPr sz="1200"/>
            </a:pPr>
            <a:r>
              <a:t>D:/pasar_fix/node_modules/.bun/date-fns@3.6.0/node_modules/date-fns/locale/id/_lib/formatLong.mjs</a:t>
            </a:r>
          </a:p>
          <a:p>
            <a:pPr>
              <a:defRPr sz="1200"/>
            </a:pPr>
            <a:r>
              <a:t>D:/pasar_fix/node_modules/.bun/date-fns@3.6.0/node_modules/date-fns/locale/id/_lib/formatRelative.d.mts</a:t>
            </a:r>
          </a:p>
          <a:p>
            <a:pPr>
              <a:defRPr sz="1200"/>
            </a:pPr>
            <a:r>
              <a:t>D:/pasar_fix/node_modules/.bun/date-fns@3.6.0/node_modules/date-fns/locale/id/_lib/formatRelative.d.ts</a:t>
            </a:r>
          </a:p>
          <a:p>
            <a:pPr>
              <a:defRPr sz="1200"/>
            </a:pPr>
            <a:r>
              <a:t>D:/pasar_fix/node_modules/.bun/date-fns@3.6.0/node_modules/date-fns/locale/id/_lib/formatRelative.js</a:t>
            </a:r>
          </a:p>
          <a:p>
            <a:pPr>
              <a:defRPr sz="1200"/>
            </a:pPr>
            <a:r>
              <a:t>D:/pasar_fix/node_modules/.bun/date-fns@3.6.0/node_modules/date-fns/locale/id/_lib/formatRelative.mjs</a:t>
            </a:r>
          </a:p>
          <a:p>
            <a:pPr>
              <a:defRPr sz="1200"/>
            </a:pPr>
            <a:r>
              <a:t>D:/pasar_fix/node_modules/.bun/date-fns@3.6.0/node_modules/date-fns/locale/id/_lib/localize.d.mts</a:t>
            </a:r>
          </a:p>
          <a:p>
            <a:pPr>
              <a:defRPr sz="1200"/>
            </a:pPr>
            <a:r>
              <a:t>D:/pasar_fix/node_modules/.bun/date-fns@3.6.0/node_modules/date-fns/locale/id/_lib/localize.d.ts</a:t>
            </a:r>
          </a:p>
          <a:p>
            <a:pPr>
              <a:defRPr sz="1200"/>
            </a:pPr>
            <a:r>
              <a:t>D:/pasar_fix/node_modules/.bun/date-fns@3.6.0/node_modules/date-fns/locale/id/_lib/localize.js</a:t>
            </a:r>
          </a:p>
          <a:p>
            <a:pPr>
              <a:defRPr sz="1200"/>
            </a:pPr>
            <a:r>
              <a:t>D:/pasar_fix/node_modules/.bun/date-fns@3.6.0/node_modules/date-fns/locale/id/_lib/localize.mjs</a:t>
            </a:r>
          </a:p>
          <a:p>
            <a:pPr>
              <a:defRPr sz="1200"/>
            </a:pPr>
            <a:r>
              <a:t>D:/pasar_fix/node_modules/.bun/date-fns@3.6.0/node_modules/date-fns/locale/id/_lib/match.d.mts</a:t>
            </a:r>
          </a:p>
          <a:p>
            <a:pPr>
              <a:defRPr sz="1200"/>
            </a:pPr>
            <a:r>
              <a:t>D:/pasar_fix/node_modules/.bun/date-fns@3.6.0/node_modules/date-fns/locale/id/_lib/match.d.ts</a:t>
            </a:r>
          </a:p>
          <a:p>
            <a:pPr>
              <a:defRPr sz="1200"/>
            </a:pPr>
            <a:r>
              <a:t>D:/pasar_fix/node_modules/.bun/date-fns@3.6.0/node_modules/date-fns/locale/id/_lib/match.js</a:t>
            </a:r>
          </a:p>
          <a:p>
            <a:pPr>
              <a:defRPr sz="1200"/>
            </a:pPr>
            <a:r>
              <a:t>D:/pasar_fix/node_modules/.bun/date-fns@3.6.0/node_modules/date-fns/locale/id/_lib/match.mjs</a:t>
            </a:r>
          </a:p>
          <a:p>
            <a:pPr>
              <a:defRPr sz="1200"/>
            </a:pPr>
            <a:r>
              <a:t>D:/pasar_fix/node_modules/.bun/date-fns@3.6.0/node_modules/date-fns/locale/is/cdn.js</a:t>
            </a:r>
          </a:p>
          <a:p>
            <a:pPr>
              <a:defRPr sz="1200"/>
            </a:pPr>
            <a:r>
              <a:t>D:/pasar_fix/node_modules/.bun/date-fns@3.6.0/node_modules/date-fns/locale/is/cdn.js.map</a:t>
            </a:r>
          </a:p>
          <a:p>
            <a:pPr>
              <a:defRPr sz="1200"/>
            </a:pPr>
            <a:r>
              <a:t>D:/pasar_fix/node_modules/.bun/date-fns@3.6.0/node_modules/date-fns/locale/is/cdn.min.js</a:t>
            </a:r>
          </a:p>
          <a:p>
            <a:pPr>
              <a:defRPr sz="1200"/>
            </a:pPr>
            <a:r>
              <a:t>D:/pasar_fix/node_modules/.bun/date-fns@3.6.0/node_modules/date-fns/locale/is/cdn.min.js.map</a:t>
            </a:r>
          </a:p>
          <a:p>
            <a:pPr>
              <a:defRPr sz="1200"/>
            </a:pPr>
            <a:r>
              <a:t>D:/pasar_fix/node_modules/.bun/date-fns@3.6.0/node_modules/date-fns/locale/is/_lib/formatDistance.d.mts</a:t>
            </a:r>
          </a:p>
          <a:p>
            <a:pPr>
              <a:defRPr sz="1200"/>
            </a:pPr>
            <a:r>
              <a:t>D:/pasar_fix/node_modules/.bun/date-fns@3.6.0/node_modules/date-fns/locale/is/_lib/formatDistance.d.ts</a:t>
            </a:r>
          </a:p>
          <a:p>
            <a:pPr>
              <a:defRPr sz="1200"/>
            </a:pPr>
            <a:r>
              <a:t>D:/pasar_fix/node_modules/.bun/date-fns@3.6.0/node_modules/date-fns/locale/is/_lib/formatDistance.js</a:t>
            </a:r>
          </a:p>
          <a:p>
            <a:pPr>
              <a:defRPr sz="1200"/>
            </a:pPr>
            <a:r>
              <a:t>D:/pasar_fix/node_modules/.bun/date-fns@3.6.0/node_modules/date-fns/locale/is/_lib/formatDistance.mjs</a:t>
            </a:r>
          </a:p>
          <a:p>
            <a:pPr>
              <a:defRPr sz="1200"/>
            </a:pPr>
            <a:r>
              <a:t>D:/pasar_fix/node_modules/.bun/date-fns@3.6.0/node_modules/date-fns/locale/is/_lib/formatLong.d.mts</a:t>
            </a:r>
          </a:p>
          <a:p>
            <a:pPr>
              <a:defRPr sz="1200"/>
            </a:pPr>
            <a:r>
              <a:t>D:/pasar_fix/node_modules/.bun/date-fns@3.6.0/node_modules/date-fns/locale/is/_lib/formatLong.d.ts</a:t>
            </a:r>
          </a:p>
          <a:p>
            <a:pPr>
              <a:defRPr sz="1200"/>
            </a:pPr>
            <a:r>
              <a:t>D:/pasar_fix/node_modules/.bun/date-fns@3.6.0/node_modules/date-fns/locale/is/_lib/formatLong.js</a:t>
            </a:r>
          </a:p>
          <a:p>
            <a:pPr>
              <a:defRPr sz="1200"/>
            </a:pPr>
            <a:r>
              <a:t>D:/pasar_fix/node_modules/.bun/date-fns@3.6.0/node_modules/date-fns/locale/is/_lib/formatLong.mjs</a:t>
            </a:r>
          </a:p>
          <a:p>
            <a:pPr>
              <a:defRPr sz="1200"/>
            </a:pPr>
            <a:r>
              <a:t>D:/pasar_fix/node_modules/.bun/date-fns@3.6.0/node_modules/date-fns/locale/is/_lib/formatRelative.d.mts</a:t>
            </a:r>
          </a:p>
          <a:p>
            <a:pPr>
              <a:defRPr sz="1200"/>
            </a:pPr>
            <a:r>
              <a:t>D:/pasar_fix/node_modules/.bun/date-fns@3.6.0/node_modules/date-fns/locale/is/_lib/formatRelative.d.ts</a:t>
            </a:r>
          </a:p>
          <a:p>
            <a:pPr>
              <a:defRPr sz="1200"/>
            </a:pPr>
            <a:r>
              <a:t>D:/pasar_fix/node_modules/.bun/date-fns@3.6.0/node_modules/date-fns/locale/is/_lib/formatRelative.js</a:t>
            </a:r>
          </a:p>
          <a:p>
            <a:pPr>
              <a:defRPr sz="1200"/>
            </a:pPr>
            <a:r>
              <a:t>D:/pasar_fix/node_modules/.bun/date-fns@3.6.0/node_modules/date-fns/locale/is/_lib/formatRelative.mjs</a:t>
            </a:r>
          </a:p>
          <a:p>
            <a:pPr>
              <a:defRPr sz="1200"/>
            </a:pPr>
            <a:r>
              <a:t>D:/pasar_fix/node_modules/.bun/date-fns@3.6.0/node_modules/date-fns/locale/is/_lib/localize.d.mts</a:t>
            </a:r>
          </a:p>
          <a:p>
            <a:pPr>
              <a:defRPr sz="1200"/>
            </a:pPr>
            <a:r>
              <a:t>D:/pasar_fix/node_modules/.bun/date-fns@3.6.0/node_modules/date-fns/locale/is/_lib/localize.d.ts</a:t>
            </a:r>
          </a:p>
          <a:p>
            <a:pPr>
              <a:defRPr sz="1200"/>
            </a:pPr>
            <a:r>
              <a:t>D:/pasar_fix/node_modules/.bun/date-fns@3.6.0/node_modules/date-fns/locale/is/_lib/localize.js</a:t>
            </a:r>
          </a:p>
          <a:p>
            <a:pPr>
              <a:defRPr sz="1200"/>
            </a:pPr>
            <a:r>
              <a:t>D:/pasar_fix/node_modules/.bun/date-fns@3.6.0/node_modules/date-fns/locale/is/_lib/localize.mjs</a:t>
            </a:r>
          </a:p>
          <a:p>
            <a:pPr>
              <a:defRPr sz="1200"/>
            </a:pPr>
            <a:r>
              <a:t>D:/pasar_fix/node_modules/.bun/date-fns@3.6.0/node_modules/date-fns/locale/is/_lib/match.d.mts</a:t>
            </a:r>
          </a:p>
          <a:p>
            <a:pPr>
              <a:defRPr sz="1200"/>
            </a:pPr>
            <a:r>
              <a:t>D:/pasar_fix/node_modules/.bun/date-fns@3.6.0/node_modules/date-fns/locale/is/_lib/match.d.ts</a:t>
            </a:r>
          </a:p>
          <a:p>
            <a:pPr>
              <a:defRPr sz="1200"/>
            </a:pPr>
            <a:r>
              <a:t>D:/pasar_fix/node_modules/.bun/date-fns@3.6.0/node_modules/date-fns/locale/is/_lib/match.js</a:t>
            </a:r>
          </a:p>
          <a:p>
            <a:pPr>
              <a:defRPr sz="1200"/>
            </a:pPr>
            <a:r>
              <a:t>D:/pasar_fix/node_modules/.bun/date-fns@3.6.0/node_modules/date-fns/locale/is/_lib/match.mjs</a:t>
            </a:r>
          </a:p>
          <a:p>
            <a:pPr>
              <a:defRPr sz="1200"/>
            </a:pPr>
            <a:r>
              <a:t>D:/pasar_fix/node_modules/.bun/date-fns@3.6.0/node_modules/date-fns/locale/it/cdn.js</a:t>
            </a:r>
          </a:p>
          <a:p>
            <a:pPr>
              <a:defRPr sz="1200"/>
            </a:pPr>
            <a:r>
              <a:t>D:/pasar_fix/node_modules/.bun/date-fns@3.6.0/node_modules/date-fns/locale/it/cdn.js.map</a:t>
            </a:r>
          </a:p>
          <a:p>
            <a:pPr>
              <a:defRPr sz="1200"/>
            </a:pPr>
            <a:r>
              <a:t>D:/pasar_fix/node_modules/.bun/date-fns@3.6.0/node_modules/date-fns/locale/it/cdn.min.js</a:t>
            </a:r>
          </a:p>
          <a:p>
            <a:pPr>
              <a:defRPr sz="1200"/>
            </a:pPr>
            <a:r>
              <a:t>D:/pasar_fix/node_modules/.bun/date-fns@3.6.0/node_modules/date-fns/locale/it/cdn.min.js.map</a:t>
            </a:r>
          </a:p>
          <a:p>
            <a:pPr>
              <a:defRPr sz="1200"/>
            </a:pPr>
            <a:r>
              <a:t>D:/pasar_fix/node_modules/.bun/date-fns@3.6.0/node_modules/date-fns/locale/it/_lib/formatDistance.d.mts</a:t>
            </a:r>
          </a:p>
          <a:p>
            <a:pPr>
              <a:defRPr sz="1200"/>
            </a:pPr>
            <a:r>
              <a:t>D:/pasar_fix/node_modules/.bun/date-fns@3.6.0/node_modules/date-fns/locale/it/_lib/formatDistance.d.ts</a:t>
            </a:r>
          </a:p>
          <a:p>
            <a:pPr>
              <a:defRPr sz="1200"/>
            </a:pPr>
            <a:r>
              <a:t>D:/pasar_fix/node_modules/.bun/date-fns@3.6.0/node_modules/date-fns/locale/it/_lib/formatDistance.js</a:t>
            </a:r>
          </a:p>
          <a:p>
            <a:pPr>
              <a:defRPr sz="1200"/>
            </a:pPr>
            <a:r>
              <a:t>D:/pasar_fix/node_modules/.bun/date-fns@3.6.0/node_modules/date-fns/locale/it/_lib/formatDistance.mjs</a:t>
            </a:r>
          </a:p>
          <a:p>
            <a:pPr>
              <a:defRPr sz="1200"/>
            </a:pPr>
            <a:r>
              <a:t>D:/pasar_fix/node_modules/.bun/date-fns@3.6.0/node_modules/date-fns/locale/it/_lib/formatLong.d.mts</a:t>
            </a:r>
          </a:p>
          <a:p>
            <a:pPr>
              <a:defRPr sz="1200"/>
            </a:pPr>
            <a:r>
              <a:t>D:/pasar_fix/node_modules/.bun/date-fns@3.6.0/node_modules/date-fns/locale/it/_lib/formatLong.d.ts</a:t>
            </a:r>
          </a:p>
          <a:p>
            <a:pPr>
              <a:defRPr sz="1200"/>
            </a:pPr>
            <a:r>
              <a:t>D:/pasar_fix/node_modules/.bun/date-fns@3.6.0/node_modules/date-fns/locale/it/_lib/formatLong.js</a:t>
            </a:r>
          </a:p>
          <a:p>
            <a:pPr>
              <a:defRPr sz="1200"/>
            </a:pPr>
            <a:r>
              <a:t>D:/pasar_fix/node_modules/.bun/date-fns@3.6.0/node_modules/date-fns/locale/it/_lib/formatLong.mjs</a:t>
            </a:r>
          </a:p>
          <a:p>
            <a:pPr>
              <a:defRPr sz="1200"/>
            </a:pPr>
            <a:r>
              <a:t>D:/pasar_fix/node_modules/.bun/date-fns@3.6.0/node_modules/date-fns/locale/it/_lib/formatRelative.d.mts</a:t>
            </a:r>
          </a:p>
          <a:p>
            <a:pPr>
              <a:defRPr sz="1200"/>
            </a:pPr>
            <a:r>
              <a:t>D:/pasar_fix/node_modules/.bun/date-fns@3.6.0/node_modules/date-fns/locale/it/_lib/formatRelative.d.ts</a:t>
            </a:r>
          </a:p>
          <a:p>
            <a:pPr>
              <a:defRPr sz="1200"/>
            </a:pPr>
            <a:r>
              <a:t>D:/pasar_fix/node_modules/.bun/date-fns@3.6.0/node_modules/date-fns/locale/it/_lib/formatRelative.js</a:t>
            </a:r>
          </a:p>
          <a:p>
            <a:pPr>
              <a:defRPr sz="1200"/>
            </a:pPr>
            <a:r>
              <a:t>D:/pasar_fix/node_modules/.bun/date-fns@3.6.0/node_modules/date-fns/locale/it/_lib/formatRelative.mjs</a:t>
            </a:r>
          </a:p>
          <a:p>
            <a:pPr>
              <a:defRPr sz="1200"/>
            </a:pPr>
            <a:r>
              <a:t>D:/pasar_fix/node_modules/.bun/date-fns@3.6.0/node_modules/date-fns/locale/it/_lib/localize.d.mts</a:t>
            </a:r>
          </a:p>
          <a:p>
            <a:pPr>
              <a:defRPr sz="1200"/>
            </a:pPr>
            <a:r>
              <a:t>D:/pasar_fix/node_modules/.bun/date-fns@3.6.0/node_modules/date-fns/locale/it/_lib/localize.d.ts</a:t>
            </a:r>
          </a:p>
          <a:p>
            <a:pPr>
              <a:defRPr sz="1200"/>
            </a:pPr>
            <a:r>
              <a:t>D:/pasar_fix/node_modules/.bun/date-fns@3.6.0/node_modules/date-fns/locale/it/_lib/localize.js</a:t>
            </a:r>
          </a:p>
          <a:p>
            <a:pPr>
              <a:defRPr sz="1200"/>
            </a:pPr>
            <a:r>
              <a:t>D:/pasar_fix/node_modules/.bun/date-fns@3.6.0/node_modules/date-fns/locale/it/_lib/localize.mjs</a:t>
            </a:r>
          </a:p>
          <a:p>
            <a:pPr>
              <a:defRPr sz="1200"/>
            </a:pPr>
            <a:r>
              <a:t>D:/pasar_fix/node_modules/.bun/date-fns@3.6.0/node_modules/date-fns/locale/it/_lib/match.d.mts</a:t>
            </a:r>
          </a:p>
          <a:p>
            <a:pPr>
              <a:defRPr sz="1200"/>
            </a:pPr>
            <a:r>
              <a:t>D:/pasar_fix/node_modules/.bun/date-fns@3.6.0/node_modules/date-fns/locale/it/_lib/match.d.ts</a:t>
            </a:r>
          </a:p>
          <a:p>
            <a:pPr>
              <a:defRPr sz="1200"/>
            </a:pPr>
            <a:r>
              <a:t>D:/pasar_fix/node_modules/.bun/date-fns@3.6.0/node_modules/date-fns/locale/it/_lib/match.js</a:t>
            </a:r>
          </a:p>
          <a:p>
            <a:pPr>
              <a:defRPr sz="1200"/>
            </a:pPr>
            <a:r>
              <a:t>D:/pasar_fix/node_modules/.bun/date-fns@3.6.0/node_modules/date-fns/locale/it/_lib/match.mjs</a:t>
            </a:r>
          </a:p>
          <a:p>
            <a:pPr>
              <a:defRPr sz="1200"/>
            </a:pPr>
            <a:r>
              <a:t>D:/pasar_fix/node_modules/.bun/date-fns@3.6.0/node_modules/date-fns/locale/it-CH/cdn.js</a:t>
            </a:r>
          </a:p>
          <a:p>
            <a:pPr>
              <a:defRPr sz="1200"/>
            </a:pPr>
            <a:r>
              <a:t>D:/pasar_fix/node_modules/.bun/date-fns@3.6.0/node_modules/date-fns/locale/it-CH/cdn.js.map</a:t>
            </a:r>
          </a:p>
          <a:p>
            <a:pPr>
              <a:defRPr sz="1200"/>
            </a:pPr>
            <a:r>
              <a:t>D:/pasar_fix/node_modules/.bun/date-fns@3.6.0/node_modules/date-fns/locale/it-CH/cdn.min.js</a:t>
            </a:r>
          </a:p>
          <a:p>
            <a:pPr>
              <a:defRPr sz="1200"/>
            </a:pPr>
            <a:r>
              <a:t>D:/pasar_fix/node_modules/.bun/date-fns@3.6.0/node_modules/date-fns/locale/it-CH/cdn.min.js.map</a:t>
            </a:r>
          </a:p>
          <a:p>
            <a:pPr>
              <a:defRPr sz="1200"/>
            </a:pPr>
            <a:r>
              <a:t>D:/pasar_fix/node_modules/.bun/date-fns@3.6.0/node_modules/date-fns/locale/it-CH/_lib/formatLong.d.mts</a:t>
            </a:r>
          </a:p>
          <a:p>
            <a:pPr>
              <a:defRPr sz="1200"/>
            </a:pPr>
            <a:r>
              <a:t>D:/pasar_fix/node_modules/.bun/date-fns@3.6.0/node_modules/date-fns/locale/it-CH/_lib/formatLong.d.ts</a:t>
            </a:r>
          </a:p>
          <a:p>
            <a:pPr>
              <a:defRPr sz="1200"/>
            </a:pPr>
            <a:r>
              <a:t>D:/pasar_fix/node_modules/.bun/date-fns@3.6.0/node_modules/date-fns/locale/it-CH/_lib/formatLong.js</a:t>
            </a:r>
          </a:p>
          <a:p>
            <a:pPr>
              <a:defRPr sz="1200"/>
            </a:pPr>
            <a:r>
              <a:t>D:/pasar_fix/node_modules/.bun/date-fns@3.6.0/node_modules/date-fns/locale/it-CH/_lib/formatLong.mjs</a:t>
            </a:r>
          </a:p>
          <a:p>
            <a:pPr>
              <a:defRPr sz="1200"/>
            </a:pPr>
            <a:r>
              <a:t>D:/pasar_fix/node_modules/.bun/date-fns@3.6.0/node_modules/date-fns/locale/ja/cdn.js</a:t>
            </a:r>
          </a:p>
          <a:p>
            <a:pPr>
              <a:defRPr sz="1200"/>
            </a:pPr>
            <a:r>
              <a:t>D:/pasar_fix/node_modules/.bun/date-fns@3.6.0/node_modules/date-fns/locale/ja/cdn.js.map</a:t>
            </a:r>
          </a:p>
          <a:p>
            <a:pPr>
              <a:defRPr sz="1200"/>
            </a:pPr>
            <a:r>
              <a:t>D:/pasar_fix/node_modules/.bun/date-fns@3.6.0/node_modules/date-fns/locale/ja/cdn.min.js</a:t>
            </a:r>
          </a:p>
          <a:p>
            <a:pPr>
              <a:defRPr sz="1200"/>
            </a:pPr>
            <a:r>
              <a:t>D:/pasar_fix/node_modules/.bun/date-fns@3.6.0/node_modules/date-fns/locale/ja/cdn.min.js.map</a:t>
            </a:r>
          </a:p>
          <a:p>
            <a:pPr>
              <a:defRPr sz="1200"/>
            </a:pPr>
            <a:r>
              <a:t>D:/pasar_fix/node_modules/.bun/date-fns@3.6.0/node_modules/date-fns/locale/ja/_lib/formatDistance.d.mts</a:t>
            </a:r>
          </a:p>
          <a:p>
            <a:pPr>
              <a:defRPr sz="1200"/>
            </a:pPr>
            <a:r>
              <a:t>D:/pasar_fix/node_modules/.bun/date-fns@3.6.0/node_modules/date-fns/locale/ja/_lib/formatDistance.d.ts</a:t>
            </a:r>
          </a:p>
          <a:p>
            <a:pPr>
              <a:defRPr sz="1200"/>
            </a:pPr>
            <a:r>
              <a:t>D:/pasar_fix/node_modules/.bun/date-fns@3.6.0/node_modules/date-fns/locale/ja/_lib/formatDistance.js</a:t>
            </a:r>
          </a:p>
          <a:p>
            <a:pPr>
              <a:defRPr sz="1200"/>
            </a:pPr>
            <a:r>
              <a:t>D:/pasar_fix/node_modules/.bun/date-fns@3.6.0/node_modules/date-fns/locale/ja/_lib/formatDistance.mjs</a:t>
            </a:r>
          </a:p>
          <a:p>
            <a:pPr>
              <a:defRPr sz="1200"/>
            </a:pPr>
            <a:r>
              <a:t>D:/pasar_fix/node_modules/.bun/date-fns@3.6.0/node_modules/date-fns/locale/ja/_lib/formatLong.d.mts</a:t>
            </a:r>
          </a:p>
          <a:p>
            <a:pPr>
              <a:defRPr sz="1200"/>
            </a:pPr>
            <a:r>
              <a:t>D:/pasar_fix/node_modules/.bun/date-fns@3.6.0/node_modules/date-fns/locale/ja/_lib/formatLong.d.ts</a:t>
            </a:r>
          </a:p>
          <a:p>
            <a:pPr>
              <a:defRPr sz="1200"/>
            </a:pPr>
            <a:r>
              <a:t>D:/pasar_fix/node_modules/.bun/date-fns@3.6.0/node_modules/date-fns/locale/ja/_lib/formatLong.js</a:t>
            </a:r>
          </a:p>
          <a:p>
            <a:pPr>
              <a:defRPr sz="1200"/>
            </a:pPr>
            <a:r>
              <a:t>D:/pasar_fix/node_modules/.bun/date-fns@3.6.0/node_modules/date-fns/locale/ja/_lib/formatLong.mjs</a:t>
            </a:r>
          </a:p>
          <a:p>
            <a:pPr>
              <a:defRPr sz="1200"/>
            </a:pPr>
            <a:r>
              <a:t>D:/pasar_fix/node_modules/.bun/date-fns@3.6.0/node_modules/date-fns/locale/ja/_lib/formatRelative.d.mts</a:t>
            </a:r>
          </a:p>
          <a:p>
            <a:pPr>
              <a:defRPr sz="1200"/>
            </a:pPr>
            <a:r>
              <a:t>D:/pasar_fix/node_modules/.bun/date-fns@3.6.0/node_modules/date-fns/locale/ja/_lib/formatRelative.d.ts</a:t>
            </a:r>
          </a:p>
          <a:p>
            <a:pPr>
              <a:defRPr sz="1200"/>
            </a:pPr>
            <a:r>
              <a:t>D:/pasar_fix/node_modules/.bun/date-fns@3.6.0/node_modules/date-fns/locale/ja/_lib/formatRelative.js</a:t>
            </a:r>
          </a:p>
          <a:p>
            <a:pPr>
              <a:defRPr sz="1200"/>
            </a:pPr>
            <a:r>
              <a:t>D:/pasar_fix/node_modules/.bun/date-fns@3.6.0/node_modules/date-fns/locale/ja/_lib/formatRelative.mjs</a:t>
            </a:r>
          </a:p>
          <a:p>
            <a:pPr>
              <a:defRPr sz="1200"/>
            </a:pPr>
            <a:r>
              <a:t>D:/pasar_fix/node_modules/.bun/date-fns@3.6.0/node_modules/date-fns/locale/ja/_lib/localize.d.mts</a:t>
            </a:r>
          </a:p>
          <a:p>
            <a:pPr>
              <a:defRPr sz="1200"/>
            </a:pPr>
            <a:r>
              <a:t>D:/pasar_fix/node_modules/.bun/date-fns@3.6.0/node_modules/date-fns/locale/ja/_lib/localize.d.ts</a:t>
            </a:r>
          </a:p>
          <a:p>
            <a:pPr>
              <a:defRPr sz="1200"/>
            </a:pPr>
            <a:r>
              <a:t>D:/pasar_fix/node_modules/.bun/date-fns@3.6.0/node_modules/date-fns/locale/ja/_lib/localize.js</a:t>
            </a:r>
          </a:p>
          <a:p>
            <a:pPr>
              <a:defRPr sz="1200"/>
            </a:pPr>
            <a:r>
              <a:t>D:/pasar_fix/node_modules/.bun/date-fns@3.6.0/node_modules/date-fns/locale/ja/_lib/localize.mjs</a:t>
            </a:r>
          </a:p>
          <a:p>
            <a:pPr>
              <a:defRPr sz="1200"/>
            </a:pPr>
            <a:r>
              <a:t>D:/pasar_fix/node_modules/.bun/date-fns@3.6.0/node_modules/date-fns/locale/ja/_lib/match.d.mts</a:t>
            </a:r>
          </a:p>
          <a:p>
            <a:pPr>
              <a:defRPr sz="1200"/>
            </a:pPr>
            <a:r>
              <a:t>D:/pasar_fix/node_modules/.bun/date-fns@3.6.0/node_modules/date-fns/locale/ja/_lib/match.d.ts</a:t>
            </a:r>
          </a:p>
          <a:p>
            <a:pPr>
              <a:defRPr sz="1200"/>
            </a:pPr>
            <a:r>
              <a:t>D:/pasar_fix/node_modules/.bun/date-fns@3.6.0/node_modules/date-fns/locale/ja/_lib/match.js</a:t>
            </a:r>
          </a:p>
          <a:p>
            <a:pPr>
              <a:defRPr sz="1200"/>
            </a:pPr>
            <a:r>
              <a:t>D:/pasar_fix/node_modules/.bun/date-fns@3.6.0/node_modules/date-fns/locale/ja/_lib/match.mjs</a:t>
            </a:r>
          </a:p>
          <a:p>
            <a:pPr>
              <a:defRPr sz="1200"/>
            </a:pPr>
            <a:r>
              <a:t>D:/pasar_fix/node_modules/.bun/date-fns@3.6.0/node_modules/date-fns/locale/ja-Hira/cdn.js</a:t>
            </a:r>
          </a:p>
          <a:p>
            <a:pPr>
              <a:defRPr sz="1200"/>
            </a:pPr>
            <a:r>
              <a:t>D:/pasar_fix/node_modules/.bun/date-fns@3.6.0/node_modules/date-fns/locale/ja-Hira/cdn.js.map</a:t>
            </a:r>
          </a:p>
          <a:p>
            <a:pPr>
              <a:defRPr sz="1200"/>
            </a:pPr>
            <a:r>
              <a:t>D:/pasar_fix/node_modules/.bun/date-fns@3.6.0/node_modules/date-fns/locale/ja-Hira/cdn.min.js</a:t>
            </a:r>
          </a:p>
          <a:p>
            <a:pPr>
              <a:defRPr sz="1200"/>
            </a:pPr>
            <a:r>
              <a:t>D:/pasar_fix/node_modules/.bun/date-fns@3.6.0/node_modules/date-fns/locale/ja-Hira/cdn.min.js.map</a:t>
            </a:r>
          </a:p>
          <a:p>
            <a:pPr>
              <a:defRPr sz="1200"/>
            </a:pPr>
            <a:r>
              <a:t>D:/pasar_fix/node_modules/.bun/date-fns@3.6.0/node_modules/date-fns/locale/ja-Hira/_lib/formatDistance.d.mts</a:t>
            </a:r>
          </a:p>
          <a:p>
            <a:pPr>
              <a:defRPr sz="1200"/>
            </a:pPr>
            <a:r>
              <a:t>D:/pasar_fix/node_modules/.bun/date-fns@3.6.0/node_modules/date-fns/locale/ja-Hira/_lib/formatDistance.d.ts</a:t>
            </a:r>
          </a:p>
          <a:p>
            <a:pPr>
              <a:defRPr sz="1200"/>
            </a:pPr>
            <a:r>
              <a:t>D:/pasar_fix/node_modules/.bun/date-fns@3.6.0/node_modules/date-fns/locale/ja-Hira/_lib/formatDistance.js</a:t>
            </a:r>
          </a:p>
          <a:p>
            <a:pPr>
              <a:defRPr sz="1200"/>
            </a:pPr>
            <a:r>
              <a:t>D:/pasar_fix/node_modules/.bun/date-fns@3.6.0/node_modules/date-fns/locale/ja-Hira/_lib/formatDistance.mjs</a:t>
            </a:r>
          </a:p>
          <a:p>
            <a:pPr>
              <a:defRPr sz="1200"/>
            </a:pPr>
            <a:r>
              <a:t>D:/pasar_fix/node_modules/.bun/date-fns@3.6.0/node_modules/date-fns/locale/ja-Hira/_lib/formatLong.d.mts</a:t>
            </a:r>
          </a:p>
          <a:p>
            <a:pPr>
              <a:defRPr sz="1200"/>
            </a:pPr>
            <a:r>
              <a:t>D:/pasar_fix/node_modules/.bun/date-fns@3.6.0/node_modules/date-fns/locale/ja-Hira/_lib/formatLong.d.ts</a:t>
            </a:r>
          </a:p>
          <a:p>
            <a:pPr>
              <a:defRPr sz="1200"/>
            </a:pPr>
            <a:r>
              <a:t>D:/pasar_fix/node_modules/.bun/date-fns@3.6.0/node_modules/date-fns/locale/ja-Hira/_lib/formatLong.js</a:t>
            </a:r>
          </a:p>
          <a:p>
            <a:pPr>
              <a:defRPr sz="1200"/>
            </a:pPr>
            <a:r>
              <a:t>D:/pasar_fix/node_modules/.bun/date-fns@3.6.0/node_modules/date-fns/locale/ja-Hira/_lib/formatLong.mjs</a:t>
            </a:r>
          </a:p>
          <a:p>
            <a:pPr>
              <a:defRPr sz="1200"/>
            </a:pPr>
            <a:r>
              <a:t>D:/pasar_fix/node_modules/.bun/date-fns@3.6.0/node_modules/date-fns/locale/ja-Hira/_lib/formatRelative.d.mts</a:t>
            </a:r>
          </a:p>
          <a:p>
            <a:pPr>
              <a:defRPr sz="1200"/>
            </a:pPr>
            <a:r>
              <a:t>D:/pasar_fix/node_modules/.bun/date-fns@3.6.0/node_modules/date-fns/locale/ja-Hira/_lib/formatRelative.d.ts</a:t>
            </a:r>
          </a:p>
          <a:p>
            <a:pPr>
              <a:defRPr sz="1200"/>
            </a:pPr>
            <a:r>
              <a:t>D:/pasar_fix/node_modules/.bun/date-fns@3.6.0/node_modules/date-fns/locale/ja-Hira/_lib/formatRelative.js</a:t>
            </a:r>
          </a:p>
          <a:p>
            <a:pPr>
              <a:defRPr sz="1200"/>
            </a:pPr>
            <a:r>
              <a:t>D:/pasar_fix/node_modules/.bun/date-fns@3.6.0/node_modules/date-fns/locale/ja-Hira/_lib/formatRelative.mjs</a:t>
            </a:r>
          </a:p>
          <a:p>
            <a:pPr>
              <a:defRPr sz="1200"/>
            </a:pPr>
            <a:r>
              <a:t>D:/pasar_fix/node_modules/.bun/date-fns@3.6.0/node_modules/date-fns/locale/ja-Hira/_lib/localize.d.mts</a:t>
            </a:r>
          </a:p>
          <a:p>
            <a:pPr>
              <a:defRPr sz="1200"/>
            </a:pPr>
            <a:r>
              <a:t>D:/pasar_fix/node_modules/.bun/date-fns@3.6.0/node_modules/date-fns/locale/ja-Hira/_lib/localize.d.ts</a:t>
            </a:r>
          </a:p>
          <a:p>
            <a:pPr>
              <a:defRPr sz="1200"/>
            </a:pPr>
            <a:r>
              <a:t>D:/pasar_fix/node_modules/.bun/date-fns@3.6.0/node_modules/date-fns/locale/ja-Hira/_lib/localize.js</a:t>
            </a:r>
          </a:p>
          <a:p>
            <a:pPr>
              <a:defRPr sz="1200"/>
            </a:pPr>
            <a:r>
              <a:t>D:/pasar_fix/node_modules/.bun/date-fns@3.6.0/node_modules/date-fns/locale/ja-Hira/_lib/localize.mjs</a:t>
            </a:r>
          </a:p>
          <a:p>
            <a:pPr>
              <a:defRPr sz="1200"/>
            </a:pPr>
            <a:r>
              <a:t>D:/pasar_fix/node_modules/.bun/date-fns@3.6.0/node_modules/date-fns/locale/ja-Hira/_lib/match.d.mts</a:t>
            </a:r>
          </a:p>
          <a:p>
            <a:pPr>
              <a:defRPr sz="1200"/>
            </a:pPr>
            <a:r>
              <a:t>D:/pasar_fix/node_modules/.bun/date-fns@3.6.0/node_modules/date-fns/locale/ja-Hira/_lib/match.d.ts</a:t>
            </a:r>
          </a:p>
          <a:p>
            <a:pPr>
              <a:defRPr sz="1200"/>
            </a:pPr>
            <a:r>
              <a:t>D:/pasar_fix/node_modules/.bun/date-fns@3.6.0/node_modules/date-fns/locale/ja-Hira/_lib/match.js</a:t>
            </a:r>
          </a:p>
          <a:p>
            <a:pPr>
              <a:defRPr sz="1200"/>
            </a:pPr>
            <a:r>
              <a:t>D:/pasar_fix/node_modules/.bun/date-fns@3.6.0/node_modules/date-fns/locale/ja-Hira/_lib/match.mjs</a:t>
            </a:r>
          </a:p>
          <a:p>
            <a:pPr>
              <a:defRPr sz="1200"/>
            </a:pPr>
            <a:r>
              <a:t>D:/pasar_fix/node_modules/.bun/date-fns@3.6.0/node_modules/date-fns/locale/ka/cdn.js</a:t>
            </a:r>
          </a:p>
          <a:p>
            <a:pPr>
              <a:defRPr sz="1200"/>
            </a:pPr>
            <a:r>
              <a:t>D:/pasar_fix/node_modules/.bun/date-fns@3.6.0/node_modules/date-fns/locale/ka/cdn.js.map</a:t>
            </a:r>
          </a:p>
          <a:p>
            <a:pPr>
              <a:defRPr sz="1200"/>
            </a:pPr>
            <a:r>
              <a:t>D:/pasar_fix/node_modules/.bun/date-fns@3.6.0/node_modules/date-fns/locale/ka/cdn.min.js</a:t>
            </a:r>
          </a:p>
          <a:p>
            <a:pPr>
              <a:defRPr sz="1200"/>
            </a:pPr>
            <a:r>
              <a:t>D:/pasar_fix/node_modules/.bun/date-fns@3.6.0/node_modules/date-fns/locale/ka/cdn.min.js.map</a:t>
            </a:r>
          </a:p>
          <a:p>
            <a:pPr>
              <a:defRPr sz="1200"/>
            </a:pPr>
            <a:r>
              <a:t>D:/pasar_fix/node_modules/.bun/date-fns@3.6.0/node_modules/date-fns/locale/ka/_lib/formatDistance.d.mts</a:t>
            </a:r>
          </a:p>
          <a:p>
            <a:pPr>
              <a:defRPr sz="1200"/>
            </a:pPr>
            <a:r>
              <a:t>D:/pasar_fix/node_modules/.bun/date-fns@3.6.0/node_modules/date-fns/locale/ka/_lib/formatDistance.d.ts</a:t>
            </a:r>
          </a:p>
          <a:p>
            <a:pPr>
              <a:defRPr sz="1200"/>
            </a:pPr>
            <a:r>
              <a:t>D:/pasar_fix/node_modules/.bun/date-fns@3.6.0/node_modules/date-fns/locale/ka/_lib/formatDistance.js</a:t>
            </a:r>
          </a:p>
          <a:p>
            <a:pPr>
              <a:defRPr sz="1200"/>
            </a:pPr>
            <a:r>
              <a:t>D:/pasar_fix/node_modules/.bun/date-fns@3.6.0/node_modules/date-fns/locale/ka/_lib/formatDistance.mjs</a:t>
            </a:r>
          </a:p>
          <a:p>
            <a:pPr>
              <a:defRPr sz="1200"/>
            </a:pPr>
            <a:r>
              <a:t>D:/pasar_fix/node_modules/.bun/date-fns@3.6.0/node_modules/date-fns/locale/ka/_lib/formatLong.d.mts</a:t>
            </a:r>
          </a:p>
          <a:p>
            <a:pPr>
              <a:defRPr sz="1200"/>
            </a:pPr>
            <a:r>
              <a:t>D:/pasar_fix/node_modules/.bun/date-fns@3.6.0/node_modules/date-fns/locale/ka/_lib/formatLong.d.ts</a:t>
            </a:r>
          </a:p>
          <a:p>
            <a:pPr>
              <a:defRPr sz="1200"/>
            </a:pPr>
            <a:r>
              <a:t>D:/pasar_fix/node_modules/.bun/date-fns@3.6.0/node_modules/date-fns/locale/ka/_lib/formatLong.js</a:t>
            </a:r>
          </a:p>
          <a:p>
            <a:pPr>
              <a:defRPr sz="1200"/>
            </a:pPr>
            <a:r>
              <a:t>D:/pasar_fix/node_modules/.bun/date-fns@3.6.0/node_modules/date-fns/locale/ka/_lib/formatLong.mjs</a:t>
            </a:r>
          </a:p>
          <a:p>
            <a:pPr>
              <a:defRPr sz="1200"/>
            </a:pPr>
            <a:r>
              <a:t>D:/pasar_fix/node_modules/.bun/date-fns@3.6.0/node_modules/date-fns/locale/ka/_lib/formatRelative.d.mts</a:t>
            </a:r>
          </a:p>
          <a:p>
            <a:pPr>
              <a:defRPr sz="1200"/>
            </a:pPr>
            <a:r>
              <a:t>D:/pasar_fix/node_modules/.bun/date-fns@3.6.0/node_modules/date-fns/locale/ka/_lib/formatRelative.d.ts</a:t>
            </a:r>
          </a:p>
          <a:p>
            <a:pPr>
              <a:defRPr sz="1200"/>
            </a:pPr>
            <a:r>
              <a:t>D:/pasar_fix/node_modules/.bun/date-fns@3.6.0/node_modules/date-fns/locale/ka/_lib/formatRelative.js</a:t>
            </a:r>
          </a:p>
          <a:p>
            <a:pPr>
              <a:defRPr sz="1200"/>
            </a:pPr>
            <a:r>
              <a:t>D:/pasar_fix/node_modules/.bun/date-fns@3.6.0/node_modules/date-fns/locale/ka/_lib/formatRelative.mjs</a:t>
            </a:r>
          </a:p>
          <a:p>
            <a:pPr>
              <a:defRPr sz="1200"/>
            </a:pPr>
            <a:r>
              <a:t>D:/pasar_fix/node_modules/.bun/date-fns@3.6.0/node_modules/date-fns/locale/ka/_lib/localize.d.mts</a:t>
            </a:r>
          </a:p>
          <a:p>
            <a:pPr>
              <a:defRPr sz="1200"/>
            </a:pPr>
            <a:r>
              <a:t>D:/pasar_fix/node_modules/.bun/date-fns@3.6.0/node_modules/date-fns/locale/ka/_lib/localize.d.ts</a:t>
            </a:r>
          </a:p>
          <a:p>
            <a:pPr>
              <a:defRPr sz="1200"/>
            </a:pPr>
            <a:r>
              <a:t>D:/pasar_fix/node_modules/.bun/date-fns@3.6.0/node_modules/date-fns/locale/ka/_lib/localize.js</a:t>
            </a:r>
          </a:p>
          <a:p>
            <a:pPr>
              <a:defRPr sz="1200"/>
            </a:pPr>
            <a:r>
              <a:t>D:/pasar_fix/node_modules/.bun/date-fns@3.6.0/node_modules/date-fns/locale/ka/_lib/localize.mjs</a:t>
            </a:r>
          </a:p>
          <a:p>
            <a:pPr>
              <a:defRPr sz="1200"/>
            </a:pPr>
            <a:r>
              <a:t>D:/pasar_fix/node_modules/.bun/date-fns@3.6.0/node_modules/date-fns/locale/ka/_lib/match.d.mts</a:t>
            </a:r>
          </a:p>
          <a:p>
            <a:pPr>
              <a:defRPr sz="1200"/>
            </a:pPr>
            <a:r>
              <a:t>D:/pasar_fix/node_modules/.bun/date-fns@3.6.0/node_modules/date-fns/locale/ka/_lib/match.d.ts</a:t>
            </a:r>
          </a:p>
          <a:p>
            <a:pPr>
              <a:defRPr sz="1200"/>
            </a:pPr>
            <a:r>
              <a:t>D:/pasar_fix/node_modules/.bun/date-fns@3.6.0/node_modules/date-fns/locale/ka/_lib/match.js</a:t>
            </a:r>
          </a:p>
          <a:p>
            <a:pPr>
              <a:defRPr sz="1200"/>
            </a:pPr>
            <a:r>
              <a:t>D:/pasar_fix/node_modules/.bun/date-fns@3.6.0/node_modules/date-fns/locale/ka/_lib/match.mjs</a:t>
            </a:r>
          </a:p>
          <a:p>
            <a:pPr>
              <a:defRPr sz="1200"/>
            </a:pPr>
            <a:r>
              <a:t>D:/pasar_fix/node_modules/.bun/date-fns@3.6.0/node_modules/date-fns/locale/kk/cdn.js</a:t>
            </a:r>
          </a:p>
          <a:p>
            <a:pPr>
              <a:defRPr sz="1200"/>
            </a:pPr>
            <a:r>
              <a:t>D:/pasar_fix/node_modules/.bun/date-fns@3.6.0/node_modules/date-fns/locale/kk/cdn.js.map</a:t>
            </a:r>
          </a:p>
          <a:p>
            <a:pPr>
              <a:defRPr sz="1200"/>
            </a:pPr>
            <a:r>
              <a:t>D:/pasar_fix/node_modules/.bun/date-fns@3.6.0/node_modules/date-fns/locale/kk/cdn.min.js</a:t>
            </a:r>
          </a:p>
          <a:p>
            <a:pPr>
              <a:defRPr sz="1200"/>
            </a:pPr>
            <a:r>
              <a:t>D:/pasar_fix/node_modules/.bun/date-fns@3.6.0/node_modules/date-fns/locale/kk/cdn.min.js.map</a:t>
            </a:r>
          </a:p>
          <a:p>
            <a:pPr>
              <a:defRPr sz="1200"/>
            </a:pPr>
            <a:r>
              <a:t>D:/pasar_fix/node_modules/.bun/date-fns@3.6.0/node_modules/date-fns/locale/kk/_lib/formatDistance.d.mts</a:t>
            </a:r>
          </a:p>
          <a:p>
            <a:pPr>
              <a:defRPr sz="1200"/>
            </a:pPr>
            <a:r>
              <a:t>D:/pasar_fix/node_modules/.bun/date-fns@3.6.0/node_modules/date-fns/locale/kk/_lib/formatDistance.d.ts</a:t>
            </a:r>
          </a:p>
          <a:p>
            <a:pPr>
              <a:defRPr sz="1200"/>
            </a:pPr>
            <a:r>
              <a:t>D:/pasar_fix/node_modules/.bun/date-fns@3.6.0/node_modules/date-fns/locale/kk/_lib/formatDistance.js</a:t>
            </a:r>
          </a:p>
          <a:p>
            <a:pPr>
              <a:defRPr sz="1200"/>
            </a:pPr>
            <a:r>
              <a:t>D:/pasar_fix/node_modules/.bun/date-fns@3.6.0/node_modules/date-fns/locale/kk/_lib/formatDistance.mjs</a:t>
            </a:r>
          </a:p>
          <a:p>
            <a:pPr>
              <a:defRPr sz="1200"/>
            </a:pPr>
            <a:r>
              <a:t>D:/pasar_fix/node_modules/.bun/date-fns@3.6.0/node_modules/date-fns/locale/kk/_lib/formatLong.d.mts</a:t>
            </a:r>
          </a:p>
          <a:p>
            <a:pPr>
              <a:defRPr sz="1200"/>
            </a:pPr>
            <a:r>
              <a:t>D:/pasar_fix/node_modules/.bun/date-fns@3.6.0/node_modules/date-fns/locale/kk/_lib/formatLong.d.ts</a:t>
            </a:r>
          </a:p>
          <a:p>
            <a:pPr>
              <a:defRPr sz="1200"/>
            </a:pPr>
            <a:r>
              <a:t>D:/pasar_fix/node_modules/.bun/date-fns@3.6.0/node_modules/date-fns/locale/kk/_lib/formatLong.js</a:t>
            </a:r>
          </a:p>
          <a:p>
            <a:pPr>
              <a:defRPr sz="1200"/>
            </a:pPr>
            <a:r>
              <a:t>D:/pasar_fix/node_modules/.bun/date-fns@3.6.0/node_modules/date-fns/locale/kk/_lib/formatLong.mjs</a:t>
            </a:r>
          </a:p>
          <a:p>
            <a:pPr>
              <a:defRPr sz="1200"/>
            </a:pPr>
            <a:r>
              <a:t>D:/pasar_fix/node_modules/.bun/date-fns@3.6.0/node_modules/date-fns/locale/kk/_lib/formatRelative.d.mts</a:t>
            </a:r>
          </a:p>
          <a:p>
            <a:pPr>
              <a:defRPr sz="1200"/>
            </a:pPr>
            <a:r>
              <a:t>D:/pasar_fix/node_modules/.bun/date-fns@3.6.0/node_modules/date-fns/locale/kk/_lib/formatRelative.d.ts</a:t>
            </a:r>
          </a:p>
          <a:p>
            <a:pPr>
              <a:defRPr sz="1200"/>
            </a:pPr>
            <a:r>
              <a:t>D:/pasar_fix/node_modules/.bun/date-fns@3.6.0/node_modules/date-fns/locale/kk/_lib/formatRelative.js</a:t>
            </a:r>
          </a:p>
          <a:p>
            <a:pPr>
              <a:defRPr sz="1200"/>
            </a:pPr>
            <a:r>
              <a:t>D:/pasar_fix/node_modules/.bun/date-fns@3.6.0/node_modules/date-fns/locale/kk/_lib/formatRelative.mjs</a:t>
            </a:r>
          </a:p>
          <a:p>
            <a:pPr>
              <a:defRPr sz="1200"/>
            </a:pPr>
            <a:r>
              <a:t>D:/pasar_fix/node_modules/.bun/date-fns@3.6.0/node_modules/date-fns/locale/kk/_lib/localize.d.mts</a:t>
            </a:r>
          </a:p>
          <a:p>
            <a:pPr>
              <a:defRPr sz="1200"/>
            </a:pPr>
            <a:r>
              <a:t>D:/pasar_fix/node_modules/.bun/date-fns@3.6.0/node_modules/date-fns/locale/kk/_lib/localize.d.ts</a:t>
            </a:r>
          </a:p>
          <a:p>
            <a:pPr>
              <a:defRPr sz="1200"/>
            </a:pPr>
            <a:r>
              <a:t>D:/pasar_fix/node_modules/.bun/date-fns@3.6.0/node_modules/date-fns/locale/kk/_lib/localize.js</a:t>
            </a:r>
          </a:p>
          <a:p>
            <a:pPr>
              <a:defRPr sz="1200"/>
            </a:pPr>
            <a:r>
              <a:t>D:/pasar_fix/node_modules/.bun/date-fns@3.6.0/node_modules/date-fns/locale/kk/_lib/localize.mjs</a:t>
            </a:r>
          </a:p>
          <a:p>
            <a:pPr>
              <a:defRPr sz="1200"/>
            </a:pPr>
            <a:r>
              <a:t>D:/pasar_fix/node_modules/.bun/date-fns@3.6.0/node_modules/date-fns/locale/kk/_lib/match.d.mts</a:t>
            </a:r>
          </a:p>
          <a:p>
            <a:pPr>
              <a:defRPr sz="1200"/>
            </a:pPr>
            <a:r>
              <a:t>D:/pasar_fix/node_modules/.bun/date-fns@3.6.0/node_modules/date-fns/locale/kk/_lib/match.d.ts</a:t>
            </a:r>
          </a:p>
          <a:p>
            <a:pPr>
              <a:defRPr sz="1200"/>
            </a:pPr>
            <a:r>
              <a:t>D:/pasar_fix/node_modules/.bun/date-fns@3.6.0/node_modules/date-fns/locale/kk/_lib/match.js</a:t>
            </a:r>
          </a:p>
          <a:p>
            <a:pPr>
              <a:defRPr sz="1200"/>
            </a:pPr>
            <a:r>
              <a:t>D:/pasar_fix/node_modules/.bun/date-fns@3.6.0/node_modules/date-fns/locale/kk/_lib/match.mjs</a:t>
            </a:r>
          </a:p>
          <a:p>
            <a:pPr>
              <a:defRPr sz="1200"/>
            </a:pPr>
            <a:r>
              <a:t>D:/pasar_fix/node_modules/.bun/date-fns@3.6.0/node_modules/date-fns/locale/km/cdn.js</a:t>
            </a:r>
          </a:p>
          <a:p>
            <a:pPr>
              <a:defRPr sz="1200"/>
            </a:pPr>
            <a:r>
              <a:t>D:/pasar_fix/node_modules/.bun/date-fns@3.6.0/node_modules/date-fns/locale/km/cdn.js.map</a:t>
            </a:r>
          </a:p>
          <a:p>
            <a:pPr>
              <a:defRPr sz="1200"/>
            </a:pPr>
            <a:r>
              <a:t>D:/pasar_fix/node_modules/.bun/date-fns@3.6.0/node_modules/date-fns/locale/km/cdn.min.js</a:t>
            </a:r>
          </a:p>
          <a:p>
            <a:pPr>
              <a:defRPr sz="1200"/>
            </a:pPr>
            <a:r>
              <a:t>D:/pasar_fix/node_modules/.bun/date-fns@3.6.0/node_modules/date-fns/locale/km/cdn.min.js.map</a:t>
            </a:r>
          </a:p>
          <a:p>
            <a:pPr>
              <a:defRPr sz="1200"/>
            </a:pPr>
            <a:r>
              <a:t>D:/pasar_fix/node_modules/.bun/date-fns@3.6.0/node_modules/date-fns/locale/km/_lib/formatDistance.d.mts</a:t>
            </a:r>
          </a:p>
          <a:p>
            <a:pPr>
              <a:defRPr sz="1200"/>
            </a:pPr>
            <a:r>
              <a:t>D:/pasar_fix/node_modules/.bun/date-fns@3.6.0/node_modules/date-fns/locale/km/_lib/formatDistance.d.ts</a:t>
            </a:r>
          </a:p>
          <a:p>
            <a:pPr>
              <a:defRPr sz="1200"/>
            </a:pPr>
            <a:r>
              <a:t>D:/pasar_fix/node_modules/.bun/date-fns@3.6.0/node_modules/date-fns/locale/km/_lib/formatDistance.js</a:t>
            </a:r>
          </a:p>
          <a:p>
            <a:pPr>
              <a:defRPr sz="1200"/>
            </a:pPr>
            <a:r>
              <a:t>D:/pasar_fix/node_modules/.bun/date-fns@3.6.0/node_modules/date-fns/locale/km/_lib/formatDistance.mjs</a:t>
            </a:r>
          </a:p>
          <a:p>
            <a:pPr>
              <a:defRPr sz="1200"/>
            </a:pPr>
            <a:r>
              <a:t>D:/pasar_fix/node_modules/.bun/date-fns@3.6.0/node_modules/date-fns/locale/km/_lib/formatLong.d.mts</a:t>
            </a:r>
          </a:p>
          <a:p>
            <a:pPr>
              <a:defRPr sz="1200"/>
            </a:pPr>
            <a:r>
              <a:t>D:/pasar_fix/node_modules/.bun/date-fns@3.6.0/node_modules/date-fns/locale/km/_lib/formatLong.d.ts</a:t>
            </a:r>
          </a:p>
          <a:p>
            <a:pPr>
              <a:defRPr sz="1200"/>
            </a:pPr>
            <a:r>
              <a:t>D:/pasar_fix/node_modules/.bun/date-fns@3.6.0/node_modules/date-fns/locale/km/_lib/formatLong.js</a:t>
            </a:r>
          </a:p>
          <a:p>
            <a:pPr>
              <a:defRPr sz="1200"/>
            </a:pPr>
            <a:r>
              <a:t>D:/pasar_fix/node_modules/.bun/date-fns@3.6.0/node_modules/date-fns/locale/km/_lib/formatLong.mjs</a:t>
            </a:r>
          </a:p>
          <a:p>
            <a:pPr>
              <a:defRPr sz="1200"/>
            </a:pPr>
            <a:r>
              <a:t>D:/pasar_fix/node_modules/.bun/date-fns@3.6.0/node_modules/date-fns/locale/km/_lib/formatRelative.d.mts</a:t>
            </a:r>
          </a:p>
          <a:p>
            <a:pPr>
              <a:defRPr sz="1200"/>
            </a:pPr>
            <a:r>
              <a:t>D:/pasar_fix/node_modules/.bun/date-fns@3.6.0/node_modules/date-fns/locale/km/_lib/formatRelative.d.ts</a:t>
            </a:r>
          </a:p>
          <a:p>
            <a:pPr>
              <a:defRPr sz="1200"/>
            </a:pPr>
            <a:r>
              <a:t>D:/pasar_fix/node_modules/.bun/date-fns@3.6.0/node_modules/date-fns/locale/km/_lib/formatRelative.js</a:t>
            </a:r>
          </a:p>
          <a:p>
            <a:pPr>
              <a:defRPr sz="1200"/>
            </a:pPr>
            <a:r>
              <a:t>D:/pasar_fix/node_modules/.bun/date-fns@3.6.0/node_modules/date-fns/locale/km/_lib/formatRelative.mjs</a:t>
            </a:r>
          </a:p>
          <a:p>
            <a:pPr>
              <a:defRPr sz="1200"/>
            </a:pPr>
            <a:r>
              <a:t>D:/pasar_fix/node_modules/.bun/date-fns@3.6.0/node_modules/date-fns/locale/km/_lib/localize.d.mts</a:t>
            </a:r>
          </a:p>
          <a:p>
            <a:pPr>
              <a:defRPr sz="1200"/>
            </a:pPr>
            <a:r>
              <a:t>D:/pasar_fix/node_modules/.bun/date-fns@3.6.0/node_modules/date-fns/locale/km/_lib/localize.d.ts</a:t>
            </a:r>
          </a:p>
          <a:p>
            <a:pPr>
              <a:defRPr sz="1200"/>
            </a:pPr>
            <a:r>
              <a:t>D:/pasar_fix/node_modules/.bun/date-fns@3.6.0/node_modules/date-fns/locale/km/_lib/localize.js</a:t>
            </a:r>
          </a:p>
          <a:p>
            <a:pPr>
              <a:defRPr sz="1200"/>
            </a:pPr>
            <a:r>
              <a:t>D:/pasar_fix/node_modules/.bun/date-fns@3.6.0/node_modules/date-fns/locale/km/_lib/localize.mjs</a:t>
            </a:r>
          </a:p>
          <a:p>
            <a:pPr>
              <a:defRPr sz="1200"/>
            </a:pPr>
            <a:r>
              <a:t>D:/pasar_fix/node_modules/.bun/date-fns@3.6.0/node_modules/date-fns/locale/km/_lib/match.d.mts</a:t>
            </a:r>
          </a:p>
          <a:p>
            <a:pPr>
              <a:defRPr sz="1200"/>
            </a:pPr>
            <a:r>
              <a:t>D:/pasar_fix/node_modules/.bun/date-fns@3.6.0/node_modules/date-fns/locale/km/_lib/match.d.ts</a:t>
            </a:r>
          </a:p>
          <a:p>
            <a:pPr>
              <a:defRPr sz="1200"/>
            </a:pPr>
            <a:r>
              <a:t>D:/pasar_fix/node_modules/.bun/date-fns@3.6.0/node_modules/date-fns/locale/km/_lib/match.js</a:t>
            </a:r>
          </a:p>
          <a:p>
            <a:pPr>
              <a:defRPr sz="1200"/>
            </a:pPr>
            <a:r>
              <a:t>D:/pasar_fix/node_modules/.bun/date-fns@3.6.0/node_modules/date-fns/locale/km/_lib/match.mjs</a:t>
            </a:r>
          </a:p>
          <a:p>
            <a:pPr>
              <a:defRPr sz="1200"/>
            </a:pPr>
            <a:r>
              <a:t>D:/pasar_fix/node_modules/.bun/date-fns@3.6.0/node_modules/date-fns/locale/kn/cdn.js</a:t>
            </a:r>
          </a:p>
          <a:p>
            <a:pPr>
              <a:defRPr sz="1200"/>
            </a:pPr>
            <a:r>
              <a:t>D:/pasar_fix/node_modules/.bun/date-fns@3.6.0/node_modules/date-fns/locale/kn/cdn.js.map</a:t>
            </a:r>
          </a:p>
          <a:p>
            <a:pPr>
              <a:defRPr sz="1200"/>
            </a:pPr>
            <a:r>
              <a:t>D:/pasar_fix/node_modules/.bun/date-fns@3.6.0/node_modules/date-fns/locale/kn/cdn.min.js</a:t>
            </a:r>
          </a:p>
          <a:p>
            <a:pPr>
              <a:defRPr sz="1200"/>
            </a:pPr>
            <a:r>
              <a:t>D:/pasar_fix/node_modules/.bun/date-fns@3.6.0/node_modules/date-fns/locale/kn/cdn.min.js.map</a:t>
            </a:r>
          </a:p>
          <a:p>
            <a:pPr>
              <a:defRPr sz="1200"/>
            </a:pPr>
            <a:r>
              <a:t>D:/pasar_fix/node_modules/.bun/date-fns@3.6.0/node_modules/date-fns/locale/kn/_lib/formatDistance.d.mts</a:t>
            </a:r>
          </a:p>
          <a:p>
            <a:pPr>
              <a:defRPr sz="1200"/>
            </a:pPr>
            <a:r>
              <a:t>D:/pasar_fix/node_modules/.bun/date-fns@3.6.0/node_modules/date-fns/locale/kn/_lib/formatDistance.d.ts</a:t>
            </a:r>
          </a:p>
          <a:p>
            <a:pPr>
              <a:defRPr sz="1200"/>
            </a:pPr>
            <a:r>
              <a:t>D:/pasar_fix/node_modules/.bun/date-fns@3.6.0/node_modules/date-fns/locale/kn/_lib/formatDistance.js</a:t>
            </a:r>
          </a:p>
          <a:p>
            <a:pPr>
              <a:defRPr sz="1200"/>
            </a:pPr>
            <a:r>
              <a:t>D:/pasar_fix/node_modules/.bun/date-fns@3.6.0/node_modules/date-fns/locale/kn/_lib/formatDistance.mjs</a:t>
            </a:r>
          </a:p>
          <a:p>
            <a:pPr>
              <a:defRPr sz="1200"/>
            </a:pPr>
            <a:r>
              <a:t>D:/pasar_fix/node_modules/.bun/date-fns@3.6.0/node_modules/date-fns/locale/kn/_lib/formatLong.d.mts</a:t>
            </a:r>
          </a:p>
          <a:p>
            <a:pPr>
              <a:defRPr sz="1200"/>
            </a:pPr>
            <a:r>
              <a:t>D:/pasar_fix/node_modules/.bun/date-fns@3.6.0/node_modules/date-fns/locale/kn/_lib/formatLong.d.ts</a:t>
            </a:r>
          </a:p>
          <a:p>
            <a:pPr>
              <a:defRPr sz="1200"/>
            </a:pPr>
            <a:r>
              <a:t>D:/pasar_fix/node_modules/.bun/date-fns@3.6.0/node_modules/date-fns/locale/kn/_lib/formatLong.js</a:t>
            </a:r>
          </a:p>
          <a:p>
            <a:pPr>
              <a:defRPr sz="1200"/>
            </a:pPr>
            <a:r>
              <a:t>D:/pasar_fix/node_modules/.bun/date-fns@3.6.0/node_modules/date-fns/locale/kn/_lib/formatLong.mjs</a:t>
            </a:r>
          </a:p>
          <a:p>
            <a:pPr>
              <a:defRPr sz="1200"/>
            </a:pPr>
            <a:r>
              <a:t>D:/pasar_fix/node_modules/.bun/date-fns@3.6.0/node_modules/date-fns/locale/kn/_lib/formatRelative.d.mts</a:t>
            </a:r>
          </a:p>
          <a:p>
            <a:pPr>
              <a:defRPr sz="1200"/>
            </a:pPr>
            <a:r>
              <a:t>D:/pasar_fix/node_modules/.bun/date-fns@3.6.0/node_modules/date-fns/locale/kn/_lib/formatRelative.d.ts</a:t>
            </a:r>
          </a:p>
          <a:p>
            <a:pPr>
              <a:defRPr sz="1200"/>
            </a:pPr>
            <a:r>
              <a:t>D:/pasar_fix/node_modules/.bun/date-fns@3.6.0/node_modules/date-fns/locale/kn/_lib/formatRelative.js</a:t>
            </a:r>
          </a:p>
          <a:p>
            <a:pPr>
              <a:defRPr sz="1200"/>
            </a:pPr>
            <a:r>
              <a:t>D:/pasar_fix/node_modules/.bun/date-fns@3.6.0/node_modules/date-fns/locale/kn/_lib/formatRelative.mjs</a:t>
            </a:r>
          </a:p>
          <a:p>
            <a:pPr>
              <a:defRPr sz="1200"/>
            </a:pPr>
            <a:r>
              <a:t>D:/pasar_fix/node_modules/.bun/date-fns@3.6.0/node_modules/date-fns/locale/kn/_lib/localize.d.mts</a:t>
            </a:r>
          </a:p>
          <a:p>
            <a:pPr>
              <a:defRPr sz="1200"/>
            </a:pPr>
            <a:r>
              <a:t>D:/pasar_fix/node_modules/.bun/date-fns@3.6.0/node_modules/date-fns/locale/kn/_lib/localize.d.ts</a:t>
            </a:r>
          </a:p>
          <a:p>
            <a:pPr>
              <a:defRPr sz="1200"/>
            </a:pPr>
            <a:r>
              <a:t>D:/pasar_fix/node_modules/.bun/date-fns@3.6.0/node_modules/date-fns/locale/kn/_lib/localize.js</a:t>
            </a:r>
          </a:p>
          <a:p>
            <a:pPr>
              <a:defRPr sz="1200"/>
            </a:pPr>
            <a:r>
              <a:t>D:/pasar_fix/node_modules/.bun/date-fns@3.6.0/node_modules/date-fns/locale/kn/_lib/localize.mjs</a:t>
            </a:r>
          </a:p>
          <a:p>
            <a:pPr>
              <a:defRPr sz="1200"/>
            </a:pPr>
            <a:r>
              <a:t>D:/pasar_fix/node_modules/.bun/date-fns@3.6.0/node_modules/date-fns/locale/kn/_lib/match.d.mts</a:t>
            </a:r>
          </a:p>
          <a:p>
            <a:pPr>
              <a:defRPr sz="1200"/>
            </a:pPr>
            <a:r>
              <a:t>D:/pasar_fix/node_modules/.bun/date-fns@3.6.0/node_modules/date-fns/locale/kn/_lib/match.d.ts</a:t>
            </a:r>
          </a:p>
          <a:p>
            <a:pPr>
              <a:defRPr sz="1200"/>
            </a:pPr>
            <a:r>
              <a:t>D:/pasar_fix/node_modules/.bun/date-fns@3.6.0/node_modules/date-fns/locale/kn/_lib/match.js</a:t>
            </a:r>
          </a:p>
          <a:p>
            <a:pPr>
              <a:defRPr sz="1200"/>
            </a:pPr>
            <a:r>
              <a:t>D:/pasar_fix/node_modules/.bun/date-fns@3.6.0/node_modules/date-fns/locale/kn/_lib/match.mjs</a:t>
            </a:r>
          </a:p>
          <a:p>
            <a:pPr>
              <a:defRPr sz="1200"/>
            </a:pPr>
            <a:r>
              <a:t>D:/pasar_fix/node_modules/.bun/date-fns@3.6.0/node_modules/date-fns/locale/ko/cdn.js</a:t>
            </a:r>
          </a:p>
          <a:p>
            <a:pPr>
              <a:defRPr sz="1200"/>
            </a:pPr>
            <a:r>
              <a:t>D:/pasar_fix/node_modules/.bun/date-fns@3.6.0/node_modules/date-fns/locale/ko/cdn.js.map</a:t>
            </a:r>
          </a:p>
          <a:p>
            <a:pPr>
              <a:defRPr sz="1200"/>
            </a:pPr>
            <a:r>
              <a:t>D:/pasar_fix/node_modules/.bun/date-fns@3.6.0/node_modules/date-fns/locale/ko/cdn.min.js</a:t>
            </a:r>
          </a:p>
          <a:p>
            <a:pPr>
              <a:defRPr sz="1200"/>
            </a:pPr>
            <a:r>
              <a:t>D:/pasar_fix/node_modules/.bun/date-fns@3.6.0/node_modules/date-fns/locale/ko/cdn.min.js.map</a:t>
            </a:r>
          </a:p>
          <a:p>
            <a:pPr>
              <a:defRPr sz="1200"/>
            </a:pPr>
            <a:r>
              <a:t>D:/pasar_fix/node_modules/.bun/date-fns@3.6.0/node_modules/date-fns/locale/ko/_lib/formatDistance.d.mts</a:t>
            </a:r>
          </a:p>
          <a:p>
            <a:pPr>
              <a:defRPr sz="1200"/>
            </a:pPr>
            <a:r>
              <a:t>D:/pasar_fix/node_modules/.bun/date-fns@3.6.0/node_modules/date-fns/locale/ko/_lib/formatDistance.d.ts</a:t>
            </a:r>
          </a:p>
          <a:p>
            <a:pPr>
              <a:defRPr sz="1200"/>
            </a:pPr>
            <a:r>
              <a:t>D:/pasar_fix/node_modules/.bun/date-fns@3.6.0/node_modules/date-fns/locale/ko/_lib/formatDistance.js</a:t>
            </a:r>
          </a:p>
          <a:p>
            <a:pPr>
              <a:defRPr sz="1200"/>
            </a:pPr>
            <a:r>
              <a:t>D:/pasar_fix/node_modules/.bun/date-fns@3.6.0/node_modules/date-fns/locale/ko/_lib/formatDistance.mjs</a:t>
            </a:r>
          </a:p>
          <a:p>
            <a:pPr>
              <a:defRPr sz="1200"/>
            </a:pPr>
            <a:r>
              <a:t>D:/pasar_fix/node_modules/.bun/date-fns@3.6.0/node_modules/date-fns/locale/ko/_lib/formatLong.d.mts</a:t>
            </a:r>
          </a:p>
          <a:p>
            <a:pPr>
              <a:defRPr sz="1200"/>
            </a:pPr>
            <a:r>
              <a:t>D:/pasar_fix/node_modules/.bun/date-fns@3.6.0/node_modules/date-fns/locale/ko/_lib/formatLong.d.ts</a:t>
            </a:r>
          </a:p>
          <a:p>
            <a:pPr>
              <a:defRPr sz="1200"/>
            </a:pPr>
            <a:r>
              <a:t>D:/pasar_fix/node_modules/.bun/date-fns@3.6.0/node_modules/date-fns/locale/ko/_lib/formatLong.js</a:t>
            </a:r>
          </a:p>
          <a:p>
            <a:pPr>
              <a:defRPr sz="1200"/>
            </a:pPr>
            <a:r>
              <a:t>D:/pasar_fix/node_modules/.bun/date-fns@3.6.0/node_modules/date-fns/locale/ko/_lib/formatLong.mjs</a:t>
            </a:r>
          </a:p>
          <a:p>
            <a:pPr>
              <a:defRPr sz="1200"/>
            </a:pPr>
            <a:r>
              <a:t>D:/pasar_fix/node_modules/.bun/date-fns@3.6.0/node_modules/date-fns/locale/ko/_lib/formatRelative.d.mts</a:t>
            </a:r>
          </a:p>
          <a:p>
            <a:pPr>
              <a:defRPr sz="1200"/>
            </a:pPr>
            <a:r>
              <a:t>D:/pasar_fix/node_modules/.bun/date-fns@3.6.0/node_modules/date-fns/locale/ko/_lib/formatRelative.d.ts</a:t>
            </a:r>
          </a:p>
          <a:p>
            <a:pPr>
              <a:defRPr sz="1200"/>
            </a:pPr>
            <a:r>
              <a:t>D:/pasar_fix/node_modules/.bun/date-fns@3.6.0/node_modules/date-fns/locale/ko/_lib/formatRelative.js</a:t>
            </a:r>
          </a:p>
          <a:p>
            <a:pPr>
              <a:defRPr sz="1200"/>
            </a:pPr>
            <a:r>
              <a:t>D:/pasar_fix/node_modules/.bun/date-fns@3.6.0/node_modules/date-fns/locale/ko/_lib/formatRelative.mjs</a:t>
            </a:r>
          </a:p>
          <a:p>
            <a:pPr>
              <a:defRPr sz="1200"/>
            </a:pPr>
            <a:r>
              <a:t>D:/pasar_fix/node_modules/.bun/date-fns@3.6.0/node_modules/date-fns/locale/ko/_lib/localize.d.mts</a:t>
            </a:r>
          </a:p>
          <a:p>
            <a:pPr>
              <a:defRPr sz="1200"/>
            </a:pPr>
            <a:r>
              <a:t>D:/pasar_fix/node_modules/.bun/date-fns@3.6.0/node_modules/date-fns/locale/ko/_lib/localize.d.ts</a:t>
            </a:r>
          </a:p>
          <a:p>
            <a:pPr>
              <a:defRPr sz="1200"/>
            </a:pPr>
            <a:r>
              <a:t>D:/pasar_fix/node_modules/.bun/date-fns@3.6.0/node_modules/date-fns/locale/ko/_lib/localize.js</a:t>
            </a:r>
          </a:p>
          <a:p>
            <a:pPr>
              <a:defRPr sz="1200"/>
            </a:pPr>
            <a:r>
              <a:t>D:/pasar_fix/node_modules/.bun/date-fns@3.6.0/node_modules/date-fns/locale/ko/_lib/localize.mjs</a:t>
            </a:r>
          </a:p>
          <a:p>
            <a:pPr>
              <a:defRPr sz="1200"/>
            </a:pPr>
            <a:r>
              <a:t>D:/pasar_fix/node_modules/.bun/date-fns@3.6.0/node_modules/date-fns/locale/ko/_lib/match.d.mts</a:t>
            </a:r>
          </a:p>
          <a:p>
            <a:pPr>
              <a:defRPr sz="1200"/>
            </a:pPr>
            <a:r>
              <a:t>D:/pasar_fix/node_modules/.bun/date-fns@3.6.0/node_modules/date-fns/locale/ko/_lib/match.d.ts</a:t>
            </a:r>
          </a:p>
          <a:p>
            <a:pPr>
              <a:defRPr sz="1200"/>
            </a:pPr>
            <a:r>
              <a:t>D:/pasar_fix/node_modules/.bun/date-fns@3.6.0/node_modules/date-fns/locale/ko/_lib/match.js</a:t>
            </a:r>
          </a:p>
          <a:p>
            <a:pPr>
              <a:defRPr sz="1200"/>
            </a:pPr>
            <a:r>
              <a:t>D:/pasar_fix/node_modules/.bun/date-fns@3.6.0/node_modules/date-fns/locale/ko/_lib/match.mjs</a:t>
            </a:r>
          </a:p>
          <a:p>
            <a:pPr>
              <a:defRPr sz="1200"/>
            </a:pPr>
            <a:r>
              <a:t>D:/pasar_fix/node_modules/.bun/date-fns@3.6.0/node_modules/date-fns/locale/lb/cdn.js</a:t>
            </a:r>
          </a:p>
          <a:p>
            <a:pPr>
              <a:defRPr sz="1200"/>
            </a:pPr>
            <a:r>
              <a:t>D:/pasar_fix/node_modules/.bun/date-fns@3.6.0/node_modules/date-fns/locale/lb/cdn.js.map</a:t>
            </a:r>
          </a:p>
          <a:p>
            <a:pPr>
              <a:defRPr sz="1200"/>
            </a:pPr>
            <a:r>
              <a:t>D:/pasar_fix/node_modules/.bun/date-fns@3.6.0/node_modules/date-fns/locale/lb/cdn.min.js</a:t>
            </a:r>
          </a:p>
          <a:p>
            <a:pPr>
              <a:defRPr sz="1200"/>
            </a:pPr>
            <a:r>
              <a:t>D:/pasar_fix/node_modules/.bun/date-fns@3.6.0/node_modules/date-fns/locale/lb/cdn.min.js.map</a:t>
            </a:r>
          </a:p>
          <a:p>
            <a:pPr>
              <a:defRPr sz="1200"/>
            </a:pPr>
            <a:r>
              <a:t>D:/pasar_fix/node_modules/.bun/date-fns@3.6.0/node_modules/date-fns/locale/lb/_lib/formatDistance.d.mts</a:t>
            </a:r>
          </a:p>
          <a:p>
            <a:pPr>
              <a:defRPr sz="1200"/>
            </a:pPr>
            <a:r>
              <a:t>D:/pasar_fix/node_modules/.bun/date-fns@3.6.0/node_modules/date-fns/locale/lb/_lib/formatDistance.d.ts</a:t>
            </a:r>
          </a:p>
          <a:p>
            <a:pPr>
              <a:defRPr sz="1200"/>
            </a:pPr>
            <a:r>
              <a:t>D:/pasar_fix/node_modules/.bun/date-fns@3.6.0/node_modules/date-fns/locale/lb/_lib/formatDistance.js</a:t>
            </a:r>
          </a:p>
          <a:p>
            <a:pPr>
              <a:defRPr sz="1200"/>
            </a:pPr>
            <a:r>
              <a:t>D:/pasar_fix/node_modules/.bun/date-fns@3.6.0/node_modules/date-fns/locale/lb/_lib/formatDistance.mjs</a:t>
            </a:r>
          </a:p>
          <a:p>
            <a:pPr>
              <a:defRPr sz="1200"/>
            </a:pPr>
            <a:r>
              <a:t>D:/pasar_fix/node_modules/.bun/date-fns@3.6.0/node_modules/date-fns/locale/lb/_lib/formatLong.d.mts</a:t>
            </a:r>
          </a:p>
          <a:p>
            <a:pPr>
              <a:defRPr sz="1200"/>
            </a:pPr>
            <a:r>
              <a:t>D:/pasar_fix/node_modules/.bun/date-fns@3.6.0/node_modules/date-fns/locale/lb/_lib/formatLong.d.ts</a:t>
            </a:r>
          </a:p>
          <a:p>
            <a:pPr>
              <a:defRPr sz="1200"/>
            </a:pPr>
            <a:r>
              <a:t>D:/pasar_fix/node_modules/.bun/date-fns@3.6.0/node_modules/date-fns/locale/lb/_lib/formatLong.js</a:t>
            </a:r>
          </a:p>
          <a:p>
            <a:pPr>
              <a:defRPr sz="1200"/>
            </a:pPr>
            <a:r>
              <a:t>D:/pasar_fix/node_modules/.bun/date-fns@3.6.0/node_modules/date-fns/locale/lb/_lib/formatLong.mjs</a:t>
            </a:r>
          </a:p>
          <a:p>
            <a:pPr>
              <a:defRPr sz="1200"/>
            </a:pPr>
            <a:r>
              <a:t>D:/pasar_fix/node_modules/.bun/date-fns@3.6.0/node_modules/date-fns/locale/lb/_lib/formatRelative.d.mts</a:t>
            </a:r>
          </a:p>
          <a:p>
            <a:pPr>
              <a:defRPr sz="1200"/>
            </a:pPr>
            <a:r>
              <a:t>D:/pasar_fix/node_modules/.bun/date-fns@3.6.0/node_modules/date-fns/locale/lb/_lib/formatRelative.d.ts</a:t>
            </a:r>
          </a:p>
          <a:p>
            <a:pPr>
              <a:defRPr sz="1200"/>
            </a:pPr>
            <a:r>
              <a:t>D:/pasar_fix/node_modules/.bun/date-fns@3.6.0/node_modules/date-fns/locale/lb/_lib/formatRelative.js</a:t>
            </a:r>
          </a:p>
          <a:p>
            <a:pPr>
              <a:defRPr sz="1200"/>
            </a:pPr>
            <a:r>
              <a:t>D:/pasar_fix/node_modules/.bun/date-fns@3.6.0/node_modules/date-fns/locale/lb/_lib/formatRelative.mjs</a:t>
            </a:r>
          </a:p>
          <a:p>
            <a:pPr>
              <a:defRPr sz="1200"/>
            </a:pPr>
            <a:r>
              <a:t>D:/pasar_fix/node_modules/.bun/date-fns@3.6.0/node_modules/date-fns/locale/lb/_lib/localize.d.mts</a:t>
            </a:r>
          </a:p>
          <a:p>
            <a:pPr>
              <a:defRPr sz="1200"/>
            </a:pPr>
            <a:r>
              <a:t>D:/pasar_fix/node_modules/.bun/date-fns@3.6.0/node_modules/date-fns/locale/lb/_lib/localize.d.ts</a:t>
            </a:r>
          </a:p>
          <a:p>
            <a:pPr>
              <a:defRPr sz="1200"/>
            </a:pPr>
            <a:r>
              <a:t>D:/pasar_fix/node_modules/.bun/date-fns@3.6.0/node_modules/date-fns/locale/lb/_lib/localize.js</a:t>
            </a:r>
          </a:p>
          <a:p>
            <a:pPr>
              <a:defRPr sz="1200"/>
            </a:pPr>
            <a:r>
              <a:t>D:/pasar_fix/node_modules/.bun/date-fns@3.6.0/node_modules/date-fns/locale/lb/_lib/localize.mjs</a:t>
            </a:r>
          </a:p>
          <a:p>
            <a:pPr>
              <a:defRPr sz="1200"/>
            </a:pPr>
            <a:r>
              <a:t>D:/pasar_fix/node_modules/.bun/date-fns@3.6.0/node_modules/date-fns/locale/lb/_lib/match.d.mts</a:t>
            </a:r>
          </a:p>
          <a:p>
            <a:pPr>
              <a:defRPr sz="1200"/>
            </a:pPr>
            <a:r>
              <a:t>D:/pasar_fix/node_modules/.bun/date-fns@3.6.0/node_modules/date-fns/locale/lb/_lib/match.d.ts</a:t>
            </a:r>
          </a:p>
          <a:p>
            <a:pPr>
              <a:defRPr sz="1200"/>
            </a:pPr>
            <a:r>
              <a:t>D:/pasar_fix/node_modules/.bun/date-fns@3.6.0/node_modules/date-fns/locale/lb/_lib/match.js</a:t>
            </a:r>
          </a:p>
          <a:p>
            <a:pPr>
              <a:defRPr sz="1200"/>
            </a:pPr>
            <a:r>
              <a:t>D:/pasar_fix/node_modules/.bun/date-fns@3.6.0/node_modules/date-fns/locale/lb/_lib/match.mjs</a:t>
            </a:r>
          </a:p>
          <a:p>
            <a:pPr>
              <a:defRPr sz="1200"/>
            </a:pPr>
            <a:r>
              <a:t>D:/pasar_fix/node_modules/.bun/date-fns@3.6.0/node_modules/date-fns/locale/lt/cdn.js</a:t>
            </a:r>
          </a:p>
          <a:p>
            <a:pPr>
              <a:defRPr sz="1200"/>
            </a:pPr>
            <a:r>
              <a:t>D:/pasar_fix/node_modules/.bun/date-fns@3.6.0/node_modules/date-fns/locale/lt/cdn.js.map</a:t>
            </a:r>
          </a:p>
          <a:p>
            <a:pPr>
              <a:defRPr sz="1200"/>
            </a:pPr>
            <a:r>
              <a:t>D:/pasar_fix/node_modules/.bun/date-fns@3.6.0/node_modules/date-fns/locale/lt/cdn.min.js</a:t>
            </a:r>
          </a:p>
          <a:p>
            <a:pPr>
              <a:defRPr sz="1200"/>
            </a:pPr>
            <a:r>
              <a:t>D:/pasar_fix/node_modules/.bun/date-fns@3.6.0/node_modules/date-fns/locale/lt/cdn.min.js.map</a:t>
            </a:r>
          </a:p>
          <a:p>
            <a:pPr>
              <a:defRPr sz="1200"/>
            </a:pPr>
            <a:r>
              <a:t>D:/pasar_fix/node_modules/.bun/date-fns@3.6.0/node_modules/date-fns/locale/lt/_lib/formatDistance.d.mts</a:t>
            </a:r>
          </a:p>
          <a:p>
            <a:pPr>
              <a:defRPr sz="1200"/>
            </a:pPr>
            <a:r>
              <a:t>D:/pasar_fix/node_modules/.bun/date-fns@3.6.0/node_modules/date-fns/locale/lt/_lib/formatDistance.d.ts</a:t>
            </a:r>
          </a:p>
          <a:p>
            <a:pPr>
              <a:defRPr sz="1200"/>
            </a:pPr>
            <a:r>
              <a:t>D:/pasar_fix/node_modules/.bun/date-fns@3.6.0/node_modules/date-fns/locale/lt/_lib/formatDistance.js</a:t>
            </a:r>
          </a:p>
          <a:p>
            <a:pPr>
              <a:defRPr sz="1200"/>
            </a:pPr>
            <a:r>
              <a:t>D:/pasar_fix/node_modules/.bun/date-fns@3.6.0/node_modules/date-fns/locale/lt/_lib/formatDistance.mjs</a:t>
            </a:r>
          </a:p>
          <a:p>
            <a:pPr>
              <a:defRPr sz="1200"/>
            </a:pPr>
            <a:r>
              <a:t>D:/pasar_fix/node_modules/.bun/date-fns@3.6.0/node_modules/date-fns/locale/lt/_lib/formatLong.d.mts</a:t>
            </a:r>
          </a:p>
          <a:p>
            <a:pPr>
              <a:defRPr sz="1200"/>
            </a:pPr>
            <a:r>
              <a:t>D:/pasar_fix/node_modules/.bun/date-fns@3.6.0/node_modules/date-fns/locale/lt/_lib/formatLong.d.ts</a:t>
            </a:r>
          </a:p>
          <a:p>
            <a:pPr>
              <a:defRPr sz="1200"/>
            </a:pPr>
            <a:r>
              <a:t>D:/pasar_fix/node_modules/.bun/date-fns@3.6.0/node_modules/date-fns/locale/lt/_lib/formatLong.js</a:t>
            </a:r>
          </a:p>
          <a:p>
            <a:pPr>
              <a:defRPr sz="1200"/>
            </a:pPr>
            <a:r>
              <a:t>D:/pasar_fix/node_modules/.bun/date-fns@3.6.0/node_modules/date-fns/locale/lt/_lib/formatLong.mjs</a:t>
            </a:r>
          </a:p>
          <a:p>
            <a:pPr>
              <a:defRPr sz="1200"/>
            </a:pPr>
            <a:r>
              <a:t>D:/pasar_fix/node_modules/.bun/date-fns@3.6.0/node_modules/date-fns/locale/lt/_lib/formatRelative.d.mts</a:t>
            </a:r>
          </a:p>
          <a:p>
            <a:pPr>
              <a:defRPr sz="1200"/>
            </a:pPr>
            <a:r>
              <a:t>D:/pasar_fix/node_modules/.bun/date-fns@3.6.0/node_modules/date-fns/locale/lt/_lib/formatRelative.d.ts</a:t>
            </a:r>
          </a:p>
          <a:p>
            <a:pPr>
              <a:defRPr sz="1200"/>
            </a:pPr>
            <a:r>
              <a:t>D:/pasar_fix/node_modules/.bun/date-fns@3.6.0/node_modules/date-fns/locale/lt/_lib/formatRelative.js</a:t>
            </a:r>
          </a:p>
          <a:p>
            <a:pPr>
              <a:defRPr sz="1200"/>
            </a:pPr>
            <a:r>
              <a:t>D:/pasar_fix/node_modules/.bun/date-fns@3.6.0/node_modules/date-fns/locale/lt/_lib/formatRelative.mjs</a:t>
            </a:r>
          </a:p>
          <a:p>
            <a:pPr>
              <a:defRPr sz="1200"/>
            </a:pPr>
            <a:r>
              <a:t>D:/pasar_fix/node_modules/.bun/date-fns@3.6.0/node_modules/date-fns/locale/lt/_lib/localize.d.mts</a:t>
            </a:r>
          </a:p>
          <a:p>
            <a:pPr>
              <a:defRPr sz="1200"/>
            </a:pPr>
            <a:r>
              <a:t>D:/pasar_fix/node_modules/.bun/date-fns@3.6.0/node_modules/date-fns/locale/lt/_lib/localize.d.ts</a:t>
            </a:r>
          </a:p>
          <a:p>
            <a:pPr>
              <a:defRPr sz="1200"/>
            </a:pPr>
            <a:r>
              <a:t>D:/pasar_fix/node_modules/.bun/date-fns@3.6.0/node_modules/date-fns/locale/lt/_lib/localize.js</a:t>
            </a:r>
          </a:p>
          <a:p>
            <a:pPr>
              <a:defRPr sz="1200"/>
            </a:pPr>
            <a:r>
              <a:t>D:/pasar_fix/node_modules/.bun/date-fns@3.6.0/node_modules/date-fns/locale/lt/_lib/localize.mjs</a:t>
            </a:r>
          </a:p>
          <a:p>
            <a:pPr>
              <a:defRPr sz="1200"/>
            </a:pPr>
            <a:r>
              <a:t>D:/pasar_fix/node_modules/.bun/date-fns@3.6.0/node_modules/date-fns/locale/lt/_lib/match.d.mts</a:t>
            </a:r>
          </a:p>
          <a:p>
            <a:pPr>
              <a:defRPr sz="1200"/>
            </a:pPr>
            <a:r>
              <a:t>D:/pasar_fix/node_modules/.bun/date-fns@3.6.0/node_modules/date-fns/locale/lt/_lib/match.d.ts</a:t>
            </a:r>
          </a:p>
          <a:p>
            <a:pPr>
              <a:defRPr sz="1200"/>
            </a:pPr>
            <a:r>
              <a:t>D:/pasar_fix/node_modules/.bun/date-fns@3.6.0/node_modules/date-fns/locale/lt/_lib/match.js</a:t>
            </a:r>
          </a:p>
          <a:p>
            <a:pPr>
              <a:defRPr sz="1200"/>
            </a:pPr>
            <a:r>
              <a:t>D:/pasar_fix/node_modules/.bun/date-fns@3.6.0/node_modules/date-fns/locale/lt/_lib/match.mjs</a:t>
            </a:r>
          </a:p>
          <a:p>
            <a:pPr>
              <a:defRPr sz="1200"/>
            </a:pPr>
            <a:r>
              <a:t>D:/pasar_fix/node_modules/.bun/date-fns@3.6.0/node_modules/date-fns/locale/lv/cdn.js</a:t>
            </a:r>
          </a:p>
          <a:p>
            <a:pPr>
              <a:defRPr sz="1200"/>
            </a:pPr>
            <a:r>
              <a:t>D:/pasar_fix/node_modules/.bun/date-fns@3.6.0/node_modules/date-fns/locale/lv/cdn.js.map</a:t>
            </a:r>
          </a:p>
          <a:p>
            <a:pPr>
              <a:defRPr sz="1200"/>
            </a:pPr>
            <a:r>
              <a:t>D:/pasar_fix/node_modules/.bun/date-fns@3.6.0/node_modules/date-fns/locale/lv/cdn.min.js</a:t>
            </a:r>
          </a:p>
          <a:p>
            <a:pPr>
              <a:defRPr sz="1200"/>
            </a:pPr>
            <a:r>
              <a:t>D:/pasar_fix/node_modules/.bun/date-fns@3.6.0/node_modules/date-fns/locale/lv/cdn.min.js.map</a:t>
            </a:r>
          </a:p>
          <a:p>
            <a:pPr>
              <a:defRPr sz="1200"/>
            </a:pPr>
            <a:r>
              <a:t>D:/pasar_fix/node_modules/.bun/date-fns@3.6.0/node_modules/date-fns/locale/lv/_lib/formatDistance.d.mts</a:t>
            </a:r>
          </a:p>
          <a:p>
            <a:pPr>
              <a:defRPr sz="1200"/>
            </a:pPr>
            <a:r>
              <a:t>D:/pasar_fix/node_modules/.bun/date-fns@3.6.0/node_modules/date-fns/locale/lv/_lib/formatDistance.d.ts</a:t>
            </a:r>
          </a:p>
          <a:p>
            <a:pPr>
              <a:defRPr sz="1200"/>
            </a:pPr>
            <a:r>
              <a:t>D:/pasar_fix/node_modules/.bun/date-fns@3.6.0/node_modules/date-fns/locale/lv/_lib/formatDistance.js</a:t>
            </a:r>
          </a:p>
          <a:p>
            <a:pPr>
              <a:defRPr sz="1200"/>
            </a:pPr>
            <a:r>
              <a:t>D:/pasar_fix/node_modules/.bun/date-fns@3.6.0/node_modules/date-fns/locale/lv/_lib/formatDistance.mjs</a:t>
            </a:r>
          </a:p>
          <a:p>
            <a:pPr>
              <a:defRPr sz="1200"/>
            </a:pPr>
            <a:r>
              <a:t>D:/pasar_fix/node_modules/.bun/date-fns@3.6.0/node_modules/date-fns/locale/lv/_lib/formatLong.d.mts</a:t>
            </a:r>
          </a:p>
          <a:p>
            <a:pPr>
              <a:defRPr sz="1200"/>
            </a:pPr>
            <a:r>
              <a:t>D:/pasar_fix/node_modules/.bun/date-fns@3.6.0/node_modules/date-fns/locale/lv/_lib/formatLong.d.ts</a:t>
            </a:r>
          </a:p>
          <a:p>
            <a:pPr>
              <a:defRPr sz="1200"/>
            </a:pPr>
            <a:r>
              <a:t>D:/pasar_fix/node_modules/.bun/date-fns@3.6.0/node_modules/date-fns/locale/lv/_lib/formatLong.js</a:t>
            </a:r>
          </a:p>
          <a:p>
            <a:pPr>
              <a:defRPr sz="1200"/>
            </a:pPr>
            <a:r>
              <a:t>D:/pasar_fix/node_modules/.bun/date-fns@3.6.0/node_modules/date-fns/locale/lv/_lib/formatLong.mjs</a:t>
            </a:r>
          </a:p>
          <a:p>
            <a:pPr>
              <a:defRPr sz="1200"/>
            </a:pPr>
            <a:r>
              <a:t>D:/pasar_fix/node_modules/.bun/date-fns@3.6.0/node_modules/date-fns/locale/lv/_lib/formatRelative.d.mts</a:t>
            </a:r>
          </a:p>
          <a:p>
            <a:pPr>
              <a:defRPr sz="1200"/>
            </a:pPr>
            <a:r>
              <a:t>D:/pasar_fix/node_modules/.bun/date-fns@3.6.0/node_modules/date-fns/locale/lv/_lib/formatRelative.d.ts</a:t>
            </a:r>
          </a:p>
          <a:p>
            <a:pPr>
              <a:defRPr sz="1200"/>
            </a:pPr>
            <a:r>
              <a:t>D:/pasar_fix/node_modules/.bun/date-fns@3.6.0/node_modules/date-fns/locale/lv/_lib/formatRelative.js</a:t>
            </a:r>
          </a:p>
          <a:p>
            <a:pPr>
              <a:defRPr sz="1200"/>
            </a:pPr>
            <a:r>
              <a:t>D:/pasar_fix/node_modules/.bun/date-fns@3.6.0/node_modules/date-fns/locale/lv/_lib/formatRelative.mjs</a:t>
            </a:r>
          </a:p>
          <a:p>
            <a:pPr>
              <a:defRPr sz="1200"/>
            </a:pPr>
            <a:r>
              <a:t>D:/pasar_fix/node_modules/.bun/date-fns@3.6.0/node_modules/date-fns/locale/lv/_lib/localize.d.mts</a:t>
            </a:r>
          </a:p>
          <a:p>
            <a:pPr>
              <a:defRPr sz="1200"/>
            </a:pPr>
            <a:r>
              <a:t>D:/pasar_fix/node_modules/.bun/date-fns@3.6.0/node_modules/date-fns/locale/lv/_lib/localize.d.ts</a:t>
            </a:r>
          </a:p>
          <a:p>
            <a:pPr>
              <a:defRPr sz="1200"/>
            </a:pPr>
            <a:r>
              <a:t>D:/pasar_fix/node_modules/.bun/date-fns@3.6.0/node_modules/date-fns/locale/lv/_lib/localize.js</a:t>
            </a:r>
          </a:p>
          <a:p>
            <a:pPr>
              <a:defRPr sz="1200"/>
            </a:pPr>
            <a:r>
              <a:t>D:/pasar_fix/node_modules/.bun/date-fns@3.6.0/node_modules/date-fns/locale/lv/_lib/localize.mjs</a:t>
            </a:r>
          </a:p>
          <a:p>
            <a:pPr>
              <a:defRPr sz="1200"/>
            </a:pPr>
            <a:r>
              <a:t>D:/pasar_fix/node_modules/.bun/date-fns@3.6.0/node_modules/date-fns/locale/lv/_lib/match.d.mts</a:t>
            </a:r>
          </a:p>
          <a:p>
            <a:pPr>
              <a:defRPr sz="1200"/>
            </a:pPr>
            <a:r>
              <a:t>D:/pasar_fix/node_modules/.bun/date-fns@3.6.0/node_modules/date-fns/locale/lv/_lib/match.d.ts</a:t>
            </a:r>
          </a:p>
          <a:p>
            <a:pPr>
              <a:defRPr sz="1200"/>
            </a:pPr>
            <a:r>
              <a:t>D:/pasar_fix/node_modules/.bun/date-fns@3.6.0/node_modules/date-fns/locale/lv/_lib/match.js</a:t>
            </a:r>
          </a:p>
          <a:p>
            <a:pPr>
              <a:defRPr sz="1200"/>
            </a:pPr>
            <a:r>
              <a:t>D:/pasar_fix/node_modules/.bun/date-fns@3.6.0/node_modules/date-fns/locale/lv/_lib/match.mjs</a:t>
            </a:r>
          </a:p>
          <a:p>
            <a:pPr>
              <a:defRPr sz="1200"/>
            </a:pPr>
            <a:r>
              <a:t>D:/pasar_fix/node_modules/.bun/date-fns@3.6.0/node_modules/date-fns/locale/mk/cdn.js</a:t>
            </a:r>
          </a:p>
          <a:p>
            <a:pPr>
              <a:defRPr sz="1200"/>
            </a:pPr>
            <a:r>
              <a:t>D:/pasar_fix/node_modules/.bun/date-fns@3.6.0/node_modules/date-fns/locale/mk/cdn.js.map</a:t>
            </a:r>
          </a:p>
          <a:p>
            <a:pPr>
              <a:defRPr sz="1200"/>
            </a:pPr>
            <a:r>
              <a:t>D:/pasar_fix/node_modules/.bun/date-fns@3.6.0/node_modules/date-fns/locale/mk/cdn.min.js</a:t>
            </a:r>
          </a:p>
          <a:p>
            <a:pPr>
              <a:defRPr sz="1200"/>
            </a:pPr>
            <a:r>
              <a:t>D:/pasar_fix/node_modules/.bun/date-fns@3.6.0/node_modules/date-fns/locale/mk/cdn.min.js.map</a:t>
            </a:r>
          </a:p>
          <a:p>
            <a:pPr>
              <a:defRPr sz="1200"/>
            </a:pPr>
            <a:r>
              <a:t>D:/pasar_fix/node_modules/.bun/date-fns@3.6.0/node_modules/date-fns/locale/mk/_lib/formatDistance.d.mts</a:t>
            </a:r>
          </a:p>
          <a:p>
            <a:pPr>
              <a:defRPr sz="1200"/>
            </a:pPr>
            <a:r>
              <a:t>D:/pasar_fix/node_modules/.bun/date-fns@3.6.0/node_modules/date-fns/locale/mk/_lib/formatDistance.d.ts</a:t>
            </a:r>
          </a:p>
          <a:p>
            <a:pPr>
              <a:defRPr sz="1200"/>
            </a:pPr>
            <a:r>
              <a:t>D:/pasar_fix/node_modules/.bun/date-fns@3.6.0/node_modules/date-fns/locale/mk/_lib/formatDistance.js</a:t>
            </a:r>
          </a:p>
          <a:p>
            <a:pPr>
              <a:defRPr sz="1200"/>
            </a:pPr>
            <a:r>
              <a:t>D:/pasar_fix/node_modules/.bun/date-fns@3.6.0/node_modules/date-fns/locale/mk/_lib/formatDistance.mjs</a:t>
            </a:r>
          </a:p>
          <a:p>
            <a:pPr>
              <a:defRPr sz="1200"/>
            </a:pPr>
            <a:r>
              <a:t>D:/pasar_fix/node_modules/.bun/date-fns@3.6.0/node_modules/date-fns/locale/mk/_lib/formatLong.d.mts</a:t>
            </a:r>
          </a:p>
          <a:p>
            <a:pPr>
              <a:defRPr sz="1200"/>
            </a:pPr>
            <a:r>
              <a:t>D:/pasar_fix/node_modules/.bun/date-fns@3.6.0/node_modules/date-fns/locale/mk/_lib/formatLong.d.ts</a:t>
            </a:r>
          </a:p>
          <a:p>
            <a:pPr>
              <a:defRPr sz="1200"/>
            </a:pPr>
            <a:r>
              <a:t>D:/pasar_fix/node_modules/.bun/date-fns@3.6.0/node_modules/date-fns/locale/mk/_lib/formatLong.js</a:t>
            </a:r>
          </a:p>
          <a:p>
            <a:pPr>
              <a:defRPr sz="1200"/>
            </a:pPr>
            <a:r>
              <a:t>D:/pasar_fix/node_modules/.bun/date-fns@3.6.0/node_modules/date-fns/locale/mk/_lib/formatLong.mjs</a:t>
            </a:r>
          </a:p>
          <a:p>
            <a:pPr>
              <a:defRPr sz="1200"/>
            </a:pPr>
            <a:r>
              <a:t>D:/pasar_fix/node_modules/.bun/date-fns@3.6.0/node_modules/date-fns/locale/mk/_lib/formatRelative.d.mts</a:t>
            </a:r>
          </a:p>
          <a:p>
            <a:pPr>
              <a:defRPr sz="1200"/>
            </a:pPr>
            <a:r>
              <a:t>D:/pasar_fix/node_modules/.bun/date-fns@3.6.0/node_modules/date-fns/locale/mk/_lib/formatRelative.d.ts</a:t>
            </a:r>
          </a:p>
          <a:p>
            <a:pPr>
              <a:defRPr sz="1200"/>
            </a:pPr>
            <a:r>
              <a:t>D:/pasar_fix/node_modules/.bun/date-fns@3.6.0/node_modules/date-fns/locale/mk/_lib/formatRelative.js</a:t>
            </a:r>
          </a:p>
          <a:p>
            <a:pPr>
              <a:defRPr sz="1200"/>
            </a:pPr>
            <a:r>
              <a:t>D:/pasar_fix/node_modules/.bun/date-fns@3.6.0/node_modules/date-fns/locale/mk/_lib/formatRelative.mjs</a:t>
            </a:r>
          </a:p>
          <a:p>
            <a:pPr>
              <a:defRPr sz="1200"/>
            </a:pPr>
            <a:r>
              <a:t>D:/pasar_fix/node_modules/.bun/date-fns@3.6.0/node_modules/date-fns/locale/mk/_lib/localize.d.mts</a:t>
            </a:r>
          </a:p>
          <a:p>
            <a:pPr>
              <a:defRPr sz="1200"/>
            </a:pPr>
            <a:r>
              <a:t>D:/pasar_fix/node_modules/.bun/date-fns@3.6.0/node_modules/date-fns/locale/mk/_lib/localize.d.ts</a:t>
            </a:r>
          </a:p>
          <a:p>
            <a:pPr>
              <a:defRPr sz="1200"/>
            </a:pPr>
            <a:r>
              <a:t>D:/pasar_fix/node_modules/.bun/date-fns@3.6.0/node_modules/date-fns/locale/mk/_lib/localize.js</a:t>
            </a:r>
          </a:p>
          <a:p>
            <a:pPr>
              <a:defRPr sz="1200"/>
            </a:pPr>
            <a:r>
              <a:t>D:/pasar_fix/node_modules/.bun/date-fns@3.6.0/node_modules/date-fns/locale/mk/_lib/localize.mjs</a:t>
            </a:r>
          </a:p>
          <a:p>
            <a:pPr>
              <a:defRPr sz="1200"/>
            </a:pPr>
            <a:r>
              <a:t>D:/pasar_fix/node_modules/.bun/date-fns@3.6.0/node_modules/date-fns/locale/mk/_lib/match.d.mts</a:t>
            </a:r>
          </a:p>
          <a:p>
            <a:pPr>
              <a:defRPr sz="1200"/>
            </a:pPr>
            <a:r>
              <a:t>D:/pasar_fix/node_modules/.bun/date-fns@3.6.0/node_modules/date-fns/locale/mk/_lib/match.d.ts</a:t>
            </a:r>
          </a:p>
          <a:p>
            <a:pPr>
              <a:defRPr sz="1200"/>
            </a:pPr>
            <a:r>
              <a:t>D:/pasar_fix/node_modules/.bun/date-fns@3.6.0/node_modules/date-fns/locale/mk/_lib/match.js</a:t>
            </a:r>
          </a:p>
          <a:p>
            <a:pPr>
              <a:defRPr sz="1200"/>
            </a:pPr>
            <a:r>
              <a:t>D:/pasar_fix/node_modules/.bun/date-fns@3.6.0/node_modules/date-fns/locale/mk/_lib/match.mjs</a:t>
            </a:r>
          </a:p>
          <a:p>
            <a:pPr>
              <a:defRPr sz="1200"/>
            </a:pPr>
            <a:r>
              <a:t>D:/pasar_fix/node_modules/.bun/date-fns@3.6.0/node_modules/date-fns/locale/mn/cdn.js</a:t>
            </a:r>
          </a:p>
          <a:p>
            <a:pPr>
              <a:defRPr sz="1200"/>
            </a:pPr>
            <a:r>
              <a:t>D:/pasar_fix/node_modules/.bun/date-fns@3.6.0/node_modules/date-fns/locale/mn/cdn.js.map</a:t>
            </a:r>
          </a:p>
          <a:p>
            <a:pPr>
              <a:defRPr sz="1200"/>
            </a:pPr>
            <a:r>
              <a:t>D:/pasar_fix/node_modules/.bun/date-fns@3.6.0/node_modules/date-fns/locale/mn/cdn.min.js</a:t>
            </a:r>
          </a:p>
          <a:p>
            <a:pPr>
              <a:defRPr sz="1200"/>
            </a:pPr>
            <a:r>
              <a:t>D:/pasar_fix/node_modules/.bun/date-fns@3.6.0/node_modules/date-fns/locale/mn/cdn.min.js.map</a:t>
            </a:r>
          </a:p>
          <a:p>
            <a:pPr>
              <a:defRPr sz="1200"/>
            </a:pPr>
            <a:r>
              <a:t>D:/pasar_fix/node_modules/.bun/date-fns@3.6.0/node_modules/date-fns/locale/mn/_lib/formatDistance.d.mts</a:t>
            </a:r>
          </a:p>
          <a:p>
            <a:pPr>
              <a:defRPr sz="1200"/>
            </a:pPr>
            <a:r>
              <a:t>D:/pasar_fix/node_modules/.bun/date-fns@3.6.0/node_modules/date-fns/locale/mn/_lib/formatDistance.d.ts</a:t>
            </a:r>
          </a:p>
          <a:p>
            <a:pPr>
              <a:defRPr sz="1200"/>
            </a:pPr>
            <a:r>
              <a:t>D:/pasar_fix/node_modules/.bun/date-fns@3.6.0/node_modules/date-fns/locale/mn/_lib/formatDistance.js</a:t>
            </a:r>
          </a:p>
          <a:p>
            <a:pPr>
              <a:defRPr sz="1200"/>
            </a:pPr>
            <a:r>
              <a:t>D:/pasar_fix/node_modules/.bun/date-fns@3.6.0/node_modules/date-fns/locale/mn/_lib/formatDistance.mjs</a:t>
            </a:r>
          </a:p>
          <a:p>
            <a:pPr>
              <a:defRPr sz="1200"/>
            </a:pPr>
            <a:r>
              <a:t>D:/pasar_fix/node_modules/.bun/date-fns@3.6.0/node_modules/date-fns/locale/mn/_lib/formatLong.d.mts</a:t>
            </a:r>
          </a:p>
          <a:p>
            <a:pPr>
              <a:defRPr sz="1200"/>
            </a:pPr>
            <a:r>
              <a:t>D:/pasar_fix/node_modules/.bun/date-fns@3.6.0/node_modules/date-fns/locale/mn/_lib/formatLong.d.ts</a:t>
            </a:r>
          </a:p>
          <a:p>
            <a:pPr>
              <a:defRPr sz="1200"/>
            </a:pPr>
            <a:r>
              <a:t>D:/pasar_fix/node_modules/.bun/date-fns@3.6.0/node_modules/date-fns/locale/mn/_lib/formatLong.js</a:t>
            </a:r>
          </a:p>
          <a:p>
            <a:pPr>
              <a:defRPr sz="1200"/>
            </a:pPr>
            <a:r>
              <a:t>D:/pasar_fix/node_modules/.bun/date-fns@3.6.0/node_modules/date-fns/locale/mn/_lib/formatLong.mjs</a:t>
            </a:r>
          </a:p>
          <a:p>
            <a:pPr>
              <a:defRPr sz="1200"/>
            </a:pPr>
            <a:r>
              <a:t>D:/pasar_fix/node_modules/.bun/date-fns@3.6.0/node_modules/date-fns/locale/mn/_lib/formatRelative.d.mts</a:t>
            </a:r>
          </a:p>
          <a:p>
            <a:pPr>
              <a:defRPr sz="1200"/>
            </a:pPr>
            <a:r>
              <a:t>D:/pasar_fix/node_modules/.bun/date-fns@3.6.0/node_modules/date-fns/locale/mn/_lib/formatRelative.d.ts</a:t>
            </a:r>
          </a:p>
          <a:p>
            <a:pPr>
              <a:defRPr sz="1200"/>
            </a:pPr>
            <a:r>
              <a:t>D:/pasar_fix/node_modules/.bun/date-fns@3.6.0/node_modules/date-fns/locale/mn/_lib/formatRelative.js</a:t>
            </a:r>
          </a:p>
          <a:p>
            <a:pPr>
              <a:defRPr sz="1200"/>
            </a:pPr>
            <a:r>
              <a:t>D:/pasar_fix/node_modules/.bun/date-fns@3.6.0/node_modules/date-fns/locale/mn/_lib/formatRelative.mjs</a:t>
            </a:r>
          </a:p>
          <a:p>
            <a:pPr>
              <a:defRPr sz="1200"/>
            </a:pPr>
            <a:r>
              <a:t>D:/pasar_fix/node_modules/.bun/date-fns@3.6.0/node_modules/date-fns/locale/mn/_lib/localize.d.mts</a:t>
            </a:r>
          </a:p>
          <a:p>
            <a:pPr>
              <a:defRPr sz="1200"/>
            </a:pPr>
            <a:r>
              <a:t>D:/pasar_fix/node_modules/.bun/date-fns@3.6.0/node_modules/date-fns/locale/mn/_lib/localize.d.ts</a:t>
            </a:r>
          </a:p>
          <a:p>
            <a:pPr>
              <a:defRPr sz="1200"/>
            </a:pPr>
            <a:r>
              <a:t>D:/pasar_fix/node_modules/.bun/date-fns@3.6.0/node_modules/date-fns/locale/mn/_lib/localize.js</a:t>
            </a:r>
          </a:p>
          <a:p>
            <a:pPr>
              <a:defRPr sz="1200"/>
            </a:pPr>
            <a:r>
              <a:t>D:/pasar_fix/node_modules/.bun/date-fns@3.6.0/node_modules/date-fns/locale/mn/_lib/localize.mjs</a:t>
            </a:r>
          </a:p>
          <a:p>
            <a:pPr>
              <a:defRPr sz="1200"/>
            </a:pPr>
            <a:r>
              <a:t>D:/pasar_fix/node_modules/.bun/date-fns@3.6.0/node_modules/date-fns/locale/mn/_lib/match.d.mts</a:t>
            </a:r>
          </a:p>
          <a:p>
            <a:pPr>
              <a:defRPr sz="1200"/>
            </a:pPr>
            <a:r>
              <a:t>D:/pasar_fix/node_modules/.bun/date-fns@3.6.0/node_modules/date-fns/locale/mn/_lib/match.d.ts</a:t>
            </a:r>
          </a:p>
          <a:p>
            <a:pPr>
              <a:defRPr sz="1200"/>
            </a:pPr>
            <a:r>
              <a:t>D:/pasar_fix/node_modules/.bun/date-fns@3.6.0/node_modules/date-fns/locale/mn/_lib/match.js</a:t>
            </a:r>
          </a:p>
          <a:p>
            <a:pPr>
              <a:defRPr sz="1200"/>
            </a:pPr>
            <a:r>
              <a:t>D:/pasar_fix/node_modules/.bun/date-fns@3.6.0/node_modules/date-fns/locale/mn/_lib/match.mjs</a:t>
            </a:r>
          </a:p>
          <a:p>
            <a:pPr>
              <a:defRPr sz="1200"/>
            </a:pPr>
            <a:r>
              <a:t>D:/pasar_fix/node_modules/.bun/date-fns@3.6.0/node_modules/date-fns/locale/ms/cdn.js</a:t>
            </a:r>
          </a:p>
          <a:p>
            <a:pPr>
              <a:defRPr sz="1200"/>
            </a:pPr>
            <a:r>
              <a:t>D:/pasar_fix/node_modules/.bun/date-fns@3.6.0/node_modules/date-fns/locale/ms/cdn.js.map</a:t>
            </a:r>
          </a:p>
          <a:p>
            <a:pPr>
              <a:defRPr sz="1200"/>
            </a:pPr>
            <a:r>
              <a:t>D:/pasar_fix/node_modules/.bun/date-fns@3.6.0/node_modules/date-fns/locale/ms/cdn.min.js</a:t>
            </a:r>
          </a:p>
          <a:p>
            <a:pPr>
              <a:defRPr sz="1200"/>
            </a:pPr>
            <a:r>
              <a:t>D:/pasar_fix/node_modules/.bun/date-fns@3.6.0/node_modules/date-fns/locale/ms/cdn.min.js.map</a:t>
            </a:r>
          </a:p>
          <a:p>
            <a:pPr>
              <a:defRPr sz="1200"/>
            </a:pPr>
            <a:r>
              <a:t>D:/pasar_fix/node_modules/.bun/date-fns@3.6.0/node_modules/date-fns/locale/ms/_lib/formatDistance.d.mts</a:t>
            </a:r>
          </a:p>
          <a:p>
            <a:pPr>
              <a:defRPr sz="1200"/>
            </a:pPr>
            <a:r>
              <a:t>D:/pasar_fix/node_modules/.bun/date-fns@3.6.0/node_modules/date-fns/locale/ms/_lib/formatDistance.d.ts</a:t>
            </a:r>
          </a:p>
          <a:p>
            <a:pPr>
              <a:defRPr sz="1200"/>
            </a:pPr>
            <a:r>
              <a:t>D:/pasar_fix/node_modules/.bun/date-fns@3.6.0/node_modules/date-fns/locale/ms/_lib/formatDistance.js</a:t>
            </a:r>
          </a:p>
          <a:p>
            <a:pPr>
              <a:defRPr sz="1200"/>
            </a:pPr>
            <a:r>
              <a:t>D:/pasar_fix/node_modules/.bun/date-fns@3.6.0/node_modules/date-fns/locale/ms/_lib/formatDistance.mjs</a:t>
            </a:r>
          </a:p>
          <a:p>
            <a:pPr>
              <a:defRPr sz="1200"/>
            </a:pPr>
            <a:r>
              <a:t>D:/pasar_fix/node_modules/.bun/date-fns@3.6.0/node_modules/date-fns/locale/ms/_lib/formatLong.d.mts</a:t>
            </a:r>
          </a:p>
          <a:p>
            <a:pPr>
              <a:defRPr sz="1200"/>
            </a:pPr>
            <a:r>
              <a:t>D:/pasar_fix/node_modules/.bun/date-fns@3.6.0/node_modules/date-fns/locale/ms/_lib/formatLong.d.ts</a:t>
            </a:r>
          </a:p>
          <a:p>
            <a:pPr>
              <a:defRPr sz="1200"/>
            </a:pPr>
            <a:r>
              <a:t>D:/pasar_fix/node_modules/.bun/date-fns@3.6.0/node_modules/date-fns/locale/ms/_lib/formatLong.js</a:t>
            </a:r>
          </a:p>
          <a:p>
            <a:pPr>
              <a:defRPr sz="1200"/>
            </a:pPr>
            <a:r>
              <a:t>D:/pasar_fix/node_modules/.bun/date-fns@3.6.0/node_modules/date-fns/locale/ms/_lib/formatLong.mjs</a:t>
            </a:r>
          </a:p>
          <a:p>
            <a:pPr>
              <a:defRPr sz="1200"/>
            </a:pPr>
            <a:r>
              <a:t>D:/pasar_fix/node_modules/.bun/date-fns@3.6.0/node_modules/date-fns/locale/ms/_lib/formatRelative.d.mts</a:t>
            </a:r>
          </a:p>
          <a:p>
            <a:pPr>
              <a:defRPr sz="1200"/>
            </a:pPr>
            <a:r>
              <a:t>D:/pasar_fix/node_modules/.bun/date-fns@3.6.0/node_modules/date-fns/locale/ms/_lib/formatRelative.d.ts</a:t>
            </a:r>
          </a:p>
          <a:p>
            <a:pPr>
              <a:defRPr sz="1200"/>
            </a:pPr>
            <a:r>
              <a:t>D:/pasar_fix/node_modules/.bun/date-fns@3.6.0/node_modules/date-fns/locale/ms/_lib/formatRelative.js</a:t>
            </a:r>
          </a:p>
          <a:p>
            <a:pPr>
              <a:defRPr sz="1200"/>
            </a:pPr>
            <a:r>
              <a:t>D:/pasar_fix/node_modules/.bun/date-fns@3.6.0/node_modules/date-fns/locale/ms/_lib/formatRelative.mjs</a:t>
            </a:r>
          </a:p>
          <a:p>
            <a:pPr>
              <a:defRPr sz="1200"/>
            </a:pPr>
            <a:r>
              <a:t>D:/pasar_fix/node_modules/.bun/date-fns@3.6.0/node_modules/date-fns/locale/ms/_lib/localize.d.mts</a:t>
            </a:r>
          </a:p>
          <a:p>
            <a:pPr>
              <a:defRPr sz="1200"/>
            </a:pPr>
            <a:r>
              <a:t>D:/pasar_fix/node_modules/.bun/date-fns@3.6.0/node_modules/date-fns/locale/ms/_lib/localize.d.ts</a:t>
            </a:r>
          </a:p>
          <a:p>
            <a:pPr>
              <a:defRPr sz="1200"/>
            </a:pPr>
            <a:r>
              <a:t>D:/pasar_fix/node_modules/.bun/date-fns@3.6.0/node_modules/date-fns/locale/ms/_lib/localize.js</a:t>
            </a:r>
          </a:p>
          <a:p>
            <a:pPr>
              <a:defRPr sz="1200"/>
            </a:pPr>
            <a:r>
              <a:t>D:/pasar_fix/node_modules/.bun/date-fns@3.6.0/node_modules/date-fns/locale/ms/_lib/localize.mjs</a:t>
            </a:r>
          </a:p>
          <a:p>
            <a:pPr>
              <a:defRPr sz="1200"/>
            </a:pPr>
            <a:r>
              <a:t>D:/pasar_fix/node_modules/.bun/date-fns@3.6.0/node_modules/date-fns/locale/ms/_lib/match.d.mts</a:t>
            </a:r>
          </a:p>
          <a:p>
            <a:pPr>
              <a:defRPr sz="1200"/>
            </a:pPr>
            <a:r>
              <a:t>D:/pasar_fix/node_modules/.bun/date-fns@3.6.0/node_modules/date-fns/locale/ms/_lib/match.d.ts</a:t>
            </a:r>
          </a:p>
          <a:p>
            <a:pPr>
              <a:defRPr sz="1200"/>
            </a:pPr>
            <a:r>
              <a:t>D:/pasar_fix/node_modules/.bun/date-fns@3.6.0/node_modules/date-fns/locale/ms/_lib/match.js</a:t>
            </a:r>
          </a:p>
          <a:p>
            <a:pPr>
              <a:defRPr sz="1200"/>
            </a:pPr>
            <a:r>
              <a:t>D:/pasar_fix/node_modules/.bun/date-fns@3.6.0/node_modules/date-fns/locale/ms/_lib/match.mjs</a:t>
            </a:r>
          </a:p>
          <a:p>
            <a:pPr>
              <a:defRPr sz="1200"/>
            </a:pPr>
            <a:r>
              <a:t>D:/pasar_fix/node_modules/.bun/date-fns@3.6.0/node_modules/date-fns/locale/mt/cdn.js</a:t>
            </a:r>
          </a:p>
          <a:p>
            <a:pPr>
              <a:defRPr sz="1200"/>
            </a:pPr>
            <a:r>
              <a:t>D:/pasar_fix/node_modules/.bun/date-fns@3.6.0/node_modules/date-fns/locale/mt/cdn.js.map</a:t>
            </a:r>
          </a:p>
          <a:p>
            <a:pPr>
              <a:defRPr sz="1200"/>
            </a:pPr>
            <a:r>
              <a:t>D:/pasar_fix/node_modules/.bun/date-fns@3.6.0/node_modules/date-fns/locale/mt/cdn.min.js</a:t>
            </a:r>
          </a:p>
          <a:p>
            <a:pPr>
              <a:defRPr sz="1200"/>
            </a:pPr>
            <a:r>
              <a:t>D:/pasar_fix/node_modules/.bun/date-fns@3.6.0/node_modules/date-fns/locale/mt/cdn.min.js.map</a:t>
            </a:r>
          </a:p>
          <a:p>
            <a:pPr>
              <a:defRPr sz="1200"/>
            </a:pPr>
            <a:r>
              <a:t>D:/pasar_fix/node_modules/.bun/date-fns@3.6.0/node_modules/date-fns/locale/mt/_lib/formatDistance.d.mts</a:t>
            </a:r>
          </a:p>
          <a:p>
            <a:pPr>
              <a:defRPr sz="1200"/>
            </a:pPr>
            <a:r>
              <a:t>D:/pasar_fix/node_modules/.bun/date-fns@3.6.0/node_modules/date-fns/locale/mt/_lib/formatDistance.d.ts</a:t>
            </a:r>
          </a:p>
          <a:p>
            <a:pPr>
              <a:defRPr sz="1200"/>
            </a:pPr>
            <a:r>
              <a:t>D:/pasar_fix/node_modules/.bun/date-fns@3.6.0/node_modules/date-fns/locale/mt/_lib/formatDistance.js</a:t>
            </a:r>
          </a:p>
          <a:p>
            <a:pPr>
              <a:defRPr sz="1200"/>
            </a:pPr>
            <a:r>
              <a:t>D:/pasar_fix/node_modules/.bun/date-fns@3.6.0/node_modules/date-fns/locale/mt/_lib/formatDistance.mjs</a:t>
            </a:r>
          </a:p>
          <a:p>
            <a:pPr>
              <a:defRPr sz="1200"/>
            </a:pPr>
            <a:r>
              <a:t>D:/pasar_fix/node_modules/.bun/date-fns@3.6.0/node_modules/date-fns/locale/mt/_lib/formatLong.d.mts</a:t>
            </a:r>
          </a:p>
          <a:p>
            <a:pPr>
              <a:defRPr sz="1200"/>
            </a:pPr>
            <a:r>
              <a:t>D:/pasar_fix/node_modules/.bun/date-fns@3.6.0/node_modules/date-fns/locale/mt/_lib/formatLong.d.ts</a:t>
            </a:r>
          </a:p>
          <a:p>
            <a:pPr>
              <a:defRPr sz="1200"/>
            </a:pPr>
            <a:r>
              <a:t>D:/pasar_fix/node_modules/.bun/date-fns@3.6.0/node_modules/date-fns/locale/mt/_lib/formatLong.js</a:t>
            </a:r>
          </a:p>
          <a:p>
            <a:pPr>
              <a:defRPr sz="1200"/>
            </a:pPr>
            <a:r>
              <a:t>D:/pasar_fix/node_modules/.bun/date-fns@3.6.0/node_modules/date-fns/locale/mt/_lib/formatLong.mjs</a:t>
            </a:r>
          </a:p>
          <a:p>
            <a:pPr>
              <a:defRPr sz="1200"/>
            </a:pPr>
            <a:r>
              <a:t>D:/pasar_fix/node_modules/.bun/date-fns@3.6.0/node_modules/date-fns/locale/mt/_lib/formatRelative.d.mts</a:t>
            </a:r>
          </a:p>
          <a:p>
            <a:pPr>
              <a:defRPr sz="1200"/>
            </a:pPr>
            <a:r>
              <a:t>D:/pasar_fix/node_modules/.bun/date-fns@3.6.0/node_modules/date-fns/locale/mt/_lib/formatRelative.d.ts</a:t>
            </a:r>
          </a:p>
          <a:p>
            <a:pPr>
              <a:defRPr sz="1200"/>
            </a:pPr>
            <a:r>
              <a:t>D:/pasar_fix/node_modules/.bun/date-fns@3.6.0/node_modules/date-fns/locale/mt/_lib/formatRelative.js</a:t>
            </a:r>
          </a:p>
          <a:p>
            <a:pPr>
              <a:defRPr sz="1200"/>
            </a:pPr>
            <a:r>
              <a:t>D:/pasar_fix/node_modules/.bun/date-fns@3.6.0/node_modules/date-fns/locale/mt/_lib/formatRelative.mjs</a:t>
            </a:r>
          </a:p>
          <a:p>
            <a:pPr>
              <a:defRPr sz="1200"/>
            </a:pPr>
            <a:r>
              <a:t>D:/pasar_fix/node_modules/.bun/date-fns@3.6.0/node_modules/date-fns/locale/mt/_lib/localize.d.mts</a:t>
            </a:r>
          </a:p>
          <a:p>
            <a:pPr>
              <a:defRPr sz="1200"/>
            </a:pPr>
            <a:r>
              <a:t>D:/pasar_fix/node_modules/.bun/date-fns@3.6.0/node_modules/date-fns/locale/mt/_lib/localize.d.ts</a:t>
            </a:r>
          </a:p>
          <a:p>
            <a:pPr>
              <a:defRPr sz="1200"/>
            </a:pPr>
            <a:r>
              <a:t>D:/pasar_fix/node_modules/.bun/date-fns@3.6.0/node_modules/date-fns/locale/mt/_lib/localize.js</a:t>
            </a:r>
          </a:p>
          <a:p>
            <a:pPr>
              <a:defRPr sz="1200"/>
            </a:pPr>
            <a:r>
              <a:t>D:/pasar_fix/node_modules/.bun/date-fns@3.6.0/node_modules/date-fns/locale/mt/_lib/localize.mjs</a:t>
            </a:r>
          </a:p>
          <a:p>
            <a:pPr>
              <a:defRPr sz="1200"/>
            </a:pPr>
            <a:r>
              <a:t>D:/pasar_fix/node_modules/.bun/date-fns@3.6.0/node_modules/date-fns/locale/mt/_lib/match.d.mts</a:t>
            </a:r>
          </a:p>
          <a:p>
            <a:pPr>
              <a:defRPr sz="1200"/>
            </a:pPr>
            <a:r>
              <a:t>D:/pasar_fix/node_modules/.bun/date-fns@3.6.0/node_modules/date-fns/locale/mt/_lib/match.d.ts</a:t>
            </a:r>
          </a:p>
          <a:p>
            <a:pPr>
              <a:defRPr sz="1200"/>
            </a:pPr>
            <a:r>
              <a:t>D:/pasar_fix/node_modules/.bun/date-fns@3.6.0/node_modules/date-fns/locale/mt/_lib/match.js</a:t>
            </a:r>
          </a:p>
          <a:p>
            <a:pPr>
              <a:defRPr sz="1200"/>
            </a:pPr>
            <a:r>
              <a:t>D:/pasar_fix/node_modules/.bun/date-fns@3.6.0/node_modules/date-fns/locale/mt/_lib/match.mjs</a:t>
            </a:r>
          </a:p>
          <a:p>
            <a:pPr>
              <a:defRPr sz="1200"/>
            </a:pPr>
            <a:r>
              <a:t>D:/pasar_fix/node_modules/.bun/date-fns@3.6.0/node_modules/date-fns/locale/nb/cdn.js</a:t>
            </a:r>
          </a:p>
          <a:p>
            <a:pPr>
              <a:defRPr sz="1200"/>
            </a:pPr>
            <a:r>
              <a:t>D:/pasar_fix/node_modules/.bun/date-fns@3.6.0/node_modules/date-fns/locale/nb/cdn.js.map</a:t>
            </a:r>
          </a:p>
          <a:p>
            <a:pPr>
              <a:defRPr sz="1200"/>
            </a:pPr>
            <a:r>
              <a:t>D:/pasar_fix/node_modules/.bun/date-fns@3.6.0/node_modules/date-fns/locale/nb/cdn.min.js</a:t>
            </a:r>
          </a:p>
          <a:p>
            <a:pPr>
              <a:defRPr sz="1200"/>
            </a:pPr>
            <a:r>
              <a:t>D:/pasar_fix/node_modules/.bun/date-fns@3.6.0/node_modules/date-fns/locale/nb/cdn.min.js.map</a:t>
            </a:r>
          </a:p>
          <a:p>
            <a:pPr>
              <a:defRPr sz="1200"/>
            </a:pPr>
            <a:r>
              <a:t>D:/pasar_fix/node_modules/.bun/date-fns@3.6.0/node_modules/date-fns/locale/nb/_lib/formatDistance.d.mts</a:t>
            </a:r>
          </a:p>
          <a:p>
            <a:pPr>
              <a:defRPr sz="1200"/>
            </a:pPr>
            <a:r>
              <a:t>D:/pasar_fix/node_modules/.bun/date-fns@3.6.0/node_modules/date-fns/locale/nb/_lib/formatDistance.d.ts</a:t>
            </a:r>
          </a:p>
          <a:p>
            <a:pPr>
              <a:defRPr sz="1200"/>
            </a:pPr>
            <a:r>
              <a:t>D:/pasar_fix/node_modules/.bun/date-fns@3.6.0/node_modules/date-fns/locale/nb/_lib/formatDistance.js</a:t>
            </a:r>
          </a:p>
          <a:p>
            <a:pPr>
              <a:defRPr sz="1200"/>
            </a:pPr>
            <a:r>
              <a:t>D:/pasar_fix/node_modules/.bun/date-fns@3.6.0/node_modules/date-fns/locale/nb/_lib/formatDistance.mjs</a:t>
            </a:r>
          </a:p>
          <a:p>
            <a:pPr>
              <a:defRPr sz="1200"/>
            </a:pPr>
            <a:r>
              <a:t>D:/pasar_fix/node_modules/.bun/date-fns@3.6.0/node_modules/date-fns/locale/nb/_lib/formatLong.d.mts</a:t>
            </a:r>
          </a:p>
          <a:p>
            <a:pPr>
              <a:defRPr sz="1200"/>
            </a:pPr>
            <a:r>
              <a:t>D:/pasar_fix/node_modules/.bun/date-fns@3.6.0/node_modules/date-fns/locale/nb/_lib/formatLong.d.ts</a:t>
            </a:r>
          </a:p>
          <a:p>
            <a:pPr>
              <a:defRPr sz="1200"/>
            </a:pPr>
            <a:r>
              <a:t>D:/pasar_fix/node_modules/.bun/date-fns@3.6.0/node_modules/date-fns/locale/nb/_lib/formatLong.js</a:t>
            </a:r>
          </a:p>
          <a:p>
            <a:pPr>
              <a:defRPr sz="1200"/>
            </a:pPr>
            <a:r>
              <a:t>D:/pasar_fix/node_modules/.bun/date-fns@3.6.0/node_modules/date-fns/locale/nb/_lib/formatLong.mjs</a:t>
            </a:r>
          </a:p>
          <a:p>
            <a:pPr>
              <a:defRPr sz="1200"/>
            </a:pPr>
            <a:r>
              <a:t>D:/pasar_fix/node_modules/.bun/date-fns@3.6.0/node_modules/date-fns/locale/nb/_lib/formatRelative.d.mts</a:t>
            </a:r>
          </a:p>
          <a:p>
            <a:pPr>
              <a:defRPr sz="1200"/>
            </a:pPr>
            <a:r>
              <a:t>D:/pasar_fix/node_modules/.bun/date-fns@3.6.0/node_modules/date-fns/locale/nb/_lib/formatRelative.d.ts</a:t>
            </a:r>
          </a:p>
          <a:p>
            <a:pPr>
              <a:defRPr sz="1200"/>
            </a:pPr>
            <a:r>
              <a:t>D:/pasar_fix/node_modules/.bun/date-fns@3.6.0/node_modules/date-fns/locale/nb/_lib/formatRelative.js</a:t>
            </a:r>
          </a:p>
          <a:p>
            <a:pPr>
              <a:defRPr sz="1200"/>
            </a:pPr>
            <a:r>
              <a:t>D:/pasar_fix/node_modules/.bun/date-fns@3.6.0/node_modules/date-fns/locale/nb/_lib/formatRelative.mjs</a:t>
            </a:r>
          </a:p>
          <a:p>
            <a:pPr>
              <a:defRPr sz="1200"/>
            </a:pPr>
            <a:r>
              <a:t>D:/pasar_fix/node_modules/.bun/date-fns@3.6.0/node_modules/date-fns/locale/nb/_lib/localize.d.mts</a:t>
            </a:r>
          </a:p>
          <a:p>
            <a:pPr>
              <a:defRPr sz="1200"/>
            </a:pPr>
            <a:r>
              <a:t>D:/pasar_fix/node_modules/.bun/date-fns@3.6.0/node_modules/date-fns/locale/nb/_lib/localize.d.ts</a:t>
            </a:r>
          </a:p>
          <a:p>
            <a:pPr>
              <a:defRPr sz="1200"/>
            </a:pPr>
            <a:r>
              <a:t>D:/pasar_fix/node_modules/.bun/date-fns@3.6.0/node_modules/date-fns/locale/nb/_lib/localize.js</a:t>
            </a:r>
          </a:p>
          <a:p>
            <a:pPr>
              <a:defRPr sz="1200"/>
            </a:pPr>
            <a:r>
              <a:t>D:/pasar_fix/node_modules/.bun/date-fns@3.6.0/node_modules/date-fns/locale/nb/_lib/localize.mjs</a:t>
            </a:r>
          </a:p>
          <a:p>
            <a:pPr>
              <a:defRPr sz="1200"/>
            </a:pPr>
            <a:r>
              <a:t>D:/pasar_fix/node_modules/.bun/date-fns@3.6.0/node_modules/date-fns/locale/nb/_lib/match.d.mts</a:t>
            </a:r>
          </a:p>
          <a:p>
            <a:pPr>
              <a:defRPr sz="1200"/>
            </a:pPr>
            <a:r>
              <a:t>D:/pasar_fix/node_modules/.bun/date-fns@3.6.0/node_modules/date-fns/locale/nb/_lib/match.d.ts</a:t>
            </a:r>
          </a:p>
          <a:p>
            <a:pPr>
              <a:defRPr sz="1200"/>
            </a:pPr>
            <a:r>
              <a:t>D:/pasar_fix/node_modules/.bun/date-fns@3.6.0/node_modules/date-fns/locale/nb/_lib/match.js</a:t>
            </a:r>
          </a:p>
          <a:p>
            <a:pPr>
              <a:defRPr sz="1200"/>
            </a:pPr>
            <a:r>
              <a:t>D:/pasar_fix/node_modules/.bun/date-fns@3.6.0/node_modules/date-fns/locale/nb/_lib/match.mjs</a:t>
            </a:r>
          </a:p>
          <a:p>
            <a:pPr>
              <a:defRPr sz="1200"/>
            </a:pPr>
            <a:r>
              <a:t>D:/pasar_fix/node_modules/.bun/date-fns@3.6.0/node_modules/date-fns/locale/nl/cdn.js</a:t>
            </a:r>
          </a:p>
          <a:p>
            <a:pPr>
              <a:defRPr sz="1200"/>
            </a:pPr>
            <a:r>
              <a:t>D:/pasar_fix/node_modules/.bun/date-fns@3.6.0/node_modules/date-fns/locale/nl/cdn.js.map</a:t>
            </a:r>
          </a:p>
          <a:p>
            <a:pPr>
              <a:defRPr sz="1200"/>
            </a:pPr>
            <a:r>
              <a:t>D:/pasar_fix/node_modules/.bun/date-fns@3.6.0/node_modules/date-fns/locale/nl/cdn.min.js</a:t>
            </a:r>
          </a:p>
          <a:p>
            <a:pPr>
              <a:defRPr sz="1200"/>
            </a:pPr>
            <a:r>
              <a:t>D:/pasar_fix/node_modules/.bun/date-fns@3.6.0/node_modules/date-fns/locale/nl/cdn.min.js.map</a:t>
            </a:r>
          </a:p>
          <a:p>
            <a:pPr>
              <a:defRPr sz="1200"/>
            </a:pPr>
            <a:r>
              <a:t>D:/pasar_fix/node_modules/.bun/date-fns@3.6.0/node_modules/date-fns/locale/nl/_lib/formatDistance.d.mts</a:t>
            </a:r>
          </a:p>
          <a:p>
            <a:pPr>
              <a:defRPr sz="1200"/>
            </a:pPr>
            <a:r>
              <a:t>D:/pasar_fix/node_modules/.bun/date-fns@3.6.0/node_modules/date-fns/locale/nl/_lib/formatDistance.d.ts</a:t>
            </a:r>
          </a:p>
          <a:p>
            <a:pPr>
              <a:defRPr sz="1200"/>
            </a:pPr>
            <a:r>
              <a:t>D:/pasar_fix/node_modules/.bun/date-fns@3.6.0/node_modules/date-fns/locale/nl/_lib/formatDistance.js</a:t>
            </a:r>
          </a:p>
          <a:p>
            <a:pPr>
              <a:defRPr sz="1200"/>
            </a:pPr>
            <a:r>
              <a:t>D:/pasar_fix/node_modules/.bun/date-fns@3.6.0/node_modules/date-fns/locale/nl/_lib/formatDistance.mjs</a:t>
            </a:r>
          </a:p>
          <a:p>
            <a:pPr>
              <a:defRPr sz="1200"/>
            </a:pPr>
            <a:r>
              <a:t>D:/pasar_fix/node_modules/.bun/date-fns@3.6.0/node_modules/date-fns/locale/nl/_lib/formatLong.d.mts</a:t>
            </a:r>
          </a:p>
          <a:p>
            <a:pPr>
              <a:defRPr sz="1200"/>
            </a:pPr>
            <a:r>
              <a:t>D:/pasar_fix/node_modules/.bun/date-fns@3.6.0/node_modules/date-fns/locale/nl/_lib/formatLong.d.ts</a:t>
            </a:r>
          </a:p>
          <a:p>
            <a:pPr>
              <a:defRPr sz="1200"/>
            </a:pPr>
            <a:r>
              <a:t>D:/pasar_fix/node_modules/.bun/date-fns@3.6.0/node_modules/date-fns/locale/nl/_lib/formatLong.js</a:t>
            </a:r>
          </a:p>
          <a:p>
            <a:pPr>
              <a:defRPr sz="1200"/>
            </a:pPr>
            <a:r>
              <a:t>D:/pasar_fix/node_modules/.bun/date-fns@3.6.0/node_modules/date-fns/locale/nl/_lib/formatLong.mjs</a:t>
            </a:r>
          </a:p>
          <a:p>
            <a:pPr>
              <a:defRPr sz="1200"/>
            </a:pPr>
            <a:r>
              <a:t>D:/pasar_fix/node_modules/.bun/date-fns@3.6.0/node_modules/date-fns/locale/nl/_lib/formatRelative.d.mts</a:t>
            </a:r>
          </a:p>
          <a:p>
            <a:pPr>
              <a:defRPr sz="1200"/>
            </a:pPr>
            <a:r>
              <a:t>D:/pasar_fix/node_modules/.bun/date-fns@3.6.0/node_modules/date-fns/locale/nl/_lib/formatRelative.d.ts</a:t>
            </a:r>
          </a:p>
          <a:p>
            <a:pPr>
              <a:defRPr sz="1200"/>
            </a:pPr>
            <a:r>
              <a:t>D:/pasar_fix/node_modules/.bun/date-fns@3.6.0/node_modules/date-fns/locale/nl/_lib/formatRelative.js</a:t>
            </a:r>
          </a:p>
          <a:p>
            <a:pPr>
              <a:defRPr sz="1200"/>
            </a:pPr>
            <a:r>
              <a:t>D:/pasar_fix/node_modules/.bun/date-fns@3.6.0/node_modules/date-fns/locale/nl/_lib/formatRelative.mjs</a:t>
            </a:r>
          </a:p>
          <a:p>
            <a:pPr>
              <a:defRPr sz="1200"/>
            </a:pPr>
            <a:r>
              <a:t>D:/pasar_fix/node_modules/.bun/date-fns@3.6.0/node_modules/date-fns/locale/nl/_lib/localize.d.mts</a:t>
            </a:r>
          </a:p>
          <a:p>
            <a:pPr>
              <a:defRPr sz="1200"/>
            </a:pPr>
            <a:r>
              <a:t>D:/pasar_fix/node_modules/.bun/date-fns@3.6.0/node_modules/date-fns/locale/nl/_lib/localize.d.ts</a:t>
            </a:r>
          </a:p>
          <a:p>
            <a:pPr>
              <a:defRPr sz="1200"/>
            </a:pPr>
            <a:r>
              <a:t>D:/pasar_fix/node_modules/.bun/date-fns@3.6.0/node_modules/date-fns/locale/nl/_lib/localize.js</a:t>
            </a:r>
          </a:p>
          <a:p>
            <a:pPr>
              <a:defRPr sz="1200"/>
            </a:pPr>
            <a:r>
              <a:t>D:/pasar_fix/node_modules/.bun/date-fns@3.6.0/node_modules/date-fns/locale/nl/_lib/localize.mjs</a:t>
            </a:r>
          </a:p>
          <a:p>
            <a:pPr>
              <a:defRPr sz="1200"/>
            </a:pPr>
            <a:r>
              <a:t>D:/pasar_fix/node_modules/.bun/date-fns@3.6.0/node_modules/date-fns/locale/nl/_lib/match.d.mts</a:t>
            </a:r>
          </a:p>
          <a:p>
            <a:pPr>
              <a:defRPr sz="1200"/>
            </a:pPr>
            <a:r>
              <a:t>D:/pasar_fix/node_modules/.bun/date-fns@3.6.0/node_modules/date-fns/locale/nl/_lib/match.d.ts</a:t>
            </a:r>
          </a:p>
          <a:p>
            <a:pPr>
              <a:defRPr sz="1200"/>
            </a:pPr>
            <a:r>
              <a:t>D:/pasar_fix/node_modules/.bun/date-fns@3.6.0/node_modules/date-fns/locale/nl/_lib/match.js</a:t>
            </a:r>
          </a:p>
          <a:p>
            <a:pPr>
              <a:defRPr sz="1200"/>
            </a:pPr>
            <a:r>
              <a:t>D:/pasar_fix/node_modules/.bun/date-fns@3.6.0/node_modules/date-fns/locale/nl/_lib/match.mjs</a:t>
            </a:r>
          </a:p>
          <a:p>
            <a:pPr>
              <a:defRPr sz="1200"/>
            </a:pPr>
            <a:r>
              <a:t>D:/pasar_fix/node_modules/.bun/date-fns@3.6.0/node_modules/date-fns/locale/nl-BE/cdn.js</a:t>
            </a:r>
          </a:p>
          <a:p>
            <a:pPr>
              <a:defRPr sz="1200"/>
            </a:pPr>
            <a:r>
              <a:t>D:/pasar_fix/node_modules/.bun/date-fns@3.6.0/node_modules/date-fns/locale/nl-BE/cdn.js.map</a:t>
            </a:r>
          </a:p>
          <a:p>
            <a:pPr>
              <a:defRPr sz="1200"/>
            </a:pPr>
            <a:r>
              <a:t>D:/pasar_fix/node_modules/.bun/date-fns@3.6.0/node_modules/date-fns/locale/nl-BE/cdn.min.js</a:t>
            </a:r>
          </a:p>
          <a:p>
            <a:pPr>
              <a:defRPr sz="1200"/>
            </a:pPr>
            <a:r>
              <a:t>D:/pasar_fix/node_modules/.bun/date-fns@3.6.0/node_modules/date-fns/locale/nl-BE/cdn.min.js.map</a:t>
            </a:r>
          </a:p>
          <a:p>
            <a:pPr>
              <a:defRPr sz="1200"/>
            </a:pPr>
            <a:r>
              <a:t>D:/pasar_fix/node_modules/.bun/date-fns@3.6.0/node_modules/date-fns/locale/nl-BE/_lib/formatDistance.d.mts</a:t>
            </a:r>
          </a:p>
          <a:p>
            <a:pPr>
              <a:defRPr sz="1200"/>
            </a:pPr>
            <a:r>
              <a:t>D:/pasar_fix/node_modules/.bun/date-fns@3.6.0/node_modules/date-fns/locale/nl-BE/_lib/formatDistance.d.ts</a:t>
            </a:r>
          </a:p>
          <a:p>
            <a:pPr>
              <a:defRPr sz="1200"/>
            </a:pPr>
            <a:r>
              <a:t>D:/pasar_fix/node_modules/.bun/date-fns@3.6.0/node_modules/date-fns/locale/nl-BE/_lib/formatDistance.js</a:t>
            </a:r>
          </a:p>
          <a:p>
            <a:pPr>
              <a:defRPr sz="1200"/>
            </a:pPr>
            <a:r>
              <a:t>D:/pasar_fix/node_modules/.bun/date-fns@3.6.0/node_modules/date-fns/locale/nl-BE/_lib/formatDistance.mjs</a:t>
            </a:r>
          </a:p>
          <a:p>
            <a:pPr>
              <a:defRPr sz="1200"/>
            </a:pPr>
            <a:r>
              <a:t>D:/pasar_fix/node_modules/.bun/date-fns@3.6.0/node_modules/date-fns/locale/nl-BE/_lib/formatLong.d.mts</a:t>
            </a:r>
          </a:p>
          <a:p>
            <a:pPr>
              <a:defRPr sz="1200"/>
            </a:pPr>
            <a:r>
              <a:t>D:/pasar_fix/node_modules/.bun/date-fns@3.6.0/node_modules/date-fns/locale/nl-BE/_lib/formatLong.d.ts</a:t>
            </a:r>
          </a:p>
          <a:p>
            <a:pPr>
              <a:defRPr sz="1200"/>
            </a:pPr>
            <a:r>
              <a:t>D:/pasar_fix/node_modules/.bun/date-fns@3.6.0/node_modules/date-fns/locale/nl-BE/_lib/formatLong.js</a:t>
            </a:r>
          </a:p>
          <a:p>
            <a:pPr>
              <a:defRPr sz="1200"/>
            </a:pPr>
            <a:r>
              <a:t>D:/pasar_fix/node_modules/.bun/date-fns@3.6.0/node_modules/date-fns/locale/nl-BE/_lib/formatLong.mjs</a:t>
            </a:r>
          </a:p>
          <a:p>
            <a:pPr>
              <a:defRPr sz="1200"/>
            </a:pPr>
            <a:r>
              <a:t>D:/pasar_fix/node_modules/.bun/date-fns@3.6.0/node_modules/date-fns/locale/nl-BE/_lib/formatRelative.d.mts</a:t>
            </a:r>
          </a:p>
          <a:p>
            <a:pPr>
              <a:defRPr sz="1200"/>
            </a:pPr>
            <a:r>
              <a:t>D:/pasar_fix/node_modules/.bun/date-fns@3.6.0/node_modules/date-fns/locale/nl-BE/_lib/formatRelative.d.ts</a:t>
            </a:r>
          </a:p>
          <a:p>
            <a:pPr>
              <a:defRPr sz="1200"/>
            </a:pPr>
            <a:r>
              <a:t>D:/pasar_fix/node_modules/.bun/date-fns@3.6.0/node_modules/date-fns/locale/nl-BE/_lib/formatRelative.js</a:t>
            </a:r>
          </a:p>
          <a:p>
            <a:pPr>
              <a:defRPr sz="1200"/>
            </a:pPr>
            <a:r>
              <a:t>D:/pasar_fix/node_modules/.bun/date-fns@3.6.0/node_modules/date-fns/locale/nl-BE/_lib/formatRelative.mjs</a:t>
            </a:r>
          </a:p>
          <a:p>
            <a:pPr>
              <a:defRPr sz="1200"/>
            </a:pPr>
            <a:r>
              <a:t>D:/pasar_fix/node_modules/.bun/date-fns@3.6.0/node_modules/date-fns/locale/nl-BE/_lib/localize.d.mts</a:t>
            </a:r>
          </a:p>
          <a:p>
            <a:pPr>
              <a:defRPr sz="1200"/>
            </a:pPr>
            <a:r>
              <a:t>D:/pasar_fix/node_modules/.bun/date-fns@3.6.0/node_modules/date-fns/locale/nl-BE/_lib/localize.d.ts</a:t>
            </a:r>
          </a:p>
          <a:p>
            <a:pPr>
              <a:defRPr sz="1200"/>
            </a:pPr>
            <a:r>
              <a:t>D:/pasar_fix/node_modules/.bun/date-fns@3.6.0/node_modules/date-fns/locale/nl-BE/_lib/localize.js</a:t>
            </a:r>
          </a:p>
          <a:p>
            <a:pPr>
              <a:defRPr sz="1200"/>
            </a:pPr>
            <a:r>
              <a:t>D:/pasar_fix/node_modules/.bun/date-fns@3.6.0/node_modules/date-fns/locale/nl-BE/_lib/localize.mjs</a:t>
            </a:r>
          </a:p>
          <a:p>
            <a:pPr>
              <a:defRPr sz="1200"/>
            </a:pPr>
            <a:r>
              <a:t>D:/pasar_fix/node_modules/.bun/date-fns@3.6.0/node_modules/date-fns/locale/nl-BE/_lib/match.d.mts</a:t>
            </a:r>
          </a:p>
          <a:p>
            <a:pPr>
              <a:defRPr sz="1200"/>
            </a:pPr>
            <a:r>
              <a:t>D:/pasar_fix/node_modules/.bun/date-fns@3.6.0/node_modules/date-fns/locale/nl-BE/_lib/match.d.ts</a:t>
            </a:r>
          </a:p>
          <a:p>
            <a:pPr>
              <a:defRPr sz="1200"/>
            </a:pPr>
            <a:r>
              <a:t>D:/pasar_fix/node_modules/.bun/date-fns@3.6.0/node_modules/date-fns/locale/nl-BE/_lib/match.js</a:t>
            </a:r>
          </a:p>
          <a:p>
            <a:pPr>
              <a:defRPr sz="1200"/>
            </a:pPr>
            <a:r>
              <a:t>D:/pasar_fix/node_modules/.bun/date-fns@3.6.0/node_modules/date-fns/locale/nl-BE/_lib/match.mjs</a:t>
            </a:r>
          </a:p>
          <a:p>
            <a:pPr>
              <a:defRPr sz="1200"/>
            </a:pPr>
            <a:r>
              <a:t>D:/pasar_fix/node_modules/.bun/date-fns@3.6.0/node_modules/date-fns/locale/nn/cdn.js</a:t>
            </a:r>
          </a:p>
          <a:p>
            <a:pPr>
              <a:defRPr sz="1200"/>
            </a:pPr>
            <a:r>
              <a:t>D:/pasar_fix/node_modules/.bun/date-fns@3.6.0/node_modules/date-fns/locale/nn/cdn.js.map</a:t>
            </a:r>
          </a:p>
          <a:p>
            <a:pPr>
              <a:defRPr sz="1200"/>
            </a:pPr>
            <a:r>
              <a:t>D:/pasar_fix/node_modules/.bun/date-fns@3.6.0/node_modules/date-fns/locale/nn/cdn.min.js</a:t>
            </a:r>
          </a:p>
          <a:p>
            <a:pPr>
              <a:defRPr sz="1200"/>
            </a:pPr>
            <a:r>
              <a:t>D:/pasar_fix/node_modules/.bun/date-fns@3.6.0/node_modules/date-fns/locale/nn/cdn.min.js.map</a:t>
            </a:r>
          </a:p>
          <a:p>
            <a:pPr>
              <a:defRPr sz="1200"/>
            </a:pPr>
            <a:r>
              <a:t>D:/pasar_fix/node_modules/.bun/date-fns@3.6.0/node_modules/date-fns/locale/nn/_lib/formatDistance.d.mts</a:t>
            </a:r>
          </a:p>
          <a:p>
            <a:pPr>
              <a:defRPr sz="1200"/>
            </a:pPr>
            <a:r>
              <a:t>D:/pasar_fix/node_modules/.bun/date-fns@3.6.0/node_modules/date-fns/locale/nn/_lib/formatDistance.d.ts</a:t>
            </a:r>
          </a:p>
          <a:p>
            <a:pPr>
              <a:defRPr sz="1200"/>
            </a:pPr>
            <a:r>
              <a:t>D:/pasar_fix/node_modules/.bun/date-fns@3.6.0/node_modules/date-fns/locale/nn/_lib/formatDistance.js</a:t>
            </a:r>
          </a:p>
          <a:p>
            <a:pPr>
              <a:defRPr sz="1200"/>
            </a:pPr>
            <a:r>
              <a:t>D:/pasar_fix/node_modules/.bun/date-fns@3.6.0/node_modules/date-fns/locale/nn/_lib/formatDistance.mjs</a:t>
            </a:r>
          </a:p>
          <a:p>
            <a:pPr>
              <a:defRPr sz="1200"/>
            </a:pPr>
            <a:r>
              <a:t>D:/pasar_fix/node_modules/.bun/date-fns@3.6.0/node_modules/date-fns/locale/nn/_lib/formatLong.d.mts</a:t>
            </a:r>
          </a:p>
          <a:p>
            <a:pPr>
              <a:defRPr sz="1200"/>
            </a:pPr>
            <a:r>
              <a:t>D:/pasar_fix/node_modules/.bun/date-fns@3.6.0/node_modules/date-fns/locale/nn/_lib/formatLong.d.ts</a:t>
            </a:r>
          </a:p>
          <a:p>
            <a:pPr>
              <a:defRPr sz="1200"/>
            </a:pPr>
            <a:r>
              <a:t>D:/pasar_fix/node_modules/.bun/date-fns@3.6.0/node_modules/date-fns/locale/nn/_lib/formatLong.js</a:t>
            </a:r>
          </a:p>
          <a:p>
            <a:pPr>
              <a:defRPr sz="1200"/>
            </a:pPr>
            <a:r>
              <a:t>D:/pasar_fix/node_modules/.bun/date-fns@3.6.0/node_modules/date-fns/locale/nn/_lib/formatLong.mjs</a:t>
            </a:r>
          </a:p>
          <a:p>
            <a:pPr>
              <a:defRPr sz="1200"/>
            </a:pPr>
            <a:r>
              <a:t>D:/pasar_fix/node_modules/.bun/date-fns@3.6.0/node_modules/date-fns/locale/nn/_lib/formatRelative.d.mts</a:t>
            </a:r>
          </a:p>
          <a:p>
            <a:pPr>
              <a:defRPr sz="1200"/>
            </a:pPr>
            <a:r>
              <a:t>D:/pasar_fix/node_modules/.bun/date-fns@3.6.0/node_modules/date-fns/locale/nn/_lib/formatRelative.d.ts</a:t>
            </a:r>
          </a:p>
          <a:p>
            <a:pPr>
              <a:defRPr sz="1200"/>
            </a:pPr>
            <a:r>
              <a:t>D:/pasar_fix/node_modules/.bun/date-fns@3.6.0/node_modules/date-fns/locale/nn/_lib/formatRelative.js</a:t>
            </a:r>
          </a:p>
          <a:p>
            <a:pPr>
              <a:defRPr sz="1200"/>
            </a:pPr>
            <a:r>
              <a:t>D:/pasar_fix/node_modules/.bun/date-fns@3.6.0/node_modules/date-fns/locale/nn/_lib/formatRelative.mjs</a:t>
            </a:r>
          </a:p>
          <a:p>
            <a:pPr>
              <a:defRPr sz="1200"/>
            </a:pPr>
            <a:r>
              <a:t>D:/pasar_fix/node_modules/.bun/date-fns@3.6.0/node_modules/date-fns/locale/nn/_lib/localize.d.mts</a:t>
            </a:r>
          </a:p>
          <a:p>
            <a:pPr>
              <a:defRPr sz="1200"/>
            </a:pPr>
            <a:r>
              <a:t>D:/pasar_fix/node_modules/.bun/date-fns@3.6.0/node_modules/date-fns/locale/nn/_lib/localize.d.ts</a:t>
            </a:r>
          </a:p>
          <a:p>
            <a:pPr>
              <a:defRPr sz="1200"/>
            </a:pPr>
            <a:r>
              <a:t>D:/pasar_fix/node_modules/.bun/date-fns@3.6.0/node_modules/date-fns/locale/nn/_lib/localize.js</a:t>
            </a:r>
          </a:p>
          <a:p>
            <a:pPr>
              <a:defRPr sz="1200"/>
            </a:pPr>
            <a:r>
              <a:t>D:/pasar_fix/node_modules/.bun/date-fns@3.6.0/node_modules/date-fns/locale/nn/_lib/localize.mjs</a:t>
            </a:r>
          </a:p>
          <a:p>
            <a:pPr>
              <a:defRPr sz="1200"/>
            </a:pPr>
            <a:r>
              <a:t>D:/pasar_fix/node_modules/.bun/date-fns@3.6.0/node_modules/date-fns/locale/nn/_lib/match.d.mts</a:t>
            </a:r>
          </a:p>
          <a:p>
            <a:pPr>
              <a:defRPr sz="1200"/>
            </a:pPr>
            <a:r>
              <a:t>D:/pasar_fix/node_modules/.bun/date-fns@3.6.0/node_modules/date-fns/locale/nn/_lib/match.d.ts</a:t>
            </a:r>
          </a:p>
          <a:p>
            <a:pPr>
              <a:defRPr sz="1200"/>
            </a:pPr>
            <a:r>
              <a:t>D:/pasar_fix/node_modules/.bun/date-fns@3.6.0/node_modules/date-fns/locale/nn/_lib/match.js</a:t>
            </a:r>
          </a:p>
          <a:p>
            <a:pPr>
              <a:defRPr sz="1200"/>
            </a:pPr>
            <a:r>
              <a:t>D:/pasar_fix/node_modules/.bun/date-fns@3.6.0/node_modules/date-fns/locale/nn/_lib/match.mjs</a:t>
            </a:r>
          </a:p>
          <a:p>
            <a:pPr>
              <a:defRPr sz="1200"/>
            </a:pPr>
            <a:r>
              <a:t>D:/pasar_fix/node_modules/.bun/date-fns@3.6.0/node_modules/date-fns/locale/oc/cdn.js</a:t>
            </a:r>
          </a:p>
          <a:p>
            <a:pPr>
              <a:defRPr sz="1200"/>
            </a:pPr>
            <a:r>
              <a:t>D:/pasar_fix/node_modules/.bun/date-fns@3.6.0/node_modules/date-fns/locale/oc/cdn.js.map</a:t>
            </a:r>
          </a:p>
          <a:p>
            <a:pPr>
              <a:defRPr sz="1200"/>
            </a:pPr>
            <a:r>
              <a:t>D:/pasar_fix/node_modules/.bun/date-fns@3.6.0/node_modules/date-fns/locale/oc/cdn.min.js</a:t>
            </a:r>
          </a:p>
          <a:p>
            <a:pPr>
              <a:defRPr sz="1200"/>
            </a:pPr>
            <a:r>
              <a:t>D:/pasar_fix/node_modules/.bun/date-fns@3.6.0/node_modules/date-fns/locale/oc/cdn.min.js.map</a:t>
            </a:r>
          </a:p>
          <a:p>
            <a:pPr>
              <a:defRPr sz="1200"/>
            </a:pPr>
            <a:r>
              <a:t>D:/pasar_fix/node_modules/.bun/date-fns@3.6.0/node_modules/date-fns/locale/oc/_lib/formatDistance.d.mts</a:t>
            </a:r>
          </a:p>
          <a:p>
            <a:pPr>
              <a:defRPr sz="1200"/>
            </a:pPr>
            <a:r>
              <a:t>D:/pasar_fix/node_modules/.bun/date-fns@3.6.0/node_modules/date-fns/locale/oc/_lib/formatDistance.d.ts</a:t>
            </a:r>
          </a:p>
          <a:p>
            <a:pPr>
              <a:defRPr sz="1200"/>
            </a:pPr>
            <a:r>
              <a:t>D:/pasar_fix/node_modules/.bun/date-fns@3.6.0/node_modules/date-fns/locale/oc/_lib/formatDistance.js</a:t>
            </a:r>
          </a:p>
          <a:p>
            <a:pPr>
              <a:defRPr sz="1200"/>
            </a:pPr>
            <a:r>
              <a:t>D:/pasar_fix/node_modules/.bun/date-fns@3.6.0/node_modules/date-fns/locale/oc/_lib/formatDistance.mjs</a:t>
            </a:r>
          </a:p>
          <a:p>
            <a:pPr>
              <a:defRPr sz="1200"/>
            </a:pPr>
            <a:r>
              <a:t>D:/pasar_fix/node_modules/.bun/date-fns@3.6.0/node_modules/date-fns/locale/oc/_lib/formatLong.d.mts</a:t>
            </a:r>
          </a:p>
          <a:p>
            <a:pPr>
              <a:defRPr sz="1200"/>
            </a:pPr>
            <a:r>
              <a:t>D:/pasar_fix/node_modules/.bun/date-fns@3.6.0/node_modules/date-fns/locale/oc/_lib/formatLong.d.ts</a:t>
            </a:r>
          </a:p>
          <a:p>
            <a:pPr>
              <a:defRPr sz="1200"/>
            </a:pPr>
            <a:r>
              <a:t>D:/pasar_fix/node_modules/.bun/date-fns@3.6.0/node_modules/date-fns/locale/oc/_lib/formatLong.js</a:t>
            </a:r>
          </a:p>
          <a:p>
            <a:pPr>
              <a:defRPr sz="1200"/>
            </a:pPr>
            <a:r>
              <a:t>D:/pasar_fix/node_modules/.bun/date-fns@3.6.0/node_modules/date-fns/locale/oc/_lib/formatLong.mjs</a:t>
            </a:r>
          </a:p>
          <a:p>
            <a:pPr>
              <a:defRPr sz="1200"/>
            </a:pPr>
            <a:r>
              <a:t>D:/pasar_fix/node_modules/.bun/date-fns@3.6.0/node_modules/date-fns/locale/oc/_lib/formatRelative.d.mts</a:t>
            </a:r>
          </a:p>
          <a:p>
            <a:pPr>
              <a:defRPr sz="1200"/>
            </a:pPr>
            <a:r>
              <a:t>D:/pasar_fix/node_modules/.bun/date-fns@3.6.0/node_modules/date-fns/locale/oc/_lib/formatRelative.d.ts</a:t>
            </a:r>
          </a:p>
          <a:p>
            <a:pPr>
              <a:defRPr sz="1200"/>
            </a:pPr>
            <a:r>
              <a:t>D:/pasar_fix/node_modules/.bun/date-fns@3.6.0/node_modules/date-fns/locale/oc/_lib/formatRelative.js</a:t>
            </a:r>
          </a:p>
          <a:p>
            <a:pPr>
              <a:defRPr sz="1200"/>
            </a:pPr>
            <a:r>
              <a:t>D:/pasar_fix/node_modules/.bun/date-fns@3.6.0/node_modules/date-fns/locale/oc/_lib/formatRelative.mjs</a:t>
            </a:r>
          </a:p>
          <a:p>
            <a:pPr>
              <a:defRPr sz="1200"/>
            </a:pPr>
            <a:r>
              <a:t>D:/pasar_fix/node_modules/.bun/date-fns@3.6.0/node_modules/date-fns/locale/oc/_lib/localize.d.mts</a:t>
            </a:r>
          </a:p>
          <a:p>
            <a:pPr>
              <a:defRPr sz="1200"/>
            </a:pPr>
            <a:r>
              <a:t>D:/pasar_fix/node_modules/.bun/date-fns@3.6.0/node_modules/date-fns/locale/oc/_lib/localize.d.ts</a:t>
            </a:r>
          </a:p>
          <a:p>
            <a:pPr>
              <a:defRPr sz="1200"/>
            </a:pPr>
            <a:r>
              <a:t>D:/pasar_fix/node_modules/.bun/date-fns@3.6.0/node_modules/date-fns/locale/oc/_lib/localize.js</a:t>
            </a:r>
          </a:p>
          <a:p>
            <a:pPr>
              <a:defRPr sz="1200"/>
            </a:pPr>
            <a:r>
              <a:t>D:/pasar_fix/node_modules/.bun/date-fns@3.6.0/node_modules/date-fns/locale/oc/_lib/localize.mjs</a:t>
            </a:r>
          </a:p>
          <a:p>
            <a:pPr>
              <a:defRPr sz="1200"/>
            </a:pPr>
            <a:r>
              <a:t>D:/pasar_fix/node_modules/.bun/date-fns@3.6.0/node_modules/date-fns/locale/oc/_lib/match.d.mts</a:t>
            </a:r>
          </a:p>
          <a:p>
            <a:pPr>
              <a:defRPr sz="1200"/>
            </a:pPr>
            <a:r>
              <a:t>D:/pasar_fix/node_modules/.bun/date-fns@3.6.0/node_modules/date-fns/locale/oc/_lib/match.d.ts</a:t>
            </a:r>
          </a:p>
          <a:p>
            <a:pPr>
              <a:defRPr sz="1200"/>
            </a:pPr>
            <a:r>
              <a:t>D:/pasar_fix/node_modules/.bun/date-fns@3.6.0/node_modules/date-fns/locale/oc/_lib/match.js</a:t>
            </a:r>
          </a:p>
          <a:p>
            <a:pPr>
              <a:defRPr sz="1200"/>
            </a:pPr>
            <a:r>
              <a:t>D:/pasar_fix/node_modules/.bun/date-fns@3.6.0/node_modules/date-fns/locale/oc/_lib/match.mjs</a:t>
            </a:r>
          </a:p>
          <a:p>
            <a:pPr>
              <a:defRPr sz="1200"/>
            </a:pPr>
            <a:r>
              <a:t>D:/pasar_fix/node_modules/.bun/date-fns@3.6.0/node_modules/date-fns/locale/pl/cdn.js</a:t>
            </a:r>
          </a:p>
          <a:p>
            <a:pPr>
              <a:defRPr sz="1200"/>
            </a:pPr>
            <a:r>
              <a:t>D:/pasar_fix/node_modules/.bun/date-fns@3.6.0/node_modules/date-fns/locale/pl/cdn.js.map</a:t>
            </a:r>
          </a:p>
          <a:p>
            <a:pPr>
              <a:defRPr sz="1200"/>
            </a:pPr>
            <a:r>
              <a:t>D:/pasar_fix/node_modules/.bun/date-fns@3.6.0/node_modules/date-fns/locale/pl/cdn.min.js</a:t>
            </a:r>
          </a:p>
          <a:p>
            <a:pPr>
              <a:defRPr sz="1200"/>
            </a:pPr>
            <a:r>
              <a:t>D:/pasar_fix/node_modules/.bun/date-fns@3.6.0/node_modules/date-fns/locale/pl/cdn.min.js.map</a:t>
            </a:r>
          </a:p>
          <a:p>
            <a:pPr>
              <a:defRPr sz="1200"/>
            </a:pPr>
            <a:r>
              <a:t>D:/pasar_fix/node_modules/.bun/date-fns@3.6.0/node_modules/date-fns/locale/pl/_lib/formatDistance.d.mts</a:t>
            </a:r>
          </a:p>
          <a:p>
            <a:pPr>
              <a:defRPr sz="1200"/>
            </a:pPr>
            <a:r>
              <a:t>D:/pasar_fix/node_modules/.bun/date-fns@3.6.0/node_modules/date-fns/locale/pl/_lib/formatDistance.d.ts</a:t>
            </a:r>
          </a:p>
          <a:p>
            <a:pPr>
              <a:defRPr sz="1200"/>
            </a:pPr>
            <a:r>
              <a:t>D:/pasar_fix/node_modules/.bun/date-fns@3.6.0/node_modules/date-fns/locale/pl/_lib/formatDistance.js</a:t>
            </a:r>
          </a:p>
          <a:p>
            <a:pPr>
              <a:defRPr sz="1200"/>
            </a:pPr>
            <a:r>
              <a:t>D:/pasar_fix/node_modules/.bun/date-fns@3.6.0/node_modules/date-fns/locale/pl/_lib/formatDistance.mjs</a:t>
            </a:r>
          </a:p>
          <a:p>
            <a:pPr>
              <a:defRPr sz="1200"/>
            </a:pPr>
            <a:r>
              <a:t>D:/pasar_fix/node_modules/.bun/date-fns@3.6.0/node_modules/date-fns/locale/pl/_lib/formatLong.d.mts</a:t>
            </a:r>
          </a:p>
          <a:p>
            <a:pPr>
              <a:defRPr sz="1200"/>
            </a:pPr>
            <a:r>
              <a:t>D:/pasar_fix/node_modules/.bun/date-fns@3.6.0/node_modules/date-fns/locale/pl/_lib/formatLong.d.ts</a:t>
            </a:r>
          </a:p>
          <a:p>
            <a:pPr>
              <a:defRPr sz="1200"/>
            </a:pPr>
            <a:r>
              <a:t>D:/pasar_fix/node_modules/.bun/date-fns@3.6.0/node_modules/date-fns/locale/pl/_lib/formatLong.js</a:t>
            </a:r>
          </a:p>
          <a:p>
            <a:pPr>
              <a:defRPr sz="1200"/>
            </a:pPr>
            <a:r>
              <a:t>D:/pasar_fix/node_modules/.bun/date-fns@3.6.0/node_modules/date-fns/locale/pl/_lib/formatLong.mjs</a:t>
            </a:r>
          </a:p>
          <a:p>
            <a:pPr>
              <a:defRPr sz="1200"/>
            </a:pPr>
            <a:r>
              <a:t>D:/pasar_fix/node_modules/.bun/date-fns@3.6.0/node_modules/date-fns/locale/pl/_lib/formatRelative.d.mts</a:t>
            </a:r>
          </a:p>
          <a:p>
            <a:pPr>
              <a:defRPr sz="1200"/>
            </a:pPr>
            <a:r>
              <a:t>D:/pasar_fix/node_modules/.bun/date-fns@3.6.0/node_modules/date-fns/locale/pl/_lib/formatRelative.d.ts</a:t>
            </a:r>
          </a:p>
          <a:p>
            <a:pPr>
              <a:defRPr sz="1200"/>
            </a:pPr>
            <a:r>
              <a:t>D:/pasar_fix/node_modules/.bun/date-fns@3.6.0/node_modules/date-fns/locale/pl/_lib/formatRelative.js</a:t>
            </a:r>
          </a:p>
          <a:p>
            <a:pPr>
              <a:defRPr sz="1200"/>
            </a:pPr>
            <a:r>
              <a:t>D:/pasar_fix/node_modules/.bun/date-fns@3.6.0/node_modules/date-fns/locale/pl/_lib/formatRelative.mjs</a:t>
            </a:r>
          </a:p>
          <a:p>
            <a:pPr>
              <a:defRPr sz="1200"/>
            </a:pPr>
            <a:r>
              <a:t>D:/pasar_fix/node_modules/.bun/date-fns@3.6.0/node_modules/date-fns/locale/pl/_lib/localize.d.mts</a:t>
            </a:r>
          </a:p>
          <a:p>
            <a:pPr>
              <a:defRPr sz="1200"/>
            </a:pPr>
            <a:r>
              <a:t>D:/pasar_fix/node_modules/.bun/date-fns@3.6.0/node_modules/date-fns/locale/pl/_lib/localize.d.ts</a:t>
            </a:r>
          </a:p>
          <a:p>
            <a:pPr>
              <a:defRPr sz="1200"/>
            </a:pPr>
            <a:r>
              <a:t>D:/pasar_fix/node_modules/.bun/date-fns@3.6.0/node_modules/date-fns/locale/pl/_lib/localize.js</a:t>
            </a:r>
          </a:p>
          <a:p>
            <a:pPr>
              <a:defRPr sz="1200"/>
            </a:pPr>
            <a:r>
              <a:t>D:/pasar_fix/node_modules/.bun/date-fns@3.6.0/node_modules/date-fns/locale/pl/_lib/localize.mjs</a:t>
            </a:r>
          </a:p>
          <a:p>
            <a:pPr>
              <a:defRPr sz="1200"/>
            </a:pPr>
            <a:r>
              <a:t>D:/pasar_fix/node_modules/.bun/date-fns@3.6.0/node_modules/date-fns/locale/pl/_lib/match.d.mts</a:t>
            </a:r>
          </a:p>
          <a:p>
            <a:pPr>
              <a:defRPr sz="1200"/>
            </a:pPr>
            <a:r>
              <a:t>D:/pasar_fix/node_modules/.bun/date-fns@3.6.0/node_modules/date-fns/locale/pl/_lib/match.d.ts</a:t>
            </a:r>
          </a:p>
          <a:p>
            <a:pPr>
              <a:defRPr sz="1200"/>
            </a:pPr>
            <a:r>
              <a:t>D:/pasar_fix/node_modules/.bun/date-fns@3.6.0/node_modules/date-fns/locale/pl/_lib/match.js</a:t>
            </a:r>
          </a:p>
          <a:p>
            <a:pPr>
              <a:defRPr sz="1200"/>
            </a:pPr>
            <a:r>
              <a:t>D:/pasar_fix/node_modules/.bun/date-fns@3.6.0/node_modules/date-fns/locale/pl/_lib/match.mjs</a:t>
            </a:r>
          </a:p>
          <a:p>
            <a:pPr>
              <a:defRPr sz="1200"/>
            </a:pPr>
            <a:r>
              <a:t>D:/pasar_fix/node_modules/.bun/date-fns@3.6.0/node_modules/date-fns/locale/pt/cdn.js</a:t>
            </a:r>
          </a:p>
          <a:p>
            <a:pPr>
              <a:defRPr sz="1200"/>
            </a:pPr>
            <a:r>
              <a:t>D:/pasar_fix/node_modules/.bun/date-fns@3.6.0/node_modules/date-fns/locale/pt/cdn.js.map</a:t>
            </a:r>
          </a:p>
          <a:p>
            <a:pPr>
              <a:defRPr sz="1200"/>
            </a:pPr>
            <a:r>
              <a:t>D:/pasar_fix/node_modules/.bun/date-fns@3.6.0/node_modules/date-fns/locale/pt/cdn.min.js</a:t>
            </a:r>
          </a:p>
          <a:p>
            <a:pPr>
              <a:defRPr sz="1200"/>
            </a:pPr>
            <a:r>
              <a:t>D:/pasar_fix/node_modules/.bun/date-fns@3.6.0/node_modules/date-fns/locale/pt/cdn.min.js.map</a:t>
            </a:r>
          </a:p>
          <a:p>
            <a:pPr>
              <a:defRPr sz="1200"/>
            </a:pPr>
            <a:r>
              <a:t>D:/pasar_fix/node_modules/.bun/date-fns@3.6.0/node_modules/date-fns/locale/pt/_lib/formatDistance.d.mts</a:t>
            </a:r>
          </a:p>
          <a:p>
            <a:pPr>
              <a:defRPr sz="1200"/>
            </a:pPr>
            <a:r>
              <a:t>D:/pasar_fix/node_modules/.bun/date-fns@3.6.0/node_modules/date-fns/locale/pt/_lib/formatDistance.d.ts</a:t>
            </a:r>
          </a:p>
          <a:p>
            <a:pPr>
              <a:defRPr sz="1200"/>
            </a:pPr>
            <a:r>
              <a:t>D:/pasar_fix/node_modules/.bun/date-fns@3.6.0/node_modules/date-fns/locale/pt/_lib/formatDistance.js</a:t>
            </a:r>
          </a:p>
          <a:p>
            <a:pPr>
              <a:defRPr sz="1200"/>
            </a:pPr>
            <a:r>
              <a:t>D:/pasar_fix/node_modules/.bun/date-fns@3.6.0/node_modules/date-fns/locale/pt/_lib/formatDistance.mjs</a:t>
            </a:r>
          </a:p>
          <a:p>
            <a:pPr>
              <a:defRPr sz="1200"/>
            </a:pPr>
            <a:r>
              <a:t>D:/pasar_fix/node_modules/.bun/date-fns@3.6.0/node_modules/date-fns/locale/pt/_lib/formatLong.d.mts</a:t>
            </a:r>
          </a:p>
          <a:p>
            <a:pPr>
              <a:defRPr sz="1200"/>
            </a:pPr>
            <a:r>
              <a:t>D:/pasar_fix/node_modules/.bun/date-fns@3.6.0/node_modules/date-fns/locale/pt/_lib/formatLong.d.ts</a:t>
            </a:r>
          </a:p>
          <a:p>
            <a:pPr>
              <a:defRPr sz="1200"/>
            </a:pPr>
            <a:r>
              <a:t>D:/pasar_fix/node_modules/.bun/date-fns@3.6.0/node_modules/date-fns/locale/pt/_lib/formatLong.js</a:t>
            </a:r>
          </a:p>
          <a:p>
            <a:pPr>
              <a:defRPr sz="1200"/>
            </a:pPr>
            <a:r>
              <a:t>D:/pasar_fix/node_modules/.bun/date-fns@3.6.0/node_modules/date-fns/locale/pt/_lib/formatLong.mjs</a:t>
            </a:r>
          </a:p>
          <a:p>
            <a:pPr>
              <a:defRPr sz="1200"/>
            </a:pPr>
            <a:r>
              <a:t>D:/pasar_fix/node_modules/.bun/date-fns@3.6.0/node_modules/date-fns/locale/pt/_lib/formatRelative.d.mts</a:t>
            </a:r>
          </a:p>
          <a:p>
            <a:pPr>
              <a:defRPr sz="1200"/>
            </a:pPr>
            <a:r>
              <a:t>D:/pasar_fix/node_modules/.bun/date-fns@3.6.0/node_modules/date-fns/locale/pt/_lib/formatRelative.d.ts</a:t>
            </a:r>
          </a:p>
          <a:p>
            <a:pPr>
              <a:defRPr sz="1200"/>
            </a:pPr>
            <a:r>
              <a:t>D:/pasar_fix/node_modules/.bun/date-fns@3.6.0/node_modules/date-fns/locale/pt/_lib/formatRelative.js</a:t>
            </a:r>
          </a:p>
          <a:p>
            <a:pPr>
              <a:defRPr sz="1200"/>
            </a:pPr>
            <a:r>
              <a:t>D:/pasar_fix/node_modules/.bun/date-fns@3.6.0/node_modules/date-fns/locale/pt/_lib/formatRelative.mjs</a:t>
            </a:r>
          </a:p>
          <a:p>
            <a:pPr>
              <a:defRPr sz="1200"/>
            </a:pPr>
            <a:r>
              <a:t>D:/pasar_fix/node_modules/.bun/date-fns@3.6.0/node_modules/date-fns/locale/pt/_lib/localize.d.mts</a:t>
            </a:r>
          </a:p>
          <a:p>
            <a:pPr>
              <a:defRPr sz="1200"/>
            </a:pPr>
            <a:r>
              <a:t>D:/pasar_fix/node_modules/.bun/date-fns@3.6.0/node_modules/date-fns/locale/pt/_lib/localize.d.ts</a:t>
            </a:r>
          </a:p>
          <a:p>
            <a:pPr>
              <a:defRPr sz="1200"/>
            </a:pPr>
            <a:r>
              <a:t>D:/pasar_fix/node_modules/.bun/date-fns@3.6.0/node_modules/date-fns/locale/pt/_lib/localize.js</a:t>
            </a:r>
          </a:p>
          <a:p>
            <a:pPr>
              <a:defRPr sz="1200"/>
            </a:pPr>
            <a:r>
              <a:t>D:/pasar_fix/node_modules/.bun/date-fns@3.6.0/node_modules/date-fns/locale/pt/_lib/localize.mjs</a:t>
            </a:r>
          </a:p>
          <a:p>
            <a:pPr>
              <a:defRPr sz="1200"/>
            </a:pPr>
            <a:r>
              <a:t>D:/pasar_fix/node_modules/.bun/date-fns@3.6.0/node_modules/date-fns/locale/pt/_lib/match.d.mts</a:t>
            </a:r>
          </a:p>
          <a:p>
            <a:pPr>
              <a:defRPr sz="1200"/>
            </a:pPr>
            <a:r>
              <a:t>D:/pasar_fix/node_modules/.bun/date-fns@3.6.0/node_modules/date-fns/locale/pt/_lib/match.d.ts</a:t>
            </a:r>
          </a:p>
          <a:p>
            <a:pPr>
              <a:defRPr sz="1200"/>
            </a:pPr>
            <a:r>
              <a:t>D:/pasar_fix/node_modules/.bun/date-fns@3.6.0/node_modules/date-fns/locale/pt/_lib/match.js</a:t>
            </a:r>
          </a:p>
          <a:p>
            <a:pPr>
              <a:defRPr sz="1200"/>
            </a:pPr>
            <a:r>
              <a:t>D:/pasar_fix/node_modules/.bun/date-fns@3.6.0/node_modules/date-fns/locale/pt/_lib/match.mjs</a:t>
            </a:r>
          </a:p>
          <a:p>
            <a:pPr>
              <a:defRPr sz="1200"/>
            </a:pPr>
            <a:r>
              <a:t>D:/pasar_fix/node_modules/.bun/date-fns@3.6.0/node_modules/date-fns/locale/pt-BR/cdn.js</a:t>
            </a:r>
          </a:p>
          <a:p>
            <a:pPr>
              <a:defRPr sz="1200"/>
            </a:pPr>
            <a:r>
              <a:t>D:/pasar_fix/node_modules/.bun/date-fns@3.6.0/node_modules/date-fns/locale/pt-BR/cdn.js.map</a:t>
            </a:r>
          </a:p>
          <a:p>
            <a:pPr>
              <a:defRPr sz="1200"/>
            </a:pPr>
            <a:r>
              <a:t>D:/pasar_fix/node_modules/.bun/date-fns@3.6.0/node_modules/date-fns/locale/pt-BR/cdn.min.js</a:t>
            </a:r>
          </a:p>
          <a:p>
            <a:pPr>
              <a:defRPr sz="1200"/>
            </a:pPr>
            <a:r>
              <a:t>D:/pasar_fix/node_modules/.bun/date-fns@3.6.0/node_modules/date-fns/locale/pt-BR/cdn.min.js.map</a:t>
            </a:r>
          </a:p>
          <a:p>
            <a:pPr>
              <a:defRPr sz="1200"/>
            </a:pPr>
            <a:r>
              <a:t>D:/pasar_fix/node_modules/.bun/date-fns@3.6.0/node_modules/date-fns/locale/pt-BR/_lib/formatDistance.d.mts</a:t>
            </a:r>
          </a:p>
          <a:p>
            <a:pPr>
              <a:defRPr sz="1200"/>
            </a:pPr>
            <a:r>
              <a:t>D:/pasar_fix/node_modules/.bun/date-fns@3.6.0/node_modules/date-fns/locale/pt-BR/_lib/formatDistance.d.ts</a:t>
            </a:r>
          </a:p>
          <a:p>
            <a:pPr>
              <a:defRPr sz="1200"/>
            </a:pPr>
            <a:r>
              <a:t>D:/pasar_fix/node_modules/.bun/date-fns@3.6.0/node_modules/date-fns/locale/pt-BR/_lib/formatDistance.js</a:t>
            </a:r>
          </a:p>
          <a:p>
            <a:pPr>
              <a:defRPr sz="1200"/>
            </a:pPr>
            <a:r>
              <a:t>D:/pasar_fix/node_modules/.bun/date-fns@3.6.0/node_modules/date-fns/locale/pt-BR/_lib/formatDistance.mjs</a:t>
            </a:r>
          </a:p>
          <a:p>
            <a:pPr>
              <a:defRPr sz="1200"/>
            </a:pPr>
            <a:r>
              <a:t>D:/pasar_fix/node_modules/.bun/date-fns@3.6.0/node_modules/date-fns/locale/pt-BR/_lib/formatLong.d.mts</a:t>
            </a:r>
          </a:p>
          <a:p>
            <a:pPr>
              <a:defRPr sz="1200"/>
            </a:pPr>
            <a:r>
              <a:t>D:/pasar_fix/node_modules/.bun/date-fns@3.6.0/node_modules/date-fns/locale/pt-BR/_lib/formatLong.d.ts</a:t>
            </a:r>
          </a:p>
          <a:p>
            <a:pPr>
              <a:defRPr sz="1200"/>
            </a:pPr>
            <a:r>
              <a:t>D:/pasar_fix/node_modules/.bun/date-fns@3.6.0/node_modules/date-fns/locale/pt-BR/_lib/formatLong.js</a:t>
            </a:r>
          </a:p>
          <a:p>
            <a:pPr>
              <a:defRPr sz="1200"/>
            </a:pPr>
            <a:r>
              <a:t>D:/pasar_fix/node_modules/.bun/date-fns@3.6.0/node_modules/date-fns/locale/pt-BR/_lib/formatLong.mjs</a:t>
            </a:r>
          </a:p>
          <a:p>
            <a:pPr>
              <a:defRPr sz="1200"/>
            </a:pPr>
            <a:r>
              <a:t>D:/pasar_fix/node_modules/.bun/date-fns@3.6.0/node_modules/date-fns/locale/pt-BR/_lib/formatRelative.d.mts</a:t>
            </a:r>
          </a:p>
          <a:p>
            <a:pPr>
              <a:defRPr sz="1200"/>
            </a:pPr>
            <a:r>
              <a:t>D:/pasar_fix/node_modules/.bun/date-fns@3.6.0/node_modules/date-fns/locale/pt-BR/_lib/formatRelative.d.ts</a:t>
            </a:r>
          </a:p>
          <a:p>
            <a:pPr>
              <a:defRPr sz="1200"/>
            </a:pPr>
            <a:r>
              <a:t>D:/pasar_fix/node_modules/.bun/date-fns@3.6.0/node_modules/date-fns/locale/pt-BR/_lib/formatRelative.js</a:t>
            </a:r>
          </a:p>
          <a:p>
            <a:pPr>
              <a:defRPr sz="1200"/>
            </a:pPr>
            <a:r>
              <a:t>D:/pasar_fix/node_modules/.bun/date-fns@3.6.0/node_modules/date-fns/locale/pt-BR/_lib/formatRelative.mjs</a:t>
            </a:r>
          </a:p>
          <a:p>
            <a:pPr>
              <a:defRPr sz="1200"/>
            </a:pPr>
            <a:r>
              <a:t>D:/pasar_fix/node_modules/.bun/date-fns@3.6.0/node_modules/date-fns/locale/pt-BR/_lib/localize.d.mts</a:t>
            </a:r>
          </a:p>
          <a:p>
            <a:pPr>
              <a:defRPr sz="1200"/>
            </a:pPr>
            <a:r>
              <a:t>D:/pasar_fix/node_modules/.bun/date-fns@3.6.0/node_modules/date-fns/locale/pt-BR/_lib/localize.d.ts</a:t>
            </a:r>
          </a:p>
          <a:p>
            <a:pPr>
              <a:defRPr sz="1200"/>
            </a:pPr>
            <a:r>
              <a:t>D:/pasar_fix/node_modules/.bun/date-fns@3.6.0/node_modules/date-fns/locale/pt-BR/_lib/localize.js</a:t>
            </a:r>
          </a:p>
          <a:p>
            <a:pPr>
              <a:defRPr sz="1200"/>
            </a:pPr>
            <a:r>
              <a:t>D:/pasar_fix/node_modules/.bun/date-fns@3.6.0/node_modules/date-fns/locale/pt-BR/_lib/localize.mjs</a:t>
            </a:r>
          </a:p>
          <a:p>
            <a:pPr>
              <a:defRPr sz="1200"/>
            </a:pPr>
            <a:r>
              <a:t>D:/pasar_fix/node_modules/.bun/date-fns@3.6.0/node_modules/date-fns/locale/pt-BR/_lib/match.d.mts</a:t>
            </a:r>
          </a:p>
          <a:p>
            <a:pPr>
              <a:defRPr sz="1200"/>
            </a:pPr>
            <a:r>
              <a:t>D:/pasar_fix/node_modules/.bun/date-fns@3.6.0/node_modules/date-fns/locale/pt-BR/_lib/match.d.ts</a:t>
            </a:r>
          </a:p>
          <a:p>
            <a:pPr>
              <a:defRPr sz="1200"/>
            </a:pPr>
            <a:r>
              <a:t>D:/pasar_fix/node_modules/.bun/date-fns@3.6.0/node_modules/date-fns/locale/pt-BR/_lib/match.js</a:t>
            </a:r>
          </a:p>
          <a:p>
            <a:pPr>
              <a:defRPr sz="1200"/>
            </a:pPr>
            <a:r>
              <a:t>D:/pasar_fix/node_modules/.bun/date-fns@3.6.0/node_modules/date-fns/locale/pt-BR/_lib/match.mjs</a:t>
            </a:r>
          </a:p>
          <a:p>
            <a:pPr>
              <a:defRPr sz="1200"/>
            </a:pPr>
            <a:r>
              <a:t>D:/pasar_fix/node_modules/.bun/date-fns@3.6.0/node_modules/date-fns/locale/ro/cdn.js</a:t>
            </a:r>
          </a:p>
          <a:p>
            <a:pPr>
              <a:defRPr sz="1200"/>
            </a:pPr>
            <a:r>
              <a:t>D:/pasar_fix/node_modules/.bun/date-fns@3.6.0/node_modules/date-fns/locale/ro/cdn.js.map</a:t>
            </a:r>
          </a:p>
          <a:p>
            <a:pPr>
              <a:defRPr sz="1200"/>
            </a:pPr>
            <a:r>
              <a:t>D:/pasar_fix/node_modules/.bun/date-fns@3.6.0/node_modules/date-fns/locale/ro/cdn.min.js</a:t>
            </a:r>
          </a:p>
          <a:p>
            <a:pPr>
              <a:defRPr sz="1200"/>
            </a:pPr>
            <a:r>
              <a:t>D:/pasar_fix/node_modules/.bun/date-fns@3.6.0/node_modules/date-fns/locale/ro/cdn.min.js.map</a:t>
            </a:r>
          </a:p>
          <a:p>
            <a:pPr>
              <a:defRPr sz="1200"/>
            </a:pPr>
            <a:r>
              <a:t>D:/pasar_fix/node_modules/.bun/date-fns@3.6.0/node_modules/date-fns/locale/ro/_lib/formatDistance.d.mts</a:t>
            </a:r>
          </a:p>
          <a:p>
            <a:pPr>
              <a:defRPr sz="1200"/>
            </a:pPr>
            <a:r>
              <a:t>D:/pasar_fix/node_modules/.bun/date-fns@3.6.0/node_modules/date-fns/locale/ro/_lib/formatDistance.d.ts</a:t>
            </a:r>
          </a:p>
          <a:p>
            <a:pPr>
              <a:defRPr sz="1200"/>
            </a:pPr>
            <a:r>
              <a:t>D:/pasar_fix/node_modules/.bun/date-fns@3.6.0/node_modules/date-fns/locale/ro/_lib/formatDistance.js</a:t>
            </a:r>
          </a:p>
          <a:p>
            <a:pPr>
              <a:defRPr sz="1200"/>
            </a:pPr>
            <a:r>
              <a:t>D:/pasar_fix/node_modules/.bun/date-fns@3.6.0/node_modules/date-fns/locale/ro/_lib/formatDistance.mjs</a:t>
            </a:r>
          </a:p>
          <a:p>
            <a:pPr>
              <a:defRPr sz="1200"/>
            </a:pPr>
            <a:r>
              <a:t>D:/pasar_fix/node_modules/.bun/date-fns@3.6.0/node_modules/date-fns/locale/ro/_lib/formatLong.d.mts</a:t>
            </a:r>
          </a:p>
          <a:p>
            <a:pPr>
              <a:defRPr sz="1200"/>
            </a:pPr>
            <a:r>
              <a:t>D:/pasar_fix/node_modules/.bun/date-fns@3.6.0/node_modules/date-fns/locale/ro/_lib/formatLong.d.ts</a:t>
            </a:r>
          </a:p>
          <a:p>
            <a:pPr>
              <a:defRPr sz="1200"/>
            </a:pPr>
            <a:r>
              <a:t>D:/pasar_fix/node_modules/.bun/date-fns@3.6.0/node_modules/date-fns/locale/ro/_lib/formatLong.js</a:t>
            </a:r>
          </a:p>
          <a:p>
            <a:pPr>
              <a:defRPr sz="1200"/>
            </a:pPr>
            <a:r>
              <a:t>D:/pasar_fix/node_modules/.bun/date-fns@3.6.0/node_modules/date-fns/locale/ro/_lib/formatLong.mjs</a:t>
            </a:r>
          </a:p>
          <a:p>
            <a:pPr>
              <a:defRPr sz="1200"/>
            </a:pPr>
            <a:r>
              <a:t>D:/pasar_fix/node_modules/.bun/date-fns@3.6.0/node_modules/date-fns/locale/ro/_lib/formatRelative.d.mts</a:t>
            </a:r>
          </a:p>
          <a:p>
            <a:pPr>
              <a:defRPr sz="1200"/>
            </a:pPr>
            <a:r>
              <a:t>D:/pasar_fix/node_modules/.bun/date-fns@3.6.0/node_modules/date-fns/locale/ro/_lib/formatRelative.d.ts</a:t>
            </a:r>
          </a:p>
          <a:p>
            <a:pPr>
              <a:defRPr sz="1200"/>
            </a:pPr>
            <a:r>
              <a:t>D:/pasar_fix/node_modules/.bun/date-fns@3.6.0/node_modules/date-fns/locale/ro/_lib/formatRelative.js</a:t>
            </a:r>
          </a:p>
          <a:p>
            <a:pPr>
              <a:defRPr sz="1200"/>
            </a:pPr>
            <a:r>
              <a:t>D:/pasar_fix/node_modules/.bun/date-fns@3.6.0/node_modules/date-fns/locale/ro/_lib/formatRelative.mjs</a:t>
            </a:r>
          </a:p>
          <a:p>
            <a:pPr>
              <a:defRPr sz="1200"/>
            </a:pPr>
            <a:r>
              <a:t>D:/pasar_fix/node_modules/.bun/date-fns@3.6.0/node_modules/date-fns/locale/ro/_lib/localize.d.mts</a:t>
            </a:r>
          </a:p>
          <a:p>
            <a:pPr>
              <a:defRPr sz="1200"/>
            </a:pPr>
            <a:r>
              <a:t>D:/pasar_fix/node_modules/.bun/date-fns@3.6.0/node_modules/date-fns/locale/ro/_lib/localize.d.ts</a:t>
            </a:r>
          </a:p>
          <a:p>
            <a:pPr>
              <a:defRPr sz="1200"/>
            </a:pPr>
            <a:r>
              <a:t>D:/pasar_fix/node_modules/.bun/date-fns@3.6.0/node_modules/date-fns/locale/ro/_lib/localize.js</a:t>
            </a:r>
          </a:p>
          <a:p>
            <a:pPr>
              <a:defRPr sz="1200"/>
            </a:pPr>
            <a:r>
              <a:t>D:/pasar_fix/node_modules/.bun/date-fns@3.6.0/node_modules/date-fns/locale/ro/_lib/localize.mjs</a:t>
            </a:r>
          </a:p>
          <a:p>
            <a:pPr>
              <a:defRPr sz="1200"/>
            </a:pPr>
            <a:r>
              <a:t>D:/pasar_fix/node_modules/.bun/date-fns@3.6.0/node_modules/date-fns/locale/ro/_lib/match.d.mts</a:t>
            </a:r>
          </a:p>
          <a:p>
            <a:pPr>
              <a:defRPr sz="1200"/>
            </a:pPr>
            <a:r>
              <a:t>D:/pasar_fix/node_modules/.bun/date-fns@3.6.0/node_modules/date-fns/locale/ro/_lib/match.d.ts</a:t>
            </a:r>
          </a:p>
          <a:p>
            <a:pPr>
              <a:defRPr sz="1200"/>
            </a:pPr>
            <a:r>
              <a:t>D:/pasar_fix/node_modules/.bun/date-fns@3.6.0/node_modules/date-fns/locale/ro/_lib/match.js</a:t>
            </a:r>
          </a:p>
          <a:p>
            <a:pPr>
              <a:defRPr sz="1200"/>
            </a:pPr>
            <a:r>
              <a:t>D:/pasar_fix/node_modules/.bun/date-fns@3.6.0/node_modules/date-fns/locale/ro/_lib/match.mjs</a:t>
            </a:r>
          </a:p>
          <a:p>
            <a:pPr>
              <a:defRPr sz="1200"/>
            </a:pPr>
            <a:r>
              <a:t>D:/pasar_fix/node_modules/.bun/date-fns@3.6.0/node_modules/date-fns/locale/ru/cdn.js</a:t>
            </a:r>
          </a:p>
          <a:p>
            <a:pPr>
              <a:defRPr sz="1200"/>
            </a:pPr>
            <a:r>
              <a:t>D:/pasar_fix/node_modules/.bun/date-fns@3.6.0/node_modules/date-fns/locale/ru/cdn.js.map</a:t>
            </a:r>
          </a:p>
          <a:p>
            <a:pPr>
              <a:defRPr sz="1200"/>
            </a:pPr>
            <a:r>
              <a:t>D:/pasar_fix/node_modules/.bun/date-fns@3.6.0/node_modules/date-fns/locale/ru/cdn.min.js</a:t>
            </a:r>
          </a:p>
          <a:p>
            <a:pPr>
              <a:defRPr sz="1200"/>
            </a:pPr>
            <a:r>
              <a:t>D:/pasar_fix/node_modules/.bun/date-fns@3.6.0/node_modules/date-fns/locale/ru/cdn.min.js.map</a:t>
            </a:r>
          </a:p>
          <a:p>
            <a:pPr>
              <a:defRPr sz="1200"/>
            </a:pPr>
            <a:r>
              <a:t>D:/pasar_fix/node_modules/.bun/date-fns@3.6.0/node_modules/date-fns/locale/ru/_lib/formatDistance.d.mts</a:t>
            </a:r>
          </a:p>
          <a:p>
            <a:pPr>
              <a:defRPr sz="1200"/>
            </a:pPr>
            <a:r>
              <a:t>D:/pasar_fix/node_modules/.bun/date-fns@3.6.0/node_modules/date-fns/locale/ru/_lib/formatDistance.d.ts</a:t>
            </a:r>
          </a:p>
          <a:p>
            <a:pPr>
              <a:defRPr sz="1200"/>
            </a:pPr>
            <a:r>
              <a:t>D:/pasar_fix/node_modules/.bun/date-fns@3.6.0/node_modules/date-fns/locale/ru/_lib/formatDistance.js</a:t>
            </a:r>
          </a:p>
          <a:p>
            <a:pPr>
              <a:defRPr sz="1200"/>
            </a:pPr>
            <a:r>
              <a:t>D:/pasar_fix/node_modules/.bun/date-fns@3.6.0/node_modules/date-fns/locale/ru/_lib/formatDistance.mjs</a:t>
            </a:r>
          </a:p>
          <a:p>
            <a:pPr>
              <a:defRPr sz="1200"/>
            </a:pPr>
            <a:r>
              <a:t>D:/pasar_fix/node_modules/.bun/date-fns@3.6.0/node_modules/date-fns/locale/ru/_lib/formatLong.d.mts</a:t>
            </a:r>
          </a:p>
          <a:p>
            <a:pPr>
              <a:defRPr sz="1200"/>
            </a:pPr>
            <a:r>
              <a:t>D:/pasar_fix/node_modules/.bun/date-fns@3.6.0/node_modules/date-fns/locale/ru/_lib/formatLong.d.ts</a:t>
            </a:r>
          </a:p>
          <a:p>
            <a:pPr>
              <a:defRPr sz="1200"/>
            </a:pPr>
            <a:r>
              <a:t>D:/pasar_fix/node_modules/.bun/date-fns@3.6.0/node_modules/date-fns/locale/ru/_lib/formatLong.js</a:t>
            </a:r>
          </a:p>
          <a:p>
            <a:pPr>
              <a:defRPr sz="1200"/>
            </a:pPr>
            <a:r>
              <a:t>D:/pasar_fix/node_modules/.bun/date-fns@3.6.0/node_modules/date-fns/locale/ru/_lib/formatLong.mjs</a:t>
            </a:r>
          </a:p>
          <a:p>
            <a:pPr>
              <a:defRPr sz="1200"/>
            </a:pPr>
            <a:r>
              <a:t>D:/pasar_fix/node_modules/.bun/date-fns@3.6.0/node_modules/date-fns/locale/ru/_lib/formatRelative.d.mts</a:t>
            </a:r>
          </a:p>
          <a:p>
            <a:pPr>
              <a:defRPr sz="1200"/>
            </a:pPr>
            <a:r>
              <a:t>D:/pasar_fix/node_modules/.bun/date-fns@3.6.0/node_modules/date-fns/locale/ru/_lib/formatRelative.d.ts</a:t>
            </a:r>
          </a:p>
          <a:p>
            <a:pPr>
              <a:defRPr sz="1200"/>
            </a:pPr>
            <a:r>
              <a:t>D:/pasar_fix/node_modules/.bun/date-fns@3.6.0/node_modules/date-fns/locale/ru/_lib/formatRelative.js</a:t>
            </a:r>
          </a:p>
          <a:p>
            <a:pPr>
              <a:defRPr sz="1200"/>
            </a:pPr>
            <a:r>
              <a:t>D:/pasar_fix/node_modules/.bun/date-fns@3.6.0/node_modules/date-fns/locale/ru/_lib/formatRelative.mjs</a:t>
            </a:r>
          </a:p>
          <a:p>
            <a:pPr>
              <a:defRPr sz="1200"/>
            </a:pPr>
            <a:r>
              <a:t>D:/pasar_fix/node_modules/.bun/date-fns@3.6.0/node_modules/date-fns/locale/ru/_lib/localize.d.mts</a:t>
            </a:r>
          </a:p>
          <a:p>
            <a:pPr>
              <a:defRPr sz="1200"/>
            </a:pPr>
            <a:r>
              <a:t>D:/pasar_fix/node_modules/.bun/date-fns@3.6.0/node_modules/date-fns/locale/ru/_lib/localize.d.ts</a:t>
            </a:r>
          </a:p>
          <a:p>
            <a:pPr>
              <a:defRPr sz="1200"/>
            </a:pPr>
            <a:r>
              <a:t>D:/pasar_fix/node_modules/.bun/date-fns@3.6.0/node_modules/date-fns/locale/ru/_lib/localize.js</a:t>
            </a:r>
          </a:p>
          <a:p>
            <a:pPr>
              <a:defRPr sz="1200"/>
            </a:pPr>
            <a:r>
              <a:t>D:/pasar_fix/node_modules/.bun/date-fns@3.6.0/node_modules/date-fns/locale/ru/_lib/localize.mjs</a:t>
            </a:r>
          </a:p>
          <a:p>
            <a:pPr>
              <a:defRPr sz="1200"/>
            </a:pPr>
            <a:r>
              <a:t>D:/pasar_fix/node_modules/.bun/date-fns@3.6.0/node_modules/date-fns/locale/ru/_lib/match.d.mts</a:t>
            </a:r>
          </a:p>
          <a:p>
            <a:pPr>
              <a:defRPr sz="1200"/>
            </a:pPr>
            <a:r>
              <a:t>D:/pasar_fix/node_modules/.bun/date-fns@3.6.0/node_modules/date-fns/locale/ru/_lib/match.d.ts</a:t>
            </a:r>
          </a:p>
          <a:p>
            <a:pPr>
              <a:defRPr sz="1200"/>
            </a:pPr>
            <a:r>
              <a:t>D:/pasar_fix/node_modules/.bun/date-fns@3.6.0/node_modules/date-fns/locale/ru/_lib/match.js</a:t>
            </a:r>
          </a:p>
          <a:p>
            <a:pPr>
              <a:defRPr sz="1200"/>
            </a:pPr>
            <a:r>
              <a:t>D:/pasar_fix/node_modules/.bun/date-fns@3.6.0/node_modules/date-fns/locale/ru/_lib/match.mjs</a:t>
            </a:r>
          </a:p>
          <a:p>
            <a:pPr>
              <a:defRPr sz="1200"/>
            </a:pPr>
            <a:r>
              <a:t>D:/pasar_fix/node_modules/.bun/date-fns@3.6.0/node_modules/date-fns/locale/se/cdn.js</a:t>
            </a:r>
          </a:p>
          <a:p>
            <a:pPr>
              <a:defRPr sz="1200"/>
            </a:pPr>
            <a:r>
              <a:t>D:/pasar_fix/node_modules/.bun/date-fns@3.6.0/node_modules/date-fns/locale/se/cdn.js.map</a:t>
            </a:r>
          </a:p>
          <a:p>
            <a:pPr>
              <a:defRPr sz="1200"/>
            </a:pPr>
            <a:r>
              <a:t>D:/pasar_fix/node_modules/.bun/date-fns@3.6.0/node_modules/date-fns/locale/se/cdn.min.js</a:t>
            </a:r>
          </a:p>
          <a:p>
            <a:pPr>
              <a:defRPr sz="1200"/>
            </a:pPr>
            <a:r>
              <a:t>D:/pasar_fix/node_modules/.bun/date-fns@3.6.0/node_modules/date-fns/locale/se/cdn.min.js.map</a:t>
            </a:r>
          </a:p>
          <a:p>
            <a:pPr>
              <a:defRPr sz="1200"/>
            </a:pPr>
            <a:r>
              <a:t>D:/pasar_fix/node_modules/.bun/date-fns@3.6.0/node_modules/date-fns/locale/se/_lib/formatDistance.d.mts</a:t>
            </a:r>
          </a:p>
          <a:p>
            <a:pPr>
              <a:defRPr sz="1200"/>
            </a:pPr>
            <a:r>
              <a:t>D:/pasar_fix/node_modules/.bun/date-fns@3.6.0/node_modules/date-fns/locale/se/_lib/formatDistance.d.ts</a:t>
            </a:r>
          </a:p>
          <a:p>
            <a:pPr>
              <a:defRPr sz="1200"/>
            </a:pPr>
            <a:r>
              <a:t>D:/pasar_fix/node_modules/.bun/date-fns@3.6.0/node_modules/date-fns/locale/se/_lib/formatDistance.js</a:t>
            </a:r>
          </a:p>
          <a:p>
            <a:pPr>
              <a:defRPr sz="1200"/>
            </a:pPr>
            <a:r>
              <a:t>D:/pasar_fix/node_modules/.bun/date-fns@3.6.0/node_modules/date-fns/locale/se/_lib/formatDistance.mjs</a:t>
            </a:r>
          </a:p>
          <a:p>
            <a:pPr>
              <a:defRPr sz="1200"/>
            </a:pPr>
            <a:r>
              <a:t>D:/pasar_fix/node_modules/.bun/date-fns@3.6.0/node_modules/date-fns/locale/se/_lib/formatLong.d.mts</a:t>
            </a:r>
          </a:p>
          <a:p>
            <a:pPr>
              <a:defRPr sz="1200"/>
            </a:pPr>
            <a:r>
              <a:t>D:/pasar_fix/node_modules/.bun/date-fns@3.6.0/node_modules/date-fns/locale/se/_lib/formatLong.d.ts</a:t>
            </a:r>
          </a:p>
          <a:p>
            <a:pPr>
              <a:defRPr sz="1200"/>
            </a:pPr>
            <a:r>
              <a:t>D:/pasar_fix/node_modules/.bun/date-fns@3.6.0/node_modules/date-fns/locale/se/_lib/formatLong.js</a:t>
            </a:r>
          </a:p>
          <a:p>
            <a:pPr>
              <a:defRPr sz="1200"/>
            </a:pPr>
            <a:r>
              <a:t>D:/pasar_fix/node_modules/.bun/date-fns@3.6.0/node_modules/date-fns/locale/se/_lib/formatLong.mjs</a:t>
            </a:r>
          </a:p>
          <a:p>
            <a:pPr>
              <a:defRPr sz="1200"/>
            </a:pPr>
            <a:r>
              <a:t>D:/pasar_fix/node_modules/.bun/date-fns@3.6.0/node_modules/date-fns/locale/se/_lib/formatRelative.d.mts</a:t>
            </a:r>
          </a:p>
          <a:p>
            <a:pPr>
              <a:defRPr sz="1200"/>
            </a:pPr>
            <a:r>
              <a:t>D:/pasar_fix/node_modules/.bun/date-fns@3.6.0/node_modules/date-fns/locale/se/_lib/formatRelative.d.ts</a:t>
            </a:r>
          </a:p>
          <a:p>
            <a:pPr>
              <a:defRPr sz="1200"/>
            </a:pPr>
            <a:r>
              <a:t>D:/pasar_fix/node_modules/.bun/date-fns@3.6.0/node_modules/date-fns/locale/se/_lib/formatRelative.js</a:t>
            </a:r>
          </a:p>
          <a:p>
            <a:pPr>
              <a:defRPr sz="1200"/>
            </a:pPr>
            <a:r>
              <a:t>D:/pasar_fix/node_modules/.bun/date-fns@3.6.0/node_modules/date-fns/locale/se/_lib/formatRelative.mjs</a:t>
            </a:r>
          </a:p>
          <a:p>
            <a:pPr>
              <a:defRPr sz="1200"/>
            </a:pPr>
            <a:r>
              <a:t>D:/pasar_fix/node_modules/.bun/date-fns@3.6.0/node_modules/date-fns/locale/se/_lib/localize.d.mts</a:t>
            </a:r>
          </a:p>
          <a:p>
            <a:pPr>
              <a:defRPr sz="1200"/>
            </a:pPr>
            <a:r>
              <a:t>D:/pasar_fix/node_modules/.bun/date-fns@3.6.0/node_modules/date-fns/locale/se/_lib/localize.d.ts</a:t>
            </a:r>
          </a:p>
          <a:p>
            <a:pPr>
              <a:defRPr sz="1200"/>
            </a:pPr>
            <a:r>
              <a:t>D:/pasar_fix/node_modules/.bun/date-fns@3.6.0/node_modules/date-fns/locale/se/_lib/localize.js</a:t>
            </a:r>
          </a:p>
          <a:p>
            <a:pPr>
              <a:defRPr sz="1200"/>
            </a:pPr>
            <a:r>
              <a:t>D:/pasar_fix/node_modules/.bun/date-fns@3.6.0/node_modules/date-fns/locale/se/_lib/localize.mjs</a:t>
            </a:r>
          </a:p>
          <a:p>
            <a:pPr>
              <a:defRPr sz="1200"/>
            </a:pPr>
            <a:r>
              <a:t>D:/pasar_fix/node_modules/.bun/date-fns@3.6.0/node_modules/date-fns/locale/se/_lib/match.d.mts</a:t>
            </a:r>
          </a:p>
          <a:p>
            <a:pPr>
              <a:defRPr sz="1200"/>
            </a:pPr>
            <a:r>
              <a:t>D:/pasar_fix/node_modules/.bun/date-fns@3.6.0/node_modules/date-fns/locale/se/_lib/match.d.ts</a:t>
            </a:r>
          </a:p>
          <a:p>
            <a:pPr>
              <a:defRPr sz="1200"/>
            </a:pPr>
            <a:r>
              <a:t>D:/pasar_fix/node_modules/.bun/date-fns@3.6.0/node_modules/date-fns/locale/se/_lib/match.js</a:t>
            </a:r>
          </a:p>
          <a:p>
            <a:pPr>
              <a:defRPr sz="1200"/>
            </a:pPr>
            <a:r>
              <a:t>D:/pasar_fix/node_modules/.bun/date-fns@3.6.0/node_modules/date-fns/locale/se/_lib/match.mjs</a:t>
            </a:r>
          </a:p>
          <a:p>
            <a:pPr>
              <a:defRPr sz="1200"/>
            </a:pPr>
            <a:r>
              <a:t>D:/pasar_fix/node_modules/.bun/date-fns@3.6.0/node_modules/date-fns/locale/sk/cdn.js</a:t>
            </a:r>
          </a:p>
          <a:p>
            <a:pPr>
              <a:defRPr sz="1200"/>
            </a:pPr>
            <a:r>
              <a:t>D:/pasar_fix/node_modules/.bun/date-fns@3.6.0/node_modules/date-fns/locale/sk/cdn.js.map</a:t>
            </a:r>
          </a:p>
          <a:p>
            <a:pPr>
              <a:defRPr sz="1200"/>
            </a:pPr>
            <a:r>
              <a:t>D:/pasar_fix/node_modules/.bun/date-fns@3.6.0/node_modules/date-fns/locale/sk/cdn.min.js</a:t>
            </a:r>
          </a:p>
          <a:p>
            <a:pPr>
              <a:defRPr sz="1200"/>
            </a:pPr>
            <a:r>
              <a:t>D:/pasar_fix/node_modules/.bun/date-fns@3.6.0/node_modules/date-fns/locale/sk/cdn.min.js.map</a:t>
            </a:r>
          </a:p>
          <a:p>
            <a:pPr>
              <a:defRPr sz="1200"/>
            </a:pPr>
            <a:r>
              <a:t>D:/pasar_fix/node_modules/.bun/date-fns@3.6.0/node_modules/date-fns/locale/sk/_lib/formatDistance.d.mts</a:t>
            </a:r>
          </a:p>
          <a:p>
            <a:pPr>
              <a:defRPr sz="1200"/>
            </a:pPr>
            <a:r>
              <a:t>D:/pasar_fix/node_modules/.bun/date-fns@3.6.0/node_modules/date-fns/locale/sk/_lib/formatDistance.d.ts</a:t>
            </a:r>
          </a:p>
          <a:p>
            <a:pPr>
              <a:defRPr sz="1200"/>
            </a:pPr>
            <a:r>
              <a:t>D:/pasar_fix/node_modules/.bun/date-fns@3.6.0/node_modules/date-fns/locale/sk/_lib/formatDistance.js</a:t>
            </a:r>
          </a:p>
          <a:p>
            <a:pPr>
              <a:defRPr sz="1200"/>
            </a:pPr>
            <a:r>
              <a:t>D:/pasar_fix/node_modules/.bun/date-fns@3.6.0/node_modules/date-fns/locale/sk/_lib/formatDistance.mjs</a:t>
            </a:r>
          </a:p>
          <a:p>
            <a:pPr>
              <a:defRPr sz="1200"/>
            </a:pPr>
            <a:r>
              <a:t>D:/pasar_fix/node_modules/.bun/date-fns@3.6.0/node_modules/date-fns/locale/sk/_lib/formatLong.d.mts</a:t>
            </a:r>
          </a:p>
          <a:p>
            <a:pPr>
              <a:defRPr sz="1200"/>
            </a:pPr>
            <a:r>
              <a:t>D:/pasar_fix/node_modules/.bun/date-fns@3.6.0/node_modules/date-fns/locale/sk/_lib/formatLong.d.ts</a:t>
            </a:r>
          </a:p>
          <a:p>
            <a:pPr>
              <a:defRPr sz="1200"/>
            </a:pPr>
            <a:r>
              <a:t>D:/pasar_fix/node_modules/.bun/date-fns@3.6.0/node_modules/date-fns/locale/sk/_lib/formatLong.js</a:t>
            </a:r>
          </a:p>
          <a:p>
            <a:pPr>
              <a:defRPr sz="1200"/>
            </a:pPr>
            <a:r>
              <a:t>D:/pasar_fix/node_modules/.bun/date-fns@3.6.0/node_modules/date-fns/locale/sk/_lib/formatLong.mjs</a:t>
            </a:r>
          </a:p>
          <a:p>
            <a:pPr>
              <a:defRPr sz="1200"/>
            </a:pPr>
            <a:r>
              <a:t>D:/pasar_fix/node_modules/.bun/date-fns@3.6.0/node_modules/date-fns/locale/sk/_lib/formatRelative.d.mts</a:t>
            </a:r>
          </a:p>
          <a:p>
            <a:pPr>
              <a:defRPr sz="1200"/>
            </a:pPr>
            <a:r>
              <a:t>D:/pasar_fix/node_modules/.bun/date-fns@3.6.0/node_modules/date-fns/locale/sk/_lib/formatRelative.d.ts</a:t>
            </a:r>
          </a:p>
          <a:p>
            <a:pPr>
              <a:defRPr sz="1200"/>
            </a:pPr>
            <a:r>
              <a:t>D:/pasar_fix/node_modules/.bun/date-fns@3.6.0/node_modules/date-fns/locale/sk/_lib/formatRelative.js</a:t>
            </a:r>
          </a:p>
          <a:p>
            <a:pPr>
              <a:defRPr sz="1200"/>
            </a:pPr>
            <a:r>
              <a:t>D:/pasar_fix/node_modules/.bun/date-fns@3.6.0/node_modules/date-fns/locale/sk/_lib/formatRelative.mjs</a:t>
            </a:r>
          </a:p>
          <a:p>
            <a:pPr>
              <a:defRPr sz="1200"/>
            </a:pPr>
            <a:r>
              <a:t>D:/pasar_fix/node_modules/.bun/date-fns@3.6.0/node_modules/date-fns/locale/sk/_lib/localize.d.mts</a:t>
            </a:r>
          </a:p>
          <a:p>
            <a:pPr>
              <a:defRPr sz="1200"/>
            </a:pPr>
            <a:r>
              <a:t>D:/pasar_fix/node_modules/.bun/date-fns@3.6.0/node_modules/date-fns/locale/sk/_lib/localize.d.ts</a:t>
            </a:r>
          </a:p>
          <a:p>
            <a:pPr>
              <a:defRPr sz="1200"/>
            </a:pPr>
            <a:r>
              <a:t>D:/pasar_fix/node_modules/.bun/date-fns@3.6.0/node_modules/date-fns/locale/sk/_lib/localize.js</a:t>
            </a:r>
          </a:p>
          <a:p>
            <a:pPr>
              <a:defRPr sz="1200"/>
            </a:pPr>
            <a:r>
              <a:t>D:/pasar_fix/node_modules/.bun/date-fns@3.6.0/node_modules/date-fns/locale/sk/_lib/localize.mjs</a:t>
            </a:r>
          </a:p>
          <a:p>
            <a:pPr>
              <a:defRPr sz="1200"/>
            </a:pPr>
            <a:r>
              <a:t>D:/pasar_fix/node_modules/.bun/date-fns@3.6.0/node_modules/date-fns/locale/sk/_lib/match.d.mts</a:t>
            </a:r>
          </a:p>
          <a:p>
            <a:pPr>
              <a:defRPr sz="1200"/>
            </a:pPr>
            <a:r>
              <a:t>D:/pasar_fix/node_modules/.bun/date-fns@3.6.0/node_modules/date-fns/locale/sk/_lib/match.d.ts</a:t>
            </a:r>
          </a:p>
          <a:p>
            <a:pPr>
              <a:defRPr sz="1200"/>
            </a:pPr>
            <a:r>
              <a:t>D:/pasar_fix/node_modules/.bun/date-fns@3.6.0/node_modules/date-fns/locale/sk/_lib/match.js</a:t>
            </a:r>
          </a:p>
          <a:p>
            <a:pPr>
              <a:defRPr sz="1200"/>
            </a:pPr>
            <a:r>
              <a:t>D:/pasar_fix/node_modules/.bun/date-fns@3.6.0/node_modules/date-fns/locale/sk/_lib/match.mjs</a:t>
            </a:r>
          </a:p>
          <a:p>
            <a:pPr>
              <a:defRPr sz="1200"/>
            </a:pPr>
            <a:r>
              <a:t>D:/pasar_fix/node_modules/.bun/date-fns@3.6.0/node_modules/date-fns/locale/sl/cdn.js</a:t>
            </a:r>
          </a:p>
          <a:p>
            <a:pPr>
              <a:defRPr sz="1200"/>
            </a:pPr>
            <a:r>
              <a:t>D:/pasar_fix/node_modules/.bun/date-fns@3.6.0/node_modules/date-fns/locale/sl/cdn.js.map</a:t>
            </a:r>
          </a:p>
          <a:p>
            <a:pPr>
              <a:defRPr sz="1200"/>
            </a:pPr>
            <a:r>
              <a:t>D:/pasar_fix/node_modules/.bun/date-fns@3.6.0/node_modules/date-fns/locale/sl/cdn.min.js</a:t>
            </a:r>
          </a:p>
          <a:p>
            <a:pPr>
              <a:defRPr sz="1200"/>
            </a:pPr>
            <a:r>
              <a:t>D:/pasar_fix/node_modules/.bun/date-fns@3.6.0/node_modules/date-fns/locale/sl/cdn.min.js.map</a:t>
            </a:r>
          </a:p>
          <a:p>
            <a:pPr>
              <a:defRPr sz="1200"/>
            </a:pPr>
            <a:r>
              <a:t>D:/pasar_fix/node_modules/.bun/date-fns@3.6.0/node_modules/date-fns/locale/sl/_lib/formatDistance.d.mts</a:t>
            </a:r>
          </a:p>
          <a:p>
            <a:pPr>
              <a:defRPr sz="1200"/>
            </a:pPr>
            <a:r>
              <a:t>D:/pasar_fix/node_modules/.bun/date-fns@3.6.0/node_modules/date-fns/locale/sl/_lib/formatDistance.d.ts</a:t>
            </a:r>
          </a:p>
          <a:p>
            <a:pPr>
              <a:defRPr sz="1200"/>
            </a:pPr>
            <a:r>
              <a:t>D:/pasar_fix/node_modules/.bun/date-fns@3.6.0/node_modules/date-fns/locale/sl/_lib/formatDistance.js</a:t>
            </a:r>
          </a:p>
          <a:p>
            <a:pPr>
              <a:defRPr sz="1200"/>
            </a:pPr>
            <a:r>
              <a:t>D:/pasar_fix/node_modules/.bun/date-fns@3.6.0/node_modules/date-fns/locale/sl/_lib/formatDistance.mjs</a:t>
            </a:r>
          </a:p>
          <a:p>
            <a:pPr>
              <a:defRPr sz="1200"/>
            </a:pPr>
            <a:r>
              <a:t>D:/pasar_fix/node_modules/.bun/date-fns@3.6.0/node_modules/date-fns/locale/sl/_lib/formatLong.d.mts</a:t>
            </a:r>
          </a:p>
          <a:p>
            <a:pPr>
              <a:defRPr sz="1200"/>
            </a:pPr>
            <a:r>
              <a:t>D:/pasar_fix/node_modules/.bun/date-fns@3.6.0/node_modules/date-fns/locale/sl/_lib/formatLong.d.ts</a:t>
            </a:r>
          </a:p>
          <a:p>
            <a:pPr>
              <a:defRPr sz="1200"/>
            </a:pPr>
            <a:r>
              <a:t>D:/pasar_fix/node_modules/.bun/date-fns@3.6.0/node_modules/date-fns/locale/sl/_lib/formatLong.js</a:t>
            </a:r>
          </a:p>
          <a:p>
            <a:pPr>
              <a:defRPr sz="1200"/>
            </a:pPr>
            <a:r>
              <a:t>D:/pasar_fix/node_modules/.bun/date-fns@3.6.0/node_modules/date-fns/locale/sl/_lib/formatLong.mjs</a:t>
            </a:r>
          </a:p>
          <a:p>
            <a:pPr>
              <a:defRPr sz="1200"/>
            </a:pPr>
            <a:r>
              <a:t>D:/pasar_fix/node_modules/.bun/date-fns@3.6.0/node_modules/date-fns/locale/sl/_lib/formatRelative.d.mts</a:t>
            </a:r>
          </a:p>
          <a:p>
            <a:pPr>
              <a:defRPr sz="1200"/>
            </a:pPr>
            <a:r>
              <a:t>D:/pasar_fix/node_modules/.bun/date-fns@3.6.0/node_modules/date-fns/locale/sl/_lib/formatRelative.d.ts</a:t>
            </a:r>
          </a:p>
          <a:p>
            <a:pPr>
              <a:defRPr sz="1200"/>
            </a:pPr>
            <a:r>
              <a:t>D:/pasar_fix/node_modules/.bun/date-fns@3.6.0/node_modules/date-fns/locale/sl/_lib/formatRelative.js</a:t>
            </a:r>
          </a:p>
          <a:p>
            <a:pPr>
              <a:defRPr sz="1200"/>
            </a:pPr>
            <a:r>
              <a:t>D:/pasar_fix/node_modules/.bun/date-fns@3.6.0/node_modules/date-fns/locale/sl/_lib/formatRelative.mjs</a:t>
            </a:r>
          </a:p>
          <a:p>
            <a:pPr>
              <a:defRPr sz="1200"/>
            </a:pPr>
            <a:r>
              <a:t>D:/pasar_fix/node_modules/.bun/date-fns@3.6.0/node_modules/date-fns/locale/sl/_lib/localize.d.mts</a:t>
            </a:r>
          </a:p>
          <a:p>
            <a:pPr>
              <a:defRPr sz="1200"/>
            </a:pPr>
            <a:r>
              <a:t>D:/pasar_fix/node_modules/.bun/date-fns@3.6.0/node_modules/date-fns/locale/sl/_lib/localize.d.ts</a:t>
            </a:r>
          </a:p>
          <a:p>
            <a:pPr>
              <a:defRPr sz="1200"/>
            </a:pPr>
            <a:r>
              <a:t>D:/pasar_fix/node_modules/.bun/date-fns@3.6.0/node_modules/date-fns/locale/sl/_lib/localize.js</a:t>
            </a:r>
          </a:p>
          <a:p>
            <a:pPr>
              <a:defRPr sz="1200"/>
            </a:pPr>
            <a:r>
              <a:t>D:/pasar_fix/node_modules/.bun/date-fns@3.6.0/node_modules/date-fns/locale/sl/_lib/localize.mjs</a:t>
            </a:r>
          </a:p>
          <a:p>
            <a:pPr>
              <a:defRPr sz="1200"/>
            </a:pPr>
            <a:r>
              <a:t>D:/pasar_fix/node_modules/.bun/date-fns@3.6.0/node_modules/date-fns/locale/sl/_lib/match.d.mts</a:t>
            </a:r>
          </a:p>
          <a:p>
            <a:pPr>
              <a:defRPr sz="1200"/>
            </a:pPr>
            <a:r>
              <a:t>D:/pasar_fix/node_modules/.bun/date-fns@3.6.0/node_modules/date-fns/locale/sl/_lib/match.d.ts</a:t>
            </a:r>
          </a:p>
          <a:p>
            <a:pPr>
              <a:defRPr sz="1200"/>
            </a:pPr>
            <a:r>
              <a:t>D:/pasar_fix/node_modules/.bun/date-fns@3.6.0/node_modules/date-fns/locale/sl/_lib/match.js</a:t>
            </a:r>
          </a:p>
          <a:p>
            <a:pPr>
              <a:defRPr sz="1200"/>
            </a:pPr>
            <a:r>
              <a:t>D:/pasar_fix/node_modules/.bun/date-fns@3.6.0/node_modules/date-fns/locale/sl/_lib/match.mjs</a:t>
            </a:r>
          </a:p>
          <a:p>
            <a:pPr>
              <a:defRPr sz="1200"/>
            </a:pPr>
            <a:r>
              <a:t>D:/pasar_fix/node_modules/.bun/date-fns@3.6.0/node_modules/date-fns/locale/sq/cdn.js</a:t>
            </a:r>
          </a:p>
          <a:p>
            <a:pPr>
              <a:defRPr sz="1200"/>
            </a:pPr>
            <a:r>
              <a:t>D:/pasar_fix/node_modules/.bun/date-fns@3.6.0/node_modules/date-fns/locale/sq/cdn.js.map</a:t>
            </a:r>
          </a:p>
          <a:p>
            <a:pPr>
              <a:defRPr sz="1200"/>
            </a:pPr>
            <a:r>
              <a:t>D:/pasar_fix/node_modules/.bun/date-fns@3.6.0/node_modules/date-fns/locale/sq/cdn.min.js</a:t>
            </a:r>
          </a:p>
          <a:p>
            <a:pPr>
              <a:defRPr sz="1200"/>
            </a:pPr>
            <a:r>
              <a:t>D:/pasar_fix/node_modules/.bun/date-fns@3.6.0/node_modules/date-fns/locale/sq/cdn.min.js.map</a:t>
            </a:r>
          </a:p>
          <a:p>
            <a:pPr>
              <a:defRPr sz="1200"/>
            </a:pPr>
            <a:r>
              <a:t>D:/pasar_fix/node_modules/.bun/date-fns@3.6.0/node_modules/date-fns/locale/sq/_lib/formatDistance.d.mts</a:t>
            </a:r>
          </a:p>
          <a:p>
            <a:pPr>
              <a:defRPr sz="1200"/>
            </a:pPr>
            <a:r>
              <a:t>D:/pasar_fix/node_modules/.bun/date-fns@3.6.0/node_modules/date-fns/locale/sq/_lib/formatDistance.d.ts</a:t>
            </a:r>
          </a:p>
          <a:p>
            <a:pPr>
              <a:defRPr sz="1200"/>
            </a:pPr>
            <a:r>
              <a:t>D:/pasar_fix/node_modules/.bun/date-fns@3.6.0/node_modules/date-fns/locale/sq/_lib/formatDistance.js</a:t>
            </a:r>
          </a:p>
          <a:p>
            <a:pPr>
              <a:defRPr sz="1200"/>
            </a:pPr>
            <a:r>
              <a:t>D:/pasar_fix/node_modules/.bun/date-fns@3.6.0/node_modules/date-fns/locale/sq/_lib/formatDistance.mjs</a:t>
            </a:r>
          </a:p>
          <a:p>
            <a:pPr>
              <a:defRPr sz="1200"/>
            </a:pPr>
            <a:r>
              <a:t>D:/pasar_fix/node_modules/.bun/date-fns@3.6.0/node_modules/date-fns/locale/sq/_lib/formatLong.d.mts</a:t>
            </a:r>
          </a:p>
          <a:p>
            <a:pPr>
              <a:defRPr sz="1200"/>
            </a:pPr>
            <a:r>
              <a:t>D:/pasar_fix/node_modules/.bun/date-fns@3.6.0/node_modules/date-fns/locale/sq/_lib/formatLong.d.ts</a:t>
            </a:r>
          </a:p>
          <a:p>
            <a:pPr>
              <a:defRPr sz="1200"/>
            </a:pPr>
            <a:r>
              <a:t>D:/pasar_fix/node_modules/.bun/date-fns@3.6.0/node_modules/date-fns/locale/sq/_lib/formatLong.js</a:t>
            </a:r>
          </a:p>
          <a:p>
            <a:pPr>
              <a:defRPr sz="1200"/>
            </a:pPr>
            <a:r>
              <a:t>D:/pasar_fix/node_modules/.bun/date-fns@3.6.0/node_modules/date-fns/locale/sq/_lib/formatLong.mjs</a:t>
            </a:r>
          </a:p>
          <a:p>
            <a:pPr>
              <a:defRPr sz="1200"/>
            </a:pPr>
            <a:r>
              <a:t>D:/pasar_fix/node_modules/.bun/date-fns@3.6.0/node_modules/date-fns/locale/sq/_lib/formatRelative.d.mts</a:t>
            </a:r>
          </a:p>
          <a:p>
            <a:pPr>
              <a:defRPr sz="1200"/>
            </a:pPr>
            <a:r>
              <a:t>D:/pasar_fix/node_modules/.bun/date-fns@3.6.0/node_modules/date-fns/locale/sq/_lib/formatRelative.d.ts</a:t>
            </a:r>
          </a:p>
          <a:p>
            <a:pPr>
              <a:defRPr sz="1200"/>
            </a:pPr>
            <a:r>
              <a:t>D:/pasar_fix/node_modules/.bun/date-fns@3.6.0/node_modules/date-fns/locale/sq/_lib/formatRelative.js</a:t>
            </a:r>
          </a:p>
          <a:p>
            <a:pPr>
              <a:defRPr sz="1200"/>
            </a:pPr>
            <a:r>
              <a:t>D:/pasar_fix/node_modules/.bun/date-fns@3.6.0/node_modules/date-fns/locale/sq/_lib/formatRelative.mjs</a:t>
            </a:r>
          </a:p>
          <a:p>
            <a:pPr>
              <a:defRPr sz="1200"/>
            </a:pPr>
            <a:r>
              <a:t>D:/pasar_fix/node_modules/.bun/date-fns@3.6.0/node_modules/date-fns/locale/sq/_lib/localize.d.mts</a:t>
            </a:r>
          </a:p>
          <a:p>
            <a:pPr>
              <a:defRPr sz="1200"/>
            </a:pPr>
            <a:r>
              <a:t>D:/pasar_fix/node_modules/.bun/date-fns@3.6.0/node_modules/date-fns/locale/sq/_lib/localize.d.ts</a:t>
            </a:r>
          </a:p>
          <a:p>
            <a:pPr>
              <a:defRPr sz="1200"/>
            </a:pPr>
            <a:r>
              <a:t>D:/pasar_fix/node_modules/.bun/date-fns@3.6.0/node_modules/date-fns/locale/sq/_lib/localize.js</a:t>
            </a:r>
          </a:p>
          <a:p>
            <a:pPr>
              <a:defRPr sz="1200"/>
            </a:pPr>
            <a:r>
              <a:t>D:/pasar_fix/node_modules/.bun/date-fns@3.6.0/node_modules/date-fns/locale/sq/_lib/localize.mjs</a:t>
            </a:r>
          </a:p>
          <a:p>
            <a:pPr>
              <a:defRPr sz="1200"/>
            </a:pPr>
            <a:r>
              <a:t>D:/pasar_fix/node_modules/.bun/date-fns@3.6.0/node_modules/date-fns/locale/sq/_lib/match.d.mts</a:t>
            </a:r>
          </a:p>
          <a:p>
            <a:pPr>
              <a:defRPr sz="1200"/>
            </a:pPr>
            <a:r>
              <a:t>D:/pasar_fix/node_modules/.bun/date-fns@3.6.0/node_modules/date-fns/locale/sq/_lib/match.d.ts</a:t>
            </a:r>
          </a:p>
          <a:p>
            <a:pPr>
              <a:defRPr sz="1200"/>
            </a:pPr>
            <a:r>
              <a:t>D:/pasar_fix/node_modules/.bun/date-fns@3.6.0/node_modules/date-fns/locale/sq/_lib/match.js</a:t>
            </a:r>
          </a:p>
          <a:p>
            <a:pPr>
              <a:defRPr sz="1200"/>
            </a:pPr>
            <a:r>
              <a:t>D:/pasar_fix/node_modules/.bun/date-fns@3.6.0/node_modules/date-fns/locale/sq/_lib/match.mjs</a:t>
            </a:r>
          </a:p>
          <a:p>
            <a:pPr>
              <a:defRPr sz="1200"/>
            </a:pPr>
            <a:r>
              <a:t>D:/pasar_fix/node_modules/.bun/date-fns@3.6.0/node_modules/date-fns/locale/sr/cdn.js</a:t>
            </a:r>
          </a:p>
          <a:p>
            <a:pPr>
              <a:defRPr sz="1200"/>
            </a:pPr>
            <a:r>
              <a:t>D:/pasar_fix/node_modules/.bun/date-fns@3.6.0/node_modules/date-fns/locale/sr/cdn.js.map</a:t>
            </a:r>
          </a:p>
          <a:p>
            <a:pPr>
              <a:defRPr sz="1200"/>
            </a:pPr>
            <a:r>
              <a:t>D:/pasar_fix/node_modules/.bun/date-fns@3.6.0/node_modules/date-fns/locale/sr/cdn.min.js</a:t>
            </a:r>
          </a:p>
          <a:p>
            <a:pPr>
              <a:defRPr sz="1200"/>
            </a:pPr>
            <a:r>
              <a:t>D:/pasar_fix/node_modules/.bun/date-fns@3.6.0/node_modules/date-fns/locale/sr/cdn.min.js.map</a:t>
            </a:r>
          </a:p>
          <a:p>
            <a:pPr>
              <a:defRPr sz="1200"/>
            </a:pPr>
            <a:r>
              <a:t>D:/pasar_fix/node_modules/.bun/date-fns@3.6.0/node_modules/date-fns/locale/sr/_lib/formatDistance.d.mts</a:t>
            </a:r>
          </a:p>
          <a:p>
            <a:pPr>
              <a:defRPr sz="1200"/>
            </a:pPr>
            <a:r>
              <a:t>D:/pasar_fix/node_modules/.bun/date-fns@3.6.0/node_modules/date-fns/locale/sr/_lib/formatDistance.d.ts</a:t>
            </a:r>
          </a:p>
          <a:p>
            <a:pPr>
              <a:defRPr sz="1200"/>
            </a:pPr>
            <a:r>
              <a:t>D:/pasar_fix/node_modules/.bun/date-fns@3.6.0/node_modules/date-fns/locale/sr/_lib/formatDistance.js</a:t>
            </a:r>
          </a:p>
          <a:p>
            <a:pPr>
              <a:defRPr sz="1200"/>
            </a:pPr>
            <a:r>
              <a:t>D:/pasar_fix/node_modules/.bun/date-fns@3.6.0/node_modules/date-fns/locale/sr/_lib/formatDistance.mjs</a:t>
            </a:r>
          </a:p>
          <a:p>
            <a:pPr>
              <a:defRPr sz="1200"/>
            </a:pPr>
            <a:r>
              <a:t>D:/pasar_fix/node_modules/.bun/date-fns@3.6.0/node_modules/date-fns/locale/sr/_lib/formatLong.d.mts</a:t>
            </a:r>
          </a:p>
          <a:p>
            <a:pPr>
              <a:defRPr sz="1200"/>
            </a:pPr>
            <a:r>
              <a:t>D:/pasar_fix/node_modules/.bun/date-fns@3.6.0/node_modules/date-fns/locale/sr/_lib/formatLong.d.ts</a:t>
            </a:r>
          </a:p>
          <a:p>
            <a:pPr>
              <a:defRPr sz="1200"/>
            </a:pPr>
            <a:r>
              <a:t>D:/pasar_fix/node_modules/.bun/date-fns@3.6.0/node_modules/date-fns/locale/sr/_lib/formatLong.js</a:t>
            </a:r>
          </a:p>
          <a:p>
            <a:pPr>
              <a:defRPr sz="1200"/>
            </a:pPr>
            <a:r>
              <a:t>D:/pasar_fix/node_modules/.bun/date-fns@3.6.0/node_modules/date-fns/locale/sr/_lib/formatLong.mjs</a:t>
            </a:r>
          </a:p>
          <a:p>
            <a:pPr>
              <a:defRPr sz="1200"/>
            </a:pPr>
            <a:r>
              <a:t>D:/pasar_fix/node_modules/.bun/date-fns@3.6.0/node_modules/date-fns/locale/sr/_lib/formatRelative.d.mts</a:t>
            </a:r>
          </a:p>
          <a:p>
            <a:pPr>
              <a:defRPr sz="1200"/>
            </a:pPr>
            <a:r>
              <a:t>D:/pasar_fix/node_modules/.bun/date-fns@3.6.0/node_modules/date-fns/locale/sr/_lib/formatRelative.d.ts</a:t>
            </a:r>
          </a:p>
          <a:p>
            <a:pPr>
              <a:defRPr sz="1200"/>
            </a:pPr>
            <a:r>
              <a:t>D:/pasar_fix/node_modules/.bun/date-fns@3.6.0/node_modules/date-fns/locale/sr/_lib/formatRelative.js</a:t>
            </a:r>
          </a:p>
          <a:p>
            <a:pPr>
              <a:defRPr sz="1200"/>
            </a:pPr>
            <a:r>
              <a:t>D:/pasar_fix/node_modules/.bun/date-fns@3.6.0/node_modules/date-fns/locale/sr/_lib/formatRelative.mjs</a:t>
            </a:r>
          </a:p>
          <a:p>
            <a:pPr>
              <a:defRPr sz="1200"/>
            </a:pPr>
            <a:r>
              <a:t>D:/pasar_fix/node_modules/.bun/date-fns@3.6.0/node_modules/date-fns/locale/sr/_lib/localize.d.mts</a:t>
            </a:r>
          </a:p>
          <a:p>
            <a:pPr>
              <a:defRPr sz="1200"/>
            </a:pPr>
            <a:r>
              <a:t>D:/pasar_fix/node_modules/.bun/date-fns@3.6.0/node_modules/date-fns/locale/sr/_lib/localize.d.ts</a:t>
            </a:r>
          </a:p>
          <a:p>
            <a:pPr>
              <a:defRPr sz="1200"/>
            </a:pPr>
            <a:r>
              <a:t>D:/pasar_fix/node_modules/.bun/date-fns@3.6.0/node_modules/date-fns/locale/sr/_lib/localize.js</a:t>
            </a:r>
          </a:p>
          <a:p>
            <a:pPr>
              <a:defRPr sz="1200"/>
            </a:pPr>
            <a:r>
              <a:t>D:/pasar_fix/node_modules/.bun/date-fns@3.6.0/node_modules/date-fns/locale/sr/_lib/localize.mjs</a:t>
            </a:r>
          </a:p>
          <a:p>
            <a:pPr>
              <a:defRPr sz="1200"/>
            </a:pPr>
            <a:r>
              <a:t>D:/pasar_fix/node_modules/.bun/date-fns@3.6.0/node_modules/date-fns/locale/sr/_lib/match.d.mts</a:t>
            </a:r>
          </a:p>
          <a:p>
            <a:pPr>
              <a:defRPr sz="1200"/>
            </a:pPr>
            <a:r>
              <a:t>D:/pasar_fix/node_modules/.bun/date-fns@3.6.0/node_modules/date-fns/locale/sr/_lib/match.d.ts</a:t>
            </a:r>
          </a:p>
          <a:p>
            <a:pPr>
              <a:defRPr sz="1200"/>
            </a:pPr>
            <a:r>
              <a:t>D:/pasar_fix/node_modules/.bun/date-fns@3.6.0/node_modules/date-fns/locale/sr/_lib/match.js</a:t>
            </a:r>
          </a:p>
          <a:p>
            <a:pPr>
              <a:defRPr sz="1200"/>
            </a:pPr>
            <a:r>
              <a:t>D:/pasar_fix/node_modules/.bun/date-fns@3.6.0/node_modules/date-fns/locale/sr/_lib/match.mjs</a:t>
            </a:r>
          </a:p>
          <a:p>
            <a:pPr>
              <a:defRPr sz="1200"/>
            </a:pPr>
            <a:r>
              <a:t>D:/pasar_fix/node_modules/.bun/date-fns@3.6.0/node_modules/date-fns/locale/sr-Latn/cdn.js</a:t>
            </a:r>
          </a:p>
          <a:p>
            <a:pPr>
              <a:defRPr sz="1200"/>
            </a:pPr>
            <a:r>
              <a:t>D:/pasar_fix/node_modules/.bun/date-fns@3.6.0/node_modules/date-fns/locale/sr-Latn/cdn.js.map</a:t>
            </a:r>
          </a:p>
          <a:p>
            <a:pPr>
              <a:defRPr sz="1200"/>
            </a:pPr>
            <a:r>
              <a:t>D:/pasar_fix/node_modules/.bun/date-fns@3.6.0/node_modules/date-fns/locale/sr-Latn/cdn.min.js</a:t>
            </a:r>
          </a:p>
          <a:p>
            <a:pPr>
              <a:defRPr sz="1200"/>
            </a:pPr>
            <a:r>
              <a:t>D:/pasar_fix/node_modules/.bun/date-fns@3.6.0/node_modules/date-fns/locale/sr-Latn/cdn.min.js.map</a:t>
            </a:r>
          </a:p>
          <a:p>
            <a:pPr>
              <a:defRPr sz="1200"/>
            </a:pPr>
            <a:r>
              <a:t>D:/pasar_fix/node_modules/.bun/date-fns@3.6.0/node_modules/date-fns/locale/sr-Latn/_lib/formatDistance.d.mts</a:t>
            </a:r>
          </a:p>
          <a:p>
            <a:pPr>
              <a:defRPr sz="1200"/>
            </a:pPr>
            <a:r>
              <a:t>D:/pasar_fix/node_modules/.bun/date-fns@3.6.0/node_modules/date-fns/locale/sr-Latn/_lib/formatDistance.d.ts</a:t>
            </a:r>
          </a:p>
          <a:p>
            <a:pPr>
              <a:defRPr sz="1200"/>
            </a:pPr>
            <a:r>
              <a:t>D:/pasar_fix/node_modules/.bun/date-fns@3.6.0/node_modules/date-fns/locale/sr-Latn/_lib/formatDistance.js</a:t>
            </a:r>
          </a:p>
          <a:p>
            <a:pPr>
              <a:defRPr sz="1200"/>
            </a:pPr>
            <a:r>
              <a:t>D:/pasar_fix/node_modules/.bun/date-fns@3.6.0/node_modules/date-fns/locale/sr-Latn/_lib/formatDistance.mjs</a:t>
            </a:r>
          </a:p>
          <a:p>
            <a:pPr>
              <a:defRPr sz="1200"/>
            </a:pPr>
            <a:r>
              <a:t>D:/pasar_fix/node_modules/.bun/date-fns@3.6.0/node_modules/date-fns/locale/sr-Latn/_lib/formatLong.d.mts</a:t>
            </a:r>
          </a:p>
          <a:p>
            <a:pPr>
              <a:defRPr sz="1200"/>
            </a:pPr>
            <a:r>
              <a:t>D:/pasar_fix/node_modules/.bun/date-fns@3.6.0/node_modules/date-fns/locale/sr-Latn/_lib/formatLong.d.ts</a:t>
            </a:r>
          </a:p>
          <a:p>
            <a:pPr>
              <a:defRPr sz="1200"/>
            </a:pPr>
            <a:r>
              <a:t>D:/pasar_fix/node_modules/.bun/date-fns@3.6.0/node_modules/date-fns/locale/sr-Latn/_lib/formatLong.js</a:t>
            </a:r>
          </a:p>
          <a:p>
            <a:pPr>
              <a:defRPr sz="1200"/>
            </a:pPr>
            <a:r>
              <a:t>D:/pasar_fix/node_modules/.bun/date-fns@3.6.0/node_modules/date-fns/locale/sr-Latn/_lib/formatLong.mjs</a:t>
            </a:r>
          </a:p>
          <a:p>
            <a:pPr>
              <a:defRPr sz="1200"/>
            </a:pPr>
            <a:r>
              <a:t>D:/pasar_fix/node_modules/.bun/date-fns@3.6.0/node_modules/date-fns/locale/sr-Latn/_lib/formatRelative.d.mts</a:t>
            </a:r>
          </a:p>
          <a:p>
            <a:pPr>
              <a:defRPr sz="1200"/>
            </a:pPr>
            <a:r>
              <a:t>D:/pasar_fix/node_modules/.bun/date-fns@3.6.0/node_modules/date-fns/locale/sr-Latn/_lib/formatRelative.d.ts</a:t>
            </a:r>
          </a:p>
          <a:p>
            <a:pPr>
              <a:defRPr sz="1200"/>
            </a:pPr>
            <a:r>
              <a:t>D:/pasar_fix/node_modules/.bun/date-fns@3.6.0/node_modules/date-fns/locale/sr-Latn/_lib/formatRelative.js</a:t>
            </a:r>
          </a:p>
          <a:p>
            <a:pPr>
              <a:defRPr sz="1200"/>
            </a:pPr>
            <a:r>
              <a:t>D:/pasar_fix/node_modules/.bun/date-fns@3.6.0/node_modules/date-fns/locale/sr-Latn/_lib/formatRelative.mjs</a:t>
            </a:r>
          </a:p>
          <a:p>
            <a:pPr>
              <a:defRPr sz="1200"/>
            </a:pPr>
            <a:r>
              <a:t>D:/pasar_fix/node_modules/.bun/date-fns@3.6.0/node_modules/date-fns/locale/sr-Latn/_lib/localize.d.mts</a:t>
            </a:r>
          </a:p>
          <a:p>
            <a:pPr>
              <a:defRPr sz="1200"/>
            </a:pPr>
            <a:r>
              <a:t>D:/pasar_fix/node_modules/.bun/date-fns@3.6.0/node_modules/date-fns/locale/sr-Latn/_lib/localize.d.ts</a:t>
            </a:r>
          </a:p>
          <a:p>
            <a:pPr>
              <a:defRPr sz="1200"/>
            </a:pPr>
            <a:r>
              <a:t>D:/pasar_fix/node_modules/.bun/date-fns@3.6.0/node_modules/date-fns/locale/sr-Latn/_lib/localize.js</a:t>
            </a:r>
          </a:p>
          <a:p>
            <a:pPr>
              <a:defRPr sz="1200"/>
            </a:pPr>
            <a:r>
              <a:t>D:/pasar_fix/node_modules/.bun/date-fns@3.6.0/node_modules/date-fns/locale/sr-Latn/_lib/localize.mjs</a:t>
            </a:r>
          </a:p>
          <a:p>
            <a:pPr>
              <a:defRPr sz="1200"/>
            </a:pPr>
            <a:r>
              <a:t>D:/pasar_fix/node_modules/.bun/date-fns@3.6.0/node_modules/date-fns/locale/sr-Latn/_lib/match.d.mts</a:t>
            </a:r>
          </a:p>
          <a:p>
            <a:pPr>
              <a:defRPr sz="1200"/>
            </a:pPr>
            <a:r>
              <a:t>D:/pasar_fix/node_modules/.bun/date-fns@3.6.0/node_modules/date-fns/locale/sr-Latn/_lib/match.d.ts</a:t>
            </a:r>
          </a:p>
          <a:p>
            <a:pPr>
              <a:defRPr sz="1200"/>
            </a:pPr>
            <a:r>
              <a:t>D:/pasar_fix/node_modules/.bun/date-fns@3.6.0/node_modules/date-fns/locale/sr-Latn/_lib/match.js</a:t>
            </a:r>
          </a:p>
          <a:p>
            <a:pPr>
              <a:defRPr sz="1200"/>
            </a:pPr>
            <a:r>
              <a:t>D:/pasar_fix/node_modules/.bun/date-fns@3.6.0/node_modules/date-fns/locale/sr-Latn/_lib/match.mjs</a:t>
            </a:r>
          </a:p>
          <a:p>
            <a:pPr>
              <a:defRPr sz="1200"/>
            </a:pPr>
            <a:r>
              <a:t>D:/pasar_fix/node_modules/.bun/date-fns@3.6.0/node_modules/date-fns/locale/sv/cdn.js</a:t>
            </a:r>
          </a:p>
          <a:p>
            <a:pPr>
              <a:defRPr sz="1200"/>
            </a:pPr>
            <a:r>
              <a:t>D:/pasar_fix/node_modules/.bun/date-fns@3.6.0/node_modules/date-fns/locale/sv/cdn.js.map</a:t>
            </a:r>
          </a:p>
          <a:p>
            <a:pPr>
              <a:defRPr sz="1200"/>
            </a:pPr>
            <a:r>
              <a:t>D:/pasar_fix/node_modules/.bun/date-fns@3.6.0/node_modules/date-fns/locale/sv/cdn.min.js</a:t>
            </a:r>
          </a:p>
          <a:p>
            <a:pPr>
              <a:defRPr sz="1200"/>
            </a:pPr>
            <a:r>
              <a:t>D:/pasar_fix/node_modules/.bun/date-fns@3.6.0/node_modules/date-fns/locale/sv/cdn.min.js.map</a:t>
            </a:r>
          </a:p>
          <a:p>
            <a:pPr>
              <a:defRPr sz="1200"/>
            </a:pPr>
            <a:r>
              <a:t>D:/pasar_fix/node_modules/.bun/date-fns@3.6.0/node_modules/date-fns/locale/sv/_lib/formatDistance.d.mts</a:t>
            </a:r>
          </a:p>
          <a:p>
            <a:pPr>
              <a:defRPr sz="1200"/>
            </a:pPr>
            <a:r>
              <a:t>D:/pasar_fix/node_modules/.bun/date-fns@3.6.0/node_modules/date-fns/locale/sv/_lib/formatDistance.d.ts</a:t>
            </a:r>
          </a:p>
          <a:p>
            <a:pPr>
              <a:defRPr sz="1200"/>
            </a:pPr>
            <a:r>
              <a:t>D:/pasar_fix/node_modules/.bun/date-fns@3.6.0/node_modules/date-fns/locale/sv/_lib/formatDistance.js</a:t>
            </a:r>
          </a:p>
          <a:p>
            <a:pPr>
              <a:defRPr sz="1200"/>
            </a:pPr>
            <a:r>
              <a:t>D:/pasar_fix/node_modules/.bun/date-fns@3.6.0/node_modules/date-fns/locale/sv/_lib/formatDistance.mjs</a:t>
            </a:r>
          </a:p>
          <a:p>
            <a:pPr>
              <a:defRPr sz="1200"/>
            </a:pPr>
            <a:r>
              <a:t>D:/pasar_fix/node_modules/.bun/date-fns@3.6.0/node_modules/date-fns/locale/sv/_lib/formatLong.d.mts</a:t>
            </a:r>
          </a:p>
          <a:p>
            <a:pPr>
              <a:defRPr sz="1200"/>
            </a:pPr>
            <a:r>
              <a:t>D:/pasar_fix/node_modules/.bun/date-fns@3.6.0/node_modules/date-fns/locale/sv/_lib/formatLong.d.ts</a:t>
            </a:r>
          </a:p>
          <a:p>
            <a:pPr>
              <a:defRPr sz="1200"/>
            </a:pPr>
            <a:r>
              <a:t>D:/pasar_fix/node_modules/.bun/date-fns@3.6.0/node_modules/date-fns/locale/sv/_lib/formatLong.js</a:t>
            </a:r>
          </a:p>
          <a:p>
            <a:pPr>
              <a:defRPr sz="1200"/>
            </a:pPr>
            <a:r>
              <a:t>D:/pasar_fix/node_modules/.bun/date-fns@3.6.0/node_modules/date-fns/locale/sv/_lib/formatLong.mjs</a:t>
            </a:r>
          </a:p>
          <a:p>
            <a:pPr>
              <a:defRPr sz="1200"/>
            </a:pPr>
            <a:r>
              <a:t>D:/pasar_fix/node_modules/.bun/date-fns@3.6.0/node_modules/date-fns/locale/sv/_lib/formatRelative.d.mts</a:t>
            </a:r>
          </a:p>
          <a:p>
            <a:pPr>
              <a:defRPr sz="1200"/>
            </a:pPr>
            <a:r>
              <a:t>D:/pasar_fix/node_modules/.bun/date-fns@3.6.0/node_modules/date-fns/locale/sv/_lib/formatRelative.d.ts</a:t>
            </a:r>
          </a:p>
          <a:p>
            <a:pPr>
              <a:defRPr sz="1200"/>
            </a:pPr>
            <a:r>
              <a:t>D:/pasar_fix/node_modules/.bun/date-fns@3.6.0/node_modules/date-fns/locale/sv/_lib/formatRelative.js</a:t>
            </a:r>
          </a:p>
          <a:p>
            <a:pPr>
              <a:defRPr sz="1200"/>
            </a:pPr>
            <a:r>
              <a:t>D:/pasar_fix/node_modules/.bun/date-fns@3.6.0/node_modules/date-fns/locale/sv/_lib/formatRelative.mjs</a:t>
            </a:r>
          </a:p>
          <a:p>
            <a:pPr>
              <a:defRPr sz="1200"/>
            </a:pPr>
            <a:r>
              <a:t>D:/pasar_fix/node_modules/.bun/date-fns@3.6.0/node_modules/date-fns/locale/sv/_lib/localize.d.mts</a:t>
            </a:r>
          </a:p>
          <a:p>
            <a:pPr>
              <a:defRPr sz="1200"/>
            </a:pPr>
            <a:r>
              <a:t>D:/pasar_fix/node_modules/.bun/date-fns@3.6.0/node_modules/date-fns/locale/sv/_lib/localize.d.ts</a:t>
            </a:r>
          </a:p>
          <a:p>
            <a:pPr>
              <a:defRPr sz="1200"/>
            </a:pPr>
            <a:r>
              <a:t>D:/pasar_fix/node_modules/.bun/date-fns@3.6.0/node_modules/date-fns/locale/sv/_lib/localize.js</a:t>
            </a:r>
          </a:p>
          <a:p>
            <a:pPr>
              <a:defRPr sz="1200"/>
            </a:pPr>
            <a:r>
              <a:t>D:/pasar_fix/node_modules/.bun/date-fns@3.6.0/node_modules/date-fns/locale/sv/_lib/localize.mjs</a:t>
            </a:r>
          </a:p>
          <a:p>
            <a:pPr>
              <a:defRPr sz="1200"/>
            </a:pPr>
            <a:r>
              <a:t>D:/pasar_fix/node_modules/.bun/date-fns@3.6.0/node_modules/date-fns/locale/sv/_lib/match.d.mts</a:t>
            </a:r>
          </a:p>
          <a:p>
            <a:pPr>
              <a:defRPr sz="1200"/>
            </a:pPr>
            <a:r>
              <a:t>D:/pasar_fix/node_modules/.bun/date-fns@3.6.0/node_modules/date-fns/locale/sv/_lib/match.d.ts</a:t>
            </a:r>
          </a:p>
          <a:p>
            <a:pPr>
              <a:defRPr sz="1200"/>
            </a:pPr>
            <a:r>
              <a:t>D:/pasar_fix/node_modules/.bun/date-fns@3.6.0/node_modules/date-fns/locale/sv/_lib/match.js</a:t>
            </a:r>
          </a:p>
          <a:p>
            <a:pPr>
              <a:defRPr sz="1200"/>
            </a:pPr>
            <a:r>
              <a:t>D:/pasar_fix/node_modules/.bun/date-fns@3.6.0/node_modules/date-fns/locale/sv/_lib/match.mjs</a:t>
            </a:r>
          </a:p>
          <a:p>
            <a:pPr>
              <a:defRPr sz="1200"/>
            </a:pPr>
            <a:r>
              <a:t>D:/pasar_fix/node_modules/.bun/date-fns@3.6.0/node_modules/date-fns/locale/ta/cdn.js</a:t>
            </a:r>
          </a:p>
          <a:p>
            <a:pPr>
              <a:defRPr sz="1200"/>
            </a:pPr>
            <a:r>
              <a:t>D:/pasar_fix/node_modules/.bun/date-fns@3.6.0/node_modules/date-fns/locale/ta/cdn.js.map</a:t>
            </a:r>
          </a:p>
          <a:p>
            <a:pPr>
              <a:defRPr sz="1200"/>
            </a:pPr>
            <a:r>
              <a:t>D:/pasar_fix/node_modules/.bun/date-fns@3.6.0/node_modules/date-fns/locale/ta/cdn.min.js</a:t>
            </a:r>
          </a:p>
          <a:p>
            <a:pPr>
              <a:defRPr sz="1200"/>
            </a:pPr>
            <a:r>
              <a:t>D:/pasar_fix/node_modules/.bun/date-fns@3.6.0/node_modules/date-fns/locale/ta/cdn.min.js.map</a:t>
            </a:r>
          </a:p>
          <a:p>
            <a:pPr>
              <a:defRPr sz="1200"/>
            </a:pPr>
            <a:r>
              <a:t>D:/pasar_fix/node_modules/.bun/date-fns@3.6.0/node_modules/date-fns/locale/ta/_lib/formatDistance.d.mts</a:t>
            </a:r>
          </a:p>
          <a:p>
            <a:pPr>
              <a:defRPr sz="1200"/>
            </a:pPr>
            <a:r>
              <a:t>D:/pasar_fix/node_modules/.bun/date-fns@3.6.0/node_modules/date-fns/locale/ta/_lib/formatDistance.d.ts</a:t>
            </a:r>
          </a:p>
          <a:p>
            <a:pPr>
              <a:defRPr sz="1200"/>
            </a:pPr>
            <a:r>
              <a:t>D:/pasar_fix/node_modules/.bun/date-fns@3.6.0/node_modules/date-fns/locale/ta/_lib/formatDistance.js</a:t>
            </a:r>
          </a:p>
          <a:p>
            <a:pPr>
              <a:defRPr sz="1200"/>
            </a:pPr>
            <a:r>
              <a:t>D:/pasar_fix/node_modules/.bun/date-fns@3.6.0/node_modules/date-fns/locale/ta/_lib/formatDistance.mjs</a:t>
            </a:r>
          </a:p>
          <a:p>
            <a:pPr>
              <a:defRPr sz="1200"/>
            </a:pPr>
            <a:r>
              <a:t>D:/pasar_fix/node_modules/.bun/date-fns@3.6.0/node_modules/date-fns/locale/ta/_lib/formatLong.d.mts</a:t>
            </a:r>
          </a:p>
          <a:p>
            <a:pPr>
              <a:defRPr sz="1200"/>
            </a:pPr>
            <a:r>
              <a:t>D:/pasar_fix/node_modules/.bun/date-fns@3.6.0/node_modules/date-fns/locale/ta/_lib/formatLong.d.ts</a:t>
            </a:r>
          </a:p>
          <a:p>
            <a:pPr>
              <a:defRPr sz="1200"/>
            </a:pPr>
            <a:r>
              <a:t>D:/pasar_fix/node_modules/.bun/date-fns@3.6.0/node_modules/date-fns/locale/ta/_lib/formatLong.js</a:t>
            </a:r>
          </a:p>
          <a:p>
            <a:pPr>
              <a:defRPr sz="1200"/>
            </a:pPr>
            <a:r>
              <a:t>D:/pasar_fix/node_modules/.bun/date-fns@3.6.0/node_modules/date-fns/locale/ta/_lib/formatLong.mjs</a:t>
            </a:r>
          </a:p>
          <a:p>
            <a:pPr>
              <a:defRPr sz="1200"/>
            </a:pPr>
            <a:r>
              <a:t>D:/pasar_fix/node_modules/.bun/date-fns@3.6.0/node_modules/date-fns/locale/ta/_lib/formatRelative.d.mts</a:t>
            </a:r>
          </a:p>
          <a:p>
            <a:pPr>
              <a:defRPr sz="1200"/>
            </a:pPr>
            <a:r>
              <a:t>D:/pasar_fix/node_modules/.bun/date-fns@3.6.0/node_modules/date-fns/locale/ta/_lib/formatRelative.d.ts</a:t>
            </a:r>
          </a:p>
          <a:p>
            <a:pPr>
              <a:defRPr sz="1200"/>
            </a:pPr>
            <a:r>
              <a:t>D:/pasar_fix/node_modules/.bun/date-fns@3.6.0/node_modules/date-fns/locale/ta/_lib/formatRelative.js</a:t>
            </a:r>
          </a:p>
          <a:p>
            <a:pPr>
              <a:defRPr sz="1200"/>
            </a:pPr>
            <a:r>
              <a:t>D:/pasar_fix/node_modules/.bun/date-fns@3.6.0/node_modules/date-fns/locale/ta/_lib/formatRelative.mjs</a:t>
            </a:r>
          </a:p>
          <a:p>
            <a:pPr>
              <a:defRPr sz="1200"/>
            </a:pPr>
            <a:r>
              <a:t>D:/pasar_fix/node_modules/.bun/date-fns@3.6.0/node_modules/date-fns/locale/ta/_lib/localize.d.mts</a:t>
            </a:r>
          </a:p>
          <a:p>
            <a:pPr>
              <a:defRPr sz="1200"/>
            </a:pPr>
            <a:r>
              <a:t>D:/pasar_fix/node_modules/.bun/date-fns@3.6.0/node_modules/date-fns/locale/ta/_lib/localize.d.ts</a:t>
            </a:r>
          </a:p>
          <a:p>
            <a:pPr>
              <a:defRPr sz="1200"/>
            </a:pPr>
            <a:r>
              <a:t>D:/pasar_fix/node_modules/.bun/date-fns@3.6.0/node_modules/date-fns/locale/ta/_lib/localize.js</a:t>
            </a:r>
          </a:p>
          <a:p>
            <a:pPr>
              <a:defRPr sz="1200"/>
            </a:pPr>
            <a:r>
              <a:t>D:/pasar_fix/node_modules/.bun/date-fns@3.6.0/node_modules/date-fns/locale/ta/_lib/localize.mjs</a:t>
            </a:r>
          </a:p>
          <a:p>
            <a:pPr>
              <a:defRPr sz="1200"/>
            </a:pPr>
            <a:r>
              <a:t>D:/pasar_fix/node_modules/.bun/date-fns@3.6.0/node_modules/date-fns/locale/ta/_lib/match.d.mts</a:t>
            </a:r>
          </a:p>
          <a:p>
            <a:pPr>
              <a:defRPr sz="1200"/>
            </a:pPr>
            <a:r>
              <a:t>D:/pasar_fix/node_modules/.bun/date-fns@3.6.0/node_modules/date-fns/locale/ta/_lib/match.d.ts</a:t>
            </a:r>
          </a:p>
          <a:p>
            <a:pPr>
              <a:defRPr sz="1200"/>
            </a:pPr>
            <a:r>
              <a:t>D:/pasar_fix/node_modules/.bun/date-fns@3.6.0/node_modules/date-fns/locale/ta/_lib/match.js</a:t>
            </a:r>
          </a:p>
          <a:p>
            <a:pPr>
              <a:defRPr sz="1200"/>
            </a:pPr>
            <a:r>
              <a:t>D:/pasar_fix/node_modules/.bun/date-fns@3.6.0/node_modules/date-fns/locale/ta/_lib/match.mjs</a:t>
            </a:r>
          </a:p>
          <a:p>
            <a:pPr>
              <a:defRPr sz="1200"/>
            </a:pPr>
            <a:r>
              <a:t>D:/pasar_fix/node_modules/.bun/date-fns@3.6.0/node_modules/date-fns/locale/te/cdn.js</a:t>
            </a:r>
          </a:p>
          <a:p>
            <a:pPr>
              <a:defRPr sz="1200"/>
            </a:pPr>
            <a:r>
              <a:t>D:/pasar_fix/node_modules/.bun/date-fns@3.6.0/node_modules/date-fns/locale/te/cdn.js.map</a:t>
            </a:r>
          </a:p>
          <a:p>
            <a:pPr>
              <a:defRPr sz="1200"/>
            </a:pPr>
            <a:r>
              <a:t>D:/pasar_fix/node_modules/.bun/date-fns@3.6.0/node_modules/date-fns/locale/te/cdn.min.js</a:t>
            </a:r>
          </a:p>
          <a:p>
            <a:pPr>
              <a:defRPr sz="1200"/>
            </a:pPr>
            <a:r>
              <a:t>D:/pasar_fix/node_modules/.bun/date-fns@3.6.0/node_modules/date-fns/locale/te/cdn.min.js.map</a:t>
            </a:r>
          </a:p>
          <a:p>
            <a:pPr>
              <a:defRPr sz="1200"/>
            </a:pPr>
            <a:r>
              <a:t>D:/pasar_fix/node_modules/.bun/date-fns@3.6.0/node_modules/date-fns/locale/te/_lib/formatDistance.d.mts</a:t>
            </a:r>
          </a:p>
          <a:p>
            <a:pPr>
              <a:defRPr sz="1200"/>
            </a:pPr>
            <a:r>
              <a:t>D:/pasar_fix/node_modules/.bun/date-fns@3.6.0/node_modules/date-fns/locale/te/_lib/formatDistance.d.ts</a:t>
            </a:r>
          </a:p>
          <a:p>
            <a:pPr>
              <a:defRPr sz="1200"/>
            </a:pPr>
            <a:r>
              <a:t>D:/pasar_fix/node_modules/.bun/date-fns@3.6.0/node_modules/date-fns/locale/te/_lib/formatDistance.js</a:t>
            </a:r>
          </a:p>
          <a:p>
            <a:pPr>
              <a:defRPr sz="1200"/>
            </a:pPr>
            <a:r>
              <a:t>D:/pasar_fix/node_modules/.bun/date-fns@3.6.0/node_modules/date-fns/locale/te/_lib/formatDistance.mjs</a:t>
            </a:r>
          </a:p>
          <a:p>
            <a:pPr>
              <a:defRPr sz="1200"/>
            </a:pPr>
            <a:r>
              <a:t>D:/pasar_fix/node_modules/.bun/date-fns@3.6.0/node_modules/date-fns/locale/te/_lib/formatLong.d.mts</a:t>
            </a:r>
          </a:p>
          <a:p>
            <a:pPr>
              <a:defRPr sz="1200"/>
            </a:pPr>
            <a:r>
              <a:t>D:/pasar_fix/node_modules/.bun/date-fns@3.6.0/node_modules/date-fns/locale/te/_lib/formatLong.d.ts</a:t>
            </a:r>
          </a:p>
          <a:p>
            <a:pPr>
              <a:defRPr sz="1200"/>
            </a:pPr>
            <a:r>
              <a:t>D:/pasar_fix/node_modules/.bun/date-fns@3.6.0/node_modules/date-fns/locale/te/_lib/formatLong.js</a:t>
            </a:r>
          </a:p>
          <a:p>
            <a:pPr>
              <a:defRPr sz="1200"/>
            </a:pPr>
            <a:r>
              <a:t>D:/pasar_fix/node_modules/.bun/date-fns@3.6.0/node_modules/date-fns/locale/te/_lib/formatLong.mjs</a:t>
            </a:r>
          </a:p>
          <a:p>
            <a:pPr>
              <a:defRPr sz="1200"/>
            </a:pPr>
            <a:r>
              <a:t>D:/pasar_fix/node_modules/.bun/date-fns@3.6.0/node_modules/date-fns/locale/te/_lib/formatRelative.d.mts</a:t>
            </a:r>
          </a:p>
          <a:p>
            <a:pPr>
              <a:defRPr sz="1200"/>
            </a:pPr>
            <a:r>
              <a:t>D:/pasar_fix/node_modules/.bun/date-fns@3.6.0/node_modules/date-fns/locale/te/_lib/formatRelative.d.ts</a:t>
            </a:r>
          </a:p>
          <a:p>
            <a:pPr>
              <a:defRPr sz="1200"/>
            </a:pPr>
            <a:r>
              <a:t>D:/pasar_fix/node_modules/.bun/date-fns@3.6.0/node_modules/date-fns/locale/te/_lib/formatRelative.js</a:t>
            </a:r>
          </a:p>
          <a:p>
            <a:pPr>
              <a:defRPr sz="1200"/>
            </a:pPr>
            <a:r>
              <a:t>D:/pasar_fix/node_modules/.bun/date-fns@3.6.0/node_modules/date-fns/locale/te/_lib/formatRelative.mjs</a:t>
            </a:r>
          </a:p>
          <a:p>
            <a:pPr>
              <a:defRPr sz="1200"/>
            </a:pPr>
            <a:r>
              <a:t>D:/pasar_fix/node_modules/.bun/date-fns@3.6.0/node_modules/date-fns/locale/te/_lib/localize.d.mts</a:t>
            </a:r>
          </a:p>
          <a:p>
            <a:pPr>
              <a:defRPr sz="1200"/>
            </a:pPr>
            <a:r>
              <a:t>D:/pasar_fix/node_modules/.bun/date-fns@3.6.0/node_modules/date-fns/locale/te/_lib/localize.d.ts</a:t>
            </a:r>
          </a:p>
          <a:p>
            <a:pPr>
              <a:defRPr sz="1200"/>
            </a:pPr>
            <a:r>
              <a:t>D:/pasar_fix/node_modules/.bun/date-fns@3.6.0/node_modules/date-fns/locale/te/_lib/localize.js</a:t>
            </a:r>
          </a:p>
          <a:p>
            <a:pPr>
              <a:defRPr sz="1200"/>
            </a:pPr>
            <a:r>
              <a:t>D:/pasar_fix/node_modules/.bun/date-fns@3.6.0/node_modules/date-fns/locale/te/_lib/localize.mjs</a:t>
            </a:r>
          </a:p>
          <a:p>
            <a:pPr>
              <a:defRPr sz="1200"/>
            </a:pPr>
            <a:r>
              <a:t>D:/pasar_fix/node_modules/.bun/date-fns@3.6.0/node_modules/date-fns/locale/te/_lib/match.d.mts</a:t>
            </a:r>
          </a:p>
          <a:p>
            <a:pPr>
              <a:defRPr sz="1200"/>
            </a:pPr>
            <a:r>
              <a:t>D:/pasar_fix/node_modules/.bun/date-fns@3.6.0/node_modules/date-fns/locale/te/_lib/match.d.ts</a:t>
            </a:r>
          </a:p>
          <a:p>
            <a:pPr>
              <a:defRPr sz="1200"/>
            </a:pPr>
            <a:r>
              <a:t>D:/pasar_fix/node_modules/.bun/date-fns@3.6.0/node_modules/date-fns/locale/te/_lib/match.js</a:t>
            </a:r>
          </a:p>
          <a:p>
            <a:pPr>
              <a:defRPr sz="1200"/>
            </a:pPr>
            <a:r>
              <a:t>D:/pasar_fix/node_modules/.bun/date-fns@3.6.0/node_modules/date-fns/locale/te/_lib/match.mjs</a:t>
            </a:r>
          </a:p>
          <a:p>
            <a:pPr>
              <a:defRPr sz="1200"/>
            </a:pPr>
            <a:r>
              <a:t>D:/pasar_fix/node_modules/.bun/date-fns@3.6.0/node_modules/date-fns/locale/th/cdn.js</a:t>
            </a:r>
          </a:p>
          <a:p>
            <a:pPr>
              <a:defRPr sz="1200"/>
            </a:pPr>
            <a:r>
              <a:t>D:/pasar_fix/node_modules/.bun/date-fns@3.6.0/node_modules/date-fns/locale/th/cdn.js.map</a:t>
            </a:r>
          </a:p>
          <a:p>
            <a:pPr>
              <a:defRPr sz="1200"/>
            </a:pPr>
            <a:r>
              <a:t>D:/pasar_fix/node_modules/.bun/date-fns@3.6.0/node_modules/date-fns/locale/th/cdn.min.js</a:t>
            </a:r>
          </a:p>
          <a:p>
            <a:pPr>
              <a:defRPr sz="1200"/>
            </a:pPr>
            <a:r>
              <a:t>D:/pasar_fix/node_modules/.bun/date-fns@3.6.0/node_modules/date-fns/locale/th/cdn.min.js.map</a:t>
            </a:r>
          </a:p>
          <a:p>
            <a:pPr>
              <a:defRPr sz="1200"/>
            </a:pPr>
            <a:r>
              <a:t>D:/pasar_fix/node_modules/.bun/date-fns@3.6.0/node_modules/date-fns/locale/th/_lib/formatDistance.d.mts</a:t>
            </a:r>
          </a:p>
          <a:p>
            <a:pPr>
              <a:defRPr sz="1200"/>
            </a:pPr>
            <a:r>
              <a:t>D:/pasar_fix/node_modules/.bun/date-fns@3.6.0/node_modules/date-fns/locale/th/_lib/formatDistance.d.ts</a:t>
            </a:r>
          </a:p>
          <a:p>
            <a:pPr>
              <a:defRPr sz="1200"/>
            </a:pPr>
            <a:r>
              <a:t>D:/pasar_fix/node_modules/.bun/date-fns@3.6.0/node_modules/date-fns/locale/th/_lib/formatDistance.js</a:t>
            </a:r>
          </a:p>
          <a:p>
            <a:pPr>
              <a:defRPr sz="1200"/>
            </a:pPr>
            <a:r>
              <a:t>D:/pasar_fix/node_modules/.bun/date-fns@3.6.0/node_modules/date-fns/locale/th/_lib/formatDistance.mjs</a:t>
            </a:r>
          </a:p>
          <a:p>
            <a:pPr>
              <a:defRPr sz="1200"/>
            </a:pPr>
            <a:r>
              <a:t>D:/pasar_fix/node_modules/.bun/date-fns@3.6.0/node_modules/date-fns/locale/th/_lib/formatLong.d.mts</a:t>
            </a:r>
          </a:p>
          <a:p>
            <a:pPr>
              <a:defRPr sz="1200"/>
            </a:pPr>
            <a:r>
              <a:t>D:/pasar_fix/node_modules/.bun/date-fns@3.6.0/node_modules/date-fns/locale/th/_lib/formatLong.d.ts</a:t>
            </a:r>
          </a:p>
          <a:p>
            <a:pPr>
              <a:defRPr sz="1200"/>
            </a:pPr>
            <a:r>
              <a:t>D:/pasar_fix/node_modules/.bun/date-fns@3.6.0/node_modules/date-fns/locale/th/_lib/formatLong.js</a:t>
            </a:r>
          </a:p>
          <a:p>
            <a:pPr>
              <a:defRPr sz="1200"/>
            </a:pPr>
            <a:r>
              <a:t>D:/pasar_fix/node_modules/.bun/date-fns@3.6.0/node_modules/date-fns/locale/th/_lib/formatLong.mjs</a:t>
            </a:r>
          </a:p>
          <a:p>
            <a:pPr>
              <a:defRPr sz="1200"/>
            </a:pPr>
            <a:r>
              <a:t>D:/pasar_fix/node_modules/.bun/date-fns@3.6.0/node_modules/date-fns/locale/th/_lib/formatRelative.d.mts</a:t>
            </a:r>
          </a:p>
          <a:p>
            <a:pPr>
              <a:defRPr sz="1200"/>
            </a:pPr>
            <a:r>
              <a:t>D:/pasar_fix/node_modules/.bun/date-fns@3.6.0/node_modules/date-fns/locale/th/_lib/formatRelative.d.ts</a:t>
            </a:r>
          </a:p>
          <a:p>
            <a:pPr>
              <a:defRPr sz="1200"/>
            </a:pPr>
            <a:r>
              <a:t>D:/pasar_fix/node_modules/.bun/date-fns@3.6.0/node_modules/date-fns/locale/th/_lib/formatRelative.js</a:t>
            </a:r>
          </a:p>
          <a:p>
            <a:pPr>
              <a:defRPr sz="1200"/>
            </a:pPr>
            <a:r>
              <a:t>D:/pasar_fix/node_modules/.bun/date-fns@3.6.0/node_modules/date-fns/locale/th/_lib/formatRelative.mjs</a:t>
            </a:r>
          </a:p>
          <a:p>
            <a:pPr>
              <a:defRPr sz="1200"/>
            </a:pPr>
            <a:r>
              <a:t>D:/pasar_fix/node_modules/.bun/date-fns@3.6.0/node_modules/date-fns/locale/th/_lib/localize.d.mts</a:t>
            </a:r>
          </a:p>
          <a:p>
            <a:pPr>
              <a:defRPr sz="1200"/>
            </a:pPr>
            <a:r>
              <a:t>D:/pasar_fix/node_modules/.bun/date-fns@3.6.0/node_modules/date-fns/locale/th/_lib/localize.d.ts</a:t>
            </a:r>
          </a:p>
          <a:p>
            <a:pPr>
              <a:defRPr sz="1200"/>
            </a:pPr>
            <a:r>
              <a:t>D:/pasar_fix/node_modules/.bun/date-fns@3.6.0/node_modules/date-fns/locale/th/_lib/localize.js</a:t>
            </a:r>
          </a:p>
          <a:p>
            <a:pPr>
              <a:defRPr sz="1200"/>
            </a:pPr>
            <a:r>
              <a:t>D:/pasar_fix/node_modules/.bun/date-fns@3.6.0/node_modules/date-fns/locale/th/_lib/localize.mjs</a:t>
            </a:r>
          </a:p>
          <a:p>
            <a:pPr>
              <a:defRPr sz="1200"/>
            </a:pPr>
            <a:r>
              <a:t>D:/pasar_fix/node_modules/.bun/date-fns@3.6.0/node_modules/date-fns/locale/th/_lib/match.d.mts</a:t>
            </a:r>
          </a:p>
          <a:p>
            <a:pPr>
              <a:defRPr sz="1200"/>
            </a:pPr>
            <a:r>
              <a:t>D:/pasar_fix/node_modules/.bun/date-fns@3.6.0/node_modules/date-fns/locale/th/_lib/match.d.ts</a:t>
            </a:r>
          </a:p>
          <a:p>
            <a:pPr>
              <a:defRPr sz="1200"/>
            </a:pPr>
            <a:r>
              <a:t>D:/pasar_fix/node_modules/.bun/date-fns@3.6.0/node_modules/date-fns/locale/th/_lib/match.js</a:t>
            </a:r>
          </a:p>
          <a:p>
            <a:pPr>
              <a:defRPr sz="1200"/>
            </a:pPr>
            <a:r>
              <a:t>D:/pasar_fix/node_modules/.bun/date-fns@3.6.0/node_modules/date-fns/locale/th/_lib/match.mjs</a:t>
            </a:r>
          </a:p>
          <a:p>
            <a:pPr>
              <a:defRPr sz="1200"/>
            </a:pPr>
            <a:r>
              <a:t>D:/pasar_fix/node_modules/.bun/date-fns@3.6.0/node_modules/date-fns/locale/tr/cdn.js</a:t>
            </a:r>
          </a:p>
          <a:p>
            <a:pPr>
              <a:defRPr sz="1200"/>
            </a:pPr>
            <a:r>
              <a:t>D:/pasar_fix/node_modules/.bun/date-fns@3.6.0/node_modules/date-fns/locale/tr/cdn.js.map</a:t>
            </a:r>
          </a:p>
          <a:p>
            <a:pPr>
              <a:defRPr sz="1200"/>
            </a:pPr>
            <a:r>
              <a:t>D:/pasar_fix/node_modules/.bun/date-fns@3.6.0/node_modules/date-fns/locale/tr/cdn.min.js</a:t>
            </a:r>
          </a:p>
          <a:p>
            <a:pPr>
              <a:defRPr sz="1200"/>
            </a:pPr>
            <a:r>
              <a:t>D:/pasar_fix/node_modules/.bun/date-fns@3.6.0/node_modules/date-fns/locale/tr/cdn.min.js.map</a:t>
            </a:r>
          </a:p>
          <a:p>
            <a:pPr>
              <a:defRPr sz="1200"/>
            </a:pPr>
            <a:r>
              <a:t>D:/pasar_fix/node_modules/.bun/date-fns@3.6.0/node_modules/date-fns/locale/tr/_lib/formatDistance.d.mts</a:t>
            </a:r>
          </a:p>
          <a:p>
            <a:pPr>
              <a:defRPr sz="1200"/>
            </a:pPr>
            <a:r>
              <a:t>D:/pasar_fix/node_modules/.bun/date-fns@3.6.0/node_modules/date-fns/locale/tr/_lib/formatDistance.d.ts</a:t>
            </a:r>
          </a:p>
          <a:p>
            <a:pPr>
              <a:defRPr sz="1200"/>
            </a:pPr>
            <a:r>
              <a:t>D:/pasar_fix/node_modules/.bun/date-fns@3.6.0/node_modules/date-fns/locale/tr/_lib/formatDistance.js</a:t>
            </a:r>
          </a:p>
          <a:p>
            <a:pPr>
              <a:defRPr sz="1200"/>
            </a:pPr>
            <a:r>
              <a:t>D:/pasar_fix/node_modules/.bun/date-fns@3.6.0/node_modules/date-fns/locale/tr/_lib/formatDistance.mjs</a:t>
            </a:r>
          </a:p>
          <a:p>
            <a:pPr>
              <a:defRPr sz="1200"/>
            </a:pPr>
            <a:r>
              <a:t>D:/pasar_fix/node_modules/.bun/date-fns@3.6.0/node_modules/date-fns/locale/tr/_lib/formatLong.d.mts</a:t>
            </a:r>
          </a:p>
          <a:p>
            <a:pPr>
              <a:defRPr sz="1200"/>
            </a:pPr>
            <a:r>
              <a:t>D:/pasar_fix/node_modules/.bun/date-fns@3.6.0/node_modules/date-fns/locale/tr/_lib/formatLong.d.ts</a:t>
            </a:r>
          </a:p>
          <a:p>
            <a:pPr>
              <a:defRPr sz="1200"/>
            </a:pPr>
            <a:r>
              <a:t>D:/pasar_fix/node_modules/.bun/date-fns@3.6.0/node_modules/date-fns/locale/tr/_lib/formatLong.js</a:t>
            </a:r>
          </a:p>
          <a:p>
            <a:pPr>
              <a:defRPr sz="1200"/>
            </a:pPr>
            <a:r>
              <a:t>D:/pasar_fix/node_modules/.bun/date-fns@3.6.0/node_modules/date-fns/locale/tr/_lib/formatLong.mjs</a:t>
            </a:r>
          </a:p>
          <a:p>
            <a:pPr>
              <a:defRPr sz="1200"/>
            </a:pPr>
            <a:r>
              <a:t>D:/pasar_fix/node_modules/.bun/date-fns@3.6.0/node_modules/date-fns/locale/tr/_lib/formatRelative.d.mts</a:t>
            </a:r>
          </a:p>
          <a:p>
            <a:pPr>
              <a:defRPr sz="1200"/>
            </a:pPr>
            <a:r>
              <a:t>D:/pasar_fix/node_modules/.bun/date-fns@3.6.0/node_modules/date-fns/locale/tr/_lib/formatRelative.d.ts</a:t>
            </a:r>
          </a:p>
          <a:p>
            <a:pPr>
              <a:defRPr sz="1200"/>
            </a:pPr>
            <a:r>
              <a:t>D:/pasar_fix/node_modules/.bun/date-fns@3.6.0/node_modules/date-fns/locale/tr/_lib/formatRelative.js</a:t>
            </a:r>
          </a:p>
          <a:p>
            <a:pPr>
              <a:defRPr sz="1200"/>
            </a:pPr>
            <a:r>
              <a:t>D:/pasar_fix/node_modules/.bun/date-fns@3.6.0/node_modules/date-fns/locale/tr/_lib/formatRelative.mjs</a:t>
            </a:r>
          </a:p>
          <a:p>
            <a:pPr>
              <a:defRPr sz="1200"/>
            </a:pPr>
            <a:r>
              <a:t>D:/pasar_fix/node_modules/.bun/date-fns@3.6.0/node_modules/date-fns/locale/tr/_lib/localize.d.mts</a:t>
            </a:r>
          </a:p>
          <a:p>
            <a:pPr>
              <a:defRPr sz="1200"/>
            </a:pPr>
            <a:r>
              <a:t>D:/pasar_fix/node_modules/.bun/date-fns@3.6.0/node_modules/date-fns/locale/tr/_lib/localize.d.ts</a:t>
            </a:r>
          </a:p>
          <a:p>
            <a:pPr>
              <a:defRPr sz="1200"/>
            </a:pPr>
            <a:r>
              <a:t>D:/pasar_fix/node_modules/.bun/date-fns@3.6.0/node_modules/date-fns/locale/tr/_lib/localize.js</a:t>
            </a:r>
          </a:p>
          <a:p>
            <a:pPr>
              <a:defRPr sz="1200"/>
            </a:pPr>
            <a:r>
              <a:t>D:/pasar_fix/node_modules/.bun/date-fns@3.6.0/node_modules/date-fns/locale/tr/_lib/localize.mjs</a:t>
            </a:r>
          </a:p>
          <a:p>
            <a:pPr>
              <a:defRPr sz="1200"/>
            </a:pPr>
            <a:r>
              <a:t>D:/pasar_fix/node_modules/.bun/date-fns@3.6.0/node_modules/date-fns/locale/tr/_lib/match.d.mts</a:t>
            </a:r>
          </a:p>
          <a:p>
            <a:pPr>
              <a:defRPr sz="1200"/>
            </a:pPr>
            <a:r>
              <a:t>D:/pasar_fix/node_modules/.bun/date-fns@3.6.0/node_modules/date-fns/locale/tr/_lib/match.d.ts</a:t>
            </a:r>
          </a:p>
          <a:p>
            <a:pPr>
              <a:defRPr sz="1200"/>
            </a:pPr>
            <a:r>
              <a:t>D:/pasar_fix/node_modules/.bun/date-fns@3.6.0/node_modules/date-fns/locale/tr/_lib/match.js</a:t>
            </a:r>
          </a:p>
          <a:p>
            <a:pPr>
              <a:defRPr sz="1200"/>
            </a:pPr>
            <a:r>
              <a:t>D:/pasar_fix/node_modules/.bun/date-fns@3.6.0/node_modules/date-fns/locale/tr/_lib/match.mjs</a:t>
            </a:r>
          </a:p>
          <a:p>
            <a:pPr>
              <a:defRPr sz="1200"/>
            </a:pPr>
            <a:r>
              <a:t>D:/pasar_fix/node_modules/.bun/date-fns@3.6.0/node_modules/date-fns/locale/ug/cdn.js</a:t>
            </a:r>
          </a:p>
          <a:p>
            <a:pPr>
              <a:defRPr sz="1200"/>
            </a:pPr>
            <a:r>
              <a:t>D:/pasar_fix/node_modules/.bun/date-fns@3.6.0/node_modules/date-fns/locale/ug/cdn.js.map</a:t>
            </a:r>
          </a:p>
          <a:p>
            <a:pPr>
              <a:defRPr sz="1200"/>
            </a:pPr>
            <a:r>
              <a:t>D:/pasar_fix/node_modules/.bun/date-fns@3.6.0/node_modules/date-fns/locale/ug/cdn.min.js</a:t>
            </a:r>
          </a:p>
          <a:p>
            <a:pPr>
              <a:defRPr sz="1200"/>
            </a:pPr>
            <a:r>
              <a:t>D:/pasar_fix/node_modules/.bun/date-fns@3.6.0/node_modules/date-fns/locale/ug/cdn.min.js.map</a:t>
            </a:r>
          </a:p>
          <a:p>
            <a:pPr>
              <a:defRPr sz="1200"/>
            </a:pPr>
            <a:r>
              <a:t>D:/pasar_fix/node_modules/.bun/date-fns@3.6.0/node_modules/date-fns/locale/ug/_lib/formatDistance.d.mts</a:t>
            </a:r>
          </a:p>
          <a:p>
            <a:pPr>
              <a:defRPr sz="1200"/>
            </a:pPr>
            <a:r>
              <a:t>D:/pasar_fix/node_modules/.bun/date-fns@3.6.0/node_modules/date-fns/locale/ug/_lib/formatDistance.d.ts</a:t>
            </a:r>
          </a:p>
          <a:p>
            <a:pPr>
              <a:defRPr sz="1200"/>
            </a:pPr>
            <a:r>
              <a:t>D:/pasar_fix/node_modules/.bun/date-fns@3.6.0/node_modules/date-fns/locale/ug/_lib/formatDistance.js</a:t>
            </a:r>
          </a:p>
          <a:p>
            <a:pPr>
              <a:defRPr sz="1200"/>
            </a:pPr>
            <a:r>
              <a:t>D:/pasar_fix/node_modules/.bun/date-fns@3.6.0/node_modules/date-fns/locale/ug/_lib/formatDistance.mjs</a:t>
            </a:r>
          </a:p>
          <a:p>
            <a:pPr>
              <a:defRPr sz="1200"/>
            </a:pPr>
            <a:r>
              <a:t>D:/pasar_fix/node_modules/.bun/date-fns@3.6.0/node_modules/date-fns/locale/ug/_lib/formatLong.d.mts</a:t>
            </a:r>
          </a:p>
          <a:p>
            <a:pPr>
              <a:defRPr sz="1200"/>
            </a:pPr>
            <a:r>
              <a:t>D:/pasar_fix/node_modules/.bun/date-fns@3.6.0/node_modules/date-fns/locale/ug/_lib/formatLong.d.ts</a:t>
            </a:r>
          </a:p>
          <a:p>
            <a:pPr>
              <a:defRPr sz="1200"/>
            </a:pPr>
            <a:r>
              <a:t>D:/pasar_fix/node_modules/.bun/date-fns@3.6.0/node_modules/date-fns/locale/ug/_lib/formatLong.js</a:t>
            </a:r>
          </a:p>
          <a:p>
            <a:pPr>
              <a:defRPr sz="1200"/>
            </a:pPr>
            <a:r>
              <a:t>D:/pasar_fix/node_modules/.bun/date-fns@3.6.0/node_modules/date-fns/locale/ug/_lib/formatLong.mjs</a:t>
            </a:r>
          </a:p>
          <a:p>
            <a:pPr>
              <a:defRPr sz="1200"/>
            </a:pPr>
            <a:r>
              <a:t>D:/pasar_fix/node_modules/.bun/date-fns@3.6.0/node_modules/date-fns/locale/ug/_lib/formatRelative.d.mts</a:t>
            </a:r>
          </a:p>
          <a:p>
            <a:pPr>
              <a:defRPr sz="1200"/>
            </a:pPr>
            <a:r>
              <a:t>D:/pasar_fix/node_modules/.bun/date-fns@3.6.0/node_modules/date-fns/locale/ug/_lib/formatRelative.d.ts</a:t>
            </a:r>
          </a:p>
          <a:p>
            <a:pPr>
              <a:defRPr sz="1200"/>
            </a:pPr>
            <a:r>
              <a:t>D:/pasar_fix/node_modules/.bun/date-fns@3.6.0/node_modules/date-fns/locale/ug/_lib/formatRelative.js</a:t>
            </a:r>
          </a:p>
          <a:p>
            <a:pPr>
              <a:defRPr sz="1200"/>
            </a:pPr>
            <a:r>
              <a:t>D:/pasar_fix/node_modules/.bun/date-fns@3.6.0/node_modules/date-fns/locale/ug/_lib/formatRelative.mjs</a:t>
            </a:r>
          </a:p>
          <a:p>
            <a:pPr>
              <a:defRPr sz="1200"/>
            </a:pPr>
            <a:r>
              <a:t>D:/pasar_fix/node_modules/.bun/date-fns@3.6.0/node_modules/date-fns/locale/ug/_lib/localize.d.mts</a:t>
            </a:r>
          </a:p>
          <a:p>
            <a:pPr>
              <a:defRPr sz="1200"/>
            </a:pPr>
            <a:r>
              <a:t>D:/pasar_fix/node_modules/.bun/date-fns@3.6.0/node_modules/date-fns/locale/ug/_lib/localize.d.ts</a:t>
            </a:r>
          </a:p>
          <a:p>
            <a:pPr>
              <a:defRPr sz="1200"/>
            </a:pPr>
            <a:r>
              <a:t>D:/pasar_fix/node_modules/.bun/date-fns@3.6.0/node_modules/date-fns/locale/ug/_lib/localize.js</a:t>
            </a:r>
          </a:p>
          <a:p>
            <a:pPr>
              <a:defRPr sz="1200"/>
            </a:pPr>
            <a:r>
              <a:t>D:/pasar_fix/node_modules/.bun/date-fns@3.6.0/node_modules/date-fns/locale/ug/_lib/localize.mjs</a:t>
            </a:r>
          </a:p>
          <a:p>
            <a:pPr>
              <a:defRPr sz="1200"/>
            </a:pPr>
            <a:r>
              <a:t>D:/pasar_fix/node_modules/.bun/date-fns@3.6.0/node_modules/date-fns/locale/ug/_lib/match.d.mts</a:t>
            </a:r>
          </a:p>
          <a:p>
            <a:pPr>
              <a:defRPr sz="1200"/>
            </a:pPr>
            <a:r>
              <a:t>D:/pasar_fix/node_modules/.bun/date-fns@3.6.0/node_modules/date-fns/locale/ug/_lib/match.d.ts</a:t>
            </a:r>
          </a:p>
          <a:p>
            <a:pPr>
              <a:defRPr sz="1200"/>
            </a:pPr>
            <a:r>
              <a:t>D:/pasar_fix/node_modules/.bun/date-fns@3.6.0/node_modules/date-fns/locale/ug/_lib/match.js</a:t>
            </a:r>
          </a:p>
          <a:p>
            <a:pPr>
              <a:defRPr sz="1200"/>
            </a:pPr>
            <a:r>
              <a:t>D:/pasar_fix/node_modules/.bun/date-fns@3.6.0/node_modules/date-fns/locale/ug/_lib/match.mjs</a:t>
            </a:r>
          </a:p>
          <a:p>
            <a:pPr>
              <a:defRPr sz="1200"/>
            </a:pPr>
            <a:r>
              <a:t>D:/pasar_fix/node_modules/.bun/date-fns@3.6.0/node_modules/date-fns/locale/uk/cdn.js</a:t>
            </a:r>
          </a:p>
          <a:p>
            <a:pPr>
              <a:defRPr sz="1200"/>
            </a:pPr>
            <a:r>
              <a:t>D:/pasar_fix/node_modules/.bun/date-fns@3.6.0/node_modules/date-fns/locale/uk/cdn.js.map</a:t>
            </a:r>
          </a:p>
          <a:p>
            <a:pPr>
              <a:defRPr sz="1200"/>
            </a:pPr>
            <a:r>
              <a:t>D:/pasar_fix/node_modules/.bun/date-fns@3.6.0/node_modules/date-fns/locale/uk/cdn.min.js</a:t>
            </a:r>
          </a:p>
          <a:p>
            <a:pPr>
              <a:defRPr sz="1200"/>
            </a:pPr>
            <a:r>
              <a:t>D:/pasar_fix/node_modules/.bun/date-fns@3.6.0/node_modules/date-fns/locale/uk/cdn.min.js.map</a:t>
            </a:r>
          </a:p>
          <a:p>
            <a:pPr>
              <a:defRPr sz="1200"/>
            </a:pPr>
            <a:r>
              <a:t>D:/pasar_fix/node_modules/.bun/date-fns@3.6.0/node_modules/date-fns/locale/uk/_lib/formatDistance.d.mts</a:t>
            </a:r>
          </a:p>
          <a:p>
            <a:pPr>
              <a:defRPr sz="1200"/>
            </a:pPr>
            <a:r>
              <a:t>D:/pasar_fix/node_modules/.bun/date-fns@3.6.0/node_modules/date-fns/locale/uk/_lib/formatDistance.d.ts</a:t>
            </a:r>
          </a:p>
          <a:p>
            <a:pPr>
              <a:defRPr sz="1200"/>
            </a:pPr>
            <a:r>
              <a:t>D:/pasar_fix/node_modules/.bun/date-fns@3.6.0/node_modules/date-fns/locale/uk/_lib/formatDistance.js</a:t>
            </a:r>
          </a:p>
          <a:p>
            <a:pPr>
              <a:defRPr sz="1200"/>
            </a:pPr>
            <a:r>
              <a:t>D:/pasar_fix/node_modules/.bun/date-fns@3.6.0/node_modules/date-fns/locale/uk/_lib/formatDistance.mjs</a:t>
            </a:r>
          </a:p>
          <a:p>
            <a:pPr>
              <a:defRPr sz="1200"/>
            </a:pPr>
            <a:r>
              <a:t>D:/pasar_fix/node_modules/.bun/date-fns@3.6.0/node_modules/date-fns/locale/uk/_lib/formatLong.d.mts</a:t>
            </a:r>
          </a:p>
          <a:p>
            <a:pPr>
              <a:defRPr sz="1200"/>
            </a:pPr>
            <a:r>
              <a:t>D:/pasar_fix/node_modules/.bun/date-fns@3.6.0/node_modules/date-fns/locale/uk/_lib/formatLong.d.ts</a:t>
            </a:r>
          </a:p>
          <a:p>
            <a:pPr>
              <a:defRPr sz="1200"/>
            </a:pPr>
            <a:r>
              <a:t>D:/pasar_fix/node_modules/.bun/date-fns@3.6.0/node_modules/date-fns/locale/uk/_lib/formatLong.js</a:t>
            </a:r>
          </a:p>
          <a:p>
            <a:pPr>
              <a:defRPr sz="1200"/>
            </a:pPr>
            <a:r>
              <a:t>D:/pasar_fix/node_modules/.bun/date-fns@3.6.0/node_modules/date-fns/locale/uk/_lib/formatLong.mjs</a:t>
            </a:r>
          </a:p>
          <a:p>
            <a:pPr>
              <a:defRPr sz="1200"/>
            </a:pPr>
            <a:r>
              <a:t>D:/pasar_fix/node_modules/.bun/date-fns@3.6.0/node_modules/date-fns/locale/uk/_lib/formatRelative.d.mts</a:t>
            </a:r>
          </a:p>
          <a:p>
            <a:pPr>
              <a:defRPr sz="1200"/>
            </a:pPr>
            <a:r>
              <a:t>D:/pasar_fix/node_modules/.bun/date-fns@3.6.0/node_modules/date-fns/locale/uk/_lib/formatRelative.d.ts</a:t>
            </a:r>
          </a:p>
          <a:p>
            <a:pPr>
              <a:defRPr sz="1200"/>
            </a:pPr>
            <a:r>
              <a:t>D:/pasar_fix/node_modules/.bun/date-fns@3.6.0/node_modules/date-fns/locale/uk/_lib/formatRelative.js</a:t>
            </a:r>
          </a:p>
          <a:p>
            <a:pPr>
              <a:defRPr sz="1200"/>
            </a:pPr>
            <a:r>
              <a:t>D:/pasar_fix/node_modules/.bun/date-fns@3.6.0/node_modules/date-fns/locale/uk/_lib/formatRelative.mjs</a:t>
            </a:r>
          </a:p>
          <a:p>
            <a:pPr>
              <a:defRPr sz="1200"/>
            </a:pPr>
            <a:r>
              <a:t>D:/pasar_fix/node_modules/.bun/date-fns@3.6.0/node_modules/date-fns/locale/uk/_lib/localize.d.mts</a:t>
            </a:r>
          </a:p>
          <a:p>
            <a:pPr>
              <a:defRPr sz="1200"/>
            </a:pPr>
            <a:r>
              <a:t>D:/pasar_fix/node_modules/.bun/date-fns@3.6.0/node_modules/date-fns/locale/uk/_lib/localize.d.ts</a:t>
            </a:r>
          </a:p>
          <a:p>
            <a:pPr>
              <a:defRPr sz="1200"/>
            </a:pPr>
            <a:r>
              <a:t>D:/pasar_fix/node_modules/.bun/date-fns@3.6.0/node_modules/date-fns/locale/uk/_lib/localize.js</a:t>
            </a:r>
          </a:p>
          <a:p>
            <a:pPr>
              <a:defRPr sz="1200"/>
            </a:pPr>
            <a:r>
              <a:t>D:/pasar_fix/node_modules/.bun/date-fns@3.6.0/node_modules/date-fns/locale/uk/_lib/localize.mjs</a:t>
            </a:r>
          </a:p>
          <a:p>
            <a:pPr>
              <a:defRPr sz="1200"/>
            </a:pPr>
            <a:r>
              <a:t>D:/pasar_fix/node_modules/.bun/date-fns@3.6.0/node_modules/date-fns/locale/uk/_lib/match.d.mts</a:t>
            </a:r>
          </a:p>
          <a:p>
            <a:pPr>
              <a:defRPr sz="1200"/>
            </a:pPr>
            <a:r>
              <a:t>D:/pasar_fix/node_modules/.bun/date-fns@3.6.0/node_modules/date-fns/locale/uk/_lib/match.d.ts</a:t>
            </a:r>
          </a:p>
          <a:p>
            <a:pPr>
              <a:defRPr sz="1200"/>
            </a:pPr>
            <a:r>
              <a:t>D:/pasar_fix/node_modules/.bun/date-fns@3.6.0/node_modules/date-fns/locale/uk/_lib/match.js</a:t>
            </a:r>
          </a:p>
          <a:p>
            <a:pPr>
              <a:defRPr sz="1200"/>
            </a:pPr>
            <a:r>
              <a:t>D:/pasar_fix/node_modules/.bun/date-fns@3.6.0/node_modules/date-fns/locale/uk/_lib/match.mjs</a:t>
            </a:r>
          </a:p>
          <a:p>
            <a:pPr>
              <a:defRPr sz="1200"/>
            </a:pPr>
            <a:r>
              <a:t>D:/pasar_fix/node_modules/.bun/date-fns@3.6.0/node_modules/date-fns/locale/uz/cdn.js</a:t>
            </a:r>
          </a:p>
          <a:p>
            <a:pPr>
              <a:defRPr sz="1200"/>
            </a:pPr>
            <a:r>
              <a:t>D:/pasar_fix/node_modules/.bun/date-fns@3.6.0/node_modules/date-fns/locale/uz/cdn.js.map</a:t>
            </a:r>
          </a:p>
          <a:p>
            <a:pPr>
              <a:defRPr sz="1200"/>
            </a:pPr>
            <a:r>
              <a:t>D:/pasar_fix/node_modules/.bun/date-fns@3.6.0/node_modules/date-fns/locale/uz/cdn.min.js</a:t>
            </a:r>
          </a:p>
          <a:p>
            <a:pPr>
              <a:defRPr sz="1200"/>
            </a:pPr>
            <a:r>
              <a:t>D:/pasar_fix/node_modules/.bun/date-fns@3.6.0/node_modules/date-fns/locale/uz/cdn.min.js.map</a:t>
            </a:r>
          </a:p>
          <a:p>
            <a:pPr>
              <a:defRPr sz="1200"/>
            </a:pPr>
            <a:r>
              <a:t>D:/pasar_fix/node_modules/.bun/date-fns@3.6.0/node_modules/date-fns/locale/uz/_lib/formatDistance.d.mts</a:t>
            </a:r>
          </a:p>
          <a:p>
            <a:pPr>
              <a:defRPr sz="1200"/>
            </a:pPr>
            <a:r>
              <a:t>D:/pasar_fix/node_modules/.bun/date-fns@3.6.0/node_modules/date-fns/locale/uz/_lib/formatDistance.d.ts</a:t>
            </a:r>
          </a:p>
          <a:p>
            <a:pPr>
              <a:defRPr sz="1200"/>
            </a:pPr>
            <a:r>
              <a:t>D:/pasar_fix/node_modules/.bun/date-fns@3.6.0/node_modules/date-fns/locale/uz/_lib/formatDistance.js</a:t>
            </a:r>
          </a:p>
          <a:p>
            <a:pPr>
              <a:defRPr sz="1200"/>
            </a:pPr>
            <a:r>
              <a:t>D:/pasar_fix/node_modules/.bun/date-fns@3.6.0/node_modules/date-fns/locale/uz/_lib/formatDistance.mjs</a:t>
            </a:r>
          </a:p>
          <a:p>
            <a:pPr>
              <a:defRPr sz="1200"/>
            </a:pPr>
            <a:r>
              <a:t>D:/pasar_fix/node_modules/.bun/date-fns@3.6.0/node_modules/date-fns/locale/uz/_lib/formatLong.d.mts</a:t>
            </a:r>
          </a:p>
          <a:p>
            <a:pPr>
              <a:defRPr sz="1200"/>
            </a:pPr>
            <a:r>
              <a:t>D:/pasar_fix/node_modules/.bun/date-fns@3.6.0/node_modules/date-fns/locale/uz/_lib/formatLong.d.ts</a:t>
            </a:r>
          </a:p>
          <a:p>
            <a:pPr>
              <a:defRPr sz="1200"/>
            </a:pPr>
            <a:r>
              <a:t>D:/pasar_fix/node_modules/.bun/date-fns@3.6.0/node_modules/date-fns/locale/uz/_lib/formatLong.js</a:t>
            </a:r>
          </a:p>
          <a:p>
            <a:pPr>
              <a:defRPr sz="1200"/>
            </a:pPr>
            <a:r>
              <a:t>D:/pasar_fix/node_modules/.bun/date-fns@3.6.0/node_modules/date-fns/locale/uz/_lib/formatLong.mjs</a:t>
            </a:r>
          </a:p>
          <a:p>
            <a:pPr>
              <a:defRPr sz="1200"/>
            </a:pPr>
            <a:r>
              <a:t>D:/pasar_fix/node_modules/.bun/date-fns@3.6.0/node_modules/date-fns/locale/uz/_lib/formatRelative.d.mts</a:t>
            </a:r>
          </a:p>
          <a:p>
            <a:pPr>
              <a:defRPr sz="1200"/>
            </a:pPr>
            <a:r>
              <a:t>D:/pasar_fix/node_modules/.bun/date-fns@3.6.0/node_modules/date-fns/locale/uz/_lib/formatRelative.d.ts</a:t>
            </a:r>
          </a:p>
          <a:p>
            <a:pPr>
              <a:defRPr sz="1200"/>
            </a:pPr>
            <a:r>
              <a:t>D:/pasar_fix/node_modules/.bun/date-fns@3.6.0/node_modules/date-fns/locale/uz/_lib/formatRelative.js</a:t>
            </a:r>
          </a:p>
          <a:p>
            <a:pPr>
              <a:defRPr sz="1200"/>
            </a:pPr>
            <a:r>
              <a:t>D:/pasar_fix/node_modules/.bun/date-fns@3.6.0/node_modules/date-fns/locale/uz/_lib/formatRelative.mjs</a:t>
            </a:r>
          </a:p>
          <a:p>
            <a:pPr>
              <a:defRPr sz="1200"/>
            </a:pPr>
            <a:r>
              <a:t>D:/pasar_fix/node_modules/.bun/date-fns@3.6.0/node_modules/date-fns/locale/uz/_lib/localize.d.mts</a:t>
            </a:r>
          </a:p>
          <a:p>
            <a:pPr>
              <a:defRPr sz="1200"/>
            </a:pPr>
            <a:r>
              <a:t>D:/pasar_fix/node_modules/.bun/date-fns@3.6.0/node_modules/date-fns/locale/uz/_lib/localize.d.ts</a:t>
            </a:r>
          </a:p>
          <a:p>
            <a:pPr>
              <a:defRPr sz="1200"/>
            </a:pPr>
            <a:r>
              <a:t>D:/pasar_fix/node_modules/.bun/date-fns@3.6.0/node_modules/date-fns/locale/uz/_lib/localize.js</a:t>
            </a:r>
          </a:p>
          <a:p>
            <a:pPr>
              <a:defRPr sz="1200"/>
            </a:pPr>
            <a:r>
              <a:t>D:/pasar_fix/node_modules/.bun/date-fns@3.6.0/node_modules/date-fns/locale/uz/_lib/localize.mjs</a:t>
            </a:r>
          </a:p>
          <a:p>
            <a:pPr>
              <a:defRPr sz="1200"/>
            </a:pPr>
            <a:r>
              <a:t>D:/pasar_fix/node_modules/.bun/date-fns@3.6.0/node_modules/date-fns/locale/uz/_lib/match.d.mts</a:t>
            </a:r>
          </a:p>
          <a:p>
            <a:pPr>
              <a:defRPr sz="1200"/>
            </a:pPr>
            <a:r>
              <a:t>D:/pasar_fix/node_modules/.bun/date-fns@3.6.0/node_modules/date-fns/locale/uz/_lib/match.d.ts</a:t>
            </a:r>
          </a:p>
          <a:p>
            <a:pPr>
              <a:defRPr sz="1200"/>
            </a:pPr>
            <a:r>
              <a:t>D:/pasar_fix/node_modules/.bun/date-fns@3.6.0/node_modules/date-fns/locale/uz/_lib/match.js</a:t>
            </a:r>
          </a:p>
          <a:p>
            <a:pPr>
              <a:defRPr sz="1200"/>
            </a:pPr>
            <a:r>
              <a:t>D:/pasar_fix/node_modules/.bun/date-fns@3.6.0/node_modules/date-fns/locale/uz/_lib/match.mjs</a:t>
            </a:r>
          </a:p>
          <a:p>
            <a:pPr>
              <a:defRPr sz="1200"/>
            </a:pPr>
            <a:r>
              <a:t>D:/pasar_fix/node_modules/.bun/date-fns@3.6.0/node_modules/date-fns/locale/uz-Cyrl/cdn.js</a:t>
            </a:r>
          </a:p>
          <a:p>
            <a:pPr>
              <a:defRPr sz="1200"/>
            </a:pPr>
            <a:r>
              <a:t>D:/pasar_fix/node_modules/.bun/date-fns@3.6.0/node_modules/date-fns/locale/uz-Cyrl/cdn.js.map</a:t>
            </a:r>
          </a:p>
          <a:p>
            <a:pPr>
              <a:defRPr sz="1200"/>
            </a:pPr>
            <a:r>
              <a:t>D:/pasar_fix/node_modules/.bun/date-fns@3.6.0/node_modules/date-fns/locale/uz-Cyrl/cdn.min.js</a:t>
            </a:r>
          </a:p>
          <a:p>
            <a:pPr>
              <a:defRPr sz="1200"/>
            </a:pPr>
            <a:r>
              <a:t>D:/pasar_fix/node_modules/.bun/date-fns@3.6.0/node_modules/date-fns/locale/uz-Cyrl/cdn.min.js.map</a:t>
            </a:r>
          </a:p>
          <a:p>
            <a:pPr>
              <a:defRPr sz="1200"/>
            </a:pPr>
            <a:r>
              <a:t>D:/pasar_fix/node_modules/.bun/date-fns@3.6.0/node_modules/date-fns/locale/uz-Cyrl/_lib/formatDistance.d.mts</a:t>
            </a:r>
          </a:p>
          <a:p>
            <a:pPr>
              <a:defRPr sz="1200"/>
            </a:pPr>
            <a:r>
              <a:t>D:/pasar_fix/node_modules/.bun/date-fns@3.6.0/node_modules/date-fns/locale/uz-Cyrl/_lib/formatDistance.d.ts</a:t>
            </a:r>
          </a:p>
          <a:p>
            <a:pPr>
              <a:defRPr sz="1200"/>
            </a:pPr>
            <a:r>
              <a:t>D:/pasar_fix/node_modules/.bun/date-fns@3.6.0/node_modules/date-fns/locale/uz-Cyrl/_lib/formatDistance.js</a:t>
            </a:r>
          </a:p>
          <a:p>
            <a:pPr>
              <a:defRPr sz="1200"/>
            </a:pPr>
            <a:r>
              <a:t>D:/pasar_fix/node_modules/.bun/date-fns@3.6.0/node_modules/date-fns/locale/uz-Cyrl/_lib/formatDistance.mjs</a:t>
            </a:r>
          </a:p>
          <a:p>
            <a:pPr>
              <a:defRPr sz="1200"/>
            </a:pPr>
            <a:r>
              <a:t>D:/pasar_fix/node_modules/.bun/date-fns@3.6.0/node_modules/date-fns/locale/uz-Cyrl/_lib/formatLong.d.mts</a:t>
            </a:r>
          </a:p>
          <a:p>
            <a:pPr>
              <a:defRPr sz="1200"/>
            </a:pPr>
            <a:r>
              <a:t>D:/pasar_fix/node_modules/.bun/date-fns@3.6.0/node_modules/date-fns/locale/uz-Cyrl/_lib/formatLong.d.ts</a:t>
            </a:r>
          </a:p>
          <a:p>
            <a:pPr>
              <a:defRPr sz="1200"/>
            </a:pPr>
            <a:r>
              <a:t>D:/pasar_fix/node_modules/.bun/date-fns@3.6.0/node_modules/date-fns/locale/uz-Cyrl/_lib/formatLong.js</a:t>
            </a:r>
          </a:p>
          <a:p>
            <a:pPr>
              <a:defRPr sz="1200"/>
            </a:pPr>
            <a:r>
              <a:t>D:/pasar_fix/node_modules/.bun/date-fns@3.6.0/node_modules/date-fns/locale/uz-Cyrl/_lib/formatLong.mjs</a:t>
            </a:r>
          </a:p>
          <a:p>
            <a:pPr>
              <a:defRPr sz="1200"/>
            </a:pPr>
            <a:r>
              <a:t>D:/pasar_fix/node_modules/.bun/date-fns@3.6.0/node_modules/date-fns/locale/uz-Cyrl/_lib/formatRelative.d.mts</a:t>
            </a:r>
          </a:p>
          <a:p>
            <a:pPr>
              <a:defRPr sz="1200"/>
            </a:pPr>
            <a:r>
              <a:t>D:/pasar_fix/node_modules/.bun/date-fns@3.6.0/node_modules/date-fns/locale/uz-Cyrl/_lib/formatRelative.d.ts</a:t>
            </a:r>
          </a:p>
          <a:p>
            <a:pPr>
              <a:defRPr sz="1200"/>
            </a:pPr>
            <a:r>
              <a:t>D:/pasar_fix/node_modules/.bun/date-fns@3.6.0/node_modules/date-fns/locale/uz-Cyrl/_lib/formatRelative.js</a:t>
            </a:r>
          </a:p>
          <a:p>
            <a:pPr>
              <a:defRPr sz="1200"/>
            </a:pPr>
            <a:r>
              <a:t>D:/pasar_fix/node_modules/.bun/date-fns@3.6.0/node_modules/date-fns/locale/uz-Cyrl/_lib/formatRelative.mjs</a:t>
            </a:r>
          </a:p>
          <a:p>
            <a:pPr>
              <a:defRPr sz="1200"/>
            </a:pPr>
            <a:r>
              <a:t>D:/pasar_fix/node_modules/.bun/date-fns@3.6.0/node_modules/date-fns/locale/uz-Cyrl/_lib/localize.d.mts</a:t>
            </a:r>
          </a:p>
          <a:p>
            <a:pPr>
              <a:defRPr sz="1200"/>
            </a:pPr>
            <a:r>
              <a:t>D:/pasar_fix/node_modules/.bun/date-fns@3.6.0/node_modules/date-fns/locale/uz-Cyrl/_lib/localize.d.ts</a:t>
            </a:r>
          </a:p>
          <a:p>
            <a:pPr>
              <a:defRPr sz="1200"/>
            </a:pPr>
            <a:r>
              <a:t>D:/pasar_fix/node_modules/.bun/date-fns@3.6.0/node_modules/date-fns/locale/uz-Cyrl/_lib/localize.js</a:t>
            </a:r>
          </a:p>
          <a:p>
            <a:pPr>
              <a:defRPr sz="1200"/>
            </a:pPr>
            <a:r>
              <a:t>D:/pasar_fix/node_modules/.bun/date-fns@3.6.0/node_modules/date-fns/locale/uz-Cyrl/_lib/localize.mjs</a:t>
            </a:r>
          </a:p>
          <a:p>
            <a:pPr>
              <a:defRPr sz="1200"/>
            </a:pPr>
            <a:r>
              <a:t>D:/pasar_fix/node_modules/.bun/date-fns@3.6.0/node_modules/date-fns/locale/uz-Cyrl/_lib/match.d.mts</a:t>
            </a:r>
          </a:p>
          <a:p>
            <a:pPr>
              <a:defRPr sz="1200"/>
            </a:pPr>
            <a:r>
              <a:t>D:/pasar_fix/node_modules/.bun/date-fns@3.6.0/node_modules/date-fns/locale/uz-Cyrl/_lib/match.d.ts</a:t>
            </a:r>
          </a:p>
          <a:p>
            <a:pPr>
              <a:defRPr sz="1200"/>
            </a:pPr>
            <a:r>
              <a:t>D:/pasar_fix/node_modules/.bun/date-fns@3.6.0/node_modules/date-fns/locale/uz-Cyrl/_lib/match.js</a:t>
            </a:r>
          </a:p>
          <a:p>
            <a:pPr>
              <a:defRPr sz="1200"/>
            </a:pPr>
            <a:r>
              <a:t>D:/pasar_fix/node_modules/.bun/date-fns@3.6.0/node_modules/date-fns/locale/uz-Cyrl/_lib/match.mjs</a:t>
            </a:r>
          </a:p>
          <a:p>
            <a:pPr>
              <a:defRPr sz="1200"/>
            </a:pPr>
            <a:r>
              <a:t>D:/pasar_fix/node_modules/.bun/date-fns@3.6.0/node_modules/date-fns/locale/vi/cdn.js</a:t>
            </a:r>
          </a:p>
          <a:p>
            <a:pPr>
              <a:defRPr sz="1200"/>
            </a:pPr>
            <a:r>
              <a:t>D:/pasar_fix/node_modules/.bun/date-fns@3.6.0/node_modules/date-fns/locale/vi/cdn.js.map</a:t>
            </a:r>
          </a:p>
          <a:p>
            <a:pPr>
              <a:defRPr sz="1200"/>
            </a:pPr>
            <a:r>
              <a:t>D:/pasar_fix/node_modules/.bun/date-fns@3.6.0/node_modules/date-fns/locale/vi/cdn.min.js</a:t>
            </a:r>
          </a:p>
          <a:p>
            <a:pPr>
              <a:defRPr sz="1200"/>
            </a:pPr>
            <a:r>
              <a:t>D:/pasar_fix/node_modules/.bun/date-fns@3.6.0/node_modules/date-fns/locale/vi/cdn.min.js.map</a:t>
            </a:r>
          </a:p>
          <a:p>
            <a:pPr>
              <a:defRPr sz="1200"/>
            </a:pPr>
            <a:r>
              <a:t>D:/pasar_fix/node_modules/.bun/date-fns@3.6.0/node_modules/date-fns/locale/vi/_lib/formatDistance.d.mts</a:t>
            </a:r>
          </a:p>
          <a:p>
            <a:pPr>
              <a:defRPr sz="1200"/>
            </a:pPr>
            <a:r>
              <a:t>D:/pasar_fix/node_modules/.bun/date-fns@3.6.0/node_modules/date-fns/locale/vi/_lib/formatDistance.d.ts</a:t>
            </a:r>
          </a:p>
          <a:p>
            <a:pPr>
              <a:defRPr sz="1200"/>
            </a:pPr>
            <a:r>
              <a:t>D:/pasar_fix/node_modules/.bun/date-fns@3.6.0/node_modules/date-fns/locale/vi/_lib/formatDistance.js</a:t>
            </a:r>
          </a:p>
          <a:p>
            <a:pPr>
              <a:defRPr sz="1200"/>
            </a:pPr>
            <a:r>
              <a:t>D:/pasar_fix/node_modules/.bun/date-fns@3.6.0/node_modules/date-fns/locale/vi/_lib/formatDistance.mjs</a:t>
            </a:r>
          </a:p>
          <a:p>
            <a:pPr>
              <a:defRPr sz="1200"/>
            </a:pPr>
            <a:r>
              <a:t>D:/pasar_fix/node_modules/.bun/date-fns@3.6.0/node_modules/date-fns/locale/vi/_lib/formatLong.d.mts</a:t>
            </a:r>
          </a:p>
          <a:p>
            <a:pPr>
              <a:defRPr sz="1200"/>
            </a:pPr>
            <a:r>
              <a:t>D:/pasar_fix/node_modules/.bun/date-fns@3.6.0/node_modules/date-fns/locale/vi/_lib/formatLong.d.ts</a:t>
            </a:r>
          </a:p>
          <a:p>
            <a:pPr>
              <a:defRPr sz="1200"/>
            </a:pPr>
            <a:r>
              <a:t>D:/pasar_fix/node_modules/.bun/date-fns@3.6.0/node_modules/date-fns/locale/vi/_lib/formatLong.js</a:t>
            </a:r>
          </a:p>
          <a:p>
            <a:pPr>
              <a:defRPr sz="1200"/>
            </a:pPr>
            <a:r>
              <a:t>D:/pasar_fix/node_modules/.bun/date-fns@3.6.0/node_modules/date-fns/locale/vi/_lib/formatLong.mjs</a:t>
            </a:r>
          </a:p>
          <a:p>
            <a:pPr>
              <a:defRPr sz="1200"/>
            </a:pPr>
            <a:r>
              <a:t>D:/pasar_fix/node_modules/.bun/date-fns@3.6.0/node_modules/date-fns/locale/vi/_lib/formatRelative.d.mts</a:t>
            </a:r>
          </a:p>
          <a:p>
            <a:pPr>
              <a:defRPr sz="1200"/>
            </a:pPr>
            <a:r>
              <a:t>D:/pasar_fix/node_modules/.bun/date-fns@3.6.0/node_modules/date-fns/locale/vi/_lib/formatRelative.d.ts</a:t>
            </a:r>
          </a:p>
          <a:p>
            <a:pPr>
              <a:defRPr sz="1200"/>
            </a:pPr>
            <a:r>
              <a:t>D:/pasar_fix/node_modules/.bun/date-fns@3.6.0/node_modules/date-fns/locale/vi/_lib/formatRelative.js</a:t>
            </a:r>
          </a:p>
          <a:p>
            <a:pPr>
              <a:defRPr sz="1200"/>
            </a:pPr>
            <a:r>
              <a:t>D:/pasar_fix/node_modules/.bun/date-fns@3.6.0/node_modules/date-fns/locale/vi/_lib/formatRelative.mjs</a:t>
            </a:r>
          </a:p>
          <a:p>
            <a:pPr>
              <a:defRPr sz="1200"/>
            </a:pPr>
            <a:r>
              <a:t>D:/pasar_fix/node_modules/.bun/date-fns@3.6.0/node_modules/date-fns/locale/vi/_lib/localize.d.mts</a:t>
            </a:r>
          </a:p>
          <a:p>
            <a:pPr>
              <a:defRPr sz="1200"/>
            </a:pPr>
            <a:r>
              <a:t>D:/pasar_fix/node_modules/.bun/date-fns@3.6.0/node_modules/date-fns/locale/vi/_lib/localize.d.ts</a:t>
            </a:r>
          </a:p>
          <a:p>
            <a:pPr>
              <a:defRPr sz="1200"/>
            </a:pPr>
            <a:r>
              <a:t>D:/pasar_fix/node_modules/.bun/date-fns@3.6.0/node_modules/date-fns/locale/vi/_lib/localize.js</a:t>
            </a:r>
          </a:p>
          <a:p>
            <a:pPr>
              <a:defRPr sz="1200"/>
            </a:pPr>
            <a:r>
              <a:t>D:/pasar_fix/node_modules/.bun/date-fns@3.6.0/node_modules/date-fns/locale/vi/_lib/localize.mjs</a:t>
            </a:r>
          </a:p>
          <a:p>
            <a:pPr>
              <a:defRPr sz="1200"/>
            </a:pPr>
            <a:r>
              <a:t>D:/pasar_fix/node_modules/.bun/date-fns@3.6.0/node_modules/date-fns/locale/vi/_lib/match.d.mts</a:t>
            </a:r>
          </a:p>
          <a:p>
            <a:pPr>
              <a:defRPr sz="1200"/>
            </a:pPr>
            <a:r>
              <a:t>D:/pasar_fix/node_modules/.bun/date-fns@3.6.0/node_modules/date-fns/locale/vi/_lib/match.d.ts</a:t>
            </a:r>
          </a:p>
          <a:p>
            <a:pPr>
              <a:defRPr sz="1200"/>
            </a:pPr>
            <a:r>
              <a:t>D:/pasar_fix/node_modules/.bun/date-fns@3.6.0/node_modules/date-fns/locale/vi/_lib/match.js</a:t>
            </a:r>
          </a:p>
          <a:p>
            <a:pPr>
              <a:defRPr sz="1200"/>
            </a:pPr>
            <a:r>
              <a:t>D:/pasar_fix/node_modules/.bun/date-fns@3.6.0/node_modules/date-fns/locale/vi/_lib/match.mjs</a:t>
            </a:r>
          </a:p>
          <a:p>
            <a:pPr>
              <a:defRPr sz="1200"/>
            </a:pPr>
            <a:r>
              <a:t>D:/pasar_fix/node_modules/.bun/date-fns@3.6.0/node_modules/date-fns/locale/zh-CN/cdn.js</a:t>
            </a:r>
          </a:p>
          <a:p>
            <a:pPr>
              <a:defRPr sz="1200"/>
            </a:pPr>
            <a:r>
              <a:t>D:/pasar_fix/node_modules/.bun/date-fns@3.6.0/node_modules/date-fns/locale/zh-CN/cdn.js.map</a:t>
            </a:r>
          </a:p>
          <a:p>
            <a:pPr>
              <a:defRPr sz="1200"/>
            </a:pPr>
            <a:r>
              <a:t>D:/pasar_fix/node_modules/.bun/date-fns@3.6.0/node_modules/date-fns/locale/zh-CN/cdn.min.js</a:t>
            </a:r>
          </a:p>
          <a:p>
            <a:pPr>
              <a:defRPr sz="1200"/>
            </a:pPr>
            <a:r>
              <a:t>D:/pasar_fix/node_modules/.bun/date-fns@3.6.0/node_modules/date-fns/locale/zh-CN/cdn.min.js.map</a:t>
            </a:r>
          </a:p>
          <a:p>
            <a:pPr>
              <a:defRPr sz="1200"/>
            </a:pPr>
            <a:r>
              <a:t>D:/pasar_fix/node_modules/.bun/date-fns@3.6.0/node_modules/date-fns/locale/zh-CN/_lib/formatDistance.d.mts</a:t>
            </a:r>
          </a:p>
          <a:p>
            <a:pPr>
              <a:defRPr sz="1200"/>
            </a:pPr>
            <a:r>
              <a:t>D:/pasar_fix/node_modules/.bun/date-fns@3.6.0/node_modules/date-fns/locale/zh-CN/_lib/formatDistance.d.ts</a:t>
            </a:r>
          </a:p>
          <a:p>
            <a:pPr>
              <a:defRPr sz="1200"/>
            </a:pPr>
            <a:r>
              <a:t>D:/pasar_fix/node_modules/.bun/date-fns@3.6.0/node_modules/date-fns/locale/zh-CN/_lib/formatDistance.js</a:t>
            </a:r>
          </a:p>
          <a:p>
            <a:pPr>
              <a:defRPr sz="1200"/>
            </a:pPr>
            <a:r>
              <a:t>D:/pasar_fix/node_modules/.bun/date-fns@3.6.0/node_modules/date-fns/locale/zh-CN/_lib/formatDistance.mjs</a:t>
            </a:r>
          </a:p>
          <a:p>
            <a:pPr>
              <a:defRPr sz="1200"/>
            </a:pPr>
            <a:r>
              <a:t>D:/pasar_fix/node_modules/.bun/date-fns@3.6.0/node_modules/date-fns/locale/zh-CN/_lib/formatLong.d.mts</a:t>
            </a:r>
          </a:p>
          <a:p>
            <a:pPr>
              <a:defRPr sz="1200"/>
            </a:pPr>
            <a:r>
              <a:t>D:/pasar_fix/node_modules/.bun/date-fns@3.6.0/node_modules/date-fns/locale/zh-CN/_lib/formatLong.d.ts</a:t>
            </a:r>
          </a:p>
          <a:p>
            <a:pPr>
              <a:defRPr sz="1200"/>
            </a:pPr>
            <a:r>
              <a:t>D:/pasar_fix/node_modules/.bun/date-fns@3.6.0/node_modules/date-fns/locale/zh-CN/_lib/formatLong.js</a:t>
            </a:r>
          </a:p>
          <a:p>
            <a:pPr>
              <a:defRPr sz="1200"/>
            </a:pPr>
            <a:r>
              <a:t>D:/pasar_fix/node_modules/.bun/date-fns@3.6.0/node_modules/date-fns/locale/zh-CN/_lib/formatLong.mjs</a:t>
            </a:r>
          </a:p>
          <a:p>
            <a:pPr>
              <a:defRPr sz="1200"/>
            </a:pPr>
            <a:r>
              <a:t>D:/pasar_fix/node_modules/.bun/date-fns@3.6.0/node_modules/date-fns/locale/zh-CN/_lib/formatRelative.d.mts</a:t>
            </a:r>
          </a:p>
          <a:p>
            <a:pPr>
              <a:defRPr sz="1200"/>
            </a:pPr>
            <a:r>
              <a:t>D:/pasar_fix/node_modules/.bun/date-fns@3.6.0/node_modules/date-fns/locale/zh-CN/_lib/formatRelative.d.ts</a:t>
            </a:r>
          </a:p>
          <a:p>
            <a:pPr>
              <a:defRPr sz="1200"/>
            </a:pPr>
            <a:r>
              <a:t>D:/pasar_fix/node_modules/.bun/date-fns@3.6.0/node_modules/date-fns/locale/zh-CN/_lib/formatRelative.js</a:t>
            </a:r>
          </a:p>
          <a:p>
            <a:pPr>
              <a:defRPr sz="1200"/>
            </a:pPr>
            <a:r>
              <a:t>D:/pasar_fix/node_modules/.bun/date-fns@3.6.0/node_modules/date-fns/locale/zh-CN/_lib/formatRelative.mjs</a:t>
            </a:r>
          </a:p>
          <a:p>
            <a:pPr>
              <a:defRPr sz="1200"/>
            </a:pPr>
            <a:r>
              <a:t>D:/pasar_fix/node_modules/.bun/date-fns@3.6.0/node_modules/date-fns/locale/zh-CN/_lib/localize.d.mts</a:t>
            </a:r>
          </a:p>
          <a:p>
            <a:pPr>
              <a:defRPr sz="1200"/>
            </a:pPr>
            <a:r>
              <a:t>D:/pasar_fix/node_modules/.bun/date-fns@3.6.0/node_modules/date-fns/locale/zh-CN/_lib/localize.d.ts</a:t>
            </a:r>
          </a:p>
          <a:p>
            <a:pPr>
              <a:defRPr sz="1200"/>
            </a:pPr>
            <a:r>
              <a:t>D:/pasar_fix/node_modules/.bun/date-fns@3.6.0/node_modules/date-fns/locale/zh-CN/_lib/localize.js</a:t>
            </a:r>
          </a:p>
          <a:p>
            <a:pPr>
              <a:defRPr sz="1200"/>
            </a:pPr>
            <a:r>
              <a:t>D:/pasar_fix/node_modules/.bun/date-fns@3.6.0/node_modules/date-fns/locale/zh-CN/_lib/localize.mjs</a:t>
            </a:r>
          </a:p>
          <a:p>
            <a:pPr>
              <a:defRPr sz="1200"/>
            </a:pPr>
            <a:r>
              <a:t>D:/pasar_fix/node_modules/.bun/date-fns@3.6.0/node_modules/date-fns/locale/zh-CN/_lib/match.d.mts</a:t>
            </a:r>
          </a:p>
          <a:p>
            <a:pPr>
              <a:defRPr sz="1200"/>
            </a:pPr>
            <a:r>
              <a:t>D:/pasar_fix/node_modules/.bun/date-fns@3.6.0/node_modules/date-fns/locale/zh-CN/_lib/match.d.ts</a:t>
            </a:r>
          </a:p>
          <a:p>
            <a:pPr>
              <a:defRPr sz="1200"/>
            </a:pPr>
            <a:r>
              <a:t>D:/pasar_fix/node_modules/.bun/date-fns@3.6.0/node_modules/date-fns/locale/zh-CN/_lib/match.js</a:t>
            </a:r>
          </a:p>
          <a:p>
            <a:pPr>
              <a:defRPr sz="1200"/>
            </a:pPr>
            <a:r>
              <a:t>D:/pasar_fix/node_modules/.bun/date-fns@3.6.0/node_modules/date-fns/locale/zh-CN/_lib/match.mjs</a:t>
            </a:r>
          </a:p>
          <a:p>
            <a:pPr>
              <a:defRPr sz="1200"/>
            </a:pPr>
            <a:r>
              <a:t>D:/pasar_fix/node_modules/.bun/date-fns@3.6.0/node_modules/date-fns/locale/zh-HK/cdn.js</a:t>
            </a:r>
          </a:p>
          <a:p>
            <a:pPr>
              <a:defRPr sz="1200"/>
            </a:pPr>
            <a:r>
              <a:t>D:/pasar_fix/node_modules/.bun/date-fns@3.6.0/node_modules/date-fns/locale/zh-HK/cdn.js.map</a:t>
            </a:r>
          </a:p>
          <a:p>
            <a:pPr>
              <a:defRPr sz="1200"/>
            </a:pPr>
            <a:r>
              <a:t>D:/pasar_fix/node_modules/.bun/date-fns@3.6.0/node_modules/date-fns/locale/zh-HK/cdn.min.js</a:t>
            </a:r>
          </a:p>
          <a:p>
            <a:pPr>
              <a:defRPr sz="1200"/>
            </a:pPr>
            <a:r>
              <a:t>D:/pasar_fix/node_modules/.bun/date-fns@3.6.0/node_modules/date-fns/locale/zh-HK/cdn.min.js.map</a:t>
            </a:r>
          </a:p>
          <a:p>
            <a:pPr>
              <a:defRPr sz="1200"/>
            </a:pPr>
            <a:r>
              <a:t>D:/pasar_fix/node_modules/.bun/date-fns@3.6.0/node_modules/date-fns/locale/zh-HK/_lib/formatDistance.d.mts</a:t>
            </a:r>
          </a:p>
          <a:p>
            <a:pPr>
              <a:defRPr sz="1200"/>
            </a:pPr>
            <a:r>
              <a:t>D:/pasar_fix/node_modules/.bun/date-fns@3.6.0/node_modules/date-fns/locale/zh-HK/_lib/formatDistance.d.ts</a:t>
            </a:r>
          </a:p>
          <a:p>
            <a:pPr>
              <a:defRPr sz="1200"/>
            </a:pPr>
            <a:r>
              <a:t>D:/pasar_fix/node_modules/.bun/date-fns@3.6.0/node_modules/date-fns/locale/zh-HK/_lib/formatDistance.js</a:t>
            </a:r>
          </a:p>
          <a:p>
            <a:pPr>
              <a:defRPr sz="1200"/>
            </a:pPr>
            <a:r>
              <a:t>D:/pasar_fix/node_modules/.bun/date-fns@3.6.0/node_modules/date-fns/locale/zh-HK/_lib/formatDistance.mjs</a:t>
            </a:r>
          </a:p>
          <a:p>
            <a:pPr>
              <a:defRPr sz="1200"/>
            </a:pPr>
            <a:r>
              <a:t>D:/pasar_fix/node_modules/.bun/date-fns@3.6.0/node_modules/date-fns/locale/zh-HK/_lib/formatLong.d.mts</a:t>
            </a:r>
          </a:p>
          <a:p>
            <a:pPr>
              <a:defRPr sz="1200"/>
            </a:pPr>
            <a:r>
              <a:t>D:/pasar_fix/node_modules/.bun/date-fns@3.6.0/node_modules/date-fns/locale/zh-HK/_lib/formatLong.d.ts</a:t>
            </a:r>
          </a:p>
          <a:p>
            <a:pPr>
              <a:defRPr sz="1200"/>
            </a:pPr>
            <a:r>
              <a:t>D:/pasar_fix/node_modules/.bun/date-fns@3.6.0/node_modules/date-fns/locale/zh-HK/_lib/formatLong.js</a:t>
            </a:r>
          </a:p>
          <a:p>
            <a:pPr>
              <a:defRPr sz="1200"/>
            </a:pPr>
            <a:r>
              <a:t>D:/pasar_fix/node_modules/.bun/date-fns@3.6.0/node_modules/date-fns/locale/zh-HK/_lib/formatLong.mjs</a:t>
            </a:r>
          </a:p>
          <a:p>
            <a:pPr>
              <a:defRPr sz="1200"/>
            </a:pPr>
            <a:r>
              <a:t>D:/pasar_fix/node_modules/.bun/date-fns@3.6.0/node_modules/date-fns/locale/zh-HK/_lib/formatRelative.d.mts</a:t>
            </a:r>
          </a:p>
          <a:p>
            <a:pPr>
              <a:defRPr sz="1200"/>
            </a:pPr>
            <a:r>
              <a:t>D:/pasar_fix/node_modules/.bun/date-fns@3.6.0/node_modules/date-fns/locale/zh-HK/_lib/formatRelative.d.ts</a:t>
            </a:r>
          </a:p>
          <a:p>
            <a:pPr>
              <a:defRPr sz="1200"/>
            </a:pPr>
            <a:r>
              <a:t>D:/pasar_fix/node_modules/.bun/date-fns@3.6.0/node_modules/date-fns/locale/zh-HK/_lib/formatRelative.js</a:t>
            </a:r>
          </a:p>
          <a:p>
            <a:pPr>
              <a:defRPr sz="1200"/>
            </a:pPr>
            <a:r>
              <a:t>D:/pasar_fix/node_modules/.bun/date-fns@3.6.0/node_modules/date-fns/locale/zh-HK/_lib/formatRelative.mjs</a:t>
            </a:r>
          </a:p>
          <a:p>
            <a:pPr>
              <a:defRPr sz="1200"/>
            </a:pPr>
            <a:r>
              <a:t>D:/pasar_fix/node_modules/.bun/date-fns@3.6.0/node_modules/date-fns/locale/zh-HK/_lib/localize.d.mts</a:t>
            </a:r>
          </a:p>
          <a:p>
            <a:pPr>
              <a:defRPr sz="1200"/>
            </a:pPr>
            <a:r>
              <a:t>D:/pasar_fix/node_modules/.bun/date-fns@3.6.0/node_modules/date-fns/locale/zh-HK/_lib/localize.d.ts</a:t>
            </a:r>
          </a:p>
          <a:p>
            <a:pPr>
              <a:defRPr sz="1200"/>
            </a:pPr>
            <a:r>
              <a:t>D:/pasar_fix/node_modules/.bun/date-fns@3.6.0/node_modules/date-fns/locale/zh-HK/_lib/localize.js</a:t>
            </a:r>
          </a:p>
          <a:p>
            <a:pPr>
              <a:defRPr sz="1200"/>
            </a:pPr>
            <a:r>
              <a:t>D:/pasar_fix/node_modules/.bun/date-fns@3.6.0/node_modules/date-fns/locale/zh-HK/_lib/localize.mjs</a:t>
            </a:r>
          </a:p>
          <a:p>
            <a:pPr>
              <a:defRPr sz="1200"/>
            </a:pPr>
            <a:r>
              <a:t>D:/pasar_fix/node_modules/.bun/date-fns@3.6.0/node_modules/date-fns/locale/zh-HK/_lib/match.d.mts</a:t>
            </a:r>
          </a:p>
          <a:p>
            <a:pPr>
              <a:defRPr sz="1200"/>
            </a:pPr>
            <a:r>
              <a:t>D:/pasar_fix/node_modules/.bun/date-fns@3.6.0/node_modules/date-fns/locale/zh-HK/_lib/match.d.ts</a:t>
            </a:r>
          </a:p>
          <a:p>
            <a:pPr>
              <a:defRPr sz="1200"/>
            </a:pPr>
            <a:r>
              <a:t>D:/pasar_fix/node_modules/.bun/date-fns@3.6.0/node_modules/date-fns/locale/zh-HK/_lib/match.js</a:t>
            </a:r>
          </a:p>
          <a:p>
            <a:pPr>
              <a:defRPr sz="1200"/>
            </a:pPr>
            <a:r>
              <a:t>D:/pasar_fix/node_modules/.bun/date-fns@3.6.0/node_modules/date-fns/locale/zh-HK/_lib/match.mjs</a:t>
            </a:r>
          </a:p>
          <a:p>
            <a:pPr>
              <a:defRPr sz="1200"/>
            </a:pPr>
            <a:r>
              <a:t>D:/pasar_fix/node_modules/.bun/date-fns@3.6.0/node_modules/date-fns/locale/zh-TW/cdn.js</a:t>
            </a:r>
          </a:p>
          <a:p>
            <a:pPr>
              <a:defRPr sz="1200"/>
            </a:pPr>
            <a:r>
              <a:t>D:/pasar_fix/node_modules/.bun/date-fns@3.6.0/node_modules/date-fns/locale/zh-TW/cdn.js.map</a:t>
            </a:r>
          </a:p>
          <a:p>
            <a:pPr>
              <a:defRPr sz="1200"/>
            </a:pPr>
            <a:r>
              <a:t>D:/pasar_fix/node_modules/.bun/date-fns@3.6.0/node_modules/date-fns/locale/zh-TW/cdn.min.js</a:t>
            </a:r>
          </a:p>
          <a:p>
            <a:pPr>
              <a:defRPr sz="1200"/>
            </a:pPr>
            <a:r>
              <a:t>D:/pasar_fix/node_modules/.bun/date-fns@3.6.0/node_modules/date-fns/locale/zh-TW/cdn.min.js.map</a:t>
            </a:r>
          </a:p>
          <a:p>
            <a:pPr>
              <a:defRPr sz="1200"/>
            </a:pPr>
            <a:r>
              <a:t>D:/pasar_fix/node_modules/.bun/date-fns@3.6.0/node_modules/date-fns/locale/zh-TW/_lib/formatDistance.d.mts</a:t>
            </a:r>
          </a:p>
          <a:p>
            <a:pPr>
              <a:defRPr sz="1200"/>
            </a:pPr>
            <a:r>
              <a:t>D:/pasar_fix/node_modules/.bun/date-fns@3.6.0/node_modules/date-fns/locale/zh-TW/_lib/formatDistance.d.ts</a:t>
            </a:r>
          </a:p>
          <a:p>
            <a:pPr>
              <a:defRPr sz="1200"/>
            </a:pPr>
            <a:r>
              <a:t>D:/pasar_fix/node_modules/.bun/date-fns@3.6.0/node_modules/date-fns/locale/zh-TW/_lib/formatDistance.js</a:t>
            </a:r>
          </a:p>
          <a:p>
            <a:pPr>
              <a:defRPr sz="1200"/>
            </a:pPr>
            <a:r>
              <a:t>D:/pasar_fix/node_modules/.bun/date-fns@3.6.0/node_modules/date-fns/locale/zh-TW/_lib/formatDistance.mjs</a:t>
            </a:r>
          </a:p>
          <a:p>
            <a:pPr>
              <a:defRPr sz="1200"/>
            </a:pPr>
            <a:r>
              <a:t>D:/pasar_fix/node_modules/.bun/date-fns@3.6.0/node_modules/date-fns/locale/zh-TW/_lib/formatLong.d.mts</a:t>
            </a:r>
          </a:p>
          <a:p>
            <a:pPr>
              <a:defRPr sz="1200"/>
            </a:pPr>
            <a:r>
              <a:t>D:/pasar_fix/node_modules/.bun/date-fns@3.6.0/node_modules/date-fns/locale/zh-TW/_lib/formatLong.d.ts</a:t>
            </a:r>
          </a:p>
          <a:p>
            <a:pPr>
              <a:defRPr sz="1200"/>
            </a:pPr>
            <a:r>
              <a:t>D:/pasar_fix/node_modules/.bun/date-fns@3.6.0/node_modules/date-fns/locale/zh-TW/_lib/formatLong.js</a:t>
            </a:r>
          </a:p>
          <a:p>
            <a:pPr>
              <a:defRPr sz="1200"/>
            </a:pPr>
            <a:r>
              <a:t>D:/pasar_fix/node_modules/.bun/date-fns@3.6.0/node_modules/date-fns/locale/zh-TW/_lib/formatLong.mjs</a:t>
            </a:r>
          </a:p>
          <a:p>
            <a:pPr>
              <a:defRPr sz="1200"/>
            </a:pPr>
            <a:r>
              <a:t>D:/pasar_fix/node_modules/.bun/date-fns@3.6.0/node_modules/date-fns/locale/zh-TW/_lib/formatRelative.d.mts</a:t>
            </a:r>
          </a:p>
          <a:p>
            <a:pPr>
              <a:defRPr sz="1200"/>
            </a:pPr>
            <a:r>
              <a:t>D:/pasar_fix/node_modules/.bun/date-fns@3.6.0/node_modules/date-fns/locale/zh-TW/_lib/formatRelative.d.ts</a:t>
            </a:r>
          </a:p>
          <a:p>
            <a:pPr>
              <a:defRPr sz="1200"/>
            </a:pPr>
            <a:r>
              <a:t>D:/pasar_fix/node_modules/.bun/date-fns@3.6.0/node_modules/date-fns/locale/zh-TW/_lib/formatRelative.js</a:t>
            </a:r>
          </a:p>
          <a:p>
            <a:pPr>
              <a:defRPr sz="1200"/>
            </a:pPr>
            <a:r>
              <a:t>D:/pasar_fix/node_modules/.bun/date-fns@3.6.0/node_modules/date-fns/locale/zh-TW/_lib/formatRelative.mjs</a:t>
            </a:r>
          </a:p>
          <a:p>
            <a:pPr>
              <a:defRPr sz="1200"/>
            </a:pPr>
            <a:r>
              <a:t>D:/pasar_fix/node_modules/.bun/date-fns@3.6.0/node_modules/date-fns/locale/zh-TW/_lib/localize.d.mts</a:t>
            </a:r>
          </a:p>
          <a:p>
            <a:pPr>
              <a:defRPr sz="1200"/>
            </a:pPr>
            <a:r>
              <a:t>D:/pasar_fix/node_modules/.bun/date-fns@3.6.0/node_modules/date-fns/locale/zh-TW/_lib/localize.d.ts</a:t>
            </a:r>
          </a:p>
          <a:p>
            <a:pPr>
              <a:defRPr sz="1200"/>
            </a:pPr>
            <a:r>
              <a:t>D:/pasar_fix/node_modules/.bun/date-fns@3.6.0/node_modules/date-fns/locale/zh-TW/_lib/localize.js</a:t>
            </a:r>
          </a:p>
          <a:p>
            <a:pPr>
              <a:defRPr sz="1200"/>
            </a:pPr>
            <a:r>
              <a:t>D:/pasar_fix/node_modules/.bun/date-fns@3.6.0/node_modules/date-fns/locale/zh-TW/_lib/localize.mjs</a:t>
            </a:r>
          </a:p>
          <a:p>
            <a:pPr>
              <a:defRPr sz="1200"/>
            </a:pPr>
            <a:r>
              <a:t>D:/pasar_fix/node_modules/.bun/date-fns@3.6.0/node_modules/date-fns/locale/zh-TW/_lib/match.d.mts</a:t>
            </a:r>
          </a:p>
          <a:p>
            <a:pPr>
              <a:defRPr sz="1200"/>
            </a:pPr>
            <a:r>
              <a:t>D:/pasar_fix/node_modules/.bun/date-fns@3.6.0/node_modules/date-fns/locale/zh-TW/_lib/match.d.ts</a:t>
            </a:r>
          </a:p>
          <a:p>
            <a:pPr>
              <a:defRPr sz="1200"/>
            </a:pPr>
            <a:r>
              <a:t>D:/pasar_fix/node_modules/.bun/date-fns@3.6.0/node_modules/date-fns/locale/zh-TW/_lib/match.js</a:t>
            </a:r>
          </a:p>
          <a:p>
            <a:pPr>
              <a:defRPr sz="1200"/>
            </a:pPr>
            <a:r>
              <a:t>D:/pasar_fix/node_modules/.bun/date-fns@3.6.0/node_modules/date-fns/locale/zh-TW/_lib/match.mjs</a:t>
            </a:r>
          </a:p>
          <a:p>
            <a:pPr>
              <a:defRPr sz="1200"/>
            </a:pPr>
            <a:r>
              <a:t>D:/pasar_fix/node_modules/.bun/date-fns@3.6.0/node_modules/date-fns/locale/_lib/buildFormatLongFn.d.mts</a:t>
            </a:r>
          </a:p>
          <a:p>
            <a:pPr>
              <a:defRPr sz="1200"/>
            </a:pPr>
            <a:r>
              <a:t>D:/pasar_fix/node_modules/.bun/date-fns@3.6.0/node_modules/date-fns/locale/_lib/buildFormatLongFn.d.ts</a:t>
            </a:r>
          </a:p>
          <a:p>
            <a:pPr>
              <a:defRPr sz="1200"/>
            </a:pPr>
            <a:r>
              <a:t>D:/pasar_fix/node_modules/.bun/date-fns@3.6.0/node_modules/date-fns/locale/_lib/buildFormatLongFn.js</a:t>
            </a:r>
          </a:p>
          <a:p>
            <a:pPr>
              <a:defRPr sz="1200"/>
            </a:pPr>
            <a:r>
              <a:t>D:/pasar_fix/node_modules/.bun/date-fns@3.6.0/node_modules/date-fns/locale/_lib/buildFormatLongFn.mjs</a:t>
            </a:r>
          </a:p>
          <a:p>
            <a:pPr>
              <a:defRPr sz="1200"/>
            </a:pPr>
            <a:r>
              <a:t>D:/pasar_fix/node_modules/.bun/date-fns@3.6.0/node_modules/date-fns/locale/_lib/buildLocalizeFn.d.mts</a:t>
            </a:r>
          </a:p>
          <a:p>
            <a:pPr>
              <a:defRPr sz="1200"/>
            </a:pPr>
            <a:r>
              <a:t>D:/pasar_fix/node_modules/.bun/date-fns@3.6.0/node_modules/date-fns/locale/_lib/buildLocalizeFn.d.ts</a:t>
            </a:r>
          </a:p>
          <a:p>
            <a:pPr>
              <a:defRPr sz="1200"/>
            </a:pPr>
            <a:r>
              <a:t>D:/pasar_fix/node_modules/.bun/date-fns@3.6.0/node_modules/date-fns/locale/_lib/buildLocalizeFn.js</a:t>
            </a:r>
          </a:p>
          <a:p>
            <a:pPr>
              <a:defRPr sz="1200"/>
            </a:pPr>
            <a:r>
              <a:t>D:/pasar_fix/node_modules/.bun/date-fns@3.6.0/node_modules/date-fns/locale/_lib/buildLocalizeFn.mjs</a:t>
            </a:r>
          </a:p>
          <a:p>
            <a:pPr>
              <a:defRPr sz="1200"/>
            </a:pPr>
            <a:r>
              <a:t>D:/pasar_fix/node_modules/.bun/date-fns@3.6.0/node_modules/date-fns/locale/_lib/buildMatchFn.d.mts</a:t>
            </a:r>
          </a:p>
          <a:p>
            <a:pPr>
              <a:defRPr sz="1200"/>
            </a:pPr>
            <a:r>
              <a:t>D:/pasar_fix/node_modules/.bun/date-fns@3.6.0/node_modules/date-fns/locale/_lib/buildMatchFn.d.ts</a:t>
            </a:r>
          </a:p>
          <a:p>
            <a:pPr>
              <a:defRPr sz="1200"/>
            </a:pPr>
            <a:r>
              <a:t>D:/pasar_fix/node_modules/.bun/date-fns@3.6.0/node_modules/date-fns/locale/_lib/buildMatchFn.js</a:t>
            </a:r>
          </a:p>
          <a:p>
            <a:pPr>
              <a:defRPr sz="1200"/>
            </a:pPr>
            <a:r>
              <a:t>D:/pasar_fix/node_modules/.bun/date-fns@3.6.0/node_modules/date-fns/locale/_lib/buildMatchFn.mjs</a:t>
            </a:r>
          </a:p>
          <a:p>
            <a:pPr>
              <a:defRPr sz="1200"/>
            </a:pPr>
            <a:r>
              <a:t>D:/pasar_fix/node_modules/.bun/date-fns@3.6.0/node_modules/date-fns/locale/_lib/buildMatchPatternFn.d.mts</a:t>
            </a:r>
          </a:p>
          <a:p>
            <a:pPr>
              <a:defRPr sz="1200"/>
            </a:pPr>
            <a:r>
              <a:t>D:/pasar_fix/node_modules/.bun/date-fns@3.6.0/node_modules/date-fns/locale/_lib/buildMatchPatternFn.d.ts</a:t>
            </a:r>
          </a:p>
          <a:p>
            <a:pPr>
              <a:defRPr sz="1200"/>
            </a:pPr>
            <a:r>
              <a:t>D:/pasar_fix/node_modules/.bun/date-fns@3.6.0/node_modules/date-fns/locale/_lib/buildMatchPatternFn.js</a:t>
            </a:r>
          </a:p>
          <a:p>
            <a:pPr>
              <a:defRPr sz="1200"/>
            </a:pPr>
            <a:r>
              <a:t>D:/pasar_fix/node_modules/.bun/date-fns@3.6.0/node_modules/date-fns/locale/_lib/buildMatchPatternFn.mjs</a:t>
            </a:r>
          </a:p>
          <a:p>
            <a:pPr>
              <a:defRPr sz="1200"/>
            </a:pPr>
            <a:r>
              <a:t>D:/pasar_fix/node_modules/.bun/date-fns@3.6.0/node_modules/date-fns/parse/_lib/constants.d.mts</a:t>
            </a:r>
          </a:p>
          <a:p>
            <a:pPr>
              <a:defRPr sz="1200"/>
            </a:pPr>
            <a:r>
              <a:t>D:/pasar_fix/node_modules/.bun/date-fns@3.6.0/node_modules/date-fns/parse/_lib/constants.d.ts</a:t>
            </a:r>
          </a:p>
          <a:p>
            <a:pPr>
              <a:defRPr sz="1200"/>
            </a:pPr>
            <a:r>
              <a:t>D:/pasar_fix/node_modules/.bun/date-fns@3.6.0/node_modules/date-fns/parse/_lib/constants.js</a:t>
            </a:r>
          </a:p>
          <a:p>
            <a:pPr>
              <a:defRPr sz="1200"/>
            </a:pPr>
            <a:r>
              <a:t>D:/pasar_fix/node_modules/.bun/date-fns@3.6.0/node_modules/date-fns/parse/_lib/constants.mjs</a:t>
            </a:r>
          </a:p>
          <a:p>
            <a:pPr>
              <a:defRPr sz="1200"/>
            </a:pPr>
            <a:r>
              <a:t>D:/pasar_fix/node_modules/.bun/date-fns@3.6.0/node_modules/date-fns/parse/_lib/Parser.d.mts</a:t>
            </a:r>
          </a:p>
          <a:p>
            <a:pPr>
              <a:defRPr sz="1200"/>
            </a:pPr>
            <a:r>
              <a:t>D:/pasar_fix/node_modules/.bun/date-fns@3.6.0/node_modules/date-fns/parse/_lib/Parser.d.ts</a:t>
            </a:r>
          </a:p>
          <a:p>
            <a:pPr>
              <a:defRPr sz="1200"/>
            </a:pPr>
            <a:r>
              <a:t>D:/pasar_fix/node_modules/.bun/date-fns@3.6.0/node_modules/date-fns/parse/_lib/Parser.js</a:t>
            </a:r>
          </a:p>
          <a:p>
            <a:pPr>
              <a:defRPr sz="1200"/>
            </a:pPr>
            <a:r>
              <a:t>D:/pasar_fix/node_modules/.bun/date-fns@3.6.0/node_modules/date-fns/parse/_lib/Parser.mjs</a:t>
            </a:r>
          </a:p>
          <a:p>
            <a:pPr>
              <a:defRPr sz="1200"/>
            </a:pPr>
            <a:r>
              <a:t>D:/pasar_fix/node_modules/.bun/date-fns@3.6.0/node_modules/date-fns/parse/_lib/parsers.d.mts</a:t>
            </a:r>
          </a:p>
          <a:p>
            <a:pPr>
              <a:defRPr sz="1200"/>
            </a:pPr>
            <a:r>
              <a:t>D:/pasar_fix/node_modules/.bun/date-fns@3.6.0/node_modules/date-fns/parse/_lib/parsers.d.ts</a:t>
            </a:r>
          </a:p>
          <a:p>
            <a:pPr>
              <a:defRPr sz="1200"/>
            </a:pPr>
            <a:r>
              <a:t>D:/pasar_fix/node_modules/.bun/date-fns@3.6.0/node_modules/date-fns/parse/_lib/parsers.js</a:t>
            </a:r>
          </a:p>
          <a:p>
            <a:pPr>
              <a:defRPr sz="1200"/>
            </a:pPr>
            <a:r>
              <a:t>D:/pasar_fix/node_modules/.bun/date-fns@3.6.0/node_modules/date-fns/parse/_lib/parsers.mjs</a:t>
            </a:r>
          </a:p>
          <a:p>
            <a:pPr>
              <a:defRPr sz="1200"/>
            </a:pPr>
            <a:r>
              <a:t>D:/pasar_fix/node_modules/.bun/date-fns@3.6.0/node_modules/date-fns/parse/_lib/Setter.d.mts</a:t>
            </a:r>
          </a:p>
          <a:p>
            <a:pPr>
              <a:defRPr sz="1200"/>
            </a:pPr>
            <a:r>
              <a:t>D:/pasar_fix/node_modules/.bun/date-fns@3.6.0/node_modules/date-fns/parse/_lib/Setter.d.ts</a:t>
            </a:r>
          </a:p>
          <a:p>
            <a:pPr>
              <a:defRPr sz="1200"/>
            </a:pPr>
            <a:r>
              <a:t>D:/pasar_fix/node_modules/.bun/date-fns@3.6.0/node_modules/date-fns/parse/_lib/Setter.js</a:t>
            </a:r>
          </a:p>
          <a:p>
            <a:pPr>
              <a:defRPr sz="1200"/>
            </a:pPr>
            <a:r>
              <a:t>D:/pasar_fix/node_modules/.bun/date-fns@3.6.0/node_modules/date-fns/parse/_lib/Setter.mjs</a:t>
            </a:r>
          </a:p>
          <a:p>
            <a:pPr>
              <a:defRPr sz="1200"/>
            </a:pPr>
            <a:r>
              <a:t>D:/pasar_fix/node_modules/.bun/date-fns@3.6.0/node_modules/date-fns/parse/_lib/types.d.mts</a:t>
            </a:r>
          </a:p>
          <a:p>
            <a:pPr>
              <a:defRPr sz="1200"/>
            </a:pPr>
            <a:r>
              <a:t>D:/pasar_fix/node_modules/.bun/date-fns@3.6.0/node_modules/date-fns/parse/_lib/types.d.ts</a:t>
            </a:r>
          </a:p>
          <a:p>
            <a:pPr>
              <a:defRPr sz="1200"/>
            </a:pPr>
            <a:r>
              <a:t>D:/pasar_fix/node_modules/.bun/date-fns@3.6.0/node_modules/date-fns/parse/_lib/types.js</a:t>
            </a:r>
          </a:p>
          <a:p>
            <a:pPr>
              <a:defRPr sz="1200"/>
            </a:pPr>
            <a:r>
              <a:t>D:/pasar_fix/node_modules/.bun/date-fns@3.6.0/node_modules/date-fns/parse/_lib/types.mjs</a:t>
            </a:r>
          </a:p>
          <a:p>
            <a:pPr>
              <a:defRPr sz="1200"/>
            </a:pPr>
            <a:r>
              <a:t>D:/pasar_fix/node_modules/.bun/date-fns@3.6.0/node_modules/date-fns/parse/_lib/utils.d.mts</a:t>
            </a:r>
          </a:p>
          <a:p>
            <a:pPr>
              <a:defRPr sz="1200"/>
            </a:pPr>
            <a:r>
              <a:t>D:/pasar_fix/node_modules/.bun/date-fns@3.6.0/node_modules/date-fns/parse/_lib/utils.d.ts</a:t>
            </a:r>
          </a:p>
          <a:p>
            <a:pPr>
              <a:defRPr sz="1200"/>
            </a:pPr>
            <a:r>
              <a:t>D:/pasar_fix/node_modules/.bun/date-fns@3.6.0/node_modules/date-fns/parse/_lib/utils.js</a:t>
            </a:r>
          </a:p>
          <a:p>
            <a:pPr>
              <a:defRPr sz="1200"/>
            </a:pPr>
            <a:r>
              <a:t>D:/pasar_fix/node_modules/.bun/date-fns@3.6.0/node_modules/date-fns/parse/_lib/utils.mjs</a:t>
            </a:r>
          </a:p>
          <a:p>
            <a:pPr>
              <a:defRPr sz="1200"/>
            </a:pPr>
            <a:r>
              <a:t>D:/pasar_fix/node_modules/.bun/date-fns@3.6.0/node_modules/date-fns/parse/_lib/parsers/AMPMMidnightParser.d.mts</a:t>
            </a:r>
          </a:p>
          <a:p>
            <a:pPr>
              <a:defRPr sz="1200"/>
            </a:pPr>
            <a:r>
              <a:t>D:/pasar_fix/node_modules/.bun/date-fns@3.6.0/node_modules/date-fns/parse/_lib/parsers/AMPMMidnightParser.d.ts</a:t>
            </a:r>
          </a:p>
          <a:p>
            <a:pPr>
              <a:defRPr sz="1200"/>
            </a:pPr>
            <a:r>
              <a:t>D:/pasar_fix/node_modules/.bun/date-fns@3.6.0/node_modules/date-fns/parse/_lib/parsers/AMPMMidnightParser.js</a:t>
            </a:r>
          </a:p>
          <a:p>
            <a:pPr>
              <a:defRPr sz="1200"/>
            </a:pPr>
            <a:r>
              <a:t>D:/pasar_fix/node_modules/.bun/date-fns@3.6.0/node_modules/date-fns/parse/_lib/parsers/AMPMMidnightParser.mjs</a:t>
            </a:r>
          </a:p>
          <a:p>
            <a:pPr>
              <a:defRPr sz="1200"/>
            </a:pPr>
            <a:r>
              <a:t>D:/pasar_fix/node_modules/.bun/date-fns@3.6.0/node_modules/date-fns/parse/_lib/parsers/AMPMParser.d.mts</a:t>
            </a:r>
          </a:p>
          <a:p>
            <a:pPr>
              <a:defRPr sz="1200"/>
            </a:pPr>
            <a:r>
              <a:t>D:/pasar_fix/node_modules/.bun/date-fns@3.6.0/node_modules/date-fns/parse/_lib/parsers/AMPMParser.d.ts</a:t>
            </a:r>
          </a:p>
          <a:p>
            <a:pPr>
              <a:defRPr sz="1200"/>
            </a:pPr>
            <a:r>
              <a:t>D:/pasar_fix/node_modules/.bun/date-fns@3.6.0/node_modules/date-fns/parse/_lib/parsers/AMPMParser.js</a:t>
            </a:r>
          </a:p>
          <a:p>
            <a:pPr>
              <a:defRPr sz="1200"/>
            </a:pPr>
            <a:r>
              <a:t>D:/pasar_fix/node_modules/.bun/date-fns@3.6.0/node_modules/date-fns/parse/_lib/parsers/AMPMParser.mjs</a:t>
            </a:r>
          </a:p>
          <a:p>
            <a:pPr>
              <a:defRPr sz="1200"/>
            </a:pPr>
            <a:r>
              <a:t>D:/pasar_fix/node_modules/.bun/date-fns@3.6.0/node_modules/date-fns/parse/_lib/parsers/DateParser.d.mts</a:t>
            </a:r>
          </a:p>
          <a:p>
            <a:pPr>
              <a:defRPr sz="1200"/>
            </a:pPr>
            <a:r>
              <a:t>D:/pasar_fix/node_modules/.bun/date-fns@3.6.0/node_modules/date-fns/parse/_lib/parsers/DateParser.d.ts</a:t>
            </a:r>
          </a:p>
          <a:p>
            <a:pPr>
              <a:defRPr sz="1200"/>
            </a:pPr>
            <a:r>
              <a:t>D:/pasar_fix/node_modules/.bun/date-fns@3.6.0/node_modules/date-fns/parse/_lib/parsers/DateParser.js</a:t>
            </a:r>
          </a:p>
          <a:p>
            <a:pPr>
              <a:defRPr sz="1200"/>
            </a:pPr>
            <a:r>
              <a:t>D:/pasar_fix/node_modules/.bun/date-fns@3.6.0/node_modules/date-fns/parse/_lib/parsers/DateParser.mjs</a:t>
            </a:r>
          </a:p>
          <a:p>
            <a:pPr>
              <a:defRPr sz="1200"/>
            </a:pPr>
            <a:r>
              <a:t>D:/pasar_fix/node_modules/.bun/date-fns@3.6.0/node_modules/date-fns/parse/_lib/parsers/DayOfYearParser.d.mts</a:t>
            </a:r>
          </a:p>
          <a:p>
            <a:pPr>
              <a:defRPr sz="1200"/>
            </a:pPr>
            <a:r>
              <a:t>D:/pasar_fix/node_modules/.bun/date-fns@3.6.0/node_modules/date-fns/parse/_lib/parsers/DayOfYearParser.d.ts</a:t>
            </a:r>
          </a:p>
          <a:p>
            <a:pPr>
              <a:defRPr sz="1200"/>
            </a:pPr>
            <a:r>
              <a:t>D:/pasar_fix/node_modules/.bun/date-fns@3.6.0/node_modules/date-fns/parse/_lib/parsers/DayOfYearParser.js</a:t>
            </a:r>
          </a:p>
          <a:p>
            <a:pPr>
              <a:defRPr sz="1200"/>
            </a:pPr>
            <a:r>
              <a:t>D:/pasar_fix/node_modules/.bun/date-fns@3.6.0/node_modules/date-fns/parse/_lib/parsers/DayOfYearParser.mjs</a:t>
            </a:r>
          </a:p>
          <a:p>
            <a:pPr>
              <a:defRPr sz="1200"/>
            </a:pPr>
            <a:r>
              <a:t>D:/pasar_fix/node_modules/.bun/date-fns@3.6.0/node_modules/date-fns/parse/_lib/parsers/DayParser.d.mts</a:t>
            </a:r>
          </a:p>
          <a:p>
            <a:pPr>
              <a:defRPr sz="1200"/>
            </a:pPr>
            <a:r>
              <a:t>D:/pasar_fix/node_modules/.bun/date-fns@3.6.0/node_modules/date-fns/parse/_lib/parsers/DayParser.d.ts</a:t>
            </a:r>
          </a:p>
          <a:p>
            <a:pPr>
              <a:defRPr sz="1200"/>
            </a:pPr>
            <a:r>
              <a:t>D:/pasar_fix/node_modules/.bun/date-fns@3.6.0/node_modules/date-fns/parse/_lib/parsers/DayParser.js</a:t>
            </a:r>
          </a:p>
          <a:p>
            <a:pPr>
              <a:defRPr sz="1200"/>
            </a:pPr>
            <a:r>
              <a:t>D:/pasar_fix/node_modules/.bun/date-fns@3.6.0/node_modules/date-fns/parse/_lib/parsers/DayParser.mjs</a:t>
            </a:r>
          </a:p>
          <a:p>
            <a:pPr>
              <a:defRPr sz="1200"/>
            </a:pPr>
            <a:r>
              <a:t>D:/pasar_fix/node_modules/.bun/date-fns@3.6.0/node_modules/date-fns/parse/_lib/parsers/DayPeriodParser.d.mts</a:t>
            </a:r>
          </a:p>
          <a:p>
            <a:pPr>
              <a:defRPr sz="1200"/>
            </a:pPr>
            <a:r>
              <a:t>D:/pasar_fix/node_modules/.bun/date-fns@3.6.0/node_modules/date-fns/parse/_lib/parsers/DayPeriodParser.d.ts</a:t>
            </a:r>
          </a:p>
          <a:p>
            <a:pPr>
              <a:defRPr sz="1200"/>
            </a:pPr>
            <a:r>
              <a:t>D:/pasar_fix/node_modules/.bun/date-fns@3.6.0/node_modules/date-fns/parse/_lib/parsers/DayPeriodParser.js</a:t>
            </a:r>
          </a:p>
          <a:p>
            <a:pPr>
              <a:defRPr sz="1200"/>
            </a:pPr>
            <a:r>
              <a:t>D:/pasar_fix/node_modules/.bun/date-fns@3.6.0/node_modules/date-fns/parse/_lib/parsers/DayPeriodParser.mjs</a:t>
            </a:r>
          </a:p>
          <a:p>
            <a:pPr>
              <a:defRPr sz="1200"/>
            </a:pPr>
            <a:r>
              <a:t>D:/pasar_fix/node_modules/.bun/date-fns@3.6.0/node_modules/date-fns/parse/_lib/parsers/EraParser.d.mts</a:t>
            </a:r>
          </a:p>
          <a:p>
            <a:pPr>
              <a:defRPr sz="1200"/>
            </a:pPr>
            <a:r>
              <a:t>D:/pasar_fix/node_modules/.bun/date-fns@3.6.0/node_modules/date-fns/parse/_lib/parsers/EraParser.d.ts</a:t>
            </a:r>
          </a:p>
          <a:p>
            <a:pPr>
              <a:defRPr sz="1200"/>
            </a:pPr>
            <a:r>
              <a:t>D:/pasar_fix/node_modules/.bun/date-fns@3.6.0/node_modules/date-fns/parse/_lib/parsers/EraParser.js</a:t>
            </a:r>
          </a:p>
          <a:p>
            <a:pPr>
              <a:defRPr sz="1200"/>
            </a:pPr>
            <a:r>
              <a:t>D:/pasar_fix/node_modules/.bun/date-fns@3.6.0/node_modules/date-fns/parse/_lib/parsers/EraParser.mjs</a:t>
            </a:r>
          </a:p>
          <a:p>
            <a:pPr>
              <a:defRPr sz="1200"/>
            </a:pPr>
            <a:r>
              <a:t>D:/pasar_fix/node_modules/.bun/date-fns@3.6.0/node_modules/date-fns/parse/_lib/parsers/ExtendedYearParser.d.mts</a:t>
            </a:r>
          </a:p>
          <a:p>
            <a:pPr>
              <a:defRPr sz="1200"/>
            </a:pPr>
            <a:r>
              <a:t>D:/pasar_fix/node_modules/.bun/date-fns@3.6.0/node_modules/date-fns/parse/_lib/parsers/ExtendedYearParser.d.ts</a:t>
            </a:r>
          </a:p>
          <a:p>
            <a:pPr>
              <a:defRPr sz="1200"/>
            </a:pPr>
            <a:r>
              <a:t>D:/pasar_fix/node_modules/.bun/date-fns@3.6.0/node_modules/date-fns/parse/_lib/parsers/ExtendedYearParser.js</a:t>
            </a:r>
          </a:p>
          <a:p>
            <a:pPr>
              <a:defRPr sz="1200"/>
            </a:pPr>
            <a:r>
              <a:t>D:/pasar_fix/node_modules/.bun/date-fns@3.6.0/node_modules/date-fns/parse/_lib/parsers/ExtendedYearParser.mjs</a:t>
            </a:r>
          </a:p>
          <a:p>
            <a:pPr>
              <a:defRPr sz="1200"/>
            </a:pPr>
            <a:r>
              <a:t>D:/pasar_fix/node_modules/.bun/date-fns@3.6.0/node_modules/date-fns/parse/_lib/parsers/FractionOfSecondParser.d.mts</a:t>
            </a:r>
          </a:p>
          <a:p>
            <a:pPr>
              <a:defRPr sz="1200"/>
            </a:pPr>
            <a:r>
              <a:t>D:/pasar_fix/node_modules/.bun/date-fns@3.6.0/node_modules/date-fns/parse/_lib/parsers/FractionOfSecondParser.d.ts</a:t>
            </a:r>
          </a:p>
          <a:p>
            <a:pPr>
              <a:defRPr sz="1200"/>
            </a:pPr>
            <a:r>
              <a:t>D:/pasar_fix/node_modules/.bun/date-fns@3.6.0/node_modules/date-fns/parse/_lib/parsers/FractionOfSecondParser.js</a:t>
            </a:r>
          </a:p>
          <a:p>
            <a:pPr>
              <a:defRPr sz="1200"/>
            </a:pPr>
            <a:r>
              <a:t>D:/pasar_fix/node_modules/.bun/date-fns@3.6.0/node_modules/date-fns/parse/_lib/parsers/FractionOfSecondParser.mjs</a:t>
            </a:r>
          </a:p>
          <a:p>
            <a:pPr>
              <a:defRPr sz="1200"/>
            </a:pPr>
            <a:r>
              <a:t>D:/pasar_fix/node_modules/.bun/date-fns@3.6.0/node_modules/date-fns/parse/_lib/parsers/Hour0To11Parser.d.mts</a:t>
            </a:r>
          </a:p>
          <a:p>
            <a:pPr>
              <a:defRPr sz="1200"/>
            </a:pPr>
            <a:r>
              <a:t>D:/pasar_fix/node_modules/.bun/date-fns@3.6.0/node_modules/date-fns/parse/_lib/parsers/Hour0To11Parser.d.ts</a:t>
            </a:r>
          </a:p>
          <a:p>
            <a:pPr>
              <a:defRPr sz="1200"/>
            </a:pPr>
            <a:r>
              <a:t>D:/pasar_fix/node_modules/.bun/date-fns@3.6.0/node_modules/date-fns/parse/_lib/parsers/Hour0To11Parser.js</a:t>
            </a:r>
          </a:p>
          <a:p>
            <a:pPr>
              <a:defRPr sz="1200"/>
            </a:pPr>
            <a:r>
              <a:t>D:/pasar_fix/node_modules/.bun/date-fns@3.6.0/node_modules/date-fns/parse/_lib/parsers/Hour0To11Parser.mjs</a:t>
            </a:r>
          </a:p>
          <a:p>
            <a:pPr>
              <a:defRPr sz="1200"/>
            </a:pPr>
            <a:r>
              <a:t>D:/pasar_fix/node_modules/.bun/date-fns@3.6.0/node_modules/date-fns/parse/_lib/parsers/Hour0to23Parser.d.mts</a:t>
            </a:r>
          </a:p>
          <a:p>
            <a:pPr>
              <a:defRPr sz="1200"/>
            </a:pPr>
            <a:r>
              <a:t>D:/pasar_fix/node_modules/.bun/date-fns@3.6.0/node_modules/date-fns/parse/_lib/parsers/Hour0to23Parser.d.ts</a:t>
            </a:r>
          </a:p>
          <a:p>
            <a:pPr>
              <a:defRPr sz="1200"/>
            </a:pPr>
            <a:r>
              <a:t>D:/pasar_fix/node_modules/.bun/date-fns@3.6.0/node_modules/date-fns/parse/_lib/parsers/Hour0to23Parser.js</a:t>
            </a:r>
          </a:p>
          <a:p>
            <a:pPr>
              <a:defRPr sz="1200"/>
            </a:pPr>
            <a:r>
              <a:t>D:/pasar_fix/node_modules/.bun/date-fns@3.6.0/node_modules/date-fns/parse/_lib/parsers/Hour0to23Parser.mjs</a:t>
            </a:r>
          </a:p>
          <a:p>
            <a:pPr>
              <a:defRPr sz="1200"/>
            </a:pPr>
            <a:r>
              <a:t>D:/pasar_fix/node_modules/.bun/date-fns@3.6.0/node_modules/date-fns/parse/_lib/parsers/Hour1to12Parser.d.mts</a:t>
            </a:r>
          </a:p>
          <a:p>
            <a:pPr>
              <a:defRPr sz="1200"/>
            </a:pPr>
            <a:r>
              <a:t>D:/pasar_fix/node_modules/.bun/date-fns@3.6.0/node_modules/date-fns/parse/_lib/parsers/Hour1to12Parser.d.ts</a:t>
            </a:r>
          </a:p>
          <a:p>
            <a:pPr>
              <a:defRPr sz="1200"/>
            </a:pPr>
            <a:r>
              <a:t>D:/pasar_fix/node_modules/.bun/date-fns@3.6.0/node_modules/date-fns/parse/_lib/parsers/Hour1to12Parser.js</a:t>
            </a:r>
          </a:p>
          <a:p>
            <a:pPr>
              <a:defRPr sz="1200"/>
            </a:pPr>
            <a:r>
              <a:t>D:/pasar_fix/node_modules/.bun/date-fns@3.6.0/node_modules/date-fns/parse/_lib/parsers/Hour1to12Parser.mjs</a:t>
            </a:r>
          </a:p>
          <a:p>
            <a:pPr>
              <a:defRPr sz="1200"/>
            </a:pPr>
            <a:r>
              <a:t>D:/pasar_fix/node_modules/.bun/date-fns@3.6.0/node_modules/date-fns/parse/_lib/parsers/Hour1To24Parser.d.mts</a:t>
            </a:r>
          </a:p>
          <a:p>
            <a:pPr>
              <a:defRPr sz="1200"/>
            </a:pPr>
            <a:r>
              <a:t>D:/pasar_fix/node_modules/.bun/date-fns@3.6.0/node_modules/date-fns/parse/_lib/parsers/Hour1To24Parser.d.ts</a:t>
            </a:r>
          </a:p>
          <a:p>
            <a:pPr>
              <a:defRPr sz="1200"/>
            </a:pPr>
            <a:r>
              <a:t>D:/pasar_fix/node_modules/.bun/date-fns@3.6.0/node_modules/date-fns/parse/_lib/parsers/Hour1To24Parser.js</a:t>
            </a:r>
          </a:p>
          <a:p>
            <a:pPr>
              <a:defRPr sz="1200"/>
            </a:pPr>
            <a:r>
              <a:t>D:/pasar_fix/node_modules/.bun/date-fns@3.6.0/node_modules/date-fns/parse/_lib/parsers/Hour1To24Parser.mjs</a:t>
            </a:r>
          </a:p>
          <a:p>
            <a:pPr>
              <a:defRPr sz="1200"/>
            </a:pPr>
            <a:r>
              <a:t>D:/pasar_fix/node_modules/.bun/date-fns@3.6.0/node_modules/date-fns/parse/_lib/parsers/ISODayParser.d.mts</a:t>
            </a:r>
          </a:p>
          <a:p>
            <a:pPr>
              <a:defRPr sz="1200"/>
            </a:pPr>
            <a:r>
              <a:t>D:/pasar_fix/node_modules/.bun/date-fns@3.6.0/node_modules/date-fns/parse/_lib/parsers/ISODayParser.d.ts</a:t>
            </a:r>
          </a:p>
          <a:p>
            <a:pPr>
              <a:defRPr sz="1200"/>
            </a:pPr>
            <a:r>
              <a:t>D:/pasar_fix/node_modules/.bun/date-fns@3.6.0/node_modules/date-fns/parse/_lib/parsers/ISODayParser.js</a:t>
            </a:r>
          </a:p>
          <a:p>
            <a:pPr>
              <a:defRPr sz="1200"/>
            </a:pPr>
            <a:r>
              <a:t>D:/pasar_fix/node_modules/.bun/date-fns@3.6.0/node_modules/date-fns/parse/_lib/parsers/ISODayParser.mjs</a:t>
            </a:r>
          </a:p>
          <a:p>
            <a:pPr>
              <a:defRPr sz="1200"/>
            </a:pPr>
            <a:r>
              <a:t>D:/pasar_fix/node_modules/.bun/date-fns@3.6.0/node_modules/date-fns/parse/_lib/parsers/ISOTimezoneParser.d.mts</a:t>
            </a:r>
          </a:p>
          <a:p>
            <a:pPr>
              <a:defRPr sz="1200"/>
            </a:pPr>
            <a:r>
              <a:t>D:/pasar_fix/node_modules/.bun/date-fns@3.6.0/node_modules/date-fns/parse/_lib/parsers/ISOTimezoneParser.d.ts</a:t>
            </a:r>
          </a:p>
          <a:p>
            <a:pPr>
              <a:defRPr sz="1200"/>
            </a:pPr>
            <a:r>
              <a:t>D:/pasar_fix/node_modules/.bun/date-fns@3.6.0/node_modules/date-fns/parse/_lib/parsers/ISOTimezoneParser.js</a:t>
            </a:r>
          </a:p>
          <a:p>
            <a:pPr>
              <a:defRPr sz="1200"/>
            </a:pPr>
            <a:r>
              <a:t>D:/pasar_fix/node_modules/.bun/date-fns@3.6.0/node_modules/date-fns/parse/_lib/parsers/ISOTimezoneParser.mjs</a:t>
            </a:r>
          </a:p>
          <a:p>
            <a:pPr>
              <a:defRPr sz="1200"/>
            </a:pPr>
            <a:r>
              <a:t>D:/pasar_fix/node_modules/.bun/date-fns@3.6.0/node_modules/date-fns/parse/_lib/parsers/ISOTimezoneWithZParser.d.mts</a:t>
            </a:r>
          </a:p>
          <a:p>
            <a:pPr>
              <a:defRPr sz="1200"/>
            </a:pPr>
            <a:r>
              <a:t>D:/pasar_fix/node_modules/.bun/date-fns@3.6.0/node_modules/date-fns/parse/_lib/parsers/ISOTimezoneWithZParser.d.ts</a:t>
            </a:r>
          </a:p>
          <a:p>
            <a:pPr>
              <a:defRPr sz="1200"/>
            </a:pPr>
            <a:r>
              <a:t>D:/pasar_fix/node_modules/.bun/date-fns@3.6.0/node_modules/date-fns/parse/_lib/parsers/ISOTimezoneWithZParser.js</a:t>
            </a:r>
          </a:p>
          <a:p>
            <a:pPr>
              <a:defRPr sz="1200"/>
            </a:pPr>
            <a:r>
              <a:t>D:/pasar_fix/node_modules/.bun/date-fns@3.6.0/node_modules/date-fns/parse/_lib/parsers/ISOTimezoneWithZParser.mjs</a:t>
            </a:r>
          </a:p>
          <a:p>
            <a:pPr>
              <a:defRPr sz="1200"/>
            </a:pPr>
            <a:r>
              <a:t>D:/pasar_fix/node_modules/.bun/date-fns@3.6.0/node_modules/date-fns/parse/_lib/parsers/ISOWeekParser.d.mts</a:t>
            </a:r>
          </a:p>
          <a:p>
            <a:pPr>
              <a:defRPr sz="1200"/>
            </a:pPr>
            <a:r>
              <a:t>D:/pasar_fix/node_modules/.bun/date-fns@3.6.0/node_modules/date-fns/parse/_lib/parsers/ISOWeekParser.d.ts</a:t>
            </a:r>
          </a:p>
          <a:p>
            <a:pPr>
              <a:defRPr sz="1200"/>
            </a:pPr>
            <a:r>
              <a:t>D:/pasar_fix/node_modules/.bun/date-fns@3.6.0/node_modules/date-fns/parse/_lib/parsers/ISOWeekParser.js</a:t>
            </a:r>
          </a:p>
          <a:p>
            <a:pPr>
              <a:defRPr sz="1200"/>
            </a:pPr>
            <a:r>
              <a:t>D:/pasar_fix/node_modules/.bun/date-fns@3.6.0/node_modules/date-fns/parse/_lib/parsers/ISOWeekParser.mjs</a:t>
            </a:r>
          </a:p>
          <a:p>
            <a:pPr>
              <a:defRPr sz="1200"/>
            </a:pPr>
            <a:r>
              <a:t>D:/pasar_fix/node_modules/.bun/date-fns@3.6.0/node_modules/date-fns/parse/_lib/parsers/ISOWeekYearParser.d.mts</a:t>
            </a:r>
          </a:p>
          <a:p>
            <a:pPr>
              <a:defRPr sz="1200"/>
            </a:pPr>
            <a:r>
              <a:t>D:/pasar_fix/node_modules/.bun/date-fns@3.6.0/node_modules/date-fns/parse/_lib/parsers/ISOWeekYearParser.d.ts</a:t>
            </a:r>
          </a:p>
          <a:p>
            <a:pPr>
              <a:defRPr sz="1200"/>
            </a:pPr>
            <a:r>
              <a:t>D:/pasar_fix/node_modules/.bun/date-fns@3.6.0/node_modules/date-fns/parse/_lib/parsers/ISOWeekYearParser.js</a:t>
            </a:r>
          </a:p>
          <a:p>
            <a:pPr>
              <a:defRPr sz="1200"/>
            </a:pPr>
            <a:r>
              <a:t>D:/pasar_fix/node_modules/.bun/date-fns@3.6.0/node_modules/date-fns/parse/_lib/parsers/ISOWeekYearParser.mjs</a:t>
            </a:r>
          </a:p>
          <a:p>
            <a:pPr>
              <a:defRPr sz="1200"/>
            </a:pPr>
            <a:r>
              <a:t>D:/pasar_fix/node_modules/.bun/date-fns@3.6.0/node_modules/date-fns/parse/_lib/parsers/LocalDayParser.d.mts</a:t>
            </a:r>
          </a:p>
          <a:p>
            <a:pPr>
              <a:defRPr sz="1200"/>
            </a:pPr>
            <a:r>
              <a:t>D:/pasar_fix/node_modules/.bun/date-fns@3.6.0/node_modules/date-fns/parse/_lib/parsers/LocalDayParser.d.ts</a:t>
            </a:r>
          </a:p>
          <a:p>
            <a:pPr>
              <a:defRPr sz="1200"/>
            </a:pPr>
            <a:r>
              <a:t>D:/pasar_fix/node_modules/.bun/date-fns@3.6.0/node_modules/date-fns/parse/_lib/parsers/LocalDayParser.js</a:t>
            </a:r>
          </a:p>
          <a:p>
            <a:pPr>
              <a:defRPr sz="1200"/>
            </a:pPr>
            <a:r>
              <a:t>D:/pasar_fix/node_modules/.bun/date-fns@3.6.0/node_modules/date-fns/parse/_lib/parsers/LocalDayParser.mjs</a:t>
            </a:r>
          </a:p>
          <a:p>
            <a:pPr>
              <a:defRPr sz="1200"/>
            </a:pPr>
            <a:r>
              <a:t>D:/pasar_fix/node_modules/.bun/date-fns@3.6.0/node_modules/date-fns/parse/_lib/parsers/LocalWeekParser.d.mts</a:t>
            </a:r>
          </a:p>
          <a:p>
            <a:pPr>
              <a:defRPr sz="1200"/>
            </a:pPr>
            <a:r>
              <a:t>D:/pasar_fix/node_modules/.bun/date-fns@3.6.0/node_modules/date-fns/parse/_lib/parsers/LocalWeekParser.d.ts</a:t>
            </a:r>
          </a:p>
          <a:p>
            <a:pPr>
              <a:defRPr sz="1200"/>
            </a:pPr>
            <a:r>
              <a:t>D:/pasar_fix/node_modules/.bun/date-fns@3.6.0/node_modules/date-fns/parse/_lib/parsers/LocalWeekParser.js</a:t>
            </a:r>
          </a:p>
          <a:p>
            <a:pPr>
              <a:defRPr sz="1200"/>
            </a:pPr>
            <a:r>
              <a:t>D:/pasar_fix/node_modules/.bun/date-fns@3.6.0/node_modules/date-fns/parse/_lib/parsers/LocalWeekParser.mjs</a:t>
            </a:r>
          </a:p>
          <a:p>
            <a:pPr>
              <a:defRPr sz="1200"/>
            </a:pPr>
            <a:r>
              <a:t>D:/pasar_fix/node_modules/.bun/date-fns@3.6.0/node_modules/date-fns/parse/_lib/parsers/LocalWeekYearParser.d.mts</a:t>
            </a:r>
          </a:p>
          <a:p>
            <a:pPr>
              <a:defRPr sz="1200"/>
            </a:pPr>
            <a:r>
              <a:t>D:/pasar_fix/node_modules/.bun/date-fns@3.6.0/node_modules/date-fns/parse/_lib/parsers/LocalWeekYearParser.d.ts</a:t>
            </a:r>
          </a:p>
          <a:p>
            <a:pPr>
              <a:defRPr sz="1200"/>
            </a:pPr>
            <a:r>
              <a:t>D:/pasar_fix/node_modules/.bun/date-fns@3.6.0/node_modules/date-fns/parse/_lib/parsers/LocalWeekYearParser.js</a:t>
            </a:r>
          </a:p>
          <a:p>
            <a:pPr>
              <a:defRPr sz="1200"/>
            </a:pPr>
            <a:r>
              <a:t>D:/pasar_fix/node_modules/.bun/date-fns@3.6.0/node_modules/date-fns/parse/_lib/parsers/LocalWeekYearParser.mjs</a:t>
            </a:r>
          </a:p>
          <a:p>
            <a:pPr>
              <a:defRPr sz="1200"/>
            </a:pPr>
            <a:r>
              <a:t>D:/pasar_fix/node_modules/.bun/date-fns@3.6.0/node_modules/date-fns/parse/_lib/parsers/MinuteParser.d.mts</a:t>
            </a:r>
          </a:p>
          <a:p>
            <a:pPr>
              <a:defRPr sz="1200"/>
            </a:pPr>
            <a:r>
              <a:t>D:/pasar_fix/node_modules/.bun/date-fns@3.6.0/node_modules/date-fns/parse/_lib/parsers/MinuteParser.d.ts</a:t>
            </a:r>
          </a:p>
          <a:p>
            <a:pPr>
              <a:defRPr sz="1200"/>
            </a:pPr>
            <a:r>
              <a:t>D:/pasar_fix/node_modules/.bun/date-fns@3.6.0/node_modules/date-fns/parse/_lib/parsers/MinuteParser.js</a:t>
            </a:r>
          </a:p>
          <a:p>
            <a:pPr>
              <a:defRPr sz="1200"/>
            </a:pPr>
            <a:r>
              <a:t>D:/pasar_fix/node_modules/.bun/date-fns@3.6.0/node_modules/date-fns/parse/_lib/parsers/MinuteParser.mjs</a:t>
            </a:r>
          </a:p>
          <a:p>
            <a:pPr>
              <a:defRPr sz="1200"/>
            </a:pPr>
            <a:r>
              <a:t>D:/pasar_fix/node_modules/.bun/date-fns@3.6.0/node_modules/date-fns/parse/_lib/parsers/MonthParser.d.mts</a:t>
            </a:r>
          </a:p>
          <a:p>
            <a:pPr>
              <a:defRPr sz="1200"/>
            </a:pPr>
            <a:r>
              <a:t>D:/pasar_fix/node_modules/.bun/date-fns@3.6.0/node_modules/date-fns/parse/_lib/parsers/MonthParser.d.ts</a:t>
            </a:r>
          </a:p>
          <a:p>
            <a:pPr>
              <a:defRPr sz="1200"/>
            </a:pPr>
            <a:r>
              <a:t>D:/pasar_fix/node_modules/.bun/date-fns@3.6.0/node_modules/date-fns/parse/_lib/parsers/MonthParser.js</a:t>
            </a:r>
          </a:p>
          <a:p>
            <a:pPr>
              <a:defRPr sz="1200"/>
            </a:pPr>
            <a:r>
              <a:t>D:/pasar_fix/node_modules/.bun/date-fns@3.6.0/node_modules/date-fns/parse/_lib/parsers/MonthParser.mjs</a:t>
            </a:r>
          </a:p>
          <a:p>
            <a:pPr>
              <a:defRPr sz="1200"/>
            </a:pPr>
            <a:r>
              <a:t>D:/pasar_fix/node_modules/.bun/date-fns@3.6.0/node_modules/date-fns/parse/_lib/parsers/QuarterParser.d.mts</a:t>
            </a:r>
          </a:p>
          <a:p>
            <a:pPr>
              <a:defRPr sz="1200"/>
            </a:pPr>
            <a:r>
              <a:t>D:/pasar_fix/node_modules/.bun/date-fns@3.6.0/node_modules/date-fns/parse/_lib/parsers/QuarterParser.d.ts</a:t>
            </a:r>
          </a:p>
          <a:p>
            <a:pPr>
              <a:defRPr sz="1200"/>
            </a:pPr>
            <a:r>
              <a:t>D:/pasar_fix/node_modules/.bun/date-fns@3.6.0/node_modules/date-fns/parse/_lib/parsers/QuarterParser.js</a:t>
            </a:r>
          </a:p>
          <a:p>
            <a:pPr>
              <a:defRPr sz="1200"/>
            </a:pPr>
            <a:r>
              <a:t>D:/pasar_fix/node_modules/.bun/date-fns@3.6.0/node_modules/date-fns/parse/_lib/parsers/QuarterParser.mjs</a:t>
            </a:r>
          </a:p>
          <a:p>
            <a:pPr>
              <a:defRPr sz="1200"/>
            </a:pPr>
            <a:r>
              <a:t>D:/pasar_fix/node_modules/.bun/date-fns@3.6.0/node_modules/date-fns/parse/_lib/parsers/SecondParser.d.mts</a:t>
            </a:r>
          </a:p>
          <a:p>
            <a:pPr>
              <a:defRPr sz="1200"/>
            </a:pPr>
            <a:r>
              <a:t>D:/pasar_fix/node_modules/.bun/date-fns@3.6.0/node_modules/date-fns/parse/_lib/parsers/SecondParser.d.ts</a:t>
            </a:r>
          </a:p>
          <a:p>
            <a:pPr>
              <a:defRPr sz="1200"/>
            </a:pPr>
            <a:r>
              <a:t>D:/pasar_fix/node_modules/.bun/date-fns@3.6.0/node_modules/date-fns/parse/_lib/parsers/SecondParser.js</a:t>
            </a:r>
          </a:p>
          <a:p>
            <a:pPr>
              <a:defRPr sz="1200"/>
            </a:pPr>
            <a:r>
              <a:t>D:/pasar_fix/node_modules/.bun/date-fns@3.6.0/node_modules/date-fns/parse/_lib/parsers/SecondParser.mjs</a:t>
            </a:r>
          </a:p>
          <a:p>
            <a:pPr>
              <a:defRPr sz="1200"/>
            </a:pPr>
            <a:r>
              <a:t>D:/pasar_fix/node_modules/.bun/date-fns@3.6.0/node_modules/date-fns/parse/_lib/parsers/StandAloneLocalDayParser.d.mts</a:t>
            </a:r>
          </a:p>
          <a:p>
            <a:pPr>
              <a:defRPr sz="1200"/>
            </a:pPr>
            <a:r>
              <a:t>D:/pasar_fix/node_modules/.bun/date-fns@3.6.0/node_modules/date-fns/parse/_lib/parsers/StandAloneLocalDayParser.d.ts</a:t>
            </a:r>
          </a:p>
          <a:p>
            <a:pPr>
              <a:defRPr sz="1200"/>
            </a:pPr>
            <a:r>
              <a:t>D:/pasar_fix/node_modules/.bun/date-fns@3.6.0/node_modules/date-fns/parse/_lib/parsers/StandAloneLocalDayParser.js</a:t>
            </a:r>
          </a:p>
          <a:p>
            <a:pPr>
              <a:defRPr sz="1200"/>
            </a:pPr>
            <a:r>
              <a:t>D:/pasar_fix/node_modules/.bun/date-fns@3.6.0/node_modules/date-fns/parse/_lib/parsers/StandAloneLocalDayParser.mjs</a:t>
            </a:r>
          </a:p>
          <a:p>
            <a:pPr>
              <a:defRPr sz="1200"/>
            </a:pPr>
            <a:r>
              <a:t>D:/pasar_fix/node_modules/.bun/date-fns@3.6.0/node_modules/date-fns/parse/_lib/parsers/StandAloneMonthParser.d.mts</a:t>
            </a:r>
          </a:p>
          <a:p>
            <a:pPr>
              <a:defRPr sz="1200"/>
            </a:pPr>
            <a:r>
              <a:t>D:/pasar_fix/node_modules/.bun/date-fns@3.6.0/node_modules/date-fns/parse/_lib/parsers/StandAloneMonthParser.d.ts</a:t>
            </a:r>
          </a:p>
          <a:p>
            <a:pPr>
              <a:defRPr sz="1200"/>
            </a:pPr>
            <a:r>
              <a:t>D:/pasar_fix/node_modules/.bun/date-fns@3.6.0/node_modules/date-fns/parse/_lib/parsers/StandAloneMonthParser.js</a:t>
            </a:r>
          </a:p>
          <a:p>
            <a:pPr>
              <a:defRPr sz="1200"/>
            </a:pPr>
            <a:r>
              <a:t>D:/pasar_fix/node_modules/.bun/date-fns@3.6.0/node_modules/date-fns/parse/_lib/parsers/StandAloneMonthParser.mjs</a:t>
            </a:r>
          </a:p>
          <a:p>
            <a:pPr>
              <a:defRPr sz="1200"/>
            </a:pPr>
            <a:r>
              <a:t>D:/pasar_fix/node_modules/.bun/date-fns@3.6.0/node_modules/date-fns/parse/_lib/parsers/StandAloneQuarterParser.d.mts</a:t>
            </a:r>
          </a:p>
          <a:p>
            <a:pPr>
              <a:defRPr sz="1200"/>
            </a:pPr>
            <a:r>
              <a:t>D:/pasar_fix/node_modules/.bun/date-fns@3.6.0/node_modules/date-fns/parse/_lib/parsers/StandAloneQuarterParser.d.ts</a:t>
            </a:r>
          </a:p>
          <a:p>
            <a:pPr>
              <a:defRPr sz="1200"/>
            </a:pPr>
            <a:r>
              <a:t>D:/pasar_fix/node_modules/.bun/date-fns@3.6.0/node_modules/date-fns/parse/_lib/parsers/StandAloneQuarterParser.js</a:t>
            </a:r>
          </a:p>
          <a:p>
            <a:pPr>
              <a:defRPr sz="1200"/>
            </a:pPr>
            <a:r>
              <a:t>D:/pasar_fix/node_modules/.bun/date-fns@3.6.0/node_modules/date-fns/parse/_lib/parsers/StandAloneQuarterParser.mjs</a:t>
            </a:r>
          </a:p>
          <a:p>
            <a:pPr>
              <a:defRPr sz="1200"/>
            </a:pPr>
            <a:r>
              <a:t>D:/pasar_fix/node_modules/.bun/date-fns@3.6.0/node_modules/date-fns/parse/_lib/parsers/TimestampMillisecondsParser.d.mts</a:t>
            </a:r>
          </a:p>
          <a:p>
            <a:pPr>
              <a:defRPr sz="1200"/>
            </a:pPr>
            <a:r>
              <a:t>D:/pasar_fix/node_modules/.bun/date-fns@3.6.0/node_modules/date-fns/parse/_lib/parsers/TimestampMillisecondsParser.d.ts</a:t>
            </a:r>
          </a:p>
          <a:p>
            <a:pPr>
              <a:defRPr sz="1200"/>
            </a:pPr>
            <a:r>
              <a:t>D:/pasar_fix/node_modules/.bun/date-fns@3.6.0/node_modules/date-fns/parse/_lib/parsers/TimestampMillisecondsParser.js</a:t>
            </a:r>
          </a:p>
          <a:p>
            <a:pPr>
              <a:defRPr sz="1200"/>
            </a:pPr>
            <a:r>
              <a:t>D:/pasar_fix/node_modules/.bun/date-fns@3.6.0/node_modules/date-fns/parse/_lib/parsers/TimestampMillisecondsParser.mjs</a:t>
            </a:r>
          </a:p>
          <a:p>
            <a:pPr>
              <a:defRPr sz="1200"/>
            </a:pPr>
            <a:r>
              <a:t>D:/pasar_fix/node_modules/.bun/date-fns@3.6.0/node_modules/date-fns/parse/_lib/parsers/TimestampSecondsParser.d.mts</a:t>
            </a:r>
          </a:p>
          <a:p>
            <a:pPr>
              <a:defRPr sz="1200"/>
            </a:pPr>
            <a:r>
              <a:t>D:/pasar_fix/node_modules/.bun/date-fns@3.6.0/node_modules/date-fns/parse/_lib/parsers/TimestampSecondsParser.d.ts</a:t>
            </a:r>
          </a:p>
          <a:p>
            <a:pPr>
              <a:defRPr sz="1200"/>
            </a:pPr>
            <a:r>
              <a:t>D:/pasar_fix/node_modules/.bun/date-fns@3.6.0/node_modules/date-fns/parse/_lib/parsers/TimestampSecondsParser.js</a:t>
            </a:r>
          </a:p>
          <a:p>
            <a:pPr>
              <a:defRPr sz="1200"/>
            </a:pPr>
            <a:r>
              <a:t>D:/pasar_fix/node_modules/.bun/date-fns@3.6.0/node_modules/date-fns/parse/_lib/parsers/TimestampSecondsParser.mjs</a:t>
            </a:r>
          </a:p>
          <a:p>
            <a:pPr>
              <a:defRPr sz="1200"/>
            </a:pPr>
            <a:r>
              <a:t>D:/pasar_fix/node_modules/.bun/date-fns@3.6.0/node_modules/date-fns/parse/_lib/parsers/YearParser.d.mts</a:t>
            </a:r>
          </a:p>
          <a:p>
            <a:pPr>
              <a:defRPr sz="1200"/>
            </a:pPr>
            <a:r>
              <a:t>D:/pasar_fix/node_modules/.bun/date-fns@3.6.0/node_modules/date-fns/parse/_lib/parsers/YearParser.d.ts</a:t>
            </a:r>
          </a:p>
          <a:p>
            <a:pPr>
              <a:defRPr sz="1200"/>
            </a:pPr>
            <a:r>
              <a:t>D:/pasar_fix/node_modules/.bun/date-fns@3.6.0/node_modules/date-fns/parse/_lib/parsers/YearParser.js</a:t>
            </a:r>
          </a:p>
          <a:p>
            <a:pPr>
              <a:defRPr sz="1200"/>
            </a:pPr>
            <a:r>
              <a:t>D:/pasar_fix/node_modules/.bun/date-fns@3.6.0/node_modules/date-fns/parse/_lib/parsers/YearParser.mjs</a:t>
            </a:r>
          </a:p>
          <a:p>
            <a:pPr>
              <a:defRPr sz="1200"/>
            </a:pPr>
            <a:r>
              <a:t>D:/pasar_fix/node_modules/.bun/date-fns@3.6.0/node_modules/date-fns/_lib/addLeadingZeros.d.mts</a:t>
            </a:r>
          </a:p>
          <a:p>
            <a:pPr>
              <a:defRPr sz="1200"/>
            </a:pPr>
            <a:r>
              <a:t>D:/pasar_fix/node_modules/.bun/date-fns@3.6.0/node_modules/date-fns/_lib/addLeadingZeros.d.ts</a:t>
            </a:r>
          </a:p>
          <a:p>
            <a:pPr>
              <a:defRPr sz="1200"/>
            </a:pPr>
            <a:r>
              <a:t>D:/pasar_fix/node_modules/.bun/date-fns@3.6.0/node_modules/date-fns/_lib/addLeadingZeros.js</a:t>
            </a:r>
          </a:p>
          <a:p>
            <a:pPr>
              <a:defRPr sz="1200"/>
            </a:pPr>
            <a:r>
              <a:t>D:/pasar_fix/node_modules/.bun/date-fns@3.6.0/node_modules/date-fns/_lib/addLeadingZeros.mjs</a:t>
            </a:r>
          </a:p>
          <a:p>
            <a:pPr>
              <a:defRPr sz="1200"/>
            </a:pPr>
            <a:r>
              <a:t>D:/pasar_fix/node_modules/.bun/date-fns@3.6.0/node_modules/date-fns/_lib/defaultLocale.d.mts</a:t>
            </a:r>
          </a:p>
          <a:p>
            <a:pPr>
              <a:defRPr sz="1200"/>
            </a:pPr>
            <a:r>
              <a:t>D:/pasar_fix/node_modules/.bun/date-fns@3.6.0/node_modules/date-fns/_lib/defaultLocale.d.ts</a:t>
            </a:r>
          </a:p>
          <a:p>
            <a:pPr>
              <a:defRPr sz="1200"/>
            </a:pPr>
            <a:r>
              <a:t>D:/pasar_fix/node_modules/.bun/date-fns@3.6.0/node_modules/date-fns/_lib/defaultLocale.js</a:t>
            </a:r>
          </a:p>
          <a:p>
            <a:pPr>
              <a:defRPr sz="1200"/>
            </a:pPr>
            <a:r>
              <a:t>D:/pasar_fix/node_modules/.bun/date-fns@3.6.0/node_modules/date-fns/_lib/defaultLocale.mjs</a:t>
            </a:r>
          </a:p>
          <a:p>
            <a:pPr>
              <a:defRPr sz="1200"/>
            </a:pPr>
            <a:r>
              <a:t>D:/pasar_fix/node_modules/.bun/date-fns@3.6.0/node_modules/date-fns/_lib/defaultOptions.d.mts</a:t>
            </a:r>
          </a:p>
          <a:p>
            <a:pPr>
              <a:defRPr sz="1200"/>
            </a:pPr>
            <a:r>
              <a:t>D:/pasar_fix/node_modules/.bun/date-fns@3.6.0/node_modules/date-fns/_lib/defaultOptions.d.ts</a:t>
            </a:r>
          </a:p>
          <a:p>
            <a:pPr>
              <a:defRPr sz="1200"/>
            </a:pPr>
            <a:r>
              <a:t>D:/pasar_fix/node_modules/.bun/date-fns@3.6.0/node_modules/date-fns/_lib/defaultOptions.js</a:t>
            </a:r>
          </a:p>
          <a:p>
            <a:pPr>
              <a:defRPr sz="1200"/>
            </a:pPr>
            <a:r>
              <a:t>D:/pasar_fix/node_modules/.bun/date-fns@3.6.0/node_modules/date-fns/_lib/defaultOptions.mjs</a:t>
            </a:r>
          </a:p>
          <a:p>
            <a:pPr>
              <a:defRPr sz="1200"/>
            </a:pPr>
            <a:r>
              <a:t>D:/pasar_fix/node_modules/.bun/date-fns@3.6.0/node_modules/date-fns/_lib/getRoundingMethod.d.mts</a:t>
            </a:r>
          </a:p>
          <a:p>
            <a:pPr>
              <a:defRPr sz="1200"/>
            </a:pPr>
            <a:r>
              <a:t>D:/pasar_fix/node_modules/.bun/date-fns@3.6.0/node_modules/date-fns/_lib/getRoundingMethod.d.ts</a:t>
            </a:r>
          </a:p>
          <a:p>
            <a:pPr>
              <a:defRPr sz="1200"/>
            </a:pPr>
            <a:r>
              <a:t>D:/pasar_fix/node_modules/.bun/date-fns@3.6.0/node_modules/date-fns/_lib/getRoundingMethod.js</a:t>
            </a:r>
          </a:p>
          <a:p>
            <a:pPr>
              <a:defRPr sz="1200"/>
            </a:pPr>
            <a:r>
              <a:t>D:/pasar_fix/node_modules/.bun/date-fns@3.6.0/node_modules/date-fns/_lib/getRoundingMethod.mjs</a:t>
            </a:r>
          </a:p>
          <a:p>
            <a:pPr>
              <a:defRPr sz="1200"/>
            </a:pPr>
            <a:r>
              <a:t>D:/pasar_fix/node_modules/.bun/date-fns@3.6.0/node_modules/date-fns/_lib/getTimezoneOffsetInMilliseconds.d.mts</a:t>
            </a:r>
          </a:p>
          <a:p>
            <a:pPr>
              <a:defRPr sz="1200"/>
            </a:pPr>
            <a:r>
              <a:t>D:/pasar_fix/node_modules/.bun/date-fns@3.6.0/node_modules/date-fns/_lib/getTimezoneOffsetInMilliseconds.d.ts</a:t>
            </a:r>
          </a:p>
          <a:p>
            <a:pPr>
              <a:defRPr sz="1200"/>
            </a:pPr>
            <a:r>
              <a:t>D:/pasar_fix/node_modules/.bun/date-fns@3.6.0/node_modules/date-fns/_lib/getTimezoneOffsetInMilliseconds.js</a:t>
            </a:r>
          </a:p>
          <a:p>
            <a:pPr>
              <a:defRPr sz="1200"/>
            </a:pPr>
            <a:r>
              <a:t>D:/pasar_fix/node_modules/.bun/date-fns@3.6.0/node_modules/date-fns/_lib/getTimezoneOffsetInMilliseconds.mjs</a:t>
            </a:r>
          </a:p>
          <a:p>
            <a:pPr>
              <a:defRPr sz="1200"/>
            </a:pPr>
            <a:r>
              <a:t>D:/pasar_fix/node_modules/.bun/date-fns@3.6.0/node_modules/date-fns/_lib/protectedTokens.d.mts</a:t>
            </a:r>
          </a:p>
          <a:p>
            <a:pPr>
              <a:defRPr sz="1200"/>
            </a:pPr>
            <a:r>
              <a:t>D:/pasar_fix/node_modules/.bun/date-fns@3.6.0/node_modules/date-fns/_lib/protectedTokens.d.ts</a:t>
            </a:r>
          </a:p>
          <a:p>
            <a:pPr>
              <a:defRPr sz="1200"/>
            </a:pPr>
            <a:r>
              <a:t>D:/pasar_fix/node_modules/.bun/date-fns@3.6.0/node_modules/date-fns/_lib/protectedTokens.js</a:t>
            </a:r>
          </a:p>
          <a:p>
            <a:pPr>
              <a:defRPr sz="1200"/>
            </a:pPr>
            <a:r>
              <a:t>D:/pasar_fix/node_modules/.bun/date-fns@3.6.0/node_modules/date-fns/_lib/protectedTokens.mjs</a:t>
            </a:r>
          </a:p>
          <a:p>
            <a:pPr>
              <a:defRPr sz="1200"/>
            </a:pPr>
            <a:r>
              <a:t>D:/pasar_fix/node_modules/.bun/date-fns@3.6.0/node_modules/date-fns/_lib/test.d.mts</a:t>
            </a:r>
          </a:p>
          <a:p>
            <a:pPr>
              <a:defRPr sz="1200"/>
            </a:pPr>
            <a:r>
              <a:t>D:/pasar_fix/node_modules/.bun/date-fns@3.6.0/node_modules/date-fns/_lib/test.d.ts</a:t>
            </a:r>
          </a:p>
          <a:p>
            <a:pPr>
              <a:defRPr sz="1200"/>
            </a:pPr>
            <a:r>
              <a:t>D:/pasar_fix/node_modules/.bun/date-fns@3.6.0/node_modules/date-fns/_lib/test.js</a:t>
            </a:r>
          </a:p>
          <a:p>
            <a:pPr>
              <a:defRPr sz="1200"/>
            </a:pPr>
            <a:r>
              <a:t>D:/pasar_fix/node_modules/.bun/date-fns@3.6.0/node_modules/date-fns/_lib/test.mjs</a:t>
            </a:r>
          </a:p>
          <a:p>
            <a:pPr>
              <a:defRPr sz="1200"/>
            </a:pPr>
            <a:r>
              <a:t>D:/pasar_fix/node_modules/.bun/date-fns@3.6.0/node_modules/date-fns/_lib/format/formatters.d.mts</a:t>
            </a:r>
          </a:p>
          <a:p>
            <a:pPr>
              <a:defRPr sz="1200"/>
            </a:pPr>
            <a:r>
              <a:t>D:/pasar_fix/node_modules/.bun/date-fns@3.6.0/node_modules/date-fns/_lib/format/formatters.d.ts</a:t>
            </a:r>
          </a:p>
          <a:p>
            <a:pPr>
              <a:defRPr sz="1200"/>
            </a:pPr>
            <a:r>
              <a:t>D:/pasar_fix/node_modules/.bun/date-fns@3.6.0/node_modules/date-fns/_lib/format/formatters.js</a:t>
            </a:r>
          </a:p>
          <a:p>
            <a:pPr>
              <a:defRPr sz="1200"/>
            </a:pPr>
            <a:r>
              <a:t>D:/pasar_fix/node_modules/.bun/date-fns@3.6.0/node_modules/date-fns/_lib/format/formatters.mjs</a:t>
            </a:r>
          </a:p>
          <a:p>
            <a:pPr>
              <a:defRPr sz="1200"/>
            </a:pPr>
            <a:r>
              <a:t>D:/pasar_fix/node_modules/.bun/date-fns@3.6.0/node_modules/date-fns/_lib/format/lightFormatters.d.mts</a:t>
            </a:r>
          </a:p>
          <a:p>
            <a:pPr>
              <a:defRPr sz="1200"/>
            </a:pPr>
            <a:r>
              <a:t>D:/pasar_fix/node_modules/.bun/date-fns@3.6.0/node_modules/date-fns/_lib/format/lightFormatters.d.ts</a:t>
            </a:r>
          </a:p>
          <a:p>
            <a:pPr>
              <a:defRPr sz="1200"/>
            </a:pPr>
            <a:r>
              <a:t>D:/pasar_fix/node_modules/.bun/date-fns@3.6.0/node_modules/date-fns/_lib/format/lightFormatters.js</a:t>
            </a:r>
          </a:p>
          <a:p>
            <a:pPr>
              <a:defRPr sz="1200"/>
            </a:pPr>
            <a:r>
              <a:t>D:/pasar_fix/node_modules/.bun/date-fns@3.6.0/node_modules/date-fns/_lib/format/lightFormatters.mjs</a:t>
            </a:r>
          </a:p>
          <a:p>
            <a:pPr>
              <a:defRPr sz="1200"/>
            </a:pPr>
            <a:r>
              <a:t>D:/pasar_fix/node_modules/.bun/date-fns@3.6.0/node_modules/date-fns/_lib/format/longFormatters.d.mts</a:t>
            </a:r>
          </a:p>
          <a:p>
            <a:pPr>
              <a:defRPr sz="1200"/>
            </a:pPr>
            <a:r>
              <a:t>D:/pasar_fix/node_modules/.bun/date-fns@3.6.0/node_modules/date-fns/_lib/format/longFormatters.d.ts</a:t>
            </a:r>
          </a:p>
          <a:p>
            <a:pPr>
              <a:defRPr sz="1200"/>
            </a:pPr>
            <a:r>
              <a:t>D:/pasar_fix/node_modules/.bun/date-fns@3.6.0/node_modules/date-fns/_lib/format/longFormatters.js</a:t>
            </a:r>
          </a:p>
          <a:p>
            <a:pPr>
              <a:defRPr sz="1200"/>
            </a:pPr>
            <a:r>
              <a:t>D:/pasar_fix/node_modules/.bun/date-fns@3.6.0/node_modules/date-fns/_lib/format/longFormatters.mjs</a:t>
            </a:r>
          </a:p>
          <a:p>
            <a:pPr>
              <a:defRPr sz="1200"/>
            </a:pPr>
            <a:r>
              <a:t>D:/pasar_fix/node_modules/.bun/date-fns@4.1.0/node_modules/date-fns/add.cjs</a:t>
            </a:r>
          </a:p>
          <a:p>
            <a:pPr>
              <a:defRPr sz="1200"/>
            </a:pPr>
            <a:r>
              <a:t>D:/pasar_fix/node_modules/.bun/date-fns@4.1.0/node_modules/date-fns/add.d.cts</a:t>
            </a:r>
          </a:p>
          <a:p>
            <a:pPr>
              <a:defRPr sz="1200"/>
            </a:pPr>
            <a:r>
              <a:t>D:/pasar_fix/node_modules/.bun/date-fns@4.1.0/node_modules/date-fns/add.d.ts</a:t>
            </a:r>
          </a:p>
          <a:p>
            <a:pPr>
              <a:defRPr sz="1200"/>
            </a:pPr>
            <a:r>
              <a:t>D:/pasar_fix/node_modules/.bun/date-fns@4.1.0/node_modules/date-fns/add.js</a:t>
            </a:r>
          </a:p>
          <a:p>
            <a:pPr>
              <a:defRPr sz="1200"/>
            </a:pPr>
            <a:r>
              <a:t>D:/pasar_fix/node_modules/.bun/date-fns@4.1.0/node_modules/date-fns/addBusinessDays.cjs</a:t>
            </a:r>
          </a:p>
          <a:p>
            <a:pPr>
              <a:defRPr sz="1200"/>
            </a:pPr>
            <a:r>
              <a:t>D:/pasar_fix/node_modules/.bun/date-fns@4.1.0/node_modules/date-fns/addBusinessDays.d.cts</a:t>
            </a:r>
          </a:p>
          <a:p>
            <a:pPr>
              <a:defRPr sz="1200"/>
            </a:pPr>
            <a:r>
              <a:t>D:/pasar_fix/node_modules/.bun/date-fns@4.1.0/node_modules/date-fns/addBusinessDays.d.ts</a:t>
            </a:r>
          </a:p>
          <a:p>
            <a:pPr>
              <a:defRPr sz="1200"/>
            </a:pPr>
            <a:r>
              <a:t>D:/pasar_fix/node_modules/.bun/date-fns@4.1.0/node_modules/date-fns/addBusinessDays.js</a:t>
            </a:r>
          </a:p>
          <a:p>
            <a:pPr>
              <a:defRPr sz="1200"/>
            </a:pPr>
            <a:r>
              <a:t>D:/pasar_fix/node_modules/.bun/date-fns@4.1.0/node_modules/date-fns/addDays.cjs</a:t>
            </a:r>
          </a:p>
          <a:p>
            <a:pPr>
              <a:defRPr sz="1200"/>
            </a:pPr>
            <a:r>
              <a:t>D:/pasar_fix/node_modules/.bun/date-fns@4.1.0/node_modules/date-fns/addDays.d.cts</a:t>
            </a:r>
          </a:p>
          <a:p>
            <a:pPr>
              <a:defRPr sz="1200"/>
            </a:pPr>
            <a:r>
              <a:t>D:/pasar_fix/node_modules/.bun/date-fns@4.1.0/node_modules/date-fns/addDays.d.ts</a:t>
            </a:r>
          </a:p>
          <a:p>
            <a:pPr>
              <a:defRPr sz="1200"/>
            </a:pPr>
            <a:r>
              <a:t>D:/pasar_fix/node_modules/.bun/date-fns@4.1.0/node_modules/date-fns/addDays.js</a:t>
            </a:r>
          </a:p>
          <a:p>
            <a:pPr>
              <a:defRPr sz="1200"/>
            </a:pPr>
            <a:r>
              <a:t>D:/pasar_fix/node_modules/.bun/date-fns@4.1.0/node_modules/date-fns/addHours.cjs</a:t>
            </a:r>
          </a:p>
          <a:p>
            <a:pPr>
              <a:defRPr sz="1200"/>
            </a:pPr>
            <a:r>
              <a:t>D:/pasar_fix/node_modules/.bun/date-fns@4.1.0/node_modules/date-fns/addHours.d.cts</a:t>
            </a:r>
          </a:p>
          <a:p>
            <a:pPr>
              <a:defRPr sz="1200"/>
            </a:pPr>
            <a:r>
              <a:t>D:/pasar_fix/node_modules/.bun/date-fns@4.1.0/node_modules/date-fns/addHours.d.ts</a:t>
            </a:r>
          </a:p>
          <a:p>
            <a:pPr>
              <a:defRPr sz="1200"/>
            </a:pPr>
            <a:r>
              <a:t>D:/pasar_fix/node_modules/.bun/date-fns@4.1.0/node_modules/date-fns/addHours.js</a:t>
            </a:r>
          </a:p>
          <a:p>
            <a:pPr>
              <a:defRPr sz="1200"/>
            </a:pPr>
            <a:r>
              <a:t>D:/pasar_fix/node_modules/.bun/date-fns@4.1.0/node_modules/date-fns/addISOWeekYears.cjs</a:t>
            </a:r>
          </a:p>
          <a:p>
            <a:pPr>
              <a:defRPr sz="1200"/>
            </a:pPr>
            <a:r>
              <a:t>D:/pasar_fix/node_modules/.bun/date-fns@4.1.0/node_modules/date-fns/addISOWeekYears.d.cts</a:t>
            </a:r>
          </a:p>
          <a:p>
            <a:pPr>
              <a:defRPr sz="1200"/>
            </a:pPr>
            <a:r>
              <a:t>D:/pasar_fix/node_modules/.bun/date-fns@4.1.0/node_modules/date-fns/addISOWeekYears.d.ts</a:t>
            </a:r>
          </a:p>
          <a:p>
            <a:pPr>
              <a:defRPr sz="1200"/>
            </a:pPr>
            <a:r>
              <a:t>D:/pasar_fix/node_modules/.bun/date-fns@4.1.0/node_modules/date-fns/addISOWeekYears.js</a:t>
            </a:r>
          </a:p>
          <a:p>
            <a:pPr>
              <a:defRPr sz="1200"/>
            </a:pPr>
            <a:r>
              <a:t>D:/pasar_fix/node_modules/.bun/date-fns@4.1.0/node_modules/date-fns/addMilliseconds.cjs</a:t>
            </a:r>
          </a:p>
          <a:p>
            <a:pPr>
              <a:defRPr sz="1200"/>
            </a:pPr>
            <a:r>
              <a:t>D:/pasar_fix/node_modules/.bun/date-fns@4.1.0/node_modules/date-fns/addMilliseconds.d.cts</a:t>
            </a:r>
          </a:p>
          <a:p>
            <a:pPr>
              <a:defRPr sz="1200"/>
            </a:pPr>
            <a:r>
              <a:t>D:/pasar_fix/node_modules/.bun/date-fns@4.1.0/node_modules/date-fns/addMilliseconds.d.ts</a:t>
            </a:r>
          </a:p>
          <a:p>
            <a:pPr>
              <a:defRPr sz="1200"/>
            </a:pPr>
            <a:r>
              <a:t>D:/pasar_fix/node_modules/.bun/date-fns@4.1.0/node_modules/date-fns/addMilliseconds.js</a:t>
            </a:r>
          </a:p>
          <a:p>
            <a:pPr>
              <a:defRPr sz="1200"/>
            </a:pPr>
            <a:r>
              <a:t>D:/pasar_fix/node_modules/.bun/date-fns@4.1.0/node_modules/date-fns/addMinutes.cjs</a:t>
            </a:r>
          </a:p>
          <a:p>
            <a:pPr>
              <a:defRPr sz="1200"/>
            </a:pPr>
            <a:r>
              <a:t>D:/pasar_fix/node_modules/.bun/date-fns@4.1.0/node_modules/date-fns/addMinutes.d.cts</a:t>
            </a:r>
          </a:p>
          <a:p>
            <a:pPr>
              <a:defRPr sz="1200"/>
            </a:pPr>
            <a:r>
              <a:t>D:/pasar_fix/node_modules/.bun/date-fns@4.1.0/node_modules/date-fns/addMinutes.d.ts</a:t>
            </a:r>
          </a:p>
          <a:p>
            <a:pPr>
              <a:defRPr sz="1200"/>
            </a:pPr>
            <a:r>
              <a:t>D:/pasar_fix/node_modules/.bun/date-fns@4.1.0/node_modules/date-fns/addMinutes.js</a:t>
            </a:r>
          </a:p>
          <a:p>
            <a:pPr>
              <a:defRPr sz="1200"/>
            </a:pPr>
            <a:r>
              <a:t>D:/pasar_fix/node_modules/.bun/date-fns@4.1.0/node_modules/date-fns/addMonths.cjs</a:t>
            </a:r>
          </a:p>
          <a:p>
            <a:pPr>
              <a:defRPr sz="1200"/>
            </a:pPr>
            <a:r>
              <a:t>D:/pasar_fix/node_modules/.bun/date-fns@4.1.0/node_modules/date-fns/addMonths.d.cts</a:t>
            </a:r>
          </a:p>
          <a:p>
            <a:pPr>
              <a:defRPr sz="1200"/>
            </a:pPr>
            <a:r>
              <a:t>D:/pasar_fix/node_modules/.bun/date-fns@4.1.0/node_modules/date-fns/addMonths.d.ts</a:t>
            </a:r>
          </a:p>
          <a:p>
            <a:pPr>
              <a:defRPr sz="1200"/>
            </a:pPr>
            <a:r>
              <a:t>D:/pasar_fix/node_modules/.bun/date-fns@4.1.0/node_modules/date-fns/addMonths.js</a:t>
            </a:r>
          </a:p>
          <a:p>
            <a:pPr>
              <a:defRPr sz="1200"/>
            </a:pPr>
            <a:r>
              <a:t>D:/pasar_fix/node_modules/.bun/date-fns@4.1.0/node_modules/date-fns/addQuarters.cjs</a:t>
            </a:r>
          </a:p>
          <a:p>
            <a:pPr>
              <a:defRPr sz="1200"/>
            </a:pPr>
            <a:r>
              <a:t>D:/pasar_fix/node_modules/.bun/date-fns@4.1.0/node_modules/date-fns/addQuarters.d.cts</a:t>
            </a:r>
          </a:p>
          <a:p>
            <a:pPr>
              <a:defRPr sz="1200"/>
            </a:pPr>
            <a:r>
              <a:t>D:/pasar_fix/node_modules/.bun/date-fns@4.1.0/node_modules/date-fns/addQuarters.d.ts</a:t>
            </a:r>
          </a:p>
          <a:p>
            <a:pPr>
              <a:defRPr sz="1200"/>
            </a:pPr>
            <a:r>
              <a:t>D:/pasar_fix/node_modules/.bun/date-fns@4.1.0/node_modules/date-fns/addQuarters.js</a:t>
            </a:r>
          </a:p>
          <a:p>
            <a:pPr>
              <a:defRPr sz="1200"/>
            </a:pPr>
            <a:r>
              <a:t>D:/pasar_fix/node_modules/.bun/date-fns@4.1.0/node_modules/date-fns/addSeconds.cjs</a:t>
            </a:r>
          </a:p>
          <a:p>
            <a:pPr>
              <a:defRPr sz="1200"/>
            </a:pPr>
            <a:r>
              <a:t>D:/pasar_fix/node_modules/.bun/date-fns@4.1.0/node_modules/date-fns/addSeconds.d.cts</a:t>
            </a:r>
          </a:p>
          <a:p>
            <a:pPr>
              <a:defRPr sz="1200"/>
            </a:pPr>
            <a:r>
              <a:t>D:/pasar_fix/node_modules/.bun/date-fns@4.1.0/node_modules/date-fns/addSeconds.d.ts</a:t>
            </a:r>
          </a:p>
          <a:p>
            <a:pPr>
              <a:defRPr sz="1200"/>
            </a:pPr>
            <a:r>
              <a:t>D:/pasar_fix/node_modules/.bun/date-fns@4.1.0/node_modules/date-fns/addSeconds.js</a:t>
            </a:r>
          </a:p>
          <a:p>
            <a:pPr>
              <a:defRPr sz="1200"/>
            </a:pPr>
            <a:r>
              <a:t>D:/pasar_fix/node_modules/.bun/date-fns@4.1.0/node_modules/date-fns/addWeeks.cjs</a:t>
            </a:r>
          </a:p>
          <a:p>
            <a:pPr>
              <a:defRPr sz="1200"/>
            </a:pPr>
            <a:r>
              <a:t>D:/pasar_fix/node_modules/.bun/date-fns@4.1.0/node_modules/date-fns/addWeeks.d.cts</a:t>
            </a:r>
          </a:p>
          <a:p>
            <a:pPr>
              <a:defRPr sz="1200"/>
            </a:pPr>
            <a:r>
              <a:t>D:/pasar_fix/node_modules/.bun/date-fns@4.1.0/node_modules/date-fns/addWeeks.d.ts</a:t>
            </a:r>
          </a:p>
          <a:p>
            <a:pPr>
              <a:defRPr sz="1200"/>
            </a:pPr>
            <a:r>
              <a:t>D:/pasar_fix/node_modules/.bun/date-fns@4.1.0/node_modules/date-fns/addWeeks.js</a:t>
            </a:r>
          </a:p>
          <a:p>
            <a:pPr>
              <a:defRPr sz="1200"/>
            </a:pPr>
            <a:r>
              <a:t>D:/pasar_fix/node_modules/.bun/date-fns@4.1.0/node_modules/date-fns/addYears.cjs</a:t>
            </a:r>
          </a:p>
          <a:p>
            <a:pPr>
              <a:defRPr sz="1200"/>
            </a:pPr>
            <a:r>
              <a:t>D:/pasar_fix/node_modules/.bun/date-fns@4.1.0/node_modules/date-fns/addYears.d.cts</a:t>
            </a:r>
          </a:p>
          <a:p>
            <a:pPr>
              <a:defRPr sz="1200"/>
            </a:pPr>
            <a:r>
              <a:t>D:/pasar_fix/node_modules/.bun/date-fns@4.1.0/node_modules/date-fns/addYears.d.ts</a:t>
            </a:r>
          </a:p>
          <a:p>
            <a:pPr>
              <a:defRPr sz="1200"/>
            </a:pPr>
            <a:r>
              <a:t>D:/pasar_fix/node_modules/.bun/date-fns@4.1.0/node_modules/date-fns/addYears.js</a:t>
            </a:r>
          </a:p>
          <a:p>
            <a:pPr>
              <a:defRPr sz="1200"/>
            </a:pPr>
            <a:r>
              <a:t>D:/pasar_fix/node_modules/.bun/date-fns@4.1.0/node_modules/date-fns/areIntervalsOverlapping.cjs</a:t>
            </a:r>
          </a:p>
          <a:p>
            <a:pPr>
              <a:defRPr sz="1200"/>
            </a:pPr>
            <a:r>
              <a:t>D:/pasar_fix/node_modules/.bun/date-fns@4.1.0/node_modules/date-fns/areIntervalsOverlapping.d.cts</a:t>
            </a:r>
          </a:p>
          <a:p>
            <a:pPr>
              <a:defRPr sz="1200"/>
            </a:pPr>
            <a:r>
              <a:t>D:/pasar_fix/node_modules/.bun/date-fns@4.1.0/node_modules/date-fns/areIntervalsOverlapping.d.ts</a:t>
            </a:r>
          </a:p>
          <a:p>
            <a:pPr>
              <a:defRPr sz="1200"/>
            </a:pPr>
            <a:r>
              <a:t>D:/pasar_fix/node_modules/.bun/date-fns@4.1.0/node_modules/date-fns/areIntervalsOverlapping.js</a:t>
            </a:r>
          </a:p>
          <a:p>
            <a:pPr>
              <a:defRPr sz="1200"/>
            </a:pPr>
            <a:r>
              <a:t>D:/pasar_fix/node_modules/.bun/date-fns@4.1.0/node_modules/date-fns/cdn.js</a:t>
            </a:r>
          </a:p>
          <a:p>
            <a:pPr>
              <a:defRPr sz="1200"/>
            </a:pPr>
            <a:r>
              <a:t>D:/pasar_fix/node_modules/.bun/date-fns@4.1.0/node_modules/date-fns/cdn.js.map</a:t>
            </a:r>
          </a:p>
          <a:p>
            <a:pPr>
              <a:defRPr sz="1200"/>
            </a:pPr>
            <a:r>
              <a:t>D:/pasar_fix/node_modules/.bun/date-fns@4.1.0/node_modules/date-fns/cdn.min.js</a:t>
            </a:r>
          </a:p>
          <a:p>
            <a:pPr>
              <a:defRPr sz="1200"/>
            </a:pPr>
            <a:r>
              <a:t>D:/pasar_fix/node_modules/.bun/date-fns@4.1.0/node_modules/date-fns/cdn.min.js.map</a:t>
            </a:r>
          </a:p>
          <a:p>
            <a:pPr>
              <a:defRPr sz="1200"/>
            </a:pPr>
            <a:r>
              <a:t>D:/pasar_fix/node_modules/.bun/date-fns@4.1.0/node_modules/date-fns/CHANGELOG.md</a:t>
            </a:r>
          </a:p>
          <a:p>
            <a:pPr>
              <a:defRPr sz="1200"/>
            </a:pPr>
            <a:r>
              <a:t>D:/pasar_fix/node_modules/.bun/date-fns@4.1.0/node_modules/date-fns/clamp.cjs</a:t>
            </a:r>
          </a:p>
          <a:p>
            <a:pPr>
              <a:defRPr sz="1200"/>
            </a:pPr>
            <a:r>
              <a:t>D:/pasar_fix/node_modules/.bun/date-fns@4.1.0/node_modules/date-fns/clamp.d.cts</a:t>
            </a:r>
          </a:p>
          <a:p>
            <a:pPr>
              <a:defRPr sz="1200"/>
            </a:pPr>
            <a:r>
              <a:t>D:/pasar_fix/node_modules/.bun/date-fns@4.1.0/node_modules/date-fns/clamp.d.ts</a:t>
            </a:r>
          </a:p>
          <a:p>
            <a:pPr>
              <a:defRPr sz="1200"/>
            </a:pPr>
            <a:r>
              <a:t>D:/pasar_fix/node_modules/.bun/date-fns@4.1.0/node_modules/date-fns/clamp.js</a:t>
            </a:r>
          </a:p>
          <a:p>
            <a:pPr>
              <a:defRPr sz="1200"/>
            </a:pPr>
            <a:r>
              <a:t>D:/pasar_fix/node_modules/.bun/date-fns@4.1.0/node_modules/date-fns/closestIndexTo.cjs</a:t>
            </a:r>
          </a:p>
          <a:p>
            <a:pPr>
              <a:defRPr sz="1200"/>
            </a:pPr>
            <a:r>
              <a:t>D:/pasar_fix/node_modules/.bun/date-fns@4.1.0/node_modules/date-fns/closestIndexTo.d.cts</a:t>
            </a:r>
          </a:p>
          <a:p>
            <a:pPr>
              <a:defRPr sz="1200"/>
            </a:pPr>
            <a:r>
              <a:t>D:/pasar_fix/node_modules/.bun/date-fns@4.1.0/node_modules/date-fns/closestIndexTo.d.ts</a:t>
            </a:r>
          </a:p>
          <a:p>
            <a:pPr>
              <a:defRPr sz="1200"/>
            </a:pPr>
            <a:r>
              <a:t>D:/pasar_fix/node_modules/.bun/date-fns@4.1.0/node_modules/date-fns/closestIndexTo.js</a:t>
            </a:r>
          </a:p>
          <a:p>
            <a:pPr>
              <a:defRPr sz="1200"/>
            </a:pPr>
            <a:r>
              <a:t>D:/pasar_fix/node_modules/.bun/date-fns@4.1.0/node_modules/date-fns/closestTo.cjs</a:t>
            </a:r>
          </a:p>
          <a:p>
            <a:pPr>
              <a:defRPr sz="1200"/>
            </a:pPr>
            <a:r>
              <a:t>D:/pasar_fix/node_modules/.bun/date-fns@4.1.0/node_modules/date-fns/closestTo.d.cts</a:t>
            </a:r>
          </a:p>
          <a:p>
            <a:pPr>
              <a:defRPr sz="1200"/>
            </a:pPr>
            <a:r>
              <a:t>D:/pasar_fix/node_modules/.bun/date-fns@4.1.0/node_modules/date-fns/closestTo.d.ts</a:t>
            </a:r>
          </a:p>
          <a:p>
            <a:pPr>
              <a:defRPr sz="1200"/>
            </a:pPr>
            <a:r>
              <a:t>D:/pasar_fix/node_modules/.bun/date-fns@4.1.0/node_modules/date-fns/closestTo.js</a:t>
            </a:r>
          </a:p>
          <a:p>
            <a:pPr>
              <a:defRPr sz="1200"/>
            </a:pPr>
            <a:r>
              <a:t>D:/pasar_fix/node_modules/.bun/date-fns@4.1.0/node_modules/date-fns/compareAsc.cjs</a:t>
            </a:r>
          </a:p>
          <a:p>
            <a:pPr>
              <a:defRPr sz="1200"/>
            </a:pPr>
            <a:r>
              <a:t>D:/pasar_fix/node_modules/.bun/date-fns@4.1.0/node_modules/date-fns/compareAsc.d.cts</a:t>
            </a:r>
          </a:p>
          <a:p>
            <a:pPr>
              <a:defRPr sz="1200"/>
            </a:pPr>
            <a:r>
              <a:t>D:/pasar_fix/node_modules/.bun/date-fns@4.1.0/node_modules/date-fns/compareAsc.d.ts</a:t>
            </a:r>
          </a:p>
          <a:p>
            <a:pPr>
              <a:defRPr sz="1200"/>
            </a:pPr>
            <a:r>
              <a:t>D:/pasar_fix/node_modules/.bun/date-fns@4.1.0/node_modules/date-fns/compareAsc.js</a:t>
            </a:r>
          </a:p>
          <a:p>
            <a:pPr>
              <a:defRPr sz="1200"/>
            </a:pPr>
            <a:r>
              <a:t>D:/pasar_fix/node_modules/.bun/date-fns@4.1.0/node_modules/date-fns/compareDesc.cjs</a:t>
            </a:r>
          </a:p>
          <a:p>
            <a:pPr>
              <a:defRPr sz="1200"/>
            </a:pPr>
            <a:r>
              <a:t>D:/pasar_fix/node_modules/.bun/date-fns@4.1.0/node_modules/date-fns/compareDesc.d.cts</a:t>
            </a:r>
          </a:p>
          <a:p>
            <a:pPr>
              <a:defRPr sz="1200"/>
            </a:pPr>
            <a:r>
              <a:t>D:/pasar_fix/node_modules/.bun/date-fns@4.1.0/node_modules/date-fns/compareDesc.d.ts</a:t>
            </a:r>
          </a:p>
          <a:p>
            <a:pPr>
              <a:defRPr sz="1200"/>
            </a:pPr>
            <a:r>
              <a:t>D:/pasar_fix/node_modules/.bun/date-fns@4.1.0/node_modules/date-fns/compareDesc.js</a:t>
            </a:r>
          </a:p>
          <a:p>
            <a:pPr>
              <a:defRPr sz="1200"/>
            </a:pPr>
            <a:r>
              <a:t>D:/pasar_fix/node_modules/.bun/date-fns@4.1.0/node_modules/date-fns/constants.cjs</a:t>
            </a:r>
          </a:p>
          <a:p>
            <a:pPr>
              <a:defRPr sz="1200"/>
            </a:pPr>
            <a:r>
              <a:t>D:/pasar_fix/node_modules/.bun/date-fns@4.1.0/node_modules/date-fns/constants.d.cts</a:t>
            </a:r>
          </a:p>
          <a:p>
            <a:pPr>
              <a:defRPr sz="1200"/>
            </a:pPr>
            <a:r>
              <a:t>D:/pasar_fix/node_modules/.bun/date-fns@4.1.0/node_modules/date-fns/constants.d.ts</a:t>
            </a:r>
          </a:p>
          <a:p>
            <a:pPr>
              <a:defRPr sz="1200"/>
            </a:pPr>
            <a:r>
              <a:t>D:/pasar_fix/node_modules/.bun/date-fns@4.1.0/node_modules/date-fns/constants.js</a:t>
            </a:r>
          </a:p>
          <a:p>
            <a:pPr>
              <a:defRPr sz="1200"/>
            </a:pPr>
            <a:r>
              <a:t>D:/pasar_fix/node_modules/.bun/date-fns@4.1.0/node_modules/date-fns/constructFrom.cjs</a:t>
            </a:r>
          </a:p>
          <a:p>
            <a:pPr>
              <a:defRPr sz="1200"/>
            </a:pPr>
            <a:r>
              <a:t>D:/pasar_fix/node_modules/.bun/date-fns@4.1.0/node_modules/date-fns/constructFrom.d.cts</a:t>
            </a:r>
          </a:p>
          <a:p>
            <a:pPr>
              <a:defRPr sz="1200"/>
            </a:pPr>
            <a:r>
              <a:t>D:/pasar_fix/node_modules/.bun/date-fns@4.1.0/node_modules/date-fns/constructFrom.d.ts</a:t>
            </a:r>
          </a:p>
          <a:p>
            <a:pPr>
              <a:defRPr sz="1200"/>
            </a:pPr>
            <a:r>
              <a:t>D:/pasar_fix/node_modules/.bun/date-fns@4.1.0/node_modules/date-fns/constructFrom.js</a:t>
            </a:r>
          </a:p>
          <a:p>
            <a:pPr>
              <a:defRPr sz="1200"/>
            </a:pPr>
            <a:r>
              <a:t>D:/pasar_fix/node_modules/.bun/date-fns@4.1.0/node_modules/date-fns/constructNow.cjs</a:t>
            </a:r>
          </a:p>
          <a:p>
            <a:pPr>
              <a:defRPr sz="1200"/>
            </a:pPr>
            <a:r>
              <a:t>D:/pasar_fix/node_modules/.bun/date-fns@4.1.0/node_modules/date-fns/constructNow.d.cts</a:t>
            </a:r>
          </a:p>
          <a:p>
            <a:pPr>
              <a:defRPr sz="1200"/>
            </a:pPr>
            <a:r>
              <a:t>D:/pasar_fix/node_modules/.bun/date-fns@4.1.0/node_modules/date-fns/constructNow.d.ts</a:t>
            </a:r>
          </a:p>
          <a:p>
            <a:pPr>
              <a:defRPr sz="1200"/>
            </a:pPr>
            <a:r>
              <a:t>D:/pasar_fix/node_modules/.bun/date-fns@4.1.0/node_modules/date-fns/constructNow.js</a:t>
            </a:r>
          </a:p>
          <a:p>
            <a:pPr>
              <a:defRPr sz="1200"/>
            </a:pPr>
            <a:r>
              <a:t>D:/pasar_fix/node_modules/.bun/date-fns@4.1.0/node_modules/date-fns/daysToWeeks.cjs</a:t>
            </a:r>
          </a:p>
          <a:p>
            <a:pPr>
              <a:defRPr sz="1200"/>
            </a:pPr>
            <a:r>
              <a:t>D:/pasar_fix/node_modules/.bun/date-fns@4.1.0/node_modules/date-fns/daysToWeeks.d.cts</a:t>
            </a:r>
          </a:p>
          <a:p>
            <a:pPr>
              <a:defRPr sz="1200"/>
            </a:pPr>
            <a:r>
              <a:t>D:/pasar_fix/node_modules/.bun/date-fns@4.1.0/node_modules/date-fns/daysToWeeks.d.ts</a:t>
            </a:r>
          </a:p>
          <a:p>
            <a:pPr>
              <a:defRPr sz="1200"/>
            </a:pPr>
            <a:r>
              <a:t>D:/pasar_fix/node_modules/.bun/date-fns@4.1.0/node_modules/date-fns/daysToWeeks.js</a:t>
            </a:r>
          </a:p>
          <a:p>
            <a:pPr>
              <a:defRPr sz="1200"/>
            </a:pPr>
            <a:r>
              <a:t>D:/pasar_fix/node_modules/.bun/date-fns@4.1.0/node_modules/date-fns/differenceInBusinessDays.cjs</a:t>
            </a:r>
          </a:p>
          <a:p>
            <a:pPr>
              <a:defRPr sz="1200"/>
            </a:pPr>
            <a:r>
              <a:t>D:/pasar_fix/node_modules/.bun/date-fns@4.1.0/node_modules/date-fns/differenceInBusinessDays.d.cts</a:t>
            </a:r>
          </a:p>
          <a:p>
            <a:pPr>
              <a:defRPr sz="1200"/>
            </a:pPr>
            <a:r>
              <a:t>D:/pasar_fix/node_modules/.bun/date-fns@4.1.0/node_modules/date-fns/differenceInBusinessDays.d.ts</a:t>
            </a:r>
          </a:p>
          <a:p>
            <a:pPr>
              <a:defRPr sz="1200"/>
            </a:pPr>
            <a:r>
              <a:t>D:/pasar_fix/node_modules/.bun/date-fns@4.1.0/node_modules/date-fns/differenceInBusinessDays.js</a:t>
            </a:r>
          </a:p>
          <a:p>
            <a:pPr>
              <a:defRPr sz="1200"/>
            </a:pPr>
            <a:r>
              <a:t>D:/pasar_fix/node_modules/.bun/date-fns@4.1.0/node_modules/date-fns/differenceInCalendarDays.cjs</a:t>
            </a:r>
          </a:p>
          <a:p>
            <a:pPr>
              <a:defRPr sz="1200"/>
            </a:pPr>
            <a:r>
              <a:t>D:/pasar_fix/node_modules/.bun/date-fns@4.1.0/node_modules/date-fns/differenceInCalendarDays.d.cts</a:t>
            </a:r>
          </a:p>
          <a:p>
            <a:pPr>
              <a:defRPr sz="1200"/>
            </a:pPr>
            <a:r>
              <a:t>D:/pasar_fix/node_modules/.bun/date-fns@4.1.0/node_modules/date-fns/differenceInCalendarDays.d.ts</a:t>
            </a:r>
          </a:p>
          <a:p>
            <a:pPr>
              <a:defRPr sz="1200"/>
            </a:pPr>
            <a:r>
              <a:t>D:/pasar_fix/node_modules/.bun/date-fns@4.1.0/node_modules/date-fns/differenceInCalendarDays.js</a:t>
            </a:r>
          </a:p>
          <a:p>
            <a:pPr>
              <a:defRPr sz="1200"/>
            </a:pPr>
            <a:r>
              <a:t>D:/pasar_fix/node_modules/.bun/date-fns@4.1.0/node_modules/date-fns/differenceInCalendarISOWeeks.cjs</a:t>
            </a:r>
          </a:p>
          <a:p>
            <a:pPr>
              <a:defRPr sz="1200"/>
            </a:pPr>
            <a:r>
              <a:t>D:/pasar_fix/node_modules/.bun/date-fns@4.1.0/node_modules/date-fns/differenceInCalendarISOWeeks.d.cts</a:t>
            </a:r>
          </a:p>
          <a:p>
            <a:pPr>
              <a:defRPr sz="1200"/>
            </a:pPr>
            <a:r>
              <a:t>D:/pasar_fix/node_modules/.bun/date-fns@4.1.0/node_modules/date-fns/differenceInCalendarISOWeeks.d.ts</a:t>
            </a:r>
          </a:p>
          <a:p>
            <a:pPr>
              <a:defRPr sz="1200"/>
            </a:pPr>
            <a:r>
              <a:t>D:/pasar_fix/node_modules/.bun/date-fns@4.1.0/node_modules/date-fns/differenceInCalendarISOWeeks.js</a:t>
            </a:r>
          </a:p>
          <a:p>
            <a:pPr>
              <a:defRPr sz="1200"/>
            </a:pPr>
            <a:r>
              <a:t>D:/pasar_fix/node_modules/.bun/date-fns@4.1.0/node_modules/date-fns/differenceInCalendarISOWeekYears.cjs</a:t>
            </a:r>
          </a:p>
          <a:p>
            <a:pPr>
              <a:defRPr sz="1200"/>
            </a:pPr>
            <a:r>
              <a:t>D:/pasar_fix/node_modules/.bun/date-fns@4.1.0/node_modules/date-fns/differenceInCalendarISOWeekYears.d.cts</a:t>
            </a:r>
          </a:p>
          <a:p>
            <a:pPr>
              <a:defRPr sz="1200"/>
            </a:pPr>
            <a:r>
              <a:t>D:/pasar_fix/node_modules/.bun/date-fns@4.1.0/node_modules/date-fns/differenceInCalendarISOWeekYears.d.ts</a:t>
            </a:r>
          </a:p>
          <a:p>
            <a:pPr>
              <a:defRPr sz="1200"/>
            </a:pPr>
            <a:r>
              <a:t>D:/pasar_fix/node_modules/.bun/date-fns@4.1.0/node_modules/date-fns/differenceInCalendarISOWeekYears.js</a:t>
            </a:r>
          </a:p>
          <a:p>
            <a:pPr>
              <a:defRPr sz="1200"/>
            </a:pPr>
            <a:r>
              <a:t>D:/pasar_fix/node_modules/.bun/date-fns@4.1.0/node_modules/date-fns/differenceInCalendarMonths.cjs</a:t>
            </a:r>
          </a:p>
          <a:p>
            <a:pPr>
              <a:defRPr sz="1200"/>
            </a:pPr>
            <a:r>
              <a:t>D:/pasar_fix/node_modules/.bun/date-fns@4.1.0/node_modules/date-fns/differenceInCalendarMonths.d.cts</a:t>
            </a:r>
          </a:p>
          <a:p>
            <a:pPr>
              <a:defRPr sz="1200"/>
            </a:pPr>
            <a:r>
              <a:t>D:/pasar_fix/node_modules/.bun/date-fns@4.1.0/node_modules/date-fns/differenceInCalendarMonths.d.ts</a:t>
            </a:r>
          </a:p>
          <a:p>
            <a:pPr>
              <a:defRPr sz="1200"/>
            </a:pPr>
            <a:r>
              <a:t>D:/pasar_fix/node_modules/.bun/date-fns@4.1.0/node_modules/date-fns/differenceInCalendarMonths.js</a:t>
            </a:r>
          </a:p>
          <a:p>
            <a:pPr>
              <a:defRPr sz="1200"/>
            </a:pPr>
            <a:r>
              <a:t>D:/pasar_fix/node_modules/.bun/date-fns@4.1.0/node_modules/date-fns/differenceInCalendarQuarters.cjs</a:t>
            </a:r>
          </a:p>
          <a:p>
            <a:pPr>
              <a:defRPr sz="1200"/>
            </a:pPr>
            <a:r>
              <a:t>D:/pasar_fix/node_modules/.bun/date-fns@4.1.0/node_modules/date-fns/differenceInCalendarQuarters.d.cts</a:t>
            </a:r>
          </a:p>
          <a:p>
            <a:pPr>
              <a:defRPr sz="1200"/>
            </a:pPr>
            <a:r>
              <a:t>D:/pasar_fix/node_modules/.bun/date-fns@4.1.0/node_modules/date-fns/differenceInCalendarQuarters.d.ts</a:t>
            </a:r>
          </a:p>
          <a:p>
            <a:pPr>
              <a:defRPr sz="1200"/>
            </a:pPr>
            <a:r>
              <a:t>D:/pasar_fix/node_modules/.bun/date-fns@4.1.0/node_modules/date-fns/differenceInCalendarQuarters.js</a:t>
            </a:r>
          </a:p>
          <a:p>
            <a:pPr>
              <a:defRPr sz="1200"/>
            </a:pPr>
            <a:r>
              <a:t>D:/pasar_fix/node_modules/.bun/date-fns@4.1.0/node_modules/date-fns/differenceInCalendarWeeks.cjs</a:t>
            </a:r>
          </a:p>
          <a:p>
            <a:pPr>
              <a:defRPr sz="1200"/>
            </a:pPr>
            <a:r>
              <a:t>D:/pasar_fix/node_modules/.bun/date-fns@4.1.0/node_modules/date-fns/differenceInCalendarWeeks.d.cts</a:t>
            </a:r>
          </a:p>
          <a:p>
            <a:pPr>
              <a:defRPr sz="1200"/>
            </a:pPr>
            <a:r>
              <a:t>D:/pasar_fix/node_modules/.bun/date-fns@4.1.0/node_modules/date-fns/differenceInCalendarWeeks.d.ts</a:t>
            </a:r>
          </a:p>
          <a:p>
            <a:pPr>
              <a:defRPr sz="1200"/>
            </a:pPr>
            <a:r>
              <a:t>D:/pasar_fix/node_modules/.bun/date-fns@4.1.0/node_modules/date-fns/differenceInCalendarWeeks.js</a:t>
            </a:r>
          </a:p>
          <a:p>
            <a:pPr>
              <a:defRPr sz="1200"/>
            </a:pPr>
            <a:r>
              <a:t>D:/pasar_fix/node_modules/.bun/date-fns@4.1.0/node_modules/date-fns/differenceInCalendarYears.cjs</a:t>
            </a:r>
          </a:p>
          <a:p>
            <a:pPr>
              <a:defRPr sz="1200"/>
            </a:pPr>
            <a:r>
              <a:t>D:/pasar_fix/node_modules/.bun/date-fns@4.1.0/node_modules/date-fns/differenceInCalendarYears.d.cts</a:t>
            </a:r>
          </a:p>
          <a:p>
            <a:pPr>
              <a:defRPr sz="1200"/>
            </a:pPr>
            <a:r>
              <a:t>D:/pasar_fix/node_modules/.bun/date-fns@4.1.0/node_modules/date-fns/differenceInCalendarYears.d.ts</a:t>
            </a:r>
          </a:p>
          <a:p>
            <a:pPr>
              <a:defRPr sz="1200"/>
            </a:pPr>
            <a:r>
              <a:t>D:/pasar_fix/node_modules/.bun/date-fns@4.1.0/node_modules/date-fns/differenceInCalendarYears.js</a:t>
            </a:r>
          </a:p>
          <a:p>
            <a:pPr>
              <a:defRPr sz="1200"/>
            </a:pPr>
            <a:r>
              <a:t>D:/pasar_fix/node_modules/.bun/date-fns@4.1.0/node_modules/date-fns/differenceInDays.cjs</a:t>
            </a:r>
          </a:p>
          <a:p>
            <a:pPr>
              <a:defRPr sz="1200"/>
            </a:pPr>
            <a:r>
              <a:t>D:/pasar_fix/node_modules/.bun/date-fns@4.1.0/node_modules/date-fns/differenceInDays.d.cts</a:t>
            </a:r>
          </a:p>
          <a:p>
            <a:pPr>
              <a:defRPr sz="1200"/>
            </a:pPr>
            <a:r>
              <a:t>D:/pasar_fix/node_modules/.bun/date-fns@4.1.0/node_modules/date-fns/differenceInDays.d.ts</a:t>
            </a:r>
          </a:p>
          <a:p>
            <a:pPr>
              <a:defRPr sz="1200"/>
            </a:pPr>
            <a:r>
              <a:t>D:/pasar_fix/node_modules/.bun/date-fns@4.1.0/node_modules/date-fns/differenceInDays.js</a:t>
            </a:r>
          </a:p>
          <a:p>
            <a:pPr>
              <a:defRPr sz="1200"/>
            </a:pPr>
            <a:r>
              <a:t>D:/pasar_fix/node_modules/.bun/date-fns@4.1.0/node_modules/date-fns/differenceInHours.cjs</a:t>
            </a:r>
          </a:p>
          <a:p>
            <a:pPr>
              <a:defRPr sz="1200"/>
            </a:pPr>
            <a:r>
              <a:t>D:/pasar_fix/node_modules/.bun/date-fns@4.1.0/node_modules/date-fns/differenceInHours.d.cts</a:t>
            </a:r>
          </a:p>
          <a:p>
            <a:pPr>
              <a:defRPr sz="1200"/>
            </a:pPr>
            <a:r>
              <a:t>D:/pasar_fix/node_modules/.bun/date-fns@4.1.0/node_modules/date-fns/differenceInHours.d.ts</a:t>
            </a:r>
          </a:p>
          <a:p>
            <a:pPr>
              <a:defRPr sz="1200"/>
            </a:pPr>
            <a:r>
              <a:t>D:/pasar_fix/node_modules/.bun/date-fns@4.1.0/node_modules/date-fns/differenceInHours.js</a:t>
            </a:r>
          </a:p>
          <a:p>
            <a:pPr>
              <a:defRPr sz="1200"/>
            </a:pPr>
            <a:r>
              <a:t>D:/pasar_fix/node_modules/.bun/date-fns@4.1.0/node_modules/date-fns/differenceInISOWeekYears.cjs</a:t>
            </a:r>
          </a:p>
          <a:p>
            <a:pPr>
              <a:defRPr sz="1200"/>
            </a:pPr>
            <a:r>
              <a:t>D:/pasar_fix/node_modules/.bun/date-fns@4.1.0/node_modules/date-fns/differenceInISOWeekYears.d.cts</a:t>
            </a:r>
          </a:p>
          <a:p>
            <a:pPr>
              <a:defRPr sz="1200"/>
            </a:pPr>
            <a:r>
              <a:t>D:/pasar_fix/node_modules/.bun/date-fns@4.1.0/node_modules/date-fns/differenceInISOWeekYears.d.ts</a:t>
            </a:r>
          </a:p>
          <a:p>
            <a:pPr>
              <a:defRPr sz="1200"/>
            </a:pPr>
            <a:r>
              <a:t>D:/pasar_fix/node_modules/.bun/date-fns@4.1.0/node_modules/date-fns/differenceInISOWeekYears.js</a:t>
            </a:r>
          </a:p>
          <a:p>
            <a:pPr>
              <a:defRPr sz="1200"/>
            </a:pPr>
            <a:r>
              <a:t>D:/pasar_fix/node_modules/.bun/date-fns@4.1.0/node_modules/date-fns/differenceInMilliseconds.cjs</a:t>
            </a:r>
          </a:p>
          <a:p>
            <a:pPr>
              <a:defRPr sz="1200"/>
            </a:pPr>
            <a:r>
              <a:t>D:/pasar_fix/node_modules/.bun/date-fns@4.1.0/node_modules/date-fns/differenceInMilliseconds.d.cts</a:t>
            </a:r>
          </a:p>
          <a:p>
            <a:pPr>
              <a:defRPr sz="1200"/>
            </a:pPr>
            <a:r>
              <a:t>D:/pasar_fix/node_modules/.bun/date-fns@4.1.0/node_modules/date-fns/differenceInMilliseconds.d.ts</a:t>
            </a:r>
          </a:p>
          <a:p>
            <a:pPr>
              <a:defRPr sz="1200"/>
            </a:pPr>
            <a:r>
              <a:t>D:/pasar_fix/node_modules/.bun/date-fns@4.1.0/node_modules/date-fns/differenceInMilliseconds.js</a:t>
            </a:r>
          </a:p>
          <a:p>
            <a:pPr>
              <a:defRPr sz="1200"/>
            </a:pPr>
            <a:r>
              <a:t>D:/pasar_fix/node_modules/.bun/date-fns@4.1.0/node_modules/date-fns/differenceInMinutes.cjs</a:t>
            </a:r>
          </a:p>
          <a:p>
            <a:pPr>
              <a:defRPr sz="1200"/>
            </a:pPr>
            <a:r>
              <a:t>D:/pasar_fix/node_modules/.bun/date-fns@4.1.0/node_modules/date-fns/differenceInMinutes.d.cts</a:t>
            </a:r>
          </a:p>
          <a:p>
            <a:pPr>
              <a:defRPr sz="1200"/>
            </a:pPr>
            <a:r>
              <a:t>D:/pasar_fix/node_modules/.bun/date-fns@4.1.0/node_modules/date-fns/differenceInMinutes.d.ts</a:t>
            </a:r>
          </a:p>
          <a:p>
            <a:pPr>
              <a:defRPr sz="1200"/>
            </a:pPr>
            <a:r>
              <a:t>D:/pasar_fix/node_modules/.bun/date-fns@4.1.0/node_modules/date-fns/differenceInMinutes.js</a:t>
            </a:r>
          </a:p>
          <a:p>
            <a:pPr>
              <a:defRPr sz="1200"/>
            </a:pPr>
            <a:r>
              <a:t>D:/pasar_fix/node_modules/.bun/date-fns@4.1.0/node_modules/date-fns/differenceInMonths.cjs</a:t>
            </a:r>
          </a:p>
          <a:p>
            <a:pPr>
              <a:defRPr sz="1200"/>
            </a:pPr>
            <a:r>
              <a:t>D:/pasar_fix/node_modules/.bun/date-fns@4.1.0/node_modules/date-fns/differenceInMonths.d.cts</a:t>
            </a:r>
          </a:p>
          <a:p>
            <a:pPr>
              <a:defRPr sz="1200"/>
            </a:pPr>
            <a:r>
              <a:t>D:/pasar_fix/node_modules/.bun/date-fns@4.1.0/node_modules/date-fns/differenceInMonths.d.ts</a:t>
            </a:r>
          </a:p>
          <a:p>
            <a:pPr>
              <a:defRPr sz="1200"/>
            </a:pPr>
            <a:r>
              <a:t>D:/pasar_fix/node_modules/.bun/date-fns@4.1.0/node_modules/date-fns/differenceInMonths.js</a:t>
            </a:r>
          </a:p>
          <a:p>
            <a:pPr>
              <a:defRPr sz="1200"/>
            </a:pPr>
            <a:r>
              <a:t>D:/pasar_fix/node_modules/.bun/date-fns@4.1.0/node_modules/date-fns/differenceInQuarters.cjs</a:t>
            </a:r>
          </a:p>
          <a:p>
            <a:pPr>
              <a:defRPr sz="1200"/>
            </a:pPr>
            <a:r>
              <a:t>D:/pasar_fix/node_modules/.bun/date-fns@4.1.0/node_modules/date-fns/differenceInQuarters.d.cts</a:t>
            </a:r>
          </a:p>
          <a:p>
            <a:pPr>
              <a:defRPr sz="1200"/>
            </a:pPr>
            <a:r>
              <a:t>D:/pasar_fix/node_modules/.bun/date-fns@4.1.0/node_modules/date-fns/differenceInQuarters.d.ts</a:t>
            </a:r>
          </a:p>
          <a:p>
            <a:pPr>
              <a:defRPr sz="1200"/>
            </a:pPr>
            <a:r>
              <a:t>D:/pasar_fix/node_modules/.bun/date-fns@4.1.0/node_modules/date-fns/differenceInQuarters.js</a:t>
            </a:r>
          </a:p>
          <a:p>
            <a:pPr>
              <a:defRPr sz="1200"/>
            </a:pPr>
            <a:r>
              <a:t>D:/pasar_fix/node_modules/.bun/date-fns@4.1.0/node_modules/date-fns/differenceInSeconds.cjs</a:t>
            </a:r>
          </a:p>
          <a:p>
            <a:pPr>
              <a:defRPr sz="1200"/>
            </a:pPr>
            <a:r>
              <a:t>D:/pasar_fix/node_modules/.bun/date-fns@4.1.0/node_modules/date-fns/differenceInSeconds.d.cts</a:t>
            </a:r>
          </a:p>
          <a:p>
            <a:pPr>
              <a:defRPr sz="1200"/>
            </a:pPr>
            <a:r>
              <a:t>D:/pasar_fix/node_modules/.bun/date-fns@4.1.0/node_modules/date-fns/differenceInSeconds.d.ts</a:t>
            </a:r>
          </a:p>
          <a:p>
            <a:pPr>
              <a:defRPr sz="1200"/>
            </a:pPr>
            <a:r>
              <a:t>D:/pasar_fix/node_modules/.bun/date-fns@4.1.0/node_modules/date-fns/differenceInSeconds.js</a:t>
            </a:r>
          </a:p>
          <a:p>
            <a:pPr>
              <a:defRPr sz="1200"/>
            </a:pPr>
            <a:r>
              <a:t>D:/pasar_fix/node_modules/.bun/date-fns@4.1.0/node_modules/date-fns/differenceInWeeks.cjs</a:t>
            </a:r>
          </a:p>
          <a:p>
            <a:pPr>
              <a:defRPr sz="1200"/>
            </a:pPr>
            <a:r>
              <a:t>D:/pasar_fix/node_modules/.bun/date-fns@4.1.0/node_modules/date-fns/differenceInWeeks.d.cts</a:t>
            </a:r>
          </a:p>
          <a:p>
            <a:pPr>
              <a:defRPr sz="1200"/>
            </a:pPr>
            <a:r>
              <a:t>D:/pasar_fix/node_modules/.bun/date-fns@4.1.0/node_modules/date-fns/differenceInWeeks.d.ts</a:t>
            </a:r>
          </a:p>
          <a:p>
            <a:pPr>
              <a:defRPr sz="1200"/>
            </a:pPr>
            <a:r>
              <a:t>D:/pasar_fix/node_modules/.bun/date-fns@4.1.0/node_modules/date-fns/differenceInWeeks.js</a:t>
            </a:r>
          </a:p>
          <a:p>
            <a:pPr>
              <a:defRPr sz="1200"/>
            </a:pPr>
            <a:r>
              <a:t>D:/pasar_fix/node_modules/.bun/date-fns@4.1.0/node_modules/date-fns/differenceInYears.cjs</a:t>
            </a:r>
          </a:p>
          <a:p>
            <a:pPr>
              <a:defRPr sz="1200"/>
            </a:pPr>
            <a:r>
              <a:t>D:/pasar_fix/node_modules/.bun/date-fns@4.1.0/node_modules/date-fns/differenceInYears.d.cts</a:t>
            </a:r>
          </a:p>
          <a:p>
            <a:pPr>
              <a:defRPr sz="1200"/>
            </a:pPr>
            <a:r>
              <a:t>D:/pasar_fix/node_modules/.bun/date-fns@4.1.0/node_modules/date-fns/differenceInYears.d.ts</a:t>
            </a:r>
          </a:p>
          <a:p>
            <a:pPr>
              <a:defRPr sz="1200"/>
            </a:pPr>
            <a:r>
              <a:t>D:/pasar_fix/node_modules/.bun/date-fns@4.1.0/node_modules/date-fns/differenceInYears.js</a:t>
            </a:r>
          </a:p>
          <a:p>
            <a:pPr>
              <a:defRPr sz="1200"/>
            </a:pPr>
            <a:r>
              <a:t>D:/pasar_fix/node_modules/.bun/date-fns@4.1.0/node_modules/date-fns/eachDayOfInterval.cjs</a:t>
            </a:r>
          </a:p>
          <a:p>
            <a:pPr>
              <a:defRPr sz="1200"/>
            </a:pPr>
            <a:r>
              <a:t>D:/pasar_fix/node_modules/.bun/date-fns@4.1.0/node_modules/date-fns/eachDayOfInterval.d.cts</a:t>
            </a:r>
          </a:p>
          <a:p>
            <a:pPr>
              <a:defRPr sz="1200"/>
            </a:pPr>
            <a:r>
              <a:t>D:/pasar_fix/node_modules/.bun/date-fns@4.1.0/node_modules/date-fns/eachDayOfInterval.d.ts</a:t>
            </a:r>
          </a:p>
          <a:p>
            <a:pPr>
              <a:defRPr sz="1200"/>
            </a:pPr>
            <a:r>
              <a:t>D:/pasar_fix/node_modules/.bun/date-fns@4.1.0/node_modules/date-fns/eachDayOfInterval.js</a:t>
            </a:r>
          </a:p>
          <a:p>
            <a:pPr>
              <a:defRPr sz="1200"/>
            </a:pPr>
            <a:r>
              <a:t>D:/pasar_fix/node_modules/.bun/date-fns@4.1.0/node_modules/date-fns/eachHourOfInterval.cjs</a:t>
            </a:r>
          </a:p>
          <a:p>
            <a:pPr>
              <a:defRPr sz="1200"/>
            </a:pPr>
            <a:r>
              <a:t>D:/pasar_fix/node_modules/.bun/date-fns@4.1.0/node_modules/date-fns/eachHourOfInterval.d.cts</a:t>
            </a:r>
          </a:p>
          <a:p>
            <a:pPr>
              <a:defRPr sz="1200"/>
            </a:pPr>
            <a:r>
              <a:t>D:/pasar_fix/node_modules/.bun/date-fns@4.1.0/node_modules/date-fns/eachHourOfInterval.d.ts</a:t>
            </a:r>
          </a:p>
          <a:p>
            <a:pPr>
              <a:defRPr sz="1200"/>
            </a:pPr>
            <a:r>
              <a:t>D:/pasar_fix/node_modules/.bun/date-fns@4.1.0/node_modules/date-fns/eachHourOfInterval.js</a:t>
            </a:r>
          </a:p>
          <a:p>
            <a:pPr>
              <a:defRPr sz="1200"/>
            </a:pPr>
            <a:r>
              <a:t>D:/pasar_fix/node_modules/.bun/date-fns@4.1.0/node_modules/date-fns/eachMinuteOfInterval.cjs</a:t>
            </a:r>
          </a:p>
          <a:p>
            <a:pPr>
              <a:defRPr sz="1200"/>
            </a:pPr>
            <a:r>
              <a:t>D:/pasar_fix/node_modules/.bun/date-fns@4.1.0/node_modules/date-fns/eachMinuteOfInterval.d.cts</a:t>
            </a:r>
          </a:p>
          <a:p>
            <a:pPr>
              <a:defRPr sz="1200"/>
            </a:pPr>
            <a:r>
              <a:t>D:/pasar_fix/node_modules/.bun/date-fns@4.1.0/node_modules/date-fns/eachMinuteOfInterval.d.ts</a:t>
            </a:r>
          </a:p>
          <a:p>
            <a:pPr>
              <a:defRPr sz="1200"/>
            </a:pPr>
            <a:r>
              <a:t>D:/pasar_fix/node_modules/.bun/date-fns@4.1.0/node_modules/date-fns/eachMinuteOfInterval.js</a:t>
            </a:r>
          </a:p>
          <a:p>
            <a:pPr>
              <a:defRPr sz="1200"/>
            </a:pPr>
            <a:r>
              <a:t>D:/pasar_fix/node_modules/.bun/date-fns@4.1.0/node_modules/date-fns/eachMonthOfInterval.cjs</a:t>
            </a:r>
          </a:p>
          <a:p>
            <a:pPr>
              <a:defRPr sz="1200"/>
            </a:pPr>
            <a:r>
              <a:t>D:/pasar_fix/node_modules/.bun/date-fns@4.1.0/node_modules/date-fns/eachMonthOfInterval.d.cts</a:t>
            </a:r>
          </a:p>
          <a:p>
            <a:pPr>
              <a:defRPr sz="1200"/>
            </a:pPr>
            <a:r>
              <a:t>D:/pasar_fix/node_modules/.bun/date-fns@4.1.0/node_modules/date-fns/eachMonthOfInterval.d.ts</a:t>
            </a:r>
          </a:p>
          <a:p>
            <a:pPr>
              <a:defRPr sz="1200"/>
            </a:pPr>
            <a:r>
              <a:t>D:/pasar_fix/node_modules/.bun/date-fns@4.1.0/node_modules/date-fns/eachMonthOfInterval.js</a:t>
            </a:r>
          </a:p>
          <a:p>
            <a:pPr>
              <a:defRPr sz="1200"/>
            </a:pPr>
            <a:r>
              <a:t>D:/pasar_fix/node_modules/.bun/date-fns@4.1.0/node_modules/date-fns/eachQuarterOfInterval.cjs</a:t>
            </a:r>
          </a:p>
          <a:p>
            <a:pPr>
              <a:defRPr sz="1200"/>
            </a:pPr>
            <a:r>
              <a:t>D:/pasar_fix/node_modules/.bun/date-fns@4.1.0/node_modules/date-fns/eachQuarterOfInterval.d.cts</a:t>
            </a:r>
          </a:p>
          <a:p>
            <a:pPr>
              <a:defRPr sz="1200"/>
            </a:pPr>
            <a:r>
              <a:t>D:/pasar_fix/node_modules/.bun/date-fns@4.1.0/node_modules/date-fns/eachQuarterOfInterval.d.ts</a:t>
            </a:r>
          </a:p>
          <a:p>
            <a:pPr>
              <a:defRPr sz="1200"/>
            </a:pPr>
            <a:r>
              <a:t>D:/pasar_fix/node_modules/.bun/date-fns@4.1.0/node_modules/date-fns/eachQuarterOfInterval.js</a:t>
            </a:r>
          </a:p>
          <a:p>
            <a:pPr>
              <a:defRPr sz="1200"/>
            </a:pPr>
            <a:r>
              <a:t>D:/pasar_fix/node_modules/.bun/date-fns@4.1.0/node_modules/date-fns/eachWeekendOfInterval.cjs</a:t>
            </a:r>
          </a:p>
          <a:p>
            <a:pPr>
              <a:defRPr sz="1200"/>
            </a:pPr>
            <a:r>
              <a:t>D:/pasar_fix/node_modules/.bun/date-fns@4.1.0/node_modules/date-fns/eachWeekendOfInterval.d.cts</a:t>
            </a:r>
          </a:p>
          <a:p>
            <a:pPr>
              <a:defRPr sz="1200"/>
            </a:pPr>
            <a:r>
              <a:t>D:/pasar_fix/node_modules/.bun/date-fns@4.1.0/node_modules/date-fns/eachWeekendOfInterval.d.ts</a:t>
            </a:r>
          </a:p>
          <a:p>
            <a:pPr>
              <a:defRPr sz="1200"/>
            </a:pPr>
            <a:r>
              <a:t>D:/pasar_fix/node_modules/.bun/date-fns@4.1.0/node_modules/date-fns/eachWeekendOfInterval.js</a:t>
            </a:r>
          </a:p>
          <a:p>
            <a:pPr>
              <a:defRPr sz="1200"/>
            </a:pPr>
            <a:r>
              <a:t>D:/pasar_fix/node_modules/.bun/date-fns@4.1.0/node_modules/date-fns/eachWeekendOfMonth.cjs</a:t>
            </a:r>
          </a:p>
          <a:p>
            <a:pPr>
              <a:defRPr sz="1200"/>
            </a:pPr>
            <a:r>
              <a:t>D:/pasar_fix/node_modules/.bun/date-fns@4.1.0/node_modules/date-fns/eachWeekendOfMonth.d.cts</a:t>
            </a:r>
          </a:p>
          <a:p>
            <a:pPr>
              <a:defRPr sz="1200"/>
            </a:pPr>
            <a:r>
              <a:t>D:/pasar_fix/node_modules/.bun/date-fns@4.1.0/node_modules/date-fns/eachWeekendOfMonth.d.ts</a:t>
            </a:r>
          </a:p>
          <a:p>
            <a:pPr>
              <a:defRPr sz="1200"/>
            </a:pPr>
            <a:r>
              <a:t>D:/pasar_fix/node_modules/.bun/date-fns@4.1.0/node_modules/date-fns/eachWeekendOfMonth.js</a:t>
            </a:r>
          </a:p>
          <a:p>
            <a:pPr>
              <a:defRPr sz="1200"/>
            </a:pPr>
            <a:r>
              <a:t>D:/pasar_fix/node_modules/.bun/date-fns@4.1.0/node_modules/date-fns/eachWeekendOfYear.cjs</a:t>
            </a:r>
          </a:p>
          <a:p>
            <a:pPr>
              <a:defRPr sz="1200"/>
            </a:pPr>
            <a:r>
              <a:t>D:/pasar_fix/node_modules/.bun/date-fns@4.1.0/node_modules/date-fns/eachWeekendOfYear.d.cts</a:t>
            </a:r>
          </a:p>
          <a:p>
            <a:pPr>
              <a:defRPr sz="1200"/>
            </a:pPr>
            <a:r>
              <a:t>D:/pasar_fix/node_modules/.bun/date-fns@4.1.0/node_modules/date-fns/eachWeekendOfYear.d.ts</a:t>
            </a:r>
          </a:p>
          <a:p>
            <a:pPr>
              <a:defRPr sz="1200"/>
            </a:pPr>
            <a:r>
              <a:t>D:/pasar_fix/node_modules/.bun/date-fns@4.1.0/node_modules/date-fns/eachWeekendOfYear.js</a:t>
            </a:r>
          </a:p>
          <a:p>
            <a:pPr>
              <a:defRPr sz="1200"/>
            </a:pPr>
            <a:r>
              <a:t>D:/pasar_fix/node_modules/.bun/date-fns@4.1.0/node_modules/date-fns/eachWeekOfInterval.cjs</a:t>
            </a:r>
          </a:p>
          <a:p>
            <a:pPr>
              <a:defRPr sz="1200"/>
            </a:pPr>
            <a:r>
              <a:t>D:/pasar_fix/node_modules/.bun/date-fns@4.1.0/node_modules/date-fns/eachWeekOfInterval.d.cts</a:t>
            </a:r>
          </a:p>
          <a:p>
            <a:pPr>
              <a:defRPr sz="1200"/>
            </a:pPr>
            <a:r>
              <a:t>D:/pasar_fix/node_modules/.bun/date-fns@4.1.0/node_modules/date-fns/eachWeekOfInterval.d.ts</a:t>
            </a:r>
          </a:p>
          <a:p>
            <a:pPr>
              <a:defRPr sz="1200"/>
            </a:pPr>
            <a:r>
              <a:t>D:/pasar_fix/node_modules/.bun/date-fns@4.1.0/node_modules/date-fns/eachWeekOfInterval.js</a:t>
            </a:r>
          </a:p>
          <a:p>
            <a:pPr>
              <a:defRPr sz="1200"/>
            </a:pPr>
            <a:r>
              <a:t>D:/pasar_fix/node_modules/.bun/date-fns@4.1.0/node_modules/date-fns/eachYearOfInterval.cjs</a:t>
            </a:r>
          </a:p>
          <a:p>
            <a:pPr>
              <a:defRPr sz="1200"/>
            </a:pPr>
            <a:r>
              <a:t>D:/pasar_fix/node_modules/.bun/date-fns@4.1.0/node_modules/date-fns/eachYearOfInterval.d.cts</a:t>
            </a:r>
          </a:p>
          <a:p>
            <a:pPr>
              <a:defRPr sz="1200"/>
            </a:pPr>
            <a:r>
              <a:t>D:/pasar_fix/node_modules/.bun/date-fns@4.1.0/node_modules/date-fns/eachYearOfInterval.d.ts</a:t>
            </a:r>
          </a:p>
          <a:p>
            <a:pPr>
              <a:defRPr sz="1200"/>
            </a:pPr>
            <a:r>
              <a:t>D:/pasar_fix/node_modules/.bun/date-fns@4.1.0/node_modules/date-fns/eachYearOfInterval.js</a:t>
            </a:r>
          </a:p>
          <a:p>
            <a:pPr>
              <a:defRPr sz="1200"/>
            </a:pPr>
            <a:r>
              <a:t>D:/pasar_fix/node_modules/.bun/date-fns@4.1.0/node_modules/date-fns/endOfDay.cjs</a:t>
            </a:r>
          </a:p>
          <a:p>
            <a:pPr>
              <a:defRPr sz="1200"/>
            </a:pPr>
            <a:r>
              <a:t>D:/pasar_fix/node_modules/.bun/date-fns@4.1.0/node_modules/date-fns/endOfDay.d.cts</a:t>
            </a:r>
          </a:p>
          <a:p>
            <a:pPr>
              <a:defRPr sz="1200"/>
            </a:pPr>
            <a:r>
              <a:t>D:/pasar_fix/node_modules/.bun/date-fns@4.1.0/node_modules/date-fns/endOfDay.d.ts</a:t>
            </a:r>
          </a:p>
          <a:p>
            <a:pPr>
              <a:defRPr sz="1200"/>
            </a:pPr>
            <a:r>
              <a:t>D:/pasar_fix/node_modules/.bun/date-fns@4.1.0/node_modules/date-fns/endOfDay.js</a:t>
            </a:r>
          </a:p>
          <a:p>
            <a:pPr>
              <a:defRPr sz="1200"/>
            </a:pPr>
            <a:r>
              <a:t>D:/pasar_fix/node_modules/.bun/date-fns@4.1.0/node_modules/date-fns/endOfDecade.cjs</a:t>
            </a:r>
          </a:p>
          <a:p>
            <a:pPr>
              <a:defRPr sz="1200"/>
            </a:pPr>
            <a:r>
              <a:t>D:/pasar_fix/node_modules/.bun/date-fns@4.1.0/node_modules/date-fns/endOfDecade.d.cts</a:t>
            </a:r>
          </a:p>
          <a:p>
            <a:pPr>
              <a:defRPr sz="1200"/>
            </a:pPr>
            <a:r>
              <a:t>D:/pasar_fix/node_modules/.bun/date-fns@4.1.0/node_modules/date-fns/endOfDecade.d.ts</a:t>
            </a:r>
          </a:p>
          <a:p>
            <a:pPr>
              <a:defRPr sz="1200"/>
            </a:pPr>
            <a:r>
              <a:t>D:/pasar_fix/node_modules/.bun/date-fns@4.1.0/node_modules/date-fns/endOfDecade.js</a:t>
            </a:r>
          </a:p>
          <a:p>
            <a:pPr>
              <a:defRPr sz="1200"/>
            </a:pPr>
            <a:r>
              <a:t>D:/pasar_fix/node_modules/.bun/date-fns@4.1.0/node_modules/date-fns/endOfHour.cjs</a:t>
            </a:r>
          </a:p>
          <a:p>
            <a:pPr>
              <a:defRPr sz="1200"/>
            </a:pPr>
            <a:r>
              <a:t>D:/pasar_fix/node_modules/.bun/date-fns@4.1.0/node_modules/date-fns/endOfHour.d.cts</a:t>
            </a:r>
          </a:p>
          <a:p>
            <a:pPr>
              <a:defRPr sz="1200"/>
            </a:pPr>
            <a:r>
              <a:t>D:/pasar_fix/node_modules/.bun/date-fns@4.1.0/node_modules/date-fns/endOfHour.d.ts</a:t>
            </a:r>
          </a:p>
          <a:p>
            <a:pPr>
              <a:defRPr sz="1200"/>
            </a:pPr>
            <a:r>
              <a:t>D:/pasar_fix/node_modules/.bun/date-fns@4.1.0/node_modules/date-fns/endOfHour.js</a:t>
            </a:r>
          </a:p>
          <a:p>
            <a:pPr>
              <a:defRPr sz="1200"/>
            </a:pPr>
            <a:r>
              <a:t>D:/pasar_fix/node_modules/.bun/date-fns@4.1.0/node_modules/date-fns/endOfISOWeek.cjs</a:t>
            </a:r>
          </a:p>
          <a:p>
            <a:pPr>
              <a:defRPr sz="1200"/>
            </a:pPr>
            <a:r>
              <a:t>D:/pasar_fix/node_modules/.bun/date-fns@4.1.0/node_modules/date-fns/endOfISOWeek.d.cts</a:t>
            </a:r>
          </a:p>
          <a:p>
            <a:pPr>
              <a:defRPr sz="1200"/>
            </a:pPr>
            <a:r>
              <a:t>D:/pasar_fix/node_modules/.bun/date-fns@4.1.0/node_modules/date-fns/endOfISOWeek.d.ts</a:t>
            </a:r>
          </a:p>
          <a:p>
            <a:pPr>
              <a:defRPr sz="1200"/>
            </a:pPr>
            <a:r>
              <a:t>D:/pasar_fix/node_modules/.bun/date-fns@4.1.0/node_modules/date-fns/endOfISOWeek.js</a:t>
            </a:r>
          </a:p>
          <a:p>
            <a:pPr>
              <a:defRPr sz="1200"/>
            </a:pPr>
            <a:r>
              <a:t>D:/pasar_fix/node_modules/.bun/date-fns@4.1.0/node_modules/date-fns/endOfISOWeekYear.cjs</a:t>
            </a:r>
          </a:p>
          <a:p>
            <a:pPr>
              <a:defRPr sz="1200"/>
            </a:pPr>
            <a:r>
              <a:t>D:/pasar_fix/node_modules/.bun/date-fns@4.1.0/node_modules/date-fns/endOfISOWeekYear.d.cts</a:t>
            </a:r>
          </a:p>
          <a:p>
            <a:pPr>
              <a:defRPr sz="1200"/>
            </a:pPr>
            <a:r>
              <a:t>D:/pasar_fix/node_modules/.bun/date-fns@4.1.0/node_modules/date-fns/endOfISOWeekYear.d.ts</a:t>
            </a:r>
          </a:p>
          <a:p>
            <a:pPr>
              <a:defRPr sz="1200"/>
            </a:pPr>
            <a:r>
              <a:t>D:/pasar_fix/node_modules/.bun/date-fns@4.1.0/node_modules/date-fns/endOfISOWeekYear.js</a:t>
            </a:r>
          </a:p>
          <a:p>
            <a:pPr>
              <a:defRPr sz="1200"/>
            </a:pPr>
            <a:r>
              <a:t>D:/pasar_fix/node_modules/.bun/date-fns@4.1.0/node_modules/date-fns/endOfMinute.cjs</a:t>
            </a:r>
          </a:p>
          <a:p>
            <a:pPr>
              <a:defRPr sz="1200"/>
            </a:pPr>
            <a:r>
              <a:t>D:/pasar_fix/node_modules/.bun/date-fns@4.1.0/node_modules/date-fns/endOfMinute.d.cts</a:t>
            </a:r>
          </a:p>
          <a:p>
            <a:pPr>
              <a:defRPr sz="1200"/>
            </a:pPr>
            <a:r>
              <a:t>D:/pasar_fix/node_modules/.bun/date-fns@4.1.0/node_modules/date-fns/endOfMinute.d.ts</a:t>
            </a:r>
          </a:p>
          <a:p>
            <a:pPr>
              <a:defRPr sz="1200"/>
            </a:pPr>
            <a:r>
              <a:t>D:/pasar_fix/node_modules/.bun/date-fns@4.1.0/node_modules/date-fns/endOfMinute.js</a:t>
            </a:r>
          </a:p>
          <a:p>
            <a:pPr>
              <a:defRPr sz="1200"/>
            </a:pPr>
            <a:r>
              <a:t>D:/pasar_fix/node_modules/.bun/date-fns@4.1.0/node_modules/date-fns/endOfMonth.cjs</a:t>
            </a:r>
          </a:p>
          <a:p>
            <a:pPr>
              <a:defRPr sz="1200"/>
            </a:pPr>
            <a:r>
              <a:t>D:/pasar_fix/node_modules/.bun/date-fns@4.1.0/node_modules/date-fns/endOfMonth.d.cts</a:t>
            </a:r>
          </a:p>
          <a:p>
            <a:pPr>
              <a:defRPr sz="1200"/>
            </a:pPr>
            <a:r>
              <a:t>D:/pasar_fix/node_modules/.bun/date-fns@4.1.0/node_modules/date-fns/endOfMonth.d.ts</a:t>
            </a:r>
          </a:p>
          <a:p>
            <a:pPr>
              <a:defRPr sz="1200"/>
            </a:pPr>
            <a:r>
              <a:t>D:/pasar_fix/node_modules/.bun/date-fns@4.1.0/node_modules/date-fns/endOfMonth.js</a:t>
            </a:r>
          </a:p>
          <a:p>
            <a:pPr>
              <a:defRPr sz="1200"/>
            </a:pPr>
            <a:r>
              <a:t>D:/pasar_fix/node_modules/.bun/date-fns@4.1.0/node_modules/date-fns/endOfQuarter.cjs</a:t>
            </a:r>
          </a:p>
          <a:p>
            <a:pPr>
              <a:defRPr sz="1200"/>
            </a:pPr>
            <a:r>
              <a:t>D:/pasar_fix/node_modules/.bun/date-fns@4.1.0/node_modules/date-fns/endOfQuarter.d.cts</a:t>
            </a:r>
          </a:p>
          <a:p>
            <a:pPr>
              <a:defRPr sz="1200"/>
            </a:pPr>
            <a:r>
              <a:t>D:/pasar_fix/node_modules/.bun/date-fns@4.1.0/node_modules/date-fns/endOfQuarter.d.ts</a:t>
            </a:r>
          </a:p>
          <a:p>
            <a:pPr>
              <a:defRPr sz="1200"/>
            </a:pPr>
            <a:r>
              <a:t>D:/pasar_fix/node_modules/.bun/date-fns@4.1.0/node_modules/date-fns/endOfQuarter.js</a:t>
            </a:r>
          </a:p>
          <a:p>
            <a:pPr>
              <a:defRPr sz="1200"/>
            </a:pPr>
            <a:r>
              <a:t>D:/pasar_fix/node_modules/.bun/date-fns@4.1.0/node_modules/date-fns/endOfSecond.cjs</a:t>
            </a:r>
          </a:p>
          <a:p>
            <a:pPr>
              <a:defRPr sz="1200"/>
            </a:pPr>
            <a:r>
              <a:t>D:/pasar_fix/node_modules/.bun/date-fns@4.1.0/node_modules/date-fns/endOfSecond.d.cts</a:t>
            </a:r>
          </a:p>
          <a:p>
            <a:pPr>
              <a:defRPr sz="1200"/>
            </a:pPr>
            <a:r>
              <a:t>D:/pasar_fix/node_modules/.bun/date-fns@4.1.0/node_modules/date-fns/endOfSecond.d.ts</a:t>
            </a:r>
          </a:p>
          <a:p>
            <a:pPr>
              <a:defRPr sz="1200"/>
            </a:pPr>
            <a:r>
              <a:t>D:/pasar_fix/node_modules/.bun/date-fns@4.1.0/node_modules/date-fns/endOfSecond.js</a:t>
            </a:r>
          </a:p>
          <a:p>
            <a:pPr>
              <a:defRPr sz="1200"/>
            </a:pPr>
            <a:r>
              <a:t>D:/pasar_fix/node_modules/.bun/date-fns@4.1.0/node_modules/date-fns/endOfToday.cjs</a:t>
            </a:r>
          </a:p>
          <a:p>
            <a:pPr>
              <a:defRPr sz="1200"/>
            </a:pPr>
            <a:r>
              <a:t>D:/pasar_fix/node_modules/.bun/date-fns@4.1.0/node_modules/date-fns/endOfToday.d.cts</a:t>
            </a:r>
          </a:p>
          <a:p>
            <a:pPr>
              <a:defRPr sz="1200"/>
            </a:pPr>
            <a:r>
              <a:t>D:/pasar_fix/node_modules/.bun/date-fns@4.1.0/node_modules/date-fns/endOfToday.d.ts</a:t>
            </a:r>
          </a:p>
          <a:p>
            <a:pPr>
              <a:defRPr sz="1200"/>
            </a:pPr>
            <a:r>
              <a:t>D:/pasar_fix/node_modules/.bun/date-fns@4.1.0/node_modules/date-fns/endOfToday.js</a:t>
            </a:r>
          </a:p>
          <a:p>
            <a:pPr>
              <a:defRPr sz="1200"/>
            </a:pPr>
            <a:r>
              <a:t>D:/pasar_fix/node_modules/.bun/date-fns@4.1.0/node_modules/date-fns/endOfTomorrow.cjs</a:t>
            </a:r>
          </a:p>
          <a:p>
            <a:pPr>
              <a:defRPr sz="1200"/>
            </a:pPr>
            <a:r>
              <a:t>D:/pasar_fix/node_modules/.bun/date-fns@4.1.0/node_modules/date-fns/endOfTomorrow.d.cts</a:t>
            </a:r>
          </a:p>
          <a:p>
            <a:pPr>
              <a:defRPr sz="1200"/>
            </a:pPr>
            <a:r>
              <a:t>D:/pasar_fix/node_modules/.bun/date-fns@4.1.0/node_modules/date-fns/endOfTomorrow.d.ts</a:t>
            </a:r>
          </a:p>
          <a:p>
            <a:pPr>
              <a:defRPr sz="1200"/>
            </a:pPr>
            <a:r>
              <a:t>D:/pasar_fix/node_modules/.bun/date-fns@4.1.0/node_modules/date-fns/endOfTomorrow.js</a:t>
            </a:r>
          </a:p>
          <a:p>
            <a:pPr>
              <a:defRPr sz="1200"/>
            </a:pPr>
            <a:r>
              <a:t>D:/pasar_fix/node_modules/.bun/date-fns@4.1.0/node_modules/date-fns/endOfWeek.cjs</a:t>
            </a:r>
          </a:p>
          <a:p>
            <a:pPr>
              <a:defRPr sz="1200"/>
            </a:pPr>
            <a:r>
              <a:t>D:/pasar_fix/node_modules/.bun/date-fns@4.1.0/node_modules/date-fns/endOfWeek.d.cts</a:t>
            </a:r>
          </a:p>
          <a:p>
            <a:pPr>
              <a:defRPr sz="1200"/>
            </a:pPr>
            <a:r>
              <a:t>D:/pasar_fix/node_modules/.bun/date-fns@4.1.0/node_modules/date-fns/endOfWeek.d.ts</a:t>
            </a:r>
          </a:p>
          <a:p>
            <a:pPr>
              <a:defRPr sz="1200"/>
            </a:pPr>
            <a:r>
              <a:t>D:/pasar_fix/node_modules/.bun/date-fns@4.1.0/node_modules/date-fns/endOfWeek.js</a:t>
            </a:r>
          </a:p>
          <a:p>
            <a:pPr>
              <a:defRPr sz="1200"/>
            </a:pPr>
            <a:r>
              <a:t>D:/pasar_fix/node_modules/.bun/date-fns@4.1.0/node_modules/date-fns/endOfYear.cjs</a:t>
            </a:r>
          </a:p>
          <a:p>
            <a:pPr>
              <a:defRPr sz="1200"/>
            </a:pPr>
            <a:r>
              <a:t>D:/pasar_fix/node_modules/.bun/date-fns@4.1.0/node_modules/date-fns/endOfYear.d.cts</a:t>
            </a:r>
          </a:p>
          <a:p>
            <a:pPr>
              <a:defRPr sz="1200"/>
            </a:pPr>
            <a:r>
              <a:t>D:/pasar_fix/node_modules/.bun/date-fns@4.1.0/node_modules/date-fns/endOfYear.d.ts</a:t>
            </a:r>
          </a:p>
          <a:p>
            <a:pPr>
              <a:defRPr sz="1200"/>
            </a:pPr>
            <a:r>
              <a:t>D:/pasar_fix/node_modules/.bun/date-fns@4.1.0/node_modules/date-fns/endOfYear.js</a:t>
            </a:r>
          </a:p>
          <a:p>
            <a:pPr>
              <a:defRPr sz="1200"/>
            </a:pPr>
            <a:r>
              <a:t>D:/pasar_fix/node_modules/.bun/date-fns@4.1.0/node_modules/date-fns/endOfYesterday.cjs</a:t>
            </a:r>
          </a:p>
          <a:p>
            <a:pPr>
              <a:defRPr sz="1200"/>
            </a:pPr>
            <a:r>
              <a:t>D:/pasar_fix/node_modules/.bun/date-fns@4.1.0/node_modules/date-fns/endOfYesterday.d.cts</a:t>
            </a:r>
          </a:p>
          <a:p>
            <a:pPr>
              <a:defRPr sz="1200"/>
            </a:pPr>
            <a:r>
              <a:t>D:/pasar_fix/node_modules/.bun/date-fns@4.1.0/node_modules/date-fns/endOfYesterday.d.ts</a:t>
            </a:r>
          </a:p>
          <a:p>
            <a:pPr>
              <a:defRPr sz="1200"/>
            </a:pPr>
            <a:r>
              <a:t>D:/pasar_fix/node_modules/.bun/date-fns@4.1.0/node_modules/date-fns/endOfYesterday.js</a:t>
            </a:r>
          </a:p>
          <a:p>
            <a:pPr>
              <a:defRPr sz="1200"/>
            </a:pPr>
            <a:r>
              <a:t>D:/pasar_fix/node_modules/.bun/date-fns@4.1.0/node_modules/date-fns/format.cjs</a:t>
            </a:r>
          </a:p>
          <a:p>
            <a:pPr>
              <a:defRPr sz="1200"/>
            </a:pPr>
            <a:r>
              <a:t>D:/pasar_fix/node_modules/.bun/date-fns@4.1.0/node_modules/date-fns/format.d.cts</a:t>
            </a:r>
          </a:p>
          <a:p>
            <a:pPr>
              <a:defRPr sz="1200"/>
            </a:pPr>
            <a:r>
              <a:t>D:/pasar_fix/node_modules/.bun/date-fns@4.1.0/node_modules/date-fns/format.d.ts</a:t>
            </a:r>
          </a:p>
          <a:p>
            <a:pPr>
              <a:defRPr sz="1200"/>
            </a:pPr>
            <a:r>
              <a:t>D:/pasar_fix/node_modules/.bun/date-fns@4.1.0/node_modules/date-fns/format.js</a:t>
            </a:r>
          </a:p>
          <a:p>
            <a:pPr>
              <a:defRPr sz="1200"/>
            </a:pPr>
            <a:r>
              <a:t>D:/pasar_fix/node_modules/.bun/date-fns@4.1.0/node_modules/date-fns/formatDistance.cjs</a:t>
            </a:r>
          </a:p>
          <a:p>
            <a:pPr>
              <a:defRPr sz="1200"/>
            </a:pPr>
            <a:r>
              <a:t>D:/pasar_fix/node_modules/.bun/date-fns@4.1.0/node_modules/date-fns/formatDistance.d.cts</a:t>
            </a:r>
          </a:p>
          <a:p>
            <a:pPr>
              <a:defRPr sz="1200"/>
            </a:pPr>
            <a:r>
              <a:t>D:/pasar_fix/node_modules/.bun/date-fns@4.1.0/node_modules/date-fns/formatDistance.d.ts</a:t>
            </a:r>
          </a:p>
          <a:p>
            <a:pPr>
              <a:defRPr sz="1200"/>
            </a:pPr>
            <a:r>
              <a:t>D:/pasar_fix/node_modules/.bun/date-fns@4.1.0/node_modules/date-fns/formatDistance.js</a:t>
            </a:r>
          </a:p>
          <a:p>
            <a:pPr>
              <a:defRPr sz="1200"/>
            </a:pPr>
            <a:r>
              <a:t>D:/pasar_fix/node_modules/.bun/date-fns@4.1.0/node_modules/date-fns/formatDistanceStrict.cjs</a:t>
            </a:r>
          </a:p>
          <a:p>
            <a:pPr>
              <a:defRPr sz="1200"/>
            </a:pPr>
            <a:r>
              <a:t>D:/pasar_fix/node_modules/.bun/date-fns@4.1.0/node_modules/date-fns/formatDistanceStrict.d.cts</a:t>
            </a:r>
          </a:p>
          <a:p>
            <a:pPr>
              <a:defRPr sz="1200"/>
            </a:pPr>
            <a:r>
              <a:t>D:/pasar_fix/node_modules/.bun/date-fns@4.1.0/node_modules/date-fns/formatDistanceStrict.d.ts</a:t>
            </a:r>
          </a:p>
          <a:p>
            <a:pPr>
              <a:defRPr sz="1200"/>
            </a:pPr>
            <a:r>
              <a:t>D:/pasar_fix/node_modules/.bun/date-fns@4.1.0/node_modules/date-fns/formatDistanceStrict.js</a:t>
            </a:r>
          </a:p>
          <a:p>
            <a:pPr>
              <a:defRPr sz="1200"/>
            </a:pPr>
            <a:r>
              <a:t>D:/pasar_fix/node_modules/.bun/date-fns@4.1.0/node_modules/date-fns/formatDistanceToNow.cjs</a:t>
            </a:r>
          </a:p>
          <a:p>
            <a:pPr>
              <a:defRPr sz="1200"/>
            </a:pPr>
            <a:r>
              <a:t>D:/pasar_fix/node_modules/.bun/date-fns@4.1.0/node_modules/date-fns/formatDistanceToNow.d.cts</a:t>
            </a:r>
          </a:p>
          <a:p>
            <a:pPr>
              <a:defRPr sz="1200"/>
            </a:pPr>
            <a:r>
              <a:t>D:/pasar_fix/node_modules/.bun/date-fns@4.1.0/node_modules/date-fns/formatDistanceToNow.d.ts</a:t>
            </a:r>
          </a:p>
          <a:p>
            <a:pPr>
              <a:defRPr sz="1200"/>
            </a:pPr>
            <a:r>
              <a:t>D:/pasar_fix/node_modules/.bun/date-fns@4.1.0/node_modules/date-fns/formatDistanceToNow.js</a:t>
            </a:r>
          </a:p>
          <a:p>
            <a:pPr>
              <a:defRPr sz="1200"/>
            </a:pPr>
            <a:r>
              <a:t>D:/pasar_fix/node_modules/.bun/date-fns@4.1.0/node_modules/date-fns/formatDistanceToNowStrict.cjs</a:t>
            </a:r>
          </a:p>
          <a:p>
            <a:pPr>
              <a:defRPr sz="1200"/>
            </a:pPr>
            <a:r>
              <a:t>D:/pasar_fix/node_modules/.bun/date-fns@4.1.0/node_modules/date-fns/formatDistanceToNowStrict.d.cts</a:t>
            </a:r>
          </a:p>
          <a:p>
            <a:pPr>
              <a:defRPr sz="1200"/>
            </a:pPr>
            <a:r>
              <a:t>D:/pasar_fix/node_modules/.bun/date-fns@4.1.0/node_modules/date-fns/formatDistanceToNowStrict.d.ts</a:t>
            </a:r>
          </a:p>
          <a:p>
            <a:pPr>
              <a:defRPr sz="1200"/>
            </a:pPr>
            <a:r>
              <a:t>D:/pasar_fix/node_modules/.bun/date-fns@4.1.0/node_modules/date-fns/formatDistanceToNowStrict.js</a:t>
            </a:r>
          </a:p>
          <a:p>
            <a:pPr>
              <a:defRPr sz="1200"/>
            </a:pPr>
            <a:r>
              <a:t>D:/pasar_fix/node_modules/.bun/date-fns@4.1.0/node_modules/date-fns/formatDuration.cjs</a:t>
            </a:r>
          </a:p>
          <a:p>
            <a:pPr>
              <a:defRPr sz="1200"/>
            </a:pPr>
            <a:r>
              <a:t>D:/pasar_fix/node_modules/.bun/date-fns@4.1.0/node_modules/date-fns/formatDuration.d.cts</a:t>
            </a:r>
          </a:p>
          <a:p>
            <a:pPr>
              <a:defRPr sz="1200"/>
            </a:pPr>
            <a:r>
              <a:t>D:/pasar_fix/node_modules/.bun/date-fns@4.1.0/node_modules/date-fns/formatDuration.d.ts</a:t>
            </a:r>
          </a:p>
          <a:p>
            <a:pPr>
              <a:defRPr sz="1200"/>
            </a:pPr>
            <a:r>
              <a:t>D:/pasar_fix/node_modules/.bun/date-fns@4.1.0/node_modules/date-fns/formatDuration.js</a:t>
            </a:r>
          </a:p>
          <a:p>
            <a:pPr>
              <a:defRPr sz="1200"/>
            </a:pPr>
            <a:r>
              <a:t>D:/pasar_fix/node_modules/.bun/date-fns@4.1.0/node_modules/date-fns/formatISO.cjs</a:t>
            </a:r>
          </a:p>
          <a:p>
            <a:pPr>
              <a:defRPr sz="1200"/>
            </a:pPr>
            <a:r>
              <a:t>D:/pasar_fix/node_modules/.bun/date-fns@4.1.0/node_modules/date-fns/formatISO.d.cts</a:t>
            </a:r>
          </a:p>
          <a:p>
            <a:pPr>
              <a:defRPr sz="1200"/>
            </a:pPr>
            <a:r>
              <a:t>D:/pasar_fix/node_modules/.bun/date-fns@4.1.0/node_modules/date-fns/formatISO.d.ts</a:t>
            </a:r>
          </a:p>
          <a:p>
            <a:pPr>
              <a:defRPr sz="1200"/>
            </a:pPr>
            <a:r>
              <a:t>D:/pasar_fix/node_modules/.bun/date-fns@4.1.0/node_modules/date-fns/formatISO.js</a:t>
            </a:r>
          </a:p>
          <a:p>
            <a:pPr>
              <a:defRPr sz="1200"/>
            </a:pPr>
            <a:r>
              <a:t>D:/pasar_fix/node_modules/.bun/date-fns@4.1.0/node_modules/date-fns/formatISO9075.cjs</a:t>
            </a:r>
          </a:p>
          <a:p>
            <a:pPr>
              <a:defRPr sz="1200"/>
            </a:pPr>
            <a:r>
              <a:t>D:/pasar_fix/node_modules/.bun/date-fns@4.1.0/node_modules/date-fns/formatISO9075.d.cts</a:t>
            </a:r>
          </a:p>
          <a:p>
            <a:pPr>
              <a:defRPr sz="1200"/>
            </a:pPr>
            <a:r>
              <a:t>D:/pasar_fix/node_modules/.bun/date-fns@4.1.0/node_modules/date-fns/formatISO9075.d.ts</a:t>
            </a:r>
          </a:p>
          <a:p>
            <a:pPr>
              <a:defRPr sz="1200"/>
            </a:pPr>
            <a:r>
              <a:t>D:/pasar_fix/node_modules/.bun/date-fns@4.1.0/node_modules/date-fns/formatISO9075.js</a:t>
            </a:r>
          </a:p>
          <a:p>
            <a:pPr>
              <a:defRPr sz="1200"/>
            </a:pPr>
            <a:r>
              <a:t>D:/pasar_fix/node_modules/.bun/date-fns@4.1.0/node_modules/date-fns/formatISODuration.cjs</a:t>
            </a:r>
          </a:p>
          <a:p>
            <a:pPr>
              <a:defRPr sz="1200"/>
            </a:pPr>
            <a:r>
              <a:t>D:/pasar_fix/node_modules/.bun/date-fns@4.1.0/node_modules/date-fns/formatISODuration.d.cts</a:t>
            </a:r>
          </a:p>
          <a:p>
            <a:pPr>
              <a:defRPr sz="1200"/>
            </a:pPr>
            <a:r>
              <a:t>D:/pasar_fix/node_modules/.bun/date-fns@4.1.0/node_modules/date-fns/formatISODuration.d.ts</a:t>
            </a:r>
          </a:p>
          <a:p>
            <a:pPr>
              <a:defRPr sz="1200"/>
            </a:pPr>
            <a:r>
              <a:t>D:/pasar_fix/node_modules/.bun/date-fns@4.1.0/node_modules/date-fns/formatISODuration.js</a:t>
            </a:r>
          </a:p>
          <a:p>
            <a:pPr>
              <a:defRPr sz="1200"/>
            </a:pPr>
            <a:r>
              <a:t>D:/pasar_fix/node_modules/.bun/date-fns@4.1.0/node_modules/date-fns/formatRelative.cjs</a:t>
            </a:r>
          </a:p>
          <a:p>
            <a:pPr>
              <a:defRPr sz="1200"/>
            </a:pPr>
            <a:r>
              <a:t>D:/pasar_fix/node_modules/.bun/date-fns@4.1.0/node_modules/date-fns/formatRelative.d.cts</a:t>
            </a:r>
          </a:p>
          <a:p>
            <a:pPr>
              <a:defRPr sz="1200"/>
            </a:pPr>
            <a:r>
              <a:t>D:/pasar_fix/node_modules/.bun/date-fns@4.1.0/node_modules/date-fns/formatRelative.d.ts</a:t>
            </a:r>
          </a:p>
          <a:p>
            <a:pPr>
              <a:defRPr sz="1200"/>
            </a:pPr>
            <a:r>
              <a:t>D:/pasar_fix/node_modules/.bun/date-fns@4.1.0/node_modules/date-fns/formatRelative.js</a:t>
            </a:r>
          </a:p>
          <a:p>
            <a:pPr>
              <a:defRPr sz="1200"/>
            </a:pPr>
            <a:r>
              <a:t>D:/pasar_fix/node_modules/.bun/date-fns@4.1.0/node_modules/date-fns/formatRFC3339.cjs</a:t>
            </a:r>
          </a:p>
          <a:p>
            <a:pPr>
              <a:defRPr sz="1200"/>
            </a:pPr>
            <a:r>
              <a:t>D:/pasar_fix/node_modules/.bun/date-fns@4.1.0/node_modules/date-fns/formatRFC3339.d.cts</a:t>
            </a:r>
          </a:p>
          <a:p>
            <a:pPr>
              <a:defRPr sz="1200"/>
            </a:pPr>
            <a:r>
              <a:t>D:/pasar_fix/node_modules/.bun/date-fns@4.1.0/node_modules/date-fns/formatRFC3339.d.ts</a:t>
            </a:r>
          </a:p>
          <a:p>
            <a:pPr>
              <a:defRPr sz="1200"/>
            </a:pPr>
            <a:r>
              <a:t>D:/pasar_fix/node_modules/.bun/date-fns@4.1.0/node_modules/date-fns/formatRFC3339.js</a:t>
            </a:r>
          </a:p>
          <a:p>
            <a:pPr>
              <a:defRPr sz="1200"/>
            </a:pPr>
            <a:r>
              <a:t>D:/pasar_fix/node_modules/.bun/date-fns@4.1.0/node_modules/date-fns/formatRFC7231.cjs</a:t>
            </a:r>
          </a:p>
          <a:p>
            <a:pPr>
              <a:defRPr sz="1200"/>
            </a:pPr>
            <a:r>
              <a:t>D:/pasar_fix/node_modules/.bun/date-fns@4.1.0/node_modules/date-fns/formatRFC7231.d.cts</a:t>
            </a:r>
          </a:p>
          <a:p>
            <a:pPr>
              <a:defRPr sz="1200"/>
            </a:pPr>
            <a:r>
              <a:t>D:/pasar_fix/node_modules/.bun/date-fns@4.1.0/node_modules/date-fns/formatRFC7231.d.ts</a:t>
            </a:r>
          </a:p>
          <a:p>
            <a:pPr>
              <a:defRPr sz="1200"/>
            </a:pPr>
            <a:r>
              <a:t>D:/pasar_fix/node_modules/.bun/date-fns@4.1.0/node_modules/date-fns/formatRFC7231.js</a:t>
            </a:r>
          </a:p>
          <a:p>
            <a:pPr>
              <a:defRPr sz="1200"/>
            </a:pPr>
            <a:r>
              <a:t>D:/pasar_fix/node_modules/.bun/date-fns@4.1.0/node_modules/date-fns/fp.cjs</a:t>
            </a:r>
          </a:p>
          <a:p>
            <a:pPr>
              <a:defRPr sz="1200"/>
            </a:pPr>
            <a:r>
              <a:t>D:/pasar_fix/node_modules/.bun/date-fns@4.1.0/node_modules/date-fns/fp.d.cts</a:t>
            </a:r>
          </a:p>
          <a:p>
            <a:pPr>
              <a:defRPr sz="1200"/>
            </a:pPr>
            <a:r>
              <a:t>D:/pasar_fix/node_modules/.bun/date-fns@4.1.0/node_modules/date-fns/fp.d.ts</a:t>
            </a:r>
          </a:p>
          <a:p>
            <a:pPr>
              <a:defRPr sz="1200"/>
            </a:pPr>
            <a:r>
              <a:t>D:/pasar_fix/node_modules/.bun/date-fns@4.1.0/node_modules/date-fns/fp.js</a:t>
            </a:r>
          </a:p>
          <a:p>
            <a:pPr>
              <a:defRPr sz="1200"/>
            </a:pPr>
            <a:r>
              <a:t>D:/pasar_fix/node_modules/.bun/date-fns@4.1.0/node_modules/date-fns/fromUnixTime.cjs</a:t>
            </a:r>
          </a:p>
          <a:p>
            <a:pPr>
              <a:defRPr sz="1200"/>
            </a:pPr>
            <a:r>
              <a:t>D:/pasar_fix/node_modules/.bun/date-fns@4.1.0/node_modules/date-fns/fromUnixTime.d.cts</a:t>
            </a:r>
          </a:p>
          <a:p>
            <a:pPr>
              <a:defRPr sz="1200"/>
            </a:pPr>
            <a:r>
              <a:t>D:/pasar_fix/node_modules/.bun/date-fns@4.1.0/node_modules/date-fns/fromUnixTime.d.ts</a:t>
            </a:r>
          </a:p>
          <a:p>
            <a:pPr>
              <a:defRPr sz="1200"/>
            </a:pPr>
            <a:r>
              <a:t>D:/pasar_fix/node_modules/.bun/date-fns@4.1.0/node_modules/date-fns/fromUnixTime.js</a:t>
            </a:r>
          </a:p>
          <a:p>
            <a:pPr>
              <a:defRPr sz="1200"/>
            </a:pPr>
            <a:r>
              <a:t>D:/pasar_fix/node_modules/.bun/date-fns@4.1.0/node_modules/date-fns/getDate.cjs</a:t>
            </a:r>
          </a:p>
          <a:p>
            <a:pPr>
              <a:defRPr sz="1200"/>
            </a:pPr>
            <a:r>
              <a:t>D:/pasar_fix/node_modules/.bun/date-fns@4.1.0/node_modules/date-fns/getDate.d.cts</a:t>
            </a:r>
          </a:p>
          <a:p>
            <a:pPr>
              <a:defRPr sz="1200"/>
            </a:pPr>
            <a:r>
              <a:t>D:/pasar_fix/node_modules/.bun/date-fns@4.1.0/node_modules/date-fns/getDate.d.ts</a:t>
            </a:r>
          </a:p>
          <a:p>
            <a:pPr>
              <a:defRPr sz="1200"/>
            </a:pPr>
            <a:r>
              <a:t>D:/pasar_fix/node_modules/.bun/date-fns@4.1.0/node_modules/date-fns/getDate.js</a:t>
            </a:r>
          </a:p>
          <a:p>
            <a:pPr>
              <a:defRPr sz="1200"/>
            </a:pPr>
            <a:r>
              <a:t>D:/pasar_fix/node_modules/.bun/date-fns@4.1.0/node_modules/date-fns/getDay.cjs</a:t>
            </a:r>
          </a:p>
          <a:p>
            <a:pPr>
              <a:defRPr sz="1200"/>
            </a:pPr>
            <a:r>
              <a:t>D:/pasar_fix/node_modules/.bun/date-fns@4.1.0/node_modules/date-fns/getDay.d.cts</a:t>
            </a:r>
          </a:p>
          <a:p>
            <a:pPr>
              <a:defRPr sz="1200"/>
            </a:pPr>
            <a:r>
              <a:t>D:/pasar_fix/node_modules/.bun/date-fns@4.1.0/node_modules/date-fns/getDay.d.ts</a:t>
            </a:r>
          </a:p>
          <a:p>
            <a:pPr>
              <a:defRPr sz="1200"/>
            </a:pPr>
            <a:r>
              <a:t>D:/pasar_fix/node_modules/.bun/date-fns@4.1.0/node_modules/date-fns/getDay.js</a:t>
            </a:r>
          </a:p>
          <a:p>
            <a:pPr>
              <a:defRPr sz="1200"/>
            </a:pPr>
            <a:r>
              <a:t>D:/pasar_fix/node_modules/.bun/date-fns@4.1.0/node_modules/date-fns/getDayOfYear.cjs</a:t>
            </a:r>
          </a:p>
          <a:p>
            <a:pPr>
              <a:defRPr sz="1200"/>
            </a:pPr>
            <a:r>
              <a:t>D:/pasar_fix/node_modules/.bun/date-fns@4.1.0/node_modules/date-fns/getDayOfYear.d.cts</a:t>
            </a:r>
          </a:p>
          <a:p>
            <a:pPr>
              <a:defRPr sz="1200"/>
            </a:pPr>
            <a:r>
              <a:t>D:/pasar_fix/node_modules/.bun/date-fns@4.1.0/node_modules/date-fns/getDayOfYear.d.ts</a:t>
            </a:r>
          </a:p>
          <a:p>
            <a:pPr>
              <a:defRPr sz="1200"/>
            </a:pPr>
            <a:r>
              <a:t>D:/pasar_fix/node_modules/.bun/date-fns@4.1.0/node_modules/date-fns/getDayOfYear.js</a:t>
            </a:r>
          </a:p>
          <a:p>
            <a:pPr>
              <a:defRPr sz="1200"/>
            </a:pPr>
            <a:r>
              <a:t>D:/pasar_fix/node_modules/.bun/date-fns@4.1.0/node_modules/date-fns/getDaysInMonth.cjs</a:t>
            </a:r>
          </a:p>
          <a:p>
            <a:pPr>
              <a:defRPr sz="1200"/>
            </a:pPr>
            <a:r>
              <a:t>D:/pasar_fix/node_modules/.bun/date-fns@4.1.0/node_modules/date-fns/getDaysInMonth.d.cts</a:t>
            </a:r>
          </a:p>
          <a:p>
            <a:pPr>
              <a:defRPr sz="1200"/>
            </a:pPr>
            <a:r>
              <a:t>D:/pasar_fix/node_modules/.bun/date-fns@4.1.0/node_modules/date-fns/getDaysInMonth.d.ts</a:t>
            </a:r>
          </a:p>
          <a:p>
            <a:pPr>
              <a:defRPr sz="1200"/>
            </a:pPr>
            <a:r>
              <a:t>D:/pasar_fix/node_modules/.bun/date-fns@4.1.0/node_modules/date-fns/getDaysInMonth.js</a:t>
            </a:r>
          </a:p>
          <a:p>
            <a:pPr>
              <a:defRPr sz="1200"/>
            </a:pPr>
            <a:r>
              <a:t>D:/pasar_fix/node_modules/.bun/date-fns@4.1.0/node_modules/date-fns/getDaysInYear.cjs</a:t>
            </a:r>
          </a:p>
          <a:p>
            <a:pPr>
              <a:defRPr sz="1200"/>
            </a:pPr>
            <a:r>
              <a:t>D:/pasar_fix/node_modules/.bun/date-fns@4.1.0/node_modules/date-fns/getDaysInYear.d.cts</a:t>
            </a:r>
          </a:p>
          <a:p>
            <a:pPr>
              <a:defRPr sz="1200"/>
            </a:pPr>
            <a:r>
              <a:t>D:/pasar_fix/node_modules/.bun/date-fns@4.1.0/node_modules/date-fns/getDaysInYear.d.ts</a:t>
            </a:r>
          </a:p>
          <a:p>
            <a:pPr>
              <a:defRPr sz="1200"/>
            </a:pPr>
            <a:r>
              <a:t>D:/pasar_fix/node_modules/.bun/date-fns@4.1.0/node_modules/date-fns/getDaysInYear.js</a:t>
            </a:r>
          </a:p>
          <a:p>
            <a:pPr>
              <a:defRPr sz="1200"/>
            </a:pPr>
            <a:r>
              <a:t>D:/pasar_fix/node_modules/.bun/date-fns@4.1.0/node_modules/date-fns/getDecade.cjs</a:t>
            </a:r>
          </a:p>
          <a:p>
            <a:pPr>
              <a:defRPr sz="1200"/>
            </a:pPr>
            <a:r>
              <a:t>D:/pasar_fix/node_modules/.bun/date-fns@4.1.0/node_modules/date-fns/getDecade.d.cts</a:t>
            </a:r>
          </a:p>
          <a:p>
            <a:pPr>
              <a:defRPr sz="1200"/>
            </a:pPr>
            <a:r>
              <a:t>D:/pasar_fix/node_modules/.bun/date-fns@4.1.0/node_modules/date-fns/getDecade.d.ts</a:t>
            </a:r>
          </a:p>
          <a:p>
            <a:pPr>
              <a:defRPr sz="1200"/>
            </a:pPr>
            <a:r>
              <a:t>D:/pasar_fix/node_modules/.bun/date-fns@4.1.0/node_modules/date-fns/getDecade.js</a:t>
            </a:r>
          </a:p>
          <a:p>
            <a:pPr>
              <a:defRPr sz="1200"/>
            </a:pPr>
            <a:r>
              <a:t>D:/pasar_fix/node_modules/.bun/date-fns@4.1.0/node_modules/date-fns/getDefaultOptions.cjs</a:t>
            </a:r>
          </a:p>
          <a:p>
            <a:pPr>
              <a:defRPr sz="1200"/>
            </a:pPr>
            <a:r>
              <a:t>D:/pasar_fix/node_modules/.bun/date-fns@4.1.0/node_modules/date-fns/getDefaultOptions.d.cts</a:t>
            </a:r>
          </a:p>
          <a:p>
            <a:pPr>
              <a:defRPr sz="1200"/>
            </a:pPr>
            <a:r>
              <a:t>D:/pasar_fix/node_modules/.bun/date-fns@4.1.0/node_modules/date-fns/getDefaultOptions.d.ts</a:t>
            </a:r>
          </a:p>
          <a:p>
            <a:pPr>
              <a:defRPr sz="1200"/>
            </a:pPr>
            <a:r>
              <a:t>D:/pasar_fix/node_modules/.bun/date-fns@4.1.0/node_modules/date-fns/getDefaultOptions.js</a:t>
            </a:r>
          </a:p>
          <a:p>
            <a:pPr>
              <a:defRPr sz="1200"/>
            </a:pPr>
            <a:r>
              <a:t>D:/pasar_fix/node_modules/.bun/date-fns@4.1.0/node_modules/date-fns/getHours.cjs</a:t>
            </a:r>
          </a:p>
          <a:p>
            <a:pPr>
              <a:defRPr sz="1200"/>
            </a:pPr>
            <a:r>
              <a:t>D:/pasar_fix/node_modules/.bun/date-fns@4.1.0/node_modules/date-fns/getHours.d.cts</a:t>
            </a:r>
          </a:p>
          <a:p>
            <a:pPr>
              <a:defRPr sz="1200"/>
            </a:pPr>
            <a:r>
              <a:t>D:/pasar_fix/node_modules/.bun/date-fns@4.1.0/node_modules/date-fns/getHours.d.ts</a:t>
            </a:r>
          </a:p>
          <a:p>
            <a:pPr>
              <a:defRPr sz="1200"/>
            </a:pPr>
            <a:r>
              <a:t>D:/pasar_fix/node_modules/.bun/date-fns@4.1.0/node_modules/date-fns/getHours.js</a:t>
            </a:r>
          </a:p>
          <a:p>
            <a:pPr>
              <a:defRPr sz="1200"/>
            </a:pPr>
            <a:r>
              <a:t>D:/pasar_fix/node_modules/.bun/date-fns@4.1.0/node_modules/date-fns/getISODay.cjs</a:t>
            </a:r>
          </a:p>
          <a:p>
            <a:pPr>
              <a:defRPr sz="1200"/>
            </a:pPr>
            <a:r>
              <a:t>D:/pasar_fix/node_modules/.bun/date-fns@4.1.0/node_modules/date-fns/getISODay.d.cts</a:t>
            </a:r>
          </a:p>
          <a:p>
            <a:pPr>
              <a:defRPr sz="1200"/>
            </a:pPr>
            <a:r>
              <a:t>D:/pasar_fix/node_modules/.bun/date-fns@4.1.0/node_modules/date-fns/getISODay.d.ts</a:t>
            </a:r>
          </a:p>
          <a:p>
            <a:pPr>
              <a:defRPr sz="1200"/>
            </a:pPr>
            <a:r>
              <a:t>D:/pasar_fix/node_modules/.bun/date-fns@4.1.0/node_modules/date-fns/getISODay.js</a:t>
            </a:r>
          </a:p>
          <a:p>
            <a:pPr>
              <a:defRPr sz="1200"/>
            </a:pPr>
            <a:r>
              <a:t>D:/pasar_fix/node_modules/.bun/date-fns@4.1.0/node_modules/date-fns/getISOWeek.cjs</a:t>
            </a:r>
          </a:p>
          <a:p>
            <a:pPr>
              <a:defRPr sz="1200"/>
            </a:pPr>
            <a:r>
              <a:t>D:/pasar_fix/node_modules/.bun/date-fns@4.1.0/node_modules/date-fns/getISOWeek.d.cts</a:t>
            </a:r>
          </a:p>
          <a:p>
            <a:pPr>
              <a:defRPr sz="1200"/>
            </a:pPr>
            <a:r>
              <a:t>D:/pasar_fix/node_modules/.bun/date-fns@4.1.0/node_modules/date-fns/getISOWeek.d.ts</a:t>
            </a:r>
          </a:p>
          <a:p>
            <a:pPr>
              <a:defRPr sz="1200"/>
            </a:pPr>
            <a:r>
              <a:t>D:/pasar_fix/node_modules/.bun/date-fns@4.1.0/node_modules/date-fns/getISOWeek.js</a:t>
            </a:r>
          </a:p>
          <a:p>
            <a:pPr>
              <a:defRPr sz="1200"/>
            </a:pPr>
            <a:r>
              <a:t>D:/pasar_fix/node_modules/.bun/date-fns@4.1.0/node_modules/date-fns/getISOWeeksInYear.cjs</a:t>
            </a:r>
          </a:p>
          <a:p>
            <a:pPr>
              <a:defRPr sz="1200"/>
            </a:pPr>
            <a:r>
              <a:t>D:/pasar_fix/node_modules/.bun/date-fns@4.1.0/node_modules/date-fns/getISOWeeksInYear.d.cts</a:t>
            </a:r>
          </a:p>
          <a:p>
            <a:pPr>
              <a:defRPr sz="1200"/>
            </a:pPr>
            <a:r>
              <a:t>D:/pasar_fix/node_modules/.bun/date-fns@4.1.0/node_modules/date-fns/getISOWeeksInYear.d.ts</a:t>
            </a:r>
          </a:p>
          <a:p>
            <a:pPr>
              <a:defRPr sz="1200"/>
            </a:pPr>
            <a:r>
              <a:t>D:/pasar_fix/node_modules/.bun/date-fns@4.1.0/node_modules/date-fns/getISOWeeksInYear.js</a:t>
            </a:r>
          </a:p>
          <a:p>
            <a:pPr>
              <a:defRPr sz="1200"/>
            </a:pPr>
            <a:r>
              <a:t>D:/pasar_fix/node_modules/.bun/date-fns@4.1.0/node_modules/date-fns/getISOWeekYear.cjs</a:t>
            </a:r>
          </a:p>
          <a:p>
            <a:pPr>
              <a:defRPr sz="1200"/>
            </a:pPr>
            <a:r>
              <a:t>D:/pasar_fix/node_modules/.bun/date-fns@4.1.0/node_modules/date-fns/getISOWeekYear.d.cts</a:t>
            </a:r>
          </a:p>
          <a:p>
            <a:pPr>
              <a:defRPr sz="1200"/>
            </a:pPr>
            <a:r>
              <a:t>D:/pasar_fix/node_modules/.bun/date-fns@4.1.0/node_modules/date-fns/getISOWeekYear.d.ts</a:t>
            </a:r>
          </a:p>
          <a:p>
            <a:pPr>
              <a:defRPr sz="1200"/>
            </a:pPr>
            <a:r>
              <a:t>D:/pasar_fix/node_modules/.bun/date-fns@4.1.0/node_modules/date-fns/getISOWeekYear.js</a:t>
            </a:r>
          </a:p>
          <a:p>
            <a:pPr>
              <a:defRPr sz="1200"/>
            </a:pPr>
            <a:r>
              <a:t>D:/pasar_fix/node_modules/.bun/date-fns@4.1.0/node_modules/date-fns/getMilliseconds.cjs</a:t>
            </a:r>
          </a:p>
          <a:p>
            <a:pPr>
              <a:defRPr sz="1200"/>
            </a:pPr>
            <a:r>
              <a:t>D:/pasar_fix/node_modules/.bun/date-fns@4.1.0/node_modules/date-fns/getMilliseconds.d.cts</a:t>
            </a:r>
          </a:p>
          <a:p>
            <a:pPr>
              <a:defRPr sz="1200"/>
            </a:pPr>
            <a:r>
              <a:t>D:/pasar_fix/node_modules/.bun/date-fns@4.1.0/node_modules/date-fns/getMilliseconds.d.ts</a:t>
            </a:r>
          </a:p>
          <a:p>
            <a:pPr>
              <a:defRPr sz="1200"/>
            </a:pPr>
            <a:r>
              <a:t>D:/pasar_fix/node_modules/.bun/date-fns@4.1.0/node_modules/date-fns/getMilliseconds.js</a:t>
            </a:r>
          </a:p>
          <a:p>
            <a:pPr>
              <a:defRPr sz="1200"/>
            </a:pPr>
            <a:r>
              <a:t>D:/pasar_fix/node_modules/.bun/date-fns@4.1.0/node_modules/date-fns/getMinutes.cjs</a:t>
            </a:r>
          </a:p>
          <a:p>
            <a:pPr>
              <a:defRPr sz="1200"/>
            </a:pPr>
            <a:r>
              <a:t>D:/pasar_fix/node_modules/.bun/date-fns@4.1.0/node_modules/date-fns/getMinutes.d.cts</a:t>
            </a:r>
          </a:p>
          <a:p>
            <a:pPr>
              <a:defRPr sz="1200"/>
            </a:pPr>
            <a:r>
              <a:t>D:/pasar_fix/node_modules/.bun/date-fns@4.1.0/node_modules/date-fns/getMinutes.d.ts</a:t>
            </a:r>
          </a:p>
          <a:p>
            <a:pPr>
              <a:defRPr sz="1200"/>
            </a:pPr>
            <a:r>
              <a:t>D:/pasar_fix/node_modules/.bun/date-fns@4.1.0/node_modules/date-fns/getMinutes.js</a:t>
            </a:r>
          </a:p>
          <a:p>
            <a:pPr>
              <a:defRPr sz="1200"/>
            </a:pPr>
            <a:r>
              <a:t>D:/pasar_fix/node_modules/.bun/date-fns@4.1.0/node_modules/date-fns/getMonth.cjs</a:t>
            </a:r>
          </a:p>
          <a:p>
            <a:pPr>
              <a:defRPr sz="1200"/>
            </a:pPr>
            <a:r>
              <a:t>D:/pasar_fix/node_modules/.bun/date-fns@4.1.0/node_modules/date-fns/getMonth.d.cts</a:t>
            </a:r>
          </a:p>
          <a:p>
            <a:pPr>
              <a:defRPr sz="1200"/>
            </a:pPr>
            <a:r>
              <a:t>D:/pasar_fix/node_modules/.bun/date-fns@4.1.0/node_modules/date-fns/getMonth.d.ts</a:t>
            </a:r>
          </a:p>
          <a:p>
            <a:pPr>
              <a:defRPr sz="1200"/>
            </a:pPr>
            <a:r>
              <a:t>D:/pasar_fix/node_modules/.bun/date-fns@4.1.0/node_modules/date-fns/getMonth.js</a:t>
            </a:r>
          </a:p>
          <a:p>
            <a:pPr>
              <a:defRPr sz="1200"/>
            </a:pPr>
            <a:r>
              <a:t>D:/pasar_fix/node_modules/.bun/date-fns@4.1.0/node_modules/date-fns/getOverlappingDaysInIntervals.cjs</a:t>
            </a:r>
          </a:p>
          <a:p>
            <a:pPr>
              <a:defRPr sz="1200"/>
            </a:pPr>
            <a:r>
              <a:t>D:/pasar_fix/node_modules/.bun/date-fns@4.1.0/node_modules/date-fns/getOverlappingDaysInIntervals.d.cts</a:t>
            </a:r>
          </a:p>
          <a:p>
            <a:pPr>
              <a:defRPr sz="1200"/>
            </a:pPr>
            <a:r>
              <a:t>D:/pasar_fix/node_modules/.bun/date-fns@4.1.0/node_modules/date-fns/getOverlappingDaysInIntervals.d.ts</a:t>
            </a:r>
          </a:p>
          <a:p>
            <a:pPr>
              <a:defRPr sz="1200"/>
            </a:pPr>
            <a:r>
              <a:t>D:/pasar_fix/node_modules/.bun/date-fns@4.1.0/node_modules/date-fns/getOverlappingDaysInIntervals.js</a:t>
            </a:r>
          </a:p>
          <a:p>
            <a:pPr>
              <a:defRPr sz="1200"/>
            </a:pPr>
            <a:r>
              <a:t>D:/pasar_fix/node_modules/.bun/date-fns@4.1.0/node_modules/date-fns/getQuarter.cjs</a:t>
            </a:r>
          </a:p>
          <a:p>
            <a:pPr>
              <a:defRPr sz="1200"/>
            </a:pPr>
            <a:r>
              <a:t>D:/pasar_fix/node_modules/.bun/date-fns@4.1.0/node_modules/date-fns/getQuarter.d.cts</a:t>
            </a:r>
          </a:p>
          <a:p>
            <a:pPr>
              <a:defRPr sz="1200"/>
            </a:pPr>
            <a:r>
              <a:t>D:/pasar_fix/node_modules/.bun/date-fns@4.1.0/node_modules/date-fns/getQuarter.d.ts</a:t>
            </a:r>
          </a:p>
          <a:p>
            <a:pPr>
              <a:defRPr sz="1200"/>
            </a:pPr>
            <a:r>
              <a:t>D:/pasar_fix/node_modules/.bun/date-fns@4.1.0/node_modules/date-fns/getQuarter.js</a:t>
            </a:r>
          </a:p>
          <a:p>
            <a:pPr>
              <a:defRPr sz="1200"/>
            </a:pPr>
            <a:r>
              <a:t>D:/pasar_fix/node_modules/.bun/date-fns@4.1.0/node_modules/date-fns/getSeconds.cjs</a:t>
            </a:r>
          </a:p>
          <a:p>
            <a:pPr>
              <a:defRPr sz="1200"/>
            </a:pPr>
            <a:r>
              <a:t>D:/pasar_fix/node_modules/.bun/date-fns@4.1.0/node_modules/date-fns/getSeconds.d.cts</a:t>
            </a:r>
          </a:p>
          <a:p>
            <a:pPr>
              <a:defRPr sz="1200"/>
            </a:pPr>
            <a:r>
              <a:t>D:/pasar_fix/node_modules/.bun/date-fns@4.1.0/node_modules/date-fns/getSeconds.d.ts</a:t>
            </a:r>
          </a:p>
          <a:p>
            <a:pPr>
              <a:defRPr sz="1200"/>
            </a:pPr>
            <a:r>
              <a:t>D:/pasar_fix/node_modules/.bun/date-fns@4.1.0/node_modules/date-fns/getSeconds.js</a:t>
            </a:r>
          </a:p>
          <a:p>
            <a:pPr>
              <a:defRPr sz="1200"/>
            </a:pPr>
            <a:r>
              <a:t>D:/pasar_fix/node_modules/.bun/date-fns@4.1.0/node_modules/date-fns/getTime.cjs</a:t>
            </a:r>
          </a:p>
          <a:p>
            <a:pPr>
              <a:defRPr sz="1200"/>
            </a:pPr>
            <a:r>
              <a:t>D:/pasar_fix/node_modules/.bun/date-fns@4.1.0/node_modules/date-fns/getTime.d.cts</a:t>
            </a:r>
          </a:p>
          <a:p>
            <a:pPr>
              <a:defRPr sz="1200"/>
            </a:pPr>
            <a:r>
              <a:t>D:/pasar_fix/node_modules/.bun/date-fns@4.1.0/node_modules/date-fns/getTime.d.ts</a:t>
            </a:r>
          </a:p>
          <a:p>
            <a:pPr>
              <a:defRPr sz="1200"/>
            </a:pPr>
            <a:r>
              <a:t>D:/pasar_fix/node_modules/.bun/date-fns@4.1.0/node_modules/date-fns/getTime.js</a:t>
            </a:r>
          </a:p>
          <a:p>
            <a:pPr>
              <a:defRPr sz="1200"/>
            </a:pPr>
            <a:r>
              <a:t>D:/pasar_fix/node_modules/.bun/date-fns@4.1.0/node_modules/date-fns/getUnixTime.cjs</a:t>
            </a:r>
          </a:p>
          <a:p>
            <a:pPr>
              <a:defRPr sz="1200"/>
            </a:pPr>
            <a:r>
              <a:t>D:/pasar_fix/node_modules/.bun/date-fns@4.1.0/node_modules/date-fns/getUnixTime.d.cts</a:t>
            </a:r>
          </a:p>
          <a:p>
            <a:pPr>
              <a:defRPr sz="1200"/>
            </a:pPr>
            <a:r>
              <a:t>D:/pasar_fix/node_modules/.bun/date-fns@4.1.0/node_modules/date-fns/getUnixTime.d.ts</a:t>
            </a:r>
          </a:p>
          <a:p>
            <a:pPr>
              <a:defRPr sz="1200"/>
            </a:pPr>
            <a:r>
              <a:t>D:/pasar_fix/node_modules/.bun/date-fns@4.1.0/node_modules/date-fns/getUnixTime.js</a:t>
            </a:r>
          </a:p>
          <a:p>
            <a:pPr>
              <a:defRPr sz="1200"/>
            </a:pPr>
            <a:r>
              <a:t>D:/pasar_fix/node_modules/.bun/date-fns@4.1.0/node_modules/date-fns/getWeek.cjs</a:t>
            </a:r>
          </a:p>
          <a:p>
            <a:pPr>
              <a:defRPr sz="1200"/>
            </a:pPr>
            <a:r>
              <a:t>D:/pasar_fix/node_modules/.bun/date-fns@4.1.0/node_modules/date-fns/getWeek.d.cts</a:t>
            </a:r>
          </a:p>
          <a:p>
            <a:pPr>
              <a:defRPr sz="1200"/>
            </a:pPr>
            <a:r>
              <a:t>D:/pasar_fix/node_modules/.bun/date-fns@4.1.0/node_modules/date-fns/getWeek.d.ts</a:t>
            </a:r>
          </a:p>
          <a:p>
            <a:pPr>
              <a:defRPr sz="1200"/>
            </a:pPr>
            <a:r>
              <a:t>D:/pasar_fix/node_modules/.bun/date-fns@4.1.0/node_modules/date-fns/getWeek.js</a:t>
            </a:r>
          </a:p>
          <a:p>
            <a:pPr>
              <a:defRPr sz="1200"/>
            </a:pPr>
            <a:r>
              <a:t>D:/pasar_fix/node_modules/.bun/date-fns@4.1.0/node_modules/date-fns/getWeekOfMonth.cjs</a:t>
            </a:r>
          </a:p>
          <a:p>
            <a:pPr>
              <a:defRPr sz="1200"/>
            </a:pPr>
            <a:r>
              <a:t>D:/pasar_fix/node_modules/.bun/date-fns@4.1.0/node_modules/date-fns/getWeekOfMonth.d.cts</a:t>
            </a:r>
          </a:p>
          <a:p>
            <a:pPr>
              <a:defRPr sz="1200"/>
            </a:pPr>
            <a:r>
              <a:t>D:/pasar_fix/node_modules/.bun/date-fns@4.1.0/node_modules/date-fns/getWeekOfMonth.d.ts</a:t>
            </a:r>
          </a:p>
          <a:p>
            <a:pPr>
              <a:defRPr sz="1200"/>
            </a:pPr>
            <a:r>
              <a:t>D:/pasar_fix/node_modules/.bun/date-fns@4.1.0/node_modules/date-fns/getWeekOfMonth.js</a:t>
            </a:r>
          </a:p>
          <a:p>
            <a:pPr>
              <a:defRPr sz="1200"/>
            </a:pPr>
            <a:r>
              <a:t>D:/pasar_fix/node_modules/.bun/date-fns@4.1.0/node_modules/date-fns/getWeeksInMonth.cjs</a:t>
            </a:r>
          </a:p>
          <a:p>
            <a:pPr>
              <a:defRPr sz="1200"/>
            </a:pPr>
            <a:r>
              <a:t>D:/pasar_fix/node_modules/.bun/date-fns@4.1.0/node_modules/date-fns/getWeeksInMonth.d.cts</a:t>
            </a:r>
          </a:p>
          <a:p>
            <a:pPr>
              <a:defRPr sz="1200"/>
            </a:pPr>
            <a:r>
              <a:t>D:/pasar_fix/node_modules/.bun/date-fns@4.1.0/node_modules/date-fns/getWeeksInMonth.d.ts</a:t>
            </a:r>
          </a:p>
          <a:p>
            <a:pPr>
              <a:defRPr sz="1200"/>
            </a:pPr>
            <a:r>
              <a:t>D:/pasar_fix/node_modules/.bun/date-fns@4.1.0/node_modules/date-fns/getWeeksInMonth.js</a:t>
            </a:r>
          </a:p>
          <a:p>
            <a:pPr>
              <a:defRPr sz="1200"/>
            </a:pPr>
            <a:r>
              <a:t>D:/pasar_fix/node_modules/.bun/date-fns@4.1.0/node_modules/date-fns/getWeekYear.cjs</a:t>
            </a:r>
          </a:p>
          <a:p>
            <a:pPr>
              <a:defRPr sz="1200"/>
            </a:pPr>
            <a:r>
              <a:t>D:/pasar_fix/node_modules/.bun/date-fns@4.1.0/node_modules/date-fns/getWeekYear.d.cts</a:t>
            </a:r>
          </a:p>
          <a:p>
            <a:pPr>
              <a:defRPr sz="1200"/>
            </a:pPr>
            <a:r>
              <a:t>D:/pasar_fix/node_modules/.bun/date-fns@4.1.0/node_modules/date-fns/getWeekYear.d.ts</a:t>
            </a:r>
          </a:p>
          <a:p>
            <a:pPr>
              <a:defRPr sz="1200"/>
            </a:pPr>
            <a:r>
              <a:t>D:/pasar_fix/node_modules/.bun/date-fns@4.1.0/node_modules/date-fns/getWeekYear.js</a:t>
            </a:r>
          </a:p>
          <a:p>
            <a:pPr>
              <a:defRPr sz="1200"/>
            </a:pPr>
            <a:r>
              <a:t>D:/pasar_fix/node_modules/.bun/date-fns@4.1.0/node_modules/date-fns/getYear.cjs</a:t>
            </a:r>
          </a:p>
          <a:p>
            <a:pPr>
              <a:defRPr sz="1200"/>
            </a:pPr>
            <a:r>
              <a:t>D:/pasar_fix/node_modules/.bun/date-fns@4.1.0/node_modules/date-fns/getYear.d.cts</a:t>
            </a:r>
          </a:p>
          <a:p>
            <a:pPr>
              <a:defRPr sz="1200"/>
            </a:pPr>
            <a:r>
              <a:t>D:/pasar_fix/node_modules/.bun/date-fns@4.1.0/node_modules/date-fns/getYear.d.ts</a:t>
            </a:r>
          </a:p>
          <a:p>
            <a:pPr>
              <a:defRPr sz="1200"/>
            </a:pPr>
            <a:r>
              <a:t>D:/pasar_fix/node_modules/.bun/date-fns@4.1.0/node_modules/date-fns/getYear.js</a:t>
            </a:r>
          </a:p>
          <a:p>
            <a:pPr>
              <a:defRPr sz="1200"/>
            </a:pPr>
            <a:r>
              <a:t>D:/pasar_fix/node_modules/.bun/date-fns@4.1.0/node_modules/date-fns/hoursToMilliseconds.cjs</a:t>
            </a:r>
          </a:p>
          <a:p>
            <a:pPr>
              <a:defRPr sz="1200"/>
            </a:pPr>
            <a:r>
              <a:t>D:/pasar_fix/node_modules/.bun/date-fns@4.1.0/node_modules/date-fns/hoursToMilliseconds.d.cts</a:t>
            </a:r>
          </a:p>
          <a:p>
            <a:pPr>
              <a:defRPr sz="1200"/>
            </a:pPr>
            <a:r>
              <a:t>D:/pasar_fix/node_modules/.bun/date-fns@4.1.0/node_modules/date-fns/hoursToMilliseconds.d.ts</a:t>
            </a:r>
          </a:p>
          <a:p>
            <a:pPr>
              <a:defRPr sz="1200"/>
            </a:pPr>
            <a:r>
              <a:t>D:/pasar_fix/node_modules/.bun/date-fns@4.1.0/node_modules/date-fns/hoursToMilliseconds.js</a:t>
            </a:r>
          </a:p>
          <a:p>
            <a:pPr>
              <a:defRPr sz="1200"/>
            </a:pPr>
            <a:r>
              <a:t>D:/pasar_fix/node_modules/.bun/date-fns@4.1.0/node_modules/date-fns/hoursToMinutes.cjs</a:t>
            </a:r>
          </a:p>
          <a:p>
            <a:pPr>
              <a:defRPr sz="1200"/>
            </a:pPr>
            <a:r>
              <a:t>D:/pasar_fix/node_modules/.bun/date-fns@4.1.0/node_modules/date-fns/hoursToMinutes.d.cts</a:t>
            </a:r>
          </a:p>
          <a:p>
            <a:pPr>
              <a:defRPr sz="1200"/>
            </a:pPr>
            <a:r>
              <a:t>D:/pasar_fix/node_modules/.bun/date-fns@4.1.0/node_modules/date-fns/hoursToMinutes.d.ts</a:t>
            </a:r>
          </a:p>
          <a:p>
            <a:pPr>
              <a:defRPr sz="1200"/>
            </a:pPr>
            <a:r>
              <a:t>D:/pasar_fix/node_modules/.bun/date-fns@4.1.0/node_modules/date-fns/hoursToMinutes.js</a:t>
            </a:r>
          </a:p>
          <a:p>
            <a:pPr>
              <a:defRPr sz="1200"/>
            </a:pPr>
            <a:r>
              <a:t>D:/pasar_fix/node_modules/.bun/date-fns@4.1.0/node_modules/date-fns/hoursToSeconds.cjs</a:t>
            </a:r>
          </a:p>
          <a:p>
            <a:pPr>
              <a:defRPr sz="1200"/>
            </a:pPr>
            <a:r>
              <a:t>D:/pasar_fix/node_modules/.bun/date-fns@4.1.0/node_modules/date-fns/hoursToSeconds.d.cts</a:t>
            </a:r>
          </a:p>
          <a:p>
            <a:pPr>
              <a:defRPr sz="1200"/>
            </a:pPr>
            <a:r>
              <a:t>D:/pasar_fix/node_modules/.bun/date-fns@4.1.0/node_modules/date-fns/hoursToSeconds.d.ts</a:t>
            </a:r>
          </a:p>
          <a:p>
            <a:pPr>
              <a:defRPr sz="1200"/>
            </a:pPr>
            <a:r>
              <a:t>D:/pasar_fix/node_modules/.bun/date-fns@4.1.0/node_modules/date-fns/hoursToSeconds.js</a:t>
            </a:r>
          </a:p>
          <a:p>
            <a:pPr>
              <a:defRPr sz="1200"/>
            </a:pPr>
            <a:r>
              <a:t>D:/pasar_fix/node_modules/.bun/date-fns@4.1.0/node_modules/date-fns/index.cjs</a:t>
            </a:r>
          </a:p>
          <a:p>
            <a:pPr>
              <a:defRPr sz="1200"/>
            </a:pPr>
            <a:r>
              <a:t>D:/pasar_fix/node_modules/.bun/date-fns@4.1.0/node_modules/date-fns/index.d.cts</a:t>
            </a:r>
          </a:p>
          <a:p>
            <a:pPr>
              <a:defRPr sz="1200"/>
            </a:pPr>
            <a:r>
              <a:t>D:/pasar_fix/node_modules/.bun/date-fns@4.1.0/node_modules/date-fns/index.d.ts</a:t>
            </a:r>
          </a:p>
          <a:p>
            <a:pPr>
              <a:defRPr sz="1200"/>
            </a:pPr>
            <a:r>
              <a:t>D:/pasar_fix/node_modules/.bun/date-fns@4.1.0/node_modules/date-fns/index.js</a:t>
            </a:r>
          </a:p>
          <a:p>
            <a:pPr>
              <a:defRPr sz="1200"/>
            </a:pPr>
            <a:r>
              <a:t>D:/pasar_fix/node_modules/.bun/date-fns@4.1.0/node_modules/date-fns/interval.cjs</a:t>
            </a:r>
          </a:p>
          <a:p>
            <a:pPr>
              <a:defRPr sz="1200"/>
            </a:pPr>
            <a:r>
              <a:t>D:/pasar_fix/node_modules/.bun/date-fns@4.1.0/node_modules/date-fns/interval.d.cts</a:t>
            </a:r>
          </a:p>
          <a:p>
            <a:pPr>
              <a:defRPr sz="1200"/>
            </a:pPr>
            <a:r>
              <a:t>D:/pasar_fix/node_modules/.bun/date-fns@4.1.0/node_modules/date-fns/interval.d.ts</a:t>
            </a:r>
          </a:p>
          <a:p>
            <a:pPr>
              <a:defRPr sz="1200"/>
            </a:pPr>
            <a:r>
              <a:t>D:/pasar_fix/node_modules/.bun/date-fns@4.1.0/node_modules/date-fns/interval.js</a:t>
            </a:r>
          </a:p>
          <a:p>
            <a:pPr>
              <a:defRPr sz="1200"/>
            </a:pPr>
            <a:r>
              <a:t>D:/pasar_fix/node_modules/.bun/date-fns@4.1.0/node_modules/date-fns/intervalToDuration.cjs</a:t>
            </a:r>
          </a:p>
          <a:p>
            <a:pPr>
              <a:defRPr sz="1200"/>
            </a:pPr>
            <a:r>
              <a:t>D:/pasar_fix/node_modules/.bun/date-fns@4.1.0/node_modules/date-fns/intervalToDuration.d.cts</a:t>
            </a:r>
          </a:p>
          <a:p>
            <a:pPr>
              <a:defRPr sz="1200"/>
            </a:pPr>
            <a:r>
              <a:t>D:/pasar_fix/node_modules/.bun/date-fns@4.1.0/node_modules/date-fns/intervalToDuration.d.ts</a:t>
            </a:r>
          </a:p>
          <a:p>
            <a:pPr>
              <a:defRPr sz="1200"/>
            </a:pPr>
            <a:r>
              <a:t>D:/pasar_fix/node_modules/.bun/date-fns@4.1.0/node_modules/date-fns/intervalToDuration.js</a:t>
            </a:r>
          </a:p>
          <a:p>
            <a:pPr>
              <a:defRPr sz="1200"/>
            </a:pPr>
            <a:r>
              <a:t>D:/pasar_fix/node_modules/.bun/date-fns@4.1.0/node_modules/date-fns/intlFormat.cjs</a:t>
            </a:r>
          </a:p>
          <a:p>
            <a:pPr>
              <a:defRPr sz="1200"/>
            </a:pPr>
            <a:r>
              <a:t>D:/pasar_fix/node_modules/.bun/date-fns@4.1.0/node_modules/date-fns/intlFormat.d.cts</a:t>
            </a:r>
          </a:p>
          <a:p>
            <a:pPr>
              <a:defRPr sz="1200"/>
            </a:pPr>
            <a:r>
              <a:t>D:/pasar_fix/node_modules/.bun/date-fns@4.1.0/node_modules/date-fns/intlFormat.d.ts</a:t>
            </a:r>
          </a:p>
          <a:p>
            <a:pPr>
              <a:defRPr sz="1200"/>
            </a:pPr>
            <a:r>
              <a:t>D:/pasar_fix/node_modules/.bun/date-fns@4.1.0/node_modules/date-fns/intlFormat.js</a:t>
            </a:r>
          </a:p>
          <a:p>
            <a:pPr>
              <a:defRPr sz="1200"/>
            </a:pPr>
            <a:r>
              <a:t>D:/pasar_fix/node_modules/.bun/date-fns@4.1.0/node_modules/date-fns/intlFormatDistance.cjs</a:t>
            </a:r>
          </a:p>
          <a:p>
            <a:pPr>
              <a:defRPr sz="1200"/>
            </a:pPr>
            <a:r>
              <a:t>D:/pasar_fix/node_modules/.bun/date-fns@4.1.0/node_modules/date-fns/intlFormatDistance.d.cts</a:t>
            </a:r>
          </a:p>
          <a:p>
            <a:pPr>
              <a:defRPr sz="1200"/>
            </a:pPr>
            <a:r>
              <a:t>D:/pasar_fix/node_modules/.bun/date-fns@4.1.0/node_modules/date-fns/intlFormatDistance.d.ts</a:t>
            </a:r>
          </a:p>
          <a:p>
            <a:pPr>
              <a:defRPr sz="1200"/>
            </a:pPr>
            <a:r>
              <a:t>D:/pasar_fix/node_modules/.bun/date-fns@4.1.0/node_modules/date-fns/intlFormatDistance.js</a:t>
            </a:r>
          </a:p>
          <a:p>
            <a:pPr>
              <a:defRPr sz="1200"/>
            </a:pPr>
            <a:r>
              <a:t>D:/pasar_fix/node_modules/.bun/date-fns@4.1.0/node_modules/date-fns/isAfter.cjs</a:t>
            </a:r>
          </a:p>
          <a:p>
            <a:pPr>
              <a:defRPr sz="1200"/>
            </a:pPr>
            <a:r>
              <a:t>D:/pasar_fix/node_modules/.bun/date-fns@4.1.0/node_modules/date-fns/isAfter.d.cts</a:t>
            </a:r>
          </a:p>
          <a:p>
            <a:pPr>
              <a:defRPr sz="1200"/>
            </a:pPr>
            <a:r>
              <a:t>D:/pasar_fix/node_modules/.bun/date-fns@4.1.0/node_modules/date-fns/isAfter.d.ts</a:t>
            </a:r>
          </a:p>
          <a:p>
            <a:pPr>
              <a:defRPr sz="1200"/>
            </a:pPr>
            <a:r>
              <a:t>D:/pasar_fix/node_modules/.bun/date-fns@4.1.0/node_modules/date-fns/isAfter.js</a:t>
            </a:r>
          </a:p>
          <a:p>
            <a:pPr>
              <a:defRPr sz="1200"/>
            </a:pPr>
            <a:r>
              <a:t>D:/pasar_fix/node_modules/.bun/date-fns@4.1.0/node_modules/date-fns/isBefore.cjs</a:t>
            </a:r>
          </a:p>
          <a:p>
            <a:pPr>
              <a:defRPr sz="1200"/>
            </a:pPr>
            <a:r>
              <a:t>D:/pasar_fix/node_modules/.bun/date-fns@4.1.0/node_modules/date-fns/isBefore.d.cts</a:t>
            </a:r>
          </a:p>
          <a:p>
            <a:pPr>
              <a:defRPr sz="1200"/>
            </a:pPr>
            <a:r>
              <a:t>D:/pasar_fix/node_modules/.bun/date-fns@4.1.0/node_modules/date-fns/isBefore.d.ts</a:t>
            </a:r>
          </a:p>
          <a:p>
            <a:pPr>
              <a:defRPr sz="1200"/>
            </a:pPr>
            <a:r>
              <a:t>D:/pasar_fix/node_modules/.bun/date-fns@4.1.0/node_modules/date-fns/isBefore.js</a:t>
            </a:r>
          </a:p>
          <a:p>
            <a:pPr>
              <a:defRPr sz="1200"/>
            </a:pPr>
            <a:r>
              <a:t>D:/pasar_fix/node_modules/.bun/date-fns@4.1.0/node_modules/date-fns/isDate.cjs</a:t>
            </a:r>
          </a:p>
          <a:p>
            <a:pPr>
              <a:defRPr sz="1200"/>
            </a:pPr>
            <a:r>
              <a:t>D:/pasar_fix/node_modules/.bun/date-fns@4.1.0/node_modules/date-fns/isDate.d.cts</a:t>
            </a:r>
          </a:p>
          <a:p>
            <a:pPr>
              <a:defRPr sz="1200"/>
            </a:pPr>
            <a:r>
              <a:t>D:/pasar_fix/node_modules/.bun/date-fns@4.1.0/node_modules/date-fns/isDate.d.ts</a:t>
            </a:r>
          </a:p>
          <a:p>
            <a:pPr>
              <a:defRPr sz="1200"/>
            </a:pPr>
            <a:r>
              <a:t>D:/pasar_fix/node_modules/.bun/date-fns@4.1.0/node_modules/date-fns/isDate.js</a:t>
            </a:r>
          </a:p>
          <a:p>
            <a:pPr>
              <a:defRPr sz="1200"/>
            </a:pPr>
            <a:r>
              <a:t>D:/pasar_fix/node_modules/.bun/date-fns@4.1.0/node_modules/date-fns/isEqual.cjs</a:t>
            </a:r>
          </a:p>
          <a:p>
            <a:pPr>
              <a:defRPr sz="1200"/>
            </a:pPr>
            <a:r>
              <a:t>D:/pasar_fix/node_modules/.bun/date-fns@4.1.0/node_modules/date-fns/isEqual.d.cts</a:t>
            </a:r>
          </a:p>
          <a:p>
            <a:pPr>
              <a:defRPr sz="1200"/>
            </a:pPr>
            <a:r>
              <a:t>D:/pasar_fix/node_modules/.bun/date-fns@4.1.0/node_modules/date-fns/isEqual.d.ts</a:t>
            </a:r>
          </a:p>
          <a:p>
            <a:pPr>
              <a:defRPr sz="1200"/>
            </a:pPr>
            <a:r>
              <a:t>D:/pasar_fix/node_modules/.bun/date-fns@4.1.0/node_modules/date-fns/isEqual.js</a:t>
            </a:r>
          </a:p>
          <a:p>
            <a:pPr>
              <a:defRPr sz="1200"/>
            </a:pPr>
            <a:r>
              <a:t>D:/pasar_fix/node_modules/.bun/date-fns@4.1.0/node_modules/date-fns/isExists.cjs</a:t>
            </a:r>
          </a:p>
          <a:p>
            <a:pPr>
              <a:defRPr sz="1200"/>
            </a:pPr>
            <a:r>
              <a:t>D:/pasar_fix/node_modules/.bun/date-fns@4.1.0/node_modules/date-fns/isExists.d.cts</a:t>
            </a:r>
          </a:p>
          <a:p>
            <a:pPr>
              <a:defRPr sz="1200"/>
            </a:pPr>
            <a:r>
              <a:t>D:/pasar_fix/node_modules/.bun/date-fns@4.1.0/node_modules/date-fns/isExists.d.ts</a:t>
            </a:r>
          </a:p>
          <a:p>
            <a:pPr>
              <a:defRPr sz="1200"/>
            </a:pPr>
            <a:r>
              <a:t>D:/pasar_fix/node_modules/.bun/date-fns@4.1.0/node_modules/date-fns/isExists.js</a:t>
            </a:r>
          </a:p>
          <a:p>
            <a:pPr>
              <a:defRPr sz="1200"/>
            </a:pPr>
            <a:r>
              <a:t>D:/pasar_fix/node_modules/.bun/date-fns@4.1.0/node_modules/date-fns/isFirstDayOfMonth.cjs</a:t>
            </a:r>
          </a:p>
          <a:p>
            <a:pPr>
              <a:defRPr sz="1200"/>
            </a:pPr>
            <a:r>
              <a:t>D:/pasar_fix/node_modules/.bun/date-fns@4.1.0/node_modules/date-fns/isFirstDayOfMonth.d.cts</a:t>
            </a:r>
          </a:p>
          <a:p>
            <a:pPr>
              <a:defRPr sz="1200"/>
            </a:pPr>
            <a:r>
              <a:t>D:/pasar_fix/node_modules/.bun/date-fns@4.1.0/node_modules/date-fns/isFirstDayOfMonth.d.ts</a:t>
            </a:r>
          </a:p>
          <a:p>
            <a:pPr>
              <a:defRPr sz="1200"/>
            </a:pPr>
            <a:r>
              <a:t>D:/pasar_fix/node_modules/.bun/date-fns@4.1.0/node_modules/date-fns/isFirstDayOfMonth.js</a:t>
            </a:r>
          </a:p>
          <a:p>
            <a:pPr>
              <a:defRPr sz="1200"/>
            </a:pPr>
            <a:r>
              <a:t>D:/pasar_fix/node_modules/.bun/date-fns@4.1.0/node_modules/date-fns/isFriday.cjs</a:t>
            </a:r>
          </a:p>
          <a:p>
            <a:pPr>
              <a:defRPr sz="1200"/>
            </a:pPr>
            <a:r>
              <a:t>D:/pasar_fix/node_modules/.bun/date-fns@4.1.0/node_modules/date-fns/isFriday.d.cts</a:t>
            </a:r>
          </a:p>
          <a:p>
            <a:pPr>
              <a:defRPr sz="1200"/>
            </a:pPr>
            <a:r>
              <a:t>D:/pasar_fix/node_modules/.bun/date-fns@4.1.0/node_modules/date-fns/isFriday.d.ts</a:t>
            </a:r>
          </a:p>
          <a:p>
            <a:pPr>
              <a:defRPr sz="1200"/>
            </a:pPr>
            <a:r>
              <a:t>D:/pasar_fix/node_modules/.bun/date-fns@4.1.0/node_modules/date-fns/isFriday.js</a:t>
            </a:r>
          </a:p>
          <a:p>
            <a:pPr>
              <a:defRPr sz="1200"/>
            </a:pPr>
            <a:r>
              <a:t>D:/pasar_fix/node_modules/.bun/date-fns@4.1.0/node_modules/date-fns/isFuture.cjs</a:t>
            </a:r>
          </a:p>
          <a:p>
            <a:pPr>
              <a:defRPr sz="1200"/>
            </a:pPr>
            <a:r>
              <a:t>D:/pasar_fix/node_modules/.bun/date-fns@4.1.0/node_modules/date-fns/isFuture.d.cts</a:t>
            </a:r>
          </a:p>
          <a:p>
            <a:pPr>
              <a:defRPr sz="1200"/>
            </a:pPr>
            <a:r>
              <a:t>D:/pasar_fix/node_modules/.bun/date-fns@4.1.0/node_modules/date-fns/isFuture.d.ts</a:t>
            </a:r>
          </a:p>
          <a:p>
            <a:pPr>
              <a:defRPr sz="1200"/>
            </a:pPr>
            <a:r>
              <a:t>D:/pasar_fix/node_modules/.bun/date-fns@4.1.0/node_modules/date-fns/isFuture.js</a:t>
            </a:r>
          </a:p>
          <a:p>
            <a:pPr>
              <a:defRPr sz="1200"/>
            </a:pPr>
            <a:r>
              <a:t>D:/pasar_fix/node_modules/.bun/date-fns@4.1.0/node_modules/date-fns/isLastDayOfMonth.cjs</a:t>
            </a:r>
          </a:p>
          <a:p>
            <a:pPr>
              <a:defRPr sz="1200"/>
            </a:pPr>
            <a:r>
              <a:t>D:/pasar_fix/node_modules/.bun/date-fns@4.1.0/node_modules/date-fns/isLastDayOfMonth.d.cts</a:t>
            </a:r>
          </a:p>
          <a:p>
            <a:pPr>
              <a:defRPr sz="1200"/>
            </a:pPr>
            <a:r>
              <a:t>D:/pasar_fix/node_modules/.bun/date-fns@4.1.0/node_modules/date-fns/isLastDayOfMonth.d.ts</a:t>
            </a:r>
          </a:p>
          <a:p>
            <a:pPr>
              <a:defRPr sz="1200"/>
            </a:pPr>
            <a:r>
              <a:t>D:/pasar_fix/node_modules/.bun/date-fns@4.1.0/node_modules/date-fns/isLastDayOfMonth.js</a:t>
            </a:r>
          </a:p>
          <a:p>
            <a:pPr>
              <a:defRPr sz="1200"/>
            </a:pPr>
            <a:r>
              <a:t>D:/pasar_fix/node_modules/.bun/date-fns@4.1.0/node_modules/date-fns/isLeapYear.cjs</a:t>
            </a:r>
          </a:p>
          <a:p>
            <a:pPr>
              <a:defRPr sz="1200"/>
            </a:pPr>
            <a:r>
              <a:t>D:/pasar_fix/node_modules/.bun/date-fns@4.1.0/node_modules/date-fns/isLeapYear.d.cts</a:t>
            </a:r>
          </a:p>
          <a:p>
            <a:pPr>
              <a:defRPr sz="1200"/>
            </a:pPr>
            <a:r>
              <a:t>D:/pasar_fix/node_modules/.bun/date-fns@4.1.0/node_modules/date-fns/isLeapYear.d.ts</a:t>
            </a:r>
          </a:p>
          <a:p>
            <a:pPr>
              <a:defRPr sz="1200"/>
            </a:pPr>
            <a:r>
              <a:t>D:/pasar_fix/node_modules/.bun/date-fns@4.1.0/node_modules/date-fns/isLeapYear.js</a:t>
            </a:r>
          </a:p>
          <a:p>
            <a:pPr>
              <a:defRPr sz="1200"/>
            </a:pPr>
            <a:r>
              <a:t>D:/pasar_fix/node_modules/.bun/date-fns@4.1.0/node_modules/date-fns/isMatch.cjs</a:t>
            </a:r>
          </a:p>
          <a:p>
            <a:pPr>
              <a:defRPr sz="1200"/>
            </a:pPr>
            <a:r>
              <a:t>D:/pasar_fix/node_modules/.bun/date-fns@4.1.0/node_modules/date-fns/isMatch.d.cts</a:t>
            </a:r>
          </a:p>
          <a:p>
            <a:pPr>
              <a:defRPr sz="1200"/>
            </a:pPr>
            <a:r>
              <a:t>D:/pasar_fix/node_modules/.bun/date-fns@4.1.0/node_modules/date-fns/isMatch.d.ts</a:t>
            </a:r>
          </a:p>
          <a:p>
            <a:pPr>
              <a:defRPr sz="1200"/>
            </a:pPr>
            <a:r>
              <a:t>D:/pasar_fix/node_modules/.bun/date-fns@4.1.0/node_modules/date-fns/isMatch.js</a:t>
            </a:r>
          </a:p>
          <a:p>
            <a:pPr>
              <a:defRPr sz="1200"/>
            </a:pPr>
            <a:r>
              <a:t>D:/pasar_fix/node_modules/.bun/date-fns@4.1.0/node_modules/date-fns/isMonday.cjs</a:t>
            </a:r>
          </a:p>
          <a:p>
            <a:pPr>
              <a:defRPr sz="1200"/>
            </a:pPr>
            <a:r>
              <a:t>D:/pasar_fix/node_modules/.bun/date-fns@4.1.0/node_modules/date-fns/isMonday.d.cts</a:t>
            </a:r>
          </a:p>
          <a:p>
            <a:pPr>
              <a:defRPr sz="1200"/>
            </a:pPr>
            <a:r>
              <a:t>D:/pasar_fix/node_modules/.bun/date-fns@4.1.0/node_modules/date-fns/isMonday.d.ts</a:t>
            </a:r>
          </a:p>
          <a:p>
            <a:pPr>
              <a:defRPr sz="1200"/>
            </a:pPr>
            <a:r>
              <a:t>D:/pasar_fix/node_modules/.bun/date-fns@4.1.0/node_modules/date-fns/isMonday.js</a:t>
            </a:r>
          </a:p>
          <a:p>
            <a:pPr>
              <a:defRPr sz="1200"/>
            </a:pPr>
            <a:r>
              <a:t>D:/pasar_fix/node_modules/.bun/date-fns@4.1.0/node_modules/date-fns/isPast.cjs</a:t>
            </a:r>
          </a:p>
          <a:p>
            <a:pPr>
              <a:defRPr sz="1200"/>
            </a:pPr>
            <a:r>
              <a:t>D:/pasar_fix/node_modules/.bun/date-fns@4.1.0/node_modules/date-fns/isPast.d.cts</a:t>
            </a:r>
          </a:p>
          <a:p>
            <a:pPr>
              <a:defRPr sz="1200"/>
            </a:pPr>
            <a:r>
              <a:t>D:/pasar_fix/node_modules/.bun/date-fns@4.1.0/node_modules/date-fns/isPast.d.ts</a:t>
            </a:r>
          </a:p>
          <a:p>
            <a:pPr>
              <a:defRPr sz="1200"/>
            </a:pPr>
            <a:r>
              <a:t>D:/pasar_fix/node_modules/.bun/date-fns@4.1.0/node_modules/date-fns/isPast.js</a:t>
            </a:r>
          </a:p>
          <a:p>
            <a:pPr>
              <a:defRPr sz="1200"/>
            </a:pPr>
            <a:r>
              <a:t>D:/pasar_fix/node_modules/.bun/date-fns@4.1.0/node_modules/date-fns/isSameDay.cjs</a:t>
            </a:r>
          </a:p>
          <a:p>
            <a:pPr>
              <a:defRPr sz="1200"/>
            </a:pPr>
            <a:r>
              <a:t>D:/pasar_fix/node_modules/.bun/date-fns@4.1.0/node_modules/date-fns/isSameDay.d.cts</a:t>
            </a:r>
          </a:p>
          <a:p>
            <a:pPr>
              <a:defRPr sz="1200"/>
            </a:pPr>
            <a:r>
              <a:t>D:/pasar_fix/node_modules/.bun/date-fns@4.1.0/node_modules/date-fns/isSameDay.d.ts</a:t>
            </a:r>
          </a:p>
          <a:p>
            <a:pPr>
              <a:defRPr sz="1200"/>
            </a:pPr>
            <a:r>
              <a:t>D:/pasar_fix/node_modules/.bun/date-fns@4.1.0/node_modules/date-fns/isSameDay.js</a:t>
            </a:r>
          </a:p>
          <a:p>
            <a:pPr>
              <a:defRPr sz="1200"/>
            </a:pPr>
            <a:r>
              <a:t>D:/pasar_fix/node_modules/.bun/date-fns@4.1.0/node_modules/date-fns/isSameHour.cjs</a:t>
            </a:r>
          </a:p>
          <a:p>
            <a:pPr>
              <a:defRPr sz="1200"/>
            </a:pPr>
            <a:r>
              <a:t>D:/pasar_fix/node_modules/.bun/date-fns@4.1.0/node_modules/date-fns/isSameHour.d.cts</a:t>
            </a:r>
          </a:p>
          <a:p>
            <a:pPr>
              <a:defRPr sz="1200"/>
            </a:pPr>
            <a:r>
              <a:t>D:/pasar_fix/node_modules/.bun/date-fns@4.1.0/node_modules/date-fns/isSameHour.d.ts</a:t>
            </a:r>
          </a:p>
          <a:p>
            <a:pPr>
              <a:defRPr sz="1200"/>
            </a:pPr>
            <a:r>
              <a:t>D:/pasar_fix/node_modules/.bun/date-fns@4.1.0/node_modules/date-fns/isSameHour.js</a:t>
            </a:r>
          </a:p>
          <a:p>
            <a:pPr>
              <a:defRPr sz="1200"/>
            </a:pPr>
            <a:r>
              <a:t>D:/pasar_fix/node_modules/.bun/date-fns@4.1.0/node_modules/date-fns/isSameISOWeek.cjs</a:t>
            </a:r>
          </a:p>
          <a:p>
            <a:pPr>
              <a:defRPr sz="1200"/>
            </a:pPr>
            <a:r>
              <a:t>D:/pasar_fix/node_modules/.bun/date-fns@4.1.0/node_modules/date-fns/isSameISOWeek.d.cts</a:t>
            </a:r>
          </a:p>
          <a:p>
            <a:pPr>
              <a:defRPr sz="1200"/>
            </a:pPr>
            <a:r>
              <a:t>D:/pasar_fix/node_modules/.bun/date-fns@4.1.0/node_modules/date-fns/isSameISOWeek.d.ts</a:t>
            </a:r>
          </a:p>
          <a:p>
            <a:pPr>
              <a:defRPr sz="1200"/>
            </a:pPr>
            <a:r>
              <a:t>D:/pasar_fix/node_modules/.bun/date-fns@4.1.0/node_modules/date-fns/isSameISOWeek.js</a:t>
            </a:r>
          </a:p>
          <a:p>
            <a:pPr>
              <a:defRPr sz="1200"/>
            </a:pPr>
            <a:r>
              <a:t>D:/pasar_fix/node_modules/.bun/date-fns@4.1.0/node_modules/date-fns/isSameISOWeekYear.cjs</a:t>
            </a:r>
          </a:p>
          <a:p>
            <a:pPr>
              <a:defRPr sz="1200"/>
            </a:pPr>
            <a:r>
              <a:t>D:/pasar_fix/node_modules/.bun/date-fns@4.1.0/node_modules/date-fns/isSameISOWeekYear.d.cts</a:t>
            </a:r>
          </a:p>
          <a:p>
            <a:pPr>
              <a:defRPr sz="1200"/>
            </a:pPr>
            <a:r>
              <a:t>D:/pasar_fix/node_modules/.bun/date-fns@4.1.0/node_modules/date-fns/isSameISOWeekYear.d.ts</a:t>
            </a:r>
          </a:p>
          <a:p>
            <a:pPr>
              <a:defRPr sz="1200"/>
            </a:pPr>
            <a:r>
              <a:t>D:/pasar_fix/node_modules/.bun/date-fns@4.1.0/node_modules/date-fns/isSameISOWeekYear.js</a:t>
            </a:r>
          </a:p>
          <a:p>
            <a:pPr>
              <a:defRPr sz="1200"/>
            </a:pPr>
            <a:r>
              <a:t>D:/pasar_fix/node_modules/.bun/date-fns@4.1.0/node_modules/date-fns/isSameMinute.cjs</a:t>
            </a:r>
          </a:p>
          <a:p>
            <a:pPr>
              <a:defRPr sz="1200"/>
            </a:pPr>
            <a:r>
              <a:t>D:/pasar_fix/node_modules/.bun/date-fns@4.1.0/node_modules/date-fns/isSameMinute.d.cts</a:t>
            </a:r>
          </a:p>
          <a:p>
            <a:pPr>
              <a:defRPr sz="1200"/>
            </a:pPr>
            <a:r>
              <a:t>D:/pasar_fix/node_modules/.bun/date-fns@4.1.0/node_modules/date-fns/isSameMinute.d.ts</a:t>
            </a:r>
          </a:p>
          <a:p>
            <a:pPr>
              <a:defRPr sz="1200"/>
            </a:pPr>
            <a:r>
              <a:t>D:/pasar_fix/node_modules/.bun/date-fns@4.1.0/node_modules/date-fns/isSameMinute.js</a:t>
            </a:r>
          </a:p>
          <a:p>
            <a:pPr>
              <a:defRPr sz="1200"/>
            </a:pPr>
            <a:r>
              <a:t>D:/pasar_fix/node_modules/.bun/date-fns@4.1.0/node_modules/date-fns/isSameMonth.cjs</a:t>
            </a:r>
          </a:p>
          <a:p>
            <a:pPr>
              <a:defRPr sz="1200"/>
            </a:pPr>
            <a:r>
              <a:t>D:/pasar_fix/node_modules/.bun/date-fns@4.1.0/node_modules/date-fns/isSameMonth.d.cts</a:t>
            </a:r>
          </a:p>
          <a:p>
            <a:pPr>
              <a:defRPr sz="1200"/>
            </a:pPr>
            <a:r>
              <a:t>D:/pasar_fix/node_modules/.bun/date-fns@4.1.0/node_modules/date-fns/isSameMonth.d.ts</a:t>
            </a:r>
          </a:p>
          <a:p>
            <a:pPr>
              <a:defRPr sz="1200"/>
            </a:pPr>
            <a:r>
              <a:t>D:/pasar_fix/node_modules/.bun/date-fns@4.1.0/node_modules/date-fns/isSameMonth.js</a:t>
            </a:r>
          </a:p>
          <a:p>
            <a:pPr>
              <a:defRPr sz="1200"/>
            </a:pPr>
            <a:r>
              <a:t>D:/pasar_fix/node_modules/.bun/date-fns@4.1.0/node_modules/date-fns/isSameQuarter.cjs</a:t>
            </a:r>
          </a:p>
          <a:p>
            <a:pPr>
              <a:defRPr sz="1200"/>
            </a:pPr>
            <a:r>
              <a:t>D:/pasar_fix/node_modules/.bun/date-fns@4.1.0/node_modules/date-fns/isSameQuarter.d.cts</a:t>
            </a:r>
          </a:p>
          <a:p>
            <a:pPr>
              <a:defRPr sz="1200"/>
            </a:pPr>
            <a:r>
              <a:t>D:/pasar_fix/node_modules/.bun/date-fns@4.1.0/node_modules/date-fns/isSameQuarter.d.ts</a:t>
            </a:r>
          </a:p>
          <a:p>
            <a:pPr>
              <a:defRPr sz="1200"/>
            </a:pPr>
            <a:r>
              <a:t>D:/pasar_fix/node_modules/.bun/date-fns@4.1.0/node_modules/date-fns/isSameQuarter.js</a:t>
            </a:r>
          </a:p>
          <a:p>
            <a:pPr>
              <a:defRPr sz="1200"/>
            </a:pPr>
            <a:r>
              <a:t>D:/pasar_fix/node_modules/.bun/date-fns@4.1.0/node_modules/date-fns/isSameSecond.cjs</a:t>
            </a:r>
          </a:p>
          <a:p>
            <a:pPr>
              <a:defRPr sz="1200"/>
            </a:pPr>
            <a:r>
              <a:t>D:/pasar_fix/node_modules/.bun/date-fns@4.1.0/node_modules/date-fns/isSameSecond.d.cts</a:t>
            </a:r>
          </a:p>
          <a:p>
            <a:pPr>
              <a:defRPr sz="1200"/>
            </a:pPr>
            <a:r>
              <a:t>D:/pasar_fix/node_modules/.bun/date-fns@4.1.0/node_modules/date-fns/isSameSecond.d.ts</a:t>
            </a:r>
          </a:p>
          <a:p>
            <a:pPr>
              <a:defRPr sz="1200"/>
            </a:pPr>
            <a:r>
              <a:t>D:/pasar_fix/node_modules/.bun/date-fns@4.1.0/node_modules/date-fns/isSameSecond.js</a:t>
            </a:r>
          </a:p>
          <a:p>
            <a:pPr>
              <a:defRPr sz="1200"/>
            </a:pPr>
            <a:r>
              <a:t>D:/pasar_fix/node_modules/.bun/date-fns@4.1.0/node_modules/date-fns/isSameWeek.cjs</a:t>
            </a:r>
          </a:p>
          <a:p>
            <a:pPr>
              <a:defRPr sz="1200"/>
            </a:pPr>
            <a:r>
              <a:t>D:/pasar_fix/node_modules/.bun/date-fns@4.1.0/node_modules/date-fns/isSameWeek.d.cts</a:t>
            </a:r>
          </a:p>
          <a:p>
            <a:pPr>
              <a:defRPr sz="1200"/>
            </a:pPr>
            <a:r>
              <a:t>D:/pasar_fix/node_modules/.bun/date-fns@4.1.0/node_modules/date-fns/isSameWeek.d.ts</a:t>
            </a:r>
          </a:p>
          <a:p>
            <a:pPr>
              <a:defRPr sz="1200"/>
            </a:pPr>
            <a:r>
              <a:t>D:/pasar_fix/node_modules/.bun/date-fns@4.1.0/node_modules/date-fns/isSameWeek.js</a:t>
            </a:r>
          </a:p>
          <a:p>
            <a:pPr>
              <a:defRPr sz="1200"/>
            </a:pPr>
            <a:r>
              <a:t>D:/pasar_fix/node_modules/.bun/date-fns@4.1.0/node_modules/date-fns/isSameYear.cjs</a:t>
            </a:r>
          </a:p>
          <a:p>
            <a:pPr>
              <a:defRPr sz="1200"/>
            </a:pPr>
            <a:r>
              <a:t>D:/pasar_fix/node_modules/.bun/date-fns@4.1.0/node_modules/date-fns/isSameYear.d.cts</a:t>
            </a:r>
          </a:p>
          <a:p>
            <a:pPr>
              <a:defRPr sz="1200"/>
            </a:pPr>
            <a:r>
              <a:t>D:/pasar_fix/node_modules/.bun/date-fns@4.1.0/node_modules/date-fns/isSameYear.d.ts</a:t>
            </a:r>
          </a:p>
          <a:p>
            <a:pPr>
              <a:defRPr sz="1200"/>
            </a:pPr>
            <a:r>
              <a:t>D:/pasar_fix/node_modules/.bun/date-fns@4.1.0/node_modules/date-fns/isSameYear.js</a:t>
            </a:r>
          </a:p>
          <a:p>
            <a:pPr>
              <a:defRPr sz="1200"/>
            </a:pPr>
            <a:r>
              <a:t>D:/pasar_fix/node_modules/.bun/date-fns@4.1.0/node_modules/date-fns/isSaturday.cjs</a:t>
            </a:r>
          </a:p>
          <a:p>
            <a:pPr>
              <a:defRPr sz="1200"/>
            </a:pPr>
            <a:r>
              <a:t>D:/pasar_fix/node_modules/.bun/date-fns@4.1.0/node_modules/date-fns/isSaturday.d.cts</a:t>
            </a:r>
          </a:p>
          <a:p>
            <a:pPr>
              <a:defRPr sz="1200"/>
            </a:pPr>
            <a:r>
              <a:t>D:/pasar_fix/node_modules/.bun/date-fns@4.1.0/node_modules/date-fns/isSaturday.d.ts</a:t>
            </a:r>
          </a:p>
          <a:p>
            <a:pPr>
              <a:defRPr sz="1200"/>
            </a:pPr>
            <a:r>
              <a:t>D:/pasar_fix/node_modules/.bun/date-fns@4.1.0/node_modules/date-fns/isSaturday.js</a:t>
            </a:r>
          </a:p>
          <a:p>
            <a:pPr>
              <a:defRPr sz="1200"/>
            </a:pPr>
            <a:r>
              <a:t>D:/pasar_fix/node_modules/.bun/date-fns@4.1.0/node_modules/date-fns/isSunday.cjs</a:t>
            </a:r>
          </a:p>
          <a:p>
            <a:pPr>
              <a:defRPr sz="1200"/>
            </a:pPr>
            <a:r>
              <a:t>D:/pasar_fix/node_modules/.bun/date-fns@4.1.0/node_modules/date-fns/isSunday.d.cts</a:t>
            </a:r>
          </a:p>
          <a:p>
            <a:pPr>
              <a:defRPr sz="1200"/>
            </a:pPr>
            <a:r>
              <a:t>D:/pasar_fix/node_modules/.bun/date-fns@4.1.0/node_modules/date-fns/isSunday.d.ts</a:t>
            </a:r>
          </a:p>
          <a:p>
            <a:pPr>
              <a:defRPr sz="1200"/>
            </a:pPr>
            <a:r>
              <a:t>D:/pasar_fix/node_modules/.bun/date-fns@4.1.0/node_modules/date-fns/isSunday.js</a:t>
            </a:r>
          </a:p>
          <a:p>
            <a:pPr>
              <a:defRPr sz="1200"/>
            </a:pPr>
            <a:r>
              <a:t>D:/pasar_fix/node_modules/.bun/date-fns@4.1.0/node_modules/date-fns/isThisHour.cjs</a:t>
            </a:r>
          </a:p>
          <a:p>
            <a:pPr>
              <a:defRPr sz="1200"/>
            </a:pPr>
            <a:r>
              <a:t>D:/pasar_fix/node_modules/.bun/date-fns@4.1.0/node_modules/date-fns/isThisHour.d.cts</a:t>
            </a:r>
          </a:p>
          <a:p>
            <a:pPr>
              <a:defRPr sz="1200"/>
            </a:pPr>
            <a:r>
              <a:t>D:/pasar_fix/node_modules/.bun/date-fns@4.1.0/node_modules/date-fns/isThisHour.d.ts</a:t>
            </a:r>
          </a:p>
          <a:p>
            <a:pPr>
              <a:defRPr sz="1200"/>
            </a:pPr>
            <a:r>
              <a:t>D:/pasar_fix/node_modules/.bun/date-fns@4.1.0/node_modules/date-fns/isThisHour.js</a:t>
            </a:r>
          </a:p>
          <a:p>
            <a:pPr>
              <a:defRPr sz="1200"/>
            </a:pPr>
            <a:r>
              <a:t>D:/pasar_fix/node_modules/.bun/date-fns@4.1.0/node_modules/date-fns/isThisISOWeek.cjs</a:t>
            </a:r>
          </a:p>
          <a:p>
            <a:pPr>
              <a:defRPr sz="1200"/>
            </a:pPr>
            <a:r>
              <a:t>D:/pasar_fix/node_modules/.bun/date-fns@4.1.0/node_modules/date-fns/isThisISOWeek.d.cts</a:t>
            </a:r>
          </a:p>
          <a:p>
            <a:pPr>
              <a:defRPr sz="1200"/>
            </a:pPr>
            <a:r>
              <a:t>D:/pasar_fix/node_modules/.bun/date-fns@4.1.0/node_modules/date-fns/isThisISOWeek.d.ts</a:t>
            </a:r>
          </a:p>
          <a:p>
            <a:pPr>
              <a:defRPr sz="1200"/>
            </a:pPr>
            <a:r>
              <a:t>D:/pasar_fix/node_modules/.bun/date-fns@4.1.0/node_modules/date-fns/isThisISOWeek.js</a:t>
            </a:r>
          </a:p>
          <a:p>
            <a:pPr>
              <a:defRPr sz="1200"/>
            </a:pPr>
            <a:r>
              <a:t>D:/pasar_fix/node_modules/.bun/date-fns@4.1.0/node_modules/date-fns/isThisMinute.cjs</a:t>
            </a:r>
          </a:p>
          <a:p>
            <a:pPr>
              <a:defRPr sz="1200"/>
            </a:pPr>
            <a:r>
              <a:t>D:/pasar_fix/node_modules/.bun/date-fns@4.1.0/node_modules/date-fns/isThisMinute.d.cts</a:t>
            </a:r>
          </a:p>
          <a:p>
            <a:pPr>
              <a:defRPr sz="1200"/>
            </a:pPr>
            <a:r>
              <a:t>D:/pasar_fix/node_modules/.bun/date-fns@4.1.0/node_modules/date-fns/isThisMinute.d.ts</a:t>
            </a:r>
          </a:p>
          <a:p>
            <a:pPr>
              <a:defRPr sz="1200"/>
            </a:pPr>
            <a:r>
              <a:t>D:/pasar_fix/node_modules/.bun/date-fns@4.1.0/node_modules/date-fns/isThisMinute.js</a:t>
            </a:r>
          </a:p>
          <a:p>
            <a:pPr>
              <a:defRPr sz="1200"/>
            </a:pPr>
            <a:r>
              <a:t>D:/pasar_fix/node_modules/.bun/date-fns@4.1.0/node_modules/date-fns/isThisMonth.cjs</a:t>
            </a:r>
          </a:p>
          <a:p>
            <a:pPr>
              <a:defRPr sz="1200"/>
            </a:pPr>
            <a:r>
              <a:t>D:/pasar_fix/node_modules/.bun/date-fns@4.1.0/node_modules/date-fns/isThisMonth.d.cts</a:t>
            </a:r>
          </a:p>
          <a:p>
            <a:pPr>
              <a:defRPr sz="1200"/>
            </a:pPr>
            <a:r>
              <a:t>D:/pasar_fix/node_modules/.bun/date-fns@4.1.0/node_modules/date-fns/isThisMonth.d.ts</a:t>
            </a:r>
          </a:p>
          <a:p>
            <a:pPr>
              <a:defRPr sz="1200"/>
            </a:pPr>
            <a:r>
              <a:t>D:/pasar_fix/node_modules/.bun/date-fns@4.1.0/node_modules/date-fns/isThisMonth.js</a:t>
            </a:r>
          </a:p>
          <a:p>
            <a:pPr>
              <a:defRPr sz="1200"/>
            </a:pPr>
            <a:r>
              <a:t>D:/pasar_fix/node_modules/.bun/date-fns@4.1.0/node_modules/date-fns/isThisQuarter.cjs</a:t>
            </a:r>
          </a:p>
          <a:p>
            <a:pPr>
              <a:defRPr sz="1200"/>
            </a:pPr>
            <a:r>
              <a:t>D:/pasar_fix/node_modules/.bun/date-fns@4.1.0/node_modules/date-fns/isThisQuarter.d.cts</a:t>
            </a:r>
          </a:p>
          <a:p>
            <a:pPr>
              <a:defRPr sz="1200"/>
            </a:pPr>
            <a:r>
              <a:t>D:/pasar_fix/node_modules/.bun/date-fns@4.1.0/node_modules/date-fns/isThisQuarter.d.ts</a:t>
            </a:r>
          </a:p>
          <a:p>
            <a:pPr>
              <a:defRPr sz="1200"/>
            </a:pPr>
            <a:r>
              <a:t>D:/pasar_fix/node_modules/.bun/date-fns@4.1.0/node_modules/date-fns/isThisQuarter.js</a:t>
            </a:r>
          </a:p>
          <a:p>
            <a:pPr>
              <a:defRPr sz="1200"/>
            </a:pPr>
            <a:r>
              <a:t>D:/pasar_fix/node_modules/.bun/date-fns@4.1.0/node_modules/date-fns/isThisSecond.cjs</a:t>
            </a:r>
          </a:p>
          <a:p>
            <a:pPr>
              <a:defRPr sz="1200"/>
            </a:pPr>
            <a:r>
              <a:t>D:/pasar_fix/node_modules/.bun/date-fns@4.1.0/node_modules/date-fns/isThisSecond.d.cts</a:t>
            </a:r>
          </a:p>
          <a:p>
            <a:pPr>
              <a:defRPr sz="1200"/>
            </a:pPr>
            <a:r>
              <a:t>D:/pasar_fix/node_modules/.bun/date-fns@4.1.0/node_modules/date-fns/isThisSecond.d.ts</a:t>
            </a:r>
          </a:p>
          <a:p>
            <a:pPr>
              <a:defRPr sz="1200"/>
            </a:pPr>
            <a:r>
              <a:t>D:/pasar_fix/node_modules/.bun/date-fns@4.1.0/node_modules/date-fns/isThisSecond.js</a:t>
            </a:r>
          </a:p>
          <a:p>
            <a:pPr>
              <a:defRPr sz="1200"/>
            </a:pPr>
            <a:r>
              <a:t>D:/pasar_fix/node_modules/.bun/date-fns@4.1.0/node_modules/date-fns/isThisWeek.cjs</a:t>
            </a:r>
          </a:p>
          <a:p>
            <a:pPr>
              <a:defRPr sz="1200"/>
            </a:pPr>
            <a:r>
              <a:t>D:/pasar_fix/node_modules/.bun/date-fns@4.1.0/node_modules/date-fns/isThisWeek.d.cts</a:t>
            </a:r>
          </a:p>
          <a:p>
            <a:pPr>
              <a:defRPr sz="1200"/>
            </a:pPr>
            <a:r>
              <a:t>D:/pasar_fix/node_modules/.bun/date-fns@4.1.0/node_modules/date-fns/isThisWeek.d.ts</a:t>
            </a:r>
          </a:p>
          <a:p>
            <a:pPr>
              <a:defRPr sz="1200"/>
            </a:pPr>
            <a:r>
              <a:t>D:/pasar_fix/node_modules/.bun/date-fns@4.1.0/node_modules/date-fns/isThisWeek.js</a:t>
            </a:r>
          </a:p>
          <a:p>
            <a:pPr>
              <a:defRPr sz="1200"/>
            </a:pPr>
            <a:r>
              <a:t>D:/pasar_fix/node_modules/.bun/date-fns@4.1.0/node_modules/date-fns/isThisYear.cjs</a:t>
            </a:r>
          </a:p>
          <a:p>
            <a:pPr>
              <a:defRPr sz="1200"/>
            </a:pPr>
            <a:r>
              <a:t>D:/pasar_fix/node_modules/.bun/date-fns@4.1.0/node_modules/date-fns/isThisYear.d.cts</a:t>
            </a:r>
          </a:p>
          <a:p>
            <a:pPr>
              <a:defRPr sz="1200"/>
            </a:pPr>
            <a:r>
              <a:t>D:/pasar_fix/node_modules/.bun/date-fns@4.1.0/node_modules/date-fns/isThisYear.d.ts</a:t>
            </a:r>
          </a:p>
          <a:p>
            <a:pPr>
              <a:defRPr sz="1200"/>
            </a:pPr>
            <a:r>
              <a:t>D:/pasar_fix/node_modules/.bun/date-fns@4.1.0/node_modules/date-fns/isThisYear.js</a:t>
            </a:r>
          </a:p>
          <a:p>
            <a:pPr>
              <a:defRPr sz="1200"/>
            </a:pPr>
            <a:r>
              <a:t>D:/pasar_fix/node_modules/.bun/date-fns@4.1.0/node_modules/date-fns/isThursday.cjs</a:t>
            </a:r>
          </a:p>
          <a:p>
            <a:pPr>
              <a:defRPr sz="1200"/>
            </a:pPr>
            <a:r>
              <a:t>D:/pasar_fix/node_modules/.bun/date-fns@4.1.0/node_modules/date-fns/isThursday.d.cts</a:t>
            </a:r>
          </a:p>
          <a:p>
            <a:pPr>
              <a:defRPr sz="1200"/>
            </a:pPr>
            <a:r>
              <a:t>D:/pasar_fix/node_modules/.bun/date-fns@4.1.0/node_modules/date-fns/isThursday.d.ts</a:t>
            </a:r>
          </a:p>
          <a:p>
            <a:pPr>
              <a:defRPr sz="1200"/>
            </a:pPr>
            <a:r>
              <a:t>D:/pasar_fix/node_modules/.bun/date-fns@4.1.0/node_modules/date-fns/isThursday.js</a:t>
            </a:r>
          </a:p>
          <a:p>
            <a:pPr>
              <a:defRPr sz="1200"/>
            </a:pPr>
            <a:r>
              <a:t>D:/pasar_fix/node_modules/.bun/date-fns@4.1.0/node_modules/date-fns/isToday.cjs</a:t>
            </a:r>
          </a:p>
          <a:p>
            <a:pPr>
              <a:defRPr sz="1200"/>
            </a:pPr>
            <a:r>
              <a:t>D:/pasar_fix/node_modules/.bun/date-fns@4.1.0/node_modules/date-fns/isToday.d.cts</a:t>
            </a:r>
          </a:p>
          <a:p>
            <a:pPr>
              <a:defRPr sz="1200"/>
            </a:pPr>
            <a:r>
              <a:t>D:/pasar_fix/node_modules/.bun/date-fns@4.1.0/node_modules/date-fns/isToday.d.ts</a:t>
            </a:r>
          </a:p>
          <a:p>
            <a:pPr>
              <a:defRPr sz="1200"/>
            </a:pPr>
            <a:r>
              <a:t>D:/pasar_fix/node_modules/.bun/date-fns@4.1.0/node_modules/date-fns/isToday.js</a:t>
            </a:r>
          </a:p>
          <a:p>
            <a:pPr>
              <a:defRPr sz="1200"/>
            </a:pPr>
            <a:r>
              <a:t>D:/pasar_fix/node_modules/.bun/date-fns@4.1.0/node_modules/date-fns/isTomorrow.cjs</a:t>
            </a:r>
          </a:p>
          <a:p>
            <a:pPr>
              <a:defRPr sz="1200"/>
            </a:pPr>
            <a:r>
              <a:t>D:/pasar_fix/node_modules/.bun/date-fns@4.1.0/node_modules/date-fns/isTomorrow.d.cts</a:t>
            </a:r>
          </a:p>
          <a:p>
            <a:pPr>
              <a:defRPr sz="1200"/>
            </a:pPr>
            <a:r>
              <a:t>D:/pasar_fix/node_modules/.bun/date-fns@4.1.0/node_modules/date-fns/isTomorrow.d.ts</a:t>
            </a:r>
          </a:p>
          <a:p>
            <a:pPr>
              <a:defRPr sz="1200"/>
            </a:pPr>
            <a:r>
              <a:t>D:/pasar_fix/node_modules/.bun/date-fns@4.1.0/node_modules/date-fns/isTomorrow.js</a:t>
            </a:r>
          </a:p>
          <a:p>
            <a:pPr>
              <a:defRPr sz="1200"/>
            </a:pPr>
            <a:r>
              <a:t>D:/pasar_fix/node_modules/.bun/date-fns@4.1.0/node_modules/date-fns/isTuesday.cjs</a:t>
            </a:r>
          </a:p>
          <a:p>
            <a:pPr>
              <a:defRPr sz="1200"/>
            </a:pPr>
            <a:r>
              <a:t>D:/pasar_fix/node_modules/.bun/date-fns@4.1.0/node_modules/date-fns/isTuesday.d.cts</a:t>
            </a:r>
          </a:p>
          <a:p>
            <a:pPr>
              <a:defRPr sz="1200"/>
            </a:pPr>
            <a:r>
              <a:t>D:/pasar_fix/node_modules/.bun/date-fns@4.1.0/node_modules/date-fns/isTuesday.d.ts</a:t>
            </a:r>
          </a:p>
          <a:p>
            <a:pPr>
              <a:defRPr sz="1200"/>
            </a:pPr>
            <a:r>
              <a:t>D:/pasar_fix/node_modules/.bun/date-fns@4.1.0/node_modules/date-fns/isTuesday.js</a:t>
            </a:r>
          </a:p>
          <a:p>
            <a:pPr>
              <a:defRPr sz="1200"/>
            </a:pPr>
            <a:r>
              <a:t>D:/pasar_fix/node_modules/.bun/date-fns@4.1.0/node_modules/date-fns/isValid.cjs</a:t>
            </a:r>
          </a:p>
          <a:p>
            <a:pPr>
              <a:defRPr sz="1200"/>
            </a:pPr>
            <a:r>
              <a:t>D:/pasar_fix/node_modules/.bun/date-fns@4.1.0/node_modules/date-fns/isValid.d.cts</a:t>
            </a:r>
          </a:p>
          <a:p>
            <a:pPr>
              <a:defRPr sz="1200"/>
            </a:pPr>
            <a:r>
              <a:t>D:/pasar_fix/node_modules/.bun/date-fns@4.1.0/node_modules/date-fns/isValid.d.ts</a:t>
            </a:r>
          </a:p>
          <a:p>
            <a:pPr>
              <a:defRPr sz="1200"/>
            </a:pPr>
            <a:r>
              <a:t>D:/pasar_fix/node_modules/.bun/date-fns@4.1.0/node_modules/date-fns/isValid.js</a:t>
            </a:r>
          </a:p>
          <a:p>
            <a:pPr>
              <a:defRPr sz="1200"/>
            </a:pPr>
            <a:r>
              <a:t>D:/pasar_fix/node_modules/.bun/date-fns@4.1.0/node_modules/date-fns/isWednesday.cjs</a:t>
            </a:r>
          </a:p>
          <a:p>
            <a:pPr>
              <a:defRPr sz="1200"/>
            </a:pPr>
            <a:r>
              <a:t>D:/pasar_fix/node_modules/.bun/date-fns@4.1.0/node_modules/date-fns/isWednesday.d.cts</a:t>
            </a:r>
          </a:p>
          <a:p>
            <a:pPr>
              <a:defRPr sz="1200"/>
            </a:pPr>
            <a:r>
              <a:t>D:/pasar_fix/node_modules/.bun/date-fns@4.1.0/node_modules/date-fns/isWednesday.d.ts</a:t>
            </a:r>
          </a:p>
          <a:p>
            <a:pPr>
              <a:defRPr sz="1200"/>
            </a:pPr>
            <a:r>
              <a:t>D:/pasar_fix/node_modules/.bun/date-fns@4.1.0/node_modules/date-fns/isWednesday.js</a:t>
            </a:r>
          </a:p>
          <a:p>
            <a:pPr>
              <a:defRPr sz="1200"/>
            </a:pPr>
            <a:r>
              <a:t>D:/pasar_fix/node_modules/.bun/date-fns@4.1.0/node_modules/date-fns/isWeekend.cjs</a:t>
            </a:r>
          </a:p>
          <a:p>
            <a:pPr>
              <a:defRPr sz="1200"/>
            </a:pPr>
            <a:r>
              <a:t>D:/pasar_fix/node_modules/.bun/date-fns@4.1.0/node_modules/date-fns/isWeekend.d.cts</a:t>
            </a:r>
          </a:p>
          <a:p>
            <a:pPr>
              <a:defRPr sz="1200"/>
            </a:pPr>
            <a:r>
              <a:t>D:/pasar_fix/node_modules/.bun/date-fns@4.1.0/node_modules/date-fns/isWeekend.d.ts</a:t>
            </a:r>
          </a:p>
          <a:p>
            <a:pPr>
              <a:defRPr sz="1200"/>
            </a:pPr>
            <a:r>
              <a:t>D:/pasar_fix/node_modules/.bun/date-fns@4.1.0/node_modules/date-fns/isWeekend.js</a:t>
            </a:r>
          </a:p>
          <a:p>
            <a:pPr>
              <a:defRPr sz="1200"/>
            </a:pPr>
            <a:r>
              <a:t>D:/pasar_fix/node_modules/.bun/date-fns@4.1.0/node_modules/date-fns/isWithinInterval.cjs</a:t>
            </a:r>
          </a:p>
          <a:p>
            <a:pPr>
              <a:defRPr sz="1200"/>
            </a:pPr>
            <a:r>
              <a:t>D:/pasar_fix/node_modules/.bun/date-fns@4.1.0/node_modules/date-fns/isWithinInterval.d.cts</a:t>
            </a:r>
          </a:p>
          <a:p>
            <a:pPr>
              <a:defRPr sz="1200"/>
            </a:pPr>
            <a:r>
              <a:t>D:/pasar_fix/node_modules/.bun/date-fns@4.1.0/node_modules/date-fns/isWithinInterval.d.ts</a:t>
            </a:r>
          </a:p>
          <a:p>
            <a:pPr>
              <a:defRPr sz="1200"/>
            </a:pPr>
            <a:r>
              <a:t>D:/pasar_fix/node_modules/.bun/date-fns@4.1.0/node_modules/date-fns/isWithinInterval.js</a:t>
            </a:r>
          </a:p>
          <a:p>
            <a:pPr>
              <a:defRPr sz="1200"/>
            </a:pPr>
            <a:r>
              <a:t>D:/pasar_fix/node_modules/.bun/date-fns@4.1.0/node_modules/date-fns/isYesterday.cjs</a:t>
            </a:r>
          </a:p>
          <a:p>
            <a:pPr>
              <a:defRPr sz="1200"/>
            </a:pPr>
            <a:r>
              <a:t>D:/pasar_fix/node_modules/.bun/date-fns@4.1.0/node_modules/date-fns/isYesterday.d.cts</a:t>
            </a:r>
          </a:p>
          <a:p>
            <a:pPr>
              <a:defRPr sz="1200"/>
            </a:pPr>
            <a:r>
              <a:t>D:/pasar_fix/node_modules/.bun/date-fns@4.1.0/node_modules/date-fns/isYesterday.d.ts</a:t>
            </a:r>
          </a:p>
          <a:p>
            <a:pPr>
              <a:defRPr sz="1200"/>
            </a:pPr>
            <a:r>
              <a:t>D:/pasar_fix/node_modules/.bun/date-fns@4.1.0/node_modules/date-fns/isYesterday.js</a:t>
            </a:r>
          </a:p>
          <a:p>
            <a:pPr>
              <a:defRPr sz="1200"/>
            </a:pPr>
            <a:r>
              <a:t>D:/pasar_fix/node_modules/.bun/date-fns@4.1.0/node_modules/date-fns/lastDayOfDecade.cjs</a:t>
            </a:r>
          </a:p>
          <a:p>
            <a:pPr>
              <a:defRPr sz="1200"/>
            </a:pPr>
            <a:r>
              <a:t>D:/pasar_fix/node_modules/.bun/date-fns@4.1.0/node_modules/date-fns/lastDayOfDecade.d.cts</a:t>
            </a:r>
          </a:p>
          <a:p>
            <a:pPr>
              <a:defRPr sz="1200"/>
            </a:pPr>
            <a:r>
              <a:t>D:/pasar_fix/node_modules/.bun/date-fns@4.1.0/node_modules/date-fns/lastDayOfDecade.d.ts</a:t>
            </a:r>
          </a:p>
          <a:p>
            <a:pPr>
              <a:defRPr sz="1200"/>
            </a:pPr>
            <a:r>
              <a:t>D:/pasar_fix/node_modules/.bun/date-fns@4.1.0/node_modules/date-fns/lastDayOfDecade.js</a:t>
            </a:r>
          </a:p>
          <a:p>
            <a:pPr>
              <a:defRPr sz="1200"/>
            </a:pPr>
            <a:r>
              <a:t>D:/pasar_fix/node_modules/.bun/date-fns@4.1.0/node_modules/date-fns/lastDayOfISOWeek.cjs</a:t>
            </a:r>
          </a:p>
          <a:p>
            <a:pPr>
              <a:defRPr sz="1200"/>
            </a:pPr>
            <a:r>
              <a:t>D:/pasar_fix/node_modules/.bun/date-fns@4.1.0/node_modules/date-fns/lastDayOfISOWeek.d.cts</a:t>
            </a:r>
          </a:p>
          <a:p>
            <a:pPr>
              <a:defRPr sz="1200"/>
            </a:pPr>
            <a:r>
              <a:t>D:/pasar_fix/node_modules/.bun/date-fns@4.1.0/node_modules/date-fns/lastDayOfISOWeek.d.ts</a:t>
            </a:r>
          </a:p>
          <a:p>
            <a:pPr>
              <a:defRPr sz="1200"/>
            </a:pPr>
            <a:r>
              <a:t>D:/pasar_fix/node_modules/.bun/date-fns@4.1.0/node_modules/date-fns/lastDayOfISOWeek.js</a:t>
            </a:r>
          </a:p>
          <a:p>
            <a:pPr>
              <a:defRPr sz="1200"/>
            </a:pPr>
            <a:r>
              <a:t>D:/pasar_fix/node_modules/.bun/date-fns@4.1.0/node_modules/date-fns/lastDayOfISOWeekYear.cjs</a:t>
            </a:r>
          </a:p>
          <a:p>
            <a:pPr>
              <a:defRPr sz="1200"/>
            </a:pPr>
            <a:r>
              <a:t>D:/pasar_fix/node_modules/.bun/date-fns@4.1.0/node_modules/date-fns/lastDayOfISOWeekYear.d.cts</a:t>
            </a:r>
          </a:p>
          <a:p>
            <a:pPr>
              <a:defRPr sz="1200"/>
            </a:pPr>
            <a:r>
              <a:t>D:/pasar_fix/node_modules/.bun/date-fns@4.1.0/node_modules/date-fns/lastDayOfISOWeekYear.d.ts</a:t>
            </a:r>
          </a:p>
          <a:p>
            <a:pPr>
              <a:defRPr sz="1200"/>
            </a:pPr>
            <a:r>
              <a:t>D:/pasar_fix/node_modules/.bun/date-fns@4.1.0/node_modules/date-fns/lastDayOfISOWeekYear.js</a:t>
            </a:r>
          </a:p>
          <a:p>
            <a:pPr>
              <a:defRPr sz="1200"/>
            </a:pPr>
            <a:r>
              <a:t>D:/pasar_fix/node_modules/.bun/date-fns@4.1.0/node_modules/date-fns/lastDayOfMonth.cjs</a:t>
            </a:r>
          </a:p>
          <a:p>
            <a:pPr>
              <a:defRPr sz="1200"/>
            </a:pPr>
            <a:r>
              <a:t>D:/pasar_fix/node_modules/.bun/date-fns@4.1.0/node_modules/date-fns/lastDayOfMonth.d.cts</a:t>
            </a:r>
          </a:p>
          <a:p>
            <a:pPr>
              <a:defRPr sz="1200"/>
            </a:pPr>
            <a:r>
              <a:t>D:/pasar_fix/node_modules/.bun/date-fns@4.1.0/node_modules/date-fns/lastDayOfMonth.d.ts</a:t>
            </a:r>
          </a:p>
          <a:p>
            <a:pPr>
              <a:defRPr sz="1200"/>
            </a:pPr>
            <a:r>
              <a:t>D:/pasar_fix/node_modules/.bun/date-fns@4.1.0/node_modules/date-fns/lastDayOfMonth.js</a:t>
            </a:r>
          </a:p>
          <a:p>
            <a:pPr>
              <a:defRPr sz="1200"/>
            </a:pPr>
            <a:r>
              <a:t>D:/pasar_fix/node_modules/.bun/date-fns@4.1.0/node_modules/date-fns/lastDayOfQuarter.cjs</a:t>
            </a:r>
          </a:p>
          <a:p>
            <a:pPr>
              <a:defRPr sz="1200"/>
            </a:pPr>
            <a:r>
              <a:t>D:/pasar_fix/node_modules/.bun/date-fns@4.1.0/node_modules/date-fns/lastDayOfQuarter.d.cts</a:t>
            </a:r>
          </a:p>
          <a:p>
            <a:pPr>
              <a:defRPr sz="1200"/>
            </a:pPr>
            <a:r>
              <a:t>D:/pasar_fix/node_modules/.bun/date-fns@4.1.0/node_modules/date-fns/lastDayOfQuarter.d.ts</a:t>
            </a:r>
          </a:p>
          <a:p>
            <a:pPr>
              <a:defRPr sz="1200"/>
            </a:pPr>
            <a:r>
              <a:t>D:/pasar_fix/node_modules/.bun/date-fns@4.1.0/node_modules/date-fns/lastDayOfQuarter.js</a:t>
            </a:r>
          </a:p>
          <a:p>
            <a:pPr>
              <a:defRPr sz="1200"/>
            </a:pPr>
            <a:r>
              <a:t>D:/pasar_fix/node_modules/.bun/date-fns@4.1.0/node_modules/date-fns/lastDayOfWeek.cjs</a:t>
            </a:r>
          </a:p>
          <a:p>
            <a:pPr>
              <a:defRPr sz="1200"/>
            </a:pPr>
            <a:r>
              <a:t>D:/pasar_fix/node_modules/.bun/date-fns@4.1.0/node_modules/date-fns/lastDayOfWeek.d.cts</a:t>
            </a:r>
          </a:p>
          <a:p>
            <a:pPr>
              <a:defRPr sz="1200"/>
            </a:pPr>
            <a:r>
              <a:t>D:/pasar_fix/node_modules/.bun/date-fns@4.1.0/node_modules/date-fns/lastDayOfWeek.d.ts</a:t>
            </a:r>
          </a:p>
          <a:p>
            <a:pPr>
              <a:defRPr sz="1200"/>
            </a:pPr>
            <a:r>
              <a:t>D:/pasar_fix/node_modules/.bun/date-fns@4.1.0/node_modules/date-fns/lastDayOfWeek.js</a:t>
            </a:r>
          </a:p>
          <a:p>
            <a:pPr>
              <a:defRPr sz="1200"/>
            </a:pPr>
            <a:r>
              <a:t>D:/pasar_fix/node_modules/.bun/date-fns@4.1.0/node_modules/date-fns/lastDayOfYear.cjs</a:t>
            </a:r>
          </a:p>
          <a:p>
            <a:pPr>
              <a:defRPr sz="1200"/>
            </a:pPr>
            <a:r>
              <a:t>D:/pasar_fix/node_modules/.bun/date-fns@4.1.0/node_modules/date-fns/lastDayOfYear.d.cts</a:t>
            </a:r>
          </a:p>
          <a:p>
            <a:pPr>
              <a:defRPr sz="1200"/>
            </a:pPr>
            <a:r>
              <a:t>D:/pasar_fix/node_modules/.bun/date-fns@4.1.0/node_modules/date-fns/lastDayOfYear.d.ts</a:t>
            </a:r>
          </a:p>
          <a:p>
            <a:pPr>
              <a:defRPr sz="1200"/>
            </a:pPr>
            <a:r>
              <a:t>D:/pasar_fix/node_modules/.bun/date-fns@4.1.0/node_modules/date-fns/lastDayOfYear.js</a:t>
            </a:r>
          </a:p>
          <a:p>
            <a:pPr>
              <a:defRPr sz="1200"/>
            </a:pPr>
            <a:r>
              <a:t>D:/pasar_fix/node_modules/.bun/date-fns@4.1.0/node_modules/date-fns/LICENSE.md</a:t>
            </a:r>
          </a:p>
          <a:p>
            <a:pPr>
              <a:defRPr sz="1200"/>
            </a:pPr>
            <a:r>
              <a:t>D:/pasar_fix/node_modules/.bun/date-fns@4.1.0/node_modules/date-fns/lightFormat.cjs</a:t>
            </a:r>
          </a:p>
          <a:p>
            <a:pPr>
              <a:defRPr sz="1200"/>
            </a:pPr>
            <a:r>
              <a:t>D:/pasar_fix/node_modules/.bun/date-fns@4.1.0/node_modules/date-fns/lightFormat.d.cts</a:t>
            </a:r>
          </a:p>
          <a:p>
            <a:pPr>
              <a:defRPr sz="1200"/>
            </a:pPr>
            <a:r>
              <a:t>D:/pasar_fix/node_modules/.bun/date-fns@4.1.0/node_modules/date-fns/lightFormat.d.ts</a:t>
            </a:r>
          </a:p>
          <a:p>
            <a:pPr>
              <a:defRPr sz="1200"/>
            </a:pPr>
            <a:r>
              <a:t>D:/pasar_fix/node_modules/.bun/date-fns@4.1.0/node_modules/date-fns/lightFormat.js</a:t>
            </a:r>
          </a:p>
          <a:p>
            <a:pPr>
              <a:defRPr sz="1200"/>
            </a:pPr>
            <a:r>
              <a:t>D:/pasar_fix/node_modules/.bun/date-fns@4.1.0/node_modules/date-fns/locale.cjs</a:t>
            </a:r>
          </a:p>
          <a:p>
            <a:pPr>
              <a:defRPr sz="1200"/>
            </a:pPr>
            <a:r>
              <a:t>D:/pasar_fix/node_modules/.bun/date-fns@4.1.0/node_modules/date-fns/locale.d.cts</a:t>
            </a:r>
          </a:p>
          <a:p>
            <a:pPr>
              <a:defRPr sz="1200"/>
            </a:pPr>
            <a:r>
              <a:t>D:/pasar_fix/node_modules/.bun/date-fns@4.1.0/node_modules/date-fns/locale.d.ts</a:t>
            </a:r>
          </a:p>
          <a:p>
            <a:pPr>
              <a:defRPr sz="1200"/>
            </a:pPr>
            <a:r>
              <a:t>D:/pasar_fix/node_modules/.bun/date-fns@4.1.0/node_modules/date-fns/locale.js</a:t>
            </a:r>
          </a:p>
          <a:p>
            <a:pPr>
              <a:defRPr sz="1200"/>
            </a:pPr>
            <a:r>
              <a:t>D:/pasar_fix/node_modules/.bun/date-fns@4.1.0/node_modules/date-fns/max.cjs</a:t>
            </a:r>
          </a:p>
          <a:p>
            <a:pPr>
              <a:defRPr sz="1200"/>
            </a:pPr>
            <a:r>
              <a:t>D:/pasar_fix/node_modules/.bun/date-fns@4.1.0/node_modules/date-fns/max.d.cts</a:t>
            </a:r>
          </a:p>
          <a:p>
            <a:pPr>
              <a:defRPr sz="1200"/>
            </a:pPr>
            <a:r>
              <a:t>D:/pasar_fix/node_modules/.bun/date-fns@4.1.0/node_modules/date-fns/max.d.ts</a:t>
            </a:r>
          </a:p>
          <a:p>
            <a:pPr>
              <a:defRPr sz="1200"/>
            </a:pPr>
            <a:r>
              <a:t>D:/pasar_fix/node_modules/.bun/date-fns@4.1.0/node_modules/date-fns/max.js</a:t>
            </a:r>
          </a:p>
          <a:p>
            <a:pPr>
              <a:defRPr sz="1200"/>
            </a:pPr>
            <a:r>
              <a:t>D:/pasar_fix/node_modules/.bun/date-fns@4.1.0/node_modules/date-fns/milliseconds.cjs</a:t>
            </a:r>
          </a:p>
          <a:p>
            <a:pPr>
              <a:defRPr sz="1200"/>
            </a:pPr>
            <a:r>
              <a:t>D:/pasar_fix/node_modules/.bun/date-fns@4.1.0/node_modules/date-fns/milliseconds.d.cts</a:t>
            </a:r>
          </a:p>
          <a:p>
            <a:pPr>
              <a:defRPr sz="1200"/>
            </a:pPr>
            <a:r>
              <a:t>D:/pasar_fix/node_modules/.bun/date-fns@4.1.0/node_modules/date-fns/milliseconds.d.ts</a:t>
            </a:r>
          </a:p>
          <a:p>
            <a:pPr>
              <a:defRPr sz="1200"/>
            </a:pPr>
            <a:r>
              <a:t>D:/pasar_fix/node_modules/.bun/date-fns@4.1.0/node_modules/date-fns/milliseconds.js</a:t>
            </a:r>
          </a:p>
          <a:p>
            <a:pPr>
              <a:defRPr sz="1200"/>
            </a:pPr>
            <a:r>
              <a:t>D:/pasar_fix/node_modules/.bun/date-fns@4.1.0/node_modules/date-fns/millisecondsToHours.cjs</a:t>
            </a:r>
          </a:p>
          <a:p>
            <a:pPr>
              <a:defRPr sz="1200"/>
            </a:pPr>
            <a:r>
              <a:t>D:/pasar_fix/node_modules/.bun/date-fns@4.1.0/node_modules/date-fns/millisecondsToHours.d.cts</a:t>
            </a:r>
          </a:p>
          <a:p>
            <a:pPr>
              <a:defRPr sz="1200"/>
            </a:pPr>
            <a:r>
              <a:t>D:/pasar_fix/node_modules/.bun/date-fns@4.1.0/node_modules/date-fns/millisecondsToHours.d.ts</a:t>
            </a:r>
          </a:p>
          <a:p>
            <a:pPr>
              <a:defRPr sz="1200"/>
            </a:pPr>
            <a:r>
              <a:t>D:/pasar_fix/node_modules/.bun/date-fns@4.1.0/node_modules/date-fns/millisecondsToHours.js</a:t>
            </a:r>
          </a:p>
          <a:p>
            <a:pPr>
              <a:defRPr sz="1200"/>
            </a:pPr>
            <a:r>
              <a:t>D:/pasar_fix/node_modules/.bun/date-fns@4.1.0/node_modules/date-fns/millisecondsToMinutes.cjs</a:t>
            </a:r>
          </a:p>
          <a:p>
            <a:pPr>
              <a:defRPr sz="1200"/>
            </a:pPr>
            <a:r>
              <a:t>D:/pasar_fix/node_modules/.bun/date-fns@4.1.0/node_modules/date-fns/millisecondsToMinutes.d.cts</a:t>
            </a:r>
          </a:p>
          <a:p>
            <a:pPr>
              <a:defRPr sz="1200"/>
            </a:pPr>
            <a:r>
              <a:t>D:/pasar_fix/node_modules/.bun/date-fns@4.1.0/node_modules/date-fns/millisecondsToMinutes.d.ts</a:t>
            </a:r>
          </a:p>
          <a:p>
            <a:pPr>
              <a:defRPr sz="1200"/>
            </a:pPr>
            <a:r>
              <a:t>D:/pasar_fix/node_modules/.bun/date-fns@4.1.0/node_modules/date-fns/millisecondsToMinutes.js</a:t>
            </a:r>
          </a:p>
          <a:p>
            <a:pPr>
              <a:defRPr sz="1200"/>
            </a:pPr>
            <a:r>
              <a:t>D:/pasar_fix/node_modules/.bun/date-fns@4.1.0/node_modules/date-fns/millisecondsToSeconds.cjs</a:t>
            </a:r>
          </a:p>
          <a:p>
            <a:pPr>
              <a:defRPr sz="1200"/>
            </a:pPr>
            <a:r>
              <a:t>D:/pasar_fix/node_modules/.bun/date-fns@4.1.0/node_modules/date-fns/millisecondsToSeconds.d.cts</a:t>
            </a:r>
          </a:p>
          <a:p>
            <a:pPr>
              <a:defRPr sz="1200"/>
            </a:pPr>
            <a:r>
              <a:t>D:/pasar_fix/node_modules/.bun/date-fns@4.1.0/node_modules/date-fns/millisecondsToSeconds.d.ts</a:t>
            </a:r>
          </a:p>
          <a:p>
            <a:pPr>
              <a:defRPr sz="1200"/>
            </a:pPr>
            <a:r>
              <a:t>D:/pasar_fix/node_modules/.bun/date-fns@4.1.0/node_modules/date-fns/millisecondsToSeconds.js</a:t>
            </a:r>
          </a:p>
          <a:p>
            <a:pPr>
              <a:defRPr sz="1200"/>
            </a:pPr>
            <a:r>
              <a:t>D:/pasar_fix/node_modules/.bun/date-fns@4.1.0/node_modules/date-fns/min.cjs</a:t>
            </a:r>
          </a:p>
          <a:p>
            <a:pPr>
              <a:defRPr sz="1200"/>
            </a:pPr>
            <a:r>
              <a:t>D:/pasar_fix/node_modules/.bun/date-fns@4.1.0/node_modules/date-fns/min.d.cts</a:t>
            </a:r>
          </a:p>
          <a:p>
            <a:pPr>
              <a:defRPr sz="1200"/>
            </a:pPr>
            <a:r>
              <a:t>D:/pasar_fix/node_modules/.bun/date-fns@4.1.0/node_modules/date-fns/min.d.ts</a:t>
            </a:r>
          </a:p>
          <a:p>
            <a:pPr>
              <a:defRPr sz="1200"/>
            </a:pPr>
            <a:r>
              <a:t>D:/pasar_fix/node_modules/.bun/date-fns@4.1.0/node_modules/date-fns/min.js</a:t>
            </a:r>
          </a:p>
          <a:p>
            <a:pPr>
              <a:defRPr sz="1200"/>
            </a:pPr>
            <a:r>
              <a:t>D:/pasar_fix/node_modules/.bun/date-fns@4.1.0/node_modules/date-fns/minutesToHours.cjs</a:t>
            </a:r>
          </a:p>
          <a:p>
            <a:pPr>
              <a:defRPr sz="1200"/>
            </a:pPr>
            <a:r>
              <a:t>D:/pasar_fix/node_modules/.bun/date-fns@4.1.0/node_modules/date-fns/minutesToHours.d.cts</a:t>
            </a:r>
          </a:p>
          <a:p>
            <a:pPr>
              <a:defRPr sz="1200"/>
            </a:pPr>
            <a:r>
              <a:t>D:/pasar_fix/node_modules/.bun/date-fns@4.1.0/node_modules/date-fns/minutesToHours.d.ts</a:t>
            </a:r>
          </a:p>
          <a:p>
            <a:pPr>
              <a:defRPr sz="1200"/>
            </a:pPr>
            <a:r>
              <a:t>D:/pasar_fix/node_modules/.bun/date-fns@4.1.0/node_modules/date-fns/minutesToHours.js</a:t>
            </a:r>
          </a:p>
          <a:p>
            <a:pPr>
              <a:defRPr sz="1200"/>
            </a:pPr>
            <a:r>
              <a:t>D:/pasar_fix/node_modules/.bun/date-fns@4.1.0/node_modules/date-fns/minutesToMilliseconds.cjs</a:t>
            </a:r>
          </a:p>
          <a:p>
            <a:pPr>
              <a:defRPr sz="1200"/>
            </a:pPr>
            <a:r>
              <a:t>D:/pasar_fix/node_modules/.bun/date-fns@4.1.0/node_modules/date-fns/minutesToMilliseconds.d.cts</a:t>
            </a:r>
          </a:p>
          <a:p>
            <a:pPr>
              <a:defRPr sz="1200"/>
            </a:pPr>
            <a:r>
              <a:t>D:/pasar_fix/node_modules/.bun/date-fns@4.1.0/node_modules/date-fns/minutesToMilliseconds.d.ts</a:t>
            </a:r>
          </a:p>
          <a:p>
            <a:pPr>
              <a:defRPr sz="1200"/>
            </a:pPr>
            <a:r>
              <a:t>D:/pasar_fix/node_modules/.bun/date-fns@4.1.0/node_modules/date-fns/minutesToMilliseconds.js</a:t>
            </a:r>
          </a:p>
          <a:p>
            <a:pPr>
              <a:defRPr sz="1200"/>
            </a:pPr>
            <a:r>
              <a:t>D:/pasar_fix/node_modules/.bun/date-fns@4.1.0/node_modules/date-fns/minutesToSeconds.cjs</a:t>
            </a:r>
          </a:p>
          <a:p>
            <a:pPr>
              <a:defRPr sz="1200"/>
            </a:pPr>
            <a:r>
              <a:t>D:/pasar_fix/node_modules/.bun/date-fns@4.1.0/node_modules/date-fns/minutesToSeconds.d.cts</a:t>
            </a:r>
          </a:p>
          <a:p>
            <a:pPr>
              <a:defRPr sz="1200"/>
            </a:pPr>
            <a:r>
              <a:t>D:/pasar_fix/node_modules/.bun/date-fns@4.1.0/node_modules/date-fns/minutesToSeconds.d.ts</a:t>
            </a:r>
          </a:p>
          <a:p>
            <a:pPr>
              <a:defRPr sz="1200"/>
            </a:pPr>
            <a:r>
              <a:t>D:/pasar_fix/node_modules/.bun/date-fns@4.1.0/node_modules/date-fns/minutesToSeconds.js</a:t>
            </a:r>
          </a:p>
          <a:p>
            <a:pPr>
              <a:defRPr sz="1200"/>
            </a:pPr>
            <a:r>
              <a:t>D:/pasar_fix/node_modules/.bun/date-fns@4.1.0/node_modules/date-fns/monthsToQuarters.cjs</a:t>
            </a:r>
          </a:p>
          <a:p>
            <a:pPr>
              <a:defRPr sz="1200"/>
            </a:pPr>
            <a:r>
              <a:t>D:/pasar_fix/node_modules/.bun/date-fns@4.1.0/node_modules/date-fns/monthsToQuarters.d.cts</a:t>
            </a:r>
          </a:p>
          <a:p>
            <a:pPr>
              <a:defRPr sz="1200"/>
            </a:pPr>
            <a:r>
              <a:t>D:/pasar_fix/node_modules/.bun/date-fns@4.1.0/node_modules/date-fns/monthsToQuarters.d.ts</a:t>
            </a:r>
          </a:p>
          <a:p>
            <a:pPr>
              <a:defRPr sz="1200"/>
            </a:pPr>
            <a:r>
              <a:t>D:/pasar_fix/node_modules/.bun/date-fns@4.1.0/node_modules/date-fns/monthsToQuarters.js</a:t>
            </a:r>
          </a:p>
          <a:p>
            <a:pPr>
              <a:defRPr sz="1200"/>
            </a:pPr>
            <a:r>
              <a:t>D:/pasar_fix/node_modules/.bun/date-fns@4.1.0/node_modules/date-fns/monthsToYears.cjs</a:t>
            </a:r>
          </a:p>
          <a:p>
            <a:pPr>
              <a:defRPr sz="1200"/>
            </a:pPr>
            <a:r>
              <a:t>D:/pasar_fix/node_modules/.bun/date-fns@4.1.0/node_modules/date-fns/monthsToYears.d.cts</a:t>
            </a:r>
          </a:p>
          <a:p>
            <a:pPr>
              <a:defRPr sz="1200"/>
            </a:pPr>
            <a:r>
              <a:t>D:/pasar_fix/node_modules/.bun/date-fns@4.1.0/node_modules/date-fns/monthsToYears.d.ts</a:t>
            </a:r>
          </a:p>
          <a:p>
            <a:pPr>
              <a:defRPr sz="1200"/>
            </a:pPr>
            <a:r>
              <a:t>D:/pasar_fix/node_modules/.bun/date-fns@4.1.0/node_modules/date-fns/monthsToYears.js</a:t>
            </a:r>
          </a:p>
          <a:p>
            <a:pPr>
              <a:defRPr sz="1200"/>
            </a:pPr>
            <a:r>
              <a:t>D:/pasar_fix/node_modules/.bun/date-fns@4.1.0/node_modules/date-fns/nextDay.cjs</a:t>
            </a:r>
          </a:p>
          <a:p>
            <a:pPr>
              <a:defRPr sz="1200"/>
            </a:pPr>
            <a:r>
              <a:t>D:/pasar_fix/node_modules/.bun/date-fns@4.1.0/node_modules/date-fns/nextDay.d.cts</a:t>
            </a:r>
          </a:p>
          <a:p>
            <a:pPr>
              <a:defRPr sz="1200"/>
            </a:pPr>
            <a:r>
              <a:t>D:/pasar_fix/node_modules/.bun/date-fns@4.1.0/node_modules/date-fns/nextDay.d.ts</a:t>
            </a:r>
          </a:p>
          <a:p>
            <a:pPr>
              <a:defRPr sz="1200"/>
            </a:pPr>
            <a:r>
              <a:t>D:/pasar_fix/node_modules/.bun/date-fns@4.1.0/node_modules/date-fns/nextDay.js</a:t>
            </a:r>
          </a:p>
          <a:p>
            <a:pPr>
              <a:defRPr sz="1200"/>
            </a:pPr>
            <a:r>
              <a:t>D:/pasar_fix/node_modules/.bun/date-fns@4.1.0/node_modules/date-fns/nextFriday.cjs</a:t>
            </a:r>
          </a:p>
          <a:p>
            <a:pPr>
              <a:defRPr sz="1200"/>
            </a:pPr>
            <a:r>
              <a:t>D:/pasar_fix/node_modules/.bun/date-fns@4.1.0/node_modules/date-fns/nextFriday.d.cts</a:t>
            </a:r>
          </a:p>
          <a:p>
            <a:pPr>
              <a:defRPr sz="1200"/>
            </a:pPr>
            <a:r>
              <a:t>D:/pasar_fix/node_modules/.bun/date-fns@4.1.0/node_modules/date-fns/nextFriday.d.ts</a:t>
            </a:r>
          </a:p>
          <a:p>
            <a:pPr>
              <a:defRPr sz="1200"/>
            </a:pPr>
            <a:r>
              <a:t>D:/pasar_fix/node_modules/.bun/date-fns@4.1.0/node_modules/date-fns/nextFriday.js</a:t>
            </a:r>
          </a:p>
          <a:p>
            <a:pPr>
              <a:defRPr sz="1200"/>
            </a:pPr>
            <a:r>
              <a:t>D:/pasar_fix/node_modules/.bun/date-fns@4.1.0/node_modules/date-fns/nextMonday.cjs</a:t>
            </a:r>
          </a:p>
          <a:p>
            <a:pPr>
              <a:defRPr sz="1200"/>
            </a:pPr>
            <a:r>
              <a:t>D:/pasar_fix/node_modules/.bun/date-fns@4.1.0/node_modules/date-fns/nextMonday.d.cts</a:t>
            </a:r>
          </a:p>
          <a:p>
            <a:pPr>
              <a:defRPr sz="1200"/>
            </a:pPr>
            <a:r>
              <a:t>D:/pasar_fix/node_modules/.bun/date-fns@4.1.0/node_modules/date-fns/nextMonday.d.ts</a:t>
            </a:r>
          </a:p>
          <a:p>
            <a:pPr>
              <a:defRPr sz="1200"/>
            </a:pPr>
            <a:r>
              <a:t>D:/pasar_fix/node_modules/.bun/date-fns@4.1.0/node_modules/date-fns/nextMonday.js</a:t>
            </a:r>
          </a:p>
          <a:p>
            <a:pPr>
              <a:defRPr sz="1200"/>
            </a:pPr>
            <a:r>
              <a:t>D:/pasar_fix/node_modules/.bun/date-fns@4.1.0/node_modules/date-fns/nextSaturday.cjs</a:t>
            </a:r>
          </a:p>
          <a:p>
            <a:pPr>
              <a:defRPr sz="1200"/>
            </a:pPr>
            <a:r>
              <a:t>D:/pasar_fix/node_modules/.bun/date-fns@4.1.0/node_modules/date-fns/nextSaturday.d.cts</a:t>
            </a:r>
          </a:p>
          <a:p>
            <a:pPr>
              <a:defRPr sz="1200"/>
            </a:pPr>
            <a:r>
              <a:t>D:/pasar_fix/node_modules/.bun/date-fns@4.1.0/node_modules/date-fns/nextSaturday.d.ts</a:t>
            </a:r>
          </a:p>
          <a:p>
            <a:pPr>
              <a:defRPr sz="1200"/>
            </a:pPr>
            <a:r>
              <a:t>D:/pasar_fix/node_modules/.bun/date-fns@4.1.0/node_modules/date-fns/nextSaturday.js</a:t>
            </a:r>
          </a:p>
          <a:p>
            <a:pPr>
              <a:defRPr sz="1200"/>
            </a:pPr>
            <a:r>
              <a:t>D:/pasar_fix/node_modules/.bun/date-fns@4.1.0/node_modules/date-fns/nextSunday.cjs</a:t>
            </a:r>
          </a:p>
          <a:p>
            <a:pPr>
              <a:defRPr sz="1200"/>
            </a:pPr>
            <a:r>
              <a:t>D:/pasar_fix/node_modules/.bun/date-fns@4.1.0/node_modules/date-fns/nextSunday.d.cts</a:t>
            </a:r>
          </a:p>
          <a:p>
            <a:pPr>
              <a:defRPr sz="1200"/>
            </a:pPr>
            <a:r>
              <a:t>D:/pasar_fix/node_modules/.bun/date-fns@4.1.0/node_modules/date-fns/nextSunday.d.ts</a:t>
            </a:r>
          </a:p>
          <a:p>
            <a:pPr>
              <a:defRPr sz="1200"/>
            </a:pPr>
            <a:r>
              <a:t>D:/pasar_fix/node_modules/.bun/date-fns@4.1.0/node_modules/date-fns/nextSunday.js</a:t>
            </a:r>
          </a:p>
          <a:p>
            <a:pPr>
              <a:defRPr sz="1200"/>
            </a:pPr>
            <a:r>
              <a:t>D:/pasar_fix/node_modules/.bun/date-fns@4.1.0/node_modules/date-fns/nextThursday.cjs</a:t>
            </a:r>
          </a:p>
          <a:p>
            <a:pPr>
              <a:defRPr sz="1200"/>
            </a:pPr>
            <a:r>
              <a:t>D:/pasar_fix/node_modules/.bun/date-fns@4.1.0/node_modules/date-fns/nextThursday.d.cts</a:t>
            </a:r>
          </a:p>
          <a:p>
            <a:pPr>
              <a:defRPr sz="1200"/>
            </a:pPr>
            <a:r>
              <a:t>D:/pasar_fix/node_modules/.bun/date-fns@4.1.0/node_modules/date-fns/nextThursday.d.ts</a:t>
            </a:r>
          </a:p>
          <a:p>
            <a:pPr>
              <a:defRPr sz="1200"/>
            </a:pPr>
            <a:r>
              <a:t>D:/pasar_fix/node_modules/.bun/date-fns@4.1.0/node_modules/date-fns/nextThursday.js</a:t>
            </a:r>
          </a:p>
          <a:p>
            <a:pPr>
              <a:defRPr sz="1200"/>
            </a:pPr>
            <a:r>
              <a:t>D:/pasar_fix/node_modules/.bun/date-fns@4.1.0/node_modules/date-fns/nextTuesday.cjs</a:t>
            </a:r>
          </a:p>
          <a:p>
            <a:pPr>
              <a:defRPr sz="1200"/>
            </a:pPr>
            <a:r>
              <a:t>D:/pasar_fix/node_modules/.bun/date-fns@4.1.0/node_modules/date-fns/nextTuesday.d.cts</a:t>
            </a:r>
          </a:p>
          <a:p>
            <a:pPr>
              <a:defRPr sz="1200"/>
            </a:pPr>
            <a:r>
              <a:t>D:/pasar_fix/node_modules/.bun/date-fns@4.1.0/node_modules/date-fns/nextTuesday.d.ts</a:t>
            </a:r>
          </a:p>
          <a:p>
            <a:pPr>
              <a:defRPr sz="1200"/>
            </a:pPr>
            <a:r>
              <a:t>D:/pasar_fix/node_modules/.bun/date-fns@4.1.0/node_modules/date-fns/nextTuesday.js</a:t>
            </a:r>
          </a:p>
          <a:p>
            <a:pPr>
              <a:defRPr sz="1200"/>
            </a:pPr>
            <a:r>
              <a:t>D:/pasar_fix/node_modules/.bun/date-fns@4.1.0/node_modules/date-fns/nextWednesday.cjs</a:t>
            </a:r>
          </a:p>
          <a:p>
            <a:pPr>
              <a:defRPr sz="1200"/>
            </a:pPr>
            <a:r>
              <a:t>D:/pasar_fix/node_modules/.bun/date-fns@4.1.0/node_modules/date-fns/nextWednesday.d.cts</a:t>
            </a:r>
          </a:p>
          <a:p>
            <a:pPr>
              <a:defRPr sz="1200"/>
            </a:pPr>
            <a:r>
              <a:t>D:/pasar_fix/node_modules/.bun/date-fns@4.1.0/node_modules/date-fns/nextWednesday.d.ts</a:t>
            </a:r>
          </a:p>
          <a:p>
            <a:pPr>
              <a:defRPr sz="1200"/>
            </a:pPr>
            <a:r>
              <a:t>D:/pasar_fix/node_modules/.bun/date-fns@4.1.0/node_modules/date-fns/nextWednesday.js</a:t>
            </a:r>
          </a:p>
          <a:p>
            <a:pPr>
              <a:defRPr sz="1200"/>
            </a:pPr>
            <a:r>
              <a:t>D:/pasar_fix/node_modules/.bun/date-fns@4.1.0/node_modules/date-fns/package.json</a:t>
            </a:r>
          </a:p>
          <a:p>
            <a:pPr>
              <a:defRPr sz="1200"/>
            </a:pPr>
            <a:r>
              <a:t>D:/pasar_fix/node_modules/.bun/date-fns@4.1.0/node_modules/date-fns/parse.cjs</a:t>
            </a:r>
          </a:p>
          <a:p>
            <a:pPr>
              <a:defRPr sz="1200"/>
            </a:pPr>
            <a:r>
              <a:t>D:/pasar_fix/node_modules/.bun/date-fns@4.1.0/node_modules/date-fns/parse.d.cts</a:t>
            </a:r>
          </a:p>
          <a:p>
            <a:pPr>
              <a:defRPr sz="1200"/>
            </a:pPr>
            <a:r>
              <a:t>D:/pasar_fix/node_modules/.bun/date-fns@4.1.0/node_modules/date-fns/parse.d.ts</a:t>
            </a:r>
          </a:p>
          <a:p>
            <a:pPr>
              <a:defRPr sz="1200"/>
            </a:pPr>
            <a:r>
              <a:t>D:/pasar_fix/node_modules/.bun/date-fns@4.1.0/node_modules/date-fns/parse.js</a:t>
            </a:r>
          </a:p>
          <a:p>
            <a:pPr>
              <a:defRPr sz="1200"/>
            </a:pPr>
            <a:r>
              <a:t>D:/pasar_fix/node_modules/.bun/date-fns@4.1.0/node_modules/date-fns/parseISO.cjs</a:t>
            </a:r>
          </a:p>
          <a:p>
            <a:pPr>
              <a:defRPr sz="1200"/>
            </a:pPr>
            <a:r>
              <a:t>D:/pasar_fix/node_modules/.bun/date-fns@4.1.0/node_modules/date-fns/parseISO.d.cts</a:t>
            </a:r>
          </a:p>
          <a:p>
            <a:pPr>
              <a:defRPr sz="1200"/>
            </a:pPr>
            <a:r>
              <a:t>D:/pasar_fix/node_modules/.bun/date-fns@4.1.0/node_modules/date-fns/parseISO.d.ts</a:t>
            </a:r>
          </a:p>
          <a:p>
            <a:pPr>
              <a:defRPr sz="1200"/>
            </a:pPr>
            <a:r>
              <a:t>D:/pasar_fix/node_modules/.bun/date-fns@4.1.0/node_modules/date-fns/parseISO.js</a:t>
            </a:r>
          </a:p>
          <a:p>
            <a:pPr>
              <a:defRPr sz="1200"/>
            </a:pPr>
            <a:r>
              <a:t>D:/pasar_fix/node_modules/.bun/date-fns@4.1.0/node_modules/date-fns/parseJSON.cjs</a:t>
            </a:r>
          </a:p>
          <a:p>
            <a:pPr>
              <a:defRPr sz="1200"/>
            </a:pPr>
            <a:r>
              <a:t>D:/pasar_fix/node_modules/.bun/date-fns@4.1.0/node_modules/date-fns/parseJSON.d.cts</a:t>
            </a:r>
          </a:p>
          <a:p>
            <a:pPr>
              <a:defRPr sz="1200"/>
            </a:pPr>
            <a:r>
              <a:t>D:/pasar_fix/node_modules/.bun/date-fns@4.1.0/node_modules/date-fns/parseJSON.d.ts</a:t>
            </a:r>
          </a:p>
          <a:p>
            <a:pPr>
              <a:defRPr sz="1200"/>
            </a:pPr>
            <a:r>
              <a:t>D:/pasar_fix/node_modules/.bun/date-fns@4.1.0/node_modules/date-fns/parseJSON.js</a:t>
            </a:r>
          </a:p>
          <a:p>
            <a:pPr>
              <a:defRPr sz="1200"/>
            </a:pPr>
            <a:r>
              <a:t>D:/pasar_fix/node_modules/.bun/date-fns@4.1.0/node_modules/date-fns/previousDay.cjs</a:t>
            </a:r>
          </a:p>
          <a:p>
            <a:pPr>
              <a:defRPr sz="1200"/>
            </a:pPr>
            <a:r>
              <a:t>D:/pasar_fix/node_modules/.bun/date-fns@4.1.0/node_modules/date-fns/previousDay.d.cts</a:t>
            </a:r>
          </a:p>
          <a:p>
            <a:pPr>
              <a:defRPr sz="1200"/>
            </a:pPr>
            <a:r>
              <a:t>D:/pasar_fix/node_modules/.bun/date-fns@4.1.0/node_modules/date-fns/previousDay.d.ts</a:t>
            </a:r>
          </a:p>
          <a:p>
            <a:pPr>
              <a:defRPr sz="1200"/>
            </a:pPr>
            <a:r>
              <a:t>D:/pasar_fix/node_modules/.bun/date-fns@4.1.0/node_modules/date-fns/previousDay.js</a:t>
            </a:r>
          </a:p>
          <a:p>
            <a:pPr>
              <a:defRPr sz="1200"/>
            </a:pPr>
            <a:r>
              <a:t>D:/pasar_fix/node_modules/.bun/date-fns@4.1.0/node_modules/date-fns/previousFriday.cjs</a:t>
            </a:r>
          </a:p>
          <a:p>
            <a:pPr>
              <a:defRPr sz="1200"/>
            </a:pPr>
            <a:r>
              <a:t>D:/pasar_fix/node_modules/.bun/date-fns@4.1.0/node_modules/date-fns/previousFriday.d.cts</a:t>
            </a:r>
          </a:p>
          <a:p>
            <a:pPr>
              <a:defRPr sz="1200"/>
            </a:pPr>
            <a:r>
              <a:t>D:/pasar_fix/node_modules/.bun/date-fns@4.1.0/node_modules/date-fns/previousFriday.d.ts</a:t>
            </a:r>
          </a:p>
          <a:p>
            <a:pPr>
              <a:defRPr sz="1200"/>
            </a:pPr>
            <a:r>
              <a:t>D:/pasar_fix/node_modules/.bun/date-fns@4.1.0/node_modules/date-fns/previousFriday.js</a:t>
            </a:r>
          </a:p>
          <a:p>
            <a:pPr>
              <a:defRPr sz="1200"/>
            </a:pPr>
            <a:r>
              <a:t>D:/pasar_fix/node_modules/.bun/date-fns@4.1.0/node_modules/date-fns/previousMonday.cjs</a:t>
            </a:r>
          </a:p>
          <a:p>
            <a:pPr>
              <a:defRPr sz="1200"/>
            </a:pPr>
            <a:r>
              <a:t>D:/pasar_fix/node_modules/.bun/date-fns@4.1.0/node_modules/date-fns/previousMonday.d.cts</a:t>
            </a:r>
          </a:p>
          <a:p>
            <a:pPr>
              <a:defRPr sz="1200"/>
            </a:pPr>
            <a:r>
              <a:t>D:/pasar_fix/node_modules/.bun/date-fns@4.1.0/node_modules/date-fns/previousMonday.d.ts</a:t>
            </a:r>
          </a:p>
          <a:p>
            <a:pPr>
              <a:defRPr sz="1200"/>
            </a:pPr>
            <a:r>
              <a:t>D:/pasar_fix/node_modules/.bun/date-fns@4.1.0/node_modules/date-fns/previousMonday.js</a:t>
            </a:r>
          </a:p>
          <a:p>
            <a:pPr>
              <a:defRPr sz="1200"/>
            </a:pPr>
            <a:r>
              <a:t>D:/pasar_fix/node_modules/.bun/date-fns@4.1.0/node_modules/date-fns/previousSaturday.cjs</a:t>
            </a:r>
          </a:p>
          <a:p>
            <a:pPr>
              <a:defRPr sz="1200"/>
            </a:pPr>
            <a:r>
              <a:t>D:/pasar_fix/node_modules/.bun/date-fns@4.1.0/node_modules/date-fns/previousSaturday.d.cts</a:t>
            </a:r>
          </a:p>
          <a:p>
            <a:pPr>
              <a:defRPr sz="1200"/>
            </a:pPr>
            <a:r>
              <a:t>D:/pasar_fix/node_modules/.bun/date-fns@4.1.0/node_modules/date-fns/previousSaturday.d.ts</a:t>
            </a:r>
          </a:p>
          <a:p>
            <a:pPr>
              <a:defRPr sz="1200"/>
            </a:pPr>
            <a:r>
              <a:t>D:/pasar_fix/node_modules/.bun/date-fns@4.1.0/node_modules/date-fns/previousSaturday.js</a:t>
            </a:r>
          </a:p>
          <a:p>
            <a:pPr>
              <a:defRPr sz="1200"/>
            </a:pPr>
            <a:r>
              <a:t>D:/pasar_fix/node_modules/.bun/date-fns@4.1.0/node_modules/date-fns/previousSunday.cjs</a:t>
            </a:r>
          </a:p>
          <a:p>
            <a:pPr>
              <a:defRPr sz="1200"/>
            </a:pPr>
            <a:r>
              <a:t>D:/pasar_fix/node_modules/.bun/date-fns@4.1.0/node_modules/date-fns/previousSunday.d.cts</a:t>
            </a:r>
          </a:p>
          <a:p>
            <a:pPr>
              <a:defRPr sz="1200"/>
            </a:pPr>
            <a:r>
              <a:t>D:/pasar_fix/node_modules/.bun/date-fns@4.1.0/node_modules/date-fns/previousSunday.d.ts</a:t>
            </a:r>
          </a:p>
          <a:p>
            <a:pPr>
              <a:defRPr sz="1200"/>
            </a:pPr>
            <a:r>
              <a:t>D:/pasar_fix/node_modules/.bun/date-fns@4.1.0/node_modules/date-fns/previousSunday.js</a:t>
            </a:r>
          </a:p>
          <a:p>
            <a:pPr>
              <a:defRPr sz="1200"/>
            </a:pPr>
            <a:r>
              <a:t>D:/pasar_fix/node_modules/.bun/date-fns@4.1.0/node_modules/date-fns/previousThursday.cjs</a:t>
            </a:r>
          </a:p>
          <a:p>
            <a:pPr>
              <a:defRPr sz="1200"/>
            </a:pPr>
            <a:r>
              <a:t>D:/pasar_fix/node_modules/.bun/date-fns@4.1.0/node_modules/date-fns/previousThursday.d.cts</a:t>
            </a:r>
          </a:p>
          <a:p>
            <a:pPr>
              <a:defRPr sz="1200"/>
            </a:pPr>
            <a:r>
              <a:t>D:/pasar_fix/node_modules/.bun/date-fns@4.1.0/node_modules/date-fns/previousThursday.d.ts</a:t>
            </a:r>
          </a:p>
          <a:p>
            <a:pPr>
              <a:defRPr sz="1200"/>
            </a:pPr>
            <a:r>
              <a:t>D:/pasar_fix/node_modules/.bun/date-fns@4.1.0/node_modules/date-fns/previousThursday.js</a:t>
            </a:r>
          </a:p>
          <a:p>
            <a:pPr>
              <a:defRPr sz="1200"/>
            </a:pPr>
            <a:r>
              <a:t>D:/pasar_fix/node_modules/.bun/date-fns@4.1.0/node_modules/date-fns/previousTuesday.cjs</a:t>
            </a:r>
          </a:p>
          <a:p>
            <a:pPr>
              <a:defRPr sz="1200"/>
            </a:pPr>
            <a:r>
              <a:t>D:/pasar_fix/node_modules/.bun/date-fns@4.1.0/node_modules/date-fns/previousTuesday.d.cts</a:t>
            </a:r>
          </a:p>
          <a:p>
            <a:pPr>
              <a:defRPr sz="1200"/>
            </a:pPr>
            <a:r>
              <a:t>D:/pasar_fix/node_modules/.bun/date-fns@4.1.0/node_modules/date-fns/previousTuesday.d.ts</a:t>
            </a:r>
          </a:p>
          <a:p>
            <a:pPr>
              <a:defRPr sz="1200"/>
            </a:pPr>
            <a:r>
              <a:t>D:/pasar_fix/node_modules/.bun/date-fns@4.1.0/node_modules/date-fns/previousTuesday.js</a:t>
            </a:r>
          </a:p>
          <a:p>
            <a:pPr>
              <a:defRPr sz="1200"/>
            </a:pPr>
            <a:r>
              <a:t>D:/pasar_fix/node_modules/.bun/date-fns@4.1.0/node_modules/date-fns/previousWednesday.cjs</a:t>
            </a:r>
          </a:p>
          <a:p>
            <a:pPr>
              <a:defRPr sz="1200"/>
            </a:pPr>
            <a:r>
              <a:t>D:/pasar_fix/node_modules/.bun/date-fns@4.1.0/node_modules/date-fns/previousWednesday.d.cts</a:t>
            </a:r>
          </a:p>
          <a:p>
            <a:pPr>
              <a:defRPr sz="1200"/>
            </a:pPr>
            <a:r>
              <a:t>D:/pasar_fix/node_modules/.bun/date-fns@4.1.0/node_modules/date-fns/previousWednesday.d.ts</a:t>
            </a:r>
          </a:p>
          <a:p>
            <a:pPr>
              <a:defRPr sz="1200"/>
            </a:pPr>
            <a:r>
              <a:t>D:/pasar_fix/node_modules/.bun/date-fns@4.1.0/node_modules/date-fns/previousWednesday.js</a:t>
            </a:r>
          </a:p>
          <a:p>
            <a:pPr>
              <a:defRPr sz="1200"/>
            </a:pPr>
            <a:r>
              <a:t>D:/pasar_fix/node_modules/.bun/date-fns@4.1.0/node_modules/date-fns/quartersToMonths.cjs</a:t>
            </a:r>
          </a:p>
          <a:p>
            <a:pPr>
              <a:defRPr sz="1200"/>
            </a:pPr>
            <a:r>
              <a:t>D:/pasar_fix/node_modules/.bun/date-fns@4.1.0/node_modules/date-fns/quartersToMonths.d.cts</a:t>
            </a:r>
          </a:p>
          <a:p>
            <a:pPr>
              <a:defRPr sz="1200"/>
            </a:pPr>
            <a:r>
              <a:t>D:/pasar_fix/node_modules/.bun/date-fns@4.1.0/node_modules/date-fns/quartersToMonths.d.ts</a:t>
            </a:r>
          </a:p>
          <a:p>
            <a:pPr>
              <a:defRPr sz="1200"/>
            </a:pPr>
            <a:r>
              <a:t>D:/pasar_fix/node_modules/.bun/date-fns@4.1.0/node_modules/date-fns/quartersToMonths.js</a:t>
            </a:r>
          </a:p>
          <a:p>
            <a:pPr>
              <a:defRPr sz="1200"/>
            </a:pPr>
            <a:r>
              <a:t>D:/pasar_fix/node_modules/.bun/date-fns@4.1.0/node_modules/date-fns/quartersToYears.cjs</a:t>
            </a:r>
          </a:p>
          <a:p>
            <a:pPr>
              <a:defRPr sz="1200"/>
            </a:pPr>
            <a:r>
              <a:t>D:/pasar_fix/node_modules/.bun/date-fns@4.1.0/node_modules/date-fns/quartersToYears.d.cts</a:t>
            </a:r>
          </a:p>
          <a:p>
            <a:pPr>
              <a:defRPr sz="1200"/>
            </a:pPr>
            <a:r>
              <a:t>D:/pasar_fix/node_modules/.bun/date-fns@4.1.0/node_modules/date-fns/quartersToYears.d.ts</a:t>
            </a:r>
          </a:p>
          <a:p>
            <a:pPr>
              <a:defRPr sz="1200"/>
            </a:pPr>
            <a:r>
              <a:t>D:/pasar_fix/node_modules/.bun/date-fns@4.1.0/node_modules/date-fns/quartersToYears.js</a:t>
            </a:r>
          </a:p>
          <a:p>
            <a:pPr>
              <a:defRPr sz="1200"/>
            </a:pPr>
            <a:r>
              <a:t>D:/pasar_fix/node_modules/.bun/date-fns@4.1.0/node_modules/date-fns/README.md</a:t>
            </a:r>
          </a:p>
          <a:p>
            <a:pPr>
              <a:defRPr sz="1200"/>
            </a:pPr>
            <a:r>
              <a:t>D:/pasar_fix/node_modules/.bun/date-fns@4.1.0/node_modules/date-fns/roundToNearestHours.cjs</a:t>
            </a:r>
          </a:p>
          <a:p>
            <a:pPr>
              <a:defRPr sz="1200"/>
            </a:pPr>
            <a:r>
              <a:t>D:/pasar_fix/node_modules/.bun/date-fns@4.1.0/node_modules/date-fns/roundToNearestHours.d.cts</a:t>
            </a:r>
          </a:p>
          <a:p>
            <a:pPr>
              <a:defRPr sz="1200"/>
            </a:pPr>
            <a:r>
              <a:t>D:/pasar_fix/node_modules/.bun/date-fns@4.1.0/node_modules/date-fns/roundToNearestHours.d.ts</a:t>
            </a:r>
          </a:p>
          <a:p>
            <a:pPr>
              <a:defRPr sz="1200"/>
            </a:pPr>
            <a:r>
              <a:t>D:/pasar_fix/node_modules/.bun/date-fns@4.1.0/node_modules/date-fns/roundToNearestHours.js</a:t>
            </a:r>
          </a:p>
          <a:p>
            <a:pPr>
              <a:defRPr sz="1200"/>
            </a:pPr>
            <a:r>
              <a:t>D:/pasar_fix/node_modules/.bun/date-fns@4.1.0/node_modules/date-fns/roundToNearestMinutes.cjs</a:t>
            </a:r>
          </a:p>
          <a:p>
            <a:pPr>
              <a:defRPr sz="1200"/>
            </a:pPr>
            <a:r>
              <a:t>D:/pasar_fix/node_modules/.bun/date-fns@4.1.0/node_modules/date-fns/roundToNearestMinutes.d.cts</a:t>
            </a:r>
          </a:p>
          <a:p>
            <a:pPr>
              <a:defRPr sz="1200"/>
            </a:pPr>
            <a:r>
              <a:t>D:/pasar_fix/node_modules/.bun/date-fns@4.1.0/node_modules/date-fns/roundToNearestMinutes.d.ts</a:t>
            </a:r>
          </a:p>
          <a:p>
            <a:pPr>
              <a:defRPr sz="1200"/>
            </a:pPr>
            <a:r>
              <a:t>D:/pasar_fix/node_modules/.bun/date-fns@4.1.0/node_modules/date-fns/roundToNearestMinutes.js</a:t>
            </a:r>
          </a:p>
          <a:p>
            <a:pPr>
              <a:defRPr sz="1200"/>
            </a:pPr>
            <a:r>
              <a:t>D:/pasar_fix/node_modules/.bun/date-fns@4.1.0/node_modules/date-fns/secondsToHours.cjs</a:t>
            </a:r>
          </a:p>
          <a:p>
            <a:pPr>
              <a:defRPr sz="1200"/>
            </a:pPr>
            <a:r>
              <a:t>D:/pasar_fix/node_modules/.bun/date-fns@4.1.0/node_modules/date-fns/secondsToHours.d.cts</a:t>
            </a:r>
          </a:p>
          <a:p>
            <a:pPr>
              <a:defRPr sz="1200"/>
            </a:pPr>
            <a:r>
              <a:t>D:/pasar_fix/node_modules/.bun/date-fns@4.1.0/node_modules/date-fns/secondsToHours.d.ts</a:t>
            </a:r>
          </a:p>
          <a:p>
            <a:pPr>
              <a:defRPr sz="1200"/>
            </a:pPr>
            <a:r>
              <a:t>D:/pasar_fix/node_modules/.bun/date-fns@4.1.0/node_modules/date-fns/secondsToHours.js</a:t>
            </a:r>
          </a:p>
          <a:p>
            <a:pPr>
              <a:defRPr sz="1200"/>
            </a:pPr>
            <a:r>
              <a:t>D:/pasar_fix/node_modules/.bun/date-fns@4.1.0/node_modules/date-fns/secondsToMilliseconds.cjs</a:t>
            </a:r>
          </a:p>
          <a:p>
            <a:pPr>
              <a:defRPr sz="1200"/>
            </a:pPr>
            <a:r>
              <a:t>D:/pasar_fix/node_modules/.bun/date-fns@4.1.0/node_modules/date-fns/secondsToMilliseconds.d.cts</a:t>
            </a:r>
          </a:p>
          <a:p>
            <a:pPr>
              <a:defRPr sz="1200"/>
            </a:pPr>
            <a:r>
              <a:t>D:/pasar_fix/node_modules/.bun/date-fns@4.1.0/node_modules/date-fns/secondsToMilliseconds.d.ts</a:t>
            </a:r>
          </a:p>
          <a:p>
            <a:pPr>
              <a:defRPr sz="1200"/>
            </a:pPr>
            <a:r>
              <a:t>D:/pasar_fix/node_modules/.bun/date-fns@4.1.0/node_modules/date-fns/secondsToMilliseconds.js</a:t>
            </a:r>
          </a:p>
          <a:p>
            <a:pPr>
              <a:defRPr sz="1200"/>
            </a:pPr>
            <a:r>
              <a:t>D:/pasar_fix/node_modules/.bun/date-fns@4.1.0/node_modules/date-fns/secondsToMinutes.cjs</a:t>
            </a:r>
          </a:p>
          <a:p>
            <a:pPr>
              <a:defRPr sz="1200"/>
            </a:pPr>
            <a:r>
              <a:t>D:/pasar_fix/node_modules/.bun/date-fns@4.1.0/node_modules/date-fns/secondsToMinutes.d.cts</a:t>
            </a:r>
          </a:p>
          <a:p>
            <a:pPr>
              <a:defRPr sz="1200"/>
            </a:pPr>
            <a:r>
              <a:t>D:/pasar_fix/node_modules/.bun/date-fns@4.1.0/node_modules/date-fns/secondsToMinutes.d.ts</a:t>
            </a:r>
          </a:p>
          <a:p>
            <a:pPr>
              <a:defRPr sz="1200"/>
            </a:pPr>
            <a:r>
              <a:t>D:/pasar_fix/node_modules/.bun/date-fns@4.1.0/node_modules/date-fns/secondsToMinutes.js</a:t>
            </a:r>
          </a:p>
          <a:p>
            <a:pPr>
              <a:defRPr sz="1200"/>
            </a:pPr>
            <a:r>
              <a:t>D:/pasar_fix/node_modules/.bun/date-fns@4.1.0/node_modules/date-fns/SECURITY.md</a:t>
            </a:r>
          </a:p>
          <a:p>
            <a:pPr>
              <a:defRPr sz="1200"/>
            </a:pPr>
            <a:r>
              <a:t>D:/pasar_fix/node_modules/.bun/date-fns@4.1.0/node_modules/date-fns/set.cjs</a:t>
            </a:r>
          </a:p>
          <a:p>
            <a:pPr>
              <a:defRPr sz="1200"/>
            </a:pPr>
            <a:r>
              <a:t>D:/pasar_fix/node_modules/.bun/date-fns@4.1.0/node_modules/date-fns/set.d.cts</a:t>
            </a:r>
          </a:p>
          <a:p>
            <a:pPr>
              <a:defRPr sz="1200"/>
            </a:pPr>
            <a:r>
              <a:t>D:/pasar_fix/node_modules/.bun/date-fns@4.1.0/node_modules/date-fns/set.d.ts</a:t>
            </a:r>
          </a:p>
          <a:p>
            <a:pPr>
              <a:defRPr sz="1200"/>
            </a:pPr>
            <a:r>
              <a:t>D:/pasar_fix/node_modules/.bun/date-fns@4.1.0/node_modules/date-fns/set.js</a:t>
            </a:r>
          </a:p>
          <a:p>
            <a:pPr>
              <a:defRPr sz="1200"/>
            </a:pPr>
            <a:r>
              <a:t>D:/pasar_fix/node_modules/.bun/date-fns@4.1.0/node_modules/date-fns/setDate.cjs</a:t>
            </a:r>
          </a:p>
          <a:p>
            <a:pPr>
              <a:defRPr sz="1200"/>
            </a:pPr>
            <a:r>
              <a:t>D:/pasar_fix/node_modules/.bun/date-fns@4.1.0/node_modules/date-fns/setDate.d.cts</a:t>
            </a:r>
          </a:p>
          <a:p>
            <a:pPr>
              <a:defRPr sz="1200"/>
            </a:pPr>
            <a:r>
              <a:t>D:/pasar_fix/node_modules/.bun/date-fns@4.1.0/node_modules/date-fns/setDate.d.ts</a:t>
            </a:r>
          </a:p>
          <a:p>
            <a:pPr>
              <a:defRPr sz="1200"/>
            </a:pPr>
            <a:r>
              <a:t>D:/pasar_fix/node_modules/.bun/date-fns@4.1.0/node_modules/date-fns/setDate.js</a:t>
            </a:r>
          </a:p>
          <a:p>
            <a:pPr>
              <a:defRPr sz="1200"/>
            </a:pPr>
            <a:r>
              <a:t>D:/pasar_fix/node_modules/.bun/date-fns@4.1.0/node_modules/date-fns/setDay.cjs</a:t>
            </a:r>
          </a:p>
          <a:p>
            <a:pPr>
              <a:defRPr sz="1200"/>
            </a:pPr>
            <a:r>
              <a:t>D:/pasar_fix/node_modules/.bun/date-fns@4.1.0/node_modules/date-fns/setDay.d.cts</a:t>
            </a:r>
          </a:p>
          <a:p>
            <a:pPr>
              <a:defRPr sz="1200"/>
            </a:pPr>
            <a:r>
              <a:t>D:/pasar_fix/node_modules/.bun/date-fns@4.1.0/node_modules/date-fns/setDay.d.ts</a:t>
            </a:r>
          </a:p>
          <a:p>
            <a:pPr>
              <a:defRPr sz="1200"/>
            </a:pPr>
            <a:r>
              <a:t>D:/pasar_fix/node_modules/.bun/date-fns@4.1.0/node_modules/date-fns/setDay.js</a:t>
            </a:r>
          </a:p>
          <a:p>
            <a:pPr>
              <a:defRPr sz="1200"/>
            </a:pPr>
            <a:r>
              <a:t>D:/pasar_fix/node_modules/.bun/date-fns@4.1.0/node_modules/date-fns/setDayOfYear.cjs</a:t>
            </a:r>
          </a:p>
          <a:p>
            <a:pPr>
              <a:defRPr sz="1200"/>
            </a:pPr>
            <a:r>
              <a:t>D:/pasar_fix/node_modules/.bun/date-fns@4.1.0/node_modules/date-fns/setDayOfYear.d.cts</a:t>
            </a:r>
          </a:p>
          <a:p>
            <a:pPr>
              <a:defRPr sz="1200"/>
            </a:pPr>
            <a:r>
              <a:t>D:/pasar_fix/node_modules/.bun/date-fns@4.1.0/node_modules/date-fns/setDayOfYear.d.ts</a:t>
            </a:r>
          </a:p>
          <a:p>
            <a:pPr>
              <a:defRPr sz="1200"/>
            </a:pPr>
            <a:r>
              <a:t>D:/pasar_fix/node_modules/.bun/date-fns@4.1.0/node_modules/date-fns/setDayOfYear.js</a:t>
            </a:r>
          </a:p>
          <a:p>
            <a:pPr>
              <a:defRPr sz="1200"/>
            </a:pPr>
            <a:r>
              <a:t>D:/pasar_fix/node_modules/.bun/date-fns@4.1.0/node_modules/date-fns/setDefaultOptions.cjs</a:t>
            </a:r>
          </a:p>
          <a:p>
            <a:pPr>
              <a:defRPr sz="1200"/>
            </a:pPr>
            <a:r>
              <a:t>D:/pasar_fix/node_modules/.bun/date-fns@4.1.0/node_modules/date-fns/setDefaultOptions.d.cts</a:t>
            </a:r>
          </a:p>
          <a:p>
            <a:pPr>
              <a:defRPr sz="1200"/>
            </a:pPr>
            <a:r>
              <a:t>D:/pasar_fix/node_modules/.bun/date-fns@4.1.0/node_modules/date-fns/setDefaultOptions.d.ts</a:t>
            </a:r>
          </a:p>
          <a:p>
            <a:pPr>
              <a:defRPr sz="1200"/>
            </a:pPr>
            <a:r>
              <a:t>D:/pasar_fix/node_modules/.bun/date-fns@4.1.0/node_modules/date-fns/setDefaultOptions.js</a:t>
            </a:r>
          </a:p>
          <a:p>
            <a:pPr>
              <a:defRPr sz="1200"/>
            </a:pPr>
            <a:r>
              <a:t>D:/pasar_fix/node_modules/.bun/date-fns@4.1.0/node_modules/date-fns/setHours.cjs</a:t>
            </a:r>
          </a:p>
          <a:p>
            <a:pPr>
              <a:defRPr sz="1200"/>
            </a:pPr>
            <a:r>
              <a:t>D:/pasar_fix/node_modules/.bun/date-fns@4.1.0/node_modules/date-fns/setHours.d.cts</a:t>
            </a:r>
          </a:p>
          <a:p>
            <a:pPr>
              <a:defRPr sz="1200"/>
            </a:pPr>
            <a:r>
              <a:t>D:/pasar_fix/node_modules/.bun/date-fns@4.1.0/node_modules/date-fns/setHours.d.ts</a:t>
            </a:r>
          </a:p>
          <a:p>
            <a:pPr>
              <a:defRPr sz="1200"/>
            </a:pPr>
            <a:r>
              <a:t>D:/pasar_fix/node_modules/.bun/date-fns@4.1.0/node_modules/date-fns/setHours.js</a:t>
            </a:r>
          </a:p>
          <a:p>
            <a:pPr>
              <a:defRPr sz="1200"/>
            </a:pPr>
            <a:r>
              <a:t>D:/pasar_fix/node_modules/.bun/date-fns@4.1.0/node_modules/date-fns/setISODay.cjs</a:t>
            </a:r>
          </a:p>
          <a:p>
            <a:pPr>
              <a:defRPr sz="1200"/>
            </a:pPr>
            <a:r>
              <a:t>D:/pasar_fix/node_modules/.bun/date-fns@4.1.0/node_modules/date-fns/setISODay.d.cts</a:t>
            </a:r>
          </a:p>
          <a:p>
            <a:pPr>
              <a:defRPr sz="1200"/>
            </a:pPr>
            <a:r>
              <a:t>D:/pasar_fix/node_modules/.bun/date-fns@4.1.0/node_modules/date-fns/setISODay.d.ts</a:t>
            </a:r>
          </a:p>
          <a:p>
            <a:pPr>
              <a:defRPr sz="1200"/>
            </a:pPr>
            <a:r>
              <a:t>D:/pasar_fix/node_modules/.bun/date-fns@4.1.0/node_modules/date-fns/setISODay.js</a:t>
            </a:r>
          </a:p>
          <a:p>
            <a:pPr>
              <a:defRPr sz="1200"/>
            </a:pPr>
            <a:r>
              <a:t>D:/pasar_fix/node_modules/.bun/date-fns@4.1.0/node_modules/date-fns/setISOWeek.cjs</a:t>
            </a:r>
          </a:p>
          <a:p>
            <a:pPr>
              <a:defRPr sz="1200"/>
            </a:pPr>
            <a:r>
              <a:t>D:/pasar_fix/node_modules/.bun/date-fns@4.1.0/node_modules/date-fns/setISOWeek.d.cts</a:t>
            </a:r>
          </a:p>
          <a:p>
            <a:pPr>
              <a:defRPr sz="1200"/>
            </a:pPr>
            <a:r>
              <a:t>D:/pasar_fix/node_modules/.bun/date-fns@4.1.0/node_modules/date-fns/setISOWeek.d.ts</a:t>
            </a:r>
          </a:p>
          <a:p>
            <a:pPr>
              <a:defRPr sz="1200"/>
            </a:pPr>
            <a:r>
              <a:t>D:/pasar_fix/node_modules/.bun/date-fns@4.1.0/node_modules/date-fns/setISOWeek.js</a:t>
            </a:r>
          </a:p>
          <a:p>
            <a:pPr>
              <a:defRPr sz="1200"/>
            </a:pPr>
            <a:r>
              <a:t>D:/pasar_fix/node_modules/.bun/date-fns@4.1.0/node_modules/date-fns/setISOWeekYear.cjs</a:t>
            </a:r>
          </a:p>
          <a:p>
            <a:pPr>
              <a:defRPr sz="1200"/>
            </a:pPr>
            <a:r>
              <a:t>D:/pasar_fix/node_modules/.bun/date-fns@4.1.0/node_modules/date-fns/setISOWeekYear.d.cts</a:t>
            </a:r>
          </a:p>
          <a:p>
            <a:pPr>
              <a:defRPr sz="1200"/>
            </a:pPr>
            <a:r>
              <a:t>D:/pasar_fix/node_modules/.bun/date-fns@4.1.0/node_modules/date-fns/setISOWeekYear.d.ts</a:t>
            </a:r>
          </a:p>
          <a:p>
            <a:pPr>
              <a:defRPr sz="1200"/>
            </a:pPr>
            <a:r>
              <a:t>D:/pasar_fix/node_modules/.bun/date-fns@4.1.0/node_modules/date-fns/setISOWeekYear.js</a:t>
            </a:r>
          </a:p>
          <a:p>
            <a:pPr>
              <a:defRPr sz="1200"/>
            </a:pPr>
            <a:r>
              <a:t>D:/pasar_fix/node_modules/.bun/date-fns@4.1.0/node_modules/date-fns/setMilliseconds.cjs</a:t>
            </a:r>
          </a:p>
          <a:p>
            <a:pPr>
              <a:defRPr sz="1200"/>
            </a:pPr>
            <a:r>
              <a:t>D:/pasar_fix/node_modules/.bun/date-fns@4.1.0/node_modules/date-fns/setMilliseconds.d.cts</a:t>
            </a:r>
          </a:p>
          <a:p>
            <a:pPr>
              <a:defRPr sz="1200"/>
            </a:pPr>
            <a:r>
              <a:t>D:/pasar_fix/node_modules/.bun/date-fns@4.1.0/node_modules/date-fns/setMilliseconds.d.ts</a:t>
            </a:r>
          </a:p>
          <a:p>
            <a:pPr>
              <a:defRPr sz="1200"/>
            </a:pPr>
            <a:r>
              <a:t>D:/pasar_fix/node_modules/.bun/date-fns@4.1.0/node_modules/date-fns/setMilliseconds.js</a:t>
            </a:r>
          </a:p>
          <a:p>
            <a:pPr>
              <a:defRPr sz="1200"/>
            </a:pPr>
            <a:r>
              <a:t>D:/pasar_fix/node_modules/.bun/date-fns@4.1.0/node_modules/date-fns/setMinutes.cjs</a:t>
            </a:r>
          </a:p>
          <a:p>
            <a:pPr>
              <a:defRPr sz="1200"/>
            </a:pPr>
            <a:r>
              <a:t>D:/pasar_fix/node_modules/.bun/date-fns@4.1.0/node_modules/date-fns/setMinutes.d.cts</a:t>
            </a:r>
          </a:p>
          <a:p>
            <a:pPr>
              <a:defRPr sz="1200"/>
            </a:pPr>
            <a:r>
              <a:t>D:/pasar_fix/node_modules/.bun/date-fns@4.1.0/node_modules/date-fns/setMinutes.d.ts</a:t>
            </a:r>
          </a:p>
          <a:p>
            <a:pPr>
              <a:defRPr sz="1200"/>
            </a:pPr>
            <a:r>
              <a:t>D:/pasar_fix/node_modules/.bun/date-fns@4.1.0/node_modules/date-fns/setMinutes.js</a:t>
            </a:r>
          </a:p>
          <a:p>
            <a:pPr>
              <a:defRPr sz="1200"/>
            </a:pPr>
            <a:r>
              <a:t>D:/pasar_fix/node_modules/.bun/date-fns@4.1.0/node_modules/date-fns/setMonth.cjs</a:t>
            </a:r>
          </a:p>
          <a:p>
            <a:pPr>
              <a:defRPr sz="1200"/>
            </a:pPr>
            <a:r>
              <a:t>D:/pasar_fix/node_modules/.bun/date-fns@4.1.0/node_modules/date-fns/setMonth.d.cts</a:t>
            </a:r>
          </a:p>
          <a:p>
            <a:pPr>
              <a:defRPr sz="1200"/>
            </a:pPr>
            <a:r>
              <a:t>D:/pasar_fix/node_modules/.bun/date-fns@4.1.0/node_modules/date-fns/setMonth.d.ts</a:t>
            </a:r>
          </a:p>
          <a:p>
            <a:pPr>
              <a:defRPr sz="1200"/>
            </a:pPr>
            <a:r>
              <a:t>D:/pasar_fix/node_modules/.bun/date-fns@4.1.0/node_modules/date-fns/setMonth.js</a:t>
            </a:r>
          </a:p>
          <a:p>
            <a:pPr>
              <a:defRPr sz="1200"/>
            </a:pPr>
            <a:r>
              <a:t>D:/pasar_fix/node_modules/.bun/date-fns@4.1.0/node_modules/date-fns/setQuarter.cjs</a:t>
            </a:r>
          </a:p>
          <a:p>
            <a:pPr>
              <a:defRPr sz="1200"/>
            </a:pPr>
            <a:r>
              <a:t>D:/pasar_fix/node_modules/.bun/date-fns@4.1.0/node_modules/date-fns/setQuarter.d.cts</a:t>
            </a:r>
          </a:p>
          <a:p>
            <a:pPr>
              <a:defRPr sz="1200"/>
            </a:pPr>
            <a:r>
              <a:t>D:/pasar_fix/node_modules/.bun/date-fns@4.1.0/node_modules/date-fns/setQuarter.d.ts</a:t>
            </a:r>
          </a:p>
          <a:p>
            <a:pPr>
              <a:defRPr sz="1200"/>
            </a:pPr>
            <a:r>
              <a:t>D:/pasar_fix/node_modules/.bun/date-fns@4.1.0/node_modules/date-fns/setQuarter.js</a:t>
            </a:r>
          </a:p>
          <a:p>
            <a:pPr>
              <a:defRPr sz="1200"/>
            </a:pPr>
            <a:r>
              <a:t>D:/pasar_fix/node_modules/.bun/date-fns@4.1.0/node_modules/date-fns/setSeconds.cjs</a:t>
            </a:r>
          </a:p>
          <a:p>
            <a:pPr>
              <a:defRPr sz="1200"/>
            </a:pPr>
            <a:r>
              <a:t>D:/pasar_fix/node_modules/.bun/date-fns@4.1.0/node_modules/date-fns/setSeconds.d.cts</a:t>
            </a:r>
          </a:p>
          <a:p>
            <a:pPr>
              <a:defRPr sz="1200"/>
            </a:pPr>
            <a:r>
              <a:t>D:/pasar_fix/node_modules/.bun/date-fns@4.1.0/node_modules/date-fns/setSeconds.d.ts</a:t>
            </a:r>
          </a:p>
          <a:p>
            <a:pPr>
              <a:defRPr sz="1200"/>
            </a:pPr>
            <a:r>
              <a:t>D:/pasar_fix/node_modules/.bun/date-fns@4.1.0/node_modules/date-fns/setSeconds.js</a:t>
            </a:r>
          </a:p>
          <a:p>
            <a:pPr>
              <a:defRPr sz="1200"/>
            </a:pPr>
            <a:r>
              <a:t>D:/pasar_fix/node_modules/.bun/date-fns@4.1.0/node_modules/date-fns/setWeek.cjs</a:t>
            </a:r>
          </a:p>
          <a:p>
            <a:pPr>
              <a:defRPr sz="1200"/>
            </a:pPr>
            <a:r>
              <a:t>D:/pasar_fix/node_modules/.bun/date-fns@4.1.0/node_modules/date-fns/setWeek.d.cts</a:t>
            </a:r>
          </a:p>
          <a:p>
            <a:pPr>
              <a:defRPr sz="1200"/>
            </a:pPr>
            <a:r>
              <a:t>D:/pasar_fix/node_modules/.bun/date-fns@4.1.0/node_modules/date-fns/setWeek.d.ts</a:t>
            </a:r>
          </a:p>
          <a:p>
            <a:pPr>
              <a:defRPr sz="1200"/>
            </a:pPr>
            <a:r>
              <a:t>D:/pasar_fix/node_modules/.bun/date-fns@4.1.0/node_modules/date-fns/setWeek.js</a:t>
            </a:r>
          </a:p>
          <a:p>
            <a:pPr>
              <a:defRPr sz="1200"/>
            </a:pPr>
            <a:r>
              <a:t>D:/pasar_fix/node_modules/.bun/date-fns@4.1.0/node_modules/date-fns/setWeekYear.cjs</a:t>
            </a:r>
          </a:p>
          <a:p>
            <a:pPr>
              <a:defRPr sz="1200"/>
            </a:pPr>
            <a:r>
              <a:t>D:/pasar_fix/node_modules/.bun/date-fns@4.1.0/node_modules/date-fns/setWeekYear.d.cts</a:t>
            </a:r>
          </a:p>
          <a:p>
            <a:pPr>
              <a:defRPr sz="1200"/>
            </a:pPr>
            <a:r>
              <a:t>D:/pasar_fix/node_modules/.bun/date-fns@4.1.0/node_modules/date-fns/setWeekYear.d.ts</a:t>
            </a:r>
          </a:p>
          <a:p>
            <a:pPr>
              <a:defRPr sz="1200"/>
            </a:pPr>
            <a:r>
              <a:t>D:/pasar_fix/node_modules/.bun/date-fns@4.1.0/node_modules/date-fns/setWeekYear.js</a:t>
            </a:r>
          </a:p>
          <a:p>
            <a:pPr>
              <a:defRPr sz="1200"/>
            </a:pPr>
            <a:r>
              <a:t>D:/pasar_fix/node_modules/.bun/date-fns@4.1.0/node_modules/date-fns/setYear.cjs</a:t>
            </a:r>
          </a:p>
          <a:p>
            <a:pPr>
              <a:defRPr sz="1200"/>
            </a:pPr>
            <a:r>
              <a:t>D:/pasar_fix/node_modules/.bun/date-fns@4.1.0/node_modules/date-fns/setYear.d.cts</a:t>
            </a:r>
          </a:p>
          <a:p>
            <a:pPr>
              <a:defRPr sz="1200"/>
            </a:pPr>
            <a:r>
              <a:t>D:/pasar_fix/node_modules/.bun/date-fns@4.1.0/node_modules/date-fns/setYear.d.ts</a:t>
            </a:r>
          </a:p>
          <a:p>
            <a:pPr>
              <a:defRPr sz="1200"/>
            </a:pPr>
            <a:r>
              <a:t>D:/pasar_fix/node_modules/.bun/date-fns@4.1.0/node_modules/date-fns/setYear.js</a:t>
            </a:r>
          </a:p>
          <a:p>
            <a:pPr>
              <a:defRPr sz="1200"/>
            </a:pPr>
            <a:r>
              <a:t>D:/pasar_fix/node_modules/.bun/date-fns@4.1.0/node_modules/date-fns/startOfDay.cjs</a:t>
            </a:r>
          </a:p>
          <a:p>
            <a:pPr>
              <a:defRPr sz="1200"/>
            </a:pPr>
            <a:r>
              <a:t>D:/pasar_fix/node_modules/.bun/date-fns@4.1.0/node_modules/date-fns/startOfDay.d.cts</a:t>
            </a:r>
          </a:p>
          <a:p>
            <a:pPr>
              <a:defRPr sz="1200"/>
            </a:pPr>
            <a:r>
              <a:t>D:/pasar_fix/node_modules/.bun/date-fns@4.1.0/node_modules/date-fns/startOfDay.d.ts</a:t>
            </a:r>
          </a:p>
          <a:p>
            <a:pPr>
              <a:defRPr sz="1200"/>
            </a:pPr>
            <a:r>
              <a:t>D:/pasar_fix/node_modules/.bun/date-fns@4.1.0/node_modules/date-fns/startOfDay.js</a:t>
            </a:r>
          </a:p>
          <a:p>
            <a:pPr>
              <a:defRPr sz="1200"/>
            </a:pPr>
            <a:r>
              <a:t>D:/pasar_fix/node_modules/.bun/date-fns@4.1.0/node_modules/date-fns/startOfDecade.cjs</a:t>
            </a:r>
          </a:p>
          <a:p>
            <a:pPr>
              <a:defRPr sz="1200"/>
            </a:pPr>
            <a:r>
              <a:t>D:/pasar_fix/node_modules/.bun/date-fns@4.1.0/node_modules/date-fns/startOfDecade.d.cts</a:t>
            </a:r>
          </a:p>
          <a:p>
            <a:pPr>
              <a:defRPr sz="1200"/>
            </a:pPr>
            <a:r>
              <a:t>D:/pasar_fix/node_modules/.bun/date-fns@4.1.0/node_modules/date-fns/startOfDecade.d.ts</a:t>
            </a:r>
          </a:p>
          <a:p>
            <a:pPr>
              <a:defRPr sz="1200"/>
            </a:pPr>
            <a:r>
              <a:t>D:/pasar_fix/node_modules/.bun/date-fns@4.1.0/node_modules/date-fns/startOfDecade.js</a:t>
            </a:r>
          </a:p>
          <a:p>
            <a:pPr>
              <a:defRPr sz="1200"/>
            </a:pPr>
            <a:r>
              <a:t>D:/pasar_fix/node_modules/.bun/date-fns@4.1.0/node_modules/date-fns/startOfHour.cjs</a:t>
            </a:r>
          </a:p>
          <a:p>
            <a:pPr>
              <a:defRPr sz="1200"/>
            </a:pPr>
            <a:r>
              <a:t>D:/pasar_fix/node_modules/.bun/date-fns@4.1.0/node_modules/date-fns/startOfHour.d.cts</a:t>
            </a:r>
          </a:p>
          <a:p>
            <a:pPr>
              <a:defRPr sz="1200"/>
            </a:pPr>
            <a:r>
              <a:t>D:/pasar_fix/node_modules/.bun/date-fns@4.1.0/node_modules/date-fns/startOfHour.d.ts</a:t>
            </a:r>
          </a:p>
          <a:p>
            <a:pPr>
              <a:defRPr sz="1200"/>
            </a:pPr>
            <a:r>
              <a:t>D:/pasar_fix/node_modules/.bun/date-fns@4.1.0/node_modules/date-fns/startOfHour.js</a:t>
            </a:r>
          </a:p>
          <a:p>
            <a:pPr>
              <a:defRPr sz="1200"/>
            </a:pPr>
            <a:r>
              <a:t>D:/pasar_fix/node_modules/.bun/date-fns@4.1.0/node_modules/date-fns/startOfISOWeek.cjs</a:t>
            </a:r>
          </a:p>
          <a:p>
            <a:pPr>
              <a:defRPr sz="1200"/>
            </a:pPr>
            <a:r>
              <a:t>D:/pasar_fix/node_modules/.bun/date-fns@4.1.0/node_modules/date-fns/startOfISOWeek.d.cts</a:t>
            </a:r>
          </a:p>
          <a:p>
            <a:pPr>
              <a:defRPr sz="1200"/>
            </a:pPr>
            <a:r>
              <a:t>D:/pasar_fix/node_modules/.bun/date-fns@4.1.0/node_modules/date-fns/startOfISOWeek.d.ts</a:t>
            </a:r>
          </a:p>
          <a:p>
            <a:pPr>
              <a:defRPr sz="1200"/>
            </a:pPr>
            <a:r>
              <a:t>D:/pasar_fix/node_modules/.bun/date-fns@4.1.0/node_modules/date-fns/startOfISOWeek.js</a:t>
            </a:r>
          </a:p>
          <a:p>
            <a:pPr>
              <a:defRPr sz="1200"/>
            </a:pPr>
            <a:r>
              <a:t>D:/pasar_fix/node_modules/.bun/date-fns@4.1.0/node_modules/date-fns/startOfISOWeekYear.cjs</a:t>
            </a:r>
          </a:p>
          <a:p>
            <a:pPr>
              <a:defRPr sz="1200"/>
            </a:pPr>
            <a:r>
              <a:t>D:/pasar_fix/node_modules/.bun/date-fns@4.1.0/node_modules/date-fns/startOfISOWeekYear.d.cts</a:t>
            </a:r>
          </a:p>
          <a:p>
            <a:pPr>
              <a:defRPr sz="1200"/>
            </a:pPr>
            <a:r>
              <a:t>D:/pasar_fix/node_modules/.bun/date-fns@4.1.0/node_modules/date-fns/startOfISOWeekYear.d.ts</a:t>
            </a:r>
          </a:p>
          <a:p>
            <a:pPr>
              <a:defRPr sz="1200"/>
            </a:pPr>
            <a:r>
              <a:t>D:/pasar_fix/node_modules/.bun/date-fns@4.1.0/node_modules/date-fns/startOfISOWeekYear.js</a:t>
            </a:r>
          </a:p>
          <a:p>
            <a:pPr>
              <a:defRPr sz="1200"/>
            </a:pPr>
            <a:r>
              <a:t>D:/pasar_fix/node_modules/.bun/date-fns@4.1.0/node_modules/date-fns/startOfMinute.cjs</a:t>
            </a:r>
          </a:p>
          <a:p>
            <a:pPr>
              <a:defRPr sz="1200"/>
            </a:pPr>
            <a:r>
              <a:t>D:/pasar_fix/node_modules/.bun/date-fns@4.1.0/node_modules/date-fns/startOfMinute.d.cts</a:t>
            </a:r>
          </a:p>
          <a:p>
            <a:pPr>
              <a:defRPr sz="1200"/>
            </a:pPr>
            <a:r>
              <a:t>D:/pasar_fix/node_modules/.bun/date-fns@4.1.0/node_modules/date-fns/startOfMinute.d.ts</a:t>
            </a:r>
          </a:p>
          <a:p>
            <a:pPr>
              <a:defRPr sz="1200"/>
            </a:pPr>
            <a:r>
              <a:t>D:/pasar_fix/node_modules/.bun/date-fns@4.1.0/node_modules/date-fns/startOfMinute.js</a:t>
            </a:r>
          </a:p>
          <a:p>
            <a:pPr>
              <a:defRPr sz="1200"/>
            </a:pPr>
            <a:r>
              <a:t>D:/pasar_fix/node_modules/.bun/date-fns@4.1.0/node_modules/date-fns/startOfMonth.cjs</a:t>
            </a:r>
          </a:p>
          <a:p>
            <a:pPr>
              <a:defRPr sz="1200"/>
            </a:pPr>
            <a:r>
              <a:t>D:/pasar_fix/node_modules/.bun/date-fns@4.1.0/node_modules/date-fns/startOfMonth.d.cts</a:t>
            </a:r>
          </a:p>
          <a:p>
            <a:pPr>
              <a:defRPr sz="1200"/>
            </a:pPr>
            <a:r>
              <a:t>D:/pasar_fix/node_modules/.bun/date-fns@4.1.0/node_modules/date-fns/startOfMonth.d.ts</a:t>
            </a:r>
          </a:p>
          <a:p>
            <a:pPr>
              <a:defRPr sz="1200"/>
            </a:pPr>
            <a:r>
              <a:t>D:/pasar_fix/node_modules/.bun/date-fns@4.1.0/node_modules/date-fns/startOfMonth.js</a:t>
            </a:r>
          </a:p>
          <a:p>
            <a:pPr>
              <a:defRPr sz="1200"/>
            </a:pPr>
            <a:r>
              <a:t>D:/pasar_fix/node_modules/.bun/date-fns@4.1.0/node_modules/date-fns/startOfQuarter.cjs</a:t>
            </a:r>
          </a:p>
          <a:p>
            <a:pPr>
              <a:defRPr sz="1200"/>
            </a:pPr>
            <a:r>
              <a:t>D:/pasar_fix/node_modules/.bun/date-fns@4.1.0/node_modules/date-fns/startOfQuarter.d.cts</a:t>
            </a:r>
          </a:p>
          <a:p>
            <a:pPr>
              <a:defRPr sz="1200"/>
            </a:pPr>
            <a:r>
              <a:t>D:/pasar_fix/node_modules/.bun/date-fns@4.1.0/node_modules/date-fns/startOfQuarter.d.ts</a:t>
            </a:r>
          </a:p>
          <a:p>
            <a:pPr>
              <a:defRPr sz="1200"/>
            </a:pPr>
            <a:r>
              <a:t>D:/pasar_fix/node_modules/.bun/date-fns@4.1.0/node_modules/date-fns/startOfQuarter.js</a:t>
            </a:r>
          </a:p>
          <a:p>
            <a:pPr>
              <a:defRPr sz="1200"/>
            </a:pPr>
            <a:r>
              <a:t>D:/pasar_fix/node_modules/.bun/date-fns@4.1.0/node_modules/date-fns/startOfSecond.cjs</a:t>
            </a:r>
          </a:p>
          <a:p>
            <a:pPr>
              <a:defRPr sz="1200"/>
            </a:pPr>
            <a:r>
              <a:t>D:/pasar_fix/node_modules/.bun/date-fns@4.1.0/node_modules/date-fns/startOfSecond.d.cts</a:t>
            </a:r>
          </a:p>
          <a:p>
            <a:pPr>
              <a:defRPr sz="1200"/>
            </a:pPr>
            <a:r>
              <a:t>D:/pasar_fix/node_modules/.bun/date-fns@4.1.0/node_modules/date-fns/startOfSecond.d.ts</a:t>
            </a:r>
          </a:p>
          <a:p>
            <a:pPr>
              <a:defRPr sz="1200"/>
            </a:pPr>
            <a:r>
              <a:t>D:/pasar_fix/node_modules/.bun/date-fns@4.1.0/node_modules/date-fns/startOfSecond.js</a:t>
            </a:r>
          </a:p>
          <a:p>
            <a:pPr>
              <a:defRPr sz="1200"/>
            </a:pPr>
            <a:r>
              <a:t>D:/pasar_fix/node_modules/.bun/date-fns@4.1.0/node_modules/date-fns/startOfToday.cjs</a:t>
            </a:r>
          </a:p>
          <a:p>
            <a:pPr>
              <a:defRPr sz="1200"/>
            </a:pPr>
            <a:r>
              <a:t>D:/pasar_fix/node_modules/.bun/date-fns@4.1.0/node_modules/date-fns/startOfToday.d.cts</a:t>
            </a:r>
          </a:p>
          <a:p>
            <a:pPr>
              <a:defRPr sz="1200"/>
            </a:pPr>
            <a:r>
              <a:t>D:/pasar_fix/node_modules/.bun/date-fns@4.1.0/node_modules/date-fns/startOfToday.d.ts</a:t>
            </a:r>
          </a:p>
          <a:p>
            <a:pPr>
              <a:defRPr sz="1200"/>
            </a:pPr>
            <a:r>
              <a:t>D:/pasar_fix/node_modules/.bun/date-fns@4.1.0/node_modules/date-fns/startOfToday.js</a:t>
            </a:r>
          </a:p>
          <a:p>
            <a:pPr>
              <a:defRPr sz="1200"/>
            </a:pPr>
            <a:r>
              <a:t>D:/pasar_fix/node_modules/.bun/date-fns@4.1.0/node_modules/date-fns/startOfTomorrow.cjs</a:t>
            </a:r>
          </a:p>
          <a:p>
            <a:pPr>
              <a:defRPr sz="1200"/>
            </a:pPr>
            <a:r>
              <a:t>D:/pasar_fix/node_modules/.bun/date-fns@4.1.0/node_modules/date-fns/startOfTomorrow.d.cts</a:t>
            </a:r>
          </a:p>
          <a:p>
            <a:pPr>
              <a:defRPr sz="1200"/>
            </a:pPr>
            <a:r>
              <a:t>D:/pasar_fix/node_modules/.bun/date-fns@4.1.0/node_modules/date-fns/startOfTomorrow.d.ts</a:t>
            </a:r>
          </a:p>
          <a:p>
            <a:pPr>
              <a:defRPr sz="1200"/>
            </a:pPr>
            <a:r>
              <a:t>D:/pasar_fix/node_modules/.bun/date-fns@4.1.0/node_modules/date-fns/startOfTomorrow.js</a:t>
            </a:r>
          </a:p>
          <a:p>
            <a:pPr>
              <a:defRPr sz="1200"/>
            </a:pPr>
            <a:r>
              <a:t>D:/pasar_fix/node_modules/.bun/date-fns@4.1.0/node_modules/date-fns/startOfWeek.cjs</a:t>
            </a:r>
          </a:p>
          <a:p>
            <a:pPr>
              <a:defRPr sz="1200"/>
            </a:pPr>
            <a:r>
              <a:t>D:/pasar_fix/node_modules/.bun/date-fns@4.1.0/node_modules/date-fns/startOfWeek.d.cts</a:t>
            </a:r>
          </a:p>
          <a:p>
            <a:pPr>
              <a:defRPr sz="1200"/>
            </a:pPr>
            <a:r>
              <a:t>D:/pasar_fix/node_modules/.bun/date-fns@4.1.0/node_modules/date-fns/startOfWeek.d.ts</a:t>
            </a:r>
          </a:p>
          <a:p>
            <a:pPr>
              <a:defRPr sz="1200"/>
            </a:pPr>
            <a:r>
              <a:t>D:/pasar_fix/node_modules/.bun/date-fns@4.1.0/node_modules/date-fns/startOfWeek.js</a:t>
            </a:r>
          </a:p>
          <a:p>
            <a:pPr>
              <a:defRPr sz="1200"/>
            </a:pPr>
            <a:r>
              <a:t>D:/pasar_fix/node_modules/.bun/date-fns@4.1.0/node_modules/date-fns/startOfWeekYear.cjs</a:t>
            </a:r>
          </a:p>
          <a:p>
            <a:pPr>
              <a:defRPr sz="1200"/>
            </a:pPr>
            <a:r>
              <a:t>D:/pasar_fix/node_modules/.bun/date-fns@4.1.0/node_modules/date-fns/startOfWeekYear.d.cts</a:t>
            </a:r>
          </a:p>
          <a:p>
            <a:pPr>
              <a:defRPr sz="1200"/>
            </a:pPr>
            <a:r>
              <a:t>D:/pasar_fix/node_modules/.bun/date-fns@4.1.0/node_modules/date-fns/startOfWeekYear.d.ts</a:t>
            </a:r>
          </a:p>
          <a:p>
            <a:pPr>
              <a:defRPr sz="1200"/>
            </a:pPr>
            <a:r>
              <a:t>D:/pasar_fix/node_modules/.bun/date-fns@4.1.0/node_modules/date-fns/startOfWeekYear.js</a:t>
            </a:r>
          </a:p>
          <a:p>
            <a:pPr>
              <a:defRPr sz="1200"/>
            </a:pPr>
            <a:r>
              <a:t>D:/pasar_fix/node_modules/.bun/date-fns@4.1.0/node_modules/date-fns/startOfYear.cjs</a:t>
            </a:r>
          </a:p>
          <a:p>
            <a:pPr>
              <a:defRPr sz="1200"/>
            </a:pPr>
            <a:r>
              <a:t>D:/pasar_fix/node_modules/.bun/date-fns@4.1.0/node_modules/date-fns/startOfYear.d.cts</a:t>
            </a:r>
          </a:p>
          <a:p>
            <a:pPr>
              <a:defRPr sz="1200"/>
            </a:pPr>
            <a:r>
              <a:t>D:/pasar_fix/node_modules/.bun/date-fns@4.1.0/node_modules/date-fns/startOfYear.d.ts</a:t>
            </a:r>
          </a:p>
          <a:p>
            <a:pPr>
              <a:defRPr sz="1200"/>
            </a:pPr>
            <a:r>
              <a:t>D:/pasar_fix/node_modules/.bun/date-fns@4.1.0/node_modules/date-fns/startOfYear.js</a:t>
            </a:r>
          </a:p>
          <a:p>
            <a:pPr>
              <a:defRPr sz="1200"/>
            </a:pPr>
            <a:r>
              <a:t>D:/pasar_fix/node_modules/.bun/date-fns@4.1.0/node_modules/date-fns/startOfYesterday.cjs</a:t>
            </a:r>
          </a:p>
          <a:p>
            <a:pPr>
              <a:defRPr sz="1200"/>
            </a:pPr>
            <a:r>
              <a:t>D:/pasar_fix/node_modules/.bun/date-fns@4.1.0/node_modules/date-fns/startOfYesterday.d.cts</a:t>
            </a:r>
          </a:p>
          <a:p>
            <a:pPr>
              <a:defRPr sz="1200"/>
            </a:pPr>
            <a:r>
              <a:t>D:/pasar_fix/node_modules/.bun/date-fns@4.1.0/node_modules/date-fns/startOfYesterday.d.ts</a:t>
            </a:r>
          </a:p>
          <a:p>
            <a:pPr>
              <a:defRPr sz="1200"/>
            </a:pPr>
            <a:r>
              <a:t>D:/pasar_fix/node_modules/.bun/date-fns@4.1.0/node_modules/date-fns/startOfYesterday.js</a:t>
            </a:r>
          </a:p>
          <a:p>
            <a:pPr>
              <a:defRPr sz="1200"/>
            </a:pPr>
            <a:r>
              <a:t>D:/pasar_fix/node_modules/.bun/date-fns@4.1.0/node_modules/date-fns/sub.cjs</a:t>
            </a:r>
          </a:p>
          <a:p>
            <a:pPr>
              <a:defRPr sz="1200"/>
            </a:pPr>
            <a:r>
              <a:t>D:/pasar_fix/node_modules/.bun/date-fns@4.1.0/node_modules/date-fns/sub.d.cts</a:t>
            </a:r>
          </a:p>
          <a:p>
            <a:pPr>
              <a:defRPr sz="1200"/>
            </a:pPr>
            <a:r>
              <a:t>D:/pasar_fix/node_modules/.bun/date-fns@4.1.0/node_modules/date-fns/sub.d.ts</a:t>
            </a:r>
          </a:p>
          <a:p>
            <a:pPr>
              <a:defRPr sz="1200"/>
            </a:pPr>
            <a:r>
              <a:t>D:/pasar_fix/node_modules/.bun/date-fns@4.1.0/node_modules/date-fns/sub.js</a:t>
            </a:r>
          </a:p>
          <a:p>
            <a:pPr>
              <a:defRPr sz="1200"/>
            </a:pPr>
            <a:r>
              <a:t>D:/pasar_fix/node_modules/.bun/date-fns@4.1.0/node_modules/date-fns/subBusinessDays.cjs</a:t>
            </a:r>
          </a:p>
          <a:p>
            <a:pPr>
              <a:defRPr sz="1200"/>
            </a:pPr>
            <a:r>
              <a:t>D:/pasar_fix/node_modules/.bun/date-fns@4.1.0/node_modules/date-fns/subBusinessDays.d.cts</a:t>
            </a:r>
          </a:p>
          <a:p>
            <a:pPr>
              <a:defRPr sz="1200"/>
            </a:pPr>
            <a:r>
              <a:t>D:/pasar_fix/node_modules/.bun/date-fns@4.1.0/node_modules/date-fns/subBusinessDays.d.ts</a:t>
            </a:r>
          </a:p>
          <a:p>
            <a:pPr>
              <a:defRPr sz="1200"/>
            </a:pPr>
            <a:r>
              <a:t>D:/pasar_fix/node_modules/.bun/date-fns@4.1.0/node_modules/date-fns/subBusinessDays.js</a:t>
            </a:r>
          </a:p>
          <a:p>
            <a:pPr>
              <a:defRPr sz="1200"/>
            </a:pPr>
            <a:r>
              <a:t>D:/pasar_fix/node_modules/.bun/date-fns@4.1.0/node_modules/date-fns/subDays.cjs</a:t>
            </a:r>
          </a:p>
          <a:p>
            <a:pPr>
              <a:defRPr sz="1200"/>
            </a:pPr>
            <a:r>
              <a:t>D:/pasar_fix/node_modules/.bun/date-fns@4.1.0/node_modules/date-fns/subDays.d.cts</a:t>
            </a:r>
          </a:p>
          <a:p>
            <a:pPr>
              <a:defRPr sz="1200"/>
            </a:pPr>
            <a:r>
              <a:t>D:/pasar_fix/node_modules/.bun/date-fns@4.1.0/node_modules/date-fns/subDays.d.ts</a:t>
            </a:r>
          </a:p>
          <a:p>
            <a:pPr>
              <a:defRPr sz="1200"/>
            </a:pPr>
            <a:r>
              <a:t>D:/pasar_fix/node_modules/.bun/date-fns@4.1.0/node_modules/date-fns/subDays.js</a:t>
            </a:r>
          </a:p>
          <a:p>
            <a:pPr>
              <a:defRPr sz="1200"/>
            </a:pPr>
            <a:r>
              <a:t>D:/pasar_fix/node_modules/.bun/date-fns@4.1.0/node_modules/date-fns/subHours.cjs</a:t>
            </a:r>
          </a:p>
          <a:p>
            <a:pPr>
              <a:defRPr sz="1200"/>
            </a:pPr>
            <a:r>
              <a:t>D:/pasar_fix/node_modules/.bun/date-fns@4.1.0/node_modules/date-fns/subHours.d.cts</a:t>
            </a:r>
          </a:p>
          <a:p>
            <a:pPr>
              <a:defRPr sz="1200"/>
            </a:pPr>
            <a:r>
              <a:t>D:/pasar_fix/node_modules/.bun/date-fns@4.1.0/node_modules/date-fns/subHours.d.ts</a:t>
            </a:r>
          </a:p>
          <a:p>
            <a:pPr>
              <a:defRPr sz="1200"/>
            </a:pPr>
            <a:r>
              <a:t>D:/pasar_fix/node_modules/.bun/date-fns@4.1.0/node_modules/date-fns/subHours.js</a:t>
            </a:r>
          </a:p>
          <a:p>
            <a:pPr>
              <a:defRPr sz="1200"/>
            </a:pPr>
            <a:r>
              <a:t>D:/pasar_fix/node_modules/.bun/date-fns@4.1.0/node_modules/date-fns/subISOWeekYears.cjs</a:t>
            </a:r>
          </a:p>
          <a:p>
            <a:pPr>
              <a:defRPr sz="1200"/>
            </a:pPr>
            <a:r>
              <a:t>D:/pasar_fix/node_modules/.bun/date-fns@4.1.0/node_modules/date-fns/subISOWeekYears.d.cts</a:t>
            </a:r>
          </a:p>
          <a:p>
            <a:pPr>
              <a:defRPr sz="1200"/>
            </a:pPr>
            <a:r>
              <a:t>D:/pasar_fix/node_modules/.bun/date-fns@4.1.0/node_modules/date-fns/subISOWeekYears.d.ts</a:t>
            </a:r>
          </a:p>
          <a:p>
            <a:pPr>
              <a:defRPr sz="1200"/>
            </a:pPr>
            <a:r>
              <a:t>D:/pasar_fix/node_modules/.bun/date-fns@4.1.0/node_modules/date-fns/subISOWeekYears.js</a:t>
            </a:r>
          </a:p>
          <a:p>
            <a:pPr>
              <a:defRPr sz="1200"/>
            </a:pPr>
            <a:r>
              <a:t>D:/pasar_fix/node_modules/.bun/date-fns@4.1.0/node_modules/date-fns/subMilliseconds.cjs</a:t>
            </a:r>
          </a:p>
          <a:p>
            <a:pPr>
              <a:defRPr sz="1200"/>
            </a:pPr>
            <a:r>
              <a:t>D:/pasar_fix/node_modules/.bun/date-fns@4.1.0/node_modules/date-fns/subMilliseconds.d.cts</a:t>
            </a:r>
          </a:p>
          <a:p>
            <a:pPr>
              <a:defRPr sz="1200"/>
            </a:pPr>
            <a:r>
              <a:t>D:/pasar_fix/node_modules/.bun/date-fns@4.1.0/node_modules/date-fns/subMilliseconds.d.ts</a:t>
            </a:r>
          </a:p>
          <a:p>
            <a:pPr>
              <a:defRPr sz="1200"/>
            </a:pPr>
            <a:r>
              <a:t>D:/pasar_fix/node_modules/.bun/date-fns@4.1.0/node_modules/date-fns/subMilliseconds.js</a:t>
            </a:r>
          </a:p>
          <a:p>
            <a:pPr>
              <a:defRPr sz="1200"/>
            </a:pPr>
            <a:r>
              <a:t>D:/pasar_fix/node_modules/.bun/date-fns@4.1.0/node_modules/date-fns/subMinutes.cjs</a:t>
            </a:r>
          </a:p>
          <a:p>
            <a:pPr>
              <a:defRPr sz="1200"/>
            </a:pPr>
            <a:r>
              <a:t>D:/pasar_fix/node_modules/.bun/date-fns@4.1.0/node_modules/date-fns/subMinutes.d.cts</a:t>
            </a:r>
          </a:p>
          <a:p>
            <a:pPr>
              <a:defRPr sz="1200"/>
            </a:pPr>
            <a:r>
              <a:t>D:/pasar_fix/node_modules/.bun/date-fns@4.1.0/node_modules/date-fns/subMinutes.d.ts</a:t>
            </a:r>
          </a:p>
          <a:p>
            <a:pPr>
              <a:defRPr sz="1200"/>
            </a:pPr>
            <a:r>
              <a:t>D:/pasar_fix/node_modules/.bun/date-fns@4.1.0/node_modules/date-fns/subMinutes.js</a:t>
            </a:r>
          </a:p>
          <a:p>
            <a:pPr>
              <a:defRPr sz="1200"/>
            </a:pPr>
            <a:r>
              <a:t>D:/pasar_fix/node_modules/.bun/date-fns@4.1.0/node_modules/date-fns/subMonths.cjs</a:t>
            </a:r>
          </a:p>
          <a:p>
            <a:pPr>
              <a:defRPr sz="1200"/>
            </a:pPr>
            <a:r>
              <a:t>D:/pasar_fix/node_modules/.bun/date-fns@4.1.0/node_modules/date-fns/subMonths.d.cts</a:t>
            </a:r>
          </a:p>
          <a:p>
            <a:pPr>
              <a:defRPr sz="1200"/>
            </a:pPr>
            <a:r>
              <a:t>D:/pasar_fix/node_modules/.bun/date-fns@4.1.0/node_modules/date-fns/subMonths.d.ts</a:t>
            </a:r>
          </a:p>
          <a:p>
            <a:pPr>
              <a:defRPr sz="1200"/>
            </a:pPr>
            <a:r>
              <a:t>D:/pasar_fix/node_modules/.bun/date-fns@4.1.0/node_modules/date-fns/subMonths.js</a:t>
            </a:r>
          </a:p>
          <a:p>
            <a:pPr>
              <a:defRPr sz="1200"/>
            </a:pPr>
            <a:r>
              <a:t>D:/pasar_fix/node_modules/.bun/date-fns@4.1.0/node_modules/date-fns/subQuarters.cjs</a:t>
            </a:r>
          </a:p>
          <a:p>
            <a:pPr>
              <a:defRPr sz="1200"/>
            </a:pPr>
            <a:r>
              <a:t>D:/pasar_fix/node_modules/.bun/date-fns@4.1.0/node_modules/date-fns/subQuarters.d.cts</a:t>
            </a:r>
          </a:p>
          <a:p>
            <a:pPr>
              <a:defRPr sz="1200"/>
            </a:pPr>
            <a:r>
              <a:t>D:/pasar_fix/node_modules/.bun/date-fns@4.1.0/node_modules/date-fns/subQuarters.d.ts</a:t>
            </a:r>
          </a:p>
          <a:p>
            <a:pPr>
              <a:defRPr sz="1200"/>
            </a:pPr>
            <a:r>
              <a:t>D:/pasar_fix/node_modules/.bun/date-fns@4.1.0/node_modules/date-fns/subQuarters.js</a:t>
            </a:r>
          </a:p>
          <a:p>
            <a:pPr>
              <a:defRPr sz="1200"/>
            </a:pPr>
            <a:r>
              <a:t>D:/pasar_fix/node_modules/.bun/date-fns@4.1.0/node_modules/date-fns/subSeconds.cjs</a:t>
            </a:r>
          </a:p>
          <a:p>
            <a:pPr>
              <a:defRPr sz="1200"/>
            </a:pPr>
            <a:r>
              <a:t>D:/pasar_fix/node_modules/.bun/date-fns@4.1.0/node_modules/date-fns/subSeconds.d.cts</a:t>
            </a:r>
          </a:p>
          <a:p>
            <a:pPr>
              <a:defRPr sz="1200"/>
            </a:pPr>
            <a:r>
              <a:t>D:/pasar_fix/node_modules/.bun/date-fns@4.1.0/node_modules/date-fns/subSeconds.d.ts</a:t>
            </a:r>
          </a:p>
          <a:p>
            <a:pPr>
              <a:defRPr sz="1200"/>
            </a:pPr>
            <a:r>
              <a:t>D:/pasar_fix/node_modules/.bun/date-fns@4.1.0/node_modules/date-fns/subSeconds.js</a:t>
            </a:r>
          </a:p>
          <a:p>
            <a:pPr>
              <a:defRPr sz="1200"/>
            </a:pPr>
            <a:r>
              <a:t>D:/pasar_fix/node_modules/.bun/date-fns@4.1.0/node_modules/date-fns/subWeeks.cjs</a:t>
            </a:r>
          </a:p>
          <a:p>
            <a:pPr>
              <a:defRPr sz="1200"/>
            </a:pPr>
            <a:r>
              <a:t>D:/pasar_fix/node_modules/.bun/date-fns@4.1.0/node_modules/date-fns/subWeeks.d.cts</a:t>
            </a:r>
          </a:p>
          <a:p>
            <a:pPr>
              <a:defRPr sz="1200"/>
            </a:pPr>
            <a:r>
              <a:t>D:/pasar_fix/node_modules/.bun/date-fns@4.1.0/node_modules/date-fns/subWeeks.d.ts</a:t>
            </a:r>
          </a:p>
          <a:p>
            <a:pPr>
              <a:defRPr sz="1200"/>
            </a:pPr>
            <a:r>
              <a:t>D:/pasar_fix/node_modules/.bun/date-fns@4.1.0/node_modules/date-fns/subWeeks.js</a:t>
            </a:r>
          </a:p>
          <a:p>
            <a:pPr>
              <a:defRPr sz="1200"/>
            </a:pPr>
            <a:r>
              <a:t>D:/pasar_fix/node_modules/.bun/date-fns@4.1.0/node_modules/date-fns/subYears.cjs</a:t>
            </a:r>
          </a:p>
          <a:p>
            <a:pPr>
              <a:defRPr sz="1200"/>
            </a:pPr>
            <a:r>
              <a:t>D:/pasar_fix/node_modules/.bun/date-fns@4.1.0/node_modules/date-fns/subYears.d.cts</a:t>
            </a:r>
          </a:p>
          <a:p>
            <a:pPr>
              <a:defRPr sz="1200"/>
            </a:pPr>
            <a:r>
              <a:t>D:/pasar_fix/node_modules/.bun/date-fns@4.1.0/node_modules/date-fns/subYears.d.ts</a:t>
            </a:r>
          </a:p>
          <a:p>
            <a:pPr>
              <a:defRPr sz="1200"/>
            </a:pPr>
            <a:r>
              <a:t>D:/pasar_fix/node_modules/.bun/date-fns@4.1.0/node_modules/date-fns/subYears.js</a:t>
            </a:r>
          </a:p>
          <a:p>
            <a:pPr>
              <a:defRPr sz="1200"/>
            </a:pPr>
            <a:r>
              <a:t>D:/pasar_fix/node_modules/.bun/date-fns@4.1.0/node_modules/date-fns/toDate.cjs</a:t>
            </a:r>
          </a:p>
          <a:p>
            <a:pPr>
              <a:defRPr sz="1200"/>
            </a:pPr>
            <a:r>
              <a:t>D:/pasar_fix/node_modules/.bun/date-fns@4.1.0/node_modules/date-fns/toDate.d.cts</a:t>
            </a:r>
          </a:p>
          <a:p>
            <a:pPr>
              <a:defRPr sz="1200"/>
            </a:pPr>
            <a:r>
              <a:t>D:/pasar_fix/node_modules/.bun/date-fns@4.1.0/node_modules/date-fns/toDate.d.ts</a:t>
            </a:r>
          </a:p>
          <a:p>
            <a:pPr>
              <a:defRPr sz="1200"/>
            </a:pPr>
            <a:r>
              <a:t>D:/pasar_fix/node_modules/.bun/date-fns@4.1.0/node_modules/date-fns/toDate.js</a:t>
            </a:r>
          </a:p>
          <a:p>
            <a:pPr>
              <a:defRPr sz="1200"/>
            </a:pPr>
            <a:r>
              <a:t>D:/pasar_fix/node_modules/.bun/date-fns@4.1.0/node_modules/date-fns/transpose.cjs</a:t>
            </a:r>
          </a:p>
          <a:p>
            <a:pPr>
              <a:defRPr sz="1200"/>
            </a:pPr>
            <a:r>
              <a:t>D:/pasar_fix/node_modules/.bun/date-fns@4.1.0/node_modules/date-fns/transpose.d.cts</a:t>
            </a:r>
          </a:p>
          <a:p>
            <a:pPr>
              <a:defRPr sz="1200"/>
            </a:pPr>
            <a:r>
              <a:t>D:/pasar_fix/node_modules/.bun/date-fns@4.1.0/node_modules/date-fns/transpose.d.ts</a:t>
            </a:r>
          </a:p>
          <a:p>
            <a:pPr>
              <a:defRPr sz="1200"/>
            </a:pPr>
            <a:r>
              <a:t>D:/pasar_fix/node_modules/.bun/date-fns@4.1.0/node_modules/date-fns/transpose.js</a:t>
            </a:r>
          </a:p>
          <a:p>
            <a:pPr>
              <a:defRPr sz="1200"/>
            </a:pPr>
            <a:r>
              <a:t>D:/pasar_fix/node_modules/.bun/date-fns@4.1.0/node_modules/date-fns/types.cjs</a:t>
            </a:r>
          </a:p>
          <a:p>
            <a:pPr>
              <a:defRPr sz="1200"/>
            </a:pPr>
            <a:r>
              <a:t>D:/pasar_fix/node_modules/.bun/date-fns@4.1.0/node_modules/date-fns/types.d.cts</a:t>
            </a:r>
          </a:p>
          <a:p>
            <a:pPr>
              <a:defRPr sz="1200"/>
            </a:pPr>
            <a:r>
              <a:t>D:/pasar_fix/node_modules/.bun/date-fns@4.1.0/node_modules/date-fns/types.d.ts</a:t>
            </a:r>
          </a:p>
          <a:p>
            <a:pPr>
              <a:defRPr sz="1200"/>
            </a:pPr>
            <a:r>
              <a:t>D:/pasar_fix/node_modules/.bun/date-fns@4.1.0/node_modules/date-fns/types.js</a:t>
            </a:r>
          </a:p>
          <a:p>
            <a:pPr>
              <a:defRPr sz="1200"/>
            </a:pPr>
            <a:r>
              <a:t>D:/pasar_fix/node_modules/.bun/date-fns@4.1.0/node_modules/date-fns/weeksToDays.cjs</a:t>
            </a:r>
          </a:p>
          <a:p>
            <a:pPr>
              <a:defRPr sz="1200"/>
            </a:pPr>
            <a:r>
              <a:t>D:/pasar_fix/node_modules/.bun/date-fns@4.1.0/node_modules/date-fns/weeksToDays.d.cts</a:t>
            </a:r>
          </a:p>
          <a:p>
            <a:pPr>
              <a:defRPr sz="1200"/>
            </a:pPr>
            <a:r>
              <a:t>D:/pasar_fix/node_modules/.bun/date-fns@4.1.0/node_modules/date-fns/weeksToDays.d.ts</a:t>
            </a:r>
          </a:p>
          <a:p>
            <a:pPr>
              <a:defRPr sz="1200"/>
            </a:pPr>
            <a:r>
              <a:t>D:/pasar_fix/node_modules/.bun/date-fns@4.1.0/node_modules/date-fns/weeksToDays.js</a:t>
            </a:r>
          </a:p>
          <a:p>
            <a:pPr>
              <a:defRPr sz="1200"/>
            </a:pPr>
            <a:r>
              <a:t>D:/pasar_fix/node_modules/.bun/date-fns@4.1.0/node_modules/date-fns/yearsToDays.cjs</a:t>
            </a:r>
          </a:p>
          <a:p>
            <a:pPr>
              <a:defRPr sz="1200"/>
            </a:pPr>
            <a:r>
              <a:t>D:/pasar_fix/node_modules/.bun/date-fns@4.1.0/node_modules/date-fns/yearsToDays.d.cts</a:t>
            </a:r>
          </a:p>
          <a:p>
            <a:pPr>
              <a:defRPr sz="1200"/>
            </a:pPr>
            <a:r>
              <a:t>D:/pasar_fix/node_modules/.bun/date-fns@4.1.0/node_modules/date-fns/yearsToDays.d.ts</a:t>
            </a:r>
          </a:p>
          <a:p>
            <a:pPr>
              <a:defRPr sz="1200"/>
            </a:pPr>
            <a:r>
              <a:t>D:/pasar_fix/node_modules/.bun/date-fns@4.1.0/node_modules/date-fns/yearsToDays.js</a:t>
            </a:r>
          </a:p>
          <a:p>
            <a:pPr>
              <a:defRPr sz="1200"/>
            </a:pPr>
            <a:r>
              <a:t>D:/pasar_fix/node_modules/.bun/date-fns@4.1.0/node_modules/date-fns/yearsToMonths.cjs</a:t>
            </a:r>
          </a:p>
          <a:p>
            <a:pPr>
              <a:defRPr sz="1200"/>
            </a:pPr>
            <a:r>
              <a:t>D:/pasar_fix/node_modules/.bun/date-fns@4.1.0/node_modules/date-fns/yearsToMonths.d.cts</a:t>
            </a:r>
          </a:p>
          <a:p>
            <a:pPr>
              <a:defRPr sz="1200"/>
            </a:pPr>
            <a:r>
              <a:t>D:/pasar_fix/node_modules/.bun/date-fns@4.1.0/node_modules/date-fns/yearsToMonths.d.ts</a:t>
            </a:r>
          </a:p>
          <a:p>
            <a:pPr>
              <a:defRPr sz="1200"/>
            </a:pPr>
            <a:r>
              <a:t>D:/pasar_fix/node_modules/.bun/date-fns@4.1.0/node_modules/date-fns/yearsToMonths.js</a:t>
            </a:r>
          </a:p>
          <a:p>
            <a:pPr>
              <a:defRPr sz="1200"/>
            </a:pPr>
            <a:r>
              <a:t>D:/pasar_fix/node_modules/.bun/date-fns@4.1.0/node_modules/date-fns/yearsToQuarters.cjs</a:t>
            </a:r>
          </a:p>
          <a:p>
            <a:pPr>
              <a:defRPr sz="1200"/>
            </a:pPr>
            <a:r>
              <a:t>D:/pasar_fix/node_modules/.bun/date-fns@4.1.0/node_modules/date-fns/yearsToQuarters.d.cts</a:t>
            </a:r>
          </a:p>
          <a:p>
            <a:pPr>
              <a:defRPr sz="1200"/>
            </a:pPr>
            <a:r>
              <a:t>D:/pasar_fix/node_modules/.bun/date-fns@4.1.0/node_modules/date-fns/yearsToQuarters.d.ts</a:t>
            </a:r>
          </a:p>
          <a:p>
            <a:pPr>
              <a:defRPr sz="1200"/>
            </a:pPr>
            <a:r>
              <a:t>D:/pasar_fix/node_modules/.bun/date-fns@4.1.0/node_modules/date-fns/yearsToQuarters.js</a:t>
            </a:r>
          </a:p>
          <a:p>
            <a:pPr>
              <a:defRPr sz="1200"/>
            </a:pPr>
            <a:r>
              <a:t>D:/pasar_fix/node_modules/.bun/date-fns@4.1.0/node_modules/date-fns/docs/cdn.md</a:t>
            </a:r>
          </a:p>
          <a:p>
            <a:pPr>
              <a:defRPr sz="1200"/>
            </a:pPr>
            <a:r>
              <a:t>D:/pasar_fix/node_modules/.bun/date-fns@4.1.0/node_modules/date-fns/docs/config.d.ts</a:t>
            </a:r>
          </a:p>
          <a:p>
            <a:pPr>
              <a:defRPr sz="1200"/>
            </a:pPr>
            <a:r>
              <a:t>D:/pasar_fix/node_modules/.bun/date-fns@4.1.0/node_modules/date-fns/docs/config.js</a:t>
            </a:r>
          </a:p>
          <a:p>
            <a:pPr>
              <a:defRPr sz="1200"/>
            </a:pPr>
            <a:r>
              <a:t>D:/pasar_fix/node_modules/.bun/date-fns@4.1.0/node_modules/date-fns/docs/fp.md</a:t>
            </a:r>
          </a:p>
          <a:p>
            <a:pPr>
              <a:defRPr sz="1200"/>
            </a:pPr>
            <a:r>
              <a:t>D:/pasar_fix/node_modules/.bun/date-fns@4.1.0/node_modules/date-fns/docs/gettingStarted.md</a:t>
            </a:r>
          </a:p>
          <a:p>
            <a:pPr>
              <a:defRPr sz="1200"/>
            </a:pPr>
            <a:r>
              <a:t>D:/pasar_fix/node_modules/.bun/date-fns@4.1.0/node_modules/date-fns/docs/i18n.md</a:t>
            </a:r>
          </a:p>
          <a:p>
            <a:pPr>
              <a:defRPr sz="1200"/>
            </a:pPr>
            <a:r>
              <a:t>D:/pasar_fix/node_modules/.bun/date-fns@4.1.0/node_modules/date-fns/docs/i18nContributionGuide.md</a:t>
            </a:r>
          </a:p>
          <a:p>
            <a:pPr>
              <a:defRPr sz="1200"/>
            </a:pPr>
            <a:r>
              <a:t>D:/pasar_fix/node_modules/.bun/date-fns@4.1.0/node_modules/date-fns/docs/logo.svg</a:t>
            </a:r>
          </a:p>
          <a:p>
            <a:pPr>
              <a:defRPr sz="1200"/>
            </a:pPr>
            <a:r>
              <a:t>D:/pasar_fix/node_modules/.bun/date-fns@4.1.0/node_modules/date-fns/docs/logotype.svg</a:t>
            </a:r>
          </a:p>
          <a:p>
            <a:pPr>
              <a:defRPr sz="1200"/>
            </a:pPr>
            <a:r>
              <a:t>D:/pasar_fix/node_modules/.bun/date-fns@4.1.0/node_modules/date-fns/docs/release.md</a:t>
            </a:r>
          </a:p>
          <a:p>
            <a:pPr>
              <a:defRPr sz="1200"/>
            </a:pPr>
            <a:r>
              <a:t>D:/pasar_fix/node_modules/.bun/date-fns@4.1.0/node_modules/date-fns/docs/timeZones.md</a:t>
            </a:r>
          </a:p>
          <a:p>
            <a:pPr>
              <a:defRPr sz="1200"/>
            </a:pPr>
            <a:r>
              <a:t>D:/pasar_fix/node_modules/.bun/date-fns@4.1.0/node_modules/date-fns/docs/unicodeTokens.md</a:t>
            </a:r>
          </a:p>
          <a:p>
            <a:pPr>
              <a:defRPr sz="1200"/>
            </a:pPr>
            <a:r>
              <a:t>D:/pasar_fix/node_modules/.bun/date-fns@4.1.0/node_modules/date-fns/docs/webpack.md</a:t>
            </a:r>
          </a:p>
          <a:p>
            <a:pPr>
              <a:defRPr sz="1200"/>
            </a:pPr>
            <a:r>
              <a:t>D:/pasar_fix/node_modules/.bun/date-fns@4.1.0/node_modules/date-fns/fp/add.cjs</a:t>
            </a:r>
          </a:p>
          <a:p>
            <a:pPr>
              <a:defRPr sz="1200"/>
            </a:pPr>
            <a:r>
              <a:t>D:/pasar_fix/node_modules/.bun/date-fns@4.1.0/node_modules/date-fns/fp/add.d.cts</a:t>
            </a:r>
          </a:p>
          <a:p>
            <a:pPr>
              <a:defRPr sz="1200"/>
            </a:pPr>
            <a:r>
              <a:t>D:/pasar_fix/node_modules/.bun/date-fns@4.1.0/node_modules/date-fns/fp/add.d.ts</a:t>
            </a:r>
          </a:p>
          <a:p>
            <a:pPr>
              <a:defRPr sz="1200"/>
            </a:pPr>
            <a:r>
              <a:t>D:/pasar_fix/node_modules/.bun/date-fns@4.1.0/node_modules/date-fns/fp/add.js</a:t>
            </a:r>
          </a:p>
          <a:p>
            <a:pPr>
              <a:defRPr sz="1200"/>
            </a:pPr>
            <a:r>
              <a:t>D:/pasar_fix/node_modules/.bun/date-fns@4.1.0/node_modules/date-fns/fp/addBusinessDays.cjs</a:t>
            </a:r>
          </a:p>
          <a:p>
            <a:pPr>
              <a:defRPr sz="1200"/>
            </a:pPr>
            <a:r>
              <a:t>D:/pasar_fix/node_modules/.bun/date-fns@4.1.0/node_modules/date-fns/fp/addBusinessDays.d.cts</a:t>
            </a:r>
          </a:p>
          <a:p>
            <a:pPr>
              <a:defRPr sz="1200"/>
            </a:pPr>
            <a:r>
              <a:t>D:/pasar_fix/node_modules/.bun/date-fns@4.1.0/node_modules/date-fns/fp/addBusinessDays.d.ts</a:t>
            </a:r>
          </a:p>
          <a:p>
            <a:pPr>
              <a:defRPr sz="1200"/>
            </a:pPr>
            <a:r>
              <a:t>D:/pasar_fix/node_modules/.bun/date-fns@4.1.0/node_modules/date-fns/fp/addBusinessDays.js</a:t>
            </a:r>
          </a:p>
          <a:p>
            <a:pPr>
              <a:defRPr sz="1200"/>
            </a:pPr>
            <a:r>
              <a:t>D:/pasar_fix/node_modules/.bun/date-fns@4.1.0/node_modules/date-fns/fp/addBusinessDaysWithOptions.cjs</a:t>
            </a:r>
          </a:p>
          <a:p>
            <a:pPr>
              <a:defRPr sz="1200"/>
            </a:pPr>
            <a:r>
              <a:t>D:/pasar_fix/node_modules/.bun/date-fns@4.1.0/node_modules/date-fns/fp/addBusinessDaysWithOptions.d.cts</a:t>
            </a:r>
          </a:p>
          <a:p>
            <a:pPr>
              <a:defRPr sz="1200"/>
            </a:pPr>
            <a:r>
              <a:t>D:/pasar_fix/node_modules/.bun/date-fns@4.1.0/node_modules/date-fns/fp/addBusinessDaysWithOptions.d.ts</a:t>
            </a:r>
          </a:p>
          <a:p>
            <a:pPr>
              <a:defRPr sz="1200"/>
            </a:pPr>
            <a:r>
              <a:t>D:/pasar_fix/node_modules/.bun/date-fns@4.1.0/node_modules/date-fns/fp/addBusinessDaysWithOptions.js</a:t>
            </a:r>
          </a:p>
          <a:p>
            <a:pPr>
              <a:defRPr sz="1200"/>
            </a:pPr>
            <a:r>
              <a:t>D:/pasar_fix/node_modules/.bun/date-fns@4.1.0/node_modules/date-fns/fp/addDays.cjs</a:t>
            </a:r>
          </a:p>
          <a:p>
            <a:pPr>
              <a:defRPr sz="1200"/>
            </a:pPr>
            <a:r>
              <a:t>D:/pasar_fix/node_modules/.bun/date-fns@4.1.0/node_modules/date-fns/fp/addDays.d.cts</a:t>
            </a:r>
          </a:p>
          <a:p>
            <a:pPr>
              <a:defRPr sz="1200"/>
            </a:pPr>
            <a:r>
              <a:t>D:/pasar_fix/node_modules/.bun/date-fns@4.1.0/node_modules/date-fns/fp/addDays.d.ts</a:t>
            </a:r>
          </a:p>
          <a:p>
            <a:pPr>
              <a:defRPr sz="1200"/>
            </a:pPr>
            <a:r>
              <a:t>D:/pasar_fix/node_modules/.bun/date-fns@4.1.0/node_modules/date-fns/fp/addDays.js</a:t>
            </a:r>
          </a:p>
          <a:p>
            <a:pPr>
              <a:defRPr sz="1200"/>
            </a:pPr>
            <a:r>
              <a:t>D:/pasar_fix/node_modules/.bun/date-fns@4.1.0/node_modules/date-fns/fp/addDaysWithOptions.cjs</a:t>
            </a:r>
          </a:p>
          <a:p>
            <a:pPr>
              <a:defRPr sz="1200"/>
            </a:pPr>
            <a:r>
              <a:t>D:/pasar_fix/node_modules/.bun/date-fns@4.1.0/node_modules/date-fns/fp/addDaysWithOptions.d.cts</a:t>
            </a:r>
          </a:p>
          <a:p>
            <a:pPr>
              <a:defRPr sz="1200"/>
            </a:pPr>
            <a:r>
              <a:t>D:/pasar_fix/node_modules/.bun/date-fns@4.1.0/node_modules/date-fns/fp/addDaysWithOptions.d.ts</a:t>
            </a:r>
          </a:p>
          <a:p>
            <a:pPr>
              <a:defRPr sz="1200"/>
            </a:pPr>
            <a:r>
              <a:t>D:/pasar_fix/node_modules/.bun/date-fns@4.1.0/node_modules/date-fns/fp/addDaysWithOptions.js</a:t>
            </a:r>
          </a:p>
          <a:p>
            <a:pPr>
              <a:defRPr sz="1200"/>
            </a:pPr>
            <a:r>
              <a:t>D:/pasar_fix/node_modules/.bun/date-fns@4.1.0/node_modules/date-fns/fp/addHours.cjs</a:t>
            </a:r>
          </a:p>
          <a:p>
            <a:pPr>
              <a:defRPr sz="1200"/>
            </a:pPr>
            <a:r>
              <a:t>D:/pasar_fix/node_modules/.bun/date-fns@4.1.0/node_modules/date-fns/fp/addHours.d.cts</a:t>
            </a:r>
          </a:p>
          <a:p>
            <a:pPr>
              <a:defRPr sz="1200"/>
            </a:pPr>
            <a:r>
              <a:t>D:/pasar_fix/node_modules/.bun/date-fns@4.1.0/node_modules/date-fns/fp/addHours.d.ts</a:t>
            </a:r>
          </a:p>
          <a:p>
            <a:pPr>
              <a:defRPr sz="1200"/>
            </a:pPr>
            <a:r>
              <a:t>D:/pasar_fix/node_modules/.bun/date-fns@4.1.0/node_modules/date-fns/fp/addHours.js</a:t>
            </a:r>
          </a:p>
          <a:p>
            <a:pPr>
              <a:defRPr sz="1200"/>
            </a:pPr>
            <a:r>
              <a:t>D:/pasar_fix/node_modules/.bun/date-fns@4.1.0/node_modules/date-fns/fp/addHoursWithOptions.cjs</a:t>
            </a:r>
          </a:p>
          <a:p>
            <a:pPr>
              <a:defRPr sz="1200"/>
            </a:pPr>
            <a:r>
              <a:t>D:/pasar_fix/node_modules/.bun/date-fns@4.1.0/node_modules/date-fns/fp/addHoursWithOptions.d.cts</a:t>
            </a:r>
          </a:p>
          <a:p>
            <a:pPr>
              <a:defRPr sz="1200"/>
            </a:pPr>
            <a:r>
              <a:t>D:/pasar_fix/node_modules/.bun/date-fns@4.1.0/node_modules/date-fns/fp/addHoursWithOptions.d.ts</a:t>
            </a:r>
          </a:p>
          <a:p>
            <a:pPr>
              <a:defRPr sz="1200"/>
            </a:pPr>
            <a:r>
              <a:t>D:/pasar_fix/node_modules/.bun/date-fns@4.1.0/node_modules/date-fns/fp/addHoursWithOptions.js</a:t>
            </a:r>
          </a:p>
          <a:p>
            <a:pPr>
              <a:defRPr sz="1200"/>
            </a:pPr>
            <a:r>
              <a:t>D:/pasar_fix/node_modules/.bun/date-fns@4.1.0/node_modules/date-fns/fp/addISOWeekYears.cjs</a:t>
            </a:r>
          </a:p>
          <a:p>
            <a:pPr>
              <a:defRPr sz="1200"/>
            </a:pPr>
            <a:r>
              <a:t>D:/pasar_fix/node_modules/.bun/date-fns@4.1.0/node_modules/date-fns/fp/addISOWeekYears.d.cts</a:t>
            </a:r>
          </a:p>
          <a:p>
            <a:pPr>
              <a:defRPr sz="1200"/>
            </a:pPr>
            <a:r>
              <a:t>D:/pasar_fix/node_modules/.bun/date-fns@4.1.0/node_modules/date-fns/fp/addISOWeekYears.d.ts</a:t>
            </a:r>
          </a:p>
          <a:p>
            <a:pPr>
              <a:defRPr sz="1200"/>
            </a:pPr>
            <a:r>
              <a:t>D:/pasar_fix/node_modules/.bun/date-fns@4.1.0/node_modules/date-fns/fp/addISOWeekYears.js</a:t>
            </a:r>
          </a:p>
          <a:p>
            <a:pPr>
              <a:defRPr sz="1200"/>
            </a:pPr>
            <a:r>
              <a:t>D:/pasar_fix/node_modules/.bun/date-fns@4.1.0/node_modules/date-fns/fp/addISOWeekYearsWithOptions.cjs</a:t>
            </a:r>
          </a:p>
          <a:p>
            <a:pPr>
              <a:defRPr sz="1200"/>
            </a:pPr>
            <a:r>
              <a:t>D:/pasar_fix/node_modules/.bun/date-fns@4.1.0/node_modules/date-fns/fp/addISOWeekYearsWithOptions.d.cts</a:t>
            </a:r>
          </a:p>
          <a:p>
            <a:pPr>
              <a:defRPr sz="1200"/>
            </a:pPr>
            <a:r>
              <a:t>D:/pasar_fix/node_modules/.bun/date-fns@4.1.0/node_modules/date-fns/fp/addISOWeekYearsWithOptions.d.ts</a:t>
            </a:r>
          </a:p>
          <a:p>
            <a:pPr>
              <a:defRPr sz="1200"/>
            </a:pPr>
            <a:r>
              <a:t>D:/pasar_fix/node_modules/.bun/date-fns@4.1.0/node_modules/date-fns/fp/addISOWeekYearsWithOptions.js</a:t>
            </a:r>
          </a:p>
          <a:p>
            <a:pPr>
              <a:defRPr sz="1200"/>
            </a:pPr>
            <a:r>
              <a:t>D:/pasar_fix/node_modules/.bun/date-fns@4.1.0/node_modules/date-fns/fp/addMilliseconds.cjs</a:t>
            </a:r>
          </a:p>
          <a:p>
            <a:pPr>
              <a:defRPr sz="1200"/>
            </a:pPr>
            <a:r>
              <a:t>D:/pasar_fix/node_modules/.bun/date-fns@4.1.0/node_modules/date-fns/fp/addMilliseconds.d.cts</a:t>
            </a:r>
          </a:p>
          <a:p>
            <a:pPr>
              <a:defRPr sz="1200"/>
            </a:pPr>
            <a:r>
              <a:t>D:/pasar_fix/node_modules/.bun/date-fns@4.1.0/node_modules/date-fns/fp/addMilliseconds.d.ts</a:t>
            </a:r>
          </a:p>
          <a:p>
            <a:pPr>
              <a:defRPr sz="1200"/>
            </a:pPr>
            <a:r>
              <a:t>D:/pasar_fix/node_modules/.bun/date-fns@4.1.0/node_modules/date-fns/fp/addMilliseconds.js</a:t>
            </a:r>
          </a:p>
          <a:p>
            <a:pPr>
              <a:defRPr sz="1200"/>
            </a:pPr>
            <a:r>
              <a:t>D:/pasar_fix/node_modules/.bun/date-fns@4.1.0/node_modules/date-fns/fp/addMillisecondsWithOptions.cjs</a:t>
            </a:r>
          </a:p>
          <a:p>
            <a:pPr>
              <a:defRPr sz="1200"/>
            </a:pPr>
            <a:r>
              <a:t>D:/pasar_fix/node_modules/.bun/date-fns@4.1.0/node_modules/date-fns/fp/addMillisecondsWithOptions.d.cts</a:t>
            </a:r>
          </a:p>
          <a:p>
            <a:pPr>
              <a:defRPr sz="1200"/>
            </a:pPr>
            <a:r>
              <a:t>D:/pasar_fix/node_modules/.bun/date-fns@4.1.0/node_modules/date-fns/fp/addMillisecondsWithOptions.d.ts</a:t>
            </a:r>
          </a:p>
          <a:p>
            <a:pPr>
              <a:defRPr sz="1200"/>
            </a:pPr>
            <a:r>
              <a:t>D:/pasar_fix/node_modules/.bun/date-fns@4.1.0/node_modules/date-fns/fp/addMillisecondsWithOptions.js</a:t>
            </a:r>
          </a:p>
          <a:p>
            <a:pPr>
              <a:defRPr sz="1200"/>
            </a:pPr>
            <a:r>
              <a:t>D:/pasar_fix/node_modules/.bun/date-fns@4.1.0/node_modules/date-fns/fp/addMinutes.cjs</a:t>
            </a:r>
          </a:p>
          <a:p>
            <a:pPr>
              <a:defRPr sz="1200"/>
            </a:pPr>
            <a:r>
              <a:t>D:/pasar_fix/node_modules/.bun/date-fns@4.1.0/node_modules/date-fns/fp/addMinutes.d.cts</a:t>
            </a:r>
          </a:p>
          <a:p>
            <a:pPr>
              <a:defRPr sz="1200"/>
            </a:pPr>
            <a:r>
              <a:t>D:/pasar_fix/node_modules/.bun/date-fns@4.1.0/node_modules/date-fns/fp/addMinutes.d.ts</a:t>
            </a:r>
          </a:p>
          <a:p>
            <a:pPr>
              <a:defRPr sz="1200"/>
            </a:pPr>
            <a:r>
              <a:t>D:/pasar_fix/node_modules/.bun/date-fns@4.1.0/node_modules/date-fns/fp/addMinutes.js</a:t>
            </a:r>
          </a:p>
          <a:p>
            <a:pPr>
              <a:defRPr sz="1200"/>
            </a:pPr>
            <a:r>
              <a:t>D:/pasar_fix/node_modules/.bun/date-fns@4.1.0/node_modules/date-fns/fp/addMinutesWithOptions.cjs</a:t>
            </a:r>
          </a:p>
          <a:p>
            <a:pPr>
              <a:defRPr sz="1200"/>
            </a:pPr>
            <a:r>
              <a:t>D:/pasar_fix/node_modules/.bun/date-fns@4.1.0/node_modules/date-fns/fp/addMinutesWithOptions.d.cts</a:t>
            </a:r>
          </a:p>
          <a:p>
            <a:pPr>
              <a:defRPr sz="1200"/>
            </a:pPr>
            <a:r>
              <a:t>D:/pasar_fix/node_modules/.bun/date-fns@4.1.0/node_modules/date-fns/fp/addMinutesWithOptions.d.ts</a:t>
            </a:r>
          </a:p>
          <a:p>
            <a:pPr>
              <a:defRPr sz="1200"/>
            </a:pPr>
            <a:r>
              <a:t>D:/pasar_fix/node_modules/.bun/date-fns@4.1.0/node_modules/date-fns/fp/addMinutesWithOptions.js</a:t>
            </a:r>
          </a:p>
          <a:p>
            <a:pPr>
              <a:defRPr sz="1200"/>
            </a:pPr>
            <a:r>
              <a:t>D:/pasar_fix/node_modules/.bun/date-fns@4.1.0/node_modules/date-fns/fp/addMonths.cjs</a:t>
            </a:r>
          </a:p>
          <a:p>
            <a:pPr>
              <a:defRPr sz="1200"/>
            </a:pPr>
            <a:r>
              <a:t>D:/pasar_fix/node_modules/.bun/date-fns@4.1.0/node_modules/date-fns/fp/addMonths.d.cts</a:t>
            </a:r>
          </a:p>
          <a:p>
            <a:pPr>
              <a:defRPr sz="1200"/>
            </a:pPr>
            <a:r>
              <a:t>D:/pasar_fix/node_modules/.bun/date-fns@4.1.0/node_modules/date-fns/fp/addMonths.d.ts</a:t>
            </a:r>
          </a:p>
          <a:p>
            <a:pPr>
              <a:defRPr sz="1200"/>
            </a:pPr>
            <a:r>
              <a:t>D:/pasar_fix/node_modules/.bun/date-fns@4.1.0/node_modules/date-fns/fp/addMonths.js</a:t>
            </a:r>
          </a:p>
          <a:p>
            <a:pPr>
              <a:defRPr sz="1200"/>
            </a:pPr>
            <a:r>
              <a:t>D:/pasar_fix/node_modules/.bun/date-fns@4.1.0/node_modules/date-fns/fp/addMonthsWithOptions.cjs</a:t>
            </a:r>
          </a:p>
          <a:p>
            <a:pPr>
              <a:defRPr sz="1200"/>
            </a:pPr>
            <a:r>
              <a:t>D:/pasar_fix/node_modules/.bun/date-fns@4.1.0/node_modules/date-fns/fp/addMonthsWithOptions.d.cts</a:t>
            </a:r>
          </a:p>
          <a:p>
            <a:pPr>
              <a:defRPr sz="1200"/>
            </a:pPr>
            <a:r>
              <a:t>D:/pasar_fix/node_modules/.bun/date-fns@4.1.0/node_modules/date-fns/fp/addMonthsWithOptions.d.ts</a:t>
            </a:r>
          </a:p>
          <a:p>
            <a:pPr>
              <a:defRPr sz="1200"/>
            </a:pPr>
            <a:r>
              <a:t>D:/pasar_fix/node_modules/.bun/date-fns@4.1.0/node_modules/date-fns/fp/addMonthsWithOptions.js</a:t>
            </a:r>
          </a:p>
          <a:p>
            <a:pPr>
              <a:defRPr sz="1200"/>
            </a:pPr>
            <a:r>
              <a:t>D:/pasar_fix/node_modules/.bun/date-fns@4.1.0/node_modules/date-fns/fp/addQuarters.cjs</a:t>
            </a:r>
          </a:p>
          <a:p>
            <a:pPr>
              <a:defRPr sz="1200"/>
            </a:pPr>
            <a:r>
              <a:t>D:/pasar_fix/node_modules/.bun/date-fns@4.1.0/node_modules/date-fns/fp/addQuarters.d.cts</a:t>
            </a:r>
          </a:p>
          <a:p>
            <a:pPr>
              <a:defRPr sz="1200"/>
            </a:pPr>
            <a:r>
              <a:t>D:/pasar_fix/node_modules/.bun/date-fns@4.1.0/node_modules/date-fns/fp/addQuarters.d.ts</a:t>
            </a:r>
          </a:p>
          <a:p>
            <a:pPr>
              <a:defRPr sz="1200"/>
            </a:pPr>
            <a:r>
              <a:t>D:/pasar_fix/node_modules/.bun/date-fns@4.1.0/node_modules/date-fns/fp/addQuarters.js</a:t>
            </a:r>
          </a:p>
          <a:p>
            <a:pPr>
              <a:defRPr sz="1200"/>
            </a:pPr>
            <a:r>
              <a:t>D:/pasar_fix/node_modules/.bun/date-fns@4.1.0/node_modules/date-fns/fp/addQuartersWithOptions.cjs</a:t>
            </a:r>
          </a:p>
          <a:p>
            <a:pPr>
              <a:defRPr sz="1200"/>
            </a:pPr>
            <a:r>
              <a:t>D:/pasar_fix/node_modules/.bun/date-fns@4.1.0/node_modules/date-fns/fp/addQuartersWithOptions.d.cts</a:t>
            </a:r>
          </a:p>
          <a:p>
            <a:pPr>
              <a:defRPr sz="1200"/>
            </a:pPr>
            <a:r>
              <a:t>D:/pasar_fix/node_modules/.bun/date-fns@4.1.0/node_modules/date-fns/fp/addQuartersWithOptions.d.ts</a:t>
            </a:r>
          </a:p>
          <a:p>
            <a:pPr>
              <a:defRPr sz="1200"/>
            </a:pPr>
            <a:r>
              <a:t>D:/pasar_fix/node_modules/.bun/date-fns@4.1.0/node_modules/date-fns/fp/addQuartersWithOptions.js</a:t>
            </a:r>
          </a:p>
          <a:p>
            <a:pPr>
              <a:defRPr sz="1200"/>
            </a:pPr>
            <a:r>
              <a:t>D:/pasar_fix/node_modules/.bun/date-fns@4.1.0/node_modules/date-fns/fp/addSeconds.cjs</a:t>
            </a:r>
          </a:p>
          <a:p>
            <a:pPr>
              <a:defRPr sz="1200"/>
            </a:pPr>
            <a:r>
              <a:t>D:/pasar_fix/node_modules/.bun/date-fns@4.1.0/node_modules/date-fns/fp/addSeconds.d.cts</a:t>
            </a:r>
          </a:p>
          <a:p>
            <a:pPr>
              <a:defRPr sz="1200"/>
            </a:pPr>
            <a:r>
              <a:t>D:/pasar_fix/node_modules/.bun/date-fns@4.1.0/node_modules/date-fns/fp/addSeconds.d.ts</a:t>
            </a:r>
          </a:p>
          <a:p>
            <a:pPr>
              <a:defRPr sz="1200"/>
            </a:pPr>
            <a:r>
              <a:t>D:/pasar_fix/node_modules/.bun/date-fns@4.1.0/node_modules/date-fns/fp/addSeconds.js</a:t>
            </a:r>
          </a:p>
          <a:p>
            <a:pPr>
              <a:defRPr sz="1200"/>
            </a:pPr>
            <a:r>
              <a:t>D:/pasar_fix/node_modules/.bun/date-fns@4.1.0/node_modules/date-fns/fp/addSecondsWithOptions.cjs</a:t>
            </a:r>
          </a:p>
          <a:p>
            <a:pPr>
              <a:defRPr sz="1200"/>
            </a:pPr>
            <a:r>
              <a:t>D:/pasar_fix/node_modules/.bun/date-fns@4.1.0/node_modules/date-fns/fp/addSecondsWithOptions.d.cts</a:t>
            </a:r>
          </a:p>
          <a:p>
            <a:pPr>
              <a:defRPr sz="1200"/>
            </a:pPr>
            <a:r>
              <a:t>D:/pasar_fix/node_modules/.bun/date-fns@4.1.0/node_modules/date-fns/fp/addSecondsWithOptions.d.ts</a:t>
            </a:r>
          </a:p>
          <a:p>
            <a:pPr>
              <a:defRPr sz="1200"/>
            </a:pPr>
            <a:r>
              <a:t>D:/pasar_fix/node_modules/.bun/date-fns@4.1.0/node_modules/date-fns/fp/addSecondsWithOptions.js</a:t>
            </a:r>
          </a:p>
          <a:p>
            <a:pPr>
              <a:defRPr sz="1200"/>
            </a:pPr>
            <a:r>
              <a:t>D:/pasar_fix/node_modules/.bun/date-fns@4.1.0/node_modules/date-fns/fp/addWeeks.cjs</a:t>
            </a:r>
          </a:p>
          <a:p>
            <a:pPr>
              <a:defRPr sz="1200"/>
            </a:pPr>
            <a:r>
              <a:t>D:/pasar_fix/node_modules/.bun/date-fns@4.1.0/node_modules/date-fns/fp/addWeeks.d.cts</a:t>
            </a:r>
          </a:p>
          <a:p>
            <a:pPr>
              <a:defRPr sz="1200"/>
            </a:pPr>
            <a:r>
              <a:t>D:/pasar_fix/node_modules/.bun/date-fns@4.1.0/node_modules/date-fns/fp/addWeeks.d.ts</a:t>
            </a:r>
          </a:p>
          <a:p>
            <a:pPr>
              <a:defRPr sz="1200"/>
            </a:pPr>
            <a:r>
              <a:t>D:/pasar_fix/node_modules/.bun/date-fns@4.1.0/node_modules/date-fns/fp/addWeeks.js</a:t>
            </a:r>
          </a:p>
          <a:p>
            <a:pPr>
              <a:defRPr sz="1200"/>
            </a:pPr>
            <a:r>
              <a:t>D:/pasar_fix/node_modules/.bun/date-fns@4.1.0/node_modules/date-fns/fp/addWeeksWithOptions.cjs</a:t>
            </a:r>
          </a:p>
          <a:p>
            <a:pPr>
              <a:defRPr sz="1200"/>
            </a:pPr>
            <a:r>
              <a:t>D:/pasar_fix/node_modules/.bun/date-fns@4.1.0/node_modules/date-fns/fp/addWeeksWithOptions.d.cts</a:t>
            </a:r>
          </a:p>
          <a:p>
            <a:pPr>
              <a:defRPr sz="1200"/>
            </a:pPr>
            <a:r>
              <a:t>D:/pasar_fix/node_modules/.bun/date-fns@4.1.0/node_modules/date-fns/fp/addWeeksWithOptions.d.ts</a:t>
            </a:r>
          </a:p>
          <a:p>
            <a:pPr>
              <a:defRPr sz="1200"/>
            </a:pPr>
            <a:r>
              <a:t>D:/pasar_fix/node_modules/.bun/date-fns@4.1.0/node_modules/date-fns/fp/addWeeksWithOptions.js</a:t>
            </a:r>
          </a:p>
          <a:p>
            <a:pPr>
              <a:defRPr sz="1200"/>
            </a:pPr>
            <a:r>
              <a:t>D:/pasar_fix/node_modules/.bun/date-fns@4.1.0/node_modules/date-fns/fp/addWithOptions.cjs</a:t>
            </a:r>
          </a:p>
          <a:p>
            <a:pPr>
              <a:defRPr sz="1200"/>
            </a:pPr>
            <a:r>
              <a:t>D:/pasar_fix/node_modules/.bun/date-fns@4.1.0/node_modules/date-fns/fp/addWithOptions.d.cts</a:t>
            </a:r>
          </a:p>
          <a:p>
            <a:pPr>
              <a:defRPr sz="1200"/>
            </a:pPr>
            <a:r>
              <a:t>D:/pasar_fix/node_modules/.bun/date-fns@4.1.0/node_modules/date-fns/fp/addWithOptions.d.ts</a:t>
            </a:r>
          </a:p>
          <a:p>
            <a:pPr>
              <a:defRPr sz="1200"/>
            </a:pPr>
            <a:r>
              <a:t>D:/pasar_fix/node_modules/.bun/date-fns@4.1.0/node_modules/date-fns/fp/addWithOptions.js</a:t>
            </a:r>
          </a:p>
          <a:p>
            <a:pPr>
              <a:defRPr sz="1200"/>
            </a:pPr>
            <a:r>
              <a:t>D:/pasar_fix/node_modules/.bun/date-fns@4.1.0/node_modules/date-fns/fp/addYears.cjs</a:t>
            </a:r>
          </a:p>
          <a:p>
            <a:pPr>
              <a:defRPr sz="1200"/>
            </a:pPr>
            <a:r>
              <a:t>D:/pasar_fix/node_modules/.bun/date-fns@4.1.0/node_modules/date-fns/fp/addYears.d.cts</a:t>
            </a:r>
          </a:p>
          <a:p>
            <a:pPr>
              <a:defRPr sz="1200"/>
            </a:pPr>
            <a:r>
              <a:t>D:/pasar_fix/node_modules/.bun/date-fns@4.1.0/node_modules/date-fns/fp/addYears.d.ts</a:t>
            </a:r>
          </a:p>
          <a:p>
            <a:pPr>
              <a:defRPr sz="1200"/>
            </a:pPr>
            <a:r>
              <a:t>D:/pasar_fix/node_modules/.bun/date-fns@4.1.0/node_modules/date-fns/fp/addYears.js</a:t>
            </a:r>
          </a:p>
          <a:p>
            <a:pPr>
              <a:defRPr sz="1200"/>
            </a:pPr>
            <a:r>
              <a:t>D:/pasar_fix/node_modules/.bun/date-fns@4.1.0/node_modules/date-fns/fp/addYearsWithOptions.cjs</a:t>
            </a:r>
          </a:p>
          <a:p>
            <a:pPr>
              <a:defRPr sz="1200"/>
            </a:pPr>
            <a:r>
              <a:t>D:/pasar_fix/node_modules/.bun/date-fns@4.1.0/node_modules/date-fns/fp/addYearsWithOptions.d.cts</a:t>
            </a:r>
          </a:p>
          <a:p>
            <a:pPr>
              <a:defRPr sz="1200"/>
            </a:pPr>
            <a:r>
              <a:t>D:/pasar_fix/node_modules/.bun/date-fns@4.1.0/node_modules/date-fns/fp/addYearsWithOptions.d.ts</a:t>
            </a:r>
          </a:p>
          <a:p>
            <a:pPr>
              <a:defRPr sz="1200"/>
            </a:pPr>
            <a:r>
              <a:t>D:/pasar_fix/node_modules/.bun/date-fns@4.1.0/node_modules/date-fns/fp/addYearsWithOptions.js</a:t>
            </a:r>
          </a:p>
          <a:p>
            <a:pPr>
              <a:defRPr sz="1200"/>
            </a:pPr>
            <a:r>
              <a:t>D:/pasar_fix/node_modules/.bun/date-fns@4.1.0/node_modules/date-fns/fp/areIntervalsOverlapping.cjs</a:t>
            </a:r>
          </a:p>
          <a:p>
            <a:pPr>
              <a:defRPr sz="1200"/>
            </a:pPr>
            <a:r>
              <a:t>D:/pasar_fix/node_modules/.bun/date-fns@4.1.0/node_modules/date-fns/fp/areIntervalsOverlapping.d.cts</a:t>
            </a:r>
          </a:p>
          <a:p>
            <a:pPr>
              <a:defRPr sz="1200"/>
            </a:pPr>
            <a:r>
              <a:t>D:/pasar_fix/node_modules/.bun/date-fns@4.1.0/node_modules/date-fns/fp/areIntervalsOverlapping.d.ts</a:t>
            </a:r>
          </a:p>
          <a:p>
            <a:pPr>
              <a:defRPr sz="1200"/>
            </a:pPr>
            <a:r>
              <a:t>D:/pasar_fix/node_modules/.bun/date-fns@4.1.0/node_modules/date-fns/fp/areIntervalsOverlapping.js</a:t>
            </a:r>
          </a:p>
          <a:p>
            <a:pPr>
              <a:defRPr sz="1200"/>
            </a:pPr>
            <a:r>
              <a:t>D:/pasar_fix/node_modules/.bun/date-fns@4.1.0/node_modules/date-fns/fp/areIntervalsOverlappingWithOptions.cjs</a:t>
            </a:r>
          </a:p>
          <a:p>
            <a:pPr>
              <a:defRPr sz="1200"/>
            </a:pPr>
            <a:r>
              <a:t>D:/pasar_fix/node_modules/.bun/date-fns@4.1.0/node_modules/date-fns/fp/areIntervalsOverlappingWithOptions.d.cts</a:t>
            </a:r>
          </a:p>
          <a:p>
            <a:pPr>
              <a:defRPr sz="1200"/>
            </a:pPr>
            <a:r>
              <a:t>D:/pasar_fix/node_modules/.bun/date-fns@4.1.0/node_modules/date-fns/fp/areIntervalsOverlappingWithOptions.d.ts</a:t>
            </a:r>
          </a:p>
          <a:p>
            <a:pPr>
              <a:defRPr sz="1200"/>
            </a:pPr>
            <a:r>
              <a:t>D:/pasar_fix/node_modules/.bun/date-fns@4.1.0/node_modules/date-fns/fp/areIntervalsOverlappingWithOptions.js</a:t>
            </a:r>
          </a:p>
          <a:p>
            <a:pPr>
              <a:defRPr sz="1200"/>
            </a:pPr>
            <a:r>
              <a:t>D:/pasar_fix/node_modules/.bun/date-fns@4.1.0/node_modules/date-fns/fp/cdn.js</a:t>
            </a:r>
          </a:p>
          <a:p>
            <a:pPr>
              <a:defRPr sz="1200"/>
            </a:pPr>
            <a:r>
              <a:t>D:/pasar_fix/node_modules/.bun/date-fns@4.1.0/node_modules/date-fns/fp/cdn.js.map</a:t>
            </a:r>
          </a:p>
          <a:p>
            <a:pPr>
              <a:defRPr sz="1200"/>
            </a:pPr>
            <a:r>
              <a:t>D:/pasar_fix/node_modules/.bun/date-fns@4.1.0/node_modules/date-fns/fp/cdn.min.js</a:t>
            </a:r>
          </a:p>
          <a:p>
            <a:pPr>
              <a:defRPr sz="1200"/>
            </a:pPr>
            <a:r>
              <a:t>D:/pasar_fix/node_modules/.bun/date-fns@4.1.0/node_modules/date-fns/fp/cdn.min.js.map</a:t>
            </a:r>
          </a:p>
          <a:p>
            <a:pPr>
              <a:defRPr sz="1200"/>
            </a:pPr>
            <a:r>
              <a:t>D:/pasar_fix/node_modules/.bun/date-fns@4.1.0/node_modules/date-fns/fp/clamp.cjs</a:t>
            </a:r>
          </a:p>
          <a:p>
            <a:pPr>
              <a:defRPr sz="1200"/>
            </a:pPr>
            <a:r>
              <a:t>D:/pasar_fix/node_modules/.bun/date-fns@4.1.0/node_modules/date-fns/fp/clamp.d.cts</a:t>
            </a:r>
          </a:p>
          <a:p>
            <a:pPr>
              <a:defRPr sz="1200"/>
            </a:pPr>
            <a:r>
              <a:t>D:/pasar_fix/node_modules/.bun/date-fns@4.1.0/node_modules/date-fns/fp/clamp.d.ts</a:t>
            </a:r>
          </a:p>
          <a:p>
            <a:pPr>
              <a:defRPr sz="1200"/>
            </a:pPr>
            <a:r>
              <a:t>D:/pasar_fix/node_modules/.bun/date-fns@4.1.0/node_modules/date-fns/fp/clamp.js</a:t>
            </a:r>
          </a:p>
          <a:p>
            <a:pPr>
              <a:defRPr sz="1200"/>
            </a:pPr>
            <a:r>
              <a:t>D:/pasar_fix/node_modules/.bun/date-fns@4.1.0/node_modules/date-fns/fp/clampWithOptions.cjs</a:t>
            </a:r>
          </a:p>
          <a:p>
            <a:pPr>
              <a:defRPr sz="1200"/>
            </a:pPr>
            <a:r>
              <a:t>D:/pasar_fix/node_modules/.bun/date-fns@4.1.0/node_modules/date-fns/fp/clampWithOptions.d.cts</a:t>
            </a:r>
          </a:p>
          <a:p>
            <a:pPr>
              <a:defRPr sz="1200"/>
            </a:pPr>
            <a:r>
              <a:t>D:/pasar_fix/node_modules/.bun/date-fns@4.1.0/node_modules/date-fns/fp/clampWithOptions.d.ts</a:t>
            </a:r>
          </a:p>
          <a:p>
            <a:pPr>
              <a:defRPr sz="1200"/>
            </a:pPr>
            <a:r>
              <a:t>D:/pasar_fix/node_modules/.bun/date-fns@4.1.0/node_modules/date-fns/fp/clampWithOptions.js</a:t>
            </a:r>
          </a:p>
          <a:p>
            <a:pPr>
              <a:defRPr sz="1200"/>
            </a:pPr>
            <a:r>
              <a:t>D:/pasar_fix/node_modules/.bun/date-fns@4.1.0/node_modules/date-fns/fp/closestIndexTo.cjs</a:t>
            </a:r>
          </a:p>
          <a:p>
            <a:pPr>
              <a:defRPr sz="1200"/>
            </a:pPr>
            <a:r>
              <a:t>D:/pasar_fix/node_modules/.bun/date-fns@4.1.0/node_modules/date-fns/fp/closestIndexTo.d.cts</a:t>
            </a:r>
          </a:p>
          <a:p>
            <a:pPr>
              <a:defRPr sz="1200"/>
            </a:pPr>
            <a:r>
              <a:t>D:/pasar_fix/node_modules/.bun/date-fns@4.1.0/node_modules/date-fns/fp/closestIndexTo.d.ts</a:t>
            </a:r>
          </a:p>
          <a:p>
            <a:pPr>
              <a:defRPr sz="1200"/>
            </a:pPr>
            <a:r>
              <a:t>D:/pasar_fix/node_modules/.bun/date-fns@4.1.0/node_modules/date-fns/fp/closestIndexTo.js</a:t>
            </a:r>
          </a:p>
          <a:p>
            <a:pPr>
              <a:defRPr sz="1200"/>
            </a:pPr>
            <a:r>
              <a:t>D:/pasar_fix/node_modules/.bun/date-fns@4.1.0/node_modules/date-fns/fp/closestTo.cjs</a:t>
            </a:r>
          </a:p>
          <a:p>
            <a:pPr>
              <a:defRPr sz="1200"/>
            </a:pPr>
            <a:r>
              <a:t>D:/pasar_fix/node_modules/.bun/date-fns@4.1.0/node_modules/date-fns/fp/closestTo.d.cts</a:t>
            </a:r>
          </a:p>
          <a:p>
            <a:pPr>
              <a:defRPr sz="1200"/>
            </a:pPr>
            <a:r>
              <a:t>D:/pasar_fix/node_modules/.bun/date-fns@4.1.0/node_modules/date-fns/fp/closestTo.d.ts</a:t>
            </a:r>
          </a:p>
          <a:p>
            <a:pPr>
              <a:defRPr sz="1200"/>
            </a:pPr>
            <a:r>
              <a:t>D:/pasar_fix/node_modules/.bun/date-fns@4.1.0/node_modules/date-fns/fp/closestTo.js</a:t>
            </a:r>
          </a:p>
          <a:p>
            <a:pPr>
              <a:defRPr sz="1200"/>
            </a:pPr>
            <a:r>
              <a:t>D:/pasar_fix/node_modules/.bun/date-fns@4.1.0/node_modules/date-fns/fp/closestToWithOptions.cjs</a:t>
            </a:r>
          </a:p>
          <a:p>
            <a:pPr>
              <a:defRPr sz="1200"/>
            </a:pPr>
            <a:r>
              <a:t>D:/pasar_fix/node_modules/.bun/date-fns@4.1.0/node_modules/date-fns/fp/closestToWithOptions.d.cts</a:t>
            </a:r>
          </a:p>
          <a:p>
            <a:pPr>
              <a:defRPr sz="1200"/>
            </a:pPr>
            <a:r>
              <a:t>D:/pasar_fix/node_modules/.bun/date-fns@4.1.0/node_modules/date-fns/fp/closestToWithOptions.d.ts</a:t>
            </a:r>
          </a:p>
          <a:p>
            <a:pPr>
              <a:defRPr sz="1200"/>
            </a:pPr>
            <a:r>
              <a:t>D:/pasar_fix/node_modules/.bun/date-fns@4.1.0/node_modules/date-fns/fp/closestToWithOptions.js</a:t>
            </a:r>
          </a:p>
          <a:p>
            <a:pPr>
              <a:defRPr sz="1200"/>
            </a:pPr>
            <a:r>
              <a:t>D:/pasar_fix/node_modules/.bun/date-fns@4.1.0/node_modules/date-fns/fp/compareAsc.cjs</a:t>
            </a:r>
          </a:p>
          <a:p>
            <a:pPr>
              <a:defRPr sz="1200"/>
            </a:pPr>
            <a:r>
              <a:t>D:/pasar_fix/node_modules/.bun/date-fns@4.1.0/node_modules/date-fns/fp/compareAsc.d.cts</a:t>
            </a:r>
          </a:p>
          <a:p>
            <a:pPr>
              <a:defRPr sz="1200"/>
            </a:pPr>
            <a:r>
              <a:t>D:/pasar_fix/node_modules/.bun/date-fns@4.1.0/node_modules/date-fns/fp/compareAsc.d.ts</a:t>
            </a:r>
          </a:p>
          <a:p>
            <a:pPr>
              <a:defRPr sz="1200"/>
            </a:pPr>
            <a:r>
              <a:t>D:/pasar_fix/node_modules/.bun/date-fns@4.1.0/node_modules/date-fns/fp/compareAsc.js</a:t>
            </a:r>
          </a:p>
          <a:p>
            <a:pPr>
              <a:defRPr sz="1200"/>
            </a:pPr>
            <a:r>
              <a:t>D:/pasar_fix/node_modules/.bun/date-fns@4.1.0/node_modules/date-fns/fp/compareDesc.cjs</a:t>
            </a:r>
          </a:p>
          <a:p>
            <a:pPr>
              <a:defRPr sz="1200"/>
            </a:pPr>
            <a:r>
              <a:t>D:/pasar_fix/node_modules/.bun/date-fns@4.1.0/node_modules/date-fns/fp/compareDesc.d.cts</a:t>
            </a:r>
          </a:p>
          <a:p>
            <a:pPr>
              <a:defRPr sz="1200"/>
            </a:pPr>
            <a:r>
              <a:t>D:/pasar_fix/node_modules/.bun/date-fns@4.1.0/node_modules/date-fns/fp/compareDesc.d.ts</a:t>
            </a:r>
          </a:p>
          <a:p>
            <a:pPr>
              <a:defRPr sz="1200"/>
            </a:pPr>
            <a:r>
              <a:t>D:/pasar_fix/node_modules/.bun/date-fns@4.1.0/node_modules/date-fns/fp/compareDesc.js</a:t>
            </a:r>
          </a:p>
          <a:p>
            <a:pPr>
              <a:defRPr sz="1200"/>
            </a:pPr>
            <a:r>
              <a:t>D:/pasar_fix/node_modules/.bun/date-fns@4.1.0/node_modules/date-fns/fp/constructFrom.cjs</a:t>
            </a:r>
          </a:p>
          <a:p>
            <a:pPr>
              <a:defRPr sz="1200"/>
            </a:pPr>
            <a:r>
              <a:t>D:/pasar_fix/node_modules/.bun/date-fns@4.1.0/node_modules/date-fns/fp/constructFrom.d.cts</a:t>
            </a:r>
          </a:p>
          <a:p>
            <a:pPr>
              <a:defRPr sz="1200"/>
            </a:pPr>
            <a:r>
              <a:t>D:/pasar_fix/node_modules/.bun/date-fns@4.1.0/node_modules/date-fns/fp/constructFrom.d.ts</a:t>
            </a:r>
          </a:p>
          <a:p>
            <a:pPr>
              <a:defRPr sz="1200"/>
            </a:pPr>
            <a:r>
              <a:t>D:/pasar_fix/node_modules/.bun/date-fns@4.1.0/node_modules/date-fns/fp/constructFrom.js</a:t>
            </a:r>
          </a:p>
          <a:p>
            <a:pPr>
              <a:defRPr sz="1200"/>
            </a:pPr>
            <a:r>
              <a:t>D:/pasar_fix/node_modules/.bun/date-fns@4.1.0/node_modules/date-fns/fp/daysToWeeks.cjs</a:t>
            </a:r>
          </a:p>
          <a:p>
            <a:pPr>
              <a:defRPr sz="1200"/>
            </a:pPr>
            <a:r>
              <a:t>D:/pasar_fix/node_modules/.bun/date-fns@4.1.0/node_modules/date-fns/fp/daysToWeeks.d.cts</a:t>
            </a:r>
          </a:p>
          <a:p>
            <a:pPr>
              <a:defRPr sz="1200"/>
            </a:pPr>
            <a:r>
              <a:t>D:/pasar_fix/node_modules/.bun/date-fns@4.1.0/node_modules/date-fns/fp/daysToWeeks.d.ts</a:t>
            </a:r>
          </a:p>
          <a:p>
            <a:pPr>
              <a:defRPr sz="1200"/>
            </a:pPr>
            <a:r>
              <a:t>D:/pasar_fix/node_modules/.bun/date-fns@4.1.0/node_modules/date-fns/fp/daysToWeeks.js</a:t>
            </a:r>
          </a:p>
          <a:p>
            <a:pPr>
              <a:defRPr sz="1200"/>
            </a:pPr>
            <a:r>
              <a:t>D:/pasar_fix/node_modules/.bun/date-fns@4.1.0/node_modules/date-fns/fp/differenceInBusinessDays.cjs</a:t>
            </a:r>
          </a:p>
          <a:p>
            <a:pPr>
              <a:defRPr sz="1200"/>
            </a:pPr>
            <a:r>
              <a:t>D:/pasar_fix/node_modules/.bun/date-fns@4.1.0/node_modules/date-fns/fp/differenceInBusinessDays.d.cts</a:t>
            </a:r>
          </a:p>
          <a:p>
            <a:pPr>
              <a:defRPr sz="1200"/>
            </a:pPr>
            <a:r>
              <a:t>D:/pasar_fix/node_modules/.bun/date-fns@4.1.0/node_modules/date-fns/fp/differenceInBusinessDays.d.ts</a:t>
            </a:r>
          </a:p>
          <a:p>
            <a:pPr>
              <a:defRPr sz="1200"/>
            </a:pPr>
            <a:r>
              <a:t>D:/pasar_fix/node_modules/.bun/date-fns@4.1.0/node_modules/date-fns/fp/differenceInBusinessDays.js</a:t>
            </a:r>
          </a:p>
          <a:p>
            <a:pPr>
              <a:defRPr sz="1200"/>
            </a:pPr>
            <a:r>
              <a:t>D:/pasar_fix/node_modules/.bun/date-fns@4.1.0/node_modules/date-fns/fp/differenceInBusinessDaysWithOptions.cjs</a:t>
            </a:r>
          </a:p>
          <a:p>
            <a:pPr>
              <a:defRPr sz="1200"/>
            </a:pPr>
            <a:r>
              <a:t>D:/pasar_fix/node_modules/.bun/date-fns@4.1.0/node_modules/date-fns/fp/differenceInBusinessDaysWithOptions.d.cts</a:t>
            </a:r>
          </a:p>
          <a:p>
            <a:pPr>
              <a:defRPr sz="1200"/>
            </a:pPr>
            <a:r>
              <a:t>D:/pasar_fix/node_modules/.bun/date-fns@4.1.0/node_modules/date-fns/fp/differenceInBusinessDaysWithOptions.d.ts</a:t>
            </a:r>
          </a:p>
          <a:p>
            <a:pPr>
              <a:defRPr sz="1200"/>
            </a:pPr>
            <a:r>
              <a:t>D:/pasar_fix/node_modules/.bun/date-fns@4.1.0/node_modules/date-fns/fp/differenceInBusinessDaysWithOptions.js</a:t>
            </a:r>
          </a:p>
          <a:p>
            <a:pPr>
              <a:defRPr sz="1200"/>
            </a:pPr>
            <a:r>
              <a:t>D:/pasar_fix/node_modules/.bun/date-fns@4.1.0/node_modules/date-fns/fp/differenceInCalendarDays.cjs</a:t>
            </a:r>
          </a:p>
          <a:p>
            <a:pPr>
              <a:defRPr sz="1200"/>
            </a:pPr>
            <a:r>
              <a:t>D:/pasar_fix/node_modules/.bun/date-fns@4.1.0/node_modules/date-fns/fp/differenceInCalendarDays.d.cts</a:t>
            </a:r>
          </a:p>
          <a:p>
            <a:pPr>
              <a:defRPr sz="1200"/>
            </a:pPr>
            <a:r>
              <a:t>D:/pasar_fix/node_modules/.bun/date-fns@4.1.0/node_modules/date-fns/fp/differenceInCalendarDays.d.ts</a:t>
            </a:r>
          </a:p>
          <a:p>
            <a:pPr>
              <a:defRPr sz="1200"/>
            </a:pPr>
            <a:r>
              <a:t>D:/pasar_fix/node_modules/.bun/date-fns@4.1.0/node_modules/date-fns/fp/differenceInCalendarDays.js</a:t>
            </a:r>
          </a:p>
          <a:p>
            <a:pPr>
              <a:defRPr sz="1200"/>
            </a:pPr>
            <a:r>
              <a:t>D:/pasar_fix/node_modules/.bun/date-fns@4.1.0/node_modules/date-fns/fp/differenceInCalendarDaysWithOptions.cjs</a:t>
            </a:r>
          </a:p>
          <a:p>
            <a:pPr>
              <a:defRPr sz="1200"/>
            </a:pPr>
            <a:r>
              <a:t>D:/pasar_fix/node_modules/.bun/date-fns@4.1.0/node_modules/date-fns/fp/differenceInCalendarDaysWithOptions.d.cts</a:t>
            </a:r>
          </a:p>
          <a:p>
            <a:pPr>
              <a:defRPr sz="1200"/>
            </a:pPr>
            <a:r>
              <a:t>D:/pasar_fix/node_modules/.bun/date-fns@4.1.0/node_modules/date-fns/fp/differenceInCalendarDaysWithOptions.d.ts</a:t>
            </a:r>
          </a:p>
          <a:p>
            <a:pPr>
              <a:defRPr sz="1200"/>
            </a:pPr>
            <a:r>
              <a:t>D:/pasar_fix/node_modules/.bun/date-fns@4.1.0/node_modules/date-fns/fp/differenceInCalendarDaysWithOptions.js</a:t>
            </a:r>
          </a:p>
          <a:p>
            <a:pPr>
              <a:defRPr sz="1200"/>
            </a:pPr>
            <a:r>
              <a:t>D:/pasar_fix/node_modules/.bun/date-fns@4.1.0/node_modules/date-fns/fp/differenceInCalendarISOWeeks.cjs</a:t>
            </a:r>
          </a:p>
          <a:p>
            <a:pPr>
              <a:defRPr sz="1200"/>
            </a:pPr>
            <a:r>
              <a:t>D:/pasar_fix/node_modules/.bun/date-fns@4.1.0/node_modules/date-fns/fp/differenceInCalendarISOWeeks.d.cts</a:t>
            </a:r>
          </a:p>
          <a:p>
            <a:pPr>
              <a:defRPr sz="1200"/>
            </a:pPr>
            <a:r>
              <a:t>D:/pasar_fix/node_modules/.bun/date-fns@4.1.0/node_modules/date-fns/fp/differenceInCalendarISOWeeks.d.ts</a:t>
            </a:r>
          </a:p>
          <a:p>
            <a:pPr>
              <a:defRPr sz="1200"/>
            </a:pPr>
            <a:r>
              <a:t>D:/pasar_fix/node_modules/.bun/date-fns@4.1.0/node_modules/date-fns/fp/differenceInCalendarISOWeeks.js</a:t>
            </a:r>
          </a:p>
          <a:p>
            <a:pPr>
              <a:defRPr sz="1200"/>
            </a:pPr>
            <a:r>
              <a:t>D:/pasar_fix/node_modules/.bun/date-fns@4.1.0/node_modules/date-fns/fp/differenceInCalendarISOWeeksWithOptions.cjs</a:t>
            </a:r>
          </a:p>
          <a:p>
            <a:pPr>
              <a:defRPr sz="1200"/>
            </a:pPr>
            <a:r>
              <a:t>D:/pasar_fix/node_modules/.bun/date-fns@4.1.0/node_modules/date-fns/fp/differenceInCalendarISOWeeksWithOptions.d.cts</a:t>
            </a:r>
          </a:p>
          <a:p>
            <a:pPr>
              <a:defRPr sz="1200"/>
            </a:pPr>
            <a:r>
              <a:t>D:/pasar_fix/node_modules/.bun/date-fns@4.1.0/node_modules/date-fns/fp/differenceInCalendarISOWeeksWithOptions.d.ts</a:t>
            </a:r>
          </a:p>
          <a:p>
            <a:pPr>
              <a:defRPr sz="1200"/>
            </a:pPr>
            <a:r>
              <a:t>D:/pasar_fix/node_modules/.bun/date-fns@4.1.0/node_modules/date-fns/fp/differenceInCalendarISOWeeksWithOptions.js</a:t>
            </a:r>
          </a:p>
          <a:p>
            <a:pPr>
              <a:defRPr sz="1200"/>
            </a:pPr>
            <a:r>
              <a:t>D:/pasar_fix/node_modules/.bun/date-fns@4.1.0/node_modules/date-fns/fp/differenceInCalendarISOWeekYears.cjs</a:t>
            </a:r>
          </a:p>
          <a:p>
            <a:pPr>
              <a:defRPr sz="1200"/>
            </a:pPr>
            <a:r>
              <a:t>D:/pasar_fix/node_modules/.bun/date-fns@4.1.0/node_modules/date-fns/fp/differenceInCalendarISOWeekYears.d.cts</a:t>
            </a:r>
          </a:p>
          <a:p>
            <a:pPr>
              <a:defRPr sz="1200"/>
            </a:pPr>
            <a:r>
              <a:t>D:/pasar_fix/node_modules/.bun/date-fns@4.1.0/node_modules/date-fns/fp/differenceInCalendarISOWeekYears.d.ts</a:t>
            </a:r>
          </a:p>
          <a:p>
            <a:pPr>
              <a:defRPr sz="1200"/>
            </a:pPr>
            <a:r>
              <a:t>D:/pasar_fix/node_modules/.bun/date-fns@4.1.0/node_modules/date-fns/fp/differenceInCalendarISOWeekYears.js</a:t>
            </a:r>
          </a:p>
          <a:p>
            <a:pPr>
              <a:defRPr sz="1200"/>
            </a:pPr>
            <a:r>
              <a:t>D:/pasar_fix/node_modules/.bun/date-fns@4.1.0/node_modules/date-fns/fp/differenceInCalendarISOWeekYearsWithOptions.cjs</a:t>
            </a:r>
          </a:p>
          <a:p>
            <a:pPr>
              <a:defRPr sz="1200"/>
            </a:pPr>
            <a:r>
              <a:t>D:/pasar_fix/node_modules/.bun/date-fns@4.1.0/node_modules/date-fns/fp/differenceInCalendarISOWeekYearsWithOptions.d.cts</a:t>
            </a:r>
          </a:p>
          <a:p>
            <a:pPr>
              <a:defRPr sz="1200"/>
            </a:pPr>
            <a:r>
              <a:t>D:/pasar_fix/node_modules/.bun/date-fns@4.1.0/node_modules/date-fns/fp/differenceInCalendarISOWeekYearsWithOptions.d.ts</a:t>
            </a:r>
          </a:p>
          <a:p>
            <a:pPr>
              <a:defRPr sz="1200"/>
            </a:pPr>
            <a:r>
              <a:t>D:/pasar_fix/node_modules/.bun/date-fns@4.1.0/node_modules/date-fns/fp/differenceInCalendarISOWeekYearsWithOptions.js</a:t>
            </a:r>
          </a:p>
          <a:p>
            <a:pPr>
              <a:defRPr sz="1200"/>
            </a:pPr>
            <a:r>
              <a:t>D:/pasar_fix/node_modules/.bun/date-fns@4.1.0/node_modules/date-fns/fp/differenceInCalendarMonths.cjs</a:t>
            </a:r>
          </a:p>
          <a:p>
            <a:pPr>
              <a:defRPr sz="1200"/>
            </a:pPr>
            <a:r>
              <a:t>D:/pasar_fix/node_modules/.bun/date-fns@4.1.0/node_modules/date-fns/fp/differenceInCalendarMonths.d.cts</a:t>
            </a:r>
          </a:p>
          <a:p>
            <a:pPr>
              <a:defRPr sz="1200"/>
            </a:pPr>
            <a:r>
              <a:t>D:/pasar_fix/node_modules/.bun/date-fns@4.1.0/node_modules/date-fns/fp/differenceInCalendarMonths.d.ts</a:t>
            </a:r>
          </a:p>
          <a:p>
            <a:pPr>
              <a:defRPr sz="1200"/>
            </a:pPr>
            <a:r>
              <a:t>D:/pasar_fix/node_modules/.bun/date-fns@4.1.0/node_modules/date-fns/fp/differenceInCalendarMonths.js</a:t>
            </a:r>
          </a:p>
          <a:p>
            <a:pPr>
              <a:defRPr sz="1200"/>
            </a:pPr>
            <a:r>
              <a:t>D:/pasar_fix/node_modules/.bun/date-fns@4.1.0/node_modules/date-fns/fp/differenceInCalendarMonthsWithOptions.cjs</a:t>
            </a:r>
          </a:p>
          <a:p>
            <a:pPr>
              <a:defRPr sz="1200"/>
            </a:pPr>
            <a:r>
              <a:t>D:/pasar_fix/node_modules/.bun/date-fns@4.1.0/node_modules/date-fns/fp/differenceInCalendarMonthsWithOptions.d.cts</a:t>
            </a:r>
          </a:p>
          <a:p>
            <a:pPr>
              <a:defRPr sz="1200"/>
            </a:pPr>
            <a:r>
              <a:t>D:/pasar_fix/node_modules/.bun/date-fns@4.1.0/node_modules/date-fns/fp/differenceInCalendarMonthsWithOptions.d.ts</a:t>
            </a:r>
          </a:p>
          <a:p>
            <a:pPr>
              <a:defRPr sz="1200"/>
            </a:pPr>
            <a:r>
              <a:t>D:/pasar_fix/node_modules/.bun/date-fns@4.1.0/node_modules/date-fns/fp/differenceInCalendarMonthsWithOptions.js</a:t>
            </a:r>
          </a:p>
          <a:p>
            <a:pPr>
              <a:defRPr sz="1200"/>
            </a:pPr>
            <a:r>
              <a:t>D:/pasar_fix/node_modules/.bun/date-fns@4.1.0/node_modules/date-fns/fp/differenceInCalendarQuarters.cjs</a:t>
            </a:r>
          </a:p>
          <a:p>
            <a:pPr>
              <a:defRPr sz="1200"/>
            </a:pPr>
            <a:r>
              <a:t>D:/pasar_fix/node_modules/.bun/date-fns@4.1.0/node_modules/date-fns/fp/differenceInCalendarQuarters.d.cts</a:t>
            </a:r>
          </a:p>
          <a:p>
            <a:pPr>
              <a:defRPr sz="1200"/>
            </a:pPr>
            <a:r>
              <a:t>D:/pasar_fix/node_modules/.bun/date-fns@4.1.0/node_modules/date-fns/fp/differenceInCalendarQuarters.d.ts</a:t>
            </a:r>
          </a:p>
          <a:p>
            <a:pPr>
              <a:defRPr sz="1200"/>
            </a:pPr>
            <a:r>
              <a:t>D:/pasar_fix/node_modules/.bun/date-fns@4.1.0/node_modules/date-fns/fp/differenceInCalendarQuarters.js</a:t>
            </a:r>
          </a:p>
          <a:p>
            <a:pPr>
              <a:defRPr sz="1200"/>
            </a:pPr>
            <a:r>
              <a:t>D:/pasar_fix/node_modules/.bun/date-fns@4.1.0/node_modules/date-fns/fp/differenceInCalendarQuartersWithOptions.cjs</a:t>
            </a:r>
          </a:p>
          <a:p>
            <a:pPr>
              <a:defRPr sz="1200"/>
            </a:pPr>
            <a:r>
              <a:t>D:/pasar_fix/node_modules/.bun/date-fns@4.1.0/node_modules/date-fns/fp/differenceInCalendarQuartersWithOptions.d.cts</a:t>
            </a:r>
          </a:p>
          <a:p>
            <a:pPr>
              <a:defRPr sz="1200"/>
            </a:pPr>
            <a:r>
              <a:t>D:/pasar_fix/node_modules/.bun/date-fns@4.1.0/node_modules/date-fns/fp/differenceInCalendarQuartersWithOptions.d.ts</a:t>
            </a:r>
          </a:p>
          <a:p>
            <a:pPr>
              <a:defRPr sz="1200"/>
            </a:pPr>
            <a:r>
              <a:t>D:/pasar_fix/node_modules/.bun/date-fns@4.1.0/node_modules/date-fns/fp/differenceInCalendarQuartersWithOptions.js</a:t>
            </a:r>
          </a:p>
          <a:p>
            <a:pPr>
              <a:defRPr sz="1200"/>
            </a:pPr>
            <a:r>
              <a:t>D:/pasar_fix/node_modules/.bun/date-fns@4.1.0/node_modules/date-fns/fp/differenceInCalendarWeeks.cjs</a:t>
            </a:r>
          </a:p>
          <a:p>
            <a:pPr>
              <a:defRPr sz="1200"/>
            </a:pPr>
            <a:r>
              <a:t>D:/pasar_fix/node_modules/.bun/date-fns@4.1.0/node_modules/date-fns/fp/differenceInCalendarWeeks.d.cts</a:t>
            </a:r>
          </a:p>
          <a:p>
            <a:pPr>
              <a:defRPr sz="1200"/>
            </a:pPr>
            <a:r>
              <a:t>D:/pasar_fix/node_modules/.bun/date-fns@4.1.0/node_modules/date-fns/fp/differenceInCalendarWeeks.d.ts</a:t>
            </a:r>
          </a:p>
          <a:p>
            <a:pPr>
              <a:defRPr sz="1200"/>
            </a:pPr>
            <a:r>
              <a:t>D:/pasar_fix/node_modules/.bun/date-fns@4.1.0/node_modules/date-fns/fp/differenceInCalendarWeeks.js</a:t>
            </a:r>
          </a:p>
          <a:p>
            <a:pPr>
              <a:defRPr sz="1200"/>
            </a:pPr>
            <a:r>
              <a:t>D:/pasar_fix/node_modules/.bun/date-fns@4.1.0/node_modules/date-fns/fp/differenceInCalendarWeeksWithOptions.cjs</a:t>
            </a:r>
          </a:p>
          <a:p>
            <a:pPr>
              <a:defRPr sz="1200"/>
            </a:pPr>
            <a:r>
              <a:t>D:/pasar_fix/node_modules/.bun/date-fns@4.1.0/node_modules/date-fns/fp/differenceInCalendarWeeksWithOptions.d.cts</a:t>
            </a:r>
          </a:p>
          <a:p>
            <a:pPr>
              <a:defRPr sz="1200"/>
            </a:pPr>
            <a:r>
              <a:t>D:/pasar_fix/node_modules/.bun/date-fns@4.1.0/node_modules/date-fns/fp/differenceInCalendarWeeksWithOptions.d.ts</a:t>
            </a:r>
          </a:p>
          <a:p>
            <a:pPr>
              <a:defRPr sz="1200"/>
            </a:pPr>
            <a:r>
              <a:t>D:/pasar_fix/node_modules/.bun/date-fns@4.1.0/node_modules/date-fns/fp/differenceInCalendarWeeksWithOptions.js</a:t>
            </a:r>
          </a:p>
          <a:p>
            <a:pPr>
              <a:defRPr sz="1200"/>
            </a:pPr>
            <a:r>
              <a:t>D:/pasar_fix/node_modules/.bun/date-fns@4.1.0/node_modules/date-fns/fp/differenceInCalendarYears.cjs</a:t>
            </a:r>
          </a:p>
          <a:p>
            <a:pPr>
              <a:defRPr sz="1200"/>
            </a:pPr>
            <a:r>
              <a:t>D:/pasar_fix/node_modules/.bun/date-fns@4.1.0/node_modules/date-fns/fp/differenceInCalendarYears.d.cts</a:t>
            </a:r>
          </a:p>
          <a:p>
            <a:pPr>
              <a:defRPr sz="1200"/>
            </a:pPr>
            <a:r>
              <a:t>D:/pasar_fix/node_modules/.bun/date-fns@4.1.0/node_modules/date-fns/fp/differenceInCalendarYears.d.ts</a:t>
            </a:r>
          </a:p>
          <a:p>
            <a:pPr>
              <a:defRPr sz="1200"/>
            </a:pPr>
            <a:r>
              <a:t>D:/pasar_fix/node_modules/.bun/date-fns@4.1.0/node_modules/date-fns/fp/differenceInCalendarYears.js</a:t>
            </a:r>
          </a:p>
          <a:p>
            <a:pPr>
              <a:defRPr sz="1200"/>
            </a:pPr>
            <a:r>
              <a:t>D:/pasar_fix/node_modules/.bun/date-fns@4.1.0/node_modules/date-fns/fp/differenceInCalendarYearsWithOptions.cjs</a:t>
            </a:r>
          </a:p>
          <a:p>
            <a:pPr>
              <a:defRPr sz="1200"/>
            </a:pPr>
            <a:r>
              <a:t>D:/pasar_fix/node_modules/.bun/date-fns@4.1.0/node_modules/date-fns/fp/differenceInCalendarYearsWithOptions.d.cts</a:t>
            </a:r>
          </a:p>
          <a:p>
            <a:pPr>
              <a:defRPr sz="1200"/>
            </a:pPr>
            <a:r>
              <a:t>D:/pasar_fix/node_modules/.bun/date-fns@4.1.0/node_modules/date-fns/fp/differenceInCalendarYearsWithOptions.d.ts</a:t>
            </a:r>
          </a:p>
          <a:p>
            <a:pPr>
              <a:defRPr sz="1200"/>
            </a:pPr>
            <a:r>
              <a:t>D:/pasar_fix/node_modules/.bun/date-fns@4.1.0/node_modules/date-fns/fp/differenceInCalendarYearsWithOptions.js</a:t>
            </a:r>
          </a:p>
          <a:p>
            <a:pPr>
              <a:defRPr sz="1200"/>
            </a:pPr>
            <a:r>
              <a:t>D:/pasar_fix/node_modules/.bun/date-fns@4.1.0/node_modules/date-fns/fp/differenceInDays.cjs</a:t>
            </a:r>
          </a:p>
          <a:p>
            <a:pPr>
              <a:defRPr sz="1200"/>
            </a:pPr>
            <a:r>
              <a:t>D:/pasar_fix/node_modules/.bun/date-fns@4.1.0/node_modules/date-fns/fp/differenceInDays.d.cts</a:t>
            </a:r>
          </a:p>
          <a:p>
            <a:pPr>
              <a:defRPr sz="1200"/>
            </a:pPr>
            <a:r>
              <a:t>D:/pasar_fix/node_modules/.bun/date-fns@4.1.0/node_modules/date-fns/fp/differenceInDays.d.ts</a:t>
            </a:r>
          </a:p>
          <a:p>
            <a:pPr>
              <a:defRPr sz="1200"/>
            </a:pPr>
            <a:r>
              <a:t>D:/pasar_fix/node_modules/.bun/date-fns@4.1.0/node_modules/date-fns/fp/differenceInDays.js</a:t>
            </a:r>
          </a:p>
          <a:p>
            <a:pPr>
              <a:defRPr sz="1200"/>
            </a:pPr>
            <a:r>
              <a:t>D:/pasar_fix/node_modules/.bun/date-fns@4.1.0/node_modules/date-fns/fp/differenceInDaysWithOptions.cjs</a:t>
            </a:r>
          </a:p>
          <a:p>
            <a:pPr>
              <a:defRPr sz="1200"/>
            </a:pPr>
            <a:r>
              <a:t>D:/pasar_fix/node_modules/.bun/date-fns@4.1.0/node_modules/date-fns/fp/differenceInDaysWithOptions.d.cts</a:t>
            </a:r>
          </a:p>
          <a:p>
            <a:pPr>
              <a:defRPr sz="1200"/>
            </a:pPr>
            <a:r>
              <a:t>D:/pasar_fix/node_modules/.bun/date-fns@4.1.0/node_modules/date-fns/fp/differenceInDaysWithOptions.d.ts</a:t>
            </a:r>
          </a:p>
          <a:p>
            <a:pPr>
              <a:defRPr sz="1200"/>
            </a:pPr>
            <a:r>
              <a:t>D:/pasar_fix/node_modules/.bun/date-fns@4.1.0/node_modules/date-fns/fp/differenceInDaysWithOptions.js</a:t>
            </a:r>
          </a:p>
          <a:p>
            <a:pPr>
              <a:defRPr sz="1200"/>
            </a:pPr>
            <a:r>
              <a:t>D:/pasar_fix/node_modules/.bun/date-fns@4.1.0/node_modules/date-fns/fp/differenceInHours.cjs</a:t>
            </a:r>
          </a:p>
          <a:p>
            <a:pPr>
              <a:defRPr sz="1200"/>
            </a:pPr>
            <a:r>
              <a:t>D:/pasar_fix/node_modules/.bun/date-fns@4.1.0/node_modules/date-fns/fp/differenceInHours.d.cts</a:t>
            </a:r>
          </a:p>
          <a:p>
            <a:pPr>
              <a:defRPr sz="1200"/>
            </a:pPr>
            <a:r>
              <a:t>D:/pasar_fix/node_modules/.bun/date-fns@4.1.0/node_modules/date-fns/fp/differenceInHours.d.ts</a:t>
            </a:r>
          </a:p>
          <a:p>
            <a:pPr>
              <a:defRPr sz="1200"/>
            </a:pPr>
            <a:r>
              <a:t>D:/pasar_fix/node_modules/.bun/date-fns@4.1.0/node_modules/date-fns/fp/differenceInHours.js</a:t>
            </a:r>
          </a:p>
          <a:p>
            <a:pPr>
              <a:defRPr sz="1200"/>
            </a:pPr>
            <a:r>
              <a:t>D:/pasar_fix/node_modules/.bun/date-fns@4.1.0/node_modules/date-fns/fp/differenceInHoursWithOptions.cjs</a:t>
            </a:r>
          </a:p>
          <a:p>
            <a:pPr>
              <a:defRPr sz="1200"/>
            </a:pPr>
            <a:r>
              <a:t>D:/pasar_fix/node_modules/.bun/date-fns@4.1.0/node_modules/date-fns/fp/differenceInHoursWithOptions.d.cts</a:t>
            </a:r>
          </a:p>
          <a:p>
            <a:pPr>
              <a:defRPr sz="1200"/>
            </a:pPr>
            <a:r>
              <a:t>D:/pasar_fix/node_modules/.bun/date-fns@4.1.0/node_modules/date-fns/fp/differenceInHoursWithOptions.d.ts</a:t>
            </a:r>
          </a:p>
          <a:p>
            <a:pPr>
              <a:defRPr sz="1200"/>
            </a:pPr>
            <a:r>
              <a:t>D:/pasar_fix/node_modules/.bun/date-fns@4.1.0/node_modules/date-fns/fp/differenceInHoursWithOptions.js</a:t>
            </a:r>
          </a:p>
          <a:p>
            <a:pPr>
              <a:defRPr sz="1200"/>
            </a:pPr>
            <a:r>
              <a:t>D:/pasar_fix/node_modules/.bun/date-fns@4.1.0/node_modules/date-fns/fp/differenceInISOWeekYears.cjs</a:t>
            </a:r>
          </a:p>
          <a:p>
            <a:pPr>
              <a:defRPr sz="1200"/>
            </a:pPr>
            <a:r>
              <a:t>D:/pasar_fix/node_modules/.bun/date-fns@4.1.0/node_modules/date-fns/fp/differenceInISOWeekYears.d.cts</a:t>
            </a:r>
          </a:p>
          <a:p>
            <a:pPr>
              <a:defRPr sz="1200"/>
            </a:pPr>
            <a:r>
              <a:t>D:/pasar_fix/node_modules/.bun/date-fns@4.1.0/node_modules/date-fns/fp/differenceInISOWeekYears.d.ts</a:t>
            </a:r>
          </a:p>
          <a:p>
            <a:pPr>
              <a:defRPr sz="1200"/>
            </a:pPr>
            <a:r>
              <a:t>D:/pasar_fix/node_modules/.bun/date-fns@4.1.0/node_modules/date-fns/fp/differenceInISOWeekYears.js</a:t>
            </a:r>
          </a:p>
          <a:p>
            <a:pPr>
              <a:defRPr sz="1200"/>
            </a:pPr>
            <a:r>
              <a:t>D:/pasar_fix/node_modules/.bun/date-fns@4.1.0/node_modules/date-fns/fp/differenceInISOWeekYearsWithOptions.cjs</a:t>
            </a:r>
          </a:p>
          <a:p>
            <a:pPr>
              <a:defRPr sz="1200"/>
            </a:pPr>
            <a:r>
              <a:t>D:/pasar_fix/node_modules/.bun/date-fns@4.1.0/node_modules/date-fns/fp/differenceInISOWeekYearsWithOptions.d.cts</a:t>
            </a:r>
          </a:p>
          <a:p>
            <a:pPr>
              <a:defRPr sz="1200"/>
            </a:pPr>
            <a:r>
              <a:t>D:/pasar_fix/node_modules/.bun/date-fns@4.1.0/node_modules/date-fns/fp/differenceInISOWeekYearsWithOptions.d.ts</a:t>
            </a:r>
          </a:p>
          <a:p>
            <a:pPr>
              <a:defRPr sz="1200"/>
            </a:pPr>
            <a:r>
              <a:t>D:/pasar_fix/node_modules/.bun/date-fns@4.1.0/node_modules/date-fns/fp/differenceInISOWeekYearsWithOptions.js</a:t>
            </a:r>
          </a:p>
          <a:p>
            <a:pPr>
              <a:defRPr sz="1200"/>
            </a:pPr>
            <a:r>
              <a:t>D:/pasar_fix/node_modules/.bun/date-fns@4.1.0/node_modules/date-fns/fp/differenceInMilliseconds.cjs</a:t>
            </a:r>
          </a:p>
          <a:p>
            <a:pPr>
              <a:defRPr sz="1200"/>
            </a:pPr>
            <a:r>
              <a:t>D:/pasar_fix/node_modules/.bun/date-fns@4.1.0/node_modules/date-fns/fp/differenceInMilliseconds.d.cts</a:t>
            </a:r>
          </a:p>
          <a:p>
            <a:pPr>
              <a:defRPr sz="1200"/>
            </a:pPr>
            <a:r>
              <a:t>D:/pasar_fix/node_modules/.bun/date-fns@4.1.0/node_modules/date-fns/fp/differenceInMilliseconds.d.ts</a:t>
            </a:r>
          </a:p>
          <a:p>
            <a:pPr>
              <a:defRPr sz="1200"/>
            </a:pPr>
            <a:r>
              <a:t>D:/pasar_fix/node_modules/.bun/date-fns@4.1.0/node_modules/date-fns/fp/differenceInMilliseconds.js</a:t>
            </a:r>
          </a:p>
          <a:p>
            <a:pPr>
              <a:defRPr sz="1200"/>
            </a:pPr>
            <a:r>
              <a:t>D:/pasar_fix/node_modules/.bun/date-fns@4.1.0/node_modules/date-fns/fp/differenceInMinutes.cjs</a:t>
            </a:r>
          </a:p>
          <a:p>
            <a:pPr>
              <a:defRPr sz="1200"/>
            </a:pPr>
            <a:r>
              <a:t>D:/pasar_fix/node_modules/.bun/date-fns@4.1.0/node_modules/date-fns/fp/differenceInMinutes.d.cts</a:t>
            </a:r>
          </a:p>
          <a:p>
            <a:pPr>
              <a:defRPr sz="1200"/>
            </a:pPr>
            <a:r>
              <a:t>D:/pasar_fix/node_modules/.bun/date-fns@4.1.0/node_modules/date-fns/fp/differenceInMinutes.d.ts</a:t>
            </a:r>
          </a:p>
          <a:p>
            <a:pPr>
              <a:defRPr sz="1200"/>
            </a:pPr>
            <a:r>
              <a:t>D:/pasar_fix/node_modules/.bun/date-fns@4.1.0/node_modules/date-fns/fp/differenceInMinutes.js</a:t>
            </a:r>
          </a:p>
          <a:p>
            <a:pPr>
              <a:defRPr sz="1200"/>
            </a:pPr>
            <a:r>
              <a:t>D:/pasar_fix/node_modules/.bun/date-fns@4.1.0/node_modules/date-fns/fp/differenceInMinutesWithOptions.cjs</a:t>
            </a:r>
          </a:p>
          <a:p>
            <a:pPr>
              <a:defRPr sz="1200"/>
            </a:pPr>
            <a:r>
              <a:t>D:/pasar_fix/node_modules/.bun/date-fns@4.1.0/node_modules/date-fns/fp/differenceInMinutesWithOptions.d.cts</a:t>
            </a:r>
          </a:p>
          <a:p>
            <a:pPr>
              <a:defRPr sz="1200"/>
            </a:pPr>
            <a:r>
              <a:t>D:/pasar_fix/node_modules/.bun/date-fns@4.1.0/node_modules/date-fns/fp/differenceInMinutesWithOptions.d.ts</a:t>
            </a:r>
          </a:p>
          <a:p>
            <a:pPr>
              <a:defRPr sz="1200"/>
            </a:pPr>
            <a:r>
              <a:t>D:/pasar_fix/node_modules/.bun/date-fns@4.1.0/node_modules/date-fns/fp/differenceInMinutesWithOptions.js</a:t>
            </a:r>
          </a:p>
          <a:p>
            <a:pPr>
              <a:defRPr sz="1200"/>
            </a:pPr>
            <a:r>
              <a:t>D:/pasar_fix/node_modules/.bun/date-fns@4.1.0/node_modules/date-fns/fp/differenceInMonths.cjs</a:t>
            </a:r>
          </a:p>
          <a:p>
            <a:pPr>
              <a:defRPr sz="1200"/>
            </a:pPr>
            <a:r>
              <a:t>D:/pasar_fix/node_modules/.bun/date-fns@4.1.0/node_modules/date-fns/fp/differenceInMonths.d.cts</a:t>
            </a:r>
          </a:p>
          <a:p>
            <a:pPr>
              <a:defRPr sz="1200"/>
            </a:pPr>
            <a:r>
              <a:t>D:/pasar_fix/node_modules/.bun/date-fns@4.1.0/node_modules/date-fns/fp/differenceInMonths.d.ts</a:t>
            </a:r>
          </a:p>
          <a:p>
            <a:pPr>
              <a:defRPr sz="1200"/>
            </a:pPr>
            <a:r>
              <a:t>D:/pasar_fix/node_modules/.bun/date-fns@4.1.0/node_modules/date-fns/fp/differenceInMonths.js</a:t>
            </a:r>
          </a:p>
          <a:p>
            <a:pPr>
              <a:defRPr sz="1200"/>
            </a:pPr>
            <a:r>
              <a:t>D:/pasar_fix/node_modules/.bun/date-fns@4.1.0/node_modules/date-fns/fp/differenceInMonthsWithOptions.cjs</a:t>
            </a:r>
          </a:p>
          <a:p>
            <a:pPr>
              <a:defRPr sz="1200"/>
            </a:pPr>
            <a:r>
              <a:t>D:/pasar_fix/node_modules/.bun/date-fns@4.1.0/node_modules/date-fns/fp/differenceInMonthsWithOptions.d.cts</a:t>
            </a:r>
          </a:p>
          <a:p>
            <a:pPr>
              <a:defRPr sz="1200"/>
            </a:pPr>
            <a:r>
              <a:t>D:/pasar_fix/node_modules/.bun/date-fns@4.1.0/node_modules/date-fns/fp/differenceInMonthsWithOptions.d.ts</a:t>
            </a:r>
          </a:p>
          <a:p>
            <a:pPr>
              <a:defRPr sz="1200"/>
            </a:pPr>
            <a:r>
              <a:t>D:/pasar_fix/node_modules/.bun/date-fns@4.1.0/node_modules/date-fns/fp/differenceInMonthsWithOptions.js</a:t>
            </a:r>
          </a:p>
          <a:p>
            <a:pPr>
              <a:defRPr sz="1200"/>
            </a:pPr>
            <a:r>
              <a:t>D:/pasar_fix/node_modules/.bun/date-fns@4.1.0/node_modules/date-fns/fp/differenceInQuarters.cjs</a:t>
            </a:r>
          </a:p>
          <a:p>
            <a:pPr>
              <a:defRPr sz="1200"/>
            </a:pPr>
            <a:r>
              <a:t>D:/pasar_fix/node_modules/.bun/date-fns@4.1.0/node_modules/date-fns/fp/differenceInQuarters.d.cts</a:t>
            </a:r>
          </a:p>
          <a:p>
            <a:pPr>
              <a:defRPr sz="1200"/>
            </a:pPr>
            <a:r>
              <a:t>D:/pasar_fix/node_modules/.bun/date-fns@4.1.0/node_modules/date-fns/fp/differenceInQuarters.d.ts</a:t>
            </a:r>
          </a:p>
          <a:p>
            <a:pPr>
              <a:defRPr sz="1200"/>
            </a:pPr>
            <a:r>
              <a:t>D:/pasar_fix/node_modules/.bun/date-fns@4.1.0/node_modules/date-fns/fp/differenceInQuarters.js</a:t>
            </a:r>
          </a:p>
          <a:p>
            <a:pPr>
              <a:defRPr sz="1200"/>
            </a:pPr>
            <a:r>
              <a:t>D:/pasar_fix/node_modules/.bun/date-fns@4.1.0/node_modules/date-fns/fp/differenceInQuartersWithOptions.cjs</a:t>
            </a:r>
          </a:p>
          <a:p>
            <a:pPr>
              <a:defRPr sz="1200"/>
            </a:pPr>
            <a:r>
              <a:t>D:/pasar_fix/node_modules/.bun/date-fns@4.1.0/node_modules/date-fns/fp/differenceInQuartersWithOptions.d.cts</a:t>
            </a:r>
          </a:p>
          <a:p>
            <a:pPr>
              <a:defRPr sz="1200"/>
            </a:pPr>
            <a:r>
              <a:t>D:/pasar_fix/node_modules/.bun/date-fns@4.1.0/node_modules/date-fns/fp/differenceInQuartersWithOptions.d.ts</a:t>
            </a:r>
          </a:p>
          <a:p>
            <a:pPr>
              <a:defRPr sz="1200"/>
            </a:pPr>
            <a:r>
              <a:t>D:/pasar_fix/node_modules/.bun/date-fns@4.1.0/node_modules/date-fns/fp/differenceInQuartersWithOptions.js</a:t>
            </a:r>
          </a:p>
          <a:p>
            <a:pPr>
              <a:defRPr sz="1200"/>
            </a:pPr>
            <a:r>
              <a:t>D:/pasar_fix/node_modules/.bun/date-fns@4.1.0/node_modules/date-fns/fp/differenceInSeconds.cjs</a:t>
            </a:r>
          </a:p>
          <a:p>
            <a:pPr>
              <a:defRPr sz="1200"/>
            </a:pPr>
            <a:r>
              <a:t>D:/pasar_fix/node_modules/.bun/date-fns@4.1.0/node_modules/date-fns/fp/differenceInSeconds.d.cts</a:t>
            </a:r>
          </a:p>
          <a:p>
            <a:pPr>
              <a:defRPr sz="1200"/>
            </a:pPr>
            <a:r>
              <a:t>D:/pasar_fix/node_modules/.bun/date-fns@4.1.0/node_modules/date-fns/fp/differenceInSeconds.d.ts</a:t>
            </a:r>
          </a:p>
          <a:p>
            <a:pPr>
              <a:defRPr sz="1200"/>
            </a:pPr>
            <a:r>
              <a:t>D:/pasar_fix/node_modules/.bun/date-fns@4.1.0/node_modules/date-fns/fp/differenceInSeconds.js</a:t>
            </a:r>
          </a:p>
          <a:p>
            <a:pPr>
              <a:defRPr sz="1200"/>
            </a:pPr>
            <a:r>
              <a:t>D:/pasar_fix/node_modules/.bun/date-fns@4.1.0/node_modules/date-fns/fp/differenceInSecondsWithOptions.cjs</a:t>
            </a:r>
          </a:p>
          <a:p>
            <a:pPr>
              <a:defRPr sz="1200"/>
            </a:pPr>
            <a:r>
              <a:t>D:/pasar_fix/node_modules/.bun/date-fns@4.1.0/node_modules/date-fns/fp/differenceInSecondsWithOptions.d.cts</a:t>
            </a:r>
          </a:p>
          <a:p>
            <a:pPr>
              <a:defRPr sz="1200"/>
            </a:pPr>
            <a:r>
              <a:t>D:/pasar_fix/node_modules/.bun/date-fns@4.1.0/node_modules/date-fns/fp/differenceInSecondsWithOptions.d.ts</a:t>
            </a:r>
          </a:p>
          <a:p>
            <a:pPr>
              <a:defRPr sz="1200"/>
            </a:pPr>
            <a:r>
              <a:t>D:/pasar_fix/node_modules/.bun/date-fns@4.1.0/node_modules/date-fns/fp/differenceInSecondsWithOptions.js</a:t>
            </a:r>
          </a:p>
          <a:p>
            <a:pPr>
              <a:defRPr sz="1200"/>
            </a:pPr>
            <a:r>
              <a:t>D:/pasar_fix/node_modules/.bun/date-fns@4.1.0/node_modules/date-fns/fp/differenceInWeeks.cjs</a:t>
            </a:r>
          </a:p>
          <a:p>
            <a:pPr>
              <a:defRPr sz="1200"/>
            </a:pPr>
            <a:r>
              <a:t>D:/pasar_fix/node_modules/.bun/date-fns@4.1.0/node_modules/date-fns/fp/differenceInWeeks.d.cts</a:t>
            </a:r>
          </a:p>
          <a:p>
            <a:pPr>
              <a:defRPr sz="1200"/>
            </a:pPr>
            <a:r>
              <a:t>D:/pasar_fix/node_modules/.bun/date-fns@4.1.0/node_modules/date-fns/fp/differenceInWeeks.d.ts</a:t>
            </a:r>
          </a:p>
          <a:p>
            <a:pPr>
              <a:defRPr sz="1200"/>
            </a:pPr>
            <a:r>
              <a:t>D:/pasar_fix/node_modules/.bun/date-fns@4.1.0/node_modules/date-fns/fp/differenceInWeeks.js</a:t>
            </a:r>
          </a:p>
          <a:p>
            <a:pPr>
              <a:defRPr sz="1200"/>
            </a:pPr>
            <a:r>
              <a:t>D:/pasar_fix/node_modules/.bun/date-fns@4.1.0/node_modules/date-fns/fp/differenceInWeeksWithOptions.cjs</a:t>
            </a:r>
          </a:p>
          <a:p>
            <a:pPr>
              <a:defRPr sz="1200"/>
            </a:pPr>
            <a:r>
              <a:t>D:/pasar_fix/node_modules/.bun/date-fns@4.1.0/node_modules/date-fns/fp/differenceInWeeksWithOptions.d.cts</a:t>
            </a:r>
          </a:p>
          <a:p>
            <a:pPr>
              <a:defRPr sz="1200"/>
            </a:pPr>
            <a:r>
              <a:t>D:/pasar_fix/node_modules/.bun/date-fns@4.1.0/node_modules/date-fns/fp/differenceInWeeksWithOptions.d.ts</a:t>
            </a:r>
          </a:p>
          <a:p>
            <a:pPr>
              <a:defRPr sz="1200"/>
            </a:pPr>
            <a:r>
              <a:t>D:/pasar_fix/node_modules/.bun/date-fns@4.1.0/node_modules/date-fns/fp/differenceInWeeksWithOptions.js</a:t>
            </a:r>
          </a:p>
          <a:p>
            <a:pPr>
              <a:defRPr sz="1200"/>
            </a:pPr>
            <a:r>
              <a:t>D:/pasar_fix/node_modules/.bun/date-fns@4.1.0/node_modules/date-fns/fp/differenceInYears.cjs</a:t>
            </a:r>
          </a:p>
          <a:p>
            <a:pPr>
              <a:defRPr sz="1200"/>
            </a:pPr>
            <a:r>
              <a:t>D:/pasar_fix/node_modules/.bun/date-fns@4.1.0/node_modules/date-fns/fp/differenceInYears.d.cts</a:t>
            </a:r>
          </a:p>
          <a:p>
            <a:pPr>
              <a:defRPr sz="1200"/>
            </a:pPr>
            <a:r>
              <a:t>D:/pasar_fix/node_modules/.bun/date-fns@4.1.0/node_modules/date-fns/fp/differenceInYears.d.ts</a:t>
            </a:r>
          </a:p>
          <a:p>
            <a:pPr>
              <a:defRPr sz="1200"/>
            </a:pPr>
            <a:r>
              <a:t>D:/pasar_fix/node_modules/.bun/date-fns@4.1.0/node_modules/date-fns/fp/differenceInYears.js</a:t>
            </a:r>
          </a:p>
          <a:p>
            <a:pPr>
              <a:defRPr sz="1200"/>
            </a:pPr>
            <a:r>
              <a:t>D:/pasar_fix/node_modules/.bun/date-fns@4.1.0/node_modules/date-fns/fp/differenceInYearsWithOptions.cjs</a:t>
            </a:r>
          </a:p>
          <a:p>
            <a:pPr>
              <a:defRPr sz="1200"/>
            </a:pPr>
            <a:r>
              <a:t>D:/pasar_fix/node_modules/.bun/date-fns@4.1.0/node_modules/date-fns/fp/differenceInYearsWithOptions.d.cts</a:t>
            </a:r>
          </a:p>
          <a:p>
            <a:pPr>
              <a:defRPr sz="1200"/>
            </a:pPr>
            <a:r>
              <a:t>D:/pasar_fix/node_modules/.bun/date-fns@4.1.0/node_modules/date-fns/fp/differenceInYearsWithOptions.d.ts</a:t>
            </a:r>
          </a:p>
          <a:p>
            <a:pPr>
              <a:defRPr sz="1200"/>
            </a:pPr>
            <a:r>
              <a:t>D:/pasar_fix/node_modules/.bun/date-fns@4.1.0/node_modules/date-fns/fp/differenceInYearsWithOptions.js</a:t>
            </a:r>
          </a:p>
          <a:p>
            <a:pPr>
              <a:defRPr sz="1200"/>
            </a:pPr>
            <a:r>
              <a:t>D:/pasar_fix/node_modules/.bun/date-fns@4.1.0/node_modules/date-fns/fp/eachDayOfInterval.cjs</a:t>
            </a:r>
          </a:p>
          <a:p>
            <a:pPr>
              <a:defRPr sz="1200"/>
            </a:pPr>
            <a:r>
              <a:t>D:/pasar_fix/node_modules/.bun/date-fns@4.1.0/node_modules/date-fns/fp/eachDayOfInterval.d.cts</a:t>
            </a:r>
          </a:p>
          <a:p>
            <a:pPr>
              <a:defRPr sz="1200"/>
            </a:pPr>
            <a:r>
              <a:t>D:/pasar_fix/node_modules/.bun/date-fns@4.1.0/node_modules/date-fns/fp/eachDayOfInterval.d.ts</a:t>
            </a:r>
          </a:p>
          <a:p>
            <a:pPr>
              <a:defRPr sz="1200"/>
            </a:pPr>
            <a:r>
              <a:t>D:/pasar_fix/node_modules/.bun/date-fns@4.1.0/node_modules/date-fns/fp/eachDayOfInterval.js</a:t>
            </a:r>
          </a:p>
          <a:p>
            <a:pPr>
              <a:defRPr sz="1200"/>
            </a:pPr>
            <a:r>
              <a:t>D:/pasar_fix/node_modules/.bun/date-fns@4.1.0/node_modules/date-fns/fp/eachDayOfIntervalWithOptions.cjs</a:t>
            </a:r>
          </a:p>
          <a:p>
            <a:pPr>
              <a:defRPr sz="1200"/>
            </a:pPr>
            <a:r>
              <a:t>D:/pasar_fix/node_modules/.bun/date-fns@4.1.0/node_modules/date-fns/fp/eachDayOfIntervalWithOptions.d.cts</a:t>
            </a:r>
          </a:p>
          <a:p>
            <a:pPr>
              <a:defRPr sz="1200"/>
            </a:pPr>
            <a:r>
              <a:t>D:/pasar_fix/node_modules/.bun/date-fns@4.1.0/node_modules/date-fns/fp/eachDayOfIntervalWithOptions.d.ts</a:t>
            </a:r>
          </a:p>
          <a:p>
            <a:pPr>
              <a:defRPr sz="1200"/>
            </a:pPr>
            <a:r>
              <a:t>D:/pasar_fix/node_modules/.bun/date-fns@4.1.0/node_modules/date-fns/fp/eachDayOfIntervalWithOptions.js</a:t>
            </a:r>
          </a:p>
          <a:p>
            <a:pPr>
              <a:defRPr sz="1200"/>
            </a:pPr>
            <a:r>
              <a:t>D:/pasar_fix/node_modules/.bun/date-fns@4.1.0/node_modules/date-fns/fp/eachHourOfInterval.cjs</a:t>
            </a:r>
          </a:p>
          <a:p>
            <a:pPr>
              <a:defRPr sz="1200"/>
            </a:pPr>
            <a:r>
              <a:t>D:/pasar_fix/node_modules/.bun/date-fns@4.1.0/node_modules/date-fns/fp/eachHourOfInterval.d.cts</a:t>
            </a:r>
          </a:p>
          <a:p>
            <a:pPr>
              <a:defRPr sz="1200"/>
            </a:pPr>
            <a:r>
              <a:t>D:/pasar_fix/node_modules/.bun/date-fns@4.1.0/node_modules/date-fns/fp/eachHourOfInterval.d.ts</a:t>
            </a:r>
          </a:p>
          <a:p>
            <a:pPr>
              <a:defRPr sz="1200"/>
            </a:pPr>
            <a:r>
              <a:t>D:/pasar_fix/node_modules/.bun/date-fns@4.1.0/node_modules/date-fns/fp/eachHourOfInterval.js</a:t>
            </a:r>
          </a:p>
          <a:p>
            <a:pPr>
              <a:defRPr sz="1200"/>
            </a:pPr>
            <a:r>
              <a:t>D:/pasar_fix/node_modules/.bun/date-fns@4.1.0/node_modules/date-fns/fp/eachHourOfIntervalWithOptions.cjs</a:t>
            </a:r>
          </a:p>
          <a:p>
            <a:pPr>
              <a:defRPr sz="1200"/>
            </a:pPr>
            <a:r>
              <a:t>D:/pasar_fix/node_modules/.bun/date-fns@4.1.0/node_modules/date-fns/fp/eachHourOfIntervalWithOptions.d.cts</a:t>
            </a:r>
          </a:p>
          <a:p>
            <a:pPr>
              <a:defRPr sz="1200"/>
            </a:pPr>
            <a:r>
              <a:t>D:/pasar_fix/node_modules/.bun/date-fns@4.1.0/node_modules/date-fns/fp/eachHourOfIntervalWithOptions.d.ts</a:t>
            </a:r>
          </a:p>
          <a:p>
            <a:pPr>
              <a:defRPr sz="1200"/>
            </a:pPr>
            <a:r>
              <a:t>D:/pasar_fix/node_modules/.bun/date-fns@4.1.0/node_modules/date-fns/fp/eachHourOfIntervalWithOptions.js</a:t>
            </a:r>
          </a:p>
          <a:p>
            <a:pPr>
              <a:defRPr sz="1200"/>
            </a:pPr>
            <a:r>
              <a:t>D:/pasar_fix/node_modules/.bun/date-fns@4.1.0/node_modules/date-fns/fp/eachMinuteOfInterval.cjs</a:t>
            </a:r>
          </a:p>
          <a:p>
            <a:pPr>
              <a:defRPr sz="1200"/>
            </a:pPr>
            <a:r>
              <a:t>D:/pasar_fix/node_modules/.bun/date-fns@4.1.0/node_modules/date-fns/fp/eachMinuteOfInterval.d.cts</a:t>
            </a:r>
          </a:p>
          <a:p>
            <a:pPr>
              <a:defRPr sz="1200"/>
            </a:pPr>
            <a:r>
              <a:t>D:/pasar_fix/node_modules/.bun/date-fns@4.1.0/node_modules/date-fns/fp/eachMinuteOfInterval.d.ts</a:t>
            </a:r>
          </a:p>
          <a:p>
            <a:pPr>
              <a:defRPr sz="1200"/>
            </a:pPr>
            <a:r>
              <a:t>D:/pasar_fix/node_modules/.bun/date-fns@4.1.0/node_modules/date-fns/fp/eachMinuteOfInterval.js</a:t>
            </a:r>
          </a:p>
          <a:p>
            <a:pPr>
              <a:defRPr sz="1200"/>
            </a:pPr>
            <a:r>
              <a:t>D:/pasar_fix/node_modules/.bun/date-fns@4.1.0/node_modules/date-fns/fp/eachMinuteOfIntervalWithOptions.cjs</a:t>
            </a:r>
          </a:p>
          <a:p>
            <a:pPr>
              <a:defRPr sz="1200"/>
            </a:pPr>
            <a:r>
              <a:t>D:/pasar_fix/node_modules/.bun/date-fns@4.1.0/node_modules/date-fns/fp/eachMinuteOfIntervalWithOptions.d.cts</a:t>
            </a:r>
          </a:p>
          <a:p>
            <a:pPr>
              <a:defRPr sz="1200"/>
            </a:pPr>
            <a:r>
              <a:t>D:/pasar_fix/node_modules/.bun/date-fns@4.1.0/node_modules/date-fns/fp/eachMinuteOfIntervalWithOptions.d.ts</a:t>
            </a:r>
          </a:p>
          <a:p>
            <a:pPr>
              <a:defRPr sz="1200"/>
            </a:pPr>
            <a:r>
              <a:t>D:/pasar_fix/node_modules/.bun/date-fns@4.1.0/node_modules/date-fns/fp/eachMinuteOfIntervalWithOptions.js</a:t>
            </a:r>
          </a:p>
          <a:p>
            <a:pPr>
              <a:defRPr sz="1200"/>
            </a:pPr>
            <a:r>
              <a:t>D:/pasar_fix/node_modules/.bun/date-fns@4.1.0/node_modules/date-fns/fp/eachMonthOfInterval.cjs</a:t>
            </a:r>
          </a:p>
          <a:p>
            <a:pPr>
              <a:defRPr sz="1200"/>
            </a:pPr>
            <a:r>
              <a:t>D:/pasar_fix/node_modules/.bun/date-fns@4.1.0/node_modules/date-fns/fp/eachMonthOfInterval.d.cts</a:t>
            </a:r>
          </a:p>
          <a:p>
            <a:pPr>
              <a:defRPr sz="1200"/>
            </a:pPr>
            <a:r>
              <a:t>D:/pasar_fix/node_modules/.bun/date-fns@4.1.0/node_modules/date-fns/fp/eachMonthOfInterval.d.ts</a:t>
            </a:r>
          </a:p>
          <a:p>
            <a:pPr>
              <a:defRPr sz="1200"/>
            </a:pPr>
            <a:r>
              <a:t>D:/pasar_fix/node_modules/.bun/date-fns@4.1.0/node_modules/date-fns/fp/eachMonthOfInterval.js</a:t>
            </a:r>
          </a:p>
          <a:p>
            <a:pPr>
              <a:defRPr sz="1200"/>
            </a:pPr>
            <a:r>
              <a:t>D:/pasar_fix/node_modules/.bun/date-fns@4.1.0/node_modules/date-fns/fp/eachMonthOfIntervalWithOptions.cjs</a:t>
            </a:r>
          </a:p>
          <a:p>
            <a:pPr>
              <a:defRPr sz="1200"/>
            </a:pPr>
            <a:r>
              <a:t>D:/pasar_fix/node_modules/.bun/date-fns@4.1.0/node_modules/date-fns/fp/eachMonthOfIntervalWithOptions.d.cts</a:t>
            </a:r>
          </a:p>
          <a:p>
            <a:pPr>
              <a:defRPr sz="1200"/>
            </a:pPr>
            <a:r>
              <a:t>D:/pasar_fix/node_modules/.bun/date-fns@4.1.0/node_modules/date-fns/fp/eachMonthOfIntervalWithOptions.d.ts</a:t>
            </a:r>
          </a:p>
          <a:p>
            <a:pPr>
              <a:defRPr sz="1200"/>
            </a:pPr>
            <a:r>
              <a:t>D:/pasar_fix/node_modules/.bun/date-fns@4.1.0/node_modules/date-fns/fp/eachMonthOfIntervalWithOptions.js</a:t>
            </a:r>
          </a:p>
          <a:p>
            <a:pPr>
              <a:defRPr sz="1200"/>
            </a:pPr>
            <a:r>
              <a:t>D:/pasar_fix/node_modules/.bun/date-fns@4.1.0/node_modules/date-fns/fp/eachQuarterOfInterval.cjs</a:t>
            </a:r>
          </a:p>
          <a:p>
            <a:pPr>
              <a:defRPr sz="1200"/>
            </a:pPr>
            <a:r>
              <a:t>D:/pasar_fix/node_modules/.bun/date-fns@4.1.0/node_modules/date-fns/fp/eachQuarterOfInterval.d.cts</a:t>
            </a:r>
          </a:p>
          <a:p>
            <a:pPr>
              <a:defRPr sz="1200"/>
            </a:pPr>
            <a:r>
              <a:t>D:/pasar_fix/node_modules/.bun/date-fns@4.1.0/node_modules/date-fns/fp/eachQuarterOfInterval.d.ts</a:t>
            </a:r>
          </a:p>
          <a:p>
            <a:pPr>
              <a:defRPr sz="1200"/>
            </a:pPr>
            <a:r>
              <a:t>D:/pasar_fix/node_modules/.bun/date-fns@4.1.0/node_modules/date-fns/fp/eachQuarterOfInterval.js</a:t>
            </a:r>
          </a:p>
          <a:p>
            <a:pPr>
              <a:defRPr sz="1200"/>
            </a:pPr>
            <a:r>
              <a:t>D:/pasar_fix/node_modules/.bun/date-fns@4.1.0/node_modules/date-fns/fp/eachQuarterOfIntervalWithOptions.cjs</a:t>
            </a:r>
          </a:p>
          <a:p>
            <a:pPr>
              <a:defRPr sz="1200"/>
            </a:pPr>
            <a:r>
              <a:t>D:/pasar_fix/node_modules/.bun/date-fns@4.1.0/node_modules/date-fns/fp/eachQuarterOfIntervalWithOptions.d.cts</a:t>
            </a:r>
          </a:p>
          <a:p>
            <a:pPr>
              <a:defRPr sz="1200"/>
            </a:pPr>
            <a:r>
              <a:t>D:/pasar_fix/node_modules/.bun/date-fns@4.1.0/node_modules/date-fns/fp/eachQuarterOfIntervalWithOptions.d.ts</a:t>
            </a:r>
          </a:p>
          <a:p>
            <a:pPr>
              <a:defRPr sz="1200"/>
            </a:pPr>
            <a:r>
              <a:t>D:/pasar_fix/node_modules/.bun/date-fns@4.1.0/node_modules/date-fns/fp/eachQuarterOfIntervalWithOptions.js</a:t>
            </a:r>
          </a:p>
          <a:p>
            <a:pPr>
              <a:defRPr sz="1200"/>
            </a:pPr>
            <a:r>
              <a:t>D:/pasar_fix/node_modules/.bun/date-fns@4.1.0/node_modules/date-fns/fp/eachWeekendOfInterval.cjs</a:t>
            </a:r>
          </a:p>
          <a:p>
            <a:pPr>
              <a:defRPr sz="1200"/>
            </a:pPr>
            <a:r>
              <a:t>D:/pasar_fix/node_modules/.bun/date-fns@4.1.0/node_modules/date-fns/fp/eachWeekendOfInterval.d.cts</a:t>
            </a:r>
          </a:p>
          <a:p>
            <a:pPr>
              <a:defRPr sz="1200"/>
            </a:pPr>
            <a:r>
              <a:t>D:/pasar_fix/node_modules/.bun/date-fns@4.1.0/node_modules/date-fns/fp/eachWeekendOfInterval.d.ts</a:t>
            </a:r>
          </a:p>
          <a:p>
            <a:pPr>
              <a:defRPr sz="1200"/>
            </a:pPr>
            <a:r>
              <a:t>D:/pasar_fix/node_modules/.bun/date-fns@4.1.0/node_modules/date-fns/fp/eachWeekendOfInterval.js</a:t>
            </a:r>
          </a:p>
          <a:p>
            <a:pPr>
              <a:defRPr sz="1200"/>
            </a:pPr>
            <a:r>
              <a:t>D:/pasar_fix/node_modules/.bun/date-fns@4.1.0/node_modules/date-fns/fp/eachWeekendOfIntervalWithOptions.cjs</a:t>
            </a:r>
          </a:p>
          <a:p>
            <a:pPr>
              <a:defRPr sz="1200"/>
            </a:pPr>
            <a:r>
              <a:t>D:/pasar_fix/node_modules/.bun/date-fns@4.1.0/node_modules/date-fns/fp/eachWeekendOfIntervalWithOptions.d.cts</a:t>
            </a:r>
          </a:p>
          <a:p>
            <a:pPr>
              <a:defRPr sz="1200"/>
            </a:pPr>
            <a:r>
              <a:t>D:/pasar_fix/node_modules/.bun/date-fns@4.1.0/node_modules/date-fns/fp/eachWeekendOfIntervalWithOptions.d.ts</a:t>
            </a:r>
          </a:p>
          <a:p>
            <a:pPr>
              <a:defRPr sz="1200"/>
            </a:pPr>
            <a:r>
              <a:t>D:/pasar_fix/node_modules/.bun/date-fns@4.1.0/node_modules/date-fns/fp/eachWeekendOfIntervalWithOptions.js</a:t>
            </a:r>
          </a:p>
          <a:p>
            <a:pPr>
              <a:defRPr sz="1200"/>
            </a:pPr>
            <a:r>
              <a:t>D:/pasar_fix/node_modules/.bun/date-fns@4.1.0/node_modules/date-fns/fp/eachWeekendOfMonth.cjs</a:t>
            </a:r>
          </a:p>
          <a:p>
            <a:pPr>
              <a:defRPr sz="1200"/>
            </a:pPr>
            <a:r>
              <a:t>D:/pasar_fix/node_modules/.bun/date-fns@4.1.0/node_modules/date-fns/fp/eachWeekendOfMonth.d.cts</a:t>
            </a:r>
          </a:p>
          <a:p>
            <a:pPr>
              <a:defRPr sz="1200"/>
            </a:pPr>
            <a:r>
              <a:t>D:/pasar_fix/node_modules/.bun/date-fns@4.1.0/node_modules/date-fns/fp/eachWeekendOfMonth.d.ts</a:t>
            </a:r>
          </a:p>
          <a:p>
            <a:pPr>
              <a:defRPr sz="1200"/>
            </a:pPr>
            <a:r>
              <a:t>D:/pasar_fix/node_modules/.bun/date-fns@4.1.0/node_modules/date-fns/fp/eachWeekendOfMonth.js</a:t>
            </a:r>
          </a:p>
          <a:p>
            <a:pPr>
              <a:defRPr sz="1200"/>
            </a:pPr>
            <a:r>
              <a:t>D:/pasar_fix/node_modules/.bun/date-fns@4.1.0/node_modules/date-fns/fp/eachWeekendOfMonthWithOptions.cjs</a:t>
            </a:r>
          </a:p>
          <a:p>
            <a:pPr>
              <a:defRPr sz="1200"/>
            </a:pPr>
            <a:r>
              <a:t>D:/pasar_fix/node_modules/.bun/date-fns@4.1.0/node_modules/date-fns/fp/eachWeekendOfMonthWithOptions.d.cts</a:t>
            </a:r>
          </a:p>
          <a:p>
            <a:pPr>
              <a:defRPr sz="1200"/>
            </a:pPr>
            <a:r>
              <a:t>D:/pasar_fix/node_modules/.bun/date-fns@4.1.0/node_modules/date-fns/fp/eachWeekendOfMonthWithOptions.d.ts</a:t>
            </a:r>
          </a:p>
          <a:p>
            <a:pPr>
              <a:defRPr sz="1200"/>
            </a:pPr>
            <a:r>
              <a:t>D:/pasar_fix/node_modules/.bun/date-fns@4.1.0/node_modules/date-fns/fp/eachWeekendOfMonthWithOptions.js</a:t>
            </a:r>
          </a:p>
          <a:p>
            <a:pPr>
              <a:defRPr sz="1200"/>
            </a:pPr>
            <a:r>
              <a:t>D:/pasar_fix/node_modules/.bun/date-fns@4.1.0/node_modules/date-fns/fp/eachWeekendOfYear.cjs</a:t>
            </a:r>
          </a:p>
          <a:p>
            <a:pPr>
              <a:defRPr sz="1200"/>
            </a:pPr>
            <a:r>
              <a:t>D:/pasar_fix/node_modules/.bun/date-fns@4.1.0/node_modules/date-fns/fp/eachWeekendOfYear.d.cts</a:t>
            </a:r>
          </a:p>
          <a:p>
            <a:pPr>
              <a:defRPr sz="1200"/>
            </a:pPr>
            <a:r>
              <a:t>D:/pasar_fix/node_modules/.bun/date-fns@4.1.0/node_modules/date-fns/fp/eachWeekendOfYear.d.ts</a:t>
            </a:r>
          </a:p>
          <a:p>
            <a:pPr>
              <a:defRPr sz="1200"/>
            </a:pPr>
            <a:r>
              <a:t>D:/pasar_fix/node_modules/.bun/date-fns@4.1.0/node_modules/date-fns/fp/eachWeekendOfYear.js</a:t>
            </a:r>
          </a:p>
          <a:p>
            <a:pPr>
              <a:defRPr sz="1200"/>
            </a:pPr>
            <a:r>
              <a:t>D:/pasar_fix/node_modules/.bun/date-fns@4.1.0/node_modules/date-fns/fp/eachWeekendOfYearWithOptions.cjs</a:t>
            </a:r>
          </a:p>
          <a:p>
            <a:pPr>
              <a:defRPr sz="1200"/>
            </a:pPr>
            <a:r>
              <a:t>D:/pasar_fix/node_modules/.bun/date-fns@4.1.0/node_modules/date-fns/fp/eachWeekendOfYearWithOptions.d.cts</a:t>
            </a:r>
          </a:p>
          <a:p>
            <a:pPr>
              <a:defRPr sz="1200"/>
            </a:pPr>
            <a:r>
              <a:t>D:/pasar_fix/node_modules/.bun/date-fns@4.1.0/node_modules/date-fns/fp/eachWeekendOfYearWithOptions.d.ts</a:t>
            </a:r>
          </a:p>
          <a:p>
            <a:pPr>
              <a:defRPr sz="1200"/>
            </a:pPr>
            <a:r>
              <a:t>D:/pasar_fix/node_modules/.bun/date-fns@4.1.0/node_modules/date-fns/fp/eachWeekendOfYearWithOptions.js</a:t>
            </a:r>
          </a:p>
          <a:p>
            <a:pPr>
              <a:defRPr sz="1200"/>
            </a:pPr>
            <a:r>
              <a:t>D:/pasar_fix/node_modules/.bun/date-fns@4.1.0/node_modules/date-fns/fp/eachWeekOfInterval.cjs</a:t>
            </a:r>
          </a:p>
          <a:p>
            <a:pPr>
              <a:defRPr sz="1200"/>
            </a:pPr>
            <a:r>
              <a:t>D:/pasar_fix/node_modules/.bun/date-fns@4.1.0/node_modules/date-fns/fp/eachWeekOfInterval.d.cts</a:t>
            </a:r>
          </a:p>
          <a:p>
            <a:pPr>
              <a:defRPr sz="1200"/>
            </a:pPr>
            <a:r>
              <a:t>D:/pasar_fix/node_modules/.bun/date-fns@4.1.0/node_modules/date-fns/fp/eachWeekOfInterval.d.ts</a:t>
            </a:r>
          </a:p>
          <a:p>
            <a:pPr>
              <a:defRPr sz="1200"/>
            </a:pPr>
            <a:r>
              <a:t>D:/pasar_fix/node_modules/.bun/date-fns@4.1.0/node_modules/date-fns/fp/eachWeekOfInterval.js</a:t>
            </a:r>
          </a:p>
          <a:p>
            <a:pPr>
              <a:defRPr sz="1200"/>
            </a:pPr>
            <a:r>
              <a:t>D:/pasar_fix/node_modules/.bun/date-fns@4.1.0/node_modules/date-fns/fp/eachWeekOfIntervalWithOptions.cjs</a:t>
            </a:r>
          </a:p>
          <a:p>
            <a:pPr>
              <a:defRPr sz="1200"/>
            </a:pPr>
            <a:r>
              <a:t>D:/pasar_fix/node_modules/.bun/date-fns@4.1.0/node_modules/date-fns/fp/eachWeekOfIntervalWithOptions.d.cts</a:t>
            </a:r>
          </a:p>
          <a:p>
            <a:pPr>
              <a:defRPr sz="1200"/>
            </a:pPr>
            <a:r>
              <a:t>D:/pasar_fix/node_modules/.bun/date-fns@4.1.0/node_modules/date-fns/fp/eachWeekOfIntervalWithOptions.d.ts</a:t>
            </a:r>
          </a:p>
          <a:p>
            <a:pPr>
              <a:defRPr sz="1200"/>
            </a:pPr>
            <a:r>
              <a:t>D:/pasar_fix/node_modules/.bun/date-fns@4.1.0/node_modules/date-fns/fp/eachWeekOfIntervalWithOptions.js</a:t>
            </a:r>
          </a:p>
          <a:p>
            <a:pPr>
              <a:defRPr sz="1200"/>
            </a:pPr>
            <a:r>
              <a:t>D:/pasar_fix/node_modules/.bun/date-fns@4.1.0/node_modules/date-fns/fp/eachYearOfInterval.cjs</a:t>
            </a:r>
          </a:p>
          <a:p>
            <a:pPr>
              <a:defRPr sz="1200"/>
            </a:pPr>
            <a:r>
              <a:t>D:/pasar_fix/node_modules/.bun/date-fns@4.1.0/node_modules/date-fns/fp/eachYearOfInterval.d.cts</a:t>
            </a:r>
          </a:p>
          <a:p>
            <a:pPr>
              <a:defRPr sz="1200"/>
            </a:pPr>
            <a:r>
              <a:t>D:/pasar_fix/node_modules/.bun/date-fns@4.1.0/node_modules/date-fns/fp/eachYearOfInterval.d.ts</a:t>
            </a:r>
          </a:p>
          <a:p>
            <a:pPr>
              <a:defRPr sz="1200"/>
            </a:pPr>
            <a:r>
              <a:t>D:/pasar_fix/node_modules/.bun/date-fns@4.1.0/node_modules/date-fns/fp/eachYearOfInterval.js</a:t>
            </a:r>
          </a:p>
          <a:p>
            <a:pPr>
              <a:defRPr sz="1200"/>
            </a:pPr>
            <a:r>
              <a:t>D:/pasar_fix/node_modules/.bun/date-fns@4.1.0/node_modules/date-fns/fp/eachYearOfIntervalWithOptions.cjs</a:t>
            </a:r>
          </a:p>
          <a:p>
            <a:pPr>
              <a:defRPr sz="1200"/>
            </a:pPr>
            <a:r>
              <a:t>D:/pasar_fix/node_modules/.bun/date-fns@4.1.0/node_modules/date-fns/fp/eachYearOfIntervalWithOptions.d.cts</a:t>
            </a:r>
          </a:p>
          <a:p>
            <a:pPr>
              <a:defRPr sz="1200"/>
            </a:pPr>
            <a:r>
              <a:t>D:/pasar_fix/node_modules/.bun/date-fns@4.1.0/node_modules/date-fns/fp/eachYearOfIntervalWithOptions.d.ts</a:t>
            </a:r>
          </a:p>
          <a:p>
            <a:pPr>
              <a:defRPr sz="1200"/>
            </a:pPr>
            <a:r>
              <a:t>D:/pasar_fix/node_modules/.bun/date-fns@4.1.0/node_modules/date-fns/fp/eachYearOfIntervalWithOptions.js</a:t>
            </a:r>
          </a:p>
          <a:p>
            <a:pPr>
              <a:defRPr sz="1200"/>
            </a:pPr>
            <a:r>
              <a:t>D:/pasar_fix/node_modules/.bun/date-fns@4.1.0/node_modules/date-fns/fp/endOfDay.cjs</a:t>
            </a:r>
          </a:p>
          <a:p>
            <a:pPr>
              <a:defRPr sz="1200"/>
            </a:pPr>
            <a:r>
              <a:t>D:/pasar_fix/node_modules/.bun/date-fns@4.1.0/node_modules/date-fns/fp/endOfDay.d.cts</a:t>
            </a:r>
          </a:p>
          <a:p>
            <a:pPr>
              <a:defRPr sz="1200"/>
            </a:pPr>
            <a:r>
              <a:t>D:/pasar_fix/node_modules/.bun/date-fns@4.1.0/node_modules/date-fns/fp/endOfDay.d.ts</a:t>
            </a:r>
          </a:p>
          <a:p>
            <a:pPr>
              <a:defRPr sz="1200"/>
            </a:pPr>
            <a:r>
              <a:t>D:/pasar_fix/node_modules/.bun/date-fns@4.1.0/node_modules/date-fns/fp/endOfDay.js</a:t>
            </a:r>
          </a:p>
          <a:p>
            <a:pPr>
              <a:defRPr sz="1200"/>
            </a:pPr>
            <a:r>
              <a:t>D:/pasar_fix/node_modules/.bun/date-fns@4.1.0/node_modules/date-fns/fp/endOfDayWithOptions.cjs</a:t>
            </a:r>
          </a:p>
          <a:p>
            <a:pPr>
              <a:defRPr sz="1200"/>
            </a:pPr>
            <a:r>
              <a:t>D:/pasar_fix/node_modules/.bun/date-fns@4.1.0/node_modules/date-fns/fp/endOfDayWithOptions.d.cts</a:t>
            </a:r>
          </a:p>
          <a:p>
            <a:pPr>
              <a:defRPr sz="1200"/>
            </a:pPr>
            <a:r>
              <a:t>D:/pasar_fix/node_modules/.bun/date-fns@4.1.0/node_modules/date-fns/fp/endOfDayWithOptions.d.ts</a:t>
            </a:r>
          </a:p>
          <a:p>
            <a:pPr>
              <a:defRPr sz="1200"/>
            </a:pPr>
            <a:r>
              <a:t>D:/pasar_fix/node_modules/.bun/date-fns@4.1.0/node_modules/date-fns/fp/endOfDayWithOptions.js</a:t>
            </a:r>
          </a:p>
          <a:p>
            <a:pPr>
              <a:defRPr sz="1200"/>
            </a:pPr>
            <a:r>
              <a:t>D:/pasar_fix/node_modules/.bun/date-fns@4.1.0/node_modules/date-fns/fp/endOfDecade.cjs</a:t>
            </a:r>
          </a:p>
          <a:p>
            <a:pPr>
              <a:defRPr sz="1200"/>
            </a:pPr>
            <a:r>
              <a:t>D:/pasar_fix/node_modules/.bun/date-fns@4.1.0/node_modules/date-fns/fp/endOfDecade.d.cts</a:t>
            </a:r>
          </a:p>
          <a:p>
            <a:pPr>
              <a:defRPr sz="1200"/>
            </a:pPr>
            <a:r>
              <a:t>D:/pasar_fix/node_modules/.bun/date-fns@4.1.0/node_modules/date-fns/fp/endOfDecade.d.ts</a:t>
            </a:r>
          </a:p>
          <a:p>
            <a:pPr>
              <a:defRPr sz="1200"/>
            </a:pPr>
            <a:r>
              <a:t>D:/pasar_fix/node_modules/.bun/date-fns@4.1.0/node_modules/date-fns/fp/endOfDecade.js</a:t>
            </a:r>
          </a:p>
          <a:p>
            <a:pPr>
              <a:defRPr sz="1200"/>
            </a:pPr>
            <a:r>
              <a:t>D:/pasar_fix/node_modules/.bun/date-fns@4.1.0/node_modules/date-fns/fp/endOfDecadeWithOptions.cjs</a:t>
            </a:r>
          </a:p>
          <a:p>
            <a:pPr>
              <a:defRPr sz="1200"/>
            </a:pPr>
            <a:r>
              <a:t>D:/pasar_fix/node_modules/.bun/date-fns@4.1.0/node_modules/date-fns/fp/endOfDecadeWithOptions.d.cts</a:t>
            </a:r>
          </a:p>
          <a:p>
            <a:pPr>
              <a:defRPr sz="1200"/>
            </a:pPr>
            <a:r>
              <a:t>D:/pasar_fix/node_modules/.bun/date-fns@4.1.0/node_modules/date-fns/fp/endOfDecadeWithOptions.d.ts</a:t>
            </a:r>
          </a:p>
          <a:p>
            <a:pPr>
              <a:defRPr sz="1200"/>
            </a:pPr>
            <a:r>
              <a:t>D:/pasar_fix/node_modules/.bun/date-fns@4.1.0/node_modules/date-fns/fp/endOfDecadeWithOptions.js</a:t>
            </a:r>
          </a:p>
          <a:p>
            <a:pPr>
              <a:defRPr sz="1200"/>
            </a:pPr>
            <a:r>
              <a:t>D:/pasar_fix/node_modules/.bun/date-fns@4.1.0/node_modules/date-fns/fp/endOfHour.cjs</a:t>
            </a:r>
          </a:p>
          <a:p>
            <a:pPr>
              <a:defRPr sz="1200"/>
            </a:pPr>
            <a:r>
              <a:t>D:/pasar_fix/node_modules/.bun/date-fns@4.1.0/node_modules/date-fns/fp/endOfHour.d.cts</a:t>
            </a:r>
          </a:p>
          <a:p>
            <a:pPr>
              <a:defRPr sz="1200"/>
            </a:pPr>
            <a:r>
              <a:t>D:/pasar_fix/node_modules/.bun/date-fns@4.1.0/node_modules/date-fns/fp/endOfHour.d.ts</a:t>
            </a:r>
          </a:p>
          <a:p>
            <a:pPr>
              <a:defRPr sz="1200"/>
            </a:pPr>
            <a:r>
              <a:t>D:/pasar_fix/node_modules/.bun/date-fns@4.1.0/node_modules/date-fns/fp/endOfHour.js</a:t>
            </a:r>
          </a:p>
          <a:p>
            <a:pPr>
              <a:defRPr sz="1200"/>
            </a:pPr>
            <a:r>
              <a:t>D:/pasar_fix/node_modules/.bun/date-fns@4.1.0/node_modules/date-fns/fp/endOfHourWithOptions.cjs</a:t>
            </a:r>
          </a:p>
          <a:p>
            <a:pPr>
              <a:defRPr sz="1200"/>
            </a:pPr>
            <a:r>
              <a:t>D:/pasar_fix/node_modules/.bun/date-fns@4.1.0/node_modules/date-fns/fp/endOfHourWithOptions.d.cts</a:t>
            </a:r>
          </a:p>
          <a:p>
            <a:pPr>
              <a:defRPr sz="1200"/>
            </a:pPr>
            <a:r>
              <a:t>D:/pasar_fix/node_modules/.bun/date-fns@4.1.0/node_modules/date-fns/fp/endOfHourWithOptions.d.ts</a:t>
            </a:r>
          </a:p>
          <a:p>
            <a:pPr>
              <a:defRPr sz="1200"/>
            </a:pPr>
            <a:r>
              <a:t>D:/pasar_fix/node_modules/.bun/date-fns@4.1.0/node_modules/date-fns/fp/endOfHourWithOptions.js</a:t>
            </a:r>
          </a:p>
          <a:p>
            <a:pPr>
              <a:defRPr sz="1200"/>
            </a:pPr>
            <a:r>
              <a:t>D:/pasar_fix/node_modules/.bun/date-fns@4.1.0/node_modules/date-fns/fp/endOfISOWeek.cjs</a:t>
            </a:r>
          </a:p>
          <a:p>
            <a:pPr>
              <a:defRPr sz="1200"/>
            </a:pPr>
            <a:r>
              <a:t>D:/pasar_fix/node_modules/.bun/date-fns@4.1.0/node_modules/date-fns/fp/endOfISOWeek.d.cts</a:t>
            </a:r>
          </a:p>
          <a:p>
            <a:pPr>
              <a:defRPr sz="1200"/>
            </a:pPr>
            <a:r>
              <a:t>D:/pasar_fix/node_modules/.bun/date-fns@4.1.0/node_modules/date-fns/fp/endOfISOWeek.d.ts</a:t>
            </a:r>
          </a:p>
          <a:p>
            <a:pPr>
              <a:defRPr sz="1200"/>
            </a:pPr>
            <a:r>
              <a:t>D:/pasar_fix/node_modules/.bun/date-fns@4.1.0/node_modules/date-fns/fp/endOfISOWeek.js</a:t>
            </a:r>
          </a:p>
          <a:p>
            <a:pPr>
              <a:defRPr sz="1200"/>
            </a:pPr>
            <a:r>
              <a:t>D:/pasar_fix/node_modules/.bun/date-fns@4.1.0/node_modules/date-fns/fp/endOfISOWeekWithOptions.cjs</a:t>
            </a:r>
          </a:p>
          <a:p>
            <a:pPr>
              <a:defRPr sz="1200"/>
            </a:pPr>
            <a:r>
              <a:t>D:/pasar_fix/node_modules/.bun/date-fns@4.1.0/node_modules/date-fns/fp/endOfISOWeekWithOptions.d.cts</a:t>
            </a:r>
          </a:p>
          <a:p>
            <a:pPr>
              <a:defRPr sz="1200"/>
            </a:pPr>
            <a:r>
              <a:t>D:/pasar_fix/node_modules/.bun/date-fns@4.1.0/node_modules/date-fns/fp/endOfISOWeekWithOptions.d.ts</a:t>
            </a:r>
          </a:p>
          <a:p>
            <a:pPr>
              <a:defRPr sz="1200"/>
            </a:pPr>
            <a:r>
              <a:t>D:/pasar_fix/node_modules/.bun/date-fns@4.1.0/node_modules/date-fns/fp/endOfISOWeekWithOptions.js</a:t>
            </a:r>
          </a:p>
          <a:p>
            <a:pPr>
              <a:defRPr sz="1200"/>
            </a:pPr>
            <a:r>
              <a:t>D:/pasar_fix/node_modules/.bun/date-fns@4.1.0/node_modules/date-fns/fp/endOfISOWeekYear.cjs</a:t>
            </a:r>
          </a:p>
          <a:p>
            <a:pPr>
              <a:defRPr sz="1200"/>
            </a:pPr>
            <a:r>
              <a:t>D:/pasar_fix/node_modules/.bun/date-fns@4.1.0/node_modules/date-fns/fp/endOfISOWeekYear.d.cts</a:t>
            </a:r>
          </a:p>
          <a:p>
            <a:pPr>
              <a:defRPr sz="1200"/>
            </a:pPr>
            <a:r>
              <a:t>D:/pasar_fix/node_modules/.bun/date-fns@4.1.0/node_modules/date-fns/fp/endOfISOWeekYear.d.ts</a:t>
            </a:r>
          </a:p>
          <a:p>
            <a:pPr>
              <a:defRPr sz="1200"/>
            </a:pPr>
            <a:r>
              <a:t>D:/pasar_fix/node_modules/.bun/date-fns@4.1.0/node_modules/date-fns/fp/endOfISOWeekYear.js</a:t>
            </a:r>
          </a:p>
          <a:p>
            <a:pPr>
              <a:defRPr sz="1200"/>
            </a:pPr>
            <a:r>
              <a:t>D:/pasar_fix/node_modules/.bun/date-fns@4.1.0/node_modules/date-fns/fp/endOfISOWeekYearWithOptions.cjs</a:t>
            </a:r>
          </a:p>
          <a:p>
            <a:pPr>
              <a:defRPr sz="1200"/>
            </a:pPr>
            <a:r>
              <a:t>D:/pasar_fix/node_modules/.bun/date-fns@4.1.0/node_modules/date-fns/fp/endOfISOWeekYearWithOptions.d.cts</a:t>
            </a:r>
          </a:p>
          <a:p>
            <a:pPr>
              <a:defRPr sz="1200"/>
            </a:pPr>
            <a:r>
              <a:t>D:/pasar_fix/node_modules/.bun/date-fns@4.1.0/node_modules/date-fns/fp/endOfISOWeekYearWithOptions.d.ts</a:t>
            </a:r>
          </a:p>
          <a:p>
            <a:pPr>
              <a:defRPr sz="1200"/>
            </a:pPr>
            <a:r>
              <a:t>D:/pasar_fix/node_modules/.bun/date-fns@4.1.0/node_modules/date-fns/fp/endOfISOWeekYearWithOptions.js</a:t>
            </a:r>
          </a:p>
          <a:p>
            <a:pPr>
              <a:defRPr sz="1200"/>
            </a:pPr>
            <a:r>
              <a:t>D:/pasar_fix/node_modules/.bun/date-fns@4.1.0/node_modules/date-fns/fp/endOfMinute.cjs</a:t>
            </a:r>
          </a:p>
          <a:p>
            <a:pPr>
              <a:defRPr sz="1200"/>
            </a:pPr>
            <a:r>
              <a:t>D:/pasar_fix/node_modules/.bun/date-fns@4.1.0/node_modules/date-fns/fp/endOfMinute.d.cts</a:t>
            </a:r>
          </a:p>
          <a:p>
            <a:pPr>
              <a:defRPr sz="1200"/>
            </a:pPr>
            <a:r>
              <a:t>D:/pasar_fix/node_modules/.bun/date-fns@4.1.0/node_modules/date-fns/fp/endOfMinute.d.ts</a:t>
            </a:r>
          </a:p>
          <a:p>
            <a:pPr>
              <a:defRPr sz="1200"/>
            </a:pPr>
            <a:r>
              <a:t>D:/pasar_fix/node_modules/.bun/date-fns@4.1.0/node_modules/date-fns/fp/endOfMinute.js</a:t>
            </a:r>
          </a:p>
          <a:p>
            <a:pPr>
              <a:defRPr sz="1200"/>
            </a:pPr>
            <a:r>
              <a:t>D:/pasar_fix/node_modules/.bun/date-fns@4.1.0/node_modules/date-fns/fp/endOfMinuteWithOptions.cjs</a:t>
            </a:r>
          </a:p>
          <a:p>
            <a:pPr>
              <a:defRPr sz="1200"/>
            </a:pPr>
            <a:r>
              <a:t>D:/pasar_fix/node_modules/.bun/date-fns@4.1.0/node_modules/date-fns/fp/endOfMinuteWithOptions.d.cts</a:t>
            </a:r>
          </a:p>
          <a:p>
            <a:pPr>
              <a:defRPr sz="1200"/>
            </a:pPr>
            <a:r>
              <a:t>D:/pasar_fix/node_modules/.bun/date-fns@4.1.0/node_modules/date-fns/fp/endOfMinuteWithOptions.d.ts</a:t>
            </a:r>
          </a:p>
          <a:p>
            <a:pPr>
              <a:defRPr sz="1200"/>
            </a:pPr>
            <a:r>
              <a:t>D:/pasar_fix/node_modules/.bun/date-fns@4.1.0/node_modules/date-fns/fp/endOfMinuteWithOptions.js</a:t>
            </a:r>
          </a:p>
          <a:p>
            <a:pPr>
              <a:defRPr sz="1200"/>
            </a:pPr>
            <a:r>
              <a:t>D:/pasar_fix/node_modules/.bun/date-fns@4.1.0/node_modules/date-fns/fp/endOfMonth.cjs</a:t>
            </a:r>
          </a:p>
          <a:p>
            <a:pPr>
              <a:defRPr sz="1200"/>
            </a:pPr>
            <a:r>
              <a:t>D:/pasar_fix/node_modules/.bun/date-fns@4.1.0/node_modules/date-fns/fp/endOfMonth.d.cts</a:t>
            </a:r>
          </a:p>
          <a:p>
            <a:pPr>
              <a:defRPr sz="1200"/>
            </a:pPr>
            <a:r>
              <a:t>D:/pasar_fix/node_modules/.bun/date-fns@4.1.0/node_modules/date-fns/fp/endOfMonth.d.ts</a:t>
            </a:r>
          </a:p>
          <a:p>
            <a:pPr>
              <a:defRPr sz="1200"/>
            </a:pPr>
            <a:r>
              <a:t>D:/pasar_fix/node_modules/.bun/date-fns@4.1.0/node_modules/date-fns/fp/endOfMonth.js</a:t>
            </a:r>
          </a:p>
          <a:p>
            <a:pPr>
              <a:defRPr sz="1200"/>
            </a:pPr>
            <a:r>
              <a:t>D:/pasar_fix/node_modules/.bun/date-fns@4.1.0/node_modules/date-fns/fp/endOfMonthWithOptions.cjs</a:t>
            </a:r>
          </a:p>
          <a:p>
            <a:pPr>
              <a:defRPr sz="1200"/>
            </a:pPr>
            <a:r>
              <a:t>D:/pasar_fix/node_modules/.bun/date-fns@4.1.0/node_modules/date-fns/fp/endOfMonthWithOptions.d.cts</a:t>
            </a:r>
          </a:p>
          <a:p>
            <a:pPr>
              <a:defRPr sz="1200"/>
            </a:pPr>
            <a:r>
              <a:t>D:/pasar_fix/node_modules/.bun/date-fns@4.1.0/node_modules/date-fns/fp/endOfMonthWithOptions.d.ts</a:t>
            </a:r>
          </a:p>
          <a:p>
            <a:pPr>
              <a:defRPr sz="1200"/>
            </a:pPr>
            <a:r>
              <a:t>D:/pasar_fix/node_modules/.bun/date-fns@4.1.0/node_modules/date-fns/fp/endOfMonthWithOptions.js</a:t>
            </a:r>
          </a:p>
          <a:p>
            <a:pPr>
              <a:defRPr sz="1200"/>
            </a:pPr>
            <a:r>
              <a:t>D:/pasar_fix/node_modules/.bun/date-fns@4.1.0/node_modules/date-fns/fp/endOfQuarter.cjs</a:t>
            </a:r>
          </a:p>
          <a:p>
            <a:pPr>
              <a:defRPr sz="1200"/>
            </a:pPr>
            <a:r>
              <a:t>D:/pasar_fix/node_modules/.bun/date-fns@4.1.0/node_modules/date-fns/fp/endOfQuarter.d.cts</a:t>
            </a:r>
          </a:p>
          <a:p>
            <a:pPr>
              <a:defRPr sz="1200"/>
            </a:pPr>
            <a:r>
              <a:t>D:/pasar_fix/node_modules/.bun/date-fns@4.1.0/node_modules/date-fns/fp/endOfQuarter.d.ts</a:t>
            </a:r>
          </a:p>
          <a:p>
            <a:pPr>
              <a:defRPr sz="1200"/>
            </a:pPr>
            <a:r>
              <a:t>D:/pasar_fix/node_modules/.bun/date-fns@4.1.0/node_modules/date-fns/fp/endOfQuarter.js</a:t>
            </a:r>
          </a:p>
          <a:p>
            <a:pPr>
              <a:defRPr sz="1200"/>
            </a:pPr>
            <a:r>
              <a:t>D:/pasar_fix/node_modules/.bun/date-fns@4.1.0/node_modules/date-fns/fp/endOfQuarterWithOptions.cjs</a:t>
            </a:r>
          </a:p>
          <a:p>
            <a:pPr>
              <a:defRPr sz="1200"/>
            </a:pPr>
            <a:r>
              <a:t>D:/pasar_fix/node_modules/.bun/date-fns@4.1.0/node_modules/date-fns/fp/endOfQuarterWithOptions.d.cts</a:t>
            </a:r>
          </a:p>
          <a:p>
            <a:pPr>
              <a:defRPr sz="1200"/>
            </a:pPr>
            <a:r>
              <a:t>D:/pasar_fix/node_modules/.bun/date-fns@4.1.0/node_modules/date-fns/fp/endOfQuarterWithOptions.d.ts</a:t>
            </a:r>
          </a:p>
          <a:p>
            <a:pPr>
              <a:defRPr sz="1200"/>
            </a:pPr>
            <a:r>
              <a:t>D:/pasar_fix/node_modules/.bun/date-fns@4.1.0/node_modules/date-fns/fp/endOfQuarterWithOptions.js</a:t>
            </a:r>
          </a:p>
          <a:p>
            <a:pPr>
              <a:defRPr sz="1200"/>
            </a:pPr>
            <a:r>
              <a:t>D:/pasar_fix/node_modules/.bun/date-fns@4.1.0/node_modules/date-fns/fp/endOfSecond.cjs</a:t>
            </a:r>
          </a:p>
          <a:p>
            <a:pPr>
              <a:defRPr sz="1200"/>
            </a:pPr>
            <a:r>
              <a:t>D:/pasar_fix/node_modules/.bun/date-fns@4.1.0/node_modules/date-fns/fp/endOfSecond.d.cts</a:t>
            </a:r>
          </a:p>
          <a:p>
            <a:pPr>
              <a:defRPr sz="1200"/>
            </a:pPr>
            <a:r>
              <a:t>D:/pasar_fix/node_modules/.bun/date-fns@4.1.0/node_modules/date-fns/fp/endOfSecond.d.ts</a:t>
            </a:r>
          </a:p>
          <a:p>
            <a:pPr>
              <a:defRPr sz="1200"/>
            </a:pPr>
            <a:r>
              <a:t>D:/pasar_fix/node_modules/.bun/date-fns@4.1.0/node_modules/date-fns/fp/endOfSecond.js</a:t>
            </a:r>
          </a:p>
          <a:p>
            <a:pPr>
              <a:defRPr sz="1200"/>
            </a:pPr>
            <a:r>
              <a:t>D:/pasar_fix/node_modules/.bun/date-fns@4.1.0/node_modules/date-fns/fp/endOfSecondWithOptions.cjs</a:t>
            </a:r>
          </a:p>
          <a:p>
            <a:pPr>
              <a:defRPr sz="1200"/>
            </a:pPr>
            <a:r>
              <a:t>D:/pasar_fix/node_modules/.bun/date-fns@4.1.0/node_modules/date-fns/fp/endOfSecondWithOptions.d.cts</a:t>
            </a:r>
          </a:p>
          <a:p>
            <a:pPr>
              <a:defRPr sz="1200"/>
            </a:pPr>
            <a:r>
              <a:t>D:/pasar_fix/node_modules/.bun/date-fns@4.1.0/node_modules/date-fns/fp/endOfSecondWithOptions.d.ts</a:t>
            </a:r>
          </a:p>
          <a:p>
            <a:pPr>
              <a:defRPr sz="1200"/>
            </a:pPr>
            <a:r>
              <a:t>D:/pasar_fix/node_modules/.bun/date-fns@4.1.0/node_modules/date-fns/fp/endOfSecondWithOptions.js</a:t>
            </a:r>
          </a:p>
          <a:p>
            <a:pPr>
              <a:defRPr sz="1200"/>
            </a:pPr>
            <a:r>
              <a:t>D:/pasar_fix/node_modules/.bun/date-fns@4.1.0/node_modules/date-fns/fp/endOfWeek.cjs</a:t>
            </a:r>
          </a:p>
          <a:p>
            <a:pPr>
              <a:defRPr sz="1200"/>
            </a:pPr>
            <a:r>
              <a:t>D:/pasar_fix/node_modules/.bun/date-fns@4.1.0/node_modules/date-fns/fp/endOfWeek.d.cts</a:t>
            </a:r>
          </a:p>
          <a:p>
            <a:pPr>
              <a:defRPr sz="1200"/>
            </a:pPr>
            <a:r>
              <a:t>D:/pasar_fix/node_modules/.bun/date-fns@4.1.0/node_modules/date-fns/fp/endOfWeek.d.ts</a:t>
            </a:r>
          </a:p>
          <a:p>
            <a:pPr>
              <a:defRPr sz="1200"/>
            </a:pPr>
            <a:r>
              <a:t>D:/pasar_fix/node_modules/.bun/date-fns@4.1.0/node_modules/date-fns/fp/endOfWeek.js</a:t>
            </a:r>
          </a:p>
          <a:p>
            <a:pPr>
              <a:defRPr sz="1200"/>
            </a:pPr>
            <a:r>
              <a:t>D:/pasar_fix/node_modules/.bun/date-fns@4.1.0/node_modules/date-fns/fp/endOfWeekWithOptions.cjs</a:t>
            </a:r>
          </a:p>
          <a:p>
            <a:pPr>
              <a:defRPr sz="1200"/>
            </a:pPr>
            <a:r>
              <a:t>D:/pasar_fix/node_modules/.bun/date-fns@4.1.0/node_modules/date-fns/fp/endOfWeekWithOptions.d.cts</a:t>
            </a:r>
          </a:p>
          <a:p>
            <a:pPr>
              <a:defRPr sz="1200"/>
            </a:pPr>
            <a:r>
              <a:t>D:/pasar_fix/node_modules/.bun/date-fns@4.1.0/node_modules/date-fns/fp/endOfWeekWithOptions.d.ts</a:t>
            </a:r>
          </a:p>
          <a:p>
            <a:pPr>
              <a:defRPr sz="1200"/>
            </a:pPr>
            <a:r>
              <a:t>D:/pasar_fix/node_modules/.bun/date-fns@4.1.0/node_modules/date-fns/fp/endOfWeekWithOptions.js</a:t>
            </a:r>
          </a:p>
          <a:p>
            <a:pPr>
              <a:defRPr sz="1200"/>
            </a:pPr>
            <a:r>
              <a:t>D:/pasar_fix/node_modules/.bun/date-fns@4.1.0/node_modules/date-fns/fp/endOfYear.cjs</a:t>
            </a:r>
          </a:p>
          <a:p>
            <a:pPr>
              <a:defRPr sz="1200"/>
            </a:pPr>
            <a:r>
              <a:t>D:/pasar_fix/node_modules/.bun/date-fns@4.1.0/node_modules/date-fns/fp/endOfYear.d.cts</a:t>
            </a:r>
          </a:p>
          <a:p>
            <a:pPr>
              <a:defRPr sz="1200"/>
            </a:pPr>
            <a:r>
              <a:t>D:/pasar_fix/node_modules/.bun/date-fns@4.1.0/node_modules/date-fns/fp/endOfYear.d.ts</a:t>
            </a:r>
          </a:p>
          <a:p>
            <a:pPr>
              <a:defRPr sz="1200"/>
            </a:pPr>
            <a:r>
              <a:t>D:/pasar_fix/node_modules/.bun/date-fns@4.1.0/node_modules/date-fns/fp/endOfYear.js</a:t>
            </a:r>
          </a:p>
          <a:p>
            <a:pPr>
              <a:defRPr sz="1200"/>
            </a:pPr>
            <a:r>
              <a:t>D:/pasar_fix/node_modules/.bun/date-fns@4.1.0/node_modules/date-fns/fp/endOfYearWithOptions.cjs</a:t>
            </a:r>
          </a:p>
          <a:p>
            <a:pPr>
              <a:defRPr sz="1200"/>
            </a:pPr>
            <a:r>
              <a:t>D:/pasar_fix/node_modules/.bun/date-fns@4.1.0/node_modules/date-fns/fp/endOfYearWithOptions.d.cts</a:t>
            </a:r>
          </a:p>
          <a:p>
            <a:pPr>
              <a:defRPr sz="1200"/>
            </a:pPr>
            <a:r>
              <a:t>D:/pasar_fix/node_modules/.bun/date-fns@4.1.0/node_modules/date-fns/fp/endOfYearWithOptions.d.ts</a:t>
            </a:r>
          </a:p>
          <a:p>
            <a:pPr>
              <a:defRPr sz="1200"/>
            </a:pPr>
            <a:r>
              <a:t>D:/pasar_fix/node_modules/.bun/date-fns@4.1.0/node_modules/date-fns/fp/endOfYearWithOptions.js</a:t>
            </a:r>
          </a:p>
          <a:p>
            <a:pPr>
              <a:defRPr sz="1200"/>
            </a:pPr>
            <a:r>
              <a:t>D:/pasar_fix/node_modules/.bun/date-fns@4.1.0/node_modules/date-fns/fp/format.cjs</a:t>
            </a:r>
          </a:p>
          <a:p>
            <a:pPr>
              <a:defRPr sz="1200"/>
            </a:pPr>
            <a:r>
              <a:t>D:/pasar_fix/node_modules/.bun/date-fns@4.1.0/node_modules/date-fns/fp/format.d.cts</a:t>
            </a:r>
          </a:p>
          <a:p>
            <a:pPr>
              <a:defRPr sz="1200"/>
            </a:pPr>
            <a:r>
              <a:t>D:/pasar_fix/node_modules/.bun/date-fns@4.1.0/node_modules/date-fns/fp/format.d.ts</a:t>
            </a:r>
          </a:p>
          <a:p>
            <a:pPr>
              <a:defRPr sz="1200"/>
            </a:pPr>
            <a:r>
              <a:t>D:/pasar_fix/node_modules/.bun/date-fns@4.1.0/node_modules/date-fns/fp/format.js</a:t>
            </a:r>
          </a:p>
          <a:p>
            <a:pPr>
              <a:defRPr sz="1200"/>
            </a:pPr>
            <a:r>
              <a:t>D:/pasar_fix/node_modules/.bun/date-fns@4.1.0/node_modules/date-fns/fp/formatDistance.cjs</a:t>
            </a:r>
          </a:p>
          <a:p>
            <a:pPr>
              <a:defRPr sz="1200"/>
            </a:pPr>
            <a:r>
              <a:t>D:/pasar_fix/node_modules/.bun/date-fns@4.1.0/node_modules/date-fns/fp/formatDistance.d.cts</a:t>
            </a:r>
          </a:p>
          <a:p>
            <a:pPr>
              <a:defRPr sz="1200"/>
            </a:pPr>
            <a:r>
              <a:t>D:/pasar_fix/node_modules/.bun/date-fns@4.1.0/node_modules/date-fns/fp/formatDistance.d.ts</a:t>
            </a:r>
          </a:p>
          <a:p>
            <a:pPr>
              <a:defRPr sz="1200"/>
            </a:pPr>
            <a:r>
              <a:t>D:/pasar_fix/node_modules/.bun/date-fns@4.1.0/node_modules/date-fns/fp/formatDistance.js</a:t>
            </a:r>
          </a:p>
          <a:p>
            <a:pPr>
              <a:defRPr sz="1200"/>
            </a:pPr>
            <a:r>
              <a:t>D:/pasar_fix/node_modules/.bun/date-fns@4.1.0/node_modules/date-fns/fp/formatDistanceStrict.cjs</a:t>
            </a:r>
          </a:p>
          <a:p>
            <a:pPr>
              <a:defRPr sz="1200"/>
            </a:pPr>
            <a:r>
              <a:t>D:/pasar_fix/node_modules/.bun/date-fns@4.1.0/node_modules/date-fns/fp/formatDistanceStrict.d.cts</a:t>
            </a:r>
          </a:p>
          <a:p>
            <a:pPr>
              <a:defRPr sz="1200"/>
            </a:pPr>
            <a:r>
              <a:t>D:/pasar_fix/node_modules/.bun/date-fns@4.1.0/node_modules/date-fns/fp/formatDistanceStrict.d.ts</a:t>
            </a:r>
          </a:p>
          <a:p>
            <a:pPr>
              <a:defRPr sz="1200"/>
            </a:pPr>
            <a:r>
              <a:t>D:/pasar_fix/node_modules/.bun/date-fns@4.1.0/node_modules/date-fns/fp/formatDistanceStrict.js</a:t>
            </a:r>
          </a:p>
          <a:p>
            <a:pPr>
              <a:defRPr sz="1200"/>
            </a:pPr>
            <a:r>
              <a:t>D:/pasar_fix/node_modules/.bun/date-fns@4.1.0/node_modules/date-fns/fp/formatDistanceStrictWithOptions.cjs</a:t>
            </a:r>
          </a:p>
          <a:p>
            <a:pPr>
              <a:defRPr sz="1200"/>
            </a:pPr>
            <a:r>
              <a:t>D:/pasar_fix/node_modules/.bun/date-fns@4.1.0/node_modules/date-fns/fp/formatDistanceStrictWithOptions.d.cts</a:t>
            </a:r>
          </a:p>
          <a:p>
            <a:pPr>
              <a:defRPr sz="1200"/>
            </a:pPr>
            <a:r>
              <a:t>D:/pasar_fix/node_modules/.bun/date-fns@4.1.0/node_modules/date-fns/fp/formatDistanceStrictWithOptions.d.ts</a:t>
            </a:r>
          </a:p>
          <a:p>
            <a:pPr>
              <a:defRPr sz="1200"/>
            </a:pPr>
            <a:r>
              <a:t>D:/pasar_fix/node_modules/.bun/date-fns@4.1.0/node_modules/date-fns/fp/formatDistanceStrictWithOptions.js</a:t>
            </a:r>
          </a:p>
          <a:p>
            <a:pPr>
              <a:defRPr sz="1200"/>
            </a:pPr>
            <a:r>
              <a:t>D:/pasar_fix/node_modules/.bun/date-fns@4.1.0/node_modules/date-fns/fp/formatDistanceWithOptions.cjs</a:t>
            </a:r>
          </a:p>
          <a:p>
            <a:pPr>
              <a:defRPr sz="1200"/>
            </a:pPr>
            <a:r>
              <a:t>D:/pasar_fix/node_modules/.bun/date-fns@4.1.0/node_modules/date-fns/fp/formatDistanceWithOptions.d.cts</a:t>
            </a:r>
          </a:p>
          <a:p>
            <a:pPr>
              <a:defRPr sz="1200"/>
            </a:pPr>
            <a:r>
              <a:t>D:/pasar_fix/node_modules/.bun/date-fns@4.1.0/node_modules/date-fns/fp/formatDistanceWithOptions.d.ts</a:t>
            </a:r>
          </a:p>
          <a:p>
            <a:pPr>
              <a:defRPr sz="1200"/>
            </a:pPr>
            <a:r>
              <a:t>D:/pasar_fix/node_modules/.bun/date-fns@4.1.0/node_modules/date-fns/fp/formatDistanceWithOptions.js</a:t>
            </a:r>
          </a:p>
          <a:p>
            <a:pPr>
              <a:defRPr sz="1200"/>
            </a:pPr>
            <a:r>
              <a:t>D:/pasar_fix/node_modules/.bun/date-fns@4.1.0/node_modules/date-fns/fp/formatDuration.cjs</a:t>
            </a:r>
          </a:p>
          <a:p>
            <a:pPr>
              <a:defRPr sz="1200"/>
            </a:pPr>
            <a:r>
              <a:t>D:/pasar_fix/node_modules/.bun/date-fns@4.1.0/node_modules/date-fns/fp/formatDuration.d.cts</a:t>
            </a:r>
          </a:p>
          <a:p>
            <a:pPr>
              <a:defRPr sz="1200"/>
            </a:pPr>
            <a:r>
              <a:t>D:/pasar_fix/node_modules/.bun/date-fns@4.1.0/node_modules/date-fns/fp/formatDuration.d.ts</a:t>
            </a:r>
          </a:p>
          <a:p>
            <a:pPr>
              <a:defRPr sz="1200"/>
            </a:pPr>
            <a:r>
              <a:t>D:/pasar_fix/node_modules/.bun/date-fns@4.1.0/node_modules/date-fns/fp/formatDuration.js</a:t>
            </a:r>
          </a:p>
          <a:p>
            <a:pPr>
              <a:defRPr sz="1200"/>
            </a:pPr>
            <a:r>
              <a:t>D:/pasar_fix/node_modules/.bun/date-fns@4.1.0/node_modules/date-fns/fp/formatDurationWithOptions.cjs</a:t>
            </a:r>
          </a:p>
          <a:p>
            <a:pPr>
              <a:defRPr sz="1200"/>
            </a:pPr>
            <a:r>
              <a:t>D:/pasar_fix/node_modules/.bun/date-fns@4.1.0/node_modules/date-fns/fp/formatDurationWithOptions.d.cts</a:t>
            </a:r>
          </a:p>
          <a:p>
            <a:pPr>
              <a:defRPr sz="1200"/>
            </a:pPr>
            <a:r>
              <a:t>D:/pasar_fix/node_modules/.bun/date-fns@4.1.0/node_modules/date-fns/fp/formatDurationWithOptions.d.ts</a:t>
            </a:r>
          </a:p>
          <a:p>
            <a:pPr>
              <a:defRPr sz="1200"/>
            </a:pPr>
            <a:r>
              <a:t>D:/pasar_fix/node_modules/.bun/date-fns@4.1.0/node_modules/date-fns/fp/formatDurationWithOptions.js</a:t>
            </a:r>
          </a:p>
          <a:p>
            <a:pPr>
              <a:defRPr sz="1200"/>
            </a:pPr>
            <a:r>
              <a:t>D:/pasar_fix/node_modules/.bun/date-fns@4.1.0/node_modules/date-fns/fp/formatISO.cjs</a:t>
            </a:r>
          </a:p>
          <a:p>
            <a:pPr>
              <a:defRPr sz="1200"/>
            </a:pPr>
            <a:r>
              <a:t>D:/pasar_fix/node_modules/.bun/date-fns@4.1.0/node_modules/date-fns/fp/formatISO.d.cts</a:t>
            </a:r>
          </a:p>
          <a:p>
            <a:pPr>
              <a:defRPr sz="1200"/>
            </a:pPr>
            <a:r>
              <a:t>D:/pasar_fix/node_modules/.bun/date-fns@4.1.0/node_modules/date-fns/fp/formatISO.d.ts</a:t>
            </a:r>
          </a:p>
          <a:p>
            <a:pPr>
              <a:defRPr sz="1200"/>
            </a:pPr>
            <a:r>
              <a:t>D:/pasar_fix/node_modules/.bun/date-fns@4.1.0/node_modules/date-fns/fp/formatISO.js</a:t>
            </a:r>
          </a:p>
          <a:p>
            <a:pPr>
              <a:defRPr sz="1200"/>
            </a:pPr>
            <a:r>
              <a:t>D:/pasar_fix/node_modules/.bun/date-fns@4.1.0/node_modules/date-fns/fp/formatISO9075.cjs</a:t>
            </a:r>
          </a:p>
          <a:p>
            <a:pPr>
              <a:defRPr sz="1200"/>
            </a:pPr>
            <a:r>
              <a:t>D:/pasar_fix/node_modules/.bun/date-fns@4.1.0/node_modules/date-fns/fp/formatISO9075.d.cts</a:t>
            </a:r>
          </a:p>
          <a:p>
            <a:pPr>
              <a:defRPr sz="1200"/>
            </a:pPr>
            <a:r>
              <a:t>D:/pasar_fix/node_modules/.bun/date-fns@4.1.0/node_modules/date-fns/fp/formatISO9075.d.ts</a:t>
            </a:r>
          </a:p>
          <a:p>
            <a:pPr>
              <a:defRPr sz="1200"/>
            </a:pPr>
            <a:r>
              <a:t>D:/pasar_fix/node_modules/.bun/date-fns@4.1.0/node_modules/date-fns/fp/formatISO9075.js</a:t>
            </a:r>
          </a:p>
          <a:p>
            <a:pPr>
              <a:defRPr sz="1200"/>
            </a:pPr>
            <a:r>
              <a:t>D:/pasar_fix/node_modules/.bun/date-fns@4.1.0/node_modules/date-fns/fp/formatISO9075WithOptions.cjs</a:t>
            </a:r>
          </a:p>
          <a:p>
            <a:pPr>
              <a:defRPr sz="1200"/>
            </a:pPr>
            <a:r>
              <a:t>D:/pasar_fix/node_modules/.bun/date-fns@4.1.0/node_modules/date-fns/fp/formatISO9075WithOptions.d.cts</a:t>
            </a:r>
          </a:p>
          <a:p>
            <a:pPr>
              <a:defRPr sz="1200"/>
            </a:pPr>
            <a:r>
              <a:t>D:/pasar_fix/node_modules/.bun/date-fns@4.1.0/node_modules/date-fns/fp/formatISO9075WithOptions.d.ts</a:t>
            </a:r>
          </a:p>
          <a:p>
            <a:pPr>
              <a:defRPr sz="1200"/>
            </a:pPr>
            <a:r>
              <a:t>D:/pasar_fix/node_modules/.bun/date-fns@4.1.0/node_modules/date-fns/fp/formatISO9075WithOptions.js</a:t>
            </a:r>
          </a:p>
          <a:p>
            <a:pPr>
              <a:defRPr sz="1200"/>
            </a:pPr>
            <a:r>
              <a:t>D:/pasar_fix/node_modules/.bun/date-fns@4.1.0/node_modules/date-fns/fp/formatISODuration.cjs</a:t>
            </a:r>
          </a:p>
          <a:p>
            <a:pPr>
              <a:defRPr sz="1200"/>
            </a:pPr>
            <a:r>
              <a:t>D:/pasar_fix/node_modules/.bun/date-fns@4.1.0/node_modules/date-fns/fp/formatISODuration.d.cts</a:t>
            </a:r>
          </a:p>
          <a:p>
            <a:pPr>
              <a:defRPr sz="1200"/>
            </a:pPr>
            <a:r>
              <a:t>D:/pasar_fix/node_modules/.bun/date-fns@4.1.0/node_modules/date-fns/fp/formatISODuration.d.ts</a:t>
            </a:r>
          </a:p>
          <a:p>
            <a:pPr>
              <a:defRPr sz="1200"/>
            </a:pPr>
            <a:r>
              <a:t>D:/pasar_fix/node_modules/.bun/date-fns@4.1.0/node_modules/date-fns/fp/formatISODuration.js</a:t>
            </a:r>
          </a:p>
          <a:p>
            <a:pPr>
              <a:defRPr sz="1200"/>
            </a:pPr>
            <a:r>
              <a:t>D:/pasar_fix/node_modules/.bun/date-fns@4.1.0/node_modules/date-fns/fp/formatISOWithOptions.cjs</a:t>
            </a:r>
          </a:p>
          <a:p>
            <a:pPr>
              <a:defRPr sz="1200"/>
            </a:pPr>
            <a:r>
              <a:t>D:/pasar_fix/node_modules/.bun/date-fns@4.1.0/node_modules/date-fns/fp/formatISOWithOptions.d.cts</a:t>
            </a:r>
          </a:p>
          <a:p>
            <a:pPr>
              <a:defRPr sz="1200"/>
            </a:pPr>
            <a:r>
              <a:t>D:/pasar_fix/node_modules/.bun/date-fns@4.1.0/node_modules/date-fns/fp/formatISOWithOptions.d.ts</a:t>
            </a:r>
          </a:p>
          <a:p>
            <a:pPr>
              <a:defRPr sz="1200"/>
            </a:pPr>
            <a:r>
              <a:t>D:/pasar_fix/node_modules/.bun/date-fns@4.1.0/node_modules/date-fns/fp/formatISOWithOptions.js</a:t>
            </a:r>
          </a:p>
          <a:p>
            <a:pPr>
              <a:defRPr sz="1200"/>
            </a:pPr>
            <a:r>
              <a:t>D:/pasar_fix/node_modules/.bun/date-fns@4.1.0/node_modules/date-fns/fp/formatRelative.cjs</a:t>
            </a:r>
          </a:p>
          <a:p>
            <a:pPr>
              <a:defRPr sz="1200"/>
            </a:pPr>
            <a:r>
              <a:t>D:/pasar_fix/node_modules/.bun/date-fns@4.1.0/node_modules/date-fns/fp/formatRelative.d.cts</a:t>
            </a:r>
          </a:p>
          <a:p>
            <a:pPr>
              <a:defRPr sz="1200"/>
            </a:pPr>
            <a:r>
              <a:t>D:/pasar_fix/node_modules/.bun/date-fns@4.1.0/node_modules/date-fns/fp/formatRelative.d.ts</a:t>
            </a:r>
          </a:p>
          <a:p>
            <a:pPr>
              <a:defRPr sz="1200"/>
            </a:pPr>
            <a:r>
              <a:t>D:/pasar_fix/node_modules/.bun/date-fns@4.1.0/node_modules/date-fns/fp/formatRelative.js</a:t>
            </a:r>
          </a:p>
          <a:p>
            <a:pPr>
              <a:defRPr sz="1200"/>
            </a:pPr>
            <a:r>
              <a:t>D:/pasar_fix/node_modules/.bun/date-fns@4.1.0/node_modules/date-fns/fp/formatRelativeWithOptions.cjs</a:t>
            </a:r>
          </a:p>
          <a:p>
            <a:pPr>
              <a:defRPr sz="1200"/>
            </a:pPr>
            <a:r>
              <a:t>D:/pasar_fix/node_modules/.bun/date-fns@4.1.0/node_modules/date-fns/fp/formatRelativeWithOptions.d.cts</a:t>
            </a:r>
          </a:p>
          <a:p>
            <a:pPr>
              <a:defRPr sz="1200"/>
            </a:pPr>
            <a:r>
              <a:t>D:/pasar_fix/node_modules/.bun/date-fns@4.1.0/node_modules/date-fns/fp/formatRelativeWithOptions.d.ts</a:t>
            </a:r>
          </a:p>
          <a:p>
            <a:pPr>
              <a:defRPr sz="1200"/>
            </a:pPr>
            <a:r>
              <a:t>D:/pasar_fix/node_modules/.bun/date-fns@4.1.0/node_modules/date-fns/fp/formatRelativeWithOptions.js</a:t>
            </a:r>
          </a:p>
          <a:p>
            <a:pPr>
              <a:defRPr sz="1200"/>
            </a:pPr>
            <a:r>
              <a:t>D:/pasar_fix/node_modules/.bun/date-fns@4.1.0/node_modules/date-fns/fp/formatRFC3339.cjs</a:t>
            </a:r>
          </a:p>
          <a:p>
            <a:pPr>
              <a:defRPr sz="1200"/>
            </a:pPr>
            <a:r>
              <a:t>D:/pasar_fix/node_modules/.bun/date-fns@4.1.0/node_modules/date-fns/fp/formatRFC3339.d.cts</a:t>
            </a:r>
          </a:p>
          <a:p>
            <a:pPr>
              <a:defRPr sz="1200"/>
            </a:pPr>
            <a:r>
              <a:t>D:/pasar_fix/node_modules/.bun/date-fns@4.1.0/node_modules/date-fns/fp/formatRFC3339.d.ts</a:t>
            </a:r>
          </a:p>
          <a:p>
            <a:pPr>
              <a:defRPr sz="1200"/>
            </a:pPr>
            <a:r>
              <a:t>D:/pasar_fix/node_modules/.bun/date-fns@4.1.0/node_modules/date-fns/fp/formatRFC3339.js</a:t>
            </a:r>
          </a:p>
          <a:p>
            <a:pPr>
              <a:defRPr sz="1200"/>
            </a:pPr>
            <a:r>
              <a:t>D:/pasar_fix/node_modules/.bun/date-fns@4.1.0/node_modules/date-fns/fp/formatRFC3339WithOptions.cjs</a:t>
            </a:r>
          </a:p>
          <a:p>
            <a:pPr>
              <a:defRPr sz="1200"/>
            </a:pPr>
            <a:r>
              <a:t>D:/pasar_fix/node_modules/.bun/date-fns@4.1.0/node_modules/date-fns/fp/formatRFC3339WithOptions.d.cts</a:t>
            </a:r>
          </a:p>
          <a:p>
            <a:pPr>
              <a:defRPr sz="1200"/>
            </a:pPr>
            <a:r>
              <a:t>D:/pasar_fix/node_modules/.bun/date-fns@4.1.0/node_modules/date-fns/fp/formatRFC3339WithOptions.d.ts</a:t>
            </a:r>
          </a:p>
          <a:p>
            <a:pPr>
              <a:defRPr sz="1200"/>
            </a:pPr>
            <a:r>
              <a:t>D:/pasar_fix/node_modules/.bun/date-fns@4.1.0/node_modules/date-fns/fp/formatRFC3339WithOptions.js</a:t>
            </a:r>
          </a:p>
          <a:p>
            <a:pPr>
              <a:defRPr sz="1200"/>
            </a:pPr>
            <a:r>
              <a:t>D:/pasar_fix/node_modules/.bun/date-fns@4.1.0/node_modules/date-fns/fp/formatRFC7231.cjs</a:t>
            </a:r>
          </a:p>
          <a:p>
            <a:pPr>
              <a:defRPr sz="1200"/>
            </a:pPr>
            <a:r>
              <a:t>D:/pasar_fix/node_modules/.bun/date-fns@4.1.0/node_modules/date-fns/fp/formatRFC7231.d.cts</a:t>
            </a:r>
          </a:p>
          <a:p>
            <a:pPr>
              <a:defRPr sz="1200"/>
            </a:pPr>
            <a:r>
              <a:t>D:/pasar_fix/node_modules/.bun/date-fns@4.1.0/node_modules/date-fns/fp/formatRFC7231.d.ts</a:t>
            </a:r>
          </a:p>
          <a:p>
            <a:pPr>
              <a:defRPr sz="1200"/>
            </a:pPr>
            <a:r>
              <a:t>D:/pasar_fix/node_modules/.bun/date-fns@4.1.0/node_modules/date-fns/fp/formatRFC7231.js</a:t>
            </a:r>
          </a:p>
          <a:p>
            <a:pPr>
              <a:defRPr sz="1200"/>
            </a:pPr>
            <a:r>
              <a:t>D:/pasar_fix/node_modules/.bun/date-fns@4.1.0/node_modules/date-fns/fp/formatWithOptions.cjs</a:t>
            </a:r>
          </a:p>
          <a:p>
            <a:pPr>
              <a:defRPr sz="1200"/>
            </a:pPr>
            <a:r>
              <a:t>D:/pasar_fix/node_modules/.bun/date-fns@4.1.0/node_modules/date-fns/fp/formatWithOptions.d.cts</a:t>
            </a:r>
          </a:p>
          <a:p>
            <a:pPr>
              <a:defRPr sz="1200"/>
            </a:pPr>
            <a:r>
              <a:t>D:/pasar_fix/node_modules/.bun/date-fns@4.1.0/node_modules/date-fns/fp/formatWithOptions.d.ts</a:t>
            </a:r>
          </a:p>
          <a:p>
            <a:pPr>
              <a:defRPr sz="1200"/>
            </a:pPr>
            <a:r>
              <a:t>D:/pasar_fix/node_modules/.bun/date-fns@4.1.0/node_modules/date-fns/fp/formatWithOptions.js</a:t>
            </a:r>
          </a:p>
          <a:p>
            <a:pPr>
              <a:defRPr sz="1200"/>
            </a:pPr>
            <a:r>
              <a:t>D:/pasar_fix/node_modules/.bun/date-fns@4.1.0/node_modules/date-fns/fp/fromUnixTime.cjs</a:t>
            </a:r>
          </a:p>
          <a:p>
            <a:pPr>
              <a:defRPr sz="1200"/>
            </a:pPr>
            <a:r>
              <a:t>D:/pasar_fix/node_modules/.bun/date-fns@4.1.0/node_modules/date-fns/fp/fromUnixTime.d.cts</a:t>
            </a:r>
          </a:p>
          <a:p>
            <a:pPr>
              <a:defRPr sz="1200"/>
            </a:pPr>
            <a:r>
              <a:t>D:/pasar_fix/node_modules/.bun/date-fns@4.1.0/node_modules/date-fns/fp/fromUnixTime.d.ts</a:t>
            </a:r>
          </a:p>
          <a:p>
            <a:pPr>
              <a:defRPr sz="1200"/>
            </a:pPr>
            <a:r>
              <a:t>D:/pasar_fix/node_modules/.bun/date-fns@4.1.0/node_modules/date-fns/fp/fromUnixTime.js</a:t>
            </a:r>
          </a:p>
          <a:p>
            <a:pPr>
              <a:defRPr sz="1200"/>
            </a:pPr>
            <a:r>
              <a:t>D:/pasar_fix/node_modules/.bun/date-fns@4.1.0/node_modules/date-fns/fp/fromUnixTimeWithOptions.cjs</a:t>
            </a:r>
          </a:p>
          <a:p>
            <a:pPr>
              <a:defRPr sz="1200"/>
            </a:pPr>
            <a:r>
              <a:t>D:/pasar_fix/node_modules/.bun/date-fns@4.1.0/node_modules/date-fns/fp/fromUnixTimeWithOptions.d.cts</a:t>
            </a:r>
          </a:p>
          <a:p>
            <a:pPr>
              <a:defRPr sz="1200"/>
            </a:pPr>
            <a:r>
              <a:t>D:/pasar_fix/node_modules/.bun/date-fns@4.1.0/node_modules/date-fns/fp/fromUnixTimeWithOptions.d.ts</a:t>
            </a:r>
          </a:p>
          <a:p>
            <a:pPr>
              <a:defRPr sz="1200"/>
            </a:pPr>
            <a:r>
              <a:t>D:/pasar_fix/node_modules/.bun/date-fns@4.1.0/node_modules/date-fns/fp/fromUnixTimeWithOptions.js</a:t>
            </a:r>
          </a:p>
          <a:p>
            <a:pPr>
              <a:defRPr sz="1200"/>
            </a:pPr>
            <a:r>
              <a:t>D:/pasar_fix/node_modules/.bun/date-fns@4.1.0/node_modules/date-fns/fp/getDate.cjs</a:t>
            </a:r>
          </a:p>
          <a:p>
            <a:pPr>
              <a:defRPr sz="1200"/>
            </a:pPr>
            <a:r>
              <a:t>D:/pasar_fix/node_modules/.bun/date-fns@4.1.0/node_modules/date-fns/fp/getDate.d.cts</a:t>
            </a:r>
          </a:p>
          <a:p>
            <a:pPr>
              <a:defRPr sz="1200"/>
            </a:pPr>
            <a:r>
              <a:t>D:/pasar_fix/node_modules/.bun/date-fns@4.1.0/node_modules/date-fns/fp/getDate.d.ts</a:t>
            </a:r>
          </a:p>
          <a:p>
            <a:pPr>
              <a:defRPr sz="1200"/>
            </a:pPr>
            <a:r>
              <a:t>D:/pasar_fix/node_modules/.bun/date-fns@4.1.0/node_modules/date-fns/fp/getDate.js</a:t>
            </a:r>
          </a:p>
          <a:p>
            <a:pPr>
              <a:defRPr sz="1200"/>
            </a:pPr>
            <a:r>
              <a:t>D:/pasar_fix/node_modules/.bun/date-fns@4.1.0/node_modules/date-fns/fp/getDateWithOptions.cjs</a:t>
            </a:r>
          </a:p>
          <a:p>
            <a:pPr>
              <a:defRPr sz="1200"/>
            </a:pPr>
            <a:r>
              <a:t>D:/pasar_fix/node_modules/.bun/date-fns@4.1.0/node_modules/date-fns/fp/getDateWithOptions.d.cts</a:t>
            </a:r>
          </a:p>
          <a:p>
            <a:pPr>
              <a:defRPr sz="1200"/>
            </a:pPr>
            <a:r>
              <a:t>D:/pasar_fix/node_modules/.bun/date-fns@4.1.0/node_modules/date-fns/fp/getDateWithOptions.d.ts</a:t>
            </a:r>
          </a:p>
          <a:p>
            <a:pPr>
              <a:defRPr sz="1200"/>
            </a:pPr>
            <a:r>
              <a:t>D:/pasar_fix/node_modules/.bun/date-fns@4.1.0/node_modules/date-fns/fp/getDateWithOptions.js</a:t>
            </a:r>
          </a:p>
          <a:p>
            <a:pPr>
              <a:defRPr sz="1200"/>
            </a:pPr>
            <a:r>
              <a:t>D:/pasar_fix/node_modules/.bun/date-fns@4.1.0/node_modules/date-fns/fp/getDay.cjs</a:t>
            </a:r>
          </a:p>
          <a:p>
            <a:pPr>
              <a:defRPr sz="1200"/>
            </a:pPr>
            <a:r>
              <a:t>D:/pasar_fix/node_modules/.bun/date-fns@4.1.0/node_modules/date-fns/fp/getDay.d.cts</a:t>
            </a:r>
          </a:p>
          <a:p>
            <a:pPr>
              <a:defRPr sz="1200"/>
            </a:pPr>
            <a:r>
              <a:t>D:/pasar_fix/node_modules/.bun/date-fns@4.1.0/node_modules/date-fns/fp/getDay.d.ts</a:t>
            </a:r>
          </a:p>
          <a:p>
            <a:pPr>
              <a:defRPr sz="1200"/>
            </a:pPr>
            <a:r>
              <a:t>D:/pasar_fix/node_modules/.bun/date-fns@4.1.0/node_modules/date-fns/fp/getDay.js</a:t>
            </a:r>
          </a:p>
          <a:p>
            <a:pPr>
              <a:defRPr sz="1200"/>
            </a:pPr>
            <a:r>
              <a:t>D:/pasar_fix/node_modules/.bun/date-fns@4.1.0/node_modules/date-fns/fp/getDayOfYear.cjs</a:t>
            </a:r>
          </a:p>
          <a:p>
            <a:pPr>
              <a:defRPr sz="1200"/>
            </a:pPr>
            <a:r>
              <a:t>D:/pasar_fix/node_modules/.bun/date-fns@4.1.0/node_modules/date-fns/fp/getDayOfYear.d.cts</a:t>
            </a:r>
          </a:p>
          <a:p>
            <a:pPr>
              <a:defRPr sz="1200"/>
            </a:pPr>
            <a:r>
              <a:t>D:/pasar_fix/node_modules/.bun/date-fns@4.1.0/node_modules/date-fns/fp/getDayOfYear.d.ts</a:t>
            </a:r>
          </a:p>
          <a:p>
            <a:pPr>
              <a:defRPr sz="1200"/>
            </a:pPr>
            <a:r>
              <a:t>D:/pasar_fix/node_modules/.bun/date-fns@4.1.0/node_modules/date-fns/fp/getDayOfYear.js</a:t>
            </a:r>
          </a:p>
          <a:p>
            <a:pPr>
              <a:defRPr sz="1200"/>
            </a:pPr>
            <a:r>
              <a:t>D:/pasar_fix/node_modules/.bun/date-fns@4.1.0/node_modules/date-fns/fp/getDayOfYearWithOptions.cjs</a:t>
            </a:r>
          </a:p>
          <a:p>
            <a:pPr>
              <a:defRPr sz="1200"/>
            </a:pPr>
            <a:r>
              <a:t>D:/pasar_fix/node_modules/.bun/date-fns@4.1.0/node_modules/date-fns/fp/getDayOfYearWithOptions.d.cts</a:t>
            </a:r>
          </a:p>
          <a:p>
            <a:pPr>
              <a:defRPr sz="1200"/>
            </a:pPr>
            <a:r>
              <a:t>D:/pasar_fix/node_modules/.bun/date-fns@4.1.0/node_modules/date-fns/fp/getDayOfYearWithOptions.d.ts</a:t>
            </a:r>
          </a:p>
          <a:p>
            <a:pPr>
              <a:defRPr sz="1200"/>
            </a:pPr>
            <a:r>
              <a:t>D:/pasar_fix/node_modules/.bun/date-fns@4.1.0/node_modules/date-fns/fp/getDayOfYearWithOptions.js</a:t>
            </a:r>
          </a:p>
          <a:p>
            <a:pPr>
              <a:defRPr sz="1200"/>
            </a:pPr>
            <a:r>
              <a:t>D:/pasar_fix/node_modules/.bun/date-fns@4.1.0/node_modules/date-fns/fp/getDaysInMonth.cjs</a:t>
            </a:r>
          </a:p>
          <a:p>
            <a:pPr>
              <a:defRPr sz="1200"/>
            </a:pPr>
            <a:r>
              <a:t>D:/pasar_fix/node_modules/.bun/date-fns@4.1.0/node_modules/date-fns/fp/getDaysInMonth.d.cts</a:t>
            </a:r>
          </a:p>
          <a:p>
            <a:pPr>
              <a:defRPr sz="1200"/>
            </a:pPr>
            <a:r>
              <a:t>D:/pasar_fix/node_modules/.bun/date-fns@4.1.0/node_modules/date-fns/fp/getDaysInMonth.d.ts</a:t>
            </a:r>
          </a:p>
          <a:p>
            <a:pPr>
              <a:defRPr sz="1200"/>
            </a:pPr>
            <a:r>
              <a:t>D:/pasar_fix/node_modules/.bun/date-fns@4.1.0/node_modules/date-fns/fp/getDaysInMonth.js</a:t>
            </a:r>
          </a:p>
          <a:p>
            <a:pPr>
              <a:defRPr sz="1200"/>
            </a:pPr>
            <a:r>
              <a:t>D:/pasar_fix/node_modules/.bun/date-fns@4.1.0/node_modules/date-fns/fp/getDaysInMonthWithOptions.cjs</a:t>
            </a:r>
          </a:p>
          <a:p>
            <a:pPr>
              <a:defRPr sz="1200"/>
            </a:pPr>
            <a:r>
              <a:t>D:/pasar_fix/node_modules/.bun/date-fns@4.1.0/node_modules/date-fns/fp/getDaysInMonthWithOptions.d.cts</a:t>
            </a:r>
          </a:p>
          <a:p>
            <a:pPr>
              <a:defRPr sz="1200"/>
            </a:pPr>
            <a:r>
              <a:t>D:/pasar_fix/node_modules/.bun/date-fns@4.1.0/node_modules/date-fns/fp/getDaysInMonthWithOptions.d.ts</a:t>
            </a:r>
          </a:p>
          <a:p>
            <a:pPr>
              <a:defRPr sz="1200"/>
            </a:pPr>
            <a:r>
              <a:t>D:/pasar_fix/node_modules/.bun/date-fns@4.1.0/node_modules/date-fns/fp/getDaysInMonthWithOptions.js</a:t>
            </a:r>
          </a:p>
          <a:p>
            <a:pPr>
              <a:defRPr sz="1200"/>
            </a:pPr>
            <a:r>
              <a:t>D:/pasar_fix/node_modules/.bun/date-fns@4.1.0/node_modules/date-fns/fp/getDaysInYear.cjs</a:t>
            </a:r>
          </a:p>
          <a:p>
            <a:pPr>
              <a:defRPr sz="1200"/>
            </a:pPr>
            <a:r>
              <a:t>D:/pasar_fix/node_modules/.bun/date-fns@4.1.0/node_modules/date-fns/fp/getDaysInYear.d.cts</a:t>
            </a:r>
          </a:p>
          <a:p>
            <a:pPr>
              <a:defRPr sz="1200"/>
            </a:pPr>
            <a:r>
              <a:t>D:/pasar_fix/node_modules/.bun/date-fns@4.1.0/node_modules/date-fns/fp/getDaysInYear.d.ts</a:t>
            </a:r>
          </a:p>
          <a:p>
            <a:pPr>
              <a:defRPr sz="1200"/>
            </a:pPr>
            <a:r>
              <a:t>D:/pasar_fix/node_modules/.bun/date-fns@4.1.0/node_modules/date-fns/fp/getDaysInYear.js</a:t>
            </a:r>
          </a:p>
          <a:p>
            <a:pPr>
              <a:defRPr sz="1200"/>
            </a:pPr>
            <a:r>
              <a:t>D:/pasar_fix/node_modules/.bun/date-fns@4.1.0/node_modules/date-fns/fp/getDaysInYearWithOptions.cjs</a:t>
            </a:r>
          </a:p>
          <a:p>
            <a:pPr>
              <a:defRPr sz="1200"/>
            </a:pPr>
            <a:r>
              <a:t>D:/pasar_fix/node_modules/.bun/date-fns@4.1.0/node_modules/date-fns/fp/getDaysInYearWithOptions.d.cts</a:t>
            </a:r>
          </a:p>
          <a:p>
            <a:pPr>
              <a:defRPr sz="1200"/>
            </a:pPr>
            <a:r>
              <a:t>D:/pasar_fix/node_modules/.bun/date-fns@4.1.0/node_modules/date-fns/fp/getDaysInYearWithOptions.d.ts</a:t>
            </a:r>
          </a:p>
          <a:p>
            <a:pPr>
              <a:defRPr sz="1200"/>
            </a:pPr>
            <a:r>
              <a:t>D:/pasar_fix/node_modules/.bun/date-fns@4.1.0/node_modules/date-fns/fp/getDaysInYearWithOptions.js</a:t>
            </a:r>
          </a:p>
          <a:p>
            <a:pPr>
              <a:defRPr sz="1200"/>
            </a:pPr>
            <a:r>
              <a:t>D:/pasar_fix/node_modules/.bun/date-fns@4.1.0/node_modules/date-fns/fp/getDayWithOptions.cjs</a:t>
            </a:r>
          </a:p>
          <a:p>
            <a:pPr>
              <a:defRPr sz="1200"/>
            </a:pPr>
            <a:r>
              <a:t>D:/pasar_fix/node_modules/.bun/date-fns@4.1.0/node_modules/date-fns/fp/getDayWithOptions.d.cts</a:t>
            </a:r>
          </a:p>
          <a:p>
            <a:pPr>
              <a:defRPr sz="1200"/>
            </a:pPr>
            <a:r>
              <a:t>D:/pasar_fix/node_modules/.bun/date-fns@4.1.0/node_modules/date-fns/fp/getDayWithOptions.d.ts</a:t>
            </a:r>
          </a:p>
          <a:p>
            <a:pPr>
              <a:defRPr sz="1200"/>
            </a:pPr>
            <a:r>
              <a:t>D:/pasar_fix/node_modules/.bun/date-fns@4.1.0/node_modules/date-fns/fp/getDayWithOptions.js</a:t>
            </a:r>
          </a:p>
          <a:p>
            <a:pPr>
              <a:defRPr sz="1200"/>
            </a:pPr>
            <a:r>
              <a:t>D:/pasar_fix/node_modules/.bun/date-fns@4.1.0/node_modules/date-fns/fp/getDecade.cjs</a:t>
            </a:r>
          </a:p>
          <a:p>
            <a:pPr>
              <a:defRPr sz="1200"/>
            </a:pPr>
            <a:r>
              <a:t>D:/pasar_fix/node_modules/.bun/date-fns@4.1.0/node_modules/date-fns/fp/getDecade.d.cts</a:t>
            </a:r>
          </a:p>
          <a:p>
            <a:pPr>
              <a:defRPr sz="1200"/>
            </a:pPr>
            <a:r>
              <a:t>D:/pasar_fix/node_modules/.bun/date-fns@4.1.0/node_modules/date-fns/fp/getDecade.d.ts</a:t>
            </a:r>
          </a:p>
          <a:p>
            <a:pPr>
              <a:defRPr sz="1200"/>
            </a:pPr>
            <a:r>
              <a:t>D:/pasar_fix/node_modules/.bun/date-fns@4.1.0/node_modules/date-fns/fp/getDecade.js</a:t>
            </a:r>
          </a:p>
          <a:p>
            <a:pPr>
              <a:defRPr sz="1200"/>
            </a:pPr>
            <a:r>
              <a:t>D:/pasar_fix/node_modules/.bun/date-fns@4.1.0/node_modules/date-fns/fp/getDecadeWithOptions.cjs</a:t>
            </a:r>
          </a:p>
          <a:p>
            <a:pPr>
              <a:defRPr sz="1200"/>
            </a:pPr>
            <a:r>
              <a:t>D:/pasar_fix/node_modules/.bun/date-fns@4.1.0/node_modules/date-fns/fp/getDecadeWithOptions.d.cts</a:t>
            </a:r>
          </a:p>
          <a:p>
            <a:pPr>
              <a:defRPr sz="1200"/>
            </a:pPr>
            <a:r>
              <a:t>D:/pasar_fix/node_modules/.bun/date-fns@4.1.0/node_modules/date-fns/fp/getDecadeWithOptions.d.ts</a:t>
            </a:r>
          </a:p>
          <a:p>
            <a:pPr>
              <a:defRPr sz="1200"/>
            </a:pPr>
            <a:r>
              <a:t>D:/pasar_fix/node_modules/.bun/date-fns@4.1.0/node_modules/date-fns/fp/getDecadeWithOptions.js</a:t>
            </a:r>
          </a:p>
          <a:p>
            <a:pPr>
              <a:defRPr sz="1200"/>
            </a:pPr>
            <a:r>
              <a:t>D:/pasar_fix/node_modules/.bun/date-fns@4.1.0/node_modules/date-fns/fp/getHours.cjs</a:t>
            </a:r>
          </a:p>
          <a:p>
            <a:pPr>
              <a:defRPr sz="1200"/>
            </a:pPr>
            <a:r>
              <a:t>D:/pasar_fix/node_modules/.bun/date-fns@4.1.0/node_modules/date-fns/fp/getHours.d.cts</a:t>
            </a:r>
          </a:p>
          <a:p>
            <a:pPr>
              <a:defRPr sz="1200"/>
            </a:pPr>
            <a:r>
              <a:t>D:/pasar_fix/node_modules/.bun/date-fns@4.1.0/node_modules/date-fns/fp/getHours.d.ts</a:t>
            </a:r>
          </a:p>
          <a:p>
            <a:pPr>
              <a:defRPr sz="1200"/>
            </a:pPr>
            <a:r>
              <a:t>D:/pasar_fix/node_modules/.bun/date-fns@4.1.0/node_modules/date-fns/fp/getHours.js</a:t>
            </a:r>
          </a:p>
          <a:p>
            <a:pPr>
              <a:defRPr sz="1200"/>
            </a:pPr>
            <a:r>
              <a:t>D:/pasar_fix/node_modules/.bun/date-fns@4.1.0/node_modules/date-fns/fp/getHoursWithOptions.cjs</a:t>
            </a:r>
          </a:p>
          <a:p>
            <a:pPr>
              <a:defRPr sz="1200"/>
            </a:pPr>
            <a:r>
              <a:t>D:/pasar_fix/node_modules/.bun/date-fns@4.1.0/node_modules/date-fns/fp/getHoursWithOptions.d.cts</a:t>
            </a:r>
          </a:p>
          <a:p>
            <a:pPr>
              <a:defRPr sz="1200"/>
            </a:pPr>
            <a:r>
              <a:t>D:/pasar_fix/node_modules/.bun/date-fns@4.1.0/node_modules/date-fns/fp/getHoursWithOptions.d.ts</a:t>
            </a:r>
          </a:p>
          <a:p>
            <a:pPr>
              <a:defRPr sz="1200"/>
            </a:pPr>
            <a:r>
              <a:t>D:/pasar_fix/node_modules/.bun/date-fns@4.1.0/node_modules/date-fns/fp/getHoursWithOptions.js</a:t>
            </a:r>
          </a:p>
          <a:p>
            <a:pPr>
              <a:defRPr sz="1200"/>
            </a:pPr>
            <a:r>
              <a:t>D:/pasar_fix/node_modules/.bun/date-fns@4.1.0/node_modules/date-fns/fp/getISODay.cjs</a:t>
            </a:r>
          </a:p>
          <a:p>
            <a:pPr>
              <a:defRPr sz="1200"/>
            </a:pPr>
            <a:r>
              <a:t>D:/pasar_fix/node_modules/.bun/date-fns@4.1.0/node_modules/date-fns/fp/getISODay.d.cts</a:t>
            </a:r>
          </a:p>
          <a:p>
            <a:pPr>
              <a:defRPr sz="1200"/>
            </a:pPr>
            <a:r>
              <a:t>D:/pasar_fix/node_modules/.bun/date-fns@4.1.0/node_modules/date-fns/fp/getISODay.d.ts</a:t>
            </a:r>
          </a:p>
          <a:p>
            <a:pPr>
              <a:defRPr sz="1200"/>
            </a:pPr>
            <a:r>
              <a:t>D:/pasar_fix/node_modules/.bun/date-fns@4.1.0/node_modules/date-fns/fp/getISODay.js</a:t>
            </a:r>
          </a:p>
          <a:p>
            <a:pPr>
              <a:defRPr sz="1200"/>
            </a:pPr>
            <a:r>
              <a:t>D:/pasar_fix/node_modules/.bun/date-fns@4.1.0/node_modules/date-fns/fp/getISODayWithOptions.cjs</a:t>
            </a:r>
          </a:p>
          <a:p>
            <a:pPr>
              <a:defRPr sz="1200"/>
            </a:pPr>
            <a:r>
              <a:t>D:/pasar_fix/node_modules/.bun/date-fns@4.1.0/node_modules/date-fns/fp/getISODayWithOptions.d.cts</a:t>
            </a:r>
          </a:p>
          <a:p>
            <a:pPr>
              <a:defRPr sz="1200"/>
            </a:pPr>
            <a:r>
              <a:t>D:/pasar_fix/node_modules/.bun/date-fns@4.1.0/node_modules/date-fns/fp/getISODayWithOptions.d.ts</a:t>
            </a:r>
          </a:p>
          <a:p>
            <a:pPr>
              <a:defRPr sz="1200"/>
            </a:pPr>
            <a:r>
              <a:t>D:/pasar_fix/node_modules/.bun/date-fns@4.1.0/node_modules/date-fns/fp/getISODayWithOptions.js</a:t>
            </a:r>
          </a:p>
          <a:p>
            <a:pPr>
              <a:defRPr sz="1200"/>
            </a:pPr>
            <a:r>
              <a:t>D:/pasar_fix/node_modules/.bun/date-fns@4.1.0/node_modules/date-fns/fp/getISOWeek.cjs</a:t>
            </a:r>
          </a:p>
          <a:p>
            <a:pPr>
              <a:defRPr sz="1200"/>
            </a:pPr>
            <a:r>
              <a:t>D:/pasar_fix/node_modules/.bun/date-fns@4.1.0/node_modules/date-fns/fp/getISOWeek.d.cts</a:t>
            </a:r>
          </a:p>
          <a:p>
            <a:pPr>
              <a:defRPr sz="1200"/>
            </a:pPr>
            <a:r>
              <a:t>D:/pasar_fix/node_modules/.bun/date-fns@4.1.0/node_modules/date-fns/fp/getISOWeek.d.ts</a:t>
            </a:r>
          </a:p>
          <a:p>
            <a:pPr>
              <a:defRPr sz="1200"/>
            </a:pPr>
            <a:r>
              <a:t>D:/pasar_fix/node_modules/.bun/date-fns@4.1.0/node_modules/date-fns/fp/getISOWeek.js</a:t>
            </a:r>
          </a:p>
          <a:p>
            <a:pPr>
              <a:defRPr sz="1200"/>
            </a:pPr>
            <a:r>
              <a:t>D:/pasar_fix/node_modules/.bun/date-fns@4.1.0/node_modules/date-fns/fp/getISOWeeksInYear.cjs</a:t>
            </a:r>
          </a:p>
          <a:p>
            <a:pPr>
              <a:defRPr sz="1200"/>
            </a:pPr>
            <a:r>
              <a:t>D:/pasar_fix/node_modules/.bun/date-fns@4.1.0/node_modules/date-fns/fp/getISOWeeksInYear.d.cts</a:t>
            </a:r>
          </a:p>
          <a:p>
            <a:pPr>
              <a:defRPr sz="1200"/>
            </a:pPr>
            <a:r>
              <a:t>D:/pasar_fix/node_modules/.bun/date-fns@4.1.0/node_modules/date-fns/fp/getISOWeeksInYear.d.ts</a:t>
            </a:r>
          </a:p>
          <a:p>
            <a:pPr>
              <a:defRPr sz="1200"/>
            </a:pPr>
            <a:r>
              <a:t>D:/pasar_fix/node_modules/.bun/date-fns@4.1.0/node_modules/date-fns/fp/getISOWeeksInYear.js</a:t>
            </a:r>
          </a:p>
          <a:p>
            <a:pPr>
              <a:defRPr sz="1200"/>
            </a:pPr>
            <a:r>
              <a:t>D:/pasar_fix/node_modules/.bun/date-fns@4.1.0/node_modules/date-fns/fp/getISOWeeksInYearWithOptions.cjs</a:t>
            </a:r>
          </a:p>
          <a:p>
            <a:pPr>
              <a:defRPr sz="1200"/>
            </a:pPr>
            <a:r>
              <a:t>D:/pasar_fix/node_modules/.bun/date-fns@4.1.0/node_modules/date-fns/fp/getISOWeeksInYearWithOptions.d.cts</a:t>
            </a:r>
          </a:p>
          <a:p>
            <a:pPr>
              <a:defRPr sz="1200"/>
            </a:pPr>
            <a:r>
              <a:t>D:/pasar_fix/node_modules/.bun/date-fns@4.1.0/node_modules/date-fns/fp/getISOWeeksInYearWithOptions.d.ts</a:t>
            </a:r>
          </a:p>
          <a:p>
            <a:pPr>
              <a:defRPr sz="1200"/>
            </a:pPr>
            <a:r>
              <a:t>D:/pasar_fix/node_modules/.bun/date-fns@4.1.0/node_modules/date-fns/fp/getISOWeeksInYearWithOptions.js</a:t>
            </a:r>
          </a:p>
          <a:p>
            <a:pPr>
              <a:defRPr sz="1200"/>
            </a:pPr>
            <a:r>
              <a:t>D:/pasar_fix/node_modules/.bun/date-fns@4.1.0/node_modules/date-fns/fp/getISOWeekWithOptions.cjs</a:t>
            </a:r>
          </a:p>
          <a:p>
            <a:pPr>
              <a:defRPr sz="1200"/>
            </a:pPr>
            <a:r>
              <a:t>D:/pasar_fix/node_modules/.bun/date-fns@4.1.0/node_modules/date-fns/fp/getISOWeekWithOptions.d.cts</a:t>
            </a:r>
          </a:p>
          <a:p>
            <a:pPr>
              <a:defRPr sz="1200"/>
            </a:pPr>
            <a:r>
              <a:t>D:/pasar_fix/node_modules/.bun/date-fns@4.1.0/node_modules/date-fns/fp/getISOWeekWithOptions.d.ts</a:t>
            </a:r>
          </a:p>
          <a:p>
            <a:pPr>
              <a:defRPr sz="1200"/>
            </a:pPr>
            <a:r>
              <a:t>D:/pasar_fix/node_modules/.bun/date-fns@4.1.0/node_modules/date-fns/fp/getISOWeekWithOptions.js</a:t>
            </a:r>
          </a:p>
          <a:p>
            <a:pPr>
              <a:defRPr sz="1200"/>
            </a:pPr>
            <a:r>
              <a:t>D:/pasar_fix/node_modules/.bun/date-fns@4.1.0/node_modules/date-fns/fp/getISOWeekYear.cjs</a:t>
            </a:r>
          </a:p>
          <a:p>
            <a:pPr>
              <a:defRPr sz="1200"/>
            </a:pPr>
            <a:r>
              <a:t>D:/pasar_fix/node_modules/.bun/date-fns@4.1.0/node_modules/date-fns/fp/getISOWeekYear.d.cts</a:t>
            </a:r>
          </a:p>
          <a:p>
            <a:pPr>
              <a:defRPr sz="1200"/>
            </a:pPr>
            <a:r>
              <a:t>D:/pasar_fix/node_modules/.bun/date-fns@4.1.0/node_modules/date-fns/fp/getISOWeekYear.d.ts</a:t>
            </a:r>
          </a:p>
          <a:p>
            <a:pPr>
              <a:defRPr sz="1200"/>
            </a:pPr>
            <a:r>
              <a:t>D:/pasar_fix/node_modules/.bun/date-fns@4.1.0/node_modules/date-fns/fp/getISOWeekYear.js</a:t>
            </a:r>
          </a:p>
          <a:p>
            <a:pPr>
              <a:defRPr sz="1200"/>
            </a:pPr>
            <a:r>
              <a:t>D:/pasar_fix/node_modules/.bun/date-fns@4.1.0/node_modules/date-fns/fp/getISOWeekYearWithOptions.cjs</a:t>
            </a:r>
          </a:p>
          <a:p>
            <a:pPr>
              <a:defRPr sz="1200"/>
            </a:pPr>
            <a:r>
              <a:t>D:/pasar_fix/node_modules/.bun/date-fns@4.1.0/node_modules/date-fns/fp/getISOWeekYearWithOptions.d.cts</a:t>
            </a:r>
          </a:p>
          <a:p>
            <a:pPr>
              <a:defRPr sz="1200"/>
            </a:pPr>
            <a:r>
              <a:t>D:/pasar_fix/node_modules/.bun/date-fns@4.1.0/node_modules/date-fns/fp/getISOWeekYearWithOptions.d.ts</a:t>
            </a:r>
          </a:p>
          <a:p>
            <a:pPr>
              <a:defRPr sz="1200"/>
            </a:pPr>
            <a:r>
              <a:t>D:/pasar_fix/node_modules/.bun/date-fns@4.1.0/node_modules/date-fns/fp/getISOWeekYearWithOptions.js</a:t>
            </a:r>
          </a:p>
          <a:p>
            <a:pPr>
              <a:defRPr sz="1200"/>
            </a:pPr>
            <a:r>
              <a:t>D:/pasar_fix/node_modules/.bun/date-fns@4.1.0/node_modules/date-fns/fp/getMilliseconds.cjs</a:t>
            </a:r>
          </a:p>
          <a:p>
            <a:pPr>
              <a:defRPr sz="1200"/>
            </a:pPr>
            <a:r>
              <a:t>D:/pasar_fix/node_modules/.bun/date-fns@4.1.0/node_modules/date-fns/fp/getMilliseconds.d.cts</a:t>
            </a:r>
          </a:p>
          <a:p>
            <a:pPr>
              <a:defRPr sz="1200"/>
            </a:pPr>
            <a:r>
              <a:t>D:/pasar_fix/node_modules/.bun/date-fns@4.1.0/node_modules/date-fns/fp/getMilliseconds.d.ts</a:t>
            </a:r>
          </a:p>
          <a:p>
            <a:pPr>
              <a:defRPr sz="1200"/>
            </a:pPr>
            <a:r>
              <a:t>D:/pasar_fix/node_modules/.bun/date-fns@4.1.0/node_modules/date-fns/fp/getMilliseconds.js</a:t>
            </a:r>
          </a:p>
          <a:p>
            <a:pPr>
              <a:defRPr sz="1200"/>
            </a:pPr>
            <a:r>
              <a:t>D:/pasar_fix/node_modules/.bun/date-fns@4.1.0/node_modules/date-fns/fp/getMinutes.cjs</a:t>
            </a:r>
          </a:p>
          <a:p>
            <a:pPr>
              <a:defRPr sz="1200"/>
            </a:pPr>
            <a:r>
              <a:t>D:/pasar_fix/node_modules/.bun/date-fns@4.1.0/node_modules/date-fns/fp/getMinutes.d.cts</a:t>
            </a:r>
          </a:p>
          <a:p>
            <a:pPr>
              <a:defRPr sz="1200"/>
            </a:pPr>
            <a:r>
              <a:t>D:/pasar_fix/node_modules/.bun/date-fns@4.1.0/node_modules/date-fns/fp/getMinutes.d.ts</a:t>
            </a:r>
          </a:p>
          <a:p>
            <a:pPr>
              <a:defRPr sz="1200"/>
            </a:pPr>
            <a:r>
              <a:t>D:/pasar_fix/node_modules/.bun/date-fns@4.1.0/node_modules/date-fns/fp/getMinutes.js</a:t>
            </a:r>
          </a:p>
          <a:p>
            <a:pPr>
              <a:defRPr sz="1200"/>
            </a:pPr>
            <a:r>
              <a:t>D:/pasar_fix/node_modules/.bun/date-fns@4.1.0/node_modules/date-fns/fp/getMinutesWithOptions.cjs</a:t>
            </a:r>
          </a:p>
          <a:p>
            <a:pPr>
              <a:defRPr sz="1200"/>
            </a:pPr>
            <a:r>
              <a:t>D:/pasar_fix/node_modules/.bun/date-fns@4.1.0/node_modules/date-fns/fp/getMinutesWithOptions.d.cts</a:t>
            </a:r>
          </a:p>
          <a:p>
            <a:pPr>
              <a:defRPr sz="1200"/>
            </a:pPr>
            <a:r>
              <a:t>D:/pasar_fix/node_modules/.bun/date-fns@4.1.0/node_modules/date-fns/fp/getMinutesWithOptions.d.ts</a:t>
            </a:r>
          </a:p>
          <a:p>
            <a:pPr>
              <a:defRPr sz="1200"/>
            </a:pPr>
            <a:r>
              <a:t>D:/pasar_fix/node_modules/.bun/date-fns@4.1.0/node_modules/date-fns/fp/getMinutesWithOptions.js</a:t>
            </a:r>
          </a:p>
          <a:p>
            <a:pPr>
              <a:defRPr sz="1200"/>
            </a:pPr>
            <a:r>
              <a:t>D:/pasar_fix/node_modules/.bun/date-fns@4.1.0/node_modules/date-fns/fp/getMonth.cjs</a:t>
            </a:r>
          </a:p>
          <a:p>
            <a:pPr>
              <a:defRPr sz="1200"/>
            </a:pPr>
            <a:r>
              <a:t>D:/pasar_fix/node_modules/.bun/date-fns@4.1.0/node_modules/date-fns/fp/getMonth.d.cts</a:t>
            </a:r>
          </a:p>
          <a:p>
            <a:pPr>
              <a:defRPr sz="1200"/>
            </a:pPr>
            <a:r>
              <a:t>D:/pasar_fix/node_modules/.bun/date-fns@4.1.0/node_modules/date-fns/fp/getMonth.d.ts</a:t>
            </a:r>
          </a:p>
          <a:p>
            <a:pPr>
              <a:defRPr sz="1200"/>
            </a:pPr>
            <a:r>
              <a:t>D:/pasar_fix/node_modules/.bun/date-fns@4.1.0/node_modules/date-fns/fp/getMonth.js</a:t>
            </a:r>
          </a:p>
          <a:p>
            <a:pPr>
              <a:defRPr sz="1200"/>
            </a:pPr>
            <a:r>
              <a:t>D:/pasar_fix/node_modules/.bun/date-fns@4.1.0/node_modules/date-fns/fp/getMonthWithOptions.cjs</a:t>
            </a:r>
          </a:p>
          <a:p>
            <a:pPr>
              <a:defRPr sz="1200"/>
            </a:pPr>
            <a:r>
              <a:t>D:/pasar_fix/node_modules/.bun/date-fns@4.1.0/node_modules/date-fns/fp/getMonthWithOptions.d.cts</a:t>
            </a:r>
          </a:p>
          <a:p>
            <a:pPr>
              <a:defRPr sz="1200"/>
            </a:pPr>
            <a:r>
              <a:t>D:/pasar_fix/node_modules/.bun/date-fns@4.1.0/node_modules/date-fns/fp/getMonthWithOptions.d.ts</a:t>
            </a:r>
          </a:p>
          <a:p>
            <a:pPr>
              <a:defRPr sz="1200"/>
            </a:pPr>
            <a:r>
              <a:t>D:/pasar_fix/node_modules/.bun/date-fns@4.1.0/node_modules/date-fns/fp/getMonthWithOptions.js</a:t>
            </a:r>
          </a:p>
          <a:p>
            <a:pPr>
              <a:defRPr sz="1200"/>
            </a:pPr>
            <a:r>
              <a:t>D:/pasar_fix/node_modules/.bun/date-fns@4.1.0/node_modules/date-fns/fp/getOverlappingDaysInIntervals.cjs</a:t>
            </a:r>
          </a:p>
          <a:p>
            <a:pPr>
              <a:defRPr sz="1200"/>
            </a:pPr>
            <a:r>
              <a:t>D:/pasar_fix/node_modules/.bun/date-fns@4.1.0/node_modules/date-fns/fp/getOverlappingDaysInIntervals.d.cts</a:t>
            </a:r>
          </a:p>
          <a:p>
            <a:pPr>
              <a:defRPr sz="1200"/>
            </a:pPr>
            <a:r>
              <a:t>D:/pasar_fix/node_modules/.bun/date-fns@4.1.0/node_modules/date-fns/fp/getOverlappingDaysInIntervals.d.ts</a:t>
            </a:r>
          </a:p>
          <a:p>
            <a:pPr>
              <a:defRPr sz="1200"/>
            </a:pPr>
            <a:r>
              <a:t>D:/pasar_fix/node_modules/.bun/date-fns@4.1.0/node_modules/date-fns/fp/getOverlappingDaysInIntervals.js</a:t>
            </a:r>
          </a:p>
          <a:p>
            <a:pPr>
              <a:defRPr sz="1200"/>
            </a:pPr>
            <a:r>
              <a:t>D:/pasar_fix/node_modules/.bun/date-fns@4.1.0/node_modules/date-fns/fp/getQuarter.cjs</a:t>
            </a:r>
          </a:p>
          <a:p>
            <a:pPr>
              <a:defRPr sz="1200"/>
            </a:pPr>
            <a:r>
              <a:t>D:/pasar_fix/node_modules/.bun/date-fns@4.1.0/node_modules/date-fns/fp/getQuarter.d.cts</a:t>
            </a:r>
          </a:p>
          <a:p>
            <a:pPr>
              <a:defRPr sz="1200"/>
            </a:pPr>
            <a:r>
              <a:t>D:/pasar_fix/node_modules/.bun/date-fns@4.1.0/node_modules/date-fns/fp/getQuarter.d.ts</a:t>
            </a:r>
          </a:p>
          <a:p>
            <a:pPr>
              <a:defRPr sz="1200"/>
            </a:pPr>
            <a:r>
              <a:t>D:/pasar_fix/node_modules/.bun/date-fns@4.1.0/node_modules/date-fns/fp/getQuarter.js</a:t>
            </a:r>
          </a:p>
          <a:p>
            <a:pPr>
              <a:defRPr sz="1200"/>
            </a:pPr>
            <a:r>
              <a:t>D:/pasar_fix/node_modules/.bun/date-fns@4.1.0/node_modules/date-fns/fp/getQuarterWithOptions.cjs</a:t>
            </a:r>
          </a:p>
          <a:p>
            <a:pPr>
              <a:defRPr sz="1200"/>
            </a:pPr>
            <a:r>
              <a:t>D:/pasar_fix/node_modules/.bun/date-fns@4.1.0/node_modules/date-fns/fp/getQuarterWithOptions.d.cts</a:t>
            </a:r>
          </a:p>
          <a:p>
            <a:pPr>
              <a:defRPr sz="1200"/>
            </a:pPr>
            <a:r>
              <a:t>D:/pasar_fix/node_modules/.bun/date-fns@4.1.0/node_modules/date-fns/fp/getQuarterWithOptions.d.ts</a:t>
            </a:r>
          </a:p>
          <a:p>
            <a:pPr>
              <a:defRPr sz="1200"/>
            </a:pPr>
            <a:r>
              <a:t>D:/pasar_fix/node_modules/.bun/date-fns@4.1.0/node_modules/date-fns/fp/getQuarterWithOptions.js</a:t>
            </a:r>
          </a:p>
          <a:p>
            <a:pPr>
              <a:defRPr sz="1200"/>
            </a:pPr>
            <a:r>
              <a:t>D:/pasar_fix/node_modules/.bun/date-fns@4.1.0/node_modules/date-fns/fp/getSeconds.cjs</a:t>
            </a:r>
          </a:p>
          <a:p>
            <a:pPr>
              <a:defRPr sz="1200"/>
            </a:pPr>
            <a:r>
              <a:t>D:/pasar_fix/node_modules/.bun/date-fns@4.1.0/node_modules/date-fns/fp/getSeconds.d.cts</a:t>
            </a:r>
          </a:p>
          <a:p>
            <a:pPr>
              <a:defRPr sz="1200"/>
            </a:pPr>
            <a:r>
              <a:t>D:/pasar_fix/node_modules/.bun/date-fns@4.1.0/node_modules/date-fns/fp/getSeconds.d.ts</a:t>
            </a:r>
          </a:p>
          <a:p>
            <a:pPr>
              <a:defRPr sz="1200"/>
            </a:pPr>
            <a:r>
              <a:t>D:/pasar_fix/node_modules/.bun/date-fns@4.1.0/node_modules/date-fns/fp/getSeconds.js</a:t>
            </a:r>
          </a:p>
          <a:p>
            <a:pPr>
              <a:defRPr sz="1200"/>
            </a:pPr>
            <a:r>
              <a:t>D:/pasar_fix/node_modules/.bun/date-fns@4.1.0/node_modules/date-fns/fp/getTime.cjs</a:t>
            </a:r>
          </a:p>
          <a:p>
            <a:pPr>
              <a:defRPr sz="1200"/>
            </a:pPr>
            <a:r>
              <a:t>D:/pasar_fix/node_modules/.bun/date-fns@4.1.0/node_modules/date-fns/fp/getTime.d.cts</a:t>
            </a:r>
          </a:p>
          <a:p>
            <a:pPr>
              <a:defRPr sz="1200"/>
            </a:pPr>
            <a:r>
              <a:t>D:/pasar_fix/node_modules/.bun/date-fns@4.1.0/node_modules/date-fns/fp/getTime.d.ts</a:t>
            </a:r>
          </a:p>
          <a:p>
            <a:pPr>
              <a:defRPr sz="1200"/>
            </a:pPr>
            <a:r>
              <a:t>D:/pasar_fix/node_modules/.bun/date-fns@4.1.0/node_modules/date-fns/fp/getTime.js</a:t>
            </a:r>
          </a:p>
          <a:p>
            <a:pPr>
              <a:defRPr sz="1200"/>
            </a:pPr>
            <a:r>
              <a:t>D:/pasar_fix/node_modules/.bun/date-fns@4.1.0/node_modules/date-fns/fp/getUnixTime.cjs</a:t>
            </a:r>
          </a:p>
          <a:p>
            <a:pPr>
              <a:defRPr sz="1200"/>
            </a:pPr>
            <a:r>
              <a:t>D:/pasar_fix/node_modules/.bun/date-fns@4.1.0/node_modules/date-fns/fp/getUnixTime.d.cts</a:t>
            </a:r>
          </a:p>
          <a:p>
            <a:pPr>
              <a:defRPr sz="1200"/>
            </a:pPr>
            <a:r>
              <a:t>D:/pasar_fix/node_modules/.bun/date-fns@4.1.0/node_modules/date-fns/fp/getUnixTime.d.ts</a:t>
            </a:r>
          </a:p>
          <a:p>
            <a:pPr>
              <a:defRPr sz="1200"/>
            </a:pPr>
            <a:r>
              <a:t>D:/pasar_fix/node_modules/.bun/date-fns@4.1.0/node_modules/date-fns/fp/getUnixTime.js</a:t>
            </a:r>
          </a:p>
          <a:p>
            <a:pPr>
              <a:defRPr sz="1200"/>
            </a:pPr>
            <a:r>
              <a:t>D:/pasar_fix/node_modules/.bun/date-fns@4.1.0/node_modules/date-fns/fp/getWeek.cjs</a:t>
            </a:r>
          </a:p>
          <a:p>
            <a:pPr>
              <a:defRPr sz="1200"/>
            </a:pPr>
            <a:r>
              <a:t>D:/pasar_fix/node_modules/.bun/date-fns@4.1.0/node_modules/date-fns/fp/getWeek.d.cts</a:t>
            </a:r>
          </a:p>
          <a:p>
            <a:pPr>
              <a:defRPr sz="1200"/>
            </a:pPr>
            <a:r>
              <a:t>D:/pasar_fix/node_modules/.bun/date-fns@4.1.0/node_modules/date-fns/fp/getWeek.d.ts</a:t>
            </a:r>
          </a:p>
          <a:p>
            <a:pPr>
              <a:defRPr sz="1200"/>
            </a:pPr>
            <a:r>
              <a:t>D:/pasar_fix/node_modules/.bun/date-fns@4.1.0/node_modules/date-fns/fp/getWeek.js</a:t>
            </a:r>
          </a:p>
          <a:p>
            <a:pPr>
              <a:defRPr sz="1200"/>
            </a:pPr>
            <a:r>
              <a:t>D:/pasar_fix/node_modules/.bun/date-fns@4.1.0/node_modules/date-fns/fp/getWeekOfMonth.cjs</a:t>
            </a:r>
          </a:p>
          <a:p>
            <a:pPr>
              <a:defRPr sz="1200"/>
            </a:pPr>
            <a:r>
              <a:t>D:/pasar_fix/node_modules/.bun/date-fns@4.1.0/node_modules/date-fns/fp/getWeekOfMonth.d.cts</a:t>
            </a:r>
          </a:p>
          <a:p>
            <a:pPr>
              <a:defRPr sz="1200"/>
            </a:pPr>
            <a:r>
              <a:t>D:/pasar_fix/node_modules/.bun/date-fns@4.1.0/node_modules/date-fns/fp/getWeekOfMonth.d.ts</a:t>
            </a:r>
          </a:p>
          <a:p>
            <a:pPr>
              <a:defRPr sz="1200"/>
            </a:pPr>
            <a:r>
              <a:t>D:/pasar_fix/node_modules/.bun/date-fns@4.1.0/node_modules/date-fns/fp/getWeekOfMonth.js</a:t>
            </a:r>
          </a:p>
          <a:p>
            <a:pPr>
              <a:defRPr sz="1200"/>
            </a:pPr>
            <a:r>
              <a:t>D:/pasar_fix/node_modules/.bun/date-fns@4.1.0/node_modules/date-fns/fp/getWeekOfMonthWithOptions.cjs</a:t>
            </a:r>
          </a:p>
          <a:p>
            <a:pPr>
              <a:defRPr sz="1200"/>
            </a:pPr>
            <a:r>
              <a:t>D:/pasar_fix/node_modules/.bun/date-fns@4.1.0/node_modules/date-fns/fp/getWeekOfMonthWithOptions.d.cts</a:t>
            </a:r>
          </a:p>
          <a:p>
            <a:pPr>
              <a:defRPr sz="1200"/>
            </a:pPr>
            <a:r>
              <a:t>D:/pasar_fix/node_modules/.bun/date-fns@4.1.0/node_modules/date-fns/fp/getWeekOfMonthWithOptions.d.ts</a:t>
            </a:r>
          </a:p>
          <a:p>
            <a:pPr>
              <a:defRPr sz="1200"/>
            </a:pPr>
            <a:r>
              <a:t>D:/pasar_fix/node_modules/.bun/date-fns@4.1.0/node_modules/date-fns/fp/getWeekOfMonthWithOptions.js</a:t>
            </a:r>
          </a:p>
          <a:p>
            <a:pPr>
              <a:defRPr sz="1200"/>
            </a:pPr>
            <a:r>
              <a:t>D:/pasar_fix/node_modules/.bun/date-fns@4.1.0/node_modules/date-fns/fp/getWeeksInMonth.cjs</a:t>
            </a:r>
          </a:p>
          <a:p>
            <a:pPr>
              <a:defRPr sz="1200"/>
            </a:pPr>
            <a:r>
              <a:t>D:/pasar_fix/node_modules/.bun/date-fns@4.1.0/node_modules/date-fns/fp/getWeeksInMonth.d.cts</a:t>
            </a:r>
          </a:p>
          <a:p>
            <a:pPr>
              <a:defRPr sz="1200"/>
            </a:pPr>
            <a:r>
              <a:t>D:/pasar_fix/node_modules/.bun/date-fns@4.1.0/node_modules/date-fns/fp/getWeeksInMonth.d.ts</a:t>
            </a:r>
          </a:p>
          <a:p>
            <a:pPr>
              <a:defRPr sz="1200"/>
            </a:pPr>
            <a:r>
              <a:t>D:/pasar_fix/node_modules/.bun/date-fns@4.1.0/node_modules/date-fns/fp/getWeeksInMonth.js</a:t>
            </a:r>
          </a:p>
          <a:p>
            <a:pPr>
              <a:defRPr sz="1200"/>
            </a:pPr>
            <a:r>
              <a:t>D:/pasar_fix/node_modules/.bun/date-fns@4.1.0/node_modules/date-fns/fp/getWeeksInMonthWithOptions.cjs</a:t>
            </a:r>
          </a:p>
          <a:p>
            <a:pPr>
              <a:defRPr sz="1200"/>
            </a:pPr>
            <a:r>
              <a:t>D:/pasar_fix/node_modules/.bun/date-fns@4.1.0/node_modules/date-fns/fp/getWeeksInMonthWithOptions.d.cts</a:t>
            </a:r>
          </a:p>
          <a:p>
            <a:pPr>
              <a:defRPr sz="1200"/>
            </a:pPr>
            <a:r>
              <a:t>D:/pasar_fix/node_modules/.bun/date-fns@4.1.0/node_modules/date-fns/fp/getWeeksInMonthWithOptions.d.ts</a:t>
            </a:r>
          </a:p>
          <a:p>
            <a:pPr>
              <a:defRPr sz="1200"/>
            </a:pPr>
            <a:r>
              <a:t>D:/pasar_fix/node_modules/.bun/date-fns@4.1.0/node_modules/date-fns/fp/getWeeksInMonthWithOptions.js</a:t>
            </a:r>
          </a:p>
          <a:p>
            <a:pPr>
              <a:defRPr sz="1200"/>
            </a:pPr>
            <a:r>
              <a:t>D:/pasar_fix/node_modules/.bun/date-fns@4.1.0/node_modules/date-fns/fp/getWeekWithOptions.cjs</a:t>
            </a:r>
          </a:p>
          <a:p>
            <a:pPr>
              <a:defRPr sz="1200"/>
            </a:pPr>
            <a:r>
              <a:t>D:/pasar_fix/node_modules/.bun/date-fns@4.1.0/node_modules/date-fns/fp/getWeekWithOptions.d.cts</a:t>
            </a:r>
          </a:p>
          <a:p>
            <a:pPr>
              <a:defRPr sz="1200"/>
            </a:pPr>
            <a:r>
              <a:t>D:/pasar_fix/node_modules/.bun/date-fns@4.1.0/node_modules/date-fns/fp/getWeekWithOptions.d.ts</a:t>
            </a:r>
          </a:p>
          <a:p>
            <a:pPr>
              <a:defRPr sz="1200"/>
            </a:pPr>
            <a:r>
              <a:t>D:/pasar_fix/node_modules/.bun/date-fns@4.1.0/node_modules/date-fns/fp/getWeekWithOptions.js</a:t>
            </a:r>
          </a:p>
          <a:p>
            <a:pPr>
              <a:defRPr sz="1200"/>
            </a:pPr>
            <a:r>
              <a:t>D:/pasar_fix/node_modules/.bun/date-fns@4.1.0/node_modules/date-fns/fp/getWeekYear.cjs</a:t>
            </a:r>
          </a:p>
          <a:p>
            <a:pPr>
              <a:defRPr sz="1200"/>
            </a:pPr>
            <a:r>
              <a:t>D:/pasar_fix/node_modules/.bun/date-fns@4.1.0/node_modules/date-fns/fp/getWeekYear.d.cts</a:t>
            </a:r>
          </a:p>
          <a:p>
            <a:pPr>
              <a:defRPr sz="1200"/>
            </a:pPr>
            <a:r>
              <a:t>D:/pasar_fix/node_modules/.bun/date-fns@4.1.0/node_modules/date-fns/fp/getWeekYear.d.ts</a:t>
            </a:r>
          </a:p>
          <a:p>
            <a:pPr>
              <a:defRPr sz="1200"/>
            </a:pPr>
            <a:r>
              <a:t>D:/pasar_fix/node_modules/.bun/date-fns@4.1.0/node_modules/date-fns/fp/getWeekYear.js</a:t>
            </a:r>
          </a:p>
          <a:p>
            <a:pPr>
              <a:defRPr sz="1200"/>
            </a:pPr>
            <a:r>
              <a:t>D:/pasar_fix/node_modules/.bun/date-fns@4.1.0/node_modules/date-fns/fp/getWeekYearWithOptions.cjs</a:t>
            </a:r>
          </a:p>
          <a:p>
            <a:pPr>
              <a:defRPr sz="1200"/>
            </a:pPr>
            <a:r>
              <a:t>D:/pasar_fix/node_modules/.bun/date-fns@4.1.0/node_modules/date-fns/fp/getWeekYearWithOptions.d.cts</a:t>
            </a:r>
          </a:p>
          <a:p>
            <a:pPr>
              <a:defRPr sz="1200"/>
            </a:pPr>
            <a:r>
              <a:t>D:/pasar_fix/node_modules/.bun/date-fns@4.1.0/node_modules/date-fns/fp/getWeekYearWithOptions.d.ts</a:t>
            </a:r>
          </a:p>
          <a:p>
            <a:pPr>
              <a:defRPr sz="1200"/>
            </a:pPr>
            <a:r>
              <a:t>D:/pasar_fix/node_modules/.bun/date-fns@4.1.0/node_modules/date-fns/fp/getWeekYearWithOptions.js</a:t>
            </a:r>
          </a:p>
          <a:p>
            <a:pPr>
              <a:defRPr sz="1200"/>
            </a:pPr>
            <a:r>
              <a:t>D:/pasar_fix/node_modules/.bun/date-fns@4.1.0/node_modules/date-fns/fp/getYear.cjs</a:t>
            </a:r>
          </a:p>
          <a:p>
            <a:pPr>
              <a:defRPr sz="1200"/>
            </a:pPr>
            <a:r>
              <a:t>D:/pasar_fix/node_modules/.bun/date-fns@4.1.0/node_modules/date-fns/fp/getYear.d.cts</a:t>
            </a:r>
          </a:p>
          <a:p>
            <a:pPr>
              <a:defRPr sz="1200"/>
            </a:pPr>
            <a:r>
              <a:t>D:/pasar_fix/node_modules/.bun/date-fns@4.1.0/node_modules/date-fns/fp/getYear.d.ts</a:t>
            </a:r>
          </a:p>
          <a:p>
            <a:pPr>
              <a:defRPr sz="1200"/>
            </a:pPr>
            <a:r>
              <a:t>D:/pasar_fix/node_modules/.bun/date-fns@4.1.0/node_modules/date-fns/fp/getYear.js</a:t>
            </a:r>
          </a:p>
          <a:p>
            <a:pPr>
              <a:defRPr sz="1200"/>
            </a:pPr>
            <a:r>
              <a:t>D:/pasar_fix/node_modules/.bun/date-fns@4.1.0/node_modules/date-fns/fp/getYearWithOptions.cjs</a:t>
            </a:r>
          </a:p>
          <a:p>
            <a:pPr>
              <a:defRPr sz="1200"/>
            </a:pPr>
            <a:r>
              <a:t>D:/pasar_fix/node_modules/.bun/date-fns@4.1.0/node_modules/date-fns/fp/getYearWithOptions.d.cts</a:t>
            </a:r>
          </a:p>
          <a:p>
            <a:pPr>
              <a:defRPr sz="1200"/>
            </a:pPr>
            <a:r>
              <a:t>D:/pasar_fix/node_modules/.bun/date-fns@4.1.0/node_modules/date-fns/fp/getYearWithOptions.d.ts</a:t>
            </a:r>
          </a:p>
          <a:p>
            <a:pPr>
              <a:defRPr sz="1200"/>
            </a:pPr>
            <a:r>
              <a:t>D:/pasar_fix/node_modules/.bun/date-fns@4.1.0/node_modules/date-fns/fp/getYearWithOptions.js</a:t>
            </a:r>
          </a:p>
          <a:p>
            <a:pPr>
              <a:defRPr sz="1200"/>
            </a:pPr>
            <a:r>
              <a:t>D:/pasar_fix/node_modules/.bun/date-fns@4.1.0/node_modules/date-fns/fp/hoursToMilliseconds.cjs</a:t>
            </a:r>
          </a:p>
          <a:p>
            <a:pPr>
              <a:defRPr sz="1200"/>
            </a:pPr>
            <a:r>
              <a:t>D:/pasar_fix/node_modules/.bun/date-fns@4.1.0/node_modules/date-fns/fp/hoursToMilliseconds.d.cts</a:t>
            </a:r>
          </a:p>
          <a:p>
            <a:pPr>
              <a:defRPr sz="1200"/>
            </a:pPr>
            <a:r>
              <a:t>D:/pasar_fix/node_modules/.bun/date-fns@4.1.0/node_modules/date-fns/fp/hoursToMilliseconds.d.ts</a:t>
            </a:r>
          </a:p>
          <a:p>
            <a:pPr>
              <a:defRPr sz="1200"/>
            </a:pPr>
            <a:r>
              <a:t>D:/pasar_fix/node_modules/.bun/date-fns@4.1.0/node_modules/date-fns/fp/hoursToMilliseconds.js</a:t>
            </a:r>
          </a:p>
          <a:p>
            <a:pPr>
              <a:defRPr sz="1200"/>
            </a:pPr>
            <a:r>
              <a:t>D:/pasar_fix/node_modules/.bun/date-fns@4.1.0/node_modules/date-fns/fp/hoursToMinutes.cjs</a:t>
            </a:r>
          </a:p>
          <a:p>
            <a:pPr>
              <a:defRPr sz="1200"/>
            </a:pPr>
            <a:r>
              <a:t>D:/pasar_fix/node_modules/.bun/date-fns@4.1.0/node_modules/date-fns/fp/hoursToMinutes.d.cts</a:t>
            </a:r>
          </a:p>
          <a:p>
            <a:pPr>
              <a:defRPr sz="1200"/>
            </a:pPr>
            <a:r>
              <a:t>D:/pasar_fix/node_modules/.bun/date-fns@4.1.0/node_modules/date-fns/fp/hoursToMinutes.d.ts</a:t>
            </a:r>
          </a:p>
          <a:p>
            <a:pPr>
              <a:defRPr sz="1200"/>
            </a:pPr>
            <a:r>
              <a:t>D:/pasar_fix/node_modules/.bun/date-fns@4.1.0/node_modules/date-fns/fp/hoursToMinutes.js</a:t>
            </a:r>
          </a:p>
          <a:p>
            <a:pPr>
              <a:defRPr sz="1200"/>
            </a:pPr>
            <a:r>
              <a:t>D:/pasar_fix/node_modules/.bun/date-fns@4.1.0/node_modules/date-fns/fp/hoursToSeconds.cjs</a:t>
            </a:r>
          </a:p>
          <a:p>
            <a:pPr>
              <a:defRPr sz="1200"/>
            </a:pPr>
            <a:r>
              <a:t>D:/pasar_fix/node_modules/.bun/date-fns@4.1.0/node_modules/date-fns/fp/hoursToSeconds.d.cts</a:t>
            </a:r>
          </a:p>
          <a:p>
            <a:pPr>
              <a:defRPr sz="1200"/>
            </a:pPr>
            <a:r>
              <a:t>D:/pasar_fix/node_modules/.bun/date-fns@4.1.0/node_modules/date-fns/fp/hoursToSeconds.d.ts</a:t>
            </a:r>
          </a:p>
          <a:p>
            <a:pPr>
              <a:defRPr sz="1200"/>
            </a:pPr>
            <a:r>
              <a:t>D:/pasar_fix/node_modules/.bun/date-fns@4.1.0/node_modules/date-fns/fp/hoursToSeconds.js</a:t>
            </a:r>
          </a:p>
          <a:p>
            <a:pPr>
              <a:defRPr sz="1200"/>
            </a:pPr>
            <a:r>
              <a:t>D:/pasar_fix/node_modules/.bun/date-fns@4.1.0/node_modules/date-fns/fp/interval.cjs</a:t>
            </a:r>
          </a:p>
          <a:p>
            <a:pPr>
              <a:defRPr sz="1200"/>
            </a:pPr>
            <a:r>
              <a:t>D:/pasar_fix/node_modules/.bun/date-fns@4.1.0/node_modules/date-fns/fp/interval.d.cts</a:t>
            </a:r>
          </a:p>
          <a:p>
            <a:pPr>
              <a:defRPr sz="1200"/>
            </a:pPr>
            <a:r>
              <a:t>D:/pasar_fix/node_modules/.bun/date-fns@4.1.0/node_modules/date-fns/fp/interval.d.ts</a:t>
            </a:r>
          </a:p>
          <a:p>
            <a:pPr>
              <a:defRPr sz="1200"/>
            </a:pPr>
            <a:r>
              <a:t>D:/pasar_fix/node_modules/.bun/date-fns@4.1.0/node_modules/date-fns/fp/interval.js</a:t>
            </a:r>
          </a:p>
          <a:p>
            <a:pPr>
              <a:defRPr sz="1200"/>
            </a:pPr>
            <a:r>
              <a:t>D:/pasar_fix/node_modules/.bun/date-fns@4.1.0/node_modules/date-fns/fp/intervalToDuration.cjs</a:t>
            </a:r>
          </a:p>
          <a:p>
            <a:pPr>
              <a:defRPr sz="1200"/>
            </a:pPr>
            <a:r>
              <a:t>D:/pasar_fix/node_modules/.bun/date-fns@4.1.0/node_modules/date-fns/fp/intervalToDuration.d.cts</a:t>
            </a:r>
          </a:p>
          <a:p>
            <a:pPr>
              <a:defRPr sz="1200"/>
            </a:pPr>
            <a:r>
              <a:t>D:/pasar_fix/node_modules/.bun/date-fns@4.1.0/node_modules/date-fns/fp/intervalToDuration.d.ts</a:t>
            </a:r>
          </a:p>
          <a:p>
            <a:pPr>
              <a:defRPr sz="1200"/>
            </a:pPr>
            <a:r>
              <a:t>D:/pasar_fix/node_modules/.bun/date-fns@4.1.0/node_modules/date-fns/fp/intervalToDuration.js</a:t>
            </a:r>
          </a:p>
          <a:p>
            <a:pPr>
              <a:defRPr sz="1200"/>
            </a:pPr>
            <a:r>
              <a:t>D:/pasar_fix/node_modules/.bun/date-fns@4.1.0/node_modules/date-fns/fp/intervalToDurationWithOptions.cjs</a:t>
            </a:r>
          </a:p>
          <a:p>
            <a:pPr>
              <a:defRPr sz="1200"/>
            </a:pPr>
            <a:r>
              <a:t>D:/pasar_fix/node_modules/.bun/date-fns@4.1.0/node_modules/date-fns/fp/intervalToDurationWithOptions.d.cts</a:t>
            </a:r>
          </a:p>
          <a:p>
            <a:pPr>
              <a:defRPr sz="1200"/>
            </a:pPr>
            <a:r>
              <a:t>D:/pasar_fix/node_modules/.bun/date-fns@4.1.0/node_modules/date-fns/fp/intervalToDurationWithOptions.d.ts</a:t>
            </a:r>
          </a:p>
          <a:p>
            <a:pPr>
              <a:defRPr sz="1200"/>
            </a:pPr>
            <a:r>
              <a:t>D:/pasar_fix/node_modules/.bun/date-fns@4.1.0/node_modules/date-fns/fp/intervalToDurationWithOptions.js</a:t>
            </a:r>
          </a:p>
          <a:p>
            <a:pPr>
              <a:defRPr sz="1200"/>
            </a:pPr>
            <a:r>
              <a:t>D:/pasar_fix/node_modules/.bun/date-fns@4.1.0/node_modules/date-fns/fp/intervalWithOptions.cjs</a:t>
            </a:r>
          </a:p>
          <a:p>
            <a:pPr>
              <a:defRPr sz="1200"/>
            </a:pPr>
            <a:r>
              <a:t>D:/pasar_fix/node_modules/.bun/date-fns@4.1.0/node_modules/date-fns/fp/intervalWithOptions.d.cts</a:t>
            </a:r>
          </a:p>
          <a:p>
            <a:pPr>
              <a:defRPr sz="1200"/>
            </a:pPr>
            <a:r>
              <a:t>D:/pasar_fix/node_modules/.bun/date-fns@4.1.0/node_modules/date-fns/fp/intervalWithOptions.d.ts</a:t>
            </a:r>
          </a:p>
          <a:p>
            <a:pPr>
              <a:defRPr sz="1200"/>
            </a:pPr>
            <a:r>
              <a:t>D:/pasar_fix/node_modules/.bun/date-fns@4.1.0/node_modules/date-fns/fp/intervalWithOptions.js</a:t>
            </a:r>
          </a:p>
          <a:p>
            <a:pPr>
              <a:defRPr sz="1200"/>
            </a:pPr>
            <a:r>
              <a:t>D:/pasar_fix/node_modules/.bun/date-fns@4.1.0/node_modules/date-fns/fp/intlFormat.cjs</a:t>
            </a:r>
          </a:p>
          <a:p>
            <a:pPr>
              <a:defRPr sz="1200"/>
            </a:pPr>
            <a:r>
              <a:t>D:/pasar_fix/node_modules/.bun/date-fns@4.1.0/node_modules/date-fns/fp/intlFormat.d.cts</a:t>
            </a:r>
          </a:p>
          <a:p>
            <a:pPr>
              <a:defRPr sz="1200"/>
            </a:pPr>
            <a:r>
              <a:t>D:/pasar_fix/node_modules/.bun/date-fns@4.1.0/node_modules/date-fns/fp/intlFormat.d.ts</a:t>
            </a:r>
          </a:p>
          <a:p>
            <a:pPr>
              <a:defRPr sz="1200"/>
            </a:pPr>
            <a:r>
              <a:t>D:/pasar_fix/node_modules/.bun/date-fns@4.1.0/node_modules/date-fns/fp/intlFormat.js</a:t>
            </a:r>
          </a:p>
          <a:p>
            <a:pPr>
              <a:defRPr sz="1200"/>
            </a:pPr>
            <a:r>
              <a:t>D:/pasar_fix/node_modules/.bun/date-fns@4.1.0/node_modules/date-fns/fp/intlFormatDistance.cjs</a:t>
            </a:r>
          </a:p>
          <a:p>
            <a:pPr>
              <a:defRPr sz="1200"/>
            </a:pPr>
            <a:r>
              <a:t>D:/pasar_fix/node_modules/.bun/date-fns@4.1.0/node_modules/date-fns/fp/intlFormatDistance.d.cts</a:t>
            </a:r>
          </a:p>
          <a:p>
            <a:pPr>
              <a:defRPr sz="1200"/>
            </a:pPr>
            <a:r>
              <a:t>D:/pasar_fix/node_modules/.bun/date-fns@4.1.0/node_modules/date-fns/fp/intlFormatDistance.d.ts</a:t>
            </a:r>
          </a:p>
          <a:p>
            <a:pPr>
              <a:defRPr sz="1200"/>
            </a:pPr>
            <a:r>
              <a:t>D:/pasar_fix/node_modules/.bun/date-fns@4.1.0/node_modules/date-fns/fp/intlFormatDistance.js</a:t>
            </a:r>
          </a:p>
          <a:p>
            <a:pPr>
              <a:defRPr sz="1200"/>
            </a:pPr>
            <a:r>
              <a:t>D:/pasar_fix/node_modules/.bun/date-fns@4.1.0/node_modules/date-fns/fp/intlFormatDistanceWithOptions.cjs</a:t>
            </a:r>
          </a:p>
          <a:p>
            <a:pPr>
              <a:defRPr sz="1200"/>
            </a:pPr>
            <a:r>
              <a:t>D:/pasar_fix/node_modules/.bun/date-fns@4.1.0/node_modules/date-fns/fp/intlFormatDistanceWithOptions.d.cts</a:t>
            </a:r>
          </a:p>
          <a:p>
            <a:pPr>
              <a:defRPr sz="1200"/>
            </a:pPr>
            <a:r>
              <a:t>D:/pasar_fix/node_modules/.bun/date-fns@4.1.0/node_modules/date-fns/fp/intlFormatDistanceWithOptions.d.ts</a:t>
            </a:r>
          </a:p>
          <a:p>
            <a:pPr>
              <a:defRPr sz="1200"/>
            </a:pPr>
            <a:r>
              <a:t>D:/pasar_fix/node_modules/.bun/date-fns@4.1.0/node_modules/date-fns/fp/intlFormatDistanceWithOptions.js</a:t>
            </a:r>
          </a:p>
          <a:p>
            <a:pPr>
              <a:defRPr sz="1200"/>
            </a:pPr>
            <a:r>
              <a:t>D:/pasar_fix/node_modules/.bun/date-fns@4.1.0/node_modules/date-fns/fp/isAfter.cjs</a:t>
            </a:r>
          </a:p>
          <a:p>
            <a:pPr>
              <a:defRPr sz="1200"/>
            </a:pPr>
            <a:r>
              <a:t>D:/pasar_fix/node_modules/.bun/date-fns@4.1.0/node_modules/date-fns/fp/isAfter.d.cts</a:t>
            </a:r>
          </a:p>
          <a:p>
            <a:pPr>
              <a:defRPr sz="1200"/>
            </a:pPr>
            <a:r>
              <a:t>D:/pasar_fix/node_modules/.bun/date-fns@4.1.0/node_modules/date-fns/fp/isAfter.d.ts</a:t>
            </a:r>
          </a:p>
          <a:p>
            <a:pPr>
              <a:defRPr sz="1200"/>
            </a:pPr>
            <a:r>
              <a:t>D:/pasar_fix/node_modules/.bun/date-fns@4.1.0/node_modules/date-fns/fp/isAfter.js</a:t>
            </a:r>
          </a:p>
          <a:p>
            <a:pPr>
              <a:defRPr sz="1200"/>
            </a:pPr>
            <a:r>
              <a:t>D:/pasar_fix/node_modules/.bun/date-fns@4.1.0/node_modules/date-fns/fp/isBefore.cjs</a:t>
            </a:r>
          </a:p>
          <a:p>
            <a:pPr>
              <a:defRPr sz="1200"/>
            </a:pPr>
            <a:r>
              <a:t>D:/pasar_fix/node_modules/.bun/date-fns@4.1.0/node_modules/date-fns/fp/isBefore.d.cts</a:t>
            </a:r>
          </a:p>
          <a:p>
            <a:pPr>
              <a:defRPr sz="1200"/>
            </a:pPr>
            <a:r>
              <a:t>D:/pasar_fix/node_modules/.bun/date-fns@4.1.0/node_modules/date-fns/fp/isBefore.d.ts</a:t>
            </a:r>
          </a:p>
          <a:p>
            <a:pPr>
              <a:defRPr sz="1200"/>
            </a:pPr>
            <a:r>
              <a:t>D:/pasar_fix/node_modules/.bun/date-fns@4.1.0/node_modules/date-fns/fp/isBefore.js</a:t>
            </a:r>
          </a:p>
          <a:p>
            <a:pPr>
              <a:defRPr sz="1200"/>
            </a:pPr>
            <a:r>
              <a:t>D:/pasar_fix/node_modules/.bun/date-fns@4.1.0/node_modules/date-fns/fp/isDate.cjs</a:t>
            </a:r>
          </a:p>
          <a:p>
            <a:pPr>
              <a:defRPr sz="1200"/>
            </a:pPr>
            <a:r>
              <a:t>D:/pasar_fix/node_modules/.bun/date-fns@4.1.0/node_modules/date-fns/fp/isDate.d.cts</a:t>
            </a:r>
          </a:p>
          <a:p>
            <a:pPr>
              <a:defRPr sz="1200"/>
            </a:pPr>
            <a:r>
              <a:t>D:/pasar_fix/node_modules/.bun/date-fns@4.1.0/node_modules/date-fns/fp/isDate.d.ts</a:t>
            </a:r>
          </a:p>
          <a:p>
            <a:pPr>
              <a:defRPr sz="1200"/>
            </a:pPr>
            <a:r>
              <a:t>D:/pasar_fix/node_modules/.bun/date-fns@4.1.0/node_modules/date-fns/fp/isDate.js</a:t>
            </a:r>
          </a:p>
          <a:p>
            <a:pPr>
              <a:defRPr sz="1200"/>
            </a:pPr>
            <a:r>
              <a:t>D:/pasar_fix/node_modules/.bun/date-fns@4.1.0/node_modules/date-fns/fp/isEqual.cjs</a:t>
            </a:r>
          </a:p>
          <a:p>
            <a:pPr>
              <a:defRPr sz="1200"/>
            </a:pPr>
            <a:r>
              <a:t>D:/pasar_fix/node_modules/.bun/date-fns@4.1.0/node_modules/date-fns/fp/isEqual.d.cts</a:t>
            </a:r>
          </a:p>
          <a:p>
            <a:pPr>
              <a:defRPr sz="1200"/>
            </a:pPr>
            <a:r>
              <a:t>D:/pasar_fix/node_modules/.bun/date-fns@4.1.0/node_modules/date-fns/fp/isEqual.d.ts</a:t>
            </a:r>
          </a:p>
          <a:p>
            <a:pPr>
              <a:defRPr sz="1200"/>
            </a:pPr>
            <a:r>
              <a:t>D:/pasar_fix/node_modules/.bun/date-fns@4.1.0/node_modules/date-fns/fp/isEqual.js</a:t>
            </a:r>
          </a:p>
          <a:p>
            <a:pPr>
              <a:defRPr sz="1200"/>
            </a:pPr>
            <a:r>
              <a:t>D:/pasar_fix/node_modules/.bun/date-fns@4.1.0/node_modules/date-fns/fp/isExists.cjs</a:t>
            </a:r>
          </a:p>
          <a:p>
            <a:pPr>
              <a:defRPr sz="1200"/>
            </a:pPr>
            <a:r>
              <a:t>D:/pasar_fix/node_modules/.bun/date-fns@4.1.0/node_modules/date-fns/fp/isExists.d.cts</a:t>
            </a:r>
          </a:p>
          <a:p>
            <a:pPr>
              <a:defRPr sz="1200"/>
            </a:pPr>
            <a:r>
              <a:t>D:/pasar_fix/node_modules/.bun/date-fns@4.1.0/node_modules/date-fns/fp/isExists.d.ts</a:t>
            </a:r>
          </a:p>
          <a:p>
            <a:pPr>
              <a:defRPr sz="1200"/>
            </a:pPr>
            <a:r>
              <a:t>D:/pasar_fix/node_modules/.bun/date-fns@4.1.0/node_modules/date-fns/fp/isExists.js</a:t>
            </a:r>
          </a:p>
          <a:p>
            <a:pPr>
              <a:defRPr sz="1200"/>
            </a:pPr>
            <a:r>
              <a:t>D:/pasar_fix/node_modules/.bun/date-fns@4.1.0/node_modules/date-fns/fp/isFirstDayOfMonth.cjs</a:t>
            </a:r>
          </a:p>
          <a:p>
            <a:pPr>
              <a:defRPr sz="1200"/>
            </a:pPr>
            <a:r>
              <a:t>D:/pasar_fix/node_modules/.bun/date-fns@4.1.0/node_modules/date-fns/fp/isFirstDayOfMonth.d.cts</a:t>
            </a:r>
          </a:p>
          <a:p>
            <a:pPr>
              <a:defRPr sz="1200"/>
            </a:pPr>
            <a:r>
              <a:t>D:/pasar_fix/node_modules/.bun/date-fns@4.1.0/node_modules/date-fns/fp/isFirstDayOfMonth.d.ts</a:t>
            </a:r>
          </a:p>
          <a:p>
            <a:pPr>
              <a:defRPr sz="1200"/>
            </a:pPr>
            <a:r>
              <a:t>D:/pasar_fix/node_modules/.bun/date-fns@4.1.0/node_modules/date-fns/fp/isFirstDayOfMonth.js</a:t>
            </a:r>
          </a:p>
          <a:p>
            <a:pPr>
              <a:defRPr sz="1200"/>
            </a:pPr>
            <a:r>
              <a:t>D:/pasar_fix/node_modules/.bun/date-fns@4.1.0/node_modules/date-fns/fp/isFirstDayOfMonthWithOptions.cjs</a:t>
            </a:r>
          </a:p>
          <a:p>
            <a:pPr>
              <a:defRPr sz="1200"/>
            </a:pPr>
            <a:r>
              <a:t>D:/pasar_fix/node_modules/.bun/date-fns@4.1.0/node_modules/date-fns/fp/isFirstDayOfMonthWithOptions.d.cts</a:t>
            </a:r>
          </a:p>
          <a:p>
            <a:pPr>
              <a:defRPr sz="1200"/>
            </a:pPr>
            <a:r>
              <a:t>D:/pasar_fix/node_modules/.bun/date-fns@4.1.0/node_modules/date-fns/fp/isFirstDayOfMonthWithOptions.d.ts</a:t>
            </a:r>
          </a:p>
          <a:p>
            <a:pPr>
              <a:defRPr sz="1200"/>
            </a:pPr>
            <a:r>
              <a:t>D:/pasar_fix/node_modules/.bun/date-fns@4.1.0/node_modules/date-fns/fp/isFirstDayOfMonthWithOptions.js</a:t>
            </a:r>
          </a:p>
          <a:p>
            <a:pPr>
              <a:defRPr sz="1200"/>
            </a:pPr>
            <a:r>
              <a:t>D:/pasar_fix/node_modules/.bun/date-fns@4.1.0/node_modules/date-fns/fp/isFriday.cjs</a:t>
            </a:r>
          </a:p>
          <a:p>
            <a:pPr>
              <a:defRPr sz="1200"/>
            </a:pPr>
            <a:r>
              <a:t>D:/pasar_fix/node_modules/.bun/date-fns@4.1.0/node_modules/date-fns/fp/isFriday.d.cts</a:t>
            </a:r>
          </a:p>
          <a:p>
            <a:pPr>
              <a:defRPr sz="1200"/>
            </a:pPr>
            <a:r>
              <a:t>D:/pasar_fix/node_modules/.bun/date-fns@4.1.0/node_modules/date-fns/fp/isFriday.d.ts</a:t>
            </a:r>
          </a:p>
          <a:p>
            <a:pPr>
              <a:defRPr sz="1200"/>
            </a:pPr>
            <a:r>
              <a:t>D:/pasar_fix/node_modules/.bun/date-fns@4.1.0/node_modules/date-fns/fp/isFriday.js</a:t>
            </a:r>
          </a:p>
          <a:p>
            <a:pPr>
              <a:defRPr sz="1200"/>
            </a:pPr>
            <a:r>
              <a:t>D:/pasar_fix/node_modules/.bun/date-fns@4.1.0/node_modules/date-fns/fp/isFridayWithOptions.cjs</a:t>
            </a:r>
          </a:p>
          <a:p>
            <a:pPr>
              <a:defRPr sz="1200"/>
            </a:pPr>
            <a:r>
              <a:t>D:/pasar_fix/node_modules/.bun/date-fns@4.1.0/node_modules/date-fns/fp/isFridayWithOptions.d.cts</a:t>
            </a:r>
          </a:p>
          <a:p>
            <a:pPr>
              <a:defRPr sz="1200"/>
            </a:pPr>
            <a:r>
              <a:t>D:/pasar_fix/node_modules/.bun/date-fns@4.1.0/node_modules/date-fns/fp/isFridayWithOptions.d.ts</a:t>
            </a:r>
          </a:p>
          <a:p>
            <a:pPr>
              <a:defRPr sz="1200"/>
            </a:pPr>
            <a:r>
              <a:t>D:/pasar_fix/node_modules/.bun/date-fns@4.1.0/node_modules/date-fns/fp/isFridayWithOptions.js</a:t>
            </a:r>
          </a:p>
          <a:p>
            <a:pPr>
              <a:defRPr sz="1200"/>
            </a:pPr>
            <a:r>
              <a:t>D:/pasar_fix/node_modules/.bun/date-fns@4.1.0/node_modules/date-fns/fp/isLastDayOfMonth.cjs</a:t>
            </a:r>
          </a:p>
          <a:p>
            <a:pPr>
              <a:defRPr sz="1200"/>
            </a:pPr>
            <a:r>
              <a:t>D:/pasar_fix/node_modules/.bun/date-fns@4.1.0/node_modules/date-fns/fp/isLastDayOfMonth.d.cts</a:t>
            </a:r>
          </a:p>
          <a:p>
            <a:pPr>
              <a:defRPr sz="1200"/>
            </a:pPr>
            <a:r>
              <a:t>D:/pasar_fix/node_modules/.bun/date-fns@4.1.0/node_modules/date-fns/fp/isLastDayOfMonth.d.ts</a:t>
            </a:r>
          </a:p>
          <a:p>
            <a:pPr>
              <a:defRPr sz="1200"/>
            </a:pPr>
            <a:r>
              <a:t>D:/pasar_fix/node_modules/.bun/date-fns@4.1.0/node_modules/date-fns/fp/isLastDayOfMonth.js</a:t>
            </a:r>
          </a:p>
          <a:p>
            <a:pPr>
              <a:defRPr sz="1200"/>
            </a:pPr>
            <a:r>
              <a:t>D:/pasar_fix/node_modules/.bun/date-fns@4.1.0/node_modules/date-fns/fp/isLastDayOfMonthWithOptions.cjs</a:t>
            </a:r>
          </a:p>
          <a:p>
            <a:pPr>
              <a:defRPr sz="1200"/>
            </a:pPr>
            <a:r>
              <a:t>D:/pasar_fix/node_modules/.bun/date-fns@4.1.0/node_modules/date-fns/fp/isLastDayOfMonthWithOptions.d.cts</a:t>
            </a:r>
          </a:p>
          <a:p>
            <a:pPr>
              <a:defRPr sz="1200"/>
            </a:pPr>
            <a:r>
              <a:t>D:/pasar_fix/node_modules/.bun/date-fns@4.1.0/node_modules/date-fns/fp/isLastDayOfMonthWithOptions.d.ts</a:t>
            </a:r>
          </a:p>
          <a:p>
            <a:pPr>
              <a:defRPr sz="1200"/>
            </a:pPr>
            <a:r>
              <a:t>D:/pasar_fix/node_modules/.bun/date-fns@4.1.0/node_modules/date-fns/fp/isLastDayOfMonthWithOptions.js</a:t>
            </a:r>
          </a:p>
          <a:p>
            <a:pPr>
              <a:defRPr sz="1200"/>
            </a:pPr>
            <a:r>
              <a:t>D:/pasar_fix/node_modules/.bun/date-fns@4.1.0/node_modules/date-fns/fp/isLeapYear.cjs</a:t>
            </a:r>
          </a:p>
          <a:p>
            <a:pPr>
              <a:defRPr sz="1200"/>
            </a:pPr>
            <a:r>
              <a:t>D:/pasar_fix/node_modules/.bun/date-fns@4.1.0/node_modules/date-fns/fp/isLeapYear.d.cts</a:t>
            </a:r>
          </a:p>
          <a:p>
            <a:pPr>
              <a:defRPr sz="1200"/>
            </a:pPr>
            <a:r>
              <a:t>D:/pasar_fix/node_modules/.bun/date-fns@4.1.0/node_modules/date-fns/fp/isLeapYear.d.ts</a:t>
            </a:r>
          </a:p>
          <a:p>
            <a:pPr>
              <a:defRPr sz="1200"/>
            </a:pPr>
            <a:r>
              <a:t>D:/pasar_fix/node_modules/.bun/date-fns@4.1.0/node_modules/date-fns/fp/isLeapYear.js</a:t>
            </a:r>
          </a:p>
          <a:p>
            <a:pPr>
              <a:defRPr sz="1200"/>
            </a:pPr>
            <a:r>
              <a:t>D:/pasar_fix/node_modules/.bun/date-fns@4.1.0/node_modules/date-fns/fp/isLeapYearWithOptions.cjs</a:t>
            </a:r>
          </a:p>
          <a:p>
            <a:pPr>
              <a:defRPr sz="1200"/>
            </a:pPr>
            <a:r>
              <a:t>D:/pasar_fix/node_modules/.bun/date-fns@4.1.0/node_modules/date-fns/fp/isLeapYearWithOptions.d.cts</a:t>
            </a:r>
          </a:p>
          <a:p>
            <a:pPr>
              <a:defRPr sz="1200"/>
            </a:pPr>
            <a:r>
              <a:t>D:/pasar_fix/node_modules/.bun/date-fns@4.1.0/node_modules/date-fns/fp/isLeapYearWithOptions.d.ts</a:t>
            </a:r>
          </a:p>
          <a:p>
            <a:pPr>
              <a:defRPr sz="1200"/>
            </a:pPr>
            <a:r>
              <a:t>D:/pasar_fix/node_modules/.bun/date-fns@4.1.0/node_modules/date-fns/fp/isLeapYearWithOptions.js</a:t>
            </a:r>
          </a:p>
          <a:p>
            <a:pPr>
              <a:defRPr sz="1200"/>
            </a:pPr>
            <a:r>
              <a:t>D:/pasar_fix/node_modules/.bun/date-fns@4.1.0/node_modules/date-fns/fp/isMatch.cjs</a:t>
            </a:r>
          </a:p>
          <a:p>
            <a:pPr>
              <a:defRPr sz="1200"/>
            </a:pPr>
            <a:r>
              <a:t>D:/pasar_fix/node_modules/.bun/date-fns@4.1.0/node_modules/date-fns/fp/isMatch.d.cts</a:t>
            </a:r>
          </a:p>
          <a:p>
            <a:pPr>
              <a:defRPr sz="1200"/>
            </a:pPr>
            <a:r>
              <a:t>D:/pasar_fix/node_modules/.bun/date-fns@4.1.0/node_modules/date-fns/fp/isMatch.d.ts</a:t>
            </a:r>
          </a:p>
          <a:p>
            <a:pPr>
              <a:defRPr sz="1200"/>
            </a:pPr>
            <a:r>
              <a:t>D:/pasar_fix/node_modules/.bun/date-fns@4.1.0/node_modules/date-fns/fp/isMatch.js</a:t>
            </a:r>
          </a:p>
          <a:p>
            <a:pPr>
              <a:defRPr sz="1200"/>
            </a:pPr>
            <a:r>
              <a:t>D:/pasar_fix/node_modules/.bun/date-fns@4.1.0/node_modules/date-fns/fp/isMatchWithOptions.cjs</a:t>
            </a:r>
          </a:p>
          <a:p>
            <a:pPr>
              <a:defRPr sz="1200"/>
            </a:pPr>
            <a:r>
              <a:t>D:/pasar_fix/node_modules/.bun/date-fns@4.1.0/node_modules/date-fns/fp/isMatchWithOptions.d.cts</a:t>
            </a:r>
          </a:p>
          <a:p>
            <a:pPr>
              <a:defRPr sz="1200"/>
            </a:pPr>
            <a:r>
              <a:t>D:/pasar_fix/node_modules/.bun/date-fns@4.1.0/node_modules/date-fns/fp/isMatchWithOptions.d.ts</a:t>
            </a:r>
          </a:p>
          <a:p>
            <a:pPr>
              <a:defRPr sz="1200"/>
            </a:pPr>
            <a:r>
              <a:t>D:/pasar_fix/node_modules/.bun/date-fns@4.1.0/node_modules/date-fns/fp/isMatchWithOptions.js</a:t>
            </a:r>
          </a:p>
          <a:p>
            <a:pPr>
              <a:defRPr sz="1200"/>
            </a:pPr>
            <a:r>
              <a:t>D:/pasar_fix/node_modules/.bun/date-fns@4.1.0/node_modules/date-fns/fp/isMonday.cjs</a:t>
            </a:r>
          </a:p>
          <a:p>
            <a:pPr>
              <a:defRPr sz="1200"/>
            </a:pPr>
            <a:r>
              <a:t>D:/pasar_fix/node_modules/.bun/date-fns@4.1.0/node_modules/date-fns/fp/isMonday.d.cts</a:t>
            </a:r>
          </a:p>
          <a:p>
            <a:pPr>
              <a:defRPr sz="1200"/>
            </a:pPr>
            <a:r>
              <a:t>D:/pasar_fix/node_modules/.bun/date-fns@4.1.0/node_modules/date-fns/fp/isMonday.d.ts</a:t>
            </a:r>
          </a:p>
          <a:p>
            <a:pPr>
              <a:defRPr sz="1200"/>
            </a:pPr>
            <a:r>
              <a:t>D:/pasar_fix/node_modules/.bun/date-fns@4.1.0/node_modules/date-fns/fp/isMonday.js</a:t>
            </a:r>
          </a:p>
          <a:p>
            <a:pPr>
              <a:defRPr sz="1200"/>
            </a:pPr>
            <a:r>
              <a:t>D:/pasar_fix/node_modules/.bun/date-fns@4.1.0/node_modules/date-fns/fp/isMondayWithOptions.cjs</a:t>
            </a:r>
          </a:p>
          <a:p>
            <a:pPr>
              <a:defRPr sz="1200"/>
            </a:pPr>
            <a:r>
              <a:t>D:/pasar_fix/node_modules/.bun/date-fns@4.1.0/node_modules/date-fns/fp/isMondayWithOptions.d.cts</a:t>
            </a:r>
          </a:p>
          <a:p>
            <a:pPr>
              <a:defRPr sz="1200"/>
            </a:pPr>
            <a:r>
              <a:t>D:/pasar_fix/node_modules/.bun/date-fns@4.1.0/node_modules/date-fns/fp/isMondayWithOptions.d.ts</a:t>
            </a:r>
          </a:p>
          <a:p>
            <a:pPr>
              <a:defRPr sz="1200"/>
            </a:pPr>
            <a:r>
              <a:t>D:/pasar_fix/node_modules/.bun/date-fns@4.1.0/node_modules/date-fns/fp/isMondayWithOptions.js</a:t>
            </a:r>
          </a:p>
          <a:p>
            <a:pPr>
              <a:defRPr sz="1200"/>
            </a:pPr>
            <a:r>
              <a:t>D:/pasar_fix/node_modules/.bun/date-fns@4.1.0/node_modules/date-fns/fp/isSameDay.cjs</a:t>
            </a:r>
          </a:p>
          <a:p>
            <a:pPr>
              <a:defRPr sz="1200"/>
            </a:pPr>
            <a:r>
              <a:t>D:/pasar_fix/node_modules/.bun/date-fns@4.1.0/node_modules/date-fns/fp/isSameDay.d.cts</a:t>
            </a:r>
          </a:p>
          <a:p>
            <a:pPr>
              <a:defRPr sz="1200"/>
            </a:pPr>
            <a:r>
              <a:t>D:/pasar_fix/node_modules/.bun/date-fns@4.1.0/node_modules/date-fns/fp/isSameDay.d.ts</a:t>
            </a:r>
          </a:p>
          <a:p>
            <a:pPr>
              <a:defRPr sz="1200"/>
            </a:pPr>
            <a:r>
              <a:t>D:/pasar_fix/node_modules/.bun/date-fns@4.1.0/node_modules/date-fns/fp/isSameDay.js</a:t>
            </a:r>
          </a:p>
          <a:p>
            <a:pPr>
              <a:defRPr sz="1200"/>
            </a:pPr>
            <a:r>
              <a:t>D:/pasar_fix/node_modules/.bun/date-fns@4.1.0/node_modules/date-fns/fp/isSameDayWithOptions.cjs</a:t>
            </a:r>
          </a:p>
          <a:p>
            <a:pPr>
              <a:defRPr sz="1200"/>
            </a:pPr>
            <a:r>
              <a:t>D:/pasar_fix/node_modules/.bun/date-fns@4.1.0/node_modules/date-fns/fp/isSameDayWithOptions.d.cts</a:t>
            </a:r>
          </a:p>
          <a:p>
            <a:pPr>
              <a:defRPr sz="1200"/>
            </a:pPr>
            <a:r>
              <a:t>D:/pasar_fix/node_modules/.bun/date-fns@4.1.0/node_modules/date-fns/fp/isSameDayWithOptions.d.ts</a:t>
            </a:r>
          </a:p>
          <a:p>
            <a:pPr>
              <a:defRPr sz="1200"/>
            </a:pPr>
            <a:r>
              <a:t>D:/pasar_fix/node_modules/.bun/date-fns@4.1.0/node_modules/date-fns/fp/isSameDayWithOptions.js</a:t>
            </a:r>
          </a:p>
          <a:p>
            <a:pPr>
              <a:defRPr sz="1200"/>
            </a:pPr>
            <a:r>
              <a:t>D:/pasar_fix/node_modules/.bun/date-fns@4.1.0/node_modules/date-fns/fp/isSameHour.cjs</a:t>
            </a:r>
          </a:p>
          <a:p>
            <a:pPr>
              <a:defRPr sz="1200"/>
            </a:pPr>
            <a:r>
              <a:t>D:/pasar_fix/node_modules/.bun/date-fns@4.1.0/node_modules/date-fns/fp/isSameHour.d.cts</a:t>
            </a:r>
          </a:p>
          <a:p>
            <a:pPr>
              <a:defRPr sz="1200"/>
            </a:pPr>
            <a:r>
              <a:t>D:/pasar_fix/node_modules/.bun/date-fns@4.1.0/node_modules/date-fns/fp/isSameHour.d.ts</a:t>
            </a:r>
          </a:p>
          <a:p>
            <a:pPr>
              <a:defRPr sz="1200"/>
            </a:pPr>
            <a:r>
              <a:t>D:/pasar_fix/node_modules/.bun/date-fns@4.1.0/node_modules/date-fns/fp/isSameHour.js</a:t>
            </a:r>
          </a:p>
          <a:p>
            <a:pPr>
              <a:defRPr sz="1200"/>
            </a:pPr>
            <a:r>
              <a:t>D:/pasar_fix/node_modules/.bun/date-fns@4.1.0/node_modules/date-fns/fp/isSameHourWithOptions.cjs</a:t>
            </a:r>
          </a:p>
          <a:p>
            <a:pPr>
              <a:defRPr sz="1200"/>
            </a:pPr>
            <a:r>
              <a:t>D:/pasar_fix/node_modules/.bun/date-fns@4.1.0/node_modules/date-fns/fp/isSameHourWithOptions.d.cts</a:t>
            </a:r>
          </a:p>
          <a:p>
            <a:pPr>
              <a:defRPr sz="1200"/>
            </a:pPr>
            <a:r>
              <a:t>D:/pasar_fix/node_modules/.bun/date-fns@4.1.0/node_modules/date-fns/fp/isSameHourWithOptions.d.ts</a:t>
            </a:r>
          </a:p>
          <a:p>
            <a:pPr>
              <a:defRPr sz="1200"/>
            </a:pPr>
            <a:r>
              <a:t>D:/pasar_fix/node_modules/.bun/date-fns@4.1.0/node_modules/date-fns/fp/isSameHourWithOptions.js</a:t>
            </a:r>
          </a:p>
          <a:p>
            <a:pPr>
              <a:defRPr sz="1200"/>
            </a:pPr>
            <a:r>
              <a:t>D:/pasar_fix/node_modules/.bun/date-fns@4.1.0/node_modules/date-fns/fp/isSameISOWeek.cjs</a:t>
            </a:r>
          </a:p>
          <a:p>
            <a:pPr>
              <a:defRPr sz="1200"/>
            </a:pPr>
            <a:r>
              <a:t>D:/pasar_fix/node_modules/.bun/date-fns@4.1.0/node_modules/date-fns/fp/isSameISOWeek.d.cts</a:t>
            </a:r>
          </a:p>
          <a:p>
            <a:pPr>
              <a:defRPr sz="1200"/>
            </a:pPr>
            <a:r>
              <a:t>D:/pasar_fix/node_modules/.bun/date-fns@4.1.0/node_modules/date-fns/fp/isSameISOWeek.d.ts</a:t>
            </a:r>
          </a:p>
          <a:p>
            <a:pPr>
              <a:defRPr sz="1200"/>
            </a:pPr>
            <a:r>
              <a:t>D:/pasar_fix/node_modules/.bun/date-fns@4.1.0/node_modules/date-fns/fp/isSameISOWeek.js</a:t>
            </a:r>
          </a:p>
          <a:p>
            <a:pPr>
              <a:defRPr sz="1200"/>
            </a:pPr>
            <a:r>
              <a:t>D:/pasar_fix/node_modules/.bun/date-fns@4.1.0/node_modules/date-fns/fp/isSameISOWeekWithOptions.cjs</a:t>
            </a:r>
          </a:p>
          <a:p>
            <a:pPr>
              <a:defRPr sz="1200"/>
            </a:pPr>
            <a:r>
              <a:t>D:/pasar_fix/node_modules/.bun/date-fns@4.1.0/node_modules/date-fns/fp/isSameISOWeekWithOptions.d.cts</a:t>
            </a:r>
          </a:p>
          <a:p>
            <a:pPr>
              <a:defRPr sz="1200"/>
            </a:pPr>
            <a:r>
              <a:t>D:/pasar_fix/node_modules/.bun/date-fns@4.1.0/node_modules/date-fns/fp/isSameISOWeekWithOptions.d.ts</a:t>
            </a:r>
          </a:p>
          <a:p>
            <a:pPr>
              <a:defRPr sz="1200"/>
            </a:pPr>
            <a:r>
              <a:t>D:/pasar_fix/node_modules/.bun/date-fns@4.1.0/node_modules/date-fns/fp/isSameISOWeekWithOptions.js</a:t>
            </a:r>
          </a:p>
          <a:p>
            <a:pPr>
              <a:defRPr sz="1200"/>
            </a:pPr>
            <a:r>
              <a:t>D:/pasar_fix/node_modules/.bun/date-fns@4.1.0/node_modules/date-fns/fp/isSameISOWeekYear.cjs</a:t>
            </a:r>
          </a:p>
          <a:p>
            <a:pPr>
              <a:defRPr sz="1200"/>
            </a:pPr>
            <a:r>
              <a:t>D:/pasar_fix/node_modules/.bun/date-fns@4.1.0/node_modules/date-fns/fp/isSameISOWeekYear.d.cts</a:t>
            </a:r>
          </a:p>
          <a:p>
            <a:pPr>
              <a:defRPr sz="1200"/>
            </a:pPr>
            <a:r>
              <a:t>D:/pasar_fix/node_modules/.bun/date-fns@4.1.0/node_modules/date-fns/fp/isSameISOWeekYear.d.ts</a:t>
            </a:r>
          </a:p>
          <a:p>
            <a:pPr>
              <a:defRPr sz="1200"/>
            </a:pPr>
            <a:r>
              <a:t>D:/pasar_fix/node_modules/.bun/date-fns@4.1.0/node_modules/date-fns/fp/isSameISOWeekYear.js</a:t>
            </a:r>
          </a:p>
          <a:p>
            <a:pPr>
              <a:defRPr sz="1200"/>
            </a:pPr>
            <a:r>
              <a:t>D:/pasar_fix/node_modules/.bun/date-fns@4.1.0/node_modules/date-fns/fp/isSameISOWeekYearWithOptions.cjs</a:t>
            </a:r>
          </a:p>
          <a:p>
            <a:pPr>
              <a:defRPr sz="1200"/>
            </a:pPr>
            <a:r>
              <a:t>D:/pasar_fix/node_modules/.bun/date-fns@4.1.0/node_modules/date-fns/fp/isSameISOWeekYearWithOptions.d.cts</a:t>
            </a:r>
          </a:p>
          <a:p>
            <a:pPr>
              <a:defRPr sz="1200"/>
            </a:pPr>
            <a:r>
              <a:t>D:/pasar_fix/node_modules/.bun/date-fns@4.1.0/node_modules/date-fns/fp/isSameISOWeekYearWithOptions.d.ts</a:t>
            </a:r>
          </a:p>
          <a:p>
            <a:pPr>
              <a:defRPr sz="1200"/>
            </a:pPr>
            <a:r>
              <a:t>D:/pasar_fix/node_modules/.bun/date-fns@4.1.0/node_modules/date-fns/fp/isSameISOWeekYearWithOptions.js</a:t>
            </a:r>
          </a:p>
          <a:p>
            <a:pPr>
              <a:defRPr sz="1200"/>
            </a:pPr>
            <a:r>
              <a:t>D:/pasar_fix/node_modules/.bun/date-fns@4.1.0/node_modules/date-fns/fp/isSameMinute.cjs</a:t>
            </a:r>
          </a:p>
          <a:p>
            <a:pPr>
              <a:defRPr sz="1200"/>
            </a:pPr>
            <a:r>
              <a:t>D:/pasar_fix/node_modules/.bun/date-fns@4.1.0/node_modules/date-fns/fp/isSameMinute.d.cts</a:t>
            </a:r>
          </a:p>
          <a:p>
            <a:pPr>
              <a:defRPr sz="1200"/>
            </a:pPr>
            <a:r>
              <a:t>D:/pasar_fix/node_modules/.bun/date-fns@4.1.0/node_modules/date-fns/fp/isSameMinute.d.ts</a:t>
            </a:r>
          </a:p>
          <a:p>
            <a:pPr>
              <a:defRPr sz="1200"/>
            </a:pPr>
            <a:r>
              <a:t>D:/pasar_fix/node_modules/.bun/date-fns@4.1.0/node_modules/date-fns/fp/isSameMinute.js</a:t>
            </a:r>
          </a:p>
          <a:p>
            <a:pPr>
              <a:defRPr sz="1200"/>
            </a:pPr>
            <a:r>
              <a:t>D:/pasar_fix/node_modules/.bun/date-fns@4.1.0/node_modules/date-fns/fp/isSameMonth.cjs</a:t>
            </a:r>
          </a:p>
          <a:p>
            <a:pPr>
              <a:defRPr sz="1200"/>
            </a:pPr>
            <a:r>
              <a:t>D:/pasar_fix/node_modules/.bun/date-fns@4.1.0/node_modules/date-fns/fp/isSameMonth.d.cts</a:t>
            </a:r>
          </a:p>
          <a:p>
            <a:pPr>
              <a:defRPr sz="1200"/>
            </a:pPr>
            <a:r>
              <a:t>D:/pasar_fix/node_modules/.bun/date-fns@4.1.0/node_modules/date-fns/fp/isSameMonth.d.ts</a:t>
            </a:r>
          </a:p>
          <a:p>
            <a:pPr>
              <a:defRPr sz="1200"/>
            </a:pPr>
            <a:r>
              <a:t>D:/pasar_fix/node_modules/.bun/date-fns@4.1.0/node_modules/date-fns/fp/isSameMonth.js</a:t>
            </a:r>
          </a:p>
          <a:p>
            <a:pPr>
              <a:defRPr sz="1200"/>
            </a:pPr>
            <a:r>
              <a:t>D:/pasar_fix/node_modules/.bun/date-fns@4.1.0/node_modules/date-fns/fp/isSameMonthWithOptions.cjs</a:t>
            </a:r>
          </a:p>
          <a:p>
            <a:pPr>
              <a:defRPr sz="1200"/>
            </a:pPr>
            <a:r>
              <a:t>D:/pasar_fix/node_modules/.bun/date-fns@4.1.0/node_modules/date-fns/fp/isSameMonthWithOptions.d.cts</a:t>
            </a:r>
          </a:p>
          <a:p>
            <a:pPr>
              <a:defRPr sz="1200"/>
            </a:pPr>
            <a:r>
              <a:t>D:/pasar_fix/node_modules/.bun/date-fns@4.1.0/node_modules/date-fns/fp/isSameMonthWithOptions.d.ts</a:t>
            </a:r>
          </a:p>
          <a:p>
            <a:pPr>
              <a:defRPr sz="1200"/>
            </a:pPr>
            <a:r>
              <a:t>D:/pasar_fix/node_modules/.bun/date-fns@4.1.0/node_modules/date-fns/fp/isSameMonthWithOptions.js</a:t>
            </a:r>
          </a:p>
          <a:p>
            <a:pPr>
              <a:defRPr sz="1200"/>
            </a:pPr>
            <a:r>
              <a:t>D:/pasar_fix/node_modules/.bun/date-fns@4.1.0/node_modules/date-fns/fp/isSameQuarter.cjs</a:t>
            </a:r>
          </a:p>
          <a:p>
            <a:pPr>
              <a:defRPr sz="1200"/>
            </a:pPr>
            <a:r>
              <a:t>D:/pasar_fix/node_modules/.bun/date-fns@4.1.0/node_modules/date-fns/fp/isSameQuarter.d.cts</a:t>
            </a:r>
          </a:p>
          <a:p>
            <a:pPr>
              <a:defRPr sz="1200"/>
            </a:pPr>
            <a:r>
              <a:t>D:/pasar_fix/node_modules/.bun/date-fns@4.1.0/node_modules/date-fns/fp/isSameQuarter.d.ts</a:t>
            </a:r>
          </a:p>
          <a:p>
            <a:pPr>
              <a:defRPr sz="1200"/>
            </a:pPr>
            <a:r>
              <a:t>D:/pasar_fix/node_modules/.bun/date-fns@4.1.0/node_modules/date-fns/fp/isSameQuarter.js</a:t>
            </a:r>
          </a:p>
          <a:p>
            <a:pPr>
              <a:defRPr sz="1200"/>
            </a:pPr>
            <a:r>
              <a:t>D:/pasar_fix/node_modules/.bun/date-fns@4.1.0/node_modules/date-fns/fp/isSameQuarterWithOptions.cjs</a:t>
            </a:r>
          </a:p>
          <a:p>
            <a:pPr>
              <a:defRPr sz="1200"/>
            </a:pPr>
            <a:r>
              <a:t>D:/pasar_fix/node_modules/.bun/date-fns@4.1.0/node_modules/date-fns/fp/isSameQuarterWithOptions.d.cts</a:t>
            </a:r>
          </a:p>
          <a:p>
            <a:pPr>
              <a:defRPr sz="1200"/>
            </a:pPr>
            <a:r>
              <a:t>D:/pasar_fix/node_modules/.bun/date-fns@4.1.0/node_modules/date-fns/fp/isSameQuarterWithOptions.d.ts</a:t>
            </a:r>
          </a:p>
          <a:p>
            <a:pPr>
              <a:defRPr sz="1200"/>
            </a:pPr>
            <a:r>
              <a:t>D:/pasar_fix/node_modules/.bun/date-fns@4.1.0/node_modules/date-fns/fp/isSameQuarterWithOptions.js</a:t>
            </a:r>
          </a:p>
          <a:p>
            <a:pPr>
              <a:defRPr sz="1200"/>
            </a:pPr>
            <a:r>
              <a:t>D:/pasar_fix/node_modules/.bun/date-fns@4.1.0/node_modules/date-fns/fp/isSameSecond.cjs</a:t>
            </a:r>
          </a:p>
          <a:p>
            <a:pPr>
              <a:defRPr sz="1200"/>
            </a:pPr>
            <a:r>
              <a:t>D:/pasar_fix/node_modules/.bun/date-fns@4.1.0/node_modules/date-fns/fp/isSameSecond.d.cts</a:t>
            </a:r>
          </a:p>
          <a:p>
            <a:pPr>
              <a:defRPr sz="1200"/>
            </a:pPr>
            <a:r>
              <a:t>D:/pasar_fix/node_modules/.bun/date-fns@4.1.0/node_modules/date-fns/fp/isSameSecond.d.ts</a:t>
            </a:r>
          </a:p>
          <a:p>
            <a:pPr>
              <a:defRPr sz="1200"/>
            </a:pPr>
            <a:r>
              <a:t>D:/pasar_fix/node_modules/.bun/date-fns@4.1.0/node_modules/date-fns/fp/isSameSecond.js</a:t>
            </a:r>
          </a:p>
          <a:p>
            <a:pPr>
              <a:defRPr sz="1200"/>
            </a:pPr>
            <a:r>
              <a:t>D:/pasar_fix/node_modules/.bun/date-fns@4.1.0/node_modules/date-fns/fp/isSameWeek.cjs</a:t>
            </a:r>
          </a:p>
          <a:p>
            <a:pPr>
              <a:defRPr sz="1200"/>
            </a:pPr>
            <a:r>
              <a:t>D:/pasar_fix/node_modules/.bun/date-fns@4.1.0/node_modules/date-fns/fp/isSameWeek.d.cts</a:t>
            </a:r>
          </a:p>
          <a:p>
            <a:pPr>
              <a:defRPr sz="1200"/>
            </a:pPr>
            <a:r>
              <a:t>D:/pasar_fix/node_modules/.bun/date-fns@4.1.0/node_modules/date-fns/fp/isSameWeek.d.ts</a:t>
            </a:r>
          </a:p>
          <a:p>
            <a:pPr>
              <a:defRPr sz="1200"/>
            </a:pPr>
            <a:r>
              <a:t>D:/pasar_fix/node_modules/.bun/date-fns@4.1.0/node_modules/date-fns/fp/isSameWeek.js</a:t>
            </a:r>
          </a:p>
          <a:p>
            <a:pPr>
              <a:defRPr sz="1200"/>
            </a:pPr>
            <a:r>
              <a:t>D:/pasar_fix/node_modules/.bun/date-fns@4.1.0/node_modules/date-fns/fp/isSameWeekWithOptions.cjs</a:t>
            </a:r>
          </a:p>
          <a:p>
            <a:pPr>
              <a:defRPr sz="1200"/>
            </a:pPr>
            <a:r>
              <a:t>D:/pasar_fix/node_modules/.bun/date-fns@4.1.0/node_modules/date-fns/fp/isSameWeekWithOptions.d.cts</a:t>
            </a:r>
          </a:p>
          <a:p>
            <a:pPr>
              <a:defRPr sz="1200"/>
            </a:pPr>
            <a:r>
              <a:t>D:/pasar_fix/node_modules/.bun/date-fns@4.1.0/node_modules/date-fns/fp/isSameWeekWithOptions.d.ts</a:t>
            </a:r>
          </a:p>
          <a:p>
            <a:pPr>
              <a:defRPr sz="1200"/>
            </a:pPr>
            <a:r>
              <a:t>D:/pasar_fix/node_modules/.bun/date-fns@4.1.0/node_modules/date-fns/fp/isSameWeekWithOptions.js</a:t>
            </a:r>
          </a:p>
          <a:p>
            <a:pPr>
              <a:defRPr sz="1200"/>
            </a:pPr>
            <a:r>
              <a:t>D:/pasar_fix/node_modules/.bun/date-fns@4.1.0/node_modules/date-fns/fp/isSameYear.cjs</a:t>
            </a:r>
          </a:p>
          <a:p>
            <a:pPr>
              <a:defRPr sz="1200"/>
            </a:pPr>
            <a:r>
              <a:t>D:/pasar_fix/node_modules/.bun/date-fns@4.1.0/node_modules/date-fns/fp/isSameYear.d.cts</a:t>
            </a:r>
          </a:p>
          <a:p>
            <a:pPr>
              <a:defRPr sz="1200"/>
            </a:pPr>
            <a:r>
              <a:t>D:/pasar_fix/node_modules/.bun/date-fns@4.1.0/node_modules/date-fns/fp/isSameYear.d.ts</a:t>
            </a:r>
          </a:p>
          <a:p>
            <a:pPr>
              <a:defRPr sz="1200"/>
            </a:pPr>
            <a:r>
              <a:t>D:/pasar_fix/node_modules/.bun/date-fns@4.1.0/node_modules/date-fns/fp/isSameYear.js</a:t>
            </a:r>
          </a:p>
          <a:p>
            <a:pPr>
              <a:defRPr sz="1200"/>
            </a:pPr>
            <a:r>
              <a:t>D:/pasar_fix/node_modules/.bun/date-fns@4.1.0/node_modules/date-fns/fp/isSameYearWithOptions.cjs</a:t>
            </a:r>
          </a:p>
          <a:p>
            <a:pPr>
              <a:defRPr sz="1200"/>
            </a:pPr>
            <a:r>
              <a:t>D:/pasar_fix/node_modules/.bun/date-fns@4.1.0/node_modules/date-fns/fp/isSameYearWithOptions.d.cts</a:t>
            </a:r>
          </a:p>
          <a:p>
            <a:pPr>
              <a:defRPr sz="1200"/>
            </a:pPr>
            <a:r>
              <a:t>D:/pasar_fix/node_modules/.bun/date-fns@4.1.0/node_modules/date-fns/fp/isSameYearWithOptions.d.ts</a:t>
            </a:r>
          </a:p>
          <a:p>
            <a:pPr>
              <a:defRPr sz="1200"/>
            </a:pPr>
            <a:r>
              <a:t>D:/pasar_fix/node_modules/.bun/date-fns@4.1.0/node_modules/date-fns/fp/isSameYearWithOptions.js</a:t>
            </a:r>
          </a:p>
          <a:p>
            <a:pPr>
              <a:defRPr sz="1200"/>
            </a:pPr>
            <a:r>
              <a:t>D:/pasar_fix/node_modules/.bun/date-fns@4.1.0/node_modules/date-fns/fp/isSaturday.cjs</a:t>
            </a:r>
          </a:p>
          <a:p>
            <a:pPr>
              <a:defRPr sz="1200"/>
            </a:pPr>
            <a:r>
              <a:t>D:/pasar_fix/node_modules/.bun/date-fns@4.1.0/node_modules/date-fns/fp/isSaturday.d.cts</a:t>
            </a:r>
          </a:p>
          <a:p>
            <a:pPr>
              <a:defRPr sz="1200"/>
            </a:pPr>
            <a:r>
              <a:t>D:/pasar_fix/node_modules/.bun/date-fns@4.1.0/node_modules/date-fns/fp/isSaturday.d.ts</a:t>
            </a:r>
          </a:p>
          <a:p>
            <a:pPr>
              <a:defRPr sz="1200"/>
            </a:pPr>
            <a:r>
              <a:t>D:/pasar_fix/node_modules/.bun/date-fns@4.1.0/node_modules/date-fns/fp/isSaturday.js</a:t>
            </a:r>
          </a:p>
          <a:p>
            <a:pPr>
              <a:defRPr sz="1200"/>
            </a:pPr>
            <a:r>
              <a:t>D:/pasar_fix/node_modules/.bun/date-fns@4.1.0/node_modules/date-fns/fp/isSaturdayWithOptions.cjs</a:t>
            </a:r>
          </a:p>
          <a:p>
            <a:pPr>
              <a:defRPr sz="1200"/>
            </a:pPr>
            <a:r>
              <a:t>D:/pasar_fix/node_modules/.bun/date-fns@4.1.0/node_modules/date-fns/fp/isSaturdayWithOptions.d.cts</a:t>
            </a:r>
          </a:p>
          <a:p>
            <a:pPr>
              <a:defRPr sz="1200"/>
            </a:pPr>
            <a:r>
              <a:t>D:/pasar_fix/node_modules/.bun/date-fns@4.1.0/node_modules/date-fns/fp/isSaturdayWithOptions.d.ts</a:t>
            </a:r>
          </a:p>
          <a:p>
            <a:pPr>
              <a:defRPr sz="1200"/>
            </a:pPr>
            <a:r>
              <a:t>D:/pasar_fix/node_modules/.bun/date-fns@4.1.0/node_modules/date-fns/fp/isSaturdayWithOptions.js</a:t>
            </a:r>
          </a:p>
          <a:p>
            <a:pPr>
              <a:defRPr sz="1200"/>
            </a:pPr>
            <a:r>
              <a:t>D:/pasar_fix/node_modules/.bun/date-fns@4.1.0/node_modules/date-fns/fp/isSunday.cjs</a:t>
            </a:r>
          </a:p>
          <a:p>
            <a:pPr>
              <a:defRPr sz="1200"/>
            </a:pPr>
            <a:r>
              <a:t>D:/pasar_fix/node_modules/.bun/date-fns@4.1.0/node_modules/date-fns/fp/isSunday.d.cts</a:t>
            </a:r>
          </a:p>
          <a:p>
            <a:pPr>
              <a:defRPr sz="1200"/>
            </a:pPr>
            <a:r>
              <a:t>D:/pasar_fix/node_modules/.bun/date-fns@4.1.0/node_modules/date-fns/fp/isSunday.d.ts</a:t>
            </a:r>
          </a:p>
          <a:p>
            <a:pPr>
              <a:defRPr sz="1200"/>
            </a:pPr>
            <a:r>
              <a:t>D:/pasar_fix/node_modules/.bun/date-fns@4.1.0/node_modules/date-fns/fp/isSunday.js</a:t>
            </a:r>
          </a:p>
          <a:p>
            <a:pPr>
              <a:defRPr sz="1200"/>
            </a:pPr>
            <a:r>
              <a:t>D:/pasar_fix/node_modules/.bun/date-fns@4.1.0/node_modules/date-fns/fp/isSundayWithOptions.cjs</a:t>
            </a:r>
          </a:p>
          <a:p>
            <a:pPr>
              <a:defRPr sz="1200"/>
            </a:pPr>
            <a:r>
              <a:t>D:/pasar_fix/node_modules/.bun/date-fns@4.1.0/node_modules/date-fns/fp/isSundayWithOptions.d.cts</a:t>
            </a:r>
          </a:p>
          <a:p>
            <a:pPr>
              <a:defRPr sz="1200"/>
            </a:pPr>
            <a:r>
              <a:t>D:/pasar_fix/node_modules/.bun/date-fns@4.1.0/node_modules/date-fns/fp/isSundayWithOptions.d.ts</a:t>
            </a:r>
          </a:p>
          <a:p>
            <a:pPr>
              <a:defRPr sz="1200"/>
            </a:pPr>
            <a:r>
              <a:t>D:/pasar_fix/node_modules/.bun/date-fns@4.1.0/node_modules/date-fns/fp/isSundayWithOptions.js</a:t>
            </a:r>
          </a:p>
          <a:p>
            <a:pPr>
              <a:defRPr sz="1200"/>
            </a:pPr>
            <a:r>
              <a:t>D:/pasar_fix/node_modules/.bun/date-fns@4.1.0/node_modules/date-fns/fp/isThursday.cjs</a:t>
            </a:r>
          </a:p>
          <a:p>
            <a:pPr>
              <a:defRPr sz="1200"/>
            </a:pPr>
            <a:r>
              <a:t>D:/pasar_fix/node_modules/.bun/date-fns@4.1.0/node_modules/date-fns/fp/isThursday.d.cts</a:t>
            </a:r>
          </a:p>
          <a:p>
            <a:pPr>
              <a:defRPr sz="1200"/>
            </a:pPr>
            <a:r>
              <a:t>D:/pasar_fix/node_modules/.bun/date-fns@4.1.0/node_modules/date-fns/fp/isThursday.d.ts</a:t>
            </a:r>
          </a:p>
          <a:p>
            <a:pPr>
              <a:defRPr sz="1200"/>
            </a:pPr>
            <a:r>
              <a:t>D:/pasar_fix/node_modules/.bun/date-fns@4.1.0/node_modules/date-fns/fp/isThursday.js</a:t>
            </a:r>
          </a:p>
          <a:p>
            <a:pPr>
              <a:defRPr sz="1200"/>
            </a:pPr>
            <a:r>
              <a:t>D:/pasar_fix/node_modules/.bun/date-fns@4.1.0/node_modules/date-fns/fp/isThursdayWithOptions.cjs</a:t>
            </a:r>
          </a:p>
          <a:p>
            <a:pPr>
              <a:defRPr sz="1200"/>
            </a:pPr>
            <a:r>
              <a:t>D:/pasar_fix/node_modules/.bun/date-fns@4.1.0/node_modules/date-fns/fp/isThursdayWithOptions.d.cts</a:t>
            </a:r>
          </a:p>
          <a:p>
            <a:pPr>
              <a:defRPr sz="1200"/>
            </a:pPr>
            <a:r>
              <a:t>D:/pasar_fix/node_modules/.bun/date-fns@4.1.0/node_modules/date-fns/fp/isThursdayWithOptions.d.ts</a:t>
            </a:r>
          </a:p>
          <a:p>
            <a:pPr>
              <a:defRPr sz="1200"/>
            </a:pPr>
            <a:r>
              <a:t>D:/pasar_fix/node_modules/.bun/date-fns@4.1.0/node_modules/date-fns/fp/isThursdayWithOptions.js</a:t>
            </a:r>
          </a:p>
          <a:p>
            <a:pPr>
              <a:defRPr sz="1200"/>
            </a:pPr>
            <a:r>
              <a:t>D:/pasar_fix/node_modules/.bun/date-fns@4.1.0/node_modules/date-fns/fp/isTuesday.cjs</a:t>
            </a:r>
          </a:p>
          <a:p>
            <a:pPr>
              <a:defRPr sz="1200"/>
            </a:pPr>
            <a:r>
              <a:t>D:/pasar_fix/node_modules/.bun/date-fns@4.1.0/node_modules/date-fns/fp/isTuesday.d.cts</a:t>
            </a:r>
          </a:p>
          <a:p>
            <a:pPr>
              <a:defRPr sz="1200"/>
            </a:pPr>
            <a:r>
              <a:t>D:/pasar_fix/node_modules/.bun/date-fns@4.1.0/node_modules/date-fns/fp/isTuesday.d.ts</a:t>
            </a:r>
          </a:p>
          <a:p>
            <a:pPr>
              <a:defRPr sz="1200"/>
            </a:pPr>
            <a:r>
              <a:t>D:/pasar_fix/node_modules/.bun/date-fns@4.1.0/node_modules/date-fns/fp/isTuesday.js</a:t>
            </a:r>
          </a:p>
          <a:p>
            <a:pPr>
              <a:defRPr sz="1200"/>
            </a:pPr>
            <a:r>
              <a:t>D:/pasar_fix/node_modules/.bun/date-fns@4.1.0/node_modules/date-fns/fp/isTuesdayWithOptions.cjs</a:t>
            </a:r>
          </a:p>
          <a:p>
            <a:pPr>
              <a:defRPr sz="1200"/>
            </a:pPr>
            <a:r>
              <a:t>D:/pasar_fix/node_modules/.bun/date-fns@4.1.0/node_modules/date-fns/fp/isTuesdayWithOptions.d.cts</a:t>
            </a:r>
          </a:p>
          <a:p>
            <a:pPr>
              <a:defRPr sz="1200"/>
            </a:pPr>
            <a:r>
              <a:t>D:/pasar_fix/node_modules/.bun/date-fns@4.1.0/node_modules/date-fns/fp/isTuesdayWithOptions.d.ts</a:t>
            </a:r>
          </a:p>
          <a:p>
            <a:pPr>
              <a:defRPr sz="1200"/>
            </a:pPr>
            <a:r>
              <a:t>D:/pasar_fix/node_modules/.bun/date-fns@4.1.0/node_modules/date-fns/fp/isTuesdayWithOptions.js</a:t>
            </a:r>
          </a:p>
          <a:p>
            <a:pPr>
              <a:defRPr sz="1200"/>
            </a:pPr>
            <a:r>
              <a:t>D:/pasar_fix/node_modules/.bun/date-fns@4.1.0/node_modules/date-fns/fp/isValid.cjs</a:t>
            </a:r>
          </a:p>
          <a:p>
            <a:pPr>
              <a:defRPr sz="1200"/>
            </a:pPr>
            <a:r>
              <a:t>D:/pasar_fix/node_modules/.bun/date-fns@4.1.0/node_modules/date-fns/fp/isValid.d.cts</a:t>
            </a:r>
          </a:p>
          <a:p>
            <a:pPr>
              <a:defRPr sz="1200"/>
            </a:pPr>
            <a:r>
              <a:t>D:/pasar_fix/node_modules/.bun/date-fns@4.1.0/node_modules/date-fns/fp/isValid.d.ts</a:t>
            </a:r>
          </a:p>
          <a:p>
            <a:pPr>
              <a:defRPr sz="1200"/>
            </a:pPr>
            <a:r>
              <a:t>D:/pasar_fix/node_modules/.bun/date-fns@4.1.0/node_modules/date-fns/fp/isValid.js</a:t>
            </a:r>
          </a:p>
          <a:p>
            <a:pPr>
              <a:defRPr sz="1200"/>
            </a:pPr>
            <a:r>
              <a:t>D:/pasar_fix/node_modules/.bun/date-fns@4.1.0/node_modules/date-fns/fp/isWednesday.cjs</a:t>
            </a:r>
          </a:p>
          <a:p>
            <a:pPr>
              <a:defRPr sz="1200"/>
            </a:pPr>
            <a:r>
              <a:t>D:/pasar_fix/node_modules/.bun/date-fns@4.1.0/node_modules/date-fns/fp/isWednesday.d.cts</a:t>
            </a:r>
          </a:p>
          <a:p>
            <a:pPr>
              <a:defRPr sz="1200"/>
            </a:pPr>
            <a:r>
              <a:t>D:/pasar_fix/node_modules/.bun/date-fns@4.1.0/node_modules/date-fns/fp/isWednesday.d.ts</a:t>
            </a:r>
          </a:p>
          <a:p>
            <a:pPr>
              <a:defRPr sz="1200"/>
            </a:pPr>
            <a:r>
              <a:t>D:/pasar_fix/node_modules/.bun/date-fns@4.1.0/node_modules/date-fns/fp/isWednesday.js</a:t>
            </a:r>
          </a:p>
          <a:p>
            <a:pPr>
              <a:defRPr sz="1200"/>
            </a:pPr>
            <a:r>
              <a:t>D:/pasar_fix/node_modules/.bun/date-fns@4.1.0/node_modules/date-fns/fp/isWednesdayWithOptions.cjs</a:t>
            </a:r>
          </a:p>
          <a:p>
            <a:pPr>
              <a:defRPr sz="1200"/>
            </a:pPr>
            <a:r>
              <a:t>D:/pasar_fix/node_modules/.bun/date-fns@4.1.0/node_modules/date-fns/fp/isWednesdayWithOptions.d.cts</a:t>
            </a:r>
          </a:p>
          <a:p>
            <a:pPr>
              <a:defRPr sz="1200"/>
            </a:pPr>
            <a:r>
              <a:t>D:/pasar_fix/node_modules/.bun/date-fns@4.1.0/node_modules/date-fns/fp/isWednesdayWithOptions.d.ts</a:t>
            </a:r>
          </a:p>
          <a:p>
            <a:pPr>
              <a:defRPr sz="1200"/>
            </a:pPr>
            <a:r>
              <a:t>D:/pasar_fix/node_modules/.bun/date-fns@4.1.0/node_modules/date-fns/fp/isWednesdayWithOptions.js</a:t>
            </a:r>
          </a:p>
          <a:p>
            <a:pPr>
              <a:defRPr sz="1200"/>
            </a:pPr>
            <a:r>
              <a:t>D:/pasar_fix/node_modules/.bun/date-fns@4.1.0/node_modules/date-fns/fp/isWeekend.cjs</a:t>
            </a:r>
          </a:p>
          <a:p>
            <a:pPr>
              <a:defRPr sz="1200"/>
            </a:pPr>
            <a:r>
              <a:t>D:/pasar_fix/node_modules/.bun/date-fns@4.1.0/node_modules/date-fns/fp/isWeekend.d.cts</a:t>
            </a:r>
          </a:p>
          <a:p>
            <a:pPr>
              <a:defRPr sz="1200"/>
            </a:pPr>
            <a:r>
              <a:t>D:/pasar_fix/node_modules/.bun/date-fns@4.1.0/node_modules/date-fns/fp/isWeekend.d.ts</a:t>
            </a:r>
          </a:p>
          <a:p>
            <a:pPr>
              <a:defRPr sz="1200"/>
            </a:pPr>
            <a:r>
              <a:t>D:/pasar_fix/node_modules/.bun/date-fns@4.1.0/node_modules/date-fns/fp/isWeekend.js</a:t>
            </a:r>
          </a:p>
          <a:p>
            <a:pPr>
              <a:defRPr sz="1200"/>
            </a:pPr>
            <a:r>
              <a:t>D:/pasar_fix/node_modules/.bun/date-fns@4.1.0/node_modules/date-fns/fp/isWeekendWithOptions.cjs</a:t>
            </a:r>
          </a:p>
          <a:p>
            <a:pPr>
              <a:defRPr sz="1200"/>
            </a:pPr>
            <a:r>
              <a:t>D:/pasar_fix/node_modules/.bun/date-fns@4.1.0/node_modules/date-fns/fp/isWeekendWithOptions.d.cts</a:t>
            </a:r>
          </a:p>
          <a:p>
            <a:pPr>
              <a:defRPr sz="1200"/>
            </a:pPr>
            <a:r>
              <a:t>D:/pasar_fix/node_modules/.bun/date-fns@4.1.0/node_modules/date-fns/fp/isWeekendWithOptions.d.ts</a:t>
            </a:r>
          </a:p>
          <a:p>
            <a:pPr>
              <a:defRPr sz="1200"/>
            </a:pPr>
            <a:r>
              <a:t>D:/pasar_fix/node_modules/.bun/date-fns@4.1.0/node_modules/date-fns/fp/isWeekendWithOptions.js</a:t>
            </a:r>
          </a:p>
          <a:p>
            <a:pPr>
              <a:defRPr sz="1200"/>
            </a:pPr>
            <a:r>
              <a:t>D:/pasar_fix/node_modules/.bun/date-fns@4.1.0/node_modules/date-fns/fp/isWithinInterval.cjs</a:t>
            </a:r>
          </a:p>
          <a:p>
            <a:pPr>
              <a:defRPr sz="1200"/>
            </a:pPr>
            <a:r>
              <a:t>D:/pasar_fix/node_modules/.bun/date-fns@4.1.0/node_modules/date-fns/fp/isWithinInterval.d.cts</a:t>
            </a:r>
          </a:p>
          <a:p>
            <a:pPr>
              <a:defRPr sz="1200"/>
            </a:pPr>
            <a:r>
              <a:t>D:/pasar_fix/node_modules/.bun/date-fns@4.1.0/node_modules/date-fns/fp/isWithinInterval.d.ts</a:t>
            </a:r>
          </a:p>
          <a:p>
            <a:pPr>
              <a:defRPr sz="1200"/>
            </a:pPr>
            <a:r>
              <a:t>D:/pasar_fix/node_modules/.bun/date-fns@4.1.0/node_modules/date-fns/fp/isWithinInterval.js</a:t>
            </a:r>
          </a:p>
          <a:p>
            <a:pPr>
              <a:defRPr sz="1200"/>
            </a:pPr>
            <a:r>
              <a:t>D:/pasar_fix/node_modules/.bun/date-fns@4.1.0/node_modules/date-fns/fp/isWithinIntervalWithOptions.cjs</a:t>
            </a:r>
          </a:p>
          <a:p>
            <a:pPr>
              <a:defRPr sz="1200"/>
            </a:pPr>
            <a:r>
              <a:t>D:/pasar_fix/node_modules/.bun/date-fns@4.1.0/node_modules/date-fns/fp/isWithinIntervalWithOptions.d.cts</a:t>
            </a:r>
          </a:p>
          <a:p>
            <a:pPr>
              <a:defRPr sz="1200"/>
            </a:pPr>
            <a:r>
              <a:t>D:/pasar_fix/node_modules/.bun/date-fns@4.1.0/node_modules/date-fns/fp/isWithinIntervalWithOptions.d.ts</a:t>
            </a:r>
          </a:p>
          <a:p>
            <a:pPr>
              <a:defRPr sz="1200"/>
            </a:pPr>
            <a:r>
              <a:t>D:/pasar_fix/node_modules/.bun/date-fns@4.1.0/node_modules/date-fns/fp/isWithinIntervalWithOptions.js</a:t>
            </a:r>
          </a:p>
          <a:p>
            <a:pPr>
              <a:defRPr sz="1200"/>
            </a:pPr>
            <a:r>
              <a:t>D:/pasar_fix/node_modules/.bun/date-fns@4.1.0/node_modules/date-fns/fp/lastDayOfDecade.cjs</a:t>
            </a:r>
          </a:p>
          <a:p>
            <a:pPr>
              <a:defRPr sz="1200"/>
            </a:pPr>
            <a:r>
              <a:t>D:/pasar_fix/node_modules/.bun/date-fns@4.1.0/node_modules/date-fns/fp/lastDayOfDecade.d.cts</a:t>
            </a:r>
          </a:p>
          <a:p>
            <a:pPr>
              <a:defRPr sz="1200"/>
            </a:pPr>
            <a:r>
              <a:t>D:/pasar_fix/node_modules/.bun/date-fns@4.1.0/node_modules/date-fns/fp/lastDayOfDecade.d.ts</a:t>
            </a:r>
          </a:p>
          <a:p>
            <a:pPr>
              <a:defRPr sz="1200"/>
            </a:pPr>
            <a:r>
              <a:t>D:/pasar_fix/node_modules/.bun/date-fns@4.1.0/node_modules/date-fns/fp/lastDayOfDecade.js</a:t>
            </a:r>
          </a:p>
          <a:p>
            <a:pPr>
              <a:defRPr sz="1200"/>
            </a:pPr>
            <a:r>
              <a:t>D:/pasar_fix/node_modules/.bun/date-fns@4.1.0/node_modules/date-fns/fp/lastDayOfDecadeWithOptions.cjs</a:t>
            </a:r>
          </a:p>
          <a:p>
            <a:pPr>
              <a:defRPr sz="1200"/>
            </a:pPr>
            <a:r>
              <a:t>D:/pasar_fix/node_modules/.bun/date-fns@4.1.0/node_modules/date-fns/fp/lastDayOfDecadeWithOptions.d.cts</a:t>
            </a:r>
          </a:p>
          <a:p>
            <a:pPr>
              <a:defRPr sz="1200"/>
            </a:pPr>
            <a:r>
              <a:t>D:/pasar_fix/node_modules/.bun/date-fns@4.1.0/node_modules/date-fns/fp/lastDayOfDecadeWithOptions.d.ts</a:t>
            </a:r>
          </a:p>
          <a:p>
            <a:pPr>
              <a:defRPr sz="1200"/>
            </a:pPr>
            <a:r>
              <a:t>D:/pasar_fix/node_modules/.bun/date-fns@4.1.0/node_modules/date-fns/fp/lastDayOfDecadeWithOptions.js</a:t>
            </a:r>
          </a:p>
          <a:p>
            <a:pPr>
              <a:defRPr sz="1200"/>
            </a:pPr>
            <a:r>
              <a:t>D:/pasar_fix/node_modules/.bun/date-fns@4.1.0/node_modules/date-fns/fp/lastDayOfISOWeek.cjs</a:t>
            </a:r>
          </a:p>
          <a:p>
            <a:pPr>
              <a:defRPr sz="1200"/>
            </a:pPr>
            <a:r>
              <a:t>D:/pasar_fix/node_modules/.bun/date-fns@4.1.0/node_modules/date-fns/fp/lastDayOfISOWeek.d.cts</a:t>
            </a:r>
          </a:p>
          <a:p>
            <a:pPr>
              <a:defRPr sz="1200"/>
            </a:pPr>
            <a:r>
              <a:t>D:/pasar_fix/node_modules/.bun/date-fns@4.1.0/node_modules/date-fns/fp/lastDayOfISOWeek.d.ts</a:t>
            </a:r>
          </a:p>
          <a:p>
            <a:pPr>
              <a:defRPr sz="1200"/>
            </a:pPr>
            <a:r>
              <a:t>D:/pasar_fix/node_modules/.bun/date-fns@4.1.0/node_modules/date-fns/fp/lastDayOfISOWeek.js</a:t>
            </a:r>
          </a:p>
          <a:p>
            <a:pPr>
              <a:defRPr sz="1200"/>
            </a:pPr>
            <a:r>
              <a:t>D:/pasar_fix/node_modules/.bun/date-fns@4.1.0/node_modules/date-fns/fp/lastDayOfISOWeekWithOptions.cjs</a:t>
            </a:r>
          </a:p>
          <a:p>
            <a:pPr>
              <a:defRPr sz="1200"/>
            </a:pPr>
            <a:r>
              <a:t>D:/pasar_fix/node_modules/.bun/date-fns@4.1.0/node_modules/date-fns/fp/lastDayOfISOWeekWithOptions.d.cts</a:t>
            </a:r>
          </a:p>
          <a:p>
            <a:pPr>
              <a:defRPr sz="1200"/>
            </a:pPr>
            <a:r>
              <a:t>D:/pasar_fix/node_modules/.bun/date-fns@4.1.0/node_modules/date-fns/fp/lastDayOfISOWeekWithOptions.d.ts</a:t>
            </a:r>
          </a:p>
          <a:p>
            <a:pPr>
              <a:defRPr sz="1200"/>
            </a:pPr>
            <a:r>
              <a:t>D:/pasar_fix/node_modules/.bun/date-fns@4.1.0/node_modules/date-fns/fp/lastDayOfISOWeekWithOptions.js</a:t>
            </a:r>
          </a:p>
          <a:p>
            <a:pPr>
              <a:defRPr sz="1200"/>
            </a:pPr>
            <a:r>
              <a:t>D:/pasar_fix/node_modules/.bun/date-fns@4.1.0/node_modules/date-fns/fp/lastDayOfISOWeekYear.cjs</a:t>
            </a:r>
          </a:p>
          <a:p>
            <a:pPr>
              <a:defRPr sz="1200"/>
            </a:pPr>
            <a:r>
              <a:t>D:/pasar_fix/node_modules/.bun/date-fns@4.1.0/node_modules/date-fns/fp/lastDayOfISOWeekYear.d.cts</a:t>
            </a:r>
          </a:p>
          <a:p>
            <a:pPr>
              <a:defRPr sz="1200"/>
            </a:pPr>
            <a:r>
              <a:t>D:/pasar_fix/node_modules/.bun/date-fns@4.1.0/node_modules/date-fns/fp/lastDayOfISOWeekYear.d.ts</a:t>
            </a:r>
          </a:p>
          <a:p>
            <a:pPr>
              <a:defRPr sz="1200"/>
            </a:pPr>
            <a:r>
              <a:t>D:/pasar_fix/node_modules/.bun/date-fns@4.1.0/node_modules/date-fns/fp/lastDayOfISOWeekYear.js</a:t>
            </a:r>
          </a:p>
          <a:p>
            <a:pPr>
              <a:defRPr sz="1200"/>
            </a:pPr>
            <a:r>
              <a:t>D:/pasar_fix/node_modules/.bun/date-fns@4.1.0/node_modules/date-fns/fp/lastDayOfISOWeekYearWithOptions.cjs</a:t>
            </a:r>
          </a:p>
          <a:p>
            <a:pPr>
              <a:defRPr sz="1200"/>
            </a:pPr>
            <a:r>
              <a:t>D:/pasar_fix/node_modules/.bun/date-fns@4.1.0/node_modules/date-fns/fp/lastDayOfISOWeekYearWithOptions.d.cts</a:t>
            </a:r>
          </a:p>
          <a:p>
            <a:pPr>
              <a:defRPr sz="1200"/>
            </a:pPr>
            <a:r>
              <a:t>D:/pasar_fix/node_modules/.bun/date-fns@4.1.0/node_modules/date-fns/fp/lastDayOfISOWeekYearWithOptions.d.ts</a:t>
            </a:r>
          </a:p>
          <a:p>
            <a:pPr>
              <a:defRPr sz="1200"/>
            </a:pPr>
            <a:r>
              <a:t>D:/pasar_fix/node_modules/.bun/date-fns@4.1.0/node_modules/date-fns/fp/lastDayOfISOWeekYearWithOptions.js</a:t>
            </a:r>
          </a:p>
          <a:p>
            <a:pPr>
              <a:defRPr sz="1200"/>
            </a:pPr>
            <a:r>
              <a:t>D:/pasar_fix/node_modules/.bun/date-fns@4.1.0/node_modules/date-fns/fp/lastDayOfMonth.cjs</a:t>
            </a:r>
          </a:p>
          <a:p>
            <a:pPr>
              <a:defRPr sz="1200"/>
            </a:pPr>
            <a:r>
              <a:t>D:/pasar_fix/node_modules/.bun/date-fns@4.1.0/node_modules/date-fns/fp/lastDayOfMonth.d.cts</a:t>
            </a:r>
          </a:p>
          <a:p>
            <a:pPr>
              <a:defRPr sz="1200"/>
            </a:pPr>
            <a:r>
              <a:t>D:/pasar_fix/node_modules/.bun/date-fns@4.1.0/node_modules/date-fns/fp/lastDayOfMonth.d.ts</a:t>
            </a:r>
          </a:p>
          <a:p>
            <a:pPr>
              <a:defRPr sz="1200"/>
            </a:pPr>
            <a:r>
              <a:t>D:/pasar_fix/node_modules/.bun/date-fns@4.1.0/node_modules/date-fns/fp/lastDayOfMonth.js</a:t>
            </a:r>
          </a:p>
          <a:p>
            <a:pPr>
              <a:defRPr sz="1200"/>
            </a:pPr>
            <a:r>
              <a:t>D:/pasar_fix/node_modules/.bun/date-fns@4.1.0/node_modules/date-fns/fp/lastDayOfMonthWithOptions.cjs</a:t>
            </a:r>
          </a:p>
          <a:p>
            <a:pPr>
              <a:defRPr sz="1200"/>
            </a:pPr>
            <a:r>
              <a:t>D:/pasar_fix/node_modules/.bun/date-fns@4.1.0/node_modules/date-fns/fp/lastDayOfMonthWithOptions.d.cts</a:t>
            </a:r>
          </a:p>
          <a:p>
            <a:pPr>
              <a:defRPr sz="1200"/>
            </a:pPr>
            <a:r>
              <a:t>D:/pasar_fix/node_modules/.bun/date-fns@4.1.0/node_modules/date-fns/fp/lastDayOfMonthWithOptions.d.ts</a:t>
            </a:r>
          </a:p>
          <a:p>
            <a:pPr>
              <a:defRPr sz="1200"/>
            </a:pPr>
            <a:r>
              <a:t>D:/pasar_fix/node_modules/.bun/date-fns@4.1.0/node_modules/date-fns/fp/lastDayOfMonthWithOptions.js</a:t>
            </a:r>
          </a:p>
          <a:p>
            <a:pPr>
              <a:defRPr sz="1200"/>
            </a:pPr>
            <a:r>
              <a:t>D:/pasar_fix/node_modules/.bun/date-fns@4.1.0/node_modules/date-fns/fp/lastDayOfQuarter.cjs</a:t>
            </a:r>
          </a:p>
          <a:p>
            <a:pPr>
              <a:defRPr sz="1200"/>
            </a:pPr>
            <a:r>
              <a:t>D:/pasar_fix/node_modules/.bun/date-fns@4.1.0/node_modules/date-fns/fp/lastDayOfQuarter.d.cts</a:t>
            </a:r>
          </a:p>
          <a:p>
            <a:pPr>
              <a:defRPr sz="1200"/>
            </a:pPr>
            <a:r>
              <a:t>D:/pasar_fix/node_modules/.bun/date-fns@4.1.0/node_modules/date-fns/fp/lastDayOfQuarter.d.ts</a:t>
            </a:r>
          </a:p>
          <a:p>
            <a:pPr>
              <a:defRPr sz="1200"/>
            </a:pPr>
            <a:r>
              <a:t>D:/pasar_fix/node_modules/.bun/date-fns@4.1.0/node_modules/date-fns/fp/lastDayOfQuarter.js</a:t>
            </a:r>
          </a:p>
          <a:p>
            <a:pPr>
              <a:defRPr sz="1200"/>
            </a:pPr>
            <a:r>
              <a:t>D:/pasar_fix/node_modules/.bun/date-fns@4.1.0/node_modules/date-fns/fp/lastDayOfQuarterWithOptions.cjs</a:t>
            </a:r>
          </a:p>
          <a:p>
            <a:pPr>
              <a:defRPr sz="1200"/>
            </a:pPr>
            <a:r>
              <a:t>D:/pasar_fix/node_modules/.bun/date-fns@4.1.0/node_modules/date-fns/fp/lastDayOfQuarterWithOptions.d.cts</a:t>
            </a:r>
          </a:p>
          <a:p>
            <a:pPr>
              <a:defRPr sz="1200"/>
            </a:pPr>
            <a:r>
              <a:t>D:/pasar_fix/node_modules/.bun/date-fns@4.1.0/node_modules/date-fns/fp/lastDayOfQuarterWithOptions.d.ts</a:t>
            </a:r>
          </a:p>
          <a:p>
            <a:pPr>
              <a:defRPr sz="1200"/>
            </a:pPr>
            <a:r>
              <a:t>D:/pasar_fix/node_modules/.bun/date-fns@4.1.0/node_modules/date-fns/fp/lastDayOfQuarterWithOptions.js</a:t>
            </a:r>
          </a:p>
          <a:p>
            <a:pPr>
              <a:defRPr sz="1200"/>
            </a:pPr>
            <a:r>
              <a:t>D:/pasar_fix/node_modules/.bun/date-fns@4.1.0/node_modules/date-fns/fp/lastDayOfWeek.cjs</a:t>
            </a:r>
          </a:p>
          <a:p>
            <a:pPr>
              <a:defRPr sz="1200"/>
            </a:pPr>
            <a:r>
              <a:t>D:/pasar_fix/node_modules/.bun/date-fns@4.1.0/node_modules/date-fns/fp/lastDayOfWeek.d.cts</a:t>
            </a:r>
          </a:p>
          <a:p>
            <a:pPr>
              <a:defRPr sz="1200"/>
            </a:pPr>
            <a:r>
              <a:t>D:/pasar_fix/node_modules/.bun/date-fns@4.1.0/node_modules/date-fns/fp/lastDayOfWeek.d.ts</a:t>
            </a:r>
          </a:p>
          <a:p>
            <a:pPr>
              <a:defRPr sz="1200"/>
            </a:pPr>
            <a:r>
              <a:t>D:/pasar_fix/node_modules/.bun/date-fns@4.1.0/node_modules/date-fns/fp/lastDayOfWeek.js</a:t>
            </a:r>
          </a:p>
          <a:p>
            <a:pPr>
              <a:defRPr sz="1200"/>
            </a:pPr>
            <a:r>
              <a:t>D:/pasar_fix/node_modules/.bun/date-fns@4.1.0/node_modules/date-fns/fp/lastDayOfWeekWithOptions.cjs</a:t>
            </a:r>
          </a:p>
          <a:p>
            <a:pPr>
              <a:defRPr sz="1200"/>
            </a:pPr>
            <a:r>
              <a:t>D:/pasar_fix/node_modules/.bun/date-fns@4.1.0/node_modules/date-fns/fp/lastDayOfWeekWithOptions.d.cts</a:t>
            </a:r>
          </a:p>
          <a:p>
            <a:pPr>
              <a:defRPr sz="1200"/>
            </a:pPr>
            <a:r>
              <a:t>D:/pasar_fix/node_modules/.bun/date-fns@4.1.0/node_modules/date-fns/fp/lastDayOfWeekWithOptions.d.ts</a:t>
            </a:r>
          </a:p>
          <a:p>
            <a:pPr>
              <a:defRPr sz="1200"/>
            </a:pPr>
            <a:r>
              <a:t>D:/pasar_fix/node_modules/.bun/date-fns@4.1.0/node_modules/date-fns/fp/lastDayOfWeekWithOptions.js</a:t>
            </a:r>
          </a:p>
          <a:p>
            <a:pPr>
              <a:defRPr sz="1200"/>
            </a:pPr>
            <a:r>
              <a:t>D:/pasar_fix/node_modules/.bun/date-fns@4.1.0/node_modules/date-fns/fp/lastDayOfYear.cjs</a:t>
            </a:r>
          </a:p>
          <a:p>
            <a:pPr>
              <a:defRPr sz="1200"/>
            </a:pPr>
            <a:r>
              <a:t>D:/pasar_fix/node_modules/.bun/date-fns@4.1.0/node_modules/date-fns/fp/lastDayOfYear.d.cts</a:t>
            </a:r>
          </a:p>
          <a:p>
            <a:pPr>
              <a:defRPr sz="1200"/>
            </a:pPr>
            <a:r>
              <a:t>D:/pasar_fix/node_modules/.bun/date-fns@4.1.0/node_modules/date-fns/fp/lastDayOfYear.d.ts</a:t>
            </a:r>
          </a:p>
          <a:p>
            <a:pPr>
              <a:defRPr sz="1200"/>
            </a:pPr>
            <a:r>
              <a:t>D:/pasar_fix/node_modules/.bun/date-fns@4.1.0/node_modules/date-fns/fp/lastDayOfYear.js</a:t>
            </a:r>
          </a:p>
          <a:p>
            <a:pPr>
              <a:defRPr sz="1200"/>
            </a:pPr>
            <a:r>
              <a:t>D:/pasar_fix/node_modules/.bun/date-fns@4.1.0/node_modules/date-fns/fp/lastDayOfYearWithOptions.cjs</a:t>
            </a:r>
          </a:p>
          <a:p>
            <a:pPr>
              <a:defRPr sz="1200"/>
            </a:pPr>
            <a:r>
              <a:t>D:/pasar_fix/node_modules/.bun/date-fns@4.1.0/node_modules/date-fns/fp/lastDayOfYearWithOptions.d.cts</a:t>
            </a:r>
          </a:p>
          <a:p>
            <a:pPr>
              <a:defRPr sz="1200"/>
            </a:pPr>
            <a:r>
              <a:t>D:/pasar_fix/node_modules/.bun/date-fns@4.1.0/node_modules/date-fns/fp/lastDayOfYearWithOptions.d.ts</a:t>
            </a:r>
          </a:p>
          <a:p>
            <a:pPr>
              <a:defRPr sz="1200"/>
            </a:pPr>
            <a:r>
              <a:t>D:/pasar_fix/node_modules/.bun/date-fns@4.1.0/node_modules/date-fns/fp/lastDayOfYearWithOptions.js</a:t>
            </a:r>
          </a:p>
          <a:p>
            <a:pPr>
              <a:defRPr sz="1200"/>
            </a:pPr>
            <a:r>
              <a:t>D:/pasar_fix/node_modules/.bun/date-fns@4.1.0/node_modules/date-fns/fp/lightFormat.cjs</a:t>
            </a:r>
          </a:p>
          <a:p>
            <a:pPr>
              <a:defRPr sz="1200"/>
            </a:pPr>
            <a:r>
              <a:t>D:/pasar_fix/node_modules/.bun/date-fns@4.1.0/node_modules/date-fns/fp/lightFormat.d.cts</a:t>
            </a:r>
          </a:p>
          <a:p>
            <a:pPr>
              <a:defRPr sz="1200"/>
            </a:pPr>
            <a:r>
              <a:t>D:/pasar_fix/node_modules/.bun/date-fns@4.1.0/node_modules/date-fns/fp/lightFormat.d.ts</a:t>
            </a:r>
          </a:p>
          <a:p>
            <a:pPr>
              <a:defRPr sz="1200"/>
            </a:pPr>
            <a:r>
              <a:t>D:/pasar_fix/node_modules/.bun/date-fns@4.1.0/node_modules/date-fns/fp/lightFormat.js</a:t>
            </a:r>
          </a:p>
          <a:p>
            <a:pPr>
              <a:defRPr sz="1200"/>
            </a:pPr>
            <a:r>
              <a:t>D:/pasar_fix/node_modules/.bun/date-fns@4.1.0/node_modules/date-fns/fp/max.cjs</a:t>
            </a:r>
          </a:p>
          <a:p>
            <a:pPr>
              <a:defRPr sz="1200"/>
            </a:pPr>
            <a:r>
              <a:t>D:/pasar_fix/node_modules/.bun/date-fns@4.1.0/node_modules/date-fns/fp/max.d.cts</a:t>
            </a:r>
          </a:p>
          <a:p>
            <a:pPr>
              <a:defRPr sz="1200"/>
            </a:pPr>
            <a:r>
              <a:t>D:/pasar_fix/node_modules/.bun/date-fns@4.1.0/node_modules/date-fns/fp/max.d.ts</a:t>
            </a:r>
          </a:p>
          <a:p>
            <a:pPr>
              <a:defRPr sz="1200"/>
            </a:pPr>
            <a:r>
              <a:t>D:/pasar_fix/node_modules/.bun/date-fns@4.1.0/node_modules/date-fns/fp/max.js</a:t>
            </a:r>
          </a:p>
          <a:p>
            <a:pPr>
              <a:defRPr sz="1200"/>
            </a:pPr>
            <a:r>
              <a:t>D:/pasar_fix/node_modules/.bun/date-fns@4.1.0/node_modules/date-fns/fp/maxWithOptions.cjs</a:t>
            </a:r>
          </a:p>
          <a:p>
            <a:pPr>
              <a:defRPr sz="1200"/>
            </a:pPr>
            <a:r>
              <a:t>D:/pasar_fix/node_modules/.bun/date-fns@4.1.0/node_modules/date-fns/fp/maxWithOptions.d.cts</a:t>
            </a:r>
          </a:p>
          <a:p>
            <a:pPr>
              <a:defRPr sz="1200"/>
            </a:pPr>
            <a:r>
              <a:t>D:/pasar_fix/node_modules/.bun/date-fns@4.1.0/node_modules/date-fns/fp/maxWithOptions.d.ts</a:t>
            </a:r>
          </a:p>
          <a:p>
            <a:pPr>
              <a:defRPr sz="1200"/>
            </a:pPr>
            <a:r>
              <a:t>D:/pasar_fix/node_modules/.bun/date-fns@4.1.0/node_modules/date-fns/fp/maxWithOptions.js</a:t>
            </a:r>
          </a:p>
          <a:p>
            <a:pPr>
              <a:defRPr sz="1200"/>
            </a:pPr>
            <a:r>
              <a:t>D:/pasar_fix/node_modules/.bun/date-fns@4.1.0/node_modules/date-fns/fp/milliseconds.cjs</a:t>
            </a:r>
          </a:p>
          <a:p>
            <a:pPr>
              <a:defRPr sz="1200"/>
            </a:pPr>
            <a:r>
              <a:t>D:/pasar_fix/node_modules/.bun/date-fns@4.1.0/node_modules/date-fns/fp/milliseconds.d.cts</a:t>
            </a:r>
          </a:p>
          <a:p>
            <a:pPr>
              <a:defRPr sz="1200"/>
            </a:pPr>
            <a:r>
              <a:t>D:/pasar_fix/node_modules/.bun/date-fns@4.1.0/node_modules/date-fns/fp/milliseconds.d.ts</a:t>
            </a:r>
          </a:p>
          <a:p>
            <a:pPr>
              <a:defRPr sz="1200"/>
            </a:pPr>
            <a:r>
              <a:t>D:/pasar_fix/node_modules/.bun/date-fns@4.1.0/node_modules/date-fns/fp/milliseconds.js</a:t>
            </a:r>
          </a:p>
          <a:p>
            <a:pPr>
              <a:defRPr sz="1200"/>
            </a:pPr>
            <a:r>
              <a:t>D:/pasar_fix/node_modules/.bun/date-fns@4.1.0/node_modules/date-fns/fp/millisecondsToHours.cjs</a:t>
            </a:r>
          </a:p>
          <a:p>
            <a:pPr>
              <a:defRPr sz="1200"/>
            </a:pPr>
            <a:r>
              <a:t>D:/pasar_fix/node_modules/.bun/date-fns@4.1.0/node_modules/date-fns/fp/millisecondsToHours.d.cts</a:t>
            </a:r>
          </a:p>
          <a:p>
            <a:pPr>
              <a:defRPr sz="1200"/>
            </a:pPr>
            <a:r>
              <a:t>D:/pasar_fix/node_modules/.bun/date-fns@4.1.0/node_modules/date-fns/fp/millisecondsToHours.d.ts</a:t>
            </a:r>
          </a:p>
          <a:p>
            <a:pPr>
              <a:defRPr sz="1200"/>
            </a:pPr>
            <a:r>
              <a:t>D:/pasar_fix/node_modules/.bun/date-fns@4.1.0/node_modules/date-fns/fp/millisecondsToHours.js</a:t>
            </a:r>
          </a:p>
          <a:p>
            <a:pPr>
              <a:defRPr sz="1200"/>
            </a:pPr>
            <a:r>
              <a:t>D:/pasar_fix/node_modules/.bun/date-fns@4.1.0/node_modules/date-fns/fp/millisecondsToMinutes.cjs</a:t>
            </a:r>
          </a:p>
          <a:p>
            <a:pPr>
              <a:defRPr sz="1200"/>
            </a:pPr>
            <a:r>
              <a:t>D:/pasar_fix/node_modules/.bun/date-fns@4.1.0/node_modules/date-fns/fp/millisecondsToMinutes.d.cts</a:t>
            </a:r>
          </a:p>
          <a:p>
            <a:pPr>
              <a:defRPr sz="1200"/>
            </a:pPr>
            <a:r>
              <a:t>D:/pasar_fix/node_modules/.bun/date-fns@4.1.0/node_modules/date-fns/fp/millisecondsToMinutes.d.ts</a:t>
            </a:r>
          </a:p>
          <a:p>
            <a:pPr>
              <a:defRPr sz="1200"/>
            </a:pPr>
            <a:r>
              <a:t>D:/pasar_fix/node_modules/.bun/date-fns@4.1.0/node_modules/date-fns/fp/millisecondsToMinutes.js</a:t>
            </a:r>
          </a:p>
          <a:p>
            <a:pPr>
              <a:defRPr sz="1200"/>
            </a:pPr>
            <a:r>
              <a:t>D:/pasar_fix/node_modules/.bun/date-fns@4.1.0/node_modules/date-fns/fp/millisecondsToSeconds.cjs</a:t>
            </a:r>
          </a:p>
          <a:p>
            <a:pPr>
              <a:defRPr sz="1200"/>
            </a:pPr>
            <a:r>
              <a:t>D:/pasar_fix/node_modules/.bun/date-fns@4.1.0/node_modules/date-fns/fp/millisecondsToSeconds.d.cts</a:t>
            </a:r>
          </a:p>
          <a:p>
            <a:pPr>
              <a:defRPr sz="1200"/>
            </a:pPr>
            <a:r>
              <a:t>D:/pasar_fix/node_modules/.bun/date-fns@4.1.0/node_modules/date-fns/fp/millisecondsToSeconds.d.ts</a:t>
            </a:r>
          </a:p>
          <a:p>
            <a:pPr>
              <a:defRPr sz="1200"/>
            </a:pPr>
            <a:r>
              <a:t>D:/pasar_fix/node_modules/.bun/date-fns@4.1.0/node_modules/date-fns/fp/millisecondsToSeconds.js</a:t>
            </a:r>
          </a:p>
          <a:p>
            <a:pPr>
              <a:defRPr sz="1200"/>
            </a:pPr>
            <a:r>
              <a:t>D:/pasar_fix/node_modules/.bun/date-fns@4.1.0/node_modules/date-fns/fp/min.cjs</a:t>
            </a:r>
          </a:p>
          <a:p>
            <a:pPr>
              <a:defRPr sz="1200"/>
            </a:pPr>
            <a:r>
              <a:t>D:/pasar_fix/node_modules/.bun/date-fns@4.1.0/node_modules/date-fns/fp/min.d.cts</a:t>
            </a:r>
          </a:p>
          <a:p>
            <a:pPr>
              <a:defRPr sz="1200"/>
            </a:pPr>
            <a:r>
              <a:t>D:/pasar_fix/node_modules/.bun/date-fns@4.1.0/node_modules/date-fns/fp/min.d.ts</a:t>
            </a:r>
          </a:p>
          <a:p>
            <a:pPr>
              <a:defRPr sz="1200"/>
            </a:pPr>
            <a:r>
              <a:t>D:/pasar_fix/node_modules/.bun/date-fns@4.1.0/node_modules/date-fns/fp/min.js</a:t>
            </a:r>
          </a:p>
          <a:p>
            <a:pPr>
              <a:defRPr sz="1200"/>
            </a:pPr>
            <a:r>
              <a:t>D:/pasar_fix/node_modules/.bun/date-fns@4.1.0/node_modules/date-fns/fp/minutesToHours.cjs</a:t>
            </a:r>
          </a:p>
          <a:p>
            <a:pPr>
              <a:defRPr sz="1200"/>
            </a:pPr>
            <a:r>
              <a:t>D:/pasar_fix/node_modules/.bun/date-fns@4.1.0/node_modules/date-fns/fp/minutesToHours.d.cts</a:t>
            </a:r>
          </a:p>
          <a:p>
            <a:pPr>
              <a:defRPr sz="1200"/>
            </a:pPr>
            <a:r>
              <a:t>D:/pasar_fix/node_modules/.bun/date-fns@4.1.0/node_modules/date-fns/fp/minutesToHours.d.ts</a:t>
            </a:r>
          </a:p>
          <a:p>
            <a:pPr>
              <a:defRPr sz="1200"/>
            </a:pPr>
            <a:r>
              <a:t>D:/pasar_fix/node_modules/.bun/date-fns@4.1.0/node_modules/date-fns/fp/minutesToHours.js</a:t>
            </a:r>
          </a:p>
          <a:p>
            <a:pPr>
              <a:defRPr sz="1200"/>
            </a:pPr>
            <a:r>
              <a:t>D:/pasar_fix/node_modules/.bun/date-fns@4.1.0/node_modules/date-fns/fp/minutesToMilliseconds.cjs</a:t>
            </a:r>
          </a:p>
          <a:p>
            <a:pPr>
              <a:defRPr sz="1200"/>
            </a:pPr>
            <a:r>
              <a:t>D:/pasar_fix/node_modules/.bun/date-fns@4.1.0/node_modules/date-fns/fp/minutesToMilliseconds.d.cts</a:t>
            </a:r>
          </a:p>
          <a:p>
            <a:pPr>
              <a:defRPr sz="1200"/>
            </a:pPr>
            <a:r>
              <a:t>D:/pasar_fix/node_modules/.bun/date-fns@4.1.0/node_modules/date-fns/fp/minutesToMilliseconds.d.ts</a:t>
            </a:r>
          </a:p>
          <a:p>
            <a:pPr>
              <a:defRPr sz="1200"/>
            </a:pPr>
            <a:r>
              <a:t>D:/pasar_fix/node_modules/.bun/date-fns@4.1.0/node_modules/date-fns/fp/minutesToMilliseconds.js</a:t>
            </a:r>
          </a:p>
          <a:p>
            <a:pPr>
              <a:defRPr sz="1200"/>
            </a:pPr>
            <a:r>
              <a:t>D:/pasar_fix/node_modules/.bun/date-fns@4.1.0/node_modules/date-fns/fp/minutesToSeconds.cjs</a:t>
            </a:r>
          </a:p>
          <a:p>
            <a:pPr>
              <a:defRPr sz="1200"/>
            </a:pPr>
            <a:r>
              <a:t>D:/pasar_fix/node_modules/.bun/date-fns@4.1.0/node_modules/date-fns/fp/minutesToSeconds.d.cts</a:t>
            </a:r>
          </a:p>
          <a:p>
            <a:pPr>
              <a:defRPr sz="1200"/>
            </a:pPr>
            <a:r>
              <a:t>D:/pasar_fix/node_modules/.bun/date-fns@4.1.0/node_modules/date-fns/fp/minutesToSeconds.d.ts</a:t>
            </a:r>
          </a:p>
          <a:p>
            <a:pPr>
              <a:defRPr sz="1200"/>
            </a:pPr>
            <a:r>
              <a:t>D:/pasar_fix/node_modules/.bun/date-fns@4.1.0/node_modules/date-fns/fp/minutesToSeconds.js</a:t>
            </a:r>
          </a:p>
          <a:p>
            <a:pPr>
              <a:defRPr sz="1200"/>
            </a:pPr>
            <a:r>
              <a:t>D:/pasar_fix/node_modules/.bun/date-fns@4.1.0/node_modules/date-fns/fp/minWithOptions.cjs</a:t>
            </a:r>
          </a:p>
          <a:p>
            <a:pPr>
              <a:defRPr sz="1200"/>
            </a:pPr>
            <a:r>
              <a:t>D:/pasar_fix/node_modules/.bun/date-fns@4.1.0/node_modules/date-fns/fp/minWithOptions.d.cts</a:t>
            </a:r>
          </a:p>
          <a:p>
            <a:pPr>
              <a:defRPr sz="1200"/>
            </a:pPr>
            <a:r>
              <a:t>D:/pasar_fix/node_modules/.bun/date-fns@4.1.0/node_modules/date-fns/fp/minWithOptions.d.ts</a:t>
            </a:r>
          </a:p>
          <a:p>
            <a:pPr>
              <a:defRPr sz="1200"/>
            </a:pPr>
            <a:r>
              <a:t>D:/pasar_fix/node_modules/.bun/date-fns@4.1.0/node_modules/date-fns/fp/minWithOptions.js</a:t>
            </a:r>
          </a:p>
          <a:p>
            <a:pPr>
              <a:defRPr sz="1200"/>
            </a:pPr>
            <a:r>
              <a:t>D:/pasar_fix/node_modules/.bun/date-fns@4.1.0/node_modules/date-fns/fp/monthsToQuarters.cjs</a:t>
            </a:r>
          </a:p>
          <a:p>
            <a:pPr>
              <a:defRPr sz="1200"/>
            </a:pPr>
            <a:r>
              <a:t>D:/pasar_fix/node_modules/.bun/date-fns@4.1.0/node_modules/date-fns/fp/monthsToQuarters.d.cts</a:t>
            </a:r>
          </a:p>
          <a:p>
            <a:pPr>
              <a:defRPr sz="1200"/>
            </a:pPr>
            <a:r>
              <a:t>D:/pasar_fix/node_modules/.bun/date-fns@4.1.0/node_modules/date-fns/fp/monthsToQuarters.d.ts</a:t>
            </a:r>
          </a:p>
          <a:p>
            <a:pPr>
              <a:defRPr sz="1200"/>
            </a:pPr>
            <a:r>
              <a:t>D:/pasar_fix/node_modules/.bun/date-fns@4.1.0/node_modules/date-fns/fp/monthsToQuarters.js</a:t>
            </a:r>
          </a:p>
          <a:p>
            <a:pPr>
              <a:defRPr sz="1200"/>
            </a:pPr>
            <a:r>
              <a:t>D:/pasar_fix/node_modules/.bun/date-fns@4.1.0/node_modules/date-fns/fp/monthsToYears.cjs</a:t>
            </a:r>
          </a:p>
          <a:p>
            <a:pPr>
              <a:defRPr sz="1200"/>
            </a:pPr>
            <a:r>
              <a:t>D:/pasar_fix/node_modules/.bun/date-fns@4.1.0/node_modules/date-fns/fp/monthsToYears.d.cts</a:t>
            </a:r>
          </a:p>
          <a:p>
            <a:pPr>
              <a:defRPr sz="1200"/>
            </a:pPr>
            <a:r>
              <a:t>D:/pasar_fix/node_modules/.bun/date-fns@4.1.0/node_modules/date-fns/fp/monthsToYears.d.ts</a:t>
            </a:r>
          </a:p>
          <a:p>
            <a:pPr>
              <a:defRPr sz="1200"/>
            </a:pPr>
            <a:r>
              <a:t>D:/pasar_fix/node_modules/.bun/date-fns@4.1.0/node_modules/date-fns/fp/monthsToYears.js</a:t>
            </a:r>
          </a:p>
          <a:p>
            <a:pPr>
              <a:defRPr sz="1200"/>
            </a:pPr>
            <a:r>
              <a:t>D:/pasar_fix/node_modules/.bun/date-fns@4.1.0/node_modules/date-fns/fp/nextDay.cjs</a:t>
            </a:r>
          </a:p>
          <a:p>
            <a:pPr>
              <a:defRPr sz="1200"/>
            </a:pPr>
            <a:r>
              <a:t>D:/pasar_fix/node_modules/.bun/date-fns@4.1.0/node_modules/date-fns/fp/nextDay.d.cts</a:t>
            </a:r>
          </a:p>
          <a:p>
            <a:pPr>
              <a:defRPr sz="1200"/>
            </a:pPr>
            <a:r>
              <a:t>D:/pasar_fix/node_modules/.bun/date-fns@4.1.0/node_modules/date-fns/fp/nextDay.d.ts</a:t>
            </a:r>
          </a:p>
          <a:p>
            <a:pPr>
              <a:defRPr sz="1200"/>
            </a:pPr>
            <a:r>
              <a:t>D:/pasar_fix/node_modules/.bun/date-fns@4.1.0/node_modules/date-fns/fp/nextDay.js</a:t>
            </a:r>
          </a:p>
          <a:p>
            <a:pPr>
              <a:defRPr sz="1200"/>
            </a:pPr>
            <a:r>
              <a:t>D:/pasar_fix/node_modules/.bun/date-fns@4.1.0/node_modules/date-fns/fp/nextDayWithOptions.cjs</a:t>
            </a:r>
          </a:p>
          <a:p>
            <a:pPr>
              <a:defRPr sz="1200"/>
            </a:pPr>
            <a:r>
              <a:t>D:/pasar_fix/node_modules/.bun/date-fns@4.1.0/node_modules/date-fns/fp/nextDayWithOptions.d.cts</a:t>
            </a:r>
          </a:p>
          <a:p>
            <a:pPr>
              <a:defRPr sz="1200"/>
            </a:pPr>
            <a:r>
              <a:t>D:/pasar_fix/node_modules/.bun/date-fns@4.1.0/node_modules/date-fns/fp/nextDayWithOptions.d.ts</a:t>
            </a:r>
          </a:p>
          <a:p>
            <a:pPr>
              <a:defRPr sz="1200"/>
            </a:pPr>
            <a:r>
              <a:t>D:/pasar_fix/node_modules/.bun/date-fns@4.1.0/node_modules/date-fns/fp/nextDayWithOptions.js</a:t>
            </a:r>
          </a:p>
          <a:p>
            <a:pPr>
              <a:defRPr sz="1200"/>
            </a:pPr>
            <a:r>
              <a:t>D:/pasar_fix/node_modules/.bun/date-fns@4.1.0/node_modules/date-fns/fp/nextFriday.cjs</a:t>
            </a:r>
          </a:p>
          <a:p>
            <a:pPr>
              <a:defRPr sz="1200"/>
            </a:pPr>
            <a:r>
              <a:t>D:/pasar_fix/node_modules/.bun/date-fns@4.1.0/node_modules/date-fns/fp/nextFriday.d.cts</a:t>
            </a:r>
          </a:p>
          <a:p>
            <a:pPr>
              <a:defRPr sz="1200"/>
            </a:pPr>
            <a:r>
              <a:t>D:/pasar_fix/node_modules/.bun/date-fns@4.1.0/node_modules/date-fns/fp/nextFriday.d.ts</a:t>
            </a:r>
          </a:p>
          <a:p>
            <a:pPr>
              <a:defRPr sz="1200"/>
            </a:pPr>
            <a:r>
              <a:t>D:/pasar_fix/node_modules/.bun/date-fns@4.1.0/node_modules/date-fns/fp/nextFriday.js</a:t>
            </a:r>
          </a:p>
          <a:p>
            <a:pPr>
              <a:defRPr sz="1200"/>
            </a:pPr>
            <a:r>
              <a:t>D:/pasar_fix/node_modules/.bun/date-fns@4.1.0/node_modules/date-fns/fp/nextFridayWithOptions.cjs</a:t>
            </a:r>
          </a:p>
          <a:p>
            <a:pPr>
              <a:defRPr sz="1200"/>
            </a:pPr>
            <a:r>
              <a:t>D:/pasar_fix/node_modules/.bun/date-fns@4.1.0/node_modules/date-fns/fp/nextFridayWithOptions.d.cts</a:t>
            </a:r>
          </a:p>
          <a:p>
            <a:pPr>
              <a:defRPr sz="1200"/>
            </a:pPr>
            <a:r>
              <a:t>D:/pasar_fix/node_modules/.bun/date-fns@4.1.0/node_modules/date-fns/fp/nextFridayWithOptions.d.ts</a:t>
            </a:r>
          </a:p>
          <a:p>
            <a:pPr>
              <a:defRPr sz="1200"/>
            </a:pPr>
            <a:r>
              <a:t>D:/pasar_fix/node_modules/.bun/date-fns@4.1.0/node_modules/date-fns/fp/nextFridayWithOptions.js</a:t>
            </a:r>
          </a:p>
          <a:p>
            <a:pPr>
              <a:defRPr sz="1200"/>
            </a:pPr>
            <a:r>
              <a:t>D:/pasar_fix/node_modules/.bun/date-fns@4.1.0/node_modules/date-fns/fp/nextMonday.cjs</a:t>
            </a:r>
          </a:p>
          <a:p>
            <a:pPr>
              <a:defRPr sz="1200"/>
            </a:pPr>
            <a:r>
              <a:t>D:/pasar_fix/node_modules/.bun/date-fns@4.1.0/node_modules/date-fns/fp/nextMonday.d.cts</a:t>
            </a:r>
          </a:p>
          <a:p>
            <a:pPr>
              <a:defRPr sz="1200"/>
            </a:pPr>
            <a:r>
              <a:t>D:/pasar_fix/node_modules/.bun/date-fns@4.1.0/node_modules/date-fns/fp/nextMonday.d.ts</a:t>
            </a:r>
          </a:p>
          <a:p>
            <a:pPr>
              <a:defRPr sz="1200"/>
            </a:pPr>
            <a:r>
              <a:t>D:/pasar_fix/node_modules/.bun/date-fns@4.1.0/node_modules/date-fns/fp/nextMonday.js</a:t>
            </a:r>
          </a:p>
          <a:p>
            <a:pPr>
              <a:defRPr sz="1200"/>
            </a:pPr>
            <a:r>
              <a:t>D:/pasar_fix/node_modules/.bun/date-fns@4.1.0/node_modules/date-fns/fp/nextMondayWithOptions.cjs</a:t>
            </a:r>
          </a:p>
          <a:p>
            <a:pPr>
              <a:defRPr sz="1200"/>
            </a:pPr>
            <a:r>
              <a:t>D:/pasar_fix/node_modules/.bun/date-fns@4.1.0/node_modules/date-fns/fp/nextMondayWithOptions.d.cts</a:t>
            </a:r>
          </a:p>
          <a:p>
            <a:pPr>
              <a:defRPr sz="1200"/>
            </a:pPr>
            <a:r>
              <a:t>D:/pasar_fix/node_modules/.bun/date-fns@4.1.0/node_modules/date-fns/fp/nextMondayWithOptions.d.ts</a:t>
            </a:r>
          </a:p>
          <a:p>
            <a:pPr>
              <a:defRPr sz="1200"/>
            </a:pPr>
            <a:r>
              <a:t>D:/pasar_fix/node_modules/.bun/date-fns@4.1.0/node_modules/date-fns/fp/nextMondayWithOptions.js</a:t>
            </a:r>
          </a:p>
          <a:p>
            <a:pPr>
              <a:defRPr sz="1200"/>
            </a:pPr>
            <a:r>
              <a:t>D:/pasar_fix/node_modules/.bun/date-fns@4.1.0/node_modules/date-fns/fp/nextSaturday.cjs</a:t>
            </a:r>
          </a:p>
          <a:p>
            <a:pPr>
              <a:defRPr sz="1200"/>
            </a:pPr>
            <a:r>
              <a:t>D:/pasar_fix/node_modules/.bun/date-fns@4.1.0/node_modules/date-fns/fp/nextSaturday.d.cts</a:t>
            </a:r>
          </a:p>
          <a:p>
            <a:pPr>
              <a:defRPr sz="1200"/>
            </a:pPr>
            <a:r>
              <a:t>D:/pasar_fix/node_modules/.bun/date-fns@4.1.0/node_modules/date-fns/fp/nextSaturday.d.ts</a:t>
            </a:r>
          </a:p>
          <a:p>
            <a:pPr>
              <a:defRPr sz="1200"/>
            </a:pPr>
            <a:r>
              <a:t>D:/pasar_fix/node_modules/.bun/date-fns@4.1.0/node_modules/date-fns/fp/nextSaturday.js</a:t>
            </a:r>
          </a:p>
          <a:p>
            <a:pPr>
              <a:defRPr sz="1200"/>
            </a:pPr>
            <a:r>
              <a:t>D:/pasar_fix/node_modules/.bun/date-fns@4.1.0/node_modules/date-fns/fp/nextSaturdayWithOptions.cjs</a:t>
            </a:r>
          </a:p>
          <a:p>
            <a:pPr>
              <a:defRPr sz="1200"/>
            </a:pPr>
            <a:r>
              <a:t>D:/pasar_fix/node_modules/.bun/date-fns@4.1.0/node_modules/date-fns/fp/nextSaturdayWithOptions.d.cts</a:t>
            </a:r>
          </a:p>
          <a:p>
            <a:pPr>
              <a:defRPr sz="1200"/>
            </a:pPr>
            <a:r>
              <a:t>D:/pasar_fix/node_modules/.bun/date-fns@4.1.0/node_modules/date-fns/fp/nextSaturdayWithOptions.d.ts</a:t>
            </a:r>
          </a:p>
          <a:p>
            <a:pPr>
              <a:defRPr sz="1200"/>
            </a:pPr>
            <a:r>
              <a:t>D:/pasar_fix/node_modules/.bun/date-fns@4.1.0/node_modules/date-fns/fp/nextSaturdayWithOptions.js</a:t>
            </a:r>
          </a:p>
          <a:p>
            <a:pPr>
              <a:defRPr sz="1200"/>
            </a:pPr>
            <a:r>
              <a:t>D:/pasar_fix/node_modules/.bun/date-fns@4.1.0/node_modules/date-fns/fp/nextSunday.cjs</a:t>
            </a:r>
          </a:p>
          <a:p>
            <a:pPr>
              <a:defRPr sz="1200"/>
            </a:pPr>
            <a:r>
              <a:t>D:/pasar_fix/node_modules/.bun/date-fns@4.1.0/node_modules/date-fns/fp/nextSunday.d.cts</a:t>
            </a:r>
          </a:p>
          <a:p>
            <a:pPr>
              <a:defRPr sz="1200"/>
            </a:pPr>
            <a:r>
              <a:t>D:/pasar_fix/node_modules/.bun/date-fns@4.1.0/node_modules/date-fns/fp/nextSunday.d.ts</a:t>
            </a:r>
          </a:p>
          <a:p>
            <a:pPr>
              <a:defRPr sz="1200"/>
            </a:pPr>
            <a:r>
              <a:t>D:/pasar_fix/node_modules/.bun/date-fns@4.1.0/node_modules/date-fns/fp/nextSunday.js</a:t>
            </a:r>
          </a:p>
          <a:p>
            <a:pPr>
              <a:defRPr sz="1200"/>
            </a:pPr>
            <a:r>
              <a:t>D:/pasar_fix/node_modules/.bun/date-fns@4.1.0/node_modules/date-fns/fp/nextSundayWithOptions.cjs</a:t>
            </a:r>
          </a:p>
          <a:p>
            <a:pPr>
              <a:defRPr sz="1200"/>
            </a:pPr>
            <a:r>
              <a:t>D:/pasar_fix/node_modules/.bun/date-fns@4.1.0/node_modules/date-fns/fp/nextSundayWithOptions.d.cts</a:t>
            </a:r>
          </a:p>
          <a:p>
            <a:pPr>
              <a:defRPr sz="1200"/>
            </a:pPr>
            <a:r>
              <a:t>D:/pasar_fix/node_modules/.bun/date-fns@4.1.0/node_modules/date-fns/fp/nextSundayWithOptions.d.ts</a:t>
            </a:r>
          </a:p>
          <a:p>
            <a:pPr>
              <a:defRPr sz="1200"/>
            </a:pPr>
            <a:r>
              <a:t>D:/pasar_fix/node_modules/.bun/date-fns@4.1.0/node_modules/date-fns/fp/nextSundayWithOptions.js</a:t>
            </a:r>
          </a:p>
          <a:p>
            <a:pPr>
              <a:defRPr sz="1200"/>
            </a:pPr>
            <a:r>
              <a:t>D:/pasar_fix/node_modules/.bun/date-fns@4.1.0/node_modules/date-fns/fp/nextThursday.cjs</a:t>
            </a:r>
          </a:p>
          <a:p>
            <a:pPr>
              <a:defRPr sz="1200"/>
            </a:pPr>
            <a:r>
              <a:t>D:/pasar_fix/node_modules/.bun/date-fns@4.1.0/node_modules/date-fns/fp/nextThursday.d.cts</a:t>
            </a:r>
          </a:p>
          <a:p>
            <a:pPr>
              <a:defRPr sz="1200"/>
            </a:pPr>
            <a:r>
              <a:t>D:/pasar_fix/node_modules/.bun/date-fns@4.1.0/node_modules/date-fns/fp/nextThursday.d.ts</a:t>
            </a:r>
          </a:p>
          <a:p>
            <a:pPr>
              <a:defRPr sz="1200"/>
            </a:pPr>
            <a:r>
              <a:t>D:/pasar_fix/node_modules/.bun/date-fns@4.1.0/node_modules/date-fns/fp/nextThursday.js</a:t>
            </a:r>
          </a:p>
          <a:p>
            <a:pPr>
              <a:defRPr sz="1200"/>
            </a:pPr>
            <a:r>
              <a:t>D:/pasar_fix/node_modules/.bun/date-fns@4.1.0/node_modules/date-fns/fp/nextThursdayWithOptions.cjs</a:t>
            </a:r>
          </a:p>
          <a:p>
            <a:pPr>
              <a:defRPr sz="1200"/>
            </a:pPr>
            <a:r>
              <a:t>D:/pasar_fix/node_modules/.bun/date-fns@4.1.0/node_modules/date-fns/fp/nextThursdayWithOptions.d.cts</a:t>
            </a:r>
          </a:p>
          <a:p>
            <a:pPr>
              <a:defRPr sz="1200"/>
            </a:pPr>
            <a:r>
              <a:t>D:/pasar_fix/node_modules/.bun/date-fns@4.1.0/node_modules/date-fns/fp/nextThursdayWithOptions.d.ts</a:t>
            </a:r>
          </a:p>
          <a:p>
            <a:pPr>
              <a:defRPr sz="1200"/>
            </a:pPr>
            <a:r>
              <a:t>D:/pasar_fix/node_modules/.bun/date-fns@4.1.0/node_modules/date-fns/fp/nextThursdayWithOptions.js</a:t>
            </a:r>
          </a:p>
          <a:p>
            <a:pPr>
              <a:defRPr sz="1200"/>
            </a:pPr>
            <a:r>
              <a:t>D:/pasar_fix/node_modules/.bun/date-fns@4.1.0/node_modules/date-fns/fp/nextTuesday.cjs</a:t>
            </a:r>
          </a:p>
          <a:p>
            <a:pPr>
              <a:defRPr sz="1200"/>
            </a:pPr>
            <a:r>
              <a:t>D:/pasar_fix/node_modules/.bun/date-fns@4.1.0/node_modules/date-fns/fp/nextTuesday.d.cts</a:t>
            </a:r>
          </a:p>
          <a:p>
            <a:pPr>
              <a:defRPr sz="1200"/>
            </a:pPr>
            <a:r>
              <a:t>D:/pasar_fix/node_modules/.bun/date-fns@4.1.0/node_modules/date-fns/fp/nextTuesday.d.ts</a:t>
            </a:r>
          </a:p>
          <a:p>
            <a:pPr>
              <a:defRPr sz="1200"/>
            </a:pPr>
            <a:r>
              <a:t>D:/pasar_fix/node_modules/.bun/date-fns@4.1.0/node_modules/date-fns/fp/nextTuesday.js</a:t>
            </a:r>
          </a:p>
          <a:p>
            <a:pPr>
              <a:defRPr sz="1200"/>
            </a:pPr>
            <a:r>
              <a:t>D:/pasar_fix/node_modules/.bun/date-fns@4.1.0/node_modules/date-fns/fp/nextTuesdayWithOptions.cjs</a:t>
            </a:r>
          </a:p>
          <a:p>
            <a:pPr>
              <a:defRPr sz="1200"/>
            </a:pPr>
            <a:r>
              <a:t>D:/pasar_fix/node_modules/.bun/date-fns@4.1.0/node_modules/date-fns/fp/nextTuesdayWithOptions.d.cts</a:t>
            </a:r>
          </a:p>
          <a:p>
            <a:pPr>
              <a:defRPr sz="1200"/>
            </a:pPr>
            <a:r>
              <a:t>D:/pasar_fix/node_modules/.bun/date-fns@4.1.0/node_modules/date-fns/fp/nextTuesdayWithOptions.d.ts</a:t>
            </a:r>
          </a:p>
          <a:p>
            <a:pPr>
              <a:defRPr sz="1200"/>
            </a:pPr>
            <a:r>
              <a:t>D:/pasar_fix/node_modules/.bun/date-fns@4.1.0/node_modules/date-fns/fp/nextTuesdayWithOptions.js</a:t>
            </a:r>
          </a:p>
          <a:p>
            <a:pPr>
              <a:defRPr sz="1200"/>
            </a:pPr>
            <a:r>
              <a:t>D:/pasar_fix/node_modules/.bun/date-fns@4.1.0/node_modules/date-fns/fp/nextWednesday.cjs</a:t>
            </a:r>
          </a:p>
          <a:p>
            <a:pPr>
              <a:defRPr sz="1200"/>
            </a:pPr>
            <a:r>
              <a:t>D:/pasar_fix/node_modules/.bun/date-fns@4.1.0/node_modules/date-fns/fp/nextWednesday.d.cts</a:t>
            </a:r>
          </a:p>
          <a:p>
            <a:pPr>
              <a:defRPr sz="1200"/>
            </a:pPr>
            <a:r>
              <a:t>D:/pasar_fix/node_modules/.bun/date-fns@4.1.0/node_modules/date-fns/fp/nextWednesday.d.ts</a:t>
            </a:r>
          </a:p>
          <a:p>
            <a:pPr>
              <a:defRPr sz="1200"/>
            </a:pPr>
            <a:r>
              <a:t>D:/pasar_fix/node_modules/.bun/date-fns@4.1.0/node_modules/date-fns/fp/nextWednesday.js</a:t>
            </a:r>
          </a:p>
          <a:p>
            <a:pPr>
              <a:defRPr sz="1200"/>
            </a:pPr>
            <a:r>
              <a:t>D:/pasar_fix/node_modules/.bun/date-fns@4.1.0/node_modules/date-fns/fp/nextWednesdayWithOptions.cjs</a:t>
            </a:r>
          </a:p>
          <a:p>
            <a:pPr>
              <a:defRPr sz="1200"/>
            </a:pPr>
            <a:r>
              <a:t>D:/pasar_fix/node_modules/.bun/date-fns@4.1.0/node_modules/date-fns/fp/nextWednesdayWithOptions.d.cts</a:t>
            </a:r>
          </a:p>
          <a:p>
            <a:pPr>
              <a:defRPr sz="1200"/>
            </a:pPr>
            <a:r>
              <a:t>D:/pasar_fix/node_modules/.bun/date-fns@4.1.0/node_modules/date-fns/fp/nextWednesdayWithOptions.d.ts</a:t>
            </a:r>
          </a:p>
          <a:p>
            <a:pPr>
              <a:defRPr sz="1200"/>
            </a:pPr>
            <a:r>
              <a:t>D:/pasar_fix/node_modules/.bun/date-fns@4.1.0/node_modules/date-fns/fp/nextWednesdayWithOptions.js</a:t>
            </a:r>
          </a:p>
          <a:p>
            <a:pPr>
              <a:defRPr sz="1200"/>
            </a:pPr>
            <a:r>
              <a:t>D:/pasar_fix/node_modules/.bun/date-fns@4.1.0/node_modules/date-fns/fp/parse.cjs</a:t>
            </a:r>
          </a:p>
          <a:p>
            <a:pPr>
              <a:defRPr sz="1200"/>
            </a:pPr>
            <a:r>
              <a:t>D:/pasar_fix/node_modules/.bun/date-fns@4.1.0/node_modules/date-fns/fp/parse.d.cts</a:t>
            </a:r>
          </a:p>
          <a:p>
            <a:pPr>
              <a:defRPr sz="1200"/>
            </a:pPr>
            <a:r>
              <a:t>D:/pasar_fix/node_modules/.bun/date-fns@4.1.0/node_modules/date-fns/fp/parse.d.ts</a:t>
            </a:r>
          </a:p>
          <a:p>
            <a:pPr>
              <a:defRPr sz="1200"/>
            </a:pPr>
            <a:r>
              <a:t>D:/pasar_fix/node_modules/.bun/date-fns@4.1.0/node_modules/date-fns/fp/parse.js</a:t>
            </a:r>
          </a:p>
          <a:p>
            <a:pPr>
              <a:defRPr sz="1200"/>
            </a:pPr>
            <a:r>
              <a:t>D:/pasar_fix/node_modules/.bun/date-fns@4.1.0/node_modules/date-fns/fp/parseISO.cjs</a:t>
            </a:r>
          </a:p>
          <a:p>
            <a:pPr>
              <a:defRPr sz="1200"/>
            </a:pPr>
            <a:r>
              <a:t>D:/pasar_fix/node_modules/.bun/date-fns@4.1.0/node_modules/date-fns/fp/parseISO.d.cts</a:t>
            </a:r>
          </a:p>
          <a:p>
            <a:pPr>
              <a:defRPr sz="1200"/>
            </a:pPr>
            <a:r>
              <a:t>D:/pasar_fix/node_modules/.bun/date-fns@4.1.0/node_modules/date-fns/fp/parseISO.d.ts</a:t>
            </a:r>
          </a:p>
          <a:p>
            <a:pPr>
              <a:defRPr sz="1200"/>
            </a:pPr>
            <a:r>
              <a:t>D:/pasar_fix/node_modules/.bun/date-fns@4.1.0/node_modules/date-fns/fp/parseISO.js</a:t>
            </a:r>
          </a:p>
          <a:p>
            <a:pPr>
              <a:defRPr sz="1200"/>
            </a:pPr>
            <a:r>
              <a:t>D:/pasar_fix/node_modules/.bun/date-fns@4.1.0/node_modules/date-fns/fp/parseISOWithOptions.cjs</a:t>
            </a:r>
          </a:p>
          <a:p>
            <a:pPr>
              <a:defRPr sz="1200"/>
            </a:pPr>
            <a:r>
              <a:t>D:/pasar_fix/node_modules/.bun/date-fns@4.1.0/node_modules/date-fns/fp/parseISOWithOptions.d.cts</a:t>
            </a:r>
          </a:p>
          <a:p>
            <a:pPr>
              <a:defRPr sz="1200"/>
            </a:pPr>
            <a:r>
              <a:t>D:/pasar_fix/node_modules/.bun/date-fns@4.1.0/node_modules/date-fns/fp/parseISOWithOptions.d.ts</a:t>
            </a:r>
          </a:p>
          <a:p>
            <a:pPr>
              <a:defRPr sz="1200"/>
            </a:pPr>
            <a:r>
              <a:t>D:/pasar_fix/node_modules/.bun/date-fns@4.1.0/node_modules/date-fns/fp/parseISOWithOptions.js</a:t>
            </a:r>
          </a:p>
          <a:p>
            <a:pPr>
              <a:defRPr sz="1200"/>
            </a:pPr>
            <a:r>
              <a:t>D:/pasar_fix/node_modules/.bun/date-fns@4.1.0/node_modules/date-fns/fp/parseJSON.cjs</a:t>
            </a:r>
          </a:p>
          <a:p>
            <a:pPr>
              <a:defRPr sz="1200"/>
            </a:pPr>
            <a:r>
              <a:t>D:/pasar_fix/node_modules/.bun/date-fns@4.1.0/node_modules/date-fns/fp/parseJSON.d.cts</a:t>
            </a:r>
          </a:p>
          <a:p>
            <a:pPr>
              <a:defRPr sz="1200"/>
            </a:pPr>
            <a:r>
              <a:t>D:/pasar_fix/node_modules/.bun/date-fns@4.1.0/node_modules/date-fns/fp/parseJSON.d.ts</a:t>
            </a:r>
          </a:p>
          <a:p>
            <a:pPr>
              <a:defRPr sz="1200"/>
            </a:pPr>
            <a:r>
              <a:t>D:/pasar_fix/node_modules/.bun/date-fns@4.1.0/node_modules/date-fns/fp/parseJSON.js</a:t>
            </a:r>
          </a:p>
          <a:p>
            <a:pPr>
              <a:defRPr sz="1200"/>
            </a:pPr>
            <a:r>
              <a:t>D:/pasar_fix/node_modules/.bun/date-fns@4.1.0/node_modules/date-fns/fp/parseJSONWithOptions.cjs</a:t>
            </a:r>
          </a:p>
          <a:p>
            <a:pPr>
              <a:defRPr sz="1200"/>
            </a:pPr>
            <a:r>
              <a:t>D:/pasar_fix/node_modules/.bun/date-fns@4.1.0/node_modules/date-fns/fp/parseJSONWithOptions.d.cts</a:t>
            </a:r>
          </a:p>
          <a:p>
            <a:pPr>
              <a:defRPr sz="1200"/>
            </a:pPr>
            <a:r>
              <a:t>D:/pasar_fix/node_modules/.bun/date-fns@4.1.0/node_modules/date-fns/fp/parseJSONWithOptions.d.ts</a:t>
            </a:r>
          </a:p>
          <a:p>
            <a:pPr>
              <a:defRPr sz="1200"/>
            </a:pPr>
            <a:r>
              <a:t>D:/pasar_fix/node_modules/.bun/date-fns@4.1.0/node_modules/date-fns/fp/parseJSONWithOptions.js</a:t>
            </a:r>
          </a:p>
          <a:p>
            <a:pPr>
              <a:defRPr sz="1200"/>
            </a:pPr>
            <a:r>
              <a:t>D:/pasar_fix/node_modules/.bun/date-fns@4.1.0/node_modules/date-fns/fp/parseWithOptions.cjs</a:t>
            </a:r>
          </a:p>
          <a:p>
            <a:pPr>
              <a:defRPr sz="1200"/>
            </a:pPr>
            <a:r>
              <a:t>D:/pasar_fix/node_modules/.bun/date-fns@4.1.0/node_modules/date-fns/fp/parseWithOptions.d.cts</a:t>
            </a:r>
          </a:p>
          <a:p>
            <a:pPr>
              <a:defRPr sz="1200"/>
            </a:pPr>
            <a:r>
              <a:t>D:/pasar_fix/node_modules/.bun/date-fns@4.1.0/node_modules/date-fns/fp/parseWithOptions.d.ts</a:t>
            </a:r>
          </a:p>
          <a:p>
            <a:pPr>
              <a:defRPr sz="1200"/>
            </a:pPr>
            <a:r>
              <a:t>D:/pasar_fix/node_modules/.bun/date-fns@4.1.0/node_modules/date-fns/fp/parseWithOptions.js</a:t>
            </a:r>
          </a:p>
          <a:p>
            <a:pPr>
              <a:defRPr sz="1200"/>
            </a:pPr>
            <a:r>
              <a:t>D:/pasar_fix/node_modules/.bun/date-fns@4.1.0/node_modules/date-fns/fp/previousDay.cjs</a:t>
            </a:r>
          </a:p>
          <a:p>
            <a:pPr>
              <a:defRPr sz="1200"/>
            </a:pPr>
            <a:r>
              <a:t>D:/pasar_fix/node_modules/.bun/date-fns@4.1.0/node_modules/date-fns/fp/previousDay.d.cts</a:t>
            </a:r>
          </a:p>
          <a:p>
            <a:pPr>
              <a:defRPr sz="1200"/>
            </a:pPr>
            <a:r>
              <a:t>D:/pasar_fix/node_modules/.bun/date-fns@4.1.0/node_modules/date-fns/fp/previousDay.d.ts</a:t>
            </a:r>
          </a:p>
          <a:p>
            <a:pPr>
              <a:defRPr sz="1200"/>
            </a:pPr>
            <a:r>
              <a:t>D:/pasar_fix/node_modules/.bun/date-fns@4.1.0/node_modules/date-fns/fp/previousDay.js</a:t>
            </a:r>
          </a:p>
          <a:p>
            <a:pPr>
              <a:defRPr sz="1200"/>
            </a:pPr>
            <a:r>
              <a:t>D:/pasar_fix/node_modules/.bun/date-fns@4.1.0/node_modules/date-fns/fp/previousDayWithOptions.cjs</a:t>
            </a:r>
          </a:p>
          <a:p>
            <a:pPr>
              <a:defRPr sz="1200"/>
            </a:pPr>
            <a:r>
              <a:t>D:/pasar_fix/node_modules/.bun/date-fns@4.1.0/node_modules/date-fns/fp/previousDayWithOptions.d.cts</a:t>
            </a:r>
          </a:p>
          <a:p>
            <a:pPr>
              <a:defRPr sz="1200"/>
            </a:pPr>
            <a:r>
              <a:t>D:/pasar_fix/node_modules/.bun/date-fns@4.1.0/node_modules/date-fns/fp/previousDayWithOptions.d.ts</a:t>
            </a:r>
          </a:p>
          <a:p>
            <a:pPr>
              <a:defRPr sz="1200"/>
            </a:pPr>
            <a:r>
              <a:t>D:/pasar_fix/node_modules/.bun/date-fns@4.1.0/node_modules/date-fns/fp/previousDayWithOptions.js</a:t>
            </a:r>
          </a:p>
          <a:p>
            <a:pPr>
              <a:defRPr sz="1200"/>
            </a:pPr>
            <a:r>
              <a:t>D:/pasar_fix/node_modules/.bun/date-fns@4.1.0/node_modules/date-fns/fp/previousFriday.cjs</a:t>
            </a:r>
          </a:p>
          <a:p>
            <a:pPr>
              <a:defRPr sz="1200"/>
            </a:pPr>
            <a:r>
              <a:t>D:/pasar_fix/node_modules/.bun/date-fns@4.1.0/node_modules/date-fns/fp/previousFriday.d.cts</a:t>
            </a:r>
          </a:p>
          <a:p>
            <a:pPr>
              <a:defRPr sz="1200"/>
            </a:pPr>
            <a:r>
              <a:t>D:/pasar_fix/node_modules/.bun/date-fns@4.1.0/node_modules/date-fns/fp/previousFriday.d.ts</a:t>
            </a:r>
          </a:p>
          <a:p>
            <a:pPr>
              <a:defRPr sz="1200"/>
            </a:pPr>
            <a:r>
              <a:t>D:/pasar_fix/node_modules/.bun/date-fns@4.1.0/node_modules/date-fns/fp/previousFriday.js</a:t>
            </a:r>
          </a:p>
          <a:p>
            <a:pPr>
              <a:defRPr sz="1200"/>
            </a:pPr>
            <a:r>
              <a:t>D:/pasar_fix/node_modules/.bun/date-fns@4.1.0/node_modules/date-fns/fp/previousFridayWithOptions.cjs</a:t>
            </a:r>
          </a:p>
          <a:p>
            <a:pPr>
              <a:defRPr sz="1200"/>
            </a:pPr>
            <a:r>
              <a:t>D:/pasar_fix/node_modules/.bun/date-fns@4.1.0/node_modules/date-fns/fp/previousFridayWithOptions.d.cts</a:t>
            </a:r>
          </a:p>
          <a:p>
            <a:pPr>
              <a:defRPr sz="1200"/>
            </a:pPr>
            <a:r>
              <a:t>D:/pasar_fix/node_modules/.bun/date-fns@4.1.0/node_modules/date-fns/fp/previousFridayWithOptions.d.ts</a:t>
            </a:r>
          </a:p>
          <a:p>
            <a:pPr>
              <a:defRPr sz="1200"/>
            </a:pPr>
            <a:r>
              <a:t>D:/pasar_fix/node_modules/.bun/date-fns@4.1.0/node_modules/date-fns/fp/previousFridayWithOptions.js</a:t>
            </a:r>
          </a:p>
          <a:p>
            <a:pPr>
              <a:defRPr sz="1200"/>
            </a:pPr>
            <a:r>
              <a:t>D:/pasar_fix/node_modules/.bun/date-fns@4.1.0/node_modules/date-fns/fp/previousMonday.cjs</a:t>
            </a:r>
          </a:p>
          <a:p>
            <a:pPr>
              <a:defRPr sz="1200"/>
            </a:pPr>
            <a:r>
              <a:t>D:/pasar_fix/node_modules/.bun/date-fns@4.1.0/node_modules/date-fns/fp/previousMonday.d.cts</a:t>
            </a:r>
          </a:p>
          <a:p>
            <a:pPr>
              <a:defRPr sz="1200"/>
            </a:pPr>
            <a:r>
              <a:t>D:/pasar_fix/node_modules/.bun/date-fns@4.1.0/node_modules/date-fns/fp/previousMonday.d.ts</a:t>
            </a:r>
          </a:p>
          <a:p>
            <a:pPr>
              <a:defRPr sz="1200"/>
            </a:pPr>
            <a:r>
              <a:t>D:/pasar_fix/node_modules/.bun/date-fns@4.1.0/node_modules/date-fns/fp/previousMonday.js</a:t>
            </a:r>
          </a:p>
          <a:p>
            <a:pPr>
              <a:defRPr sz="1200"/>
            </a:pPr>
            <a:r>
              <a:t>D:/pasar_fix/node_modules/.bun/date-fns@4.1.0/node_modules/date-fns/fp/previousMondayWithOptions.cjs</a:t>
            </a:r>
          </a:p>
          <a:p>
            <a:pPr>
              <a:defRPr sz="1200"/>
            </a:pPr>
            <a:r>
              <a:t>D:/pasar_fix/node_modules/.bun/date-fns@4.1.0/node_modules/date-fns/fp/previousMondayWithOptions.d.cts</a:t>
            </a:r>
          </a:p>
          <a:p>
            <a:pPr>
              <a:defRPr sz="1200"/>
            </a:pPr>
            <a:r>
              <a:t>D:/pasar_fix/node_modules/.bun/date-fns@4.1.0/node_modules/date-fns/fp/previousMondayWithOptions.d.ts</a:t>
            </a:r>
          </a:p>
          <a:p>
            <a:pPr>
              <a:defRPr sz="1200"/>
            </a:pPr>
            <a:r>
              <a:t>D:/pasar_fix/node_modules/.bun/date-fns@4.1.0/node_modules/date-fns/fp/previousMondayWithOptions.js</a:t>
            </a:r>
          </a:p>
          <a:p>
            <a:pPr>
              <a:defRPr sz="1200"/>
            </a:pPr>
            <a:r>
              <a:t>D:/pasar_fix/node_modules/.bun/date-fns@4.1.0/node_modules/date-fns/fp/previousSaturday.cjs</a:t>
            </a:r>
          </a:p>
          <a:p>
            <a:pPr>
              <a:defRPr sz="1200"/>
            </a:pPr>
            <a:r>
              <a:t>D:/pasar_fix/node_modules/.bun/date-fns@4.1.0/node_modules/date-fns/fp/previousSaturday.d.cts</a:t>
            </a:r>
          </a:p>
          <a:p>
            <a:pPr>
              <a:defRPr sz="1200"/>
            </a:pPr>
            <a:r>
              <a:t>D:/pasar_fix/node_modules/.bun/date-fns@4.1.0/node_modules/date-fns/fp/previousSaturday.d.ts</a:t>
            </a:r>
          </a:p>
          <a:p>
            <a:pPr>
              <a:defRPr sz="1200"/>
            </a:pPr>
            <a:r>
              <a:t>D:/pasar_fix/node_modules/.bun/date-fns@4.1.0/node_modules/date-fns/fp/previousSaturday.js</a:t>
            </a:r>
          </a:p>
          <a:p>
            <a:pPr>
              <a:defRPr sz="1200"/>
            </a:pPr>
            <a:r>
              <a:t>D:/pasar_fix/node_modules/.bun/date-fns@4.1.0/node_modules/date-fns/fp/previousSaturdayWithOptions.cjs</a:t>
            </a:r>
          </a:p>
          <a:p>
            <a:pPr>
              <a:defRPr sz="1200"/>
            </a:pPr>
            <a:r>
              <a:t>D:/pasar_fix/node_modules/.bun/date-fns@4.1.0/node_modules/date-fns/fp/previousSaturdayWithOptions.d.cts</a:t>
            </a:r>
          </a:p>
          <a:p>
            <a:pPr>
              <a:defRPr sz="1200"/>
            </a:pPr>
            <a:r>
              <a:t>D:/pasar_fix/node_modules/.bun/date-fns@4.1.0/node_modules/date-fns/fp/previousSaturdayWithOptions.d.ts</a:t>
            </a:r>
          </a:p>
          <a:p>
            <a:pPr>
              <a:defRPr sz="1200"/>
            </a:pPr>
            <a:r>
              <a:t>D:/pasar_fix/node_modules/.bun/date-fns@4.1.0/node_modules/date-fns/fp/previousSaturdayWithOptions.js</a:t>
            </a:r>
          </a:p>
          <a:p>
            <a:pPr>
              <a:defRPr sz="1200"/>
            </a:pPr>
            <a:r>
              <a:t>D:/pasar_fix/node_modules/.bun/date-fns@4.1.0/node_modules/date-fns/fp/previousSunday.cjs</a:t>
            </a:r>
          </a:p>
          <a:p>
            <a:pPr>
              <a:defRPr sz="1200"/>
            </a:pPr>
            <a:r>
              <a:t>D:/pasar_fix/node_modules/.bun/date-fns@4.1.0/node_modules/date-fns/fp/previousSunday.d.cts</a:t>
            </a:r>
          </a:p>
          <a:p>
            <a:pPr>
              <a:defRPr sz="1200"/>
            </a:pPr>
            <a:r>
              <a:t>D:/pasar_fix/node_modules/.bun/date-fns@4.1.0/node_modules/date-fns/fp/previousSunday.d.ts</a:t>
            </a:r>
          </a:p>
          <a:p>
            <a:pPr>
              <a:defRPr sz="1200"/>
            </a:pPr>
            <a:r>
              <a:t>D:/pasar_fix/node_modules/.bun/date-fns@4.1.0/node_modules/date-fns/fp/previousSunday.js</a:t>
            </a:r>
          </a:p>
          <a:p>
            <a:pPr>
              <a:defRPr sz="1200"/>
            </a:pPr>
            <a:r>
              <a:t>D:/pasar_fix/node_modules/.bun/date-fns@4.1.0/node_modules/date-fns/fp/previousSundayWithOptions.cjs</a:t>
            </a:r>
          </a:p>
          <a:p>
            <a:pPr>
              <a:defRPr sz="1200"/>
            </a:pPr>
            <a:r>
              <a:t>D:/pasar_fix/node_modules/.bun/date-fns@4.1.0/node_modules/date-fns/fp/previousSundayWithOptions.d.cts</a:t>
            </a:r>
          </a:p>
          <a:p>
            <a:pPr>
              <a:defRPr sz="1200"/>
            </a:pPr>
            <a:r>
              <a:t>D:/pasar_fix/node_modules/.bun/date-fns@4.1.0/node_modules/date-fns/fp/previousSundayWithOptions.d.ts</a:t>
            </a:r>
          </a:p>
          <a:p>
            <a:pPr>
              <a:defRPr sz="1200"/>
            </a:pPr>
            <a:r>
              <a:t>D:/pasar_fix/node_modules/.bun/date-fns@4.1.0/node_modules/date-fns/fp/previousSundayWithOptions.js</a:t>
            </a:r>
          </a:p>
          <a:p>
            <a:pPr>
              <a:defRPr sz="1200"/>
            </a:pPr>
            <a:r>
              <a:t>D:/pasar_fix/node_modules/.bun/date-fns@4.1.0/node_modules/date-fns/fp/previousThursday.cjs</a:t>
            </a:r>
          </a:p>
          <a:p>
            <a:pPr>
              <a:defRPr sz="1200"/>
            </a:pPr>
            <a:r>
              <a:t>D:/pasar_fix/node_modules/.bun/date-fns@4.1.0/node_modules/date-fns/fp/previousThursday.d.cts</a:t>
            </a:r>
          </a:p>
          <a:p>
            <a:pPr>
              <a:defRPr sz="1200"/>
            </a:pPr>
            <a:r>
              <a:t>D:/pasar_fix/node_modules/.bun/date-fns@4.1.0/node_modules/date-fns/fp/previousThursday.d.ts</a:t>
            </a:r>
          </a:p>
          <a:p>
            <a:pPr>
              <a:defRPr sz="1200"/>
            </a:pPr>
            <a:r>
              <a:t>D:/pasar_fix/node_modules/.bun/date-fns@4.1.0/node_modules/date-fns/fp/previousThursday.js</a:t>
            </a:r>
          </a:p>
          <a:p>
            <a:pPr>
              <a:defRPr sz="1200"/>
            </a:pPr>
            <a:r>
              <a:t>D:/pasar_fix/node_modules/.bun/date-fns@4.1.0/node_modules/date-fns/fp/previousThursdayWithOptions.cjs</a:t>
            </a:r>
          </a:p>
          <a:p>
            <a:pPr>
              <a:defRPr sz="1200"/>
            </a:pPr>
            <a:r>
              <a:t>D:/pasar_fix/node_modules/.bun/date-fns@4.1.0/node_modules/date-fns/fp/previousThursdayWithOptions.d.cts</a:t>
            </a:r>
          </a:p>
          <a:p>
            <a:pPr>
              <a:defRPr sz="1200"/>
            </a:pPr>
            <a:r>
              <a:t>D:/pasar_fix/node_modules/.bun/date-fns@4.1.0/node_modules/date-fns/fp/previousThursdayWithOptions.d.ts</a:t>
            </a:r>
          </a:p>
          <a:p>
            <a:pPr>
              <a:defRPr sz="1200"/>
            </a:pPr>
            <a:r>
              <a:t>D:/pasar_fix/node_modules/.bun/date-fns@4.1.0/node_modules/date-fns/fp/previousThursdayWithOptions.js</a:t>
            </a:r>
          </a:p>
          <a:p>
            <a:pPr>
              <a:defRPr sz="1200"/>
            </a:pPr>
            <a:r>
              <a:t>D:/pasar_fix/node_modules/.bun/date-fns@4.1.0/node_modules/date-fns/fp/previousTuesday.cjs</a:t>
            </a:r>
          </a:p>
          <a:p>
            <a:pPr>
              <a:defRPr sz="1200"/>
            </a:pPr>
            <a:r>
              <a:t>D:/pasar_fix/node_modules/.bun/date-fns@4.1.0/node_modules/date-fns/fp/previousTuesday.d.cts</a:t>
            </a:r>
          </a:p>
          <a:p>
            <a:pPr>
              <a:defRPr sz="1200"/>
            </a:pPr>
            <a:r>
              <a:t>D:/pasar_fix/node_modules/.bun/date-fns@4.1.0/node_modules/date-fns/fp/previousTuesday.d.ts</a:t>
            </a:r>
          </a:p>
          <a:p>
            <a:pPr>
              <a:defRPr sz="1200"/>
            </a:pPr>
            <a:r>
              <a:t>D:/pasar_fix/node_modules/.bun/date-fns@4.1.0/node_modules/date-fns/fp/previousTuesday.js</a:t>
            </a:r>
          </a:p>
          <a:p>
            <a:pPr>
              <a:defRPr sz="1200"/>
            </a:pPr>
            <a:r>
              <a:t>D:/pasar_fix/node_modules/.bun/date-fns@4.1.0/node_modules/date-fns/fp/previousTuesdayWithOptions.cjs</a:t>
            </a:r>
          </a:p>
          <a:p>
            <a:pPr>
              <a:defRPr sz="1200"/>
            </a:pPr>
            <a:r>
              <a:t>D:/pasar_fix/node_modules/.bun/date-fns@4.1.0/node_modules/date-fns/fp/previousTuesdayWithOptions.d.cts</a:t>
            </a:r>
          </a:p>
          <a:p>
            <a:pPr>
              <a:defRPr sz="1200"/>
            </a:pPr>
            <a:r>
              <a:t>D:/pasar_fix/node_modules/.bun/date-fns@4.1.0/node_modules/date-fns/fp/previousTuesdayWithOptions.d.ts</a:t>
            </a:r>
          </a:p>
          <a:p>
            <a:pPr>
              <a:defRPr sz="1200"/>
            </a:pPr>
            <a:r>
              <a:t>D:/pasar_fix/node_modules/.bun/date-fns@4.1.0/node_modules/date-fns/fp/previousTuesdayWithOptions.js</a:t>
            </a:r>
          </a:p>
          <a:p>
            <a:pPr>
              <a:defRPr sz="1200"/>
            </a:pPr>
            <a:r>
              <a:t>D:/pasar_fix/node_modules/.bun/date-fns@4.1.0/node_modules/date-fns/fp/previousWednesday.cjs</a:t>
            </a:r>
          </a:p>
          <a:p>
            <a:pPr>
              <a:defRPr sz="1200"/>
            </a:pPr>
            <a:r>
              <a:t>D:/pasar_fix/node_modules/.bun/date-fns@4.1.0/node_modules/date-fns/fp/previousWednesday.d.cts</a:t>
            </a:r>
          </a:p>
          <a:p>
            <a:pPr>
              <a:defRPr sz="1200"/>
            </a:pPr>
            <a:r>
              <a:t>D:/pasar_fix/node_modules/.bun/date-fns@4.1.0/node_modules/date-fns/fp/previousWednesday.d.ts</a:t>
            </a:r>
          </a:p>
          <a:p>
            <a:pPr>
              <a:defRPr sz="1200"/>
            </a:pPr>
            <a:r>
              <a:t>D:/pasar_fix/node_modules/.bun/date-fns@4.1.0/node_modules/date-fns/fp/previousWednesday.js</a:t>
            </a:r>
          </a:p>
          <a:p>
            <a:pPr>
              <a:defRPr sz="1200"/>
            </a:pPr>
            <a:r>
              <a:t>D:/pasar_fix/node_modules/.bun/date-fns@4.1.0/node_modules/date-fns/fp/previousWednesdayWithOptions.cjs</a:t>
            </a:r>
          </a:p>
          <a:p>
            <a:pPr>
              <a:defRPr sz="1200"/>
            </a:pPr>
            <a:r>
              <a:t>D:/pasar_fix/node_modules/.bun/date-fns@4.1.0/node_modules/date-fns/fp/previousWednesdayWithOptions.d.cts</a:t>
            </a:r>
          </a:p>
          <a:p>
            <a:pPr>
              <a:defRPr sz="1200"/>
            </a:pPr>
            <a:r>
              <a:t>D:/pasar_fix/node_modules/.bun/date-fns@4.1.0/node_modules/date-fns/fp/previousWednesdayWithOptions.d.ts</a:t>
            </a:r>
          </a:p>
          <a:p>
            <a:pPr>
              <a:defRPr sz="1200"/>
            </a:pPr>
            <a:r>
              <a:t>D:/pasar_fix/node_modules/.bun/date-fns@4.1.0/node_modules/date-fns/fp/previousWednesdayWithOptions.js</a:t>
            </a:r>
          </a:p>
          <a:p>
            <a:pPr>
              <a:defRPr sz="1200"/>
            </a:pPr>
            <a:r>
              <a:t>D:/pasar_fix/node_modules/.bun/date-fns@4.1.0/node_modules/date-fns/fp/quartersToMonths.cjs</a:t>
            </a:r>
          </a:p>
          <a:p>
            <a:pPr>
              <a:defRPr sz="1200"/>
            </a:pPr>
            <a:r>
              <a:t>D:/pasar_fix/node_modules/.bun/date-fns@4.1.0/node_modules/date-fns/fp/quartersToMonths.d.cts</a:t>
            </a:r>
          </a:p>
          <a:p>
            <a:pPr>
              <a:defRPr sz="1200"/>
            </a:pPr>
            <a:r>
              <a:t>D:/pasar_fix/node_modules/.bun/date-fns@4.1.0/node_modules/date-fns/fp/quartersToMonths.d.ts</a:t>
            </a:r>
          </a:p>
          <a:p>
            <a:pPr>
              <a:defRPr sz="1200"/>
            </a:pPr>
            <a:r>
              <a:t>D:/pasar_fix/node_modules/.bun/date-fns@4.1.0/node_modules/date-fns/fp/quartersToMonths.js</a:t>
            </a:r>
          </a:p>
          <a:p>
            <a:pPr>
              <a:defRPr sz="1200"/>
            </a:pPr>
            <a:r>
              <a:t>D:/pasar_fix/node_modules/.bun/date-fns@4.1.0/node_modules/date-fns/fp/quartersToYears.cjs</a:t>
            </a:r>
          </a:p>
          <a:p>
            <a:pPr>
              <a:defRPr sz="1200"/>
            </a:pPr>
            <a:r>
              <a:t>D:/pasar_fix/node_modules/.bun/date-fns@4.1.0/node_modules/date-fns/fp/quartersToYears.d.cts</a:t>
            </a:r>
          </a:p>
          <a:p>
            <a:pPr>
              <a:defRPr sz="1200"/>
            </a:pPr>
            <a:r>
              <a:t>D:/pasar_fix/node_modules/.bun/date-fns@4.1.0/node_modules/date-fns/fp/quartersToYears.d.ts</a:t>
            </a:r>
          </a:p>
          <a:p>
            <a:pPr>
              <a:defRPr sz="1200"/>
            </a:pPr>
            <a:r>
              <a:t>D:/pasar_fix/node_modules/.bun/date-fns@4.1.0/node_modules/date-fns/fp/quartersToYears.js</a:t>
            </a:r>
          </a:p>
          <a:p>
            <a:pPr>
              <a:defRPr sz="1200"/>
            </a:pPr>
            <a:r>
              <a:t>D:/pasar_fix/node_modules/.bun/date-fns@4.1.0/node_modules/date-fns/fp/roundToNearestHours.cjs</a:t>
            </a:r>
          </a:p>
          <a:p>
            <a:pPr>
              <a:defRPr sz="1200"/>
            </a:pPr>
            <a:r>
              <a:t>D:/pasar_fix/node_modules/.bun/date-fns@4.1.0/node_modules/date-fns/fp/roundToNearestHours.d.cts</a:t>
            </a:r>
          </a:p>
          <a:p>
            <a:pPr>
              <a:defRPr sz="1200"/>
            </a:pPr>
            <a:r>
              <a:t>D:/pasar_fix/node_modules/.bun/date-fns@4.1.0/node_modules/date-fns/fp/roundToNearestHours.d.ts</a:t>
            </a:r>
          </a:p>
          <a:p>
            <a:pPr>
              <a:defRPr sz="1200"/>
            </a:pPr>
            <a:r>
              <a:t>D:/pasar_fix/node_modules/.bun/date-fns@4.1.0/node_modules/date-fns/fp/roundToNearestHours.js</a:t>
            </a:r>
          </a:p>
          <a:p>
            <a:pPr>
              <a:defRPr sz="1200"/>
            </a:pPr>
            <a:r>
              <a:t>D:/pasar_fix/node_modules/.bun/date-fns@4.1.0/node_modules/date-fns/fp/roundToNearestHoursWithOptions.cjs</a:t>
            </a:r>
          </a:p>
          <a:p>
            <a:pPr>
              <a:defRPr sz="1200"/>
            </a:pPr>
            <a:r>
              <a:t>D:/pasar_fix/node_modules/.bun/date-fns@4.1.0/node_modules/date-fns/fp/roundToNearestHoursWithOptions.d.cts</a:t>
            </a:r>
          </a:p>
          <a:p>
            <a:pPr>
              <a:defRPr sz="1200"/>
            </a:pPr>
            <a:r>
              <a:t>D:/pasar_fix/node_modules/.bun/date-fns@4.1.0/node_modules/date-fns/fp/roundToNearestHoursWithOptions.d.ts</a:t>
            </a:r>
          </a:p>
          <a:p>
            <a:pPr>
              <a:defRPr sz="1200"/>
            </a:pPr>
            <a:r>
              <a:t>D:/pasar_fix/node_modules/.bun/date-fns@4.1.0/node_modules/date-fns/fp/roundToNearestHoursWithOptions.js</a:t>
            </a:r>
          </a:p>
          <a:p>
            <a:pPr>
              <a:defRPr sz="1200"/>
            </a:pPr>
            <a:r>
              <a:t>D:/pasar_fix/node_modules/.bun/date-fns@4.1.0/node_modules/date-fns/fp/roundToNearestMinutes.cjs</a:t>
            </a:r>
          </a:p>
          <a:p>
            <a:pPr>
              <a:defRPr sz="1200"/>
            </a:pPr>
            <a:r>
              <a:t>D:/pasar_fix/node_modules/.bun/date-fns@4.1.0/node_modules/date-fns/fp/roundToNearestMinutes.d.cts</a:t>
            </a:r>
          </a:p>
          <a:p>
            <a:pPr>
              <a:defRPr sz="1200"/>
            </a:pPr>
            <a:r>
              <a:t>D:/pasar_fix/node_modules/.bun/date-fns@4.1.0/node_modules/date-fns/fp/roundToNearestMinutes.d.ts</a:t>
            </a:r>
          </a:p>
          <a:p>
            <a:pPr>
              <a:defRPr sz="1200"/>
            </a:pPr>
            <a:r>
              <a:t>D:/pasar_fix/node_modules/.bun/date-fns@4.1.0/node_modules/date-fns/fp/roundToNearestMinutes.js</a:t>
            </a:r>
          </a:p>
          <a:p>
            <a:pPr>
              <a:defRPr sz="1200"/>
            </a:pPr>
            <a:r>
              <a:t>D:/pasar_fix/node_modules/.bun/date-fns@4.1.0/node_modules/date-fns/fp/roundToNearestMinutesWithOptions.cjs</a:t>
            </a:r>
          </a:p>
          <a:p>
            <a:pPr>
              <a:defRPr sz="1200"/>
            </a:pPr>
            <a:r>
              <a:t>D:/pasar_fix/node_modules/.bun/date-fns@4.1.0/node_modules/date-fns/fp/roundToNearestMinutesWithOptions.d.cts</a:t>
            </a:r>
          </a:p>
          <a:p>
            <a:pPr>
              <a:defRPr sz="1200"/>
            </a:pPr>
            <a:r>
              <a:t>D:/pasar_fix/node_modules/.bun/date-fns@4.1.0/node_modules/date-fns/fp/roundToNearestMinutesWithOptions.d.ts</a:t>
            </a:r>
          </a:p>
          <a:p>
            <a:pPr>
              <a:defRPr sz="1200"/>
            </a:pPr>
            <a:r>
              <a:t>D:/pasar_fix/node_modules/.bun/date-fns@4.1.0/node_modules/date-fns/fp/roundToNearestMinutesWithOptions.js</a:t>
            </a:r>
          </a:p>
          <a:p>
            <a:pPr>
              <a:defRPr sz="1200"/>
            </a:pPr>
            <a:r>
              <a:t>D:/pasar_fix/node_modules/.bun/date-fns@4.1.0/node_modules/date-fns/fp/secondsToHours.cjs</a:t>
            </a:r>
          </a:p>
          <a:p>
            <a:pPr>
              <a:defRPr sz="1200"/>
            </a:pPr>
            <a:r>
              <a:t>D:/pasar_fix/node_modules/.bun/date-fns@4.1.0/node_modules/date-fns/fp/secondsToHours.d.cts</a:t>
            </a:r>
          </a:p>
          <a:p>
            <a:pPr>
              <a:defRPr sz="1200"/>
            </a:pPr>
            <a:r>
              <a:t>D:/pasar_fix/node_modules/.bun/date-fns@4.1.0/node_modules/date-fns/fp/secondsToHours.d.ts</a:t>
            </a:r>
          </a:p>
          <a:p>
            <a:pPr>
              <a:defRPr sz="1200"/>
            </a:pPr>
            <a:r>
              <a:t>D:/pasar_fix/node_modules/.bun/date-fns@4.1.0/node_modules/date-fns/fp/secondsToHours.js</a:t>
            </a:r>
          </a:p>
          <a:p>
            <a:pPr>
              <a:defRPr sz="1200"/>
            </a:pPr>
            <a:r>
              <a:t>D:/pasar_fix/node_modules/.bun/date-fns@4.1.0/node_modules/date-fns/fp/secondsToMilliseconds.cjs</a:t>
            </a:r>
          </a:p>
          <a:p>
            <a:pPr>
              <a:defRPr sz="1200"/>
            </a:pPr>
            <a:r>
              <a:t>D:/pasar_fix/node_modules/.bun/date-fns@4.1.0/node_modules/date-fns/fp/secondsToMilliseconds.d.cts</a:t>
            </a:r>
          </a:p>
          <a:p>
            <a:pPr>
              <a:defRPr sz="1200"/>
            </a:pPr>
            <a:r>
              <a:t>D:/pasar_fix/node_modules/.bun/date-fns@4.1.0/node_modules/date-fns/fp/secondsToMilliseconds.d.ts</a:t>
            </a:r>
          </a:p>
          <a:p>
            <a:pPr>
              <a:defRPr sz="1200"/>
            </a:pPr>
            <a:r>
              <a:t>D:/pasar_fix/node_modules/.bun/date-fns@4.1.0/node_modules/date-fns/fp/secondsToMilliseconds.js</a:t>
            </a:r>
          </a:p>
          <a:p>
            <a:pPr>
              <a:defRPr sz="1200"/>
            </a:pPr>
            <a:r>
              <a:t>D:/pasar_fix/node_modules/.bun/date-fns@4.1.0/node_modules/date-fns/fp/secondsToMinutes.cjs</a:t>
            </a:r>
          </a:p>
          <a:p>
            <a:pPr>
              <a:defRPr sz="1200"/>
            </a:pPr>
            <a:r>
              <a:t>D:/pasar_fix/node_modules/.bun/date-fns@4.1.0/node_modules/date-fns/fp/secondsToMinutes.d.cts</a:t>
            </a:r>
          </a:p>
          <a:p>
            <a:pPr>
              <a:defRPr sz="1200"/>
            </a:pPr>
            <a:r>
              <a:t>D:/pasar_fix/node_modules/.bun/date-fns@4.1.0/node_modules/date-fns/fp/secondsToMinutes.d.ts</a:t>
            </a:r>
          </a:p>
          <a:p>
            <a:pPr>
              <a:defRPr sz="1200"/>
            </a:pPr>
            <a:r>
              <a:t>D:/pasar_fix/node_modules/.bun/date-fns@4.1.0/node_modules/date-fns/fp/secondsToMinutes.js</a:t>
            </a:r>
          </a:p>
          <a:p>
            <a:pPr>
              <a:defRPr sz="1200"/>
            </a:pPr>
            <a:r>
              <a:t>D:/pasar_fix/node_modules/.bun/date-fns@4.1.0/node_modules/date-fns/fp/set.cjs</a:t>
            </a:r>
          </a:p>
          <a:p>
            <a:pPr>
              <a:defRPr sz="1200"/>
            </a:pPr>
            <a:r>
              <a:t>D:/pasar_fix/node_modules/.bun/date-fns@4.1.0/node_modules/date-fns/fp/set.d.cts</a:t>
            </a:r>
          </a:p>
          <a:p>
            <a:pPr>
              <a:defRPr sz="1200"/>
            </a:pPr>
            <a:r>
              <a:t>D:/pasar_fix/node_modules/.bun/date-fns@4.1.0/node_modules/date-fns/fp/set.d.ts</a:t>
            </a:r>
          </a:p>
          <a:p>
            <a:pPr>
              <a:defRPr sz="1200"/>
            </a:pPr>
            <a:r>
              <a:t>D:/pasar_fix/node_modules/.bun/date-fns@4.1.0/node_modules/date-fns/fp/set.js</a:t>
            </a:r>
          </a:p>
          <a:p>
            <a:pPr>
              <a:defRPr sz="1200"/>
            </a:pPr>
            <a:r>
              <a:t>D:/pasar_fix/node_modules/.bun/date-fns@4.1.0/node_modules/date-fns/fp/setDate.cjs</a:t>
            </a:r>
          </a:p>
          <a:p>
            <a:pPr>
              <a:defRPr sz="1200"/>
            </a:pPr>
            <a:r>
              <a:t>D:/pasar_fix/node_modules/.bun/date-fns@4.1.0/node_modules/date-fns/fp/setDate.d.cts</a:t>
            </a:r>
          </a:p>
          <a:p>
            <a:pPr>
              <a:defRPr sz="1200"/>
            </a:pPr>
            <a:r>
              <a:t>D:/pasar_fix/node_modules/.bun/date-fns@4.1.0/node_modules/date-fns/fp/setDate.d.ts</a:t>
            </a:r>
          </a:p>
          <a:p>
            <a:pPr>
              <a:defRPr sz="1200"/>
            </a:pPr>
            <a:r>
              <a:t>D:/pasar_fix/node_modules/.bun/date-fns@4.1.0/node_modules/date-fns/fp/setDate.js</a:t>
            </a:r>
          </a:p>
          <a:p>
            <a:pPr>
              <a:defRPr sz="1200"/>
            </a:pPr>
            <a:r>
              <a:t>D:/pasar_fix/node_modules/.bun/date-fns@4.1.0/node_modules/date-fns/fp/setDateWithOptions.cjs</a:t>
            </a:r>
          </a:p>
          <a:p>
            <a:pPr>
              <a:defRPr sz="1200"/>
            </a:pPr>
            <a:r>
              <a:t>D:/pasar_fix/node_modules/.bun/date-fns@4.1.0/node_modules/date-fns/fp/setDateWithOptions.d.cts</a:t>
            </a:r>
          </a:p>
          <a:p>
            <a:pPr>
              <a:defRPr sz="1200"/>
            </a:pPr>
            <a:r>
              <a:t>D:/pasar_fix/node_modules/.bun/date-fns@4.1.0/node_modules/date-fns/fp/setDateWithOptions.d.ts</a:t>
            </a:r>
          </a:p>
          <a:p>
            <a:pPr>
              <a:defRPr sz="1200"/>
            </a:pPr>
            <a:r>
              <a:t>D:/pasar_fix/node_modules/.bun/date-fns@4.1.0/node_modules/date-fns/fp/setDateWithOptions.js</a:t>
            </a:r>
          </a:p>
          <a:p>
            <a:pPr>
              <a:defRPr sz="1200"/>
            </a:pPr>
            <a:r>
              <a:t>D:/pasar_fix/node_modules/.bun/date-fns@4.1.0/node_modules/date-fns/fp/setDay.cjs</a:t>
            </a:r>
          </a:p>
          <a:p>
            <a:pPr>
              <a:defRPr sz="1200"/>
            </a:pPr>
            <a:r>
              <a:t>D:/pasar_fix/node_modules/.bun/date-fns@4.1.0/node_modules/date-fns/fp/setDay.d.cts</a:t>
            </a:r>
          </a:p>
          <a:p>
            <a:pPr>
              <a:defRPr sz="1200"/>
            </a:pPr>
            <a:r>
              <a:t>D:/pasar_fix/node_modules/.bun/date-fns@4.1.0/node_modules/date-fns/fp/setDay.d.ts</a:t>
            </a:r>
          </a:p>
          <a:p>
            <a:pPr>
              <a:defRPr sz="1200"/>
            </a:pPr>
            <a:r>
              <a:t>D:/pasar_fix/node_modules/.bun/date-fns@4.1.0/node_modules/date-fns/fp/setDay.js</a:t>
            </a:r>
          </a:p>
          <a:p>
            <a:pPr>
              <a:defRPr sz="1200"/>
            </a:pPr>
            <a:r>
              <a:t>D:/pasar_fix/node_modules/.bun/date-fns@4.1.0/node_modules/date-fns/fp/setDayOfYear.cjs</a:t>
            </a:r>
          </a:p>
          <a:p>
            <a:pPr>
              <a:defRPr sz="1200"/>
            </a:pPr>
            <a:r>
              <a:t>D:/pasar_fix/node_modules/.bun/date-fns@4.1.0/node_modules/date-fns/fp/setDayOfYear.d.cts</a:t>
            </a:r>
          </a:p>
          <a:p>
            <a:pPr>
              <a:defRPr sz="1200"/>
            </a:pPr>
            <a:r>
              <a:t>D:/pasar_fix/node_modules/.bun/date-fns@4.1.0/node_modules/date-fns/fp/setDayOfYear.d.ts</a:t>
            </a:r>
          </a:p>
          <a:p>
            <a:pPr>
              <a:defRPr sz="1200"/>
            </a:pPr>
            <a:r>
              <a:t>D:/pasar_fix/node_modules/.bun/date-fns@4.1.0/node_modules/date-fns/fp/setDayOfYear.js</a:t>
            </a:r>
          </a:p>
          <a:p>
            <a:pPr>
              <a:defRPr sz="1200"/>
            </a:pPr>
            <a:r>
              <a:t>D:/pasar_fix/node_modules/.bun/date-fns@4.1.0/node_modules/date-fns/fp/setDayOfYearWithOptions.cjs</a:t>
            </a:r>
          </a:p>
          <a:p>
            <a:pPr>
              <a:defRPr sz="1200"/>
            </a:pPr>
            <a:r>
              <a:t>D:/pasar_fix/node_modules/.bun/date-fns@4.1.0/node_modules/date-fns/fp/setDayOfYearWithOptions.d.cts</a:t>
            </a:r>
          </a:p>
          <a:p>
            <a:pPr>
              <a:defRPr sz="1200"/>
            </a:pPr>
            <a:r>
              <a:t>D:/pasar_fix/node_modules/.bun/date-fns@4.1.0/node_modules/date-fns/fp/setDayOfYearWithOptions.d.ts</a:t>
            </a:r>
          </a:p>
          <a:p>
            <a:pPr>
              <a:defRPr sz="1200"/>
            </a:pPr>
            <a:r>
              <a:t>D:/pasar_fix/node_modules/.bun/date-fns@4.1.0/node_modules/date-fns/fp/setDayOfYearWithOptions.js</a:t>
            </a:r>
          </a:p>
          <a:p>
            <a:pPr>
              <a:defRPr sz="1200"/>
            </a:pPr>
            <a:r>
              <a:t>D:/pasar_fix/node_modules/.bun/date-fns@4.1.0/node_modules/date-fns/fp/setDayWithOptions.cjs</a:t>
            </a:r>
          </a:p>
          <a:p>
            <a:pPr>
              <a:defRPr sz="1200"/>
            </a:pPr>
            <a:r>
              <a:t>D:/pasar_fix/node_modules/.bun/date-fns@4.1.0/node_modules/date-fns/fp/setDayWithOptions.d.cts</a:t>
            </a:r>
          </a:p>
          <a:p>
            <a:pPr>
              <a:defRPr sz="1200"/>
            </a:pPr>
            <a:r>
              <a:t>D:/pasar_fix/node_modules/.bun/date-fns@4.1.0/node_modules/date-fns/fp/setDayWithOptions.d.ts</a:t>
            </a:r>
          </a:p>
          <a:p>
            <a:pPr>
              <a:defRPr sz="1200"/>
            </a:pPr>
            <a:r>
              <a:t>D:/pasar_fix/node_modules/.bun/date-fns@4.1.0/node_modules/date-fns/fp/setDayWithOptions.js</a:t>
            </a:r>
          </a:p>
          <a:p>
            <a:pPr>
              <a:defRPr sz="1200"/>
            </a:pPr>
            <a:r>
              <a:t>D:/pasar_fix/node_modules/.bun/date-fns@4.1.0/node_modules/date-fns/fp/setHours.cjs</a:t>
            </a:r>
          </a:p>
          <a:p>
            <a:pPr>
              <a:defRPr sz="1200"/>
            </a:pPr>
            <a:r>
              <a:t>D:/pasar_fix/node_modules/.bun/date-fns@4.1.0/node_modules/date-fns/fp/setHours.d.cts</a:t>
            </a:r>
          </a:p>
          <a:p>
            <a:pPr>
              <a:defRPr sz="1200"/>
            </a:pPr>
            <a:r>
              <a:t>D:/pasar_fix/node_modules/.bun/date-fns@4.1.0/node_modules/date-fns/fp/setHours.d.ts</a:t>
            </a:r>
          </a:p>
          <a:p>
            <a:pPr>
              <a:defRPr sz="1200"/>
            </a:pPr>
            <a:r>
              <a:t>D:/pasar_fix/node_modules/.bun/date-fns@4.1.0/node_modules/date-fns/fp/setHours.js</a:t>
            </a:r>
          </a:p>
          <a:p>
            <a:pPr>
              <a:defRPr sz="1200"/>
            </a:pPr>
            <a:r>
              <a:t>D:/pasar_fix/node_modules/.bun/date-fns@4.1.0/node_modules/date-fns/fp/setHoursWithOptions.cjs</a:t>
            </a:r>
          </a:p>
          <a:p>
            <a:pPr>
              <a:defRPr sz="1200"/>
            </a:pPr>
            <a:r>
              <a:t>D:/pasar_fix/node_modules/.bun/date-fns@4.1.0/node_modules/date-fns/fp/setHoursWithOptions.d.cts</a:t>
            </a:r>
          </a:p>
          <a:p>
            <a:pPr>
              <a:defRPr sz="1200"/>
            </a:pPr>
            <a:r>
              <a:t>D:/pasar_fix/node_modules/.bun/date-fns@4.1.0/node_modules/date-fns/fp/setHoursWithOptions.d.ts</a:t>
            </a:r>
          </a:p>
          <a:p>
            <a:pPr>
              <a:defRPr sz="1200"/>
            </a:pPr>
            <a:r>
              <a:t>D:/pasar_fix/node_modules/.bun/date-fns@4.1.0/node_modules/date-fns/fp/setHoursWithOptions.js</a:t>
            </a:r>
          </a:p>
          <a:p>
            <a:pPr>
              <a:defRPr sz="1200"/>
            </a:pPr>
            <a:r>
              <a:t>D:/pasar_fix/node_modules/.bun/date-fns@4.1.0/node_modules/date-fns/fp/setISODay.cjs</a:t>
            </a:r>
          </a:p>
          <a:p>
            <a:pPr>
              <a:defRPr sz="1200"/>
            </a:pPr>
            <a:r>
              <a:t>D:/pasar_fix/node_modules/.bun/date-fns@4.1.0/node_modules/date-fns/fp/setISODay.d.cts</a:t>
            </a:r>
          </a:p>
          <a:p>
            <a:pPr>
              <a:defRPr sz="1200"/>
            </a:pPr>
            <a:r>
              <a:t>D:/pasar_fix/node_modules/.bun/date-fns@4.1.0/node_modules/date-fns/fp/setISODay.d.ts</a:t>
            </a:r>
          </a:p>
          <a:p>
            <a:pPr>
              <a:defRPr sz="1200"/>
            </a:pPr>
            <a:r>
              <a:t>D:/pasar_fix/node_modules/.bun/date-fns@4.1.0/node_modules/date-fns/fp/setISODay.js</a:t>
            </a:r>
          </a:p>
          <a:p>
            <a:pPr>
              <a:defRPr sz="1200"/>
            </a:pPr>
            <a:r>
              <a:t>D:/pasar_fix/node_modules/.bun/date-fns@4.1.0/node_modules/date-fns/fp/setISODayWithOptions.cjs</a:t>
            </a:r>
          </a:p>
          <a:p>
            <a:pPr>
              <a:defRPr sz="1200"/>
            </a:pPr>
            <a:r>
              <a:t>D:/pasar_fix/node_modules/.bun/date-fns@4.1.0/node_modules/date-fns/fp/setISODayWithOptions.d.cts</a:t>
            </a:r>
          </a:p>
          <a:p>
            <a:pPr>
              <a:defRPr sz="1200"/>
            </a:pPr>
            <a:r>
              <a:t>D:/pasar_fix/node_modules/.bun/date-fns@4.1.0/node_modules/date-fns/fp/setISODayWithOptions.d.ts</a:t>
            </a:r>
          </a:p>
          <a:p>
            <a:pPr>
              <a:defRPr sz="1200"/>
            </a:pPr>
            <a:r>
              <a:t>D:/pasar_fix/node_modules/.bun/date-fns@4.1.0/node_modules/date-fns/fp/setISODayWithOptions.js</a:t>
            </a:r>
          </a:p>
          <a:p>
            <a:pPr>
              <a:defRPr sz="1200"/>
            </a:pPr>
            <a:r>
              <a:t>D:/pasar_fix/node_modules/.bun/date-fns@4.1.0/node_modules/date-fns/fp/setISOWeek.cjs</a:t>
            </a:r>
          </a:p>
          <a:p>
            <a:pPr>
              <a:defRPr sz="1200"/>
            </a:pPr>
            <a:r>
              <a:t>D:/pasar_fix/node_modules/.bun/date-fns@4.1.0/node_modules/date-fns/fp/setISOWeek.d.cts</a:t>
            </a:r>
          </a:p>
          <a:p>
            <a:pPr>
              <a:defRPr sz="1200"/>
            </a:pPr>
            <a:r>
              <a:t>D:/pasar_fix/node_modules/.bun/date-fns@4.1.0/node_modules/date-fns/fp/setISOWeek.d.ts</a:t>
            </a:r>
          </a:p>
          <a:p>
            <a:pPr>
              <a:defRPr sz="1200"/>
            </a:pPr>
            <a:r>
              <a:t>D:/pasar_fix/node_modules/.bun/date-fns@4.1.0/node_modules/date-fns/fp/setISOWeek.js</a:t>
            </a:r>
          </a:p>
          <a:p>
            <a:pPr>
              <a:defRPr sz="1200"/>
            </a:pPr>
            <a:r>
              <a:t>D:/pasar_fix/node_modules/.bun/date-fns@4.1.0/node_modules/date-fns/fp/setISOWeekWithOptions.cjs</a:t>
            </a:r>
          </a:p>
          <a:p>
            <a:pPr>
              <a:defRPr sz="1200"/>
            </a:pPr>
            <a:r>
              <a:t>D:/pasar_fix/node_modules/.bun/date-fns@4.1.0/node_modules/date-fns/fp/setISOWeekWithOptions.d.cts</a:t>
            </a:r>
          </a:p>
          <a:p>
            <a:pPr>
              <a:defRPr sz="1200"/>
            </a:pPr>
            <a:r>
              <a:t>D:/pasar_fix/node_modules/.bun/date-fns@4.1.0/node_modules/date-fns/fp/setISOWeekWithOptions.d.ts</a:t>
            </a:r>
          </a:p>
          <a:p>
            <a:pPr>
              <a:defRPr sz="1200"/>
            </a:pPr>
            <a:r>
              <a:t>D:/pasar_fix/node_modules/.bun/date-fns@4.1.0/node_modules/date-fns/fp/setISOWeekWithOptions.js</a:t>
            </a:r>
          </a:p>
          <a:p>
            <a:pPr>
              <a:defRPr sz="1200"/>
            </a:pPr>
            <a:r>
              <a:t>D:/pasar_fix/node_modules/.bun/date-fns@4.1.0/node_modules/date-fns/fp/setISOWeekYear.cjs</a:t>
            </a:r>
          </a:p>
          <a:p>
            <a:pPr>
              <a:defRPr sz="1200"/>
            </a:pPr>
            <a:r>
              <a:t>D:/pasar_fix/node_modules/.bun/date-fns@4.1.0/node_modules/date-fns/fp/setISOWeekYear.d.cts</a:t>
            </a:r>
          </a:p>
          <a:p>
            <a:pPr>
              <a:defRPr sz="1200"/>
            </a:pPr>
            <a:r>
              <a:t>D:/pasar_fix/node_modules/.bun/date-fns@4.1.0/node_modules/date-fns/fp/setISOWeekYear.d.ts</a:t>
            </a:r>
          </a:p>
          <a:p>
            <a:pPr>
              <a:defRPr sz="1200"/>
            </a:pPr>
            <a:r>
              <a:t>D:/pasar_fix/node_modules/.bun/date-fns@4.1.0/node_modules/date-fns/fp/setISOWeekYear.js</a:t>
            </a:r>
          </a:p>
          <a:p>
            <a:pPr>
              <a:defRPr sz="1200"/>
            </a:pPr>
            <a:r>
              <a:t>D:/pasar_fix/node_modules/.bun/date-fns@4.1.0/node_modules/date-fns/fp/setISOWeekYearWithOptions.cjs</a:t>
            </a:r>
          </a:p>
          <a:p>
            <a:pPr>
              <a:defRPr sz="1200"/>
            </a:pPr>
            <a:r>
              <a:t>D:/pasar_fix/node_modules/.bun/date-fns@4.1.0/node_modules/date-fns/fp/setISOWeekYearWithOptions.d.cts</a:t>
            </a:r>
          </a:p>
          <a:p>
            <a:pPr>
              <a:defRPr sz="1200"/>
            </a:pPr>
            <a:r>
              <a:t>D:/pasar_fix/node_modules/.bun/date-fns@4.1.0/node_modules/date-fns/fp/setISOWeekYearWithOptions.d.ts</a:t>
            </a:r>
          </a:p>
          <a:p>
            <a:pPr>
              <a:defRPr sz="1200"/>
            </a:pPr>
            <a:r>
              <a:t>D:/pasar_fix/node_modules/.bun/date-fns@4.1.0/node_modules/date-fns/fp/setISOWeekYearWithOptions.js</a:t>
            </a:r>
          </a:p>
          <a:p>
            <a:pPr>
              <a:defRPr sz="1200"/>
            </a:pPr>
            <a:r>
              <a:t>D:/pasar_fix/node_modules/.bun/date-fns@4.1.0/node_modules/date-fns/fp/setMilliseconds.cjs</a:t>
            </a:r>
          </a:p>
          <a:p>
            <a:pPr>
              <a:defRPr sz="1200"/>
            </a:pPr>
            <a:r>
              <a:t>D:/pasar_fix/node_modules/.bun/date-fns@4.1.0/node_modules/date-fns/fp/setMilliseconds.d.cts</a:t>
            </a:r>
          </a:p>
          <a:p>
            <a:pPr>
              <a:defRPr sz="1200"/>
            </a:pPr>
            <a:r>
              <a:t>D:/pasar_fix/node_modules/.bun/date-fns@4.1.0/node_modules/date-fns/fp/setMilliseconds.d.ts</a:t>
            </a:r>
          </a:p>
          <a:p>
            <a:pPr>
              <a:defRPr sz="1200"/>
            </a:pPr>
            <a:r>
              <a:t>D:/pasar_fix/node_modules/.bun/date-fns@4.1.0/node_modules/date-fns/fp/setMilliseconds.js</a:t>
            </a:r>
          </a:p>
          <a:p>
            <a:pPr>
              <a:defRPr sz="1200"/>
            </a:pPr>
            <a:r>
              <a:t>D:/pasar_fix/node_modules/.bun/date-fns@4.1.0/node_modules/date-fns/fp/setMillisecondsWithOptions.cjs</a:t>
            </a:r>
          </a:p>
          <a:p>
            <a:pPr>
              <a:defRPr sz="1200"/>
            </a:pPr>
            <a:r>
              <a:t>D:/pasar_fix/node_modules/.bun/date-fns@4.1.0/node_modules/date-fns/fp/setMillisecondsWithOptions.d.cts</a:t>
            </a:r>
          </a:p>
          <a:p>
            <a:pPr>
              <a:defRPr sz="1200"/>
            </a:pPr>
            <a:r>
              <a:t>D:/pasar_fix/node_modules/.bun/date-fns@4.1.0/node_modules/date-fns/fp/setMillisecondsWithOptions.d.ts</a:t>
            </a:r>
          </a:p>
          <a:p>
            <a:pPr>
              <a:defRPr sz="1200"/>
            </a:pPr>
            <a:r>
              <a:t>D:/pasar_fix/node_modules/.bun/date-fns@4.1.0/node_modules/date-fns/fp/setMillisecondsWithOptions.js</a:t>
            </a:r>
          </a:p>
          <a:p>
            <a:pPr>
              <a:defRPr sz="1200"/>
            </a:pPr>
            <a:r>
              <a:t>D:/pasar_fix/node_modules/.bun/date-fns@4.1.0/node_modules/date-fns/fp/setMinutes.cjs</a:t>
            </a:r>
          </a:p>
          <a:p>
            <a:pPr>
              <a:defRPr sz="1200"/>
            </a:pPr>
            <a:r>
              <a:t>D:/pasar_fix/node_modules/.bun/date-fns@4.1.0/node_modules/date-fns/fp/setMinutes.d.cts</a:t>
            </a:r>
          </a:p>
          <a:p>
            <a:pPr>
              <a:defRPr sz="1200"/>
            </a:pPr>
            <a:r>
              <a:t>D:/pasar_fix/node_modules/.bun/date-fns@4.1.0/node_modules/date-fns/fp/setMinutes.d.ts</a:t>
            </a:r>
          </a:p>
          <a:p>
            <a:pPr>
              <a:defRPr sz="1200"/>
            </a:pPr>
            <a:r>
              <a:t>D:/pasar_fix/node_modules/.bun/date-fns@4.1.0/node_modules/date-fns/fp/setMinutes.js</a:t>
            </a:r>
          </a:p>
          <a:p>
            <a:pPr>
              <a:defRPr sz="1200"/>
            </a:pPr>
            <a:r>
              <a:t>D:/pasar_fix/node_modules/.bun/date-fns@4.1.0/node_modules/date-fns/fp/setMinutesWithOptions.cjs</a:t>
            </a:r>
          </a:p>
          <a:p>
            <a:pPr>
              <a:defRPr sz="1200"/>
            </a:pPr>
            <a:r>
              <a:t>D:/pasar_fix/node_modules/.bun/date-fns@4.1.0/node_modules/date-fns/fp/setMinutesWithOptions.d.cts</a:t>
            </a:r>
          </a:p>
          <a:p>
            <a:pPr>
              <a:defRPr sz="1200"/>
            </a:pPr>
            <a:r>
              <a:t>D:/pasar_fix/node_modules/.bun/date-fns@4.1.0/node_modules/date-fns/fp/setMinutesWithOptions.d.ts</a:t>
            </a:r>
          </a:p>
          <a:p>
            <a:pPr>
              <a:defRPr sz="1200"/>
            </a:pPr>
            <a:r>
              <a:t>D:/pasar_fix/node_modules/.bun/date-fns@4.1.0/node_modules/date-fns/fp/setMinutesWithOptions.js</a:t>
            </a:r>
          </a:p>
          <a:p>
            <a:pPr>
              <a:defRPr sz="1200"/>
            </a:pPr>
            <a:r>
              <a:t>D:/pasar_fix/node_modules/.bun/date-fns@4.1.0/node_modules/date-fns/fp/setMonth.cjs</a:t>
            </a:r>
          </a:p>
          <a:p>
            <a:pPr>
              <a:defRPr sz="1200"/>
            </a:pPr>
            <a:r>
              <a:t>D:/pasar_fix/node_modules/.bun/date-fns@4.1.0/node_modules/date-fns/fp/setMonth.d.cts</a:t>
            </a:r>
          </a:p>
          <a:p>
            <a:pPr>
              <a:defRPr sz="1200"/>
            </a:pPr>
            <a:r>
              <a:t>D:/pasar_fix/node_modules/.bun/date-fns@4.1.0/node_modules/date-fns/fp/setMonth.d.ts</a:t>
            </a:r>
          </a:p>
          <a:p>
            <a:pPr>
              <a:defRPr sz="1200"/>
            </a:pPr>
            <a:r>
              <a:t>D:/pasar_fix/node_modules/.bun/date-fns@4.1.0/node_modules/date-fns/fp/setMonth.js</a:t>
            </a:r>
          </a:p>
          <a:p>
            <a:pPr>
              <a:defRPr sz="1200"/>
            </a:pPr>
            <a:r>
              <a:t>D:/pasar_fix/node_modules/.bun/date-fns@4.1.0/node_modules/date-fns/fp/setMonthWithOptions.cjs</a:t>
            </a:r>
          </a:p>
          <a:p>
            <a:pPr>
              <a:defRPr sz="1200"/>
            </a:pPr>
            <a:r>
              <a:t>D:/pasar_fix/node_modules/.bun/date-fns@4.1.0/node_modules/date-fns/fp/setMonthWithOptions.d.cts</a:t>
            </a:r>
          </a:p>
          <a:p>
            <a:pPr>
              <a:defRPr sz="1200"/>
            </a:pPr>
            <a:r>
              <a:t>D:/pasar_fix/node_modules/.bun/date-fns@4.1.0/node_modules/date-fns/fp/setMonthWithOptions.d.ts</a:t>
            </a:r>
          </a:p>
          <a:p>
            <a:pPr>
              <a:defRPr sz="1200"/>
            </a:pPr>
            <a:r>
              <a:t>D:/pasar_fix/node_modules/.bun/date-fns@4.1.0/node_modules/date-fns/fp/setMonthWithOptions.js</a:t>
            </a:r>
          </a:p>
          <a:p>
            <a:pPr>
              <a:defRPr sz="1200"/>
            </a:pPr>
            <a:r>
              <a:t>D:/pasar_fix/node_modules/.bun/date-fns@4.1.0/node_modules/date-fns/fp/setQuarter.cjs</a:t>
            </a:r>
          </a:p>
          <a:p>
            <a:pPr>
              <a:defRPr sz="1200"/>
            </a:pPr>
            <a:r>
              <a:t>D:/pasar_fix/node_modules/.bun/date-fns@4.1.0/node_modules/date-fns/fp/setQuarter.d.cts</a:t>
            </a:r>
          </a:p>
          <a:p>
            <a:pPr>
              <a:defRPr sz="1200"/>
            </a:pPr>
            <a:r>
              <a:t>D:/pasar_fix/node_modules/.bun/date-fns@4.1.0/node_modules/date-fns/fp/setQuarter.d.ts</a:t>
            </a:r>
          </a:p>
          <a:p>
            <a:pPr>
              <a:defRPr sz="1200"/>
            </a:pPr>
            <a:r>
              <a:t>D:/pasar_fix/node_modules/.bun/date-fns@4.1.0/node_modules/date-fns/fp/setQuarter.js</a:t>
            </a:r>
          </a:p>
          <a:p>
            <a:pPr>
              <a:defRPr sz="1200"/>
            </a:pPr>
            <a:r>
              <a:t>D:/pasar_fix/node_modules/.bun/date-fns@4.1.0/node_modules/date-fns/fp/setQuarterWithOptions.cjs</a:t>
            </a:r>
          </a:p>
          <a:p>
            <a:pPr>
              <a:defRPr sz="1200"/>
            </a:pPr>
            <a:r>
              <a:t>D:/pasar_fix/node_modules/.bun/date-fns@4.1.0/node_modules/date-fns/fp/setQuarterWithOptions.d.cts</a:t>
            </a:r>
          </a:p>
          <a:p>
            <a:pPr>
              <a:defRPr sz="1200"/>
            </a:pPr>
            <a:r>
              <a:t>D:/pasar_fix/node_modules/.bun/date-fns@4.1.0/node_modules/date-fns/fp/setQuarterWithOptions.d.ts</a:t>
            </a:r>
          </a:p>
          <a:p>
            <a:pPr>
              <a:defRPr sz="1200"/>
            </a:pPr>
            <a:r>
              <a:t>D:/pasar_fix/node_modules/.bun/date-fns@4.1.0/node_modules/date-fns/fp/setQuarterWithOptions.js</a:t>
            </a:r>
          </a:p>
          <a:p>
            <a:pPr>
              <a:defRPr sz="1200"/>
            </a:pPr>
            <a:r>
              <a:t>D:/pasar_fix/node_modules/.bun/date-fns@4.1.0/node_modules/date-fns/fp/setSeconds.cjs</a:t>
            </a:r>
          </a:p>
          <a:p>
            <a:pPr>
              <a:defRPr sz="1200"/>
            </a:pPr>
            <a:r>
              <a:t>D:/pasar_fix/node_modules/.bun/date-fns@4.1.0/node_modules/date-fns/fp/setSeconds.d.cts</a:t>
            </a:r>
          </a:p>
          <a:p>
            <a:pPr>
              <a:defRPr sz="1200"/>
            </a:pPr>
            <a:r>
              <a:t>D:/pasar_fix/node_modules/.bun/date-fns@4.1.0/node_modules/date-fns/fp/setSeconds.d.ts</a:t>
            </a:r>
          </a:p>
          <a:p>
            <a:pPr>
              <a:defRPr sz="1200"/>
            </a:pPr>
            <a:r>
              <a:t>D:/pasar_fix/node_modules/.bun/date-fns@4.1.0/node_modules/date-fns/fp/setSeconds.js</a:t>
            </a:r>
          </a:p>
          <a:p>
            <a:pPr>
              <a:defRPr sz="1200"/>
            </a:pPr>
            <a:r>
              <a:t>D:/pasar_fix/node_modules/.bun/date-fns@4.1.0/node_modules/date-fns/fp/setSecondsWithOptions.cjs</a:t>
            </a:r>
          </a:p>
          <a:p>
            <a:pPr>
              <a:defRPr sz="1200"/>
            </a:pPr>
            <a:r>
              <a:t>D:/pasar_fix/node_modules/.bun/date-fns@4.1.0/node_modules/date-fns/fp/setSecondsWithOptions.d.cts</a:t>
            </a:r>
          </a:p>
          <a:p>
            <a:pPr>
              <a:defRPr sz="1200"/>
            </a:pPr>
            <a:r>
              <a:t>D:/pasar_fix/node_modules/.bun/date-fns@4.1.0/node_modules/date-fns/fp/setSecondsWithOptions.d.ts</a:t>
            </a:r>
          </a:p>
          <a:p>
            <a:pPr>
              <a:defRPr sz="1200"/>
            </a:pPr>
            <a:r>
              <a:t>D:/pasar_fix/node_modules/.bun/date-fns@4.1.0/node_modules/date-fns/fp/setSecondsWithOptions.js</a:t>
            </a:r>
          </a:p>
          <a:p>
            <a:pPr>
              <a:defRPr sz="1200"/>
            </a:pPr>
            <a:r>
              <a:t>D:/pasar_fix/node_modules/.bun/date-fns@4.1.0/node_modules/date-fns/fp/setWeek.cjs</a:t>
            </a:r>
          </a:p>
          <a:p>
            <a:pPr>
              <a:defRPr sz="1200"/>
            </a:pPr>
            <a:r>
              <a:t>D:/pasar_fix/node_modules/.bun/date-fns@4.1.0/node_modules/date-fns/fp/setWeek.d.cts</a:t>
            </a:r>
          </a:p>
          <a:p>
            <a:pPr>
              <a:defRPr sz="1200"/>
            </a:pPr>
            <a:r>
              <a:t>D:/pasar_fix/node_modules/.bun/date-fns@4.1.0/node_modules/date-fns/fp/setWeek.d.ts</a:t>
            </a:r>
          </a:p>
          <a:p>
            <a:pPr>
              <a:defRPr sz="1200"/>
            </a:pPr>
            <a:r>
              <a:t>D:/pasar_fix/node_modules/.bun/date-fns@4.1.0/node_modules/date-fns/fp/setWeek.js</a:t>
            </a:r>
          </a:p>
          <a:p>
            <a:pPr>
              <a:defRPr sz="1200"/>
            </a:pPr>
            <a:r>
              <a:t>D:/pasar_fix/node_modules/.bun/date-fns@4.1.0/node_modules/date-fns/fp/setWeekWithOptions.cjs</a:t>
            </a:r>
          </a:p>
          <a:p>
            <a:pPr>
              <a:defRPr sz="1200"/>
            </a:pPr>
            <a:r>
              <a:t>D:/pasar_fix/node_modules/.bun/date-fns@4.1.0/node_modules/date-fns/fp/setWeekWithOptions.d.cts</a:t>
            </a:r>
          </a:p>
          <a:p>
            <a:pPr>
              <a:defRPr sz="1200"/>
            </a:pPr>
            <a:r>
              <a:t>D:/pasar_fix/node_modules/.bun/date-fns@4.1.0/node_modules/date-fns/fp/setWeekWithOptions.d.ts</a:t>
            </a:r>
          </a:p>
          <a:p>
            <a:pPr>
              <a:defRPr sz="1200"/>
            </a:pPr>
            <a:r>
              <a:t>D:/pasar_fix/node_modules/.bun/date-fns@4.1.0/node_modules/date-fns/fp/setWeekWithOptions.js</a:t>
            </a:r>
          </a:p>
          <a:p>
            <a:pPr>
              <a:defRPr sz="1200"/>
            </a:pPr>
            <a:r>
              <a:t>D:/pasar_fix/node_modules/.bun/date-fns@4.1.0/node_modules/date-fns/fp/setWeekYear.cjs</a:t>
            </a:r>
          </a:p>
          <a:p>
            <a:pPr>
              <a:defRPr sz="1200"/>
            </a:pPr>
            <a:r>
              <a:t>D:/pasar_fix/node_modules/.bun/date-fns@4.1.0/node_modules/date-fns/fp/setWeekYear.d.cts</a:t>
            </a:r>
          </a:p>
          <a:p>
            <a:pPr>
              <a:defRPr sz="1200"/>
            </a:pPr>
            <a:r>
              <a:t>D:/pasar_fix/node_modules/.bun/date-fns@4.1.0/node_modules/date-fns/fp/setWeekYear.d.ts</a:t>
            </a:r>
          </a:p>
          <a:p>
            <a:pPr>
              <a:defRPr sz="1200"/>
            </a:pPr>
            <a:r>
              <a:t>D:/pasar_fix/node_modules/.bun/date-fns@4.1.0/node_modules/date-fns/fp/setWeekYear.js</a:t>
            </a:r>
          </a:p>
          <a:p>
            <a:pPr>
              <a:defRPr sz="1200"/>
            </a:pPr>
            <a:r>
              <a:t>D:/pasar_fix/node_modules/.bun/date-fns@4.1.0/node_modules/date-fns/fp/setWeekYearWithOptions.cjs</a:t>
            </a:r>
          </a:p>
          <a:p>
            <a:pPr>
              <a:defRPr sz="1200"/>
            </a:pPr>
            <a:r>
              <a:t>D:/pasar_fix/node_modules/.bun/date-fns@4.1.0/node_modules/date-fns/fp/setWeekYearWithOptions.d.cts</a:t>
            </a:r>
          </a:p>
          <a:p>
            <a:pPr>
              <a:defRPr sz="1200"/>
            </a:pPr>
            <a:r>
              <a:t>D:/pasar_fix/node_modules/.bun/date-fns@4.1.0/node_modules/date-fns/fp/setWeekYearWithOptions.d.ts</a:t>
            </a:r>
          </a:p>
          <a:p>
            <a:pPr>
              <a:defRPr sz="1200"/>
            </a:pPr>
            <a:r>
              <a:t>D:/pasar_fix/node_modules/.bun/date-fns@4.1.0/node_modules/date-fns/fp/setWeekYearWithOptions.js</a:t>
            </a:r>
          </a:p>
          <a:p>
            <a:pPr>
              <a:defRPr sz="1200"/>
            </a:pPr>
            <a:r>
              <a:t>D:/pasar_fix/node_modules/.bun/date-fns@4.1.0/node_modules/date-fns/fp/setWithOptions.cjs</a:t>
            </a:r>
          </a:p>
          <a:p>
            <a:pPr>
              <a:defRPr sz="1200"/>
            </a:pPr>
            <a:r>
              <a:t>D:/pasar_fix/node_modules/.bun/date-fns@4.1.0/node_modules/date-fns/fp/setWithOptions.d.cts</a:t>
            </a:r>
          </a:p>
          <a:p>
            <a:pPr>
              <a:defRPr sz="1200"/>
            </a:pPr>
            <a:r>
              <a:t>D:/pasar_fix/node_modules/.bun/date-fns@4.1.0/node_modules/date-fns/fp/setWithOptions.d.ts</a:t>
            </a:r>
          </a:p>
          <a:p>
            <a:pPr>
              <a:defRPr sz="1200"/>
            </a:pPr>
            <a:r>
              <a:t>D:/pasar_fix/node_modules/.bun/date-fns@4.1.0/node_modules/date-fns/fp/setWithOptions.js</a:t>
            </a:r>
          </a:p>
          <a:p>
            <a:pPr>
              <a:defRPr sz="1200"/>
            </a:pPr>
            <a:r>
              <a:t>D:/pasar_fix/node_modules/.bun/date-fns@4.1.0/node_modules/date-fns/fp/setYear.cjs</a:t>
            </a:r>
          </a:p>
          <a:p>
            <a:pPr>
              <a:defRPr sz="1200"/>
            </a:pPr>
            <a:r>
              <a:t>D:/pasar_fix/node_modules/.bun/date-fns@4.1.0/node_modules/date-fns/fp/setYear.d.cts</a:t>
            </a:r>
          </a:p>
          <a:p>
            <a:pPr>
              <a:defRPr sz="1200"/>
            </a:pPr>
            <a:r>
              <a:t>D:/pasar_fix/node_modules/.bun/date-fns@4.1.0/node_modules/date-fns/fp/setYear.d.ts</a:t>
            </a:r>
          </a:p>
          <a:p>
            <a:pPr>
              <a:defRPr sz="1200"/>
            </a:pPr>
            <a:r>
              <a:t>D:/pasar_fix/node_modules/.bun/date-fns@4.1.0/node_modules/date-fns/fp/setYear.js</a:t>
            </a:r>
          </a:p>
          <a:p>
            <a:pPr>
              <a:defRPr sz="1200"/>
            </a:pPr>
            <a:r>
              <a:t>D:/pasar_fix/node_modules/.bun/date-fns@4.1.0/node_modules/date-fns/fp/setYearWithOptions.cjs</a:t>
            </a:r>
          </a:p>
          <a:p>
            <a:pPr>
              <a:defRPr sz="1200"/>
            </a:pPr>
            <a:r>
              <a:t>D:/pasar_fix/node_modules/.bun/date-fns@4.1.0/node_modules/date-fns/fp/setYearWithOptions.d.cts</a:t>
            </a:r>
          </a:p>
          <a:p>
            <a:pPr>
              <a:defRPr sz="1200"/>
            </a:pPr>
            <a:r>
              <a:t>D:/pasar_fix/node_modules/.bun/date-fns@4.1.0/node_modules/date-fns/fp/setYearWithOptions.d.ts</a:t>
            </a:r>
          </a:p>
          <a:p>
            <a:pPr>
              <a:defRPr sz="1200"/>
            </a:pPr>
            <a:r>
              <a:t>D:/pasar_fix/node_modules/.bun/date-fns@4.1.0/node_modules/date-fns/fp/setYearWithOptions.js</a:t>
            </a:r>
          </a:p>
          <a:p>
            <a:pPr>
              <a:defRPr sz="1200"/>
            </a:pPr>
            <a:r>
              <a:t>D:/pasar_fix/node_modules/.bun/date-fns@4.1.0/node_modules/date-fns/fp/startOfDay.cjs</a:t>
            </a:r>
          </a:p>
          <a:p>
            <a:pPr>
              <a:defRPr sz="1200"/>
            </a:pPr>
            <a:r>
              <a:t>D:/pasar_fix/node_modules/.bun/date-fns@4.1.0/node_modules/date-fns/fp/startOfDay.d.cts</a:t>
            </a:r>
          </a:p>
          <a:p>
            <a:pPr>
              <a:defRPr sz="1200"/>
            </a:pPr>
            <a:r>
              <a:t>D:/pasar_fix/node_modules/.bun/date-fns@4.1.0/node_modules/date-fns/fp/startOfDay.d.ts</a:t>
            </a:r>
          </a:p>
          <a:p>
            <a:pPr>
              <a:defRPr sz="1200"/>
            </a:pPr>
            <a:r>
              <a:t>D:/pasar_fix/node_modules/.bun/date-fns@4.1.0/node_modules/date-fns/fp/startOfDay.js</a:t>
            </a:r>
          </a:p>
          <a:p>
            <a:pPr>
              <a:defRPr sz="1200"/>
            </a:pPr>
            <a:r>
              <a:t>D:/pasar_fix/node_modules/.bun/date-fns@4.1.0/node_modules/date-fns/fp/startOfDayWithOptions.cjs</a:t>
            </a:r>
          </a:p>
          <a:p>
            <a:pPr>
              <a:defRPr sz="1200"/>
            </a:pPr>
            <a:r>
              <a:t>D:/pasar_fix/node_modules/.bun/date-fns@4.1.0/node_modules/date-fns/fp/startOfDayWithOptions.d.cts</a:t>
            </a:r>
          </a:p>
          <a:p>
            <a:pPr>
              <a:defRPr sz="1200"/>
            </a:pPr>
            <a:r>
              <a:t>D:/pasar_fix/node_modules/.bun/date-fns@4.1.0/node_modules/date-fns/fp/startOfDayWithOptions.d.ts</a:t>
            </a:r>
          </a:p>
          <a:p>
            <a:pPr>
              <a:defRPr sz="1200"/>
            </a:pPr>
            <a:r>
              <a:t>D:/pasar_fix/node_modules/.bun/date-fns@4.1.0/node_modules/date-fns/fp/startOfDayWithOptions.js</a:t>
            </a:r>
          </a:p>
          <a:p>
            <a:pPr>
              <a:defRPr sz="1200"/>
            </a:pPr>
            <a:r>
              <a:t>D:/pasar_fix/node_modules/.bun/date-fns@4.1.0/node_modules/date-fns/fp/startOfDecade.cjs</a:t>
            </a:r>
          </a:p>
          <a:p>
            <a:pPr>
              <a:defRPr sz="1200"/>
            </a:pPr>
            <a:r>
              <a:t>D:/pasar_fix/node_modules/.bun/date-fns@4.1.0/node_modules/date-fns/fp/startOfDecade.d.cts</a:t>
            </a:r>
          </a:p>
          <a:p>
            <a:pPr>
              <a:defRPr sz="1200"/>
            </a:pPr>
            <a:r>
              <a:t>D:/pasar_fix/node_modules/.bun/date-fns@4.1.0/node_modules/date-fns/fp/startOfDecade.d.ts</a:t>
            </a:r>
          </a:p>
          <a:p>
            <a:pPr>
              <a:defRPr sz="1200"/>
            </a:pPr>
            <a:r>
              <a:t>D:/pasar_fix/node_modules/.bun/date-fns@4.1.0/node_modules/date-fns/fp/startOfDecade.js</a:t>
            </a:r>
          </a:p>
          <a:p>
            <a:pPr>
              <a:defRPr sz="1200"/>
            </a:pPr>
            <a:r>
              <a:t>D:/pasar_fix/node_modules/.bun/date-fns@4.1.0/node_modules/date-fns/fp/startOfDecadeWithOptions.cjs</a:t>
            </a:r>
          </a:p>
          <a:p>
            <a:pPr>
              <a:defRPr sz="1200"/>
            </a:pPr>
            <a:r>
              <a:t>D:/pasar_fix/node_modules/.bun/date-fns@4.1.0/node_modules/date-fns/fp/startOfDecadeWithOptions.d.cts</a:t>
            </a:r>
          </a:p>
          <a:p>
            <a:pPr>
              <a:defRPr sz="1200"/>
            </a:pPr>
            <a:r>
              <a:t>D:/pasar_fix/node_modules/.bun/date-fns@4.1.0/node_modules/date-fns/fp/startOfDecadeWithOptions.d.ts</a:t>
            </a:r>
          </a:p>
          <a:p>
            <a:pPr>
              <a:defRPr sz="1200"/>
            </a:pPr>
            <a:r>
              <a:t>D:/pasar_fix/node_modules/.bun/date-fns@4.1.0/node_modules/date-fns/fp/startOfDecadeWithOptions.js</a:t>
            </a:r>
          </a:p>
          <a:p>
            <a:pPr>
              <a:defRPr sz="1200"/>
            </a:pPr>
            <a:r>
              <a:t>D:/pasar_fix/node_modules/.bun/date-fns@4.1.0/node_modules/date-fns/fp/startOfHour.cjs</a:t>
            </a:r>
          </a:p>
          <a:p>
            <a:pPr>
              <a:defRPr sz="1200"/>
            </a:pPr>
            <a:r>
              <a:t>D:/pasar_fix/node_modules/.bun/date-fns@4.1.0/node_modules/date-fns/fp/startOfHour.d.cts</a:t>
            </a:r>
          </a:p>
          <a:p>
            <a:pPr>
              <a:defRPr sz="1200"/>
            </a:pPr>
            <a:r>
              <a:t>D:/pasar_fix/node_modules/.bun/date-fns@4.1.0/node_modules/date-fns/fp/startOfHour.d.ts</a:t>
            </a:r>
          </a:p>
          <a:p>
            <a:pPr>
              <a:defRPr sz="1200"/>
            </a:pPr>
            <a:r>
              <a:t>D:/pasar_fix/node_modules/.bun/date-fns@4.1.0/node_modules/date-fns/fp/startOfHour.js</a:t>
            </a:r>
          </a:p>
          <a:p>
            <a:pPr>
              <a:defRPr sz="1200"/>
            </a:pPr>
            <a:r>
              <a:t>D:/pasar_fix/node_modules/.bun/date-fns@4.1.0/node_modules/date-fns/fp/startOfHourWithOptions.cjs</a:t>
            </a:r>
          </a:p>
          <a:p>
            <a:pPr>
              <a:defRPr sz="1200"/>
            </a:pPr>
            <a:r>
              <a:t>D:/pasar_fix/node_modules/.bun/date-fns@4.1.0/node_modules/date-fns/fp/startOfHourWithOptions.d.cts</a:t>
            </a:r>
          </a:p>
          <a:p>
            <a:pPr>
              <a:defRPr sz="1200"/>
            </a:pPr>
            <a:r>
              <a:t>D:/pasar_fix/node_modules/.bun/date-fns@4.1.0/node_modules/date-fns/fp/startOfHourWithOptions.d.ts</a:t>
            </a:r>
          </a:p>
          <a:p>
            <a:pPr>
              <a:defRPr sz="1200"/>
            </a:pPr>
            <a:r>
              <a:t>D:/pasar_fix/node_modules/.bun/date-fns@4.1.0/node_modules/date-fns/fp/startOfHourWithOptions.js</a:t>
            </a:r>
          </a:p>
          <a:p>
            <a:pPr>
              <a:defRPr sz="1200"/>
            </a:pPr>
            <a:r>
              <a:t>D:/pasar_fix/node_modules/.bun/date-fns@4.1.0/node_modules/date-fns/fp/startOfISOWeek.cjs</a:t>
            </a:r>
          </a:p>
          <a:p>
            <a:pPr>
              <a:defRPr sz="1200"/>
            </a:pPr>
            <a:r>
              <a:t>D:/pasar_fix/node_modules/.bun/date-fns@4.1.0/node_modules/date-fns/fp/startOfISOWeek.d.cts</a:t>
            </a:r>
          </a:p>
          <a:p>
            <a:pPr>
              <a:defRPr sz="1200"/>
            </a:pPr>
            <a:r>
              <a:t>D:/pasar_fix/node_modules/.bun/date-fns@4.1.0/node_modules/date-fns/fp/startOfISOWeek.d.ts</a:t>
            </a:r>
          </a:p>
          <a:p>
            <a:pPr>
              <a:defRPr sz="1200"/>
            </a:pPr>
            <a:r>
              <a:t>D:/pasar_fix/node_modules/.bun/date-fns@4.1.0/node_modules/date-fns/fp/startOfISOWeek.js</a:t>
            </a:r>
          </a:p>
          <a:p>
            <a:pPr>
              <a:defRPr sz="1200"/>
            </a:pPr>
            <a:r>
              <a:t>D:/pasar_fix/node_modules/.bun/date-fns@4.1.0/node_modules/date-fns/fp/startOfISOWeekWithOptions.cjs</a:t>
            </a:r>
          </a:p>
          <a:p>
            <a:pPr>
              <a:defRPr sz="1200"/>
            </a:pPr>
            <a:r>
              <a:t>D:/pasar_fix/node_modules/.bun/date-fns@4.1.0/node_modules/date-fns/fp/startOfISOWeekWithOptions.d.cts</a:t>
            </a:r>
          </a:p>
          <a:p>
            <a:pPr>
              <a:defRPr sz="1200"/>
            </a:pPr>
            <a:r>
              <a:t>D:/pasar_fix/node_modules/.bun/date-fns@4.1.0/node_modules/date-fns/fp/startOfISOWeekWithOptions.d.ts</a:t>
            </a:r>
          </a:p>
          <a:p>
            <a:pPr>
              <a:defRPr sz="1200"/>
            </a:pPr>
            <a:r>
              <a:t>D:/pasar_fix/node_modules/.bun/date-fns@4.1.0/node_modules/date-fns/fp/startOfISOWeekWithOptions.js</a:t>
            </a:r>
          </a:p>
          <a:p>
            <a:pPr>
              <a:defRPr sz="1200"/>
            </a:pPr>
            <a:r>
              <a:t>D:/pasar_fix/node_modules/.bun/date-fns@4.1.0/node_modules/date-fns/fp/startOfISOWeekYear.cjs</a:t>
            </a:r>
          </a:p>
          <a:p>
            <a:pPr>
              <a:defRPr sz="1200"/>
            </a:pPr>
            <a:r>
              <a:t>D:/pasar_fix/node_modules/.bun/date-fns@4.1.0/node_modules/date-fns/fp/startOfISOWeekYear.d.cts</a:t>
            </a:r>
          </a:p>
          <a:p>
            <a:pPr>
              <a:defRPr sz="1200"/>
            </a:pPr>
            <a:r>
              <a:t>D:/pasar_fix/node_modules/.bun/date-fns@4.1.0/node_modules/date-fns/fp/startOfISOWeekYear.d.ts</a:t>
            </a:r>
          </a:p>
          <a:p>
            <a:pPr>
              <a:defRPr sz="1200"/>
            </a:pPr>
            <a:r>
              <a:t>D:/pasar_fix/node_modules/.bun/date-fns@4.1.0/node_modules/date-fns/fp/startOfISOWeekYear.js</a:t>
            </a:r>
          </a:p>
          <a:p>
            <a:pPr>
              <a:defRPr sz="1200"/>
            </a:pPr>
            <a:r>
              <a:t>D:/pasar_fix/node_modules/.bun/date-fns@4.1.0/node_modules/date-fns/fp/startOfISOWeekYearWithOptions.cjs</a:t>
            </a:r>
          </a:p>
          <a:p>
            <a:pPr>
              <a:defRPr sz="1200"/>
            </a:pPr>
            <a:r>
              <a:t>D:/pasar_fix/node_modules/.bun/date-fns@4.1.0/node_modules/date-fns/fp/startOfISOWeekYearWithOptions.d.cts</a:t>
            </a:r>
          </a:p>
          <a:p>
            <a:pPr>
              <a:defRPr sz="1200"/>
            </a:pPr>
            <a:r>
              <a:t>D:/pasar_fix/node_modules/.bun/date-fns@4.1.0/node_modules/date-fns/fp/startOfISOWeekYearWithOptions.d.ts</a:t>
            </a:r>
          </a:p>
          <a:p>
            <a:pPr>
              <a:defRPr sz="1200"/>
            </a:pPr>
            <a:r>
              <a:t>D:/pasar_fix/node_modules/.bun/date-fns@4.1.0/node_modules/date-fns/fp/startOfISOWeekYearWithOptions.js</a:t>
            </a:r>
          </a:p>
          <a:p>
            <a:pPr>
              <a:defRPr sz="1200"/>
            </a:pPr>
            <a:r>
              <a:t>D:/pasar_fix/node_modules/.bun/date-fns@4.1.0/node_modules/date-fns/fp/startOfMinute.cjs</a:t>
            </a:r>
          </a:p>
          <a:p>
            <a:pPr>
              <a:defRPr sz="1200"/>
            </a:pPr>
            <a:r>
              <a:t>D:/pasar_fix/node_modules/.bun/date-fns@4.1.0/node_modules/date-fns/fp/startOfMinute.d.cts</a:t>
            </a:r>
          </a:p>
          <a:p>
            <a:pPr>
              <a:defRPr sz="1200"/>
            </a:pPr>
            <a:r>
              <a:t>D:/pasar_fix/node_modules/.bun/date-fns@4.1.0/node_modules/date-fns/fp/startOfMinute.d.ts</a:t>
            </a:r>
          </a:p>
          <a:p>
            <a:pPr>
              <a:defRPr sz="1200"/>
            </a:pPr>
            <a:r>
              <a:t>D:/pasar_fix/node_modules/.bun/date-fns@4.1.0/node_modules/date-fns/fp/startOfMinute.js</a:t>
            </a:r>
          </a:p>
          <a:p>
            <a:pPr>
              <a:defRPr sz="1200"/>
            </a:pPr>
            <a:r>
              <a:t>D:/pasar_fix/node_modules/.bun/date-fns@4.1.0/node_modules/date-fns/fp/startOfMinuteWithOptions.cjs</a:t>
            </a:r>
          </a:p>
          <a:p>
            <a:pPr>
              <a:defRPr sz="1200"/>
            </a:pPr>
            <a:r>
              <a:t>D:/pasar_fix/node_modules/.bun/date-fns@4.1.0/node_modules/date-fns/fp/startOfMinuteWithOptions.d.cts</a:t>
            </a:r>
          </a:p>
          <a:p>
            <a:pPr>
              <a:defRPr sz="1200"/>
            </a:pPr>
            <a:r>
              <a:t>D:/pasar_fix/node_modules/.bun/date-fns@4.1.0/node_modules/date-fns/fp/startOfMinuteWithOptions.d.ts</a:t>
            </a:r>
          </a:p>
          <a:p>
            <a:pPr>
              <a:defRPr sz="1200"/>
            </a:pPr>
            <a:r>
              <a:t>D:/pasar_fix/node_modules/.bun/date-fns@4.1.0/node_modules/date-fns/fp/startOfMinuteWithOptions.js</a:t>
            </a:r>
          </a:p>
          <a:p>
            <a:pPr>
              <a:defRPr sz="1200"/>
            </a:pPr>
            <a:r>
              <a:t>D:/pasar_fix/node_modules/.bun/date-fns@4.1.0/node_modules/date-fns/fp/startOfMonth.cjs</a:t>
            </a:r>
          </a:p>
          <a:p>
            <a:pPr>
              <a:defRPr sz="1200"/>
            </a:pPr>
            <a:r>
              <a:t>D:/pasar_fix/node_modules/.bun/date-fns@4.1.0/node_modules/date-fns/fp/startOfMonth.d.cts</a:t>
            </a:r>
          </a:p>
          <a:p>
            <a:pPr>
              <a:defRPr sz="1200"/>
            </a:pPr>
            <a:r>
              <a:t>D:/pasar_fix/node_modules/.bun/date-fns@4.1.0/node_modules/date-fns/fp/startOfMonth.d.ts</a:t>
            </a:r>
          </a:p>
          <a:p>
            <a:pPr>
              <a:defRPr sz="1200"/>
            </a:pPr>
            <a:r>
              <a:t>D:/pasar_fix/node_modules/.bun/date-fns@4.1.0/node_modules/date-fns/fp/startOfMonth.js</a:t>
            </a:r>
          </a:p>
          <a:p>
            <a:pPr>
              <a:defRPr sz="1200"/>
            </a:pPr>
            <a:r>
              <a:t>D:/pasar_fix/node_modules/.bun/date-fns@4.1.0/node_modules/date-fns/fp/startOfMonthWithOptions.cjs</a:t>
            </a:r>
          </a:p>
          <a:p>
            <a:pPr>
              <a:defRPr sz="1200"/>
            </a:pPr>
            <a:r>
              <a:t>D:/pasar_fix/node_modules/.bun/date-fns@4.1.0/node_modules/date-fns/fp/startOfMonthWithOptions.d.cts</a:t>
            </a:r>
          </a:p>
          <a:p>
            <a:pPr>
              <a:defRPr sz="1200"/>
            </a:pPr>
            <a:r>
              <a:t>D:/pasar_fix/node_modules/.bun/date-fns@4.1.0/node_modules/date-fns/fp/startOfMonthWithOptions.d.ts</a:t>
            </a:r>
          </a:p>
          <a:p>
            <a:pPr>
              <a:defRPr sz="1200"/>
            </a:pPr>
            <a:r>
              <a:t>D:/pasar_fix/node_modules/.bun/date-fns@4.1.0/node_modules/date-fns/fp/startOfMonthWithOptions.js</a:t>
            </a:r>
          </a:p>
          <a:p>
            <a:pPr>
              <a:defRPr sz="1200"/>
            </a:pPr>
            <a:r>
              <a:t>D:/pasar_fix/node_modules/.bun/date-fns@4.1.0/node_modules/date-fns/fp/startOfQuarter.cjs</a:t>
            </a:r>
          </a:p>
          <a:p>
            <a:pPr>
              <a:defRPr sz="1200"/>
            </a:pPr>
            <a:r>
              <a:t>D:/pasar_fix/node_modules/.bun/date-fns@4.1.0/node_modules/date-fns/fp/startOfQuarter.d.cts</a:t>
            </a:r>
          </a:p>
          <a:p>
            <a:pPr>
              <a:defRPr sz="1200"/>
            </a:pPr>
            <a:r>
              <a:t>D:/pasar_fix/node_modules/.bun/date-fns@4.1.0/node_modules/date-fns/fp/startOfQuarter.d.ts</a:t>
            </a:r>
          </a:p>
          <a:p>
            <a:pPr>
              <a:defRPr sz="1200"/>
            </a:pPr>
            <a:r>
              <a:t>D:/pasar_fix/node_modules/.bun/date-fns@4.1.0/node_modules/date-fns/fp/startOfQuarter.js</a:t>
            </a:r>
          </a:p>
          <a:p>
            <a:pPr>
              <a:defRPr sz="1200"/>
            </a:pPr>
            <a:r>
              <a:t>D:/pasar_fix/node_modules/.bun/date-fns@4.1.0/node_modules/date-fns/fp/startOfQuarterWithOptions.cjs</a:t>
            </a:r>
          </a:p>
          <a:p>
            <a:pPr>
              <a:defRPr sz="1200"/>
            </a:pPr>
            <a:r>
              <a:t>D:/pasar_fix/node_modules/.bun/date-fns@4.1.0/node_modules/date-fns/fp/startOfQuarterWithOptions.d.cts</a:t>
            </a:r>
          </a:p>
          <a:p>
            <a:pPr>
              <a:defRPr sz="1200"/>
            </a:pPr>
            <a:r>
              <a:t>D:/pasar_fix/node_modules/.bun/date-fns@4.1.0/node_modules/date-fns/fp/startOfQuarterWithOptions.d.ts</a:t>
            </a:r>
          </a:p>
          <a:p>
            <a:pPr>
              <a:defRPr sz="1200"/>
            </a:pPr>
            <a:r>
              <a:t>D:/pasar_fix/node_modules/.bun/date-fns@4.1.0/node_modules/date-fns/fp/startOfQuarterWithOptions.js</a:t>
            </a:r>
          </a:p>
          <a:p>
            <a:pPr>
              <a:defRPr sz="1200"/>
            </a:pPr>
            <a:r>
              <a:t>D:/pasar_fix/node_modules/.bun/date-fns@4.1.0/node_modules/date-fns/fp/startOfSecond.cjs</a:t>
            </a:r>
          </a:p>
          <a:p>
            <a:pPr>
              <a:defRPr sz="1200"/>
            </a:pPr>
            <a:r>
              <a:t>D:/pasar_fix/node_modules/.bun/date-fns@4.1.0/node_modules/date-fns/fp/startOfSecond.d.cts</a:t>
            </a:r>
          </a:p>
          <a:p>
            <a:pPr>
              <a:defRPr sz="1200"/>
            </a:pPr>
            <a:r>
              <a:t>D:/pasar_fix/node_modules/.bun/date-fns@4.1.0/node_modules/date-fns/fp/startOfSecond.d.ts</a:t>
            </a:r>
          </a:p>
          <a:p>
            <a:pPr>
              <a:defRPr sz="1200"/>
            </a:pPr>
            <a:r>
              <a:t>D:/pasar_fix/node_modules/.bun/date-fns@4.1.0/node_modules/date-fns/fp/startOfSecond.js</a:t>
            </a:r>
          </a:p>
          <a:p>
            <a:pPr>
              <a:defRPr sz="1200"/>
            </a:pPr>
            <a:r>
              <a:t>D:/pasar_fix/node_modules/.bun/date-fns@4.1.0/node_modules/date-fns/fp/startOfSecondWithOptions.cjs</a:t>
            </a:r>
          </a:p>
          <a:p>
            <a:pPr>
              <a:defRPr sz="1200"/>
            </a:pPr>
            <a:r>
              <a:t>D:/pasar_fix/node_modules/.bun/date-fns@4.1.0/node_modules/date-fns/fp/startOfSecondWithOptions.d.cts</a:t>
            </a:r>
          </a:p>
          <a:p>
            <a:pPr>
              <a:defRPr sz="1200"/>
            </a:pPr>
            <a:r>
              <a:t>D:/pasar_fix/node_modules/.bun/date-fns@4.1.0/node_modules/date-fns/fp/startOfSecondWithOptions.d.ts</a:t>
            </a:r>
          </a:p>
          <a:p>
            <a:pPr>
              <a:defRPr sz="1200"/>
            </a:pPr>
            <a:r>
              <a:t>D:/pasar_fix/node_modules/.bun/date-fns@4.1.0/node_modules/date-fns/fp/startOfSecondWithOptions.js</a:t>
            </a:r>
          </a:p>
          <a:p>
            <a:pPr>
              <a:defRPr sz="1200"/>
            </a:pPr>
            <a:r>
              <a:t>D:/pasar_fix/node_modules/.bun/date-fns@4.1.0/node_modules/date-fns/fp/startOfWeek.cjs</a:t>
            </a:r>
          </a:p>
          <a:p>
            <a:pPr>
              <a:defRPr sz="1200"/>
            </a:pPr>
            <a:r>
              <a:t>D:/pasar_fix/node_modules/.bun/date-fns@4.1.0/node_modules/date-fns/fp/startOfWeek.d.cts</a:t>
            </a:r>
          </a:p>
          <a:p>
            <a:pPr>
              <a:defRPr sz="1200"/>
            </a:pPr>
            <a:r>
              <a:t>D:/pasar_fix/node_modules/.bun/date-fns@4.1.0/node_modules/date-fns/fp/startOfWeek.d.ts</a:t>
            </a:r>
          </a:p>
          <a:p>
            <a:pPr>
              <a:defRPr sz="1200"/>
            </a:pPr>
            <a:r>
              <a:t>D:/pasar_fix/node_modules/.bun/date-fns@4.1.0/node_modules/date-fns/fp/startOfWeek.js</a:t>
            </a:r>
          </a:p>
          <a:p>
            <a:pPr>
              <a:defRPr sz="1200"/>
            </a:pPr>
            <a:r>
              <a:t>D:/pasar_fix/node_modules/.bun/date-fns@4.1.0/node_modules/date-fns/fp/startOfWeekWithOptions.cjs</a:t>
            </a:r>
          </a:p>
          <a:p>
            <a:pPr>
              <a:defRPr sz="1200"/>
            </a:pPr>
            <a:r>
              <a:t>D:/pasar_fix/node_modules/.bun/date-fns@4.1.0/node_modules/date-fns/fp/startOfWeekWithOptions.d.cts</a:t>
            </a:r>
          </a:p>
          <a:p>
            <a:pPr>
              <a:defRPr sz="1200"/>
            </a:pPr>
            <a:r>
              <a:t>D:/pasar_fix/node_modules/.bun/date-fns@4.1.0/node_modules/date-fns/fp/startOfWeekWithOptions.d.ts</a:t>
            </a:r>
          </a:p>
          <a:p>
            <a:pPr>
              <a:defRPr sz="1200"/>
            </a:pPr>
            <a:r>
              <a:t>D:/pasar_fix/node_modules/.bun/date-fns@4.1.0/node_modules/date-fns/fp/startOfWeekWithOptions.js</a:t>
            </a:r>
          </a:p>
          <a:p>
            <a:pPr>
              <a:defRPr sz="1200"/>
            </a:pPr>
            <a:r>
              <a:t>D:/pasar_fix/node_modules/.bun/date-fns@4.1.0/node_modules/date-fns/fp/startOfWeekYear.cjs</a:t>
            </a:r>
          </a:p>
          <a:p>
            <a:pPr>
              <a:defRPr sz="1200"/>
            </a:pPr>
            <a:r>
              <a:t>D:/pasar_fix/node_modules/.bun/date-fns@4.1.0/node_modules/date-fns/fp/startOfWeekYear.d.cts</a:t>
            </a:r>
          </a:p>
          <a:p>
            <a:pPr>
              <a:defRPr sz="1200"/>
            </a:pPr>
            <a:r>
              <a:t>D:/pasar_fix/node_modules/.bun/date-fns@4.1.0/node_modules/date-fns/fp/startOfWeekYear.d.ts</a:t>
            </a:r>
          </a:p>
          <a:p>
            <a:pPr>
              <a:defRPr sz="1200"/>
            </a:pPr>
            <a:r>
              <a:t>D:/pasar_fix/node_modules/.bun/date-fns@4.1.0/node_modules/date-fns/fp/startOfWeekYear.js</a:t>
            </a:r>
          </a:p>
          <a:p>
            <a:pPr>
              <a:defRPr sz="1200"/>
            </a:pPr>
            <a:r>
              <a:t>D:/pasar_fix/node_modules/.bun/date-fns@4.1.0/node_modules/date-fns/fp/startOfWeekYearWithOptions.cjs</a:t>
            </a:r>
          </a:p>
          <a:p>
            <a:pPr>
              <a:defRPr sz="1200"/>
            </a:pPr>
            <a:r>
              <a:t>D:/pasar_fix/node_modules/.bun/date-fns@4.1.0/node_modules/date-fns/fp/startOfWeekYearWithOptions.d.cts</a:t>
            </a:r>
          </a:p>
          <a:p>
            <a:pPr>
              <a:defRPr sz="1200"/>
            </a:pPr>
            <a:r>
              <a:t>D:/pasar_fix/node_modules/.bun/date-fns@4.1.0/node_modules/date-fns/fp/startOfWeekYearWithOptions.d.ts</a:t>
            </a:r>
          </a:p>
          <a:p>
            <a:pPr>
              <a:defRPr sz="1200"/>
            </a:pPr>
            <a:r>
              <a:t>D:/pasar_fix/node_modules/.bun/date-fns@4.1.0/node_modules/date-fns/fp/startOfWeekYearWithOptions.js</a:t>
            </a:r>
          </a:p>
          <a:p>
            <a:pPr>
              <a:defRPr sz="1200"/>
            </a:pPr>
            <a:r>
              <a:t>D:/pasar_fix/node_modules/.bun/date-fns@4.1.0/node_modules/date-fns/fp/startOfYear.cjs</a:t>
            </a:r>
          </a:p>
          <a:p>
            <a:pPr>
              <a:defRPr sz="1200"/>
            </a:pPr>
            <a:r>
              <a:t>D:/pasar_fix/node_modules/.bun/date-fns@4.1.0/node_modules/date-fns/fp/startOfYear.d.cts</a:t>
            </a:r>
          </a:p>
          <a:p>
            <a:pPr>
              <a:defRPr sz="1200"/>
            </a:pPr>
            <a:r>
              <a:t>D:/pasar_fix/node_modules/.bun/date-fns@4.1.0/node_modules/date-fns/fp/startOfYear.d.ts</a:t>
            </a:r>
          </a:p>
          <a:p>
            <a:pPr>
              <a:defRPr sz="1200"/>
            </a:pPr>
            <a:r>
              <a:t>D:/pasar_fix/node_modules/.bun/date-fns@4.1.0/node_modules/date-fns/fp/startOfYear.js</a:t>
            </a:r>
          </a:p>
          <a:p>
            <a:pPr>
              <a:defRPr sz="1200"/>
            </a:pPr>
            <a:r>
              <a:t>D:/pasar_fix/node_modules/.bun/date-fns@4.1.0/node_modules/date-fns/fp/startOfYearWithOptions.cjs</a:t>
            </a:r>
          </a:p>
          <a:p>
            <a:pPr>
              <a:defRPr sz="1200"/>
            </a:pPr>
            <a:r>
              <a:t>D:/pasar_fix/node_modules/.bun/date-fns@4.1.0/node_modules/date-fns/fp/startOfYearWithOptions.d.cts</a:t>
            </a:r>
          </a:p>
          <a:p>
            <a:pPr>
              <a:defRPr sz="1200"/>
            </a:pPr>
            <a:r>
              <a:t>D:/pasar_fix/node_modules/.bun/date-fns@4.1.0/node_modules/date-fns/fp/startOfYearWithOptions.d.ts</a:t>
            </a:r>
          </a:p>
          <a:p>
            <a:pPr>
              <a:defRPr sz="1200"/>
            </a:pPr>
            <a:r>
              <a:t>D:/pasar_fix/node_modules/.bun/date-fns@4.1.0/node_modules/date-fns/fp/startOfYearWithOptions.js</a:t>
            </a:r>
          </a:p>
          <a:p>
            <a:pPr>
              <a:defRPr sz="1200"/>
            </a:pPr>
            <a:r>
              <a:t>D:/pasar_fix/node_modules/.bun/date-fns@4.1.0/node_modules/date-fns/fp/sub.cjs</a:t>
            </a:r>
          </a:p>
          <a:p>
            <a:pPr>
              <a:defRPr sz="1200"/>
            </a:pPr>
            <a:r>
              <a:t>D:/pasar_fix/node_modules/.bun/date-fns@4.1.0/node_modules/date-fns/fp/sub.d.cts</a:t>
            </a:r>
          </a:p>
          <a:p>
            <a:pPr>
              <a:defRPr sz="1200"/>
            </a:pPr>
            <a:r>
              <a:t>D:/pasar_fix/node_modules/.bun/date-fns@4.1.0/node_modules/date-fns/fp/sub.d.ts</a:t>
            </a:r>
          </a:p>
          <a:p>
            <a:pPr>
              <a:defRPr sz="1200"/>
            </a:pPr>
            <a:r>
              <a:t>D:/pasar_fix/node_modules/.bun/date-fns@4.1.0/node_modules/date-fns/fp/sub.js</a:t>
            </a:r>
          </a:p>
          <a:p>
            <a:pPr>
              <a:defRPr sz="1200"/>
            </a:pPr>
            <a:r>
              <a:t>D:/pasar_fix/node_modules/.bun/date-fns@4.1.0/node_modules/date-fns/fp/subBusinessDays.cjs</a:t>
            </a:r>
          </a:p>
          <a:p>
            <a:pPr>
              <a:defRPr sz="1200"/>
            </a:pPr>
            <a:r>
              <a:t>D:/pasar_fix/node_modules/.bun/date-fns@4.1.0/node_modules/date-fns/fp/subBusinessDays.d.cts</a:t>
            </a:r>
          </a:p>
          <a:p>
            <a:pPr>
              <a:defRPr sz="1200"/>
            </a:pPr>
            <a:r>
              <a:t>D:/pasar_fix/node_modules/.bun/date-fns@4.1.0/node_modules/date-fns/fp/subBusinessDays.d.ts</a:t>
            </a:r>
          </a:p>
          <a:p>
            <a:pPr>
              <a:defRPr sz="1200"/>
            </a:pPr>
            <a:r>
              <a:t>D:/pasar_fix/node_modules/.bun/date-fns@4.1.0/node_modules/date-fns/fp/subBusinessDays.js</a:t>
            </a:r>
          </a:p>
          <a:p>
            <a:pPr>
              <a:defRPr sz="1200"/>
            </a:pPr>
            <a:r>
              <a:t>D:/pasar_fix/node_modules/.bun/date-fns@4.1.0/node_modules/date-fns/fp/subBusinessDaysWithOptions.cjs</a:t>
            </a:r>
          </a:p>
          <a:p>
            <a:pPr>
              <a:defRPr sz="1200"/>
            </a:pPr>
            <a:r>
              <a:t>D:/pasar_fix/node_modules/.bun/date-fns@4.1.0/node_modules/date-fns/fp/subBusinessDaysWithOptions.d.cts</a:t>
            </a:r>
          </a:p>
          <a:p>
            <a:pPr>
              <a:defRPr sz="1200"/>
            </a:pPr>
            <a:r>
              <a:t>D:/pasar_fix/node_modules/.bun/date-fns@4.1.0/node_modules/date-fns/fp/subBusinessDaysWithOptions.d.ts</a:t>
            </a:r>
          </a:p>
          <a:p>
            <a:pPr>
              <a:defRPr sz="1200"/>
            </a:pPr>
            <a:r>
              <a:t>D:/pasar_fix/node_modules/.bun/date-fns@4.1.0/node_modules/date-fns/fp/subBusinessDaysWithOptions.js</a:t>
            </a:r>
          </a:p>
          <a:p>
            <a:pPr>
              <a:defRPr sz="1200"/>
            </a:pPr>
            <a:r>
              <a:t>D:/pasar_fix/node_modules/.bun/date-fns@4.1.0/node_modules/date-fns/fp/subDays.cjs</a:t>
            </a:r>
          </a:p>
          <a:p>
            <a:pPr>
              <a:defRPr sz="1200"/>
            </a:pPr>
            <a:r>
              <a:t>D:/pasar_fix/node_modules/.bun/date-fns@4.1.0/node_modules/date-fns/fp/subDays.d.cts</a:t>
            </a:r>
          </a:p>
          <a:p>
            <a:pPr>
              <a:defRPr sz="1200"/>
            </a:pPr>
            <a:r>
              <a:t>D:/pasar_fix/node_modules/.bun/date-fns@4.1.0/node_modules/date-fns/fp/subDays.d.ts</a:t>
            </a:r>
          </a:p>
          <a:p>
            <a:pPr>
              <a:defRPr sz="1200"/>
            </a:pPr>
            <a:r>
              <a:t>D:/pasar_fix/node_modules/.bun/date-fns@4.1.0/node_modules/date-fns/fp/subDays.js</a:t>
            </a:r>
          </a:p>
          <a:p>
            <a:pPr>
              <a:defRPr sz="1200"/>
            </a:pPr>
            <a:r>
              <a:t>D:/pasar_fix/node_modules/.bun/date-fns@4.1.0/node_modules/date-fns/fp/subDaysWithOptions.cjs</a:t>
            </a:r>
          </a:p>
          <a:p>
            <a:pPr>
              <a:defRPr sz="1200"/>
            </a:pPr>
            <a:r>
              <a:t>D:/pasar_fix/node_modules/.bun/date-fns@4.1.0/node_modules/date-fns/fp/subDaysWithOptions.d.cts</a:t>
            </a:r>
          </a:p>
          <a:p>
            <a:pPr>
              <a:defRPr sz="1200"/>
            </a:pPr>
            <a:r>
              <a:t>D:/pasar_fix/node_modules/.bun/date-fns@4.1.0/node_modules/date-fns/fp/subDaysWithOptions.d.ts</a:t>
            </a:r>
          </a:p>
          <a:p>
            <a:pPr>
              <a:defRPr sz="1200"/>
            </a:pPr>
            <a:r>
              <a:t>D:/pasar_fix/node_modules/.bun/date-fns@4.1.0/node_modules/date-fns/fp/subDaysWithOptions.js</a:t>
            </a:r>
          </a:p>
          <a:p>
            <a:pPr>
              <a:defRPr sz="1200"/>
            </a:pPr>
            <a:r>
              <a:t>D:/pasar_fix/node_modules/.bun/date-fns@4.1.0/node_modules/date-fns/fp/subHours.cjs</a:t>
            </a:r>
          </a:p>
          <a:p>
            <a:pPr>
              <a:defRPr sz="1200"/>
            </a:pPr>
            <a:r>
              <a:t>D:/pasar_fix/node_modules/.bun/date-fns@4.1.0/node_modules/date-fns/fp/subHours.d.cts</a:t>
            </a:r>
          </a:p>
          <a:p>
            <a:pPr>
              <a:defRPr sz="1200"/>
            </a:pPr>
            <a:r>
              <a:t>D:/pasar_fix/node_modules/.bun/date-fns@4.1.0/node_modules/date-fns/fp/subHours.d.ts</a:t>
            </a:r>
          </a:p>
          <a:p>
            <a:pPr>
              <a:defRPr sz="1200"/>
            </a:pPr>
            <a:r>
              <a:t>D:/pasar_fix/node_modules/.bun/date-fns@4.1.0/node_modules/date-fns/fp/subHours.js</a:t>
            </a:r>
          </a:p>
          <a:p>
            <a:pPr>
              <a:defRPr sz="1200"/>
            </a:pPr>
            <a:r>
              <a:t>D:/pasar_fix/node_modules/.bun/date-fns@4.1.0/node_modules/date-fns/fp/subHoursWithOptions.cjs</a:t>
            </a:r>
          </a:p>
          <a:p>
            <a:pPr>
              <a:defRPr sz="1200"/>
            </a:pPr>
            <a:r>
              <a:t>D:/pasar_fix/node_modules/.bun/date-fns@4.1.0/node_modules/date-fns/fp/subHoursWithOptions.d.cts</a:t>
            </a:r>
          </a:p>
          <a:p>
            <a:pPr>
              <a:defRPr sz="1200"/>
            </a:pPr>
            <a:r>
              <a:t>D:/pasar_fix/node_modules/.bun/date-fns@4.1.0/node_modules/date-fns/fp/subHoursWithOptions.d.ts</a:t>
            </a:r>
          </a:p>
          <a:p>
            <a:pPr>
              <a:defRPr sz="1200"/>
            </a:pPr>
            <a:r>
              <a:t>D:/pasar_fix/node_modules/.bun/date-fns@4.1.0/node_modules/date-fns/fp/subHoursWithOptions.js</a:t>
            </a:r>
          </a:p>
          <a:p>
            <a:pPr>
              <a:defRPr sz="1200"/>
            </a:pPr>
            <a:r>
              <a:t>D:/pasar_fix/node_modules/.bun/date-fns@4.1.0/node_modules/date-fns/fp/subISOWeekYears.cjs</a:t>
            </a:r>
          </a:p>
          <a:p>
            <a:pPr>
              <a:defRPr sz="1200"/>
            </a:pPr>
            <a:r>
              <a:t>D:/pasar_fix/node_modules/.bun/date-fns@4.1.0/node_modules/date-fns/fp/subISOWeekYears.d.cts</a:t>
            </a:r>
          </a:p>
          <a:p>
            <a:pPr>
              <a:defRPr sz="1200"/>
            </a:pPr>
            <a:r>
              <a:t>D:/pasar_fix/node_modules/.bun/date-fns@4.1.0/node_modules/date-fns/fp/subISOWeekYears.d.ts</a:t>
            </a:r>
          </a:p>
          <a:p>
            <a:pPr>
              <a:defRPr sz="1200"/>
            </a:pPr>
            <a:r>
              <a:t>D:/pasar_fix/node_modules/.bun/date-fns@4.1.0/node_modules/date-fns/fp/subISOWeekYears.js</a:t>
            </a:r>
          </a:p>
          <a:p>
            <a:pPr>
              <a:defRPr sz="1200"/>
            </a:pPr>
            <a:r>
              <a:t>D:/pasar_fix/node_modules/.bun/date-fns@4.1.0/node_modules/date-fns/fp/subISOWeekYearsWithOptions.cjs</a:t>
            </a:r>
          </a:p>
          <a:p>
            <a:pPr>
              <a:defRPr sz="1200"/>
            </a:pPr>
            <a:r>
              <a:t>D:/pasar_fix/node_modules/.bun/date-fns@4.1.0/node_modules/date-fns/fp/subISOWeekYearsWithOptions.d.cts</a:t>
            </a:r>
          </a:p>
          <a:p>
            <a:pPr>
              <a:defRPr sz="1200"/>
            </a:pPr>
            <a:r>
              <a:t>D:/pasar_fix/node_modules/.bun/date-fns@4.1.0/node_modules/date-fns/fp/subISOWeekYearsWithOptions.d.ts</a:t>
            </a:r>
          </a:p>
          <a:p>
            <a:pPr>
              <a:defRPr sz="1200"/>
            </a:pPr>
            <a:r>
              <a:t>D:/pasar_fix/node_modules/.bun/date-fns@4.1.0/node_modules/date-fns/fp/subISOWeekYearsWithOptions.js</a:t>
            </a:r>
          </a:p>
          <a:p>
            <a:pPr>
              <a:defRPr sz="1200"/>
            </a:pPr>
            <a:r>
              <a:t>D:/pasar_fix/node_modules/.bun/date-fns@4.1.0/node_modules/date-fns/fp/subMilliseconds.cjs</a:t>
            </a:r>
          </a:p>
          <a:p>
            <a:pPr>
              <a:defRPr sz="1200"/>
            </a:pPr>
            <a:r>
              <a:t>D:/pasar_fix/node_modules/.bun/date-fns@4.1.0/node_modules/date-fns/fp/subMilliseconds.d.cts</a:t>
            </a:r>
          </a:p>
          <a:p>
            <a:pPr>
              <a:defRPr sz="1200"/>
            </a:pPr>
            <a:r>
              <a:t>D:/pasar_fix/node_modules/.bun/date-fns@4.1.0/node_modules/date-fns/fp/subMilliseconds.d.ts</a:t>
            </a:r>
          </a:p>
          <a:p>
            <a:pPr>
              <a:defRPr sz="1200"/>
            </a:pPr>
            <a:r>
              <a:t>D:/pasar_fix/node_modules/.bun/date-fns@4.1.0/node_modules/date-fns/fp/subMilliseconds.js</a:t>
            </a:r>
          </a:p>
          <a:p>
            <a:pPr>
              <a:defRPr sz="1200"/>
            </a:pPr>
            <a:r>
              <a:t>D:/pasar_fix/node_modules/.bun/date-fns@4.1.0/node_modules/date-fns/fp/subMillisecondsWithOptions.cjs</a:t>
            </a:r>
          </a:p>
          <a:p>
            <a:pPr>
              <a:defRPr sz="1200"/>
            </a:pPr>
            <a:r>
              <a:t>D:/pasar_fix/node_modules/.bun/date-fns@4.1.0/node_modules/date-fns/fp/subMillisecondsWithOptions.d.cts</a:t>
            </a:r>
          </a:p>
          <a:p>
            <a:pPr>
              <a:defRPr sz="1200"/>
            </a:pPr>
            <a:r>
              <a:t>D:/pasar_fix/node_modules/.bun/date-fns@4.1.0/node_modules/date-fns/fp/subMillisecondsWithOptions.d.ts</a:t>
            </a:r>
          </a:p>
          <a:p>
            <a:pPr>
              <a:defRPr sz="1200"/>
            </a:pPr>
            <a:r>
              <a:t>D:/pasar_fix/node_modules/.bun/date-fns@4.1.0/node_modules/date-fns/fp/subMillisecondsWithOptions.js</a:t>
            </a:r>
          </a:p>
          <a:p>
            <a:pPr>
              <a:defRPr sz="1200"/>
            </a:pPr>
            <a:r>
              <a:t>D:/pasar_fix/node_modules/.bun/date-fns@4.1.0/node_modules/date-fns/fp/subMinutes.cjs</a:t>
            </a:r>
          </a:p>
          <a:p>
            <a:pPr>
              <a:defRPr sz="1200"/>
            </a:pPr>
            <a:r>
              <a:t>D:/pasar_fix/node_modules/.bun/date-fns@4.1.0/node_modules/date-fns/fp/subMinutes.d.cts</a:t>
            </a:r>
          </a:p>
          <a:p>
            <a:pPr>
              <a:defRPr sz="1200"/>
            </a:pPr>
            <a:r>
              <a:t>D:/pasar_fix/node_modules/.bun/date-fns@4.1.0/node_modules/date-fns/fp/subMinutes.d.ts</a:t>
            </a:r>
          </a:p>
          <a:p>
            <a:pPr>
              <a:defRPr sz="1200"/>
            </a:pPr>
            <a:r>
              <a:t>D:/pasar_fix/node_modules/.bun/date-fns@4.1.0/node_modules/date-fns/fp/subMinutes.js</a:t>
            </a:r>
          </a:p>
          <a:p>
            <a:pPr>
              <a:defRPr sz="1200"/>
            </a:pPr>
            <a:r>
              <a:t>D:/pasar_fix/node_modules/.bun/date-fns@4.1.0/node_modules/date-fns/fp/subMinutesWithOptions.cjs</a:t>
            </a:r>
          </a:p>
          <a:p>
            <a:pPr>
              <a:defRPr sz="1200"/>
            </a:pPr>
            <a:r>
              <a:t>D:/pasar_fix/node_modules/.bun/date-fns@4.1.0/node_modules/date-fns/fp/subMinutesWithOptions.d.cts</a:t>
            </a:r>
          </a:p>
          <a:p>
            <a:pPr>
              <a:defRPr sz="1200"/>
            </a:pPr>
            <a:r>
              <a:t>D:/pasar_fix/node_modules/.bun/date-fns@4.1.0/node_modules/date-fns/fp/subMinutesWithOptions.d.ts</a:t>
            </a:r>
          </a:p>
          <a:p>
            <a:pPr>
              <a:defRPr sz="1200"/>
            </a:pPr>
            <a:r>
              <a:t>D:/pasar_fix/node_modules/.bun/date-fns@4.1.0/node_modules/date-fns/fp/subMinutesWithOptions.js</a:t>
            </a:r>
          </a:p>
          <a:p>
            <a:pPr>
              <a:defRPr sz="1200"/>
            </a:pPr>
            <a:r>
              <a:t>D:/pasar_fix/node_modules/.bun/date-fns@4.1.0/node_modules/date-fns/fp/subMonths.cjs</a:t>
            </a:r>
          </a:p>
          <a:p>
            <a:pPr>
              <a:defRPr sz="1200"/>
            </a:pPr>
            <a:r>
              <a:t>D:/pasar_fix/node_modules/.bun/date-fns@4.1.0/node_modules/date-fns/fp/subMonths.d.cts</a:t>
            </a:r>
          </a:p>
          <a:p>
            <a:pPr>
              <a:defRPr sz="1200"/>
            </a:pPr>
            <a:r>
              <a:t>D:/pasar_fix/node_modules/.bun/date-fns@4.1.0/node_modules/date-fns/fp/subMonths.d.ts</a:t>
            </a:r>
          </a:p>
          <a:p>
            <a:pPr>
              <a:defRPr sz="1200"/>
            </a:pPr>
            <a:r>
              <a:t>D:/pasar_fix/node_modules/.bun/date-fns@4.1.0/node_modules/date-fns/fp/subMonths.js</a:t>
            </a:r>
          </a:p>
          <a:p>
            <a:pPr>
              <a:defRPr sz="1200"/>
            </a:pPr>
            <a:r>
              <a:t>D:/pasar_fix/node_modules/.bun/date-fns@4.1.0/node_modules/date-fns/fp/subMonthsWithOptions.cjs</a:t>
            </a:r>
          </a:p>
          <a:p>
            <a:pPr>
              <a:defRPr sz="1200"/>
            </a:pPr>
            <a:r>
              <a:t>D:/pasar_fix/node_modules/.bun/date-fns@4.1.0/node_modules/date-fns/fp/subMonthsWithOptions.d.cts</a:t>
            </a:r>
          </a:p>
          <a:p>
            <a:pPr>
              <a:defRPr sz="1200"/>
            </a:pPr>
            <a:r>
              <a:t>D:/pasar_fix/node_modules/.bun/date-fns@4.1.0/node_modules/date-fns/fp/subMonthsWithOptions.d.ts</a:t>
            </a:r>
          </a:p>
          <a:p>
            <a:pPr>
              <a:defRPr sz="1200"/>
            </a:pPr>
            <a:r>
              <a:t>D:/pasar_fix/node_modules/.bun/date-fns@4.1.0/node_modules/date-fns/fp/subMonthsWithOptions.js</a:t>
            </a:r>
          </a:p>
          <a:p>
            <a:pPr>
              <a:defRPr sz="1200"/>
            </a:pPr>
            <a:r>
              <a:t>D:/pasar_fix/node_modules/.bun/date-fns@4.1.0/node_modules/date-fns/fp/subQuarters.cjs</a:t>
            </a:r>
          </a:p>
          <a:p>
            <a:pPr>
              <a:defRPr sz="1200"/>
            </a:pPr>
            <a:r>
              <a:t>D:/pasar_fix/node_modules/.bun/date-fns@4.1.0/node_modules/date-fns/fp/subQuarters.d.cts</a:t>
            </a:r>
          </a:p>
          <a:p>
            <a:pPr>
              <a:defRPr sz="1200"/>
            </a:pPr>
            <a:r>
              <a:t>D:/pasar_fix/node_modules/.bun/date-fns@4.1.0/node_modules/date-fns/fp/subQuarters.d.ts</a:t>
            </a:r>
          </a:p>
          <a:p>
            <a:pPr>
              <a:defRPr sz="1200"/>
            </a:pPr>
            <a:r>
              <a:t>D:/pasar_fix/node_modules/.bun/date-fns@4.1.0/node_modules/date-fns/fp/subQuarters.js</a:t>
            </a:r>
          </a:p>
          <a:p>
            <a:pPr>
              <a:defRPr sz="1200"/>
            </a:pPr>
            <a:r>
              <a:t>D:/pasar_fix/node_modules/.bun/date-fns@4.1.0/node_modules/date-fns/fp/subQuartersWithOptions.cjs</a:t>
            </a:r>
          </a:p>
          <a:p>
            <a:pPr>
              <a:defRPr sz="1200"/>
            </a:pPr>
            <a:r>
              <a:t>D:/pasar_fix/node_modules/.bun/date-fns@4.1.0/node_modules/date-fns/fp/subQuartersWithOptions.d.cts</a:t>
            </a:r>
          </a:p>
          <a:p>
            <a:pPr>
              <a:defRPr sz="1200"/>
            </a:pPr>
            <a:r>
              <a:t>D:/pasar_fix/node_modules/.bun/date-fns@4.1.0/node_modules/date-fns/fp/subQuartersWithOptions.d.ts</a:t>
            </a:r>
          </a:p>
          <a:p>
            <a:pPr>
              <a:defRPr sz="1200"/>
            </a:pPr>
            <a:r>
              <a:t>D:/pasar_fix/node_modules/.bun/date-fns@4.1.0/node_modules/date-fns/fp/subQuartersWithOptions.js</a:t>
            </a:r>
          </a:p>
          <a:p>
            <a:pPr>
              <a:defRPr sz="1200"/>
            </a:pPr>
            <a:r>
              <a:t>D:/pasar_fix/node_modules/.bun/date-fns@4.1.0/node_modules/date-fns/fp/subSeconds.cjs</a:t>
            </a:r>
          </a:p>
          <a:p>
            <a:pPr>
              <a:defRPr sz="1200"/>
            </a:pPr>
            <a:r>
              <a:t>D:/pasar_fix/node_modules/.bun/date-fns@4.1.0/node_modules/date-fns/fp/subSeconds.d.cts</a:t>
            </a:r>
          </a:p>
          <a:p>
            <a:pPr>
              <a:defRPr sz="1200"/>
            </a:pPr>
            <a:r>
              <a:t>D:/pasar_fix/node_modules/.bun/date-fns@4.1.0/node_modules/date-fns/fp/subSeconds.d.ts</a:t>
            </a:r>
          </a:p>
          <a:p>
            <a:pPr>
              <a:defRPr sz="1200"/>
            </a:pPr>
            <a:r>
              <a:t>D:/pasar_fix/node_modules/.bun/date-fns@4.1.0/node_modules/date-fns/fp/subSeconds.js</a:t>
            </a:r>
          </a:p>
          <a:p>
            <a:pPr>
              <a:defRPr sz="1200"/>
            </a:pPr>
            <a:r>
              <a:t>D:/pasar_fix/node_modules/.bun/date-fns@4.1.0/node_modules/date-fns/fp/subSecondsWithOptions.cjs</a:t>
            </a:r>
          </a:p>
          <a:p>
            <a:pPr>
              <a:defRPr sz="1200"/>
            </a:pPr>
            <a:r>
              <a:t>D:/pasar_fix/node_modules/.bun/date-fns@4.1.0/node_modules/date-fns/fp/subSecondsWithOptions.d.cts</a:t>
            </a:r>
          </a:p>
          <a:p>
            <a:pPr>
              <a:defRPr sz="1200"/>
            </a:pPr>
            <a:r>
              <a:t>D:/pasar_fix/node_modules/.bun/date-fns@4.1.0/node_modules/date-fns/fp/subSecondsWithOptions.d.ts</a:t>
            </a:r>
          </a:p>
          <a:p>
            <a:pPr>
              <a:defRPr sz="1200"/>
            </a:pPr>
            <a:r>
              <a:t>D:/pasar_fix/node_modules/.bun/date-fns@4.1.0/node_modules/date-fns/fp/subSecondsWithOptions.js</a:t>
            </a:r>
          </a:p>
          <a:p>
            <a:pPr>
              <a:defRPr sz="1200"/>
            </a:pPr>
            <a:r>
              <a:t>D:/pasar_fix/node_modules/.bun/date-fns@4.1.0/node_modules/date-fns/fp/subWeeks.cjs</a:t>
            </a:r>
          </a:p>
          <a:p>
            <a:pPr>
              <a:defRPr sz="1200"/>
            </a:pPr>
            <a:r>
              <a:t>D:/pasar_fix/node_modules/.bun/date-fns@4.1.0/node_modules/date-fns/fp/subWeeks.d.cts</a:t>
            </a:r>
          </a:p>
          <a:p>
            <a:pPr>
              <a:defRPr sz="1200"/>
            </a:pPr>
            <a:r>
              <a:t>D:/pasar_fix/node_modules/.bun/date-fns@4.1.0/node_modules/date-fns/fp/subWeeks.d.ts</a:t>
            </a:r>
          </a:p>
          <a:p>
            <a:pPr>
              <a:defRPr sz="1200"/>
            </a:pPr>
            <a:r>
              <a:t>D:/pasar_fix/node_modules/.bun/date-fns@4.1.0/node_modules/date-fns/fp/subWeeks.js</a:t>
            </a:r>
          </a:p>
          <a:p>
            <a:pPr>
              <a:defRPr sz="1200"/>
            </a:pPr>
            <a:r>
              <a:t>D:/pasar_fix/node_modules/.bun/date-fns@4.1.0/node_modules/date-fns/fp/subWeeksWithOptions.cjs</a:t>
            </a:r>
          </a:p>
          <a:p>
            <a:pPr>
              <a:defRPr sz="1200"/>
            </a:pPr>
            <a:r>
              <a:t>D:/pasar_fix/node_modules/.bun/date-fns@4.1.0/node_modules/date-fns/fp/subWeeksWithOptions.d.cts</a:t>
            </a:r>
          </a:p>
          <a:p>
            <a:pPr>
              <a:defRPr sz="1200"/>
            </a:pPr>
            <a:r>
              <a:t>D:/pasar_fix/node_modules/.bun/date-fns@4.1.0/node_modules/date-fns/fp/subWeeksWithOptions.d.ts</a:t>
            </a:r>
          </a:p>
          <a:p>
            <a:pPr>
              <a:defRPr sz="1200"/>
            </a:pPr>
            <a:r>
              <a:t>D:/pasar_fix/node_modules/.bun/date-fns@4.1.0/node_modules/date-fns/fp/subWeeksWithOptions.js</a:t>
            </a:r>
          </a:p>
          <a:p>
            <a:pPr>
              <a:defRPr sz="1200"/>
            </a:pPr>
            <a:r>
              <a:t>D:/pasar_fix/node_modules/.bun/date-fns@4.1.0/node_modules/date-fns/fp/subWithOptions.cjs</a:t>
            </a:r>
          </a:p>
          <a:p>
            <a:pPr>
              <a:defRPr sz="1200"/>
            </a:pPr>
            <a:r>
              <a:t>D:/pasar_fix/node_modules/.bun/date-fns@4.1.0/node_modules/date-fns/fp/subWithOptions.d.cts</a:t>
            </a:r>
          </a:p>
          <a:p>
            <a:pPr>
              <a:defRPr sz="1200"/>
            </a:pPr>
            <a:r>
              <a:t>D:/pasar_fix/node_modules/.bun/date-fns@4.1.0/node_modules/date-fns/fp/subWithOptions.d.ts</a:t>
            </a:r>
          </a:p>
          <a:p>
            <a:pPr>
              <a:defRPr sz="1200"/>
            </a:pPr>
            <a:r>
              <a:t>D:/pasar_fix/node_modules/.bun/date-fns@4.1.0/node_modules/date-fns/fp/subWithOptions.js</a:t>
            </a:r>
          </a:p>
          <a:p>
            <a:pPr>
              <a:defRPr sz="1200"/>
            </a:pPr>
            <a:r>
              <a:t>D:/pasar_fix/node_modules/.bun/date-fns@4.1.0/node_modules/date-fns/fp/subYears.cjs</a:t>
            </a:r>
          </a:p>
          <a:p>
            <a:pPr>
              <a:defRPr sz="1200"/>
            </a:pPr>
            <a:r>
              <a:t>D:/pasar_fix/node_modules/.bun/date-fns@4.1.0/node_modules/date-fns/fp/subYears.d.cts</a:t>
            </a:r>
          </a:p>
          <a:p>
            <a:pPr>
              <a:defRPr sz="1200"/>
            </a:pPr>
            <a:r>
              <a:t>D:/pasar_fix/node_modules/.bun/date-fns@4.1.0/node_modules/date-fns/fp/subYears.d.ts</a:t>
            </a:r>
          </a:p>
          <a:p>
            <a:pPr>
              <a:defRPr sz="1200"/>
            </a:pPr>
            <a:r>
              <a:t>D:/pasar_fix/node_modules/.bun/date-fns@4.1.0/node_modules/date-fns/fp/subYears.js</a:t>
            </a:r>
          </a:p>
          <a:p>
            <a:pPr>
              <a:defRPr sz="1200"/>
            </a:pPr>
            <a:r>
              <a:t>D:/pasar_fix/node_modules/.bun/date-fns@4.1.0/node_modules/date-fns/fp/subYearsWithOptions.cjs</a:t>
            </a:r>
          </a:p>
          <a:p>
            <a:pPr>
              <a:defRPr sz="1200"/>
            </a:pPr>
            <a:r>
              <a:t>D:/pasar_fix/node_modules/.bun/date-fns@4.1.0/node_modules/date-fns/fp/subYearsWithOptions.d.cts</a:t>
            </a:r>
          </a:p>
          <a:p>
            <a:pPr>
              <a:defRPr sz="1200"/>
            </a:pPr>
            <a:r>
              <a:t>D:/pasar_fix/node_modules/.bun/date-fns@4.1.0/node_modules/date-fns/fp/subYearsWithOptions.d.ts</a:t>
            </a:r>
          </a:p>
          <a:p>
            <a:pPr>
              <a:defRPr sz="1200"/>
            </a:pPr>
            <a:r>
              <a:t>D:/pasar_fix/node_modules/.bun/date-fns@4.1.0/node_modules/date-fns/fp/subYearsWithOptions.js</a:t>
            </a:r>
          </a:p>
          <a:p>
            <a:pPr>
              <a:defRPr sz="1200"/>
            </a:pPr>
            <a:r>
              <a:t>D:/pasar_fix/node_modules/.bun/date-fns@4.1.0/node_modules/date-fns/fp/toDate.cjs</a:t>
            </a:r>
          </a:p>
          <a:p>
            <a:pPr>
              <a:defRPr sz="1200"/>
            </a:pPr>
            <a:r>
              <a:t>D:/pasar_fix/node_modules/.bun/date-fns@4.1.0/node_modules/date-fns/fp/toDate.d.cts</a:t>
            </a:r>
          </a:p>
          <a:p>
            <a:pPr>
              <a:defRPr sz="1200"/>
            </a:pPr>
            <a:r>
              <a:t>D:/pasar_fix/node_modules/.bun/date-fns@4.1.0/node_modules/date-fns/fp/toDate.d.ts</a:t>
            </a:r>
          </a:p>
          <a:p>
            <a:pPr>
              <a:defRPr sz="1200"/>
            </a:pPr>
            <a:r>
              <a:t>D:/pasar_fix/node_modules/.bun/date-fns@4.1.0/node_modules/date-fns/fp/toDate.js</a:t>
            </a:r>
          </a:p>
          <a:p>
            <a:pPr>
              <a:defRPr sz="1200"/>
            </a:pPr>
            <a:r>
              <a:t>D:/pasar_fix/node_modules/.bun/date-fns@4.1.0/node_modules/date-fns/fp/transpose.cjs</a:t>
            </a:r>
          </a:p>
          <a:p>
            <a:pPr>
              <a:defRPr sz="1200"/>
            </a:pPr>
            <a:r>
              <a:t>D:/pasar_fix/node_modules/.bun/date-fns@4.1.0/node_modules/date-fns/fp/transpose.d.cts</a:t>
            </a:r>
          </a:p>
          <a:p>
            <a:pPr>
              <a:defRPr sz="1200"/>
            </a:pPr>
            <a:r>
              <a:t>D:/pasar_fix/node_modules/.bun/date-fns@4.1.0/node_modules/date-fns/fp/transpose.d.ts</a:t>
            </a:r>
          </a:p>
          <a:p>
            <a:pPr>
              <a:defRPr sz="1200"/>
            </a:pPr>
            <a:r>
              <a:t>D:/pasar_fix/node_modules/.bun/date-fns@4.1.0/node_modules/date-fns/fp/transpose.js</a:t>
            </a:r>
          </a:p>
          <a:p>
            <a:pPr>
              <a:defRPr sz="1200"/>
            </a:pPr>
            <a:r>
              <a:t>D:/pasar_fix/node_modules/.bun/date-fns@4.1.0/node_modules/date-fns/fp/types.cjs</a:t>
            </a:r>
          </a:p>
          <a:p>
            <a:pPr>
              <a:defRPr sz="1200"/>
            </a:pPr>
            <a:r>
              <a:t>D:/pasar_fix/node_modules/.bun/date-fns@4.1.0/node_modules/date-fns/fp/types.d.cts</a:t>
            </a:r>
          </a:p>
          <a:p>
            <a:pPr>
              <a:defRPr sz="1200"/>
            </a:pPr>
            <a:r>
              <a:t>D:/pasar_fix/node_modules/.bun/date-fns@4.1.0/node_modules/date-fns/fp/types.d.ts</a:t>
            </a:r>
          </a:p>
          <a:p>
            <a:pPr>
              <a:defRPr sz="1200"/>
            </a:pPr>
            <a:r>
              <a:t>D:/pasar_fix/node_modules/.bun/date-fns@4.1.0/node_modules/date-fns/fp/types.js</a:t>
            </a:r>
          </a:p>
          <a:p>
            <a:pPr>
              <a:defRPr sz="1200"/>
            </a:pPr>
            <a:r>
              <a:t>D:/pasar_fix/node_modules/.bun/date-fns@4.1.0/node_modules/date-fns/fp/weeksToDays.cjs</a:t>
            </a:r>
          </a:p>
          <a:p>
            <a:pPr>
              <a:defRPr sz="1200"/>
            </a:pPr>
            <a:r>
              <a:t>D:/pasar_fix/node_modules/.bun/date-fns@4.1.0/node_modules/date-fns/fp/weeksToDays.d.cts</a:t>
            </a:r>
          </a:p>
          <a:p>
            <a:pPr>
              <a:defRPr sz="1200"/>
            </a:pPr>
            <a:r>
              <a:t>D:/pasar_fix/node_modules/.bun/date-fns@4.1.0/node_modules/date-fns/fp/weeksToDays.d.ts</a:t>
            </a:r>
          </a:p>
          <a:p>
            <a:pPr>
              <a:defRPr sz="1200"/>
            </a:pPr>
            <a:r>
              <a:t>D:/pasar_fix/node_modules/.bun/date-fns@4.1.0/node_modules/date-fns/fp/weeksToDays.js</a:t>
            </a:r>
          </a:p>
          <a:p>
            <a:pPr>
              <a:defRPr sz="1200"/>
            </a:pPr>
            <a:r>
              <a:t>D:/pasar_fix/node_modules/.bun/date-fns@4.1.0/node_modules/date-fns/fp/yearsToDays.cjs</a:t>
            </a:r>
          </a:p>
          <a:p>
            <a:pPr>
              <a:defRPr sz="1200"/>
            </a:pPr>
            <a:r>
              <a:t>D:/pasar_fix/node_modules/.bun/date-fns@4.1.0/node_modules/date-fns/fp/yearsToDays.d.cts</a:t>
            </a:r>
          </a:p>
          <a:p>
            <a:pPr>
              <a:defRPr sz="1200"/>
            </a:pPr>
            <a:r>
              <a:t>D:/pasar_fix/node_modules/.bun/date-fns@4.1.0/node_modules/date-fns/fp/yearsToDays.d.ts</a:t>
            </a:r>
          </a:p>
          <a:p>
            <a:pPr>
              <a:defRPr sz="1200"/>
            </a:pPr>
            <a:r>
              <a:t>D:/pasar_fix/node_modules/.bun/date-fns@4.1.0/node_modules/date-fns/fp/yearsToDays.js</a:t>
            </a:r>
          </a:p>
          <a:p>
            <a:pPr>
              <a:defRPr sz="1200"/>
            </a:pPr>
            <a:r>
              <a:t>D:/pasar_fix/node_modules/.bun/date-fns@4.1.0/node_modules/date-fns/fp/yearsToMonths.cjs</a:t>
            </a:r>
          </a:p>
          <a:p>
            <a:pPr>
              <a:defRPr sz="1200"/>
            </a:pPr>
            <a:r>
              <a:t>D:/pasar_fix/node_modules/.bun/date-fns@4.1.0/node_modules/date-fns/fp/yearsToMonths.d.cts</a:t>
            </a:r>
          </a:p>
          <a:p>
            <a:pPr>
              <a:defRPr sz="1200"/>
            </a:pPr>
            <a:r>
              <a:t>D:/pasar_fix/node_modules/.bun/date-fns@4.1.0/node_modules/date-fns/fp/yearsToMonths.d.ts</a:t>
            </a:r>
          </a:p>
          <a:p>
            <a:pPr>
              <a:defRPr sz="1200"/>
            </a:pPr>
            <a:r>
              <a:t>D:/pasar_fix/node_modules/.bun/date-fns@4.1.0/node_modules/date-fns/fp/yearsToMonths.js</a:t>
            </a:r>
          </a:p>
          <a:p>
            <a:pPr>
              <a:defRPr sz="1200"/>
            </a:pPr>
            <a:r>
              <a:t>D:/pasar_fix/node_modules/.bun/date-fns@4.1.0/node_modules/date-fns/fp/yearsToQuarters.cjs</a:t>
            </a:r>
          </a:p>
          <a:p>
            <a:pPr>
              <a:defRPr sz="1200"/>
            </a:pPr>
            <a:r>
              <a:t>D:/pasar_fix/node_modules/.bun/date-fns@4.1.0/node_modules/date-fns/fp/yearsToQuarters.d.cts</a:t>
            </a:r>
          </a:p>
          <a:p>
            <a:pPr>
              <a:defRPr sz="1200"/>
            </a:pPr>
            <a:r>
              <a:t>D:/pasar_fix/node_modules/.bun/date-fns@4.1.0/node_modules/date-fns/fp/yearsToQuarters.d.ts</a:t>
            </a:r>
          </a:p>
          <a:p>
            <a:pPr>
              <a:defRPr sz="1200"/>
            </a:pPr>
            <a:r>
              <a:t>D:/pasar_fix/node_modules/.bun/date-fns@4.1.0/node_modules/date-fns/fp/yearsToQuarters.js</a:t>
            </a:r>
          </a:p>
          <a:p>
            <a:pPr>
              <a:defRPr sz="1200"/>
            </a:pPr>
            <a:r>
              <a:t>D:/pasar_fix/node_modules/.bun/date-fns@4.1.0/node_modules/date-fns/fp/_lib/convertToFP.cjs</a:t>
            </a:r>
          </a:p>
          <a:p>
            <a:pPr>
              <a:defRPr sz="1200"/>
            </a:pPr>
            <a:r>
              <a:t>D:/pasar_fix/node_modules/.bun/date-fns@4.1.0/node_modules/date-fns/fp/_lib/convertToFP.d.cts</a:t>
            </a:r>
          </a:p>
          <a:p>
            <a:pPr>
              <a:defRPr sz="1200"/>
            </a:pPr>
            <a:r>
              <a:t>D:/pasar_fix/node_modules/.bun/date-fns@4.1.0/node_modules/date-fns/fp/_lib/convertToFP.d.ts</a:t>
            </a:r>
          </a:p>
          <a:p>
            <a:pPr>
              <a:defRPr sz="1200"/>
            </a:pPr>
            <a:r>
              <a:t>D:/pasar_fix/node_modules/.bun/date-fns@4.1.0/node_modules/date-fns/fp/_lib/convertToFP.js</a:t>
            </a:r>
          </a:p>
          <a:p>
            <a:pPr>
              <a:defRPr sz="1200"/>
            </a:pPr>
            <a:r>
              <a:t>D:/pasar_fix/node_modules/.bun/date-fns@4.1.0/node_modules/date-fns/locale/af.cjs</a:t>
            </a:r>
          </a:p>
          <a:p>
            <a:pPr>
              <a:defRPr sz="1200"/>
            </a:pPr>
            <a:r>
              <a:t>D:/pasar_fix/node_modules/.bun/date-fns@4.1.0/node_modules/date-fns/locale/af.d.cts</a:t>
            </a:r>
          </a:p>
          <a:p>
            <a:pPr>
              <a:defRPr sz="1200"/>
            </a:pPr>
            <a:r>
              <a:t>D:/pasar_fix/node_modules/.bun/date-fns@4.1.0/node_modules/date-fns/locale/af.d.ts</a:t>
            </a:r>
          </a:p>
          <a:p>
            <a:pPr>
              <a:defRPr sz="1200"/>
            </a:pPr>
            <a:r>
              <a:t>D:/pasar_fix/node_modules/.bun/date-fns@4.1.0/node_modules/date-fns/locale/af.js</a:t>
            </a:r>
          </a:p>
          <a:p>
            <a:pPr>
              <a:defRPr sz="1200"/>
            </a:pPr>
            <a:r>
              <a:t>D:/pasar_fix/node_modules/.bun/date-fns@4.1.0/node_modules/date-fns/locale/ar-DZ.cjs</a:t>
            </a:r>
          </a:p>
          <a:p>
            <a:pPr>
              <a:defRPr sz="1200"/>
            </a:pPr>
            <a:r>
              <a:t>D:/pasar_fix/node_modules/.bun/date-fns@4.1.0/node_modules/date-fns/locale/ar-DZ.d.cts</a:t>
            </a:r>
          </a:p>
          <a:p>
            <a:pPr>
              <a:defRPr sz="1200"/>
            </a:pPr>
            <a:r>
              <a:t>D:/pasar_fix/node_modules/.bun/date-fns@4.1.0/node_modules/date-fns/locale/ar-DZ.d.ts</a:t>
            </a:r>
          </a:p>
          <a:p>
            <a:pPr>
              <a:defRPr sz="1200"/>
            </a:pPr>
            <a:r>
              <a:t>D:/pasar_fix/node_modules/.bun/date-fns@4.1.0/node_modules/date-fns/locale/ar-DZ.js</a:t>
            </a:r>
          </a:p>
          <a:p>
            <a:pPr>
              <a:defRPr sz="1200"/>
            </a:pPr>
            <a:r>
              <a:t>D:/pasar_fix/node_modules/.bun/date-fns@4.1.0/node_modules/date-fns/locale/ar-EG.cjs</a:t>
            </a:r>
          </a:p>
          <a:p>
            <a:pPr>
              <a:defRPr sz="1200"/>
            </a:pPr>
            <a:r>
              <a:t>D:/pasar_fix/node_modules/.bun/date-fns@4.1.0/node_modules/date-fns/locale/ar-EG.d.cts</a:t>
            </a:r>
          </a:p>
          <a:p>
            <a:pPr>
              <a:defRPr sz="1200"/>
            </a:pPr>
            <a:r>
              <a:t>D:/pasar_fix/node_modules/.bun/date-fns@4.1.0/node_modules/date-fns/locale/ar-EG.d.ts</a:t>
            </a:r>
          </a:p>
          <a:p>
            <a:pPr>
              <a:defRPr sz="1200"/>
            </a:pPr>
            <a:r>
              <a:t>D:/pasar_fix/node_modules/.bun/date-fns@4.1.0/node_modules/date-fns/locale/ar-EG.js</a:t>
            </a:r>
          </a:p>
          <a:p>
            <a:pPr>
              <a:defRPr sz="1200"/>
            </a:pPr>
            <a:r>
              <a:t>D:/pasar_fix/node_modules/.bun/date-fns@4.1.0/node_modules/date-fns/locale/ar-MA.cjs</a:t>
            </a:r>
          </a:p>
          <a:p>
            <a:pPr>
              <a:defRPr sz="1200"/>
            </a:pPr>
            <a:r>
              <a:t>D:/pasar_fix/node_modules/.bun/date-fns@4.1.0/node_modules/date-fns/locale/ar-MA.d.cts</a:t>
            </a:r>
          </a:p>
          <a:p>
            <a:pPr>
              <a:defRPr sz="1200"/>
            </a:pPr>
            <a:r>
              <a:t>D:/pasar_fix/node_modules/.bun/date-fns@4.1.0/node_modules/date-fns/locale/ar-MA.d.ts</a:t>
            </a:r>
          </a:p>
          <a:p>
            <a:pPr>
              <a:defRPr sz="1200"/>
            </a:pPr>
            <a:r>
              <a:t>D:/pasar_fix/node_modules/.bun/date-fns@4.1.0/node_modules/date-fns/locale/ar-MA.js</a:t>
            </a:r>
          </a:p>
          <a:p>
            <a:pPr>
              <a:defRPr sz="1200"/>
            </a:pPr>
            <a:r>
              <a:t>D:/pasar_fix/node_modules/.bun/date-fns@4.1.0/node_modules/date-fns/locale/ar-SA.cjs</a:t>
            </a:r>
          </a:p>
          <a:p>
            <a:pPr>
              <a:defRPr sz="1200"/>
            </a:pPr>
            <a:r>
              <a:t>D:/pasar_fix/node_modules/.bun/date-fns@4.1.0/node_modules/date-fns/locale/ar-SA.d.cts</a:t>
            </a:r>
          </a:p>
          <a:p>
            <a:pPr>
              <a:defRPr sz="1200"/>
            </a:pPr>
            <a:r>
              <a:t>D:/pasar_fix/node_modules/.bun/date-fns@4.1.0/node_modules/date-fns/locale/ar-SA.d.ts</a:t>
            </a:r>
          </a:p>
          <a:p>
            <a:pPr>
              <a:defRPr sz="1200"/>
            </a:pPr>
            <a:r>
              <a:t>D:/pasar_fix/node_modules/.bun/date-fns@4.1.0/node_modules/date-fns/locale/ar-SA.js</a:t>
            </a:r>
          </a:p>
          <a:p>
            <a:pPr>
              <a:defRPr sz="1200"/>
            </a:pPr>
            <a:r>
              <a:t>D:/pasar_fix/node_modules/.bun/date-fns@4.1.0/node_modules/date-fns/locale/ar-TN.cjs</a:t>
            </a:r>
          </a:p>
          <a:p>
            <a:pPr>
              <a:defRPr sz="1200"/>
            </a:pPr>
            <a:r>
              <a:t>D:/pasar_fix/node_modules/.bun/date-fns@4.1.0/node_modules/date-fns/locale/ar-TN.d.cts</a:t>
            </a:r>
          </a:p>
          <a:p>
            <a:pPr>
              <a:defRPr sz="1200"/>
            </a:pPr>
            <a:r>
              <a:t>D:/pasar_fix/node_modules/.bun/date-fns@4.1.0/node_modules/date-fns/locale/ar-TN.d.ts</a:t>
            </a:r>
          </a:p>
          <a:p>
            <a:pPr>
              <a:defRPr sz="1200"/>
            </a:pPr>
            <a:r>
              <a:t>D:/pasar_fix/node_modules/.bun/date-fns@4.1.0/node_modules/date-fns/locale/ar-TN.js</a:t>
            </a:r>
          </a:p>
          <a:p>
            <a:pPr>
              <a:defRPr sz="1200"/>
            </a:pPr>
            <a:r>
              <a:t>D:/pasar_fix/node_modules/.bun/date-fns@4.1.0/node_modules/date-fns/locale/ar.cjs</a:t>
            </a:r>
          </a:p>
          <a:p>
            <a:pPr>
              <a:defRPr sz="1200"/>
            </a:pPr>
            <a:r>
              <a:t>D:/pasar_fix/node_modules/.bun/date-fns@4.1.0/node_modules/date-fns/locale/ar.d.cts</a:t>
            </a:r>
          </a:p>
          <a:p>
            <a:pPr>
              <a:defRPr sz="1200"/>
            </a:pPr>
            <a:r>
              <a:t>D:/pasar_fix/node_modules/.bun/date-fns@4.1.0/node_modules/date-fns/locale/ar.d.ts</a:t>
            </a:r>
          </a:p>
          <a:p>
            <a:pPr>
              <a:defRPr sz="1200"/>
            </a:pPr>
            <a:r>
              <a:t>D:/pasar_fix/node_modules/.bun/date-fns@4.1.0/node_modules/date-fns/locale/ar.js</a:t>
            </a:r>
          </a:p>
          <a:p>
            <a:pPr>
              <a:defRPr sz="1200"/>
            </a:pPr>
            <a:r>
              <a:t>D:/pasar_fix/node_modules/.bun/date-fns@4.1.0/node_modules/date-fns/locale/az.cjs</a:t>
            </a:r>
          </a:p>
          <a:p>
            <a:pPr>
              <a:defRPr sz="1200"/>
            </a:pPr>
            <a:r>
              <a:t>D:/pasar_fix/node_modules/.bun/date-fns@4.1.0/node_modules/date-fns/locale/az.d.cts</a:t>
            </a:r>
          </a:p>
          <a:p>
            <a:pPr>
              <a:defRPr sz="1200"/>
            </a:pPr>
            <a:r>
              <a:t>D:/pasar_fix/node_modules/.bun/date-fns@4.1.0/node_modules/date-fns/locale/az.d.ts</a:t>
            </a:r>
          </a:p>
          <a:p>
            <a:pPr>
              <a:defRPr sz="1200"/>
            </a:pPr>
            <a:r>
              <a:t>D:/pasar_fix/node_modules/.bun/date-fns@4.1.0/node_modules/date-fns/locale/az.js</a:t>
            </a:r>
          </a:p>
          <a:p>
            <a:pPr>
              <a:defRPr sz="1200"/>
            </a:pPr>
            <a:r>
              <a:t>D:/pasar_fix/node_modules/.bun/date-fns@4.1.0/node_modules/date-fns/locale/be-tarask.cjs</a:t>
            </a:r>
          </a:p>
          <a:p>
            <a:pPr>
              <a:defRPr sz="1200"/>
            </a:pPr>
            <a:r>
              <a:t>D:/pasar_fix/node_modules/.bun/date-fns@4.1.0/node_modules/date-fns/locale/be-tarask.d.cts</a:t>
            </a:r>
          </a:p>
          <a:p>
            <a:pPr>
              <a:defRPr sz="1200"/>
            </a:pPr>
            <a:r>
              <a:t>D:/pasar_fix/node_modules/.bun/date-fns@4.1.0/node_modules/date-fns/locale/be-tarask.d.ts</a:t>
            </a:r>
          </a:p>
          <a:p>
            <a:pPr>
              <a:defRPr sz="1200"/>
            </a:pPr>
            <a:r>
              <a:t>D:/pasar_fix/node_modules/.bun/date-fns@4.1.0/node_modules/date-fns/locale/be-tarask.js</a:t>
            </a:r>
          </a:p>
          <a:p>
            <a:pPr>
              <a:defRPr sz="1200"/>
            </a:pPr>
            <a:r>
              <a:t>D:/pasar_fix/node_modules/.bun/date-fns@4.1.0/node_modules/date-fns/locale/be.cjs</a:t>
            </a:r>
          </a:p>
          <a:p>
            <a:pPr>
              <a:defRPr sz="1200"/>
            </a:pPr>
            <a:r>
              <a:t>D:/pasar_fix/node_modules/.bun/date-fns@4.1.0/node_modules/date-fns/locale/be.d.cts</a:t>
            </a:r>
          </a:p>
          <a:p>
            <a:pPr>
              <a:defRPr sz="1200"/>
            </a:pPr>
            <a:r>
              <a:t>D:/pasar_fix/node_modules/.bun/date-fns@4.1.0/node_modules/date-fns/locale/be.d.ts</a:t>
            </a:r>
          </a:p>
          <a:p>
            <a:pPr>
              <a:defRPr sz="1200"/>
            </a:pPr>
            <a:r>
              <a:t>D:/pasar_fix/node_modules/.bun/date-fns@4.1.0/node_modules/date-fns/locale/be.js</a:t>
            </a:r>
          </a:p>
          <a:p>
            <a:pPr>
              <a:defRPr sz="1200"/>
            </a:pPr>
            <a:r>
              <a:t>D:/pasar_fix/node_modules/.bun/date-fns@4.1.0/node_modules/date-fns/locale/bg.cjs</a:t>
            </a:r>
          </a:p>
          <a:p>
            <a:pPr>
              <a:defRPr sz="1200"/>
            </a:pPr>
            <a:r>
              <a:t>D:/pasar_fix/node_modules/.bun/date-fns@4.1.0/node_modules/date-fns/locale/bg.d.cts</a:t>
            </a:r>
          </a:p>
          <a:p>
            <a:pPr>
              <a:defRPr sz="1200"/>
            </a:pPr>
            <a:r>
              <a:t>D:/pasar_fix/node_modules/.bun/date-fns@4.1.0/node_modules/date-fns/locale/bg.d.ts</a:t>
            </a:r>
          </a:p>
          <a:p>
            <a:pPr>
              <a:defRPr sz="1200"/>
            </a:pPr>
            <a:r>
              <a:t>D:/pasar_fix/node_modules/.bun/date-fns@4.1.0/node_modules/date-fns/locale/bg.js</a:t>
            </a:r>
          </a:p>
          <a:p>
            <a:pPr>
              <a:defRPr sz="1200"/>
            </a:pPr>
            <a:r>
              <a:t>D:/pasar_fix/node_modules/.bun/date-fns@4.1.0/node_modules/date-fns/locale/bn.cjs</a:t>
            </a:r>
          </a:p>
          <a:p>
            <a:pPr>
              <a:defRPr sz="1200"/>
            </a:pPr>
            <a:r>
              <a:t>D:/pasar_fix/node_modules/.bun/date-fns@4.1.0/node_modules/date-fns/locale/bn.d.cts</a:t>
            </a:r>
          </a:p>
          <a:p>
            <a:pPr>
              <a:defRPr sz="1200"/>
            </a:pPr>
            <a:r>
              <a:t>D:/pasar_fix/node_modules/.bun/date-fns@4.1.0/node_modules/date-fns/locale/bn.d.ts</a:t>
            </a:r>
          </a:p>
          <a:p>
            <a:pPr>
              <a:defRPr sz="1200"/>
            </a:pPr>
            <a:r>
              <a:t>D:/pasar_fix/node_modules/.bun/date-fns@4.1.0/node_modules/date-fns/locale/bn.js</a:t>
            </a:r>
          </a:p>
          <a:p>
            <a:pPr>
              <a:defRPr sz="1200"/>
            </a:pPr>
            <a:r>
              <a:t>D:/pasar_fix/node_modules/.bun/date-fns@4.1.0/node_modules/date-fns/locale/bs.cjs</a:t>
            </a:r>
          </a:p>
          <a:p>
            <a:pPr>
              <a:defRPr sz="1200"/>
            </a:pPr>
            <a:r>
              <a:t>D:/pasar_fix/node_modules/.bun/date-fns@4.1.0/node_modules/date-fns/locale/bs.d.cts</a:t>
            </a:r>
          </a:p>
          <a:p>
            <a:pPr>
              <a:defRPr sz="1200"/>
            </a:pPr>
            <a:r>
              <a:t>D:/pasar_fix/node_modules/.bun/date-fns@4.1.0/node_modules/date-fns/locale/bs.d.ts</a:t>
            </a:r>
          </a:p>
          <a:p>
            <a:pPr>
              <a:defRPr sz="1200"/>
            </a:pPr>
            <a:r>
              <a:t>D:/pasar_fix/node_modules/.bun/date-fns@4.1.0/node_modules/date-fns/locale/bs.js</a:t>
            </a:r>
          </a:p>
          <a:p>
            <a:pPr>
              <a:defRPr sz="1200"/>
            </a:pPr>
            <a:r>
              <a:t>D:/pasar_fix/node_modules/.bun/date-fns@4.1.0/node_modules/date-fns/locale/ca.cjs</a:t>
            </a:r>
          </a:p>
          <a:p>
            <a:pPr>
              <a:defRPr sz="1200"/>
            </a:pPr>
            <a:r>
              <a:t>D:/pasar_fix/node_modules/.bun/date-fns@4.1.0/node_modules/date-fns/locale/ca.d.cts</a:t>
            </a:r>
          </a:p>
          <a:p>
            <a:pPr>
              <a:defRPr sz="1200"/>
            </a:pPr>
            <a:r>
              <a:t>D:/pasar_fix/node_modules/.bun/date-fns@4.1.0/node_modules/date-fns/locale/ca.d.ts</a:t>
            </a:r>
          </a:p>
          <a:p>
            <a:pPr>
              <a:defRPr sz="1200"/>
            </a:pPr>
            <a:r>
              <a:t>D:/pasar_fix/node_modules/.bun/date-fns@4.1.0/node_modules/date-fns/locale/ca.js</a:t>
            </a:r>
          </a:p>
          <a:p>
            <a:pPr>
              <a:defRPr sz="1200"/>
            </a:pPr>
            <a:r>
              <a:t>D:/pasar_fix/node_modules/.bun/date-fns@4.1.0/node_modules/date-fns/locale/cdn.js</a:t>
            </a:r>
          </a:p>
          <a:p>
            <a:pPr>
              <a:defRPr sz="1200"/>
            </a:pPr>
            <a:r>
              <a:t>D:/pasar_fix/node_modules/.bun/date-fns@4.1.0/node_modules/date-fns/locale/cdn.js.map</a:t>
            </a:r>
          </a:p>
          <a:p>
            <a:pPr>
              <a:defRPr sz="1200"/>
            </a:pPr>
            <a:r>
              <a:t>D:/pasar_fix/node_modules/.bun/date-fns@4.1.0/node_modules/date-fns/locale/cdn.min.js</a:t>
            </a:r>
          </a:p>
          <a:p>
            <a:pPr>
              <a:defRPr sz="1200"/>
            </a:pPr>
            <a:r>
              <a:t>D:/pasar_fix/node_modules/.bun/date-fns@4.1.0/node_modules/date-fns/locale/cdn.min.js.map</a:t>
            </a:r>
          </a:p>
          <a:p>
            <a:pPr>
              <a:defRPr sz="1200"/>
            </a:pPr>
            <a:r>
              <a:t>D:/pasar_fix/node_modules/.bun/date-fns@4.1.0/node_modules/date-fns/locale/ckb.cjs</a:t>
            </a:r>
          </a:p>
          <a:p>
            <a:pPr>
              <a:defRPr sz="1200"/>
            </a:pPr>
            <a:r>
              <a:t>D:/pasar_fix/node_modules/.bun/date-fns@4.1.0/node_modules/date-fns/locale/ckb.d.cts</a:t>
            </a:r>
          </a:p>
          <a:p>
            <a:pPr>
              <a:defRPr sz="1200"/>
            </a:pPr>
            <a:r>
              <a:t>D:/pasar_fix/node_modules/.bun/date-fns@4.1.0/node_modules/date-fns/locale/ckb.d.ts</a:t>
            </a:r>
          </a:p>
          <a:p>
            <a:pPr>
              <a:defRPr sz="1200"/>
            </a:pPr>
            <a:r>
              <a:t>D:/pasar_fix/node_modules/.bun/date-fns@4.1.0/node_modules/date-fns/locale/ckb.js</a:t>
            </a:r>
          </a:p>
          <a:p>
            <a:pPr>
              <a:defRPr sz="1200"/>
            </a:pPr>
            <a:r>
              <a:t>D:/pasar_fix/node_modules/.bun/date-fns@4.1.0/node_modules/date-fns/locale/cs.cjs</a:t>
            </a:r>
          </a:p>
          <a:p>
            <a:pPr>
              <a:defRPr sz="1200"/>
            </a:pPr>
            <a:r>
              <a:t>D:/pasar_fix/node_modules/.bun/date-fns@4.1.0/node_modules/date-fns/locale/cs.d.cts</a:t>
            </a:r>
          </a:p>
          <a:p>
            <a:pPr>
              <a:defRPr sz="1200"/>
            </a:pPr>
            <a:r>
              <a:t>D:/pasar_fix/node_modules/.bun/date-fns@4.1.0/node_modules/date-fns/locale/cs.d.ts</a:t>
            </a:r>
          </a:p>
          <a:p>
            <a:pPr>
              <a:defRPr sz="1200"/>
            </a:pPr>
            <a:r>
              <a:t>D:/pasar_fix/node_modules/.bun/date-fns@4.1.0/node_modules/date-fns/locale/cs.js</a:t>
            </a:r>
          </a:p>
          <a:p>
            <a:pPr>
              <a:defRPr sz="1200"/>
            </a:pPr>
            <a:r>
              <a:t>D:/pasar_fix/node_modules/.bun/date-fns@4.1.0/node_modules/date-fns/locale/cy.cjs</a:t>
            </a:r>
          </a:p>
          <a:p>
            <a:pPr>
              <a:defRPr sz="1200"/>
            </a:pPr>
            <a:r>
              <a:t>D:/pasar_fix/node_modules/.bun/date-fns@4.1.0/node_modules/date-fns/locale/cy.d.cts</a:t>
            </a:r>
          </a:p>
          <a:p>
            <a:pPr>
              <a:defRPr sz="1200"/>
            </a:pPr>
            <a:r>
              <a:t>D:/pasar_fix/node_modules/.bun/date-fns@4.1.0/node_modules/date-fns/locale/cy.d.ts</a:t>
            </a:r>
          </a:p>
          <a:p>
            <a:pPr>
              <a:defRPr sz="1200"/>
            </a:pPr>
            <a:r>
              <a:t>D:/pasar_fix/node_modules/.bun/date-fns@4.1.0/node_modules/date-fns/locale/cy.js</a:t>
            </a:r>
          </a:p>
          <a:p>
            <a:pPr>
              <a:defRPr sz="1200"/>
            </a:pPr>
            <a:r>
              <a:t>D:/pasar_fix/node_modules/.bun/date-fns@4.1.0/node_modules/date-fns/locale/da.cjs</a:t>
            </a:r>
          </a:p>
          <a:p>
            <a:pPr>
              <a:defRPr sz="1200"/>
            </a:pPr>
            <a:r>
              <a:t>D:/pasar_fix/node_modules/.bun/date-fns@4.1.0/node_modules/date-fns/locale/da.d.cts</a:t>
            </a:r>
          </a:p>
          <a:p>
            <a:pPr>
              <a:defRPr sz="1200"/>
            </a:pPr>
            <a:r>
              <a:t>D:/pasar_fix/node_modules/.bun/date-fns@4.1.0/node_modules/date-fns/locale/da.d.ts</a:t>
            </a:r>
          </a:p>
          <a:p>
            <a:pPr>
              <a:defRPr sz="1200"/>
            </a:pPr>
            <a:r>
              <a:t>D:/pasar_fix/node_modules/.bun/date-fns@4.1.0/node_modules/date-fns/locale/da.js</a:t>
            </a:r>
          </a:p>
          <a:p>
            <a:pPr>
              <a:defRPr sz="1200"/>
            </a:pPr>
            <a:r>
              <a:t>D:/pasar_fix/node_modules/.bun/date-fns@4.1.0/node_modules/date-fns/locale/de-AT.cjs</a:t>
            </a:r>
          </a:p>
          <a:p>
            <a:pPr>
              <a:defRPr sz="1200"/>
            </a:pPr>
            <a:r>
              <a:t>D:/pasar_fix/node_modules/.bun/date-fns@4.1.0/node_modules/date-fns/locale/de-AT.d.cts</a:t>
            </a:r>
          </a:p>
          <a:p>
            <a:pPr>
              <a:defRPr sz="1200"/>
            </a:pPr>
            <a:r>
              <a:t>D:/pasar_fix/node_modules/.bun/date-fns@4.1.0/node_modules/date-fns/locale/de-AT.d.ts</a:t>
            </a:r>
          </a:p>
          <a:p>
            <a:pPr>
              <a:defRPr sz="1200"/>
            </a:pPr>
            <a:r>
              <a:t>D:/pasar_fix/node_modules/.bun/date-fns@4.1.0/node_modules/date-fns/locale/de-AT.js</a:t>
            </a:r>
          </a:p>
          <a:p>
            <a:pPr>
              <a:defRPr sz="1200"/>
            </a:pPr>
            <a:r>
              <a:t>D:/pasar_fix/node_modules/.bun/date-fns@4.1.0/node_modules/date-fns/locale/de.cjs</a:t>
            </a:r>
          </a:p>
          <a:p>
            <a:pPr>
              <a:defRPr sz="1200"/>
            </a:pPr>
            <a:r>
              <a:t>D:/pasar_fix/node_modules/.bun/date-fns@4.1.0/node_modules/date-fns/locale/de.d.cts</a:t>
            </a:r>
          </a:p>
          <a:p>
            <a:pPr>
              <a:defRPr sz="1200"/>
            </a:pPr>
            <a:r>
              <a:t>D:/pasar_fix/node_modules/.bun/date-fns@4.1.0/node_modules/date-fns/locale/de.d.ts</a:t>
            </a:r>
          </a:p>
          <a:p>
            <a:pPr>
              <a:defRPr sz="1200"/>
            </a:pPr>
            <a:r>
              <a:t>D:/pasar_fix/node_modules/.bun/date-fns@4.1.0/node_modules/date-fns/locale/de.js</a:t>
            </a:r>
          </a:p>
          <a:p>
            <a:pPr>
              <a:defRPr sz="1200"/>
            </a:pPr>
            <a:r>
              <a:t>D:/pasar_fix/node_modules/.bun/date-fns@4.1.0/node_modules/date-fns/locale/el.cjs</a:t>
            </a:r>
          </a:p>
          <a:p>
            <a:pPr>
              <a:defRPr sz="1200"/>
            </a:pPr>
            <a:r>
              <a:t>D:/pasar_fix/node_modules/.bun/date-fns@4.1.0/node_modules/date-fns/locale/el.d.cts</a:t>
            </a:r>
          </a:p>
          <a:p>
            <a:pPr>
              <a:defRPr sz="1200"/>
            </a:pPr>
            <a:r>
              <a:t>D:/pasar_fix/node_modules/.bun/date-fns@4.1.0/node_modules/date-fns/locale/el.d.ts</a:t>
            </a:r>
          </a:p>
          <a:p>
            <a:pPr>
              <a:defRPr sz="1200"/>
            </a:pPr>
            <a:r>
              <a:t>D:/pasar_fix/node_modules/.bun/date-fns@4.1.0/node_modules/date-fns/locale/el.js</a:t>
            </a:r>
          </a:p>
          <a:p>
            <a:pPr>
              <a:defRPr sz="1200"/>
            </a:pPr>
            <a:r>
              <a:t>D:/pasar_fix/node_modules/.bun/date-fns@4.1.0/node_modules/date-fns/locale/en-AU.cjs</a:t>
            </a:r>
          </a:p>
          <a:p>
            <a:pPr>
              <a:defRPr sz="1200"/>
            </a:pPr>
            <a:r>
              <a:t>D:/pasar_fix/node_modules/.bun/date-fns@4.1.0/node_modules/date-fns/locale/en-AU.d.cts</a:t>
            </a:r>
          </a:p>
          <a:p>
            <a:pPr>
              <a:defRPr sz="1200"/>
            </a:pPr>
            <a:r>
              <a:t>D:/pasar_fix/node_modules/.bun/date-fns@4.1.0/node_modules/date-fns/locale/en-AU.d.ts</a:t>
            </a:r>
          </a:p>
          <a:p>
            <a:pPr>
              <a:defRPr sz="1200"/>
            </a:pPr>
            <a:r>
              <a:t>D:/pasar_fix/node_modules/.bun/date-fns@4.1.0/node_modules/date-fns/locale/en-AU.js</a:t>
            </a:r>
          </a:p>
          <a:p>
            <a:pPr>
              <a:defRPr sz="1200"/>
            </a:pPr>
            <a:r>
              <a:t>D:/pasar_fix/node_modules/.bun/date-fns@4.1.0/node_modules/date-fns/locale/en-CA.cjs</a:t>
            </a:r>
          </a:p>
          <a:p>
            <a:pPr>
              <a:defRPr sz="1200"/>
            </a:pPr>
            <a:r>
              <a:t>D:/pasar_fix/node_modules/.bun/date-fns@4.1.0/node_modules/date-fns/locale/en-CA.d.cts</a:t>
            </a:r>
          </a:p>
          <a:p>
            <a:pPr>
              <a:defRPr sz="1200"/>
            </a:pPr>
            <a:r>
              <a:t>D:/pasar_fix/node_modules/.bun/date-fns@4.1.0/node_modules/date-fns/locale/en-CA.d.ts</a:t>
            </a:r>
          </a:p>
          <a:p>
            <a:pPr>
              <a:defRPr sz="1200"/>
            </a:pPr>
            <a:r>
              <a:t>D:/pasar_fix/node_modules/.bun/date-fns@4.1.0/node_modules/date-fns/locale/en-CA.js</a:t>
            </a:r>
          </a:p>
          <a:p>
            <a:pPr>
              <a:defRPr sz="1200"/>
            </a:pPr>
            <a:r>
              <a:t>D:/pasar_fix/node_modules/.bun/date-fns@4.1.0/node_modules/date-fns/locale/en-GB.cjs</a:t>
            </a:r>
          </a:p>
          <a:p>
            <a:pPr>
              <a:defRPr sz="1200"/>
            </a:pPr>
            <a:r>
              <a:t>D:/pasar_fix/node_modules/.bun/date-fns@4.1.0/node_modules/date-fns/locale/en-GB.d.cts</a:t>
            </a:r>
          </a:p>
          <a:p>
            <a:pPr>
              <a:defRPr sz="1200"/>
            </a:pPr>
            <a:r>
              <a:t>D:/pasar_fix/node_modules/.bun/date-fns@4.1.0/node_modules/date-fns/locale/en-GB.d.ts</a:t>
            </a:r>
          </a:p>
          <a:p>
            <a:pPr>
              <a:defRPr sz="1200"/>
            </a:pPr>
            <a:r>
              <a:t>D:/pasar_fix/node_modules/.bun/date-fns@4.1.0/node_modules/date-fns/locale/en-GB.js</a:t>
            </a:r>
          </a:p>
          <a:p>
            <a:pPr>
              <a:defRPr sz="1200"/>
            </a:pPr>
            <a:r>
              <a:t>D:/pasar_fix/node_modules/.bun/date-fns@4.1.0/node_modules/date-fns/locale/en-IE.cjs</a:t>
            </a:r>
          </a:p>
          <a:p>
            <a:pPr>
              <a:defRPr sz="1200"/>
            </a:pPr>
            <a:r>
              <a:t>D:/pasar_fix/node_modules/.bun/date-fns@4.1.0/node_modules/date-fns/locale/en-IE.d.cts</a:t>
            </a:r>
          </a:p>
          <a:p>
            <a:pPr>
              <a:defRPr sz="1200"/>
            </a:pPr>
            <a:r>
              <a:t>D:/pasar_fix/node_modules/.bun/date-fns@4.1.0/node_modules/date-fns/locale/en-IE.d.ts</a:t>
            </a:r>
          </a:p>
          <a:p>
            <a:pPr>
              <a:defRPr sz="1200"/>
            </a:pPr>
            <a:r>
              <a:t>D:/pasar_fix/node_modules/.bun/date-fns@4.1.0/node_modules/date-fns/locale/en-IE.js</a:t>
            </a:r>
          </a:p>
          <a:p>
            <a:pPr>
              <a:defRPr sz="1200"/>
            </a:pPr>
            <a:r>
              <a:t>D:/pasar_fix/node_modules/.bun/date-fns@4.1.0/node_modules/date-fns/locale/en-IN.cjs</a:t>
            </a:r>
          </a:p>
          <a:p>
            <a:pPr>
              <a:defRPr sz="1200"/>
            </a:pPr>
            <a:r>
              <a:t>D:/pasar_fix/node_modules/.bun/date-fns@4.1.0/node_modules/date-fns/locale/en-IN.d.cts</a:t>
            </a:r>
          </a:p>
          <a:p>
            <a:pPr>
              <a:defRPr sz="1200"/>
            </a:pPr>
            <a:r>
              <a:t>D:/pasar_fix/node_modules/.bun/date-fns@4.1.0/node_modules/date-fns/locale/en-IN.d.ts</a:t>
            </a:r>
          </a:p>
          <a:p>
            <a:pPr>
              <a:defRPr sz="1200"/>
            </a:pPr>
            <a:r>
              <a:t>D:/pasar_fix/node_modules/.bun/date-fns@4.1.0/node_modules/date-fns/locale/en-IN.js</a:t>
            </a:r>
          </a:p>
          <a:p>
            <a:pPr>
              <a:defRPr sz="1200"/>
            </a:pPr>
            <a:r>
              <a:t>D:/pasar_fix/node_modules/.bun/date-fns@4.1.0/node_modules/date-fns/locale/en-NZ.cjs</a:t>
            </a:r>
          </a:p>
          <a:p>
            <a:pPr>
              <a:defRPr sz="1200"/>
            </a:pPr>
            <a:r>
              <a:t>D:/pasar_fix/node_modules/.bun/date-fns@4.1.0/node_modules/date-fns/locale/en-NZ.d.cts</a:t>
            </a:r>
          </a:p>
          <a:p>
            <a:pPr>
              <a:defRPr sz="1200"/>
            </a:pPr>
            <a:r>
              <a:t>D:/pasar_fix/node_modules/.bun/date-fns@4.1.0/node_modules/date-fns/locale/en-NZ.d.ts</a:t>
            </a:r>
          </a:p>
          <a:p>
            <a:pPr>
              <a:defRPr sz="1200"/>
            </a:pPr>
            <a:r>
              <a:t>D:/pasar_fix/node_modules/.bun/date-fns@4.1.0/node_modules/date-fns/locale/en-NZ.js</a:t>
            </a:r>
          </a:p>
          <a:p>
            <a:pPr>
              <a:defRPr sz="1200"/>
            </a:pPr>
            <a:r>
              <a:t>D:/pasar_fix/node_modules/.bun/date-fns@4.1.0/node_modules/date-fns/locale/en-US.cjs</a:t>
            </a:r>
          </a:p>
          <a:p>
            <a:pPr>
              <a:defRPr sz="1200"/>
            </a:pPr>
            <a:r>
              <a:t>D:/pasar_fix/node_modules/.bun/date-fns@4.1.0/node_modules/date-fns/locale/en-US.d.cts</a:t>
            </a:r>
          </a:p>
          <a:p>
            <a:pPr>
              <a:defRPr sz="1200"/>
            </a:pPr>
            <a:r>
              <a:t>D:/pasar_fix/node_modules/.bun/date-fns@4.1.0/node_modules/date-fns/locale/en-US.d.ts</a:t>
            </a:r>
          </a:p>
          <a:p>
            <a:pPr>
              <a:defRPr sz="1200"/>
            </a:pPr>
            <a:r>
              <a:t>D:/pasar_fix/node_modules/.bun/date-fns@4.1.0/node_modules/date-fns/locale/en-US.js</a:t>
            </a:r>
          </a:p>
          <a:p>
            <a:pPr>
              <a:defRPr sz="1200"/>
            </a:pPr>
            <a:r>
              <a:t>D:/pasar_fix/node_modules/.bun/date-fns@4.1.0/node_modules/date-fns/locale/en-ZA.cjs</a:t>
            </a:r>
          </a:p>
          <a:p>
            <a:pPr>
              <a:defRPr sz="1200"/>
            </a:pPr>
            <a:r>
              <a:t>D:/pasar_fix/node_modules/.bun/date-fns@4.1.0/node_modules/date-fns/locale/en-ZA.d.cts</a:t>
            </a:r>
          </a:p>
          <a:p>
            <a:pPr>
              <a:defRPr sz="1200"/>
            </a:pPr>
            <a:r>
              <a:t>D:/pasar_fix/node_modules/.bun/date-fns@4.1.0/node_modules/date-fns/locale/en-ZA.d.ts</a:t>
            </a:r>
          </a:p>
          <a:p>
            <a:pPr>
              <a:defRPr sz="1200"/>
            </a:pPr>
            <a:r>
              <a:t>D:/pasar_fix/node_modules/.bun/date-fns@4.1.0/node_modules/date-fns/locale/en-ZA.js</a:t>
            </a:r>
          </a:p>
          <a:p>
            <a:pPr>
              <a:defRPr sz="1200"/>
            </a:pPr>
            <a:r>
              <a:t>D:/pasar_fix/node_modules/.bun/date-fns@4.1.0/node_modules/date-fns/locale/eo.cjs</a:t>
            </a:r>
          </a:p>
          <a:p>
            <a:pPr>
              <a:defRPr sz="1200"/>
            </a:pPr>
            <a:r>
              <a:t>D:/pasar_fix/node_modules/.bun/date-fns@4.1.0/node_modules/date-fns/locale/eo.d.cts</a:t>
            </a:r>
          </a:p>
          <a:p>
            <a:pPr>
              <a:defRPr sz="1200"/>
            </a:pPr>
            <a:r>
              <a:t>D:/pasar_fix/node_modules/.bun/date-fns@4.1.0/node_modules/date-fns/locale/eo.d.ts</a:t>
            </a:r>
          </a:p>
          <a:p>
            <a:pPr>
              <a:defRPr sz="1200"/>
            </a:pPr>
            <a:r>
              <a:t>D:/pasar_fix/node_modules/.bun/date-fns@4.1.0/node_modules/date-fns/locale/eo.js</a:t>
            </a:r>
          </a:p>
          <a:p>
            <a:pPr>
              <a:defRPr sz="1200"/>
            </a:pPr>
            <a:r>
              <a:t>D:/pasar_fix/node_modules/.bun/date-fns@4.1.0/node_modules/date-fns/locale/es.cjs</a:t>
            </a:r>
          </a:p>
          <a:p>
            <a:pPr>
              <a:defRPr sz="1200"/>
            </a:pPr>
            <a:r>
              <a:t>D:/pasar_fix/node_modules/.bun/date-fns@4.1.0/node_modules/date-fns/locale/es.d.cts</a:t>
            </a:r>
          </a:p>
          <a:p>
            <a:pPr>
              <a:defRPr sz="1200"/>
            </a:pPr>
            <a:r>
              <a:t>D:/pasar_fix/node_modules/.bun/date-fns@4.1.0/node_modules/date-fns/locale/es.d.ts</a:t>
            </a:r>
          </a:p>
          <a:p>
            <a:pPr>
              <a:defRPr sz="1200"/>
            </a:pPr>
            <a:r>
              <a:t>D:/pasar_fix/node_modules/.bun/date-fns@4.1.0/node_modules/date-fns/locale/es.js</a:t>
            </a:r>
          </a:p>
          <a:p>
            <a:pPr>
              <a:defRPr sz="1200"/>
            </a:pPr>
            <a:r>
              <a:t>D:/pasar_fix/node_modules/.bun/date-fns@4.1.0/node_modules/date-fns/locale/et.cjs</a:t>
            </a:r>
          </a:p>
          <a:p>
            <a:pPr>
              <a:defRPr sz="1200"/>
            </a:pPr>
            <a:r>
              <a:t>D:/pasar_fix/node_modules/.bun/date-fns@4.1.0/node_modules/date-fns/locale/et.d.cts</a:t>
            </a:r>
          </a:p>
          <a:p>
            <a:pPr>
              <a:defRPr sz="1200"/>
            </a:pPr>
            <a:r>
              <a:t>D:/pasar_fix/node_modules/.bun/date-fns@4.1.0/node_modules/date-fns/locale/et.d.ts</a:t>
            </a:r>
          </a:p>
          <a:p>
            <a:pPr>
              <a:defRPr sz="1200"/>
            </a:pPr>
            <a:r>
              <a:t>D:/pasar_fix/node_modules/.bun/date-fns@4.1.0/node_modules/date-fns/locale/et.js</a:t>
            </a:r>
          </a:p>
          <a:p>
            <a:pPr>
              <a:defRPr sz="1200"/>
            </a:pPr>
            <a:r>
              <a:t>D:/pasar_fix/node_modules/.bun/date-fns@4.1.0/node_modules/date-fns/locale/eu.cjs</a:t>
            </a:r>
          </a:p>
          <a:p>
            <a:pPr>
              <a:defRPr sz="1200"/>
            </a:pPr>
            <a:r>
              <a:t>D:/pasar_fix/node_modules/.bun/date-fns@4.1.0/node_modules/date-fns/locale/eu.d.cts</a:t>
            </a:r>
          </a:p>
          <a:p>
            <a:pPr>
              <a:defRPr sz="1200"/>
            </a:pPr>
            <a:r>
              <a:t>D:/pasar_fix/node_modules/.bun/date-fns@4.1.0/node_modules/date-fns/locale/eu.d.ts</a:t>
            </a:r>
          </a:p>
          <a:p>
            <a:pPr>
              <a:defRPr sz="1200"/>
            </a:pPr>
            <a:r>
              <a:t>D:/pasar_fix/node_modules/.bun/date-fns@4.1.0/node_modules/date-fns/locale/eu.js</a:t>
            </a:r>
          </a:p>
          <a:p>
            <a:pPr>
              <a:defRPr sz="1200"/>
            </a:pPr>
            <a:r>
              <a:t>D:/pasar_fix/node_modules/.bun/date-fns@4.1.0/node_modules/date-fns/locale/fa-IR.cjs</a:t>
            </a:r>
          </a:p>
          <a:p>
            <a:pPr>
              <a:defRPr sz="1200"/>
            </a:pPr>
            <a:r>
              <a:t>D:/pasar_fix/node_modules/.bun/date-fns@4.1.0/node_modules/date-fns/locale/fa-IR.d.cts</a:t>
            </a:r>
          </a:p>
          <a:p>
            <a:pPr>
              <a:defRPr sz="1200"/>
            </a:pPr>
            <a:r>
              <a:t>D:/pasar_fix/node_modules/.bun/date-fns@4.1.0/node_modules/date-fns/locale/fa-IR.d.ts</a:t>
            </a:r>
          </a:p>
          <a:p>
            <a:pPr>
              <a:defRPr sz="1200"/>
            </a:pPr>
            <a:r>
              <a:t>D:/pasar_fix/node_modules/.bun/date-fns@4.1.0/node_modules/date-fns/locale/fa-IR.js</a:t>
            </a:r>
          </a:p>
          <a:p>
            <a:pPr>
              <a:defRPr sz="1200"/>
            </a:pPr>
            <a:r>
              <a:t>D:/pasar_fix/node_modules/.bun/date-fns@4.1.0/node_modules/date-fns/locale/fi.cjs</a:t>
            </a:r>
          </a:p>
          <a:p>
            <a:pPr>
              <a:defRPr sz="1200"/>
            </a:pPr>
            <a:r>
              <a:t>D:/pasar_fix/node_modules/.bun/date-fns@4.1.0/node_modules/date-fns/locale/fi.d.cts</a:t>
            </a:r>
          </a:p>
          <a:p>
            <a:pPr>
              <a:defRPr sz="1200"/>
            </a:pPr>
            <a:r>
              <a:t>D:/pasar_fix/node_modules/.bun/date-fns@4.1.0/node_modules/date-fns/locale/fi.d.ts</a:t>
            </a:r>
          </a:p>
          <a:p>
            <a:pPr>
              <a:defRPr sz="1200"/>
            </a:pPr>
            <a:r>
              <a:t>D:/pasar_fix/node_modules/.bun/date-fns@4.1.0/node_modules/date-fns/locale/fi.js</a:t>
            </a:r>
          </a:p>
          <a:p>
            <a:pPr>
              <a:defRPr sz="1200"/>
            </a:pPr>
            <a:r>
              <a:t>D:/pasar_fix/node_modules/.bun/date-fns@4.1.0/node_modules/date-fns/locale/fr-CA.cjs</a:t>
            </a:r>
          </a:p>
          <a:p>
            <a:pPr>
              <a:defRPr sz="1200"/>
            </a:pPr>
            <a:r>
              <a:t>D:/pasar_fix/node_modules/.bun/date-fns@4.1.0/node_modules/date-fns/locale/fr-CA.d.cts</a:t>
            </a:r>
          </a:p>
          <a:p>
            <a:pPr>
              <a:defRPr sz="1200"/>
            </a:pPr>
            <a:r>
              <a:t>D:/pasar_fix/node_modules/.bun/date-fns@4.1.0/node_modules/date-fns/locale/fr-CA.d.ts</a:t>
            </a:r>
          </a:p>
          <a:p>
            <a:pPr>
              <a:defRPr sz="1200"/>
            </a:pPr>
            <a:r>
              <a:t>D:/pasar_fix/node_modules/.bun/date-fns@4.1.0/node_modules/date-fns/locale/fr-CA.js</a:t>
            </a:r>
          </a:p>
          <a:p>
            <a:pPr>
              <a:defRPr sz="1200"/>
            </a:pPr>
            <a:r>
              <a:t>D:/pasar_fix/node_modules/.bun/date-fns@4.1.0/node_modules/date-fns/locale/fr-CH.cjs</a:t>
            </a:r>
          </a:p>
          <a:p>
            <a:pPr>
              <a:defRPr sz="1200"/>
            </a:pPr>
            <a:r>
              <a:t>D:/pasar_fix/node_modules/.bun/date-fns@4.1.0/node_modules/date-fns/locale/fr-CH.d.cts</a:t>
            </a:r>
          </a:p>
          <a:p>
            <a:pPr>
              <a:defRPr sz="1200"/>
            </a:pPr>
            <a:r>
              <a:t>D:/pasar_fix/node_modules/.bun/date-fns@4.1.0/node_modules/date-fns/locale/fr-CH.d.ts</a:t>
            </a:r>
          </a:p>
          <a:p>
            <a:pPr>
              <a:defRPr sz="1200"/>
            </a:pPr>
            <a:r>
              <a:t>D:/pasar_fix/node_modules/.bun/date-fns@4.1.0/node_modules/date-fns/locale/fr-CH.js</a:t>
            </a:r>
          </a:p>
          <a:p>
            <a:pPr>
              <a:defRPr sz="1200"/>
            </a:pPr>
            <a:r>
              <a:t>D:/pasar_fix/node_modules/.bun/date-fns@4.1.0/node_modules/date-fns/locale/fr.cjs</a:t>
            </a:r>
          </a:p>
          <a:p>
            <a:pPr>
              <a:defRPr sz="1200"/>
            </a:pPr>
            <a:r>
              <a:t>D:/pasar_fix/node_modules/.bun/date-fns@4.1.0/node_modules/date-fns/locale/fr.d.cts</a:t>
            </a:r>
          </a:p>
          <a:p>
            <a:pPr>
              <a:defRPr sz="1200"/>
            </a:pPr>
            <a:r>
              <a:t>D:/pasar_fix/node_modules/.bun/date-fns@4.1.0/node_modules/date-fns/locale/fr.d.ts</a:t>
            </a:r>
          </a:p>
          <a:p>
            <a:pPr>
              <a:defRPr sz="1200"/>
            </a:pPr>
            <a:r>
              <a:t>D:/pasar_fix/node_modules/.bun/date-fns@4.1.0/node_modules/date-fns/locale/fr.js</a:t>
            </a:r>
          </a:p>
          <a:p>
            <a:pPr>
              <a:defRPr sz="1200"/>
            </a:pPr>
            <a:r>
              <a:t>D:/pasar_fix/node_modules/.bun/date-fns@4.1.0/node_modules/date-fns/locale/fy.cjs</a:t>
            </a:r>
          </a:p>
          <a:p>
            <a:pPr>
              <a:defRPr sz="1200"/>
            </a:pPr>
            <a:r>
              <a:t>D:/pasar_fix/node_modules/.bun/date-fns@4.1.0/node_modules/date-fns/locale/fy.d.cts</a:t>
            </a:r>
          </a:p>
          <a:p>
            <a:pPr>
              <a:defRPr sz="1200"/>
            </a:pPr>
            <a:r>
              <a:t>D:/pasar_fix/node_modules/.bun/date-fns@4.1.0/node_modules/date-fns/locale/fy.d.ts</a:t>
            </a:r>
          </a:p>
          <a:p>
            <a:pPr>
              <a:defRPr sz="1200"/>
            </a:pPr>
            <a:r>
              <a:t>D:/pasar_fix/node_modules/.bun/date-fns@4.1.0/node_modules/date-fns/locale/fy.js</a:t>
            </a:r>
          </a:p>
          <a:p>
            <a:pPr>
              <a:defRPr sz="1200"/>
            </a:pPr>
            <a:r>
              <a:t>D:/pasar_fix/node_modules/.bun/date-fns@4.1.0/node_modules/date-fns/locale/gd.cjs</a:t>
            </a:r>
          </a:p>
          <a:p>
            <a:pPr>
              <a:defRPr sz="1200"/>
            </a:pPr>
            <a:r>
              <a:t>D:/pasar_fix/node_modules/.bun/date-fns@4.1.0/node_modules/date-fns/locale/gd.d.cts</a:t>
            </a:r>
          </a:p>
          <a:p>
            <a:pPr>
              <a:defRPr sz="1200"/>
            </a:pPr>
            <a:r>
              <a:t>D:/pasar_fix/node_modules/.bun/date-fns@4.1.0/node_modules/date-fns/locale/gd.d.ts</a:t>
            </a:r>
          </a:p>
          <a:p>
            <a:pPr>
              <a:defRPr sz="1200"/>
            </a:pPr>
            <a:r>
              <a:t>D:/pasar_fix/node_modules/.bun/date-fns@4.1.0/node_modules/date-fns/locale/gd.js</a:t>
            </a:r>
          </a:p>
          <a:p>
            <a:pPr>
              <a:defRPr sz="1200"/>
            </a:pPr>
            <a:r>
              <a:t>D:/pasar_fix/node_modules/.bun/date-fns@4.1.0/node_modules/date-fns/locale/gl.cjs</a:t>
            </a:r>
          </a:p>
          <a:p>
            <a:pPr>
              <a:defRPr sz="1200"/>
            </a:pPr>
            <a:r>
              <a:t>D:/pasar_fix/node_modules/.bun/date-fns@4.1.0/node_modules/date-fns/locale/gl.d.cts</a:t>
            </a:r>
          </a:p>
          <a:p>
            <a:pPr>
              <a:defRPr sz="1200"/>
            </a:pPr>
            <a:r>
              <a:t>D:/pasar_fix/node_modules/.bun/date-fns@4.1.0/node_modules/date-fns/locale/gl.d.ts</a:t>
            </a:r>
          </a:p>
          <a:p>
            <a:pPr>
              <a:defRPr sz="1200"/>
            </a:pPr>
            <a:r>
              <a:t>D:/pasar_fix/node_modules/.bun/date-fns@4.1.0/node_modules/date-fns/locale/gl.js</a:t>
            </a:r>
          </a:p>
          <a:p>
            <a:pPr>
              <a:defRPr sz="1200"/>
            </a:pPr>
            <a:r>
              <a:t>D:/pasar_fix/node_modules/.bun/date-fns@4.1.0/node_modules/date-fns/locale/gu.cjs</a:t>
            </a:r>
          </a:p>
          <a:p>
            <a:pPr>
              <a:defRPr sz="1200"/>
            </a:pPr>
            <a:r>
              <a:t>D:/pasar_fix/node_modules/.bun/date-fns@4.1.0/node_modules/date-fns/locale/gu.d.cts</a:t>
            </a:r>
          </a:p>
          <a:p>
            <a:pPr>
              <a:defRPr sz="1200"/>
            </a:pPr>
            <a:r>
              <a:t>D:/pasar_fix/node_modules/.bun/date-fns@4.1.0/node_modules/date-fns/locale/gu.d.ts</a:t>
            </a:r>
          </a:p>
          <a:p>
            <a:pPr>
              <a:defRPr sz="1200"/>
            </a:pPr>
            <a:r>
              <a:t>D:/pasar_fix/node_modules/.bun/date-fns@4.1.0/node_modules/date-fns/locale/gu.js</a:t>
            </a:r>
          </a:p>
          <a:p>
            <a:pPr>
              <a:defRPr sz="1200"/>
            </a:pPr>
            <a:r>
              <a:t>D:/pasar_fix/node_modules/.bun/date-fns@4.1.0/node_modules/date-fns/locale/he.cjs</a:t>
            </a:r>
          </a:p>
          <a:p>
            <a:pPr>
              <a:defRPr sz="1200"/>
            </a:pPr>
            <a:r>
              <a:t>D:/pasar_fix/node_modules/.bun/date-fns@4.1.0/node_modules/date-fns/locale/he.d.cts</a:t>
            </a:r>
          </a:p>
          <a:p>
            <a:pPr>
              <a:defRPr sz="1200"/>
            </a:pPr>
            <a:r>
              <a:t>D:/pasar_fix/node_modules/.bun/date-fns@4.1.0/node_modules/date-fns/locale/he.d.ts</a:t>
            </a:r>
          </a:p>
          <a:p>
            <a:pPr>
              <a:defRPr sz="1200"/>
            </a:pPr>
            <a:r>
              <a:t>D:/pasar_fix/node_modules/.bun/date-fns@4.1.0/node_modules/date-fns/locale/he.js</a:t>
            </a:r>
          </a:p>
          <a:p>
            <a:pPr>
              <a:defRPr sz="1200"/>
            </a:pPr>
            <a:r>
              <a:t>D:/pasar_fix/node_modules/.bun/date-fns@4.1.0/node_modules/date-fns/locale/hi.cjs</a:t>
            </a:r>
          </a:p>
          <a:p>
            <a:pPr>
              <a:defRPr sz="1200"/>
            </a:pPr>
            <a:r>
              <a:t>D:/pasar_fix/node_modules/.bun/date-fns@4.1.0/node_modules/date-fns/locale/hi.d.cts</a:t>
            </a:r>
          </a:p>
          <a:p>
            <a:pPr>
              <a:defRPr sz="1200"/>
            </a:pPr>
            <a:r>
              <a:t>D:/pasar_fix/node_modules/.bun/date-fns@4.1.0/node_modules/date-fns/locale/hi.d.ts</a:t>
            </a:r>
          </a:p>
          <a:p>
            <a:pPr>
              <a:defRPr sz="1200"/>
            </a:pPr>
            <a:r>
              <a:t>D:/pasar_fix/node_modules/.bun/date-fns@4.1.0/node_modules/date-fns/locale/hi.js</a:t>
            </a:r>
          </a:p>
          <a:p>
            <a:pPr>
              <a:defRPr sz="1200"/>
            </a:pPr>
            <a:r>
              <a:t>D:/pasar_fix/node_modules/.bun/date-fns@4.1.0/node_modules/date-fns/locale/hr.cjs</a:t>
            </a:r>
          </a:p>
          <a:p>
            <a:pPr>
              <a:defRPr sz="1200"/>
            </a:pPr>
            <a:r>
              <a:t>D:/pasar_fix/node_modules/.bun/date-fns@4.1.0/node_modules/date-fns/locale/hr.d.cts</a:t>
            </a:r>
          </a:p>
          <a:p>
            <a:pPr>
              <a:defRPr sz="1200"/>
            </a:pPr>
            <a:r>
              <a:t>D:/pasar_fix/node_modules/.bun/date-fns@4.1.0/node_modules/date-fns/locale/hr.d.ts</a:t>
            </a:r>
          </a:p>
          <a:p>
            <a:pPr>
              <a:defRPr sz="1200"/>
            </a:pPr>
            <a:r>
              <a:t>D:/pasar_fix/node_modules/.bun/date-fns@4.1.0/node_modules/date-fns/locale/hr.js</a:t>
            </a:r>
          </a:p>
          <a:p>
            <a:pPr>
              <a:defRPr sz="1200"/>
            </a:pPr>
            <a:r>
              <a:t>D:/pasar_fix/node_modules/.bun/date-fns@4.1.0/node_modules/date-fns/locale/ht.cjs</a:t>
            </a:r>
          </a:p>
          <a:p>
            <a:pPr>
              <a:defRPr sz="1200"/>
            </a:pPr>
            <a:r>
              <a:t>D:/pasar_fix/node_modules/.bun/date-fns@4.1.0/node_modules/date-fns/locale/ht.d.cts</a:t>
            </a:r>
          </a:p>
          <a:p>
            <a:pPr>
              <a:defRPr sz="1200"/>
            </a:pPr>
            <a:r>
              <a:t>D:/pasar_fix/node_modules/.bun/date-fns@4.1.0/node_modules/date-fns/locale/ht.d.ts</a:t>
            </a:r>
          </a:p>
          <a:p>
            <a:pPr>
              <a:defRPr sz="1200"/>
            </a:pPr>
            <a:r>
              <a:t>D:/pasar_fix/node_modules/.bun/date-fns@4.1.0/node_modules/date-fns/locale/ht.js</a:t>
            </a:r>
          </a:p>
          <a:p>
            <a:pPr>
              <a:defRPr sz="1200"/>
            </a:pPr>
            <a:r>
              <a:t>D:/pasar_fix/node_modules/.bun/date-fns@4.1.0/node_modules/date-fns/locale/hu.cjs</a:t>
            </a:r>
          </a:p>
          <a:p>
            <a:pPr>
              <a:defRPr sz="1200"/>
            </a:pPr>
            <a:r>
              <a:t>D:/pasar_fix/node_modules/.bun/date-fns@4.1.0/node_modules/date-fns/locale/hu.d.cts</a:t>
            </a:r>
          </a:p>
          <a:p>
            <a:pPr>
              <a:defRPr sz="1200"/>
            </a:pPr>
            <a:r>
              <a:t>D:/pasar_fix/node_modules/.bun/date-fns@4.1.0/node_modules/date-fns/locale/hu.d.ts</a:t>
            </a:r>
          </a:p>
          <a:p>
            <a:pPr>
              <a:defRPr sz="1200"/>
            </a:pPr>
            <a:r>
              <a:t>D:/pasar_fix/node_modules/.bun/date-fns@4.1.0/node_modules/date-fns/locale/hu.js</a:t>
            </a:r>
          </a:p>
          <a:p>
            <a:pPr>
              <a:defRPr sz="1200"/>
            </a:pPr>
            <a:r>
              <a:t>D:/pasar_fix/node_modules/.bun/date-fns@4.1.0/node_modules/date-fns/locale/hy.cjs</a:t>
            </a:r>
          </a:p>
          <a:p>
            <a:pPr>
              <a:defRPr sz="1200"/>
            </a:pPr>
            <a:r>
              <a:t>D:/pasar_fix/node_modules/.bun/date-fns@4.1.0/node_modules/date-fns/locale/hy.d.cts</a:t>
            </a:r>
          </a:p>
          <a:p>
            <a:pPr>
              <a:defRPr sz="1200"/>
            </a:pPr>
            <a:r>
              <a:t>D:/pasar_fix/node_modules/.bun/date-fns@4.1.0/node_modules/date-fns/locale/hy.d.ts</a:t>
            </a:r>
          </a:p>
          <a:p>
            <a:pPr>
              <a:defRPr sz="1200"/>
            </a:pPr>
            <a:r>
              <a:t>D:/pasar_fix/node_modules/.bun/date-fns@4.1.0/node_modules/date-fns/locale/hy.js</a:t>
            </a:r>
          </a:p>
          <a:p>
            <a:pPr>
              <a:defRPr sz="1200"/>
            </a:pPr>
            <a:r>
              <a:t>D:/pasar_fix/node_modules/.bun/date-fns@4.1.0/node_modules/date-fns/locale/id.cjs</a:t>
            </a:r>
          </a:p>
          <a:p>
            <a:pPr>
              <a:defRPr sz="1200"/>
            </a:pPr>
            <a:r>
              <a:t>D:/pasar_fix/node_modules/.bun/date-fns@4.1.0/node_modules/date-fns/locale/id.d.cts</a:t>
            </a:r>
          </a:p>
          <a:p>
            <a:pPr>
              <a:defRPr sz="1200"/>
            </a:pPr>
            <a:r>
              <a:t>D:/pasar_fix/node_modules/.bun/date-fns@4.1.0/node_modules/date-fns/locale/id.d.ts</a:t>
            </a:r>
          </a:p>
          <a:p>
            <a:pPr>
              <a:defRPr sz="1200"/>
            </a:pPr>
            <a:r>
              <a:t>D:/pasar_fix/node_modules/.bun/date-fns@4.1.0/node_modules/date-fns/locale/id.js</a:t>
            </a:r>
          </a:p>
          <a:p>
            <a:pPr>
              <a:defRPr sz="1200"/>
            </a:pPr>
            <a:r>
              <a:t>D:/pasar_fix/node_modules/.bun/date-fns@4.1.0/node_modules/date-fns/locale/is.cjs</a:t>
            </a:r>
          </a:p>
          <a:p>
            <a:pPr>
              <a:defRPr sz="1200"/>
            </a:pPr>
            <a:r>
              <a:t>D:/pasar_fix/node_modules/.bun/date-fns@4.1.0/node_modules/date-fns/locale/is.d.cts</a:t>
            </a:r>
          </a:p>
          <a:p>
            <a:pPr>
              <a:defRPr sz="1200"/>
            </a:pPr>
            <a:r>
              <a:t>D:/pasar_fix/node_modules/.bun/date-fns@4.1.0/node_modules/date-fns/locale/is.d.ts</a:t>
            </a:r>
          </a:p>
          <a:p>
            <a:pPr>
              <a:defRPr sz="1200"/>
            </a:pPr>
            <a:r>
              <a:t>D:/pasar_fix/node_modules/.bun/date-fns@4.1.0/node_modules/date-fns/locale/is.js</a:t>
            </a:r>
          </a:p>
          <a:p>
            <a:pPr>
              <a:defRPr sz="1200"/>
            </a:pPr>
            <a:r>
              <a:t>D:/pasar_fix/node_modules/.bun/date-fns@4.1.0/node_modules/date-fns/locale/it-CH.cjs</a:t>
            </a:r>
          </a:p>
          <a:p>
            <a:pPr>
              <a:defRPr sz="1200"/>
            </a:pPr>
            <a:r>
              <a:t>D:/pasar_fix/node_modules/.bun/date-fns@4.1.0/node_modules/date-fns/locale/it-CH.d.cts</a:t>
            </a:r>
          </a:p>
          <a:p>
            <a:pPr>
              <a:defRPr sz="1200"/>
            </a:pPr>
            <a:r>
              <a:t>D:/pasar_fix/node_modules/.bun/date-fns@4.1.0/node_modules/date-fns/locale/it-CH.d.ts</a:t>
            </a:r>
          </a:p>
          <a:p>
            <a:pPr>
              <a:defRPr sz="1200"/>
            </a:pPr>
            <a:r>
              <a:t>D:/pasar_fix/node_modules/.bun/date-fns@4.1.0/node_modules/date-fns/locale/it-CH.js</a:t>
            </a:r>
          </a:p>
          <a:p>
            <a:pPr>
              <a:defRPr sz="1200"/>
            </a:pPr>
            <a:r>
              <a:t>D:/pasar_fix/node_modules/.bun/date-fns@4.1.0/node_modules/date-fns/locale/it.cjs</a:t>
            </a:r>
          </a:p>
          <a:p>
            <a:pPr>
              <a:defRPr sz="1200"/>
            </a:pPr>
            <a:r>
              <a:t>D:/pasar_fix/node_modules/.bun/date-fns@4.1.0/node_modules/date-fns/locale/it.d.cts</a:t>
            </a:r>
          </a:p>
          <a:p>
            <a:pPr>
              <a:defRPr sz="1200"/>
            </a:pPr>
            <a:r>
              <a:t>D:/pasar_fix/node_modules/.bun/date-fns@4.1.0/node_modules/date-fns/locale/it.d.ts</a:t>
            </a:r>
          </a:p>
          <a:p>
            <a:pPr>
              <a:defRPr sz="1200"/>
            </a:pPr>
            <a:r>
              <a:t>D:/pasar_fix/node_modules/.bun/date-fns@4.1.0/node_modules/date-fns/locale/it.js</a:t>
            </a:r>
          </a:p>
          <a:p>
            <a:pPr>
              <a:defRPr sz="1200"/>
            </a:pPr>
            <a:r>
              <a:t>D:/pasar_fix/node_modules/.bun/date-fns@4.1.0/node_modules/date-fns/locale/ja-Hira.cjs</a:t>
            </a:r>
          </a:p>
          <a:p>
            <a:pPr>
              <a:defRPr sz="1200"/>
            </a:pPr>
            <a:r>
              <a:t>D:/pasar_fix/node_modules/.bun/date-fns@4.1.0/node_modules/date-fns/locale/ja-Hira.d.cts</a:t>
            </a:r>
          </a:p>
          <a:p>
            <a:pPr>
              <a:defRPr sz="1200"/>
            </a:pPr>
            <a:r>
              <a:t>D:/pasar_fix/node_modules/.bun/date-fns@4.1.0/node_modules/date-fns/locale/ja-Hira.d.ts</a:t>
            </a:r>
          </a:p>
          <a:p>
            <a:pPr>
              <a:defRPr sz="1200"/>
            </a:pPr>
            <a:r>
              <a:t>D:/pasar_fix/node_modules/.bun/date-fns@4.1.0/node_modules/date-fns/locale/ja-Hira.js</a:t>
            </a:r>
          </a:p>
          <a:p>
            <a:pPr>
              <a:defRPr sz="1200"/>
            </a:pPr>
            <a:r>
              <a:t>D:/pasar_fix/node_modules/.bun/date-fns@4.1.0/node_modules/date-fns/locale/ja.cjs</a:t>
            </a:r>
          </a:p>
          <a:p>
            <a:pPr>
              <a:defRPr sz="1200"/>
            </a:pPr>
            <a:r>
              <a:t>D:/pasar_fix/node_modules/.bun/date-fns@4.1.0/node_modules/date-fns/locale/ja.d.cts</a:t>
            </a:r>
          </a:p>
          <a:p>
            <a:pPr>
              <a:defRPr sz="1200"/>
            </a:pPr>
            <a:r>
              <a:t>D:/pasar_fix/node_modules/.bun/date-fns@4.1.0/node_modules/date-fns/locale/ja.d.ts</a:t>
            </a:r>
          </a:p>
          <a:p>
            <a:pPr>
              <a:defRPr sz="1200"/>
            </a:pPr>
            <a:r>
              <a:t>D:/pasar_fix/node_modules/.bun/date-fns@4.1.0/node_modules/date-fns/locale/ja.js</a:t>
            </a:r>
          </a:p>
          <a:p>
            <a:pPr>
              <a:defRPr sz="1200"/>
            </a:pPr>
            <a:r>
              <a:t>D:/pasar_fix/node_modules/.bun/date-fns@4.1.0/node_modules/date-fns/locale/ka.cjs</a:t>
            </a:r>
          </a:p>
          <a:p>
            <a:pPr>
              <a:defRPr sz="1200"/>
            </a:pPr>
            <a:r>
              <a:t>D:/pasar_fix/node_modules/.bun/date-fns@4.1.0/node_modules/date-fns/locale/ka.d.cts</a:t>
            </a:r>
          </a:p>
          <a:p>
            <a:pPr>
              <a:defRPr sz="1200"/>
            </a:pPr>
            <a:r>
              <a:t>D:/pasar_fix/node_modules/.bun/date-fns@4.1.0/node_modules/date-fns/locale/ka.d.ts</a:t>
            </a:r>
          </a:p>
          <a:p>
            <a:pPr>
              <a:defRPr sz="1200"/>
            </a:pPr>
            <a:r>
              <a:t>D:/pasar_fix/node_modules/.bun/date-fns@4.1.0/node_modules/date-fns/locale/ka.js</a:t>
            </a:r>
          </a:p>
          <a:p>
            <a:pPr>
              <a:defRPr sz="1200"/>
            </a:pPr>
            <a:r>
              <a:t>D:/pasar_fix/node_modules/.bun/date-fns@4.1.0/node_modules/date-fns/locale/kk.cjs</a:t>
            </a:r>
          </a:p>
          <a:p>
            <a:pPr>
              <a:defRPr sz="1200"/>
            </a:pPr>
            <a:r>
              <a:t>D:/pasar_fix/node_modules/.bun/date-fns@4.1.0/node_modules/date-fns/locale/kk.d.cts</a:t>
            </a:r>
          </a:p>
          <a:p>
            <a:pPr>
              <a:defRPr sz="1200"/>
            </a:pPr>
            <a:r>
              <a:t>D:/pasar_fix/node_modules/.bun/date-fns@4.1.0/node_modules/date-fns/locale/kk.d.ts</a:t>
            </a:r>
          </a:p>
          <a:p>
            <a:pPr>
              <a:defRPr sz="1200"/>
            </a:pPr>
            <a:r>
              <a:t>D:/pasar_fix/node_modules/.bun/date-fns@4.1.0/node_modules/date-fns/locale/kk.js</a:t>
            </a:r>
          </a:p>
          <a:p>
            <a:pPr>
              <a:defRPr sz="1200"/>
            </a:pPr>
            <a:r>
              <a:t>D:/pasar_fix/node_modules/.bun/date-fns@4.1.0/node_modules/date-fns/locale/km.cjs</a:t>
            </a:r>
          </a:p>
          <a:p>
            <a:pPr>
              <a:defRPr sz="1200"/>
            </a:pPr>
            <a:r>
              <a:t>D:/pasar_fix/node_modules/.bun/date-fns@4.1.0/node_modules/date-fns/locale/km.d.cts</a:t>
            </a:r>
          </a:p>
          <a:p>
            <a:pPr>
              <a:defRPr sz="1200"/>
            </a:pPr>
            <a:r>
              <a:t>D:/pasar_fix/node_modules/.bun/date-fns@4.1.0/node_modules/date-fns/locale/km.d.ts</a:t>
            </a:r>
          </a:p>
          <a:p>
            <a:pPr>
              <a:defRPr sz="1200"/>
            </a:pPr>
            <a:r>
              <a:t>D:/pasar_fix/node_modules/.bun/date-fns@4.1.0/node_modules/date-fns/locale/km.js</a:t>
            </a:r>
          </a:p>
          <a:p>
            <a:pPr>
              <a:defRPr sz="1200"/>
            </a:pPr>
            <a:r>
              <a:t>D:/pasar_fix/node_modules/.bun/date-fns@4.1.0/node_modules/date-fns/locale/kn.cjs</a:t>
            </a:r>
          </a:p>
          <a:p>
            <a:pPr>
              <a:defRPr sz="1200"/>
            </a:pPr>
            <a:r>
              <a:t>D:/pasar_fix/node_modules/.bun/date-fns@4.1.0/node_modules/date-fns/locale/kn.d.cts</a:t>
            </a:r>
          </a:p>
          <a:p>
            <a:pPr>
              <a:defRPr sz="1200"/>
            </a:pPr>
            <a:r>
              <a:t>D:/pasar_fix/node_modules/.bun/date-fns@4.1.0/node_modules/date-fns/locale/kn.d.ts</a:t>
            </a:r>
          </a:p>
          <a:p>
            <a:pPr>
              <a:defRPr sz="1200"/>
            </a:pPr>
            <a:r>
              <a:t>D:/pasar_fix/node_modules/.bun/date-fns@4.1.0/node_modules/date-fns/locale/kn.js</a:t>
            </a:r>
          </a:p>
          <a:p>
            <a:pPr>
              <a:defRPr sz="1200"/>
            </a:pPr>
            <a:r>
              <a:t>D:/pasar_fix/node_modules/.bun/date-fns@4.1.0/node_modules/date-fns/locale/ko.cjs</a:t>
            </a:r>
          </a:p>
          <a:p>
            <a:pPr>
              <a:defRPr sz="1200"/>
            </a:pPr>
            <a:r>
              <a:t>D:/pasar_fix/node_modules/.bun/date-fns@4.1.0/node_modules/date-fns/locale/ko.d.cts</a:t>
            </a:r>
          </a:p>
          <a:p>
            <a:pPr>
              <a:defRPr sz="1200"/>
            </a:pPr>
            <a:r>
              <a:t>D:/pasar_fix/node_modules/.bun/date-fns@4.1.0/node_modules/date-fns/locale/ko.d.ts</a:t>
            </a:r>
          </a:p>
          <a:p>
            <a:pPr>
              <a:defRPr sz="1200"/>
            </a:pPr>
            <a:r>
              <a:t>D:/pasar_fix/node_modules/.bun/date-fns@4.1.0/node_modules/date-fns/locale/ko.js</a:t>
            </a:r>
          </a:p>
          <a:p>
            <a:pPr>
              <a:defRPr sz="1200"/>
            </a:pPr>
            <a:r>
              <a:t>D:/pasar_fix/node_modules/.bun/date-fns@4.1.0/node_modules/date-fns/locale/lb.cjs</a:t>
            </a:r>
          </a:p>
          <a:p>
            <a:pPr>
              <a:defRPr sz="1200"/>
            </a:pPr>
            <a:r>
              <a:t>D:/pasar_fix/node_modules/.bun/date-fns@4.1.0/node_modules/date-fns/locale/lb.d.cts</a:t>
            </a:r>
          </a:p>
          <a:p>
            <a:pPr>
              <a:defRPr sz="1200"/>
            </a:pPr>
            <a:r>
              <a:t>D:/pasar_fix/node_modules/.bun/date-fns@4.1.0/node_modules/date-fns/locale/lb.d.ts</a:t>
            </a:r>
          </a:p>
          <a:p>
            <a:pPr>
              <a:defRPr sz="1200"/>
            </a:pPr>
            <a:r>
              <a:t>D:/pasar_fix/node_modules/.bun/date-fns@4.1.0/node_modules/date-fns/locale/lb.js</a:t>
            </a:r>
          </a:p>
          <a:p>
            <a:pPr>
              <a:defRPr sz="1200"/>
            </a:pPr>
            <a:r>
              <a:t>D:/pasar_fix/node_modules/.bun/date-fns@4.1.0/node_modules/date-fns/locale/lt.cjs</a:t>
            </a:r>
          </a:p>
          <a:p>
            <a:pPr>
              <a:defRPr sz="1200"/>
            </a:pPr>
            <a:r>
              <a:t>D:/pasar_fix/node_modules/.bun/date-fns@4.1.0/node_modules/date-fns/locale/lt.d.cts</a:t>
            </a:r>
          </a:p>
          <a:p>
            <a:pPr>
              <a:defRPr sz="1200"/>
            </a:pPr>
            <a:r>
              <a:t>D:/pasar_fix/node_modules/.bun/date-fns@4.1.0/node_modules/date-fns/locale/lt.d.ts</a:t>
            </a:r>
          </a:p>
          <a:p>
            <a:pPr>
              <a:defRPr sz="1200"/>
            </a:pPr>
            <a:r>
              <a:t>D:/pasar_fix/node_modules/.bun/date-fns@4.1.0/node_modules/date-fns/locale/lt.js</a:t>
            </a:r>
          </a:p>
          <a:p>
            <a:pPr>
              <a:defRPr sz="1200"/>
            </a:pPr>
            <a:r>
              <a:t>D:/pasar_fix/node_modules/.bun/date-fns@4.1.0/node_modules/date-fns/locale/lv.cjs</a:t>
            </a:r>
          </a:p>
          <a:p>
            <a:pPr>
              <a:defRPr sz="1200"/>
            </a:pPr>
            <a:r>
              <a:t>D:/pasar_fix/node_modules/.bun/date-fns@4.1.0/node_modules/date-fns/locale/lv.d.cts</a:t>
            </a:r>
          </a:p>
          <a:p>
            <a:pPr>
              <a:defRPr sz="1200"/>
            </a:pPr>
            <a:r>
              <a:t>D:/pasar_fix/node_modules/.bun/date-fns@4.1.0/node_modules/date-fns/locale/lv.d.ts</a:t>
            </a:r>
          </a:p>
          <a:p>
            <a:pPr>
              <a:defRPr sz="1200"/>
            </a:pPr>
            <a:r>
              <a:t>D:/pasar_fix/node_modules/.bun/date-fns@4.1.0/node_modules/date-fns/locale/lv.js</a:t>
            </a:r>
          </a:p>
          <a:p>
            <a:pPr>
              <a:defRPr sz="1200"/>
            </a:pPr>
            <a:r>
              <a:t>D:/pasar_fix/node_modules/.bun/date-fns@4.1.0/node_modules/date-fns/locale/mk.cjs</a:t>
            </a:r>
          </a:p>
          <a:p>
            <a:pPr>
              <a:defRPr sz="1200"/>
            </a:pPr>
            <a:r>
              <a:t>D:/pasar_fix/node_modules/.bun/date-fns@4.1.0/node_modules/date-fns/locale/mk.d.cts</a:t>
            </a:r>
          </a:p>
          <a:p>
            <a:pPr>
              <a:defRPr sz="1200"/>
            </a:pPr>
            <a:r>
              <a:t>D:/pasar_fix/node_modules/.bun/date-fns@4.1.0/node_modules/date-fns/locale/mk.d.ts</a:t>
            </a:r>
          </a:p>
          <a:p>
            <a:pPr>
              <a:defRPr sz="1200"/>
            </a:pPr>
            <a:r>
              <a:t>D:/pasar_fix/node_modules/.bun/date-fns@4.1.0/node_modules/date-fns/locale/mk.js</a:t>
            </a:r>
          </a:p>
          <a:p>
            <a:pPr>
              <a:defRPr sz="1200"/>
            </a:pPr>
            <a:r>
              <a:t>D:/pasar_fix/node_modules/.bun/date-fns@4.1.0/node_modules/date-fns/locale/mn.cjs</a:t>
            </a:r>
          </a:p>
          <a:p>
            <a:pPr>
              <a:defRPr sz="1200"/>
            </a:pPr>
            <a:r>
              <a:t>D:/pasar_fix/node_modules/.bun/date-fns@4.1.0/node_modules/date-fns/locale/mn.d.cts</a:t>
            </a:r>
          </a:p>
          <a:p>
            <a:pPr>
              <a:defRPr sz="1200"/>
            </a:pPr>
            <a:r>
              <a:t>D:/pasar_fix/node_modules/.bun/date-fns@4.1.0/node_modules/date-fns/locale/mn.d.ts</a:t>
            </a:r>
          </a:p>
          <a:p>
            <a:pPr>
              <a:defRPr sz="1200"/>
            </a:pPr>
            <a:r>
              <a:t>D:/pasar_fix/node_modules/.bun/date-fns@4.1.0/node_modules/date-fns/locale/mn.js</a:t>
            </a:r>
          </a:p>
          <a:p>
            <a:pPr>
              <a:defRPr sz="1200"/>
            </a:pPr>
            <a:r>
              <a:t>D:/pasar_fix/node_modules/.bun/date-fns@4.1.0/node_modules/date-fns/locale/ms.cjs</a:t>
            </a:r>
          </a:p>
          <a:p>
            <a:pPr>
              <a:defRPr sz="1200"/>
            </a:pPr>
            <a:r>
              <a:t>D:/pasar_fix/node_modules/.bun/date-fns@4.1.0/node_modules/date-fns/locale/ms.d.cts</a:t>
            </a:r>
          </a:p>
          <a:p>
            <a:pPr>
              <a:defRPr sz="1200"/>
            </a:pPr>
            <a:r>
              <a:t>D:/pasar_fix/node_modules/.bun/date-fns@4.1.0/node_modules/date-fns/locale/ms.d.ts</a:t>
            </a:r>
          </a:p>
          <a:p>
            <a:pPr>
              <a:defRPr sz="1200"/>
            </a:pPr>
            <a:r>
              <a:t>D:/pasar_fix/node_modules/.bun/date-fns@4.1.0/node_modules/date-fns/locale/ms.js</a:t>
            </a:r>
          </a:p>
          <a:p>
            <a:pPr>
              <a:defRPr sz="1200"/>
            </a:pPr>
            <a:r>
              <a:t>D:/pasar_fix/node_modules/.bun/date-fns@4.1.0/node_modules/date-fns/locale/mt.cjs</a:t>
            </a:r>
          </a:p>
          <a:p>
            <a:pPr>
              <a:defRPr sz="1200"/>
            </a:pPr>
            <a:r>
              <a:t>D:/pasar_fix/node_modules/.bun/date-fns@4.1.0/node_modules/date-fns/locale/mt.d.cts</a:t>
            </a:r>
          </a:p>
          <a:p>
            <a:pPr>
              <a:defRPr sz="1200"/>
            </a:pPr>
            <a:r>
              <a:t>D:/pasar_fix/node_modules/.bun/date-fns@4.1.0/node_modules/date-fns/locale/mt.d.ts</a:t>
            </a:r>
          </a:p>
          <a:p>
            <a:pPr>
              <a:defRPr sz="1200"/>
            </a:pPr>
            <a:r>
              <a:t>D:/pasar_fix/node_modules/.bun/date-fns@4.1.0/node_modules/date-fns/locale/mt.js</a:t>
            </a:r>
          </a:p>
          <a:p>
            <a:pPr>
              <a:defRPr sz="1200"/>
            </a:pPr>
            <a:r>
              <a:t>D:/pasar_fix/node_modules/.bun/date-fns@4.1.0/node_modules/date-fns/locale/nb.cjs</a:t>
            </a:r>
          </a:p>
          <a:p>
            <a:pPr>
              <a:defRPr sz="1200"/>
            </a:pPr>
            <a:r>
              <a:t>D:/pasar_fix/node_modules/.bun/date-fns@4.1.0/node_modules/date-fns/locale/nb.d.cts</a:t>
            </a:r>
          </a:p>
          <a:p>
            <a:pPr>
              <a:defRPr sz="1200"/>
            </a:pPr>
            <a:r>
              <a:t>D:/pasar_fix/node_modules/.bun/date-fns@4.1.0/node_modules/date-fns/locale/nb.d.ts</a:t>
            </a:r>
          </a:p>
          <a:p>
            <a:pPr>
              <a:defRPr sz="1200"/>
            </a:pPr>
            <a:r>
              <a:t>D:/pasar_fix/node_modules/.bun/date-fns@4.1.0/node_modules/date-fns/locale/nb.js</a:t>
            </a:r>
          </a:p>
          <a:p>
            <a:pPr>
              <a:defRPr sz="1200"/>
            </a:pPr>
            <a:r>
              <a:t>D:/pasar_fix/node_modules/.bun/date-fns@4.1.0/node_modules/date-fns/locale/nl-BE.cjs</a:t>
            </a:r>
          </a:p>
          <a:p>
            <a:pPr>
              <a:defRPr sz="1200"/>
            </a:pPr>
            <a:r>
              <a:t>D:/pasar_fix/node_modules/.bun/date-fns@4.1.0/node_modules/date-fns/locale/nl-BE.d.cts</a:t>
            </a:r>
          </a:p>
          <a:p>
            <a:pPr>
              <a:defRPr sz="1200"/>
            </a:pPr>
            <a:r>
              <a:t>D:/pasar_fix/node_modules/.bun/date-fns@4.1.0/node_modules/date-fns/locale/nl-BE.d.ts</a:t>
            </a:r>
          </a:p>
          <a:p>
            <a:pPr>
              <a:defRPr sz="1200"/>
            </a:pPr>
            <a:r>
              <a:t>D:/pasar_fix/node_modules/.bun/date-fns@4.1.0/node_modules/date-fns/locale/nl-BE.js</a:t>
            </a:r>
          </a:p>
          <a:p>
            <a:pPr>
              <a:defRPr sz="1200"/>
            </a:pPr>
            <a:r>
              <a:t>D:/pasar_fix/node_modules/.bun/date-fns@4.1.0/node_modules/date-fns/locale/nl.cjs</a:t>
            </a:r>
          </a:p>
          <a:p>
            <a:pPr>
              <a:defRPr sz="1200"/>
            </a:pPr>
            <a:r>
              <a:t>D:/pasar_fix/node_modules/.bun/date-fns@4.1.0/node_modules/date-fns/locale/nl.d.cts</a:t>
            </a:r>
          </a:p>
          <a:p>
            <a:pPr>
              <a:defRPr sz="1200"/>
            </a:pPr>
            <a:r>
              <a:t>D:/pasar_fix/node_modules/.bun/date-fns@4.1.0/node_modules/date-fns/locale/nl.d.ts</a:t>
            </a:r>
          </a:p>
          <a:p>
            <a:pPr>
              <a:defRPr sz="1200"/>
            </a:pPr>
            <a:r>
              <a:t>D:/pasar_fix/node_modules/.bun/date-fns@4.1.0/node_modules/date-fns/locale/nl.js</a:t>
            </a:r>
          </a:p>
          <a:p>
            <a:pPr>
              <a:defRPr sz="1200"/>
            </a:pPr>
            <a:r>
              <a:t>D:/pasar_fix/node_modules/.bun/date-fns@4.1.0/node_modules/date-fns/locale/nn.cjs</a:t>
            </a:r>
          </a:p>
          <a:p>
            <a:pPr>
              <a:defRPr sz="1200"/>
            </a:pPr>
            <a:r>
              <a:t>D:/pasar_fix/node_modules/.bun/date-fns@4.1.0/node_modules/date-fns/locale/nn.d.cts</a:t>
            </a:r>
          </a:p>
          <a:p>
            <a:pPr>
              <a:defRPr sz="1200"/>
            </a:pPr>
            <a:r>
              <a:t>D:/pasar_fix/node_modules/.bun/date-fns@4.1.0/node_modules/date-fns/locale/nn.d.ts</a:t>
            </a:r>
          </a:p>
          <a:p>
            <a:pPr>
              <a:defRPr sz="1200"/>
            </a:pPr>
            <a:r>
              <a:t>D:/pasar_fix/node_modules/.bun/date-fns@4.1.0/node_modules/date-fns/locale/nn.js</a:t>
            </a:r>
          </a:p>
          <a:p>
            <a:pPr>
              <a:defRPr sz="1200"/>
            </a:pPr>
            <a:r>
              <a:t>D:/pasar_fix/node_modules/.bun/date-fns@4.1.0/node_modules/date-fns/locale/oc.cjs</a:t>
            </a:r>
          </a:p>
          <a:p>
            <a:pPr>
              <a:defRPr sz="1200"/>
            </a:pPr>
            <a:r>
              <a:t>D:/pasar_fix/node_modules/.bun/date-fns@4.1.0/node_modules/date-fns/locale/oc.d.cts</a:t>
            </a:r>
          </a:p>
          <a:p>
            <a:pPr>
              <a:defRPr sz="1200"/>
            </a:pPr>
            <a:r>
              <a:t>D:/pasar_fix/node_modules/.bun/date-fns@4.1.0/node_modules/date-fns/locale/oc.d.ts</a:t>
            </a:r>
          </a:p>
          <a:p>
            <a:pPr>
              <a:defRPr sz="1200"/>
            </a:pPr>
            <a:r>
              <a:t>D:/pasar_fix/node_modules/.bun/date-fns@4.1.0/node_modules/date-fns/locale/oc.js</a:t>
            </a:r>
          </a:p>
          <a:p>
            <a:pPr>
              <a:defRPr sz="1200"/>
            </a:pPr>
            <a:r>
              <a:t>D:/pasar_fix/node_modules/.bun/date-fns@4.1.0/node_modules/date-fns/locale/pl.cjs</a:t>
            </a:r>
          </a:p>
          <a:p>
            <a:pPr>
              <a:defRPr sz="1200"/>
            </a:pPr>
            <a:r>
              <a:t>D:/pasar_fix/node_modules/.bun/date-fns@4.1.0/node_modules/date-fns/locale/pl.d.cts</a:t>
            </a:r>
          </a:p>
          <a:p>
            <a:pPr>
              <a:defRPr sz="1200"/>
            </a:pPr>
            <a:r>
              <a:t>D:/pasar_fix/node_modules/.bun/date-fns@4.1.0/node_modules/date-fns/locale/pl.d.ts</a:t>
            </a:r>
          </a:p>
          <a:p>
            <a:pPr>
              <a:defRPr sz="1200"/>
            </a:pPr>
            <a:r>
              <a:t>D:/pasar_fix/node_modules/.bun/date-fns@4.1.0/node_modules/date-fns/locale/pl.js</a:t>
            </a:r>
          </a:p>
          <a:p>
            <a:pPr>
              <a:defRPr sz="1200"/>
            </a:pPr>
            <a:r>
              <a:t>D:/pasar_fix/node_modules/.bun/date-fns@4.1.0/node_modules/date-fns/locale/pt-BR.cjs</a:t>
            </a:r>
          </a:p>
          <a:p>
            <a:pPr>
              <a:defRPr sz="1200"/>
            </a:pPr>
            <a:r>
              <a:t>D:/pasar_fix/node_modules/.bun/date-fns@4.1.0/node_modules/date-fns/locale/pt-BR.d.cts</a:t>
            </a:r>
          </a:p>
          <a:p>
            <a:pPr>
              <a:defRPr sz="1200"/>
            </a:pPr>
            <a:r>
              <a:t>D:/pasar_fix/node_modules/.bun/date-fns@4.1.0/node_modules/date-fns/locale/pt-BR.d.ts</a:t>
            </a:r>
          </a:p>
          <a:p>
            <a:pPr>
              <a:defRPr sz="1200"/>
            </a:pPr>
            <a:r>
              <a:t>D:/pasar_fix/node_modules/.bun/date-fns@4.1.0/node_modules/date-fns/locale/pt-BR.js</a:t>
            </a:r>
          </a:p>
          <a:p>
            <a:pPr>
              <a:defRPr sz="1200"/>
            </a:pPr>
            <a:r>
              <a:t>D:/pasar_fix/node_modules/.bun/date-fns@4.1.0/node_modules/date-fns/locale/pt.cjs</a:t>
            </a:r>
          </a:p>
          <a:p>
            <a:pPr>
              <a:defRPr sz="1200"/>
            </a:pPr>
            <a:r>
              <a:t>D:/pasar_fix/node_modules/.bun/date-fns@4.1.0/node_modules/date-fns/locale/pt.d.cts</a:t>
            </a:r>
          </a:p>
          <a:p>
            <a:pPr>
              <a:defRPr sz="1200"/>
            </a:pPr>
            <a:r>
              <a:t>D:/pasar_fix/node_modules/.bun/date-fns@4.1.0/node_modules/date-fns/locale/pt.d.ts</a:t>
            </a:r>
          </a:p>
          <a:p>
            <a:pPr>
              <a:defRPr sz="1200"/>
            </a:pPr>
            <a:r>
              <a:t>D:/pasar_fix/node_modules/.bun/date-fns@4.1.0/node_modules/date-fns/locale/pt.js</a:t>
            </a:r>
          </a:p>
          <a:p>
            <a:pPr>
              <a:defRPr sz="1200"/>
            </a:pPr>
            <a:r>
              <a:t>D:/pasar_fix/node_modules/.bun/date-fns@4.1.0/node_modules/date-fns/locale/ro.cjs</a:t>
            </a:r>
          </a:p>
          <a:p>
            <a:pPr>
              <a:defRPr sz="1200"/>
            </a:pPr>
            <a:r>
              <a:t>D:/pasar_fix/node_modules/.bun/date-fns@4.1.0/node_modules/date-fns/locale/ro.d.cts</a:t>
            </a:r>
          </a:p>
          <a:p>
            <a:pPr>
              <a:defRPr sz="1200"/>
            </a:pPr>
            <a:r>
              <a:t>D:/pasar_fix/node_modules/.bun/date-fns@4.1.0/node_modules/date-fns/locale/ro.d.ts</a:t>
            </a:r>
          </a:p>
          <a:p>
            <a:pPr>
              <a:defRPr sz="1200"/>
            </a:pPr>
            <a:r>
              <a:t>D:/pasar_fix/node_modules/.bun/date-fns@4.1.0/node_modules/date-fns/locale/ro.js</a:t>
            </a:r>
          </a:p>
          <a:p>
            <a:pPr>
              <a:defRPr sz="1200"/>
            </a:pPr>
            <a:r>
              <a:t>D:/pasar_fix/node_modules/.bun/date-fns@4.1.0/node_modules/date-fns/locale/ru.cjs</a:t>
            </a:r>
          </a:p>
          <a:p>
            <a:pPr>
              <a:defRPr sz="1200"/>
            </a:pPr>
            <a:r>
              <a:t>D:/pasar_fix/node_modules/.bun/date-fns@4.1.0/node_modules/date-fns/locale/ru.d.cts</a:t>
            </a:r>
          </a:p>
          <a:p>
            <a:pPr>
              <a:defRPr sz="1200"/>
            </a:pPr>
            <a:r>
              <a:t>D:/pasar_fix/node_modules/.bun/date-fns@4.1.0/node_modules/date-fns/locale/ru.d.ts</a:t>
            </a:r>
          </a:p>
          <a:p>
            <a:pPr>
              <a:defRPr sz="1200"/>
            </a:pPr>
            <a:r>
              <a:t>D:/pasar_fix/node_modules/.bun/date-fns@4.1.0/node_modules/date-fns/locale/ru.js</a:t>
            </a:r>
          </a:p>
          <a:p>
            <a:pPr>
              <a:defRPr sz="1200"/>
            </a:pPr>
            <a:r>
              <a:t>D:/pasar_fix/node_modules/.bun/date-fns@4.1.0/node_modules/date-fns/locale/se.cjs</a:t>
            </a:r>
          </a:p>
          <a:p>
            <a:pPr>
              <a:defRPr sz="1200"/>
            </a:pPr>
            <a:r>
              <a:t>D:/pasar_fix/node_modules/.bun/date-fns@4.1.0/node_modules/date-fns/locale/se.d.cts</a:t>
            </a:r>
          </a:p>
          <a:p>
            <a:pPr>
              <a:defRPr sz="1200"/>
            </a:pPr>
            <a:r>
              <a:t>D:/pasar_fix/node_modules/.bun/date-fns@4.1.0/node_modules/date-fns/locale/se.d.ts</a:t>
            </a:r>
          </a:p>
          <a:p>
            <a:pPr>
              <a:defRPr sz="1200"/>
            </a:pPr>
            <a:r>
              <a:t>D:/pasar_fix/node_modules/.bun/date-fns@4.1.0/node_modules/date-fns/locale/se.js</a:t>
            </a:r>
          </a:p>
          <a:p>
            <a:pPr>
              <a:defRPr sz="1200"/>
            </a:pPr>
            <a:r>
              <a:t>D:/pasar_fix/node_modules/.bun/date-fns@4.1.0/node_modules/date-fns/locale/sk.cjs</a:t>
            </a:r>
          </a:p>
          <a:p>
            <a:pPr>
              <a:defRPr sz="1200"/>
            </a:pPr>
            <a:r>
              <a:t>D:/pasar_fix/node_modules/.bun/date-fns@4.1.0/node_modules/date-fns/locale/sk.d.cts</a:t>
            </a:r>
          </a:p>
          <a:p>
            <a:pPr>
              <a:defRPr sz="1200"/>
            </a:pPr>
            <a:r>
              <a:t>D:/pasar_fix/node_modules/.bun/date-fns@4.1.0/node_modules/date-fns/locale/sk.d.ts</a:t>
            </a:r>
          </a:p>
          <a:p>
            <a:pPr>
              <a:defRPr sz="1200"/>
            </a:pPr>
            <a:r>
              <a:t>D:/pasar_fix/node_modules/.bun/date-fns@4.1.0/node_modules/date-fns/locale/sk.js</a:t>
            </a:r>
          </a:p>
          <a:p>
            <a:pPr>
              <a:defRPr sz="1200"/>
            </a:pPr>
            <a:r>
              <a:t>D:/pasar_fix/node_modules/.bun/date-fns@4.1.0/node_modules/date-fns/locale/sl.cjs</a:t>
            </a:r>
          </a:p>
          <a:p>
            <a:pPr>
              <a:defRPr sz="1200"/>
            </a:pPr>
            <a:r>
              <a:t>D:/pasar_fix/node_modules/.bun/date-fns@4.1.0/node_modules/date-fns/locale/sl.d.cts</a:t>
            </a:r>
          </a:p>
          <a:p>
            <a:pPr>
              <a:defRPr sz="1200"/>
            </a:pPr>
            <a:r>
              <a:t>D:/pasar_fix/node_modules/.bun/date-fns@4.1.0/node_modules/date-fns/locale/sl.d.ts</a:t>
            </a:r>
          </a:p>
          <a:p>
            <a:pPr>
              <a:defRPr sz="1200"/>
            </a:pPr>
            <a:r>
              <a:t>D:/pasar_fix/node_modules/.bun/date-fns@4.1.0/node_modules/date-fns/locale/sl.js</a:t>
            </a:r>
          </a:p>
          <a:p>
            <a:pPr>
              <a:defRPr sz="1200"/>
            </a:pPr>
            <a:r>
              <a:t>D:/pasar_fix/node_modules/.bun/date-fns@4.1.0/node_modules/date-fns/locale/sq.cjs</a:t>
            </a:r>
          </a:p>
          <a:p>
            <a:pPr>
              <a:defRPr sz="1200"/>
            </a:pPr>
            <a:r>
              <a:t>D:/pasar_fix/node_modules/.bun/date-fns@4.1.0/node_modules/date-fns/locale/sq.d.cts</a:t>
            </a:r>
          </a:p>
          <a:p>
            <a:pPr>
              <a:defRPr sz="1200"/>
            </a:pPr>
            <a:r>
              <a:t>D:/pasar_fix/node_modules/.bun/date-fns@4.1.0/node_modules/date-fns/locale/sq.d.ts</a:t>
            </a:r>
          </a:p>
          <a:p>
            <a:pPr>
              <a:defRPr sz="1200"/>
            </a:pPr>
            <a:r>
              <a:t>D:/pasar_fix/node_modules/.bun/date-fns@4.1.0/node_modules/date-fns/locale/sq.js</a:t>
            </a:r>
          </a:p>
          <a:p>
            <a:pPr>
              <a:defRPr sz="1200"/>
            </a:pPr>
            <a:r>
              <a:t>D:/pasar_fix/node_modules/.bun/date-fns@4.1.0/node_modules/date-fns/locale/sr-Latn.cjs</a:t>
            </a:r>
          </a:p>
          <a:p>
            <a:pPr>
              <a:defRPr sz="1200"/>
            </a:pPr>
            <a:r>
              <a:t>D:/pasar_fix/node_modules/.bun/date-fns@4.1.0/node_modules/date-fns/locale/sr-Latn.d.cts</a:t>
            </a:r>
          </a:p>
          <a:p>
            <a:pPr>
              <a:defRPr sz="1200"/>
            </a:pPr>
            <a:r>
              <a:t>D:/pasar_fix/node_modules/.bun/date-fns@4.1.0/node_modules/date-fns/locale/sr-Latn.d.ts</a:t>
            </a:r>
          </a:p>
          <a:p>
            <a:pPr>
              <a:defRPr sz="1200"/>
            </a:pPr>
            <a:r>
              <a:t>D:/pasar_fix/node_modules/.bun/date-fns@4.1.0/node_modules/date-fns/locale/sr-Latn.js</a:t>
            </a:r>
          </a:p>
          <a:p>
            <a:pPr>
              <a:defRPr sz="1200"/>
            </a:pPr>
            <a:r>
              <a:t>D:/pasar_fix/node_modules/.bun/date-fns@4.1.0/node_modules/date-fns/locale/sr.cjs</a:t>
            </a:r>
          </a:p>
          <a:p>
            <a:pPr>
              <a:defRPr sz="1200"/>
            </a:pPr>
            <a:r>
              <a:t>D:/pasar_fix/node_modules/.bun/date-fns@4.1.0/node_modules/date-fns/locale/sr.d.cts</a:t>
            </a:r>
          </a:p>
          <a:p>
            <a:pPr>
              <a:defRPr sz="1200"/>
            </a:pPr>
            <a:r>
              <a:t>D:/pasar_fix/node_modules/.bun/date-fns@4.1.0/node_modules/date-fns/locale/sr.d.ts</a:t>
            </a:r>
          </a:p>
          <a:p>
            <a:pPr>
              <a:defRPr sz="1200"/>
            </a:pPr>
            <a:r>
              <a:t>D:/pasar_fix/node_modules/.bun/date-fns@4.1.0/node_modules/date-fns/locale/sr.js</a:t>
            </a:r>
          </a:p>
          <a:p>
            <a:pPr>
              <a:defRPr sz="1200"/>
            </a:pPr>
            <a:r>
              <a:t>D:/pasar_fix/node_modules/.bun/date-fns@4.1.0/node_modules/date-fns/locale/sv.cjs</a:t>
            </a:r>
          </a:p>
          <a:p>
            <a:pPr>
              <a:defRPr sz="1200"/>
            </a:pPr>
            <a:r>
              <a:t>D:/pasar_fix/node_modules/.bun/date-fns@4.1.0/node_modules/date-fns/locale/sv.d.cts</a:t>
            </a:r>
          </a:p>
          <a:p>
            <a:pPr>
              <a:defRPr sz="1200"/>
            </a:pPr>
            <a:r>
              <a:t>D:/pasar_fix/node_modules/.bun/date-fns@4.1.0/node_modules/date-fns/locale/sv.d.ts</a:t>
            </a:r>
          </a:p>
          <a:p>
            <a:pPr>
              <a:defRPr sz="1200"/>
            </a:pPr>
            <a:r>
              <a:t>D:/pasar_fix/node_modules/.bun/date-fns@4.1.0/node_modules/date-fns/locale/sv.js</a:t>
            </a:r>
          </a:p>
          <a:p>
            <a:pPr>
              <a:defRPr sz="1200"/>
            </a:pPr>
            <a:r>
              <a:t>D:/pasar_fix/node_modules/.bun/date-fns@4.1.0/node_modules/date-fns/locale/ta.cjs</a:t>
            </a:r>
          </a:p>
          <a:p>
            <a:pPr>
              <a:defRPr sz="1200"/>
            </a:pPr>
            <a:r>
              <a:t>D:/pasar_fix/node_modules/.bun/date-fns@4.1.0/node_modules/date-fns/locale/ta.d.cts</a:t>
            </a:r>
          </a:p>
          <a:p>
            <a:pPr>
              <a:defRPr sz="1200"/>
            </a:pPr>
            <a:r>
              <a:t>D:/pasar_fix/node_modules/.bun/date-fns@4.1.0/node_modules/date-fns/locale/ta.d.ts</a:t>
            </a:r>
          </a:p>
          <a:p>
            <a:pPr>
              <a:defRPr sz="1200"/>
            </a:pPr>
            <a:r>
              <a:t>D:/pasar_fix/node_modules/.bun/date-fns@4.1.0/node_modules/date-fns/locale/ta.js</a:t>
            </a:r>
          </a:p>
          <a:p>
            <a:pPr>
              <a:defRPr sz="1200"/>
            </a:pPr>
            <a:r>
              <a:t>D:/pasar_fix/node_modules/.bun/date-fns@4.1.0/node_modules/date-fns/locale/te.cjs</a:t>
            </a:r>
          </a:p>
          <a:p>
            <a:pPr>
              <a:defRPr sz="1200"/>
            </a:pPr>
            <a:r>
              <a:t>D:/pasar_fix/node_modules/.bun/date-fns@4.1.0/node_modules/date-fns/locale/te.d.cts</a:t>
            </a:r>
          </a:p>
          <a:p>
            <a:pPr>
              <a:defRPr sz="1200"/>
            </a:pPr>
            <a:r>
              <a:t>D:/pasar_fix/node_modules/.bun/date-fns@4.1.0/node_modules/date-fns/locale/te.d.ts</a:t>
            </a:r>
          </a:p>
          <a:p>
            <a:pPr>
              <a:defRPr sz="1200"/>
            </a:pPr>
            <a:r>
              <a:t>D:/pasar_fix/node_modules/.bun/date-fns@4.1.0/node_modules/date-fns/locale/te.js</a:t>
            </a:r>
          </a:p>
          <a:p>
            <a:pPr>
              <a:defRPr sz="1200"/>
            </a:pPr>
            <a:r>
              <a:t>D:/pasar_fix/node_modules/.bun/date-fns@4.1.0/node_modules/date-fns/locale/th.cjs</a:t>
            </a:r>
          </a:p>
          <a:p>
            <a:pPr>
              <a:defRPr sz="1200"/>
            </a:pPr>
            <a:r>
              <a:t>D:/pasar_fix/node_modules/.bun/date-fns@4.1.0/node_modules/date-fns/locale/th.d.cts</a:t>
            </a:r>
          </a:p>
          <a:p>
            <a:pPr>
              <a:defRPr sz="1200"/>
            </a:pPr>
            <a:r>
              <a:t>D:/pasar_fix/node_modules/.bun/date-fns@4.1.0/node_modules/date-fns/locale/th.d.ts</a:t>
            </a:r>
          </a:p>
          <a:p>
            <a:pPr>
              <a:defRPr sz="1200"/>
            </a:pPr>
            <a:r>
              <a:t>D:/pasar_fix/node_modules/.bun/date-fns@4.1.0/node_modules/date-fns/locale/th.js</a:t>
            </a:r>
          </a:p>
          <a:p>
            <a:pPr>
              <a:defRPr sz="1200"/>
            </a:pPr>
            <a:r>
              <a:t>D:/pasar_fix/node_modules/.bun/date-fns@4.1.0/node_modules/date-fns/locale/tr.cjs</a:t>
            </a:r>
          </a:p>
          <a:p>
            <a:pPr>
              <a:defRPr sz="1200"/>
            </a:pPr>
            <a:r>
              <a:t>D:/pasar_fix/node_modules/.bun/date-fns@4.1.0/node_modules/date-fns/locale/tr.d.cts</a:t>
            </a:r>
          </a:p>
          <a:p>
            <a:pPr>
              <a:defRPr sz="1200"/>
            </a:pPr>
            <a:r>
              <a:t>D:/pasar_fix/node_modules/.bun/date-fns@4.1.0/node_modules/date-fns/locale/tr.d.ts</a:t>
            </a:r>
          </a:p>
          <a:p>
            <a:pPr>
              <a:defRPr sz="1200"/>
            </a:pPr>
            <a:r>
              <a:t>D:/pasar_fix/node_modules/.bun/date-fns@4.1.0/node_modules/date-fns/locale/tr.js</a:t>
            </a:r>
          </a:p>
          <a:p>
            <a:pPr>
              <a:defRPr sz="1200"/>
            </a:pPr>
            <a:r>
              <a:t>D:/pasar_fix/node_modules/.bun/date-fns@4.1.0/node_modules/date-fns/locale/types.cjs</a:t>
            </a:r>
          </a:p>
          <a:p>
            <a:pPr>
              <a:defRPr sz="1200"/>
            </a:pPr>
            <a:r>
              <a:t>D:/pasar_fix/node_modules/.bun/date-fns@4.1.0/node_modules/date-fns/locale/types.d.cts</a:t>
            </a:r>
          </a:p>
          <a:p>
            <a:pPr>
              <a:defRPr sz="1200"/>
            </a:pPr>
            <a:r>
              <a:t>D:/pasar_fix/node_modules/.bun/date-fns@4.1.0/node_modules/date-fns/locale/types.d.ts</a:t>
            </a:r>
          </a:p>
          <a:p>
            <a:pPr>
              <a:defRPr sz="1200"/>
            </a:pPr>
            <a:r>
              <a:t>D:/pasar_fix/node_modules/.bun/date-fns@4.1.0/node_modules/date-fns/locale/types.js</a:t>
            </a:r>
          </a:p>
          <a:p>
            <a:pPr>
              <a:defRPr sz="1200"/>
            </a:pPr>
            <a:r>
              <a:t>D:/pasar_fix/node_modules/.bun/date-fns@4.1.0/node_modules/date-fns/locale/ug.cjs</a:t>
            </a:r>
          </a:p>
          <a:p>
            <a:pPr>
              <a:defRPr sz="1200"/>
            </a:pPr>
            <a:r>
              <a:t>D:/pasar_fix/node_modules/.bun/date-fns@4.1.0/node_modules/date-fns/locale/ug.d.cts</a:t>
            </a:r>
          </a:p>
          <a:p>
            <a:pPr>
              <a:defRPr sz="1200"/>
            </a:pPr>
            <a:r>
              <a:t>D:/pasar_fix/node_modules/.bun/date-fns@4.1.0/node_modules/date-fns/locale/ug.d.ts</a:t>
            </a:r>
          </a:p>
          <a:p>
            <a:pPr>
              <a:defRPr sz="1200"/>
            </a:pPr>
            <a:r>
              <a:t>D:/pasar_fix/node_modules/.bun/date-fns@4.1.0/node_modules/date-fns/locale/ug.js</a:t>
            </a:r>
          </a:p>
          <a:p>
            <a:pPr>
              <a:defRPr sz="1200"/>
            </a:pPr>
            <a:r>
              <a:t>D:/pasar_fix/node_modules/.bun/date-fns@4.1.0/node_modules/date-fns/locale/uk.cjs</a:t>
            </a:r>
          </a:p>
          <a:p>
            <a:pPr>
              <a:defRPr sz="1200"/>
            </a:pPr>
            <a:r>
              <a:t>D:/pasar_fix/node_modules/.bun/date-fns@4.1.0/node_modules/date-fns/locale/uk.d.cts</a:t>
            </a:r>
          </a:p>
          <a:p>
            <a:pPr>
              <a:defRPr sz="1200"/>
            </a:pPr>
            <a:r>
              <a:t>D:/pasar_fix/node_modules/.bun/date-fns@4.1.0/node_modules/date-fns/locale/uk.d.ts</a:t>
            </a:r>
          </a:p>
          <a:p>
            <a:pPr>
              <a:defRPr sz="1200"/>
            </a:pPr>
            <a:r>
              <a:t>D:/pasar_fix/node_modules/.bun/date-fns@4.1.0/node_modules/date-fns/locale/uk.js</a:t>
            </a:r>
          </a:p>
          <a:p>
            <a:pPr>
              <a:defRPr sz="1200"/>
            </a:pPr>
            <a:r>
              <a:t>D:/pasar_fix/node_modules/.bun/date-fns@4.1.0/node_modules/date-fns/locale/uz-Cyrl.cjs</a:t>
            </a:r>
          </a:p>
          <a:p>
            <a:pPr>
              <a:defRPr sz="1200"/>
            </a:pPr>
            <a:r>
              <a:t>D:/pasar_fix/node_modules/.bun/date-fns@4.1.0/node_modules/date-fns/locale/uz-Cyrl.d.cts</a:t>
            </a:r>
          </a:p>
          <a:p>
            <a:pPr>
              <a:defRPr sz="1200"/>
            </a:pPr>
            <a:r>
              <a:t>D:/pasar_fix/node_modules/.bun/date-fns@4.1.0/node_modules/date-fns/locale/uz-Cyrl.d.ts</a:t>
            </a:r>
          </a:p>
          <a:p>
            <a:pPr>
              <a:defRPr sz="1200"/>
            </a:pPr>
            <a:r>
              <a:t>D:/pasar_fix/node_modules/.bun/date-fns@4.1.0/node_modules/date-fns/locale/uz-Cyrl.js</a:t>
            </a:r>
          </a:p>
          <a:p>
            <a:pPr>
              <a:defRPr sz="1200"/>
            </a:pPr>
            <a:r>
              <a:t>D:/pasar_fix/node_modules/.bun/date-fns@4.1.0/node_modules/date-fns/locale/uz.cjs</a:t>
            </a:r>
          </a:p>
          <a:p>
            <a:pPr>
              <a:defRPr sz="1200"/>
            </a:pPr>
            <a:r>
              <a:t>D:/pasar_fix/node_modules/.bun/date-fns@4.1.0/node_modules/date-fns/locale/uz.d.cts</a:t>
            </a:r>
          </a:p>
          <a:p>
            <a:pPr>
              <a:defRPr sz="1200"/>
            </a:pPr>
            <a:r>
              <a:t>D:/pasar_fix/node_modules/.bun/date-fns@4.1.0/node_modules/date-fns/locale/uz.d.ts</a:t>
            </a:r>
          </a:p>
          <a:p>
            <a:pPr>
              <a:defRPr sz="1200"/>
            </a:pPr>
            <a:r>
              <a:t>D:/pasar_fix/node_modules/.bun/date-fns@4.1.0/node_modules/date-fns/locale/uz.js</a:t>
            </a:r>
          </a:p>
          <a:p>
            <a:pPr>
              <a:defRPr sz="1200"/>
            </a:pPr>
            <a:r>
              <a:t>D:/pasar_fix/node_modules/.bun/date-fns@4.1.0/node_modules/date-fns/locale/vi.cjs</a:t>
            </a:r>
          </a:p>
          <a:p>
            <a:pPr>
              <a:defRPr sz="1200"/>
            </a:pPr>
            <a:r>
              <a:t>D:/pasar_fix/node_modules/.bun/date-fns@4.1.0/node_modules/date-fns/locale/vi.d.cts</a:t>
            </a:r>
          </a:p>
          <a:p>
            <a:pPr>
              <a:defRPr sz="1200"/>
            </a:pPr>
            <a:r>
              <a:t>D:/pasar_fix/node_modules/.bun/date-fns@4.1.0/node_modules/date-fns/locale/vi.d.ts</a:t>
            </a:r>
          </a:p>
          <a:p>
            <a:pPr>
              <a:defRPr sz="1200"/>
            </a:pPr>
            <a:r>
              <a:t>D:/pasar_fix/node_modules/.bun/date-fns@4.1.0/node_modules/date-fns/locale/vi.js</a:t>
            </a:r>
          </a:p>
          <a:p>
            <a:pPr>
              <a:defRPr sz="1200"/>
            </a:pPr>
            <a:r>
              <a:t>D:/pasar_fix/node_modules/.bun/date-fns@4.1.0/node_modules/date-fns/locale/zh-CN.cjs</a:t>
            </a:r>
          </a:p>
          <a:p>
            <a:pPr>
              <a:defRPr sz="1200"/>
            </a:pPr>
            <a:r>
              <a:t>D:/pasar_fix/node_modules/.bun/date-fns@4.1.0/node_modules/date-fns/locale/zh-CN.d.cts</a:t>
            </a:r>
          </a:p>
          <a:p>
            <a:pPr>
              <a:defRPr sz="1200"/>
            </a:pPr>
            <a:r>
              <a:t>D:/pasar_fix/node_modules/.bun/date-fns@4.1.0/node_modules/date-fns/locale/zh-CN.d.ts</a:t>
            </a:r>
          </a:p>
          <a:p>
            <a:pPr>
              <a:defRPr sz="1200"/>
            </a:pPr>
            <a:r>
              <a:t>D:/pasar_fix/node_modules/.bun/date-fns@4.1.0/node_modules/date-fns/locale/zh-CN.js</a:t>
            </a:r>
          </a:p>
          <a:p>
            <a:pPr>
              <a:defRPr sz="1200"/>
            </a:pPr>
            <a:r>
              <a:t>D:/pasar_fix/node_modules/.bun/date-fns@4.1.0/node_modules/date-fns/locale/zh-HK.cjs</a:t>
            </a:r>
          </a:p>
          <a:p>
            <a:pPr>
              <a:defRPr sz="1200"/>
            </a:pPr>
            <a:r>
              <a:t>D:/pasar_fix/node_modules/.bun/date-fns@4.1.0/node_modules/date-fns/locale/zh-HK.d.cts</a:t>
            </a:r>
          </a:p>
          <a:p>
            <a:pPr>
              <a:defRPr sz="1200"/>
            </a:pPr>
            <a:r>
              <a:t>D:/pasar_fix/node_modules/.bun/date-fns@4.1.0/node_modules/date-fns/locale/zh-HK.d.ts</a:t>
            </a:r>
          </a:p>
          <a:p>
            <a:pPr>
              <a:defRPr sz="1200"/>
            </a:pPr>
            <a:r>
              <a:t>D:/pasar_fix/node_modules/.bun/date-fns@4.1.0/node_modules/date-fns/locale/zh-HK.js</a:t>
            </a:r>
          </a:p>
          <a:p>
            <a:pPr>
              <a:defRPr sz="1200"/>
            </a:pPr>
            <a:r>
              <a:t>D:/pasar_fix/node_modules/.bun/date-fns@4.1.0/node_modules/date-fns/locale/zh-TW.cjs</a:t>
            </a:r>
          </a:p>
          <a:p>
            <a:pPr>
              <a:defRPr sz="1200"/>
            </a:pPr>
            <a:r>
              <a:t>D:/pasar_fix/node_modules/.bun/date-fns@4.1.0/node_modules/date-fns/locale/zh-TW.d.cts</a:t>
            </a:r>
          </a:p>
          <a:p>
            <a:pPr>
              <a:defRPr sz="1200"/>
            </a:pPr>
            <a:r>
              <a:t>D:/pasar_fix/node_modules/.bun/date-fns@4.1.0/node_modules/date-fns/locale/zh-TW.d.ts</a:t>
            </a:r>
          </a:p>
          <a:p>
            <a:pPr>
              <a:defRPr sz="1200"/>
            </a:pPr>
            <a:r>
              <a:t>D:/pasar_fix/node_modules/.bun/date-fns@4.1.0/node_modules/date-fns/locale/zh-TW.js</a:t>
            </a:r>
          </a:p>
          <a:p>
            <a:pPr>
              <a:defRPr sz="1200"/>
            </a:pPr>
            <a:r>
              <a:t>D:/pasar_fix/node_modules/.bun/date-fns@4.1.0/node_modules/date-fns/locale/af/cdn.js</a:t>
            </a:r>
          </a:p>
          <a:p>
            <a:pPr>
              <a:defRPr sz="1200"/>
            </a:pPr>
            <a:r>
              <a:t>D:/pasar_fix/node_modules/.bun/date-fns@4.1.0/node_modules/date-fns/locale/af/cdn.js.map</a:t>
            </a:r>
          </a:p>
          <a:p>
            <a:pPr>
              <a:defRPr sz="1200"/>
            </a:pPr>
            <a:r>
              <a:t>D:/pasar_fix/node_modules/.bun/date-fns@4.1.0/node_modules/date-fns/locale/af/cdn.min.js</a:t>
            </a:r>
          </a:p>
          <a:p>
            <a:pPr>
              <a:defRPr sz="1200"/>
            </a:pPr>
            <a:r>
              <a:t>D:/pasar_fix/node_modules/.bun/date-fns@4.1.0/node_modules/date-fns/locale/af/cdn.min.js.map</a:t>
            </a:r>
          </a:p>
          <a:p>
            <a:pPr>
              <a:defRPr sz="1200"/>
            </a:pPr>
            <a:r>
              <a:t>D:/pasar_fix/node_modules/.bun/date-fns@4.1.0/node_modules/date-fns/locale/af/_lib/formatDistance.cjs</a:t>
            </a:r>
          </a:p>
          <a:p>
            <a:pPr>
              <a:defRPr sz="1200"/>
            </a:pPr>
            <a:r>
              <a:t>D:/pasar_fix/node_modules/.bun/date-fns@4.1.0/node_modules/date-fns/locale/af/_lib/formatDistance.d.cts</a:t>
            </a:r>
          </a:p>
          <a:p>
            <a:pPr>
              <a:defRPr sz="1200"/>
            </a:pPr>
            <a:r>
              <a:t>D:/pasar_fix/node_modules/.bun/date-fns@4.1.0/node_modules/date-fns/locale/af/_lib/formatDistance.d.ts</a:t>
            </a:r>
          </a:p>
          <a:p>
            <a:pPr>
              <a:defRPr sz="1200"/>
            </a:pPr>
            <a:r>
              <a:t>D:/pasar_fix/node_modules/.bun/date-fns@4.1.0/node_modules/date-fns/locale/af/_lib/formatDistance.js</a:t>
            </a:r>
          </a:p>
          <a:p>
            <a:pPr>
              <a:defRPr sz="1200"/>
            </a:pPr>
            <a:r>
              <a:t>D:/pasar_fix/node_modules/.bun/date-fns@4.1.0/node_modules/date-fns/locale/af/_lib/formatLong.cjs</a:t>
            </a:r>
          </a:p>
          <a:p>
            <a:pPr>
              <a:defRPr sz="1200"/>
            </a:pPr>
            <a:r>
              <a:t>D:/pasar_fix/node_modules/.bun/date-fns@4.1.0/node_modules/date-fns/locale/af/_lib/formatLong.d.cts</a:t>
            </a:r>
          </a:p>
          <a:p>
            <a:pPr>
              <a:defRPr sz="1200"/>
            </a:pPr>
            <a:r>
              <a:t>D:/pasar_fix/node_modules/.bun/date-fns@4.1.0/node_modules/date-fns/locale/af/_lib/formatLong.d.ts</a:t>
            </a:r>
          </a:p>
          <a:p>
            <a:pPr>
              <a:defRPr sz="1200"/>
            </a:pPr>
            <a:r>
              <a:t>D:/pasar_fix/node_modules/.bun/date-fns@4.1.0/node_modules/date-fns/locale/af/_lib/formatLong.js</a:t>
            </a:r>
          </a:p>
          <a:p>
            <a:pPr>
              <a:defRPr sz="1200"/>
            </a:pPr>
            <a:r>
              <a:t>D:/pasar_fix/node_modules/.bun/date-fns@4.1.0/node_modules/date-fns/locale/af/_lib/formatRelative.cjs</a:t>
            </a:r>
          </a:p>
          <a:p>
            <a:pPr>
              <a:defRPr sz="1200"/>
            </a:pPr>
            <a:r>
              <a:t>D:/pasar_fix/node_modules/.bun/date-fns@4.1.0/node_modules/date-fns/locale/af/_lib/formatRelative.d.cts</a:t>
            </a:r>
          </a:p>
          <a:p>
            <a:pPr>
              <a:defRPr sz="1200"/>
            </a:pPr>
            <a:r>
              <a:t>D:/pasar_fix/node_modules/.bun/date-fns@4.1.0/node_modules/date-fns/locale/af/_lib/formatRelative.d.ts</a:t>
            </a:r>
          </a:p>
          <a:p>
            <a:pPr>
              <a:defRPr sz="1200"/>
            </a:pPr>
            <a:r>
              <a:t>D:/pasar_fix/node_modules/.bun/date-fns@4.1.0/node_modules/date-fns/locale/af/_lib/formatRelative.js</a:t>
            </a:r>
          </a:p>
          <a:p>
            <a:pPr>
              <a:defRPr sz="1200"/>
            </a:pPr>
            <a:r>
              <a:t>D:/pasar_fix/node_modules/.bun/date-fns@4.1.0/node_modules/date-fns/locale/af/_lib/localize.cjs</a:t>
            </a:r>
          </a:p>
          <a:p>
            <a:pPr>
              <a:defRPr sz="1200"/>
            </a:pPr>
            <a:r>
              <a:t>D:/pasar_fix/node_modules/.bun/date-fns@4.1.0/node_modules/date-fns/locale/af/_lib/localize.d.cts</a:t>
            </a:r>
          </a:p>
          <a:p>
            <a:pPr>
              <a:defRPr sz="1200"/>
            </a:pPr>
            <a:r>
              <a:t>D:/pasar_fix/node_modules/.bun/date-fns@4.1.0/node_modules/date-fns/locale/af/_lib/localize.d.ts</a:t>
            </a:r>
          </a:p>
          <a:p>
            <a:pPr>
              <a:defRPr sz="1200"/>
            </a:pPr>
            <a:r>
              <a:t>D:/pasar_fix/node_modules/.bun/date-fns@4.1.0/node_modules/date-fns/locale/af/_lib/localize.js</a:t>
            </a:r>
          </a:p>
          <a:p>
            <a:pPr>
              <a:defRPr sz="1200"/>
            </a:pPr>
            <a:r>
              <a:t>D:/pasar_fix/node_modules/.bun/date-fns@4.1.0/node_modules/date-fns/locale/af/_lib/match.cjs</a:t>
            </a:r>
          </a:p>
          <a:p>
            <a:pPr>
              <a:defRPr sz="1200"/>
            </a:pPr>
            <a:r>
              <a:t>D:/pasar_fix/node_modules/.bun/date-fns@4.1.0/node_modules/date-fns/locale/af/_lib/match.d.cts</a:t>
            </a:r>
          </a:p>
          <a:p>
            <a:pPr>
              <a:defRPr sz="1200"/>
            </a:pPr>
            <a:r>
              <a:t>D:/pasar_fix/node_modules/.bun/date-fns@4.1.0/node_modules/date-fns/locale/af/_lib/match.d.ts</a:t>
            </a:r>
          </a:p>
          <a:p>
            <a:pPr>
              <a:defRPr sz="1200"/>
            </a:pPr>
            <a:r>
              <a:t>D:/pasar_fix/node_modules/.bun/date-fns@4.1.0/node_modules/date-fns/locale/af/_lib/match.js</a:t>
            </a:r>
          </a:p>
          <a:p>
            <a:pPr>
              <a:defRPr sz="1200"/>
            </a:pPr>
            <a:r>
              <a:t>D:/pasar_fix/node_modules/.bun/date-fns@4.1.0/node_modules/date-fns/locale/ar/cdn.js</a:t>
            </a:r>
          </a:p>
          <a:p>
            <a:pPr>
              <a:defRPr sz="1200"/>
            </a:pPr>
            <a:r>
              <a:t>D:/pasar_fix/node_modules/.bun/date-fns@4.1.0/node_modules/date-fns/locale/ar/cdn.js.map</a:t>
            </a:r>
          </a:p>
          <a:p>
            <a:pPr>
              <a:defRPr sz="1200"/>
            </a:pPr>
            <a:r>
              <a:t>D:/pasar_fix/node_modules/.bun/date-fns@4.1.0/node_modules/date-fns/locale/ar/cdn.min.js</a:t>
            </a:r>
          </a:p>
          <a:p>
            <a:pPr>
              <a:defRPr sz="1200"/>
            </a:pPr>
            <a:r>
              <a:t>D:/pasar_fix/node_modules/.bun/date-fns@4.1.0/node_modules/date-fns/locale/ar/cdn.min.js.map</a:t>
            </a:r>
          </a:p>
          <a:p>
            <a:pPr>
              <a:defRPr sz="1200"/>
            </a:pPr>
            <a:r>
              <a:t>D:/pasar_fix/node_modules/.bun/date-fns@4.1.0/node_modules/date-fns/locale/ar/_lib/formatDistance.cjs</a:t>
            </a:r>
          </a:p>
          <a:p>
            <a:pPr>
              <a:defRPr sz="1200"/>
            </a:pPr>
            <a:r>
              <a:t>D:/pasar_fix/node_modules/.bun/date-fns@4.1.0/node_modules/date-fns/locale/ar/_lib/formatDistance.d.cts</a:t>
            </a:r>
          </a:p>
          <a:p>
            <a:pPr>
              <a:defRPr sz="1200"/>
            </a:pPr>
            <a:r>
              <a:t>D:/pasar_fix/node_modules/.bun/date-fns@4.1.0/node_modules/date-fns/locale/ar/_lib/formatDistance.d.ts</a:t>
            </a:r>
          </a:p>
          <a:p>
            <a:pPr>
              <a:defRPr sz="1200"/>
            </a:pPr>
            <a:r>
              <a:t>D:/pasar_fix/node_modules/.bun/date-fns@4.1.0/node_modules/date-fns/locale/ar/_lib/formatDistance.js</a:t>
            </a:r>
          </a:p>
          <a:p>
            <a:pPr>
              <a:defRPr sz="1200"/>
            </a:pPr>
            <a:r>
              <a:t>D:/pasar_fix/node_modules/.bun/date-fns@4.1.0/node_modules/date-fns/locale/ar/_lib/formatLong.cjs</a:t>
            </a:r>
          </a:p>
          <a:p>
            <a:pPr>
              <a:defRPr sz="1200"/>
            </a:pPr>
            <a:r>
              <a:t>D:/pasar_fix/node_modules/.bun/date-fns@4.1.0/node_modules/date-fns/locale/ar/_lib/formatLong.d.cts</a:t>
            </a:r>
          </a:p>
          <a:p>
            <a:pPr>
              <a:defRPr sz="1200"/>
            </a:pPr>
            <a:r>
              <a:t>D:/pasar_fix/node_modules/.bun/date-fns@4.1.0/node_modules/date-fns/locale/ar/_lib/formatLong.d.ts</a:t>
            </a:r>
          </a:p>
          <a:p>
            <a:pPr>
              <a:defRPr sz="1200"/>
            </a:pPr>
            <a:r>
              <a:t>D:/pasar_fix/node_modules/.bun/date-fns@4.1.0/node_modules/date-fns/locale/ar/_lib/formatLong.js</a:t>
            </a:r>
          </a:p>
          <a:p>
            <a:pPr>
              <a:defRPr sz="1200"/>
            </a:pPr>
            <a:r>
              <a:t>D:/pasar_fix/node_modules/.bun/date-fns@4.1.0/node_modules/date-fns/locale/ar/_lib/formatRelative.cjs</a:t>
            </a:r>
          </a:p>
          <a:p>
            <a:pPr>
              <a:defRPr sz="1200"/>
            </a:pPr>
            <a:r>
              <a:t>D:/pasar_fix/node_modules/.bun/date-fns@4.1.0/node_modules/date-fns/locale/ar/_lib/formatRelative.d.cts</a:t>
            </a:r>
          </a:p>
          <a:p>
            <a:pPr>
              <a:defRPr sz="1200"/>
            </a:pPr>
            <a:r>
              <a:t>D:/pasar_fix/node_modules/.bun/date-fns@4.1.0/node_modules/date-fns/locale/ar/_lib/formatRelative.d.ts</a:t>
            </a:r>
          </a:p>
          <a:p>
            <a:pPr>
              <a:defRPr sz="1200"/>
            </a:pPr>
            <a:r>
              <a:t>D:/pasar_fix/node_modules/.bun/date-fns@4.1.0/node_modules/date-fns/locale/ar/_lib/formatRelative.js</a:t>
            </a:r>
          </a:p>
          <a:p>
            <a:pPr>
              <a:defRPr sz="1200"/>
            </a:pPr>
            <a:r>
              <a:t>D:/pasar_fix/node_modules/.bun/date-fns@4.1.0/node_modules/date-fns/locale/ar/_lib/localize.cjs</a:t>
            </a:r>
          </a:p>
          <a:p>
            <a:pPr>
              <a:defRPr sz="1200"/>
            </a:pPr>
            <a:r>
              <a:t>D:/pasar_fix/node_modules/.bun/date-fns@4.1.0/node_modules/date-fns/locale/ar/_lib/localize.d.cts</a:t>
            </a:r>
          </a:p>
          <a:p>
            <a:pPr>
              <a:defRPr sz="1200"/>
            </a:pPr>
            <a:r>
              <a:t>D:/pasar_fix/node_modules/.bun/date-fns@4.1.0/node_modules/date-fns/locale/ar/_lib/localize.d.ts</a:t>
            </a:r>
          </a:p>
          <a:p>
            <a:pPr>
              <a:defRPr sz="1200"/>
            </a:pPr>
            <a:r>
              <a:t>D:/pasar_fix/node_modules/.bun/date-fns@4.1.0/node_modules/date-fns/locale/ar/_lib/localize.js</a:t>
            </a:r>
          </a:p>
          <a:p>
            <a:pPr>
              <a:defRPr sz="1200"/>
            </a:pPr>
            <a:r>
              <a:t>D:/pasar_fix/node_modules/.bun/date-fns@4.1.0/node_modules/date-fns/locale/ar/_lib/match.cjs</a:t>
            </a:r>
          </a:p>
          <a:p>
            <a:pPr>
              <a:defRPr sz="1200"/>
            </a:pPr>
            <a:r>
              <a:t>D:/pasar_fix/node_modules/.bun/date-fns@4.1.0/node_modules/date-fns/locale/ar/_lib/match.d.cts</a:t>
            </a:r>
          </a:p>
          <a:p>
            <a:pPr>
              <a:defRPr sz="1200"/>
            </a:pPr>
            <a:r>
              <a:t>D:/pasar_fix/node_modules/.bun/date-fns@4.1.0/node_modules/date-fns/locale/ar/_lib/match.d.ts</a:t>
            </a:r>
          </a:p>
          <a:p>
            <a:pPr>
              <a:defRPr sz="1200"/>
            </a:pPr>
            <a:r>
              <a:t>D:/pasar_fix/node_modules/.bun/date-fns@4.1.0/node_modules/date-fns/locale/ar/_lib/match.js</a:t>
            </a:r>
          </a:p>
          <a:p>
            <a:pPr>
              <a:defRPr sz="1200"/>
            </a:pPr>
            <a:r>
              <a:t>D:/pasar_fix/node_modules/.bun/date-fns@4.1.0/node_modules/date-fns/locale/ar-DZ/cdn.js</a:t>
            </a:r>
          </a:p>
          <a:p>
            <a:pPr>
              <a:defRPr sz="1200"/>
            </a:pPr>
            <a:r>
              <a:t>D:/pasar_fix/node_modules/.bun/date-fns@4.1.0/node_modules/date-fns/locale/ar-DZ/cdn.js.map</a:t>
            </a:r>
          </a:p>
          <a:p>
            <a:pPr>
              <a:defRPr sz="1200"/>
            </a:pPr>
            <a:r>
              <a:t>D:/pasar_fix/node_modules/.bun/date-fns@4.1.0/node_modules/date-fns/locale/ar-DZ/cdn.min.js</a:t>
            </a:r>
          </a:p>
          <a:p>
            <a:pPr>
              <a:defRPr sz="1200"/>
            </a:pPr>
            <a:r>
              <a:t>D:/pasar_fix/node_modules/.bun/date-fns@4.1.0/node_modules/date-fns/locale/ar-DZ/cdn.min.js.map</a:t>
            </a:r>
          </a:p>
          <a:p>
            <a:pPr>
              <a:defRPr sz="1200"/>
            </a:pPr>
            <a:r>
              <a:t>D:/pasar_fix/node_modules/.bun/date-fns@4.1.0/node_modules/date-fns/locale/ar-DZ/_lib/formatDistance.cjs</a:t>
            </a:r>
          </a:p>
          <a:p>
            <a:pPr>
              <a:defRPr sz="1200"/>
            </a:pPr>
            <a:r>
              <a:t>D:/pasar_fix/node_modules/.bun/date-fns@4.1.0/node_modules/date-fns/locale/ar-DZ/_lib/formatDistance.d.cts</a:t>
            </a:r>
          </a:p>
          <a:p>
            <a:pPr>
              <a:defRPr sz="1200"/>
            </a:pPr>
            <a:r>
              <a:t>D:/pasar_fix/node_modules/.bun/date-fns@4.1.0/node_modules/date-fns/locale/ar-DZ/_lib/formatDistance.d.ts</a:t>
            </a:r>
          </a:p>
          <a:p>
            <a:pPr>
              <a:defRPr sz="1200"/>
            </a:pPr>
            <a:r>
              <a:t>D:/pasar_fix/node_modules/.bun/date-fns@4.1.0/node_modules/date-fns/locale/ar-DZ/_lib/formatDistance.js</a:t>
            </a:r>
          </a:p>
          <a:p>
            <a:pPr>
              <a:defRPr sz="1200"/>
            </a:pPr>
            <a:r>
              <a:t>D:/pasar_fix/node_modules/.bun/date-fns@4.1.0/node_modules/date-fns/locale/ar-DZ/_lib/formatLong.cjs</a:t>
            </a:r>
          </a:p>
          <a:p>
            <a:pPr>
              <a:defRPr sz="1200"/>
            </a:pPr>
            <a:r>
              <a:t>D:/pasar_fix/node_modules/.bun/date-fns@4.1.0/node_modules/date-fns/locale/ar-DZ/_lib/formatLong.d.cts</a:t>
            </a:r>
          </a:p>
          <a:p>
            <a:pPr>
              <a:defRPr sz="1200"/>
            </a:pPr>
            <a:r>
              <a:t>D:/pasar_fix/node_modules/.bun/date-fns@4.1.0/node_modules/date-fns/locale/ar-DZ/_lib/formatLong.d.ts</a:t>
            </a:r>
          </a:p>
          <a:p>
            <a:pPr>
              <a:defRPr sz="1200"/>
            </a:pPr>
            <a:r>
              <a:t>D:/pasar_fix/node_modules/.bun/date-fns@4.1.0/node_modules/date-fns/locale/ar-DZ/_lib/formatLong.js</a:t>
            </a:r>
          </a:p>
          <a:p>
            <a:pPr>
              <a:defRPr sz="1200"/>
            </a:pPr>
            <a:r>
              <a:t>D:/pasar_fix/node_modules/.bun/date-fns@4.1.0/node_modules/date-fns/locale/ar-DZ/_lib/formatRelative.cjs</a:t>
            </a:r>
          </a:p>
          <a:p>
            <a:pPr>
              <a:defRPr sz="1200"/>
            </a:pPr>
            <a:r>
              <a:t>D:/pasar_fix/node_modules/.bun/date-fns@4.1.0/node_modules/date-fns/locale/ar-DZ/_lib/formatRelative.d.cts</a:t>
            </a:r>
          </a:p>
          <a:p>
            <a:pPr>
              <a:defRPr sz="1200"/>
            </a:pPr>
            <a:r>
              <a:t>D:/pasar_fix/node_modules/.bun/date-fns@4.1.0/node_modules/date-fns/locale/ar-DZ/_lib/formatRelative.d.ts</a:t>
            </a:r>
          </a:p>
          <a:p>
            <a:pPr>
              <a:defRPr sz="1200"/>
            </a:pPr>
            <a:r>
              <a:t>D:/pasar_fix/node_modules/.bun/date-fns@4.1.0/node_modules/date-fns/locale/ar-DZ/_lib/formatRelative.js</a:t>
            </a:r>
          </a:p>
          <a:p>
            <a:pPr>
              <a:defRPr sz="1200"/>
            </a:pPr>
            <a:r>
              <a:t>D:/pasar_fix/node_modules/.bun/date-fns@4.1.0/node_modules/date-fns/locale/ar-DZ/_lib/localize.cjs</a:t>
            </a:r>
          </a:p>
          <a:p>
            <a:pPr>
              <a:defRPr sz="1200"/>
            </a:pPr>
            <a:r>
              <a:t>D:/pasar_fix/node_modules/.bun/date-fns@4.1.0/node_modules/date-fns/locale/ar-DZ/_lib/localize.d.cts</a:t>
            </a:r>
          </a:p>
          <a:p>
            <a:pPr>
              <a:defRPr sz="1200"/>
            </a:pPr>
            <a:r>
              <a:t>D:/pasar_fix/node_modules/.bun/date-fns@4.1.0/node_modules/date-fns/locale/ar-DZ/_lib/localize.d.ts</a:t>
            </a:r>
          </a:p>
          <a:p>
            <a:pPr>
              <a:defRPr sz="1200"/>
            </a:pPr>
            <a:r>
              <a:t>D:/pasar_fix/node_modules/.bun/date-fns@4.1.0/node_modules/date-fns/locale/ar-DZ/_lib/localize.js</a:t>
            </a:r>
          </a:p>
          <a:p>
            <a:pPr>
              <a:defRPr sz="1200"/>
            </a:pPr>
            <a:r>
              <a:t>D:/pasar_fix/node_modules/.bun/date-fns@4.1.0/node_modules/date-fns/locale/ar-DZ/_lib/match.cjs</a:t>
            </a:r>
          </a:p>
          <a:p>
            <a:pPr>
              <a:defRPr sz="1200"/>
            </a:pPr>
            <a:r>
              <a:t>D:/pasar_fix/node_modules/.bun/date-fns@4.1.0/node_modules/date-fns/locale/ar-DZ/_lib/match.d.cts</a:t>
            </a:r>
          </a:p>
          <a:p>
            <a:pPr>
              <a:defRPr sz="1200"/>
            </a:pPr>
            <a:r>
              <a:t>D:/pasar_fix/node_modules/.bun/date-fns@4.1.0/node_modules/date-fns/locale/ar-DZ/_lib/match.d.ts</a:t>
            </a:r>
          </a:p>
          <a:p>
            <a:pPr>
              <a:defRPr sz="1200"/>
            </a:pPr>
            <a:r>
              <a:t>D:/pasar_fix/node_modules/.bun/date-fns@4.1.0/node_modules/date-fns/locale/ar-DZ/_lib/match.js</a:t>
            </a:r>
          </a:p>
          <a:p>
            <a:pPr>
              <a:defRPr sz="1200"/>
            </a:pPr>
            <a:r>
              <a:t>D:/pasar_fix/node_modules/.bun/date-fns@4.1.0/node_modules/date-fns/locale/ar-EG/cdn.js</a:t>
            </a:r>
          </a:p>
          <a:p>
            <a:pPr>
              <a:defRPr sz="1200"/>
            </a:pPr>
            <a:r>
              <a:t>D:/pasar_fix/node_modules/.bun/date-fns@4.1.0/node_modules/date-fns/locale/ar-EG/cdn.js.map</a:t>
            </a:r>
          </a:p>
          <a:p>
            <a:pPr>
              <a:defRPr sz="1200"/>
            </a:pPr>
            <a:r>
              <a:t>D:/pasar_fix/node_modules/.bun/date-fns@4.1.0/node_modules/date-fns/locale/ar-EG/cdn.min.js</a:t>
            </a:r>
          </a:p>
          <a:p>
            <a:pPr>
              <a:defRPr sz="1200"/>
            </a:pPr>
            <a:r>
              <a:t>D:/pasar_fix/node_modules/.bun/date-fns@4.1.0/node_modules/date-fns/locale/ar-EG/cdn.min.js.map</a:t>
            </a:r>
          </a:p>
          <a:p>
            <a:pPr>
              <a:defRPr sz="1200"/>
            </a:pPr>
            <a:r>
              <a:t>D:/pasar_fix/node_modules/.bun/date-fns@4.1.0/node_modules/date-fns/locale/ar-EG/_lib/formatDistance.cjs</a:t>
            </a:r>
          </a:p>
          <a:p>
            <a:pPr>
              <a:defRPr sz="1200"/>
            </a:pPr>
            <a:r>
              <a:t>D:/pasar_fix/node_modules/.bun/date-fns@4.1.0/node_modules/date-fns/locale/ar-EG/_lib/formatDistance.d.cts</a:t>
            </a:r>
          </a:p>
          <a:p>
            <a:pPr>
              <a:defRPr sz="1200"/>
            </a:pPr>
            <a:r>
              <a:t>D:/pasar_fix/node_modules/.bun/date-fns@4.1.0/node_modules/date-fns/locale/ar-EG/_lib/formatDistance.d.ts</a:t>
            </a:r>
          </a:p>
          <a:p>
            <a:pPr>
              <a:defRPr sz="1200"/>
            </a:pPr>
            <a:r>
              <a:t>D:/pasar_fix/node_modules/.bun/date-fns@4.1.0/node_modules/date-fns/locale/ar-EG/_lib/formatDistance.js</a:t>
            </a:r>
          </a:p>
          <a:p>
            <a:pPr>
              <a:defRPr sz="1200"/>
            </a:pPr>
            <a:r>
              <a:t>D:/pasar_fix/node_modules/.bun/date-fns@4.1.0/node_modules/date-fns/locale/ar-EG/_lib/formatLong.cjs</a:t>
            </a:r>
          </a:p>
          <a:p>
            <a:pPr>
              <a:defRPr sz="1200"/>
            </a:pPr>
            <a:r>
              <a:t>D:/pasar_fix/node_modules/.bun/date-fns@4.1.0/node_modules/date-fns/locale/ar-EG/_lib/formatLong.d.cts</a:t>
            </a:r>
          </a:p>
          <a:p>
            <a:pPr>
              <a:defRPr sz="1200"/>
            </a:pPr>
            <a:r>
              <a:t>D:/pasar_fix/node_modules/.bun/date-fns@4.1.0/node_modules/date-fns/locale/ar-EG/_lib/formatLong.d.ts</a:t>
            </a:r>
          </a:p>
          <a:p>
            <a:pPr>
              <a:defRPr sz="1200"/>
            </a:pPr>
            <a:r>
              <a:t>D:/pasar_fix/node_modules/.bun/date-fns@4.1.0/node_modules/date-fns/locale/ar-EG/_lib/formatLong.js</a:t>
            </a:r>
          </a:p>
          <a:p>
            <a:pPr>
              <a:defRPr sz="1200"/>
            </a:pPr>
            <a:r>
              <a:t>D:/pasar_fix/node_modules/.bun/date-fns@4.1.0/node_modules/date-fns/locale/ar-EG/_lib/formatRelative.cjs</a:t>
            </a:r>
          </a:p>
          <a:p>
            <a:pPr>
              <a:defRPr sz="1200"/>
            </a:pPr>
            <a:r>
              <a:t>D:/pasar_fix/node_modules/.bun/date-fns@4.1.0/node_modules/date-fns/locale/ar-EG/_lib/formatRelative.d.cts</a:t>
            </a:r>
          </a:p>
          <a:p>
            <a:pPr>
              <a:defRPr sz="1200"/>
            </a:pPr>
            <a:r>
              <a:t>D:/pasar_fix/node_modules/.bun/date-fns@4.1.0/node_modules/date-fns/locale/ar-EG/_lib/formatRelative.d.ts</a:t>
            </a:r>
          </a:p>
          <a:p>
            <a:pPr>
              <a:defRPr sz="1200"/>
            </a:pPr>
            <a:r>
              <a:t>D:/pasar_fix/node_modules/.bun/date-fns@4.1.0/node_modules/date-fns/locale/ar-EG/_lib/formatRelative.js</a:t>
            </a:r>
          </a:p>
          <a:p>
            <a:pPr>
              <a:defRPr sz="1200"/>
            </a:pPr>
            <a:r>
              <a:t>D:/pasar_fix/node_modules/.bun/date-fns@4.1.0/node_modules/date-fns/locale/ar-EG/_lib/localize.cjs</a:t>
            </a:r>
          </a:p>
          <a:p>
            <a:pPr>
              <a:defRPr sz="1200"/>
            </a:pPr>
            <a:r>
              <a:t>D:/pasar_fix/node_modules/.bun/date-fns@4.1.0/node_modules/date-fns/locale/ar-EG/_lib/localize.d.cts</a:t>
            </a:r>
          </a:p>
          <a:p>
            <a:pPr>
              <a:defRPr sz="1200"/>
            </a:pPr>
            <a:r>
              <a:t>D:/pasar_fix/node_modules/.bun/date-fns@4.1.0/node_modules/date-fns/locale/ar-EG/_lib/localize.d.ts</a:t>
            </a:r>
          </a:p>
          <a:p>
            <a:pPr>
              <a:defRPr sz="1200"/>
            </a:pPr>
            <a:r>
              <a:t>D:/pasar_fix/node_modules/.bun/date-fns@4.1.0/node_modules/date-fns/locale/ar-EG/_lib/localize.js</a:t>
            </a:r>
          </a:p>
          <a:p>
            <a:pPr>
              <a:defRPr sz="1200"/>
            </a:pPr>
            <a:r>
              <a:t>D:/pasar_fix/node_modules/.bun/date-fns@4.1.0/node_modules/date-fns/locale/ar-EG/_lib/match.cjs</a:t>
            </a:r>
          </a:p>
          <a:p>
            <a:pPr>
              <a:defRPr sz="1200"/>
            </a:pPr>
            <a:r>
              <a:t>D:/pasar_fix/node_modules/.bun/date-fns@4.1.0/node_modules/date-fns/locale/ar-EG/_lib/match.d.cts</a:t>
            </a:r>
          </a:p>
          <a:p>
            <a:pPr>
              <a:defRPr sz="1200"/>
            </a:pPr>
            <a:r>
              <a:t>D:/pasar_fix/node_modules/.bun/date-fns@4.1.0/node_modules/date-fns/locale/ar-EG/_lib/match.d.ts</a:t>
            </a:r>
          </a:p>
          <a:p>
            <a:pPr>
              <a:defRPr sz="1200"/>
            </a:pPr>
            <a:r>
              <a:t>D:/pasar_fix/node_modules/.bun/date-fns@4.1.0/node_modules/date-fns/locale/ar-EG/_lib/match.js</a:t>
            </a:r>
          </a:p>
          <a:p>
            <a:pPr>
              <a:defRPr sz="1200"/>
            </a:pPr>
            <a:r>
              <a:t>D:/pasar_fix/node_modules/.bun/date-fns@4.1.0/node_modules/date-fns/locale/ar-MA/cdn.js</a:t>
            </a:r>
          </a:p>
          <a:p>
            <a:pPr>
              <a:defRPr sz="1200"/>
            </a:pPr>
            <a:r>
              <a:t>D:/pasar_fix/node_modules/.bun/date-fns@4.1.0/node_modules/date-fns/locale/ar-MA/cdn.js.map</a:t>
            </a:r>
          </a:p>
          <a:p>
            <a:pPr>
              <a:defRPr sz="1200"/>
            </a:pPr>
            <a:r>
              <a:t>D:/pasar_fix/node_modules/.bun/date-fns@4.1.0/node_modules/date-fns/locale/ar-MA/cdn.min.js</a:t>
            </a:r>
          </a:p>
          <a:p>
            <a:pPr>
              <a:defRPr sz="1200"/>
            </a:pPr>
            <a:r>
              <a:t>D:/pasar_fix/node_modules/.bun/date-fns@4.1.0/node_modules/date-fns/locale/ar-MA/cdn.min.js.map</a:t>
            </a:r>
          </a:p>
          <a:p>
            <a:pPr>
              <a:defRPr sz="1200"/>
            </a:pPr>
            <a:r>
              <a:t>D:/pasar_fix/node_modules/.bun/date-fns@4.1.0/node_modules/date-fns/locale/ar-MA/_lib/formatDistance.cjs</a:t>
            </a:r>
          </a:p>
          <a:p>
            <a:pPr>
              <a:defRPr sz="1200"/>
            </a:pPr>
            <a:r>
              <a:t>D:/pasar_fix/node_modules/.bun/date-fns@4.1.0/node_modules/date-fns/locale/ar-MA/_lib/formatDistance.d.cts</a:t>
            </a:r>
          </a:p>
          <a:p>
            <a:pPr>
              <a:defRPr sz="1200"/>
            </a:pPr>
            <a:r>
              <a:t>D:/pasar_fix/node_modules/.bun/date-fns@4.1.0/node_modules/date-fns/locale/ar-MA/_lib/formatDistance.d.ts</a:t>
            </a:r>
          </a:p>
          <a:p>
            <a:pPr>
              <a:defRPr sz="1200"/>
            </a:pPr>
            <a:r>
              <a:t>D:/pasar_fix/node_modules/.bun/date-fns@4.1.0/node_modules/date-fns/locale/ar-MA/_lib/formatDistance.js</a:t>
            </a:r>
          </a:p>
          <a:p>
            <a:pPr>
              <a:defRPr sz="1200"/>
            </a:pPr>
            <a:r>
              <a:t>D:/pasar_fix/node_modules/.bun/date-fns@4.1.0/node_modules/date-fns/locale/ar-MA/_lib/formatLong.cjs</a:t>
            </a:r>
          </a:p>
          <a:p>
            <a:pPr>
              <a:defRPr sz="1200"/>
            </a:pPr>
            <a:r>
              <a:t>D:/pasar_fix/node_modules/.bun/date-fns@4.1.0/node_modules/date-fns/locale/ar-MA/_lib/formatLong.d.cts</a:t>
            </a:r>
          </a:p>
          <a:p>
            <a:pPr>
              <a:defRPr sz="1200"/>
            </a:pPr>
            <a:r>
              <a:t>D:/pasar_fix/node_modules/.bun/date-fns@4.1.0/node_modules/date-fns/locale/ar-MA/_lib/formatLong.d.ts</a:t>
            </a:r>
          </a:p>
          <a:p>
            <a:pPr>
              <a:defRPr sz="1200"/>
            </a:pPr>
            <a:r>
              <a:t>D:/pasar_fix/node_modules/.bun/date-fns@4.1.0/node_modules/date-fns/locale/ar-MA/_lib/formatLong.js</a:t>
            </a:r>
          </a:p>
          <a:p>
            <a:pPr>
              <a:defRPr sz="1200"/>
            </a:pPr>
            <a:r>
              <a:t>D:/pasar_fix/node_modules/.bun/date-fns@4.1.0/node_modules/date-fns/locale/ar-MA/_lib/formatRelative.cjs</a:t>
            </a:r>
          </a:p>
          <a:p>
            <a:pPr>
              <a:defRPr sz="1200"/>
            </a:pPr>
            <a:r>
              <a:t>D:/pasar_fix/node_modules/.bun/date-fns@4.1.0/node_modules/date-fns/locale/ar-MA/_lib/formatRelative.d.cts</a:t>
            </a:r>
          </a:p>
          <a:p>
            <a:pPr>
              <a:defRPr sz="1200"/>
            </a:pPr>
            <a:r>
              <a:t>D:/pasar_fix/node_modules/.bun/date-fns@4.1.0/node_modules/date-fns/locale/ar-MA/_lib/formatRelative.d.ts</a:t>
            </a:r>
          </a:p>
          <a:p>
            <a:pPr>
              <a:defRPr sz="1200"/>
            </a:pPr>
            <a:r>
              <a:t>D:/pasar_fix/node_modules/.bun/date-fns@4.1.0/node_modules/date-fns/locale/ar-MA/_lib/formatRelative.js</a:t>
            </a:r>
          </a:p>
          <a:p>
            <a:pPr>
              <a:defRPr sz="1200"/>
            </a:pPr>
            <a:r>
              <a:t>D:/pasar_fix/node_modules/.bun/date-fns@4.1.0/node_modules/date-fns/locale/ar-MA/_lib/localize.cjs</a:t>
            </a:r>
          </a:p>
          <a:p>
            <a:pPr>
              <a:defRPr sz="1200"/>
            </a:pPr>
            <a:r>
              <a:t>D:/pasar_fix/node_modules/.bun/date-fns@4.1.0/node_modules/date-fns/locale/ar-MA/_lib/localize.d.cts</a:t>
            </a:r>
          </a:p>
          <a:p>
            <a:pPr>
              <a:defRPr sz="1200"/>
            </a:pPr>
            <a:r>
              <a:t>D:/pasar_fix/node_modules/.bun/date-fns@4.1.0/node_modules/date-fns/locale/ar-MA/_lib/localize.d.ts</a:t>
            </a:r>
          </a:p>
          <a:p>
            <a:pPr>
              <a:defRPr sz="1200"/>
            </a:pPr>
            <a:r>
              <a:t>D:/pasar_fix/node_modules/.bun/date-fns@4.1.0/node_modules/date-fns/locale/ar-MA/_lib/localize.js</a:t>
            </a:r>
          </a:p>
          <a:p>
            <a:pPr>
              <a:defRPr sz="1200"/>
            </a:pPr>
            <a:r>
              <a:t>D:/pasar_fix/node_modules/.bun/date-fns@4.1.0/node_modules/date-fns/locale/ar-MA/_lib/match.cjs</a:t>
            </a:r>
          </a:p>
          <a:p>
            <a:pPr>
              <a:defRPr sz="1200"/>
            </a:pPr>
            <a:r>
              <a:t>D:/pasar_fix/node_modules/.bun/date-fns@4.1.0/node_modules/date-fns/locale/ar-MA/_lib/match.d.cts</a:t>
            </a:r>
          </a:p>
          <a:p>
            <a:pPr>
              <a:defRPr sz="1200"/>
            </a:pPr>
            <a:r>
              <a:t>D:/pasar_fix/node_modules/.bun/date-fns@4.1.0/node_modules/date-fns/locale/ar-MA/_lib/match.d.ts</a:t>
            </a:r>
          </a:p>
          <a:p>
            <a:pPr>
              <a:defRPr sz="1200"/>
            </a:pPr>
            <a:r>
              <a:t>D:/pasar_fix/node_modules/.bun/date-fns@4.1.0/node_modules/date-fns/locale/ar-MA/_lib/match.js</a:t>
            </a:r>
          </a:p>
          <a:p>
            <a:pPr>
              <a:defRPr sz="1200"/>
            </a:pPr>
            <a:r>
              <a:t>D:/pasar_fix/node_modules/.bun/date-fns@4.1.0/node_modules/date-fns/locale/ar-SA/cdn.js</a:t>
            </a:r>
          </a:p>
          <a:p>
            <a:pPr>
              <a:defRPr sz="1200"/>
            </a:pPr>
            <a:r>
              <a:t>D:/pasar_fix/node_modules/.bun/date-fns@4.1.0/node_modules/date-fns/locale/ar-SA/cdn.js.map</a:t>
            </a:r>
          </a:p>
          <a:p>
            <a:pPr>
              <a:defRPr sz="1200"/>
            </a:pPr>
            <a:r>
              <a:t>D:/pasar_fix/node_modules/.bun/date-fns@4.1.0/node_modules/date-fns/locale/ar-SA/cdn.min.js</a:t>
            </a:r>
          </a:p>
          <a:p>
            <a:pPr>
              <a:defRPr sz="1200"/>
            </a:pPr>
            <a:r>
              <a:t>D:/pasar_fix/node_modules/.bun/date-fns@4.1.0/node_modules/date-fns/locale/ar-SA/cdn.min.js.map</a:t>
            </a:r>
          </a:p>
          <a:p>
            <a:pPr>
              <a:defRPr sz="1200"/>
            </a:pPr>
            <a:r>
              <a:t>D:/pasar_fix/node_modules/.bun/date-fns@4.1.0/node_modules/date-fns/locale/ar-SA/_lib/formatDistance.cjs</a:t>
            </a:r>
          </a:p>
          <a:p>
            <a:pPr>
              <a:defRPr sz="1200"/>
            </a:pPr>
            <a:r>
              <a:t>D:/pasar_fix/node_modules/.bun/date-fns@4.1.0/node_modules/date-fns/locale/ar-SA/_lib/formatDistance.d.cts</a:t>
            </a:r>
          </a:p>
          <a:p>
            <a:pPr>
              <a:defRPr sz="1200"/>
            </a:pPr>
            <a:r>
              <a:t>D:/pasar_fix/node_modules/.bun/date-fns@4.1.0/node_modules/date-fns/locale/ar-SA/_lib/formatDistance.d.ts</a:t>
            </a:r>
          </a:p>
          <a:p>
            <a:pPr>
              <a:defRPr sz="1200"/>
            </a:pPr>
            <a:r>
              <a:t>D:/pasar_fix/node_modules/.bun/date-fns@4.1.0/node_modules/date-fns/locale/ar-SA/_lib/formatDistance.js</a:t>
            </a:r>
          </a:p>
          <a:p>
            <a:pPr>
              <a:defRPr sz="1200"/>
            </a:pPr>
            <a:r>
              <a:t>D:/pasar_fix/node_modules/.bun/date-fns@4.1.0/node_modules/date-fns/locale/ar-SA/_lib/formatLong.cjs</a:t>
            </a:r>
          </a:p>
          <a:p>
            <a:pPr>
              <a:defRPr sz="1200"/>
            </a:pPr>
            <a:r>
              <a:t>D:/pasar_fix/node_modules/.bun/date-fns@4.1.0/node_modules/date-fns/locale/ar-SA/_lib/formatLong.d.cts</a:t>
            </a:r>
          </a:p>
          <a:p>
            <a:pPr>
              <a:defRPr sz="1200"/>
            </a:pPr>
            <a:r>
              <a:t>D:/pasar_fix/node_modules/.bun/date-fns@4.1.0/node_modules/date-fns/locale/ar-SA/_lib/formatLong.d.ts</a:t>
            </a:r>
          </a:p>
          <a:p>
            <a:pPr>
              <a:defRPr sz="1200"/>
            </a:pPr>
            <a:r>
              <a:t>D:/pasar_fix/node_modules/.bun/date-fns@4.1.0/node_modules/date-fns/locale/ar-SA/_lib/formatLong.js</a:t>
            </a:r>
          </a:p>
          <a:p>
            <a:pPr>
              <a:defRPr sz="1200"/>
            </a:pPr>
            <a:r>
              <a:t>D:/pasar_fix/node_modules/.bun/date-fns@4.1.0/node_modules/date-fns/locale/ar-SA/_lib/formatRelative.cjs</a:t>
            </a:r>
          </a:p>
          <a:p>
            <a:pPr>
              <a:defRPr sz="1200"/>
            </a:pPr>
            <a:r>
              <a:t>D:/pasar_fix/node_modules/.bun/date-fns@4.1.0/node_modules/date-fns/locale/ar-SA/_lib/formatRelative.d.cts</a:t>
            </a:r>
          </a:p>
          <a:p>
            <a:pPr>
              <a:defRPr sz="1200"/>
            </a:pPr>
            <a:r>
              <a:t>D:/pasar_fix/node_modules/.bun/date-fns@4.1.0/node_modules/date-fns/locale/ar-SA/_lib/formatRelative.d.ts</a:t>
            </a:r>
          </a:p>
          <a:p>
            <a:pPr>
              <a:defRPr sz="1200"/>
            </a:pPr>
            <a:r>
              <a:t>D:/pasar_fix/node_modules/.bun/date-fns@4.1.0/node_modules/date-fns/locale/ar-SA/_lib/formatRelative.js</a:t>
            </a:r>
          </a:p>
          <a:p>
            <a:pPr>
              <a:defRPr sz="1200"/>
            </a:pPr>
            <a:r>
              <a:t>D:/pasar_fix/node_modules/.bun/date-fns@4.1.0/node_modules/date-fns/locale/ar-SA/_lib/localize.cjs</a:t>
            </a:r>
          </a:p>
          <a:p>
            <a:pPr>
              <a:defRPr sz="1200"/>
            </a:pPr>
            <a:r>
              <a:t>D:/pasar_fix/node_modules/.bun/date-fns@4.1.0/node_modules/date-fns/locale/ar-SA/_lib/localize.d.cts</a:t>
            </a:r>
          </a:p>
          <a:p>
            <a:pPr>
              <a:defRPr sz="1200"/>
            </a:pPr>
            <a:r>
              <a:t>D:/pasar_fix/node_modules/.bun/date-fns@4.1.0/node_modules/date-fns/locale/ar-SA/_lib/localize.d.ts</a:t>
            </a:r>
          </a:p>
          <a:p>
            <a:pPr>
              <a:defRPr sz="1200"/>
            </a:pPr>
            <a:r>
              <a:t>D:/pasar_fix/node_modules/.bun/date-fns@4.1.0/node_modules/date-fns/locale/ar-SA/_lib/localize.js</a:t>
            </a:r>
          </a:p>
          <a:p>
            <a:pPr>
              <a:defRPr sz="1200"/>
            </a:pPr>
            <a:r>
              <a:t>D:/pasar_fix/node_modules/.bun/date-fns@4.1.0/node_modules/date-fns/locale/ar-SA/_lib/match.cjs</a:t>
            </a:r>
          </a:p>
          <a:p>
            <a:pPr>
              <a:defRPr sz="1200"/>
            </a:pPr>
            <a:r>
              <a:t>D:/pasar_fix/node_modules/.bun/date-fns@4.1.0/node_modules/date-fns/locale/ar-SA/_lib/match.d.cts</a:t>
            </a:r>
          </a:p>
          <a:p>
            <a:pPr>
              <a:defRPr sz="1200"/>
            </a:pPr>
            <a:r>
              <a:t>D:/pasar_fix/node_modules/.bun/date-fns@4.1.0/node_modules/date-fns/locale/ar-SA/_lib/match.d.ts</a:t>
            </a:r>
          </a:p>
          <a:p>
            <a:pPr>
              <a:defRPr sz="1200"/>
            </a:pPr>
            <a:r>
              <a:t>D:/pasar_fix/node_modules/.bun/date-fns@4.1.0/node_modules/date-fns/locale/ar-SA/_lib/match.js</a:t>
            </a:r>
          </a:p>
          <a:p>
            <a:pPr>
              <a:defRPr sz="1200"/>
            </a:pPr>
            <a:r>
              <a:t>D:/pasar_fix/node_modules/.bun/date-fns@4.1.0/node_modules/date-fns/locale/ar-TN/cdn.js</a:t>
            </a:r>
          </a:p>
          <a:p>
            <a:pPr>
              <a:defRPr sz="1200"/>
            </a:pPr>
            <a:r>
              <a:t>D:/pasar_fix/node_modules/.bun/date-fns@4.1.0/node_modules/date-fns/locale/ar-TN/cdn.js.map</a:t>
            </a:r>
          </a:p>
          <a:p>
            <a:pPr>
              <a:defRPr sz="1200"/>
            </a:pPr>
            <a:r>
              <a:t>D:/pasar_fix/node_modules/.bun/date-fns@4.1.0/node_modules/date-fns/locale/ar-TN/cdn.min.js</a:t>
            </a:r>
          </a:p>
          <a:p>
            <a:pPr>
              <a:defRPr sz="1200"/>
            </a:pPr>
            <a:r>
              <a:t>D:/pasar_fix/node_modules/.bun/date-fns@4.1.0/node_modules/date-fns/locale/ar-TN/cdn.min.js.map</a:t>
            </a:r>
          </a:p>
          <a:p>
            <a:pPr>
              <a:defRPr sz="1200"/>
            </a:pPr>
            <a:r>
              <a:t>D:/pasar_fix/node_modules/.bun/date-fns@4.1.0/node_modules/date-fns/locale/ar-TN/_lib/formatDistance.cjs</a:t>
            </a:r>
          </a:p>
          <a:p>
            <a:pPr>
              <a:defRPr sz="1200"/>
            </a:pPr>
            <a:r>
              <a:t>D:/pasar_fix/node_modules/.bun/date-fns@4.1.0/node_modules/date-fns/locale/ar-TN/_lib/formatDistance.d.cts</a:t>
            </a:r>
          </a:p>
          <a:p>
            <a:pPr>
              <a:defRPr sz="1200"/>
            </a:pPr>
            <a:r>
              <a:t>D:/pasar_fix/node_modules/.bun/date-fns@4.1.0/node_modules/date-fns/locale/ar-TN/_lib/formatDistance.d.ts</a:t>
            </a:r>
          </a:p>
          <a:p>
            <a:pPr>
              <a:defRPr sz="1200"/>
            </a:pPr>
            <a:r>
              <a:t>D:/pasar_fix/node_modules/.bun/date-fns@4.1.0/node_modules/date-fns/locale/ar-TN/_lib/formatDistance.js</a:t>
            </a:r>
          </a:p>
          <a:p>
            <a:pPr>
              <a:defRPr sz="1200"/>
            </a:pPr>
            <a:r>
              <a:t>D:/pasar_fix/node_modules/.bun/date-fns@4.1.0/node_modules/date-fns/locale/ar-TN/_lib/formatLong.cjs</a:t>
            </a:r>
          </a:p>
          <a:p>
            <a:pPr>
              <a:defRPr sz="1200"/>
            </a:pPr>
            <a:r>
              <a:t>D:/pasar_fix/node_modules/.bun/date-fns@4.1.0/node_modules/date-fns/locale/ar-TN/_lib/formatLong.d.cts</a:t>
            </a:r>
          </a:p>
          <a:p>
            <a:pPr>
              <a:defRPr sz="1200"/>
            </a:pPr>
            <a:r>
              <a:t>D:/pasar_fix/node_modules/.bun/date-fns@4.1.0/node_modules/date-fns/locale/ar-TN/_lib/formatLong.d.ts</a:t>
            </a:r>
          </a:p>
          <a:p>
            <a:pPr>
              <a:defRPr sz="1200"/>
            </a:pPr>
            <a:r>
              <a:t>D:/pasar_fix/node_modules/.bun/date-fns@4.1.0/node_modules/date-fns/locale/ar-TN/_lib/formatLong.js</a:t>
            </a:r>
          </a:p>
          <a:p>
            <a:pPr>
              <a:defRPr sz="1200"/>
            </a:pPr>
            <a:r>
              <a:t>D:/pasar_fix/node_modules/.bun/date-fns@4.1.0/node_modules/date-fns/locale/ar-TN/_lib/formatRelative.cjs</a:t>
            </a:r>
          </a:p>
          <a:p>
            <a:pPr>
              <a:defRPr sz="1200"/>
            </a:pPr>
            <a:r>
              <a:t>D:/pasar_fix/node_modules/.bun/date-fns@4.1.0/node_modules/date-fns/locale/ar-TN/_lib/formatRelative.d.cts</a:t>
            </a:r>
          </a:p>
          <a:p>
            <a:pPr>
              <a:defRPr sz="1200"/>
            </a:pPr>
            <a:r>
              <a:t>D:/pasar_fix/node_modules/.bun/date-fns@4.1.0/node_modules/date-fns/locale/ar-TN/_lib/formatRelative.d.ts</a:t>
            </a:r>
          </a:p>
          <a:p>
            <a:pPr>
              <a:defRPr sz="1200"/>
            </a:pPr>
            <a:r>
              <a:t>D:/pasar_fix/node_modules/.bun/date-fns@4.1.0/node_modules/date-fns/locale/ar-TN/_lib/formatRelative.js</a:t>
            </a:r>
          </a:p>
          <a:p>
            <a:pPr>
              <a:defRPr sz="1200"/>
            </a:pPr>
            <a:r>
              <a:t>D:/pasar_fix/node_modules/.bun/date-fns@4.1.0/node_modules/date-fns/locale/ar-TN/_lib/localize.cjs</a:t>
            </a:r>
          </a:p>
          <a:p>
            <a:pPr>
              <a:defRPr sz="1200"/>
            </a:pPr>
            <a:r>
              <a:t>D:/pasar_fix/node_modules/.bun/date-fns@4.1.0/node_modules/date-fns/locale/ar-TN/_lib/localize.d.cts</a:t>
            </a:r>
          </a:p>
          <a:p>
            <a:pPr>
              <a:defRPr sz="1200"/>
            </a:pPr>
            <a:r>
              <a:t>D:/pasar_fix/node_modules/.bun/date-fns@4.1.0/node_modules/date-fns/locale/ar-TN/_lib/localize.d.ts</a:t>
            </a:r>
          </a:p>
          <a:p>
            <a:pPr>
              <a:defRPr sz="1200"/>
            </a:pPr>
            <a:r>
              <a:t>D:/pasar_fix/node_modules/.bun/date-fns@4.1.0/node_modules/date-fns/locale/ar-TN/_lib/localize.js</a:t>
            </a:r>
          </a:p>
          <a:p>
            <a:pPr>
              <a:defRPr sz="1200"/>
            </a:pPr>
            <a:r>
              <a:t>D:/pasar_fix/node_modules/.bun/date-fns@4.1.0/node_modules/date-fns/locale/ar-TN/_lib/match.cjs</a:t>
            </a:r>
          </a:p>
          <a:p>
            <a:pPr>
              <a:defRPr sz="1200"/>
            </a:pPr>
            <a:r>
              <a:t>D:/pasar_fix/node_modules/.bun/date-fns@4.1.0/node_modules/date-fns/locale/ar-TN/_lib/match.d.cts</a:t>
            </a:r>
          </a:p>
          <a:p>
            <a:pPr>
              <a:defRPr sz="1200"/>
            </a:pPr>
            <a:r>
              <a:t>D:/pasar_fix/node_modules/.bun/date-fns@4.1.0/node_modules/date-fns/locale/ar-TN/_lib/match.d.ts</a:t>
            </a:r>
          </a:p>
          <a:p>
            <a:pPr>
              <a:defRPr sz="1200"/>
            </a:pPr>
            <a:r>
              <a:t>D:/pasar_fix/node_modules/.bun/date-fns@4.1.0/node_modules/date-fns/locale/ar-TN/_lib/match.js</a:t>
            </a:r>
          </a:p>
          <a:p>
            <a:pPr>
              <a:defRPr sz="1200"/>
            </a:pPr>
            <a:r>
              <a:t>D:/pasar_fix/node_modules/.bun/date-fns@4.1.0/node_modules/date-fns/locale/az/cdn.js</a:t>
            </a:r>
          </a:p>
          <a:p>
            <a:pPr>
              <a:defRPr sz="1200"/>
            </a:pPr>
            <a:r>
              <a:t>D:/pasar_fix/node_modules/.bun/date-fns@4.1.0/node_modules/date-fns/locale/az/cdn.js.map</a:t>
            </a:r>
          </a:p>
          <a:p>
            <a:pPr>
              <a:defRPr sz="1200"/>
            </a:pPr>
            <a:r>
              <a:t>D:/pasar_fix/node_modules/.bun/date-fns@4.1.0/node_modules/date-fns/locale/az/cdn.min.js</a:t>
            </a:r>
          </a:p>
          <a:p>
            <a:pPr>
              <a:defRPr sz="1200"/>
            </a:pPr>
            <a:r>
              <a:t>D:/pasar_fix/node_modules/.bun/date-fns@4.1.0/node_modules/date-fns/locale/az/cdn.min.js.map</a:t>
            </a:r>
          </a:p>
          <a:p>
            <a:pPr>
              <a:defRPr sz="1200"/>
            </a:pPr>
            <a:r>
              <a:t>D:/pasar_fix/node_modules/.bun/date-fns@4.1.0/node_modules/date-fns/locale/az/_lib/formatDistance.cjs</a:t>
            </a:r>
          </a:p>
          <a:p>
            <a:pPr>
              <a:defRPr sz="1200"/>
            </a:pPr>
            <a:r>
              <a:t>D:/pasar_fix/node_modules/.bun/date-fns@4.1.0/node_modules/date-fns/locale/az/_lib/formatDistance.d.cts</a:t>
            </a:r>
          </a:p>
          <a:p>
            <a:pPr>
              <a:defRPr sz="1200"/>
            </a:pPr>
            <a:r>
              <a:t>D:/pasar_fix/node_modules/.bun/date-fns@4.1.0/node_modules/date-fns/locale/az/_lib/formatDistance.d.ts</a:t>
            </a:r>
          </a:p>
          <a:p>
            <a:pPr>
              <a:defRPr sz="1200"/>
            </a:pPr>
            <a:r>
              <a:t>D:/pasar_fix/node_modules/.bun/date-fns@4.1.0/node_modules/date-fns/locale/az/_lib/formatDistance.js</a:t>
            </a:r>
          </a:p>
          <a:p>
            <a:pPr>
              <a:defRPr sz="1200"/>
            </a:pPr>
            <a:r>
              <a:t>D:/pasar_fix/node_modules/.bun/date-fns@4.1.0/node_modules/date-fns/locale/az/_lib/formatLong.cjs</a:t>
            </a:r>
          </a:p>
          <a:p>
            <a:pPr>
              <a:defRPr sz="1200"/>
            </a:pPr>
            <a:r>
              <a:t>D:/pasar_fix/node_modules/.bun/date-fns@4.1.0/node_modules/date-fns/locale/az/_lib/formatLong.d.cts</a:t>
            </a:r>
          </a:p>
          <a:p>
            <a:pPr>
              <a:defRPr sz="1200"/>
            </a:pPr>
            <a:r>
              <a:t>D:/pasar_fix/node_modules/.bun/date-fns@4.1.0/node_modules/date-fns/locale/az/_lib/formatLong.d.ts</a:t>
            </a:r>
          </a:p>
          <a:p>
            <a:pPr>
              <a:defRPr sz="1200"/>
            </a:pPr>
            <a:r>
              <a:t>D:/pasar_fix/node_modules/.bun/date-fns@4.1.0/node_modules/date-fns/locale/az/_lib/formatLong.js</a:t>
            </a:r>
          </a:p>
          <a:p>
            <a:pPr>
              <a:defRPr sz="1200"/>
            </a:pPr>
            <a:r>
              <a:t>D:/pasar_fix/node_modules/.bun/date-fns@4.1.0/node_modules/date-fns/locale/az/_lib/formatRelative.cjs</a:t>
            </a:r>
          </a:p>
          <a:p>
            <a:pPr>
              <a:defRPr sz="1200"/>
            </a:pPr>
            <a:r>
              <a:t>D:/pasar_fix/node_modules/.bun/date-fns@4.1.0/node_modules/date-fns/locale/az/_lib/formatRelative.d.cts</a:t>
            </a:r>
          </a:p>
          <a:p>
            <a:pPr>
              <a:defRPr sz="1200"/>
            </a:pPr>
            <a:r>
              <a:t>D:/pasar_fix/node_modules/.bun/date-fns@4.1.0/node_modules/date-fns/locale/az/_lib/formatRelative.d.ts</a:t>
            </a:r>
          </a:p>
          <a:p>
            <a:pPr>
              <a:defRPr sz="1200"/>
            </a:pPr>
            <a:r>
              <a:t>D:/pasar_fix/node_modules/.bun/date-fns@4.1.0/node_modules/date-fns/locale/az/_lib/formatRelative.js</a:t>
            </a:r>
          </a:p>
          <a:p>
            <a:pPr>
              <a:defRPr sz="1200"/>
            </a:pPr>
            <a:r>
              <a:t>D:/pasar_fix/node_modules/.bun/date-fns@4.1.0/node_modules/date-fns/locale/az/_lib/localize.cjs</a:t>
            </a:r>
          </a:p>
          <a:p>
            <a:pPr>
              <a:defRPr sz="1200"/>
            </a:pPr>
            <a:r>
              <a:t>D:/pasar_fix/node_modules/.bun/date-fns@4.1.0/node_modules/date-fns/locale/az/_lib/localize.d.cts</a:t>
            </a:r>
          </a:p>
          <a:p>
            <a:pPr>
              <a:defRPr sz="1200"/>
            </a:pPr>
            <a:r>
              <a:t>D:/pasar_fix/node_modules/.bun/date-fns@4.1.0/node_modules/date-fns/locale/az/_lib/localize.d.ts</a:t>
            </a:r>
          </a:p>
          <a:p>
            <a:pPr>
              <a:defRPr sz="1200"/>
            </a:pPr>
            <a:r>
              <a:t>D:/pasar_fix/node_modules/.bun/date-fns@4.1.0/node_modules/date-fns/locale/az/_lib/localize.js</a:t>
            </a:r>
          </a:p>
          <a:p>
            <a:pPr>
              <a:defRPr sz="1200"/>
            </a:pPr>
            <a:r>
              <a:t>D:/pasar_fix/node_modules/.bun/date-fns@4.1.0/node_modules/date-fns/locale/az/_lib/match.cjs</a:t>
            </a:r>
          </a:p>
          <a:p>
            <a:pPr>
              <a:defRPr sz="1200"/>
            </a:pPr>
            <a:r>
              <a:t>D:/pasar_fix/node_modules/.bun/date-fns@4.1.0/node_modules/date-fns/locale/az/_lib/match.d.cts</a:t>
            </a:r>
          </a:p>
          <a:p>
            <a:pPr>
              <a:defRPr sz="1200"/>
            </a:pPr>
            <a:r>
              <a:t>D:/pasar_fix/node_modules/.bun/date-fns@4.1.0/node_modules/date-fns/locale/az/_lib/match.d.ts</a:t>
            </a:r>
          </a:p>
          <a:p>
            <a:pPr>
              <a:defRPr sz="1200"/>
            </a:pPr>
            <a:r>
              <a:t>D:/pasar_fix/node_modules/.bun/date-fns@4.1.0/node_modules/date-fns/locale/az/_lib/match.js</a:t>
            </a:r>
          </a:p>
          <a:p>
            <a:pPr>
              <a:defRPr sz="1200"/>
            </a:pPr>
            <a:r>
              <a:t>D:/pasar_fix/node_modules/.bun/date-fns@4.1.0/node_modules/date-fns/locale/be/cdn.js</a:t>
            </a:r>
          </a:p>
          <a:p>
            <a:pPr>
              <a:defRPr sz="1200"/>
            </a:pPr>
            <a:r>
              <a:t>D:/pasar_fix/node_modules/.bun/date-fns@4.1.0/node_modules/date-fns/locale/be/cdn.js.map</a:t>
            </a:r>
          </a:p>
          <a:p>
            <a:pPr>
              <a:defRPr sz="1200"/>
            </a:pPr>
            <a:r>
              <a:t>D:/pasar_fix/node_modules/.bun/date-fns@4.1.0/node_modules/date-fns/locale/be/cdn.min.js</a:t>
            </a:r>
          </a:p>
          <a:p>
            <a:pPr>
              <a:defRPr sz="1200"/>
            </a:pPr>
            <a:r>
              <a:t>D:/pasar_fix/node_modules/.bun/date-fns@4.1.0/node_modules/date-fns/locale/be/cdn.min.js.map</a:t>
            </a:r>
          </a:p>
          <a:p>
            <a:pPr>
              <a:defRPr sz="1200"/>
            </a:pPr>
            <a:r>
              <a:t>D:/pasar_fix/node_modules/.bun/date-fns@4.1.0/node_modules/date-fns/locale/be/_lib/formatDistance.cjs</a:t>
            </a:r>
          </a:p>
          <a:p>
            <a:pPr>
              <a:defRPr sz="1200"/>
            </a:pPr>
            <a:r>
              <a:t>D:/pasar_fix/node_modules/.bun/date-fns@4.1.0/node_modules/date-fns/locale/be/_lib/formatDistance.d.cts</a:t>
            </a:r>
          </a:p>
          <a:p>
            <a:pPr>
              <a:defRPr sz="1200"/>
            </a:pPr>
            <a:r>
              <a:t>D:/pasar_fix/node_modules/.bun/date-fns@4.1.0/node_modules/date-fns/locale/be/_lib/formatDistance.d.ts</a:t>
            </a:r>
          </a:p>
          <a:p>
            <a:pPr>
              <a:defRPr sz="1200"/>
            </a:pPr>
            <a:r>
              <a:t>D:/pasar_fix/node_modules/.bun/date-fns@4.1.0/node_modules/date-fns/locale/be/_lib/formatDistance.js</a:t>
            </a:r>
          </a:p>
          <a:p>
            <a:pPr>
              <a:defRPr sz="1200"/>
            </a:pPr>
            <a:r>
              <a:t>D:/pasar_fix/node_modules/.bun/date-fns@4.1.0/node_modules/date-fns/locale/be/_lib/formatLong.cjs</a:t>
            </a:r>
          </a:p>
          <a:p>
            <a:pPr>
              <a:defRPr sz="1200"/>
            </a:pPr>
            <a:r>
              <a:t>D:/pasar_fix/node_modules/.bun/date-fns@4.1.0/node_modules/date-fns/locale/be/_lib/formatLong.d.cts</a:t>
            </a:r>
          </a:p>
          <a:p>
            <a:pPr>
              <a:defRPr sz="1200"/>
            </a:pPr>
            <a:r>
              <a:t>D:/pasar_fix/node_modules/.bun/date-fns@4.1.0/node_modules/date-fns/locale/be/_lib/formatLong.d.ts</a:t>
            </a:r>
          </a:p>
          <a:p>
            <a:pPr>
              <a:defRPr sz="1200"/>
            </a:pPr>
            <a:r>
              <a:t>D:/pasar_fix/node_modules/.bun/date-fns@4.1.0/node_modules/date-fns/locale/be/_lib/formatLong.js</a:t>
            </a:r>
          </a:p>
          <a:p>
            <a:pPr>
              <a:defRPr sz="1200"/>
            </a:pPr>
            <a:r>
              <a:t>D:/pasar_fix/node_modules/.bun/date-fns@4.1.0/node_modules/date-fns/locale/be/_lib/formatRelative.cjs</a:t>
            </a:r>
          </a:p>
          <a:p>
            <a:pPr>
              <a:defRPr sz="1200"/>
            </a:pPr>
            <a:r>
              <a:t>D:/pasar_fix/node_modules/.bun/date-fns@4.1.0/node_modules/date-fns/locale/be/_lib/formatRelative.d.cts</a:t>
            </a:r>
          </a:p>
          <a:p>
            <a:pPr>
              <a:defRPr sz="1200"/>
            </a:pPr>
            <a:r>
              <a:t>D:/pasar_fix/node_modules/.bun/date-fns@4.1.0/node_modules/date-fns/locale/be/_lib/formatRelative.d.ts</a:t>
            </a:r>
          </a:p>
          <a:p>
            <a:pPr>
              <a:defRPr sz="1200"/>
            </a:pPr>
            <a:r>
              <a:t>D:/pasar_fix/node_modules/.bun/date-fns@4.1.0/node_modules/date-fns/locale/be/_lib/formatRelative.js</a:t>
            </a:r>
          </a:p>
          <a:p>
            <a:pPr>
              <a:defRPr sz="1200"/>
            </a:pPr>
            <a:r>
              <a:t>D:/pasar_fix/node_modules/.bun/date-fns@4.1.0/node_modules/date-fns/locale/be/_lib/localize.cjs</a:t>
            </a:r>
          </a:p>
          <a:p>
            <a:pPr>
              <a:defRPr sz="1200"/>
            </a:pPr>
            <a:r>
              <a:t>D:/pasar_fix/node_modules/.bun/date-fns@4.1.0/node_modules/date-fns/locale/be/_lib/localize.d.cts</a:t>
            </a:r>
          </a:p>
          <a:p>
            <a:pPr>
              <a:defRPr sz="1200"/>
            </a:pPr>
            <a:r>
              <a:t>D:/pasar_fix/node_modules/.bun/date-fns@4.1.0/node_modules/date-fns/locale/be/_lib/localize.d.ts</a:t>
            </a:r>
          </a:p>
          <a:p>
            <a:pPr>
              <a:defRPr sz="1200"/>
            </a:pPr>
            <a:r>
              <a:t>D:/pasar_fix/node_modules/.bun/date-fns@4.1.0/node_modules/date-fns/locale/be/_lib/localize.js</a:t>
            </a:r>
          </a:p>
          <a:p>
            <a:pPr>
              <a:defRPr sz="1200"/>
            </a:pPr>
            <a:r>
              <a:t>D:/pasar_fix/node_modules/.bun/date-fns@4.1.0/node_modules/date-fns/locale/be/_lib/match.cjs</a:t>
            </a:r>
          </a:p>
          <a:p>
            <a:pPr>
              <a:defRPr sz="1200"/>
            </a:pPr>
            <a:r>
              <a:t>D:/pasar_fix/node_modules/.bun/date-fns@4.1.0/node_modules/date-fns/locale/be/_lib/match.d.cts</a:t>
            </a:r>
          </a:p>
          <a:p>
            <a:pPr>
              <a:defRPr sz="1200"/>
            </a:pPr>
            <a:r>
              <a:t>D:/pasar_fix/node_modules/.bun/date-fns@4.1.0/node_modules/date-fns/locale/be/_lib/match.d.ts</a:t>
            </a:r>
          </a:p>
          <a:p>
            <a:pPr>
              <a:defRPr sz="1200"/>
            </a:pPr>
            <a:r>
              <a:t>D:/pasar_fix/node_modules/.bun/date-fns@4.1.0/node_modules/date-fns/locale/be/_lib/match.js</a:t>
            </a:r>
          </a:p>
          <a:p>
            <a:pPr>
              <a:defRPr sz="1200"/>
            </a:pPr>
            <a:r>
              <a:t>D:/pasar_fix/node_modules/.bun/date-fns@4.1.0/node_modules/date-fns/locale/be-tarask/cdn.js</a:t>
            </a:r>
          </a:p>
          <a:p>
            <a:pPr>
              <a:defRPr sz="1200"/>
            </a:pPr>
            <a:r>
              <a:t>D:/pasar_fix/node_modules/.bun/date-fns@4.1.0/node_modules/date-fns/locale/be-tarask/cdn.js.map</a:t>
            </a:r>
          </a:p>
          <a:p>
            <a:pPr>
              <a:defRPr sz="1200"/>
            </a:pPr>
            <a:r>
              <a:t>D:/pasar_fix/node_modules/.bun/date-fns@4.1.0/node_modules/date-fns/locale/be-tarask/cdn.min.js</a:t>
            </a:r>
          </a:p>
          <a:p>
            <a:pPr>
              <a:defRPr sz="1200"/>
            </a:pPr>
            <a:r>
              <a:t>D:/pasar_fix/node_modules/.bun/date-fns@4.1.0/node_modules/date-fns/locale/be-tarask/cdn.min.js.map</a:t>
            </a:r>
          </a:p>
          <a:p>
            <a:pPr>
              <a:defRPr sz="1200"/>
            </a:pPr>
            <a:r>
              <a:t>D:/pasar_fix/node_modules/.bun/date-fns@4.1.0/node_modules/date-fns/locale/be-tarask/_lib/formatDistance.cjs</a:t>
            </a:r>
          </a:p>
          <a:p>
            <a:pPr>
              <a:defRPr sz="1200"/>
            </a:pPr>
            <a:r>
              <a:t>D:/pasar_fix/node_modules/.bun/date-fns@4.1.0/node_modules/date-fns/locale/be-tarask/_lib/formatDistance.d.cts</a:t>
            </a:r>
          </a:p>
          <a:p>
            <a:pPr>
              <a:defRPr sz="1200"/>
            </a:pPr>
            <a:r>
              <a:t>D:/pasar_fix/node_modules/.bun/date-fns@4.1.0/node_modules/date-fns/locale/be-tarask/_lib/formatDistance.d.ts</a:t>
            </a:r>
          </a:p>
          <a:p>
            <a:pPr>
              <a:defRPr sz="1200"/>
            </a:pPr>
            <a:r>
              <a:t>D:/pasar_fix/node_modules/.bun/date-fns@4.1.0/node_modules/date-fns/locale/be-tarask/_lib/formatDistance.js</a:t>
            </a:r>
          </a:p>
          <a:p>
            <a:pPr>
              <a:defRPr sz="1200"/>
            </a:pPr>
            <a:r>
              <a:t>D:/pasar_fix/node_modules/.bun/date-fns@4.1.0/node_modules/date-fns/locale/be-tarask/_lib/formatLong.cjs</a:t>
            </a:r>
          </a:p>
          <a:p>
            <a:pPr>
              <a:defRPr sz="1200"/>
            </a:pPr>
            <a:r>
              <a:t>D:/pasar_fix/node_modules/.bun/date-fns@4.1.0/node_modules/date-fns/locale/be-tarask/_lib/formatLong.d.cts</a:t>
            </a:r>
          </a:p>
          <a:p>
            <a:pPr>
              <a:defRPr sz="1200"/>
            </a:pPr>
            <a:r>
              <a:t>D:/pasar_fix/node_modules/.bun/date-fns@4.1.0/node_modules/date-fns/locale/be-tarask/_lib/formatLong.d.ts</a:t>
            </a:r>
          </a:p>
          <a:p>
            <a:pPr>
              <a:defRPr sz="1200"/>
            </a:pPr>
            <a:r>
              <a:t>D:/pasar_fix/node_modules/.bun/date-fns@4.1.0/node_modules/date-fns/locale/be-tarask/_lib/formatLong.js</a:t>
            </a:r>
          </a:p>
          <a:p>
            <a:pPr>
              <a:defRPr sz="1200"/>
            </a:pPr>
            <a:r>
              <a:t>D:/pasar_fix/node_modules/.bun/date-fns@4.1.0/node_modules/date-fns/locale/be-tarask/_lib/formatRelative.cjs</a:t>
            </a:r>
          </a:p>
          <a:p>
            <a:pPr>
              <a:defRPr sz="1200"/>
            </a:pPr>
            <a:r>
              <a:t>D:/pasar_fix/node_modules/.bun/date-fns@4.1.0/node_modules/date-fns/locale/be-tarask/_lib/formatRelative.d.cts</a:t>
            </a:r>
          </a:p>
          <a:p>
            <a:pPr>
              <a:defRPr sz="1200"/>
            </a:pPr>
            <a:r>
              <a:t>D:/pasar_fix/node_modules/.bun/date-fns@4.1.0/node_modules/date-fns/locale/be-tarask/_lib/formatRelative.d.ts</a:t>
            </a:r>
          </a:p>
          <a:p>
            <a:pPr>
              <a:defRPr sz="1200"/>
            </a:pPr>
            <a:r>
              <a:t>D:/pasar_fix/node_modules/.bun/date-fns@4.1.0/node_modules/date-fns/locale/be-tarask/_lib/formatRelative.js</a:t>
            </a:r>
          </a:p>
          <a:p>
            <a:pPr>
              <a:defRPr sz="1200"/>
            </a:pPr>
            <a:r>
              <a:t>D:/pasar_fix/node_modules/.bun/date-fns@4.1.0/node_modules/date-fns/locale/be-tarask/_lib/localize.cjs</a:t>
            </a:r>
          </a:p>
          <a:p>
            <a:pPr>
              <a:defRPr sz="1200"/>
            </a:pPr>
            <a:r>
              <a:t>D:/pasar_fix/node_modules/.bun/date-fns@4.1.0/node_modules/date-fns/locale/be-tarask/_lib/localize.d.cts</a:t>
            </a:r>
          </a:p>
          <a:p>
            <a:pPr>
              <a:defRPr sz="1200"/>
            </a:pPr>
            <a:r>
              <a:t>D:/pasar_fix/node_modules/.bun/date-fns@4.1.0/node_modules/date-fns/locale/be-tarask/_lib/localize.d.ts</a:t>
            </a:r>
          </a:p>
          <a:p>
            <a:pPr>
              <a:defRPr sz="1200"/>
            </a:pPr>
            <a:r>
              <a:t>D:/pasar_fix/node_modules/.bun/date-fns@4.1.0/node_modules/date-fns/locale/be-tarask/_lib/localize.js</a:t>
            </a:r>
          </a:p>
          <a:p>
            <a:pPr>
              <a:defRPr sz="1200"/>
            </a:pPr>
            <a:r>
              <a:t>D:/pasar_fix/node_modules/.bun/date-fns@4.1.0/node_modules/date-fns/locale/be-tarask/_lib/match.cjs</a:t>
            </a:r>
          </a:p>
          <a:p>
            <a:pPr>
              <a:defRPr sz="1200"/>
            </a:pPr>
            <a:r>
              <a:t>D:/pasar_fix/node_modules/.bun/date-fns@4.1.0/node_modules/date-fns/locale/be-tarask/_lib/match.d.cts</a:t>
            </a:r>
          </a:p>
          <a:p>
            <a:pPr>
              <a:defRPr sz="1200"/>
            </a:pPr>
            <a:r>
              <a:t>D:/pasar_fix/node_modules/.bun/date-fns@4.1.0/node_modules/date-fns/locale/be-tarask/_lib/match.d.ts</a:t>
            </a:r>
          </a:p>
          <a:p>
            <a:pPr>
              <a:defRPr sz="1200"/>
            </a:pPr>
            <a:r>
              <a:t>D:/pasar_fix/node_modules/.bun/date-fns@4.1.0/node_modules/date-fns/locale/be-tarask/_lib/match.js</a:t>
            </a:r>
          </a:p>
          <a:p>
            <a:pPr>
              <a:defRPr sz="1200"/>
            </a:pPr>
            <a:r>
              <a:t>D:/pasar_fix/node_modules/.bun/date-fns@4.1.0/node_modules/date-fns/locale/bg/cdn.js</a:t>
            </a:r>
          </a:p>
          <a:p>
            <a:pPr>
              <a:defRPr sz="1200"/>
            </a:pPr>
            <a:r>
              <a:t>D:/pasar_fix/node_modules/.bun/date-fns@4.1.0/node_modules/date-fns/locale/bg/cdn.js.map</a:t>
            </a:r>
          </a:p>
          <a:p>
            <a:pPr>
              <a:defRPr sz="1200"/>
            </a:pPr>
            <a:r>
              <a:t>D:/pasar_fix/node_modules/.bun/date-fns@4.1.0/node_modules/date-fns/locale/bg/cdn.min.js</a:t>
            </a:r>
          </a:p>
          <a:p>
            <a:pPr>
              <a:defRPr sz="1200"/>
            </a:pPr>
            <a:r>
              <a:t>D:/pasar_fix/node_modules/.bun/date-fns@4.1.0/node_modules/date-fns/locale/bg/cdn.min.js.map</a:t>
            </a:r>
          </a:p>
          <a:p>
            <a:pPr>
              <a:defRPr sz="1200"/>
            </a:pPr>
            <a:r>
              <a:t>D:/pasar_fix/node_modules/.bun/date-fns@4.1.0/node_modules/date-fns/locale/bg/_lib/formatDistance.cjs</a:t>
            </a:r>
          </a:p>
          <a:p>
            <a:pPr>
              <a:defRPr sz="1200"/>
            </a:pPr>
            <a:r>
              <a:t>D:/pasar_fix/node_modules/.bun/date-fns@4.1.0/node_modules/date-fns/locale/bg/_lib/formatDistance.d.cts</a:t>
            </a:r>
          </a:p>
          <a:p>
            <a:pPr>
              <a:defRPr sz="1200"/>
            </a:pPr>
            <a:r>
              <a:t>D:/pasar_fix/node_modules/.bun/date-fns@4.1.0/node_modules/date-fns/locale/bg/_lib/formatDistance.d.ts</a:t>
            </a:r>
          </a:p>
          <a:p>
            <a:pPr>
              <a:defRPr sz="1200"/>
            </a:pPr>
            <a:r>
              <a:t>D:/pasar_fix/node_modules/.bun/date-fns@4.1.0/node_modules/date-fns/locale/bg/_lib/formatDistance.js</a:t>
            </a:r>
          </a:p>
          <a:p>
            <a:pPr>
              <a:defRPr sz="1200"/>
            </a:pPr>
            <a:r>
              <a:t>D:/pasar_fix/node_modules/.bun/date-fns@4.1.0/node_modules/date-fns/locale/bg/_lib/formatLong.cjs</a:t>
            </a:r>
          </a:p>
          <a:p>
            <a:pPr>
              <a:defRPr sz="1200"/>
            </a:pPr>
            <a:r>
              <a:t>D:/pasar_fix/node_modules/.bun/date-fns@4.1.0/node_modules/date-fns/locale/bg/_lib/formatLong.d.cts</a:t>
            </a:r>
          </a:p>
          <a:p>
            <a:pPr>
              <a:defRPr sz="1200"/>
            </a:pPr>
            <a:r>
              <a:t>D:/pasar_fix/node_modules/.bun/date-fns@4.1.0/node_modules/date-fns/locale/bg/_lib/formatLong.d.ts</a:t>
            </a:r>
          </a:p>
          <a:p>
            <a:pPr>
              <a:defRPr sz="1200"/>
            </a:pPr>
            <a:r>
              <a:t>D:/pasar_fix/node_modules/.bun/date-fns@4.1.0/node_modules/date-fns/locale/bg/_lib/formatLong.js</a:t>
            </a:r>
          </a:p>
          <a:p>
            <a:pPr>
              <a:defRPr sz="1200"/>
            </a:pPr>
            <a:r>
              <a:t>D:/pasar_fix/node_modules/.bun/date-fns@4.1.0/node_modules/date-fns/locale/bg/_lib/formatRelative.cjs</a:t>
            </a:r>
          </a:p>
          <a:p>
            <a:pPr>
              <a:defRPr sz="1200"/>
            </a:pPr>
            <a:r>
              <a:t>D:/pasar_fix/node_modules/.bun/date-fns@4.1.0/node_modules/date-fns/locale/bg/_lib/formatRelative.d.cts</a:t>
            </a:r>
          </a:p>
          <a:p>
            <a:pPr>
              <a:defRPr sz="1200"/>
            </a:pPr>
            <a:r>
              <a:t>D:/pasar_fix/node_modules/.bun/date-fns@4.1.0/node_modules/date-fns/locale/bg/_lib/formatRelative.d.ts</a:t>
            </a:r>
          </a:p>
          <a:p>
            <a:pPr>
              <a:defRPr sz="1200"/>
            </a:pPr>
            <a:r>
              <a:t>D:/pasar_fix/node_modules/.bun/date-fns@4.1.0/node_modules/date-fns/locale/bg/_lib/formatRelative.js</a:t>
            </a:r>
          </a:p>
          <a:p>
            <a:pPr>
              <a:defRPr sz="1200"/>
            </a:pPr>
            <a:r>
              <a:t>D:/pasar_fix/node_modules/.bun/date-fns@4.1.0/node_modules/date-fns/locale/bg/_lib/localize.cjs</a:t>
            </a:r>
          </a:p>
          <a:p>
            <a:pPr>
              <a:defRPr sz="1200"/>
            </a:pPr>
            <a:r>
              <a:t>D:/pasar_fix/node_modules/.bun/date-fns@4.1.0/node_modules/date-fns/locale/bg/_lib/localize.d.cts</a:t>
            </a:r>
          </a:p>
          <a:p>
            <a:pPr>
              <a:defRPr sz="1200"/>
            </a:pPr>
            <a:r>
              <a:t>D:/pasar_fix/node_modules/.bun/date-fns@4.1.0/node_modules/date-fns/locale/bg/_lib/localize.d.ts</a:t>
            </a:r>
          </a:p>
          <a:p>
            <a:pPr>
              <a:defRPr sz="1200"/>
            </a:pPr>
            <a:r>
              <a:t>D:/pasar_fix/node_modules/.bun/date-fns@4.1.0/node_modules/date-fns/locale/bg/_lib/localize.js</a:t>
            </a:r>
          </a:p>
          <a:p>
            <a:pPr>
              <a:defRPr sz="1200"/>
            </a:pPr>
            <a:r>
              <a:t>D:/pasar_fix/node_modules/.bun/date-fns@4.1.0/node_modules/date-fns/locale/bg/_lib/match.cjs</a:t>
            </a:r>
          </a:p>
          <a:p>
            <a:pPr>
              <a:defRPr sz="1200"/>
            </a:pPr>
            <a:r>
              <a:t>D:/pasar_fix/node_modules/.bun/date-fns@4.1.0/node_modules/date-fns/locale/bg/_lib/match.d.cts</a:t>
            </a:r>
          </a:p>
          <a:p>
            <a:pPr>
              <a:defRPr sz="1200"/>
            </a:pPr>
            <a:r>
              <a:t>D:/pasar_fix/node_modules/.bun/date-fns@4.1.0/node_modules/date-fns/locale/bg/_lib/match.d.ts</a:t>
            </a:r>
          </a:p>
          <a:p>
            <a:pPr>
              <a:defRPr sz="1200"/>
            </a:pPr>
            <a:r>
              <a:t>D:/pasar_fix/node_modules/.bun/date-fns@4.1.0/node_modules/date-fns/locale/bg/_lib/match.js</a:t>
            </a:r>
          </a:p>
          <a:p>
            <a:pPr>
              <a:defRPr sz="1200"/>
            </a:pPr>
            <a:r>
              <a:t>D:/pasar_fix/node_modules/.bun/date-fns@4.1.0/node_modules/date-fns/locale/bn/cdn.js</a:t>
            </a:r>
          </a:p>
          <a:p>
            <a:pPr>
              <a:defRPr sz="1200"/>
            </a:pPr>
            <a:r>
              <a:t>D:/pasar_fix/node_modules/.bun/date-fns@4.1.0/node_modules/date-fns/locale/bn/cdn.js.map</a:t>
            </a:r>
          </a:p>
          <a:p>
            <a:pPr>
              <a:defRPr sz="1200"/>
            </a:pPr>
            <a:r>
              <a:t>D:/pasar_fix/node_modules/.bun/date-fns@4.1.0/node_modules/date-fns/locale/bn/cdn.min.js</a:t>
            </a:r>
          </a:p>
          <a:p>
            <a:pPr>
              <a:defRPr sz="1200"/>
            </a:pPr>
            <a:r>
              <a:t>D:/pasar_fix/node_modules/.bun/date-fns@4.1.0/node_modules/date-fns/locale/bn/cdn.min.js.map</a:t>
            </a:r>
          </a:p>
          <a:p>
            <a:pPr>
              <a:defRPr sz="1200"/>
            </a:pPr>
            <a:r>
              <a:t>D:/pasar_fix/node_modules/.bun/date-fns@4.1.0/node_modules/date-fns/locale/bn/_lib/formatDistance.cjs</a:t>
            </a:r>
          </a:p>
          <a:p>
            <a:pPr>
              <a:defRPr sz="1200"/>
            </a:pPr>
            <a:r>
              <a:t>D:/pasar_fix/node_modules/.bun/date-fns@4.1.0/node_modules/date-fns/locale/bn/_lib/formatDistance.d.cts</a:t>
            </a:r>
          </a:p>
          <a:p>
            <a:pPr>
              <a:defRPr sz="1200"/>
            </a:pPr>
            <a:r>
              <a:t>D:/pasar_fix/node_modules/.bun/date-fns@4.1.0/node_modules/date-fns/locale/bn/_lib/formatDistance.d.ts</a:t>
            </a:r>
          </a:p>
          <a:p>
            <a:pPr>
              <a:defRPr sz="1200"/>
            </a:pPr>
            <a:r>
              <a:t>D:/pasar_fix/node_modules/.bun/date-fns@4.1.0/node_modules/date-fns/locale/bn/_lib/formatDistance.js</a:t>
            </a:r>
          </a:p>
          <a:p>
            <a:pPr>
              <a:defRPr sz="1200"/>
            </a:pPr>
            <a:r>
              <a:t>D:/pasar_fix/node_modules/.bun/date-fns@4.1.0/node_modules/date-fns/locale/bn/_lib/formatLong.cjs</a:t>
            </a:r>
          </a:p>
          <a:p>
            <a:pPr>
              <a:defRPr sz="1200"/>
            </a:pPr>
            <a:r>
              <a:t>D:/pasar_fix/node_modules/.bun/date-fns@4.1.0/node_modules/date-fns/locale/bn/_lib/formatLong.d.cts</a:t>
            </a:r>
          </a:p>
          <a:p>
            <a:pPr>
              <a:defRPr sz="1200"/>
            </a:pPr>
            <a:r>
              <a:t>D:/pasar_fix/node_modules/.bun/date-fns@4.1.0/node_modules/date-fns/locale/bn/_lib/formatLong.d.ts</a:t>
            </a:r>
          </a:p>
          <a:p>
            <a:pPr>
              <a:defRPr sz="1200"/>
            </a:pPr>
            <a:r>
              <a:t>D:/pasar_fix/node_modules/.bun/date-fns@4.1.0/node_modules/date-fns/locale/bn/_lib/formatLong.js</a:t>
            </a:r>
          </a:p>
          <a:p>
            <a:pPr>
              <a:defRPr sz="1200"/>
            </a:pPr>
            <a:r>
              <a:t>D:/pasar_fix/node_modules/.bun/date-fns@4.1.0/node_modules/date-fns/locale/bn/_lib/formatRelative.cjs</a:t>
            </a:r>
          </a:p>
          <a:p>
            <a:pPr>
              <a:defRPr sz="1200"/>
            </a:pPr>
            <a:r>
              <a:t>D:/pasar_fix/node_modules/.bun/date-fns@4.1.0/node_modules/date-fns/locale/bn/_lib/formatRelative.d.cts</a:t>
            </a:r>
          </a:p>
          <a:p>
            <a:pPr>
              <a:defRPr sz="1200"/>
            </a:pPr>
            <a:r>
              <a:t>D:/pasar_fix/node_modules/.bun/date-fns@4.1.0/node_modules/date-fns/locale/bn/_lib/formatRelative.d.ts</a:t>
            </a:r>
          </a:p>
          <a:p>
            <a:pPr>
              <a:defRPr sz="1200"/>
            </a:pPr>
            <a:r>
              <a:t>D:/pasar_fix/node_modules/.bun/date-fns@4.1.0/node_modules/date-fns/locale/bn/_lib/formatRelative.js</a:t>
            </a:r>
          </a:p>
          <a:p>
            <a:pPr>
              <a:defRPr sz="1200"/>
            </a:pPr>
            <a:r>
              <a:t>D:/pasar_fix/node_modules/.bun/date-fns@4.1.0/node_modules/date-fns/locale/bn/_lib/localize.cjs</a:t>
            </a:r>
          </a:p>
          <a:p>
            <a:pPr>
              <a:defRPr sz="1200"/>
            </a:pPr>
            <a:r>
              <a:t>D:/pasar_fix/node_modules/.bun/date-fns@4.1.0/node_modules/date-fns/locale/bn/_lib/localize.d.cts</a:t>
            </a:r>
          </a:p>
          <a:p>
            <a:pPr>
              <a:defRPr sz="1200"/>
            </a:pPr>
            <a:r>
              <a:t>D:/pasar_fix/node_modules/.bun/date-fns@4.1.0/node_modules/date-fns/locale/bn/_lib/localize.d.ts</a:t>
            </a:r>
          </a:p>
          <a:p>
            <a:pPr>
              <a:defRPr sz="1200"/>
            </a:pPr>
            <a:r>
              <a:t>D:/pasar_fix/node_modules/.bun/date-fns@4.1.0/node_modules/date-fns/locale/bn/_lib/localize.js</a:t>
            </a:r>
          </a:p>
          <a:p>
            <a:pPr>
              <a:defRPr sz="1200"/>
            </a:pPr>
            <a:r>
              <a:t>D:/pasar_fix/node_modules/.bun/date-fns@4.1.0/node_modules/date-fns/locale/bn/_lib/match.cjs</a:t>
            </a:r>
          </a:p>
          <a:p>
            <a:pPr>
              <a:defRPr sz="1200"/>
            </a:pPr>
            <a:r>
              <a:t>D:/pasar_fix/node_modules/.bun/date-fns@4.1.0/node_modules/date-fns/locale/bn/_lib/match.d.cts</a:t>
            </a:r>
          </a:p>
          <a:p>
            <a:pPr>
              <a:defRPr sz="1200"/>
            </a:pPr>
            <a:r>
              <a:t>D:/pasar_fix/node_modules/.bun/date-fns@4.1.0/node_modules/date-fns/locale/bn/_lib/match.d.ts</a:t>
            </a:r>
          </a:p>
          <a:p>
            <a:pPr>
              <a:defRPr sz="1200"/>
            </a:pPr>
            <a:r>
              <a:t>D:/pasar_fix/node_modules/.bun/date-fns@4.1.0/node_modules/date-fns/locale/bn/_lib/match.js</a:t>
            </a:r>
          </a:p>
          <a:p>
            <a:pPr>
              <a:defRPr sz="1200"/>
            </a:pPr>
            <a:r>
              <a:t>D:/pasar_fix/node_modules/.bun/date-fns@4.1.0/node_modules/date-fns/locale/bs/cdn.js</a:t>
            </a:r>
          </a:p>
          <a:p>
            <a:pPr>
              <a:defRPr sz="1200"/>
            </a:pPr>
            <a:r>
              <a:t>D:/pasar_fix/node_modules/.bun/date-fns@4.1.0/node_modules/date-fns/locale/bs/cdn.js.map</a:t>
            </a:r>
          </a:p>
          <a:p>
            <a:pPr>
              <a:defRPr sz="1200"/>
            </a:pPr>
            <a:r>
              <a:t>D:/pasar_fix/node_modules/.bun/date-fns@4.1.0/node_modules/date-fns/locale/bs/cdn.min.js</a:t>
            </a:r>
          </a:p>
          <a:p>
            <a:pPr>
              <a:defRPr sz="1200"/>
            </a:pPr>
            <a:r>
              <a:t>D:/pasar_fix/node_modules/.bun/date-fns@4.1.0/node_modules/date-fns/locale/bs/cdn.min.js.map</a:t>
            </a:r>
          </a:p>
          <a:p>
            <a:pPr>
              <a:defRPr sz="1200"/>
            </a:pPr>
            <a:r>
              <a:t>D:/pasar_fix/node_modules/.bun/date-fns@4.1.0/node_modules/date-fns/locale/bs/_lib/formatDistance.cjs</a:t>
            </a:r>
          </a:p>
          <a:p>
            <a:pPr>
              <a:defRPr sz="1200"/>
            </a:pPr>
            <a:r>
              <a:t>D:/pasar_fix/node_modules/.bun/date-fns@4.1.0/node_modules/date-fns/locale/bs/_lib/formatDistance.d.cts</a:t>
            </a:r>
          </a:p>
          <a:p>
            <a:pPr>
              <a:defRPr sz="1200"/>
            </a:pPr>
            <a:r>
              <a:t>D:/pasar_fix/node_modules/.bun/date-fns@4.1.0/node_modules/date-fns/locale/bs/_lib/formatDistance.d.ts</a:t>
            </a:r>
          </a:p>
          <a:p>
            <a:pPr>
              <a:defRPr sz="1200"/>
            </a:pPr>
            <a:r>
              <a:t>D:/pasar_fix/node_modules/.bun/date-fns@4.1.0/node_modules/date-fns/locale/bs/_lib/formatDistance.js</a:t>
            </a:r>
          </a:p>
          <a:p>
            <a:pPr>
              <a:defRPr sz="1200"/>
            </a:pPr>
            <a:r>
              <a:t>D:/pasar_fix/node_modules/.bun/date-fns@4.1.0/node_modules/date-fns/locale/bs/_lib/formatLong.cjs</a:t>
            </a:r>
          </a:p>
          <a:p>
            <a:pPr>
              <a:defRPr sz="1200"/>
            </a:pPr>
            <a:r>
              <a:t>D:/pasar_fix/node_modules/.bun/date-fns@4.1.0/node_modules/date-fns/locale/bs/_lib/formatLong.d.cts</a:t>
            </a:r>
          </a:p>
          <a:p>
            <a:pPr>
              <a:defRPr sz="1200"/>
            </a:pPr>
            <a:r>
              <a:t>D:/pasar_fix/node_modules/.bun/date-fns@4.1.0/node_modules/date-fns/locale/bs/_lib/formatLong.d.ts</a:t>
            </a:r>
          </a:p>
          <a:p>
            <a:pPr>
              <a:defRPr sz="1200"/>
            </a:pPr>
            <a:r>
              <a:t>D:/pasar_fix/node_modules/.bun/date-fns@4.1.0/node_modules/date-fns/locale/bs/_lib/formatLong.js</a:t>
            </a:r>
          </a:p>
          <a:p>
            <a:pPr>
              <a:defRPr sz="1200"/>
            </a:pPr>
            <a:r>
              <a:t>D:/pasar_fix/node_modules/.bun/date-fns@4.1.0/node_modules/date-fns/locale/bs/_lib/formatRelative.cjs</a:t>
            </a:r>
          </a:p>
          <a:p>
            <a:pPr>
              <a:defRPr sz="1200"/>
            </a:pPr>
            <a:r>
              <a:t>D:/pasar_fix/node_modules/.bun/date-fns@4.1.0/node_modules/date-fns/locale/bs/_lib/formatRelative.d.cts</a:t>
            </a:r>
          </a:p>
          <a:p>
            <a:pPr>
              <a:defRPr sz="1200"/>
            </a:pPr>
            <a:r>
              <a:t>D:/pasar_fix/node_modules/.bun/date-fns@4.1.0/node_modules/date-fns/locale/bs/_lib/formatRelative.d.ts</a:t>
            </a:r>
          </a:p>
          <a:p>
            <a:pPr>
              <a:defRPr sz="1200"/>
            </a:pPr>
            <a:r>
              <a:t>D:/pasar_fix/node_modules/.bun/date-fns@4.1.0/node_modules/date-fns/locale/bs/_lib/formatRelative.js</a:t>
            </a:r>
          </a:p>
          <a:p>
            <a:pPr>
              <a:defRPr sz="1200"/>
            </a:pPr>
            <a:r>
              <a:t>D:/pasar_fix/node_modules/.bun/date-fns@4.1.0/node_modules/date-fns/locale/bs/_lib/localize.cjs</a:t>
            </a:r>
          </a:p>
          <a:p>
            <a:pPr>
              <a:defRPr sz="1200"/>
            </a:pPr>
            <a:r>
              <a:t>D:/pasar_fix/node_modules/.bun/date-fns@4.1.0/node_modules/date-fns/locale/bs/_lib/localize.d.cts</a:t>
            </a:r>
          </a:p>
          <a:p>
            <a:pPr>
              <a:defRPr sz="1200"/>
            </a:pPr>
            <a:r>
              <a:t>D:/pasar_fix/node_modules/.bun/date-fns@4.1.0/node_modules/date-fns/locale/bs/_lib/localize.d.ts</a:t>
            </a:r>
          </a:p>
          <a:p>
            <a:pPr>
              <a:defRPr sz="1200"/>
            </a:pPr>
            <a:r>
              <a:t>D:/pasar_fix/node_modules/.bun/date-fns@4.1.0/node_modules/date-fns/locale/bs/_lib/localize.js</a:t>
            </a:r>
          </a:p>
          <a:p>
            <a:pPr>
              <a:defRPr sz="1200"/>
            </a:pPr>
            <a:r>
              <a:t>D:/pasar_fix/node_modules/.bun/date-fns@4.1.0/node_modules/date-fns/locale/bs/_lib/match.cjs</a:t>
            </a:r>
          </a:p>
          <a:p>
            <a:pPr>
              <a:defRPr sz="1200"/>
            </a:pPr>
            <a:r>
              <a:t>D:/pasar_fix/node_modules/.bun/date-fns@4.1.0/node_modules/date-fns/locale/bs/_lib/match.d.cts</a:t>
            </a:r>
          </a:p>
          <a:p>
            <a:pPr>
              <a:defRPr sz="1200"/>
            </a:pPr>
            <a:r>
              <a:t>D:/pasar_fix/node_modules/.bun/date-fns@4.1.0/node_modules/date-fns/locale/bs/_lib/match.d.ts</a:t>
            </a:r>
          </a:p>
          <a:p>
            <a:pPr>
              <a:defRPr sz="1200"/>
            </a:pPr>
            <a:r>
              <a:t>D:/pasar_fix/node_modules/.bun/date-fns@4.1.0/node_modules/date-fns/locale/bs/_lib/match.js</a:t>
            </a:r>
          </a:p>
          <a:p>
            <a:pPr>
              <a:defRPr sz="1200"/>
            </a:pPr>
            <a:r>
              <a:t>D:/pasar_fix/node_modules/.bun/date-fns@4.1.0/node_modules/date-fns/locale/ca/cdn.js</a:t>
            </a:r>
          </a:p>
          <a:p>
            <a:pPr>
              <a:defRPr sz="1200"/>
            </a:pPr>
            <a:r>
              <a:t>D:/pasar_fix/node_modules/.bun/date-fns@4.1.0/node_modules/date-fns/locale/ca/cdn.js.map</a:t>
            </a:r>
          </a:p>
          <a:p>
            <a:pPr>
              <a:defRPr sz="1200"/>
            </a:pPr>
            <a:r>
              <a:t>D:/pasar_fix/node_modules/.bun/date-fns@4.1.0/node_modules/date-fns/locale/ca/cdn.min.js</a:t>
            </a:r>
          </a:p>
          <a:p>
            <a:pPr>
              <a:defRPr sz="1200"/>
            </a:pPr>
            <a:r>
              <a:t>D:/pasar_fix/node_modules/.bun/date-fns@4.1.0/node_modules/date-fns/locale/ca/cdn.min.js.map</a:t>
            </a:r>
          </a:p>
          <a:p>
            <a:pPr>
              <a:defRPr sz="1200"/>
            </a:pPr>
            <a:r>
              <a:t>D:/pasar_fix/node_modules/.bun/date-fns@4.1.0/node_modules/date-fns/locale/ca/_lib/formatDistance.cjs</a:t>
            </a:r>
          </a:p>
          <a:p>
            <a:pPr>
              <a:defRPr sz="1200"/>
            </a:pPr>
            <a:r>
              <a:t>D:/pasar_fix/node_modules/.bun/date-fns@4.1.0/node_modules/date-fns/locale/ca/_lib/formatDistance.d.cts</a:t>
            </a:r>
          </a:p>
          <a:p>
            <a:pPr>
              <a:defRPr sz="1200"/>
            </a:pPr>
            <a:r>
              <a:t>D:/pasar_fix/node_modules/.bun/date-fns@4.1.0/node_modules/date-fns/locale/ca/_lib/formatDistance.d.ts</a:t>
            </a:r>
          </a:p>
          <a:p>
            <a:pPr>
              <a:defRPr sz="1200"/>
            </a:pPr>
            <a:r>
              <a:t>D:/pasar_fix/node_modules/.bun/date-fns@4.1.0/node_modules/date-fns/locale/ca/_lib/formatDistance.js</a:t>
            </a:r>
          </a:p>
          <a:p>
            <a:pPr>
              <a:defRPr sz="1200"/>
            </a:pPr>
            <a:r>
              <a:t>D:/pasar_fix/node_modules/.bun/date-fns@4.1.0/node_modules/date-fns/locale/ca/_lib/formatLong.cjs</a:t>
            </a:r>
          </a:p>
          <a:p>
            <a:pPr>
              <a:defRPr sz="1200"/>
            </a:pPr>
            <a:r>
              <a:t>D:/pasar_fix/node_modules/.bun/date-fns@4.1.0/node_modules/date-fns/locale/ca/_lib/formatLong.d.cts</a:t>
            </a:r>
          </a:p>
          <a:p>
            <a:pPr>
              <a:defRPr sz="1200"/>
            </a:pPr>
            <a:r>
              <a:t>D:/pasar_fix/node_modules/.bun/date-fns@4.1.0/node_modules/date-fns/locale/ca/_lib/formatLong.d.ts</a:t>
            </a:r>
          </a:p>
          <a:p>
            <a:pPr>
              <a:defRPr sz="1200"/>
            </a:pPr>
            <a:r>
              <a:t>D:/pasar_fix/node_modules/.bun/date-fns@4.1.0/node_modules/date-fns/locale/ca/_lib/formatLong.js</a:t>
            </a:r>
          </a:p>
          <a:p>
            <a:pPr>
              <a:defRPr sz="1200"/>
            </a:pPr>
            <a:r>
              <a:t>D:/pasar_fix/node_modules/.bun/date-fns@4.1.0/node_modules/date-fns/locale/ca/_lib/formatRelative.cjs</a:t>
            </a:r>
          </a:p>
          <a:p>
            <a:pPr>
              <a:defRPr sz="1200"/>
            </a:pPr>
            <a:r>
              <a:t>D:/pasar_fix/node_modules/.bun/date-fns@4.1.0/node_modules/date-fns/locale/ca/_lib/formatRelative.d.cts</a:t>
            </a:r>
          </a:p>
          <a:p>
            <a:pPr>
              <a:defRPr sz="1200"/>
            </a:pPr>
            <a:r>
              <a:t>D:/pasar_fix/node_modules/.bun/date-fns@4.1.0/node_modules/date-fns/locale/ca/_lib/formatRelative.d.ts</a:t>
            </a:r>
          </a:p>
          <a:p>
            <a:pPr>
              <a:defRPr sz="1200"/>
            </a:pPr>
            <a:r>
              <a:t>D:/pasar_fix/node_modules/.bun/date-fns@4.1.0/node_modules/date-fns/locale/ca/_lib/formatRelative.js</a:t>
            </a:r>
          </a:p>
          <a:p>
            <a:pPr>
              <a:defRPr sz="1200"/>
            </a:pPr>
            <a:r>
              <a:t>D:/pasar_fix/node_modules/.bun/date-fns@4.1.0/node_modules/date-fns/locale/ca/_lib/localize.cjs</a:t>
            </a:r>
          </a:p>
          <a:p>
            <a:pPr>
              <a:defRPr sz="1200"/>
            </a:pPr>
            <a:r>
              <a:t>D:/pasar_fix/node_modules/.bun/date-fns@4.1.0/node_modules/date-fns/locale/ca/_lib/localize.d.cts</a:t>
            </a:r>
          </a:p>
          <a:p>
            <a:pPr>
              <a:defRPr sz="1200"/>
            </a:pPr>
            <a:r>
              <a:t>D:/pasar_fix/node_modules/.bun/date-fns@4.1.0/node_modules/date-fns/locale/ca/_lib/localize.d.ts</a:t>
            </a:r>
          </a:p>
          <a:p>
            <a:pPr>
              <a:defRPr sz="1200"/>
            </a:pPr>
            <a:r>
              <a:t>D:/pasar_fix/node_modules/.bun/date-fns@4.1.0/node_modules/date-fns/locale/ca/_lib/localize.js</a:t>
            </a:r>
          </a:p>
          <a:p>
            <a:pPr>
              <a:defRPr sz="1200"/>
            </a:pPr>
            <a:r>
              <a:t>D:/pasar_fix/node_modules/.bun/date-fns@4.1.0/node_modules/date-fns/locale/ca/_lib/match.cjs</a:t>
            </a:r>
          </a:p>
          <a:p>
            <a:pPr>
              <a:defRPr sz="1200"/>
            </a:pPr>
            <a:r>
              <a:t>D:/pasar_fix/node_modules/.bun/date-fns@4.1.0/node_modules/date-fns/locale/ca/_lib/match.d.cts</a:t>
            </a:r>
          </a:p>
          <a:p>
            <a:pPr>
              <a:defRPr sz="1200"/>
            </a:pPr>
            <a:r>
              <a:t>D:/pasar_fix/node_modules/.bun/date-fns@4.1.0/node_modules/date-fns/locale/ca/_lib/match.d.ts</a:t>
            </a:r>
          </a:p>
          <a:p>
            <a:pPr>
              <a:defRPr sz="1200"/>
            </a:pPr>
            <a:r>
              <a:t>D:/pasar_fix/node_modules/.bun/date-fns@4.1.0/node_modules/date-fns/locale/ca/_lib/match.js</a:t>
            </a:r>
          </a:p>
          <a:p>
            <a:pPr>
              <a:defRPr sz="1200"/>
            </a:pPr>
            <a:r>
              <a:t>D:/pasar_fix/node_modules/.bun/date-fns@4.1.0/node_modules/date-fns/locale/ckb/cdn.js</a:t>
            </a:r>
          </a:p>
          <a:p>
            <a:pPr>
              <a:defRPr sz="1200"/>
            </a:pPr>
            <a:r>
              <a:t>D:/pasar_fix/node_modules/.bun/date-fns@4.1.0/node_modules/date-fns/locale/ckb/cdn.js.map</a:t>
            </a:r>
          </a:p>
          <a:p>
            <a:pPr>
              <a:defRPr sz="1200"/>
            </a:pPr>
            <a:r>
              <a:t>D:/pasar_fix/node_modules/.bun/date-fns@4.1.0/node_modules/date-fns/locale/ckb/cdn.min.js</a:t>
            </a:r>
          </a:p>
          <a:p>
            <a:pPr>
              <a:defRPr sz="1200"/>
            </a:pPr>
            <a:r>
              <a:t>D:/pasar_fix/node_modules/.bun/date-fns@4.1.0/node_modules/date-fns/locale/ckb/cdn.min.js.map</a:t>
            </a:r>
          </a:p>
          <a:p>
            <a:pPr>
              <a:defRPr sz="1200"/>
            </a:pPr>
            <a:r>
              <a:t>D:/pasar_fix/node_modules/.bun/date-fns@4.1.0/node_modules/date-fns/locale/ckb/_lib/formatDistance.cjs</a:t>
            </a:r>
          </a:p>
          <a:p>
            <a:pPr>
              <a:defRPr sz="1200"/>
            </a:pPr>
            <a:r>
              <a:t>D:/pasar_fix/node_modules/.bun/date-fns@4.1.0/node_modules/date-fns/locale/ckb/_lib/formatDistance.d.cts</a:t>
            </a:r>
          </a:p>
          <a:p>
            <a:pPr>
              <a:defRPr sz="1200"/>
            </a:pPr>
            <a:r>
              <a:t>D:/pasar_fix/node_modules/.bun/date-fns@4.1.0/node_modules/date-fns/locale/ckb/_lib/formatDistance.d.ts</a:t>
            </a:r>
          </a:p>
          <a:p>
            <a:pPr>
              <a:defRPr sz="1200"/>
            </a:pPr>
            <a:r>
              <a:t>D:/pasar_fix/node_modules/.bun/date-fns@4.1.0/node_modules/date-fns/locale/ckb/_lib/formatDistance.js</a:t>
            </a:r>
          </a:p>
          <a:p>
            <a:pPr>
              <a:defRPr sz="1200"/>
            </a:pPr>
            <a:r>
              <a:t>D:/pasar_fix/node_modules/.bun/date-fns@4.1.0/node_modules/date-fns/locale/ckb/_lib/formatLong.cjs</a:t>
            </a:r>
          </a:p>
          <a:p>
            <a:pPr>
              <a:defRPr sz="1200"/>
            </a:pPr>
            <a:r>
              <a:t>D:/pasar_fix/node_modules/.bun/date-fns@4.1.0/node_modules/date-fns/locale/ckb/_lib/formatLong.d.cts</a:t>
            </a:r>
          </a:p>
          <a:p>
            <a:pPr>
              <a:defRPr sz="1200"/>
            </a:pPr>
            <a:r>
              <a:t>D:/pasar_fix/node_modules/.bun/date-fns@4.1.0/node_modules/date-fns/locale/ckb/_lib/formatLong.d.ts</a:t>
            </a:r>
          </a:p>
          <a:p>
            <a:pPr>
              <a:defRPr sz="1200"/>
            </a:pPr>
            <a:r>
              <a:t>D:/pasar_fix/node_modules/.bun/date-fns@4.1.0/node_modules/date-fns/locale/ckb/_lib/formatLong.js</a:t>
            </a:r>
          </a:p>
          <a:p>
            <a:pPr>
              <a:defRPr sz="1200"/>
            </a:pPr>
            <a:r>
              <a:t>D:/pasar_fix/node_modules/.bun/date-fns@4.1.0/node_modules/date-fns/locale/ckb/_lib/formatRelative.cjs</a:t>
            </a:r>
          </a:p>
          <a:p>
            <a:pPr>
              <a:defRPr sz="1200"/>
            </a:pPr>
            <a:r>
              <a:t>D:/pasar_fix/node_modules/.bun/date-fns@4.1.0/node_modules/date-fns/locale/ckb/_lib/formatRelative.d.cts</a:t>
            </a:r>
          </a:p>
          <a:p>
            <a:pPr>
              <a:defRPr sz="1200"/>
            </a:pPr>
            <a:r>
              <a:t>D:/pasar_fix/node_modules/.bun/date-fns@4.1.0/node_modules/date-fns/locale/ckb/_lib/formatRelative.d.ts</a:t>
            </a:r>
          </a:p>
          <a:p>
            <a:pPr>
              <a:defRPr sz="1200"/>
            </a:pPr>
            <a:r>
              <a:t>D:/pasar_fix/node_modules/.bun/date-fns@4.1.0/node_modules/date-fns/locale/ckb/_lib/formatRelative.js</a:t>
            </a:r>
          </a:p>
          <a:p>
            <a:pPr>
              <a:defRPr sz="1200"/>
            </a:pPr>
            <a:r>
              <a:t>D:/pasar_fix/node_modules/.bun/date-fns@4.1.0/node_modules/date-fns/locale/ckb/_lib/localize.cjs</a:t>
            </a:r>
          </a:p>
          <a:p>
            <a:pPr>
              <a:defRPr sz="1200"/>
            </a:pPr>
            <a:r>
              <a:t>D:/pasar_fix/node_modules/.bun/date-fns@4.1.0/node_modules/date-fns/locale/ckb/_lib/localize.d.cts</a:t>
            </a:r>
          </a:p>
          <a:p>
            <a:pPr>
              <a:defRPr sz="1200"/>
            </a:pPr>
            <a:r>
              <a:t>D:/pasar_fix/node_modules/.bun/date-fns@4.1.0/node_modules/date-fns/locale/ckb/_lib/localize.d.ts</a:t>
            </a:r>
          </a:p>
          <a:p>
            <a:pPr>
              <a:defRPr sz="1200"/>
            </a:pPr>
            <a:r>
              <a:t>D:/pasar_fix/node_modules/.bun/date-fns@4.1.0/node_modules/date-fns/locale/ckb/_lib/localize.js</a:t>
            </a:r>
          </a:p>
          <a:p>
            <a:pPr>
              <a:defRPr sz="1200"/>
            </a:pPr>
            <a:r>
              <a:t>D:/pasar_fix/node_modules/.bun/date-fns@4.1.0/node_modules/date-fns/locale/ckb/_lib/match.cjs</a:t>
            </a:r>
          </a:p>
          <a:p>
            <a:pPr>
              <a:defRPr sz="1200"/>
            </a:pPr>
            <a:r>
              <a:t>D:/pasar_fix/node_modules/.bun/date-fns@4.1.0/node_modules/date-fns/locale/ckb/_lib/match.d.cts</a:t>
            </a:r>
          </a:p>
          <a:p>
            <a:pPr>
              <a:defRPr sz="1200"/>
            </a:pPr>
            <a:r>
              <a:t>D:/pasar_fix/node_modules/.bun/date-fns@4.1.0/node_modules/date-fns/locale/ckb/_lib/match.d.ts</a:t>
            </a:r>
          </a:p>
          <a:p>
            <a:pPr>
              <a:defRPr sz="1200"/>
            </a:pPr>
            <a:r>
              <a:t>D:/pasar_fix/node_modules/.bun/date-fns@4.1.0/node_modules/date-fns/locale/ckb/_lib/match.js</a:t>
            </a:r>
          </a:p>
          <a:p>
            <a:pPr>
              <a:defRPr sz="1200"/>
            </a:pPr>
            <a:r>
              <a:t>D:/pasar_fix/node_modules/.bun/date-fns@4.1.0/node_modules/date-fns/locale/cs/cdn.js</a:t>
            </a:r>
          </a:p>
          <a:p>
            <a:pPr>
              <a:defRPr sz="1200"/>
            </a:pPr>
            <a:r>
              <a:t>D:/pasar_fix/node_modules/.bun/date-fns@4.1.0/node_modules/date-fns/locale/cs/cdn.js.map</a:t>
            </a:r>
          </a:p>
          <a:p>
            <a:pPr>
              <a:defRPr sz="1200"/>
            </a:pPr>
            <a:r>
              <a:t>D:/pasar_fix/node_modules/.bun/date-fns@4.1.0/node_modules/date-fns/locale/cs/cdn.min.js</a:t>
            </a:r>
          </a:p>
          <a:p>
            <a:pPr>
              <a:defRPr sz="1200"/>
            </a:pPr>
            <a:r>
              <a:t>D:/pasar_fix/node_modules/.bun/date-fns@4.1.0/node_modules/date-fns/locale/cs/cdn.min.js.map</a:t>
            </a:r>
          </a:p>
          <a:p>
            <a:pPr>
              <a:defRPr sz="1200"/>
            </a:pPr>
            <a:r>
              <a:t>D:/pasar_fix/node_modules/.bun/date-fns@4.1.0/node_modules/date-fns/locale/cs/_lib/formatDistance.cjs</a:t>
            </a:r>
          </a:p>
          <a:p>
            <a:pPr>
              <a:defRPr sz="1200"/>
            </a:pPr>
            <a:r>
              <a:t>D:/pasar_fix/node_modules/.bun/date-fns@4.1.0/node_modules/date-fns/locale/cs/_lib/formatDistance.d.cts</a:t>
            </a:r>
          </a:p>
          <a:p>
            <a:pPr>
              <a:defRPr sz="1200"/>
            </a:pPr>
            <a:r>
              <a:t>D:/pasar_fix/node_modules/.bun/date-fns@4.1.0/node_modules/date-fns/locale/cs/_lib/formatDistance.d.ts</a:t>
            </a:r>
          </a:p>
          <a:p>
            <a:pPr>
              <a:defRPr sz="1200"/>
            </a:pPr>
            <a:r>
              <a:t>D:/pasar_fix/node_modules/.bun/date-fns@4.1.0/node_modules/date-fns/locale/cs/_lib/formatDistance.js</a:t>
            </a:r>
          </a:p>
          <a:p>
            <a:pPr>
              <a:defRPr sz="1200"/>
            </a:pPr>
            <a:r>
              <a:t>D:/pasar_fix/node_modules/.bun/date-fns@4.1.0/node_modules/date-fns/locale/cs/_lib/formatLong.cjs</a:t>
            </a:r>
          </a:p>
          <a:p>
            <a:pPr>
              <a:defRPr sz="1200"/>
            </a:pPr>
            <a:r>
              <a:t>D:/pasar_fix/node_modules/.bun/date-fns@4.1.0/node_modules/date-fns/locale/cs/_lib/formatLong.d.cts</a:t>
            </a:r>
          </a:p>
          <a:p>
            <a:pPr>
              <a:defRPr sz="1200"/>
            </a:pPr>
            <a:r>
              <a:t>D:/pasar_fix/node_modules/.bun/date-fns@4.1.0/node_modules/date-fns/locale/cs/_lib/formatLong.d.ts</a:t>
            </a:r>
          </a:p>
          <a:p>
            <a:pPr>
              <a:defRPr sz="1200"/>
            </a:pPr>
            <a:r>
              <a:t>D:/pasar_fix/node_modules/.bun/date-fns@4.1.0/node_modules/date-fns/locale/cs/_lib/formatLong.js</a:t>
            </a:r>
          </a:p>
          <a:p>
            <a:pPr>
              <a:defRPr sz="1200"/>
            </a:pPr>
            <a:r>
              <a:t>D:/pasar_fix/node_modules/.bun/date-fns@4.1.0/node_modules/date-fns/locale/cs/_lib/formatRelative.cjs</a:t>
            </a:r>
          </a:p>
          <a:p>
            <a:pPr>
              <a:defRPr sz="1200"/>
            </a:pPr>
            <a:r>
              <a:t>D:/pasar_fix/node_modules/.bun/date-fns@4.1.0/node_modules/date-fns/locale/cs/_lib/formatRelative.d.cts</a:t>
            </a:r>
          </a:p>
          <a:p>
            <a:pPr>
              <a:defRPr sz="1200"/>
            </a:pPr>
            <a:r>
              <a:t>D:/pasar_fix/node_modules/.bun/date-fns@4.1.0/node_modules/date-fns/locale/cs/_lib/formatRelative.d.ts</a:t>
            </a:r>
          </a:p>
          <a:p>
            <a:pPr>
              <a:defRPr sz="1200"/>
            </a:pPr>
            <a:r>
              <a:t>D:/pasar_fix/node_modules/.bun/date-fns@4.1.0/node_modules/date-fns/locale/cs/_lib/formatRelative.js</a:t>
            </a:r>
          </a:p>
          <a:p>
            <a:pPr>
              <a:defRPr sz="1200"/>
            </a:pPr>
            <a:r>
              <a:t>D:/pasar_fix/node_modules/.bun/date-fns@4.1.0/node_modules/date-fns/locale/cs/_lib/localize.cjs</a:t>
            </a:r>
          </a:p>
          <a:p>
            <a:pPr>
              <a:defRPr sz="1200"/>
            </a:pPr>
            <a:r>
              <a:t>D:/pasar_fix/node_modules/.bun/date-fns@4.1.0/node_modules/date-fns/locale/cs/_lib/localize.d.cts</a:t>
            </a:r>
          </a:p>
          <a:p>
            <a:pPr>
              <a:defRPr sz="1200"/>
            </a:pPr>
            <a:r>
              <a:t>D:/pasar_fix/node_modules/.bun/date-fns@4.1.0/node_modules/date-fns/locale/cs/_lib/localize.d.ts</a:t>
            </a:r>
          </a:p>
          <a:p>
            <a:pPr>
              <a:defRPr sz="1200"/>
            </a:pPr>
            <a:r>
              <a:t>D:/pasar_fix/node_modules/.bun/date-fns@4.1.0/node_modules/date-fns/locale/cs/_lib/localize.js</a:t>
            </a:r>
          </a:p>
          <a:p>
            <a:pPr>
              <a:defRPr sz="1200"/>
            </a:pPr>
            <a:r>
              <a:t>D:/pasar_fix/node_modules/.bun/date-fns@4.1.0/node_modules/date-fns/locale/cs/_lib/match.cjs</a:t>
            </a:r>
          </a:p>
          <a:p>
            <a:pPr>
              <a:defRPr sz="1200"/>
            </a:pPr>
            <a:r>
              <a:t>D:/pasar_fix/node_modules/.bun/date-fns@4.1.0/node_modules/date-fns/locale/cs/_lib/match.d.cts</a:t>
            </a:r>
          </a:p>
          <a:p>
            <a:pPr>
              <a:defRPr sz="1200"/>
            </a:pPr>
            <a:r>
              <a:t>D:/pasar_fix/node_modules/.bun/date-fns@4.1.0/node_modules/date-fns/locale/cs/_lib/match.d.ts</a:t>
            </a:r>
          </a:p>
          <a:p>
            <a:pPr>
              <a:defRPr sz="1200"/>
            </a:pPr>
            <a:r>
              <a:t>D:/pasar_fix/node_modules/.bun/date-fns@4.1.0/node_modules/date-fns/locale/cs/_lib/match.js</a:t>
            </a:r>
          </a:p>
          <a:p>
            <a:pPr>
              <a:defRPr sz="1200"/>
            </a:pPr>
            <a:r>
              <a:t>D:/pasar_fix/node_modules/.bun/date-fns@4.1.0/node_modules/date-fns/locale/cy/cdn.js</a:t>
            </a:r>
          </a:p>
          <a:p>
            <a:pPr>
              <a:defRPr sz="1200"/>
            </a:pPr>
            <a:r>
              <a:t>D:/pasar_fix/node_modules/.bun/date-fns@4.1.0/node_modules/date-fns/locale/cy/cdn.js.map</a:t>
            </a:r>
          </a:p>
          <a:p>
            <a:pPr>
              <a:defRPr sz="1200"/>
            </a:pPr>
            <a:r>
              <a:t>D:/pasar_fix/node_modules/.bun/date-fns@4.1.0/node_modules/date-fns/locale/cy/cdn.min.js</a:t>
            </a:r>
          </a:p>
          <a:p>
            <a:pPr>
              <a:defRPr sz="1200"/>
            </a:pPr>
            <a:r>
              <a:t>D:/pasar_fix/node_modules/.bun/date-fns@4.1.0/node_modules/date-fns/locale/cy/cdn.min.js.map</a:t>
            </a:r>
          </a:p>
          <a:p>
            <a:pPr>
              <a:defRPr sz="1200"/>
            </a:pPr>
            <a:r>
              <a:t>D:/pasar_fix/node_modules/.bun/date-fns@4.1.0/node_modules/date-fns/locale/cy/_lib/formatDistance.cjs</a:t>
            </a:r>
          </a:p>
          <a:p>
            <a:pPr>
              <a:defRPr sz="1200"/>
            </a:pPr>
            <a:r>
              <a:t>D:/pasar_fix/node_modules/.bun/date-fns@4.1.0/node_modules/date-fns/locale/cy/_lib/formatDistance.d.cts</a:t>
            </a:r>
          </a:p>
          <a:p>
            <a:pPr>
              <a:defRPr sz="1200"/>
            </a:pPr>
            <a:r>
              <a:t>D:/pasar_fix/node_modules/.bun/date-fns@4.1.0/node_modules/date-fns/locale/cy/_lib/formatDistance.d.ts</a:t>
            </a:r>
          </a:p>
          <a:p>
            <a:pPr>
              <a:defRPr sz="1200"/>
            </a:pPr>
            <a:r>
              <a:t>D:/pasar_fix/node_modules/.bun/date-fns@4.1.0/node_modules/date-fns/locale/cy/_lib/formatDistance.js</a:t>
            </a:r>
          </a:p>
          <a:p>
            <a:pPr>
              <a:defRPr sz="1200"/>
            </a:pPr>
            <a:r>
              <a:t>D:/pasar_fix/node_modules/.bun/date-fns@4.1.0/node_modules/date-fns/locale/cy/_lib/formatLong.cjs</a:t>
            </a:r>
          </a:p>
          <a:p>
            <a:pPr>
              <a:defRPr sz="1200"/>
            </a:pPr>
            <a:r>
              <a:t>D:/pasar_fix/node_modules/.bun/date-fns@4.1.0/node_modules/date-fns/locale/cy/_lib/formatLong.d.cts</a:t>
            </a:r>
          </a:p>
          <a:p>
            <a:pPr>
              <a:defRPr sz="1200"/>
            </a:pPr>
            <a:r>
              <a:t>D:/pasar_fix/node_modules/.bun/date-fns@4.1.0/node_modules/date-fns/locale/cy/_lib/formatLong.d.ts</a:t>
            </a:r>
          </a:p>
          <a:p>
            <a:pPr>
              <a:defRPr sz="1200"/>
            </a:pPr>
            <a:r>
              <a:t>D:/pasar_fix/node_modules/.bun/date-fns@4.1.0/node_modules/date-fns/locale/cy/_lib/formatLong.js</a:t>
            </a:r>
          </a:p>
          <a:p>
            <a:pPr>
              <a:defRPr sz="1200"/>
            </a:pPr>
            <a:r>
              <a:t>D:/pasar_fix/node_modules/.bun/date-fns@4.1.0/node_modules/date-fns/locale/cy/_lib/formatRelative.cjs</a:t>
            </a:r>
          </a:p>
          <a:p>
            <a:pPr>
              <a:defRPr sz="1200"/>
            </a:pPr>
            <a:r>
              <a:t>D:/pasar_fix/node_modules/.bun/date-fns@4.1.0/node_modules/date-fns/locale/cy/_lib/formatRelative.d.cts</a:t>
            </a:r>
          </a:p>
          <a:p>
            <a:pPr>
              <a:defRPr sz="1200"/>
            </a:pPr>
            <a:r>
              <a:t>D:/pasar_fix/node_modules/.bun/date-fns@4.1.0/node_modules/date-fns/locale/cy/_lib/formatRelative.d.ts</a:t>
            </a:r>
          </a:p>
          <a:p>
            <a:pPr>
              <a:defRPr sz="1200"/>
            </a:pPr>
            <a:r>
              <a:t>D:/pasar_fix/node_modules/.bun/date-fns@4.1.0/node_modules/date-fns/locale/cy/_lib/formatRelative.js</a:t>
            </a:r>
          </a:p>
          <a:p>
            <a:pPr>
              <a:defRPr sz="1200"/>
            </a:pPr>
            <a:r>
              <a:t>D:/pasar_fix/node_modules/.bun/date-fns@4.1.0/node_modules/date-fns/locale/cy/_lib/localize.cjs</a:t>
            </a:r>
          </a:p>
          <a:p>
            <a:pPr>
              <a:defRPr sz="1200"/>
            </a:pPr>
            <a:r>
              <a:t>D:/pasar_fix/node_modules/.bun/date-fns@4.1.0/node_modules/date-fns/locale/cy/_lib/localize.d.cts</a:t>
            </a:r>
          </a:p>
          <a:p>
            <a:pPr>
              <a:defRPr sz="1200"/>
            </a:pPr>
            <a:r>
              <a:t>D:/pasar_fix/node_modules/.bun/date-fns@4.1.0/node_modules/date-fns/locale/cy/_lib/localize.d.ts</a:t>
            </a:r>
          </a:p>
          <a:p>
            <a:pPr>
              <a:defRPr sz="1200"/>
            </a:pPr>
            <a:r>
              <a:t>D:/pasar_fix/node_modules/.bun/date-fns@4.1.0/node_modules/date-fns/locale/cy/_lib/localize.js</a:t>
            </a:r>
          </a:p>
          <a:p>
            <a:pPr>
              <a:defRPr sz="1200"/>
            </a:pPr>
            <a:r>
              <a:t>D:/pasar_fix/node_modules/.bun/date-fns@4.1.0/node_modules/date-fns/locale/cy/_lib/match.cjs</a:t>
            </a:r>
          </a:p>
          <a:p>
            <a:pPr>
              <a:defRPr sz="1200"/>
            </a:pPr>
            <a:r>
              <a:t>D:/pasar_fix/node_modules/.bun/date-fns@4.1.0/node_modules/date-fns/locale/cy/_lib/match.d.cts</a:t>
            </a:r>
          </a:p>
          <a:p>
            <a:pPr>
              <a:defRPr sz="1200"/>
            </a:pPr>
            <a:r>
              <a:t>D:/pasar_fix/node_modules/.bun/date-fns@4.1.0/node_modules/date-fns/locale/cy/_lib/match.d.ts</a:t>
            </a:r>
          </a:p>
          <a:p>
            <a:pPr>
              <a:defRPr sz="1200"/>
            </a:pPr>
            <a:r>
              <a:t>D:/pasar_fix/node_modules/.bun/date-fns@4.1.0/node_modules/date-fns/locale/cy/_lib/match.js</a:t>
            </a:r>
          </a:p>
          <a:p>
            <a:pPr>
              <a:defRPr sz="1200"/>
            </a:pPr>
            <a:r>
              <a:t>D:/pasar_fix/node_modules/.bun/date-fns@4.1.0/node_modules/date-fns/locale/da/cdn.js</a:t>
            </a:r>
          </a:p>
          <a:p>
            <a:pPr>
              <a:defRPr sz="1200"/>
            </a:pPr>
            <a:r>
              <a:t>D:/pasar_fix/node_modules/.bun/date-fns@4.1.0/node_modules/date-fns/locale/da/cdn.js.map</a:t>
            </a:r>
          </a:p>
          <a:p>
            <a:pPr>
              <a:defRPr sz="1200"/>
            </a:pPr>
            <a:r>
              <a:t>D:/pasar_fix/node_modules/.bun/date-fns@4.1.0/node_modules/date-fns/locale/da/cdn.min.js</a:t>
            </a:r>
          </a:p>
          <a:p>
            <a:pPr>
              <a:defRPr sz="1200"/>
            </a:pPr>
            <a:r>
              <a:t>D:/pasar_fix/node_modules/.bun/date-fns@4.1.0/node_modules/date-fns/locale/da/cdn.min.js.map</a:t>
            </a:r>
          </a:p>
          <a:p>
            <a:pPr>
              <a:defRPr sz="1200"/>
            </a:pPr>
            <a:r>
              <a:t>D:/pasar_fix/node_modules/.bun/date-fns@4.1.0/node_modules/date-fns/locale/da/_lib/formatDistance.cjs</a:t>
            </a:r>
          </a:p>
          <a:p>
            <a:pPr>
              <a:defRPr sz="1200"/>
            </a:pPr>
            <a:r>
              <a:t>D:/pasar_fix/node_modules/.bun/date-fns@4.1.0/node_modules/date-fns/locale/da/_lib/formatDistance.d.cts</a:t>
            </a:r>
          </a:p>
          <a:p>
            <a:pPr>
              <a:defRPr sz="1200"/>
            </a:pPr>
            <a:r>
              <a:t>D:/pasar_fix/node_modules/.bun/date-fns@4.1.0/node_modules/date-fns/locale/da/_lib/formatDistance.d.ts</a:t>
            </a:r>
          </a:p>
          <a:p>
            <a:pPr>
              <a:defRPr sz="1200"/>
            </a:pPr>
            <a:r>
              <a:t>D:/pasar_fix/node_modules/.bun/date-fns@4.1.0/node_modules/date-fns/locale/da/_lib/formatDistance.js</a:t>
            </a:r>
          </a:p>
          <a:p>
            <a:pPr>
              <a:defRPr sz="1200"/>
            </a:pPr>
            <a:r>
              <a:t>D:/pasar_fix/node_modules/.bun/date-fns@4.1.0/node_modules/date-fns/locale/da/_lib/formatLong.cjs</a:t>
            </a:r>
          </a:p>
          <a:p>
            <a:pPr>
              <a:defRPr sz="1200"/>
            </a:pPr>
            <a:r>
              <a:t>D:/pasar_fix/node_modules/.bun/date-fns@4.1.0/node_modules/date-fns/locale/da/_lib/formatLong.d.cts</a:t>
            </a:r>
          </a:p>
          <a:p>
            <a:pPr>
              <a:defRPr sz="1200"/>
            </a:pPr>
            <a:r>
              <a:t>D:/pasar_fix/node_modules/.bun/date-fns@4.1.0/node_modules/date-fns/locale/da/_lib/formatLong.d.ts</a:t>
            </a:r>
          </a:p>
          <a:p>
            <a:pPr>
              <a:defRPr sz="1200"/>
            </a:pPr>
            <a:r>
              <a:t>D:/pasar_fix/node_modules/.bun/date-fns@4.1.0/node_modules/date-fns/locale/da/_lib/formatLong.js</a:t>
            </a:r>
          </a:p>
          <a:p>
            <a:pPr>
              <a:defRPr sz="1200"/>
            </a:pPr>
            <a:r>
              <a:t>D:/pasar_fix/node_modules/.bun/date-fns@4.1.0/node_modules/date-fns/locale/da/_lib/formatRelative.cjs</a:t>
            </a:r>
          </a:p>
          <a:p>
            <a:pPr>
              <a:defRPr sz="1200"/>
            </a:pPr>
            <a:r>
              <a:t>D:/pasar_fix/node_modules/.bun/date-fns@4.1.0/node_modules/date-fns/locale/da/_lib/formatRelative.d.cts</a:t>
            </a:r>
          </a:p>
          <a:p>
            <a:pPr>
              <a:defRPr sz="1200"/>
            </a:pPr>
            <a:r>
              <a:t>D:/pasar_fix/node_modules/.bun/date-fns@4.1.0/node_modules/date-fns/locale/da/_lib/formatRelative.d.ts</a:t>
            </a:r>
          </a:p>
          <a:p>
            <a:pPr>
              <a:defRPr sz="1200"/>
            </a:pPr>
            <a:r>
              <a:t>D:/pasar_fix/node_modules/.bun/date-fns@4.1.0/node_modules/date-fns/locale/da/_lib/formatRelative.js</a:t>
            </a:r>
          </a:p>
          <a:p>
            <a:pPr>
              <a:defRPr sz="1200"/>
            </a:pPr>
            <a:r>
              <a:t>D:/pasar_fix/node_modules/.bun/date-fns@4.1.0/node_modules/date-fns/locale/da/_lib/localize.cjs</a:t>
            </a:r>
          </a:p>
          <a:p>
            <a:pPr>
              <a:defRPr sz="1200"/>
            </a:pPr>
            <a:r>
              <a:t>D:/pasar_fix/node_modules/.bun/date-fns@4.1.0/node_modules/date-fns/locale/da/_lib/localize.d.cts</a:t>
            </a:r>
          </a:p>
          <a:p>
            <a:pPr>
              <a:defRPr sz="1200"/>
            </a:pPr>
            <a:r>
              <a:t>D:/pasar_fix/node_modules/.bun/date-fns@4.1.0/node_modules/date-fns/locale/da/_lib/localize.d.ts</a:t>
            </a:r>
          </a:p>
          <a:p>
            <a:pPr>
              <a:defRPr sz="1200"/>
            </a:pPr>
            <a:r>
              <a:t>D:/pasar_fix/node_modules/.bun/date-fns@4.1.0/node_modules/date-fns/locale/da/_lib/localize.js</a:t>
            </a:r>
          </a:p>
          <a:p>
            <a:pPr>
              <a:defRPr sz="1200"/>
            </a:pPr>
            <a:r>
              <a:t>D:/pasar_fix/node_modules/.bun/date-fns@4.1.0/node_modules/date-fns/locale/da/_lib/match.cjs</a:t>
            </a:r>
          </a:p>
          <a:p>
            <a:pPr>
              <a:defRPr sz="1200"/>
            </a:pPr>
            <a:r>
              <a:t>D:/pasar_fix/node_modules/.bun/date-fns@4.1.0/node_modules/date-fns/locale/da/_lib/match.d.cts</a:t>
            </a:r>
          </a:p>
          <a:p>
            <a:pPr>
              <a:defRPr sz="1200"/>
            </a:pPr>
            <a:r>
              <a:t>D:/pasar_fix/node_modules/.bun/date-fns@4.1.0/node_modules/date-fns/locale/da/_lib/match.d.ts</a:t>
            </a:r>
          </a:p>
          <a:p>
            <a:pPr>
              <a:defRPr sz="1200"/>
            </a:pPr>
            <a:r>
              <a:t>D:/pasar_fix/node_modules/.bun/date-fns@4.1.0/node_modules/date-fns/locale/da/_lib/match.js</a:t>
            </a:r>
          </a:p>
          <a:p>
            <a:pPr>
              <a:defRPr sz="1200"/>
            </a:pPr>
            <a:r>
              <a:t>D:/pasar_fix/node_modules/.bun/date-fns@4.1.0/node_modules/date-fns/locale/de/cdn.js</a:t>
            </a:r>
          </a:p>
          <a:p>
            <a:pPr>
              <a:defRPr sz="1200"/>
            </a:pPr>
            <a:r>
              <a:t>D:/pasar_fix/node_modules/.bun/date-fns@4.1.0/node_modules/date-fns/locale/de/cdn.js.map</a:t>
            </a:r>
          </a:p>
          <a:p>
            <a:pPr>
              <a:defRPr sz="1200"/>
            </a:pPr>
            <a:r>
              <a:t>D:/pasar_fix/node_modules/.bun/date-fns@4.1.0/node_modules/date-fns/locale/de/cdn.min.js</a:t>
            </a:r>
          </a:p>
          <a:p>
            <a:pPr>
              <a:defRPr sz="1200"/>
            </a:pPr>
            <a:r>
              <a:t>D:/pasar_fix/node_modules/.bun/date-fns@4.1.0/node_modules/date-fns/locale/de/cdn.min.js.map</a:t>
            </a:r>
          </a:p>
          <a:p>
            <a:pPr>
              <a:defRPr sz="1200"/>
            </a:pPr>
            <a:r>
              <a:t>D:/pasar_fix/node_modules/.bun/date-fns@4.1.0/node_modules/date-fns/locale/de/_lib/formatDistance.cjs</a:t>
            </a:r>
          </a:p>
          <a:p>
            <a:pPr>
              <a:defRPr sz="1200"/>
            </a:pPr>
            <a:r>
              <a:t>D:/pasar_fix/node_modules/.bun/date-fns@4.1.0/node_modules/date-fns/locale/de/_lib/formatDistance.d.cts</a:t>
            </a:r>
          </a:p>
          <a:p>
            <a:pPr>
              <a:defRPr sz="1200"/>
            </a:pPr>
            <a:r>
              <a:t>D:/pasar_fix/node_modules/.bun/date-fns@4.1.0/node_modules/date-fns/locale/de/_lib/formatDistance.d.ts</a:t>
            </a:r>
          </a:p>
          <a:p>
            <a:pPr>
              <a:defRPr sz="1200"/>
            </a:pPr>
            <a:r>
              <a:t>D:/pasar_fix/node_modules/.bun/date-fns@4.1.0/node_modules/date-fns/locale/de/_lib/formatDistance.js</a:t>
            </a:r>
          </a:p>
          <a:p>
            <a:pPr>
              <a:defRPr sz="1200"/>
            </a:pPr>
            <a:r>
              <a:t>D:/pasar_fix/node_modules/.bun/date-fns@4.1.0/node_modules/date-fns/locale/de/_lib/formatLong.cjs</a:t>
            </a:r>
          </a:p>
          <a:p>
            <a:pPr>
              <a:defRPr sz="1200"/>
            </a:pPr>
            <a:r>
              <a:t>D:/pasar_fix/node_modules/.bun/date-fns@4.1.0/node_modules/date-fns/locale/de/_lib/formatLong.d.cts</a:t>
            </a:r>
          </a:p>
          <a:p>
            <a:pPr>
              <a:defRPr sz="1200"/>
            </a:pPr>
            <a:r>
              <a:t>D:/pasar_fix/node_modules/.bun/date-fns@4.1.0/node_modules/date-fns/locale/de/_lib/formatLong.d.ts</a:t>
            </a:r>
          </a:p>
          <a:p>
            <a:pPr>
              <a:defRPr sz="1200"/>
            </a:pPr>
            <a:r>
              <a:t>D:/pasar_fix/node_modules/.bun/date-fns@4.1.0/node_modules/date-fns/locale/de/_lib/formatLong.js</a:t>
            </a:r>
          </a:p>
          <a:p>
            <a:pPr>
              <a:defRPr sz="1200"/>
            </a:pPr>
            <a:r>
              <a:t>D:/pasar_fix/node_modules/.bun/date-fns@4.1.0/node_modules/date-fns/locale/de/_lib/formatRelative.cjs</a:t>
            </a:r>
          </a:p>
          <a:p>
            <a:pPr>
              <a:defRPr sz="1200"/>
            </a:pPr>
            <a:r>
              <a:t>D:/pasar_fix/node_modules/.bun/date-fns@4.1.0/node_modules/date-fns/locale/de/_lib/formatRelative.d.cts</a:t>
            </a:r>
          </a:p>
          <a:p>
            <a:pPr>
              <a:defRPr sz="1200"/>
            </a:pPr>
            <a:r>
              <a:t>D:/pasar_fix/node_modules/.bun/date-fns@4.1.0/node_modules/date-fns/locale/de/_lib/formatRelative.d.ts</a:t>
            </a:r>
          </a:p>
          <a:p>
            <a:pPr>
              <a:defRPr sz="1200"/>
            </a:pPr>
            <a:r>
              <a:t>D:/pasar_fix/node_modules/.bun/date-fns@4.1.0/node_modules/date-fns/locale/de/_lib/formatRelative.js</a:t>
            </a:r>
          </a:p>
          <a:p>
            <a:pPr>
              <a:defRPr sz="1200"/>
            </a:pPr>
            <a:r>
              <a:t>D:/pasar_fix/node_modules/.bun/date-fns@4.1.0/node_modules/date-fns/locale/de/_lib/localize.cjs</a:t>
            </a:r>
          </a:p>
          <a:p>
            <a:pPr>
              <a:defRPr sz="1200"/>
            </a:pPr>
            <a:r>
              <a:t>D:/pasar_fix/node_modules/.bun/date-fns@4.1.0/node_modules/date-fns/locale/de/_lib/localize.d.cts</a:t>
            </a:r>
          </a:p>
          <a:p>
            <a:pPr>
              <a:defRPr sz="1200"/>
            </a:pPr>
            <a:r>
              <a:t>D:/pasar_fix/node_modules/.bun/date-fns@4.1.0/node_modules/date-fns/locale/de/_lib/localize.d.ts</a:t>
            </a:r>
          </a:p>
          <a:p>
            <a:pPr>
              <a:defRPr sz="1200"/>
            </a:pPr>
            <a:r>
              <a:t>D:/pasar_fix/node_modules/.bun/date-fns@4.1.0/node_modules/date-fns/locale/de/_lib/localize.js</a:t>
            </a:r>
          </a:p>
          <a:p>
            <a:pPr>
              <a:defRPr sz="1200"/>
            </a:pPr>
            <a:r>
              <a:t>D:/pasar_fix/node_modules/.bun/date-fns@4.1.0/node_modules/date-fns/locale/de/_lib/match.cjs</a:t>
            </a:r>
          </a:p>
          <a:p>
            <a:pPr>
              <a:defRPr sz="1200"/>
            </a:pPr>
            <a:r>
              <a:t>D:/pasar_fix/node_modules/.bun/date-fns@4.1.0/node_modules/date-fns/locale/de/_lib/match.d.cts</a:t>
            </a:r>
          </a:p>
          <a:p>
            <a:pPr>
              <a:defRPr sz="1200"/>
            </a:pPr>
            <a:r>
              <a:t>D:/pasar_fix/node_modules/.bun/date-fns@4.1.0/node_modules/date-fns/locale/de/_lib/match.d.ts</a:t>
            </a:r>
          </a:p>
          <a:p>
            <a:pPr>
              <a:defRPr sz="1200"/>
            </a:pPr>
            <a:r>
              <a:t>D:/pasar_fix/node_modules/.bun/date-fns@4.1.0/node_modules/date-fns/locale/de/_lib/match.js</a:t>
            </a:r>
          </a:p>
          <a:p>
            <a:pPr>
              <a:defRPr sz="1200"/>
            </a:pPr>
            <a:r>
              <a:t>D:/pasar_fix/node_modules/.bun/date-fns@4.1.0/node_modules/date-fns/locale/de-AT/cdn.js</a:t>
            </a:r>
          </a:p>
          <a:p>
            <a:pPr>
              <a:defRPr sz="1200"/>
            </a:pPr>
            <a:r>
              <a:t>D:/pasar_fix/node_modules/.bun/date-fns@4.1.0/node_modules/date-fns/locale/de-AT/cdn.js.map</a:t>
            </a:r>
          </a:p>
          <a:p>
            <a:pPr>
              <a:defRPr sz="1200"/>
            </a:pPr>
            <a:r>
              <a:t>D:/pasar_fix/node_modules/.bun/date-fns@4.1.0/node_modules/date-fns/locale/de-AT/cdn.min.js</a:t>
            </a:r>
          </a:p>
          <a:p>
            <a:pPr>
              <a:defRPr sz="1200"/>
            </a:pPr>
            <a:r>
              <a:t>D:/pasar_fix/node_modules/.bun/date-fns@4.1.0/node_modules/date-fns/locale/de-AT/cdn.min.js.map</a:t>
            </a:r>
          </a:p>
          <a:p>
            <a:pPr>
              <a:defRPr sz="1200"/>
            </a:pPr>
            <a:r>
              <a:t>D:/pasar_fix/node_modules/.bun/date-fns@4.1.0/node_modules/date-fns/locale/de-AT/_lib/localize.cjs</a:t>
            </a:r>
          </a:p>
          <a:p>
            <a:pPr>
              <a:defRPr sz="1200"/>
            </a:pPr>
            <a:r>
              <a:t>D:/pasar_fix/node_modules/.bun/date-fns@4.1.0/node_modules/date-fns/locale/de-AT/_lib/localize.d.cts</a:t>
            </a:r>
          </a:p>
          <a:p>
            <a:pPr>
              <a:defRPr sz="1200"/>
            </a:pPr>
            <a:r>
              <a:t>D:/pasar_fix/node_modules/.bun/date-fns@4.1.0/node_modules/date-fns/locale/de-AT/_lib/localize.d.ts</a:t>
            </a:r>
          </a:p>
          <a:p>
            <a:pPr>
              <a:defRPr sz="1200"/>
            </a:pPr>
            <a:r>
              <a:t>D:/pasar_fix/node_modules/.bun/date-fns@4.1.0/node_modules/date-fns/locale/de-AT/_lib/localize.js</a:t>
            </a:r>
          </a:p>
          <a:p>
            <a:pPr>
              <a:defRPr sz="1200"/>
            </a:pPr>
            <a:r>
              <a:t>D:/pasar_fix/node_modules/.bun/date-fns@4.1.0/node_modules/date-fns/locale/el/cdn.js</a:t>
            </a:r>
          </a:p>
          <a:p>
            <a:pPr>
              <a:defRPr sz="1200"/>
            </a:pPr>
            <a:r>
              <a:t>D:/pasar_fix/node_modules/.bun/date-fns@4.1.0/node_modules/date-fns/locale/el/cdn.js.map</a:t>
            </a:r>
          </a:p>
          <a:p>
            <a:pPr>
              <a:defRPr sz="1200"/>
            </a:pPr>
            <a:r>
              <a:t>D:/pasar_fix/node_modules/.bun/date-fns@4.1.0/node_modules/date-fns/locale/el/cdn.min.js</a:t>
            </a:r>
          </a:p>
          <a:p>
            <a:pPr>
              <a:defRPr sz="1200"/>
            </a:pPr>
            <a:r>
              <a:t>D:/pasar_fix/node_modules/.bun/date-fns@4.1.0/node_modules/date-fns/locale/el/cdn.min.js.map</a:t>
            </a:r>
          </a:p>
          <a:p>
            <a:pPr>
              <a:defRPr sz="1200"/>
            </a:pPr>
            <a:r>
              <a:t>D:/pasar_fix/node_modules/.bun/date-fns@4.1.0/node_modules/date-fns/locale/el/_lib/formatDistance.cjs</a:t>
            </a:r>
          </a:p>
          <a:p>
            <a:pPr>
              <a:defRPr sz="1200"/>
            </a:pPr>
            <a:r>
              <a:t>D:/pasar_fix/node_modules/.bun/date-fns@4.1.0/node_modules/date-fns/locale/el/_lib/formatDistance.d.cts</a:t>
            </a:r>
          </a:p>
          <a:p>
            <a:pPr>
              <a:defRPr sz="1200"/>
            </a:pPr>
            <a:r>
              <a:t>D:/pasar_fix/node_modules/.bun/date-fns@4.1.0/node_modules/date-fns/locale/el/_lib/formatDistance.d.ts</a:t>
            </a:r>
          </a:p>
          <a:p>
            <a:pPr>
              <a:defRPr sz="1200"/>
            </a:pPr>
            <a:r>
              <a:t>D:/pasar_fix/node_modules/.bun/date-fns@4.1.0/node_modules/date-fns/locale/el/_lib/formatDistance.js</a:t>
            </a:r>
          </a:p>
          <a:p>
            <a:pPr>
              <a:defRPr sz="1200"/>
            </a:pPr>
            <a:r>
              <a:t>D:/pasar_fix/node_modules/.bun/date-fns@4.1.0/node_modules/date-fns/locale/el/_lib/formatLong.cjs</a:t>
            </a:r>
          </a:p>
          <a:p>
            <a:pPr>
              <a:defRPr sz="1200"/>
            </a:pPr>
            <a:r>
              <a:t>D:/pasar_fix/node_modules/.bun/date-fns@4.1.0/node_modules/date-fns/locale/el/_lib/formatLong.d.cts</a:t>
            </a:r>
          </a:p>
          <a:p>
            <a:pPr>
              <a:defRPr sz="1200"/>
            </a:pPr>
            <a:r>
              <a:t>D:/pasar_fix/node_modules/.bun/date-fns@4.1.0/node_modules/date-fns/locale/el/_lib/formatLong.d.ts</a:t>
            </a:r>
          </a:p>
          <a:p>
            <a:pPr>
              <a:defRPr sz="1200"/>
            </a:pPr>
            <a:r>
              <a:t>D:/pasar_fix/node_modules/.bun/date-fns@4.1.0/node_modules/date-fns/locale/el/_lib/formatLong.js</a:t>
            </a:r>
          </a:p>
          <a:p>
            <a:pPr>
              <a:defRPr sz="1200"/>
            </a:pPr>
            <a:r>
              <a:t>D:/pasar_fix/node_modules/.bun/date-fns@4.1.0/node_modules/date-fns/locale/el/_lib/formatRelative.cjs</a:t>
            </a:r>
          </a:p>
          <a:p>
            <a:pPr>
              <a:defRPr sz="1200"/>
            </a:pPr>
            <a:r>
              <a:t>D:/pasar_fix/node_modules/.bun/date-fns@4.1.0/node_modules/date-fns/locale/el/_lib/formatRelative.d.cts</a:t>
            </a:r>
          </a:p>
          <a:p>
            <a:pPr>
              <a:defRPr sz="1200"/>
            </a:pPr>
            <a:r>
              <a:t>D:/pasar_fix/node_modules/.bun/date-fns@4.1.0/node_modules/date-fns/locale/el/_lib/formatRelative.d.ts</a:t>
            </a:r>
          </a:p>
          <a:p>
            <a:pPr>
              <a:defRPr sz="1200"/>
            </a:pPr>
            <a:r>
              <a:t>D:/pasar_fix/node_modules/.bun/date-fns@4.1.0/node_modules/date-fns/locale/el/_lib/formatRelative.js</a:t>
            </a:r>
          </a:p>
          <a:p>
            <a:pPr>
              <a:defRPr sz="1200"/>
            </a:pPr>
            <a:r>
              <a:t>D:/pasar_fix/node_modules/.bun/date-fns@4.1.0/node_modules/date-fns/locale/el/_lib/localize.cjs</a:t>
            </a:r>
          </a:p>
          <a:p>
            <a:pPr>
              <a:defRPr sz="1200"/>
            </a:pPr>
            <a:r>
              <a:t>D:/pasar_fix/node_modules/.bun/date-fns@4.1.0/node_modules/date-fns/locale/el/_lib/localize.d.cts</a:t>
            </a:r>
          </a:p>
          <a:p>
            <a:pPr>
              <a:defRPr sz="1200"/>
            </a:pPr>
            <a:r>
              <a:t>D:/pasar_fix/node_modules/.bun/date-fns@4.1.0/node_modules/date-fns/locale/el/_lib/localize.d.ts</a:t>
            </a:r>
          </a:p>
          <a:p>
            <a:pPr>
              <a:defRPr sz="1200"/>
            </a:pPr>
            <a:r>
              <a:t>D:/pasar_fix/node_modules/.bun/date-fns@4.1.0/node_modules/date-fns/locale/el/_lib/localize.js</a:t>
            </a:r>
          </a:p>
          <a:p>
            <a:pPr>
              <a:defRPr sz="1200"/>
            </a:pPr>
            <a:r>
              <a:t>D:/pasar_fix/node_modules/.bun/date-fns@4.1.0/node_modules/date-fns/locale/el/_lib/match.cjs</a:t>
            </a:r>
          </a:p>
          <a:p>
            <a:pPr>
              <a:defRPr sz="1200"/>
            </a:pPr>
            <a:r>
              <a:t>D:/pasar_fix/node_modules/.bun/date-fns@4.1.0/node_modules/date-fns/locale/el/_lib/match.d.cts</a:t>
            </a:r>
          </a:p>
          <a:p>
            <a:pPr>
              <a:defRPr sz="1200"/>
            </a:pPr>
            <a:r>
              <a:t>D:/pasar_fix/node_modules/.bun/date-fns@4.1.0/node_modules/date-fns/locale/el/_lib/match.d.ts</a:t>
            </a:r>
          </a:p>
          <a:p>
            <a:pPr>
              <a:defRPr sz="1200"/>
            </a:pPr>
            <a:r>
              <a:t>D:/pasar_fix/node_modules/.bun/date-fns@4.1.0/node_modules/date-fns/locale/el/_lib/match.js</a:t>
            </a:r>
          </a:p>
          <a:p>
            <a:pPr>
              <a:defRPr sz="1200"/>
            </a:pPr>
            <a:r>
              <a:t>D:/pasar_fix/node_modules/.bun/date-fns@4.1.0/node_modules/date-fns/locale/en-AU/cdn.js</a:t>
            </a:r>
          </a:p>
          <a:p>
            <a:pPr>
              <a:defRPr sz="1200"/>
            </a:pPr>
            <a:r>
              <a:t>D:/pasar_fix/node_modules/.bun/date-fns@4.1.0/node_modules/date-fns/locale/en-AU/cdn.js.map</a:t>
            </a:r>
          </a:p>
          <a:p>
            <a:pPr>
              <a:defRPr sz="1200"/>
            </a:pPr>
            <a:r>
              <a:t>D:/pasar_fix/node_modules/.bun/date-fns@4.1.0/node_modules/date-fns/locale/en-AU/cdn.min.js</a:t>
            </a:r>
          </a:p>
          <a:p>
            <a:pPr>
              <a:defRPr sz="1200"/>
            </a:pPr>
            <a:r>
              <a:t>D:/pasar_fix/node_modules/.bun/date-fns@4.1.0/node_modules/date-fns/locale/en-AU/cdn.min.js.map</a:t>
            </a:r>
          </a:p>
          <a:p>
            <a:pPr>
              <a:defRPr sz="1200"/>
            </a:pPr>
            <a:r>
              <a:t>D:/pasar_fix/node_modules/.bun/date-fns@4.1.0/node_modules/date-fns/locale/en-AU/_lib/formatLong.cjs</a:t>
            </a:r>
          </a:p>
          <a:p>
            <a:pPr>
              <a:defRPr sz="1200"/>
            </a:pPr>
            <a:r>
              <a:t>D:/pasar_fix/node_modules/.bun/date-fns@4.1.0/node_modules/date-fns/locale/en-AU/_lib/formatLong.d.cts</a:t>
            </a:r>
          </a:p>
          <a:p>
            <a:pPr>
              <a:defRPr sz="1200"/>
            </a:pPr>
            <a:r>
              <a:t>D:/pasar_fix/node_modules/.bun/date-fns@4.1.0/node_modules/date-fns/locale/en-AU/_lib/formatLong.d.ts</a:t>
            </a:r>
          </a:p>
          <a:p>
            <a:pPr>
              <a:defRPr sz="1200"/>
            </a:pPr>
            <a:r>
              <a:t>D:/pasar_fix/node_modules/.bun/date-fns@4.1.0/node_modules/date-fns/locale/en-AU/_lib/formatLong.js</a:t>
            </a:r>
          </a:p>
          <a:p>
            <a:pPr>
              <a:defRPr sz="1200"/>
            </a:pPr>
            <a:r>
              <a:t>D:/pasar_fix/node_modules/.bun/date-fns@4.1.0/node_modules/date-fns/locale/en-CA/cdn.js</a:t>
            </a:r>
          </a:p>
          <a:p>
            <a:pPr>
              <a:defRPr sz="1200"/>
            </a:pPr>
            <a:r>
              <a:t>D:/pasar_fix/node_modules/.bun/date-fns@4.1.0/node_modules/date-fns/locale/en-CA/cdn.js.map</a:t>
            </a:r>
          </a:p>
          <a:p>
            <a:pPr>
              <a:defRPr sz="1200"/>
            </a:pPr>
            <a:r>
              <a:t>D:/pasar_fix/node_modules/.bun/date-fns@4.1.0/node_modules/date-fns/locale/en-CA/cdn.min.js</a:t>
            </a:r>
          </a:p>
          <a:p>
            <a:pPr>
              <a:defRPr sz="1200"/>
            </a:pPr>
            <a:r>
              <a:t>D:/pasar_fix/node_modules/.bun/date-fns@4.1.0/node_modules/date-fns/locale/en-CA/cdn.min.js.map</a:t>
            </a:r>
          </a:p>
          <a:p>
            <a:pPr>
              <a:defRPr sz="1200"/>
            </a:pPr>
            <a:r>
              <a:t>D:/pasar_fix/node_modules/.bun/date-fns@4.1.0/node_modules/date-fns/locale/en-CA/_lib/formatDistance.cjs</a:t>
            </a:r>
          </a:p>
          <a:p>
            <a:pPr>
              <a:defRPr sz="1200"/>
            </a:pPr>
            <a:r>
              <a:t>D:/pasar_fix/node_modules/.bun/date-fns@4.1.0/node_modules/date-fns/locale/en-CA/_lib/formatDistance.d.cts</a:t>
            </a:r>
          </a:p>
          <a:p>
            <a:pPr>
              <a:defRPr sz="1200"/>
            </a:pPr>
            <a:r>
              <a:t>D:/pasar_fix/node_modules/.bun/date-fns@4.1.0/node_modules/date-fns/locale/en-CA/_lib/formatDistance.d.ts</a:t>
            </a:r>
          </a:p>
          <a:p>
            <a:pPr>
              <a:defRPr sz="1200"/>
            </a:pPr>
            <a:r>
              <a:t>D:/pasar_fix/node_modules/.bun/date-fns@4.1.0/node_modules/date-fns/locale/en-CA/_lib/formatDistance.js</a:t>
            </a:r>
          </a:p>
          <a:p>
            <a:pPr>
              <a:defRPr sz="1200"/>
            </a:pPr>
            <a:r>
              <a:t>D:/pasar_fix/node_modules/.bun/date-fns@4.1.0/node_modules/date-fns/locale/en-CA/_lib/formatLong.cjs</a:t>
            </a:r>
          </a:p>
          <a:p>
            <a:pPr>
              <a:defRPr sz="1200"/>
            </a:pPr>
            <a:r>
              <a:t>D:/pasar_fix/node_modules/.bun/date-fns@4.1.0/node_modules/date-fns/locale/en-CA/_lib/formatLong.d.cts</a:t>
            </a:r>
          </a:p>
          <a:p>
            <a:pPr>
              <a:defRPr sz="1200"/>
            </a:pPr>
            <a:r>
              <a:t>D:/pasar_fix/node_modules/.bun/date-fns@4.1.0/node_modules/date-fns/locale/en-CA/_lib/formatLong.d.ts</a:t>
            </a:r>
          </a:p>
          <a:p>
            <a:pPr>
              <a:defRPr sz="1200"/>
            </a:pPr>
            <a:r>
              <a:t>D:/pasar_fix/node_modules/.bun/date-fns@4.1.0/node_modules/date-fns/locale/en-CA/_lib/formatLong.js</a:t>
            </a:r>
          </a:p>
          <a:p>
            <a:pPr>
              <a:defRPr sz="1200"/>
            </a:pPr>
            <a:r>
              <a:t>D:/pasar_fix/node_modules/.bun/date-fns@4.1.0/node_modules/date-fns/locale/en-GB/cdn.js</a:t>
            </a:r>
          </a:p>
          <a:p>
            <a:pPr>
              <a:defRPr sz="1200"/>
            </a:pPr>
            <a:r>
              <a:t>D:/pasar_fix/node_modules/.bun/date-fns@4.1.0/node_modules/date-fns/locale/en-GB/cdn.js.map</a:t>
            </a:r>
          </a:p>
          <a:p>
            <a:pPr>
              <a:defRPr sz="1200"/>
            </a:pPr>
            <a:r>
              <a:t>D:/pasar_fix/node_modules/.bun/date-fns@4.1.0/node_modules/date-fns/locale/en-GB/cdn.min.js</a:t>
            </a:r>
          </a:p>
          <a:p>
            <a:pPr>
              <a:defRPr sz="1200"/>
            </a:pPr>
            <a:r>
              <a:t>D:/pasar_fix/node_modules/.bun/date-fns@4.1.0/node_modules/date-fns/locale/en-GB/cdn.min.js.map</a:t>
            </a:r>
          </a:p>
          <a:p>
            <a:pPr>
              <a:defRPr sz="1200"/>
            </a:pPr>
            <a:r>
              <a:t>D:/pasar_fix/node_modules/.bun/date-fns@4.1.0/node_modules/date-fns/locale/en-GB/_lib/formatLong.cjs</a:t>
            </a:r>
          </a:p>
          <a:p>
            <a:pPr>
              <a:defRPr sz="1200"/>
            </a:pPr>
            <a:r>
              <a:t>D:/pasar_fix/node_modules/.bun/date-fns@4.1.0/node_modules/date-fns/locale/en-GB/_lib/formatLong.d.cts</a:t>
            </a:r>
          </a:p>
          <a:p>
            <a:pPr>
              <a:defRPr sz="1200"/>
            </a:pPr>
            <a:r>
              <a:t>D:/pasar_fix/node_modules/.bun/date-fns@4.1.0/node_modules/date-fns/locale/en-GB/_lib/formatLong.d.ts</a:t>
            </a:r>
          </a:p>
          <a:p>
            <a:pPr>
              <a:defRPr sz="1200"/>
            </a:pPr>
            <a:r>
              <a:t>D:/pasar_fix/node_modules/.bun/date-fns@4.1.0/node_modules/date-fns/locale/en-GB/_lib/formatLong.js</a:t>
            </a:r>
          </a:p>
          <a:p>
            <a:pPr>
              <a:defRPr sz="1200"/>
            </a:pPr>
            <a:r>
              <a:t>D:/pasar_fix/node_modules/.bun/date-fns@4.1.0/node_modules/date-fns/locale/en-IE/cdn.js</a:t>
            </a:r>
          </a:p>
          <a:p>
            <a:pPr>
              <a:defRPr sz="1200"/>
            </a:pPr>
            <a:r>
              <a:t>D:/pasar_fix/node_modules/.bun/date-fns@4.1.0/node_modules/date-fns/locale/en-IE/cdn.js.map</a:t>
            </a:r>
          </a:p>
          <a:p>
            <a:pPr>
              <a:defRPr sz="1200"/>
            </a:pPr>
            <a:r>
              <a:t>D:/pasar_fix/node_modules/.bun/date-fns@4.1.0/node_modules/date-fns/locale/en-IE/cdn.min.js</a:t>
            </a:r>
          </a:p>
          <a:p>
            <a:pPr>
              <a:defRPr sz="1200"/>
            </a:pPr>
            <a:r>
              <a:t>D:/pasar_fix/node_modules/.bun/date-fns@4.1.0/node_modules/date-fns/locale/en-IE/cdn.min.js.map</a:t>
            </a:r>
          </a:p>
          <a:p>
            <a:pPr>
              <a:defRPr sz="1200"/>
            </a:pPr>
            <a:r>
              <a:t>D:/pasar_fix/node_modules/.bun/date-fns@4.1.0/node_modules/date-fns/locale/en-IN/cdn.js</a:t>
            </a:r>
          </a:p>
          <a:p>
            <a:pPr>
              <a:defRPr sz="1200"/>
            </a:pPr>
            <a:r>
              <a:t>D:/pasar_fix/node_modules/.bun/date-fns@4.1.0/node_modules/date-fns/locale/en-IN/cdn.js.map</a:t>
            </a:r>
          </a:p>
          <a:p>
            <a:pPr>
              <a:defRPr sz="1200"/>
            </a:pPr>
            <a:r>
              <a:t>D:/pasar_fix/node_modules/.bun/date-fns@4.1.0/node_modules/date-fns/locale/en-IN/cdn.min.js</a:t>
            </a:r>
          </a:p>
          <a:p>
            <a:pPr>
              <a:defRPr sz="1200"/>
            </a:pPr>
            <a:r>
              <a:t>D:/pasar_fix/node_modules/.bun/date-fns@4.1.0/node_modules/date-fns/locale/en-IN/cdn.min.js.map</a:t>
            </a:r>
          </a:p>
          <a:p>
            <a:pPr>
              <a:defRPr sz="1200"/>
            </a:pPr>
            <a:r>
              <a:t>D:/pasar_fix/node_modules/.bun/date-fns@4.1.0/node_modules/date-fns/locale/en-IN/_lib/formatLong.cjs</a:t>
            </a:r>
          </a:p>
          <a:p>
            <a:pPr>
              <a:defRPr sz="1200"/>
            </a:pPr>
            <a:r>
              <a:t>D:/pasar_fix/node_modules/.bun/date-fns@4.1.0/node_modules/date-fns/locale/en-IN/_lib/formatLong.d.cts</a:t>
            </a:r>
          </a:p>
          <a:p>
            <a:pPr>
              <a:defRPr sz="1200"/>
            </a:pPr>
            <a:r>
              <a:t>D:/pasar_fix/node_modules/.bun/date-fns@4.1.0/node_modules/date-fns/locale/en-IN/_lib/formatLong.d.ts</a:t>
            </a:r>
          </a:p>
          <a:p>
            <a:pPr>
              <a:defRPr sz="1200"/>
            </a:pPr>
            <a:r>
              <a:t>D:/pasar_fix/node_modules/.bun/date-fns@4.1.0/node_modules/date-fns/locale/en-IN/_lib/formatLong.js</a:t>
            </a:r>
          </a:p>
          <a:p>
            <a:pPr>
              <a:defRPr sz="1200"/>
            </a:pPr>
            <a:r>
              <a:t>D:/pasar_fix/node_modules/.bun/date-fns@4.1.0/node_modules/date-fns/locale/en-NZ/cdn.js</a:t>
            </a:r>
          </a:p>
          <a:p>
            <a:pPr>
              <a:defRPr sz="1200"/>
            </a:pPr>
            <a:r>
              <a:t>D:/pasar_fix/node_modules/.bun/date-fns@4.1.0/node_modules/date-fns/locale/en-NZ/cdn.js.map</a:t>
            </a:r>
          </a:p>
          <a:p>
            <a:pPr>
              <a:defRPr sz="1200"/>
            </a:pPr>
            <a:r>
              <a:t>D:/pasar_fix/node_modules/.bun/date-fns@4.1.0/node_modules/date-fns/locale/en-NZ/cdn.min.js</a:t>
            </a:r>
          </a:p>
          <a:p>
            <a:pPr>
              <a:defRPr sz="1200"/>
            </a:pPr>
            <a:r>
              <a:t>D:/pasar_fix/node_modules/.bun/date-fns@4.1.0/node_modules/date-fns/locale/en-NZ/cdn.min.js.map</a:t>
            </a:r>
          </a:p>
          <a:p>
            <a:pPr>
              <a:defRPr sz="1200"/>
            </a:pPr>
            <a:r>
              <a:t>D:/pasar_fix/node_modules/.bun/date-fns@4.1.0/node_modules/date-fns/locale/en-NZ/_lib/formatLong.cjs</a:t>
            </a:r>
          </a:p>
          <a:p>
            <a:pPr>
              <a:defRPr sz="1200"/>
            </a:pPr>
            <a:r>
              <a:t>D:/pasar_fix/node_modules/.bun/date-fns@4.1.0/node_modules/date-fns/locale/en-NZ/_lib/formatLong.d.cts</a:t>
            </a:r>
          </a:p>
          <a:p>
            <a:pPr>
              <a:defRPr sz="1200"/>
            </a:pPr>
            <a:r>
              <a:t>D:/pasar_fix/node_modules/.bun/date-fns@4.1.0/node_modules/date-fns/locale/en-NZ/_lib/formatLong.d.ts</a:t>
            </a:r>
          </a:p>
          <a:p>
            <a:pPr>
              <a:defRPr sz="1200"/>
            </a:pPr>
            <a:r>
              <a:t>D:/pasar_fix/node_modules/.bun/date-fns@4.1.0/node_modules/date-fns/locale/en-NZ/_lib/formatLong.js</a:t>
            </a:r>
          </a:p>
          <a:p>
            <a:pPr>
              <a:defRPr sz="1200"/>
            </a:pPr>
            <a:r>
              <a:t>D:/pasar_fix/node_modules/.bun/date-fns@4.1.0/node_modules/date-fns/locale/en-US/cdn.js</a:t>
            </a:r>
          </a:p>
          <a:p>
            <a:pPr>
              <a:defRPr sz="1200"/>
            </a:pPr>
            <a:r>
              <a:t>D:/pasar_fix/node_modules/.bun/date-fns@4.1.0/node_modules/date-fns/locale/en-US/cdn.js.map</a:t>
            </a:r>
          </a:p>
          <a:p>
            <a:pPr>
              <a:defRPr sz="1200"/>
            </a:pPr>
            <a:r>
              <a:t>D:/pasar_fix/node_modules/.bun/date-fns@4.1.0/node_modules/date-fns/locale/en-US/cdn.min.js</a:t>
            </a:r>
          </a:p>
          <a:p>
            <a:pPr>
              <a:defRPr sz="1200"/>
            </a:pPr>
            <a:r>
              <a:t>D:/pasar_fix/node_modules/.bun/date-fns@4.1.0/node_modules/date-fns/locale/en-US/cdn.min.js.map</a:t>
            </a:r>
          </a:p>
          <a:p>
            <a:pPr>
              <a:defRPr sz="1200"/>
            </a:pPr>
            <a:r>
              <a:t>D:/pasar_fix/node_modules/.bun/date-fns@4.1.0/node_modules/date-fns/locale/en-US/_lib/formatDistance.cjs</a:t>
            </a:r>
          </a:p>
          <a:p>
            <a:pPr>
              <a:defRPr sz="1200"/>
            </a:pPr>
            <a:r>
              <a:t>D:/pasar_fix/node_modules/.bun/date-fns@4.1.0/node_modules/date-fns/locale/en-US/_lib/formatDistance.d.cts</a:t>
            </a:r>
          </a:p>
          <a:p>
            <a:pPr>
              <a:defRPr sz="1200"/>
            </a:pPr>
            <a:r>
              <a:t>D:/pasar_fix/node_modules/.bun/date-fns@4.1.0/node_modules/date-fns/locale/en-US/_lib/formatDistance.d.ts</a:t>
            </a:r>
          </a:p>
          <a:p>
            <a:pPr>
              <a:defRPr sz="1200"/>
            </a:pPr>
            <a:r>
              <a:t>D:/pasar_fix/node_modules/.bun/date-fns@4.1.0/node_modules/date-fns/locale/en-US/_lib/formatDistance.js</a:t>
            </a:r>
          </a:p>
          <a:p>
            <a:pPr>
              <a:defRPr sz="1200"/>
            </a:pPr>
            <a:r>
              <a:t>D:/pasar_fix/node_modules/.bun/date-fns@4.1.0/node_modules/date-fns/locale/en-US/_lib/formatLong.cjs</a:t>
            </a:r>
          </a:p>
          <a:p>
            <a:pPr>
              <a:defRPr sz="1200"/>
            </a:pPr>
            <a:r>
              <a:t>D:/pasar_fix/node_modules/.bun/date-fns@4.1.0/node_modules/date-fns/locale/en-US/_lib/formatLong.d.cts</a:t>
            </a:r>
          </a:p>
          <a:p>
            <a:pPr>
              <a:defRPr sz="1200"/>
            </a:pPr>
            <a:r>
              <a:t>D:/pasar_fix/node_modules/.bun/date-fns@4.1.0/node_modules/date-fns/locale/en-US/_lib/formatLong.d.ts</a:t>
            </a:r>
          </a:p>
          <a:p>
            <a:pPr>
              <a:defRPr sz="1200"/>
            </a:pPr>
            <a:r>
              <a:t>D:/pasar_fix/node_modules/.bun/date-fns@4.1.0/node_modules/date-fns/locale/en-US/_lib/formatLong.js</a:t>
            </a:r>
          </a:p>
          <a:p>
            <a:pPr>
              <a:defRPr sz="1200"/>
            </a:pPr>
            <a:r>
              <a:t>D:/pasar_fix/node_modules/.bun/date-fns@4.1.0/node_modules/date-fns/locale/en-US/_lib/formatRelative.cjs</a:t>
            </a:r>
          </a:p>
          <a:p>
            <a:pPr>
              <a:defRPr sz="1200"/>
            </a:pPr>
            <a:r>
              <a:t>D:/pasar_fix/node_modules/.bun/date-fns@4.1.0/node_modules/date-fns/locale/en-US/_lib/formatRelative.d.cts</a:t>
            </a:r>
          </a:p>
          <a:p>
            <a:pPr>
              <a:defRPr sz="1200"/>
            </a:pPr>
            <a:r>
              <a:t>D:/pasar_fix/node_modules/.bun/date-fns@4.1.0/node_modules/date-fns/locale/en-US/_lib/formatRelative.d.ts</a:t>
            </a:r>
          </a:p>
          <a:p>
            <a:pPr>
              <a:defRPr sz="1200"/>
            </a:pPr>
            <a:r>
              <a:t>D:/pasar_fix/node_modules/.bun/date-fns@4.1.0/node_modules/date-fns/locale/en-US/_lib/formatRelative.js</a:t>
            </a:r>
          </a:p>
          <a:p>
            <a:pPr>
              <a:defRPr sz="1200"/>
            </a:pPr>
            <a:r>
              <a:t>D:/pasar_fix/node_modules/.bun/date-fns@4.1.0/node_modules/date-fns/locale/en-US/_lib/localize.cjs</a:t>
            </a:r>
          </a:p>
          <a:p>
            <a:pPr>
              <a:defRPr sz="1200"/>
            </a:pPr>
            <a:r>
              <a:t>D:/pasar_fix/node_modules/.bun/date-fns@4.1.0/node_modules/date-fns/locale/en-US/_lib/localize.d.cts</a:t>
            </a:r>
          </a:p>
          <a:p>
            <a:pPr>
              <a:defRPr sz="1200"/>
            </a:pPr>
            <a:r>
              <a:t>D:/pasar_fix/node_modules/.bun/date-fns@4.1.0/node_modules/date-fns/locale/en-US/_lib/localize.d.ts</a:t>
            </a:r>
          </a:p>
          <a:p>
            <a:pPr>
              <a:defRPr sz="1200"/>
            </a:pPr>
            <a:r>
              <a:t>D:/pasar_fix/node_modules/.bun/date-fns@4.1.0/node_modules/date-fns/locale/en-US/_lib/localize.js</a:t>
            </a:r>
          </a:p>
          <a:p>
            <a:pPr>
              <a:defRPr sz="1200"/>
            </a:pPr>
            <a:r>
              <a:t>D:/pasar_fix/node_modules/.bun/date-fns@4.1.0/node_modules/date-fns/locale/en-US/_lib/match.cjs</a:t>
            </a:r>
          </a:p>
          <a:p>
            <a:pPr>
              <a:defRPr sz="1200"/>
            </a:pPr>
            <a:r>
              <a:t>D:/pasar_fix/node_modules/.bun/date-fns@4.1.0/node_modules/date-fns/locale/en-US/_lib/match.d.cts</a:t>
            </a:r>
          </a:p>
          <a:p>
            <a:pPr>
              <a:defRPr sz="1200"/>
            </a:pPr>
            <a:r>
              <a:t>D:/pasar_fix/node_modules/.bun/date-fns@4.1.0/node_modules/date-fns/locale/en-US/_lib/match.d.ts</a:t>
            </a:r>
          </a:p>
          <a:p>
            <a:pPr>
              <a:defRPr sz="1200"/>
            </a:pPr>
            <a:r>
              <a:t>D:/pasar_fix/node_modules/.bun/date-fns@4.1.0/node_modules/date-fns/locale/en-US/_lib/match.js</a:t>
            </a:r>
          </a:p>
          <a:p>
            <a:pPr>
              <a:defRPr sz="1200"/>
            </a:pPr>
            <a:r>
              <a:t>D:/pasar_fix/node_modules/.bun/date-fns@4.1.0/node_modules/date-fns/locale/en-ZA/cdn.js</a:t>
            </a:r>
          </a:p>
          <a:p>
            <a:pPr>
              <a:defRPr sz="1200"/>
            </a:pPr>
            <a:r>
              <a:t>D:/pasar_fix/node_modules/.bun/date-fns@4.1.0/node_modules/date-fns/locale/en-ZA/cdn.js.map</a:t>
            </a:r>
          </a:p>
          <a:p>
            <a:pPr>
              <a:defRPr sz="1200"/>
            </a:pPr>
            <a:r>
              <a:t>D:/pasar_fix/node_modules/.bun/date-fns@4.1.0/node_modules/date-fns/locale/en-ZA/cdn.min.js</a:t>
            </a:r>
          </a:p>
          <a:p>
            <a:pPr>
              <a:defRPr sz="1200"/>
            </a:pPr>
            <a:r>
              <a:t>D:/pasar_fix/node_modules/.bun/date-fns@4.1.0/node_modules/date-fns/locale/en-ZA/cdn.min.js.map</a:t>
            </a:r>
          </a:p>
          <a:p>
            <a:pPr>
              <a:defRPr sz="1200"/>
            </a:pPr>
            <a:r>
              <a:t>D:/pasar_fix/node_modules/.bun/date-fns@4.1.0/node_modules/date-fns/locale/en-ZA/_lib/formatLong.cjs</a:t>
            </a:r>
          </a:p>
          <a:p>
            <a:pPr>
              <a:defRPr sz="1200"/>
            </a:pPr>
            <a:r>
              <a:t>D:/pasar_fix/node_modules/.bun/date-fns@4.1.0/node_modules/date-fns/locale/en-ZA/_lib/formatLong.d.cts</a:t>
            </a:r>
          </a:p>
          <a:p>
            <a:pPr>
              <a:defRPr sz="1200"/>
            </a:pPr>
            <a:r>
              <a:t>D:/pasar_fix/node_modules/.bun/date-fns@4.1.0/node_modules/date-fns/locale/en-ZA/_lib/formatLong.d.ts</a:t>
            </a:r>
          </a:p>
          <a:p>
            <a:pPr>
              <a:defRPr sz="1200"/>
            </a:pPr>
            <a:r>
              <a:t>D:/pasar_fix/node_modules/.bun/date-fns@4.1.0/node_modules/date-fns/locale/en-ZA/_lib/formatLong.js</a:t>
            </a:r>
          </a:p>
          <a:p>
            <a:pPr>
              <a:defRPr sz="1200"/>
            </a:pPr>
            <a:r>
              <a:t>D:/pasar_fix/node_modules/.bun/date-fns@4.1.0/node_modules/date-fns/locale/eo/cdn.js</a:t>
            </a:r>
          </a:p>
          <a:p>
            <a:pPr>
              <a:defRPr sz="1200"/>
            </a:pPr>
            <a:r>
              <a:t>D:/pasar_fix/node_modules/.bun/date-fns@4.1.0/node_modules/date-fns/locale/eo/cdn.js.map</a:t>
            </a:r>
          </a:p>
          <a:p>
            <a:pPr>
              <a:defRPr sz="1200"/>
            </a:pPr>
            <a:r>
              <a:t>D:/pasar_fix/node_modules/.bun/date-fns@4.1.0/node_modules/date-fns/locale/eo/cdn.min.js</a:t>
            </a:r>
          </a:p>
          <a:p>
            <a:pPr>
              <a:defRPr sz="1200"/>
            </a:pPr>
            <a:r>
              <a:t>D:/pasar_fix/node_modules/.bun/date-fns@4.1.0/node_modules/date-fns/locale/eo/cdn.min.js.map</a:t>
            </a:r>
          </a:p>
          <a:p>
            <a:pPr>
              <a:defRPr sz="1200"/>
            </a:pPr>
            <a:r>
              <a:t>D:/pasar_fix/node_modules/.bun/date-fns@4.1.0/node_modules/date-fns/locale/eo/_lib/formatDistance.cjs</a:t>
            </a:r>
          </a:p>
          <a:p>
            <a:pPr>
              <a:defRPr sz="1200"/>
            </a:pPr>
            <a:r>
              <a:t>D:/pasar_fix/node_modules/.bun/date-fns@4.1.0/node_modules/date-fns/locale/eo/_lib/formatDistance.d.cts</a:t>
            </a:r>
          </a:p>
          <a:p>
            <a:pPr>
              <a:defRPr sz="1200"/>
            </a:pPr>
            <a:r>
              <a:t>D:/pasar_fix/node_modules/.bun/date-fns@4.1.0/node_modules/date-fns/locale/eo/_lib/formatDistance.d.ts</a:t>
            </a:r>
          </a:p>
          <a:p>
            <a:pPr>
              <a:defRPr sz="1200"/>
            </a:pPr>
            <a:r>
              <a:t>D:/pasar_fix/node_modules/.bun/date-fns@4.1.0/node_modules/date-fns/locale/eo/_lib/formatDistance.js</a:t>
            </a:r>
          </a:p>
          <a:p>
            <a:pPr>
              <a:defRPr sz="1200"/>
            </a:pPr>
            <a:r>
              <a:t>D:/pasar_fix/node_modules/.bun/date-fns@4.1.0/node_modules/date-fns/locale/eo/_lib/formatLong.cjs</a:t>
            </a:r>
          </a:p>
          <a:p>
            <a:pPr>
              <a:defRPr sz="1200"/>
            </a:pPr>
            <a:r>
              <a:t>D:/pasar_fix/node_modules/.bun/date-fns@4.1.0/node_modules/date-fns/locale/eo/_lib/formatLong.d.cts</a:t>
            </a:r>
          </a:p>
          <a:p>
            <a:pPr>
              <a:defRPr sz="1200"/>
            </a:pPr>
            <a:r>
              <a:t>D:/pasar_fix/node_modules/.bun/date-fns@4.1.0/node_modules/date-fns/locale/eo/_lib/formatLong.d.ts</a:t>
            </a:r>
          </a:p>
          <a:p>
            <a:pPr>
              <a:defRPr sz="1200"/>
            </a:pPr>
            <a:r>
              <a:t>D:/pasar_fix/node_modules/.bun/date-fns@4.1.0/node_modules/date-fns/locale/eo/_lib/formatLong.js</a:t>
            </a:r>
          </a:p>
          <a:p>
            <a:pPr>
              <a:defRPr sz="1200"/>
            </a:pPr>
            <a:r>
              <a:t>D:/pasar_fix/node_modules/.bun/date-fns@4.1.0/node_modules/date-fns/locale/eo/_lib/formatRelative.cjs</a:t>
            </a:r>
          </a:p>
          <a:p>
            <a:pPr>
              <a:defRPr sz="1200"/>
            </a:pPr>
            <a:r>
              <a:t>D:/pasar_fix/node_modules/.bun/date-fns@4.1.0/node_modules/date-fns/locale/eo/_lib/formatRelative.d.cts</a:t>
            </a:r>
          </a:p>
          <a:p>
            <a:pPr>
              <a:defRPr sz="1200"/>
            </a:pPr>
            <a:r>
              <a:t>D:/pasar_fix/node_modules/.bun/date-fns@4.1.0/node_modules/date-fns/locale/eo/_lib/formatRelative.d.ts</a:t>
            </a:r>
          </a:p>
          <a:p>
            <a:pPr>
              <a:defRPr sz="1200"/>
            </a:pPr>
            <a:r>
              <a:t>D:/pasar_fix/node_modules/.bun/date-fns@4.1.0/node_modules/date-fns/locale/eo/_lib/formatRelative.js</a:t>
            </a:r>
          </a:p>
          <a:p>
            <a:pPr>
              <a:defRPr sz="1200"/>
            </a:pPr>
            <a:r>
              <a:t>D:/pasar_fix/node_modules/.bun/date-fns@4.1.0/node_modules/date-fns/locale/eo/_lib/localize.cjs</a:t>
            </a:r>
          </a:p>
          <a:p>
            <a:pPr>
              <a:defRPr sz="1200"/>
            </a:pPr>
            <a:r>
              <a:t>D:/pasar_fix/node_modules/.bun/date-fns@4.1.0/node_modules/date-fns/locale/eo/_lib/localize.d.cts</a:t>
            </a:r>
          </a:p>
          <a:p>
            <a:pPr>
              <a:defRPr sz="1200"/>
            </a:pPr>
            <a:r>
              <a:t>D:/pasar_fix/node_modules/.bun/date-fns@4.1.0/node_modules/date-fns/locale/eo/_lib/localize.d.ts</a:t>
            </a:r>
          </a:p>
          <a:p>
            <a:pPr>
              <a:defRPr sz="1200"/>
            </a:pPr>
            <a:r>
              <a:t>D:/pasar_fix/node_modules/.bun/date-fns@4.1.0/node_modules/date-fns/locale/eo/_lib/localize.js</a:t>
            </a:r>
          </a:p>
          <a:p>
            <a:pPr>
              <a:defRPr sz="1200"/>
            </a:pPr>
            <a:r>
              <a:t>D:/pasar_fix/node_modules/.bun/date-fns@4.1.0/node_modules/date-fns/locale/eo/_lib/match.cjs</a:t>
            </a:r>
          </a:p>
          <a:p>
            <a:pPr>
              <a:defRPr sz="1200"/>
            </a:pPr>
            <a:r>
              <a:t>D:/pasar_fix/node_modules/.bun/date-fns@4.1.0/node_modules/date-fns/locale/eo/_lib/match.d.cts</a:t>
            </a:r>
          </a:p>
          <a:p>
            <a:pPr>
              <a:defRPr sz="1200"/>
            </a:pPr>
            <a:r>
              <a:t>D:/pasar_fix/node_modules/.bun/date-fns@4.1.0/node_modules/date-fns/locale/eo/_lib/match.d.ts</a:t>
            </a:r>
          </a:p>
          <a:p>
            <a:pPr>
              <a:defRPr sz="1200"/>
            </a:pPr>
            <a:r>
              <a:t>D:/pasar_fix/node_modules/.bun/date-fns@4.1.0/node_modules/date-fns/locale/eo/_lib/match.js</a:t>
            </a:r>
          </a:p>
          <a:p>
            <a:pPr>
              <a:defRPr sz="1200"/>
            </a:pPr>
            <a:r>
              <a:t>D:/pasar_fix/node_modules/.bun/date-fns@4.1.0/node_modules/date-fns/locale/es/cdn.js</a:t>
            </a:r>
          </a:p>
          <a:p>
            <a:pPr>
              <a:defRPr sz="1200"/>
            </a:pPr>
            <a:r>
              <a:t>D:/pasar_fix/node_modules/.bun/date-fns@4.1.0/node_modules/date-fns/locale/es/cdn.js.map</a:t>
            </a:r>
          </a:p>
          <a:p>
            <a:pPr>
              <a:defRPr sz="1200"/>
            </a:pPr>
            <a:r>
              <a:t>D:/pasar_fix/node_modules/.bun/date-fns@4.1.0/node_modules/date-fns/locale/es/cdn.min.js</a:t>
            </a:r>
          </a:p>
          <a:p>
            <a:pPr>
              <a:defRPr sz="1200"/>
            </a:pPr>
            <a:r>
              <a:t>D:/pasar_fix/node_modules/.bun/date-fns@4.1.0/node_modules/date-fns/locale/es/cdn.min.js.map</a:t>
            </a:r>
          </a:p>
          <a:p>
            <a:pPr>
              <a:defRPr sz="1200"/>
            </a:pPr>
            <a:r>
              <a:t>D:/pasar_fix/node_modules/.bun/date-fns@4.1.0/node_modules/date-fns/locale/es/_lib/formatDistance.cjs</a:t>
            </a:r>
          </a:p>
          <a:p>
            <a:pPr>
              <a:defRPr sz="1200"/>
            </a:pPr>
            <a:r>
              <a:t>D:/pasar_fix/node_modules/.bun/date-fns@4.1.0/node_modules/date-fns/locale/es/_lib/formatDistance.d.cts</a:t>
            </a:r>
          </a:p>
          <a:p>
            <a:pPr>
              <a:defRPr sz="1200"/>
            </a:pPr>
            <a:r>
              <a:t>D:/pasar_fix/node_modules/.bun/date-fns@4.1.0/node_modules/date-fns/locale/es/_lib/formatDistance.d.ts</a:t>
            </a:r>
          </a:p>
          <a:p>
            <a:pPr>
              <a:defRPr sz="1200"/>
            </a:pPr>
            <a:r>
              <a:t>D:/pasar_fix/node_modules/.bun/date-fns@4.1.0/node_modules/date-fns/locale/es/_lib/formatDistance.js</a:t>
            </a:r>
          </a:p>
          <a:p>
            <a:pPr>
              <a:defRPr sz="1200"/>
            </a:pPr>
            <a:r>
              <a:t>D:/pasar_fix/node_modules/.bun/date-fns@4.1.0/node_modules/date-fns/locale/es/_lib/formatLong.cjs</a:t>
            </a:r>
          </a:p>
          <a:p>
            <a:pPr>
              <a:defRPr sz="1200"/>
            </a:pPr>
            <a:r>
              <a:t>D:/pasar_fix/node_modules/.bun/date-fns@4.1.0/node_modules/date-fns/locale/es/_lib/formatLong.d.cts</a:t>
            </a:r>
          </a:p>
          <a:p>
            <a:pPr>
              <a:defRPr sz="1200"/>
            </a:pPr>
            <a:r>
              <a:t>D:/pasar_fix/node_modules/.bun/date-fns@4.1.0/node_modules/date-fns/locale/es/_lib/formatLong.d.ts</a:t>
            </a:r>
          </a:p>
          <a:p>
            <a:pPr>
              <a:defRPr sz="1200"/>
            </a:pPr>
            <a:r>
              <a:t>D:/pasar_fix/node_modules/.bun/date-fns@4.1.0/node_modules/date-fns/locale/es/_lib/formatLong.js</a:t>
            </a:r>
          </a:p>
          <a:p>
            <a:pPr>
              <a:defRPr sz="1200"/>
            </a:pPr>
            <a:r>
              <a:t>D:/pasar_fix/node_modules/.bun/date-fns@4.1.0/node_modules/date-fns/locale/es/_lib/formatRelative.cjs</a:t>
            </a:r>
          </a:p>
          <a:p>
            <a:pPr>
              <a:defRPr sz="1200"/>
            </a:pPr>
            <a:r>
              <a:t>D:/pasar_fix/node_modules/.bun/date-fns@4.1.0/node_modules/date-fns/locale/es/_lib/formatRelative.d.cts</a:t>
            </a:r>
          </a:p>
          <a:p>
            <a:pPr>
              <a:defRPr sz="1200"/>
            </a:pPr>
            <a:r>
              <a:t>D:/pasar_fix/node_modules/.bun/date-fns@4.1.0/node_modules/date-fns/locale/es/_lib/formatRelative.d.ts</a:t>
            </a:r>
          </a:p>
          <a:p>
            <a:pPr>
              <a:defRPr sz="1200"/>
            </a:pPr>
            <a:r>
              <a:t>D:/pasar_fix/node_modules/.bun/date-fns@4.1.0/node_modules/date-fns/locale/es/_lib/formatRelative.js</a:t>
            </a:r>
          </a:p>
          <a:p>
            <a:pPr>
              <a:defRPr sz="1200"/>
            </a:pPr>
            <a:r>
              <a:t>D:/pasar_fix/node_modules/.bun/date-fns@4.1.0/node_modules/date-fns/locale/es/_lib/localize.cjs</a:t>
            </a:r>
          </a:p>
          <a:p>
            <a:pPr>
              <a:defRPr sz="1200"/>
            </a:pPr>
            <a:r>
              <a:t>D:/pasar_fix/node_modules/.bun/date-fns@4.1.0/node_modules/date-fns/locale/es/_lib/localize.d.cts</a:t>
            </a:r>
          </a:p>
          <a:p>
            <a:pPr>
              <a:defRPr sz="1200"/>
            </a:pPr>
            <a:r>
              <a:t>D:/pasar_fix/node_modules/.bun/date-fns@4.1.0/node_modules/date-fns/locale/es/_lib/localize.d.ts</a:t>
            </a:r>
          </a:p>
          <a:p>
            <a:pPr>
              <a:defRPr sz="1200"/>
            </a:pPr>
            <a:r>
              <a:t>D:/pasar_fix/node_modules/.bun/date-fns@4.1.0/node_modules/date-fns/locale/es/_lib/localize.js</a:t>
            </a:r>
          </a:p>
          <a:p>
            <a:pPr>
              <a:defRPr sz="1200"/>
            </a:pPr>
            <a:r>
              <a:t>D:/pasar_fix/node_modules/.bun/date-fns@4.1.0/node_modules/date-fns/locale/es/_lib/match.cjs</a:t>
            </a:r>
          </a:p>
          <a:p>
            <a:pPr>
              <a:defRPr sz="1200"/>
            </a:pPr>
            <a:r>
              <a:t>D:/pasar_fix/node_modules/.bun/date-fns@4.1.0/node_modules/date-fns/locale/es/_lib/match.d.cts</a:t>
            </a:r>
          </a:p>
          <a:p>
            <a:pPr>
              <a:defRPr sz="1200"/>
            </a:pPr>
            <a:r>
              <a:t>D:/pasar_fix/node_modules/.bun/date-fns@4.1.0/node_modules/date-fns/locale/es/_lib/match.d.ts</a:t>
            </a:r>
          </a:p>
          <a:p>
            <a:pPr>
              <a:defRPr sz="1200"/>
            </a:pPr>
            <a:r>
              <a:t>D:/pasar_fix/node_modules/.bun/date-fns@4.1.0/node_modules/date-fns/locale/es/_lib/match.js</a:t>
            </a:r>
          </a:p>
          <a:p>
            <a:pPr>
              <a:defRPr sz="1200"/>
            </a:pPr>
            <a:r>
              <a:t>D:/pasar_fix/node_modules/.bun/date-fns@4.1.0/node_modules/date-fns/locale/et/cdn.js</a:t>
            </a:r>
          </a:p>
          <a:p>
            <a:pPr>
              <a:defRPr sz="1200"/>
            </a:pPr>
            <a:r>
              <a:t>D:/pasar_fix/node_modules/.bun/date-fns@4.1.0/node_modules/date-fns/locale/et/cdn.js.map</a:t>
            </a:r>
          </a:p>
          <a:p>
            <a:pPr>
              <a:defRPr sz="1200"/>
            </a:pPr>
            <a:r>
              <a:t>D:/pasar_fix/node_modules/.bun/date-fns@4.1.0/node_modules/date-fns/locale/et/cdn.min.js</a:t>
            </a:r>
          </a:p>
          <a:p>
            <a:pPr>
              <a:defRPr sz="1200"/>
            </a:pPr>
            <a:r>
              <a:t>D:/pasar_fix/node_modules/.bun/date-fns@4.1.0/node_modules/date-fns/locale/et/cdn.min.js.map</a:t>
            </a:r>
          </a:p>
          <a:p>
            <a:pPr>
              <a:defRPr sz="1200"/>
            </a:pPr>
            <a:r>
              <a:t>D:/pasar_fix/node_modules/.bun/date-fns@4.1.0/node_modules/date-fns/locale/et/_lib/formatDistance.cjs</a:t>
            </a:r>
          </a:p>
          <a:p>
            <a:pPr>
              <a:defRPr sz="1200"/>
            </a:pPr>
            <a:r>
              <a:t>D:/pasar_fix/node_modules/.bun/date-fns@4.1.0/node_modules/date-fns/locale/et/_lib/formatDistance.d.cts</a:t>
            </a:r>
          </a:p>
          <a:p>
            <a:pPr>
              <a:defRPr sz="1200"/>
            </a:pPr>
            <a:r>
              <a:t>D:/pasar_fix/node_modules/.bun/date-fns@4.1.0/node_modules/date-fns/locale/et/_lib/formatDistance.d.ts</a:t>
            </a:r>
          </a:p>
          <a:p>
            <a:pPr>
              <a:defRPr sz="1200"/>
            </a:pPr>
            <a:r>
              <a:t>D:/pasar_fix/node_modules/.bun/date-fns@4.1.0/node_modules/date-fns/locale/et/_lib/formatDistance.js</a:t>
            </a:r>
          </a:p>
          <a:p>
            <a:pPr>
              <a:defRPr sz="1200"/>
            </a:pPr>
            <a:r>
              <a:t>D:/pasar_fix/node_modules/.bun/date-fns@4.1.0/node_modules/date-fns/locale/et/_lib/formatLong.cjs</a:t>
            </a:r>
          </a:p>
          <a:p>
            <a:pPr>
              <a:defRPr sz="1200"/>
            </a:pPr>
            <a:r>
              <a:t>D:/pasar_fix/node_modules/.bun/date-fns@4.1.0/node_modules/date-fns/locale/et/_lib/formatLong.d.cts</a:t>
            </a:r>
          </a:p>
          <a:p>
            <a:pPr>
              <a:defRPr sz="1200"/>
            </a:pPr>
            <a:r>
              <a:t>D:/pasar_fix/node_modules/.bun/date-fns@4.1.0/node_modules/date-fns/locale/et/_lib/formatLong.d.ts</a:t>
            </a:r>
          </a:p>
          <a:p>
            <a:pPr>
              <a:defRPr sz="1200"/>
            </a:pPr>
            <a:r>
              <a:t>D:/pasar_fix/node_modules/.bun/date-fns@4.1.0/node_modules/date-fns/locale/et/_lib/formatLong.js</a:t>
            </a:r>
          </a:p>
          <a:p>
            <a:pPr>
              <a:defRPr sz="1200"/>
            </a:pPr>
            <a:r>
              <a:t>D:/pasar_fix/node_modules/.bun/date-fns@4.1.0/node_modules/date-fns/locale/et/_lib/formatRelative.cjs</a:t>
            </a:r>
          </a:p>
          <a:p>
            <a:pPr>
              <a:defRPr sz="1200"/>
            </a:pPr>
            <a:r>
              <a:t>D:/pasar_fix/node_modules/.bun/date-fns@4.1.0/node_modules/date-fns/locale/et/_lib/formatRelative.d.cts</a:t>
            </a:r>
          </a:p>
          <a:p>
            <a:pPr>
              <a:defRPr sz="1200"/>
            </a:pPr>
            <a:r>
              <a:t>D:/pasar_fix/node_modules/.bun/date-fns@4.1.0/node_modules/date-fns/locale/et/_lib/formatRelative.d.ts</a:t>
            </a:r>
          </a:p>
          <a:p>
            <a:pPr>
              <a:defRPr sz="1200"/>
            </a:pPr>
            <a:r>
              <a:t>D:/pasar_fix/node_modules/.bun/date-fns@4.1.0/node_modules/date-fns/locale/et/_lib/formatRelative.js</a:t>
            </a:r>
          </a:p>
          <a:p>
            <a:pPr>
              <a:defRPr sz="1200"/>
            </a:pPr>
            <a:r>
              <a:t>D:/pasar_fix/node_modules/.bun/date-fns@4.1.0/node_modules/date-fns/locale/et/_lib/localize.cjs</a:t>
            </a:r>
          </a:p>
          <a:p>
            <a:pPr>
              <a:defRPr sz="1200"/>
            </a:pPr>
            <a:r>
              <a:t>D:/pasar_fix/node_modules/.bun/date-fns@4.1.0/node_modules/date-fns/locale/et/_lib/localize.d.cts</a:t>
            </a:r>
          </a:p>
          <a:p>
            <a:pPr>
              <a:defRPr sz="1200"/>
            </a:pPr>
            <a:r>
              <a:t>D:/pasar_fix/node_modules/.bun/date-fns@4.1.0/node_modules/date-fns/locale/et/_lib/localize.d.ts</a:t>
            </a:r>
          </a:p>
          <a:p>
            <a:pPr>
              <a:defRPr sz="1200"/>
            </a:pPr>
            <a:r>
              <a:t>D:/pasar_fix/node_modules/.bun/date-fns@4.1.0/node_modules/date-fns/locale/et/_lib/localize.js</a:t>
            </a:r>
          </a:p>
          <a:p>
            <a:pPr>
              <a:defRPr sz="1200"/>
            </a:pPr>
            <a:r>
              <a:t>D:/pasar_fix/node_modules/.bun/date-fns@4.1.0/node_modules/date-fns/locale/et/_lib/match.cjs</a:t>
            </a:r>
          </a:p>
          <a:p>
            <a:pPr>
              <a:defRPr sz="1200"/>
            </a:pPr>
            <a:r>
              <a:t>D:/pasar_fix/node_modules/.bun/date-fns@4.1.0/node_modules/date-fns/locale/et/_lib/match.d.cts</a:t>
            </a:r>
          </a:p>
          <a:p>
            <a:pPr>
              <a:defRPr sz="1200"/>
            </a:pPr>
            <a:r>
              <a:t>D:/pasar_fix/node_modules/.bun/date-fns@4.1.0/node_modules/date-fns/locale/et/_lib/match.d.ts</a:t>
            </a:r>
          </a:p>
          <a:p>
            <a:pPr>
              <a:defRPr sz="1200"/>
            </a:pPr>
            <a:r>
              <a:t>D:/pasar_fix/node_modules/.bun/date-fns@4.1.0/node_modules/date-fns/locale/et/_lib/match.js</a:t>
            </a:r>
          </a:p>
          <a:p>
            <a:pPr>
              <a:defRPr sz="1200"/>
            </a:pPr>
            <a:r>
              <a:t>D:/pasar_fix/node_modules/.bun/date-fns@4.1.0/node_modules/date-fns/locale/eu/cdn.js</a:t>
            </a:r>
          </a:p>
          <a:p>
            <a:pPr>
              <a:defRPr sz="1200"/>
            </a:pPr>
            <a:r>
              <a:t>D:/pasar_fix/node_modules/.bun/date-fns@4.1.0/node_modules/date-fns/locale/eu/cdn.js.map</a:t>
            </a:r>
          </a:p>
          <a:p>
            <a:pPr>
              <a:defRPr sz="1200"/>
            </a:pPr>
            <a:r>
              <a:t>D:/pasar_fix/node_modules/.bun/date-fns@4.1.0/node_modules/date-fns/locale/eu/cdn.min.js</a:t>
            </a:r>
          </a:p>
          <a:p>
            <a:pPr>
              <a:defRPr sz="1200"/>
            </a:pPr>
            <a:r>
              <a:t>D:/pasar_fix/node_modules/.bun/date-fns@4.1.0/node_modules/date-fns/locale/eu/cdn.min.js.map</a:t>
            </a:r>
          </a:p>
          <a:p>
            <a:pPr>
              <a:defRPr sz="1200"/>
            </a:pPr>
            <a:r>
              <a:t>D:/pasar_fix/node_modules/.bun/date-fns@4.1.0/node_modules/date-fns/locale/eu/_lib/formatDistance.cjs</a:t>
            </a:r>
          </a:p>
          <a:p>
            <a:pPr>
              <a:defRPr sz="1200"/>
            </a:pPr>
            <a:r>
              <a:t>D:/pasar_fix/node_modules/.bun/date-fns@4.1.0/node_modules/date-fns/locale/eu/_lib/formatDistance.d.cts</a:t>
            </a:r>
          </a:p>
          <a:p>
            <a:pPr>
              <a:defRPr sz="1200"/>
            </a:pPr>
            <a:r>
              <a:t>D:/pasar_fix/node_modules/.bun/date-fns@4.1.0/node_modules/date-fns/locale/eu/_lib/formatDistance.d.ts</a:t>
            </a:r>
          </a:p>
          <a:p>
            <a:pPr>
              <a:defRPr sz="1200"/>
            </a:pPr>
            <a:r>
              <a:t>D:/pasar_fix/node_modules/.bun/date-fns@4.1.0/node_modules/date-fns/locale/eu/_lib/formatDistance.js</a:t>
            </a:r>
          </a:p>
          <a:p>
            <a:pPr>
              <a:defRPr sz="1200"/>
            </a:pPr>
            <a:r>
              <a:t>D:/pasar_fix/node_modules/.bun/date-fns@4.1.0/node_modules/date-fns/locale/eu/_lib/formatLong.cjs</a:t>
            </a:r>
          </a:p>
          <a:p>
            <a:pPr>
              <a:defRPr sz="1200"/>
            </a:pPr>
            <a:r>
              <a:t>D:/pasar_fix/node_modules/.bun/date-fns@4.1.0/node_modules/date-fns/locale/eu/_lib/formatLong.d.cts</a:t>
            </a:r>
          </a:p>
          <a:p>
            <a:pPr>
              <a:defRPr sz="1200"/>
            </a:pPr>
            <a:r>
              <a:t>D:/pasar_fix/node_modules/.bun/date-fns@4.1.0/node_modules/date-fns/locale/eu/_lib/formatLong.d.ts</a:t>
            </a:r>
          </a:p>
          <a:p>
            <a:pPr>
              <a:defRPr sz="1200"/>
            </a:pPr>
            <a:r>
              <a:t>D:/pasar_fix/node_modules/.bun/date-fns@4.1.0/node_modules/date-fns/locale/eu/_lib/formatLong.js</a:t>
            </a:r>
          </a:p>
          <a:p>
            <a:pPr>
              <a:defRPr sz="1200"/>
            </a:pPr>
            <a:r>
              <a:t>D:/pasar_fix/node_modules/.bun/date-fns@4.1.0/node_modules/date-fns/locale/eu/_lib/formatRelative.cjs</a:t>
            </a:r>
          </a:p>
          <a:p>
            <a:pPr>
              <a:defRPr sz="1200"/>
            </a:pPr>
            <a:r>
              <a:t>D:/pasar_fix/node_modules/.bun/date-fns@4.1.0/node_modules/date-fns/locale/eu/_lib/formatRelative.d.cts</a:t>
            </a:r>
          </a:p>
          <a:p>
            <a:pPr>
              <a:defRPr sz="1200"/>
            </a:pPr>
            <a:r>
              <a:t>D:/pasar_fix/node_modules/.bun/date-fns@4.1.0/node_modules/date-fns/locale/eu/_lib/formatRelative.d.ts</a:t>
            </a:r>
          </a:p>
          <a:p>
            <a:pPr>
              <a:defRPr sz="1200"/>
            </a:pPr>
            <a:r>
              <a:t>D:/pasar_fix/node_modules/.bun/date-fns@4.1.0/node_modules/date-fns/locale/eu/_lib/formatRelative.js</a:t>
            </a:r>
          </a:p>
          <a:p>
            <a:pPr>
              <a:defRPr sz="1200"/>
            </a:pPr>
            <a:r>
              <a:t>D:/pasar_fix/node_modules/.bun/date-fns@4.1.0/node_modules/date-fns/locale/eu/_lib/localize.cjs</a:t>
            </a:r>
          </a:p>
          <a:p>
            <a:pPr>
              <a:defRPr sz="1200"/>
            </a:pPr>
            <a:r>
              <a:t>D:/pasar_fix/node_modules/.bun/date-fns@4.1.0/node_modules/date-fns/locale/eu/_lib/localize.d.cts</a:t>
            </a:r>
          </a:p>
          <a:p>
            <a:pPr>
              <a:defRPr sz="1200"/>
            </a:pPr>
            <a:r>
              <a:t>D:/pasar_fix/node_modules/.bun/date-fns@4.1.0/node_modules/date-fns/locale/eu/_lib/localize.d.ts</a:t>
            </a:r>
          </a:p>
          <a:p>
            <a:pPr>
              <a:defRPr sz="1200"/>
            </a:pPr>
            <a:r>
              <a:t>D:/pasar_fix/node_modules/.bun/date-fns@4.1.0/node_modules/date-fns/locale/eu/_lib/localize.js</a:t>
            </a:r>
          </a:p>
          <a:p>
            <a:pPr>
              <a:defRPr sz="1200"/>
            </a:pPr>
            <a:r>
              <a:t>D:/pasar_fix/node_modules/.bun/date-fns@4.1.0/node_modules/date-fns/locale/eu/_lib/match.cjs</a:t>
            </a:r>
          </a:p>
          <a:p>
            <a:pPr>
              <a:defRPr sz="1200"/>
            </a:pPr>
            <a:r>
              <a:t>D:/pasar_fix/node_modules/.bun/date-fns@4.1.0/node_modules/date-fns/locale/eu/_lib/match.d.cts</a:t>
            </a:r>
          </a:p>
          <a:p>
            <a:pPr>
              <a:defRPr sz="1200"/>
            </a:pPr>
            <a:r>
              <a:t>D:/pasar_fix/node_modules/.bun/date-fns@4.1.0/node_modules/date-fns/locale/eu/_lib/match.d.ts</a:t>
            </a:r>
          </a:p>
          <a:p>
            <a:pPr>
              <a:defRPr sz="1200"/>
            </a:pPr>
            <a:r>
              <a:t>D:/pasar_fix/node_modules/.bun/date-fns@4.1.0/node_modules/date-fns/locale/eu/_lib/match.js</a:t>
            </a:r>
          </a:p>
          <a:p>
            <a:pPr>
              <a:defRPr sz="1200"/>
            </a:pPr>
            <a:r>
              <a:t>D:/pasar_fix/node_modules/.bun/date-fns@4.1.0/node_modules/date-fns/locale/fa-IR/cdn.js</a:t>
            </a:r>
          </a:p>
          <a:p>
            <a:pPr>
              <a:defRPr sz="1200"/>
            </a:pPr>
            <a:r>
              <a:t>D:/pasar_fix/node_modules/.bun/date-fns@4.1.0/node_modules/date-fns/locale/fa-IR/cdn.js.map</a:t>
            </a:r>
          </a:p>
          <a:p>
            <a:pPr>
              <a:defRPr sz="1200"/>
            </a:pPr>
            <a:r>
              <a:t>D:/pasar_fix/node_modules/.bun/date-fns@4.1.0/node_modules/date-fns/locale/fa-IR/cdn.min.js</a:t>
            </a:r>
          </a:p>
          <a:p>
            <a:pPr>
              <a:defRPr sz="1200"/>
            </a:pPr>
            <a:r>
              <a:t>D:/pasar_fix/node_modules/.bun/date-fns@4.1.0/node_modules/date-fns/locale/fa-IR/cdn.min.js.map</a:t>
            </a:r>
          </a:p>
          <a:p>
            <a:pPr>
              <a:defRPr sz="1200"/>
            </a:pPr>
            <a:r>
              <a:t>D:/pasar_fix/node_modules/.bun/date-fns@4.1.0/node_modules/date-fns/locale/fa-IR/_lib/formatDistance.cjs</a:t>
            </a:r>
          </a:p>
          <a:p>
            <a:pPr>
              <a:defRPr sz="1200"/>
            </a:pPr>
            <a:r>
              <a:t>D:/pasar_fix/node_modules/.bun/date-fns@4.1.0/node_modules/date-fns/locale/fa-IR/_lib/formatDistance.d.cts</a:t>
            </a:r>
          </a:p>
          <a:p>
            <a:pPr>
              <a:defRPr sz="1200"/>
            </a:pPr>
            <a:r>
              <a:t>D:/pasar_fix/node_modules/.bun/date-fns@4.1.0/node_modules/date-fns/locale/fa-IR/_lib/formatDistance.d.ts</a:t>
            </a:r>
          </a:p>
          <a:p>
            <a:pPr>
              <a:defRPr sz="1200"/>
            </a:pPr>
            <a:r>
              <a:t>D:/pasar_fix/node_modules/.bun/date-fns@4.1.0/node_modules/date-fns/locale/fa-IR/_lib/formatDistance.js</a:t>
            </a:r>
          </a:p>
          <a:p>
            <a:pPr>
              <a:defRPr sz="1200"/>
            </a:pPr>
            <a:r>
              <a:t>D:/pasar_fix/node_modules/.bun/date-fns@4.1.0/node_modules/date-fns/locale/fa-IR/_lib/formatLong.cjs</a:t>
            </a:r>
          </a:p>
          <a:p>
            <a:pPr>
              <a:defRPr sz="1200"/>
            </a:pPr>
            <a:r>
              <a:t>D:/pasar_fix/node_modules/.bun/date-fns@4.1.0/node_modules/date-fns/locale/fa-IR/_lib/formatLong.d.cts</a:t>
            </a:r>
          </a:p>
          <a:p>
            <a:pPr>
              <a:defRPr sz="1200"/>
            </a:pPr>
            <a:r>
              <a:t>D:/pasar_fix/node_modules/.bun/date-fns@4.1.0/node_modules/date-fns/locale/fa-IR/_lib/formatLong.d.ts</a:t>
            </a:r>
          </a:p>
          <a:p>
            <a:pPr>
              <a:defRPr sz="1200"/>
            </a:pPr>
            <a:r>
              <a:t>D:/pasar_fix/node_modules/.bun/date-fns@4.1.0/node_modules/date-fns/locale/fa-IR/_lib/formatLong.js</a:t>
            </a:r>
          </a:p>
          <a:p>
            <a:pPr>
              <a:defRPr sz="1200"/>
            </a:pPr>
            <a:r>
              <a:t>D:/pasar_fix/node_modules/.bun/date-fns@4.1.0/node_modules/date-fns/locale/fa-IR/_lib/formatRelative.cjs</a:t>
            </a:r>
          </a:p>
          <a:p>
            <a:pPr>
              <a:defRPr sz="1200"/>
            </a:pPr>
            <a:r>
              <a:t>D:/pasar_fix/node_modules/.bun/date-fns@4.1.0/node_modules/date-fns/locale/fa-IR/_lib/formatRelative.d.cts</a:t>
            </a:r>
          </a:p>
          <a:p>
            <a:pPr>
              <a:defRPr sz="1200"/>
            </a:pPr>
            <a:r>
              <a:t>D:/pasar_fix/node_modules/.bun/date-fns@4.1.0/node_modules/date-fns/locale/fa-IR/_lib/formatRelative.d.ts</a:t>
            </a:r>
          </a:p>
          <a:p>
            <a:pPr>
              <a:defRPr sz="1200"/>
            </a:pPr>
            <a:r>
              <a:t>D:/pasar_fix/node_modules/.bun/date-fns@4.1.0/node_modules/date-fns/locale/fa-IR/_lib/formatRelative.js</a:t>
            </a:r>
          </a:p>
          <a:p>
            <a:pPr>
              <a:defRPr sz="1200"/>
            </a:pPr>
            <a:r>
              <a:t>D:/pasar_fix/node_modules/.bun/date-fns@4.1.0/node_modules/date-fns/locale/fa-IR/_lib/localize.cjs</a:t>
            </a:r>
          </a:p>
          <a:p>
            <a:pPr>
              <a:defRPr sz="1200"/>
            </a:pPr>
            <a:r>
              <a:t>D:/pasar_fix/node_modules/.bun/date-fns@4.1.0/node_modules/date-fns/locale/fa-IR/_lib/localize.d.cts</a:t>
            </a:r>
          </a:p>
          <a:p>
            <a:pPr>
              <a:defRPr sz="1200"/>
            </a:pPr>
            <a:r>
              <a:t>D:/pasar_fix/node_modules/.bun/date-fns@4.1.0/node_modules/date-fns/locale/fa-IR/_lib/localize.d.ts</a:t>
            </a:r>
          </a:p>
          <a:p>
            <a:pPr>
              <a:defRPr sz="1200"/>
            </a:pPr>
            <a:r>
              <a:t>D:/pasar_fix/node_modules/.bun/date-fns@4.1.0/node_modules/date-fns/locale/fa-IR/_lib/localize.js</a:t>
            </a:r>
          </a:p>
          <a:p>
            <a:pPr>
              <a:defRPr sz="1200"/>
            </a:pPr>
            <a:r>
              <a:t>D:/pasar_fix/node_modules/.bun/date-fns@4.1.0/node_modules/date-fns/locale/fa-IR/_lib/match.cjs</a:t>
            </a:r>
          </a:p>
          <a:p>
            <a:pPr>
              <a:defRPr sz="1200"/>
            </a:pPr>
            <a:r>
              <a:t>D:/pasar_fix/node_modules/.bun/date-fns@4.1.0/node_modules/date-fns/locale/fa-IR/_lib/match.d.cts</a:t>
            </a:r>
          </a:p>
          <a:p>
            <a:pPr>
              <a:defRPr sz="1200"/>
            </a:pPr>
            <a:r>
              <a:t>D:/pasar_fix/node_modules/.bun/date-fns@4.1.0/node_modules/date-fns/locale/fa-IR/_lib/match.d.ts</a:t>
            </a:r>
          </a:p>
          <a:p>
            <a:pPr>
              <a:defRPr sz="1200"/>
            </a:pPr>
            <a:r>
              <a:t>D:/pasar_fix/node_modules/.bun/date-fns@4.1.0/node_modules/date-fns/locale/fa-IR/_lib/match.js</a:t>
            </a:r>
          </a:p>
          <a:p>
            <a:pPr>
              <a:defRPr sz="1200"/>
            </a:pPr>
            <a:r>
              <a:t>D:/pasar_fix/node_modules/.bun/date-fns@4.1.0/node_modules/date-fns/locale/fi/cdn.js</a:t>
            </a:r>
          </a:p>
          <a:p>
            <a:pPr>
              <a:defRPr sz="1200"/>
            </a:pPr>
            <a:r>
              <a:t>D:/pasar_fix/node_modules/.bun/date-fns@4.1.0/node_modules/date-fns/locale/fi/cdn.js.map</a:t>
            </a:r>
          </a:p>
          <a:p>
            <a:pPr>
              <a:defRPr sz="1200"/>
            </a:pPr>
            <a:r>
              <a:t>D:/pasar_fix/node_modules/.bun/date-fns@4.1.0/node_modules/date-fns/locale/fi/cdn.min.js</a:t>
            </a:r>
          </a:p>
          <a:p>
            <a:pPr>
              <a:defRPr sz="1200"/>
            </a:pPr>
            <a:r>
              <a:t>D:/pasar_fix/node_modules/.bun/date-fns@4.1.0/node_modules/date-fns/locale/fi/cdn.min.js.map</a:t>
            </a:r>
          </a:p>
          <a:p>
            <a:pPr>
              <a:defRPr sz="1200"/>
            </a:pPr>
            <a:r>
              <a:t>D:/pasar_fix/node_modules/.bun/date-fns@4.1.0/node_modules/date-fns/locale/fi/_lib/formatDistance.cjs</a:t>
            </a:r>
          </a:p>
          <a:p>
            <a:pPr>
              <a:defRPr sz="1200"/>
            </a:pPr>
            <a:r>
              <a:t>D:/pasar_fix/node_modules/.bun/date-fns@4.1.0/node_modules/date-fns/locale/fi/_lib/formatDistance.d.cts</a:t>
            </a:r>
          </a:p>
          <a:p>
            <a:pPr>
              <a:defRPr sz="1200"/>
            </a:pPr>
            <a:r>
              <a:t>D:/pasar_fix/node_modules/.bun/date-fns@4.1.0/node_modules/date-fns/locale/fi/_lib/formatDistance.d.ts</a:t>
            </a:r>
          </a:p>
          <a:p>
            <a:pPr>
              <a:defRPr sz="1200"/>
            </a:pPr>
            <a:r>
              <a:t>D:/pasar_fix/node_modules/.bun/date-fns@4.1.0/node_modules/date-fns/locale/fi/_lib/formatDistance.js</a:t>
            </a:r>
          </a:p>
          <a:p>
            <a:pPr>
              <a:defRPr sz="1200"/>
            </a:pPr>
            <a:r>
              <a:t>D:/pasar_fix/node_modules/.bun/date-fns@4.1.0/node_modules/date-fns/locale/fi/_lib/formatLong.cjs</a:t>
            </a:r>
          </a:p>
          <a:p>
            <a:pPr>
              <a:defRPr sz="1200"/>
            </a:pPr>
            <a:r>
              <a:t>D:/pasar_fix/node_modules/.bun/date-fns@4.1.0/node_modules/date-fns/locale/fi/_lib/formatLong.d.cts</a:t>
            </a:r>
          </a:p>
          <a:p>
            <a:pPr>
              <a:defRPr sz="1200"/>
            </a:pPr>
            <a:r>
              <a:t>D:/pasar_fix/node_modules/.bun/date-fns@4.1.0/node_modules/date-fns/locale/fi/_lib/formatLong.d.ts</a:t>
            </a:r>
          </a:p>
          <a:p>
            <a:pPr>
              <a:defRPr sz="1200"/>
            </a:pPr>
            <a:r>
              <a:t>D:/pasar_fix/node_modules/.bun/date-fns@4.1.0/node_modules/date-fns/locale/fi/_lib/formatLong.js</a:t>
            </a:r>
          </a:p>
          <a:p>
            <a:pPr>
              <a:defRPr sz="1200"/>
            </a:pPr>
            <a:r>
              <a:t>D:/pasar_fix/node_modules/.bun/date-fns@4.1.0/node_modules/date-fns/locale/fi/_lib/formatRelative.cjs</a:t>
            </a:r>
          </a:p>
          <a:p>
            <a:pPr>
              <a:defRPr sz="1200"/>
            </a:pPr>
            <a:r>
              <a:t>D:/pasar_fix/node_modules/.bun/date-fns@4.1.0/node_modules/date-fns/locale/fi/_lib/formatRelative.d.cts</a:t>
            </a:r>
          </a:p>
          <a:p>
            <a:pPr>
              <a:defRPr sz="1200"/>
            </a:pPr>
            <a:r>
              <a:t>D:/pasar_fix/node_modules/.bun/date-fns@4.1.0/node_modules/date-fns/locale/fi/_lib/formatRelative.d.ts</a:t>
            </a:r>
          </a:p>
          <a:p>
            <a:pPr>
              <a:defRPr sz="1200"/>
            </a:pPr>
            <a:r>
              <a:t>D:/pasar_fix/node_modules/.bun/date-fns@4.1.0/node_modules/date-fns/locale/fi/_lib/formatRelative.js</a:t>
            </a:r>
          </a:p>
          <a:p>
            <a:pPr>
              <a:defRPr sz="1200"/>
            </a:pPr>
            <a:r>
              <a:t>D:/pasar_fix/node_modules/.bun/date-fns@4.1.0/node_modules/date-fns/locale/fi/_lib/localize.cjs</a:t>
            </a:r>
          </a:p>
          <a:p>
            <a:pPr>
              <a:defRPr sz="1200"/>
            </a:pPr>
            <a:r>
              <a:t>D:/pasar_fix/node_modules/.bun/date-fns@4.1.0/node_modules/date-fns/locale/fi/_lib/localize.d.cts</a:t>
            </a:r>
          </a:p>
          <a:p>
            <a:pPr>
              <a:defRPr sz="1200"/>
            </a:pPr>
            <a:r>
              <a:t>D:/pasar_fix/node_modules/.bun/date-fns@4.1.0/node_modules/date-fns/locale/fi/_lib/localize.d.ts</a:t>
            </a:r>
          </a:p>
          <a:p>
            <a:pPr>
              <a:defRPr sz="1200"/>
            </a:pPr>
            <a:r>
              <a:t>D:/pasar_fix/node_modules/.bun/date-fns@4.1.0/node_modules/date-fns/locale/fi/_lib/localize.js</a:t>
            </a:r>
          </a:p>
          <a:p>
            <a:pPr>
              <a:defRPr sz="1200"/>
            </a:pPr>
            <a:r>
              <a:t>D:/pasar_fix/node_modules/.bun/date-fns@4.1.0/node_modules/date-fns/locale/fi/_lib/match.cjs</a:t>
            </a:r>
          </a:p>
          <a:p>
            <a:pPr>
              <a:defRPr sz="1200"/>
            </a:pPr>
            <a:r>
              <a:t>D:/pasar_fix/node_modules/.bun/date-fns@4.1.0/node_modules/date-fns/locale/fi/_lib/match.d.cts</a:t>
            </a:r>
          </a:p>
          <a:p>
            <a:pPr>
              <a:defRPr sz="1200"/>
            </a:pPr>
            <a:r>
              <a:t>D:/pasar_fix/node_modules/.bun/date-fns@4.1.0/node_modules/date-fns/locale/fi/_lib/match.d.ts</a:t>
            </a:r>
          </a:p>
          <a:p>
            <a:pPr>
              <a:defRPr sz="1200"/>
            </a:pPr>
            <a:r>
              <a:t>D:/pasar_fix/node_modules/.bun/date-fns@4.1.0/node_modules/date-fns/locale/fi/_lib/match.js</a:t>
            </a:r>
          </a:p>
          <a:p>
            <a:pPr>
              <a:defRPr sz="1200"/>
            </a:pPr>
            <a:r>
              <a:t>D:/pasar_fix/node_modules/.bun/date-fns@4.1.0/node_modules/date-fns/locale/fr/cdn.js</a:t>
            </a:r>
          </a:p>
          <a:p>
            <a:pPr>
              <a:defRPr sz="1200"/>
            </a:pPr>
            <a:r>
              <a:t>D:/pasar_fix/node_modules/.bun/date-fns@4.1.0/node_modules/date-fns/locale/fr/cdn.js.map</a:t>
            </a:r>
          </a:p>
          <a:p>
            <a:pPr>
              <a:defRPr sz="1200"/>
            </a:pPr>
            <a:r>
              <a:t>D:/pasar_fix/node_modules/.bun/date-fns@4.1.0/node_modules/date-fns/locale/fr/cdn.min.js</a:t>
            </a:r>
          </a:p>
          <a:p>
            <a:pPr>
              <a:defRPr sz="1200"/>
            </a:pPr>
            <a:r>
              <a:t>D:/pasar_fix/node_modules/.bun/date-fns@4.1.0/node_modules/date-fns/locale/fr/cdn.min.js.map</a:t>
            </a:r>
          </a:p>
          <a:p>
            <a:pPr>
              <a:defRPr sz="1200"/>
            </a:pPr>
            <a:r>
              <a:t>D:/pasar_fix/node_modules/.bun/date-fns@4.1.0/node_modules/date-fns/locale/fr/_lib/formatDistance.cjs</a:t>
            </a:r>
          </a:p>
          <a:p>
            <a:pPr>
              <a:defRPr sz="1200"/>
            </a:pPr>
            <a:r>
              <a:t>D:/pasar_fix/node_modules/.bun/date-fns@4.1.0/node_modules/date-fns/locale/fr/_lib/formatDistance.d.cts</a:t>
            </a:r>
          </a:p>
          <a:p>
            <a:pPr>
              <a:defRPr sz="1200"/>
            </a:pPr>
            <a:r>
              <a:t>D:/pasar_fix/node_modules/.bun/date-fns@4.1.0/node_modules/date-fns/locale/fr/_lib/formatDistance.d.ts</a:t>
            </a:r>
          </a:p>
          <a:p>
            <a:pPr>
              <a:defRPr sz="1200"/>
            </a:pPr>
            <a:r>
              <a:t>D:/pasar_fix/node_modules/.bun/date-fns@4.1.0/node_modules/date-fns/locale/fr/_lib/formatDistance.js</a:t>
            </a:r>
          </a:p>
          <a:p>
            <a:pPr>
              <a:defRPr sz="1200"/>
            </a:pPr>
            <a:r>
              <a:t>D:/pasar_fix/node_modules/.bun/date-fns@4.1.0/node_modules/date-fns/locale/fr/_lib/formatLong.cjs</a:t>
            </a:r>
          </a:p>
          <a:p>
            <a:pPr>
              <a:defRPr sz="1200"/>
            </a:pPr>
            <a:r>
              <a:t>D:/pasar_fix/node_modules/.bun/date-fns@4.1.0/node_modules/date-fns/locale/fr/_lib/formatLong.d.cts</a:t>
            </a:r>
          </a:p>
          <a:p>
            <a:pPr>
              <a:defRPr sz="1200"/>
            </a:pPr>
            <a:r>
              <a:t>D:/pasar_fix/node_modules/.bun/date-fns@4.1.0/node_modules/date-fns/locale/fr/_lib/formatLong.d.ts</a:t>
            </a:r>
          </a:p>
          <a:p>
            <a:pPr>
              <a:defRPr sz="1200"/>
            </a:pPr>
            <a:r>
              <a:t>D:/pasar_fix/node_modules/.bun/date-fns@4.1.0/node_modules/date-fns/locale/fr/_lib/formatLong.js</a:t>
            </a:r>
          </a:p>
          <a:p>
            <a:pPr>
              <a:defRPr sz="1200"/>
            </a:pPr>
            <a:r>
              <a:t>D:/pasar_fix/node_modules/.bun/date-fns@4.1.0/node_modules/date-fns/locale/fr/_lib/formatRelative.cjs</a:t>
            </a:r>
          </a:p>
          <a:p>
            <a:pPr>
              <a:defRPr sz="1200"/>
            </a:pPr>
            <a:r>
              <a:t>D:/pasar_fix/node_modules/.bun/date-fns@4.1.0/node_modules/date-fns/locale/fr/_lib/formatRelative.d.cts</a:t>
            </a:r>
          </a:p>
          <a:p>
            <a:pPr>
              <a:defRPr sz="1200"/>
            </a:pPr>
            <a:r>
              <a:t>D:/pasar_fix/node_modules/.bun/date-fns@4.1.0/node_modules/date-fns/locale/fr/_lib/formatRelative.d.ts</a:t>
            </a:r>
          </a:p>
          <a:p>
            <a:pPr>
              <a:defRPr sz="1200"/>
            </a:pPr>
            <a:r>
              <a:t>D:/pasar_fix/node_modules/.bun/date-fns@4.1.0/node_modules/date-fns/locale/fr/_lib/formatRelative.js</a:t>
            </a:r>
          </a:p>
          <a:p>
            <a:pPr>
              <a:defRPr sz="1200"/>
            </a:pPr>
            <a:r>
              <a:t>D:/pasar_fix/node_modules/.bun/date-fns@4.1.0/node_modules/date-fns/locale/fr/_lib/localize.cjs</a:t>
            </a:r>
          </a:p>
          <a:p>
            <a:pPr>
              <a:defRPr sz="1200"/>
            </a:pPr>
            <a:r>
              <a:t>D:/pasar_fix/node_modules/.bun/date-fns@4.1.0/node_modules/date-fns/locale/fr/_lib/localize.d.cts</a:t>
            </a:r>
          </a:p>
          <a:p>
            <a:pPr>
              <a:defRPr sz="1200"/>
            </a:pPr>
            <a:r>
              <a:t>D:/pasar_fix/node_modules/.bun/date-fns@4.1.0/node_modules/date-fns/locale/fr/_lib/localize.d.ts</a:t>
            </a:r>
          </a:p>
          <a:p>
            <a:pPr>
              <a:defRPr sz="1200"/>
            </a:pPr>
            <a:r>
              <a:t>D:/pasar_fix/node_modules/.bun/date-fns@4.1.0/node_modules/date-fns/locale/fr/_lib/localize.js</a:t>
            </a:r>
          </a:p>
          <a:p>
            <a:pPr>
              <a:defRPr sz="1200"/>
            </a:pPr>
            <a:r>
              <a:t>D:/pasar_fix/node_modules/.bun/date-fns@4.1.0/node_modules/date-fns/locale/fr/_lib/match.cjs</a:t>
            </a:r>
          </a:p>
          <a:p>
            <a:pPr>
              <a:defRPr sz="1200"/>
            </a:pPr>
            <a:r>
              <a:t>D:/pasar_fix/node_modules/.bun/date-fns@4.1.0/node_modules/date-fns/locale/fr/_lib/match.d.cts</a:t>
            </a:r>
          </a:p>
          <a:p>
            <a:pPr>
              <a:defRPr sz="1200"/>
            </a:pPr>
            <a:r>
              <a:t>D:/pasar_fix/node_modules/.bun/date-fns@4.1.0/node_modules/date-fns/locale/fr/_lib/match.d.ts</a:t>
            </a:r>
          </a:p>
          <a:p>
            <a:pPr>
              <a:defRPr sz="1200"/>
            </a:pPr>
            <a:r>
              <a:t>D:/pasar_fix/node_modules/.bun/date-fns@4.1.0/node_modules/date-fns/locale/fr/_lib/match.js</a:t>
            </a:r>
          </a:p>
          <a:p>
            <a:pPr>
              <a:defRPr sz="1200"/>
            </a:pPr>
            <a:r>
              <a:t>D:/pasar_fix/node_modules/.bun/date-fns@4.1.0/node_modules/date-fns/locale/fr-CA/cdn.js</a:t>
            </a:r>
          </a:p>
          <a:p>
            <a:pPr>
              <a:defRPr sz="1200"/>
            </a:pPr>
            <a:r>
              <a:t>D:/pasar_fix/node_modules/.bun/date-fns@4.1.0/node_modules/date-fns/locale/fr-CA/cdn.js.map</a:t>
            </a:r>
          </a:p>
          <a:p>
            <a:pPr>
              <a:defRPr sz="1200"/>
            </a:pPr>
            <a:r>
              <a:t>D:/pasar_fix/node_modules/.bun/date-fns@4.1.0/node_modules/date-fns/locale/fr-CA/cdn.min.js</a:t>
            </a:r>
          </a:p>
          <a:p>
            <a:pPr>
              <a:defRPr sz="1200"/>
            </a:pPr>
            <a:r>
              <a:t>D:/pasar_fix/node_modules/.bun/date-fns@4.1.0/node_modules/date-fns/locale/fr-CA/cdn.min.js.map</a:t>
            </a:r>
          </a:p>
          <a:p>
            <a:pPr>
              <a:defRPr sz="1200"/>
            </a:pPr>
            <a:r>
              <a:t>D:/pasar_fix/node_modules/.bun/date-fns@4.1.0/node_modules/date-fns/locale/fr-CA/_lib/formatLong.cjs</a:t>
            </a:r>
          </a:p>
          <a:p>
            <a:pPr>
              <a:defRPr sz="1200"/>
            </a:pPr>
            <a:r>
              <a:t>D:/pasar_fix/node_modules/.bun/date-fns@4.1.0/node_modules/date-fns/locale/fr-CA/_lib/formatLong.d.cts</a:t>
            </a:r>
          </a:p>
          <a:p>
            <a:pPr>
              <a:defRPr sz="1200"/>
            </a:pPr>
            <a:r>
              <a:t>D:/pasar_fix/node_modules/.bun/date-fns@4.1.0/node_modules/date-fns/locale/fr-CA/_lib/formatLong.d.ts</a:t>
            </a:r>
          </a:p>
          <a:p>
            <a:pPr>
              <a:defRPr sz="1200"/>
            </a:pPr>
            <a:r>
              <a:t>D:/pasar_fix/node_modules/.bun/date-fns@4.1.0/node_modules/date-fns/locale/fr-CA/_lib/formatLong.js</a:t>
            </a:r>
          </a:p>
          <a:p>
            <a:pPr>
              <a:defRPr sz="1200"/>
            </a:pPr>
            <a:r>
              <a:t>D:/pasar_fix/node_modules/.bun/date-fns@4.1.0/node_modules/date-fns/locale/fr-CH/cdn.js</a:t>
            </a:r>
          </a:p>
          <a:p>
            <a:pPr>
              <a:defRPr sz="1200"/>
            </a:pPr>
            <a:r>
              <a:t>D:/pasar_fix/node_modules/.bun/date-fns@4.1.0/node_modules/date-fns/locale/fr-CH/cdn.js.map</a:t>
            </a:r>
          </a:p>
          <a:p>
            <a:pPr>
              <a:defRPr sz="1200"/>
            </a:pPr>
            <a:r>
              <a:t>D:/pasar_fix/node_modules/.bun/date-fns@4.1.0/node_modules/date-fns/locale/fr-CH/cdn.min.js</a:t>
            </a:r>
          </a:p>
          <a:p>
            <a:pPr>
              <a:defRPr sz="1200"/>
            </a:pPr>
            <a:r>
              <a:t>D:/pasar_fix/node_modules/.bun/date-fns@4.1.0/node_modules/date-fns/locale/fr-CH/cdn.min.js.map</a:t>
            </a:r>
          </a:p>
          <a:p>
            <a:pPr>
              <a:defRPr sz="1200"/>
            </a:pPr>
            <a:r>
              <a:t>D:/pasar_fix/node_modules/.bun/date-fns@4.1.0/node_modules/date-fns/locale/fr-CH/_lib/formatLong.cjs</a:t>
            </a:r>
          </a:p>
          <a:p>
            <a:pPr>
              <a:defRPr sz="1200"/>
            </a:pPr>
            <a:r>
              <a:t>D:/pasar_fix/node_modules/.bun/date-fns@4.1.0/node_modules/date-fns/locale/fr-CH/_lib/formatLong.d.cts</a:t>
            </a:r>
          </a:p>
          <a:p>
            <a:pPr>
              <a:defRPr sz="1200"/>
            </a:pPr>
            <a:r>
              <a:t>D:/pasar_fix/node_modules/.bun/date-fns@4.1.0/node_modules/date-fns/locale/fr-CH/_lib/formatLong.d.ts</a:t>
            </a:r>
          </a:p>
          <a:p>
            <a:pPr>
              <a:defRPr sz="1200"/>
            </a:pPr>
            <a:r>
              <a:t>D:/pasar_fix/node_modules/.bun/date-fns@4.1.0/node_modules/date-fns/locale/fr-CH/_lib/formatLong.js</a:t>
            </a:r>
          </a:p>
          <a:p>
            <a:pPr>
              <a:defRPr sz="1200"/>
            </a:pPr>
            <a:r>
              <a:t>D:/pasar_fix/node_modules/.bun/date-fns@4.1.0/node_modules/date-fns/locale/fr-CH/_lib/formatRelative.cjs</a:t>
            </a:r>
          </a:p>
          <a:p>
            <a:pPr>
              <a:defRPr sz="1200"/>
            </a:pPr>
            <a:r>
              <a:t>D:/pasar_fix/node_modules/.bun/date-fns@4.1.0/node_modules/date-fns/locale/fr-CH/_lib/formatRelative.d.cts</a:t>
            </a:r>
          </a:p>
          <a:p>
            <a:pPr>
              <a:defRPr sz="1200"/>
            </a:pPr>
            <a:r>
              <a:t>D:/pasar_fix/node_modules/.bun/date-fns@4.1.0/node_modules/date-fns/locale/fr-CH/_lib/formatRelative.d.ts</a:t>
            </a:r>
          </a:p>
          <a:p>
            <a:pPr>
              <a:defRPr sz="1200"/>
            </a:pPr>
            <a:r>
              <a:t>D:/pasar_fix/node_modules/.bun/date-fns@4.1.0/node_modules/date-fns/locale/fr-CH/_lib/formatRelative.js</a:t>
            </a:r>
          </a:p>
          <a:p>
            <a:pPr>
              <a:defRPr sz="1200"/>
            </a:pPr>
            <a:r>
              <a:t>D:/pasar_fix/node_modules/.bun/date-fns@4.1.0/node_modules/date-fns/locale/fy/cdn.js</a:t>
            </a:r>
          </a:p>
          <a:p>
            <a:pPr>
              <a:defRPr sz="1200"/>
            </a:pPr>
            <a:r>
              <a:t>D:/pasar_fix/node_modules/.bun/date-fns@4.1.0/node_modules/date-fns/locale/fy/cdn.js.map</a:t>
            </a:r>
          </a:p>
          <a:p>
            <a:pPr>
              <a:defRPr sz="1200"/>
            </a:pPr>
            <a:r>
              <a:t>D:/pasar_fix/node_modules/.bun/date-fns@4.1.0/node_modules/date-fns/locale/fy/cdn.min.js</a:t>
            </a:r>
          </a:p>
          <a:p>
            <a:pPr>
              <a:defRPr sz="1200"/>
            </a:pPr>
            <a:r>
              <a:t>D:/pasar_fix/node_modules/.bun/date-fns@4.1.0/node_modules/date-fns/locale/fy/cdn.min.js.map</a:t>
            </a:r>
          </a:p>
          <a:p>
            <a:pPr>
              <a:defRPr sz="1200"/>
            </a:pPr>
            <a:r>
              <a:t>D:/pasar_fix/node_modules/.bun/date-fns@4.1.0/node_modules/date-fns/locale/fy/_lib/formatDistance.cjs</a:t>
            </a:r>
          </a:p>
          <a:p>
            <a:pPr>
              <a:defRPr sz="1200"/>
            </a:pPr>
            <a:r>
              <a:t>D:/pasar_fix/node_modules/.bun/date-fns@4.1.0/node_modules/date-fns/locale/fy/_lib/formatDistance.d.cts</a:t>
            </a:r>
          </a:p>
          <a:p>
            <a:pPr>
              <a:defRPr sz="1200"/>
            </a:pPr>
            <a:r>
              <a:t>D:/pasar_fix/node_modules/.bun/date-fns@4.1.0/node_modules/date-fns/locale/fy/_lib/formatDistance.d.ts</a:t>
            </a:r>
          </a:p>
          <a:p>
            <a:pPr>
              <a:defRPr sz="1200"/>
            </a:pPr>
            <a:r>
              <a:t>D:/pasar_fix/node_modules/.bun/date-fns@4.1.0/node_modules/date-fns/locale/fy/_lib/formatDistance.js</a:t>
            </a:r>
          </a:p>
          <a:p>
            <a:pPr>
              <a:defRPr sz="1200"/>
            </a:pPr>
            <a:r>
              <a:t>D:/pasar_fix/node_modules/.bun/date-fns@4.1.0/node_modules/date-fns/locale/fy/_lib/formatLong.cjs</a:t>
            </a:r>
          </a:p>
          <a:p>
            <a:pPr>
              <a:defRPr sz="1200"/>
            </a:pPr>
            <a:r>
              <a:t>D:/pasar_fix/node_modules/.bun/date-fns@4.1.0/node_modules/date-fns/locale/fy/_lib/formatLong.d.cts</a:t>
            </a:r>
          </a:p>
          <a:p>
            <a:pPr>
              <a:defRPr sz="1200"/>
            </a:pPr>
            <a:r>
              <a:t>D:/pasar_fix/node_modules/.bun/date-fns@4.1.0/node_modules/date-fns/locale/fy/_lib/formatLong.d.ts</a:t>
            </a:r>
          </a:p>
          <a:p>
            <a:pPr>
              <a:defRPr sz="1200"/>
            </a:pPr>
            <a:r>
              <a:t>D:/pasar_fix/node_modules/.bun/date-fns@4.1.0/node_modules/date-fns/locale/fy/_lib/formatLong.js</a:t>
            </a:r>
          </a:p>
          <a:p>
            <a:pPr>
              <a:defRPr sz="1200"/>
            </a:pPr>
            <a:r>
              <a:t>D:/pasar_fix/node_modules/.bun/date-fns@4.1.0/node_modules/date-fns/locale/fy/_lib/formatRelative.cjs</a:t>
            </a:r>
          </a:p>
          <a:p>
            <a:pPr>
              <a:defRPr sz="1200"/>
            </a:pPr>
            <a:r>
              <a:t>D:/pasar_fix/node_modules/.bun/date-fns@4.1.0/node_modules/date-fns/locale/fy/_lib/formatRelative.d.cts</a:t>
            </a:r>
          </a:p>
          <a:p>
            <a:pPr>
              <a:defRPr sz="1200"/>
            </a:pPr>
            <a:r>
              <a:t>D:/pasar_fix/node_modules/.bun/date-fns@4.1.0/node_modules/date-fns/locale/fy/_lib/formatRelative.d.ts</a:t>
            </a:r>
          </a:p>
          <a:p>
            <a:pPr>
              <a:defRPr sz="1200"/>
            </a:pPr>
            <a:r>
              <a:t>D:/pasar_fix/node_modules/.bun/date-fns@4.1.0/node_modules/date-fns/locale/fy/_lib/formatRelative.js</a:t>
            </a:r>
          </a:p>
          <a:p>
            <a:pPr>
              <a:defRPr sz="1200"/>
            </a:pPr>
            <a:r>
              <a:t>D:/pasar_fix/node_modules/.bun/date-fns@4.1.0/node_modules/date-fns/locale/fy/_lib/localize.cjs</a:t>
            </a:r>
          </a:p>
          <a:p>
            <a:pPr>
              <a:defRPr sz="1200"/>
            </a:pPr>
            <a:r>
              <a:t>D:/pasar_fix/node_modules/.bun/date-fns@4.1.0/node_modules/date-fns/locale/fy/_lib/localize.d.cts</a:t>
            </a:r>
          </a:p>
          <a:p>
            <a:pPr>
              <a:defRPr sz="1200"/>
            </a:pPr>
            <a:r>
              <a:t>D:/pasar_fix/node_modules/.bun/date-fns@4.1.0/node_modules/date-fns/locale/fy/_lib/localize.d.ts</a:t>
            </a:r>
          </a:p>
          <a:p>
            <a:pPr>
              <a:defRPr sz="1200"/>
            </a:pPr>
            <a:r>
              <a:t>D:/pasar_fix/node_modules/.bun/date-fns@4.1.0/node_modules/date-fns/locale/fy/_lib/localize.js</a:t>
            </a:r>
          </a:p>
          <a:p>
            <a:pPr>
              <a:defRPr sz="1200"/>
            </a:pPr>
            <a:r>
              <a:t>D:/pasar_fix/node_modules/.bun/date-fns@4.1.0/node_modules/date-fns/locale/fy/_lib/match.cjs</a:t>
            </a:r>
          </a:p>
          <a:p>
            <a:pPr>
              <a:defRPr sz="1200"/>
            </a:pPr>
            <a:r>
              <a:t>D:/pasar_fix/node_modules/.bun/date-fns@4.1.0/node_modules/date-fns/locale/fy/_lib/match.d.cts</a:t>
            </a:r>
          </a:p>
          <a:p>
            <a:pPr>
              <a:defRPr sz="1200"/>
            </a:pPr>
            <a:r>
              <a:t>D:/pasar_fix/node_modules/.bun/date-fns@4.1.0/node_modules/date-fns/locale/fy/_lib/match.d.ts</a:t>
            </a:r>
          </a:p>
          <a:p>
            <a:pPr>
              <a:defRPr sz="1200"/>
            </a:pPr>
            <a:r>
              <a:t>D:/pasar_fix/node_modules/.bun/date-fns@4.1.0/node_modules/date-fns/locale/fy/_lib/match.js</a:t>
            </a:r>
          </a:p>
          <a:p>
            <a:pPr>
              <a:defRPr sz="1200"/>
            </a:pPr>
            <a:r>
              <a:t>D:/pasar_fix/node_modules/.bun/date-fns@4.1.0/node_modules/date-fns/locale/gd/cdn.js</a:t>
            </a:r>
          </a:p>
          <a:p>
            <a:pPr>
              <a:defRPr sz="1200"/>
            </a:pPr>
            <a:r>
              <a:t>D:/pasar_fix/node_modules/.bun/date-fns@4.1.0/node_modules/date-fns/locale/gd/cdn.js.map</a:t>
            </a:r>
          </a:p>
          <a:p>
            <a:pPr>
              <a:defRPr sz="1200"/>
            </a:pPr>
            <a:r>
              <a:t>D:/pasar_fix/node_modules/.bun/date-fns@4.1.0/node_modules/date-fns/locale/gd/cdn.min.js</a:t>
            </a:r>
          </a:p>
          <a:p>
            <a:pPr>
              <a:defRPr sz="1200"/>
            </a:pPr>
            <a:r>
              <a:t>D:/pasar_fix/node_modules/.bun/date-fns@4.1.0/node_modules/date-fns/locale/gd/cdn.min.js.map</a:t>
            </a:r>
          </a:p>
          <a:p>
            <a:pPr>
              <a:defRPr sz="1200"/>
            </a:pPr>
            <a:r>
              <a:t>D:/pasar_fix/node_modules/.bun/date-fns@4.1.0/node_modules/date-fns/locale/gd/_lib/formatDistance.cjs</a:t>
            </a:r>
          </a:p>
          <a:p>
            <a:pPr>
              <a:defRPr sz="1200"/>
            </a:pPr>
            <a:r>
              <a:t>D:/pasar_fix/node_modules/.bun/date-fns@4.1.0/node_modules/date-fns/locale/gd/_lib/formatDistance.d.cts</a:t>
            </a:r>
          </a:p>
          <a:p>
            <a:pPr>
              <a:defRPr sz="1200"/>
            </a:pPr>
            <a:r>
              <a:t>D:/pasar_fix/node_modules/.bun/date-fns@4.1.0/node_modules/date-fns/locale/gd/_lib/formatDistance.d.ts</a:t>
            </a:r>
          </a:p>
          <a:p>
            <a:pPr>
              <a:defRPr sz="1200"/>
            </a:pPr>
            <a:r>
              <a:t>D:/pasar_fix/node_modules/.bun/date-fns@4.1.0/node_modules/date-fns/locale/gd/_lib/formatDistance.js</a:t>
            </a:r>
          </a:p>
          <a:p>
            <a:pPr>
              <a:defRPr sz="1200"/>
            </a:pPr>
            <a:r>
              <a:t>D:/pasar_fix/node_modules/.bun/date-fns@4.1.0/node_modules/date-fns/locale/gd/_lib/formatLong.cjs</a:t>
            </a:r>
          </a:p>
          <a:p>
            <a:pPr>
              <a:defRPr sz="1200"/>
            </a:pPr>
            <a:r>
              <a:t>D:/pasar_fix/node_modules/.bun/date-fns@4.1.0/node_modules/date-fns/locale/gd/_lib/formatLong.d.cts</a:t>
            </a:r>
          </a:p>
          <a:p>
            <a:pPr>
              <a:defRPr sz="1200"/>
            </a:pPr>
            <a:r>
              <a:t>D:/pasar_fix/node_modules/.bun/date-fns@4.1.0/node_modules/date-fns/locale/gd/_lib/formatLong.d.ts</a:t>
            </a:r>
          </a:p>
          <a:p>
            <a:pPr>
              <a:defRPr sz="1200"/>
            </a:pPr>
            <a:r>
              <a:t>D:/pasar_fix/node_modules/.bun/date-fns@4.1.0/node_modules/date-fns/locale/gd/_lib/formatLong.js</a:t>
            </a:r>
          </a:p>
          <a:p>
            <a:pPr>
              <a:defRPr sz="1200"/>
            </a:pPr>
            <a:r>
              <a:t>D:/pasar_fix/node_modules/.bun/date-fns@4.1.0/node_modules/date-fns/locale/gd/_lib/formatRelative.cjs</a:t>
            </a:r>
          </a:p>
          <a:p>
            <a:pPr>
              <a:defRPr sz="1200"/>
            </a:pPr>
            <a:r>
              <a:t>D:/pasar_fix/node_modules/.bun/date-fns@4.1.0/node_modules/date-fns/locale/gd/_lib/formatRelative.d.cts</a:t>
            </a:r>
          </a:p>
          <a:p>
            <a:pPr>
              <a:defRPr sz="1200"/>
            </a:pPr>
            <a:r>
              <a:t>D:/pasar_fix/node_modules/.bun/date-fns@4.1.0/node_modules/date-fns/locale/gd/_lib/formatRelative.d.ts</a:t>
            </a:r>
          </a:p>
          <a:p>
            <a:pPr>
              <a:defRPr sz="1200"/>
            </a:pPr>
            <a:r>
              <a:t>D:/pasar_fix/node_modules/.bun/date-fns@4.1.0/node_modules/date-fns/locale/gd/_lib/formatRelative.js</a:t>
            </a:r>
          </a:p>
          <a:p>
            <a:pPr>
              <a:defRPr sz="1200"/>
            </a:pPr>
            <a:r>
              <a:t>D:/pasar_fix/node_modules/.bun/date-fns@4.1.0/node_modules/date-fns/locale/gd/_lib/localize.cjs</a:t>
            </a:r>
          </a:p>
          <a:p>
            <a:pPr>
              <a:defRPr sz="1200"/>
            </a:pPr>
            <a:r>
              <a:t>D:/pasar_fix/node_modules/.bun/date-fns@4.1.0/node_modules/date-fns/locale/gd/_lib/localize.d.cts</a:t>
            </a:r>
          </a:p>
          <a:p>
            <a:pPr>
              <a:defRPr sz="1200"/>
            </a:pPr>
            <a:r>
              <a:t>D:/pasar_fix/node_modules/.bun/date-fns@4.1.0/node_modules/date-fns/locale/gd/_lib/localize.d.ts</a:t>
            </a:r>
          </a:p>
          <a:p>
            <a:pPr>
              <a:defRPr sz="1200"/>
            </a:pPr>
            <a:r>
              <a:t>D:/pasar_fix/node_modules/.bun/date-fns@4.1.0/node_modules/date-fns/locale/gd/_lib/localize.js</a:t>
            </a:r>
          </a:p>
          <a:p>
            <a:pPr>
              <a:defRPr sz="1200"/>
            </a:pPr>
            <a:r>
              <a:t>D:/pasar_fix/node_modules/.bun/date-fns@4.1.0/node_modules/date-fns/locale/gd/_lib/match.cjs</a:t>
            </a:r>
          </a:p>
          <a:p>
            <a:pPr>
              <a:defRPr sz="1200"/>
            </a:pPr>
            <a:r>
              <a:t>D:/pasar_fix/node_modules/.bun/date-fns@4.1.0/node_modules/date-fns/locale/gd/_lib/match.d.cts</a:t>
            </a:r>
          </a:p>
          <a:p>
            <a:pPr>
              <a:defRPr sz="1200"/>
            </a:pPr>
            <a:r>
              <a:t>D:/pasar_fix/node_modules/.bun/date-fns@4.1.0/node_modules/date-fns/locale/gd/_lib/match.d.ts</a:t>
            </a:r>
          </a:p>
          <a:p>
            <a:pPr>
              <a:defRPr sz="1200"/>
            </a:pPr>
            <a:r>
              <a:t>D:/pasar_fix/node_modules/.bun/date-fns@4.1.0/node_modules/date-fns/locale/gd/_lib/match.js</a:t>
            </a:r>
          </a:p>
          <a:p>
            <a:pPr>
              <a:defRPr sz="1200"/>
            </a:pPr>
            <a:r>
              <a:t>D:/pasar_fix/node_modules/.bun/date-fns@4.1.0/node_modules/date-fns/locale/gl/cdn.js</a:t>
            </a:r>
          </a:p>
          <a:p>
            <a:pPr>
              <a:defRPr sz="1200"/>
            </a:pPr>
            <a:r>
              <a:t>D:/pasar_fix/node_modules/.bun/date-fns@4.1.0/node_modules/date-fns/locale/gl/cdn.js.map</a:t>
            </a:r>
          </a:p>
          <a:p>
            <a:pPr>
              <a:defRPr sz="1200"/>
            </a:pPr>
            <a:r>
              <a:t>D:/pasar_fix/node_modules/.bun/date-fns@4.1.0/node_modules/date-fns/locale/gl/cdn.min.js</a:t>
            </a:r>
          </a:p>
          <a:p>
            <a:pPr>
              <a:defRPr sz="1200"/>
            </a:pPr>
            <a:r>
              <a:t>D:/pasar_fix/node_modules/.bun/date-fns@4.1.0/node_modules/date-fns/locale/gl/cdn.min.js.map</a:t>
            </a:r>
          </a:p>
          <a:p>
            <a:pPr>
              <a:defRPr sz="1200"/>
            </a:pPr>
            <a:r>
              <a:t>D:/pasar_fix/node_modules/.bun/date-fns@4.1.0/node_modules/date-fns/locale/gl/_lib/formatDistance.cjs</a:t>
            </a:r>
          </a:p>
          <a:p>
            <a:pPr>
              <a:defRPr sz="1200"/>
            </a:pPr>
            <a:r>
              <a:t>D:/pasar_fix/node_modules/.bun/date-fns@4.1.0/node_modules/date-fns/locale/gl/_lib/formatDistance.d.cts</a:t>
            </a:r>
          </a:p>
          <a:p>
            <a:pPr>
              <a:defRPr sz="1200"/>
            </a:pPr>
            <a:r>
              <a:t>D:/pasar_fix/node_modules/.bun/date-fns@4.1.0/node_modules/date-fns/locale/gl/_lib/formatDistance.d.ts</a:t>
            </a:r>
          </a:p>
          <a:p>
            <a:pPr>
              <a:defRPr sz="1200"/>
            </a:pPr>
            <a:r>
              <a:t>D:/pasar_fix/node_modules/.bun/date-fns@4.1.0/node_modules/date-fns/locale/gl/_lib/formatDistance.js</a:t>
            </a:r>
          </a:p>
          <a:p>
            <a:pPr>
              <a:defRPr sz="1200"/>
            </a:pPr>
            <a:r>
              <a:t>D:/pasar_fix/node_modules/.bun/date-fns@4.1.0/node_modules/date-fns/locale/gl/_lib/formatLong.cjs</a:t>
            </a:r>
          </a:p>
          <a:p>
            <a:pPr>
              <a:defRPr sz="1200"/>
            </a:pPr>
            <a:r>
              <a:t>D:/pasar_fix/node_modules/.bun/date-fns@4.1.0/node_modules/date-fns/locale/gl/_lib/formatLong.d.cts</a:t>
            </a:r>
          </a:p>
          <a:p>
            <a:pPr>
              <a:defRPr sz="1200"/>
            </a:pPr>
            <a:r>
              <a:t>D:/pasar_fix/node_modules/.bun/date-fns@4.1.0/node_modules/date-fns/locale/gl/_lib/formatLong.d.ts</a:t>
            </a:r>
          </a:p>
          <a:p>
            <a:pPr>
              <a:defRPr sz="1200"/>
            </a:pPr>
            <a:r>
              <a:t>D:/pasar_fix/node_modules/.bun/date-fns@4.1.0/node_modules/date-fns/locale/gl/_lib/formatLong.js</a:t>
            </a:r>
          </a:p>
          <a:p>
            <a:pPr>
              <a:defRPr sz="1200"/>
            </a:pPr>
            <a:r>
              <a:t>D:/pasar_fix/node_modules/.bun/date-fns@4.1.0/node_modules/date-fns/locale/gl/_lib/formatRelative.cjs</a:t>
            </a:r>
          </a:p>
          <a:p>
            <a:pPr>
              <a:defRPr sz="1200"/>
            </a:pPr>
            <a:r>
              <a:t>D:/pasar_fix/node_modules/.bun/date-fns@4.1.0/node_modules/date-fns/locale/gl/_lib/formatRelative.d.cts</a:t>
            </a:r>
          </a:p>
          <a:p>
            <a:pPr>
              <a:defRPr sz="1200"/>
            </a:pPr>
            <a:r>
              <a:t>D:/pasar_fix/node_modules/.bun/date-fns@4.1.0/node_modules/date-fns/locale/gl/_lib/formatRelative.d.ts</a:t>
            </a:r>
          </a:p>
          <a:p>
            <a:pPr>
              <a:defRPr sz="1200"/>
            </a:pPr>
            <a:r>
              <a:t>D:/pasar_fix/node_modules/.bun/date-fns@4.1.0/node_modules/date-fns/locale/gl/_lib/formatRelative.js</a:t>
            </a:r>
          </a:p>
          <a:p>
            <a:pPr>
              <a:defRPr sz="1200"/>
            </a:pPr>
            <a:r>
              <a:t>D:/pasar_fix/node_modules/.bun/date-fns@4.1.0/node_modules/date-fns/locale/gl/_lib/localize.cjs</a:t>
            </a:r>
          </a:p>
          <a:p>
            <a:pPr>
              <a:defRPr sz="1200"/>
            </a:pPr>
            <a:r>
              <a:t>D:/pasar_fix/node_modules/.bun/date-fns@4.1.0/node_modules/date-fns/locale/gl/_lib/localize.d.cts</a:t>
            </a:r>
          </a:p>
          <a:p>
            <a:pPr>
              <a:defRPr sz="1200"/>
            </a:pPr>
            <a:r>
              <a:t>D:/pasar_fix/node_modules/.bun/date-fns@4.1.0/node_modules/date-fns/locale/gl/_lib/localize.d.ts</a:t>
            </a:r>
          </a:p>
          <a:p>
            <a:pPr>
              <a:defRPr sz="1200"/>
            </a:pPr>
            <a:r>
              <a:t>D:/pasar_fix/node_modules/.bun/date-fns@4.1.0/node_modules/date-fns/locale/gl/_lib/localize.js</a:t>
            </a:r>
          </a:p>
          <a:p>
            <a:pPr>
              <a:defRPr sz="1200"/>
            </a:pPr>
            <a:r>
              <a:t>D:/pasar_fix/node_modules/.bun/date-fns@4.1.0/node_modules/date-fns/locale/gl/_lib/match.cjs</a:t>
            </a:r>
          </a:p>
          <a:p>
            <a:pPr>
              <a:defRPr sz="1200"/>
            </a:pPr>
            <a:r>
              <a:t>D:/pasar_fix/node_modules/.bun/date-fns@4.1.0/node_modules/date-fns/locale/gl/_lib/match.d.cts</a:t>
            </a:r>
          </a:p>
          <a:p>
            <a:pPr>
              <a:defRPr sz="1200"/>
            </a:pPr>
            <a:r>
              <a:t>D:/pasar_fix/node_modules/.bun/date-fns@4.1.0/node_modules/date-fns/locale/gl/_lib/match.d.ts</a:t>
            </a:r>
          </a:p>
          <a:p>
            <a:pPr>
              <a:defRPr sz="1200"/>
            </a:pPr>
            <a:r>
              <a:t>D:/pasar_fix/node_modules/.bun/date-fns@4.1.0/node_modules/date-fns/locale/gl/_lib/match.js</a:t>
            </a:r>
          </a:p>
          <a:p>
            <a:pPr>
              <a:defRPr sz="1200"/>
            </a:pPr>
            <a:r>
              <a:t>D:/pasar_fix/node_modules/.bun/date-fns@4.1.0/node_modules/date-fns/locale/gu/cdn.js</a:t>
            </a:r>
          </a:p>
          <a:p>
            <a:pPr>
              <a:defRPr sz="1200"/>
            </a:pPr>
            <a:r>
              <a:t>D:/pasar_fix/node_modules/.bun/date-fns@4.1.0/node_modules/date-fns/locale/gu/cdn.js.map</a:t>
            </a:r>
          </a:p>
          <a:p>
            <a:pPr>
              <a:defRPr sz="1200"/>
            </a:pPr>
            <a:r>
              <a:t>D:/pasar_fix/node_modules/.bun/date-fns@4.1.0/node_modules/date-fns/locale/gu/cdn.min.js</a:t>
            </a:r>
          </a:p>
          <a:p>
            <a:pPr>
              <a:defRPr sz="1200"/>
            </a:pPr>
            <a:r>
              <a:t>D:/pasar_fix/node_modules/.bun/date-fns@4.1.0/node_modules/date-fns/locale/gu/cdn.min.js.map</a:t>
            </a:r>
          </a:p>
          <a:p>
            <a:pPr>
              <a:defRPr sz="1200"/>
            </a:pPr>
            <a:r>
              <a:t>D:/pasar_fix/node_modules/.bun/date-fns@4.1.0/node_modules/date-fns/locale/gu/_lib/formatDistance.cjs</a:t>
            </a:r>
          </a:p>
          <a:p>
            <a:pPr>
              <a:defRPr sz="1200"/>
            </a:pPr>
            <a:r>
              <a:t>D:/pasar_fix/node_modules/.bun/date-fns@4.1.0/node_modules/date-fns/locale/gu/_lib/formatDistance.d.cts</a:t>
            </a:r>
          </a:p>
          <a:p>
            <a:pPr>
              <a:defRPr sz="1200"/>
            </a:pPr>
            <a:r>
              <a:t>D:/pasar_fix/node_modules/.bun/date-fns@4.1.0/node_modules/date-fns/locale/gu/_lib/formatDistance.d.ts</a:t>
            </a:r>
          </a:p>
          <a:p>
            <a:pPr>
              <a:defRPr sz="1200"/>
            </a:pPr>
            <a:r>
              <a:t>D:/pasar_fix/node_modules/.bun/date-fns@4.1.0/node_modules/date-fns/locale/gu/_lib/formatDistance.js</a:t>
            </a:r>
          </a:p>
          <a:p>
            <a:pPr>
              <a:defRPr sz="1200"/>
            </a:pPr>
            <a:r>
              <a:t>D:/pasar_fix/node_modules/.bun/date-fns@4.1.0/node_modules/date-fns/locale/gu/_lib/formatLong.cjs</a:t>
            </a:r>
          </a:p>
          <a:p>
            <a:pPr>
              <a:defRPr sz="1200"/>
            </a:pPr>
            <a:r>
              <a:t>D:/pasar_fix/node_modules/.bun/date-fns@4.1.0/node_modules/date-fns/locale/gu/_lib/formatLong.d.cts</a:t>
            </a:r>
          </a:p>
          <a:p>
            <a:pPr>
              <a:defRPr sz="1200"/>
            </a:pPr>
            <a:r>
              <a:t>D:/pasar_fix/node_modules/.bun/date-fns@4.1.0/node_modules/date-fns/locale/gu/_lib/formatLong.d.ts</a:t>
            </a:r>
          </a:p>
          <a:p>
            <a:pPr>
              <a:defRPr sz="1200"/>
            </a:pPr>
            <a:r>
              <a:t>D:/pasar_fix/node_modules/.bun/date-fns@4.1.0/node_modules/date-fns/locale/gu/_lib/formatLong.js</a:t>
            </a:r>
          </a:p>
          <a:p>
            <a:pPr>
              <a:defRPr sz="1200"/>
            </a:pPr>
            <a:r>
              <a:t>D:/pasar_fix/node_modules/.bun/date-fns@4.1.0/node_modules/date-fns/locale/gu/_lib/formatRelative.cjs</a:t>
            </a:r>
          </a:p>
          <a:p>
            <a:pPr>
              <a:defRPr sz="1200"/>
            </a:pPr>
            <a:r>
              <a:t>D:/pasar_fix/node_modules/.bun/date-fns@4.1.0/node_modules/date-fns/locale/gu/_lib/formatRelative.d.cts</a:t>
            </a:r>
          </a:p>
          <a:p>
            <a:pPr>
              <a:defRPr sz="1200"/>
            </a:pPr>
            <a:r>
              <a:t>D:/pasar_fix/node_modules/.bun/date-fns@4.1.0/node_modules/date-fns/locale/gu/_lib/formatRelative.d.ts</a:t>
            </a:r>
          </a:p>
          <a:p>
            <a:pPr>
              <a:defRPr sz="1200"/>
            </a:pPr>
            <a:r>
              <a:t>D:/pasar_fix/node_modules/.bun/date-fns@4.1.0/node_modules/date-fns/locale/gu/_lib/formatRelative.js</a:t>
            </a:r>
          </a:p>
          <a:p>
            <a:pPr>
              <a:defRPr sz="1200"/>
            </a:pPr>
            <a:r>
              <a:t>D:/pasar_fix/node_modules/.bun/date-fns@4.1.0/node_modules/date-fns/locale/gu/_lib/localize.cjs</a:t>
            </a:r>
          </a:p>
          <a:p>
            <a:pPr>
              <a:defRPr sz="1200"/>
            </a:pPr>
            <a:r>
              <a:t>D:/pasar_fix/node_modules/.bun/date-fns@4.1.0/node_modules/date-fns/locale/gu/_lib/localize.d.cts</a:t>
            </a:r>
          </a:p>
          <a:p>
            <a:pPr>
              <a:defRPr sz="1200"/>
            </a:pPr>
            <a:r>
              <a:t>D:/pasar_fix/node_modules/.bun/date-fns@4.1.0/node_modules/date-fns/locale/gu/_lib/localize.d.ts</a:t>
            </a:r>
          </a:p>
          <a:p>
            <a:pPr>
              <a:defRPr sz="1200"/>
            </a:pPr>
            <a:r>
              <a:t>D:/pasar_fix/node_modules/.bun/date-fns@4.1.0/node_modules/date-fns/locale/gu/_lib/localize.js</a:t>
            </a:r>
          </a:p>
          <a:p>
            <a:pPr>
              <a:defRPr sz="1200"/>
            </a:pPr>
            <a:r>
              <a:t>D:/pasar_fix/node_modules/.bun/date-fns@4.1.0/node_modules/date-fns/locale/gu/_lib/match.cjs</a:t>
            </a:r>
          </a:p>
          <a:p>
            <a:pPr>
              <a:defRPr sz="1200"/>
            </a:pPr>
            <a:r>
              <a:t>D:/pasar_fix/node_modules/.bun/date-fns@4.1.0/node_modules/date-fns/locale/gu/_lib/match.d.cts</a:t>
            </a:r>
          </a:p>
          <a:p>
            <a:pPr>
              <a:defRPr sz="1200"/>
            </a:pPr>
            <a:r>
              <a:t>D:/pasar_fix/node_modules/.bun/date-fns@4.1.0/node_modules/date-fns/locale/gu/_lib/match.d.ts</a:t>
            </a:r>
          </a:p>
          <a:p>
            <a:pPr>
              <a:defRPr sz="1200"/>
            </a:pPr>
            <a:r>
              <a:t>D:/pasar_fix/node_modules/.bun/date-fns@4.1.0/node_modules/date-fns/locale/gu/_lib/match.js</a:t>
            </a:r>
          </a:p>
          <a:p>
            <a:pPr>
              <a:defRPr sz="1200"/>
            </a:pPr>
            <a:r>
              <a:t>D:/pasar_fix/node_modules/.bun/date-fns@4.1.0/node_modules/date-fns/locale/he/cdn.js</a:t>
            </a:r>
          </a:p>
          <a:p>
            <a:pPr>
              <a:defRPr sz="1200"/>
            </a:pPr>
            <a:r>
              <a:t>D:/pasar_fix/node_modules/.bun/date-fns@4.1.0/node_modules/date-fns/locale/he/cdn.js.map</a:t>
            </a:r>
          </a:p>
          <a:p>
            <a:pPr>
              <a:defRPr sz="1200"/>
            </a:pPr>
            <a:r>
              <a:t>D:/pasar_fix/node_modules/.bun/date-fns@4.1.0/node_modules/date-fns/locale/he/cdn.min.js</a:t>
            </a:r>
          </a:p>
          <a:p>
            <a:pPr>
              <a:defRPr sz="1200"/>
            </a:pPr>
            <a:r>
              <a:t>D:/pasar_fix/node_modules/.bun/date-fns@4.1.0/node_modules/date-fns/locale/he/cdn.min.js.map</a:t>
            </a:r>
          </a:p>
          <a:p>
            <a:pPr>
              <a:defRPr sz="1200"/>
            </a:pPr>
            <a:r>
              <a:t>D:/pasar_fix/node_modules/.bun/date-fns@4.1.0/node_modules/date-fns/locale/he/_lib/formatDistance.cjs</a:t>
            </a:r>
          </a:p>
          <a:p>
            <a:pPr>
              <a:defRPr sz="1200"/>
            </a:pPr>
            <a:r>
              <a:t>D:/pasar_fix/node_modules/.bun/date-fns@4.1.0/node_modules/date-fns/locale/he/_lib/formatDistance.d.cts</a:t>
            </a:r>
          </a:p>
          <a:p>
            <a:pPr>
              <a:defRPr sz="1200"/>
            </a:pPr>
            <a:r>
              <a:t>D:/pasar_fix/node_modules/.bun/date-fns@4.1.0/node_modules/date-fns/locale/he/_lib/formatDistance.d.ts</a:t>
            </a:r>
          </a:p>
          <a:p>
            <a:pPr>
              <a:defRPr sz="1200"/>
            </a:pPr>
            <a:r>
              <a:t>D:/pasar_fix/node_modules/.bun/date-fns@4.1.0/node_modules/date-fns/locale/he/_lib/formatDistance.js</a:t>
            </a:r>
          </a:p>
          <a:p>
            <a:pPr>
              <a:defRPr sz="1200"/>
            </a:pPr>
            <a:r>
              <a:t>D:/pasar_fix/node_modules/.bun/date-fns@4.1.0/node_modules/date-fns/locale/he/_lib/formatLong.cjs</a:t>
            </a:r>
          </a:p>
          <a:p>
            <a:pPr>
              <a:defRPr sz="1200"/>
            </a:pPr>
            <a:r>
              <a:t>D:/pasar_fix/node_modules/.bun/date-fns@4.1.0/node_modules/date-fns/locale/he/_lib/formatLong.d.cts</a:t>
            </a:r>
          </a:p>
          <a:p>
            <a:pPr>
              <a:defRPr sz="1200"/>
            </a:pPr>
            <a:r>
              <a:t>D:/pasar_fix/node_modules/.bun/date-fns@4.1.0/node_modules/date-fns/locale/he/_lib/formatLong.d.ts</a:t>
            </a:r>
          </a:p>
          <a:p>
            <a:pPr>
              <a:defRPr sz="1200"/>
            </a:pPr>
            <a:r>
              <a:t>D:/pasar_fix/node_modules/.bun/date-fns@4.1.0/node_modules/date-fns/locale/he/_lib/formatLong.js</a:t>
            </a:r>
          </a:p>
          <a:p>
            <a:pPr>
              <a:defRPr sz="1200"/>
            </a:pPr>
            <a:r>
              <a:t>D:/pasar_fix/node_modules/.bun/date-fns@4.1.0/node_modules/date-fns/locale/he/_lib/formatRelative.cjs</a:t>
            </a:r>
          </a:p>
          <a:p>
            <a:pPr>
              <a:defRPr sz="1200"/>
            </a:pPr>
            <a:r>
              <a:t>D:/pasar_fix/node_modules/.bun/date-fns@4.1.0/node_modules/date-fns/locale/he/_lib/formatRelative.d.cts</a:t>
            </a:r>
          </a:p>
          <a:p>
            <a:pPr>
              <a:defRPr sz="1200"/>
            </a:pPr>
            <a:r>
              <a:t>D:/pasar_fix/node_modules/.bun/date-fns@4.1.0/node_modules/date-fns/locale/he/_lib/formatRelative.d.ts</a:t>
            </a:r>
          </a:p>
          <a:p>
            <a:pPr>
              <a:defRPr sz="1200"/>
            </a:pPr>
            <a:r>
              <a:t>D:/pasar_fix/node_modules/.bun/date-fns@4.1.0/node_modules/date-fns/locale/he/_lib/formatRelative.js</a:t>
            </a:r>
          </a:p>
          <a:p>
            <a:pPr>
              <a:defRPr sz="1200"/>
            </a:pPr>
            <a:r>
              <a:t>D:/pasar_fix/node_modules/.bun/date-fns@4.1.0/node_modules/date-fns/locale/he/_lib/localize.cjs</a:t>
            </a:r>
          </a:p>
          <a:p>
            <a:pPr>
              <a:defRPr sz="1200"/>
            </a:pPr>
            <a:r>
              <a:t>D:/pasar_fix/node_modules/.bun/date-fns@4.1.0/node_modules/date-fns/locale/he/_lib/localize.d.cts</a:t>
            </a:r>
          </a:p>
          <a:p>
            <a:pPr>
              <a:defRPr sz="1200"/>
            </a:pPr>
            <a:r>
              <a:t>D:/pasar_fix/node_modules/.bun/date-fns@4.1.0/node_modules/date-fns/locale/he/_lib/localize.d.ts</a:t>
            </a:r>
          </a:p>
          <a:p>
            <a:pPr>
              <a:defRPr sz="1200"/>
            </a:pPr>
            <a:r>
              <a:t>D:/pasar_fix/node_modules/.bun/date-fns@4.1.0/node_modules/date-fns/locale/he/_lib/localize.js</a:t>
            </a:r>
          </a:p>
          <a:p>
            <a:pPr>
              <a:defRPr sz="1200"/>
            </a:pPr>
            <a:r>
              <a:t>D:/pasar_fix/node_modules/.bun/date-fns@4.1.0/node_modules/date-fns/locale/he/_lib/match.cjs</a:t>
            </a:r>
          </a:p>
          <a:p>
            <a:pPr>
              <a:defRPr sz="1200"/>
            </a:pPr>
            <a:r>
              <a:t>D:/pasar_fix/node_modules/.bun/date-fns@4.1.0/node_modules/date-fns/locale/he/_lib/match.d.cts</a:t>
            </a:r>
          </a:p>
          <a:p>
            <a:pPr>
              <a:defRPr sz="1200"/>
            </a:pPr>
            <a:r>
              <a:t>D:/pasar_fix/node_modules/.bun/date-fns@4.1.0/node_modules/date-fns/locale/he/_lib/match.d.ts</a:t>
            </a:r>
          </a:p>
          <a:p>
            <a:pPr>
              <a:defRPr sz="1200"/>
            </a:pPr>
            <a:r>
              <a:t>D:/pasar_fix/node_modules/.bun/date-fns@4.1.0/node_modules/date-fns/locale/he/_lib/match.js</a:t>
            </a:r>
          </a:p>
          <a:p>
            <a:pPr>
              <a:defRPr sz="1200"/>
            </a:pPr>
            <a:r>
              <a:t>D:/pasar_fix/node_modules/.bun/date-fns@4.1.0/node_modules/date-fns/locale/hi/cdn.js</a:t>
            </a:r>
          </a:p>
          <a:p>
            <a:pPr>
              <a:defRPr sz="1200"/>
            </a:pPr>
            <a:r>
              <a:t>D:/pasar_fix/node_modules/.bun/date-fns@4.1.0/node_modules/date-fns/locale/hi/cdn.js.map</a:t>
            </a:r>
          </a:p>
          <a:p>
            <a:pPr>
              <a:defRPr sz="1200"/>
            </a:pPr>
            <a:r>
              <a:t>D:/pasar_fix/node_modules/.bun/date-fns@4.1.0/node_modules/date-fns/locale/hi/cdn.min.js</a:t>
            </a:r>
          </a:p>
          <a:p>
            <a:pPr>
              <a:defRPr sz="1200"/>
            </a:pPr>
            <a:r>
              <a:t>D:/pasar_fix/node_modules/.bun/date-fns@4.1.0/node_modules/date-fns/locale/hi/cdn.min.js.map</a:t>
            </a:r>
          </a:p>
          <a:p>
            <a:pPr>
              <a:defRPr sz="1200"/>
            </a:pPr>
            <a:r>
              <a:t>D:/pasar_fix/node_modules/.bun/date-fns@4.1.0/node_modules/date-fns/locale/hi/_lib/formatDistance.cjs</a:t>
            </a:r>
          </a:p>
          <a:p>
            <a:pPr>
              <a:defRPr sz="1200"/>
            </a:pPr>
            <a:r>
              <a:t>D:/pasar_fix/node_modules/.bun/date-fns@4.1.0/node_modules/date-fns/locale/hi/_lib/formatDistance.d.cts</a:t>
            </a:r>
          </a:p>
          <a:p>
            <a:pPr>
              <a:defRPr sz="1200"/>
            </a:pPr>
            <a:r>
              <a:t>D:/pasar_fix/node_modules/.bun/date-fns@4.1.0/node_modules/date-fns/locale/hi/_lib/formatDistance.d.ts</a:t>
            </a:r>
          </a:p>
          <a:p>
            <a:pPr>
              <a:defRPr sz="1200"/>
            </a:pPr>
            <a:r>
              <a:t>D:/pasar_fix/node_modules/.bun/date-fns@4.1.0/node_modules/date-fns/locale/hi/_lib/formatDistance.js</a:t>
            </a:r>
          </a:p>
          <a:p>
            <a:pPr>
              <a:defRPr sz="1200"/>
            </a:pPr>
            <a:r>
              <a:t>D:/pasar_fix/node_modules/.bun/date-fns@4.1.0/node_modules/date-fns/locale/hi/_lib/formatLong.cjs</a:t>
            </a:r>
          </a:p>
          <a:p>
            <a:pPr>
              <a:defRPr sz="1200"/>
            </a:pPr>
            <a:r>
              <a:t>D:/pasar_fix/node_modules/.bun/date-fns@4.1.0/node_modules/date-fns/locale/hi/_lib/formatLong.d.cts</a:t>
            </a:r>
          </a:p>
          <a:p>
            <a:pPr>
              <a:defRPr sz="1200"/>
            </a:pPr>
            <a:r>
              <a:t>D:/pasar_fix/node_modules/.bun/date-fns@4.1.0/node_modules/date-fns/locale/hi/_lib/formatLong.d.ts</a:t>
            </a:r>
          </a:p>
          <a:p>
            <a:pPr>
              <a:defRPr sz="1200"/>
            </a:pPr>
            <a:r>
              <a:t>D:/pasar_fix/node_modules/.bun/date-fns@4.1.0/node_modules/date-fns/locale/hi/_lib/formatLong.js</a:t>
            </a:r>
          </a:p>
          <a:p>
            <a:pPr>
              <a:defRPr sz="1200"/>
            </a:pPr>
            <a:r>
              <a:t>D:/pasar_fix/node_modules/.bun/date-fns@4.1.0/node_modules/date-fns/locale/hi/_lib/formatRelative.cjs</a:t>
            </a:r>
          </a:p>
          <a:p>
            <a:pPr>
              <a:defRPr sz="1200"/>
            </a:pPr>
            <a:r>
              <a:t>D:/pasar_fix/node_modules/.bun/date-fns@4.1.0/node_modules/date-fns/locale/hi/_lib/formatRelative.d.cts</a:t>
            </a:r>
          </a:p>
          <a:p>
            <a:pPr>
              <a:defRPr sz="1200"/>
            </a:pPr>
            <a:r>
              <a:t>D:/pasar_fix/node_modules/.bun/date-fns@4.1.0/node_modules/date-fns/locale/hi/_lib/formatRelative.d.ts</a:t>
            </a:r>
          </a:p>
          <a:p>
            <a:pPr>
              <a:defRPr sz="1200"/>
            </a:pPr>
            <a:r>
              <a:t>D:/pasar_fix/node_modules/.bun/date-fns@4.1.0/node_modules/date-fns/locale/hi/_lib/formatRelative.js</a:t>
            </a:r>
          </a:p>
          <a:p>
            <a:pPr>
              <a:defRPr sz="1200"/>
            </a:pPr>
            <a:r>
              <a:t>D:/pasar_fix/node_modules/.bun/date-fns@4.1.0/node_modules/date-fns/locale/hi/_lib/localize.cjs</a:t>
            </a:r>
          </a:p>
          <a:p>
            <a:pPr>
              <a:defRPr sz="1200"/>
            </a:pPr>
            <a:r>
              <a:t>D:/pasar_fix/node_modules/.bun/date-fns@4.1.0/node_modules/date-fns/locale/hi/_lib/localize.d.cts</a:t>
            </a:r>
          </a:p>
          <a:p>
            <a:pPr>
              <a:defRPr sz="1200"/>
            </a:pPr>
            <a:r>
              <a:t>D:/pasar_fix/node_modules/.bun/date-fns@4.1.0/node_modules/date-fns/locale/hi/_lib/localize.d.ts</a:t>
            </a:r>
          </a:p>
          <a:p>
            <a:pPr>
              <a:defRPr sz="1200"/>
            </a:pPr>
            <a:r>
              <a:t>D:/pasar_fix/node_modules/.bun/date-fns@4.1.0/node_modules/date-fns/locale/hi/_lib/localize.js</a:t>
            </a:r>
          </a:p>
          <a:p>
            <a:pPr>
              <a:defRPr sz="1200"/>
            </a:pPr>
            <a:r>
              <a:t>D:/pasar_fix/node_modules/.bun/date-fns@4.1.0/node_modules/date-fns/locale/hi/_lib/match.cjs</a:t>
            </a:r>
          </a:p>
          <a:p>
            <a:pPr>
              <a:defRPr sz="1200"/>
            </a:pPr>
            <a:r>
              <a:t>D:/pasar_fix/node_modules/.bun/date-fns@4.1.0/node_modules/date-fns/locale/hi/_lib/match.d.cts</a:t>
            </a:r>
          </a:p>
          <a:p>
            <a:pPr>
              <a:defRPr sz="1200"/>
            </a:pPr>
            <a:r>
              <a:t>D:/pasar_fix/node_modules/.bun/date-fns@4.1.0/node_modules/date-fns/locale/hi/_lib/match.d.ts</a:t>
            </a:r>
          </a:p>
          <a:p>
            <a:pPr>
              <a:defRPr sz="1200"/>
            </a:pPr>
            <a:r>
              <a:t>D:/pasar_fix/node_modules/.bun/date-fns@4.1.0/node_modules/date-fns/locale/hi/_lib/match.js</a:t>
            </a:r>
          </a:p>
          <a:p>
            <a:pPr>
              <a:defRPr sz="1200"/>
            </a:pPr>
            <a:r>
              <a:t>D:/pasar_fix/node_modules/.bun/date-fns@4.1.0/node_modules/date-fns/locale/hr/cdn.js</a:t>
            </a:r>
          </a:p>
          <a:p>
            <a:pPr>
              <a:defRPr sz="1200"/>
            </a:pPr>
            <a:r>
              <a:t>D:/pasar_fix/node_modules/.bun/date-fns@4.1.0/node_modules/date-fns/locale/hr/cdn.js.map</a:t>
            </a:r>
          </a:p>
          <a:p>
            <a:pPr>
              <a:defRPr sz="1200"/>
            </a:pPr>
            <a:r>
              <a:t>D:/pasar_fix/node_modules/.bun/date-fns@4.1.0/node_modules/date-fns/locale/hr/cdn.min.js</a:t>
            </a:r>
          </a:p>
          <a:p>
            <a:pPr>
              <a:defRPr sz="1200"/>
            </a:pPr>
            <a:r>
              <a:t>D:/pasar_fix/node_modules/.bun/date-fns@4.1.0/node_modules/date-fns/locale/hr/cdn.min.js.map</a:t>
            </a:r>
          </a:p>
          <a:p>
            <a:pPr>
              <a:defRPr sz="1200"/>
            </a:pPr>
            <a:r>
              <a:t>D:/pasar_fix/node_modules/.bun/date-fns@4.1.0/node_modules/date-fns/locale/hr/_lib/formatDistance.cjs</a:t>
            </a:r>
          </a:p>
          <a:p>
            <a:pPr>
              <a:defRPr sz="1200"/>
            </a:pPr>
            <a:r>
              <a:t>D:/pasar_fix/node_modules/.bun/date-fns@4.1.0/node_modules/date-fns/locale/hr/_lib/formatDistance.d.cts</a:t>
            </a:r>
          </a:p>
          <a:p>
            <a:pPr>
              <a:defRPr sz="1200"/>
            </a:pPr>
            <a:r>
              <a:t>D:/pasar_fix/node_modules/.bun/date-fns@4.1.0/node_modules/date-fns/locale/hr/_lib/formatDistance.d.ts</a:t>
            </a:r>
          </a:p>
          <a:p>
            <a:pPr>
              <a:defRPr sz="1200"/>
            </a:pPr>
            <a:r>
              <a:t>D:/pasar_fix/node_modules/.bun/date-fns@4.1.0/node_modules/date-fns/locale/hr/_lib/formatDistance.js</a:t>
            </a:r>
          </a:p>
          <a:p>
            <a:pPr>
              <a:defRPr sz="1200"/>
            </a:pPr>
            <a:r>
              <a:t>D:/pasar_fix/node_modules/.bun/date-fns@4.1.0/node_modules/date-fns/locale/hr/_lib/formatLong.cjs</a:t>
            </a:r>
          </a:p>
          <a:p>
            <a:pPr>
              <a:defRPr sz="1200"/>
            </a:pPr>
            <a:r>
              <a:t>D:/pasar_fix/node_modules/.bun/date-fns@4.1.0/node_modules/date-fns/locale/hr/_lib/formatLong.d.cts</a:t>
            </a:r>
          </a:p>
          <a:p>
            <a:pPr>
              <a:defRPr sz="1200"/>
            </a:pPr>
            <a:r>
              <a:t>D:/pasar_fix/node_modules/.bun/date-fns@4.1.0/node_modules/date-fns/locale/hr/_lib/formatLong.d.ts</a:t>
            </a:r>
          </a:p>
          <a:p>
            <a:pPr>
              <a:defRPr sz="1200"/>
            </a:pPr>
            <a:r>
              <a:t>D:/pasar_fix/node_modules/.bun/date-fns@4.1.0/node_modules/date-fns/locale/hr/_lib/formatLong.js</a:t>
            </a:r>
          </a:p>
          <a:p>
            <a:pPr>
              <a:defRPr sz="1200"/>
            </a:pPr>
            <a:r>
              <a:t>D:/pasar_fix/node_modules/.bun/date-fns@4.1.0/node_modules/date-fns/locale/hr/_lib/formatRelative.cjs</a:t>
            </a:r>
          </a:p>
          <a:p>
            <a:pPr>
              <a:defRPr sz="1200"/>
            </a:pPr>
            <a:r>
              <a:t>D:/pasar_fix/node_modules/.bun/date-fns@4.1.0/node_modules/date-fns/locale/hr/_lib/formatRelative.d.cts</a:t>
            </a:r>
          </a:p>
          <a:p>
            <a:pPr>
              <a:defRPr sz="1200"/>
            </a:pPr>
            <a:r>
              <a:t>D:/pasar_fix/node_modules/.bun/date-fns@4.1.0/node_modules/date-fns/locale/hr/_lib/formatRelative.d.ts</a:t>
            </a:r>
          </a:p>
          <a:p>
            <a:pPr>
              <a:defRPr sz="1200"/>
            </a:pPr>
            <a:r>
              <a:t>D:/pasar_fix/node_modules/.bun/date-fns@4.1.0/node_modules/date-fns/locale/hr/_lib/formatRelative.js</a:t>
            </a:r>
          </a:p>
          <a:p>
            <a:pPr>
              <a:defRPr sz="1200"/>
            </a:pPr>
            <a:r>
              <a:t>D:/pasar_fix/node_modules/.bun/date-fns@4.1.0/node_modules/date-fns/locale/hr/_lib/localize.cjs</a:t>
            </a:r>
          </a:p>
          <a:p>
            <a:pPr>
              <a:defRPr sz="1200"/>
            </a:pPr>
            <a:r>
              <a:t>D:/pasar_fix/node_modules/.bun/date-fns@4.1.0/node_modules/date-fns/locale/hr/_lib/localize.d.cts</a:t>
            </a:r>
          </a:p>
          <a:p>
            <a:pPr>
              <a:defRPr sz="1200"/>
            </a:pPr>
            <a:r>
              <a:t>D:/pasar_fix/node_modules/.bun/date-fns@4.1.0/node_modules/date-fns/locale/hr/_lib/localize.d.ts</a:t>
            </a:r>
          </a:p>
          <a:p>
            <a:pPr>
              <a:defRPr sz="1200"/>
            </a:pPr>
            <a:r>
              <a:t>D:/pasar_fix/node_modules/.bun/date-fns@4.1.0/node_modules/date-fns/locale/hr/_lib/localize.js</a:t>
            </a:r>
          </a:p>
          <a:p>
            <a:pPr>
              <a:defRPr sz="1200"/>
            </a:pPr>
            <a:r>
              <a:t>D:/pasar_fix/node_modules/.bun/date-fns@4.1.0/node_modules/date-fns/locale/hr/_lib/match.cjs</a:t>
            </a:r>
          </a:p>
          <a:p>
            <a:pPr>
              <a:defRPr sz="1200"/>
            </a:pPr>
            <a:r>
              <a:t>D:/pasar_fix/node_modules/.bun/date-fns@4.1.0/node_modules/date-fns/locale/hr/_lib/match.d.cts</a:t>
            </a:r>
          </a:p>
          <a:p>
            <a:pPr>
              <a:defRPr sz="1200"/>
            </a:pPr>
            <a:r>
              <a:t>D:/pasar_fix/node_modules/.bun/date-fns@4.1.0/node_modules/date-fns/locale/hr/_lib/match.d.ts</a:t>
            </a:r>
          </a:p>
          <a:p>
            <a:pPr>
              <a:defRPr sz="1200"/>
            </a:pPr>
            <a:r>
              <a:t>D:/pasar_fix/node_modules/.bun/date-fns@4.1.0/node_modules/date-fns/locale/hr/_lib/match.js</a:t>
            </a:r>
          </a:p>
          <a:p>
            <a:pPr>
              <a:defRPr sz="1200"/>
            </a:pPr>
            <a:r>
              <a:t>D:/pasar_fix/node_modules/.bun/date-fns@4.1.0/node_modules/date-fns/locale/ht/cdn.js</a:t>
            </a:r>
          </a:p>
          <a:p>
            <a:pPr>
              <a:defRPr sz="1200"/>
            </a:pPr>
            <a:r>
              <a:t>D:/pasar_fix/node_modules/.bun/date-fns@4.1.0/node_modules/date-fns/locale/ht/cdn.js.map</a:t>
            </a:r>
          </a:p>
          <a:p>
            <a:pPr>
              <a:defRPr sz="1200"/>
            </a:pPr>
            <a:r>
              <a:t>D:/pasar_fix/node_modules/.bun/date-fns@4.1.0/node_modules/date-fns/locale/ht/cdn.min.js</a:t>
            </a:r>
          </a:p>
          <a:p>
            <a:pPr>
              <a:defRPr sz="1200"/>
            </a:pPr>
            <a:r>
              <a:t>D:/pasar_fix/node_modules/.bun/date-fns@4.1.0/node_modules/date-fns/locale/ht/cdn.min.js.map</a:t>
            </a:r>
          </a:p>
          <a:p>
            <a:pPr>
              <a:defRPr sz="1200"/>
            </a:pPr>
            <a:r>
              <a:t>D:/pasar_fix/node_modules/.bun/date-fns@4.1.0/node_modules/date-fns/locale/ht/_lib/formatDistance.cjs</a:t>
            </a:r>
          </a:p>
          <a:p>
            <a:pPr>
              <a:defRPr sz="1200"/>
            </a:pPr>
            <a:r>
              <a:t>D:/pasar_fix/node_modules/.bun/date-fns@4.1.0/node_modules/date-fns/locale/ht/_lib/formatDistance.d.cts</a:t>
            </a:r>
          </a:p>
          <a:p>
            <a:pPr>
              <a:defRPr sz="1200"/>
            </a:pPr>
            <a:r>
              <a:t>D:/pasar_fix/node_modules/.bun/date-fns@4.1.0/node_modules/date-fns/locale/ht/_lib/formatDistance.d.ts</a:t>
            </a:r>
          </a:p>
          <a:p>
            <a:pPr>
              <a:defRPr sz="1200"/>
            </a:pPr>
            <a:r>
              <a:t>D:/pasar_fix/node_modules/.bun/date-fns@4.1.0/node_modules/date-fns/locale/ht/_lib/formatDistance.js</a:t>
            </a:r>
          </a:p>
          <a:p>
            <a:pPr>
              <a:defRPr sz="1200"/>
            </a:pPr>
            <a:r>
              <a:t>D:/pasar_fix/node_modules/.bun/date-fns@4.1.0/node_modules/date-fns/locale/ht/_lib/formatLong.cjs</a:t>
            </a:r>
          </a:p>
          <a:p>
            <a:pPr>
              <a:defRPr sz="1200"/>
            </a:pPr>
            <a:r>
              <a:t>D:/pasar_fix/node_modules/.bun/date-fns@4.1.0/node_modules/date-fns/locale/ht/_lib/formatLong.d.cts</a:t>
            </a:r>
          </a:p>
          <a:p>
            <a:pPr>
              <a:defRPr sz="1200"/>
            </a:pPr>
            <a:r>
              <a:t>D:/pasar_fix/node_modules/.bun/date-fns@4.1.0/node_modules/date-fns/locale/ht/_lib/formatLong.d.ts</a:t>
            </a:r>
          </a:p>
          <a:p>
            <a:pPr>
              <a:defRPr sz="1200"/>
            </a:pPr>
            <a:r>
              <a:t>D:/pasar_fix/node_modules/.bun/date-fns@4.1.0/node_modules/date-fns/locale/ht/_lib/formatLong.js</a:t>
            </a:r>
          </a:p>
          <a:p>
            <a:pPr>
              <a:defRPr sz="1200"/>
            </a:pPr>
            <a:r>
              <a:t>D:/pasar_fix/node_modules/.bun/date-fns@4.1.0/node_modules/date-fns/locale/ht/_lib/formatRelative.cjs</a:t>
            </a:r>
          </a:p>
          <a:p>
            <a:pPr>
              <a:defRPr sz="1200"/>
            </a:pPr>
            <a:r>
              <a:t>D:/pasar_fix/node_modules/.bun/date-fns@4.1.0/node_modules/date-fns/locale/ht/_lib/formatRelative.d.cts</a:t>
            </a:r>
          </a:p>
          <a:p>
            <a:pPr>
              <a:defRPr sz="1200"/>
            </a:pPr>
            <a:r>
              <a:t>D:/pasar_fix/node_modules/.bun/date-fns@4.1.0/node_modules/date-fns/locale/ht/_lib/formatRelative.d.ts</a:t>
            </a:r>
          </a:p>
          <a:p>
            <a:pPr>
              <a:defRPr sz="1200"/>
            </a:pPr>
            <a:r>
              <a:t>D:/pasar_fix/node_modules/.bun/date-fns@4.1.0/node_modules/date-fns/locale/ht/_lib/formatRelative.js</a:t>
            </a:r>
          </a:p>
          <a:p>
            <a:pPr>
              <a:defRPr sz="1200"/>
            </a:pPr>
            <a:r>
              <a:t>D:/pasar_fix/node_modules/.bun/date-fns@4.1.0/node_modules/date-fns/locale/ht/_lib/localize.cjs</a:t>
            </a:r>
          </a:p>
          <a:p>
            <a:pPr>
              <a:defRPr sz="1200"/>
            </a:pPr>
            <a:r>
              <a:t>D:/pasar_fix/node_modules/.bun/date-fns@4.1.0/node_modules/date-fns/locale/ht/_lib/localize.d.cts</a:t>
            </a:r>
          </a:p>
          <a:p>
            <a:pPr>
              <a:defRPr sz="1200"/>
            </a:pPr>
            <a:r>
              <a:t>D:/pasar_fix/node_modules/.bun/date-fns@4.1.0/node_modules/date-fns/locale/ht/_lib/localize.d.ts</a:t>
            </a:r>
          </a:p>
          <a:p>
            <a:pPr>
              <a:defRPr sz="1200"/>
            </a:pPr>
            <a:r>
              <a:t>D:/pasar_fix/node_modules/.bun/date-fns@4.1.0/node_modules/date-fns/locale/ht/_lib/localize.js</a:t>
            </a:r>
          </a:p>
          <a:p>
            <a:pPr>
              <a:defRPr sz="1200"/>
            </a:pPr>
            <a:r>
              <a:t>D:/pasar_fix/node_modules/.bun/date-fns@4.1.0/node_modules/date-fns/locale/ht/_lib/match.cjs</a:t>
            </a:r>
          </a:p>
          <a:p>
            <a:pPr>
              <a:defRPr sz="1200"/>
            </a:pPr>
            <a:r>
              <a:t>D:/pasar_fix/node_modules/.bun/date-fns@4.1.0/node_modules/date-fns/locale/ht/_lib/match.d.cts</a:t>
            </a:r>
          </a:p>
          <a:p>
            <a:pPr>
              <a:defRPr sz="1200"/>
            </a:pPr>
            <a:r>
              <a:t>D:/pasar_fix/node_modules/.bun/date-fns@4.1.0/node_modules/date-fns/locale/ht/_lib/match.d.ts</a:t>
            </a:r>
          </a:p>
          <a:p>
            <a:pPr>
              <a:defRPr sz="1200"/>
            </a:pPr>
            <a:r>
              <a:t>D:/pasar_fix/node_modules/.bun/date-fns@4.1.0/node_modules/date-fns/locale/ht/_lib/match.js</a:t>
            </a:r>
          </a:p>
          <a:p>
            <a:pPr>
              <a:defRPr sz="1200"/>
            </a:pPr>
            <a:r>
              <a:t>D:/pasar_fix/node_modules/.bun/date-fns@4.1.0/node_modules/date-fns/locale/hu/cdn.js</a:t>
            </a:r>
          </a:p>
          <a:p>
            <a:pPr>
              <a:defRPr sz="1200"/>
            </a:pPr>
            <a:r>
              <a:t>D:/pasar_fix/node_modules/.bun/date-fns@4.1.0/node_modules/date-fns/locale/hu/cdn.js.map</a:t>
            </a:r>
          </a:p>
          <a:p>
            <a:pPr>
              <a:defRPr sz="1200"/>
            </a:pPr>
            <a:r>
              <a:t>D:/pasar_fix/node_modules/.bun/date-fns@4.1.0/node_modules/date-fns/locale/hu/cdn.min.js</a:t>
            </a:r>
          </a:p>
          <a:p>
            <a:pPr>
              <a:defRPr sz="1200"/>
            </a:pPr>
            <a:r>
              <a:t>D:/pasar_fix/node_modules/.bun/date-fns@4.1.0/node_modules/date-fns/locale/hu/cdn.min.js.map</a:t>
            </a:r>
          </a:p>
          <a:p>
            <a:pPr>
              <a:defRPr sz="1200"/>
            </a:pPr>
            <a:r>
              <a:t>D:/pasar_fix/node_modules/.bun/date-fns@4.1.0/node_modules/date-fns/locale/hu/_lib/formatDistance.cjs</a:t>
            </a:r>
          </a:p>
          <a:p>
            <a:pPr>
              <a:defRPr sz="1200"/>
            </a:pPr>
            <a:r>
              <a:t>D:/pasar_fix/node_modules/.bun/date-fns@4.1.0/node_modules/date-fns/locale/hu/_lib/formatDistance.d.cts</a:t>
            </a:r>
          </a:p>
          <a:p>
            <a:pPr>
              <a:defRPr sz="1200"/>
            </a:pPr>
            <a:r>
              <a:t>D:/pasar_fix/node_modules/.bun/date-fns@4.1.0/node_modules/date-fns/locale/hu/_lib/formatDistance.d.ts</a:t>
            </a:r>
          </a:p>
          <a:p>
            <a:pPr>
              <a:defRPr sz="1200"/>
            </a:pPr>
            <a:r>
              <a:t>D:/pasar_fix/node_modules/.bun/date-fns@4.1.0/node_modules/date-fns/locale/hu/_lib/formatDistance.js</a:t>
            </a:r>
          </a:p>
          <a:p>
            <a:pPr>
              <a:defRPr sz="1200"/>
            </a:pPr>
            <a:r>
              <a:t>D:/pasar_fix/node_modules/.bun/date-fns@4.1.0/node_modules/date-fns/locale/hu/_lib/formatLong.cjs</a:t>
            </a:r>
          </a:p>
          <a:p>
            <a:pPr>
              <a:defRPr sz="1200"/>
            </a:pPr>
            <a:r>
              <a:t>D:/pasar_fix/node_modules/.bun/date-fns@4.1.0/node_modules/date-fns/locale/hu/_lib/formatLong.d.cts</a:t>
            </a:r>
          </a:p>
          <a:p>
            <a:pPr>
              <a:defRPr sz="1200"/>
            </a:pPr>
            <a:r>
              <a:t>D:/pasar_fix/node_modules/.bun/date-fns@4.1.0/node_modules/date-fns/locale/hu/_lib/formatLong.d.ts</a:t>
            </a:r>
          </a:p>
          <a:p>
            <a:pPr>
              <a:defRPr sz="1200"/>
            </a:pPr>
            <a:r>
              <a:t>D:/pasar_fix/node_modules/.bun/date-fns@4.1.0/node_modules/date-fns/locale/hu/_lib/formatLong.js</a:t>
            </a:r>
          </a:p>
          <a:p>
            <a:pPr>
              <a:defRPr sz="1200"/>
            </a:pPr>
            <a:r>
              <a:t>D:/pasar_fix/node_modules/.bun/date-fns@4.1.0/node_modules/date-fns/locale/hu/_lib/formatRelative.cjs</a:t>
            </a:r>
          </a:p>
          <a:p>
            <a:pPr>
              <a:defRPr sz="1200"/>
            </a:pPr>
            <a:r>
              <a:t>D:/pasar_fix/node_modules/.bun/date-fns@4.1.0/node_modules/date-fns/locale/hu/_lib/formatRelative.d.cts</a:t>
            </a:r>
          </a:p>
          <a:p>
            <a:pPr>
              <a:defRPr sz="1200"/>
            </a:pPr>
            <a:r>
              <a:t>D:/pasar_fix/node_modules/.bun/date-fns@4.1.0/node_modules/date-fns/locale/hu/_lib/formatRelative.d.ts</a:t>
            </a:r>
          </a:p>
          <a:p>
            <a:pPr>
              <a:defRPr sz="1200"/>
            </a:pPr>
            <a:r>
              <a:t>D:/pasar_fix/node_modules/.bun/date-fns@4.1.0/node_modules/date-fns/locale/hu/_lib/formatRelative.js</a:t>
            </a:r>
          </a:p>
          <a:p>
            <a:pPr>
              <a:defRPr sz="1200"/>
            </a:pPr>
            <a:r>
              <a:t>D:/pasar_fix/node_modules/.bun/date-fns@4.1.0/node_modules/date-fns/locale/hu/_lib/localize.cjs</a:t>
            </a:r>
          </a:p>
          <a:p>
            <a:pPr>
              <a:defRPr sz="1200"/>
            </a:pPr>
            <a:r>
              <a:t>D:/pasar_fix/node_modules/.bun/date-fns@4.1.0/node_modules/date-fns/locale/hu/_lib/localize.d.cts</a:t>
            </a:r>
          </a:p>
          <a:p>
            <a:pPr>
              <a:defRPr sz="1200"/>
            </a:pPr>
            <a:r>
              <a:t>D:/pasar_fix/node_modules/.bun/date-fns@4.1.0/node_modules/date-fns/locale/hu/_lib/localize.d.ts</a:t>
            </a:r>
          </a:p>
          <a:p>
            <a:pPr>
              <a:defRPr sz="1200"/>
            </a:pPr>
            <a:r>
              <a:t>D:/pasar_fix/node_modules/.bun/date-fns@4.1.0/node_modules/date-fns/locale/hu/_lib/localize.js</a:t>
            </a:r>
          </a:p>
          <a:p>
            <a:pPr>
              <a:defRPr sz="1200"/>
            </a:pPr>
            <a:r>
              <a:t>D:/pasar_fix/node_modules/.bun/date-fns@4.1.0/node_modules/date-fns/locale/hu/_lib/match.cjs</a:t>
            </a:r>
          </a:p>
          <a:p>
            <a:pPr>
              <a:defRPr sz="1200"/>
            </a:pPr>
            <a:r>
              <a:t>D:/pasar_fix/node_modules/.bun/date-fns@4.1.0/node_modules/date-fns/locale/hu/_lib/match.d.cts</a:t>
            </a:r>
          </a:p>
          <a:p>
            <a:pPr>
              <a:defRPr sz="1200"/>
            </a:pPr>
            <a:r>
              <a:t>D:/pasar_fix/node_modules/.bun/date-fns@4.1.0/node_modules/date-fns/locale/hu/_lib/match.d.ts</a:t>
            </a:r>
          </a:p>
          <a:p>
            <a:pPr>
              <a:defRPr sz="1200"/>
            </a:pPr>
            <a:r>
              <a:t>D:/pasar_fix/node_modules/.bun/date-fns@4.1.0/node_modules/date-fns/locale/hu/_lib/match.js</a:t>
            </a:r>
          </a:p>
          <a:p>
            <a:pPr>
              <a:defRPr sz="1200"/>
            </a:pPr>
            <a:r>
              <a:t>D:/pasar_fix/node_modules/.bun/date-fns@4.1.0/node_modules/date-fns/locale/hy/cdn.js</a:t>
            </a:r>
          </a:p>
          <a:p>
            <a:pPr>
              <a:defRPr sz="1200"/>
            </a:pPr>
            <a:r>
              <a:t>D:/pasar_fix/node_modules/.bun/date-fns@4.1.0/node_modules/date-fns/locale/hy/cdn.js.map</a:t>
            </a:r>
          </a:p>
          <a:p>
            <a:pPr>
              <a:defRPr sz="1200"/>
            </a:pPr>
            <a:r>
              <a:t>D:/pasar_fix/node_modules/.bun/date-fns@4.1.0/node_modules/date-fns/locale/hy/cdn.min.js</a:t>
            </a:r>
          </a:p>
          <a:p>
            <a:pPr>
              <a:defRPr sz="1200"/>
            </a:pPr>
            <a:r>
              <a:t>D:/pasar_fix/node_modules/.bun/date-fns@4.1.0/node_modules/date-fns/locale/hy/cdn.min.js.map</a:t>
            </a:r>
          </a:p>
          <a:p>
            <a:pPr>
              <a:defRPr sz="1200"/>
            </a:pPr>
            <a:r>
              <a:t>D:/pasar_fix/node_modules/.bun/date-fns@4.1.0/node_modules/date-fns/locale/hy/_lib/formatDistance.cjs</a:t>
            </a:r>
          </a:p>
          <a:p>
            <a:pPr>
              <a:defRPr sz="1200"/>
            </a:pPr>
            <a:r>
              <a:t>D:/pasar_fix/node_modules/.bun/date-fns@4.1.0/node_modules/date-fns/locale/hy/_lib/formatDistance.d.cts</a:t>
            </a:r>
          </a:p>
          <a:p>
            <a:pPr>
              <a:defRPr sz="1200"/>
            </a:pPr>
            <a:r>
              <a:t>D:/pasar_fix/node_modules/.bun/date-fns@4.1.0/node_modules/date-fns/locale/hy/_lib/formatDistance.d.ts</a:t>
            </a:r>
          </a:p>
          <a:p>
            <a:pPr>
              <a:defRPr sz="1200"/>
            </a:pPr>
            <a:r>
              <a:t>D:/pasar_fix/node_modules/.bun/date-fns@4.1.0/node_modules/date-fns/locale/hy/_lib/formatDistance.js</a:t>
            </a:r>
          </a:p>
          <a:p>
            <a:pPr>
              <a:defRPr sz="1200"/>
            </a:pPr>
            <a:r>
              <a:t>D:/pasar_fix/node_modules/.bun/date-fns@4.1.0/node_modules/date-fns/locale/hy/_lib/formatLong.cjs</a:t>
            </a:r>
          </a:p>
          <a:p>
            <a:pPr>
              <a:defRPr sz="1200"/>
            </a:pPr>
            <a:r>
              <a:t>D:/pasar_fix/node_modules/.bun/date-fns@4.1.0/node_modules/date-fns/locale/hy/_lib/formatLong.d.cts</a:t>
            </a:r>
          </a:p>
          <a:p>
            <a:pPr>
              <a:defRPr sz="1200"/>
            </a:pPr>
            <a:r>
              <a:t>D:/pasar_fix/node_modules/.bun/date-fns@4.1.0/node_modules/date-fns/locale/hy/_lib/formatLong.d.ts</a:t>
            </a:r>
          </a:p>
          <a:p>
            <a:pPr>
              <a:defRPr sz="1200"/>
            </a:pPr>
            <a:r>
              <a:t>D:/pasar_fix/node_modules/.bun/date-fns@4.1.0/node_modules/date-fns/locale/hy/_lib/formatLong.js</a:t>
            </a:r>
          </a:p>
          <a:p>
            <a:pPr>
              <a:defRPr sz="1200"/>
            </a:pPr>
            <a:r>
              <a:t>D:/pasar_fix/node_modules/.bun/date-fns@4.1.0/node_modules/date-fns/locale/hy/_lib/formatRelative.cjs</a:t>
            </a:r>
          </a:p>
          <a:p>
            <a:pPr>
              <a:defRPr sz="1200"/>
            </a:pPr>
            <a:r>
              <a:t>D:/pasar_fix/node_modules/.bun/date-fns@4.1.0/node_modules/date-fns/locale/hy/_lib/formatRelative.d.cts</a:t>
            </a:r>
          </a:p>
          <a:p>
            <a:pPr>
              <a:defRPr sz="1200"/>
            </a:pPr>
            <a:r>
              <a:t>D:/pasar_fix/node_modules/.bun/date-fns@4.1.0/node_modules/date-fns/locale/hy/_lib/formatRelative.d.ts</a:t>
            </a:r>
          </a:p>
          <a:p>
            <a:pPr>
              <a:defRPr sz="1200"/>
            </a:pPr>
            <a:r>
              <a:t>D:/pasar_fix/node_modules/.bun/date-fns@4.1.0/node_modules/date-fns/locale/hy/_lib/formatRelative.js</a:t>
            </a:r>
          </a:p>
          <a:p>
            <a:pPr>
              <a:defRPr sz="1200"/>
            </a:pPr>
            <a:r>
              <a:t>D:/pasar_fix/node_modules/.bun/date-fns@4.1.0/node_modules/date-fns/locale/hy/_lib/localize.cjs</a:t>
            </a:r>
          </a:p>
          <a:p>
            <a:pPr>
              <a:defRPr sz="1200"/>
            </a:pPr>
            <a:r>
              <a:t>D:/pasar_fix/node_modules/.bun/date-fns@4.1.0/node_modules/date-fns/locale/hy/_lib/localize.d.cts</a:t>
            </a:r>
          </a:p>
          <a:p>
            <a:pPr>
              <a:defRPr sz="1200"/>
            </a:pPr>
            <a:r>
              <a:t>D:/pasar_fix/node_modules/.bun/date-fns@4.1.0/node_modules/date-fns/locale/hy/_lib/localize.d.ts</a:t>
            </a:r>
          </a:p>
          <a:p>
            <a:pPr>
              <a:defRPr sz="1200"/>
            </a:pPr>
            <a:r>
              <a:t>D:/pasar_fix/node_modules/.bun/date-fns@4.1.0/node_modules/date-fns/locale/hy/_lib/localize.js</a:t>
            </a:r>
          </a:p>
          <a:p>
            <a:pPr>
              <a:defRPr sz="1200"/>
            </a:pPr>
            <a:r>
              <a:t>D:/pasar_fix/node_modules/.bun/date-fns@4.1.0/node_modules/date-fns/locale/hy/_lib/match.cjs</a:t>
            </a:r>
          </a:p>
          <a:p>
            <a:pPr>
              <a:defRPr sz="1200"/>
            </a:pPr>
            <a:r>
              <a:t>D:/pasar_fix/node_modules/.bun/date-fns@4.1.0/node_modules/date-fns/locale/hy/_lib/match.d.cts</a:t>
            </a:r>
          </a:p>
          <a:p>
            <a:pPr>
              <a:defRPr sz="1200"/>
            </a:pPr>
            <a:r>
              <a:t>D:/pasar_fix/node_modules/.bun/date-fns@4.1.0/node_modules/date-fns/locale/hy/_lib/match.d.ts</a:t>
            </a:r>
          </a:p>
          <a:p>
            <a:pPr>
              <a:defRPr sz="1200"/>
            </a:pPr>
            <a:r>
              <a:t>D:/pasar_fix/node_modules/.bun/date-fns@4.1.0/node_modules/date-fns/locale/hy/_lib/match.js</a:t>
            </a:r>
          </a:p>
          <a:p>
            <a:pPr>
              <a:defRPr sz="1200"/>
            </a:pPr>
            <a:r>
              <a:t>D:/pasar_fix/node_modules/.bun/date-fns@4.1.0/node_modules/date-fns/locale/id/cdn.js</a:t>
            </a:r>
          </a:p>
          <a:p>
            <a:pPr>
              <a:defRPr sz="1200"/>
            </a:pPr>
            <a:r>
              <a:t>D:/pasar_fix/node_modules/.bun/date-fns@4.1.0/node_modules/date-fns/locale/id/cdn.js.map</a:t>
            </a:r>
          </a:p>
          <a:p>
            <a:pPr>
              <a:defRPr sz="1200"/>
            </a:pPr>
            <a:r>
              <a:t>D:/pasar_fix/node_modules/.bun/date-fns@4.1.0/node_modules/date-fns/locale/id/cdn.min.js</a:t>
            </a:r>
          </a:p>
          <a:p>
            <a:pPr>
              <a:defRPr sz="1200"/>
            </a:pPr>
            <a:r>
              <a:t>D:/pasar_fix/node_modules/.bun/date-fns@4.1.0/node_modules/date-fns/locale/id/cdn.min.js.map</a:t>
            </a:r>
          </a:p>
          <a:p>
            <a:pPr>
              <a:defRPr sz="1200"/>
            </a:pPr>
            <a:r>
              <a:t>D:/pasar_fix/node_modules/.bun/date-fns@4.1.0/node_modules/date-fns/locale/id/_lib/formatDistance.cjs</a:t>
            </a:r>
          </a:p>
          <a:p>
            <a:pPr>
              <a:defRPr sz="1200"/>
            </a:pPr>
            <a:r>
              <a:t>D:/pasar_fix/node_modules/.bun/date-fns@4.1.0/node_modules/date-fns/locale/id/_lib/formatDistance.d.cts</a:t>
            </a:r>
          </a:p>
          <a:p>
            <a:pPr>
              <a:defRPr sz="1200"/>
            </a:pPr>
            <a:r>
              <a:t>D:/pasar_fix/node_modules/.bun/date-fns@4.1.0/node_modules/date-fns/locale/id/_lib/formatDistance.d.ts</a:t>
            </a:r>
          </a:p>
          <a:p>
            <a:pPr>
              <a:defRPr sz="1200"/>
            </a:pPr>
            <a:r>
              <a:t>D:/pasar_fix/node_modules/.bun/date-fns@4.1.0/node_modules/date-fns/locale/id/_lib/formatDistance.js</a:t>
            </a:r>
          </a:p>
          <a:p>
            <a:pPr>
              <a:defRPr sz="1200"/>
            </a:pPr>
            <a:r>
              <a:t>D:/pasar_fix/node_modules/.bun/date-fns@4.1.0/node_modules/date-fns/locale/id/_lib/formatLong.cjs</a:t>
            </a:r>
          </a:p>
          <a:p>
            <a:pPr>
              <a:defRPr sz="1200"/>
            </a:pPr>
            <a:r>
              <a:t>D:/pasar_fix/node_modules/.bun/date-fns@4.1.0/node_modules/date-fns/locale/id/_lib/formatLong.d.cts</a:t>
            </a:r>
          </a:p>
          <a:p>
            <a:pPr>
              <a:defRPr sz="1200"/>
            </a:pPr>
            <a:r>
              <a:t>D:/pasar_fix/node_modules/.bun/date-fns@4.1.0/node_modules/date-fns/locale/id/_lib/formatLong.d.ts</a:t>
            </a:r>
          </a:p>
          <a:p>
            <a:pPr>
              <a:defRPr sz="1200"/>
            </a:pPr>
            <a:r>
              <a:t>D:/pasar_fix/node_modules/.bun/date-fns@4.1.0/node_modules/date-fns/locale/id/_lib/formatLong.js</a:t>
            </a:r>
          </a:p>
          <a:p>
            <a:pPr>
              <a:defRPr sz="1200"/>
            </a:pPr>
            <a:r>
              <a:t>D:/pasar_fix/node_modules/.bun/date-fns@4.1.0/node_modules/date-fns/locale/id/_lib/formatRelative.cjs</a:t>
            </a:r>
          </a:p>
          <a:p>
            <a:pPr>
              <a:defRPr sz="1200"/>
            </a:pPr>
            <a:r>
              <a:t>D:/pasar_fix/node_modules/.bun/date-fns@4.1.0/node_modules/date-fns/locale/id/_lib/formatRelative.d.cts</a:t>
            </a:r>
          </a:p>
          <a:p>
            <a:pPr>
              <a:defRPr sz="1200"/>
            </a:pPr>
            <a:r>
              <a:t>D:/pasar_fix/node_modules/.bun/date-fns@4.1.0/node_modules/date-fns/locale/id/_lib/formatRelative.d.ts</a:t>
            </a:r>
          </a:p>
          <a:p>
            <a:pPr>
              <a:defRPr sz="1200"/>
            </a:pPr>
            <a:r>
              <a:t>D:/pasar_fix/node_modules/.bun/date-fns@4.1.0/node_modules/date-fns/locale/id/_lib/formatRelative.js</a:t>
            </a:r>
          </a:p>
          <a:p>
            <a:pPr>
              <a:defRPr sz="1200"/>
            </a:pPr>
            <a:r>
              <a:t>D:/pasar_fix/node_modules/.bun/date-fns@4.1.0/node_modules/date-fns/locale/id/_lib/localize.cjs</a:t>
            </a:r>
          </a:p>
          <a:p>
            <a:pPr>
              <a:defRPr sz="1200"/>
            </a:pPr>
            <a:r>
              <a:t>D:/pasar_fix/node_modules/.bun/date-fns@4.1.0/node_modules/date-fns/locale/id/_lib/localize.d.cts</a:t>
            </a:r>
          </a:p>
          <a:p>
            <a:pPr>
              <a:defRPr sz="1200"/>
            </a:pPr>
            <a:r>
              <a:t>D:/pasar_fix/node_modules/.bun/date-fns@4.1.0/node_modules/date-fns/locale/id/_lib/localize.d.ts</a:t>
            </a:r>
          </a:p>
          <a:p>
            <a:pPr>
              <a:defRPr sz="1200"/>
            </a:pPr>
            <a:r>
              <a:t>D:/pasar_fix/node_modules/.bun/date-fns@4.1.0/node_modules/date-fns/locale/id/_lib/localize.js</a:t>
            </a:r>
          </a:p>
          <a:p>
            <a:pPr>
              <a:defRPr sz="1200"/>
            </a:pPr>
            <a:r>
              <a:t>D:/pasar_fix/node_modules/.bun/date-fns@4.1.0/node_modules/date-fns/locale/id/_lib/match.cjs</a:t>
            </a:r>
          </a:p>
          <a:p>
            <a:pPr>
              <a:defRPr sz="1200"/>
            </a:pPr>
            <a:r>
              <a:t>D:/pasar_fix/node_modules/.bun/date-fns@4.1.0/node_modules/date-fns/locale/id/_lib/match.d.cts</a:t>
            </a:r>
          </a:p>
          <a:p>
            <a:pPr>
              <a:defRPr sz="1200"/>
            </a:pPr>
            <a:r>
              <a:t>D:/pasar_fix/node_modules/.bun/date-fns@4.1.0/node_modules/date-fns/locale/id/_lib/match.d.ts</a:t>
            </a:r>
          </a:p>
          <a:p>
            <a:pPr>
              <a:defRPr sz="1200"/>
            </a:pPr>
            <a:r>
              <a:t>D:/pasar_fix/node_modules/.bun/date-fns@4.1.0/node_modules/date-fns/locale/id/_lib/match.js</a:t>
            </a:r>
          </a:p>
          <a:p>
            <a:pPr>
              <a:defRPr sz="1200"/>
            </a:pPr>
            <a:r>
              <a:t>D:/pasar_fix/node_modules/.bun/date-fns@4.1.0/node_modules/date-fns/locale/is/cdn.js</a:t>
            </a:r>
          </a:p>
          <a:p>
            <a:pPr>
              <a:defRPr sz="1200"/>
            </a:pPr>
            <a:r>
              <a:t>D:/pasar_fix/node_modules/.bun/date-fns@4.1.0/node_modules/date-fns/locale/is/cdn.js.map</a:t>
            </a:r>
          </a:p>
          <a:p>
            <a:pPr>
              <a:defRPr sz="1200"/>
            </a:pPr>
            <a:r>
              <a:t>D:/pasar_fix/node_modules/.bun/date-fns@4.1.0/node_modules/date-fns/locale/is/cdn.min.js</a:t>
            </a:r>
          </a:p>
          <a:p>
            <a:pPr>
              <a:defRPr sz="1200"/>
            </a:pPr>
            <a:r>
              <a:t>D:/pasar_fix/node_modules/.bun/date-fns@4.1.0/node_modules/date-fns/locale/is/cdn.min.js.map</a:t>
            </a:r>
          </a:p>
          <a:p>
            <a:pPr>
              <a:defRPr sz="1200"/>
            </a:pPr>
            <a:r>
              <a:t>D:/pasar_fix/node_modules/.bun/date-fns@4.1.0/node_modules/date-fns/locale/is/_lib/formatDistance.cjs</a:t>
            </a:r>
          </a:p>
          <a:p>
            <a:pPr>
              <a:defRPr sz="1200"/>
            </a:pPr>
            <a:r>
              <a:t>D:/pasar_fix/node_modules/.bun/date-fns@4.1.0/node_modules/date-fns/locale/is/_lib/formatDistance.d.cts</a:t>
            </a:r>
          </a:p>
          <a:p>
            <a:pPr>
              <a:defRPr sz="1200"/>
            </a:pPr>
            <a:r>
              <a:t>D:/pasar_fix/node_modules/.bun/date-fns@4.1.0/node_modules/date-fns/locale/is/_lib/formatDistance.d.ts</a:t>
            </a:r>
          </a:p>
          <a:p>
            <a:pPr>
              <a:defRPr sz="1200"/>
            </a:pPr>
            <a:r>
              <a:t>D:/pasar_fix/node_modules/.bun/date-fns@4.1.0/node_modules/date-fns/locale/is/_lib/formatDistance.js</a:t>
            </a:r>
          </a:p>
          <a:p>
            <a:pPr>
              <a:defRPr sz="1200"/>
            </a:pPr>
            <a:r>
              <a:t>D:/pasar_fix/node_modules/.bun/date-fns@4.1.0/node_modules/date-fns/locale/is/_lib/formatLong.cjs</a:t>
            </a:r>
          </a:p>
          <a:p>
            <a:pPr>
              <a:defRPr sz="1200"/>
            </a:pPr>
            <a:r>
              <a:t>D:/pasar_fix/node_modules/.bun/date-fns@4.1.0/node_modules/date-fns/locale/is/_lib/formatLong.d.cts</a:t>
            </a:r>
          </a:p>
          <a:p>
            <a:pPr>
              <a:defRPr sz="1200"/>
            </a:pPr>
            <a:r>
              <a:t>D:/pasar_fix/node_modules/.bun/date-fns@4.1.0/node_modules/date-fns/locale/is/_lib/formatLong.d.ts</a:t>
            </a:r>
          </a:p>
          <a:p>
            <a:pPr>
              <a:defRPr sz="1200"/>
            </a:pPr>
            <a:r>
              <a:t>D:/pasar_fix/node_modules/.bun/date-fns@4.1.0/node_modules/date-fns/locale/is/_lib/formatLong.js</a:t>
            </a:r>
          </a:p>
          <a:p>
            <a:pPr>
              <a:defRPr sz="1200"/>
            </a:pPr>
            <a:r>
              <a:t>D:/pasar_fix/node_modules/.bun/date-fns@4.1.0/node_modules/date-fns/locale/is/_lib/formatRelative.cjs</a:t>
            </a:r>
          </a:p>
          <a:p>
            <a:pPr>
              <a:defRPr sz="1200"/>
            </a:pPr>
            <a:r>
              <a:t>D:/pasar_fix/node_modules/.bun/date-fns@4.1.0/node_modules/date-fns/locale/is/_lib/formatRelative.d.cts</a:t>
            </a:r>
          </a:p>
          <a:p>
            <a:pPr>
              <a:defRPr sz="1200"/>
            </a:pPr>
            <a:r>
              <a:t>D:/pasar_fix/node_modules/.bun/date-fns@4.1.0/node_modules/date-fns/locale/is/_lib/formatRelative.d.ts</a:t>
            </a:r>
          </a:p>
          <a:p>
            <a:pPr>
              <a:defRPr sz="1200"/>
            </a:pPr>
            <a:r>
              <a:t>D:/pasar_fix/node_modules/.bun/date-fns@4.1.0/node_modules/date-fns/locale/is/_lib/formatRelative.js</a:t>
            </a:r>
          </a:p>
          <a:p>
            <a:pPr>
              <a:defRPr sz="1200"/>
            </a:pPr>
            <a:r>
              <a:t>D:/pasar_fix/node_modules/.bun/date-fns@4.1.0/node_modules/date-fns/locale/is/_lib/localize.cjs</a:t>
            </a:r>
          </a:p>
          <a:p>
            <a:pPr>
              <a:defRPr sz="1200"/>
            </a:pPr>
            <a:r>
              <a:t>D:/pasar_fix/node_modules/.bun/date-fns@4.1.0/node_modules/date-fns/locale/is/_lib/localize.d.cts</a:t>
            </a:r>
          </a:p>
          <a:p>
            <a:pPr>
              <a:defRPr sz="1200"/>
            </a:pPr>
            <a:r>
              <a:t>D:/pasar_fix/node_modules/.bun/date-fns@4.1.0/node_modules/date-fns/locale/is/_lib/localize.d.ts</a:t>
            </a:r>
          </a:p>
          <a:p>
            <a:pPr>
              <a:defRPr sz="1200"/>
            </a:pPr>
            <a:r>
              <a:t>D:/pasar_fix/node_modules/.bun/date-fns@4.1.0/node_modules/date-fns/locale/is/_lib/localize.js</a:t>
            </a:r>
          </a:p>
          <a:p>
            <a:pPr>
              <a:defRPr sz="1200"/>
            </a:pPr>
            <a:r>
              <a:t>D:/pasar_fix/node_modules/.bun/date-fns@4.1.0/node_modules/date-fns/locale/is/_lib/match.cjs</a:t>
            </a:r>
          </a:p>
          <a:p>
            <a:pPr>
              <a:defRPr sz="1200"/>
            </a:pPr>
            <a:r>
              <a:t>D:/pasar_fix/node_modules/.bun/date-fns@4.1.0/node_modules/date-fns/locale/is/_lib/match.d.cts</a:t>
            </a:r>
          </a:p>
          <a:p>
            <a:pPr>
              <a:defRPr sz="1200"/>
            </a:pPr>
            <a:r>
              <a:t>D:/pasar_fix/node_modules/.bun/date-fns@4.1.0/node_modules/date-fns/locale/is/_lib/match.d.ts</a:t>
            </a:r>
          </a:p>
          <a:p>
            <a:pPr>
              <a:defRPr sz="1200"/>
            </a:pPr>
            <a:r>
              <a:t>D:/pasar_fix/node_modules/.bun/date-fns@4.1.0/node_modules/date-fns/locale/is/_lib/match.js</a:t>
            </a:r>
          </a:p>
          <a:p>
            <a:pPr>
              <a:defRPr sz="1200"/>
            </a:pPr>
            <a:r>
              <a:t>D:/pasar_fix/node_modules/.bun/date-fns@4.1.0/node_modules/date-fns/locale/it/cdn.js</a:t>
            </a:r>
          </a:p>
          <a:p>
            <a:pPr>
              <a:defRPr sz="1200"/>
            </a:pPr>
            <a:r>
              <a:t>D:/pasar_fix/node_modules/.bun/date-fns@4.1.0/node_modules/date-fns/locale/it/cdn.js.map</a:t>
            </a:r>
          </a:p>
          <a:p>
            <a:pPr>
              <a:defRPr sz="1200"/>
            </a:pPr>
            <a:r>
              <a:t>D:/pasar_fix/node_modules/.bun/date-fns@4.1.0/node_modules/date-fns/locale/it/cdn.min.js</a:t>
            </a:r>
          </a:p>
          <a:p>
            <a:pPr>
              <a:defRPr sz="1200"/>
            </a:pPr>
            <a:r>
              <a:t>D:/pasar_fix/node_modules/.bun/date-fns@4.1.0/node_modules/date-fns/locale/it/cdn.min.js.map</a:t>
            </a:r>
          </a:p>
          <a:p>
            <a:pPr>
              <a:defRPr sz="1200"/>
            </a:pPr>
            <a:r>
              <a:t>D:/pasar_fix/node_modules/.bun/date-fns@4.1.0/node_modules/date-fns/locale/it/_lib/formatDistance.cjs</a:t>
            </a:r>
          </a:p>
          <a:p>
            <a:pPr>
              <a:defRPr sz="1200"/>
            </a:pPr>
            <a:r>
              <a:t>D:/pasar_fix/node_modules/.bun/date-fns@4.1.0/node_modules/date-fns/locale/it/_lib/formatDistance.d.cts</a:t>
            </a:r>
          </a:p>
          <a:p>
            <a:pPr>
              <a:defRPr sz="1200"/>
            </a:pPr>
            <a:r>
              <a:t>D:/pasar_fix/node_modules/.bun/date-fns@4.1.0/node_modules/date-fns/locale/it/_lib/formatDistance.d.ts</a:t>
            </a:r>
          </a:p>
          <a:p>
            <a:pPr>
              <a:defRPr sz="1200"/>
            </a:pPr>
            <a:r>
              <a:t>D:/pasar_fix/node_modules/.bun/date-fns@4.1.0/node_modules/date-fns/locale/it/_lib/formatDistance.js</a:t>
            </a:r>
          </a:p>
          <a:p>
            <a:pPr>
              <a:defRPr sz="1200"/>
            </a:pPr>
            <a:r>
              <a:t>D:/pasar_fix/node_modules/.bun/date-fns@4.1.0/node_modules/date-fns/locale/it/_lib/formatLong.cjs</a:t>
            </a:r>
          </a:p>
          <a:p>
            <a:pPr>
              <a:defRPr sz="1200"/>
            </a:pPr>
            <a:r>
              <a:t>D:/pasar_fix/node_modules/.bun/date-fns@4.1.0/node_modules/date-fns/locale/it/_lib/formatLong.d.cts</a:t>
            </a:r>
          </a:p>
          <a:p>
            <a:pPr>
              <a:defRPr sz="1200"/>
            </a:pPr>
            <a:r>
              <a:t>D:/pasar_fix/node_modules/.bun/date-fns@4.1.0/node_modules/date-fns/locale/it/_lib/formatLong.d.ts</a:t>
            </a:r>
          </a:p>
          <a:p>
            <a:pPr>
              <a:defRPr sz="1200"/>
            </a:pPr>
            <a:r>
              <a:t>D:/pasar_fix/node_modules/.bun/date-fns@4.1.0/node_modules/date-fns/locale/it/_lib/formatLong.js</a:t>
            </a:r>
          </a:p>
          <a:p>
            <a:pPr>
              <a:defRPr sz="1200"/>
            </a:pPr>
            <a:r>
              <a:t>D:/pasar_fix/node_modules/.bun/date-fns@4.1.0/node_modules/date-fns/locale/it/_lib/formatRelative.cjs</a:t>
            </a:r>
          </a:p>
          <a:p>
            <a:pPr>
              <a:defRPr sz="1200"/>
            </a:pPr>
            <a:r>
              <a:t>D:/pasar_fix/node_modules/.bun/date-fns@4.1.0/node_modules/date-fns/locale/it/_lib/formatRelative.d.cts</a:t>
            </a:r>
          </a:p>
          <a:p>
            <a:pPr>
              <a:defRPr sz="1200"/>
            </a:pPr>
            <a:r>
              <a:t>D:/pasar_fix/node_modules/.bun/date-fns@4.1.0/node_modules/date-fns/locale/it/_lib/formatRelative.d.ts</a:t>
            </a:r>
          </a:p>
          <a:p>
            <a:pPr>
              <a:defRPr sz="1200"/>
            </a:pPr>
            <a:r>
              <a:t>D:/pasar_fix/node_modules/.bun/date-fns@4.1.0/node_modules/date-fns/locale/it/_lib/formatRelative.js</a:t>
            </a:r>
          </a:p>
          <a:p>
            <a:pPr>
              <a:defRPr sz="1200"/>
            </a:pPr>
            <a:r>
              <a:t>D:/pasar_fix/node_modules/.bun/date-fns@4.1.0/node_modules/date-fns/locale/it/_lib/localize.cjs</a:t>
            </a:r>
          </a:p>
          <a:p>
            <a:pPr>
              <a:defRPr sz="1200"/>
            </a:pPr>
            <a:r>
              <a:t>D:/pasar_fix/node_modules/.bun/date-fns@4.1.0/node_modules/date-fns/locale/it/_lib/localize.d.cts</a:t>
            </a:r>
          </a:p>
          <a:p>
            <a:pPr>
              <a:defRPr sz="1200"/>
            </a:pPr>
            <a:r>
              <a:t>D:/pasar_fix/node_modules/.bun/date-fns@4.1.0/node_modules/date-fns/locale/it/_lib/localize.d.ts</a:t>
            </a:r>
          </a:p>
          <a:p>
            <a:pPr>
              <a:defRPr sz="1200"/>
            </a:pPr>
            <a:r>
              <a:t>D:/pasar_fix/node_modules/.bun/date-fns@4.1.0/node_modules/date-fns/locale/it/_lib/localize.js</a:t>
            </a:r>
          </a:p>
          <a:p>
            <a:pPr>
              <a:defRPr sz="1200"/>
            </a:pPr>
            <a:r>
              <a:t>D:/pasar_fix/node_modules/.bun/date-fns@4.1.0/node_modules/date-fns/locale/it/_lib/match.cjs</a:t>
            </a:r>
          </a:p>
          <a:p>
            <a:pPr>
              <a:defRPr sz="1200"/>
            </a:pPr>
            <a:r>
              <a:t>D:/pasar_fix/node_modules/.bun/date-fns@4.1.0/node_modules/date-fns/locale/it/_lib/match.d.cts</a:t>
            </a:r>
          </a:p>
          <a:p>
            <a:pPr>
              <a:defRPr sz="1200"/>
            </a:pPr>
            <a:r>
              <a:t>D:/pasar_fix/node_modules/.bun/date-fns@4.1.0/node_modules/date-fns/locale/it/_lib/match.d.ts</a:t>
            </a:r>
          </a:p>
          <a:p>
            <a:pPr>
              <a:defRPr sz="1200"/>
            </a:pPr>
            <a:r>
              <a:t>D:/pasar_fix/node_modules/.bun/date-fns@4.1.0/node_modules/date-fns/locale/it/_lib/match.js</a:t>
            </a:r>
          </a:p>
          <a:p>
            <a:pPr>
              <a:defRPr sz="1200"/>
            </a:pPr>
            <a:r>
              <a:t>D:/pasar_fix/node_modules/.bun/date-fns@4.1.0/node_modules/date-fns/locale/it-CH/cdn.js</a:t>
            </a:r>
          </a:p>
          <a:p>
            <a:pPr>
              <a:defRPr sz="1200"/>
            </a:pPr>
            <a:r>
              <a:t>D:/pasar_fix/node_modules/.bun/date-fns@4.1.0/node_modules/date-fns/locale/it-CH/cdn.js.map</a:t>
            </a:r>
          </a:p>
          <a:p>
            <a:pPr>
              <a:defRPr sz="1200"/>
            </a:pPr>
            <a:r>
              <a:t>D:/pasar_fix/node_modules/.bun/date-fns@4.1.0/node_modules/date-fns/locale/it-CH/cdn.min.js</a:t>
            </a:r>
          </a:p>
          <a:p>
            <a:pPr>
              <a:defRPr sz="1200"/>
            </a:pPr>
            <a:r>
              <a:t>D:/pasar_fix/node_modules/.bun/date-fns@4.1.0/node_modules/date-fns/locale/it-CH/cdn.min.js.map</a:t>
            </a:r>
          </a:p>
          <a:p>
            <a:pPr>
              <a:defRPr sz="1200"/>
            </a:pPr>
            <a:r>
              <a:t>D:/pasar_fix/node_modules/.bun/date-fns@4.1.0/node_modules/date-fns/locale/it-CH/_lib/formatLong.cjs</a:t>
            </a:r>
          </a:p>
          <a:p>
            <a:pPr>
              <a:defRPr sz="1200"/>
            </a:pPr>
            <a:r>
              <a:t>D:/pasar_fix/node_modules/.bun/date-fns@4.1.0/node_modules/date-fns/locale/it-CH/_lib/formatLong.d.cts</a:t>
            </a:r>
          </a:p>
          <a:p>
            <a:pPr>
              <a:defRPr sz="1200"/>
            </a:pPr>
            <a:r>
              <a:t>D:/pasar_fix/node_modules/.bun/date-fns@4.1.0/node_modules/date-fns/locale/it-CH/_lib/formatLong.d.ts</a:t>
            </a:r>
          </a:p>
          <a:p>
            <a:pPr>
              <a:defRPr sz="1200"/>
            </a:pPr>
            <a:r>
              <a:t>D:/pasar_fix/node_modules/.bun/date-fns@4.1.0/node_modules/date-fns/locale/it-CH/_lib/formatLong.js</a:t>
            </a:r>
          </a:p>
          <a:p>
            <a:pPr>
              <a:defRPr sz="1200"/>
            </a:pPr>
            <a:r>
              <a:t>D:/pasar_fix/node_modules/.bun/date-fns@4.1.0/node_modules/date-fns/locale/ja/cdn.js</a:t>
            </a:r>
          </a:p>
          <a:p>
            <a:pPr>
              <a:defRPr sz="1200"/>
            </a:pPr>
            <a:r>
              <a:t>D:/pasar_fix/node_modules/.bun/date-fns@4.1.0/node_modules/date-fns/locale/ja/cdn.js.map</a:t>
            </a:r>
          </a:p>
          <a:p>
            <a:pPr>
              <a:defRPr sz="1200"/>
            </a:pPr>
            <a:r>
              <a:t>D:/pasar_fix/node_modules/.bun/date-fns@4.1.0/node_modules/date-fns/locale/ja/cdn.min.js</a:t>
            </a:r>
          </a:p>
          <a:p>
            <a:pPr>
              <a:defRPr sz="1200"/>
            </a:pPr>
            <a:r>
              <a:t>D:/pasar_fix/node_modules/.bun/date-fns@4.1.0/node_modules/date-fns/locale/ja/cdn.min.js.map</a:t>
            </a:r>
          </a:p>
          <a:p>
            <a:pPr>
              <a:defRPr sz="1200"/>
            </a:pPr>
            <a:r>
              <a:t>D:/pasar_fix/node_modules/.bun/date-fns@4.1.0/node_modules/date-fns/locale/ja/_lib/formatDistance.cjs</a:t>
            </a:r>
          </a:p>
          <a:p>
            <a:pPr>
              <a:defRPr sz="1200"/>
            </a:pPr>
            <a:r>
              <a:t>D:/pasar_fix/node_modules/.bun/date-fns@4.1.0/node_modules/date-fns/locale/ja/_lib/formatDistance.d.cts</a:t>
            </a:r>
          </a:p>
          <a:p>
            <a:pPr>
              <a:defRPr sz="1200"/>
            </a:pPr>
            <a:r>
              <a:t>D:/pasar_fix/node_modules/.bun/date-fns@4.1.0/node_modules/date-fns/locale/ja/_lib/formatDistance.d.ts</a:t>
            </a:r>
          </a:p>
          <a:p>
            <a:pPr>
              <a:defRPr sz="1200"/>
            </a:pPr>
            <a:r>
              <a:t>D:/pasar_fix/node_modules/.bun/date-fns@4.1.0/node_modules/date-fns/locale/ja/_lib/formatDistance.js</a:t>
            </a:r>
          </a:p>
          <a:p>
            <a:pPr>
              <a:defRPr sz="1200"/>
            </a:pPr>
            <a:r>
              <a:t>D:/pasar_fix/node_modules/.bun/date-fns@4.1.0/node_modules/date-fns/locale/ja/_lib/formatLong.cjs</a:t>
            </a:r>
          </a:p>
          <a:p>
            <a:pPr>
              <a:defRPr sz="1200"/>
            </a:pPr>
            <a:r>
              <a:t>D:/pasar_fix/node_modules/.bun/date-fns@4.1.0/node_modules/date-fns/locale/ja/_lib/formatLong.d.cts</a:t>
            </a:r>
          </a:p>
          <a:p>
            <a:pPr>
              <a:defRPr sz="1200"/>
            </a:pPr>
            <a:r>
              <a:t>D:/pasar_fix/node_modules/.bun/date-fns@4.1.0/node_modules/date-fns/locale/ja/_lib/formatLong.d.ts</a:t>
            </a:r>
          </a:p>
          <a:p>
            <a:pPr>
              <a:defRPr sz="1200"/>
            </a:pPr>
            <a:r>
              <a:t>D:/pasar_fix/node_modules/.bun/date-fns@4.1.0/node_modules/date-fns/locale/ja/_lib/formatLong.js</a:t>
            </a:r>
          </a:p>
          <a:p>
            <a:pPr>
              <a:defRPr sz="1200"/>
            </a:pPr>
            <a:r>
              <a:t>D:/pasar_fix/node_modules/.bun/date-fns@4.1.0/node_modules/date-fns/locale/ja/_lib/formatRelative.cjs</a:t>
            </a:r>
          </a:p>
          <a:p>
            <a:pPr>
              <a:defRPr sz="1200"/>
            </a:pPr>
            <a:r>
              <a:t>D:/pasar_fix/node_modules/.bun/date-fns@4.1.0/node_modules/date-fns/locale/ja/_lib/formatRelative.d.cts</a:t>
            </a:r>
          </a:p>
          <a:p>
            <a:pPr>
              <a:defRPr sz="1200"/>
            </a:pPr>
            <a:r>
              <a:t>D:/pasar_fix/node_modules/.bun/date-fns@4.1.0/node_modules/date-fns/locale/ja/_lib/formatRelative.d.ts</a:t>
            </a:r>
          </a:p>
          <a:p>
            <a:pPr>
              <a:defRPr sz="1200"/>
            </a:pPr>
            <a:r>
              <a:t>D:/pasar_fix/node_modules/.bun/date-fns@4.1.0/node_modules/date-fns/locale/ja/_lib/formatRelative.js</a:t>
            </a:r>
          </a:p>
          <a:p>
            <a:pPr>
              <a:defRPr sz="1200"/>
            </a:pPr>
            <a:r>
              <a:t>D:/pasar_fix/node_modules/.bun/date-fns@4.1.0/node_modules/date-fns/locale/ja/_lib/localize.cjs</a:t>
            </a:r>
          </a:p>
          <a:p>
            <a:pPr>
              <a:defRPr sz="1200"/>
            </a:pPr>
            <a:r>
              <a:t>D:/pasar_fix/node_modules/.bun/date-fns@4.1.0/node_modules/date-fns/locale/ja/_lib/localize.d.cts</a:t>
            </a:r>
          </a:p>
          <a:p>
            <a:pPr>
              <a:defRPr sz="1200"/>
            </a:pPr>
            <a:r>
              <a:t>D:/pasar_fix/node_modules/.bun/date-fns@4.1.0/node_modules/date-fns/locale/ja/_lib/localize.d.ts</a:t>
            </a:r>
          </a:p>
          <a:p>
            <a:pPr>
              <a:defRPr sz="1200"/>
            </a:pPr>
            <a:r>
              <a:t>D:/pasar_fix/node_modules/.bun/date-fns@4.1.0/node_modules/date-fns/locale/ja/_lib/localize.js</a:t>
            </a:r>
          </a:p>
          <a:p>
            <a:pPr>
              <a:defRPr sz="1200"/>
            </a:pPr>
            <a:r>
              <a:t>D:/pasar_fix/node_modules/.bun/date-fns@4.1.0/node_modules/date-fns/locale/ja/_lib/match.cjs</a:t>
            </a:r>
          </a:p>
          <a:p>
            <a:pPr>
              <a:defRPr sz="1200"/>
            </a:pPr>
            <a:r>
              <a:t>D:/pasar_fix/node_modules/.bun/date-fns@4.1.0/node_modules/date-fns/locale/ja/_lib/match.d.cts</a:t>
            </a:r>
          </a:p>
          <a:p>
            <a:pPr>
              <a:defRPr sz="1200"/>
            </a:pPr>
            <a:r>
              <a:t>D:/pasar_fix/node_modules/.bun/date-fns@4.1.0/node_modules/date-fns/locale/ja/_lib/match.d.ts</a:t>
            </a:r>
          </a:p>
          <a:p>
            <a:pPr>
              <a:defRPr sz="1200"/>
            </a:pPr>
            <a:r>
              <a:t>D:/pasar_fix/node_modules/.bun/date-fns@4.1.0/node_modules/date-fns/locale/ja/_lib/match.js</a:t>
            </a:r>
          </a:p>
          <a:p>
            <a:pPr>
              <a:defRPr sz="1200"/>
            </a:pPr>
            <a:r>
              <a:t>D:/pasar_fix/node_modules/.bun/date-fns@4.1.0/node_modules/date-fns/locale/ja-Hira/cdn.js</a:t>
            </a:r>
          </a:p>
          <a:p>
            <a:pPr>
              <a:defRPr sz="1200"/>
            </a:pPr>
            <a:r>
              <a:t>D:/pasar_fix/node_modules/.bun/date-fns@4.1.0/node_modules/date-fns/locale/ja-Hira/cdn.js.map</a:t>
            </a:r>
          </a:p>
          <a:p>
            <a:pPr>
              <a:defRPr sz="1200"/>
            </a:pPr>
            <a:r>
              <a:t>D:/pasar_fix/node_modules/.bun/date-fns@4.1.0/node_modules/date-fns/locale/ja-Hira/cdn.min.js</a:t>
            </a:r>
          </a:p>
          <a:p>
            <a:pPr>
              <a:defRPr sz="1200"/>
            </a:pPr>
            <a:r>
              <a:t>D:/pasar_fix/node_modules/.bun/date-fns@4.1.0/node_modules/date-fns/locale/ja-Hira/cdn.min.js.map</a:t>
            </a:r>
          </a:p>
          <a:p>
            <a:pPr>
              <a:defRPr sz="1200"/>
            </a:pPr>
            <a:r>
              <a:t>D:/pasar_fix/node_modules/.bun/date-fns@4.1.0/node_modules/date-fns/locale/ja-Hira/_lib/formatDistance.cjs</a:t>
            </a:r>
          </a:p>
          <a:p>
            <a:pPr>
              <a:defRPr sz="1200"/>
            </a:pPr>
            <a:r>
              <a:t>D:/pasar_fix/node_modules/.bun/date-fns@4.1.0/node_modules/date-fns/locale/ja-Hira/_lib/formatDistance.d.cts</a:t>
            </a:r>
          </a:p>
          <a:p>
            <a:pPr>
              <a:defRPr sz="1200"/>
            </a:pPr>
            <a:r>
              <a:t>D:/pasar_fix/node_modules/.bun/date-fns@4.1.0/node_modules/date-fns/locale/ja-Hira/_lib/formatDistance.d.ts</a:t>
            </a:r>
          </a:p>
          <a:p>
            <a:pPr>
              <a:defRPr sz="1200"/>
            </a:pPr>
            <a:r>
              <a:t>D:/pasar_fix/node_modules/.bun/date-fns@4.1.0/node_modules/date-fns/locale/ja-Hira/_lib/formatDistance.js</a:t>
            </a:r>
          </a:p>
          <a:p>
            <a:pPr>
              <a:defRPr sz="1200"/>
            </a:pPr>
            <a:r>
              <a:t>D:/pasar_fix/node_modules/.bun/date-fns@4.1.0/node_modules/date-fns/locale/ja-Hira/_lib/formatLong.cjs</a:t>
            </a:r>
          </a:p>
          <a:p>
            <a:pPr>
              <a:defRPr sz="1200"/>
            </a:pPr>
            <a:r>
              <a:t>D:/pasar_fix/node_modules/.bun/date-fns@4.1.0/node_modules/date-fns/locale/ja-Hira/_lib/formatLong.d.cts</a:t>
            </a:r>
          </a:p>
          <a:p>
            <a:pPr>
              <a:defRPr sz="1200"/>
            </a:pPr>
            <a:r>
              <a:t>D:/pasar_fix/node_modules/.bun/date-fns@4.1.0/node_modules/date-fns/locale/ja-Hira/_lib/formatLong.d.ts</a:t>
            </a:r>
          </a:p>
          <a:p>
            <a:pPr>
              <a:defRPr sz="1200"/>
            </a:pPr>
            <a:r>
              <a:t>D:/pasar_fix/node_modules/.bun/date-fns@4.1.0/node_modules/date-fns/locale/ja-Hira/_lib/formatLong.js</a:t>
            </a:r>
          </a:p>
          <a:p>
            <a:pPr>
              <a:defRPr sz="1200"/>
            </a:pPr>
            <a:r>
              <a:t>D:/pasar_fix/node_modules/.bun/date-fns@4.1.0/node_modules/date-fns/locale/ja-Hira/_lib/formatRelative.cjs</a:t>
            </a:r>
          </a:p>
          <a:p>
            <a:pPr>
              <a:defRPr sz="1200"/>
            </a:pPr>
            <a:r>
              <a:t>D:/pasar_fix/node_modules/.bun/date-fns@4.1.0/node_modules/date-fns/locale/ja-Hira/_lib/formatRelative.d.cts</a:t>
            </a:r>
          </a:p>
          <a:p>
            <a:pPr>
              <a:defRPr sz="1200"/>
            </a:pPr>
            <a:r>
              <a:t>D:/pasar_fix/node_modules/.bun/date-fns@4.1.0/node_modules/date-fns/locale/ja-Hira/_lib/formatRelative.d.ts</a:t>
            </a:r>
          </a:p>
          <a:p>
            <a:pPr>
              <a:defRPr sz="1200"/>
            </a:pPr>
            <a:r>
              <a:t>D:/pasar_fix/node_modules/.bun/date-fns@4.1.0/node_modules/date-fns/locale/ja-Hira/_lib/formatRelative.js</a:t>
            </a:r>
          </a:p>
          <a:p>
            <a:pPr>
              <a:defRPr sz="1200"/>
            </a:pPr>
            <a:r>
              <a:t>D:/pasar_fix/node_modules/.bun/date-fns@4.1.0/node_modules/date-fns/locale/ja-Hira/_lib/localize.cjs</a:t>
            </a:r>
          </a:p>
          <a:p>
            <a:pPr>
              <a:defRPr sz="1200"/>
            </a:pPr>
            <a:r>
              <a:t>D:/pasar_fix/node_modules/.bun/date-fns@4.1.0/node_modules/date-fns/locale/ja-Hira/_lib/localize.d.cts</a:t>
            </a:r>
          </a:p>
          <a:p>
            <a:pPr>
              <a:defRPr sz="1200"/>
            </a:pPr>
            <a:r>
              <a:t>D:/pasar_fix/node_modules/.bun/date-fns@4.1.0/node_modules/date-fns/locale/ja-Hira/_lib/localize.d.ts</a:t>
            </a:r>
          </a:p>
          <a:p>
            <a:pPr>
              <a:defRPr sz="1200"/>
            </a:pPr>
            <a:r>
              <a:t>D:/pasar_fix/node_modules/.bun/date-fns@4.1.0/node_modules/date-fns/locale/ja-Hira/_lib/localize.js</a:t>
            </a:r>
          </a:p>
          <a:p>
            <a:pPr>
              <a:defRPr sz="1200"/>
            </a:pPr>
            <a:r>
              <a:t>D:/pasar_fix/node_modules/.bun/date-fns@4.1.0/node_modules/date-fns/locale/ja-Hira/_lib/match.cjs</a:t>
            </a:r>
          </a:p>
          <a:p>
            <a:pPr>
              <a:defRPr sz="1200"/>
            </a:pPr>
            <a:r>
              <a:t>D:/pasar_fix/node_modules/.bun/date-fns@4.1.0/node_modules/date-fns/locale/ja-Hira/_lib/match.d.cts</a:t>
            </a:r>
          </a:p>
          <a:p>
            <a:pPr>
              <a:defRPr sz="1200"/>
            </a:pPr>
            <a:r>
              <a:t>D:/pasar_fix/node_modules/.bun/date-fns@4.1.0/node_modules/date-fns/locale/ja-Hira/_lib/match.d.ts</a:t>
            </a:r>
          </a:p>
          <a:p>
            <a:pPr>
              <a:defRPr sz="1200"/>
            </a:pPr>
            <a:r>
              <a:t>D:/pasar_fix/node_modules/.bun/date-fns@4.1.0/node_modules/date-fns/locale/ja-Hira/_lib/match.js</a:t>
            </a:r>
          </a:p>
          <a:p>
            <a:pPr>
              <a:defRPr sz="1200"/>
            </a:pPr>
            <a:r>
              <a:t>D:/pasar_fix/node_modules/.bun/date-fns@4.1.0/node_modules/date-fns/locale/ka/cdn.js</a:t>
            </a:r>
          </a:p>
          <a:p>
            <a:pPr>
              <a:defRPr sz="1200"/>
            </a:pPr>
            <a:r>
              <a:t>D:/pasar_fix/node_modules/.bun/date-fns@4.1.0/node_modules/date-fns/locale/ka/cdn.js.map</a:t>
            </a:r>
          </a:p>
          <a:p>
            <a:pPr>
              <a:defRPr sz="1200"/>
            </a:pPr>
            <a:r>
              <a:t>D:/pasar_fix/node_modules/.bun/date-fns@4.1.0/node_modules/date-fns/locale/ka/cdn.min.js</a:t>
            </a:r>
          </a:p>
          <a:p>
            <a:pPr>
              <a:defRPr sz="1200"/>
            </a:pPr>
            <a:r>
              <a:t>D:/pasar_fix/node_modules/.bun/date-fns@4.1.0/node_modules/date-fns/locale/ka/cdn.min.js.map</a:t>
            </a:r>
          </a:p>
          <a:p>
            <a:pPr>
              <a:defRPr sz="1200"/>
            </a:pPr>
            <a:r>
              <a:t>D:/pasar_fix/node_modules/.bun/date-fns@4.1.0/node_modules/date-fns/locale/ka/_lib/formatDistance.cjs</a:t>
            </a:r>
          </a:p>
          <a:p>
            <a:pPr>
              <a:defRPr sz="1200"/>
            </a:pPr>
            <a:r>
              <a:t>D:/pasar_fix/node_modules/.bun/date-fns@4.1.0/node_modules/date-fns/locale/ka/_lib/formatDistance.d.cts</a:t>
            </a:r>
          </a:p>
          <a:p>
            <a:pPr>
              <a:defRPr sz="1200"/>
            </a:pPr>
            <a:r>
              <a:t>D:/pasar_fix/node_modules/.bun/date-fns@4.1.0/node_modules/date-fns/locale/ka/_lib/formatDistance.d.ts</a:t>
            </a:r>
          </a:p>
          <a:p>
            <a:pPr>
              <a:defRPr sz="1200"/>
            </a:pPr>
            <a:r>
              <a:t>D:/pasar_fix/node_modules/.bun/date-fns@4.1.0/node_modules/date-fns/locale/ka/_lib/formatDistance.js</a:t>
            </a:r>
          </a:p>
          <a:p>
            <a:pPr>
              <a:defRPr sz="1200"/>
            </a:pPr>
            <a:r>
              <a:t>D:/pasar_fix/node_modules/.bun/date-fns@4.1.0/node_modules/date-fns/locale/ka/_lib/formatLong.cjs</a:t>
            </a:r>
          </a:p>
          <a:p>
            <a:pPr>
              <a:defRPr sz="1200"/>
            </a:pPr>
            <a:r>
              <a:t>D:/pasar_fix/node_modules/.bun/date-fns@4.1.0/node_modules/date-fns/locale/ka/_lib/formatLong.d.cts</a:t>
            </a:r>
          </a:p>
          <a:p>
            <a:pPr>
              <a:defRPr sz="1200"/>
            </a:pPr>
            <a:r>
              <a:t>D:/pasar_fix/node_modules/.bun/date-fns@4.1.0/node_modules/date-fns/locale/ka/_lib/formatLong.d.ts</a:t>
            </a:r>
          </a:p>
          <a:p>
            <a:pPr>
              <a:defRPr sz="1200"/>
            </a:pPr>
            <a:r>
              <a:t>D:/pasar_fix/node_modules/.bun/date-fns@4.1.0/node_modules/date-fns/locale/ka/_lib/formatLong.js</a:t>
            </a:r>
          </a:p>
          <a:p>
            <a:pPr>
              <a:defRPr sz="1200"/>
            </a:pPr>
            <a:r>
              <a:t>D:/pasar_fix/node_modules/.bun/date-fns@4.1.0/node_modules/date-fns/locale/ka/_lib/formatRelative.cjs</a:t>
            </a:r>
          </a:p>
          <a:p>
            <a:pPr>
              <a:defRPr sz="1200"/>
            </a:pPr>
            <a:r>
              <a:t>D:/pasar_fix/node_modules/.bun/date-fns@4.1.0/node_modules/date-fns/locale/ka/_lib/formatRelative.d.cts</a:t>
            </a:r>
          </a:p>
          <a:p>
            <a:pPr>
              <a:defRPr sz="1200"/>
            </a:pPr>
            <a:r>
              <a:t>D:/pasar_fix/node_modules/.bun/date-fns@4.1.0/node_modules/date-fns/locale/ka/_lib/formatRelative.d.ts</a:t>
            </a:r>
          </a:p>
          <a:p>
            <a:pPr>
              <a:defRPr sz="1200"/>
            </a:pPr>
            <a:r>
              <a:t>D:/pasar_fix/node_modules/.bun/date-fns@4.1.0/node_modules/date-fns/locale/ka/_lib/formatRelative.js</a:t>
            </a:r>
          </a:p>
          <a:p>
            <a:pPr>
              <a:defRPr sz="1200"/>
            </a:pPr>
            <a:r>
              <a:t>D:/pasar_fix/node_modules/.bun/date-fns@4.1.0/node_modules/date-fns/locale/ka/_lib/localize.cjs</a:t>
            </a:r>
          </a:p>
          <a:p>
            <a:pPr>
              <a:defRPr sz="1200"/>
            </a:pPr>
            <a:r>
              <a:t>D:/pasar_fix/node_modules/.bun/date-fns@4.1.0/node_modules/date-fns/locale/ka/_lib/localize.d.cts</a:t>
            </a:r>
          </a:p>
          <a:p>
            <a:pPr>
              <a:defRPr sz="1200"/>
            </a:pPr>
            <a:r>
              <a:t>D:/pasar_fix/node_modules/.bun/date-fns@4.1.0/node_modules/date-fns/locale/ka/_lib/localize.d.ts</a:t>
            </a:r>
          </a:p>
          <a:p>
            <a:pPr>
              <a:defRPr sz="1200"/>
            </a:pPr>
            <a:r>
              <a:t>D:/pasar_fix/node_modules/.bun/date-fns@4.1.0/node_modules/date-fns/locale/ka/_lib/localize.js</a:t>
            </a:r>
          </a:p>
          <a:p>
            <a:pPr>
              <a:defRPr sz="1200"/>
            </a:pPr>
            <a:r>
              <a:t>D:/pasar_fix/node_modules/.bun/date-fns@4.1.0/node_modules/date-fns/locale/ka/_lib/match.cjs</a:t>
            </a:r>
          </a:p>
          <a:p>
            <a:pPr>
              <a:defRPr sz="1200"/>
            </a:pPr>
            <a:r>
              <a:t>D:/pasar_fix/node_modules/.bun/date-fns@4.1.0/node_modules/date-fns/locale/ka/_lib/match.d.cts</a:t>
            </a:r>
          </a:p>
          <a:p>
            <a:pPr>
              <a:defRPr sz="1200"/>
            </a:pPr>
            <a:r>
              <a:t>D:/pasar_fix/node_modules/.bun/date-fns@4.1.0/node_modules/date-fns/locale/ka/_lib/match.d.ts</a:t>
            </a:r>
          </a:p>
          <a:p>
            <a:pPr>
              <a:defRPr sz="1200"/>
            </a:pPr>
            <a:r>
              <a:t>D:/pasar_fix/node_modules/.bun/date-fns@4.1.0/node_modules/date-fns/locale/ka/_lib/match.js</a:t>
            </a:r>
          </a:p>
          <a:p>
            <a:pPr>
              <a:defRPr sz="1200"/>
            </a:pPr>
            <a:r>
              <a:t>D:/pasar_fix/node_modules/.bun/date-fns@4.1.0/node_modules/date-fns/locale/kk/cdn.js</a:t>
            </a:r>
          </a:p>
          <a:p>
            <a:pPr>
              <a:defRPr sz="1200"/>
            </a:pPr>
            <a:r>
              <a:t>D:/pasar_fix/node_modules/.bun/date-fns@4.1.0/node_modules/date-fns/locale/kk/cdn.js.map</a:t>
            </a:r>
          </a:p>
          <a:p>
            <a:pPr>
              <a:defRPr sz="1200"/>
            </a:pPr>
            <a:r>
              <a:t>D:/pasar_fix/node_modules/.bun/date-fns@4.1.0/node_modules/date-fns/locale/kk/cdn.min.js</a:t>
            </a:r>
          </a:p>
          <a:p>
            <a:pPr>
              <a:defRPr sz="1200"/>
            </a:pPr>
            <a:r>
              <a:t>D:/pasar_fix/node_modules/.bun/date-fns@4.1.0/node_modules/date-fns/locale/kk/cdn.min.js.map</a:t>
            </a:r>
          </a:p>
          <a:p>
            <a:pPr>
              <a:defRPr sz="1200"/>
            </a:pPr>
            <a:r>
              <a:t>D:/pasar_fix/node_modules/.bun/date-fns@4.1.0/node_modules/date-fns/locale/kk/_lib/formatDistance.cjs</a:t>
            </a:r>
          </a:p>
          <a:p>
            <a:pPr>
              <a:defRPr sz="1200"/>
            </a:pPr>
            <a:r>
              <a:t>D:/pasar_fix/node_modules/.bun/date-fns@4.1.0/node_modules/date-fns/locale/kk/_lib/formatDistance.d.cts</a:t>
            </a:r>
          </a:p>
          <a:p>
            <a:pPr>
              <a:defRPr sz="1200"/>
            </a:pPr>
            <a:r>
              <a:t>D:/pasar_fix/node_modules/.bun/date-fns@4.1.0/node_modules/date-fns/locale/kk/_lib/formatDistance.d.ts</a:t>
            </a:r>
          </a:p>
          <a:p>
            <a:pPr>
              <a:defRPr sz="1200"/>
            </a:pPr>
            <a:r>
              <a:t>D:/pasar_fix/node_modules/.bun/date-fns@4.1.0/node_modules/date-fns/locale/kk/_lib/formatDistance.js</a:t>
            </a:r>
          </a:p>
          <a:p>
            <a:pPr>
              <a:defRPr sz="1200"/>
            </a:pPr>
            <a:r>
              <a:t>D:/pasar_fix/node_modules/.bun/date-fns@4.1.0/node_modules/date-fns/locale/kk/_lib/formatLong.cjs</a:t>
            </a:r>
          </a:p>
          <a:p>
            <a:pPr>
              <a:defRPr sz="1200"/>
            </a:pPr>
            <a:r>
              <a:t>D:/pasar_fix/node_modules/.bun/date-fns@4.1.0/node_modules/date-fns/locale/kk/_lib/formatLong.d.cts</a:t>
            </a:r>
          </a:p>
          <a:p>
            <a:pPr>
              <a:defRPr sz="1200"/>
            </a:pPr>
            <a:r>
              <a:t>D:/pasar_fix/node_modules/.bun/date-fns@4.1.0/node_modules/date-fns/locale/kk/_lib/formatLong.d.ts</a:t>
            </a:r>
          </a:p>
          <a:p>
            <a:pPr>
              <a:defRPr sz="1200"/>
            </a:pPr>
            <a:r>
              <a:t>D:/pasar_fix/node_modules/.bun/date-fns@4.1.0/node_modules/date-fns/locale/kk/_lib/formatLong.js</a:t>
            </a:r>
          </a:p>
          <a:p>
            <a:pPr>
              <a:defRPr sz="1200"/>
            </a:pPr>
            <a:r>
              <a:t>D:/pasar_fix/node_modules/.bun/date-fns@4.1.0/node_modules/date-fns/locale/kk/_lib/formatRelative.cjs</a:t>
            </a:r>
          </a:p>
          <a:p>
            <a:pPr>
              <a:defRPr sz="1200"/>
            </a:pPr>
            <a:r>
              <a:t>D:/pasar_fix/node_modules/.bun/date-fns@4.1.0/node_modules/date-fns/locale/kk/_lib/formatRelative.d.cts</a:t>
            </a:r>
          </a:p>
          <a:p>
            <a:pPr>
              <a:defRPr sz="1200"/>
            </a:pPr>
            <a:r>
              <a:t>D:/pasar_fix/node_modules/.bun/date-fns@4.1.0/node_modules/date-fns/locale/kk/_lib/formatRelative.d.ts</a:t>
            </a:r>
          </a:p>
          <a:p>
            <a:pPr>
              <a:defRPr sz="1200"/>
            </a:pPr>
            <a:r>
              <a:t>D:/pasar_fix/node_modules/.bun/date-fns@4.1.0/node_modules/date-fns/locale/kk/_lib/formatRelative.js</a:t>
            </a:r>
          </a:p>
          <a:p>
            <a:pPr>
              <a:defRPr sz="1200"/>
            </a:pPr>
            <a:r>
              <a:t>D:/pasar_fix/node_modules/.bun/date-fns@4.1.0/node_modules/date-fns/locale/kk/_lib/localize.cjs</a:t>
            </a:r>
          </a:p>
          <a:p>
            <a:pPr>
              <a:defRPr sz="1200"/>
            </a:pPr>
            <a:r>
              <a:t>D:/pasar_fix/node_modules/.bun/date-fns@4.1.0/node_modules/date-fns/locale/kk/_lib/localize.d.cts</a:t>
            </a:r>
          </a:p>
          <a:p>
            <a:pPr>
              <a:defRPr sz="1200"/>
            </a:pPr>
            <a:r>
              <a:t>D:/pasar_fix/node_modules/.bun/date-fns@4.1.0/node_modules/date-fns/locale/kk/_lib/localize.d.ts</a:t>
            </a:r>
          </a:p>
          <a:p>
            <a:pPr>
              <a:defRPr sz="1200"/>
            </a:pPr>
            <a:r>
              <a:t>D:/pasar_fix/node_modules/.bun/date-fns@4.1.0/node_modules/date-fns/locale/kk/_lib/localize.js</a:t>
            </a:r>
          </a:p>
          <a:p>
            <a:pPr>
              <a:defRPr sz="1200"/>
            </a:pPr>
            <a:r>
              <a:t>D:/pasar_fix/node_modules/.bun/date-fns@4.1.0/node_modules/date-fns/locale/kk/_lib/match.cjs</a:t>
            </a:r>
          </a:p>
          <a:p>
            <a:pPr>
              <a:defRPr sz="1200"/>
            </a:pPr>
            <a:r>
              <a:t>D:/pasar_fix/node_modules/.bun/date-fns@4.1.0/node_modules/date-fns/locale/kk/_lib/match.d.cts</a:t>
            </a:r>
          </a:p>
          <a:p>
            <a:pPr>
              <a:defRPr sz="1200"/>
            </a:pPr>
            <a:r>
              <a:t>D:/pasar_fix/node_modules/.bun/date-fns@4.1.0/node_modules/date-fns/locale/kk/_lib/match.d.ts</a:t>
            </a:r>
          </a:p>
          <a:p>
            <a:pPr>
              <a:defRPr sz="1200"/>
            </a:pPr>
            <a:r>
              <a:t>D:/pasar_fix/node_modules/.bun/date-fns@4.1.0/node_modules/date-fns/locale/kk/_lib/match.js</a:t>
            </a:r>
          </a:p>
          <a:p>
            <a:pPr>
              <a:defRPr sz="1200"/>
            </a:pPr>
            <a:r>
              <a:t>D:/pasar_fix/node_modules/.bun/date-fns@4.1.0/node_modules/date-fns/locale/km/cdn.js</a:t>
            </a:r>
          </a:p>
          <a:p>
            <a:pPr>
              <a:defRPr sz="1200"/>
            </a:pPr>
            <a:r>
              <a:t>D:/pasar_fix/node_modules/.bun/date-fns@4.1.0/node_modules/date-fns/locale/km/cdn.js.map</a:t>
            </a:r>
          </a:p>
          <a:p>
            <a:pPr>
              <a:defRPr sz="1200"/>
            </a:pPr>
            <a:r>
              <a:t>D:/pasar_fix/node_modules/.bun/date-fns@4.1.0/node_modules/date-fns/locale/km/cdn.min.js</a:t>
            </a:r>
          </a:p>
          <a:p>
            <a:pPr>
              <a:defRPr sz="1200"/>
            </a:pPr>
            <a:r>
              <a:t>D:/pasar_fix/node_modules/.bun/date-fns@4.1.0/node_modules/date-fns/locale/km/cdn.min.js.map</a:t>
            </a:r>
          </a:p>
          <a:p>
            <a:pPr>
              <a:defRPr sz="1200"/>
            </a:pPr>
            <a:r>
              <a:t>D:/pasar_fix/node_modules/.bun/date-fns@4.1.0/node_modules/date-fns/locale/km/_lib/formatDistance.cjs</a:t>
            </a:r>
          </a:p>
          <a:p>
            <a:pPr>
              <a:defRPr sz="1200"/>
            </a:pPr>
            <a:r>
              <a:t>D:/pasar_fix/node_modules/.bun/date-fns@4.1.0/node_modules/date-fns/locale/km/_lib/formatDistance.d.cts</a:t>
            </a:r>
          </a:p>
          <a:p>
            <a:pPr>
              <a:defRPr sz="1200"/>
            </a:pPr>
            <a:r>
              <a:t>D:/pasar_fix/node_modules/.bun/date-fns@4.1.0/node_modules/date-fns/locale/km/_lib/formatDistance.d.ts</a:t>
            </a:r>
          </a:p>
          <a:p>
            <a:pPr>
              <a:defRPr sz="1200"/>
            </a:pPr>
            <a:r>
              <a:t>D:/pasar_fix/node_modules/.bun/date-fns@4.1.0/node_modules/date-fns/locale/km/_lib/formatDistance.js</a:t>
            </a:r>
          </a:p>
          <a:p>
            <a:pPr>
              <a:defRPr sz="1200"/>
            </a:pPr>
            <a:r>
              <a:t>D:/pasar_fix/node_modules/.bun/date-fns@4.1.0/node_modules/date-fns/locale/km/_lib/formatLong.cjs</a:t>
            </a:r>
          </a:p>
          <a:p>
            <a:pPr>
              <a:defRPr sz="1200"/>
            </a:pPr>
            <a:r>
              <a:t>D:/pasar_fix/node_modules/.bun/date-fns@4.1.0/node_modules/date-fns/locale/km/_lib/formatLong.d.cts</a:t>
            </a:r>
          </a:p>
          <a:p>
            <a:pPr>
              <a:defRPr sz="1200"/>
            </a:pPr>
            <a:r>
              <a:t>D:/pasar_fix/node_modules/.bun/date-fns@4.1.0/node_modules/date-fns/locale/km/_lib/formatLong.d.ts</a:t>
            </a:r>
          </a:p>
          <a:p>
            <a:pPr>
              <a:defRPr sz="1200"/>
            </a:pPr>
            <a:r>
              <a:t>D:/pasar_fix/node_modules/.bun/date-fns@4.1.0/node_modules/date-fns/locale/km/_lib/formatLong.js</a:t>
            </a:r>
          </a:p>
          <a:p>
            <a:pPr>
              <a:defRPr sz="1200"/>
            </a:pPr>
            <a:r>
              <a:t>D:/pasar_fix/node_modules/.bun/date-fns@4.1.0/node_modules/date-fns/locale/km/_lib/formatRelative.cjs</a:t>
            </a:r>
          </a:p>
          <a:p>
            <a:pPr>
              <a:defRPr sz="1200"/>
            </a:pPr>
            <a:r>
              <a:t>D:/pasar_fix/node_modules/.bun/date-fns@4.1.0/node_modules/date-fns/locale/km/_lib/formatRelative.d.cts</a:t>
            </a:r>
          </a:p>
          <a:p>
            <a:pPr>
              <a:defRPr sz="1200"/>
            </a:pPr>
            <a:r>
              <a:t>D:/pasar_fix/node_modules/.bun/date-fns@4.1.0/node_modules/date-fns/locale/km/_lib/formatRelative.d.ts</a:t>
            </a:r>
          </a:p>
          <a:p>
            <a:pPr>
              <a:defRPr sz="1200"/>
            </a:pPr>
            <a:r>
              <a:t>D:/pasar_fix/node_modules/.bun/date-fns@4.1.0/node_modules/date-fns/locale/km/_lib/formatRelative.js</a:t>
            </a:r>
          </a:p>
          <a:p>
            <a:pPr>
              <a:defRPr sz="1200"/>
            </a:pPr>
            <a:r>
              <a:t>D:/pasar_fix/node_modules/.bun/date-fns@4.1.0/node_modules/date-fns/locale/km/_lib/localize.cjs</a:t>
            </a:r>
          </a:p>
          <a:p>
            <a:pPr>
              <a:defRPr sz="1200"/>
            </a:pPr>
            <a:r>
              <a:t>D:/pasar_fix/node_modules/.bun/date-fns@4.1.0/node_modules/date-fns/locale/km/_lib/localize.d.cts</a:t>
            </a:r>
          </a:p>
          <a:p>
            <a:pPr>
              <a:defRPr sz="1200"/>
            </a:pPr>
            <a:r>
              <a:t>D:/pasar_fix/node_modules/.bun/date-fns@4.1.0/node_modules/date-fns/locale/km/_lib/localize.d.ts</a:t>
            </a:r>
          </a:p>
          <a:p>
            <a:pPr>
              <a:defRPr sz="1200"/>
            </a:pPr>
            <a:r>
              <a:t>D:/pasar_fix/node_modules/.bun/date-fns@4.1.0/node_modules/date-fns/locale/km/_lib/localize.js</a:t>
            </a:r>
          </a:p>
          <a:p>
            <a:pPr>
              <a:defRPr sz="1200"/>
            </a:pPr>
            <a:r>
              <a:t>D:/pasar_fix/node_modules/.bun/date-fns@4.1.0/node_modules/date-fns/locale/km/_lib/match.cjs</a:t>
            </a:r>
          </a:p>
          <a:p>
            <a:pPr>
              <a:defRPr sz="1200"/>
            </a:pPr>
            <a:r>
              <a:t>D:/pasar_fix/node_modules/.bun/date-fns@4.1.0/node_modules/date-fns/locale/km/_lib/match.d.cts</a:t>
            </a:r>
          </a:p>
          <a:p>
            <a:pPr>
              <a:defRPr sz="1200"/>
            </a:pPr>
            <a:r>
              <a:t>D:/pasar_fix/node_modules/.bun/date-fns@4.1.0/node_modules/date-fns/locale/km/_lib/match.d.ts</a:t>
            </a:r>
          </a:p>
          <a:p>
            <a:pPr>
              <a:defRPr sz="1200"/>
            </a:pPr>
            <a:r>
              <a:t>D:/pasar_fix/node_modules/.bun/date-fns@4.1.0/node_modules/date-fns/locale/km/_lib/match.js</a:t>
            </a:r>
          </a:p>
          <a:p>
            <a:pPr>
              <a:defRPr sz="1200"/>
            </a:pPr>
            <a:r>
              <a:t>D:/pasar_fix/node_modules/.bun/date-fns@4.1.0/node_modules/date-fns/locale/kn/cdn.js</a:t>
            </a:r>
          </a:p>
          <a:p>
            <a:pPr>
              <a:defRPr sz="1200"/>
            </a:pPr>
            <a:r>
              <a:t>D:/pasar_fix/node_modules/.bun/date-fns@4.1.0/node_modules/date-fns/locale/kn/cdn.js.map</a:t>
            </a:r>
          </a:p>
          <a:p>
            <a:pPr>
              <a:defRPr sz="1200"/>
            </a:pPr>
            <a:r>
              <a:t>D:/pasar_fix/node_modules/.bun/date-fns@4.1.0/node_modules/date-fns/locale/kn/cdn.min.js</a:t>
            </a:r>
          </a:p>
          <a:p>
            <a:pPr>
              <a:defRPr sz="1200"/>
            </a:pPr>
            <a:r>
              <a:t>D:/pasar_fix/node_modules/.bun/date-fns@4.1.0/node_modules/date-fns/locale/kn/cdn.min.js.map</a:t>
            </a:r>
          </a:p>
          <a:p>
            <a:pPr>
              <a:defRPr sz="1200"/>
            </a:pPr>
            <a:r>
              <a:t>D:/pasar_fix/node_modules/.bun/date-fns@4.1.0/node_modules/date-fns/locale/kn/_lib/formatDistance.cjs</a:t>
            </a:r>
          </a:p>
          <a:p>
            <a:pPr>
              <a:defRPr sz="1200"/>
            </a:pPr>
            <a:r>
              <a:t>D:/pasar_fix/node_modules/.bun/date-fns@4.1.0/node_modules/date-fns/locale/kn/_lib/formatDistance.d.cts</a:t>
            </a:r>
          </a:p>
          <a:p>
            <a:pPr>
              <a:defRPr sz="1200"/>
            </a:pPr>
            <a:r>
              <a:t>D:/pasar_fix/node_modules/.bun/date-fns@4.1.0/node_modules/date-fns/locale/kn/_lib/formatDistance.d.ts</a:t>
            </a:r>
          </a:p>
          <a:p>
            <a:pPr>
              <a:defRPr sz="1200"/>
            </a:pPr>
            <a:r>
              <a:t>D:/pasar_fix/node_modules/.bun/date-fns@4.1.0/node_modules/date-fns/locale/kn/_lib/formatDistance.js</a:t>
            </a:r>
          </a:p>
          <a:p>
            <a:pPr>
              <a:defRPr sz="1200"/>
            </a:pPr>
            <a:r>
              <a:t>D:/pasar_fix/node_modules/.bun/date-fns@4.1.0/node_modules/date-fns/locale/kn/_lib/formatLong.cjs</a:t>
            </a:r>
          </a:p>
          <a:p>
            <a:pPr>
              <a:defRPr sz="1200"/>
            </a:pPr>
            <a:r>
              <a:t>D:/pasar_fix/node_modules/.bun/date-fns@4.1.0/node_modules/date-fns/locale/kn/_lib/formatLong.d.cts</a:t>
            </a:r>
          </a:p>
          <a:p>
            <a:pPr>
              <a:defRPr sz="1200"/>
            </a:pPr>
            <a:r>
              <a:t>D:/pasar_fix/node_modules/.bun/date-fns@4.1.0/node_modules/date-fns/locale/kn/_lib/formatLong.d.ts</a:t>
            </a:r>
          </a:p>
          <a:p>
            <a:pPr>
              <a:defRPr sz="1200"/>
            </a:pPr>
            <a:r>
              <a:t>D:/pasar_fix/node_modules/.bun/date-fns@4.1.0/node_modules/date-fns/locale/kn/_lib/formatLong.js</a:t>
            </a:r>
          </a:p>
          <a:p>
            <a:pPr>
              <a:defRPr sz="1200"/>
            </a:pPr>
            <a:r>
              <a:t>D:/pasar_fix/node_modules/.bun/date-fns@4.1.0/node_modules/date-fns/locale/kn/_lib/formatRelative.cjs</a:t>
            </a:r>
          </a:p>
          <a:p>
            <a:pPr>
              <a:defRPr sz="1200"/>
            </a:pPr>
            <a:r>
              <a:t>D:/pasar_fix/node_modules/.bun/date-fns@4.1.0/node_modules/date-fns/locale/kn/_lib/formatRelative.d.cts</a:t>
            </a:r>
          </a:p>
          <a:p>
            <a:pPr>
              <a:defRPr sz="1200"/>
            </a:pPr>
            <a:r>
              <a:t>D:/pasar_fix/node_modules/.bun/date-fns@4.1.0/node_modules/date-fns/locale/kn/_lib/formatRelative.d.ts</a:t>
            </a:r>
          </a:p>
          <a:p>
            <a:pPr>
              <a:defRPr sz="1200"/>
            </a:pPr>
            <a:r>
              <a:t>D:/pasar_fix/node_modules/.bun/date-fns@4.1.0/node_modules/date-fns/locale/kn/_lib/formatRelative.js</a:t>
            </a:r>
          </a:p>
          <a:p>
            <a:pPr>
              <a:defRPr sz="1200"/>
            </a:pPr>
            <a:r>
              <a:t>D:/pasar_fix/node_modules/.bun/date-fns@4.1.0/node_modules/date-fns/locale/kn/_lib/localize.cjs</a:t>
            </a:r>
          </a:p>
          <a:p>
            <a:pPr>
              <a:defRPr sz="1200"/>
            </a:pPr>
            <a:r>
              <a:t>D:/pasar_fix/node_modules/.bun/date-fns@4.1.0/node_modules/date-fns/locale/kn/_lib/localize.d.cts</a:t>
            </a:r>
          </a:p>
          <a:p>
            <a:pPr>
              <a:defRPr sz="1200"/>
            </a:pPr>
            <a:r>
              <a:t>D:/pasar_fix/node_modules/.bun/date-fns@4.1.0/node_modules/date-fns/locale/kn/_lib/localize.d.ts</a:t>
            </a:r>
          </a:p>
          <a:p>
            <a:pPr>
              <a:defRPr sz="1200"/>
            </a:pPr>
            <a:r>
              <a:t>D:/pasar_fix/node_modules/.bun/date-fns@4.1.0/node_modules/date-fns/locale/kn/_lib/localize.js</a:t>
            </a:r>
          </a:p>
          <a:p>
            <a:pPr>
              <a:defRPr sz="1200"/>
            </a:pPr>
            <a:r>
              <a:t>D:/pasar_fix/node_modules/.bun/date-fns@4.1.0/node_modules/date-fns/locale/kn/_lib/match.cjs</a:t>
            </a:r>
          </a:p>
          <a:p>
            <a:pPr>
              <a:defRPr sz="1200"/>
            </a:pPr>
            <a:r>
              <a:t>D:/pasar_fix/node_modules/.bun/date-fns@4.1.0/node_modules/date-fns/locale/kn/_lib/match.d.cts</a:t>
            </a:r>
          </a:p>
          <a:p>
            <a:pPr>
              <a:defRPr sz="1200"/>
            </a:pPr>
            <a:r>
              <a:t>D:/pasar_fix/node_modules/.bun/date-fns@4.1.0/node_modules/date-fns/locale/kn/_lib/match.d.ts</a:t>
            </a:r>
          </a:p>
          <a:p>
            <a:pPr>
              <a:defRPr sz="1200"/>
            </a:pPr>
            <a:r>
              <a:t>D:/pasar_fix/node_modules/.bun/date-fns@4.1.0/node_modules/date-fns/locale/kn/_lib/match.js</a:t>
            </a:r>
          </a:p>
          <a:p>
            <a:pPr>
              <a:defRPr sz="1200"/>
            </a:pPr>
            <a:r>
              <a:t>D:/pasar_fix/node_modules/.bun/date-fns@4.1.0/node_modules/date-fns/locale/ko/cdn.js</a:t>
            </a:r>
          </a:p>
          <a:p>
            <a:pPr>
              <a:defRPr sz="1200"/>
            </a:pPr>
            <a:r>
              <a:t>D:/pasar_fix/node_modules/.bun/date-fns@4.1.0/node_modules/date-fns/locale/ko/cdn.js.map</a:t>
            </a:r>
          </a:p>
          <a:p>
            <a:pPr>
              <a:defRPr sz="1200"/>
            </a:pPr>
            <a:r>
              <a:t>D:/pasar_fix/node_modules/.bun/date-fns@4.1.0/node_modules/date-fns/locale/ko/cdn.min.js</a:t>
            </a:r>
          </a:p>
          <a:p>
            <a:pPr>
              <a:defRPr sz="1200"/>
            </a:pPr>
            <a:r>
              <a:t>D:/pasar_fix/node_modules/.bun/date-fns@4.1.0/node_modules/date-fns/locale/ko/cdn.min.js.map</a:t>
            </a:r>
          </a:p>
          <a:p>
            <a:pPr>
              <a:defRPr sz="1200"/>
            </a:pPr>
            <a:r>
              <a:t>D:/pasar_fix/node_modules/.bun/date-fns@4.1.0/node_modules/date-fns/locale/ko/_lib/formatDistance.cjs</a:t>
            </a:r>
          </a:p>
          <a:p>
            <a:pPr>
              <a:defRPr sz="1200"/>
            </a:pPr>
            <a:r>
              <a:t>D:/pasar_fix/node_modules/.bun/date-fns@4.1.0/node_modules/date-fns/locale/ko/_lib/formatDistance.d.cts</a:t>
            </a:r>
          </a:p>
          <a:p>
            <a:pPr>
              <a:defRPr sz="1200"/>
            </a:pPr>
            <a:r>
              <a:t>D:/pasar_fix/node_modules/.bun/date-fns@4.1.0/node_modules/date-fns/locale/ko/_lib/formatDistance.d.ts</a:t>
            </a:r>
          </a:p>
          <a:p>
            <a:pPr>
              <a:defRPr sz="1200"/>
            </a:pPr>
            <a:r>
              <a:t>D:/pasar_fix/node_modules/.bun/date-fns@4.1.0/node_modules/date-fns/locale/ko/_lib/formatDistance.js</a:t>
            </a:r>
          </a:p>
          <a:p>
            <a:pPr>
              <a:defRPr sz="1200"/>
            </a:pPr>
            <a:r>
              <a:t>D:/pasar_fix/node_modules/.bun/date-fns@4.1.0/node_modules/date-fns/locale/ko/_lib/formatLong.cjs</a:t>
            </a:r>
          </a:p>
          <a:p>
            <a:pPr>
              <a:defRPr sz="1200"/>
            </a:pPr>
            <a:r>
              <a:t>D:/pasar_fix/node_modules/.bun/date-fns@4.1.0/node_modules/date-fns/locale/ko/_lib/formatLong.d.cts</a:t>
            </a:r>
          </a:p>
          <a:p>
            <a:pPr>
              <a:defRPr sz="1200"/>
            </a:pPr>
            <a:r>
              <a:t>D:/pasar_fix/node_modules/.bun/date-fns@4.1.0/node_modules/date-fns/locale/ko/_lib/formatLong.d.ts</a:t>
            </a:r>
          </a:p>
          <a:p>
            <a:pPr>
              <a:defRPr sz="1200"/>
            </a:pPr>
            <a:r>
              <a:t>D:/pasar_fix/node_modules/.bun/date-fns@4.1.0/node_modules/date-fns/locale/ko/_lib/formatLong.js</a:t>
            </a:r>
          </a:p>
          <a:p>
            <a:pPr>
              <a:defRPr sz="1200"/>
            </a:pPr>
            <a:r>
              <a:t>D:/pasar_fix/node_modules/.bun/date-fns@4.1.0/node_modules/date-fns/locale/ko/_lib/formatRelative.cjs</a:t>
            </a:r>
          </a:p>
          <a:p>
            <a:pPr>
              <a:defRPr sz="1200"/>
            </a:pPr>
            <a:r>
              <a:t>D:/pasar_fix/node_modules/.bun/date-fns@4.1.0/node_modules/date-fns/locale/ko/_lib/formatRelative.d.cts</a:t>
            </a:r>
          </a:p>
          <a:p>
            <a:pPr>
              <a:defRPr sz="1200"/>
            </a:pPr>
            <a:r>
              <a:t>D:/pasar_fix/node_modules/.bun/date-fns@4.1.0/node_modules/date-fns/locale/ko/_lib/formatRelative.d.ts</a:t>
            </a:r>
          </a:p>
          <a:p>
            <a:pPr>
              <a:defRPr sz="1200"/>
            </a:pPr>
            <a:r>
              <a:t>D:/pasar_fix/node_modules/.bun/date-fns@4.1.0/node_modules/date-fns/locale/ko/_lib/formatRelative.js</a:t>
            </a:r>
          </a:p>
          <a:p>
            <a:pPr>
              <a:defRPr sz="1200"/>
            </a:pPr>
            <a:r>
              <a:t>D:/pasar_fix/node_modules/.bun/date-fns@4.1.0/node_modules/date-fns/locale/ko/_lib/localize.cjs</a:t>
            </a:r>
          </a:p>
          <a:p>
            <a:pPr>
              <a:defRPr sz="1200"/>
            </a:pPr>
            <a:r>
              <a:t>D:/pasar_fix/node_modules/.bun/date-fns@4.1.0/node_modules/date-fns/locale/ko/_lib/localize.d.cts</a:t>
            </a:r>
          </a:p>
          <a:p>
            <a:pPr>
              <a:defRPr sz="1200"/>
            </a:pPr>
            <a:r>
              <a:t>D:/pasar_fix/node_modules/.bun/date-fns@4.1.0/node_modules/date-fns/locale/ko/_lib/localize.d.ts</a:t>
            </a:r>
          </a:p>
          <a:p>
            <a:pPr>
              <a:defRPr sz="1200"/>
            </a:pPr>
            <a:r>
              <a:t>D:/pasar_fix/node_modules/.bun/date-fns@4.1.0/node_modules/date-fns/locale/ko/_lib/localize.js</a:t>
            </a:r>
          </a:p>
          <a:p>
            <a:pPr>
              <a:defRPr sz="1200"/>
            </a:pPr>
            <a:r>
              <a:t>D:/pasar_fix/node_modules/.bun/date-fns@4.1.0/node_modules/date-fns/locale/ko/_lib/match.cjs</a:t>
            </a:r>
          </a:p>
          <a:p>
            <a:pPr>
              <a:defRPr sz="1200"/>
            </a:pPr>
            <a:r>
              <a:t>D:/pasar_fix/node_modules/.bun/date-fns@4.1.0/node_modules/date-fns/locale/ko/_lib/match.d.cts</a:t>
            </a:r>
          </a:p>
          <a:p>
            <a:pPr>
              <a:defRPr sz="1200"/>
            </a:pPr>
            <a:r>
              <a:t>D:/pasar_fix/node_modules/.bun/date-fns@4.1.0/node_modules/date-fns/locale/ko/_lib/match.d.ts</a:t>
            </a:r>
          </a:p>
          <a:p>
            <a:pPr>
              <a:defRPr sz="1200"/>
            </a:pPr>
            <a:r>
              <a:t>D:/pasar_fix/node_modules/.bun/date-fns@4.1.0/node_modules/date-fns/locale/ko/_lib/match.js</a:t>
            </a:r>
          </a:p>
          <a:p>
            <a:pPr>
              <a:defRPr sz="1200"/>
            </a:pPr>
            <a:r>
              <a:t>D:/pasar_fix/node_modules/.bun/date-fns@4.1.0/node_modules/date-fns/locale/lb/cdn.js</a:t>
            </a:r>
          </a:p>
          <a:p>
            <a:pPr>
              <a:defRPr sz="1200"/>
            </a:pPr>
            <a:r>
              <a:t>D:/pasar_fix/node_modules/.bun/date-fns@4.1.0/node_modules/date-fns/locale/lb/cdn.js.map</a:t>
            </a:r>
          </a:p>
          <a:p>
            <a:pPr>
              <a:defRPr sz="1200"/>
            </a:pPr>
            <a:r>
              <a:t>D:/pasar_fix/node_modules/.bun/date-fns@4.1.0/node_modules/date-fns/locale/lb/cdn.min.js</a:t>
            </a:r>
          </a:p>
          <a:p>
            <a:pPr>
              <a:defRPr sz="1200"/>
            </a:pPr>
            <a:r>
              <a:t>D:/pasar_fix/node_modules/.bun/date-fns@4.1.0/node_modules/date-fns/locale/lb/cdn.min.js.map</a:t>
            </a:r>
          </a:p>
          <a:p>
            <a:pPr>
              <a:defRPr sz="1200"/>
            </a:pPr>
            <a:r>
              <a:t>D:/pasar_fix/node_modules/.bun/date-fns@4.1.0/node_modules/date-fns/locale/lb/_lib/formatDistance.cjs</a:t>
            </a:r>
          </a:p>
          <a:p>
            <a:pPr>
              <a:defRPr sz="1200"/>
            </a:pPr>
            <a:r>
              <a:t>D:/pasar_fix/node_modules/.bun/date-fns@4.1.0/node_modules/date-fns/locale/lb/_lib/formatDistance.d.cts</a:t>
            </a:r>
          </a:p>
          <a:p>
            <a:pPr>
              <a:defRPr sz="1200"/>
            </a:pPr>
            <a:r>
              <a:t>D:/pasar_fix/node_modules/.bun/date-fns@4.1.0/node_modules/date-fns/locale/lb/_lib/formatDistance.d.ts</a:t>
            </a:r>
          </a:p>
          <a:p>
            <a:pPr>
              <a:defRPr sz="1200"/>
            </a:pPr>
            <a:r>
              <a:t>D:/pasar_fix/node_modules/.bun/date-fns@4.1.0/node_modules/date-fns/locale/lb/_lib/formatDistance.js</a:t>
            </a:r>
          </a:p>
          <a:p>
            <a:pPr>
              <a:defRPr sz="1200"/>
            </a:pPr>
            <a:r>
              <a:t>D:/pasar_fix/node_modules/.bun/date-fns@4.1.0/node_modules/date-fns/locale/lb/_lib/formatLong.cjs</a:t>
            </a:r>
          </a:p>
          <a:p>
            <a:pPr>
              <a:defRPr sz="1200"/>
            </a:pPr>
            <a:r>
              <a:t>D:/pasar_fix/node_modules/.bun/date-fns@4.1.0/node_modules/date-fns/locale/lb/_lib/formatLong.d.cts</a:t>
            </a:r>
          </a:p>
          <a:p>
            <a:pPr>
              <a:defRPr sz="1200"/>
            </a:pPr>
            <a:r>
              <a:t>D:/pasar_fix/node_modules/.bun/date-fns@4.1.0/node_modules/date-fns/locale/lb/_lib/formatLong.d.ts</a:t>
            </a:r>
          </a:p>
          <a:p>
            <a:pPr>
              <a:defRPr sz="1200"/>
            </a:pPr>
            <a:r>
              <a:t>D:/pasar_fix/node_modules/.bun/date-fns@4.1.0/node_modules/date-fns/locale/lb/_lib/formatLong.js</a:t>
            </a:r>
          </a:p>
          <a:p>
            <a:pPr>
              <a:defRPr sz="1200"/>
            </a:pPr>
            <a:r>
              <a:t>D:/pasar_fix/node_modules/.bun/date-fns@4.1.0/node_modules/date-fns/locale/lb/_lib/formatRelative.cjs</a:t>
            </a:r>
          </a:p>
          <a:p>
            <a:pPr>
              <a:defRPr sz="1200"/>
            </a:pPr>
            <a:r>
              <a:t>D:/pasar_fix/node_modules/.bun/date-fns@4.1.0/node_modules/date-fns/locale/lb/_lib/formatRelative.d.cts</a:t>
            </a:r>
          </a:p>
          <a:p>
            <a:pPr>
              <a:defRPr sz="1200"/>
            </a:pPr>
            <a:r>
              <a:t>D:/pasar_fix/node_modules/.bun/date-fns@4.1.0/node_modules/date-fns/locale/lb/_lib/formatRelative.d.ts</a:t>
            </a:r>
          </a:p>
          <a:p>
            <a:pPr>
              <a:defRPr sz="1200"/>
            </a:pPr>
            <a:r>
              <a:t>D:/pasar_fix/node_modules/.bun/date-fns@4.1.0/node_modules/date-fns/locale/lb/_lib/formatRelative.js</a:t>
            </a:r>
          </a:p>
          <a:p>
            <a:pPr>
              <a:defRPr sz="1200"/>
            </a:pPr>
            <a:r>
              <a:t>D:/pasar_fix/node_modules/.bun/date-fns@4.1.0/node_modules/date-fns/locale/lb/_lib/localize.cjs</a:t>
            </a:r>
          </a:p>
          <a:p>
            <a:pPr>
              <a:defRPr sz="1200"/>
            </a:pPr>
            <a:r>
              <a:t>D:/pasar_fix/node_modules/.bun/date-fns@4.1.0/node_modules/date-fns/locale/lb/_lib/localize.d.cts</a:t>
            </a:r>
          </a:p>
          <a:p>
            <a:pPr>
              <a:defRPr sz="1200"/>
            </a:pPr>
            <a:r>
              <a:t>D:/pasar_fix/node_modules/.bun/date-fns@4.1.0/node_modules/date-fns/locale/lb/_lib/localize.d.ts</a:t>
            </a:r>
          </a:p>
          <a:p>
            <a:pPr>
              <a:defRPr sz="1200"/>
            </a:pPr>
            <a:r>
              <a:t>D:/pasar_fix/node_modules/.bun/date-fns@4.1.0/node_modules/date-fns/locale/lb/_lib/localize.js</a:t>
            </a:r>
          </a:p>
          <a:p>
            <a:pPr>
              <a:defRPr sz="1200"/>
            </a:pPr>
            <a:r>
              <a:t>D:/pasar_fix/node_modules/.bun/date-fns@4.1.0/node_modules/date-fns/locale/lb/_lib/match.cjs</a:t>
            </a:r>
          </a:p>
          <a:p>
            <a:pPr>
              <a:defRPr sz="1200"/>
            </a:pPr>
            <a:r>
              <a:t>D:/pasar_fix/node_modules/.bun/date-fns@4.1.0/node_modules/date-fns/locale/lb/_lib/match.d.cts</a:t>
            </a:r>
          </a:p>
          <a:p>
            <a:pPr>
              <a:defRPr sz="1200"/>
            </a:pPr>
            <a:r>
              <a:t>D:/pasar_fix/node_modules/.bun/date-fns@4.1.0/node_modules/date-fns/locale/lb/_lib/match.d.ts</a:t>
            </a:r>
          </a:p>
          <a:p>
            <a:pPr>
              <a:defRPr sz="1200"/>
            </a:pPr>
            <a:r>
              <a:t>D:/pasar_fix/node_modules/.bun/date-fns@4.1.0/node_modules/date-fns/locale/lb/_lib/match.js</a:t>
            </a:r>
          </a:p>
          <a:p>
            <a:pPr>
              <a:defRPr sz="1200"/>
            </a:pPr>
            <a:r>
              <a:t>D:/pasar_fix/node_modules/.bun/date-fns@4.1.0/node_modules/date-fns/locale/lt/cdn.js</a:t>
            </a:r>
          </a:p>
          <a:p>
            <a:pPr>
              <a:defRPr sz="1200"/>
            </a:pPr>
            <a:r>
              <a:t>D:/pasar_fix/node_modules/.bun/date-fns@4.1.0/node_modules/date-fns/locale/lt/cdn.js.map</a:t>
            </a:r>
          </a:p>
          <a:p>
            <a:pPr>
              <a:defRPr sz="1200"/>
            </a:pPr>
            <a:r>
              <a:t>D:/pasar_fix/node_modules/.bun/date-fns@4.1.0/node_modules/date-fns/locale/lt/cdn.min.js</a:t>
            </a:r>
          </a:p>
          <a:p>
            <a:pPr>
              <a:defRPr sz="1200"/>
            </a:pPr>
            <a:r>
              <a:t>D:/pasar_fix/node_modules/.bun/date-fns@4.1.0/node_modules/date-fns/locale/lt/cdn.min.js.map</a:t>
            </a:r>
          </a:p>
          <a:p>
            <a:pPr>
              <a:defRPr sz="1200"/>
            </a:pPr>
            <a:r>
              <a:t>D:/pasar_fix/node_modules/.bun/date-fns@4.1.0/node_modules/date-fns/locale/lt/_lib/formatDistance.cjs</a:t>
            </a:r>
          </a:p>
          <a:p>
            <a:pPr>
              <a:defRPr sz="1200"/>
            </a:pPr>
            <a:r>
              <a:t>D:/pasar_fix/node_modules/.bun/date-fns@4.1.0/node_modules/date-fns/locale/lt/_lib/formatDistance.d.cts</a:t>
            </a:r>
          </a:p>
          <a:p>
            <a:pPr>
              <a:defRPr sz="1200"/>
            </a:pPr>
            <a:r>
              <a:t>D:/pasar_fix/node_modules/.bun/date-fns@4.1.0/node_modules/date-fns/locale/lt/_lib/formatDistance.d.ts</a:t>
            </a:r>
          </a:p>
          <a:p>
            <a:pPr>
              <a:defRPr sz="1200"/>
            </a:pPr>
            <a:r>
              <a:t>D:/pasar_fix/node_modules/.bun/date-fns@4.1.0/node_modules/date-fns/locale/lt/_lib/formatDistance.js</a:t>
            </a:r>
          </a:p>
          <a:p>
            <a:pPr>
              <a:defRPr sz="1200"/>
            </a:pPr>
            <a:r>
              <a:t>D:/pasar_fix/node_modules/.bun/date-fns@4.1.0/node_modules/date-fns/locale/lt/_lib/formatLong.cjs</a:t>
            </a:r>
          </a:p>
          <a:p>
            <a:pPr>
              <a:defRPr sz="1200"/>
            </a:pPr>
            <a:r>
              <a:t>D:/pasar_fix/node_modules/.bun/date-fns@4.1.0/node_modules/date-fns/locale/lt/_lib/formatLong.d.cts</a:t>
            </a:r>
          </a:p>
          <a:p>
            <a:pPr>
              <a:defRPr sz="1200"/>
            </a:pPr>
            <a:r>
              <a:t>D:/pasar_fix/node_modules/.bun/date-fns@4.1.0/node_modules/date-fns/locale/lt/_lib/formatLong.d.ts</a:t>
            </a:r>
          </a:p>
          <a:p>
            <a:pPr>
              <a:defRPr sz="1200"/>
            </a:pPr>
            <a:r>
              <a:t>D:/pasar_fix/node_modules/.bun/date-fns@4.1.0/node_modules/date-fns/locale/lt/_lib/formatLong.js</a:t>
            </a:r>
          </a:p>
          <a:p>
            <a:pPr>
              <a:defRPr sz="1200"/>
            </a:pPr>
            <a:r>
              <a:t>D:/pasar_fix/node_modules/.bun/date-fns@4.1.0/node_modules/date-fns/locale/lt/_lib/formatRelative.cjs</a:t>
            </a:r>
          </a:p>
          <a:p>
            <a:pPr>
              <a:defRPr sz="1200"/>
            </a:pPr>
            <a:r>
              <a:t>D:/pasar_fix/node_modules/.bun/date-fns@4.1.0/node_modules/date-fns/locale/lt/_lib/formatRelative.d.cts</a:t>
            </a:r>
          </a:p>
          <a:p>
            <a:pPr>
              <a:defRPr sz="1200"/>
            </a:pPr>
            <a:r>
              <a:t>D:/pasar_fix/node_modules/.bun/date-fns@4.1.0/node_modules/date-fns/locale/lt/_lib/formatRelative.d.ts</a:t>
            </a:r>
          </a:p>
          <a:p>
            <a:pPr>
              <a:defRPr sz="1200"/>
            </a:pPr>
            <a:r>
              <a:t>D:/pasar_fix/node_modules/.bun/date-fns@4.1.0/node_modules/date-fns/locale/lt/_lib/formatRelative.js</a:t>
            </a:r>
          </a:p>
          <a:p>
            <a:pPr>
              <a:defRPr sz="1200"/>
            </a:pPr>
            <a:r>
              <a:t>D:/pasar_fix/node_modules/.bun/date-fns@4.1.0/node_modules/date-fns/locale/lt/_lib/localize.cjs</a:t>
            </a:r>
          </a:p>
          <a:p>
            <a:pPr>
              <a:defRPr sz="1200"/>
            </a:pPr>
            <a:r>
              <a:t>D:/pasar_fix/node_modules/.bun/date-fns@4.1.0/node_modules/date-fns/locale/lt/_lib/localize.d.cts</a:t>
            </a:r>
          </a:p>
          <a:p>
            <a:pPr>
              <a:defRPr sz="1200"/>
            </a:pPr>
            <a:r>
              <a:t>D:/pasar_fix/node_modules/.bun/date-fns@4.1.0/node_modules/date-fns/locale/lt/_lib/localize.d.ts</a:t>
            </a:r>
          </a:p>
          <a:p>
            <a:pPr>
              <a:defRPr sz="1200"/>
            </a:pPr>
            <a:r>
              <a:t>D:/pasar_fix/node_modules/.bun/date-fns@4.1.0/node_modules/date-fns/locale/lt/_lib/localize.js</a:t>
            </a:r>
          </a:p>
          <a:p>
            <a:pPr>
              <a:defRPr sz="1200"/>
            </a:pPr>
            <a:r>
              <a:t>D:/pasar_fix/node_modules/.bun/date-fns@4.1.0/node_modules/date-fns/locale/lt/_lib/match.cjs</a:t>
            </a:r>
          </a:p>
          <a:p>
            <a:pPr>
              <a:defRPr sz="1200"/>
            </a:pPr>
            <a:r>
              <a:t>D:/pasar_fix/node_modules/.bun/date-fns@4.1.0/node_modules/date-fns/locale/lt/_lib/match.d.cts</a:t>
            </a:r>
          </a:p>
          <a:p>
            <a:pPr>
              <a:defRPr sz="1200"/>
            </a:pPr>
            <a:r>
              <a:t>D:/pasar_fix/node_modules/.bun/date-fns@4.1.0/node_modules/date-fns/locale/lt/_lib/match.d.ts</a:t>
            </a:r>
          </a:p>
          <a:p>
            <a:pPr>
              <a:defRPr sz="1200"/>
            </a:pPr>
            <a:r>
              <a:t>D:/pasar_fix/node_modules/.bun/date-fns@4.1.0/node_modules/date-fns/locale/lt/_lib/match.js</a:t>
            </a:r>
          </a:p>
          <a:p>
            <a:pPr>
              <a:defRPr sz="1200"/>
            </a:pPr>
            <a:r>
              <a:t>D:/pasar_fix/node_modules/.bun/date-fns@4.1.0/node_modules/date-fns/locale/lv/cdn.js</a:t>
            </a:r>
          </a:p>
          <a:p>
            <a:pPr>
              <a:defRPr sz="1200"/>
            </a:pPr>
            <a:r>
              <a:t>D:/pasar_fix/node_modules/.bun/date-fns@4.1.0/node_modules/date-fns/locale/lv/cdn.js.map</a:t>
            </a:r>
          </a:p>
          <a:p>
            <a:pPr>
              <a:defRPr sz="1200"/>
            </a:pPr>
            <a:r>
              <a:t>D:/pasar_fix/node_modules/.bun/date-fns@4.1.0/node_modules/date-fns/locale/lv/cdn.min.js</a:t>
            </a:r>
          </a:p>
          <a:p>
            <a:pPr>
              <a:defRPr sz="1200"/>
            </a:pPr>
            <a:r>
              <a:t>D:/pasar_fix/node_modules/.bun/date-fns@4.1.0/node_modules/date-fns/locale/lv/cdn.min.js.map</a:t>
            </a:r>
          </a:p>
          <a:p>
            <a:pPr>
              <a:defRPr sz="1200"/>
            </a:pPr>
            <a:r>
              <a:t>D:/pasar_fix/node_modules/.bun/date-fns@4.1.0/node_modules/date-fns/locale/lv/_lib/formatDistance.cjs</a:t>
            </a:r>
          </a:p>
          <a:p>
            <a:pPr>
              <a:defRPr sz="1200"/>
            </a:pPr>
            <a:r>
              <a:t>D:/pasar_fix/node_modules/.bun/date-fns@4.1.0/node_modules/date-fns/locale/lv/_lib/formatDistance.d.cts</a:t>
            </a:r>
          </a:p>
          <a:p>
            <a:pPr>
              <a:defRPr sz="1200"/>
            </a:pPr>
            <a:r>
              <a:t>D:/pasar_fix/node_modules/.bun/date-fns@4.1.0/node_modules/date-fns/locale/lv/_lib/formatDistance.d.ts</a:t>
            </a:r>
          </a:p>
          <a:p>
            <a:pPr>
              <a:defRPr sz="1200"/>
            </a:pPr>
            <a:r>
              <a:t>D:/pasar_fix/node_modules/.bun/date-fns@4.1.0/node_modules/date-fns/locale/lv/_lib/formatDistance.js</a:t>
            </a:r>
          </a:p>
          <a:p>
            <a:pPr>
              <a:defRPr sz="1200"/>
            </a:pPr>
            <a:r>
              <a:t>D:/pasar_fix/node_modules/.bun/date-fns@4.1.0/node_modules/date-fns/locale/lv/_lib/formatLong.cjs</a:t>
            </a:r>
          </a:p>
          <a:p>
            <a:pPr>
              <a:defRPr sz="1200"/>
            </a:pPr>
            <a:r>
              <a:t>D:/pasar_fix/node_modules/.bun/date-fns@4.1.0/node_modules/date-fns/locale/lv/_lib/formatLong.d.cts</a:t>
            </a:r>
          </a:p>
          <a:p>
            <a:pPr>
              <a:defRPr sz="1200"/>
            </a:pPr>
            <a:r>
              <a:t>D:/pasar_fix/node_modules/.bun/date-fns@4.1.0/node_modules/date-fns/locale/lv/_lib/formatLong.d.ts</a:t>
            </a:r>
          </a:p>
          <a:p>
            <a:pPr>
              <a:defRPr sz="1200"/>
            </a:pPr>
            <a:r>
              <a:t>D:/pasar_fix/node_modules/.bun/date-fns@4.1.0/node_modules/date-fns/locale/lv/_lib/formatLong.js</a:t>
            </a:r>
          </a:p>
          <a:p>
            <a:pPr>
              <a:defRPr sz="1200"/>
            </a:pPr>
            <a:r>
              <a:t>D:/pasar_fix/node_modules/.bun/date-fns@4.1.0/node_modules/date-fns/locale/lv/_lib/formatRelative.cjs</a:t>
            </a:r>
          </a:p>
          <a:p>
            <a:pPr>
              <a:defRPr sz="1200"/>
            </a:pPr>
            <a:r>
              <a:t>D:/pasar_fix/node_modules/.bun/date-fns@4.1.0/node_modules/date-fns/locale/lv/_lib/formatRelative.d.cts</a:t>
            </a:r>
          </a:p>
          <a:p>
            <a:pPr>
              <a:defRPr sz="1200"/>
            </a:pPr>
            <a:r>
              <a:t>D:/pasar_fix/node_modules/.bun/date-fns@4.1.0/node_modules/date-fns/locale/lv/_lib/formatRelative.d.ts</a:t>
            </a:r>
          </a:p>
          <a:p>
            <a:pPr>
              <a:defRPr sz="1200"/>
            </a:pPr>
            <a:r>
              <a:t>D:/pasar_fix/node_modules/.bun/date-fns@4.1.0/node_modules/date-fns/locale/lv/_lib/formatRelative.js</a:t>
            </a:r>
          </a:p>
          <a:p>
            <a:pPr>
              <a:defRPr sz="1200"/>
            </a:pPr>
            <a:r>
              <a:t>D:/pasar_fix/node_modules/.bun/date-fns@4.1.0/node_modules/date-fns/locale/lv/_lib/localize.cjs</a:t>
            </a:r>
          </a:p>
          <a:p>
            <a:pPr>
              <a:defRPr sz="1200"/>
            </a:pPr>
            <a:r>
              <a:t>D:/pasar_fix/node_modules/.bun/date-fns@4.1.0/node_modules/date-fns/locale/lv/_lib/localize.d.cts</a:t>
            </a:r>
          </a:p>
          <a:p>
            <a:pPr>
              <a:defRPr sz="1200"/>
            </a:pPr>
            <a:r>
              <a:t>D:/pasar_fix/node_modules/.bun/date-fns@4.1.0/node_modules/date-fns/locale/lv/_lib/localize.d.ts</a:t>
            </a:r>
          </a:p>
          <a:p>
            <a:pPr>
              <a:defRPr sz="1200"/>
            </a:pPr>
            <a:r>
              <a:t>D:/pasar_fix/node_modules/.bun/date-fns@4.1.0/node_modules/date-fns/locale/lv/_lib/localize.js</a:t>
            </a:r>
          </a:p>
          <a:p>
            <a:pPr>
              <a:defRPr sz="1200"/>
            </a:pPr>
            <a:r>
              <a:t>D:/pasar_fix/node_modules/.bun/date-fns@4.1.0/node_modules/date-fns/locale/lv/_lib/match.cjs</a:t>
            </a:r>
          </a:p>
          <a:p>
            <a:pPr>
              <a:defRPr sz="1200"/>
            </a:pPr>
            <a:r>
              <a:t>D:/pasar_fix/node_modules/.bun/date-fns@4.1.0/node_modules/date-fns/locale/lv/_lib/match.d.cts</a:t>
            </a:r>
          </a:p>
          <a:p>
            <a:pPr>
              <a:defRPr sz="1200"/>
            </a:pPr>
            <a:r>
              <a:t>D:/pasar_fix/node_modules/.bun/date-fns@4.1.0/node_modules/date-fns/locale/lv/_lib/match.d.ts</a:t>
            </a:r>
          </a:p>
          <a:p>
            <a:pPr>
              <a:defRPr sz="1200"/>
            </a:pPr>
            <a:r>
              <a:t>D:/pasar_fix/node_modules/.bun/date-fns@4.1.0/node_modules/date-fns/locale/lv/_lib/match.js</a:t>
            </a:r>
          </a:p>
          <a:p>
            <a:pPr>
              <a:defRPr sz="1200"/>
            </a:pPr>
            <a:r>
              <a:t>D:/pasar_fix/node_modules/.bun/date-fns@4.1.0/node_modules/date-fns/locale/mk/cdn.js</a:t>
            </a:r>
          </a:p>
          <a:p>
            <a:pPr>
              <a:defRPr sz="1200"/>
            </a:pPr>
            <a:r>
              <a:t>D:/pasar_fix/node_modules/.bun/date-fns@4.1.0/node_modules/date-fns/locale/mk/cdn.js.map</a:t>
            </a:r>
          </a:p>
          <a:p>
            <a:pPr>
              <a:defRPr sz="1200"/>
            </a:pPr>
            <a:r>
              <a:t>D:/pasar_fix/node_modules/.bun/date-fns@4.1.0/node_modules/date-fns/locale/mk/cdn.min.js</a:t>
            </a:r>
          </a:p>
          <a:p>
            <a:pPr>
              <a:defRPr sz="1200"/>
            </a:pPr>
            <a:r>
              <a:t>D:/pasar_fix/node_modules/.bun/date-fns@4.1.0/node_modules/date-fns/locale/mk/cdn.min.js.map</a:t>
            </a:r>
          </a:p>
          <a:p>
            <a:pPr>
              <a:defRPr sz="1200"/>
            </a:pPr>
            <a:r>
              <a:t>D:/pasar_fix/node_modules/.bun/date-fns@4.1.0/node_modules/date-fns/locale/mk/_lib/formatDistance.cjs</a:t>
            </a:r>
          </a:p>
          <a:p>
            <a:pPr>
              <a:defRPr sz="1200"/>
            </a:pPr>
            <a:r>
              <a:t>D:/pasar_fix/node_modules/.bun/date-fns@4.1.0/node_modules/date-fns/locale/mk/_lib/formatDistance.d.cts</a:t>
            </a:r>
          </a:p>
          <a:p>
            <a:pPr>
              <a:defRPr sz="1200"/>
            </a:pPr>
            <a:r>
              <a:t>D:/pasar_fix/node_modules/.bun/date-fns@4.1.0/node_modules/date-fns/locale/mk/_lib/formatDistance.d.ts</a:t>
            </a:r>
          </a:p>
          <a:p>
            <a:pPr>
              <a:defRPr sz="1200"/>
            </a:pPr>
            <a:r>
              <a:t>D:/pasar_fix/node_modules/.bun/date-fns@4.1.0/node_modules/date-fns/locale/mk/_lib/formatDistance.js</a:t>
            </a:r>
          </a:p>
          <a:p>
            <a:pPr>
              <a:defRPr sz="1200"/>
            </a:pPr>
            <a:r>
              <a:t>D:/pasar_fix/node_modules/.bun/date-fns@4.1.0/node_modules/date-fns/locale/mk/_lib/formatLong.cjs</a:t>
            </a:r>
          </a:p>
          <a:p>
            <a:pPr>
              <a:defRPr sz="1200"/>
            </a:pPr>
            <a:r>
              <a:t>D:/pasar_fix/node_modules/.bun/date-fns@4.1.0/node_modules/date-fns/locale/mk/_lib/formatLong.d.cts</a:t>
            </a:r>
          </a:p>
          <a:p>
            <a:pPr>
              <a:defRPr sz="1200"/>
            </a:pPr>
            <a:r>
              <a:t>D:/pasar_fix/node_modules/.bun/date-fns@4.1.0/node_modules/date-fns/locale/mk/_lib/formatLong.d.ts</a:t>
            </a:r>
          </a:p>
          <a:p>
            <a:pPr>
              <a:defRPr sz="1200"/>
            </a:pPr>
            <a:r>
              <a:t>D:/pasar_fix/node_modules/.bun/date-fns@4.1.0/node_modules/date-fns/locale/mk/_lib/formatLong.js</a:t>
            </a:r>
          </a:p>
          <a:p>
            <a:pPr>
              <a:defRPr sz="1200"/>
            </a:pPr>
            <a:r>
              <a:t>D:/pasar_fix/node_modules/.bun/date-fns@4.1.0/node_modules/date-fns/locale/mk/_lib/formatRelative.cjs</a:t>
            </a:r>
          </a:p>
          <a:p>
            <a:pPr>
              <a:defRPr sz="1200"/>
            </a:pPr>
            <a:r>
              <a:t>D:/pasar_fix/node_modules/.bun/date-fns@4.1.0/node_modules/date-fns/locale/mk/_lib/formatRelative.d.cts</a:t>
            </a:r>
          </a:p>
          <a:p>
            <a:pPr>
              <a:defRPr sz="1200"/>
            </a:pPr>
            <a:r>
              <a:t>D:/pasar_fix/node_modules/.bun/date-fns@4.1.0/node_modules/date-fns/locale/mk/_lib/formatRelative.d.ts</a:t>
            </a:r>
          </a:p>
          <a:p>
            <a:pPr>
              <a:defRPr sz="1200"/>
            </a:pPr>
            <a:r>
              <a:t>D:/pasar_fix/node_modules/.bun/date-fns@4.1.0/node_modules/date-fns/locale/mk/_lib/formatRelative.js</a:t>
            </a:r>
          </a:p>
          <a:p>
            <a:pPr>
              <a:defRPr sz="1200"/>
            </a:pPr>
            <a:r>
              <a:t>D:/pasar_fix/node_modules/.bun/date-fns@4.1.0/node_modules/date-fns/locale/mk/_lib/localize.cjs</a:t>
            </a:r>
          </a:p>
          <a:p>
            <a:pPr>
              <a:defRPr sz="1200"/>
            </a:pPr>
            <a:r>
              <a:t>D:/pasar_fix/node_modules/.bun/date-fns@4.1.0/node_modules/date-fns/locale/mk/_lib/localize.d.cts</a:t>
            </a:r>
          </a:p>
          <a:p>
            <a:pPr>
              <a:defRPr sz="1200"/>
            </a:pPr>
            <a:r>
              <a:t>D:/pasar_fix/node_modules/.bun/date-fns@4.1.0/node_modules/date-fns/locale/mk/_lib/localize.d.ts</a:t>
            </a:r>
          </a:p>
          <a:p>
            <a:pPr>
              <a:defRPr sz="1200"/>
            </a:pPr>
            <a:r>
              <a:t>D:/pasar_fix/node_modules/.bun/date-fns@4.1.0/node_modules/date-fns/locale/mk/_lib/localize.js</a:t>
            </a:r>
          </a:p>
          <a:p>
            <a:pPr>
              <a:defRPr sz="1200"/>
            </a:pPr>
            <a:r>
              <a:t>D:/pasar_fix/node_modules/.bun/date-fns@4.1.0/node_modules/date-fns/locale/mk/_lib/match.cjs</a:t>
            </a:r>
          </a:p>
          <a:p>
            <a:pPr>
              <a:defRPr sz="1200"/>
            </a:pPr>
            <a:r>
              <a:t>D:/pasar_fix/node_modules/.bun/date-fns@4.1.0/node_modules/date-fns/locale/mk/_lib/match.d.cts</a:t>
            </a:r>
          </a:p>
          <a:p>
            <a:pPr>
              <a:defRPr sz="1200"/>
            </a:pPr>
            <a:r>
              <a:t>D:/pasar_fix/node_modules/.bun/date-fns@4.1.0/node_modules/date-fns/locale/mk/_lib/match.d.ts</a:t>
            </a:r>
          </a:p>
          <a:p>
            <a:pPr>
              <a:defRPr sz="1200"/>
            </a:pPr>
            <a:r>
              <a:t>D:/pasar_fix/node_modules/.bun/date-fns@4.1.0/node_modules/date-fns/locale/mk/_lib/match.js</a:t>
            </a:r>
          </a:p>
          <a:p>
            <a:pPr>
              <a:defRPr sz="1200"/>
            </a:pPr>
            <a:r>
              <a:t>D:/pasar_fix/node_modules/.bun/date-fns@4.1.0/node_modules/date-fns/locale/mn/cdn.js</a:t>
            </a:r>
          </a:p>
          <a:p>
            <a:pPr>
              <a:defRPr sz="1200"/>
            </a:pPr>
            <a:r>
              <a:t>D:/pasar_fix/node_modules/.bun/date-fns@4.1.0/node_modules/date-fns/locale/mn/cdn.js.map</a:t>
            </a:r>
          </a:p>
          <a:p>
            <a:pPr>
              <a:defRPr sz="1200"/>
            </a:pPr>
            <a:r>
              <a:t>D:/pasar_fix/node_modules/.bun/date-fns@4.1.0/node_modules/date-fns/locale/mn/cdn.min.js</a:t>
            </a:r>
          </a:p>
          <a:p>
            <a:pPr>
              <a:defRPr sz="1200"/>
            </a:pPr>
            <a:r>
              <a:t>D:/pasar_fix/node_modules/.bun/date-fns@4.1.0/node_modules/date-fns/locale/mn/cdn.min.js.map</a:t>
            </a:r>
          </a:p>
          <a:p>
            <a:pPr>
              <a:defRPr sz="1200"/>
            </a:pPr>
            <a:r>
              <a:t>D:/pasar_fix/node_modules/.bun/date-fns@4.1.0/node_modules/date-fns/locale/mn/_lib/formatDistance.cjs</a:t>
            </a:r>
          </a:p>
          <a:p>
            <a:pPr>
              <a:defRPr sz="1200"/>
            </a:pPr>
            <a:r>
              <a:t>D:/pasar_fix/node_modules/.bun/date-fns@4.1.0/node_modules/date-fns/locale/mn/_lib/formatDistance.d.cts</a:t>
            </a:r>
          </a:p>
          <a:p>
            <a:pPr>
              <a:defRPr sz="1200"/>
            </a:pPr>
            <a:r>
              <a:t>D:/pasar_fix/node_modules/.bun/date-fns@4.1.0/node_modules/date-fns/locale/mn/_lib/formatDistance.d.ts</a:t>
            </a:r>
          </a:p>
          <a:p>
            <a:pPr>
              <a:defRPr sz="1200"/>
            </a:pPr>
            <a:r>
              <a:t>D:/pasar_fix/node_modules/.bun/date-fns@4.1.0/node_modules/date-fns/locale/mn/_lib/formatDistance.js</a:t>
            </a:r>
          </a:p>
          <a:p>
            <a:pPr>
              <a:defRPr sz="1200"/>
            </a:pPr>
            <a:r>
              <a:t>D:/pasar_fix/node_modules/.bun/date-fns@4.1.0/node_modules/date-fns/locale/mn/_lib/formatLong.cjs</a:t>
            </a:r>
          </a:p>
          <a:p>
            <a:pPr>
              <a:defRPr sz="1200"/>
            </a:pPr>
            <a:r>
              <a:t>D:/pasar_fix/node_modules/.bun/date-fns@4.1.0/node_modules/date-fns/locale/mn/_lib/formatLong.d.cts</a:t>
            </a:r>
          </a:p>
          <a:p>
            <a:pPr>
              <a:defRPr sz="1200"/>
            </a:pPr>
            <a:r>
              <a:t>D:/pasar_fix/node_modules/.bun/date-fns@4.1.0/node_modules/date-fns/locale/mn/_lib/formatLong.d.ts</a:t>
            </a:r>
          </a:p>
          <a:p>
            <a:pPr>
              <a:defRPr sz="1200"/>
            </a:pPr>
            <a:r>
              <a:t>D:/pasar_fix/node_modules/.bun/date-fns@4.1.0/node_modules/date-fns/locale/mn/_lib/formatLong.js</a:t>
            </a:r>
          </a:p>
          <a:p>
            <a:pPr>
              <a:defRPr sz="1200"/>
            </a:pPr>
            <a:r>
              <a:t>D:/pasar_fix/node_modules/.bun/date-fns@4.1.0/node_modules/date-fns/locale/mn/_lib/formatRelative.cjs</a:t>
            </a:r>
          </a:p>
          <a:p>
            <a:pPr>
              <a:defRPr sz="1200"/>
            </a:pPr>
            <a:r>
              <a:t>D:/pasar_fix/node_modules/.bun/date-fns@4.1.0/node_modules/date-fns/locale/mn/_lib/formatRelative.d.cts</a:t>
            </a:r>
          </a:p>
          <a:p>
            <a:pPr>
              <a:defRPr sz="1200"/>
            </a:pPr>
            <a:r>
              <a:t>D:/pasar_fix/node_modules/.bun/date-fns@4.1.0/node_modules/date-fns/locale/mn/_lib/formatRelative.d.ts</a:t>
            </a:r>
          </a:p>
          <a:p>
            <a:pPr>
              <a:defRPr sz="1200"/>
            </a:pPr>
            <a:r>
              <a:t>D:/pasar_fix/node_modules/.bun/date-fns@4.1.0/node_modules/date-fns/locale/mn/_lib/formatRelative.js</a:t>
            </a:r>
          </a:p>
          <a:p>
            <a:pPr>
              <a:defRPr sz="1200"/>
            </a:pPr>
            <a:r>
              <a:t>D:/pasar_fix/node_modules/.bun/date-fns@4.1.0/node_modules/date-fns/locale/mn/_lib/localize.cjs</a:t>
            </a:r>
          </a:p>
          <a:p>
            <a:pPr>
              <a:defRPr sz="1200"/>
            </a:pPr>
            <a:r>
              <a:t>D:/pasar_fix/node_modules/.bun/date-fns@4.1.0/node_modules/date-fns/locale/mn/_lib/localize.d.cts</a:t>
            </a:r>
          </a:p>
          <a:p>
            <a:pPr>
              <a:defRPr sz="1200"/>
            </a:pPr>
            <a:r>
              <a:t>D:/pasar_fix/node_modules/.bun/date-fns@4.1.0/node_modules/date-fns/locale/mn/_lib/localize.d.ts</a:t>
            </a:r>
          </a:p>
          <a:p>
            <a:pPr>
              <a:defRPr sz="1200"/>
            </a:pPr>
            <a:r>
              <a:t>D:/pasar_fix/node_modules/.bun/date-fns@4.1.0/node_modules/date-fns/locale/mn/_lib/localize.js</a:t>
            </a:r>
          </a:p>
          <a:p>
            <a:pPr>
              <a:defRPr sz="1200"/>
            </a:pPr>
            <a:r>
              <a:t>D:/pasar_fix/node_modules/.bun/date-fns@4.1.0/node_modules/date-fns/locale/mn/_lib/match.cjs</a:t>
            </a:r>
          </a:p>
          <a:p>
            <a:pPr>
              <a:defRPr sz="1200"/>
            </a:pPr>
            <a:r>
              <a:t>D:/pasar_fix/node_modules/.bun/date-fns@4.1.0/node_modules/date-fns/locale/mn/_lib/match.d.cts</a:t>
            </a:r>
          </a:p>
          <a:p>
            <a:pPr>
              <a:defRPr sz="1200"/>
            </a:pPr>
            <a:r>
              <a:t>D:/pasar_fix/node_modules/.bun/date-fns@4.1.0/node_modules/date-fns/locale/mn/_lib/match.d.ts</a:t>
            </a:r>
          </a:p>
          <a:p>
            <a:pPr>
              <a:defRPr sz="1200"/>
            </a:pPr>
            <a:r>
              <a:t>D:/pasar_fix/node_modules/.bun/date-fns@4.1.0/node_modules/date-fns/locale/mn/_lib/match.js</a:t>
            </a:r>
          </a:p>
          <a:p>
            <a:pPr>
              <a:defRPr sz="1200"/>
            </a:pPr>
            <a:r>
              <a:t>D:/pasar_fix/node_modules/.bun/date-fns@4.1.0/node_modules/date-fns/locale/ms/cdn.js</a:t>
            </a:r>
          </a:p>
          <a:p>
            <a:pPr>
              <a:defRPr sz="1200"/>
            </a:pPr>
            <a:r>
              <a:t>D:/pasar_fix/node_modules/.bun/date-fns@4.1.0/node_modules/date-fns/locale/ms/cdn.js.map</a:t>
            </a:r>
          </a:p>
          <a:p>
            <a:pPr>
              <a:defRPr sz="1200"/>
            </a:pPr>
            <a:r>
              <a:t>D:/pasar_fix/node_modules/.bun/date-fns@4.1.0/node_modules/date-fns/locale/ms/cdn.min.js</a:t>
            </a:r>
          </a:p>
          <a:p>
            <a:pPr>
              <a:defRPr sz="1200"/>
            </a:pPr>
            <a:r>
              <a:t>D:/pasar_fix/node_modules/.bun/date-fns@4.1.0/node_modules/date-fns/locale/ms/cdn.min.js.map</a:t>
            </a:r>
          </a:p>
          <a:p>
            <a:pPr>
              <a:defRPr sz="1200"/>
            </a:pPr>
            <a:r>
              <a:t>D:/pasar_fix/node_modules/.bun/date-fns@4.1.0/node_modules/date-fns/locale/ms/_lib/formatDistance.cjs</a:t>
            </a:r>
          </a:p>
          <a:p>
            <a:pPr>
              <a:defRPr sz="1200"/>
            </a:pPr>
            <a:r>
              <a:t>D:/pasar_fix/node_modules/.bun/date-fns@4.1.0/node_modules/date-fns/locale/ms/_lib/formatDistance.d.cts</a:t>
            </a:r>
          </a:p>
          <a:p>
            <a:pPr>
              <a:defRPr sz="1200"/>
            </a:pPr>
            <a:r>
              <a:t>D:/pasar_fix/node_modules/.bun/date-fns@4.1.0/node_modules/date-fns/locale/ms/_lib/formatDistance.d.ts</a:t>
            </a:r>
          </a:p>
          <a:p>
            <a:pPr>
              <a:defRPr sz="1200"/>
            </a:pPr>
            <a:r>
              <a:t>D:/pasar_fix/node_modules/.bun/date-fns@4.1.0/node_modules/date-fns/locale/ms/_lib/formatDistance.js</a:t>
            </a:r>
          </a:p>
          <a:p>
            <a:pPr>
              <a:defRPr sz="1200"/>
            </a:pPr>
            <a:r>
              <a:t>D:/pasar_fix/node_modules/.bun/date-fns@4.1.0/node_modules/date-fns/locale/ms/_lib/formatLong.cjs</a:t>
            </a:r>
          </a:p>
          <a:p>
            <a:pPr>
              <a:defRPr sz="1200"/>
            </a:pPr>
            <a:r>
              <a:t>D:/pasar_fix/node_modules/.bun/date-fns@4.1.0/node_modules/date-fns/locale/ms/_lib/formatLong.d.cts</a:t>
            </a:r>
          </a:p>
          <a:p>
            <a:pPr>
              <a:defRPr sz="1200"/>
            </a:pPr>
            <a:r>
              <a:t>D:/pasar_fix/node_modules/.bun/date-fns@4.1.0/node_modules/date-fns/locale/ms/_lib/formatLong.d.ts</a:t>
            </a:r>
          </a:p>
          <a:p>
            <a:pPr>
              <a:defRPr sz="1200"/>
            </a:pPr>
            <a:r>
              <a:t>D:/pasar_fix/node_modules/.bun/date-fns@4.1.0/node_modules/date-fns/locale/ms/_lib/formatLong.js</a:t>
            </a:r>
          </a:p>
          <a:p>
            <a:pPr>
              <a:defRPr sz="1200"/>
            </a:pPr>
            <a:r>
              <a:t>D:/pasar_fix/node_modules/.bun/date-fns@4.1.0/node_modules/date-fns/locale/ms/_lib/formatRelative.cjs</a:t>
            </a:r>
          </a:p>
          <a:p>
            <a:pPr>
              <a:defRPr sz="1200"/>
            </a:pPr>
            <a:r>
              <a:t>D:/pasar_fix/node_modules/.bun/date-fns@4.1.0/node_modules/date-fns/locale/ms/_lib/formatRelative.d.cts</a:t>
            </a:r>
          </a:p>
          <a:p>
            <a:pPr>
              <a:defRPr sz="1200"/>
            </a:pPr>
            <a:r>
              <a:t>D:/pasar_fix/node_modules/.bun/date-fns@4.1.0/node_modules/date-fns/locale/ms/_lib/formatRelative.d.ts</a:t>
            </a:r>
          </a:p>
          <a:p>
            <a:pPr>
              <a:defRPr sz="1200"/>
            </a:pPr>
            <a:r>
              <a:t>D:/pasar_fix/node_modules/.bun/date-fns@4.1.0/node_modules/date-fns/locale/ms/_lib/formatRelative.js</a:t>
            </a:r>
          </a:p>
          <a:p>
            <a:pPr>
              <a:defRPr sz="1200"/>
            </a:pPr>
            <a:r>
              <a:t>D:/pasar_fix/node_modules/.bun/date-fns@4.1.0/node_modules/date-fns/locale/ms/_lib/localize.cjs</a:t>
            </a:r>
          </a:p>
          <a:p>
            <a:pPr>
              <a:defRPr sz="1200"/>
            </a:pPr>
            <a:r>
              <a:t>D:/pasar_fix/node_modules/.bun/date-fns@4.1.0/node_modules/date-fns/locale/ms/_lib/localize.d.cts</a:t>
            </a:r>
          </a:p>
          <a:p>
            <a:pPr>
              <a:defRPr sz="1200"/>
            </a:pPr>
            <a:r>
              <a:t>D:/pasar_fix/node_modules/.bun/date-fns@4.1.0/node_modules/date-fns/locale/ms/_lib/localize.d.ts</a:t>
            </a:r>
          </a:p>
          <a:p>
            <a:pPr>
              <a:defRPr sz="1200"/>
            </a:pPr>
            <a:r>
              <a:t>D:/pasar_fix/node_modules/.bun/date-fns@4.1.0/node_modules/date-fns/locale/ms/_lib/localize.js</a:t>
            </a:r>
          </a:p>
          <a:p>
            <a:pPr>
              <a:defRPr sz="1200"/>
            </a:pPr>
            <a:r>
              <a:t>D:/pasar_fix/node_modules/.bun/date-fns@4.1.0/node_modules/date-fns/locale/ms/_lib/match.cjs</a:t>
            </a:r>
          </a:p>
          <a:p>
            <a:pPr>
              <a:defRPr sz="1200"/>
            </a:pPr>
            <a:r>
              <a:t>D:/pasar_fix/node_modules/.bun/date-fns@4.1.0/node_modules/date-fns/locale/ms/_lib/match.d.cts</a:t>
            </a:r>
          </a:p>
          <a:p>
            <a:pPr>
              <a:defRPr sz="1200"/>
            </a:pPr>
            <a:r>
              <a:t>D:/pasar_fix/node_modules/.bun/date-fns@4.1.0/node_modules/date-fns/locale/ms/_lib/match.d.ts</a:t>
            </a:r>
          </a:p>
          <a:p>
            <a:pPr>
              <a:defRPr sz="1200"/>
            </a:pPr>
            <a:r>
              <a:t>D:/pasar_fix/node_modules/.bun/date-fns@4.1.0/node_modules/date-fns/locale/ms/_lib/match.js</a:t>
            </a:r>
          </a:p>
          <a:p>
            <a:pPr>
              <a:defRPr sz="1200"/>
            </a:pPr>
            <a:r>
              <a:t>D:/pasar_fix/node_modules/.bun/date-fns@4.1.0/node_modules/date-fns/locale/mt/cdn.js</a:t>
            </a:r>
          </a:p>
          <a:p>
            <a:pPr>
              <a:defRPr sz="1200"/>
            </a:pPr>
            <a:r>
              <a:t>D:/pasar_fix/node_modules/.bun/date-fns@4.1.0/node_modules/date-fns/locale/mt/cdn.js.map</a:t>
            </a:r>
          </a:p>
          <a:p>
            <a:pPr>
              <a:defRPr sz="1200"/>
            </a:pPr>
            <a:r>
              <a:t>D:/pasar_fix/node_modules/.bun/date-fns@4.1.0/node_modules/date-fns/locale/mt/cdn.min.js</a:t>
            </a:r>
          </a:p>
          <a:p>
            <a:pPr>
              <a:defRPr sz="1200"/>
            </a:pPr>
            <a:r>
              <a:t>D:/pasar_fix/node_modules/.bun/date-fns@4.1.0/node_modules/date-fns/locale/mt/cdn.min.js.map</a:t>
            </a:r>
          </a:p>
          <a:p>
            <a:pPr>
              <a:defRPr sz="1200"/>
            </a:pPr>
            <a:r>
              <a:t>D:/pasar_fix/node_modules/.bun/date-fns@4.1.0/node_modules/date-fns/locale/mt/_lib/formatDistance.cjs</a:t>
            </a:r>
          </a:p>
          <a:p>
            <a:pPr>
              <a:defRPr sz="1200"/>
            </a:pPr>
            <a:r>
              <a:t>D:/pasar_fix/node_modules/.bun/date-fns@4.1.0/node_modules/date-fns/locale/mt/_lib/formatDistance.d.cts</a:t>
            </a:r>
          </a:p>
          <a:p>
            <a:pPr>
              <a:defRPr sz="1200"/>
            </a:pPr>
            <a:r>
              <a:t>D:/pasar_fix/node_modules/.bun/date-fns@4.1.0/node_modules/date-fns/locale/mt/_lib/formatDistance.d.ts</a:t>
            </a:r>
          </a:p>
          <a:p>
            <a:pPr>
              <a:defRPr sz="1200"/>
            </a:pPr>
            <a:r>
              <a:t>D:/pasar_fix/node_modules/.bun/date-fns@4.1.0/node_modules/date-fns/locale/mt/_lib/formatDistance.js</a:t>
            </a:r>
          </a:p>
          <a:p>
            <a:pPr>
              <a:defRPr sz="1200"/>
            </a:pPr>
            <a:r>
              <a:t>D:/pasar_fix/node_modules/.bun/date-fns@4.1.0/node_modules/date-fns/locale/mt/_lib/formatLong.cjs</a:t>
            </a:r>
          </a:p>
          <a:p>
            <a:pPr>
              <a:defRPr sz="1200"/>
            </a:pPr>
            <a:r>
              <a:t>D:/pasar_fix/node_modules/.bun/date-fns@4.1.0/node_modules/date-fns/locale/mt/_lib/formatLong.d.cts</a:t>
            </a:r>
          </a:p>
          <a:p>
            <a:pPr>
              <a:defRPr sz="1200"/>
            </a:pPr>
            <a:r>
              <a:t>D:/pasar_fix/node_modules/.bun/date-fns@4.1.0/node_modules/date-fns/locale/mt/_lib/formatLong.d.ts</a:t>
            </a:r>
          </a:p>
          <a:p>
            <a:pPr>
              <a:defRPr sz="1200"/>
            </a:pPr>
            <a:r>
              <a:t>D:/pasar_fix/node_modules/.bun/date-fns@4.1.0/node_modules/date-fns/locale/mt/_lib/formatLong.js</a:t>
            </a:r>
          </a:p>
          <a:p>
            <a:pPr>
              <a:defRPr sz="1200"/>
            </a:pPr>
            <a:r>
              <a:t>D:/pasar_fix/node_modules/.bun/date-fns@4.1.0/node_modules/date-fns/locale/mt/_lib/formatRelative.cjs</a:t>
            </a:r>
          </a:p>
          <a:p>
            <a:pPr>
              <a:defRPr sz="1200"/>
            </a:pPr>
            <a:r>
              <a:t>D:/pasar_fix/node_modules/.bun/date-fns@4.1.0/node_modules/date-fns/locale/mt/_lib/formatRelative.d.cts</a:t>
            </a:r>
          </a:p>
          <a:p>
            <a:pPr>
              <a:defRPr sz="1200"/>
            </a:pPr>
            <a:r>
              <a:t>D:/pasar_fix/node_modules/.bun/date-fns@4.1.0/node_modules/date-fns/locale/mt/_lib/formatRelative.d.ts</a:t>
            </a:r>
          </a:p>
          <a:p>
            <a:pPr>
              <a:defRPr sz="1200"/>
            </a:pPr>
            <a:r>
              <a:t>D:/pasar_fix/node_modules/.bun/date-fns@4.1.0/node_modules/date-fns/locale/mt/_lib/formatRelative.js</a:t>
            </a:r>
          </a:p>
          <a:p>
            <a:pPr>
              <a:defRPr sz="1200"/>
            </a:pPr>
            <a:r>
              <a:t>D:/pasar_fix/node_modules/.bun/date-fns@4.1.0/node_modules/date-fns/locale/mt/_lib/localize.cjs</a:t>
            </a:r>
          </a:p>
          <a:p>
            <a:pPr>
              <a:defRPr sz="1200"/>
            </a:pPr>
            <a:r>
              <a:t>D:/pasar_fix/node_modules/.bun/date-fns@4.1.0/node_modules/date-fns/locale/mt/_lib/localize.d.cts</a:t>
            </a:r>
          </a:p>
          <a:p>
            <a:pPr>
              <a:defRPr sz="1200"/>
            </a:pPr>
            <a:r>
              <a:t>D:/pasar_fix/node_modules/.bun/date-fns@4.1.0/node_modules/date-fns/locale/mt/_lib/localize.d.ts</a:t>
            </a:r>
          </a:p>
          <a:p>
            <a:pPr>
              <a:defRPr sz="1200"/>
            </a:pPr>
            <a:r>
              <a:t>D:/pasar_fix/node_modules/.bun/date-fns@4.1.0/node_modules/date-fns/locale/mt/_lib/localize.js</a:t>
            </a:r>
          </a:p>
          <a:p>
            <a:pPr>
              <a:defRPr sz="1200"/>
            </a:pPr>
            <a:r>
              <a:t>D:/pasar_fix/node_modules/.bun/date-fns@4.1.0/node_modules/date-fns/locale/mt/_lib/match.cjs</a:t>
            </a:r>
          </a:p>
          <a:p>
            <a:pPr>
              <a:defRPr sz="1200"/>
            </a:pPr>
            <a:r>
              <a:t>D:/pasar_fix/node_modules/.bun/date-fns@4.1.0/node_modules/date-fns/locale/mt/_lib/match.d.cts</a:t>
            </a:r>
          </a:p>
          <a:p>
            <a:pPr>
              <a:defRPr sz="1200"/>
            </a:pPr>
            <a:r>
              <a:t>D:/pasar_fix/node_modules/.bun/date-fns@4.1.0/node_modules/date-fns/locale/mt/_lib/match.d.ts</a:t>
            </a:r>
          </a:p>
          <a:p>
            <a:pPr>
              <a:defRPr sz="1200"/>
            </a:pPr>
            <a:r>
              <a:t>D:/pasar_fix/node_modules/.bun/date-fns@4.1.0/node_modules/date-fns/locale/mt/_lib/match.js</a:t>
            </a:r>
          </a:p>
          <a:p>
            <a:pPr>
              <a:defRPr sz="1200"/>
            </a:pPr>
            <a:r>
              <a:t>D:/pasar_fix/node_modules/.bun/date-fns@4.1.0/node_modules/date-fns/locale/nb/cdn.js</a:t>
            </a:r>
          </a:p>
          <a:p>
            <a:pPr>
              <a:defRPr sz="1200"/>
            </a:pPr>
            <a:r>
              <a:t>D:/pasar_fix/node_modules/.bun/date-fns@4.1.0/node_modules/date-fns/locale/nb/cdn.js.map</a:t>
            </a:r>
          </a:p>
          <a:p>
            <a:pPr>
              <a:defRPr sz="1200"/>
            </a:pPr>
            <a:r>
              <a:t>D:/pasar_fix/node_modules/.bun/date-fns@4.1.0/node_modules/date-fns/locale/nb/cdn.min.js</a:t>
            </a:r>
          </a:p>
          <a:p>
            <a:pPr>
              <a:defRPr sz="1200"/>
            </a:pPr>
            <a:r>
              <a:t>D:/pasar_fix/node_modules/.bun/date-fns@4.1.0/node_modules/date-fns/locale/nb/cdn.min.js.map</a:t>
            </a:r>
          </a:p>
          <a:p>
            <a:pPr>
              <a:defRPr sz="1200"/>
            </a:pPr>
            <a:r>
              <a:t>D:/pasar_fix/node_modules/.bun/date-fns@4.1.0/node_modules/date-fns/locale/nb/_lib/formatDistance.cjs</a:t>
            </a:r>
          </a:p>
          <a:p>
            <a:pPr>
              <a:defRPr sz="1200"/>
            </a:pPr>
            <a:r>
              <a:t>D:/pasar_fix/node_modules/.bun/date-fns@4.1.0/node_modules/date-fns/locale/nb/_lib/formatDistance.d.cts</a:t>
            </a:r>
          </a:p>
          <a:p>
            <a:pPr>
              <a:defRPr sz="1200"/>
            </a:pPr>
            <a:r>
              <a:t>D:/pasar_fix/node_modules/.bun/date-fns@4.1.0/node_modules/date-fns/locale/nb/_lib/formatDistance.d.ts</a:t>
            </a:r>
          </a:p>
          <a:p>
            <a:pPr>
              <a:defRPr sz="1200"/>
            </a:pPr>
            <a:r>
              <a:t>D:/pasar_fix/node_modules/.bun/date-fns@4.1.0/node_modules/date-fns/locale/nb/_lib/formatDistance.js</a:t>
            </a:r>
          </a:p>
          <a:p>
            <a:pPr>
              <a:defRPr sz="1200"/>
            </a:pPr>
            <a:r>
              <a:t>D:/pasar_fix/node_modules/.bun/date-fns@4.1.0/node_modules/date-fns/locale/nb/_lib/formatLong.cjs</a:t>
            </a:r>
          </a:p>
          <a:p>
            <a:pPr>
              <a:defRPr sz="1200"/>
            </a:pPr>
            <a:r>
              <a:t>D:/pasar_fix/node_modules/.bun/date-fns@4.1.0/node_modules/date-fns/locale/nb/_lib/formatLong.d.cts</a:t>
            </a:r>
          </a:p>
          <a:p>
            <a:pPr>
              <a:defRPr sz="1200"/>
            </a:pPr>
            <a:r>
              <a:t>D:/pasar_fix/node_modules/.bun/date-fns@4.1.0/node_modules/date-fns/locale/nb/_lib/formatLong.d.ts</a:t>
            </a:r>
          </a:p>
          <a:p>
            <a:pPr>
              <a:defRPr sz="1200"/>
            </a:pPr>
            <a:r>
              <a:t>D:/pasar_fix/node_modules/.bun/date-fns@4.1.0/node_modules/date-fns/locale/nb/_lib/formatLong.js</a:t>
            </a:r>
          </a:p>
          <a:p>
            <a:pPr>
              <a:defRPr sz="1200"/>
            </a:pPr>
            <a:r>
              <a:t>D:/pasar_fix/node_modules/.bun/date-fns@4.1.0/node_modules/date-fns/locale/nb/_lib/formatRelative.cjs</a:t>
            </a:r>
          </a:p>
          <a:p>
            <a:pPr>
              <a:defRPr sz="1200"/>
            </a:pPr>
            <a:r>
              <a:t>D:/pasar_fix/node_modules/.bun/date-fns@4.1.0/node_modules/date-fns/locale/nb/_lib/formatRelative.d.cts</a:t>
            </a:r>
          </a:p>
          <a:p>
            <a:pPr>
              <a:defRPr sz="1200"/>
            </a:pPr>
            <a:r>
              <a:t>D:/pasar_fix/node_modules/.bun/date-fns@4.1.0/node_modules/date-fns/locale/nb/_lib/formatRelative.d.ts</a:t>
            </a:r>
          </a:p>
          <a:p>
            <a:pPr>
              <a:defRPr sz="1200"/>
            </a:pPr>
            <a:r>
              <a:t>D:/pasar_fix/node_modules/.bun/date-fns@4.1.0/node_modules/date-fns/locale/nb/_lib/formatRelative.js</a:t>
            </a:r>
          </a:p>
          <a:p>
            <a:pPr>
              <a:defRPr sz="1200"/>
            </a:pPr>
            <a:r>
              <a:t>D:/pasar_fix/node_modules/.bun/date-fns@4.1.0/node_modules/date-fns/locale/nb/_lib/localize.cjs</a:t>
            </a:r>
          </a:p>
          <a:p>
            <a:pPr>
              <a:defRPr sz="1200"/>
            </a:pPr>
            <a:r>
              <a:t>D:/pasar_fix/node_modules/.bun/date-fns@4.1.0/node_modules/date-fns/locale/nb/_lib/localize.d.cts</a:t>
            </a:r>
          </a:p>
          <a:p>
            <a:pPr>
              <a:defRPr sz="1200"/>
            </a:pPr>
            <a:r>
              <a:t>D:/pasar_fix/node_modules/.bun/date-fns@4.1.0/node_modules/date-fns/locale/nb/_lib/localize.d.ts</a:t>
            </a:r>
          </a:p>
          <a:p>
            <a:pPr>
              <a:defRPr sz="1200"/>
            </a:pPr>
            <a:r>
              <a:t>D:/pasar_fix/node_modules/.bun/date-fns@4.1.0/node_modules/date-fns/locale/nb/_lib/localize.js</a:t>
            </a:r>
          </a:p>
          <a:p>
            <a:pPr>
              <a:defRPr sz="1200"/>
            </a:pPr>
            <a:r>
              <a:t>D:/pasar_fix/node_modules/.bun/date-fns@4.1.0/node_modules/date-fns/locale/nb/_lib/match.cjs</a:t>
            </a:r>
          </a:p>
          <a:p>
            <a:pPr>
              <a:defRPr sz="1200"/>
            </a:pPr>
            <a:r>
              <a:t>D:/pasar_fix/node_modules/.bun/date-fns@4.1.0/node_modules/date-fns/locale/nb/_lib/match.d.cts</a:t>
            </a:r>
          </a:p>
          <a:p>
            <a:pPr>
              <a:defRPr sz="1200"/>
            </a:pPr>
            <a:r>
              <a:t>D:/pasar_fix/node_modules/.bun/date-fns@4.1.0/node_modules/date-fns/locale/nb/_lib/match.d.ts</a:t>
            </a:r>
          </a:p>
          <a:p>
            <a:pPr>
              <a:defRPr sz="1200"/>
            </a:pPr>
            <a:r>
              <a:t>D:/pasar_fix/node_modules/.bun/date-fns@4.1.0/node_modules/date-fns/locale/nb/_lib/match.js</a:t>
            </a:r>
          </a:p>
          <a:p>
            <a:pPr>
              <a:defRPr sz="1200"/>
            </a:pPr>
            <a:r>
              <a:t>D:/pasar_fix/node_modules/.bun/date-fns@4.1.0/node_modules/date-fns/locale/nl/cdn.js</a:t>
            </a:r>
          </a:p>
          <a:p>
            <a:pPr>
              <a:defRPr sz="1200"/>
            </a:pPr>
            <a:r>
              <a:t>D:/pasar_fix/node_modules/.bun/date-fns@4.1.0/node_modules/date-fns/locale/nl/cdn.js.map</a:t>
            </a:r>
          </a:p>
          <a:p>
            <a:pPr>
              <a:defRPr sz="1200"/>
            </a:pPr>
            <a:r>
              <a:t>D:/pasar_fix/node_modules/.bun/date-fns@4.1.0/node_modules/date-fns/locale/nl/cdn.min.js</a:t>
            </a:r>
          </a:p>
          <a:p>
            <a:pPr>
              <a:defRPr sz="1200"/>
            </a:pPr>
            <a:r>
              <a:t>D:/pasar_fix/node_modules/.bun/date-fns@4.1.0/node_modules/date-fns/locale/nl/cdn.min.js.map</a:t>
            </a:r>
          </a:p>
          <a:p>
            <a:pPr>
              <a:defRPr sz="1200"/>
            </a:pPr>
            <a:r>
              <a:t>D:/pasar_fix/node_modules/.bun/date-fns@4.1.0/node_modules/date-fns/locale/nl/_lib/formatDistance.cjs</a:t>
            </a:r>
          </a:p>
          <a:p>
            <a:pPr>
              <a:defRPr sz="1200"/>
            </a:pPr>
            <a:r>
              <a:t>D:/pasar_fix/node_modules/.bun/date-fns@4.1.0/node_modules/date-fns/locale/nl/_lib/formatDistance.d.cts</a:t>
            </a:r>
          </a:p>
          <a:p>
            <a:pPr>
              <a:defRPr sz="1200"/>
            </a:pPr>
            <a:r>
              <a:t>D:/pasar_fix/node_modules/.bun/date-fns@4.1.0/node_modules/date-fns/locale/nl/_lib/formatDistance.d.ts</a:t>
            </a:r>
          </a:p>
          <a:p>
            <a:pPr>
              <a:defRPr sz="1200"/>
            </a:pPr>
            <a:r>
              <a:t>D:/pasar_fix/node_modules/.bun/date-fns@4.1.0/node_modules/date-fns/locale/nl/_lib/formatDistance.js</a:t>
            </a:r>
          </a:p>
          <a:p>
            <a:pPr>
              <a:defRPr sz="1200"/>
            </a:pPr>
            <a:r>
              <a:t>D:/pasar_fix/node_modules/.bun/date-fns@4.1.0/node_modules/date-fns/locale/nl/_lib/formatLong.cjs</a:t>
            </a:r>
          </a:p>
          <a:p>
            <a:pPr>
              <a:defRPr sz="1200"/>
            </a:pPr>
            <a:r>
              <a:t>D:/pasar_fix/node_modules/.bun/date-fns@4.1.0/node_modules/date-fns/locale/nl/_lib/formatLong.d.cts</a:t>
            </a:r>
          </a:p>
          <a:p>
            <a:pPr>
              <a:defRPr sz="1200"/>
            </a:pPr>
            <a:r>
              <a:t>D:/pasar_fix/node_modules/.bun/date-fns@4.1.0/node_modules/date-fns/locale/nl/_lib/formatLong.d.ts</a:t>
            </a:r>
          </a:p>
          <a:p>
            <a:pPr>
              <a:defRPr sz="1200"/>
            </a:pPr>
            <a:r>
              <a:t>D:/pasar_fix/node_modules/.bun/date-fns@4.1.0/node_modules/date-fns/locale/nl/_lib/formatLong.js</a:t>
            </a:r>
          </a:p>
          <a:p>
            <a:pPr>
              <a:defRPr sz="1200"/>
            </a:pPr>
            <a:r>
              <a:t>D:/pasar_fix/node_modules/.bun/date-fns@4.1.0/node_modules/date-fns/locale/nl/_lib/formatRelative.cjs</a:t>
            </a:r>
          </a:p>
          <a:p>
            <a:pPr>
              <a:defRPr sz="1200"/>
            </a:pPr>
            <a:r>
              <a:t>D:/pasar_fix/node_modules/.bun/date-fns@4.1.0/node_modules/date-fns/locale/nl/_lib/formatRelative.d.cts</a:t>
            </a:r>
          </a:p>
          <a:p>
            <a:pPr>
              <a:defRPr sz="1200"/>
            </a:pPr>
            <a:r>
              <a:t>D:/pasar_fix/node_modules/.bun/date-fns@4.1.0/node_modules/date-fns/locale/nl/_lib/formatRelative.d.ts</a:t>
            </a:r>
          </a:p>
          <a:p>
            <a:pPr>
              <a:defRPr sz="1200"/>
            </a:pPr>
            <a:r>
              <a:t>D:/pasar_fix/node_modules/.bun/date-fns@4.1.0/node_modules/date-fns/locale/nl/_lib/formatRelative.js</a:t>
            </a:r>
          </a:p>
          <a:p>
            <a:pPr>
              <a:defRPr sz="1200"/>
            </a:pPr>
            <a:r>
              <a:t>D:/pasar_fix/node_modules/.bun/date-fns@4.1.0/node_modules/date-fns/locale/nl/_lib/localize.cjs</a:t>
            </a:r>
          </a:p>
          <a:p>
            <a:pPr>
              <a:defRPr sz="1200"/>
            </a:pPr>
            <a:r>
              <a:t>D:/pasar_fix/node_modules/.bun/date-fns@4.1.0/node_modules/date-fns/locale/nl/_lib/localize.d.cts</a:t>
            </a:r>
          </a:p>
          <a:p>
            <a:pPr>
              <a:defRPr sz="1200"/>
            </a:pPr>
            <a:r>
              <a:t>D:/pasar_fix/node_modules/.bun/date-fns@4.1.0/node_modules/date-fns/locale/nl/_lib/localize.d.ts</a:t>
            </a:r>
          </a:p>
          <a:p>
            <a:pPr>
              <a:defRPr sz="1200"/>
            </a:pPr>
            <a:r>
              <a:t>D:/pasar_fix/node_modules/.bun/date-fns@4.1.0/node_modules/date-fns/locale/nl/_lib/localize.js</a:t>
            </a:r>
          </a:p>
          <a:p>
            <a:pPr>
              <a:defRPr sz="1200"/>
            </a:pPr>
            <a:r>
              <a:t>D:/pasar_fix/node_modules/.bun/date-fns@4.1.0/node_modules/date-fns/locale/nl/_lib/match.cjs</a:t>
            </a:r>
          </a:p>
          <a:p>
            <a:pPr>
              <a:defRPr sz="1200"/>
            </a:pPr>
            <a:r>
              <a:t>D:/pasar_fix/node_modules/.bun/date-fns@4.1.0/node_modules/date-fns/locale/nl/_lib/match.d.cts</a:t>
            </a:r>
          </a:p>
          <a:p>
            <a:pPr>
              <a:defRPr sz="1200"/>
            </a:pPr>
            <a:r>
              <a:t>D:/pasar_fix/node_modules/.bun/date-fns@4.1.0/node_modules/date-fns/locale/nl/_lib/match.d.ts</a:t>
            </a:r>
          </a:p>
          <a:p>
            <a:pPr>
              <a:defRPr sz="1200"/>
            </a:pPr>
            <a:r>
              <a:t>D:/pasar_fix/node_modules/.bun/date-fns@4.1.0/node_modules/date-fns/locale/nl/_lib/match.js</a:t>
            </a:r>
          </a:p>
          <a:p>
            <a:pPr>
              <a:defRPr sz="1200"/>
            </a:pPr>
            <a:r>
              <a:t>D:/pasar_fix/node_modules/.bun/date-fns@4.1.0/node_modules/date-fns/locale/nl-BE/cdn.js</a:t>
            </a:r>
          </a:p>
          <a:p>
            <a:pPr>
              <a:defRPr sz="1200"/>
            </a:pPr>
            <a:r>
              <a:t>D:/pasar_fix/node_modules/.bun/date-fns@4.1.0/node_modules/date-fns/locale/nl-BE/cdn.js.map</a:t>
            </a:r>
          </a:p>
          <a:p>
            <a:pPr>
              <a:defRPr sz="1200"/>
            </a:pPr>
            <a:r>
              <a:t>D:/pasar_fix/node_modules/.bun/date-fns@4.1.0/node_modules/date-fns/locale/nl-BE/cdn.min.js</a:t>
            </a:r>
          </a:p>
          <a:p>
            <a:pPr>
              <a:defRPr sz="1200"/>
            </a:pPr>
            <a:r>
              <a:t>D:/pasar_fix/node_modules/.bun/date-fns@4.1.0/node_modules/date-fns/locale/nl-BE/cdn.min.js.map</a:t>
            </a:r>
          </a:p>
          <a:p>
            <a:pPr>
              <a:defRPr sz="1200"/>
            </a:pPr>
            <a:r>
              <a:t>D:/pasar_fix/node_modules/.bun/date-fns@4.1.0/node_modules/date-fns/locale/nl-BE/_lib/formatDistance.cjs</a:t>
            </a:r>
          </a:p>
          <a:p>
            <a:pPr>
              <a:defRPr sz="1200"/>
            </a:pPr>
            <a:r>
              <a:t>D:/pasar_fix/node_modules/.bun/date-fns@4.1.0/node_modules/date-fns/locale/nl-BE/_lib/formatDistance.d.cts</a:t>
            </a:r>
          </a:p>
          <a:p>
            <a:pPr>
              <a:defRPr sz="1200"/>
            </a:pPr>
            <a:r>
              <a:t>D:/pasar_fix/node_modules/.bun/date-fns@4.1.0/node_modules/date-fns/locale/nl-BE/_lib/formatDistance.d.ts</a:t>
            </a:r>
          </a:p>
          <a:p>
            <a:pPr>
              <a:defRPr sz="1200"/>
            </a:pPr>
            <a:r>
              <a:t>D:/pasar_fix/node_modules/.bun/date-fns@4.1.0/node_modules/date-fns/locale/nl-BE/_lib/formatDistance.js</a:t>
            </a:r>
          </a:p>
          <a:p>
            <a:pPr>
              <a:defRPr sz="1200"/>
            </a:pPr>
            <a:r>
              <a:t>D:/pasar_fix/node_modules/.bun/date-fns@4.1.0/node_modules/date-fns/locale/nl-BE/_lib/formatLong.cjs</a:t>
            </a:r>
          </a:p>
          <a:p>
            <a:pPr>
              <a:defRPr sz="1200"/>
            </a:pPr>
            <a:r>
              <a:t>D:/pasar_fix/node_modules/.bun/date-fns@4.1.0/node_modules/date-fns/locale/nl-BE/_lib/formatLong.d.cts</a:t>
            </a:r>
          </a:p>
          <a:p>
            <a:pPr>
              <a:defRPr sz="1200"/>
            </a:pPr>
            <a:r>
              <a:t>D:/pasar_fix/node_modules/.bun/date-fns@4.1.0/node_modules/date-fns/locale/nl-BE/_lib/formatLong.d.ts</a:t>
            </a:r>
          </a:p>
          <a:p>
            <a:pPr>
              <a:defRPr sz="1200"/>
            </a:pPr>
            <a:r>
              <a:t>D:/pasar_fix/node_modules/.bun/date-fns@4.1.0/node_modules/date-fns/locale/nl-BE/_lib/formatLong.js</a:t>
            </a:r>
          </a:p>
          <a:p>
            <a:pPr>
              <a:defRPr sz="1200"/>
            </a:pPr>
            <a:r>
              <a:t>D:/pasar_fix/node_modules/.bun/date-fns@4.1.0/node_modules/date-fns/locale/nl-BE/_lib/formatRelative.cjs</a:t>
            </a:r>
          </a:p>
          <a:p>
            <a:pPr>
              <a:defRPr sz="1200"/>
            </a:pPr>
            <a:r>
              <a:t>D:/pasar_fix/node_modules/.bun/date-fns@4.1.0/node_modules/date-fns/locale/nl-BE/_lib/formatRelative.d.cts</a:t>
            </a:r>
          </a:p>
          <a:p>
            <a:pPr>
              <a:defRPr sz="1200"/>
            </a:pPr>
            <a:r>
              <a:t>D:/pasar_fix/node_modules/.bun/date-fns@4.1.0/node_modules/date-fns/locale/nl-BE/_lib/formatRelative.d.ts</a:t>
            </a:r>
          </a:p>
          <a:p>
            <a:pPr>
              <a:defRPr sz="1200"/>
            </a:pPr>
            <a:r>
              <a:t>D:/pasar_fix/node_modules/.bun/date-fns@4.1.0/node_modules/date-fns/locale/nl-BE/_lib/formatRelative.js</a:t>
            </a:r>
          </a:p>
          <a:p>
            <a:pPr>
              <a:defRPr sz="1200"/>
            </a:pPr>
            <a:r>
              <a:t>D:/pasar_fix/node_modules/.bun/date-fns@4.1.0/node_modules/date-fns/locale/nl-BE/_lib/localize.cjs</a:t>
            </a:r>
          </a:p>
          <a:p>
            <a:pPr>
              <a:defRPr sz="1200"/>
            </a:pPr>
            <a:r>
              <a:t>D:/pasar_fix/node_modules/.bun/date-fns@4.1.0/node_modules/date-fns/locale/nl-BE/_lib/localize.d.cts</a:t>
            </a:r>
          </a:p>
          <a:p>
            <a:pPr>
              <a:defRPr sz="1200"/>
            </a:pPr>
            <a:r>
              <a:t>D:/pasar_fix/node_modules/.bun/date-fns@4.1.0/node_modules/date-fns/locale/nl-BE/_lib/localize.d.ts</a:t>
            </a:r>
          </a:p>
          <a:p>
            <a:pPr>
              <a:defRPr sz="1200"/>
            </a:pPr>
            <a:r>
              <a:t>D:/pasar_fix/node_modules/.bun/date-fns@4.1.0/node_modules/date-fns/locale/nl-BE/_lib/localize.js</a:t>
            </a:r>
          </a:p>
          <a:p>
            <a:pPr>
              <a:defRPr sz="1200"/>
            </a:pPr>
            <a:r>
              <a:t>D:/pasar_fix/node_modules/.bun/date-fns@4.1.0/node_modules/date-fns/locale/nl-BE/_lib/match.cjs</a:t>
            </a:r>
          </a:p>
          <a:p>
            <a:pPr>
              <a:defRPr sz="1200"/>
            </a:pPr>
            <a:r>
              <a:t>D:/pasar_fix/node_modules/.bun/date-fns@4.1.0/node_modules/date-fns/locale/nl-BE/_lib/match.d.cts</a:t>
            </a:r>
          </a:p>
          <a:p>
            <a:pPr>
              <a:defRPr sz="1200"/>
            </a:pPr>
            <a:r>
              <a:t>D:/pasar_fix/node_modules/.bun/date-fns@4.1.0/node_modules/date-fns/locale/nl-BE/_lib/match.d.ts</a:t>
            </a:r>
          </a:p>
          <a:p>
            <a:pPr>
              <a:defRPr sz="1200"/>
            </a:pPr>
            <a:r>
              <a:t>D:/pasar_fix/node_modules/.bun/date-fns@4.1.0/node_modules/date-fns/locale/nl-BE/_lib/match.js</a:t>
            </a:r>
          </a:p>
          <a:p>
            <a:pPr>
              <a:defRPr sz="1200"/>
            </a:pPr>
            <a:r>
              <a:t>D:/pasar_fix/node_modules/.bun/date-fns@4.1.0/node_modules/date-fns/locale/nn/cdn.js</a:t>
            </a:r>
          </a:p>
          <a:p>
            <a:pPr>
              <a:defRPr sz="1200"/>
            </a:pPr>
            <a:r>
              <a:t>D:/pasar_fix/node_modules/.bun/date-fns@4.1.0/node_modules/date-fns/locale/nn/cdn.js.map</a:t>
            </a:r>
          </a:p>
          <a:p>
            <a:pPr>
              <a:defRPr sz="1200"/>
            </a:pPr>
            <a:r>
              <a:t>D:/pasar_fix/node_modules/.bun/date-fns@4.1.0/node_modules/date-fns/locale/nn/cdn.min.js</a:t>
            </a:r>
          </a:p>
          <a:p>
            <a:pPr>
              <a:defRPr sz="1200"/>
            </a:pPr>
            <a:r>
              <a:t>D:/pasar_fix/node_modules/.bun/date-fns@4.1.0/node_modules/date-fns/locale/nn/cdn.min.js.map</a:t>
            </a:r>
          </a:p>
          <a:p>
            <a:pPr>
              <a:defRPr sz="1200"/>
            </a:pPr>
            <a:r>
              <a:t>D:/pasar_fix/node_modules/.bun/date-fns@4.1.0/node_modules/date-fns/locale/nn/_lib/formatDistance.cjs</a:t>
            </a:r>
          </a:p>
          <a:p>
            <a:pPr>
              <a:defRPr sz="1200"/>
            </a:pPr>
            <a:r>
              <a:t>D:/pasar_fix/node_modules/.bun/date-fns@4.1.0/node_modules/date-fns/locale/nn/_lib/formatDistance.d.cts</a:t>
            </a:r>
          </a:p>
          <a:p>
            <a:pPr>
              <a:defRPr sz="1200"/>
            </a:pPr>
            <a:r>
              <a:t>D:/pasar_fix/node_modules/.bun/date-fns@4.1.0/node_modules/date-fns/locale/nn/_lib/formatDistance.d.ts</a:t>
            </a:r>
          </a:p>
          <a:p>
            <a:pPr>
              <a:defRPr sz="1200"/>
            </a:pPr>
            <a:r>
              <a:t>D:/pasar_fix/node_modules/.bun/date-fns@4.1.0/node_modules/date-fns/locale/nn/_lib/formatDistance.js</a:t>
            </a:r>
          </a:p>
          <a:p>
            <a:pPr>
              <a:defRPr sz="1200"/>
            </a:pPr>
            <a:r>
              <a:t>D:/pasar_fix/node_modules/.bun/date-fns@4.1.0/node_modules/date-fns/locale/nn/_lib/formatLong.cjs</a:t>
            </a:r>
          </a:p>
          <a:p>
            <a:pPr>
              <a:defRPr sz="1200"/>
            </a:pPr>
            <a:r>
              <a:t>D:/pasar_fix/node_modules/.bun/date-fns@4.1.0/node_modules/date-fns/locale/nn/_lib/formatLong.d.cts</a:t>
            </a:r>
          </a:p>
          <a:p>
            <a:pPr>
              <a:defRPr sz="1200"/>
            </a:pPr>
            <a:r>
              <a:t>D:/pasar_fix/node_modules/.bun/date-fns@4.1.0/node_modules/date-fns/locale/nn/_lib/formatLong.d.ts</a:t>
            </a:r>
          </a:p>
          <a:p>
            <a:pPr>
              <a:defRPr sz="1200"/>
            </a:pPr>
            <a:r>
              <a:t>D:/pasar_fix/node_modules/.bun/date-fns@4.1.0/node_modules/date-fns/locale/nn/_lib/formatLong.js</a:t>
            </a:r>
          </a:p>
          <a:p>
            <a:pPr>
              <a:defRPr sz="1200"/>
            </a:pPr>
            <a:r>
              <a:t>D:/pasar_fix/node_modules/.bun/date-fns@4.1.0/node_modules/date-fns/locale/nn/_lib/formatRelative.cjs</a:t>
            </a:r>
          </a:p>
          <a:p>
            <a:pPr>
              <a:defRPr sz="1200"/>
            </a:pPr>
            <a:r>
              <a:t>D:/pasar_fix/node_modules/.bun/date-fns@4.1.0/node_modules/date-fns/locale/nn/_lib/formatRelative.d.cts</a:t>
            </a:r>
          </a:p>
          <a:p>
            <a:pPr>
              <a:defRPr sz="1200"/>
            </a:pPr>
            <a:r>
              <a:t>D:/pasar_fix/node_modules/.bun/date-fns@4.1.0/node_modules/date-fns/locale/nn/_lib/formatRelative.d.ts</a:t>
            </a:r>
          </a:p>
          <a:p>
            <a:pPr>
              <a:defRPr sz="1200"/>
            </a:pPr>
            <a:r>
              <a:t>D:/pasar_fix/node_modules/.bun/date-fns@4.1.0/node_modules/date-fns/locale/nn/_lib/formatRelative.js</a:t>
            </a:r>
          </a:p>
          <a:p>
            <a:pPr>
              <a:defRPr sz="1200"/>
            </a:pPr>
            <a:r>
              <a:t>D:/pasar_fix/node_modules/.bun/date-fns@4.1.0/node_modules/date-fns/locale/nn/_lib/localize.cjs</a:t>
            </a:r>
          </a:p>
          <a:p>
            <a:pPr>
              <a:defRPr sz="1200"/>
            </a:pPr>
            <a:r>
              <a:t>D:/pasar_fix/node_modules/.bun/date-fns@4.1.0/node_modules/date-fns/locale/nn/_lib/localize.d.cts</a:t>
            </a:r>
          </a:p>
          <a:p>
            <a:pPr>
              <a:defRPr sz="1200"/>
            </a:pPr>
            <a:r>
              <a:t>D:/pasar_fix/node_modules/.bun/date-fns@4.1.0/node_modules/date-fns/locale/nn/_lib/localize.d.ts</a:t>
            </a:r>
          </a:p>
          <a:p>
            <a:pPr>
              <a:defRPr sz="1200"/>
            </a:pPr>
            <a:r>
              <a:t>D:/pasar_fix/node_modules/.bun/date-fns@4.1.0/node_modules/date-fns/locale/nn/_lib/localize.js</a:t>
            </a:r>
          </a:p>
          <a:p>
            <a:pPr>
              <a:defRPr sz="1200"/>
            </a:pPr>
            <a:r>
              <a:t>D:/pasar_fix/node_modules/.bun/date-fns@4.1.0/node_modules/date-fns/locale/nn/_lib/match.cjs</a:t>
            </a:r>
          </a:p>
          <a:p>
            <a:pPr>
              <a:defRPr sz="1200"/>
            </a:pPr>
            <a:r>
              <a:t>D:/pasar_fix/node_modules/.bun/date-fns@4.1.0/node_modules/date-fns/locale/nn/_lib/match.d.cts</a:t>
            </a:r>
          </a:p>
          <a:p>
            <a:pPr>
              <a:defRPr sz="1200"/>
            </a:pPr>
            <a:r>
              <a:t>D:/pasar_fix/node_modules/.bun/date-fns@4.1.0/node_modules/date-fns/locale/nn/_lib/match.d.ts</a:t>
            </a:r>
          </a:p>
          <a:p>
            <a:pPr>
              <a:defRPr sz="1200"/>
            </a:pPr>
            <a:r>
              <a:t>D:/pasar_fix/node_modules/.bun/date-fns@4.1.0/node_modules/date-fns/locale/nn/_lib/match.js</a:t>
            </a:r>
          </a:p>
          <a:p>
            <a:pPr>
              <a:defRPr sz="1200"/>
            </a:pPr>
            <a:r>
              <a:t>D:/pasar_fix/node_modules/.bun/date-fns@4.1.0/node_modules/date-fns/locale/oc/cdn.js</a:t>
            </a:r>
          </a:p>
          <a:p>
            <a:pPr>
              <a:defRPr sz="1200"/>
            </a:pPr>
            <a:r>
              <a:t>D:/pasar_fix/node_modules/.bun/date-fns@4.1.0/node_modules/date-fns/locale/oc/cdn.js.map</a:t>
            </a:r>
          </a:p>
          <a:p>
            <a:pPr>
              <a:defRPr sz="1200"/>
            </a:pPr>
            <a:r>
              <a:t>D:/pasar_fix/node_modules/.bun/date-fns@4.1.0/node_modules/date-fns/locale/oc/cdn.min.js</a:t>
            </a:r>
          </a:p>
          <a:p>
            <a:pPr>
              <a:defRPr sz="1200"/>
            </a:pPr>
            <a:r>
              <a:t>D:/pasar_fix/node_modules/.bun/date-fns@4.1.0/node_modules/date-fns/locale/oc/cdn.min.js.map</a:t>
            </a:r>
          </a:p>
          <a:p>
            <a:pPr>
              <a:defRPr sz="1200"/>
            </a:pPr>
            <a:r>
              <a:t>D:/pasar_fix/node_modules/.bun/date-fns@4.1.0/node_modules/date-fns/locale/oc/_lib/formatDistance.cjs</a:t>
            </a:r>
          </a:p>
          <a:p>
            <a:pPr>
              <a:defRPr sz="1200"/>
            </a:pPr>
            <a:r>
              <a:t>D:/pasar_fix/node_modules/.bun/date-fns@4.1.0/node_modules/date-fns/locale/oc/_lib/formatDistance.d.cts</a:t>
            </a:r>
          </a:p>
          <a:p>
            <a:pPr>
              <a:defRPr sz="1200"/>
            </a:pPr>
            <a:r>
              <a:t>D:/pasar_fix/node_modules/.bun/date-fns@4.1.0/node_modules/date-fns/locale/oc/_lib/formatDistance.d.ts</a:t>
            </a:r>
          </a:p>
          <a:p>
            <a:pPr>
              <a:defRPr sz="1200"/>
            </a:pPr>
            <a:r>
              <a:t>D:/pasar_fix/node_modules/.bun/date-fns@4.1.0/node_modules/date-fns/locale/oc/_lib/formatDistance.js</a:t>
            </a:r>
          </a:p>
          <a:p>
            <a:pPr>
              <a:defRPr sz="1200"/>
            </a:pPr>
            <a:r>
              <a:t>D:/pasar_fix/node_modules/.bun/date-fns@4.1.0/node_modules/date-fns/locale/oc/_lib/formatLong.cjs</a:t>
            </a:r>
          </a:p>
          <a:p>
            <a:pPr>
              <a:defRPr sz="1200"/>
            </a:pPr>
            <a:r>
              <a:t>D:/pasar_fix/node_modules/.bun/date-fns@4.1.0/node_modules/date-fns/locale/oc/_lib/formatLong.d.cts</a:t>
            </a:r>
          </a:p>
          <a:p>
            <a:pPr>
              <a:defRPr sz="1200"/>
            </a:pPr>
            <a:r>
              <a:t>D:/pasar_fix/node_modules/.bun/date-fns@4.1.0/node_modules/date-fns/locale/oc/_lib/formatLong.d.ts</a:t>
            </a:r>
          </a:p>
          <a:p>
            <a:pPr>
              <a:defRPr sz="1200"/>
            </a:pPr>
            <a:r>
              <a:t>D:/pasar_fix/node_modules/.bun/date-fns@4.1.0/node_modules/date-fns/locale/oc/_lib/formatLong.js</a:t>
            </a:r>
          </a:p>
          <a:p>
            <a:pPr>
              <a:defRPr sz="1200"/>
            </a:pPr>
            <a:r>
              <a:t>D:/pasar_fix/node_modules/.bun/date-fns@4.1.0/node_modules/date-fns/locale/oc/_lib/formatRelative.cjs</a:t>
            </a:r>
          </a:p>
          <a:p>
            <a:pPr>
              <a:defRPr sz="1200"/>
            </a:pPr>
            <a:r>
              <a:t>D:/pasar_fix/node_modules/.bun/date-fns@4.1.0/node_modules/date-fns/locale/oc/_lib/formatRelative.d.cts</a:t>
            </a:r>
          </a:p>
          <a:p>
            <a:pPr>
              <a:defRPr sz="1200"/>
            </a:pPr>
            <a:r>
              <a:t>D:/pasar_fix/node_modules/.bun/date-fns@4.1.0/node_modules/date-fns/locale/oc/_lib/formatRelative.d.ts</a:t>
            </a:r>
          </a:p>
          <a:p>
            <a:pPr>
              <a:defRPr sz="1200"/>
            </a:pPr>
            <a:r>
              <a:t>D:/pasar_fix/node_modules/.bun/date-fns@4.1.0/node_modules/date-fns/locale/oc/_lib/formatRelative.js</a:t>
            </a:r>
          </a:p>
          <a:p>
            <a:pPr>
              <a:defRPr sz="1200"/>
            </a:pPr>
            <a:r>
              <a:t>D:/pasar_fix/node_modules/.bun/date-fns@4.1.0/node_modules/date-fns/locale/oc/_lib/localize.cjs</a:t>
            </a:r>
          </a:p>
          <a:p>
            <a:pPr>
              <a:defRPr sz="1200"/>
            </a:pPr>
            <a:r>
              <a:t>D:/pasar_fix/node_modules/.bun/date-fns@4.1.0/node_modules/date-fns/locale/oc/_lib/localize.d.cts</a:t>
            </a:r>
          </a:p>
          <a:p>
            <a:pPr>
              <a:defRPr sz="1200"/>
            </a:pPr>
            <a:r>
              <a:t>D:/pasar_fix/node_modules/.bun/date-fns@4.1.0/node_modules/date-fns/locale/oc/_lib/localize.d.ts</a:t>
            </a:r>
          </a:p>
          <a:p>
            <a:pPr>
              <a:defRPr sz="1200"/>
            </a:pPr>
            <a:r>
              <a:t>D:/pasar_fix/node_modules/.bun/date-fns@4.1.0/node_modules/date-fns/locale/oc/_lib/localize.js</a:t>
            </a:r>
          </a:p>
          <a:p>
            <a:pPr>
              <a:defRPr sz="1200"/>
            </a:pPr>
            <a:r>
              <a:t>D:/pasar_fix/node_modules/.bun/date-fns@4.1.0/node_modules/date-fns/locale/oc/_lib/match.cjs</a:t>
            </a:r>
          </a:p>
          <a:p>
            <a:pPr>
              <a:defRPr sz="1200"/>
            </a:pPr>
            <a:r>
              <a:t>D:/pasar_fix/node_modules/.bun/date-fns@4.1.0/node_modules/date-fns/locale/oc/_lib/match.d.cts</a:t>
            </a:r>
          </a:p>
          <a:p>
            <a:pPr>
              <a:defRPr sz="1200"/>
            </a:pPr>
            <a:r>
              <a:t>D:/pasar_fix/node_modules/.bun/date-fns@4.1.0/node_modules/date-fns/locale/oc/_lib/match.d.ts</a:t>
            </a:r>
          </a:p>
          <a:p>
            <a:pPr>
              <a:defRPr sz="1200"/>
            </a:pPr>
            <a:r>
              <a:t>D:/pasar_fix/node_modules/.bun/date-fns@4.1.0/node_modules/date-fns/locale/oc/_lib/match.js</a:t>
            </a:r>
          </a:p>
          <a:p>
            <a:pPr>
              <a:defRPr sz="1200"/>
            </a:pPr>
            <a:r>
              <a:t>D:/pasar_fix/node_modules/.bun/date-fns@4.1.0/node_modules/date-fns/locale/pl/cdn.js</a:t>
            </a:r>
          </a:p>
          <a:p>
            <a:pPr>
              <a:defRPr sz="1200"/>
            </a:pPr>
            <a:r>
              <a:t>D:/pasar_fix/node_modules/.bun/date-fns@4.1.0/node_modules/date-fns/locale/pl/cdn.js.map</a:t>
            </a:r>
          </a:p>
          <a:p>
            <a:pPr>
              <a:defRPr sz="1200"/>
            </a:pPr>
            <a:r>
              <a:t>D:/pasar_fix/node_modules/.bun/date-fns@4.1.0/node_modules/date-fns/locale/pl/cdn.min.js</a:t>
            </a:r>
          </a:p>
          <a:p>
            <a:pPr>
              <a:defRPr sz="1200"/>
            </a:pPr>
            <a:r>
              <a:t>D:/pasar_fix/node_modules/.bun/date-fns@4.1.0/node_modules/date-fns/locale/pl/cdn.min.js.map</a:t>
            </a:r>
          </a:p>
          <a:p>
            <a:pPr>
              <a:defRPr sz="1200"/>
            </a:pPr>
            <a:r>
              <a:t>D:/pasar_fix/node_modules/.bun/date-fns@4.1.0/node_modules/date-fns/locale/pl/_lib/formatDistance.cjs</a:t>
            </a:r>
          </a:p>
          <a:p>
            <a:pPr>
              <a:defRPr sz="1200"/>
            </a:pPr>
            <a:r>
              <a:t>D:/pasar_fix/node_modules/.bun/date-fns@4.1.0/node_modules/date-fns/locale/pl/_lib/formatDistance.d.cts</a:t>
            </a:r>
          </a:p>
          <a:p>
            <a:pPr>
              <a:defRPr sz="1200"/>
            </a:pPr>
            <a:r>
              <a:t>D:/pasar_fix/node_modules/.bun/date-fns@4.1.0/node_modules/date-fns/locale/pl/_lib/formatDistance.d.ts</a:t>
            </a:r>
          </a:p>
          <a:p>
            <a:pPr>
              <a:defRPr sz="1200"/>
            </a:pPr>
            <a:r>
              <a:t>D:/pasar_fix/node_modules/.bun/date-fns@4.1.0/node_modules/date-fns/locale/pl/_lib/formatDistance.js</a:t>
            </a:r>
          </a:p>
          <a:p>
            <a:pPr>
              <a:defRPr sz="1200"/>
            </a:pPr>
            <a:r>
              <a:t>D:/pasar_fix/node_modules/.bun/date-fns@4.1.0/node_modules/date-fns/locale/pl/_lib/formatLong.cjs</a:t>
            </a:r>
          </a:p>
          <a:p>
            <a:pPr>
              <a:defRPr sz="1200"/>
            </a:pPr>
            <a:r>
              <a:t>D:/pasar_fix/node_modules/.bun/date-fns@4.1.0/node_modules/date-fns/locale/pl/_lib/formatLong.d.cts</a:t>
            </a:r>
          </a:p>
          <a:p>
            <a:pPr>
              <a:defRPr sz="1200"/>
            </a:pPr>
            <a:r>
              <a:t>D:/pasar_fix/node_modules/.bun/date-fns@4.1.0/node_modules/date-fns/locale/pl/_lib/formatLong.d.ts</a:t>
            </a:r>
          </a:p>
          <a:p>
            <a:pPr>
              <a:defRPr sz="1200"/>
            </a:pPr>
            <a:r>
              <a:t>D:/pasar_fix/node_modules/.bun/date-fns@4.1.0/node_modules/date-fns/locale/pl/_lib/formatLong.js</a:t>
            </a:r>
          </a:p>
          <a:p>
            <a:pPr>
              <a:defRPr sz="1200"/>
            </a:pPr>
            <a:r>
              <a:t>D:/pasar_fix/node_modules/.bun/date-fns@4.1.0/node_modules/date-fns/locale/pl/_lib/formatRelative.cjs</a:t>
            </a:r>
          </a:p>
          <a:p>
            <a:pPr>
              <a:defRPr sz="1200"/>
            </a:pPr>
            <a:r>
              <a:t>D:/pasar_fix/node_modules/.bun/date-fns@4.1.0/node_modules/date-fns/locale/pl/_lib/formatRelative.d.cts</a:t>
            </a:r>
          </a:p>
          <a:p>
            <a:pPr>
              <a:defRPr sz="1200"/>
            </a:pPr>
            <a:r>
              <a:t>D:/pasar_fix/node_modules/.bun/date-fns@4.1.0/node_modules/date-fns/locale/pl/_lib/formatRelative.d.ts</a:t>
            </a:r>
          </a:p>
          <a:p>
            <a:pPr>
              <a:defRPr sz="1200"/>
            </a:pPr>
            <a:r>
              <a:t>D:/pasar_fix/node_modules/.bun/date-fns@4.1.0/node_modules/date-fns/locale/pl/_lib/formatRelative.js</a:t>
            </a:r>
          </a:p>
          <a:p>
            <a:pPr>
              <a:defRPr sz="1200"/>
            </a:pPr>
            <a:r>
              <a:t>D:/pasar_fix/node_modules/.bun/date-fns@4.1.0/node_modules/date-fns/locale/pl/_lib/localize.cjs</a:t>
            </a:r>
          </a:p>
          <a:p>
            <a:pPr>
              <a:defRPr sz="1200"/>
            </a:pPr>
            <a:r>
              <a:t>D:/pasar_fix/node_modules/.bun/date-fns@4.1.0/node_modules/date-fns/locale/pl/_lib/localize.d.cts</a:t>
            </a:r>
          </a:p>
          <a:p>
            <a:pPr>
              <a:defRPr sz="1200"/>
            </a:pPr>
            <a:r>
              <a:t>D:/pasar_fix/node_modules/.bun/date-fns@4.1.0/node_modules/date-fns/locale/pl/_lib/localize.d.ts</a:t>
            </a:r>
          </a:p>
          <a:p>
            <a:pPr>
              <a:defRPr sz="1200"/>
            </a:pPr>
            <a:r>
              <a:t>D:/pasar_fix/node_modules/.bun/date-fns@4.1.0/node_modules/date-fns/locale/pl/_lib/localize.js</a:t>
            </a:r>
          </a:p>
          <a:p>
            <a:pPr>
              <a:defRPr sz="1200"/>
            </a:pPr>
            <a:r>
              <a:t>D:/pasar_fix/node_modules/.bun/date-fns@4.1.0/node_modules/date-fns/locale/pl/_lib/match.cjs</a:t>
            </a:r>
          </a:p>
          <a:p>
            <a:pPr>
              <a:defRPr sz="1200"/>
            </a:pPr>
            <a:r>
              <a:t>D:/pasar_fix/node_modules/.bun/date-fns@4.1.0/node_modules/date-fns/locale/pl/_lib/match.d.cts</a:t>
            </a:r>
          </a:p>
          <a:p>
            <a:pPr>
              <a:defRPr sz="1200"/>
            </a:pPr>
            <a:r>
              <a:t>D:/pasar_fix/node_modules/.bun/date-fns@4.1.0/node_modules/date-fns/locale/pl/_lib/match.d.ts</a:t>
            </a:r>
          </a:p>
          <a:p>
            <a:pPr>
              <a:defRPr sz="1200"/>
            </a:pPr>
            <a:r>
              <a:t>D:/pasar_fix/node_modules/.bun/date-fns@4.1.0/node_modules/date-fns/locale/pl/_lib/match.js</a:t>
            </a:r>
          </a:p>
          <a:p>
            <a:pPr>
              <a:defRPr sz="1200"/>
            </a:pPr>
            <a:r>
              <a:t>D:/pasar_fix/node_modules/.bun/date-fns@4.1.0/node_modules/date-fns/locale/pt/cdn.js</a:t>
            </a:r>
          </a:p>
          <a:p>
            <a:pPr>
              <a:defRPr sz="1200"/>
            </a:pPr>
            <a:r>
              <a:t>D:/pasar_fix/node_modules/.bun/date-fns@4.1.0/node_modules/date-fns/locale/pt/cdn.js.map</a:t>
            </a:r>
          </a:p>
          <a:p>
            <a:pPr>
              <a:defRPr sz="1200"/>
            </a:pPr>
            <a:r>
              <a:t>D:/pasar_fix/node_modules/.bun/date-fns@4.1.0/node_modules/date-fns/locale/pt/cdn.min.js</a:t>
            </a:r>
          </a:p>
          <a:p>
            <a:pPr>
              <a:defRPr sz="1200"/>
            </a:pPr>
            <a:r>
              <a:t>D:/pasar_fix/node_modules/.bun/date-fns@4.1.0/node_modules/date-fns/locale/pt/cdn.min.js.map</a:t>
            </a:r>
          </a:p>
          <a:p>
            <a:pPr>
              <a:defRPr sz="1200"/>
            </a:pPr>
            <a:r>
              <a:t>D:/pasar_fix/node_modules/.bun/date-fns@4.1.0/node_modules/date-fns/locale/pt/_lib/formatDistance.cjs</a:t>
            </a:r>
          </a:p>
          <a:p>
            <a:pPr>
              <a:defRPr sz="1200"/>
            </a:pPr>
            <a:r>
              <a:t>D:/pasar_fix/node_modules/.bun/date-fns@4.1.0/node_modules/date-fns/locale/pt/_lib/formatDistance.d.cts</a:t>
            </a:r>
          </a:p>
          <a:p>
            <a:pPr>
              <a:defRPr sz="1200"/>
            </a:pPr>
            <a:r>
              <a:t>D:/pasar_fix/node_modules/.bun/date-fns@4.1.0/node_modules/date-fns/locale/pt/_lib/formatDistance.d.ts</a:t>
            </a:r>
          </a:p>
          <a:p>
            <a:pPr>
              <a:defRPr sz="1200"/>
            </a:pPr>
            <a:r>
              <a:t>D:/pasar_fix/node_modules/.bun/date-fns@4.1.0/node_modules/date-fns/locale/pt/_lib/formatDistance.js</a:t>
            </a:r>
          </a:p>
          <a:p>
            <a:pPr>
              <a:defRPr sz="1200"/>
            </a:pPr>
            <a:r>
              <a:t>D:/pasar_fix/node_modules/.bun/date-fns@4.1.0/node_modules/date-fns/locale/pt/_lib/formatLong.cjs</a:t>
            </a:r>
          </a:p>
          <a:p>
            <a:pPr>
              <a:defRPr sz="1200"/>
            </a:pPr>
            <a:r>
              <a:t>D:/pasar_fix/node_modules/.bun/date-fns@4.1.0/node_modules/date-fns/locale/pt/_lib/formatLong.d.cts</a:t>
            </a:r>
          </a:p>
          <a:p>
            <a:pPr>
              <a:defRPr sz="1200"/>
            </a:pPr>
            <a:r>
              <a:t>D:/pasar_fix/node_modules/.bun/date-fns@4.1.0/node_modules/date-fns/locale/pt/_lib/formatLong.d.ts</a:t>
            </a:r>
          </a:p>
          <a:p>
            <a:pPr>
              <a:defRPr sz="1200"/>
            </a:pPr>
            <a:r>
              <a:t>D:/pasar_fix/node_modules/.bun/date-fns@4.1.0/node_modules/date-fns/locale/pt/_lib/formatLong.js</a:t>
            </a:r>
          </a:p>
          <a:p>
            <a:pPr>
              <a:defRPr sz="1200"/>
            </a:pPr>
            <a:r>
              <a:t>D:/pasar_fix/node_modules/.bun/date-fns@4.1.0/node_modules/date-fns/locale/pt/_lib/formatRelative.cjs</a:t>
            </a:r>
          </a:p>
          <a:p>
            <a:pPr>
              <a:defRPr sz="1200"/>
            </a:pPr>
            <a:r>
              <a:t>D:/pasar_fix/node_modules/.bun/date-fns@4.1.0/node_modules/date-fns/locale/pt/_lib/formatRelative.d.cts</a:t>
            </a:r>
          </a:p>
          <a:p>
            <a:pPr>
              <a:defRPr sz="1200"/>
            </a:pPr>
            <a:r>
              <a:t>D:/pasar_fix/node_modules/.bun/date-fns@4.1.0/node_modules/date-fns/locale/pt/_lib/formatRelative.d.ts</a:t>
            </a:r>
          </a:p>
          <a:p>
            <a:pPr>
              <a:defRPr sz="1200"/>
            </a:pPr>
            <a:r>
              <a:t>D:/pasar_fix/node_modules/.bun/date-fns@4.1.0/node_modules/date-fns/locale/pt/_lib/formatRelative.js</a:t>
            </a:r>
          </a:p>
          <a:p>
            <a:pPr>
              <a:defRPr sz="1200"/>
            </a:pPr>
            <a:r>
              <a:t>D:/pasar_fix/node_modules/.bun/date-fns@4.1.0/node_modules/date-fns/locale/pt/_lib/localize.cjs</a:t>
            </a:r>
          </a:p>
          <a:p>
            <a:pPr>
              <a:defRPr sz="1200"/>
            </a:pPr>
            <a:r>
              <a:t>D:/pasar_fix/node_modules/.bun/date-fns@4.1.0/node_modules/date-fns/locale/pt/_lib/localize.d.cts</a:t>
            </a:r>
          </a:p>
          <a:p>
            <a:pPr>
              <a:defRPr sz="1200"/>
            </a:pPr>
            <a:r>
              <a:t>D:/pasar_fix/node_modules/.bun/date-fns@4.1.0/node_modules/date-fns/locale/pt/_lib/localize.d.ts</a:t>
            </a:r>
          </a:p>
          <a:p>
            <a:pPr>
              <a:defRPr sz="1200"/>
            </a:pPr>
            <a:r>
              <a:t>D:/pasar_fix/node_modules/.bun/date-fns@4.1.0/node_modules/date-fns/locale/pt/_lib/localize.js</a:t>
            </a:r>
          </a:p>
          <a:p>
            <a:pPr>
              <a:defRPr sz="1200"/>
            </a:pPr>
            <a:r>
              <a:t>D:/pasar_fix/node_modules/.bun/date-fns@4.1.0/node_modules/date-fns/locale/pt/_lib/match.cjs</a:t>
            </a:r>
          </a:p>
          <a:p>
            <a:pPr>
              <a:defRPr sz="1200"/>
            </a:pPr>
            <a:r>
              <a:t>D:/pasar_fix/node_modules/.bun/date-fns@4.1.0/node_modules/date-fns/locale/pt/_lib/match.d.cts</a:t>
            </a:r>
          </a:p>
          <a:p>
            <a:pPr>
              <a:defRPr sz="1200"/>
            </a:pPr>
            <a:r>
              <a:t>D:/pasar_fix/node_modules/.bun/date-fns@4.1.0/node_modules/date-fns/locale/pt/_lib/match.d.ts</a:t>
            </a:r>
          </a:p>
          <a:p>
            <a:pPr>
              <a:defRPr sz="1200"/>
            </a:pPr>
            <a:r>
              <a:t>D:/pasar_fix/node_modules/.bun/date-fns@4.1.0/node_modules/date-fns/locale/pt/_lib/match.js</a:t>
            </a:r>
          </a:p>
          <a:p>
            <a:pPr>
              <a:defRPr sz="1200"/>
            </a:pPr>
            <a:r>
              <a:t>D:/pasar_fix/node_modules/.bun/date-fns@4.1.0/node_modules/date-fns/locale/pt-BR/cdn.js</a:t>
            </a:r>
          </a:p>
          <a:p>
            <a:pPr>
              <a:defRPr sz="1200"/>
            </a:pPr>
            <a:r>
              <a:t>D:/pasar_fix/node_modules/.bun/date-fns@4.1.0/node_modules/date-fns/locale/pt-BR/cdn.js.map</a:t>
            </a:r>
          </a:p>
          <a:p>
            <a:pPr>
              <a:defRPr sz="1200"/>
            </a:pPr>
            <a:r>
              <a:t>D:/pasar_fix/node_modules/.bun/date-fns@4.1.0/node_modules/date-fns/locale/pt-BR/cdn.min.js</a:t>
            </a:r>
          </a:p>
          <a:p>
            <a:pPr>
              <a:defRPr sz="1200"/>
            </a:pPr>
            <a:r>
              <a:t>D:/pasar_fix/node_modules/.bun/date-fns@4.1.0/node_modules/date-fns/locale/pt-BR/cdn.min.js.map</a:t>
            </a:r>
          </a:p>
          <a:p>
            <a:pPr>
              <a:defRPr sz="1200"/>
            </a:pPr>
            <a:r>
              <a:t>D:/pasar_fix/node_modules/.bun/date-fns@4.1.0/node_modules/date-fns/locale/pt-BR/_lib/formatDistance.cjs</a:t>
            </a:r>
          </a:p>
          <a:p>
            <a:pPr>
              <a:defRPr sz="1200"/>
            </a:pPr>
            <a:r>
              <a:t>D:/pasar_fix/node_modules/.bun/date-fns@4.1.0/node_modules/date-fns/locale/pt-BR/_lib/formatDistance.d.cts</a:t>
            </a:r>
          </a:p>
          <a:p>
            <a:pPr>
              <a:defRPr sz="1200"/>
            </a:pPr>
            <a:r>
              <a:t>D:/pasar_fix/node_modules/.bun/date-fns@4.1.0/node_modules/date-fns/locale/pt-BR/_lib/formatDistance.d.ts</a:t>
            </a:r>
          </a:p>
          <a:p>
            <a:pPr>
              <a:defRPr sz="1200"/>
            </a:pPr>
            <a:r>
              <a:t>D:/pasar_fix/node_modules/.bun/date-fns@4.1.0/node_modules/date-fns/locale/pt-BR/_lib/formatDistance.js</a:t>
            </a:r>
          </a:p>
          <a:p>
            <a:pPr>
              <a:defRPr sz="1200"/>
            </a:pPr>
            <a:r>
              <a:t>D:/pasar_fix/node_modules/.bun/date-fns@4.1.0/node_modules/date-fns/locale/pt-BR/_lib/formatLong.cjs</a:t>
            </a:r>
          </a:p>
          <a:p>
            <a:pPr>
              <a:defRPr sz="1200"/>
            </a:pPr>
            <a:r>
              <a:t>D:/pasar_fix/node_modules/.bun/date-fns@4.1.0/node_modules/date-fns/locale/pt-BR/_lib/formatLong.d.cts</a:t>
            </a:r>
          </a:p>
          <a:p>
            <a:pPr>
              <a:defRPr sz="1200"/>
            </a:pPr>
            <a:r>
              <a:t>D:/pasar_fix/node_modules/.bun/date-fns@4.1.0/node_modules/date-fns/locale/pt-BR/_lib/formatLong.d.ts</a:t>
            </a:r>
          </a:p>
          <a:p>
            <a:pPr>
              <a:defRPr sz="1200"/>
            </a:pPr>
            <a:r>
              <a:t>D:/pasar_fix/node_modules/.bun/date-fns@4.1.0/node_modules/date-fns/locale/pt-BR/_lib/formatLong.js</a:t>
            </a:r>
          </a:p>
          <a:p>
            <a:pPr>
              <a:defRPr sz="1200"/>
            </a:pPr>
            <a:r>
              <a:t>D:/pasar_fix/node_modules/.bun/date-fns@4.1.0/node_modules/date-fns/locale/pt-BR/_lib/formatRelative.cjs</a:t>
            </a:r>
          </a:p>
          <a:p>
            <a:pPr>
              <a:defRPr sz="1200"/>
            </a:pPr>
            <a:r>
              <a:t>D:/pasar_fix/node_modules/.bun/date-fns@4.1.0/node_modules/date-fns/locale/pt-BR/_lib/formatRelative.d.cts</a:t>
            </a:r>
          </a:p>
          <a:p>
            <a:pPr>
              <a:defRPr sz="1200"/>
            </a:pPr>
            <a:r>
              <a:t>D:/pasar_fix/node_modules/.bun/date-fns@4.1.0/node_modules/date-fns/locale/pt-BR/_lib/formatRelative.d.ts</a:t>
            </a:r>
          </a:p>
          <a:p>
            <a:pPr>
              <a:defRPr sz="1200"/>
            </a:pPr>
            <a:r>
              <a:t>D:/pasar_fix/node_modules/.bun/date-fns@4.1.0/node_modules/date-fns/locale/pt-BR/_lib/formatRelative.js</a:t>
            </a:r>
          </a:p>
          <a:p>
            <a:pPr>
              <a:defRPr sz="1200"/>
            </a:pPr>
            <a:r>
              <a:t>D:/pasar_fix/node_modules/.bun/date-fns@4.1.0/node_modules/date-fns/locale/pt-BR/_lib/localize.cjs</a:t>
            </a:r>
          </a:p>
          <a:p>
            <a:pPr>
              <a:defRPr sz="1200"/>
            </a:pPr>
            <a:r>
              <a:t>D:/pasar_fix/node_modules/.bun/date-fns@4.1.0/node_modules/date-fns/locale/pt-BR/_lib/localize.d.cts</a:t>
            </a:r>
          </a:p>
          <a:p>
            <a:pPr>
              <a:defRPr sz="1200"/>
            </a:pPr>
            <a:r>
              <a:t>D:/pasar_fix/node_modules/.bun/date-fns@4.1.0/node_modules/date-fns/locale/pt-BR/_lib/localize.d.ts</a:t>
            </a:r>
          </a:p>
          <a:p>
            <a:pPr>
              <a:defRPr sz="1200"/>
            </a:pPr>
            <a:r>
              <a:t>D:/pasar_fix/node_modules/.bun/date-fns@4.1.0/node_modules/date-fns/locale/pt-BR/_lib/localize.js</a:t>
            </a:r>
          </a:p>
          <a:p>
            <a:pPr>
              <a:defRPr sz="1200"/>
            </a:pPr>
            <a:r>
              <a:t>D:/pasar_fix/node_modules/.bun/date-fns@4.1.0/node_modules/date-fns/locale/pt-BR/_lib/match.cjs</a:t>
            </a:r>
          </a:p>
          <a:p>
            <a:pPr>
              <a:defRPr sz="1200"/>
            </a:pPr>
            <a:r>
              <a:t>D:/pasar_fix/node_modules/.bun/date-fns@4.1.0/node_modules/date-fns/locale/pt-BR/_lib/match.d.cts</a:t>
            </a:r>
          </a:p>
          <a:p>
            <a:pPr>
              <a:defRPr sz="1200"/>
            </a:pPr>
            <a:r>
              <a:t>D:/pasar_fix/node_modules/.bun/date-fns@4.1.0/node_modules/date-fns/locale/pt-BR/_lib/match.d.ts</a:t>
            </a:r>
          </a:p>
          <a:p>
            <a:pPr>
              <a:defRPr sz="1200"/>
            </a:pPr>
            <a:r>
              <a:t>D:/pasar_fix/node_modules/.bun/date-fns@4.1.0/node_modules/date-fns/locale/pt-BR/_lib/match.js</a:t>
            </a:r>
          </a:p>
          <a:p>
            <a:pPr>
              <a:defRPr sz="1200"/>
            </a:pPr>
            <a:r>
              <a:t>D:/pasar_fix/node_modules/.bun/date-fns@4.1.0/node_modules/date-fns/locale/ro/cdn.js</a:t>
            </a:r>
          </a:p>
          <a:p>
            <a:pPr>
              <a:defRPr sz="1200"/>
            </a:pPr>
            <a:r>
              <a:t>D:/pasar_fix/node_modules/.bun/date-fns@4.1.0/node_modules/date-fns/locale/ro/cdn.js.map</a:t>
            </a:r>
          </a:p>
          <a:p>
            <a:pPr>
              <a:defRPr sz="1200"/>
            </a:pPr>
            <a:r>
              <a:t>D:/pasar_fix/node_modules/.bun/date-fns@4.1.0/node_modules/date-fns/locale/ro/cdn.min.js</a:t>
            </a:r>
          </a:p>
          <a:p>
            <a:pPr>
              <a:defRPr sz="1200"/>
            </a:pPr>
            <a:r>
              <a:t>D:/pasar_fix/node_modules/.bun/date-fns@4.1.0/node_modules/date-fns/locale/ro/cdn.min.js.map</a:t>
            </a:r>
          </a:p>
          <a:p>
            <a:pPr>
              <a:defRPr sz="1200"/>
            </a:pPr>
            <a:r>
              <a:t>D:/pasar_fix/node_modules/.bun/date-fns@4.1.0/node_modules/date-fns/locale/ro/_lib/formatDistance.cjs</a:t>
            </a:r>
          </a:p>
          <a:p>
            <a:pPr>
              <a:defRPr sz="1200"/>
            </a:pPr>
            <a:r>
              <a:t>D:/pasar_fix/node_modules/.bun/date-fns@4.1.0/node_modules/date-fns/locale/ro/_lib/formatDistance.d.cts</a:t>
            </a:r>
          </a:p>
          <a:p>
            <a:pPr>
              <a:defRPr sz="1200"/>
            </a:pPr>
            <a:r>
              <a:t>D:/pasar_fix/node_modules/.bun/date-fns@4.1.0/node_modules/date-fns/locale/ro/_lib/formatDistance.d.ts</a:t>
            </a:r>
          </a:p>
          <a:p>
            <a:pPr>
              <a:defRPr sz="1200"/>
            </a:pPr>
            <a:r>
              <a:t>D:/pasar_fix/node_modules/.bun/date-fns@4.1.0/node_modules/date-fns/locale/ro/_lib/formatDistance.js</a:t>
            </a:r>
          </a:p>
          <a:p>
            <a:pPr>
              <a:defRPr sz="1200"/>
            </a:pPr>
            <a:r>
              <a:t>D:/pasar_fix/node_modules/.bun/date-fns@4.1.0/node_modules/date-fns/locale/ro/_lib/formatLong.cjs</a:t>
            </a:r>
          </a:p>
          <a:p>
            <a:pPr>
              <a:defRPr sz="1200"/>
            </a:pPr>
            <a:r>
              <a:t>D:/pasar_fix/node_modules/.bun/date-fns@4.1.0/node_modules/date-fns/locale/ro/_lib/formatLong.d.cts</a:t>
            </a:r>
          </a:p>
          <a:p>
            <a:pPr>
              <a:defRPr sz="1200"/>
            </a:pPr>
            <a:r>
              <a:t>D:/pasar_fix/node_modules/.bun/date-fns@4.1.0/node_modules/date-fns/locale/ro/_lib/formatLong.d.ts</a:t>
            </a:r>
          </a:p>
          <a:p>
            <a:pPr>
              <a:defRPr sz="1200"/>
            </a:pPr>
            <a:r>
              <a:t>D:/pasar_fix/node_modules/.bun/date-fns@4.1.0/node_modules/date-fns/locale/ro/_lib/formatLong.js</a:t>
            </a:r>
          </a:p>
          <a:p>
            <a:pPr>
              <a:defRPr sz="1200"/>
            </a:pPr>
            <a:r>
              <a:t>D:/pasar_fix/node_modules/.bun/date-fns@4.1.0/node_modules/date-fns/locale/ro/_lib/formatRelative.cjs</a:t>
            </a:r>
          </a:p>
          <a:p>
            <a:pPr>
              <a:defRPr sz="1200"/>
            </a:pPr>
            <a:r>
              <a:t>D:/pasar_fix/node_modules/.bun/date-fns@4.1.0/node_modules/date-fns/locale/ro/_lib/formatRelative.d.cts</a:t>
            </a:r>
          </a:p>
          <a:p>
            <a:pPr>
              <a:defRPr sz="1200"/>
            </a:pPr>
            <a:r>
              <a:t>D:/pasar_fix/node_modules/.bun/date-fns@4.1.0/node_modules/date-fns/locale/ro/_lib/formatRelative.d.ts</a:t>
            </a:r>
          </a:p>
          <a:p>
            <a:pPr>
              <a:defRPr sz="1200"/>
            </a:pPr>
            <a:r>
              <a:t>D:/pasar_fix/node_modules/.bun/date-fns@4.1.0/node_modules/date-fns/locale/ro/_lib/formatRelative.js</a:t>
            </a:r>
          </a:p>
          <a:p>
            <a:pPr>
              <a:defRPr sz="1200"/>
            </a:pPr>
            <a:r>
              <a:t>D:/pasar_fix/node_modules/.bun/date-fns@4.1.0/node_modules/date-fns/locale/ro/_lib/localize.cjs</a:t>
            </a:r>
          </a:p>
          <a:p>
            <a:pPr>
              <a:defRPr sz="1200"/>
            </a:pPr>
            <a:r>
              <a:t>D:/pasar_fix/node_modules/.bun/date-fns@4.1.0/node_modules/date-fns/locale/ro/_lib/localize.d.cts</a:t>
            </a:r>
          </a:p>
          <a:p>
            <a:pPr>
              <a:defRPr sz="1200"/>
            </a:pPr>
            <a:r>
              <a:t>D:/pasar_fix/node_modules/.bun/date-fns@4.1.0/node_modules/date-fns/locale/ro/_lib/localize.d.ts</a:t>
            </a:r>
          </a:p>
          <a:p>
            <a:pPr>
              <a:defRPr sz="1200"/>
            </a:pPr>
            <a:r>
              <a:t>D:/pasar_fix/node_modules/.bun/date-fns@4.1.0/node_modules/date-fns/locale/ro/_lib/localize.js</a:t>
            </a:r>
          </a:p>
          <a:p>
            <a:pPr>
              <a:defRPr sz="1200"/>
            </a:pPr>
            <a:r>
              <a:t>D:/pasar_fix/node_modules/.bun/date-fns@4.1.0/node_modules/date-fns/locale/ro/_lib/match.cjs</a:t>
            </a:r>
          </a:p>
          <a:p>
            <a:pPr>
              <a:defRPr sz="1200"/>
            </a:pPr>
            <a:r>
              <a:t>D:/pasar_fix/node_modules/.bun/date-fns@4.1.0/node_modules/date-fns/locale/ro/_lib/match.d.cts</a:t>
            </a:r>
          </a:p>
          <a:p>
            <a:pPr>
              <a:defRPr sz="1200"/>
            </a:pPr>
            <a:r>
              <a:t>D:/pasar_fix/node_modules/.bun/date-fns@4.1.0/node_modules/date-fns/locale/ro/_lib/match.d.ts</a:t>
            </a:r>
          </a:p>
          <a:p>
            <a:pPr>
              <a:defRPr sz="1200"/>
            </a:pPr>
            <a:r>
              <a:t>D:/pasar_fix/node_modules/.bun/date-fns@4.1.0/node_modules/date-fns/locale/ro/_lib/match.js</a:t>
            </a:r>
          </a:p>
          <a:p>
            <a:pPr>
              <a:defRPr sz="1200"/>
            </a:pPr>
            <a:r>
              <a:t>D:/pasar_fix/node_modules/.bun/date-fns@4.1.0/node_modules/date-fns/locale/ru/cdn.js</a:t>
            </a:r>
          </a:p>
          <a:p>
            <a:pPr>
              <a:defRPr sz="1200"/>
            </a:pPr>
            <a:r>
              <a:t>D:/pasar_fix/node_modules/.bun/date-fns@4.1.0/node_modules/date-fns/locale/ru/cdn.js.map</a:t>
            </a:r>
          </a:p>
          <a:p>
            <a:pPr>
              <a:defRPr sz="1200"/>
            </a:pPr>
            <a:r>
              <a:t>D:/pasar_fix/node_modules/.bun/date-fns@4.1.0/node_modules/date-fns/locale/ru/cdn.min.js</a:t>
            </a:r>
          </a:p>
          <a:p>
            <a:pPr>
              <a:defRPr sz="1200"/>
            </a:pPr>
            <a:r>
              <a:t>D:/pasar_fix/node_modules/.bun/date-fns@4.1.0/node_modules/date-fns/locale/ru/cdn.min.js.map</a:t>
            </a:r>
          </a:p>
          <a:p>
            <a:pPr>
              <a:defRPr sz="1200"/>
            </a:pPr>
            <a:r>
              <a:t>D:/pasar_fix/node_modules/.bun/date-fns@4.1.0/node_modules/date-fns/locale/ru/_lib/formatDistance.cjs</a:t>
            </a:r>
          </a:p>
          <a:p>
            <a:pPr>
              <a:defRPr sz="1200"/>
            </a:pPr>
            <a:r>
              <a:t>D:/pasar_fix/node_modules/.bun/date-fns@4.1.0/node_modules/date-fns/locale/ru/_lib/formatDistance.d.cts</a:t>
            </a:r>
          </a:p>
          <a:p>
            <a:pPr>
              <a:defRPr sz="1200"/>
            </a:pPr>
            <a:r>
              <a:t>D:/pasar_fix/node_modules/.bun/date-fns@4.1.0/node_modules/date-fns/locale/ru/_lib/formatDistance.d.ts</a:t>
            </a:r>
          </a:p>
          <a:p>
            <a:pPr>
              <a:defRPr sz="1200"/>
            </a:pPr>
            <a:r>
              <a:t>D:/pasar_fix/node_modules/.bun/date-fns@4.1.0/node_modules/date-fns/locale/ru/_lib/formatDistance.js</a:t>
            </a:r>
          </a:p>
          <a:p>
            <a:pPr>
              <a:defRPr sz="1200"/>
            </a:pPr>
            <a:r>
              <a:t>D:/pasar_fix/node_modules/.bun/date-fns@4.1.0/node_modules/date-fns/locale/ru/_lib/formatLong.cjs</a:t>
            </a:r>
          </a:p>
          <a:p>
            <a:pPr>
              <a:defRPr sz="1200"/>
            </a:pPr>
            <a:r>
              <a:t>D:/pasar_fix/node_modules/.bun/date-fns@4.1.0/node_modules/date-fns/locale/ru/_lib/formatLong.d.cts</a:t>
            </a:r>
          </a:p>
          <a:p>
            <a:pPr>
              <a:defRPr sz="1200"/>
            </a:pPr>
            <a:r>
              <a:t>D:/pasar_fix/node_modules/.bun/date-fns@4.1.0/node_modules/date-fns/locale/ru/_lib/formatLong.d.ts</a:t>
            </a:r>
          </a:p>
          <a:p>
            <a:pPr>
              <a:defRPr sz="1200"/>
            </a:pPr>
            <a:r>
              <a:t>D:/pasar_fix/node_modules/.bun/date-fns@4.1.0/node_modules/date-fns/locale/ru/_lib/formatLong.js</a:t>
            </a:r>
          </a:p>
          <a:p>
            <a:pPr>
              <a:defRPr sz="1200"/>
            </a:pPr>
            <a:r>
              <a:t>D:/pasar_fix/node_modules/.bun/date-fns@4.1.0/node_modules/date-fns/locale/ru/_lib/formatRelative.cjs</a:t>
            </a:r>
          </a:p>
          <a:p>
            <a:pPr>
              <a:defRPr sz="1200"/>
            </a:pPr>
            <a:r>
              <a:t>D:/pasar_fix/node_modules/.bun/date-fns@4.1.0/node_modules/date-fns/locale/ru/_lib/formatRelative.d.cts</a:t>
            </a:r>
          </a:p>
          <a:p>
            <a:pPr>
              <a:defRPr sz="1200"/>
            </a:pPr>
            <a:r>
              <a:t>D:/pasar_fix/node_modules/.bun/date-fns@4.1.0/node_modules/date-fns/locale/ru/_lib/formatRelative.d.ts</a:t>
            </a:r>
          </a:p>
          <a:p>
            <a:pPr>
              <a:defRPr sz="1200"/>
            </a:pPr>
            <a:r>
              <a:t>D:/pasar_fix/node_modules/.bun/date-fns@4.1.0/node_modules/date-fns/locale/ru/_lib/formatRelative.js</a:t>
            </a:r>
          </a:p>
          <a:p>
            <a:pPr>
              <a:defRPr sz="1200"/>
            </a:pPr>
            <a:r>
              <a:t>D:/pasar_fix/node_modules/.bun/date-fns@4.1.0/node_modules/date-fns/locale/ru/_lib/localize.cjs</a:t>
            </a:r>
          </a:p>
          <a:p>
            <a:pPr>
              <a:defRPr sz="1200"/>
            </a:pPr>
            <a:r>
              <a:t>D:/pasar_fix/node_modules/.bun/date-fns@4.1.0/node_modules/date-fns/locale/ru/_lib/localize.d.cts</a:t>
            </a:r>
          </a:p>
          <a:p>
            <a:pPr>
              <a:defRPr sz="1200"/>
            </a:pPr>
            <a:r>
              <a:t>D:/pasar_fix/node_modules/.bun/date-fns@4.1.0/node_modules/date-fns/locale/ru/_lib/localize.d.ts</a:t>
            </a:r>
          </a:p>
          <a:p>
            <a:pPr>
              <a:defRPr sz="1200"/>
            </a:pPr>
            <a:r>
              <a:t>D:/pasar_fix/node_modules/.bun/date-fns@4.1.0/node_modules/date-fns/locale/ru/_lib/localize.js</a:t>
            </a:r>
          </a:p>
          <a:p>
            <a:pPr>
              <a:defRPr sz="1200"/>
            </a:pPr>
            <a:r>
              <a:t>D:/pasar_fix/node_modules/.bun/date-fns@4.1.0/node_modules/date-fns/locale/ru/_lib/match.cjs</a:t>
            </a:r>
          </a:p>
          <a:p>
            <a:pPr>
              <a:defRPr sz="1200"/>
            </a:pPr>
            <a:r>
              <a:t>D:/pasar_fix/node_modules/.bun/date-fns@4.1.0/node_modules/date-fns/locale/ru/_lib/match.d.cts</a:t>
            </a:r>
          </a:p>
          <a:p>
            <a:pPr>
              <a:defRPr sz="1200"/>
            </a:pPr>
            <a:r>
              <a:t>D:/pasar_fix/node_modules/.bun/date-fns@4.1.0/node_modules/date-fns/locale/ru/_lib/match.d.ts</a:t>
            </a:r>
          </a:p>
          <a:p>
            <a:pPr>
              <a:defRPr sz="1200"/>
            </a:pPr>
            <a:r>
              <a:t>D:/pasar_fix/node_modules/.bun/date-fns@4.1.0/node_modules/date-fns/locale/ru/_lib/match.js</a:t>
            </a:r>
          </a:p>
          <a:p>
            <a:pPr>
              <a:defRPr sz="1200"/>
            </a:pPr>
            <a:r>
              <a:t>D:/pasar_fix/node_modules/.bun/date-fns@4.1.0/node_modules/date-fns/locale/se/cdn.js</a:t>
            </a:r>
          </a:p>
          <a:p>
            <a:pPr>
              <a:defRPr sz="1200"/>
            </a:pPr>
            <a:r>
              <a:t>D:/pasar_fix/node_modules/.bun/date-fns@4.1.0/node_modules/date-fns/locale/se/cdn.js.map</a:t>
            </a:r>
          </a:p>
          <a:p>
            <a:pPr>
              <a:defRPr sz="1200"/>
            </a:pPr>
            <a:r>
              <a:t>D:/pasar_fix/node_modules/.bun/date-fns@4.1.0/node_modules/date-fns/locale/se/cdn.min.js</a:t>
            </a:r>
          </a:p>
          <a:p>
            <a:pPr>
              <a:defRPr sz="1200"/>
            </a:pPr>
            <a:r>
              <a:t>D:/pasar_fix/node_modules/.bun/date-fns@4.1.0/node_modules/date-fns/locale/se/cdn.min.js.map</a:t>
            </a:r>
          </a:p>
          <a:p>
            <a:pPr>
              <a:defRPr sz="1200"/>
            </a:pPr>
            <a:r>
              <a:t>D:/pasar_fix/node_modules/.bun/date-fns@4.1.0/node_modules/date-fns/locale/se/_lib/formatDistance.cjs</a:t>
            </a:r>
          </a:p>
          <a:p>
            <a:pPr>
              <a:defRPr sz="1200"/>
            </a:pPr>
            <a:r>
              <a:t>D:/pasar_fix/node_modules/.bun/date-fns@4.1.0/node_modules/date-fns/locale/se/_lib/formatDistance.d.cts</a:t>
            </a:r>
          </a:p>
          <a:p>
            <a:pPr>
              <a:defRPr sz="1200"/>
            </a:pPr>
            <a:r>
              <a:t>D:/pasar_fix/node_modules/.bun/date-fns@4.1.0/node_modules/date-fns/locale/se/_lib/formatDistance.d.ts</a:t>
            </a:r>
          </a:p>
          <a:p>
            <a:pPr>
              <a:defRPr sz="1200"/>
            </a:pPr>
            <a:r>
              <a:t>D:/pasar_fix/node_modules/.bun/date-fns@4.1.0/node_modules/date-fns/locale/se/_lib/formatDistance.js</a:t>
            </a:r>
          </a:p>
          <a:p>
            <a:pPr>
              <a:defRPr sz="1200"/>
            </a:pPr>
            <a:r>
              <a:t>D:/pasar_fix/node_modules/.bun/date-fns@4.1.0/node_modules/date-fns/locale/se/_lib/formatLong.cjs</a:t>
            </a:r>
          </a:p>
          <a:p>
            <a:pPr>
              <a:defRPr sz="1200"/>
            </a:pPr>
            <a:r>
              <a:t>D:/pasar_fix/node_modules/.bun/date-fns@4.1.0/node_modules/date-fns/locale/se/_lib/formatLong.d.cts</a:t>
            </a:r>
          </a:p>
          <a:p>
            <a:pPr>
              <a:defRPr sz="1200"/>
            </a:pPr>
            <a:r>
              <a:t>D:/pasar_fix/node_modules/.bun/date-fns@4.1.0/node_modules/date-fns/locale/se/_lib/formatLong.d.ts</a:t>
            </a:r>
          </a:p>
          <a:p>
            <a:pPr>
              <a:defRPr sz="1200"/>
            </a:pPr>
            <a:r>
              <a:t>D:/pasar_fix/node_modules/.bun/date-fns@4.1.0/node_modules/date-fns/locale/se/_lib/formatLong.js</a:t>
            </a:r>
          </a:p>
          <a:p>
            <a:pPr>
              <a:defRPr sz="1200"/>
            </a:pPr>
            <a:r>
              <a:t>D:/pasar_fix/node_modules/.bun/date-fns@4.1.0/node_modules/date-fns/locale/se/_lib/formatRelative.cjs</a:t>
            </a:r>
          </a:p>
          <a:p>
            <a:pPr>
              <a:defRPr sz="1200"/>
            </a:pPr>
            <a:r>
              <a:t>D:/pasar_fix/node_modules/.bun/date-fns@4.1.0/node_modules/date-fns/locale/se/_lib/formatRelative.d.cts</a:t>
            </a:r>
          </a:p>
          <a:p>
            <a:pPr>
              <a:defRPr sz="1200"/>
            </a:pPr>
            <a:r>
              <a:t>D:/pasar_fix/node_modules/.bun/date-fns@4.1.0/node_modules/date-fns/locale/se/_lib/formatRelative.d.ts</a:t>
            </a:r>
          </a:p>
          <a:p>
            <a:pPr>
              <a:defRPr sz="1200"/>
            </a:pPr>
            <a:r>
              <a:t>D:/pasar_fix/node_modules/.bun/date-fns@4.1.0/node_modules/date-fns/locale/se/_lib/formatRelative.js</a:t>
            </a:r>
          </a:p>
          <a:p>
            <a:pPr>
              <a:defRPr sz="1200"/>
            </a:pPr>
            <a:r>
              <a:t>D:/pasar_fix/node_modules/.bun/date-fns@4.1.0/node_modules/date-fns/locale/se/_lib/localize.cjs</a:t>
            </a:r>
          </a:p>
          <a:p>
            <a:pPr>
              <a:defRPr sz="1200"/>
            </a:pPr>
            <a:r>
              <a:t>D:/pasar_fix/node_modules/.bun/date-fns@4.1.0/node_modules/date-fns/locale/se/_lib/localize.d.cts</a:t>
            </a:r>
          </a:p>
          <a:p>
            <a:pPr>
              <a:defRPr sz="1200"/>
            </a:pPr>
            <a:r>
              <a:t>D:/pasar_fix/node_modules/.bun/date-fns@4.1.0/node_modules/date-fns/locale/se/_lib/localize.d.ts</a:t>
            </a:r>
          </a:p>
          <a:p>
            <a:pPr>
              <a:defRPr sz="1200"/>
            </a:pPr>
            <a:r>
              <a:t>D:/pasar_fix/node_modules/.bun/date-fns@4.1.0/node_modules/date-fns/locale/se/_lib/localize.js</a:t>
            </a:r>
          </a:p>
          <a:p>
            <a:pPr>
              <a:defRPr sz="1200"/>
            </a:pPr>
            <a:r>
              <a:t>D:/pasar_fix/node_modules/.bun/date-fns@4.1.0/node_modules/date-fns/locale/se/_lib/match.cjs</a:t>
            </a:r>
          </a:p>
          <a:p>
            <a:pPr>
              <a:defRPr sz="1200"/>
            </a:pPr>
            <a:r>
              <a:t>D:/pasar_fix/node_modules/.bun/date-fns@4.1.0/node_modules/date-fns/locale/se/_lib/match.d.cts</a:t>
            </a:r>
          </a:p>
          <a:p>
            <a:pPr>
              <a:defRPr sz="1200"/>
            </a:pPr>
            <a:r>
              <a:t>D:/pasar_fix/node_modules/.bun/date-fns@4.1.0/node_modules/date-fns/locale/se/_lib/match.d.ts</a:t>
            </a:r>
          </a:p>
          <a:p>
            <a:pPr>
              <a:defRPr sz="1200"/>
            </a:pPr>
            <a:r>
              <a:t>D:/pasar_fix/node_modules/.bun/date-fns@4.1.0/node_modules/date-fns/locale/se/_lib/match.js</a:t>
            </a:r>
          </a:p>
          <a:p>
            <a:pPr>
              <a:defRPr sz="1200"/>
            </a:pPr>
            <a:r>
              <a:t>D:/pasar_fix/node_modules/.bun/date-fns@4.1.0/node_modules/date-fns/locale/sk/cdn.js</a:t>
            </a:r>
          </a:p>
          <a:p>
            <a:pPr>
              <a:defRPr sz="1200"/>
            </a:pPr>
            <a:r>
              <a:t>D:/pasar_fix/node_modules/.bun/date-fns@4.1.0/node_modules/date-fns/locale/sk/cdn.js.map</a:t>
            </a:r>
          </a:p>
          <a:p>
            <a:pPr>
              <a:defRPr sz="1200"/>
            </a:pPr>
            <a:r>
              <a:t>D:/pasar_fix/node_modules/.bun/date-fns@4.1.0/node_modules/date-fns/locale/sk/cdn.min.js</a:t>
            </a:r>
          </a:p>
          <a:p>
            <a:pPr>
              <a:defRPr sz="1200"/>
            </a:pPr>
            <a:r>
              <a:t>D:/pasar_fix/node_modules/.bun/date-fns@4.1.0/node_modules/date-fns/locale/sk/cdn.min.js.map</a:t>
            </a:r>
          </a:p>
          <a:p>
            <a:pPr>
              <a:defRPr sz="1200"/>
            </a:pPr>
            <a:r>
              <a:t>D:/pasar_fix/node_modules/.bun/date-fns@4.1.0/node_modules/date-fns/locale/sk/_lib/formatDistance.cjs</a:t>
            </a:r>
          </a:p>
          <a:p>
            <a:pPr>
              <a:defRPr sz="1200"/>
            </a:pPr>
            <a:r>
              <a:t>D:/pasar_fix/node_modules/.bun/date-fns@4.1.0/node_modules/date-fns/locale/sk/_lib/formatDistance.d.cts</a:t>
            </a:r>
          </a:p>
          <a:p>
            <a:pPr>
              <a:defRPr sz="1200"/>
            </a:pPr>
            <a:r>
              <a:t>D:/pasar_fix/node_modules/.bun/date-fns@4.1.0/node_modules/date-fns/locale/sk/_lib/formatDistance.d.ts</a:t>
            </a:r>
          </a:p>
          <a:p>
            <a:pPr>
              <a:defRPr sz="1200"/>
            </a:pPr>
            <a:r>
              <a:t>D:/pasar_fix/node_modules/.bun/date-fns@4.1.0/node_modules/date-fns/locale/sk/_lib/formatDistance.js</a:t>
            </a:r>
          </a:p>
          <a:p>
            <a:pPr>
              <a:defRPr sz="1200"/>
            </a:pPr>
            <a:r>
              <a:t>D:/pasar_fix/node_modules/.bun/date-fns@4.1.0/node_modules/date-fns/locale/sk/_lib/formatLong.cjs</a:t>
            </a:r>
          </a:p>
          <a:p>
            <a:pPr>
              <a:defRPr sz="1200"/>
            </a:pPr>
            <a:r>
              <a:t>D:/pasar_fix/node_modules/.bun/date-fns@4.1.0/node_modules/date-fns/locale/sk/_lib/formatLong.d.cts</a:t>
            </a:r>
          </a:p>
          <a:p>
            <a:pPr>
              <a:defRPr sz="1200"/>
            </a:pPr>
            <a:r>
              <a:t>D:/pasar_fix/node_modules/.bun/date-fns@4.1.0/node_modules/date-fns/locale/sk/_lib/formatLong.d.ts</a:t>
            </a:r>
          </a:p>
          <a:p>
            <a:pPr>
              <a:defRPr sz="1200"/>
            </a:pPr>
            <a:r>
              <a:t>D:/pasar_fix/node_modules/.bun/date-fns@4.1.0/node_modules/date-fns/locale/sk/_lib/formatLong.js</a:t>
            </a:r>
          </a:p>
          <a:p>
            <a:pPr>
              <a:defRPr sz="1200"/>
            </a:pPr>
            <a:r>
              <a:t>D:/pasar_fix/node_modules/.bun/date-fns@4.1.0/node_modules/date-fns/locale/sk/_lib/formatRelative.cjs</a:t>
            </a:r>
          </a:p>
          <a:p>
            <a:pPr>
              <a:defRPr sz="1200"/>
            </a:pPr>
            <a:r>
              <a:t>D:/pasar_fix/node_modules/.bun/date-fns@4.1.0/node_modules/date-fns/locale/sk/_lib/formatRelative.d.cts</a:t>
            </a:r>
          </a:p>
          <a:p>
            <a:pPr>
              <a:defRPr sz="1200"/>
            </a:pPr>
            <a:r>
              <a:t>D:/pasar_fix/node_modules/.bun/date-fns@4.1.0/node_modules/date-fns/locale/sk/_lib/formatRelative.d.ts</a:t>
            </a:r>
          </a:p>
          <a:p>
            <a:pPr>
              <a:defRPr sz="1200"/>
            </a:pPr>
            <a:r>
              <a:t>D:/pasar_fix/node_modules/.bun/date-fns@4.1.0/node_modules/date-fns/locale/sk/_lib/formatRelative.js</a:t>
            </a:r>
          </a:p>
          <a:p>
            <a:pPr>
              <a:defRPr sz="1200"/>
            </a:pPr>
            <a:r>
              <a:t>D:/pasar_fix/node_modules/.bun/date-fns@4.1.0/node_modules/date-fns/locale/sk/_lib/localize.cjs</a:t>
            </a:r>
          </a:p>
          <a:p>
            <a:pPr>
              <a:defRPr sz="1200"/>
            </a:pPr>
            <a:r>
              <a:t>D:/pasar_fix/node_modules/.bun/date-fns@4.1.0/node_modules/date-fns/locale/sk/_lib/localize.d.cts</a:t>
            </a:r>
          </a:p>
          <a:p>
            <a:pPr>
              <a:defRPr sz="1200"/>
            </a:pPr>
            <a:r>
              <a:t>D:/pasar_fix/node_modules/.bun/date-fns@4.1.0/node_modules/date-fns/locale/sk/_lib/localize.d.ts</a:t>
            </a:r>
          </a:p>
          <a:p>
            <a:pPr>
              <a:defRPr sz="1200"/>
            </a:pPr>
            <a:r>
              <a:t>D:/pasar_fix/node_modules/.bun/date-fns@4.1.0/node_modules/date-fns/locale/sk/_lib/localize.js</a:t>
            </a:r>
          </a:p>
          <a:p>
            <a:pPr>
              <a:defRPr sz="1200"/>
            </a:pPr>
            <a:r>
              <a:t>D:/pasar_fix/node_modules/.bun/date-fns@4.1.0/node_modules/date-fns/locale/sk/_lib/match.cjs</a:t>
            </a:r>
          </a:p>
          <a:p>
            <a:pPr>
              <a:defRPr sz="1200"/>
            </a:pPr>
            <a:r>
              <a:t>D:/pasar_fix/node_modules/.bun/date-fns@4.1.0/node_modules/date-fns/locale/sk/_lib/match.d.cts</a:t>
            </a:r>
          </a:p>
          <a:p>
            <a:pPr>
              <a:defRPr sz="1200"/>
            </a:pPr>
            <a:r>
              <a:t>D:/pasar_fix/node_modules/.bun/date-fns@4.1.0/node_modules/date-fns/locale/sk/_lib/match.d.ts</a:t>
            </a:r>
          </a:p>
          <a:p>
            <a:pPr>
              <a:defRPr sz="1200"/>
            </a:pPr>
            <a:r>
              <a:t>D:/pasar_fix/node_modules/.bun/date-fns@4.1.0/node_modules/date-fns/locale/sk/_lib/match.js</a:t>
            </a:r>
          </a:p>
          <a:p>
            <a:pPr>
              <a:defRPr sz="1200"/>
            </a:pPr>
            <a:r>
              <a:t>D:/pasar_fix/node_modules/.bun/date-fns@4.1.0/node_modules/date-fns/locale/sl/cdn.js</a:t>
            </a:r>
          </a:p>
          <a:p>
            <a:pPr>
              <a:defRPr sz="1200"/>
            </a:pPr>
            <a:r>
              <a:t>D:/pasar_fix/node_modules/.bun/date-fns@4.1.0/node_modules/date-fns/locale/sl/cdn.js.map</a:t>
            </a:r>
          </a:p>
          <a:p>
            <a:pPr>
              <a:defRPr sz="1200"/>
            </a:pPr>
            <a:r>
              <a:t>D:/pasar_fix/node_modules/.bun/date-fns@4.1.0/node_modules/date-fns/locale/sl/cdn.min.js</a:t>
            </a:r>
          </a:p>
          <a:p>
            <a:pPr>
              <a:defRPr sz="1200"/>
            </a:pPr>
            <a:r>
              <a:t>D:/pasar_fix/node_modules/.bun/date-fns@4.1.0/node_modules/date-fns/locale/sl/cdn.min.js.map</a:t>
            </a:r>
          </a:p>
          <a:p>
            <a:pPr>
              <a:defRPr sz="1200"/>
            </a:pPr>
            <a:r>
              <a:t>D:/pasar_fix/node_modules/.bun/date-fns@4.1.0/node_modules/date-fns/locale/sl/_lib/formatDistance.cjs</a:t>
            </a:r>
          </a:p>
          <a:p>
            <a:pPr>
              <a:defRPr sz="1200"/>
            </a:pPr>
            <a:r>
              <a:t>D:/pasar_fix/node_modules/.bun/date-fns@4.1.0/node_modules/date-fns/locale/sl/_lib/formatDistance.d.cts</a:t>
            </a:r>
          </a:p>
          <a:p>
            <a:pPr>
              <a:defRPr sz="1200"/>
            </a:pPr>
            <a:r>
              <a:t>D:/pasar_fix/node_modules/.bun/date-fns@4.1.0/node_modules/date-fns/locale/sl/_lib/formatDistance.d.ts</a:t>
            </a:r>
          </a:p>
          <a:p>
            <a:pPr>
              <a:defRPr sz="1200"/>
            </a:pPr>
            <a:r>
              <a:t>D:/pasar_fix/node_modules/.bun/date-fns@4.1.0/node_modules/date-fns/locale/sl/_lib/formatDistance.js</a:t>
            </a:r>
          </a:p>
          <a:p>
            <a:pPr>
              <a:defRPr sz="1200"/>
            </a:pPr>
            <a:r>
              <a:t>D:/pasar_fix/node_modules/.bun/date-fns@4.1.0/node_modules/date-fns/locale/sl/_lib/formatLong.cjs</a:t>
            </a:r>
          </a:p>
          <a:p>
            <a:pPr>
              <a:defRPr sz="1200"/>
            </a:pPr>
            <a:r>
              <a:t>D:/pasar_fix/node_modules/.bun/date-fns@4.1.0/node_modules/date-fns/locale/sl/_lib/formatLong.d.cts</a:t>
            </a:r>
          </a:p>
          <a:p>
            <a:pPr>
              <a:defRPr sz="1200"/>
            </a:pPr>
            <a:r>
              <a:t>D:/pasar_fix/node_modules/.bun/date-fns@4.1.0/node_modules/date-fns/locale/sl/_lib/formatLong.d.ts</a:t>
            </a:r>
          </a:p>
          <a:p>
            <a:pPr>
              <a:defRPr sz="1200"/>
            </a:pPr>
            <a:r>
              <a:t>D:/pasar_fix/node_modules/.bun/date-fns@4.1.0/node_modules/date-fns/locale/sl/_lib/formatLong.js</a:t>
            </a:r>
          </a:p>
          <a:p>
            <a:pPr>
              <a:defRPr sz="1200"/>
            </a:pPr>
            <a:r>
              <a:t>D:/pasar_fix/node_modules/.bun/date-fns@4.1.0/node_modules/date-fns/locale/sl/_lib/formatRelative.cjs</a:t>
            </a:r>
          </a:p>
          <a:p>
            <a:pPr>
              <a:defRPr sz="1200"/>
            </a:pPr>
            <a:r>
              <a:t>D:/pasar_fix/node_modules/.bun/date-fns@4.1.0/node_modules/date-fns/locale/sl/_lib/formatRelative.d.cts</a:t>
            </a:r>
          </a:p>
          <a:p>
            <a:pPr>
              <a:defRPr sz="1200"/>
            </a:pPr>
            <a:r>
              <a:t>D:/pasar_fix/node_modules/.bun/date-fns@4.1.0/node_modules/date-fns/locale/sl/_lib/formatRelative.d.ts</a:t>
            </a:r>
          </a:p>
          <a:p>
            <a:pPr>
              <a:defRPr sz="1200"/>
            </a:pPr>
            <a:r>
              <a:t>D:/pasar_fix/node_modules/.bun/date-fns@4.1.0/node_modules/date-fns/locale/sl/_lib/formatRelative.js</a:t>
            </a:r>
          </a:p>
          <a:p>
            <a:pPr>
              <a:defRPr sz="1200"/>
            </a:pPr>
            <a:r>
              <a:t>D:/pasar_fix/node_modules/.bun/date-fns@4.1.0/node_modules/date-fns/locale/sl/_lib/localize.cjs</a:t>
            </a:r>
          </a:p>
          <a:p>
            <a:pPr>
              <a:defRPr sz="1200"/>
            </a:pPr>
            <a:r>
              <a:t>D:/pasar_fix/node_modules/.bun/date-fns@4.1.0/node_modules/date-fns/locale/sl/_lib/localize.d.cts</a:t>
            </a:r>
          </a:p>
          <a:p>
            <a:pPr>
              <a:defRPr sz="1200"/>
            </a:pPr>
            <a:r>
              <a:t>D:/pasar_fix/node_modules/.bun/date-fns@4.1.0/node_modules/date-fns/locale/sl/_lib/localize.d.ts</a:t>
            </a:r>
          </a:p>
          <a:p>
            <a:pPr>
              <a:defRPr sz="1200"/>
            </a:pPr>
            <a:r>
              <a:t>D:/pasar_fix/node_modules/.bun/date-fns@4.1.0/node_modules/date-fns/locale/sl/_lib/localize.js</a:t>
            </a:r>
          </a:p>
          <a:p>
            <a:pPr>
              <a:defRPr sz="1200"/>
            </a:pPr>
            <a:r>
              <a:t>D:/pasar_fix/node_modules/.bun/date-fns@4.1.0/node_modules/date-fns/locale/sl/_lib/match.cjs</a:t>
            </a:r>
          </a:p>
          <a:p>
            <a:pPr>
              <a:defRPr sz="1200"/>
            </a:pPr>
            <a:r>
              <a:t>D:/pasar_fix/node_modules/.bun/date-fns@4.1.0/node_modules/date-fns/locale/sl/_lib/match.d.cts</a:t>
            </a:r>
          </a:p>
          <a:p>
            <a:pPr>
              <a:defRPr sz="1200"/>
            </a:pPr>
            <a:r>
              <a:t>D:/pasar_fix/node_modules/.bun/date-fns@4.1.0/node_modules/date-fns/locale/sl/_lib/match.d.ts</a:t>
            </a:r>
          </a:p>
          <a:p>
            <a:pPr>
              <a:defRPr sz="1200"/>
            </a:pPr>
            <a:r>
              <a:t>D:/pasar_fix/node_modules/.bun/date-fns@4.1.0/node_modules/date-fns/locale/sl/_lib/match.js</a:t>
            </a:r>
          </a:p>
          <a:p>
            <a:pPr>
              <a:defRPr sz="1200"/>
            </a:pPr>
            <a:r>
              <a:t>D:/pasar_fix/node_modules/.bun/date-fns@4.1.0/node_modules/date-fns/locale/sq/cdn.js</a:t>
            </a:r>
          </a:p>
          <a:p>
            <a:pPr>
              <a:defRPr sz="1200"/>
            </a:pPr>
            <a:r>
              <a:t>D:/pasar_fix/node_modules/.bun/date-fns@4.1.0/node_modules/date-fns/locale/sq/cdn.js.map</a:t>
            </a:r>
          </a:p>
          <a:p>
            <a:pPr>
              <a:defRPr sz="1200"/>
            </a:pPr>
            <a:r>
              <a:t>D:/pasar_fix/node_modules/.bun/date-fns@4.1.0/node_modules/date-fns/locale/sq/cdn.min.js</a:t>
            </a:r>
          </a:p>
          <a:p>
            <a:pPr>
              <a:defRPr sz="1200"/>
            </a:pPr>
            <a:r>
              <a:t>D:/pasar_fix/node_modules/.bun/date-fns@4.1.0/node_modules/date-fns/locale/sq/cdn.min.js.map</a:t>
            </a:r>
          </a:p>
          <a:p>
            <a:pPr>
              <a:defRPr sz="1200"/>
            </a:pPr>
            <a:r>
              <a:t>D:/pasar_fix/node_modules/.bun/date-fns@4.1.0/node_modules/date-fns/locale/sq/_lib/formatDistance.cjs</a:t>
            </a:r>
          </a:p>
          <a:p>
            <a:pPr>
              <a:defRPr sz="1200"/>
            </a:pPr>
            <a:r>
              <a:t>D:/pasar_fix/node_modules/.bun/date-fns@4.1.0/node_modules/date-fns/locale/sq/_lib/formatDistance.d.cts</a:t>
            </a:r>
          </a:p>
          <a:p>
            <a:pPr>
              <a:defRPr sz="1200"/>
            </a:pPr>
            <a:r>
              <a:t>D:/pasar_fix/node_modules/.bun/date-fns@4.1.0/node_modules/date-fns/locale/sq/_lib/formatDistance.d.ts</a:t>
            </a:r>
          </a:p>
          <a:p>
            <a:pPr>
              <a:defRPr sz="1200"/>
            </a:pPr>
            <a:r>
              <a:t>D:/pasar_fix/node_modules/.bun/date-fns@4.1.0/node_modules/date-fns/locale/sq/_lib/formatDistance.js</a:t>
            </a:r>
          </a:p>
          <a:p>
            <a:pPr>
              <a:defRPr sz="1200"/>
            </a:pPr>
            <a:r>
              <a:t>D:/pasar_fix/node_modules/.bun/date-fns@4.1.0/node_modules/date-fns/locale/sq/_lib/formatLong.cjs</a:t>
            </a:r>
          </a:p>
          <a:p>
            <a:pPr>
              <a:defRPr sz="1200"/>
            </a:pPr>
            <a:r>
              <a:t>D:/pasar_fix/node_modules/.bun/date-fns@4.1.0/node_modules/date-fns/locale/sq/_lib/formatLong.d.cts</a:t>
            </a:r>
          </a:p>
          <a:p>
            <a:pPr>
              <a:defRPr sz="1200"/>
            </a:pPr>
            <a:r>
              <a:t>D:/pasar_fix/node_modules/.bun/date-fns@4.1.0/node_modules/date-fns/locale/sq/_lib/formatLong.d.ts</a:t>
            </a:r>
          </a:p>
          <a:p>
            <a:pPr>
              <a:defRPr sz="1200"/>
            </a:pPr>
            <a:r>
              <a:t>D:/pasar_fix/node_modules/.bun/date-fns@4.1.0/node_modules/date-fns/locale/sq/_lib/formatLong.js</a:t>
            </a:r>
          </a:p>
          <a:p>
            <a:pPr>
              <a:defRPr sz="1200"/>
            </a:pPr>
            <a:r>
              <a:t>D:/pasar_fix/node_modules/.bun/date-fns@4.1.0/node_modules/date-fns/locale/sq/_lib/formatRelative.cjs</a:t>
            </a:r>
          </a:p>
          <a:p>
            <a:pPr>
              <a:defRPr sz="1200"/>
            </a:pPr>
            <a:r>
              <a:t>D:/pasar_fix/node_modules/.bun/date-fns@4.1.0/node_modules/date-fns/locale/sq/_lib/formatRelative.d.cts</a:t>
            </a:r>
          </a:p>
          <a:p>
            <a:pPr>
              <a:defRPr sz="1200"/>
            </a:pPr>
            <a:r>
              <a:t>D:/pasar_fix/node_modules/.bun/date-fns@4.1.0/node_modules/date-fns/locale/sq/_lib/formatRelative.d.ts</a:t>
            </a:r>
          </a:p>
          <a:p>
            <a:pPr>
              <a:defRPr sz="1200"/>
            </a:pPr>
            <a:r>
              <a:t>D:/pasar_fix/node_modules/.bun/date-fns@4.1.0/node_modules/date-fns/locale/sq/_lib/formatRelative.js</a:t>
            </a:r>
          </a:p>
          <a:p>
            <a:pPr>
              <a:defRPr sz="1200"/>
            </a:pPr>
            <a:r>
              <a:t>D:/pasar_fix/node_modules/.bun/date-fns@4.1.0/node_modules/date-fns/locale/sq/_lib/localize.cjs</a:t>
            </a:r>
          </a:p>
          <a:p>
            <a:pPr>
              <a:defRPr sz="1200"/>
            </a:pPr>
            <a:r>
              <a:t>D:/pasar_fix/node_modules/.bun/date-fns@4.1.0/node_modules/date-fns/locale/sq/_lib/localize.d.cts</a:t>
            </a:r>
          </a:p>
          <a:p>
            <a:pPr>
              <a:defRPr sz="1200"/>
            </a:pPr>
            <a:r>
              <a:t>D:/pasar_fix/node_modules/.bun/date-fns@4.1.0/node_modules/date-fns/locale/sq/_lib/localize.d.ts</a:t>
            </a:r>
          </a:p>
          <a:p>
            <a:pPr>
              <a:defRPr sz="1200"/>
            </a:pPr>
            <a:r>
              <a:t>D:/pasar_fix/node_modules/.bun/date-fns@4.1.0/node_modules/date-fns/locale/sq/_lib/localize.js</a:t>
            </a:r>
          </a:p>
          <a:p>
            <a:pPr>
              <a:defRPr sz="1200"/>
            </a:pPr>
            <a:r>
              <a:t>D:/pasar_fix/node_modules/.bun/date-fns@4.1.0/node_modules/date-fns/locale/sq/_lib/match.cjs</a:t>
            </a:r>
          </a:p>
          <a:p>
            <a:pPr>
              <a:defRPr sz="1200"/>
            </a:pPr>
            <a:r>
              <a:t>D:/pasar_fix/node_modules/.bun/date-fns@4.1.0/node_modules/date-fns/locale/sq/_lib/match.d.cts</a:t>
            </a:r>
          </a:p>
          <a:p>
            <a:pPr>
              <a:defRPr sz="1200"/>
            </a:pPr>
            <a:r>
              <a:t>D:/pasar_fix/node_modules/.bun/date-fns@4.1.0/node_modules/date-fns/locale/sq/_lib/match.d.ts</a:t>
            </a:r>
          </a:p>
          <a:p>
            <a:pPr>
              <a:defRPr sz="1200"/>
            </a:pPr>
            <a:r>
              <a:t>D:/pasar_fix/node_modules/.bun/date-fns@4.1.0/node_modules/date-fns/locale/sq/_lib/match.js</a:t>
            </a:r>
          </a:p>
          <a:p>
            <a:pPr>
              <a:defRPr sz="1200"/>
            </a:pPr>
            <a:r>
              <a:t>D:/pasar_fix/node_modules/.bun/date-fns@4.1.0/node_modules/date-fns/locale/sr/cdn.js</a:t>
            </a:r>
          </a:p>
          <a:p>
            <a:pPr>
              <a:defRPr sz="1200"/>
            </a:pPr>
            <a:r>
              <a:t>D:/pasar_fix/node_modules/.bun/date-fns@4.1.0/node_modules/date-fns/locale/sr/cdn.js.map</a:t>
            </a:r>
          </a:p>
          <a:p>
            <a:pPr>
              <a:defRPr sz="1200"/>
            </a:pPr>
            <a:r>
              <a:t>D:/pasar_fix/node_modules/.bun/date-fns@4.1.0/node_modules/date-fns/locale/sr/cdn.min.js</a:t>
            </a:r>
          </a:p>
          <a:p>
            <a:pPr>
              <a:defRPr sz="1200"/>
            </a:pPr>
            <a:r>
              <a:t>D:/pasar_fix/node_modules/.bun/date-fns@4.1.0/node_modules/date-fns/locale/sr/cdn.min.js.map</a:t>
            </a:r>
          </a:p>
          <a:p>
            <a:pPr>
              <a:defRPr sz="1200"/>
            </a:pPr>
            <a:r>
              <a:t>D:/pasar_fix/node_modules/.bun/date-fns@4.1.0/node_modules/date-fns/locale/sr/_lib/formatDistance.cjs</a:t>
            </a:r>
          </a:p>
          <a:p>
            <a:pPr>
              <a:defRPr sz="1200"/>
            </a:pPr>
            <a:r>
              <a:t>D:/pasar_fix/node_modules/.bun/date-fns@4.1.0/node_modules/date-fns/locale/sr/_lib/formatDistance.d.cts</a:t>
            </a:r>
          </a:p>
          <a:p>
            <a:pPr>
              <a:defRPr sz="1200"/>
            </a:pPr>
            <a:r>
              <a:t>D:/pasar_fix/node_modules/.bun/date-fns@4.1.0/node_modules/date-fns/locale/sr/_lib/formatDistance.d.ts</a:t>
            </a:r>
          </a:p>
          <a:p>
            <a:pPr>
              <a:defRPr sz="1200"/>
            </a:pPr>
            <a:r>
              <a:t>D:/pasar_fix/node_modules/.bun/date-fns@4.1.0/node_modules/date-fns/locale/sr/_lib/formatDistance.js</a:t>
            </a:r>
          </a:p>
          <a:p>
            <a:pPr>
              <a:defRPr sz="1200"/>
            </a:pPr>
            <a:r>
              <a:t>D:/pasar_fix/node_modules/.bun/date-fns@4.1.0/node_modules/date-fns/locale/sr/_lib/formatLong.cjs</a:t>
            </a:r>
          </a:p>
          <a:p>
            <a:pPr>
              <a:defRPr sz="1200"/>
            </a:pPr>
            <a:r>
              <a:t>D:/pasar_fix/node_modules/.bun/date-fns@4.1.0/node_modules/date-fns/locale/sr/_lib/formatLong.d.cts</a:t>
            </a:r>
          </a:p>
          <a:p>
            <a:pPr>
              <a:defRPr sz="1200"/>
            </a:pPr>
            <a:r>
              <a:t>D:/pasar_fix/node_modules/.bun/date-fns@4.1.0/node_modules/date-fns/locale/sr/_lib/formatLong.d.ts</a:t>
            </a:r>
          </a:p>
          <a:p>
            <a:pPr>
              <a:defRPr sz="1200"/>
            </a:pPr>
            <a:r>
              <a:t>D:/pasar_fix/node_modules/.bun/date-fns@4.1.0/node_modules/date-fns/locale/sr/_lib/formatLong.js</a:t>
            </a:r>
          </a:p>
          <a:p>
            <a:pPr>
              <a:defRPr sz="1200"/>
            </a:pPr>
            <a:r>
              <a:t>D:/pasar_fix/node_modules/.bun/date-fns@4.1.0/node_modules/date-fns/locale/sr/_lib/formatRelative.cjs</a:t>
            </a:r>
          </a:p>
          <a:p>
            <a:pPr>
              <a:defRPr sz="1200"/>
            </a:pPr>
            <a:r>
              <a:t>D:/pasar_fix/node_modules/.bun/date-fns@4.1.0/node_modules/date-fns/locale/sr/_lib/formatRelative.d.cts</a:t>
            </a:r>
          </a:p>
          <a:p>
            <a:pPr>
              <a:defRPr sz="1200"/>
            </a:pPr>
            <a:r>
              <a:t>D:/pasar_fix/node_modules/.bun/date-fns@4.1.0/node_modules/date-fns/locale/sr/_lib/formatRelative.d.ts</a:t>
            </a:r>
          </a:p>
          <a:p>
            <a:pPr>
              <a:defRPr sz="1200"/>
            </a:pPr>
            <a:r>
              <a:t>D:/pasar_fix/node_modules/.bun/date-fns@4.1.0/node_modules/date-fns/locale/sr/_lib/formatRelative.js</a:t>
            </a:r>
          </a:p>
          <a:p>
            <a:pPr>
              <a:defRPr sz="1200"/>
            </a:pPr>
            <a:r>
              <a:t>D:/pasar_fix/node_modules/.bun/date-fns@4.1.0/node_modules/date-fns/locale/sr/_lib/localize.cjs</a:t>
            </a:r>
          </a:p>
          <a:p>
            <a:pPr>
              <a:defRPr sz="1200"/>
            </a:pPr>
            <a:r>
              <a:t>D:/pasar_fix/node_modules/.bun/date-fns@4.1.0/node_modules/date-fns/locale/sr/_lib/localize.d.cts</a:t>
            </a:r>
          </a:p>
          <a:p>
            <a:pPr>
              <a:defRPr sz="1200"/>
            </a:pPr>
            <a:r>
              <a:t>D:/pasar_fix/node_modules/.bun/date-fns@4.1.0/node_modules/date-fns/locale/sr/_lib/localize.d.ts</a:t>
            </a:r>
          </a:p>
          <a:p>
            <a:pPr>
              <a:defRPr sz="1200"/>
            </a:pPr>
            <a:r>
              <a:t>D:/pasar_fix/node_modules/.bun/date-fns@4.1.0/node_modules/date-fns/locale/sr/_lib/localize.js</a:t>
            </a:r>
          </a:p>
          <a:p>
            <a:pPr>
              <a:defRPr sz="1200"/>
            </a:pPr>
            <a:r>
              <a:t>D:/pasar_fix/node_modules/.bun/date-fns@4.1.0/node_modules/date-fns/locale/sr/_lib/match.cjs</a:t>
            </a:r>
          </a:p>
          <a:p>
            <a:pPr>
              <a:defRPr sz="1200"/>
            </a:pPr>
            <a:r>
              <a:t>D:/pasar_fix/node_modules/.bun/date-fns@4.1.0/node_modules/date-fns/locale/sr/_lib/match.d.cts</a:t>
            </a:r>
          </a:p>
          <a:p>
            <a:pPr>
              <a:defRPr sz="1200"/>
            </a:pPr>
            <a:r>
              <a:t>D:/pasar_fix/node_modules/.bun/date-fns@4.1.0/node_modules/date-fns/locale/sr/_lib/match.d.ts</a:t>
            </a:r>
          </a:p>
          <a:p>
            <a:pPr>
              <a:defRPr sz="1200"/>
            </a:pPr>
            <a:r>
              <a:t>D:/pasar_fix/node_modules/.bun/date-fns@4.1.0/node_modules/date-fns/locale/sr/_lib/match.js</a:t>
            </a:r>
          </a:p>
          <a:p>
            <a:pPr>
              <a:defRPr sz="1200"/>
            </a:pPr>
            <a:r>
              <a:t>D:/pasar_fix/node_modules/.bun/date-fns@4.1.0/node_modules/date-fns/locale/sr-Latn/cdn.js</a:t>
            </a:r>
          </a:p>
          <a:p>
            <a:pPr>
              <a:defRPr sz="1200"/>
            </a:pPr>
            <a:r>
              <a:t>D:/pasar_fix/node_modules/.bun/date-fns@4.1.0/node_modules/date-fns/locale/sr-Latn/cdn.js.map</a:t>
            </a:r>
          </a:p>
          <a:p>
            <a:pPr>
              <a:defRPr sz="1200"/>
            </a:pPr>
            <a:r>
              <a:t>D:/pasar_fix/node_modules/.bun/date-fns@4.1.0/node_modules/date-fns/locale/sr-Latn/cdn.min.js</a:t>
            </a:r>
          </a:p>
          <a:p>
            <a:pPr>
              <a:defRPr sz="1200"/>
            </a:pPr>
            <a:r>
              <a:t>D:/pasar_fix/node_modules/.bun/date-fns@4.1.0/node_modules/date-fns/locale/sr-Latn/cdn.min.js.map</a:t>
            </a:r>
          </a:p>
          <a:p>
            <a:pPr>
              <a:defRPr sz="1200"/>
            </a:pPr>
            <a:r>
              <a:t>D:/pasar_fix/node_modules/.bun/date-fns@4.1.0/node_modules/date-fns/locale/sr-Latn/_lib/formatDistance.cjs</a:t>
            </a:r>
          </a:p>
          <a:p>
            <a:pPr>
              <a:defRPr sz="1200"/>
            </a:pPr>
            <a:r>
              <a:t>D:/pasar_fix/node_modules/.bun/date-fns@4.1.0/node_modules/date-fns/locale/sr-Latn/_lib/formatDistance.d.cts</a:t>
            </a:r>
          </a:p>
          <a:p>
            <a:pPr>
              <a:defRPr sz="1200"/>
            </a:pPr>
            <a:r>
              <a:t>D:/pasar_fix/node_modules/.bun/date-fns@4.1.0/node_modules/date-fns/locale/sr-Latn/_lib/formatDistance.d.ts</a:t>
            </a:r>
          </a:p>
          <a:p>
            <a:pPr>
              <a:defRPr sz="1200"/>
            </a:pPr>
            <a:r>
              <a:t>D:/pasar_fix/node_modules/.bun/date-fns@4.1.0/node_modules/date-fns/locale/sr-Latn/_lib/formatDistance.js</a:t>
            </a:r>
          </a:p>
          <a:p>
            <a:pPr>
              <a:defRPr sz="1200"/>
            </a:pPr>
            <a:r>
              <a:t>D:/pasar_fix/node_modules/.bun/date-fns@4.1.0/node_modules/date-fns/locale/sr-Latn/_lib/formatLong.cjs</a:t>
            </a:r>
          </a:p>
          <a:p>
            <a:pPr>
              <a:defRPr sz="1200"/>
            </a:pPr>
            <a:r>
              <a:t>D:/pasar_fix/node_modules/.bun/date-fns@4.1.0/node_modules/date-fns/locale/sr-Latn/_lib/formatLong.d.cts</a:t>
            </a:r>
          </a:p>
          <a:p>
            <a:pPr>
              <a:defRPr sz="1200"/>
            </a:pPr>
            <a:r>
              <a:t>D:/pasar_fix/node_modules/.bun/date-fns@4.1.0/node_modules/date-fns/locale/sr-Latn/_lib/formatLong.d.ts</a:t>
            </a:r>
          </a:p>
          <a:p>
            <a:pPr>
              <a:defRPr sz="1200"/>
            </a:pPr>
            <a:r>
              <a:t>D:/pasar_fix/node_modules/.bun/date-fns@4.1.0/node_modules/date-fns/locale/sr-Latn/_lib/formatLong.js</a:t>
            </a:r>
          </a:p>
          <a:p>
            <a:pPr>
              <a:defRPr sz="1200"/>
            </a:pPr>
            <a:r>
              <a:t>D:/pasar_fix/node_modules/.bun/date-fns@4.1.0/node_modules/date-fns/locale/sr-Latn/_lib/formatRelative.cjs</a:t>
            </a:r>
          </a:p>
          <a:p>
            <a:pPr>
              <a:defRPr sz="1200"/>
            </a:pPr>
            <a:r>
              <a:t>D:/pasar_fix/node_modules/.bun/date-fns@4.1.0/node_modules/date-fns/locale/sr-Latn/_lib/formatRelative.d.cts</a:t>
            </a:r>
          </a:p>
          <a:p>
            <a:pPr>
              <a:defRPr sz="1200"/>
            </a:pPr>
            <a:r>
              <a:t>D:/pasar_fix/node_modules/.bun/date-fns@4.1.0/node_modules/date-fns/locale/sr-Latn/_lib/formatRelative.d.ts</a:t>
            </a:r>
          </a:p>
          <a:p>
            <a:pPr>
              <a:defRPr sz="1200"/>
            </a:pPr>
            <a:r>
              <a:t>D:/pasar_fix/node_modules/.bun/date-fns@4.1.0/node_modules/date-fns/locale/sr-Latn/_lib/formatRelative.js</a:t>
            </a:r>
          </a:p>
          <a:p>
            <a:pPr>
              <a:defRPr sz="1200"/>
            </a:pPr>
            <a:r>
              <a:t>D:/pasar_fix/node_modules/.bun/date-fns@4.1.0/node_modules/date-fns/locale/sr-Latn/_lib/localize.cjs</a:t>
            </a:r>
          </a:p>
          <a:p>
            <a:pPr>
              <a:defRPr sz="1200"/>
            </a:pPr>
            <a:r>
              <a:t>D:/pasar_fix/node_modules/.bun/date-fns@4.1.0/node_modules/date-fns/locale/sr-Latn/_lib/localize.d.cts</a:t>
            </a:r>
          </a:p>
          <a:p>
            <a:pPr>
              <a:defRPr sz="1200"/>
            </a:pPr>
            <a:r>
              <a:t>D:/pasar_fix/node_modules/.bun/date-fns@4.1.0/node_modules/date-fns/locale/sr-Latn/_lib/localize.d.ts</a:t>
            </a:r>
          </a:p>
          <a:p>
            <a:pPr>
              <a:defRPr sz="1200"/>
            </a:pPr>
            <a:r>
              <a:t>D:/pasar_fix/node_modules/.bun/date-fns@4.1.0/node_modules/date-fns/locale/sr-Latn/_lib/localize.js</a:t>
            </a:r>
          </a:p>
          <a:p>
            <a:pPr>
              <a:defRPr sz="1200"/>
            </a:pPr>
            <a:r>
              <a:t>D:/pasar_fix/node_modules/.bun/date-fns@4.1.0/node_modules/date-fns/locale/sr-Latn/_lib/match.cjs</a:t>
            </a:r>
          </a:p>
          <a:p>
            <a:pPr>
              <a:defRPr sz="1200"/>
            </a:pPr>
            <a:r>
              <a:t>D:/pasar_fix/node_modules/.bun/date-fns@4.1.0/node_modules/date-fns/locale/sr-Latn/_lib/match.d.cts</a:t>
            </a:r>
          </a:p>
          <a:p>
            <a:pPr>
              <a:defRPr sz="1200"/>
            </a:pPr>
            <a:r>
              <a:t>D:/pasar_fix/node_modules/.bun/date-fns@4.1.0/node_modules/date-fns/locale/sr-Latn/_lib/match.d.ts</a:t>
            </a:r>
          </a:p>
          <a:p>
            <a:pPr>
              <a:defRPr sz="1200"/>
            </a:pPr>
            <a:r>
              <a:t>D:/pasar_fix/node_modules/.bun/date-fns@4.1.0/node_modules/date-fns/locale/sr-Latn/_lib/match.js</a:t>
            </a:r>
          </a:p>
          <a:p>
            <a:pPr>
              <a:defRPr sz="1200"/>
            </a:pPr>
            <a:r>
              <a:t>D:/pasar_fix/node_modules/.bun/date-fns@4.1.0/node_modules/date-fns/locale/sv/cdn.js</a:t>
            </a:r>
          </a:p>
          <a:p>
            <a:pPr>
              <a:defRPr sz="1200"/>
            </a:pPr>
            <a:r>
              <a:t>D:/pasar_fix/node_modules/.bun/date-fns@4.1.0/node_modules/date-fns/locale/sv/cdn.js.map</a:t>
            </a:r>
          </a:p>
          <a:p>
            <a:pPr>
              <a:defRPr sz="1200"/>
            </a:pPr>
            <a:r>
              <a:t>D:/pasar_fix/node_modules/.bun/date-fns@4.1.0/node_modules/date-fns/locale/sv/cdn.min.js</a:t>
            </a:r>
          </a:p>
          <a:p>
            <a:pPr>
              <a:defRPr sz="1200"/>
            </a:pPr>
            <a:r>
              <a:t>D:/pasar_fix/node_modules/.bun/date-fns@4.1.0/node_modules/date-fns/locale/sv/cdn.min.js.map</a:t>
            </a:r>
          </a:p>
          <a:p>
            <a:pPr>
              <a:defRPr sz="1200"/>
            </a:pPr>
            <a:r>
              <a:t>D:/pasar_fix/node_modules/.bun/date-fns@4.1.0/node_modules/date-fns/locale/sv/_lib/formatDistance.cjs</a:t>
            </a:r>
          </a:p>
          <a:p>
            <a:pPr>
              <a:defRPr sz="1200"/>
            </a:pPr>
            <a:r>
              <a:t>D:/pasar_fix/node_modules/.bun/date-fns@4.1.0/node_modules/date-fns/locale/sv/_lib/formatDistance.d.cts</a:t>
            </a:r>
          </a:p>
          <a:p>
            <a:pPr>
              <a:defRPr sz="1200"/>
            </a:pPr>
            <a:r>
              <a:t>D:/pasar_fix/node_modules/.bun/date-fns@4.1.0/node_modules/date-fns/locale/sv/_lib/formatDistance.d.ts</a:t>
            </a:r>
          </a:p>
          <a:p>
            <a:pPr>
              <a:defRPr sz="1200"/>
            </a:pPr>
            <a:r>
              <a:t>D:/pasar_fix/node_modules/.bun/date-fns@4.1.0/node_modules/date-fns/locale/sv/_lib/formatDistance.js</a:t>
            </a:r>
          </a:p>
          <a:p>
            <a:pPr>
              <a:defRPr sz="1200"/>
            </a:pPr>
            <a:r>
              <a:t>D:/pasar_fix/node_modules/.bun/date-fns@4.1.0/node_modules/date-fns/locale/sv/_lib/formatLong.cjs</a:t>
            </a:r>
          </a:p>
          <a:p>
            <a:pPr>
              <a:defRPr sz="1200"/>
            </a:pPr>
            <a:r>
              <a:t>D:/pasar_fix/node_modules/.bun/date-fns@4.1.0/node_modules/date-fns/locale/sv/_lib/formatLong.d.cts</a:t>
            </a:r>
          </a:p>
          <a:p>
            <a:pPr>
              <a:defRPr sz="1200"/>
            </a:pPr>
            <a:r>
              <a:t>D:/pasar_fix/node_modules/.bun/date-fns@4.1.0/node_modules/date-fns/locale/sv/_lib/formatLong.d.ts</a:t>
            </a:r>
          </a:p>
          <a:p>
            <a:pPr>
              <a:defRPr sz="1200"/>
            </a:pPr>
            <a:r>
              <a:t>D:/pasar_fix/node_modules/.bun/date-fns@4.1.0/node_modules/date-fns/locale/sv/_lib/formatLong.js</a:t>
            </a:r>
          </a:p>
          <a:p>
            <a:pPr>
              <a:defRPr sz="1200"/>
            </a:pPr>
            <a:r>
              <a:t>D:/pasar_fix/node_modules/.bun/date-fns@4.1.0/node_modules/date-fns/locale/sv/_lib/formatRelative.cjs</a:t>
            </a:r>
          </a:p>
          <a:p>
            <a:pPr>
              <a:defRPr sz="1200"/>
            </a:pPr>
            <a:r>
              <a:t>D:/pasar_fix/node_modules/.bun/date-fns@4.1.0/node_modules/date-fns/locale/sv/_lib/formatRelative.d.cts</a:t>
            </a:r>
          </a:p>
          <a:p>
            <a:pPr>
              <a:defRPr sz="1200"/>
            </a:pPr>
            <a:r>
              <a:t>D:/pasar_fix/node_modules/.bun/date-fns@4.1.0/node_modules/date-fns/locale/sv/_lib/formatRelative.d.ts</a:t>
            </a:r>
          </a:p>
          <a:p>
            <a:pPr>
              <a:defRPr sz="1200"/>
            </a:pPr>
            <a:r>
              <a:t>D:/pasar_fix/node_modules/.bun/date-fns@4.1.0/node_modules/date-fns/locale/sv/_lib/formatRelative.js</a:t>
            </a:r>
          </a:p>
          <a:p>
            <a:pPr>
              <a:defRPr sz="1200"/>
            </a:pPr>
            <a:r>
              <a:t>D:/pasar_fix/node_modules/.bun/date-fns@4.1.0/node_modules/date-fns/locale/sv/_lib/localize.cjs</a:t>
            </a:r>
          </a:p>
          <a:p>
            <a:pPr>
              <a:defRPr sz="1200"/>
            </a:pPr>
            <a:r>
              <a:t>D:/pasar_fix/node_modules/.bun/date-fns@4.1.0/node_modules/date-fns/locale/sv/_lib/localize.d.cts</a:t>
            </a:r>
          </a:p>
          <a:p>
            <a:pPr>
              <a:defRPr sz="1200"/>
            </a:pPr>
            <a:r>
              <a:t>D:/pasar_fix/node_modules/.bun/date-fns@4.1.0/node_modules/date-fns/locale/sv/_lib/localize.d.ts</a:t>
            </a:r>
          </a:p>
          <a:p>
            <a:pPr>
              <a:defRPr sz="1200"/>
            </a:pPr>
            <a:r>
              <a:t>D:/pasar_fix/node_modules/.bun/date-fns@4.1.0/node_modules/date-fns/locale/sv/_lib/localize.js</a:t>
            </a:r>
          </a:p>
          <a:p>
            <a:pPr>
              <a:defRPr sz="1200"/>
            </a:pPr>
            <a:r>
              <a:t>D:/pasar_fix/node_modules/.bun/date-fns@4.1.0/node_modules/date-fns/locale/sv/_lib/match.cjs</a:t>
            </a:r>
          </a:p>
          <a:p>
            <a:pPr>
              <a:defRPr sz="1200"/>
            </a:pPr>
            <a:r>
              <a:t>D:/pasar_fix/node_modules/.bun/date-fns@4.1.0/node_modules/date-fns/locale/sv/_lib/match.d.cts</a:t>
            </a:r>
          </a:p>
          <a:p>
            <a:pPr>
              <a:defRPr sz="1200"/>
            </a:pPr>
            <a:r>
              <a:t>D:/pasar_fix/node_modules/.bun/date-fns@4.1.0/node_modules/date-fns/locale/sv/_lib/match.d.ts</a:t>
            </a:r>
          </a:p>
          <a:p>
            <a:pPr>
              <a:defRPr sz="1200"/>
            </a:pPr>
            <a:r>
              <a:t>D:/pasar_fix/node_modules/.bun/date-fns@4.1.0/node_modules/date-fns/locale/sv/_lib/match.js</a:t>
            </a:r>
          </a:p>
          <a:p>
            <a:pPr>
              <a:defRPr sz="1200"/>
            </a:pPr>
            <a:r>
              <a:t>D:/pasar_fix/node_modules/.bun/date-fns@4.1.0/node_modules/date-fns/locale/ta/cdn.js</a:t>
            </a:r>
          </a:p>
          <a:p>
            <a:pPr>
              <a:defRPr sz="1200"/>
            </a:pPr>
            <a:r>
              <a:t>D:/pasar_fix/node_modules/.bun/date-fns@4.1.0/node_modules/date-fns/locale/ta/cdn.js.map</a:t>
            </a:r>
          </a:p>
          <a:p>
            <a:pPr>
              <a:defRPr sz="1200"/>
            </a:pPr>
            <a:r>
              <a:t>D:/pasar_fix/node_modules/.bun/date-fns@4.1.0/node_modules/date-fns/locale/ta/cdn.min.js</a:t>
            </a:r>
          </a:p>
          <a:p>
            <a:pPr>
              <a:defRPr sz="1200"/>
            </a:pPr>
            <a:r>
              <a:t>D:/pasar_fix/node_modules/.bun/date-fns@4.1.0/node_modules/date-fns/locale/ta/cdn.min.js.map</a:t>
            </a:r>
          </a:p>
          <a:p>
            <a:pPr>
              <a:defRPr sz="1200"/>
            </a:pPr>
            <a:r>
              <a:t>D:/pasar_fix/node_modules/.bun/date-fns@4.1.0/node_modules/date-fns/locale/ta/_lib/formatDistance.cjs</a:t>
            </a:r>
          </a:p>
          <a:p>
            <a:pPr>
              <a:defRPr sz="1200"/>
            </a:pPr>
            <a:r>
              <a:t>D:/pasar_fix/node_modules/.bun/date-fns@4.1.0/node_modules/date-fns/locale/ta/_lib/formatDistance.d.cts</a:t>
            </a:r>
          </a:p>
          <a:p>
            <a:pPr>
              <a:defRPr sz="1200"/>
            </a:pPr>
            <a:r>
              <a:t>D:/pasar_fix/node_modules/.bun/date-fns@4.1.0/node_modules/date-fns/locale/ta/_lib/formatDistance.d.ts</a:t>
            </a:r>
          </a:p>
          <a:p>
            <a:pPr>
              <a:defRPr sz="1200"/>
            </a:pPr>
            <a:r>
              <a:t>D:/pasar_fix/node_modules/.bun/date-fns@4.1.0/node_modules/date-fns/locale/ta/_lib/formatDistance.js</a:t>
            </a:r>
          </a:p>
          <a:p>
            <a:pPr>
              <a:defRPr sz="1200"/>
            </a:pPr>
            <a:r>
              <a:t>D:/pasar_fix/node_modules/.bun/date-fns@4.1.0/node_modules/date-fns/locale/ta/_lib/formatLong.cjs</a:t>
            </a:r>
          </a:p>
          <a:p>
            <a:pPr>
              <a:defRPr sz="1200"/>
            </a:pPr>
            <a:r>
              <a:t>D:/pasar_fix/node_modules/.bun/date-fns@4.1.0/node_modules/date-fns/locale/ta/_lib/formatLong.d.cts</a:t>
            </a:r>
          </a:p>
          <a:p>
            <a:pPr>
              <a:defRPr sz="1200"/>
            </a:pPr>
            <a:r>
              <a:t>D:/pasar_fix/node_modules/.bun/date-fns@4.1.0/node_modules/date-fns/locale/ta/_lib/formatLong.d.ts</a:t>
            </a:r>
          </a:p>
          <a:p>
            <a:pPr>
              <a:defRPr sz="1200"/>
            </a:pPr>
            <a:r>
              <a:t>D:/pasar_fix/node_modules/.bun/date-fns@4.1.0/node_modules/date-fns/locale/ta/_lib/formatLong.js</a:t>
            </a:r>
          </a:p>
          <a:p>
            <a:pPr>
              <a:defRPr sz="1200"/>
            </a:pPr>
            <a:r>
              <a:t>D:/pasar_fix/node_modules/.bun/date-fns@4.1.0/node_modules/date-fns/locale/ta/_lib/formatRelative.cjs</a:t>
            </a:r>
          </a:p>
          <a:p>
            <a:pPr>
              <a:defRPr sz="1200"/>
            </a:pPr>
            <a:r>
              <a:t>D:/pasar_fix/node_modules/.bun/date-fns@4.1.0/node_modules/date-fns/locale/ta/_lib/formatRelative.d.cts</a:t>
            </a:r>
          </a:p>
          <a:p>
            <a:pPr>
              <a:defRPr sz="1200"/>
            </a:pPr>
            <a:r>
              <a:t>D:/pasar_fix/node_modules/.bun/date-fns@4.1.0/node_modules/date-fns/locale/ta/_lib/formatRelative.d.ts</a:t>
            </a:r>
          </a:p>
          <a:p>
            <a:pPr>
              <a:defRPr sz="1200"/>
            </a:pPr>
            <a:r>
              <a:t>D:/pasar_fix/node_modules/.bun/date-fns@4.1.0/node_modules/date-fns/locale/ta/_lib/formatRelative.js</a:t>
            </a:r>
          </a:p>
          <a:p>
            <a:pPr>
              <a:defRPr sz="1200"/>
            </a:pPr>
            <a:r>
              <a:t>D:/pasar_fix/node_modules/.bun/date-fns@4.1.0/node_modules/date-fns/locale/ta/_lib/localize.cjs</a:t>
            </a:r>
          </a:p>
          <a:p>
            <a:pPr>
              <a:defRPr sz="1200"/>
            </a:pPr>
            <a:r>
              <a:t>D:/pasar_fix/node_modules/.bun/date-fns@4.1.0/node_modules/date-fns/locale/ta/_lib/localize.d.cts</a:t>
            </a:r>
          </a:p>
          <a:p>
            <a:pPr>
              <a:defRPr sz="1200"/>
            </a:pPr>
            <a:r>
              <a:t>D:/pasar_fix/node_modules/.bun/date-fns@4.1.0/node_modules/date-fns/locale/ta/_lib/localize.d.ts</a:t>
            </a:r>
          </a:p>
          <a:p>
            <a:pPr>
              <a:defRPr sz="1200"/>
            </a:pPr>
            <a:r>
              <a:t>D:/pasar_fix/node_modules/.bun/date-fns@4.1.0/node_modules/date-fns/locale/ta/_lib/localize.js</a:t>
            </a:r>
          </a:p>
          <a:p>
            <a:pPr>
              <a:defRPr sz="1200"/>
            </a:pPr>
            <a:r>
              <a:t>D:/pasar_fix/node_modules/.bun/date-fns@4.1.0/node_modules/date-fns/locale/ta/_lib/match.cjs</a:t>
            </a:r>
          </a:p>
          <a:p>
            <a:pPr>
              <a:defRPr sz="1200"/>
            </a:pPr>
            <a:r>
              <a:t>D:/pasar_fix/node_modules/.bun/date-fns@4.1.0/node_modules/date-fns/locale/ta/_lib/match.d.cts</a:t>
            </a:r>
          </a:p>
          <a:p>
            <a:pPr>
              <a:defRPr sz="1200"/>
            </a:pPr>
            <a:r>
              <a:t>D:/pasar_fix/node_modules/.bun/date-fns@4.1.0/node_modules/date-fns/locale/ta/_lib/match.d.ts</a:t>
            </a:r>
          </a:p>
          <a:p>
            <a:pPr>
              <a:defRPr sz="1200"/>
            </a:pPr>
            <a:r>
              <a:t>D:/pasar_fix/node_modules/.bun/date-fns@4.1.0/node_modules/date-fns/locale/ta/_lib/match.js</a:t>
            </a:r>
          </a:p>
          <a:p>
            <a:pPr>
              <a:defRPr sz="1200"/>
            </a:pPr>
            <a:r>
              <a:t>D:/pasar_fix/node_modules/.bun/date-fns@4.1.0/node_modules/date-fns/locale/te/cdn.js</a:t>
            </a:r>
          </a:p>
          <a:p>
            <a:pPr>
              <a:defRPr sz="1200"/>
            </a:pPr>
            <a:r>
              <a:t>D:/pasar_fix/node_modules/.bun/date-fns@4.1.0/node_modules/date-fns/locale/te/cdn.js.map</a:t>
            </a:r>
          </a:p>
          <a:p>
            <a:pPr>
              <a:defRPr sz="1200"/>
            </a:pPr>
            <a:r>
              <a:t>D:/pasar_fix/node_modules/.bun/date-fns@4.1.0/node_modules/date-fns/locale/te/cdn.min.js</a:t>
            </a:r>
          </a:p>
          <a:p>
            <a:pPr>
              <a:defRPr sz="1200"/>
            </a:pPr>
            <a:r>
              <a:t>D:/pasar_fix/node_modules/.bun/date-fns@4.1.0/node_modules/date-fns/locale/te/cdn.min.js.map</a:t>
            </a:r>
          </a:p>
          <a:p>
            <a:pPr>
              <a:defRPr sz="1200"/>
            </a:pPr>
            <a:r>
              <a:t>D:/pasar_fix/node_modules/.bun/date-fns@4.1.0/node_modules/date-fns/locale/te/_lib/formatDistance.cjs</a:t>
            </a:r>
          </a:p>
          <a:p>
            <a:pPr>
              <a:defRPr sz="1200"/>
            </a:pPr>
            <a:r>
              <a:t>D:/pasar_fix/node_modules/.bun/date-fns@4.1.0/node_modules/date-fns/locale/te/_lib/formatDistance.d.cts</a:t>
            </a:r>
          </a:p>
          <a:p>
            <a:pPr>
              <a:defRPr sz="1200"/>
            </a:pPr>
            <a:r>
              <a:t>D:/pasar_fix/node_modules/.bun/date-fns@4.1.0/node_modules/date-fns/locale/te/_lib/formatDistance.d.ts</a:t>
            </a:r>
          </a:p>
          <a:p>
            <a:pPr>
              <a:defRPr sz="1200"/>
            </a:pPr>
            <a:r>
              <a:t>D:/pasar_fix/node_modules/.bun/date-fns@4.1.0/node_modules/date-fns/locale/te/_lib/formatDistance.js</a:t>
            </a:r>
          </a:p>
          <a:p>
            <a:pPr>
              <a:defRPr sz="1200"/>
            </a:pPr>
            <a:r>
              <a:t>D:/pasar_fix/node_modules/.bun/date-fns@4.1.0/node_modules/date-fns/locale/te/_lib/formatLong.cjs</a:t>
            </a:r>
          </a:p>
          <a:p>
            <a:pPr>
              <a:defRPr sz="1200"/>
            </a:pPr>
            <a:r>
              <a:t>D:/pasar_fix/node_modules/.bun/date-fns@4.1.0/node_modules/date-fns/locale/te/_lib/formatLong.d.cts</a:t>
            </a:r>
          </a:p>
          <a:p>
            <a:pPr>
              <a:defRPr sz="1200"/>
            </a:pPr>
            <a:r>
              <a:t>D:/pasar_fix/node_modules/.bun/date-fns@4.1.0/node_modules/date-fns/locale/te/_lib/formatLong.d.ts</a:t>
            </a:r>
          </a:p>
          <a:p>
            <a:pPr>
              <a:defRPr sz="1200"/>
            </a:pPr>
            <a:r>
              <a:t>D:/pasar_fix/node_modules/.bun/date-fns@4.1.0/node_modules/date-fns/locale/te/_lib/formatLong.js</a:t>
            </a:r>
          </a:p>
          <a:p>
            <a:pPr>
              <a:defRPr sz="1200"/>
            </a:pPr>
            <a:r>
              <a:t>D:/pasar_fix/node_modules/.bun/date-fns@4.1.0/node_modules/date-fns/locale/te/_lib/formatRelative.cjs</a:t>
            </a:r>
          </a:p>
          <a:p>
            <a:pPr>
              <a:defRPr sz="1200"/>
            </a:pPr>
            <a:r>
              <a:t>D:/pasar_fix/node_modules/.bun/date-fns@4.1.0/node_modules/date-fns/locale/te/_lib/formatRelative.d.cts</a:t>
            </a:r>
          </a:p>
          <a:p>
            <a:pPr>
              <a:defRPr sz="1200"/>
            </a:pPr>
            <a:r>
              <a:t>D:/pasar_fix/node_modules/.bun/date-fns@4.1.0/node_modules/date-fns/locale/te/_lib/formatRelative.d.ts</a:t>
            </a:r>
          </a:p>
          <a:p>
            <a:pPr>
              <a:defRPr sz="1200"/>
            </a:pPr>
            <a:r>
              <a:t>D:/pasar_fix/node_modules/.bun/date-fns@4.1.0/node_modules/date-fns/locale/te/_lib/formatRelative.js</a:t>
            </a:r>
          </a:p>
          <a:p>
            <a:pPr>
              <a:defRPr sz="1200"/>
            </a:pPr>
            <a:r>
              <a:t>D:/pasar_fix/node_modules/.bun/date-fns@4.1.0/node_modules/date-fns/locale/te/_lib/localize.cjs</a:t>
            </a:r>
          </a:p>
          <a:p>
            <a:pPr>
              <a:defRPr sz="1200"/>
            </a:pPr>
            <a:r>
              <a:t>D:/pasar_fix/node_modules/.bun/date-fns@4.1.0/node_modules/date-fns/locale/te/_lib/localize.d.cts</a:t>
            </a:r>
          </a:p>
          <a:p>
            <a:pPr>
              <a:defRPr sz="1200"/>
            </a:pPr>
            <a:r>
              <a:t>D:/pasar_fix/node_modules/.bun/date-fns@4.1.0/node_modules/date-fns/locale/te/_lib/localize.d.ts</a:t>
            </a:r>
          </a:p>
          <a:p>
            <a:pPr>
              <a:defRPr sz="1200"/>
            </a:pPr>
            <a:r>
              <a:t>D:/pasar_fix/node_modules/.bun/date-fns@4.1.0/node_modules/date-fns/locale/te/_lib/localize.js</a:t>
            </a:r>
          </a:p>
          <a:p>
            <a:pPr>
              <a:defRPr sz="1200"/>
            </a:pPr>
            <a:r>
              <a:t>D:/pasar_fix/node_modules/.bun/date-fns@4.1.0/node_modules/date-fns/locale/te/_lib/match.cjs</a:t>
            </a:r>
          </a:p>
          <a:p>
            <a:pPr>
              <a:defRPr sz="1200"/>
            </a:pPr>
            <a:r>
              <a:t>D:/pasar_fix/node_modules/.bun/date-fns@4.1.0/node_modules/date-fns/locale/te/_lib/match.d.cts</a:t>
            </a:r>
          </a:p>
          <a:p>
            <a:pPr>
              <a:defRPr sz="1200"/>
            </a:pPr>
            <a:r>
              <a:t>D:/pasar_fix/node_modules/.bun/date-fns@4.1.0/node_modules/date-fns/locale/te/_lib/match.d.ts</a:t>
            </a:r>
          </a:p>
          <a:p>
            <a:pPr>
              <a:defRPr sz="1200"/>
            </a:pPr>
            <a:r>
              <a:t>D:/pasar_fix/node_modules/.bun/date-fns@4.1.0/node_modules/date-fns/locale/te/_lib/match.js</a:t>
            </a:r>
          </a:p>
          <a:p>
            <a:pPr>
              <a:defRPr sz="1200"/>
            </a:pPr>
            <a:r>
              <a:t>D:/pasar_fix/node_modules/.bun/date-fns@4.1.0/node_modules/date-fns/locale/th/cdn.js</a:t>
            </a:r>
          </a:p>
          <a:p>
            <a:pPr>
              <a:defRPr sz="1200"/>
            </a:pPr>
            <a:r>
              <a:t>D:/pasar_fix/node_modules/.bun/date-fns@4.1.0/node_modules/date-fns/locale/th/cdn.js.map</a:t>
            </a:r>
          </a:p>
          <a:p>
            <a:pPr>
              <a:defRPr sz="1200"/>
            </a:pPr>
            <a:r>
              <a:t>D:/pasar_fix/node_modules/.bun/date-fns@4.1.0/node_modules/date-fns/locale/th/cdn.min.js</a:t>
            </a:r>
          </a:p>
          <a:p>
            <a:pPr>
              <a:defRPr sz="1200"/>
            </a:pPr>
            <a:r>
              <a:t>D:/pasar_fix/node_modules/.bun/date-fns@4.1.0/node_modules/date-fns/locale/th/cdn.min.js.map</a:t>
            </a:r>
          </a:p>
          <a:p>
            <a:pPr>
              <a:defRPr sz="1200"/>
            </a:pPr>
            <a:r>
              <a:t>D:/pasar_fix/node_modules/.bun/date-fns@4.1.0/node_modules/date-fns/locale/th/_lib/formatDistance.cjs</a:t>
            </a:r>
          </a:p>
          <a:p>
            <a:pPr>
              <a:defRPr sz="1200"/>
            </a:pPr>
            <a:r>
              <a:t>D:/pasar_fix/node_modules/.bun/date-fns@4.1.0/node_modules/date-fns/locale/th/_lib/formatDistance.d.cts</a:t>
            </a:r>
          </a:p>
          <a:p>
            <a:pPr>
              <a:defRPr sz="1200"/>
            </a:pPr>
            <a:r>
              <a:t>D:/pasar_fix/node_modules/.bun/date-fns@4.1.0/node_modules/date-fns/locale/th/_lib/formatDistance.d.ts</a:t>
            </a:r>
          </a:p>
          <a:p>
            <a:pPr>
              <a:defRPr sz="1200"/>
            </a:pPr>
            <a:r>
              <a:t>D:/pasar_fix/node_modules/.bun/date-fns@4.1.0/node_modules/date-fns/locale/th/_lib/formatDistance.js</a:t>
            </a:r>
          </a:p>
          <a:p>
            <a:pPr>
              <a:defRPr sz="1200"/>
            </a:pPr>
            <a:r>
              <a:t>D:/pasar_fix/node_modules/.bun/date-fns@4.1.0/node_modules/date-fns/locale/th/_lib/formatLong.cjs</a:t>
            </a:r>
          </a:p>
          <a:p>
            <a:pPr>
              <a:defRPr sz="1200"/>
            </a:pPr>
            <a:r>
              <a:t>D:/pasar_fix/node_modules/.bun/date-fns@4.1.0/node_modules/date-fns/locale/th/_lib/formatLong.d.cts</a:t>
            </a:r>
          </a:p>
          <a:p>
            <a:pPr>
              <a:defRPr sz="1200"/>
            </a:pPr>
            <a:r>
              <a:t>D:/pasar_fix/node_modules/.bun/date-fns@4.1.0/node_modules/date-fns/locale/th/_lib/formatLong.d.ts</a:t>
            </a:r>
          </a:p>
          <a:p>
            <a:pPr>
              <a:defRPr sz="1200"/>
            </a:pPr>
            <a:r>
              <a:t>D:/pasar_fix/node_modules/.bun/date-fns@4.1.0/node_modules/date-fns/locale/th/_lib/formatLong.js</a:t>
            </a:r>
          </a:p>
          <a:p>
            <a:pPr>
              <a:defRPr sz="1200"/>
            </a:pPr>
            <a:r>
              <a:t>D:/pasar_fix/node_modules/.bun/date-fns@4.1.0/node_modules/date-fns/locale/th/_lib/formatRelative.cjs</a:t>
            </a:r>
          </a:p>
          <a:p>
            <a:pPr>
              <a:defRPr sz="1200"/>
            </a:pPr>
            <a:r>
              <a:t>D:/pasar_fix/node_modules/.bun/date-fns@4.1.0/node_modules/date-fns/locale/th/_lib/formatRelative.d.cts</a:t>
            </a:r>
          </a:p>
          <a:p>
            <a:pPr>
              <a:defRPr sz="1200"/>
            </a:pPr>
            <a:r>
              <a:t>D:/pasar_fix/node_modules/.bun/date-fns@4.1.0/node_modules/date-fns/locale/th/_lib/formatRelative.d.ts</a:t>
            </a:r>
          </a:p>
          <a:p>
            <a:pPr>
              <a:defRPr sz="1200"/>
            </a:pPr>
            <a:r>
              <a:t>D:/pasar_fix/node_modules/.bun/date-fns@4.1.0/node_modules/date-fns/locale/th/_lib/formatRelative.js</a:t>
            </a:r>
          </a:p>
          <a:p>
            <a:pPr>
              <a:defRPr sz="1200"/>
            </a:pPr>
            <a:r>
              <a:t>D:/pasar_fix/node_modules/.bun/date-fns@4.1.0/node_modules/date-fns/locale/th/_lib/localize.cjs</a:t>
            </a:r>
          </a:p>
          <a:p>
            <a:pPr>
              <a:defRPr sz="1200"/>
            </a:pPr>
            <a:r>
              <a:t>D:/pasar_fix/node_modules/.bun/date-fns@4.1.0/node_modules/date-fns/locale/th/_lib/localize.d.cts</a:t>
            </a:r>
          </a:p>
          <a:p>
            <a:pPr>
              <a:defRPr sz="1200"/>
            </a:pPr>
            <a:r>
              <a:t>D:/pasar_fix/node_modules/.bun/date-fns@4.1.0/node_modules/date-fns/locale/th/_lib/localize.d.ts</a:t>
            </a:r>
          </a:p>
          <a:p>
            <a:pPr>
              <a:defRPr sz="1200"/>
            </a:pPr>
            <a:r>
              <a:t>D:/pasar_fix/node_modules/.bun/date-fns@4.1.0/node_modules/date-fns/locale/th/_lib/localize.js</a:t>
            </a:r>
          </a:p>
          <a:p>
            <a:pPr>
              <a:defRPr sz="1200"/>
            </a:pPr>
            <a:r>
              <a:t>D:/pasar_fix/node_modules/.bun/date-fns@4.1.0/node_modules/date-fns/locale/th/_lib/match.cjs</a:t>
            </a:r>
          </a:p>
          <a:p>
            <a:pPr>
              <a:defRPr sz="1200"/>
            </a:pPr>
            <a:r>
              <a:t>D:/pasar_fix/node_modules/.bun/date-fns@4.1.0/node_modules/date-fns/locale/th/_lib/match.d.cts</a:t>
            </a:r>
          </a:p>
          <a:p>
            <a:pPr>
              <a:defRPr sz="1200"/>
            </a:pPr>
            <a:r>
              <a:t>D:/pasar_fix/node_modules/.bun/date-fns@4.1.0/node_modules/date-fns/locale/th/_lib/match.d.ts</a:t>
            </a:r>
          </a:p>
          <a:p>
            <a:pPr>
              <a:defRPr sz="1200"/>
            </a:pPr>
            <a:r>
              <a:t>D:/pasar_fix/node_modules/.bun/date-fns@4.1.0/node_modules/date-fns/locale/th/_lib/match.js</a:t>
            </a:r>
          </a:p>
          <a:p>
            <a:pPr>
              <a:defRPr sz="1200"/>
            </a:pPr>
            <a:r>
              <a:t>D:/pasar_fix/node_modules/.bun/date-fns@4.1.0/node_modules/date-fns/locale/tr/cdn.js</a:t>
            </a:r>
          </a:p>
          <a:p>
            <a:pPr>
              <a:defRPr sz="1200"/>
            </a:pPr>
            <a:r>
              <a:t>D:/pasar_fix/node_modules/.bun/date-fns@4.1.0/node_modules/date-fns/locale/tr/cdn.js.map</a:t>
            </a:r>
          </a:p>
          <a:p>
            <a:pPr>
              <a:defRPr sz="1200"/>
            </a:pPr>
            <a:r>
              <a:t>D:/pasar_fix/node_modules/.bun/date-fns@4.1.0/node_modules/date-fns/locale/tr/cdn.min.js</a:t>
            </a:r>
          </a:p>
          <a:p>
            <a:pPr>
              <a:defRPr sz="1200"/>
            </a:pPr>
            <a:r>
              <a:t>D:/pasar_fix/node_modules/.bun/date-fns@4.1.0/node_modules/date-fns/locale/tr/cdn.min.js.map</a:t>
            </a:r>
          </a:p>
          <a:p>
            <a:pPr>
              <a:defRPr sz="1200"/>
            </a:pPr>
            <a:r>
              <a:t>D:/pasar_fix/node_modules/.bun/date-fns@4.1.0/node_modules/date-fns/locale/tr/_lib/formatDistance.cjs</a:t>
            </a:r>
          </a:p>
          <a:p>
            <a:pPr>
              <a:defRPr sz="1200"/>
            </a:pPr>
            <a:r>
              <a:t>D:/pasar_fix/node_modules/.bun/date-fns@4.1.0/node_modules/date-fns/locale/tr/_lib/formatDistance.d.cts</a:t>
            </a:r>
          </a:p>
          <a:p>
            <a:pPr>
              <a:defRPr sz="1200"/>
            </a:pPr>
            <a:r>
              <a:t>D:/pasar_fix/node_modules/.bun/date-fns@4.1.0/node_modules/date-fns/locale/tr/_lib/formatDistance.d.ts</a:t>
            </a:r>
          </a:p>
          <a:p>
            <a:pPr>
              <a:defRPr sz="1200"/>
            </a:pPr>
            <a:r>
              <a:t>D:/pasar_fix/node_modules/.bun/date-fns@4.1.0/node_modules/date-fns/locale/tr/_lib/formatDistance.js</a:t>
            </a:r>
          </a:p>
          <a:p>
            <a:pPr>
              <a:defRPr sz="1200"/>
            </a:pPr>
            <a:r>
              <a:t>D:/pasar_fix/node_modules/.bun/date-fns@4.1.0/node_modules/date-fns/locale/tr/_lib/formatLong.cjs</a:t>
            </a:r>
          </a:p>
          <a:p>
            <a:pPr>
              <a:defRPr sz="1200"/>
            </a:pPr>
            <a:r>
              <a:t>D:/pasar_fix/node_modules/.bun/date-fns@4.1.0/node_modules/date-fns/locale/tr/_lib/formatLong.d.cts</a:t>
            </a:r>
          </a:p>
          <a:p>
            <a:pPr>
              <a:defRPr sz="1200"/>
            </a:pPr>
            <a:r>
              <a:t>D:/pasar_fix/node_modules/.bun/date-fns@4.1.0/node_modules/date-fns/locale/tr/_lib/formatLong.d.ts</a:t>
            </a:r>
          </a:p>
          <a:p>
            <a:pPr>
              <a:defRPr sz="1200"/>
            </a:pPr>
            <a:r>
              <a:t>D:/pasar_fix/node_modules/.bun/date-fns@4.1.0/node_modules/date-fns/locale/tr/_lib/formatLong.js</a:t>
            </a:r>
          </a:p>
          <a:p>
            <a:pPr>
              <a:defRPr sz="1200"/>
            </a:pPr>
            <a:r>
              <a:t>D:/pasar_fix/node_modules/.bun/date-fns@4.1.0/node_modules/date-fns/locale/tr/_lib/formatRelative.cjs</a:t>
            </a:r>
          </a:p>
          <a:p>
            <a:pPr>
              <a:defRPr sz="1200"/>
            </a:pPr>
            <a:r>
              <a:t>D:/pasar_fix/node_modules/.bun/date-fns@4.1.0/node_modules/date-fns/locale/tr/_lib/formatRelative.d.cts</a:t>
            </a:r>
          </a:p>
          <a:p>
            <a:pPr>
              <a:defRPr sz="1200"/>
            </a:pPr>
            <a:r>
              <a:t>D:/pasar_fix/node_modules/.bun/date-fns@4.1.0/node_modules/date-fns/locale/tr/_lib/formatRelative.d.ts</a:t>
            </a:r>
          </a:p>
          <a:p>
            <a:pPr>
              <a:defRPr sz="1200"/>
            </a:pPr>
            <a:r>
              <a:t>D:/pasar_fix/node_modules/.bun/date-fns@4.1.0/node_modules/date-fns/locale/tr/_lib/formatRelative.js</a:t>
            </a:r>
          </a:p>
          <a:p>
            <a:pPr>
              <a:defRPr sz="1200"/>
            </a:pPr>
            <a:r>
              <a:t>D:/pasar_fix/node_modules/.bun/date-fns@4.1.0/node_modules/date-fns/locale/tr/_lib/localize.cjs</a:t>
            </a:r>
          </a:p>
          <a:p>
            <a:pPr>
              <a:defRPr sz="1200"/>
            </a:pPr>
            <a:r>
              <a:t>D:/pasar_fix/node_modules/.bun/date-fns@4.1.0/node_modules/date-fns/locale/tr/_lib/localize.d.cts</a:t>
            </a:r>
          </a:p>
          <a:p>
            <a:pPr>
              <a:defRPr sz="1200"/>
            </a:pPr>
            <a:r>
              <a:t>D:/pasar_fix/node_modules/.bun/date-fns@4.1.0/node_modules/date-fns/locale/tr/_lib/localize.d.ts</a:t>
            </a:r>
          </a:p>
          <a:p>
            <a:pPr>
              <a:defRPr sz="1200"/>
            </a:pPr>
            <a:r>
              <a:t>D:/pasar_fix/node_modules/.bun/date-fns@4.1.0/node_modules/date-fns/locale/tr/_lib/localize.js</a:t>
            </a:r>
          </a:p>
          <a:p>
            <a:pPr>
              <a:defRPr sz="1200"/>
            </a:pPr>
            <a:r>
              <a:t>D:/pasar_fix/node_modules/.bun/date-fns@4.1.0/node_modules/date-fns/locale/tr/_lib/match.cjs</a:t>
            </a:r>
          </a:p>
          <a:p>
            <a:pPr>
              <a:defRPr sz="1200"/>
            </a:pPr>
            <a:r>
              <a:t>D:/pasar_fix/node_modules/.bun/date-fns@4.1.0/node_modules/date-fns/locale/tr/_lib/match.d.cts</a:t>
            </a:r>
          </a:p>
          <a:p>
            <a:pPr>
              <a:defRPr sz="1200"/>
            </a:pPr>
            <a:r>
              <a:t>D:/pasar_fix/node_modules/.bun/date-fns@4.1.0/node_modules/date-fns/locale/tr/_lib/match.d.ts</a:t>
            </a:r>
          </a:p>
          <a:p>
            <a:pPr>
              <a:defRPr sz="1200"/>
            </a:pPr>
            <a:r>
              <a:t>D:/pasar_fix/node_modules/.bun/date-fns@4.1.0/node_modules/date-fns/locale/tr/_lib/match.js</a:t>
            </a:r>
          </a:p>
          <a:p>
            <a:pPr>
              <a:defRPr sz="1200"/>
            </a:pPr>
            <a:r>
              <a:t>D:/pasar_fix/node_modules/.bun/date-fns@4.1.0/node_modules/date-fns/locale/ug/cdn.js</a:t>
            </a:r>
          </a:p>
          <a:p>
            <a:pPr>
              <a:defRPr sz="1200"/>
            </a:pPr>
            <a:r>
              <a:t>D:/pasar_fix/node_modules/.bun/date-fns@4.1.0/node_modules/date-fns/locale/ug/cdn.js.map</a:t>
            </a:r>
          </a:p>
          <a:p>
            <a:pPr>
              <a:defRPr sz="1200"/>
            </a:pPr>
            <a:r>
              <a:t>D:/pasar_fix/node_modules/.bun/date-fns@4.1.0/node_modules/date-fns/locale/ug/cdn.min.js</a:t>
            </a:r>
          </a:p>
          <a:p>
            <a:pPr>
              <a:defRPr sz="1200"/>
            </a:pPr>
            <a:r>
              <a:t>D:/pasar_fix/node_modules/.bun/date-fns@4.1.0/node_modules/date-fns/locale/ug/cdn.min.js.map</a:t>
            </a:r>
          </a:p>
          <a:p>
            <a:pPr>
              <a:defRPr sz="1200"/>
            </a:pPr>
            <a:r>
              <a:t>D:/pasar_fix/node_modules/.bun/date-fns@4.1.0/node_modules/date-fns/locale/ug/_lib/formatDistance.cjs</a:t>
            </a:r>
          </a:p>
          <a:p>
            <a:pPr>
              <a:defRPr sz="1200"/>
            </a:pPr>
            <a:r>
              <a:t>D:/pasar_fix/node_modules/.bun/date-fns@4.1.0/node_modules/date-fns/locale/ug/_lib/formatDistance.d.cts</a:t>
            </a:r>
          </a:p>
          <a:p>
            <a:pPr>
              <a:defRPr sz="1200"/>
            </a:pPr>
            <a:r>
              <a:t>D:/pasar_fix/node_modules/.bun/date-fns@4.1.0/node_modules/date-fns/locale/ug/_lib/formatDistance.d.ts</a:t>
            </a:r>
          </a:p>
          <a:p>
            <a:pPr>
              <a:defRPr sz="1200"/>
            </a:pPr>
            <a:r>
              <a:t>D:/pasar_fix/node_modules/.bun/date-fns@4.1.0/node_modules/date-fns/locale/ug/_lib/formatDistance.js</a:t>
            </a:r>
          </a:p>
          <a:p>
            <a:pPr>
              <a:defRPr sz="1200"/>
            </a:pPr>
            <a:r>
              <a:t>D:/pasar_fix/node_modules/.bun/date-fns@4.1.0/node_modules/date-fns/locale/ug/_lib/formatLong.cjs</a:t>
            </a:r>
          </a:p>
          <a:p>
            <a:pPr>
              <a:defRPr sz="1200"/>
            </a:pPr>
            <a:r>
              <a:t>D:/pasar_fix/node_modules/.bun/date-fns@4.1.0/node_modules/date-fns/locale/ug/_lib/formatLong.d.cts</a:t>
            </a:r>
          </a:p>
          <a:p>
            <a:pPr>
              <a:defRPr sz="1200"/>
            </a:pPr>
            <a:r>
              <a:t>D:/pasar_fix/node_modules/.bun/date-fns@4.1.0/node_modules/date-fns/locale/ug/_lib/formatLong.d.ts</a:t>
            </a:r>
          </a:p>
          <a:p>
            <a:pPr>
              <a:defRPr sz="1200"/>
            </a:pPr>
            <a:r>
              <a:t>D:/pasar_fix/node_modules/.bun/date-fns@4.1.0/node_modules/date-fns/locale/ug/_lib/formatLong.js</a:t>
            </a:r>
          </a:p>
          <a:p>
            <a:pPr>
              <a:defRPr sz="1200"/>
            </a:pPr>
            <a:r>
              <a:t>D:/pasar_fix/node_modules/.bun/date-fns@4.1.0/node_modules/date-fns/locale/ug/_lib/formatRelative.cjs</a:t>
            </a:r>
          </a:p>
          <a:p>
            <a:pPr>
              <a:defRPr sz="1200"/>
            </a:pPr>
            <a:r>
              <a:t>D:/pasar_fix/node_modules/.bun/date-fns@4.1.0/node_modules/date-fns/locale/ug/_lib/formatRelative.d.cts</a:t>
            </a:r>
          </a:p>
          <a:p>
            <a:pPr>
              <a:defRPr sz="1200"/>
            </a:pPr>
            <a:r>
              <a:t>D:/pasar_fix/node_modules/.bun/date-fns@4.1.0/node_modules/date-fns/locale/ug/_lib/formatRelative.d.ts</a:t>
            </a:r>
          </a:p>
          <a:p>
            <a:pPr>
              <a:defRPr sz="1200"/>
            </a:pPr>
            <a:r>
              <a:t>D:/pasar_fix/node_modules/.bun/date-fns@4.1.0/node_modules/date-fns/locale/ug/_lib/formatRelative.js</a:t>
            </a:r>
          </a:p>
          <a:p>
            <a:pPr>
              <a:defRPr sz="1200"/>
            </a:pPr>
            <a:r>
              <a:t>D:/pasar_fix/node_modules/.bun/date-fns@4.1.0/node_modules/date-fns/locale/ug/_lib/localize.cjs</a:t>
            </a:r>
          </a:p>
          <a:p>
            <a:pPr>
              <a:defRPr sz="1200"/>
            </a:pPr>
            <a:r>
              <a:t>D:/pasar_fix/node_modules/.bun/date-fns@4.1.0/node_modules/date-fns/locale/ug/_lib/localize.d.cts</a:t>
            </a:r>
          </a:p>
          <a:p>
            <a:pPr>
              <a:defRPr sz="1200"/>
            </a:pPr>
            <a:r>
              <a:t>D:/pasar_fix/node_modules/.bun/date-fns@4.1.0/node_modules/date-fns/locale/ug/_lib/localize.d.ts</a:t>
            </a:r>
          </a:p>
          <a:p>
            <a:pPr>
              <a:defRPr sz="1200"/>
            </a:pPr>
            <a:r>
              <a:t>D:/pasar_fix/node_modules/.bun/date-fns@4.1.0/node_modules/date-fns/locale/ug/_lib/localize.js</a:t>
            </a:r>
          </a:p>
          <a:p>
            <a:pPr>
              <a:defRPr sz="1200"/>
            </a:pPr>
            <a:r>
              <a:t>D:/pasar_fix/node_modules/.bun/date-fns@4.1.0/node_modules/date-fns/locale/ug/_lib/match.cjs</a:t>
            </a:r>
          </a:p>
          <a:p>
            <a:pPr>
              <a:defRPr sz="1200"/>
            </a:pPr>
            <a:r>
              <a:t>D:/pasar_fix/node_modules/.bun/date-fns@4.1.0/node_modules/date-fns/locale/ug/_lib/match.d.cts</a:t>
            </a:r>
          </a:p>
          <a:p>
            <a:pPr>
              <a:defRPr sz="1200"/>
            </a:pPr>
            <a:r>
              <a:t>D:/pasar_fix/node_modules/.bun/date-fns@4.1.0/node_modules/date-fns/locale/ug/_lib/match.d.ts</a:t>
            </a:r>
          </a:p>
          <a:p>
            <a:pPr>
              <a:defRPr sz="1200"/>
            </a:pPr>
            <a:r>
              <a:t>D:/pasar_fix/node_modules/.bun/date-fns@4.1.0/node_modules/date-fns/locale/ug/_lib/match.js</a:t>
            </a:r>
          </a:p>
          <a:p>
            <a:pPr>
              <a:defRPr sz="1200"/>
            </a:pPr>
            <a:r>
              <a:t>D:/pasar_fix/node_modules/.bun/date-fns@4.1.0/node_modules/date-fns/locale/uk/cdn.js</a:t>
            </a:r>
          </a:p>
          <a:p>
            <a:pPr>
              <a:defRPr sz="1200"/>
            </a:pPr>
            <a:r>
              <a:t>D:/pasar_fix/node_modules/.bun/date-fns@4.1.0/node_modules/date-fns/locale/uk/cdn.js.map</a:t>
            </a:r>
          </a:p>
          <a:p>
            <a:pPr>
              <a:defRPr sz="1200"/>
            </a:pPr>
            <a:r>
              <a:t>D:/pasar_fix/node_modules/.bun/date-fns@4.1.0/node_modules/date-fns/locale/uk/cdn.min.js</a:t>
            </a:r>
          </a:p>
          <a:p>
            <a:pPr>
              <a:defRPr sz="1200"/>
            </a:pPr>
            <a:r>
              <a:t>D:/pasar_fix/node_modules/.bun/date-fns@4.1.0/node_modules/date-fns/locale/uk/cdn.min.js.map</a:t>
            </a:r>
          </a:p>
          <a:p>
            <a:pPr>
              <a:defRPr sz="1200"/>
            </a:pPr>
            <a:r>
              <a:t>D:/pasar_fix/node_modules/.bun/date-fns@4.1.0/node_modules/date-fns/locale/uk/_lib/formatDistance.cjs</a:t>
            </a:r>
          </a:p>
          <a:p>
            <a:pPr>
              <a:defRPr sz="1200"/>
            </a:pPr>
            <a:r>
              <a:t>D:/pasar_fix/node_modules/.bun/date-fns@4.1.0/node_modules/date-fns/locale/uk/_lib/formatDistance.d.cts</a:t>
            </a:r>
          </a:p>
          <a:p>
            <a:pPr>
              <a:defRPr sz="1200"/>
            </a:pPr>
            <a:r>
              <a:t>D:/pasar_fix/node_modules/.bun/date-fns@4.1.0/node_modules/date-fns/locale/uk/_lib/formatDistance.d.ts</a:t>
            </a:r>
          </a:p>
          <a:p>
            <a:pPr>
              <a:defRPr sz="1200"/>
            </a:pPr>
            <a:r>
              <a:t>D:/pasar_fix/node_modules/.bun/date-fns@4.1.0/node_modules/date-fns/locale/uk/_lib/formatDistance.js</a:t>
            </a:r>
          </a:p>
          <a:p>
            <a:pPr>
              <a:defRPr sz="1200"/>
            </a:pPr>
            <a:r>
              <a:t>D:/pasar_fix/node_modules/.bun/date-fns@4.1.0/node_modules/date-fns/locale/uk/_lib/formatLong.cjs</a:t>
            </a:r>
          </a:p>
          <a:p>
            <a:pPr>
              <a:defRPr sz="1200"/>
            </a:pPr>
            <a:r>
              <a:t>D:/pasar_fix/node_modules/.bun/date-fns@4.1.0/node_modules/date-fns/locale/uk/_lib/formatLong.d.cts</a:t>
            </a:r>
          </a:p>
          <a:p>
            <a:pPr>
              <a:defRPr sz="1200"/>
            </a:pPr>
            <a:r>
              <a:t>D:/pasar_fix/node_modules/.bun/date-fns@4.1.0/node_modules/date-fns/locale/uk/_lib/formatLong.d.ts</a:t>
            </a:r>
          </a:p>
          <a:p>
            <a:pPr>
              <a:defRPr sz="1200"/>
            </a:pPr>
            <a:r>
              <a:t>D:/pasar_fix/node_modules/.bun/date-fns@4.1.0/node_modules/date-fns/locale/uk/_lib/formatLong.js</a:t>
            </a:r>
          </a:p>
          <a:p>
            <a:pPr>
              <a:defRPr sz="1200"/>
            </a:pPr>
            <a:r>
              <a:t>D:/pasar_fix/node_modules/.bun/date-fns@4.1.0/node_modules/date-fns/locale/uk/_lib/formatRelative.cjs</a:t>
            </a:r>
          </a:p>
          <a:p>
            <a:pPr>
              <a:defRPr sz="1200"/>
            </a:pPr>
            <a:r>
              <a:t>D:/pasar_fix/node_modules/.bun/date-fns@4.1.0/node_modules/date-fns/locale/uk/_lib/formatRelative.d.cts</a:t>
            </a:r>
          </a:p>
          <a:p>
            <a:pPr>
              <a:defRPr sz="1200"/>
            </a:pPr>
            <a:r>
              <a:t>D:/pasar_fix/node_modules/.bun/date-fns@4.1.0/node_modules/date-fns/locale/uk/_lib/formatRelative.d.ts</a:t>
            </a:r>
          </a:p>
          <a:p>
            <a:pPr>
              <a:defRPr sz="1200"/>
            </a:pPr>
            <a:r>
              <a:t>D:/pasar_fix/node_modules/.bun/date-fns@4.1.0/node_modules/date-fns/locale/uk/_lib/formatRelative.js</a:t>
            </a:r>
          </a:p>
          <a:p>
            <a:pPr>
              <a:defRPr sz="1200"/>
            </a:pPr>
            <a:r>
              <a:t>D:/pasar_fix/node_modules/.bun/date-fns@4.1.0/node_modules/date-fns/locale/uk/_lib/localize.cjs</a:t>
            </a:r>
          </a:p>
          <a:p>
            <a:pPr>
              <a:defRPr sz="1200"/>
            </a:pPr>
            <a:r>
              <a:t>D:/pasar_fix/node_modules/.bun/date-fns@4.1.0/node_modules/date-fns/locale/uk/_lib/localize.d.cts</a:t>
            </a:r>
          </a:p>
          <a:p>
            <a:pPr>
              <a:defRPr sz="1200"/>
            </a:pPr>
            <a:r>
              <a:t>D:/pasar_fix/node_modules/.bun/date-fns@4.1.0/node_modules/date-fns/locale/uk/_lib/localize.d.ts</a:t>
            </a:r>
          </a:p>
          <a:p>
            <a:pPr>
              <a:defRPr sz="1200"/>
            </a:pPr>
            <a:r>
              <a:t>D:/pasar_fix/node_modules/.bun/date-fns@4.1.0/node_modules/date-fns/locale/uk/_lib/localize.js</a:t>
            </a:r>
          </a:p>
          <a:p>
            <a:pPr>
              <a:defRPr sz="1200"/>
            </a:pPr>
            <a:r>
              <a:t>D:/pasar_fix/node_modules/.bun/date-fns@4.1.0/node_modules/date-fns/locale/uk/_lib/match.cjs</a:t>
            </a:r>
          </a:p>
          <a:p>
            <a:pPr>
              <a:defRPr sz="1200"/>
            </a:pPr>
            <a:r>
              <a:t>D:/pasar_fix/node_modules/.bun/date-fns@4.1.0/node_modules/date-fns/locale/uk/_lib/match.d.cts</a:t>
            </a:r>
          </a:p>
          <a:p>
            <a:pPr>
              <a:defRPr sz="1200"/>
            </a:pPr>
            <a:r>
              <a:t>D:/pasar_fix/node_modules/.bun/date-fns@4.1.0/node_modules/date-fns/locale/uk/_lib/match.d.ts</a:t>
            </a:r>
          </a:p>
          <a:p>
            <a:pPr>
              <a:defRPr sz="1200"/>
            </a:pPr>
            <a:r>
              <a:t>D:/pasar_fix/node_modules/.bun/date-fns@4.1.0/node_modules/date-fns/locale/uk/_lib/match.js</a:t>
            </a:r>
          </a:p>
          <a:p>
            <a:pPr>
              <a:defRPr sz="1200"/>
            </a:pPr>
            <a:r>
              <a:t>D:/pasar_fix/node_modules/.bun/date-fns@4.1.0/node_modules/date-fns/locale/uz/cdn.js</a:t>
            </a:r>
          </a:p>
          <a:p>
            <a:pPr>
              <a:defRPr sz="1200"/>
            </a:pPr>
            <a:r>
              <a:t>D:/pasar_fix/node_modules/.bun/date-fns@4.1.0/node_modules/date-fns/locale/uz/cdn.js.map</a:t>
            </a:r>
          </a:p>
          <a:p>
            <a:pPr>
              <a:defRPr sz="1200"/>
            </a:pPr>
            <a:r>
              <a:t>D:/pasar_fix/node_modules/.bun/date-fns@4.1.0/node_modules/date-fns/locale/uz/cdn.min.js</a:t>
            </a:r>
          </a:p>
          <a:p>
            <a:pPr>
              <a:defRPr sz="1200"/>
            </a:pPr>
            <a:r>
              <a:t>D:/pasar_fix/node_modules/.bun/date-fns@4.1.0/node_modules/date-fns/locale/uz/cdn.min.js.map</a:t>
            </a:r>
          </a:p>
          <a:p>
            <a:pPr>
              <a:defRPr sz="1200"/>
            </a:pPr>
            <a:r>
              <a:t>D:/pasar_fix/node_modules/.bun/date-fns@4.1.0/node_modules/date-fns/locale/uz/_lib/formatDistance.cjs</a:t>
            </a:r>
          </a:p>
          <a:p>
            <a:pPr>
              <a:defRPr sz="1200"/>
            </a:pPr>
            <a:r>
              <a:t>D:/pasar_fix/node_modules/.bun/date-fns@4.1.0/node_modules/date-fns/locale/uz/_lib/formatDistance.d.cts</a:t>
            </a:r>
          </a:p>
          <a:p>
            <a:pPr>
              <a:defRPr sz="1200"/>
            </a:pPr>
            <a:r>
              <a:t>D:/pasar_fix/node_modules/.bun/date-fns@4.1.0/node_modules/date-fns/locale/uz/_lib/formatDistance.d.ts</a:t>
            </a:r>
          </a:p>
          <a:p>
            <a:pPr>
              <a:defRPr sz="1200"/>
            </a:pPr>
            <a:r>
              <a:t>D:/pasar_fix/node_modules/.bun/date-fns@4.1.0/node_modules/date-fns/locale/uz/_lib/formatDistance.js</a:t>
            </a:r>
          </a:p>
          <a:p>
            <a:pPr>
              <a:defRPr sz="1200"/>
            </a:pPr>
            <a:r>
              <a:t>D:/pasar_fix/node_modules/.bun/date-fns@4.1.0/node_modules/date-fns/locale/uz/_lib/formatLong.cjs</a:t>
            </a:r>
          </a:p>
          <a:p>
            <a:pPr>
              <a:defRPr sz="1200"/>
            </a:pPr>
            <a:r>
              <a:t>D:/pasar_fix/node_modules/.bun/date-fns@4.1.0/node_modules/date-fns/locale/uz/_lib/formatLong.d.cts</a:t>
            </a:r>
          </a:p>
          <a:p>
            <a:pPr>
              <a:defRPr sz="1200"/>
            </a:pPr>
            <a:r>
              <a:t>D:/pasar_fix/node_modules/.bun/date-fns@4.1.0/node_modules/date-fns/locale/uz/_lib/formatLong.d.ts</a:t>
            </a:r>
          </a:p>
          <a:p>
            <a:pPr>
              <a:defRPr sz="1200"/>
            </a:pPr>
            <a:r>
              <a:t>D:/pasar_fix/node_modules/.bun/date-fns@4.1.0/node_modules/date-fns/locale/uz/_lib/formatLong.js</a:t>
            </a:r>
          </a:p>
          <a:p>
            <a:pPr>
              <a:defRPr sz="1200"/>
            </a:pPr>
            <a:r>
              <a:t>D:/pasar_fix/node_modules/.bun/date-fns@4.1.0/node_modules/date-fns/locale/uz/_lib/formatRelative.cjs</a:t>
            </a:r>
          </a:p>
          <a:p>
            <a:pPr>
              <a:defRPr sz="1200"/>
            </a:pPr>
            <a:r>
              <a:t>D:/pasar_fix/node_modules/.bun/date-fns@4.1.0/node_modules/date-fns/locale/uz/_lib/formatRelative.d.cts</a:t>
            </a:r>
          </a:p>
          <a:p>
            <a:pPr>
              <a:defRPr sz="1200"/>
            </a:pPr>
            <a:r>
              <a:t>D:/pasar_fix/node_modules/.bun/date-fns@4.1.0/node_modules/date-fns/locale/uz/_lib/formatRelative.d.ts</a:t>
            </a:r>
          </a:p>
          <a:p>
            <a:pPr>
              <a:defRPr sz="1200"/>
            </a:pPr>
            <a:r>
              <a:t>D:/pasar_fix/node_modules/.bun/date-fns@4.1.0/node_modules/date-fns/locale/uz/_lib/formatRelative.js</a:t>
            </a:r>
          </a:p>
          <a:p>
            <a:pPr>
              <a:defRPr sz="1200"/>
            </a:pPr>
            <a:r>
              <a:t>D:/pasar_fix/node_modules/.bun/date-fns@4.1.0/node_modules/date-fns/locale/uz/_lib/localize.cjs</a:t>
            </a:r>
          </a:p>
          <a:p>
            <a:pPr>
              <a:defRPr sz="1200"/>
            </a:pPr>
            <a:r>
              <a:t>D:/pasar_fix/node_modules/.bun/date-fns@4.1.0/node_modules/date-fns/locale/uz/_lib/localize.d.cts</a:t>
            </a:r>
          </a:p>
          <a:p>
            <a:pPr>
              <a:defRPr sz="1200"/>
            </a:pPr>
            <a:r>
              <a:t>D:/pasar_fix/node_modules/.bun/date-fns@4.1.0/node_modules/date-fns/locale/uz/_lib/localize.d.ts</a:t>
            </a:r>
          </a:p>
          <a:p>
            <a:pPr>
              <a:defRPr sz="1200"/>
            </a:pPr>
            <a:r>
              <a:t>D:/pasar_fix/node_modules/.bun/date-fns@4.1.0/node_modules/date-fns/locale/uz/_lib/localize.js</a:t>
            </a:r>
          </a:p>
          <a:p>
            <a:pPr>
              <a:defRPr sz="1200"/>
            </a:pPr>
            <a:r>
              <a:t>D:/pasar_fix/node_modules/.bun/date-fns@4.1.0/node_modules/date-fns/locale/uz/_lib/match.cjs</a:t>
            </a:r>
          </a:p>
          <a:p>
            <a:pPr>
              <a:defRPr sz="1200"/>
            </a:pPr>
            <a:r>
              <a:t>D:/pasar_fix/node_modules/.bun/date-fns@4.1.0/node_modules/date-fns/locale/uz/_lib/match.d.cts</a:t>
            </a:r>
          </a:p>
          <a:p>
            <a:pPr>
              <a:defRPr sz="1200"/>
            </a:pPr>
            <a:r>
              <a:t>D:/pasar_fix/node_modules/.bun/date-fns@4.1.0/node_modules/date-fns/locale/uz/_lib/match.d.ts</a:t>
            </a:r>
          </a:p>
          <a:p>
            <a:pPr>
              <a:defRPr sz="1200"/>
            </a:pPr>
            <a:r>
              <a:t>D:/pasar_fix/node_modules/.bun/date-fns@4.1.0/node_modules/date-fns/locale/uz/_lib/match.js</a:t>
            </a:r>
          </a:p>
          <a:p>
            <a:pPr>
              <a:defRPr sz="1200"/>
            </a:pPr>
            <a:r>
              <a:t>D:/pasar_fix/node_modules/.bun/date-fns@4.1.0/node_modules/date-fns/locale/uz-Cyrl/cdn.js</a:t>
            </a:r>
          </a:p>
          <a:p>
            <a:pPr>
              <a:defRPr sz="1200"/>
            </a:pPr>
            <a:r>
              <a:t>D:/pasar_fix/node_modules/.bun/date-fns@4.1.0/node_modules/date-fns/locale/uz-Cyrl/cdn.js.map</a:t>
            </a:r>
          </a:p>
          <a:p>
            <a:pPr>
              <a:defRPr sz="1200"/>
            </a:pPr>
            <a:r>
              <a:t>D:/pasar_fix/node_modules/.bun/date-fns@4.1.0/node_modules/date-fns/locale/uz-Cyrl/cdn.min.js</a:t>
            </a:r>
          </a:p>
          <a:p>
            <a:pPr>
              <a:defRPr sz="1200"/>
            </a:pPr>
            <a:r>
              <a:t>D:/pasar_fix/node_modules/.bun/date-fns@4.1.0/node_modules/date-fns/locale/uz-Cyrl/cdn.min.js.map</a:t>
            </a:r>
          </a:p>
          <a:p>
            <a:pPr>
              <a:defRPr sz="1200"/>
            </a:pPr>
            <a:r>
              <a:t>D:/pasar_fix/node_modules/.bun/date-fns@4.1.0/node_modules/date-fns/locale/uz-Cyrl/_lib/formatDistance.cjs</a:t>
            </a:r>
          </a:p>
          <a:p>
            <a:pPr>
              <a:defRPr sz="1200"/>
            </a:pPr>
            <a:r>
              <a:t>D:/pasar_fix/node_modules/.bun/date-fns@4.1.0/node_modules/date-fns/locale/uz-Cyrl/_lib/formatDistance.d.cts</a:t>
            </a:r>
          </a:p>
          <a:p>
            <a:pPr>
              <a:defRPr sz="1200"/>
            </a:pPr>
            <a:r>
              <a:t>D:/pasar_fix/node_modules/.bun/date-fns@4.1.0/node_modules/date-fns/locale/uz-Cyrl/_lib/formatDistance.d.ts</a:t>
            </a:r>
          </a:p>
          <a:p>
            <a:pPr>
              <a:defRPr sz="1200"/>
            </a:pPr>
            <a:r>
              <a:t>D:/pasar_fix/node_modules/.bun/date-fns@4.1.0/node_modules/date-fns/locale/uz-Cyrl/_lib/formatDistance.js</a:t>
            </a:r>
          </a:p>
          <a:p>
            <a:pPr>
              <a:defRPr sz="1200"/>
            </a:pPr>
            <a:r>
              <a:t>D:/pasar_fix/node_modules/.bun/date-fns@4.1.0/node_modules/date-fns/locale/uz-Cyrl/_lib/formatLong.cjs</a:t>
            </a:r>
          </a:p>
          <a:p>
            <a:pPr>
              <a:defRPr sz="1200"/>
            </a:pPr>
            <a:r>
              <a:t>D:/pasar_fix/node_modules/.bun/date-fns@4.1.0/node_modules/date-fns/locale/uz-Cyrl/_lib/formatLong.d.cts</a:t>
            </a:r>
          </a:p>
          <a:p>
            <a:pPr>
              <a:defRPr sz="1200"/>
            </a:pPr>
            <a:r>
              <a:t>D:/pasar_fix/node_modules/.bun/date-fns@4.1.0/node_modules/date-fns/locale/uz-Cyrl/_lib/formatLong.d.ts</a:t>
            </a:r>
          </a:p>
          <a:p>
            <a:pPr>
              <a:defRPr sz="1200"/>
            </a:pPr>
            <a:r>
              <a:t>D:/pasar_fix/node_modules/.bun/date-fns@4.1.0/node_modules/date-fns/locale/uz-Cyrl/_lib/formatLong.js</a:t>
            </a:r>
          </a:p>
          <a:p>
            <a:pPr>
              <a:defRPr sz="1200"/>
            </a:pPr>
            <a:r>
              <a:t>D:/pasar_fix/node_modules/.bun/date-fns@4.1.0/node_modules/date-fns/locale/uz-Cyrl/_lib/formatRelative.cjs</a:t>
            </a:r>
          </a:p>
          <a:p>
            <a:pPr>
              <a:defRPr sz="1200"/>
            </a:pPr>
            <a:r>
              <a:t>D:/pasar_fix/node_modules/.bun/date-fns@4.1.0/node_modules/date-fns/locale/uz-Cyrl/_lib/formatRelative.d.cts</a:t>
            </a:r>
          </a:p>
          <a:p>
            <a:pPr>
              <a:defRPr sz="1200"/>
            </a:pPr>
            <a:r>
              <a:t>D:/pasar_fix/node_modules/.bun/date-fns@4.1.0/node_modules/date-fns/locale/uz-Cyrl/_lib/formatRelative.d.ts</a:t>
            </a:r>
          </a:p>
          <a:p>
            <a:pPr>
              <a:defRPr sz="1200"/>
            </a:pPr>
            <a:r>
              <a:t>D:/pasar_fix/node_modules/.bun/date-fns@4.1.0/node_modules/date-fns/locale/uz-Cyrl/_lib/formatRelative.js</a:t>
            </a:r>
          </a:p>
          <a:p>
            <a:pPr>
              <a:defRPr sz="1200"/>
            </a:pPr>
            <a:r>
              <a:t>D:/pasar_fix/node_modules/.bun/date-fns@4.1.0/node_modules/date-fns/locale/uz-Cyrl/_lib/localize.cjs</a:t>
            </a:r>
          </a:p>
          <a:p>
            <a:pPr>
              <a:defRPr sz="1200"/>
            </a:pPr>
            <a:r>
              <a:t>D:/pasar_fix/node_modules/.bun/date-fns@4.1.0/node_modules/date-fns/locale/uz-Cyrl/_lib/localize.d.cts</a:t>
            </a:r>
          </a:p>
          <a:p>
            <a:pPr>
              <a:defRPr sz="1200"/>
            </a:pPr>
            <a:r>
              <a:t>D:/pasar_fix/node_modules/.bun/date-fns@4.1.0/node_modules/date-fns/locale/uz-Cyrl/_lib/localize.d.ts</a:t>
            </a:r>
          </a:p>
          <a:p>
            <a:pPr>
              <a:defRPr sz="1200"/>
            </a:pPr>
            <a:r>
              <a:t>D:/pasar_fix/node_modules/.bun/date-fns@4.1.0/node_modules/date-fns/locale/uz-Cyrl/_lib/localize.js</a:t>
            </a:r>
          </a:p>
          <a:p>
            <a:pPr>
              <a:defRPr sz="1200"/>
            </a:pPr>
            <a:r>
              <a:t>D:/pasar_fix/node_modules/.bun/date-fns@4.1.0/node_modules/date-fns/locale/uz-Cyrl/_lib/match.cjs</a:t>
            </a:r>
          </a:p>
          <a:p>
            <a:pPr>
              <a:defRPr sz="1200"/>
            </a:pPr>
            <a:r>
              <a:t>D:/pasar_fix/node_modules/.bun/date-fns@4.1.0/node_modules/date-fns/locale/uz-Cyrl/_lib/match.d.cts</a:t>
            </a:r>
          </a:p>
          <a:p>
            <a:pPr>
              <a:defRPr sz="1200"/>
            </a:pPr>
            <a:r>
              <a:t>D:/pasar_fix/node_modules/.bun/date-fns@4.1.0/node_modules/date-fns/locale/uz-Cyrl/_lib/match.d.ts</a:t>
            </a:r>
          </a:p>
          <a:p>
            <a:pPr>
              <a:defRPr sz="1200"/>
            </a:pPr>
            <a:r>
              <a:t>D:/pasar_fix/node_modules/.bun/date-fns@4.1.0/node_modules/date-fns/locale/uz-Cyrl/_lib/match.js</a:t>
            </a:r>
          </a:p>
          <a:p>
            <a:pPr>
              <a:defRPr sz="1200"/>
            </a:pPr>
            <a:r>
              <a:t>D:/pasar_fix/node_modules/.bun/date-fns@4.1.0/node_modules/date-fns/locale/vi/cdn.js</a:t>
            </a:r>
          </a:p>
          <a:p>
            <a:pPr>
              <a:defRPr sz="1200"/>
            </a:pPr>
            <a:r>
              <a:t>D:/pasar_fix/node_modules/.bun/date-fns@4.1.0/node_modules/date-fns/locale/vi/cdn.js.map</a:t>
            </a:r>
          </a:p>
          <a:p>
            <a:pPr>
              <a:defRPr sz="1200"/>
            </a:pPr>
            <a:r>
              <a:t>D:/pasar_fix/node_modules/.bun/date-fns@4.1.0/node_modules/date-fns/locale/vi/cdn.min.js</a:t>
            </a:r>
          </a:p>
          <a:p>
            <a:pPr>
              <a:defRPr sz="1200"/>
            </a:pPr>
            <a:r>
              <a:t>D:/pasar_fix/node_modules/.bun/date-fns@4.1.0/node_modules/date-fns/locale/vi/cdn.min.js.map</a:t>
            </a:r>
          </a:p>
          <a:p>
            <a:pPr>
              <a:defRPr sz="1200"/>
            </a:pPr>
            <a:r>
              <a:t>D:/pasar_fix/node_modules/.bun/date-fns@4.1.0/node_modules/date-fns/locale/vi/_lib/formatDistance.cjs</a:t>
            </a:r>
          </a:p>
          <a:p>
            <a:pPr>
              <a:defRPr sz="1200"/>
            </a:pPr>
            <a:r>
              <a:t>D:/pasar_fix/node_modules/.bun/date-fns@4.1.0/node_modules/date-fns/locale/vi/_lib/formatDistance.d.cts</a:t>
            </a:r>
          </a:p>
          <a:p>
            <a:pPr>
              <a:defRPr sz="1200"/>
            </a:pPr>
            <a:r>
              <a:t>D:/pasar_fix/node_modules/.bun/date-fns@4.1.0/node_modules/date-fns/locale/vi/_lib/formatDistance.d.ts</a:t>
            </a:r>
          </a:p>
          <a:p>
            <a:pPr>
              <a:defRPr sz="1200"/>
            </a:pPr>
            <a:r>
              <a:t>D:/pasar_fix/node_modules/.bun/date-fns@4.1.0/node_modules/date-fns/locale/vi/_lib/formatDistance.js</a:t>
            </a:r>
          </a:p>
          <a:p>
            <a:pPr>
              <a:defRPr sz="1200"/>
            </a:pPr>
            <a:r>
              <a:t>D:/pasar_fix/node_modules/.bun/date-fns@4.1.0/node_modules/date-fns/locale/vi/_lib/formatLong.cjs</a:t>
            </a:r>
          </a:p>
          <a:p>
            <a:pPr>
              <a:defRPr sz="1200"/>
            </a:pPr>
            <a:r>
              <a:t>D:/pasar_fix/node_modules/.bun/date-fns@4.1.0/node_modules/date-fns/locale/vi/_lib/formatLong.d.cts</a:t>
            </a:r>
          </a:p>
          <a:p>
            <a:pPr>
              <a:defRPr sz="1200"/>
            </a:pPr>
            <a:r>
              <a:t>D:/pasar_fix/node_modules/.bun/date-fns@4.1.0/node_modules/date-fns/locale/vi/_lib/formatLong.d.ts</a:t>
            </a:r>
          </a:p>
          <a:p>
            <a:pPr>
              <a:defRPr sz="1200"/>
            </a:pPr>
            <a:r>
              <a:t>D:/pasar_fix/node_modules/.bun/date-fns@4.1.0/node_modules/date-fns/locale/vi/_lib/formatLong.js</a:t>
            </a:r>
          </a:p>
          <a:p>
            <a:pPr>
              <a:defRPr sz="1200"/>
            </a:pPr>
            <a:r>
              <a:t>D:/pasar_fix/node_modules/.bun/date-fns@4.1.0/node_modules/date-fns/locale/vi/_lib/formatRelative.cjs</a:t>
            </a:r>
          </a:p>
          <a:p>
            <a:pPr>
              <a:defRPr sz="1200"/>
            </a:pPr>
            <a:r>
              <a:t>D:/pasar_fix/node_modules/.bun/date-fns@4.1.0/node_modules/date-fns/locale/vi/_lib/formatRelative.d.cts</a:t>
            </a:r>
          </a:p>
          <a:p>
            <a:pPr>
              <a:defRPr sz="1200"/>
            </a:pPr>
            <a:r>
              <a:t>D:/pasar_fix/node_modules/.bun/date-fns@4.1.0/node_modules/date-fns/locale/vi/_lib/formatRelative.d.ts</a:t>
            </a:r>
          </a:p>
          <a:p>
            <a:pPr>
              <a:defRPr sz="1200"/>
            </a:pPr>
            <a:r>
              <a:t>D:/pasar_fix/node_modules/.bun/date-fns@4.1.0/node_modules/date-fns/locale/vi/_lib/formatRelative.js</a:t>
            </a:r>
          </a:p>
          <a:p>
            <a:pPr>
              <a:defRPr sz="1200"/>
            </a:pPr>
            <a:r>
              <a:t>D:/pasar_fix/node_modules/.bun/date-fns@4.1.0/node_modules/date-fns/locale/vi/_lib/localize.cjs</a:t>
            </a:r>
          </a:p>
          <a:p>
            <a:pPr>
              <a:defRPr sz="1200"/>
            </a:pPr>
            <a:r>
              <a:t>D:/pasar_fix/node_modules/.bun/date-fns@4.1.0/node_modules/date-fns/locale/vi/_lib/localize.d.cts</a:t>
            </a:r>
          </a:p>
          <a:p>
            <a:pPr>
              <a:defRPr sz="1200"/>
            </a:pPr>
            <a:r>
              <a:t>D:/pasar_fix/node_modules/.bun/date-fns@4.1.0/node_modules/date-fns/locale/vi/_lib/localize.d.ts</a:t>
            </a:r>
          </a:p>
          <a:p>
            <a:pPr>
              <a:defRPr sz="1200"/>
            </a:pPr>
            <a:r>
              <a:t>D:/pasar_fix/node_modules/.bun/date-fns@4.1.0/node_modules/date-fns/locale/vi/_lib/localize.js</a:t>
            </a:r>
          </a:p>
          <a:p>
            <a:pPr>
              <a:defRPr sz="1200"/>
            </a:pPr>
            <a:r>
              <a:t>D:/pasar_fix/node_modules/.bun/date-fns@4.1.0/node_modules/date-fns/locale/vi/_lib/match.cjs</a:t>
            </a:r>
          </a:p>
          <a:p>
            <a:pPr>
              <a:defRPr sz="1200"/>
            </a:pPr>
            <a:r>
              <a:t>D:/pasar_fix/node_modules/.bun/date-fns@4.1.0/node_modules/date-fns/locale/vi/_lib/match.d.cts</a:t>
            </a:r>
          </a:p>
          <a:p>
            <a:pPr>
              <a:defRPr sz="1200"/>
            </a:pPr>
            <a:r>
              <a:t>D:/pasar_fix/node_modules/.bun/date-fns@4.1.0/node_modules/date-fns/locale/vi/_lib/match.d.ts</a:t>
            </a:r>
          </a:p>
          <a:p>
            <a:pPr>
              <a:defRPr sz="1200"/>
            </a:pPr>
            <a:r>
              <a:t>D:/pasar_fix/node_modules/.bun/date-fns@4.1.0/node_modules/date-fns/locale/vi/_lib/match.js</a:t>
            </a:r>
          </a:p>
          <a:p>
            <a:pPr>
              <a:defRPr sz="1200"/>
            </a:pPr>
            <a:r>
              <a:t>D:/pasar_fix/node_modules/.bun/date-fns@4.1.0/node_modules/date-fns/locale/zh-CN/cdn.js</a:t>
            </a:r>
          </a:p>
          <a:p>
            <a:pPr>
              <a:defRPr sz="1200"/>
            </a:pPr>
            <a:r>
              <a:t>D:/pasar_fix/node_modules/.bun/date-fns@4.1.0/node_modules/date-fns/locale/zh-CN/cdn.js.map</a:t>
            </a:r>
          </a:p>
          <a:p>
            <a:pPr>
              <a:defRPr sz="1200"/>
            </a:pPr>
            <a:r>
              <a:t>D:/pasar_fix/node_modules/.bun/date-fns@4.1.0/node_modules/date-fns/locale/zh-CN/cdn.min.js</a:t>
            </a:r>
          </a:p>
          <a:p>
            <a:pPr>
              <a:defRPr sz="1200"/>
            </a:pPr>
            <a:r>
              <a:t>D:/pasar_fix/node_modules/.bun/date-fns@4.1.0/node_modules/date-fns/locale/zh-CN/cdn.min.js.map</a:t>
            </a:r>
          </a:p>
          <a:p>
            <a:pPr>
              <a:defRPr sz="1200"/>
            </a:pPr>
            <a:r>
              <a:t>D:/pasar_fix/node_modules/.bun/date-fns@4.1.0/node_modules/date-fns/locale/zh-CN/_lib/formatDistance.cjs</a:t>
            </a:r>
          </a:p>
          <a:p>
            <a:pPr>
              <a:defRPr sz="1200"/>
            </a:pPr>
            <a:r>
              <a:t>D:/pasar_fix/node_modules/.bun/date-fns@4.1.0/node_modules/date-fns/locale/zh-CN/_lib/formatDistance.d.cts</a:t>
            </a:r>
          </a:p>
          <a:p>
            <a:pPr>
              <a:defRPr sz="1200"/>
            </a:pPr>
            <a:r>
              <a:t>D:/pasar_fix/node_modules/.bun/date-fns@4.1.0/node_modules/date-fns/locale/zh-CN/_lib/formatDistance.d.ts</a:t>
            </a:r>
          </a:p>
          <a:p>
            <a:pPr>
              <a:defRPr sz="1200"/>
            </a:pPr>
            <a:r>
              <a:t>D:/pasar_fix/node_modules/.bun/date-fns@4.1.0/node_modules/date-fns/locale/zh-CN/_lib/formatDistance.js</a:t>
            </a:r>
          </a:p>
          <a:p>
            <a:pPr>
              <a:defRPr sz="1200"/>
            </a:pPr>
            <a:r>
              <a:t>D:/pasar_fix/node_modules/.bun/date-fns@4.1.0/node_modules/date-fns/locale/zh-CN/_lib/formatLong.cjs</a:t>
            </a:r>
          </a:p>
          <a:p>
            <a:pPr>
              <a:defRPr sz="1200"/>
            </a:pPr>
            <a:r>
              <a:t>D:/pasar_fix/node_modules/.bun/date-fns@4.1.0/node_modules/date-fns/locale/zh-CN/_lib/formatLong.d.cts</a:t>
            </a:r>
          </a:p>
          <a:p>
            <a:pPr>
              <a:defRPr sz="1200"/>
            </a:pPr>
            <a:r>
              <a:t>D:/pasar_fix/node_modules/.bun/date-fns@4.1.0/node_modules/date-fns/locale/zh-CN/_lib/formatLong.d.ts</a:t>
            </a:r>
          </a:p>
          <a:p>
            <a:pPr>
              <a:defRPr sz="1200"/>
            </a:pPr>
            <a:r>
              <a:t>D:/pasar_fix/node_modules/.bun/date-fns@4.1.0/node_modules/date-fns/locale/zh-CN/_lib/formatLong.js</a:t>
            </a:r>
          </a:p>
          <a:p>
            <a:pPr>
              <a:defRPr sz="1200"/>
            </a:pPr>
            <a:r>
              <a:t>D:/pasar_fix/node_modules/.bun/date-fns@4.1.0/node_modules/date-fns/locale/zh-CN/_lib/formatRelative.cjs</a:t>
            </a:r>
          </a:p>
          <a:p>
            <a:pPr>
              <a:defRPr sz="1200"/>
            </a:pPr>
            <a:r>
              <a:t>D:/pasar_fix/node_modules/.bun/date-fns@4.1.0/node_modules/date-fns/locale/zh-CN/_lib/formatRelative.d.cts</a:t>
            </a:r>
          </a:p>
          <a:p>
            <a:pPr>
              <a:defRPr sz="1200"/>
            </a:pPr>
            <a:r>
              <a:t>D:/pasar_fix/node_modules/.bun/date-fns@4.1.0/node_modules/date-fns/locale/zh-CN/_lib/formatRelative.d.ts</a:t>
            </a:r>
          </a:p>
          <a:p>
            <a:pPr>
              <a:defRPr sz="1200"/>
            </a:pPr>
            <a:r>
              <a:t>D:/pasar_fix/node_modules/.bun/date-fns@4.1.0/node_modules/date-fns/locale/zh-CN/_lib/formatRelative.js</a:t>
            </a:r>
          </a:p>
          <a:p>
            <a:pPr>
              <a:defRPr sz="1200"/>
            </a:pPr>
            <a:r>
              <a:t>D:/pasar_fix/node_modules/.bun/date-fns@4.1.0/node_modules/date-fns/locale/zh-CN/_lib/localize.cjs</a:t>
            </a:r>
          </a:p>
          <a:p>
            <a:pPr>
              <a:defRPr sz="1200"/>
            </a:pPr>
            <a:r>
              <a:t>D:/pasar_fix/node_modules/.bun/date-fns@4.1.0/node_modules/date-fns/locale/zh-CN/_lib/localize.d.cts</a:t>
            </a:r>
          </a:p>
          <a:p>
            <a:pPr>
              <a:defRPr sz="1200"/>
            </a:pPr>
            <a:r>
              <a:t>D:/pasar_fix/node_modules/.bun/date-fns@4.1.0/node_modules/date-fns/locale/zh-CN/_lib/localize.d.ts</a:t>
            </a:r>
          </a:p>
          <a:p>
            <a:pPr>
              <a:defRPr sz="1200"/>
            </a:pPr>
            <a:r>
              <a:t>D:/pasar_fix/node_modules/.bun/date-fns@4.1.0/node_modules/date-fns/locale/zh-CN/_lib/localize.js</a:t>
            </a:r>
          </a:p>
          <a:p>
            <a:pPr>
              <a:defRPr sz="1200"/>
            </a:pPr>
            <a:r>
              <a:t>D:/pasar_fix/node_modules/.bun/date-fns@4.1.0/node_modules/date-fns/locale/zh-CN/_lib/match.cjs</a:t>
            </a:r>
          </a:p>
          <a:p>
            <a:pPr>
              <a:defRPr sz="1200"/>
            </a:pPr>
            <a:r>
              <a:t>D:/pasar_fix/node_modules/.bun/date-fns@4.1.0/node_modules/date-fns/locale/zh-CN/_lib/match.d.cts</a:t>
            </a:r>
          </a:p>
          <a:p>
            <a:pPr>
              <a:defRPr sz="1200"/>
            </a:pPr>
            <a:r>
              <a:t>D:/pasar_fix/node_modules/.bun/date-fns@4.1.0/node_modules/date-fns/locale/zh-CN/_lib/match.d.ts</a:t>
            </a:r>
          </a:p>
          <a:p>
            <a:pPr>
              <a:defRPr sz="1200"/>
            </a:pPr>
            <a:r>
              <a:t>D:/pasar_fix/node_modules/.bun/date-fns@4.1.0/node_modules/date-fns/locale/zh-CN/_lib/match.js</a:t>
            </a:r>
          </a:p>
          <a:p>
            <a:pPr>
              <a:defRPr sz="1200"/>
            </a:pPr>
            <a:r>
              <a:t>D:/pasar_fix/node_modules/.bun/date-fns@4.1.0/node_modules/date-fns/locale/zh-HK/cdn.js</a:t>
            </a:r>
          </a:p>
          <a:p>
            <a:pPr>
              <a:defRPr sz="1200"/>
            </a:pPr>
            <a:r>
              <a:t>D:/pasar_fix/node_modules/.bun/date-fns@4.1.0/node_modules/date-fns/locale/zh-HK/cdn.js.map</a:t>
            </a:r>
          </a:p>
          <a:p>
            <a:pPr>
              <a:defRPr sz="1200"/>
            </a:pPr>
            <a:r>
              <a:t>D:/pasar_fix/node_modules/.bun/date-fns@4.1.0/node_modules/date-fns/locale/zh-HK/cdn.min.js</a:t>
            </a:r>
          </a:p>
          <a:p>
            <a:pPr>
              <a:defRPr sz="1200"/>
            </a:pPr>
            <a:r>
              <a:t>D:/pasar_fix/node_modules/.bun/date-fns@4.1.0/node_modules/date-fns/locale/zh-HK/cdn.min.js.map</a:t>
            </a:r>
          </a:p>
          <a:p>
            <a:pPr>
              <a:defRPr sz="1200"/>
            </a:pPr>
            <a:r>
              <a:t>D:/pasar_fix/node_modules/.bun/date-fns@4.1.0/node_modules/date-fns/locale/zh-HK/_lib/formatDistance.cjs</a:t>
            </a:r>
          </a:p>
          <a:p>
            <a:pPr>
              <a:defRPr sz="1200"/>
            </a:pPr>
            <a:r>
              <a:t>D:/pasar_fix/node_modules/.bun/date-fns@4.1.0/node_modules/date-fns/locale/zh-HK/_lib/formatDistance.d.cts</a:t>
            </a:r>
          </a:p>
          <a:p>
            <a:pPr>
              <a:defRPr sz="1200"/>
            </a:pPr>
            <a:r>
              <a:t>D:/pasar_fix/node_modules/.bun/date-fns@4.1.0/node_modules/date-fns/locale/zh-HK/_lib/formatDistance.d.ts</a:t>
            </a:r>
          </a:p>
          <a:p>
            <a:pPr>
              <a:defRPr sz="1200"/>
            </a:pPr>
            <a:r>
              <a:t>D:/pasar_fix/node_modules/.bun/date-fns@4.1.0/node_modules/date-fns/locale/zh-HK/_lib/formatDistance.js</a:t>
            </a:r>
          </a:p>
          <a:p>
            <a:pPr>
              <a:defRPr sz="1200"/>
            </a:pPr>
            <a:r>
              <a:t>D:/pasar_fix/node_modules/.bun/date-fns@4.1.0/node_modules/date-fns/locale/zh-HK/_lib/formatLong.cjs</a:t>
            </a:r>
          </a:p>
          <a:p>
            <a:pPr>
              <a:defRPr sz="1200"/>
            </a:pPr>
            <a:r>
              <a:t>D:/pasar_fix/node_modules/.bun/date-fns@4.1.0/node_modules/date-fns/locale/zh-HK/_lib/formatLong.d.cts</a:t>
            </a:r>
          </a:p>
          <a:p>
            <a:pPr>
              <a:defRPr sz="1200"/>
            </a:pPr>
            <a:r>
              <a:t>D:/pasar_fix/node_modules/.bun/date-fns@4.1.0/node_modules/date-fns/locale/zh-HK/_lib/formatLong.d.ts</a:t>
            </a:r>
          </a:p>
          <a:p>
            <a:pPr>
              <a:defRPr sz="1200"/>
            </a:pPr>
            <a:r>
              <a:t>D:/pasar_fix/node_modules/.bun/date-fns@4.1.0/node_modules/date-fns/locale/zh-HK/_lib/formatLong.js</a:t>
            </a:r>
          </a:p>
          <a:p>
            <a:pPr>
              <a:defRPr sz="1200"/>
            </a:pPr>
            <a:r>
              <a:t>D:/pasar_fix/node_modules/.bun/date-fns@4.1.0/node_modules/date-fns/locale/zh-HK/_lib/formatRelative.cjs</a:t>
            </a:r>
          </a:p>
          <a:p>
            <a:pPr>
              <a:defRPr sz="1200"/>
            </a:pPr>
            <a:r>
              <a:t>D:/pasar_fix/node_modules/.bun/date-fns@4.1.0/node_modules/date-fns/locale/zh-HK/_lib/formatRelative.d.cts</a:t>
            </a:r>
          </a:p>
          <a:p>
            <a:pPr>
              <a:defRPr sz="1200"/>
            </a:pPr>
            <a:r>
              <a:t>D:/pasar_fix/node_modules/.bun/date-fns@4.1.0/node_modules/date-fns/locale/zh-HK/_lib/formatRelative.d.ts</a:t>
            </a:r>
          </a:p>
          <a:p>
            <a:pPr>
              <a:defRPr sz="1200"/>
            </a:pPr>
            <a:r>
              <a:t>D:/pasar_fix/node_modules/.bun/date-fns@4.1.0/node_modules/date-fns/locale/zh-HK/_lib/formatRelative.js</a:t>
            </a:r>
          </a:p>
          <a:p>
            <a:pPr>
              <a:defRPr sz="1200"/>
            </a:pPr>
            <a:r>
              <a:t>D:/pasar_fix/node_modules/.bun/date-fns@4.1.0/node_modules/date-fns/locale/zh-HK/_lib/localize.cjs</a:t>
            </a:r>
          </a:p>
          <a:p>
            <a:pPr>
              <a:defRPr sz="1200"/>
            </a:pPr>
            <a:r>
              <a:t>D:/pasar_fix/node_modules/.bun/date-fns@4.1.0/node_modules/date-fns/locale/zh-HK/_lib/localize.d.cts</a:t>
            </a:r>
          </a:p>
          <a:p>
            <a:pPr>
              <a:defRPr sz="1200"/>
            </a:pPr>
            <a:r>
              <a:t>D:/pasar_fix/node_modules/.bun/date-fns@4.1.0/node_modules/date-fns/locale/zh-HK/_lib/localize.d.ts</a:t>
            </a:r>
          </a:p>
          <a:p>
            <a:pPr>
              <a:defRPr sz="1200"/>
            </a:pPr>
            <a:r>
              <a:t>D:/pasar_fix/node_modules/.bun/date-fns@4.1.0/node_modules/date-fns/locale/zh-HK/_lib/localize.js</a:t>
            </a:r>
          </a:p>
          <a:p>
            <a:pPr>
              <a:defRPr sz="1200"/>
            </a:pPr>
            <a:r>
              <a:t>D:/pasar_fix/node_modules/.bun/date-fns@4.1.0/node_modules/date-fns/locale/zh-HK/_lib/match.cjs</a:t>
            </a:r>
          </a:p>
          <a:p>
            <a:pPr>
              <a:defRPr sz="1200"/>
            </a:pPr>
            <a:r>
              <a:t>D:/pasar_fix/node_modules/.bun/date-fns@4.1.0/node_modules/date-fns/locale/zh-HK/_lib/match.d.cts</a:t>
            </a:r>
          </a:p>
          <a:p>
            <a:pPr>
              <a:defRPr sz="1200"/>
            </a:pPr>
            <a:r>
              <a:t>D:/pasar_fix/node_modules/.bun/date-fns@4.1.0/node_modules/date-fns/locale/zh-HK/_lib/match.d.ts</a:t>
            </a:r>
          </a:p>
          <a:p>
            <a:pPr>
              <a:defRPr sz="1200"/>
            </a:pPr>
            <a:r>
              <a:t>D:/pasar_fix/node_modules/.bun/date-fns@4.1.0/node_modules/date-fns/locale/zh-HK/_lib/match.js</a:t>
            </a:r>
          </a:p>
          <a:p>
            <a:pPr>
              <a:defRPr sz="1200"/>
            </a:pPr>
            <a:r>
              <a:t>D:/pasar_fix/node_modules/.bun/date-fns@4.1.0/node_modules/date-fns/locale/zh-TW/cdn.js</a:t>
            </a:r>
          </a:p>
          <a:p>
            <a:pPr>
              <a:defRPr sz="1200"/>
            </a:pPr>
            <a:r>
              <a:t>D:/pasar_fix/node_modules/.bun/date-fns@4.1.0/node_modules/date-fns/locale/zh-TW/cdn.js.map</a:t>
            </a:r>
          </a:p>
          <a:p>
            <a:pPr>
              <a:defRPr sz="1200"/>
            </a:pPr>
            <a:r>
              <a:t>D:/pasar_fix/node_modules/.bun/date-fns@4.1.0/node_modules/date-fns/locale/zh-TW/cdn.min.js</a:t>
            </a:r>
          </a:p>
          <a:p>
            <a:pPr>
              <a:defRPr sz="1200"/>
            </a:pPr>
            <a:r>
              <a:t>D:/pasar_fix/node_modules/.bun/date-fns@4.1.0/node_modules/date-fns/locale/zh-TW/cdn.min.js.map</a:t>
            </a:r>
          </a:p>
          <a:p>
            <a:pPr>
              <a:defRPr sz="1200"/>
            </a:pPr>
            <a:r>
              <a:t>D:/pasar_fix/node_modules/.bun/date-fns@4.1.0/node_modules/date-fns/locale/zh-TW/_lib/formatDistance.cjs</a:t>
            </a:r>
          </a:p>
          <a:p>
            <a:pPr>
              <a:defRPr sz="1200"/>
            </a:pPr>
            <a:r>
              <a:t>D:/pasar_fix/node_modules/.bun/date-fns@4.1.0/node_modules/date-fns/locale/zh-TW/_lib/formatDistance.d.cts</a:t>
            </a:r>
          </a:p>
          <a:p>
            <a:pPr>
              <a:defRPr sz="1200"/>
            </a:pPr>
            <a:r>
              <a:t>D:/pasar_fix/node_modules/.bun/date-fns@4.1.0/node_modules/date-fns/locale/zh-TW/_lib/formatDistance.d.ts</a:t>
            </a:r>
          </a:p>
          <a:p>
            <a:pPr>
              <a:defRPr sz="1200"/>
            </a:pPr>
            <a:r>
              <a:t>D:/pasar_fix/node_modules/.bun/date-fns@4.1.0/node_modules/date-fns/locale/zh-TW/_lib/formatDistance.js</a:t>
            </a:r>
          </a:p>
          <a:p>
            <a:pPr>
              <a:defRPr sz="1200"/>
            </a:pPr>
            <a:r>
              <a:t>D:/pasar_fix/node_modules/.bun/date-fns@4.1.0/node_modules/date-fns/locale/zh-TW/_lib/formatLong.cjs</a:t>
            </a:r>
          </a:p>
          <a:p>
            <a:pPr>
              <a:defRPr sz="1200"/>
            </a:pPr>
            <a:r>
              <a:t>D:/pasar_fix/node_modules/.bun/date-fns@4.1.0/node_modules/date-fns/locale/zh-TW/_lib/formatLong.d.cts</a:t>
            </a:r>
          </a:p>
          <a:p>
            <a:pPr>
              <a:defRPr sz="1200"/>
            </a:pPr>
            <a:r>
              <a:t>D:/pasar_fix/node_modules/.bun/date-fns@4.1.0/node_modules/date-fns/locale/zh-TW/_lib/formatLong.d.ts</a:t>
            </a:r>
          </a:p>
          <a:p>
            <a:pPr>
              <a:defRPr sz="1200"/>
            </a:pPr>
            <a:r>
              <a:t>D:/pasar_fix/node_modules/.bun/date-fns@4.1.0/node_modules/date-fns/locale/zh-TW/_lib/formatLong.js</a:t>
            </a:r>
          </a:p>
          <a:p>
            <a:pPr>
              <a:defRPr sz="1200"/>
            </a:pPr>
            <a:r>
              <a:t>D:/pasar_fix/node_modules/.bun/date-fns@4.1.0/node_modules/date-fns/locale/zh-TW/_lib/formatRelative.cjs</a:t>
            </a:r>
          </a:p>
          <a:p>
            <a:pPr>
              <a:defRPr sz="1200"/>
            </a:pPr>
            <a:r>
              <a:t>D:/pasar_fix/node_modules/.bun/date-fns@4.1.0/node_modules/date-fns/locale/zh-TW/_lib/formatRelative.d.cts</a:t>
            </a:r>
          </a:p>
          <a:p>
            <a:pPr>
              <a:defRPr sz="1200"/>
            </a:pPr>
            <a:r>
              <a:t>D:/pasar_fix/node_modules/.bun/date-fns@4.1.0/node_modules/date-fns/locale/zh-TW/_lib/formatRelative.d.ts</a:t>
            </a:r>
          </a:p>
          <a:p>
            <a:pPr>
              <a:defRPr sz="1200"/>
            </a:pPr>
            <a:r>
              <a:t>D:/pasar_fix/node_modules/.bun/date-fns@4.1.0/node_modules/date-fns/locale/zh-TW/_lib/formatRelative.js</a:t>
            </a:r>
          </a:p>
          <a:p>
            <a:pPr>
              <a:defRPr sz="1200"/>
            </a:pPr>
            <a:r>
              <a:t>D:/pasar_fix/node_modules/.bun/date-fns@4.1.0/node_modules/date-fns/locale/zh-TW/_lib/localize.cjs</a:t>
            </a:r>
          </a:p>
          <a:p>
            <a:pPr>
              <a:defRPr sz="1200"/>
            </a:pPr>
            <a:r>
              <a:t>D:/pasar_fix/node_modules/.bun/date-fns@4.1.0/node_modules/date-fns/locale/zh-TW/_lib/localize.d.cts</a:t>
            </a:r>
          </a:p>
          <a:p>
            <a:pPr>
              <a:defRPr sz="1200"/>
            </a:pPr>
            <a:r>
              <a:t>D:/pasar_fix/node_modules/.bun/date-fns@4.1.0/node_modules/date-fns/locale/zh-TW/_lib/localize.d.ts</a:t>
            </a:r>
          </a:p>
          <a:p>
            <a:pPr>
              <a:defRPr sz="1200"/>
            </a:pPr>
            <a:r>
              <a:t>D:/pasar_fix/node_modules/.bun/date-fns@4.1.0/node_modules/date-fns/locale/zh-TW/_lib/localize.js</a:t>
            </a:r>
          </a:p>
          <a:p>
            <a:pPr>
              <a:defRPr sz="1200"/>
            </a:pPr>
            <a:r>
              <a:t>D:/pasar_fix/node_modules/.bun/date-fns@4.1.0/node_modules/date-fns/locale/zh-TW/_lib/match.cjs</a:t>
            </a:r>
          </a:p>
          <a:p>
            <a:pPr>
              <a:defRPr sz="1200"/>
            </a:pPr>
            <a:r>
              <a:t>D:/pasar_fix/node_modules/.bun/date-fns@4.1.0/node_modules/date-fns/locale/zh-TW/_lib/match.d.cts</a:t>
            </a:r>
          </a:p>
          <a:p>
            <a:pPr>
              <a:defRPr sz="1200"/>
            </a:pPr>
            <a:r>
              <a:t>D:/pasar_fix/node_modules/.bun/date-fns@4.1.0/node_modules/date-fns/locale/zh-TW/_lib/match.d.ts</a:t>
            </a:r>
          </a:p>
          <a:p>
            <a:pPr>
              <a:defRPr sz="1200"/>
            </a:pPr>
            <a:r>
              <a:t>D:/pasar_fix/node_modules/.bun/date-fns@4.1.0/node_modules/date-fns/locale/zh-TW/_lib/match.js</a:t>
            </a:r>
          </a:p>
          <a:p>
            <a:pPr>
              <a:defRPr sz="1200"/>
            </a:pPr>
            <a:r>
              <a:t>D:/pasar_fix/node_modules/.bun/date-fns@4.1.0/node_modules/date-fns/locale/_lib/buildFormatLongFn.cjs</a:t>
            </a:r>
          </a:p>
          <a:p>
            <a:pPr>
              <a:defRPr sz="1200"/>
            </a:pPr>
            <a:r>
              <a:t>D:/pasar_fix/node_modules/.bun/date-fns@4.1.0/node_modules/date-fns/locale/_lib/buildFormatLongFn.d.cts</a:t>
            </a:r>
          </a:p>
          <a:p>
            <a:pPr>
              <a:defRPr sz="1200"/>
            </a:pPr>
            <a:r>
              <a:t>D:/pasar_fix/node_modules/.bun/date-fns@4.1.0/node_modules/date-fns/locale/_lib/buildFormatLongFn.d.ts</a:t>
            </a:r>
          </a:p>
          <a:p>
            <a:pPr>
              <a:defRPr sz="1200"/>
            </a:pPr>
            <a:r>
              <a:t>D:/pasar_fix/node_modules/.bun/date-fns@4.1.0/node_modules/date-fns/locale/_lib/buildFormatLongFn.js</a:t>
            </a:r>
          </a:p>
          <a:p>
            <a:pPr>
              <a:defRPr sz="1200"/>
            </a:pPr>
            <a:r>
              <a:t>D:/pasar_fix/node_modules/.bun/date-fns@4.1.0/node_modules/date-fns/locale/_lib/buildLocalizeFn.cjs</a:t>
            </a:r>
          </a:p>
          <a:p>
            <a:pPr>
              <a:defRPr sz="1200"/>
            </a:pPr>
            <a:r>
              <a:t>D:/pasar_fix/node_modules/.bun/date-fns@4.1.0/node_modules/date-fns/locale/_lib/buildLocalizeFn.d.cts</a:t>
            </a:r>
          </a:p>
          <a:p>
            <a:pPr>
              <a:defRPr sz="1200"/>
            </a:pPr>
            <a:r>
              <a:t>D:/pasar_fix/node_modules/.bun/date-fns@4.1.0/node_modules/date-fns/locale/_lib/buildLocalizeFn.d.ts</a:t>
            </a:r>
          </a:p>
          <a:p>
            <a:pPr>
              <a:defRPr sz="1200"/>
            </a:pPr>
            <a:r>
              <a:t>D:/pasar_fix/node_modules/.bun/date-fns@4.1.0/node_modules/date-fns/locale/_lib/buildLocalizeFn.js</a:t>
            </a:r>
          </a:p>
          <a:p>
            <a:pPr>
              <a:defRPr sz="1200"/>
            </a:pPr>
            <a:r>
              <a:t>D:/pasar_fix/node_modules/.bun/date-fns@4.1.0/node_modules/date-fns/locale/_lib/buildMatchFn.cjs</a:t>
            </a:r>
          </a:p>
          <a:p>
            <a:pPr>
              <a:defRPr sz="1200"/>
            </a:pPr>
            <a:r>
              <a:t>D:/pasar_fix/node_modules/.bun/date-fns@4.1.0/node_modules/date-fns/locale/_lib/buildMatchFn.d.cts</a:t>
            </a:r>
          </a:p>
          <a:p>
            <a:pPr>
              <a:defRPr sz="1200"/>
            </a:pPr>
            <a:r>
              <a:t>D:/pasar_fix/node_modules/.bun/date-fns@4.1.0/node_modules/date-fns/locale/_lib/buildMatchFn.d.ts</a:t>
            </a:r>
          </a:p>
          <a:p>
            <a:pPr>
              <a:defRPr sz="1200"/>
            </a:pPr>
            <a:r>
              <a:t>D:/pasar_fix/node_modules/.bun/date-fns@4.1.0/node_modules/date-fns/locale/_lib/buildMatchFn.js</a:t>
            </a:r>
          </a:p>
          <a:p>
            <a:pPr>
              <a:defRPr sz="1200"/>
            </a:pPr>
            <a:r>
              <a:t>D:/pasar_fix/node_modules/.bun/date-fns@4.1.0/node_modules/date-fns/locale/_lib/buildMatchPatternFn.cjs</a:t>
            </a:r>
          </a:p>
          <a:p>
            <a:pPr>
              <a:defRPr sz="1200"/>
            </a:pPr>
            <a:r>
              <a:t>D:/pasar_fix/node_modules/.bun/date-fns@4.1.0/node_modules/date-fns/locale/_lib/buildMatchPatternFn.d.cts</a:t>
            </a:r>
          </a:p>
          <a:p>
            <a:pPr>
              <a:defRPr sz="1200"/>
            </a:pPr>
            <a:r>
              <a:t>D:/pasar_fix/node_modules/.bun/date-fns@4.1.0/node_modules/date-fns/locale/_lib/buildMatchPatternFn.d.ts</a:t>
            </a:r>
          </a:p>
          <a:p>
            <a:pPr>
              <a:defRPr sz="1200"/>
            </a:pPr>
            <a:r>
              <a:t>D:/pasar_fix/node_modules/.bun/date-fns@4.1.0/node_modules/date-fns/locale/_lib/buildMatchPatternFn.js</a:t>
            </a:r>
          </a:p>
          <a:p>
            <a:pPr>
              <a:defRPr sz="1200"/>
            </a:pPr>
            <a:r>
              <a:t>D:/pasar_fix/node_modules/.bun/date-fns@4.1.0/node_modules/date-fns/parse/_lib/constants.cjs</a:t>
            </a:r>
          </a:p>
          <a:p>
            <a:pPr>
              <a:defRPr sz="1200"/>
            </a:pPr>
            <a:r>
              <a:t>D:/pasar_fix/node_modules/.bun/date-fns@4.1.0/node_modules/date-fns/parse/_lib/constants.d.cts</a:t>
            </a:r>
          </a:p>
          <a:p>
            <a:pPr>
              <a:defRPr sz="1200"/>
            </a:pPr>
            <a:r>
              <a:t>D:/pasar_fix/node_modules/.bun/date-fns@4.1.0/node_modules/date-fns/parse/_lib/constants.d.ts</a:t>
            </a:r>
          </a:p>
          <a:p>
            <a:pPr>
              <a:defRPr sz="1200"/>
            </a:pPr>
            <a:r>
              <a:t>D:/pasar_fix/node_modules/.bun/date-fns@4.1.0/node_modules/date-fns/parse/_lib/constants.js</a:t>
            </a:r>
          </a:p>
          <a:p>
            <a:pPr>
              <a:defRPr sz="1200"/>
            </a:pPr>
            <a:r>
              <a:t>D:/pasar_fix/node_modules/.bun/date-fns@4.1.0/node_modules/date-fns/parse/_lib/Parser.cjs</a:t>
            </a:r>
          </a:p>
          <a:p>
            <a:pPr>
              <a:defRPr sz="1200"/>
            </a:pPr>
            <a:r>
              <a:t>D:/pasar_fix/node_modules/.bun/date-fns@4.1.0/node_modules/date-fns/parse/_lib/Parser.d.cts</a:t>
            </a:r>
          </a:p>
          <a:p>
            <a:pPr>
              <a:defRPr sz="1200"/>
            </a:pPr>
            <a:r>
              <a:t>D:/pasar_fix/node_modules/.bun/date-fns@4.1.0/node_modules/date-fns/parse/_lib/Parser.d.ts</a:t>
            </a:r>
          </a:p>
          <a:p>
            <a:pPr>
              <a:defRPr sz="1200"/>
            </a:pPr>
            <a:r>
              <a:t>D:/pasar_fix/node_modules/.bun/date-fns@4.1.0/node_modules/date-fns/parse/_lib/Parser.js</a:t>
            </a:r>
          </a:p>
          <a:p>
            <a:pPr>
              <a:defRPr sz="1200"/>
            </a:pPr>
            <a:r>
              <a:t>D:/pasar_fix/node_modules/.bun/date-fns@4.1.0/node_modules/date-fns/parse/_lib/parsers.cjs</a:t>
            </a:r>
          </a:p>
          <a:p>
            <a:pPr>
              <a:defRPr sz="1200"/>
            </a:pPr>
            <a:r>
              <a:t>D:/pasar_fix/node_modules/.bun/date-fns@4.1.0/node_modules/date-fns/parse/_lib/parsers.d.cts</a:t>
            </a:r>
          </a:p>
          <a:p>
            <a:pPr>
              <a:defRPr sz="1200"/>
            </a:pPr>
            <a:r>
              <a:t>D:/pasar_fix/node_modules/.bun/date-fns@4.1.0/node_modules/date-fns/parse/_lib/parsers.d.ts</a:t>
            </a:r>
          </a:p>
          <a:p>
            <a:pPr>
              <a:defRPr sz="1200"/>
            </a:pPr>
            <a:r>
              <a:t>D:/pasar_fix/node_modules/.bun/date-fns@4.1.0/node_modules/date-fns/parse/_lib/parsers.js</a:t>
            </a:r>
          </a:p>
          <a:p>
            <a:pPr>
              <a:defRPr sz="1200"/>
            </a:pPr>
            <a:r>
              <a:t>D:/pasar_fix/node_modules/.bun/date-fns@4.1.0/node_modules/date-fns/parse/_lib/Setter.cjs</a:t>
            </a:r>
          </a:p>
          <a:p>
            <a:pPr>
              <a:defRPr sz="1200"/>
            </a:pPr>
            <a:r>
              <a:t>D:/pasar_fix/node_modules/.bun/date-fns@4.1.0/node_modules/date-fns/parse/_lib/Setter.d.cts</a:t>
            </a:r>
          </a:p>
          <a:p>
            <a:pPr>
              <a:defRPr sz="1200"/>
            </a:pPr>
            <a:r>
              <a:t>D:/pasar_fix/node_modules/.bun/date-fns@4.1.0/node_modules/date-fns/parse/_lib/Setter.d.ts</a:t>
            </a:r>
          </a:p>
          <a:p>
            <a:pPr>
              <a:defRPr sz="1200"/>
            </a:pPr>
            <a:r>
              <a:t>D:/pasar_fix/node_modules/.bun/date-fns@4.1.0/node_modules/date-fns/parse/_lib/Setter.js</a:t>
            </a:r>
          </a:p>
          <a:p>
            <a:pPr>
              <a:defRPr sz="1200"/>
            </a:pPr>
            <a:r>
              <a:t>D:/pasar_fix/node_modules/.bun/date-fns@4.1.0/node_modules/date-fns/parse/_lib/types.cjs</a:t>
            </a:r>
          </a:p>
          <a:p>
            <a:pPr>
              <a:defRPr sz="1200"/>
            </a:pPr>
            <a:r>
              <a:t>D:/pasar_fix/node_modules/.bun/date-fns@4.1.0/node_modules/date-fns/parse/_lib/types.d.cts</a:t>
            </a:r>
          </a:p>
          <a:p>
            <a:pPr>
              <a:defRPr sz="1200"/>
            </a:pPr>
            <a:r>
              <a:t>D:/pasar_fix/node_modules/.bun/date-fns@4.1.0/node_modules/date-fns/parse/_lib/types.d.ts</a:t>
            </a:r>
          </a:p>
          <a:p>
            <a:pPr>
              <a:defRPr sz="1200"/>
            </a:pPr>
            <a:r>
              <a:t>D:/pasar_fix/node_modules/.bun/date-fns@4.1.0/node_modules/date-fns/parse/_lib/types.js</a:t>
            </a:r>
          </a:p>
          <a:p>
            <a:pPr>
              <a:defRPr sz="1200"/>
            </a:pPr>
            <a:r>
              <a:t>D:/pasar_fix/node_modules/.bun/date-fns@4.1.0/node_modules/date-fns/parse/_lib/utils.cjs</a:t>
            </a:r>
          </a:p>
          <a:p>
            <a:pPr>
              <a:defRPr sz="1200"/>
            </a:pPr>
            <a:r>
              <a:t>D:/pasar_fix/node_modules/.bun/date-fns@4.1.0/node_modules/date-fns/parse/_lib/utils.d.cts</a:t>
            </a:r>
          </a:p>
          <a:p>
            <a:pPr>
              <a:defRPr sz="1200"/>
            </a:pPr>
            <a:r>
              <a:t>D:/pasar_fix/node_modules/.bun/date-fns@4.1.0/node_modules/date-fns/parse/_lib/utils.d.ts</a:t>
            </a:r>
          </a:p>
          <a:p>
            <a:pPr>
              <a:defRPr sz="1200"/>
            </a:pPr>
            <a:r>
              <a:t>D:/pasar_fix/node_modules/.bun/date-fns@4.1.0/node_modules/date-fns/parse/_lib/utils.js</a:t>
            </a:r>
          </a:p>
          <a:p>
            <a:pPr>
              <a:defRPr sz="1200"/>
            </a:pPr>
            <a:r>
              <a:t>D:/pasar_fix/node_modules/.bun/date-fns@4.1.0/node_modules/date-fns/parse/_lib/parsers/AMPMMidnightParser.cjs</a:t>
            </a:r>
          </a:p>
          <a:p>
            <a:pPr>
              <a:defRPr sz="1200"/>
            </a:pPr>
            <a:r>
              <a:t>D:/pasar_fix/node_modules/.bun/date-fns@4.1.0/node_modules/date-fns/parse/_lib/parsers/AMPMMidnightParser.d.cts</a:t>
            </a:r>
          </a:p>
          <a:p>
            <a:pPr>
              <a:defRPr sz="1200"/>
            </a:pPr>
            <a:r>
              <a:t>D:/pasar_fix/node_modules/.bun/date-fns@4.1.0/node_modules/date-fns/parse/_lib/parsers/AMPMMidnightParser.d.ts</a:t>
            </a:r>
          </a:p>
          <a:p>
            <a:pPr>
              <a:defRPr sz="1200"/>
            </a:pPr>
            <a:r>
              <a:t>D:/pasar_fix/node_modules/.bun/date-fns@4.1.0/node_modules/date-fns/parse/_lib/parsers/AMPMMidnightParser.js</a:t>
            </a:r>
          </a:p>
          <a:p>
            <a:pPr>
              <a:defRPr sz="1200"/>
            </a:pPr>
            <a:r>
              <a:t>D:/pasar_fix/node_modules/.bun/date-fns@4.1.0/node_modules/date-fns/parse/_lib/parsers/AMPMParser.cjs</a:t>
            </a:r>
          </a:p>
          <a:p>
            <a:pPr>
              <a:defRPr sz="1200"/>
            </a:pPr>
            <a:r>
              <a:t>D:/pasar_fix/node_modules/.bun/date-fns@4.1.0/node_modules/date-fns/parse/_lib/parsers/AMPMParser.d.cts</a:t>
            </a:r>
          </a:p>
          <a:p>
            <a:pPr>
              <a:defRPr sz="1200"/>
            </a:pPr>
            <a:r>
              <a:t>D:/pasar_fix/node_modules/.bun/date-fns@4.1.0/node_modules/date-fns/parse/_lib/parsers/AMPMParser.d.ts</a:t>
            </a:r>
          </a:p>
          <a:p>
            <a:pPr>
              <a:defRPr sz="1200"/>
            </a:pPr>
            <a:r>
              <a:t>D:/pasar_fix/node_modules/.bun/date-fns@4.1.0/node_modules/date-fns/parse/_lib/parsers/AMPMParser.js</a:t>
            </a:r>
          </a:p>
          <a:p>
            <a:pPr>
              <a:defRPr sz="1200"/>
            </a:pPr>
            <a:r>
              <a:t>D:/pasar_fix/node_modules/.bun/date-fns@4.1.0/node_modules/date-fns/parse/_lib/parsers/DateParser.cjs</a:t>
            </a:r>
          </a:p>
          <a:p>
            <a:pPr>
              <a:defRPr sz="1200"/>
            </a:pPr>
            <a:r>
              <a:t>D:/pasar_fix/node_modules/.bun/date-fns@4.1.0/node_modules/date-fns/parse/_lib/parsers/DateParser.d.cts</a:t>
            </a:r>
          </a:p>
          <a:p>
            <a:pPr>
              <a:defRPr sz="1200"/>
            </a:pPr>
            <a:r>
              <a:t>D:/pasar_fix/node_modules/.bun/date-fns@4.1.0/node_modules/date-fns/parse/_lib/parsers/DateParser.d.ts</a:t>
            </a:r>
          </a:p>
          <a:p>
            <a:pPr>
              <a:defRPr sz="1200"/>
            </a:pPr>
            <a:r>
              <a:t>D:/pasar_fix/node_modules/.bun/date-fns@4.1.0/node_modules/date-fns/parse/_lib/parsers/DateParser.js</a:t>
            </a:r>
          </a:p>
          <a:p>
            <a:pPr>
              <a:defRPr sz="1200"/>
            </a:pPr>
            <a:r>
              <a:t>D:/pasar_fix/node_modules/.bun/date-fns@4.1.0/node_modules/date-fns/parse/_lib/parsers/DayOfYearParser.cjs</a:t>
            </a:r>
          </a:p>
          <a:p>
            <a:pPr>
              <a:defRPr sz="1200"/>
            </a:pPr>
            <a:r>
              <a:t>D:/pasar_fix/node_modules/.bun/date-fns@4.1.0/node_modules/date-fns/parse/_lib/parsers/DayOfYearParser.d.cts</a:t>
            </a:r>
          </a:p>
          <a:p>
            <a:pPr>
              <a:defRPr sz="1200"/>
            </a:pPr>
            <a:r>
              <a:t>D:/pasar_fix/node_modules/.bun/date-fns@4.1.0/node_modules/date-fns/parse/_lib/parsers/DayOfYearParser.d.ts</a:t>
            </a:r>
          </a:p>
          <a:p>
            <a:pPr>
              <a:defRPr sz="1200"/>
            </a:pPr>
            <a:r>
              <a:t>D:/pasar_fix/node_modules/.bun/date-fns@4.1.0/node_modules/date-fns/parse/_lib/parsers/DayOfYearParser.js</a:t>
            </a:r>
          </a:p>
          <a:p>
            <a:pPr>
              <a:defRPr sz="1200"/>
            </a:pPr>
            <a:r>
              <a:t>D:/pasar_fix/node_modules/.bun/date-fns@4.1.0/node_modules/date-fns/parse/_lib/parsers/DayParser.cjs</a:t>
            </a:r>
          </a:p>
          <a:p>
            <a:pPr>
              <a:defRPr sz="1200"/>
            </a:pPr>
            <a:r>
              <a:t>D:/pasar_fix/node_modules/.bun/date-fns@4.1.0/node_modules/date-fns/parse/_lib/parsers/DayParser.d.cts</a:t>
            </a:r>
          </a:p>
          <a:p>
            <a:pPr>
              <a:defRPr sz="1200"/>
            </a:pPr>
            <a:r>
              <a:t>D:/pasar_fix/node_modules/.bun/date-fns@4.1.0/node_modules/date-fns/parse/_lib/parsers/DayParser.d.ts</a:t>
            </a:r>
          </a:p>
          <a:p>
            <a:pPr>
              <a:defRPr sz="1200"/>
            </a:pPr>
            <a:r>
              <a:t>D:/pasar_fix/node_modules/.bun/date-fns@4.1.0/node_modules/date-fns/parse/_lib/parsers/DayParser.js</a:t>
            </a:r>
          </a:p>
          <a:p>
            <a:pPr>
              <a:defRPr sz="1200"/>
            </a:pPr>
            <a:r>
              <a:t>D:/pasar_fix/node_modules/.bun/date-fns@4.1.0/node_modules/date-fns/parse/_lib/parsers/DayPeriodParser.cjs</a:t>
            </a:r>
          </a:p>
          <a:p>
            <a:pPr>
              <a:defRPr sz="1200"/>
            </a:pPr>
            <a:r>
              <a:t>D:/pasar_fix/node_modules/.bun/date-fns@4.1.0/node_modules/date-fns/parse/_lib/parsers/DayPeriodParser.d.cts</a:t>
            </a:r>
          </a:p>
          <a:p>
            <a:pPr>
              <a:defRPr sz="1200"/>
            </a:pPr>
            <a:r>
              <a:t>D:/pasar_fix/node_modules/.bun/date-fns@4.1.0/node_modules/date-fns/parse/_lib/parsers/DayPeriodParser.d.ts</a:t>
            </a:r>
          </a:p>
          <a:p>
            <a:pPr>
              <a:defRPr sz="1200"/>
            </a:pPr>
            <a:r>
              <a:t>D:/pasar_fix/node_modules/.bun/date-fns@4.1.0/node_modules/date-fns/parse/_lib/parsers/DayPeriodParser.js</a:t>
            </a:r>
          </a:p>
          <a:p>
            <a:pPr>
              <a:defRPr sz="1200"/>
            </a:pPr>
            <a:r>
              <a:t>D:/pasar_fix/node_modules/.bun/date-fns@4.1.0/node_modules/date-fns/parse/_lib/parsers/EraParser.cjs</a:t>
            </a:r>
          </a:p>
          <a:p>
            <a:pPr>
              <a:defRPr sz="1200"/>
            </a:pPr>
            <a:r>
              <a:t>D:/pasar_fix/node_modules/.bun/date-fns@4.1.0/node_modules/date-fns/parse/_lib/parsers/EraParser.d.cts</a:t>
            </a:r>
          </a:p>
          <a:p>
            <a:pPr>
              <a:defRPr sz="1200"/>
            </a:pPr>
            <a:r>
              <a:t>D:/pasar_fix/node_modules/.bun/date-fns@4.1.0/node_modules/date-fns/parse/_lib/parsers/EraParser.d.ts</a:t>
            </a:r>
          </a:p>
          <a:p>
            <a:pPr>
              <a:defRPr sz="1200"/>
            </a:pPr>
            <a:r>
              <a:t>D:/pasar_fix/node_modules/.bun/date-fns@4.1.0/node_modules/date-fns/parse/_lib/parsers/EraParser.js</a:t>
            </a:r>
          </a:p>
          <a:p>
            <a:pPr>
              <a:defRPr sz="1200"/>
            </a:pPr>
            <a:r>
              <a:t>D:/pasar_fix/node_modules/.bun/date-fns@4.1.0/node_modules/date-fns/parse/_lib/parsers/ExtendedYearParser.cjs</a:t>
            </a:r>
          </a:p>
          <a:p>
            <a:pPr>
              <a:defRPr sz="1200"/>
            </a:pPr>
            <a:r>
              <a:t>D:/pasar_fix/node_modules/.bun/date-fns@4.1.0/node_modules/date-fns/parse/_lib/parsers/ExtendedYearParser.d.cts</a:t>
            </a:r>
          </a:p>
          <a:p>
            <a:pPr>
              <a:defRPr sz="1200"/>
            </a:pPr>
            <a:r>
              <a:t>D:/pasar_fix/node_modules/.bun/date-fns@4.1.0/node_modules/date-fns/parse/_lib/parsers/ExtendedYearParser.d.ts</a:t>
            </a:r>
          </a:p>
          <a:p>
            <a:pPr>
              <a:defRPr sz="1200"/>
            </a:pPr>
            <a:r>
              <a:t>D:/pasar_fix/node_modules/.bun/date-fns@4.1.0/node_modules/date-fns/parse/_lib/parsers/ExtendedYearParser.js</a:t>
            </a:r>
          </a:p>
          <a:p>
            <a:pPr>
              <a:defRPr sz="1200"/>
            </a:pPr>
            <a:r>
              <a:t>D:/pasar_fix/node_modules/.bun/date-fns@4.1.0/node_modules/date-fns/parse/_lib/parsers/FractionOfSecondParser.cjs</a:t>
            </a:r>
          </a:p>
          <a:p>
            <a:pPr>
              <a:defRPr sz="1200"/>
            </a:pPr>
            <a:r>
              <a:t>D:/pasar_fix/node_modules/.bun/date-fns@4.1.0/node_modules/date-fns/parse/_lib/parsers/FractionOfSecondParser.d.cts</a:t>
            </a:r>
          </a:p>
          <a:p>
            <a:pPr>
              <a:defRPr sz="1200"/>
            </a:pPr>
            <a:r>
              <a:t>D:/pasar_fix/node_modules/.bun/date-fns@4.1.0/node_modules/date-fns/parse/_lib/parsers/FractionOfSecondParser.d.ts</a:t>
            </a:r>
          </a:p>
          <a:p>
            <a:pPr>
              <a:defRPr sz="1200"/>
            </a:pPr>
            <a:r>
              <a:t>D:/pasar_fix/node_modules/.bun/date-fns@4.1.0/node_modules/date-fns/parse/_lib/parsers/FractionOfSecondParser.js</a:t>
            </a:r>
          </a:p>
          <a:p>
            <a:pPr>
              <a:defRPr sz="1200"/>
            </a:pPr>
            <a:r>
              <a:t>D:/pasar_fix/node_modules/.bun/date-fns@4.1.0/node_modules/date-fns/parse/_lib/parsers/Hour0To11Parser.cjs</a:t>
            </a:r>
          </a:p>
          <a:p>
            <a:pPr>
              <a:defRPr sz="1200"/>
            </a:pPr>
            <a:r>
              <a:t>D:/pasar_fix/node_modules/.bun/date-fns@4.1.0/node_modules/date-fns/parse/_lib/parsers/Hour0To11Parser.d.cts</a:t>
            </a:r>
          </a:p>
          <a:p>
            <a:pPr>
              <a:defRPr sz="1200"/>
            </a:pPr>
            <a:r>
              <a:t>D:/pasar_fix/node_modules/.bun/date-fns@4.1.0/node_modules/date-fns/parse/_lib/parsers/Hour0To11Parser.d.ts</a:t>
            </a:r>
          </a:p>
          <a:p>
            <a:pPr>
              <a:defRPr sz="1200"/>
            </a:pPr>
            <a:r>
              <a:t>D:/pasar_fix/node_modules/.bun/date-fns@4.1.0/node_modules/date-fns/parse/_lib/parsers/Hour0To11Parser.js</a:t>
            </a:r>
          </a:p>
          <a:p>
            <a:pPr>
              <a:defRPr sz="1200"/>
            </a:pPr>
            <a:r>
              <a:t>D:/pasar_fix/node_modules/.bun/date-fns@4.1.0/node_modules/date-fns/parse/_lib/parsers/Hour0to23Parser.cjs</a:t>
            </a:r>
          </a:p>
          <a:p>
            <a:pPr>
              <a:defRPr sz="1200"/>
            </a:pPr>
            <a:r>
              <a:t>D:/pasar_fix/node_modules/.bun/date-fns@4.1.0/node_modules/date-fns/parse/_lib/parsers/Hour0to23Parser.d.cts</a:t>
            </a:r>
          </a:p>
          <a:p>
            <a:pPr>
              <a:defRPr sz="1200"/>
            </a:pPr>
            <a:r>
              <a:t>D:/pasar_fix/node_modules/.bun/date-fns@4.1.0/node_modules/date-fns/parse/_lib/parsers/Hour0to23Parser.d.ts</a:t>
            </a:r>
          </a:p>
          <a:p>
            <a:pPr>
              <a:defRPr sz="1200"/>
            </a:pPr>
            <a:r>
              <a:t>D:/pasar_fix/node_modules/.bun/date-fns@4.1.0/node_modules/date-fns/parse/_lib/parsers/Hour0to23Parser.js</a:t>
            </a:r>
          </a:p>
          <a:p>
            <a:pPr>
              <a:defRPr sz="1200"/>
            </a:pPr>
            <a:r>
              <a:t>D:/pasar_fix/node_modules/.bun/date-fns@4.1.0/node_modules/date-fns/parse/_lib/parsers/Hour1to12Parser.cjs</a:t>
            </a:r>
          </a:p>
          <a:p>
            <a:pPr>
              <a:defRPr sz="1200"/>
            </a:pPr>
            <a:r>
              <a:t>D:/pasar_fix/node_modules/.bun/date-fns@4.1.0/node_modules/date-fns/parse/_lib/parsers/Hour1to12Parser.d.cts</a:t>
            </a:r>
          </a:p>
          <a:p>
            <a:pPr>
              <a:defRPr sz="1200"/>
            </a:pPr>
            <a:r>
              <a:t>D:/pasar_fix/node_modules/.bun/date-fns@4.1.0/node_modules/date-fns/parse/_lib/parsers/Hour1to12Parser.d.ts</a:t>
            </a:r>
          </a:p>
          <a:p>
            <a:pPr>
              <a:defRPr sz="1200"/>
            </a:pPr>
            <a:r>
              <a:t>D:/pasar_fix/node_modules/.bun/date-fns@4.1.0/node_modules/date-fns/parse/_lib/parsers/Hour1to12Parser.js</a:t>
            </a:r>
          </a:p>
          <a:p>
            <a:pPr>
              <a:defRPr sz="1200"/>
            </a:pPr>
            <a:r>
              <a:t>D:/pasar_fix/node_modules/.bun/date-fns@4.1.0/node_modules/date-fns/parse/_lib/parsers/Hour1To24Parser.cjs</a:t>
            </a:r>
          </a:p>
          <a:p>
            <a:pPr>
              <a:defRPr sz="1200"/>
            </a:pPr>
            <a:r>
              <a:t>D:/pasar_fix/node_modules/.bun/date-fns@4.1.0/node_modules/date-fns/parse/_lib/parsers/Hour1To24Parser.d.cts</a:t>
            </a:r>
          </a:p>
          <a:p>
            <a:pPr>
              <a:defRPr sz="1200"/>
            </a:pPr>
            <a:r>
              <a:t>D:/pasar_fix/node_modules/.bun/date-fns@4.1.0/node_modules/date-fns/parse/_lib/parsers/Hour1To24Parser.d.ts</a:t>
            </a:r>
          </a:p>
          <a:p>
            <a:pPr>
              <a:defRPr sz="1200"/>
            </a:pPr>
            <a:r>
              <a:t>D:/pasar_fix/node_modules/.bun/date-fns@4.1.0/node_modules/date-fns/parse/_lib/parsers/Hour1To24Parser.js</a:t>
            </a:r>
          </a:p>
          <a:p>
            <a:pPr>
              <a:defRPr sz="1200"/>
            </a:pPr>
            <a:r>
              <a:t>D:/pasar_fix/node_modules/.bun/date-fns@4.1.0/node_modules/date-fns/parse/_lib/parsers/ISODayParser.cjs</a:t>
            </a:r>
          </a:p>
          <a:p>
            <a:pPr>
              <a:defRPr sz="1200"/>
            </a:pPr>
            <a:r>
              <a:t>D:/pasar_fix/node_modules/.bun/date-fns@4.1.0/node_modules/date-fns/parse/_lib/parsers/ISODayParser.d.cts</a:t>
            </a:r>
          </a:p>
          <a:p>
            <a:pPr>
              <a:defRPr sz="1200"/>
            </a:pPr>
            <a:r>
              <a:t>D:/pasar_fix/node_modules/.bun/date-fns@4.1.0/node_modules/date-fns/parse/_lib/parsers/ISODayParser.d.ts</a:t>
            </a:r>
          </a:p>
          <a:p>
            <a:pPr>
              <a:defRPr sz="1200"/>
            </a:pPr>
            <a:r>
              <a:t>D:/pasar_fix/node_modules/.bun/date-fns@4.1.0/node_modules/date-fns/parse/_lib/parsers/ISODayParser.js</a:t>
            </a:r>
          </a:p>
          <a:p>
            <a:pPr>
              <a:defRPr sz="1200"/>
            </a:pPr>
            <a:r>
              <a:t>D:/pasar_fix/node_modules/.bun/date-fns@4.1.0/node_modules/date-fns/parse/_lib/parsers/ISOTimezoneParser.cjs</a:t>
            </a:r>
          </a:p>
          <a:p>
            <a:pPr>
              <a:defRPr sz="1200"/>
            </a:pPr>
            <a:r>
              <a:t>D:/pasar_fix/node_modules/.bun/date-fns@4.1.0/node_modules/date-fns/parse/_lib/parsers/ISOTimezoneParser.d.cts</a:t>
            </a:r>
          </a:p>
          <a:p>
            <a:pPr>
              <a:defRPr sz="1200"/>
            </a:pPr>
            <a:r>
              <a:t>D:/pasar_fix/node_modules/.bun/date-fns@4.1.0/node_modules/date-fns/parse/_lib/parsers/ISOTimezoneParser.d.ts</a:t>
            </a:r>
          </a:p>
          <a:p>
            <a:pPr>
              <a:defRPr sz="1200"/>
            </a:pPr>
            <a:r>
              <a:t>D:/pasar_fix/node_modules/.bun/date-fns@4.1.0/node_modules/date-fns/parse/_lib/parsers/ISOTimezoneParser.js</a:t>
            </a:r>
          </a:p>
          <a:p>
            <a:pPr>
              <a:defRPr sz="1200"/>
            </a:pPr>
            <a:r>
              <a:t>D:/pasar_fix/node_modules/.bun/date-fns@4.1.0/node_modules/date-fns/parse/_lib/parsers/ISOTimezoneWithZParser.cjs</a:t>
            </a:r>
          </a:p>
          <a:p>
            <a:pPr>
              <a:defRPr sz="1200"/>
            </a:pPr>
            <a:r>
              <a:t>D:/pasar_fix/node_modules/.bun/date-fns@4.1.0/node_modules/date-fns/parse/_lib/parsers/ISOTimezoneWithZParser.d.cts</a:t>
            </a:r>
          </a:p>
          <a:p>
            <a:pPr>
              <a:defRPr sz="1200"/>
            </a:pPr>
            <a:r>
              <a:t>D:/pasar_fix/node_modules/.bun/date-fns@4.1.0/node_modules/date-fns/parse/_lib/parsers/ISOTimezoneWithZParser.d.ts</a:t>
            </a:r>
          </a:p>
          <a:p>
            <a:pPr>
              <a:defRPr sz="1200"/>
            </a:pPr>
            <a:r>
              <a:t>D:/pasar_fix/node_modules/.bun/date-fns@4.1.0/node_modules/date-fns/parse/_lib/parsers/ISOTimezoneWithZParser.js</a:t>
            </a:r>
          </a:p>
          <a:p>
            <a:pPr>
              <a:defRPr sz="1200"/>
            </a:pPr>
            <a:r>
              <a:t>D:/pasar_fix/node_modules/.bun/date-fns@4.1.0/node_modules/date-fns/parse/_lib/parsers/ISOWeekParser.cjs</a:t>
            </a:r>
          </a:p>
          <a:p>
            <a:pPr>
              <a:defRPr sz="1200"/>
            </a:pPr>
            <a:r>
              <a:t>D:/pasar_fix/node_modules/.bun/date-fns@4.1.0/node_modules/date-fns/parse/_lib/parsers/ISOWeekParser.d.cts</a:t>
            </a:r>
          </a:p>
          <a:p>
            <a:pPr>
              <a:defRPr sz="1200"/>
            </a:pPr>
            <a:r>
              <a:t>D:/pasar_fix/node_modules/.bun/date-fns@4.1.0/node_modules/date-fns/parse/_lib/parsers/ISOWeekParser.d.ts</a:t>
            </a:r>
          </a:p>
          <a:p>
            <a:pPr>
              <a:defRPr sz="1200"/>
            </a:pPr>
            <a:r>
              <a:t>D:/pasar_fix/node_modules/.bun/date-fns@4.1.0/node_modules/date-fns/parse/_lib/parsers/ISOWeekParser.js</a:t>
            </a:r>
          </a:p>
          <a:p>
            <a:pPr>
              <a:defRPr sz="1200"/>
            </a:pPr>
            <a:r>
              <a:t>D:/pasar_fix/node_modules/.bun/date-fns@4.1.0/node_modules/date-fns/parse/_lib/parsers/ISOWeekYearParser.cjs</a:t>
            </a:r>
          </a:p>
          <a:p>
            <a:pPr>
              <a:defRPr sz="1200"/>
            </a:pPr>
            <a:r>
              <a:t>D:/pasar_fix/node_modules/.bun/date-fns@4.1.0/node_modules/date-fns/parse/_lib/parsers/ISOWeekYearParser.d.cts</a:t>
            </a:r>
          </a:p>
          <a:p>
            <a:pPr>
              <a:defRPr sz="1200"/>
            </a:pPr>
            <a:r>
              <a:t>D:/pasar_fix/node_modules/.bun/date-fns@4.1.0/node_modules/date-fns/parse/_lib/parsers/ISOWeekYearParser.d.ts</a:t>
            </a:r>
          </a:p>
          <a:p>
            <a:pPr>
              <a:defRPr sz="1200"/>
            </a:pPr>
            <a:r>
              <a:t>D:/pasar_fix/node_modules/.bun/date-fns@4.1.0/node_modules/date-fns/parse/_lib/parsers/ISOWeekYearParser.js</a:t>
            </a:r>
          </a:p>
          <a:p>
            <a:pPr>
              <a:defRPr sz="1200"/>
            </a:pPr>
            <a:r>
              <a:t>D:/pasar_fix/node_modules/.bun/date-fns@4.1.0/node_modules/date-fns/parse/_lib/parsers/LocalDayParser.cjs</a:t>
            </a:r>
          </a:p>
          <a:p>
            <a:pPr>
              <a:defRPr sz="1200"/>
            </a:pPr>
            <a:r>
              <a:t>D:/pasar_fix/node_modules/.bun/date-fns@4.1.0/node_modules/date-fns/parse/_lib/parsers/LocalDayParser.d.cts</a:t>
            </a:r>
          </a:p>
          <a:p>
            <a:pPr>
              <a:defRPr sz="1200"/>
            </a:pPr>
            <a:r>
              <a:t>D:/pasar_fix/node_modules/.bun/date-fns@4.1.0/node_modules/date-fns/parse/_lib/parsers/LocalDayParser.d.ts</a:t>
            </a:r>
          </a:p>
          <a:p>
            <a:pPr>
              <a:defRPr sz="1200"/>
            </a:pPr>
            <a:r>
              <a:t>D:/pasar_fix/node_modules/.bun/date-fns@4.1.0/node_modules/date-fns/parse/_lib/parsers/LocalDayParser.js</a:t>
            </a:r>
          </a:p>
          <a:p>
            <a:pPr>
              <a:defRPr sz="1200"/>
            </a:pPr>
            <a:r>
              <a:t>D:/pasar_fix/node_modules/.bun/date-fns@4.1.0/node_modules/date-fns/parse/_lib/parsers/LocalWeekParser.cjs</a:t>
            </a:r>
          </a:p>
          <a:p>
            <a:pPr>
              <a:defRPr sz="1200"/>
            </a:pPr>
            <a:r>
              <a:t>D:/pasar_fix/node_modules/.bun/date-fns@4.1.0/node_modules/date-fns/parse/_lib/parsers/LocalWeekParser.d.cts</a:t>
            </a:r>
          </a:p>
          <a:p>
            <a:pPr>
              <a:defRPr sz="1200"/>
            </a:pPr>
            <a:r>
              <a:t>D:/pasar_fix/node_modules/.bun/date-fns@4.1.0/node_modules/date-fns/parse/_lib/parsers/LocalWeekParser.d.ts</a:t>
            </a:r>
          </a:p>
          <a:p>
            <a:pPr>
              <a:defRPr sz="1200"/>
            </a:pPr>
            <a:r>
              <a:t>D:/pasar_fix/node_modules/.bun/date-fns@4.1.0/node_modules/date-fns/parse/_lib/parsers/LocalWeekParser.js</a:t>
            </a:r>
          </a:p>
          <a:p>
            <a:pPr>
              <a:defRPr sz="1200"/>
            </a:pPr>
            <a:r>
              <a:t>D:/pasar_fix/node_modules/.bun/date-fns@4.1.0/node_modules/date-fns/parse/_lib/parsers/LocalWeekYearParser.cjs</a:t>
            </a:r>
          </a:p>
          <a:p>
            <a:pPr>
              <a:defRPr sz="1200"/>
            </a:pPr>
            <a:r>
              <a:t>D:/pasar_fix/node_modules/.bun/date-fns@4.1.0/node_modules/date-fns/parse/_lib/parsers/LocalWeekYearParser.d.cts</a:t>
            </a:r>
          </a:p>
          <a:p>
            <a:pPr>
              <a:defRPr sz="1200"/>
            </a:pPr>
            <a:r>
              <a:t>D:/pasar_fix/node_modules/.bun/date-fns@4.1.0/node_modules/date-fns/parse/_lib/parsers/LocalWeekYearParser.d.ts</a:t>
            </a:r>
          </a:p>
          <a:p>
            <a:pPr>
              <a:defRPr sz="1200"/>
            </a:pPr>
            <a:r>
              <a:t>D:/pasar_fix/node_modules/.bun/date-fns@4.1.0/node_modules/date-fns/parse/_lib/parsers/LocalWeekYearParser.js</a:t>
            </a:r>
          </a:p>
          <a:p>
            <a:pPr>
              <a:defRPr sz="1200"/>
            </a:pPr>
            <a:r>
              <a:t>D:/pasar_fix/node_modules/.bun/date-fns@4.1.0/node_modules/date-fns/parse/_lib/parsers/MinuteParser.cjs</a:t>
            </a:r>
          </a:p>
          <a:p>
            <a:pPr>
              <a:defRPr sz="1200"/>
            </a:pPr>
            <a:r>
              <a:t>D:/pasar_fix/node_modules/.bun/date-fns@4.1.0/node_modules/date-fns/parse/_lib/parsers/MinuteParser.d.cts</a:t>
            </a:r>
          </a:p>
          <a:p>
            <a:pPr>
              <a:defRPr sz="1200"/>
            </a:pPr>
            <a:r>
              <a:t>D:/pasar_fix/node_modules/.bun/date-fns@4.1.0/node_modules/date-fns/parse/_lib/parsers/MinuteParser.d.ts</a:t>
            </a:r>
          </a:p>
          <a:p>
            <a:pPr>
              <a:defRPr sz="1200"/>
            </a:pPr>
            <a:r>
              <a:t>D:/pasar_fix/node_modules/.bun/date-fns@4.1.0/node_modules/date-fns/parse/_lib/parsers/MinuteParser.js</a:t>
            </a:r>
          </a:p>
          <a:p>
            <a:pPr>
              <a:defRPr sz="1200"/>
            </a:pPr>
            <a:r>
              <a:t>D:/pasar_fix/node_modules/.bun/date-fns@4.1.0/node_modules/date-fns/parse/_lib/parsers/MonthParser.cjs</a:t>
            </a:r>
          </a:p>
          <a:p>
            <a:pPr>
              <a:defRPr sz="1200"/>
            </a:pPr>
            <a:r>
              <a:t>D:/pasar_fix/node_modules/.bun/date-fns@4.1.0/node_modules/date-fns/parse/_lib/parsers/MonthParser.d.cts</a:t>
            </a:r>
          </a:p>
          <a:p>
            <a:pPr>
              <a:defRPr sz="1200"/>
            </a:pPr>
            <a:r>
              <a:t>D:/pasar_fix/node_modules/.bun/date-fns@4.1.0/node_modules/date-fns/parse/_lib/parsers/MonthParser.d.ts</a:t>
            </a:r>
          </a:p>
          <a:p>
            <a:pPr>
              <a:defRPr sz="1200"/>
            </a:pPr>
            <a:r>
              <a:t>D:/pasar_fix/node_modules/.bun/date-fns@4.1.0/node_modules/date-fns/parse/_lib/parsers/MonthParser.js</a:t>
            </a:r>
          </a:p>
          <a:p>
            <a:pPr>
              <a:defRPr sz="1200"/>
            </a:pPr>
            <a:r>
              <a:t>D:/pasar_fix/node_modules/.bun/date-fns@4.1.0/node_modules/date-fns/parse/_lib/parsers/QuarterParser.cjs</a:t>
            </a:r>
          </a:p>
          <a:p>
            <a:pPr>
              <a:defRPr sz="1200"/>
            </a:pPr>
            <a:r>
              <a:t>D:/pasar_fix/node_modules/.bun/date-fns@4.1.0/node_modules/date-fns/parse/_lib/parsers/QuarterParser.d.cts</a:t>
            </a:r>
          </a:p>
          <a:p>
            <a:pPr>
              <a:defRPr sz="1200"/>
            </a:pPr>
            <a:r>
              <a:t>D:/pasar_fix/node_modules/.bun/date-fns@4.1.0/node_modules/date-fns/parse/_lib/parsers/QuarterParser.d.ts</a:t>
            </a:r>
          </a:p>
          <a:p>
            <a:pPr>
              <a:defRPr sz="1200"/>
            </a:pPr>
            <a:r>
              <a:t>D:/pasar_fix/node_modules/.bun/date-fns@4.1.0/node_modules/date-fns/parse/_lib/parsers/QuarterParser.js</a:t>
            </a:r>
          </a:p>
          <a:p>
            <a:pPr>
              <a:defRPr sz="1200"/>
            </a:pPr>
            <a:r>
              <a:t>D:/pasar_fix/node_modules/.bun/date-fns@4.1.0/node_modules/date-fns/parse/_lib/parsers/SecondParser.cjs</a:t>
            </a:r>
          </a:p>
          <a:p>
            <a:pPr>
              <a:defRPr sz="1200"/>
            </a:pPr>
            <a:r>
              <a:t>D:/pasar_fix/node_modules/.bun/date-fns@4.1.0/node_modules/date-fns/parse/_lib/parsers/SecondParser.d.cts</a:t>
            </a:r>
          </a:p>
          <a:p>
            <a:pPr>
              <a:defRPr sz="1200"/>
            </a:pPr>
            <a:r>
              <a:t>D:/pasar_fix/node_modules/.bun/date-fns@4.1.0/node_modules/date-fns/parse/_lib/parsers/SecondParser.d.ts</a:t>
            </a:r>
          </a:p>
          <a:p>
            <a:pPr>
              <a:defRPr sz="1200"/>
            </a:pPr>
            <a:r>
              <a:t>D:/pasar_fix/node_modules/.bun/date-fns@4.1.0/node_modules/date-fns/parse/_lib/parsers/SecondParser.js</a:t>
            </a:r>
          </a:p>
          <a:p>
            <a:pPr>
              <a:defRPr sz="1200"/>
            </a:pPr>
            <a:r>
              <a:t>D:/pasar_fix/node_modules/.bun/date-fns@4.1.0/node_modules/date-fns/parse/_lib/parsers/StandAloneLocalDayParser.cjs</a:t>
            </a:r>
          </a:p>
          <a:p>
            <a:pPr>
              <a:defRPr sz="1200"/>
            </a:pPr>
            <a:r>
              <a:t>D:/pasar_fix/node_modules/.bun/date-fns@4.1.0/node_modules/date-fns/parse/_lib/parsers/StandAloneLocalDayParser.d.cts</a:t>
            </a:r>
          </a:p>
          <a:p>
            <a:pPr>
              <a:defRPr sz="1200"/>
            </a:pPr>
            <a:r>
              <a:t>D:/pasar_fix/node_modules/.bun/date-fns@4.1.0/node_modules/date-fns/parse/_lib/parsers/StandAloneLocalDayParser.d.ts</a:t>
            </a:r>
          </a:p>
          <a:p>
            <a:pPr>
              <a:defRPr sz="1200"/>
            </a:pPr>
            <a:r>
              <a:t>D:/pasar_fix/node_modules/.bun/date-fns@4.1.0/node_modules/date-fns/parse/_lib/parsers/StandAloneLocalDayParser.js</a:t>
            </a:r>
          </a:p>
          <a:p>
            <a:pPr>
              <a:defRPr sz="1200"/>
            </a:pPr>
            <a:r>
              <a:t>D:/pasar_fix/node_modules/.bun/date-fns@4.1.0/node_modules/date-fns/parse/_lib/parsers/StandAloneMonthParser.cjs</a:t>
            </a:r>
          </a:p>
          <a:p>
            <a:pPr>
              <a:defRPr sz="1200"/>
            </a:pPr>
            <a:r>
              <a:t>D:/pasar_fix/node_modules/.bun/date-fns@4.1.0/node_modules/date-fns/parse/_lib/parsers/StandAloneMonthParser.d.cts</a:t>
            </a:r>
          </a:p>
          <a:p>
            <a:pPr>
              <a:defRPr sz="1200"/>
            </a:pPr>
            <a:r>
              <a:t>D:/pasar_fix/node_modules/.bun/date-fns@4.1.0/node_modules/date-fns/parse/_lib/parsers/StandAloneMonthParser.d.ts</a:t>
            </a:r>
          </a:p>
          <a:p>
            <a:pPr>
              <a:defRPr sz="1200"/>
            </a:pPr>
            <a:r>
              <a:t>D:/pasar_fix/node_modules/.bun/date-fns@4.1.0/node_modules/date-fns/parse/_lib/parsers/StandAloneMonthParser.js</a:t>
            </a:r>
          </a:p>
          <a:p>
            <a:pPr>
              <a:defRPr sz="1200"/>
            </a:pPr>
            <a:r>
              <a:t>D:/pasar_fix/node_modules/.bun/date-fns@4.1.0/node_modules/date-fns/parse/_lib/parsers/StandAloneQuarterParser.cjs</a:t>
            </a:r>
          </a:p>
          <a:p>
            <a:pPr>
              <a:defRPr sz="1200"/>
            </a:pPr>
            <a:r>
              <a:t>D:/pasar_fix/node_modules/.bun/date-fns@4.1.0/node_modules/date-fns/parse/_lib/parsers/StandAloneQuarterParser.d.cts</a:t>
            </a:r>
          </a:p>
          <a:p>
            <a:pPr>
              <a:defRPr sz="1200"/>
            </a:pPr>
            <a:r>
              <a:t>D:/pasar_fix/node_modules/.bun/date-fns@4.1.0/node_modules/date-fns/parse/_lib/parsers/StandAloneQuarterParser.d.ts</a:t>
            </a:r>
          </a:p>
          <a:p>
            <a:pPr>
              <a:defRPr sz="1200"/>
            </a:pPr>
            <a:r>
              <a:t>D:/pasar_fix/node_modules/.bun/date-fns@4.1.0/node_modules/date-fns/parse/_lib/parsers/StandAloneQuarterParser.js</a:t>
            </a:r>
          </a:p>
          <a:p>
            <a:pPr>
              <a:defRPr sz="1200"/>
            </a:pPr>
            <a:r>
              <a:t>D:/pasar_fix/node_modules/.bun/date-fns@4.1.0/node_modules/date-fns/parse/_lib/parsers/TimestampMillisecondsParser.cjs</a:t>
            </a:r>
          </a:p>
          <a:p>
            <a:pPr>
              <a:defRPr sz="1200"/>
            </a:pPr>
            <a:r>
              <a:t>D:/pasar_fix/node_modules/.bun/date-fns@4.1.0/node_modules/date-fns/parse/_lib/parsers/TimestampMillisecondsParser.d.cts</a:t>
            </a:r>
          </a:p>
          <a:p>
            <a:pPr>
              <a:defRPr sz="1200"/>
            </a:pPr>
            <a:r>
              <a:t>D:/pasar_fix/node_modules/.bun/date-fns@4.1.0/node_modules/date-fns/parse/_lib/parsers/TimestampMillisecondsParser.d.ts</a:t>
            </a:r>
          </a:p>
          <a:p>
            <a:pPr>
              <a:defRPr sz="1200"/>
            </a:pPr>
            <a:r>
              <a:t>D:/pasar_fix/node_modules/.bun/date-fns@4.1.0/node_modules/date-fns/parse/_lib/parsers/TimestampMillisecondsParser.js</a:t>
            </a:r>
          </a:p>
          <a:p>
            <a:pPr>
              <a:defRPr sz="1200"/>
            </a:pPr>
            <a:r>
              <a:t>D:/pasar_fix/node_modules/.bun/date-fns@4.1.0/node_modules/date-fns/parse/_lib/parsers/TimestampSecondsParser.cjs</a:t>
            </a:r>
          </a:p>
          <a:p>
            <a:pPr>
              <a:defRPr sz="1200"/>
            </a:pPr>
            <a:r>
              <a:t>D:/pasar_fix/node_modules/.bun/date-fns@4.1.0/node_modules/date-fns/parse/_lib/parsers/TimestampSecondsParser.d.cts</a:t>
            </a:r>
          </a:p>
          <a:p>
            <a:pPr>
              <a:defRPr sz="1200"/>
            </a:pPr>
            <a:r>
              <a:t>D:/pasar_fix/node_modules/.bun/date-fns@4.1.0/node_modules/date-fns/parse/_lib/parsers/TimestampSecondsParser.d.ts</a:t>
            </a:r>
          </a:p>
          <a:p>
            <a:pPr>
              <a:defRPr sz="1200"/>
            </a:pPr>
            <a:r>
              <a:t>D:/pasar_fix/node_modules/.bun/date-fns@4.1.0/node_modules/date-fns/parse/_lib/parsers/TimestampSecondsParser.js</a:t>
            </a:r>
          </a:p>
          <a:p>
            <a:pPr>
              <a:defRPr sz="1200"/>
            </a:pPr>
            <a:r>
              <a:t>D:/pasar_fix/node_modules/.bun/date-fns@4.1.0/node_modules/date-fns/parse/_lib/parsers/YearParser.cjs</a:t>
            </a:r>
          </a:p>
          <a:p>
            <a:pPr>
              <a:defRPr sz="1200"/>
            </a:pPr>
            <a:r>
              <a:t>D:/pasar_fix/node_modules/.bun/date-fns@4.1.0/node_modules/date-fns/parse/_lib/parsers/YearParser.d.cts</a:t>
            </a:r>
          </a:p>
          <a:p>
            <a:pPr>
              <a:defRPr sz="1200"/>
            </a:pPr>
            <a:r>
              <a:t>D:/pasar_fix/node_modules/.bun/date-fns@4.1.0/node_modules/date-fns/parse/_lib/parsers/YearParser.d.ts</a:t>
            </a:r>
          </a:p>
          <a:p>
            <a:pPr>
              <a:defRPr sz="1200"/>
            </a:pPr>
            <a:r>
              <a:t>D:/pasar_fix/node_modules/.bun/date-fns@4.1.0/node_modules/date-fns/parse/_lib/parsers/YearParser.js</a:t>
            </a:r>
          </a:p>
          <a:p>
            <a:pPr>
              <a:defRPr sz="1200"/>
            </a:pPr>
            <a:r>
              <a:t>D:/pasar_fix/node_modules/.bun/date-fns@4.1.0/node_modules/date-fns/_lib/addLeadingZeros.cjs</a:t>
            </a:r>
          </a:p>
          <a:p>
            <a:pPr>
              <a:defRPr sz="1200"/>
            </a:pPr>
            <a:r>
              <a:t>D:/pasar_fix/node_modules/.bun/date-fns@4.1.0/node_modules/date-fns/_lib/addLeadingZeros.d.cts</a:t>
            </a:r>
          </a:p>
          <a:p>
            <a:pPr>
              <a:defRPr sz="1200"/>
            </a:pPr>
            <a:r>
              <a:t>D:/pasar_fix/node_modules/.bun/date-fns@4.1.0/node_modules/date-fns/_lib/addLeadingZeros.d.ts</a:t>
            </a:r>
          </a:p>
          <a:p>
            <a:pPr>
              <a:defRPr sz="1200"/>
            </a:pPr>
            <a:r>
              <a:t>D:/pasar_fix/node_modules/.bun/date-fns@4.1.0/node_modules/date-fns/_lib/addLeadingZeros.js</a:t>
            </a:r>
          </a:p>
          <a:p>
            <a:pPr>
              <a:defRPr sz="1200"/>
            </a:pPr>
            <a:r>
              <a:t>D:/pasar_fix/node_modules/.bun/date-fns@4.1.0/node_modules/date-fns/_lib/defaultLocale.cjs</a:t>
            </a:r>
          </a:p>
          <a:p>
            <a:pPr>
              <a:defRPr sz="1200"/>
            </a:pPr>
            <a:r>
              <a:t>D:/pasar_fix/node_modules/.bun/date-fns@4.1.0/node_modules/date-fns/_lib/defaultLocale.d.cts</a:t>
            </a:r>
          </a:p>
          <a:p>
            <a:pPr>
              <a:defRPr sz="1200"/>
            </a:pPr>
            <a:r>
              <a:t>D:/pasar_fix/node_modules/.bun/date-fns@4.1.0/node_modules/date-fns/_lib/defaultLocale.d.ts</a:t>
            </a:r>
          </a:p>
          <a:p>
            <a:pPr>
              <a:defRPr sz="1200"/>
            </a:pPr>
            <a:r>
              <a:t>D:/pasar_fix/node_modules/.bun/date-fns@4.1.0/node_modules/date-fns/_lib/defaultLocale.js</a:t>
            </a:r>
          </a:p>
          <a:p>
            <a:pPr>
              <a:defRPr sz="1200"/>
            </a:pPr>
            <a:r>
              <a:t>D:/pasar_fix/node_modules/.bun/date-fns@4.1.0/node_modules/date-fns/_lib/defaultOptions.cjs</a:t>
            </a:r>
          </a:p>
          <a:p>
            <a:pPr>
              <a:defRPr sz="1200"/>
            </a:pPr>
            <a:r>
              <a:t>D:/pasar_fix/node_modules/.bun/date-fns@4.1.0/node_modules/date-fns/_lib/defaultOptions.d.cts</a:t>
            </a:r>
          </a:p>
          <a:p>
            <a:pPr>
              <a:defRPr sz="1200"/>
            </a:pPr>
            <a:r>
              <a:t>D:/pasar_fix/node_modules/.bun/date-fns@4.1.0/node_modules/date-fns/_lib/defaultOptions.d.ts</a:t>
            </a:r>
          </a:p>
          <a:p>
            <a:pPr>
              <a:defRPr sz="1200"/>
            </a:pPr>
            <a:r>
              <a:t>D:/pasar_fix/node_modules/.bun/date-fns@4.1.0/node_modules/date-fns/_lib/defaultOptions.js</a:t>
            </a:r>
          </a:p>
          <a:p>
            <a:pPr>
              <a:defRPr sz="1200"/>
            </a:pPr>
            <a:r>
              <a:t>D:/pasar_fix/node_modules/.bun/date-fns@4.1.0/node_modules/date-fns/_lib/getRoundingMethod.cjs</a:t>
            </a:r>
          </a:p>
          <a:p>
            <a:pPr>
              <a:defRPr sz="1200"/>
            </a:pPr>
            <a:r>
              <a:t>D:/pasar_fix/node_modules/.bun/date-fns@4.1.0/node_modules/date-fns/_lib/getRoundingMethod.d.cts</a:t>
            </a:r>
          </a:p>
          <a:p>
            <a:pPr>
              <a:defRPr sz="1200"/>
            </a:pPr>
            <a:r>
              <a:t>D:/pasar_fix/node_modules/.bun/date-fns@4.1.0/node_modules/date-fns/_lib/getRoundingMethod.d.ts</a:t>
            </a:r>
          </a:p>
          <a:p>
            <a:pPr>
              <a:defRPr sz="1200"/>
            </a:pPr>
            <a:r>
              <a:t>D:/pasar_fix/node_modules/.bun/date-fns@4.1.0/node_modules/date-fns/_lib/getRoundingMethod.js</a:t>
            </a:r>
          </a:p>
          <a:p>
            <a:pPr>
              <a:defRPr sz="1200"/>
            </a:pPr>
            <a:r>
              <a:t>D:/pasar_fix/node_modules/.bun/date-fns@4.1.0/node_modules/date-fns/_lib/getTimezoneOffsetInMilliseconds.cjs</a:t>
            </a:r>
          </a:p>
          <a:p>
            <a:pPr>
              <a:defRPr sz="1200"/>
            </a:pPr>
            <a:r>
              <a:t>D:/pasar_fix/node_modules/.bun/date-fns@4.1.0/node_modules/date-fns/_lib/getTimezoneOffsetInMilliseconds.d.cts</a:t>
            </a:r>
          </a:p>
          <a:p>
            <a:pPr>
              <a:defRPr sz="1200"/>
            </a:pPr>
            <a:r>
              <a:t>D:/pasar_fix/node_modules/.bun/date-fns@4.1.0/node_modules/date-fns/_lib/getTimezoneOffsetInMilliseconds.d.ts</a:t>
            </a:r>
          </a:p>
          <a:p>
            <a:pPr>
              <a:defRPr sz="1200"/>
            </a:pPr>
            <a:r>
              <a:t>D:/pasar_fix/node_modules/.bun/date-fns@4.1.0/node_modules/date-fns/_lib/getTimezoneOffsetInMilliseconds.js</a:t>
            </a:r>
          </a:p>
          <a:p>
            <a:pPr>
              <a:defRPr sz="1200"/>
            </a:pPr>
            <a:r>
              <a:t>D:/pasar_fix/node_modules/.bun/date-fns@4.1.0/node_modules/date-fns/_lib/normalizeDates.cjs</a:t>
            </a:r>
          </a:p>
          <a:p>
            <a:pPr>
              <a:defRPr sz="1200"/>
            </a:pPr>
            <a:r>
              <a:t>D:/pasar_fix/node_modules/.bun/date-fns@4.1.0/node_modules/date-fns/_lib/normalizeDates.d.cts</a:t>
            </a:r>
          </a:p>
          <a:p>
            <a:pPr>
              <a:defRPr sz="1200"/>
            </a:pPr>
            <a:r>
              <a:t>D:/pasar_fix/node_modules/.bun/date-fns@4.1.0/node_modules/date-fns/_lib/normalizeDates.d.ts</a:t>
            </a:r>
          </a:p>
          <a:p>
            <a:pPr>
              <a:defRPr sz="1200"/>
            </a:pPr>
            <a:r>
              <a:t>D:/pasar_fix/node_modules/.bun/date-fns@4.1.0/node_modules/date-fns/_lib/normalizeDates.js</a:t>
            </a:r>
          </a:p>
          <a:p>
            <a:pPr>
              <a:defRPr sz="1200"/>
            </a:pPr>
            <a:r>
              <a:t>D:/pasar_fix/node_modules/.bun/date-fns@4.1.0/node_modules/date-fns/_lib/normalizeInterval.cjs</a:t>
            </a:r>
          </a:p>
          <a:p>
            <a:pPr>
              <a:defRPr sz="1200"/>
            </a:pPr>
            <a:r>
              <a:t>D:/pasar_fix/node_modules/.bun/date-fns@4.1.0/node_modules/date-fns/_lib/normalizeInterval.d.cts</a:t>
            </a:r>
          </a:p>
          <a:p>
            <a:pPr>
              <a:defRPr sz="1200"/>
            </a:pPr>
            <a:r>
              <a:t>D:/pasar_fix/node_modules/.bun/date-fns@4.1.0/node_modules/date-fns/_lib/normalizeInterval.d.ts</a:t>
            </a:r>
          </a:p>
          <a:p>
            <a:pPr>
              <a:defRPr sz="1200"/>
            </a:pPr>
            <a:r>
              <a:t>D:/pasar_fix/node_modules/.bun/date-fns@4.1.0/node_modules/date-fns/_lib/normalizeInterval.js</a:t>
            </a:r>
          </a:p>
          <a:p>
            <a:pPr>
              <a:defRPr sz="1200"/>
            </a:pPr>
            <a:r>
              <a:t>D:/pasar_fix/node_modules/.bun/date-fns@4.1.0/node_modules/date-fns/_lib/protectedTokens.cjs</a:t>
            </a:r>
          </a:p>
          <a:p>
            <a:pPr>
              <a:defRPr sz="1200"/>
            </a:pPr>
            <a:r>
              <a:t>D:/pasar_fix/node_modules/.bun/date-fns@4.1.0/node_modules/date-fns/_lib/protectedTokens.d.cts</a:t>
            </a:r>
          </a:p>
          <a:p>
            <a:pPr>
              <a:defRPr sz="1200"/>
            </a:pPr>
            <a:r>
              <a:t>D:/pasar_fix/node_modules/.bun/date-fns@4.1.0/node_modules/date-fns/_lib/protectedTokens.d.ts</a:t>
            </a:r>
          </a:p>
          <a:p>
            <a:pPr>
              <a:defRPr sz="1200"/>
            </a:pPr>
            <a:r>
              <a:t>D:/pasar_fix/node_modules/.bun/date-fns@4.1.0/node_modules/date-fns/_lib/protectedTokens.js</a:t>
            </a:r>
          </a:p>
          <a:p>
            <a:pPr>
              <a:defRPr sz="1200"/>
            </a:pPr>
            <a:r>
              <a:t>D:/pasar_fix/node_modules/.bun/date-fns@4.1.0/node_modules/date-fns/_lib/test.cjs</a:t>
            </a:r>
          </a:p>
          <a:p>
            <a:pPr>
              <a:defRPr sz="1200"/>
            </a:pPr>
            <a:r>
              <a:t>D:/pasar_fix/node_modules/.bun/date-fns@4.1.0/node_modules/date-fns/_lib/test.d.cts</a:t>
            </a:r>
          </a:p>
          <a:p>
            <a:pPr>
              <a:defRPr sz="1200"/>
            </a:pPr>
            <a:r>
              <a:t>D:/pasar_fix/node_modules/.bun/date-fns@4.1.0/node_modules/date-fns/_lib/test.d.ts</a:t>
            </a:r>
          </a:p>
          <a:p>
            <a:pPr>
              <a:defRPr sz="1200"/>
            </a:pPr>
            <a:r>
              <a:t>D:/pasar_fix/node_modules/.bun/date-fns@4.1.0/node_modules/date-fns/_lib/test.js</a:t>
            </a:r>
          </a:p>
          <a:p>
            <a:pPr>
              <a:defRPr sz="1200"/>
            </a:pPr>
            <a:r>
              <a:t>D:/pasar_fix/node_modules/.bun/date-fns@4.1.0/node_modules/date-fns/_lib/format/formatters.cjs</a:t>
            </a:r>
          </a:p>
          <a:p>
            <a:pPr>
              <a:defRPr sz="1200"/>
            </a:pPr>
            <a:r>
              <a:t>D:/pasar_fix/node_modules/.bun/date-fns@4.1.0/node_modules/date-fns/_lib/format/formatters.d.cts</a:t>
            </a:r>
          </a:p>
          <a:p>
            <a:pPr>
              <a:defRPr sz="1200"/>
            </a:pPr>
            <a:r>
              <a:t>D:/pasar_fix/node_modules/.bun/date-fns@4.1.0/node_modules/date-fns/_lib/format/formatters.d.ts</a:t>
            </a:r>
          </a:p>
          <a:p>
            <a:pPr>
              <a:defRPr sz="1200"/>
            </a:pPr>
            <a:r>
              <a:t>D:/pasar_fix/node_modules/.bun/date-fns@4.1.0/node_modules/date-fns/_lib/format/formatters.js</a:t>
            </a:r>
          </a:p>
          <a:p>
            <a:pPr>
              <a:defRPr sz="1200"/>
            </a:pPr>
            <a:r>
              <a:t>D:/pasar_fix/node_modules/.bun/date-fns@4.1.0/node_modules/date-fns/_lib/format/lightFormatters.cjs</a:t>
            </a:r>
          </a:p>
          <a:p>
            <a:pPr>
              <a:defRPr sz="1200"/>
            </a:pPr>
            <a:r>
              <a:t>D:/pasar_fix/node_modules/.bun/date-fns@4.1.0/node_modules/date-fns/_lib/format/lightFormatters.d.cts</a:t>
            </a:r>
          </a:p>
          <a:p>
            <a:pPr>
              <a:defRPr sz="1200"/>
            </a:pPr>
            <a:r>
              <a:t>D:/pasar_fix/node_modules/.bun/date-fns@4.1.0/node_modules/date-fns/_lib/format/lightFormatters.d.ts</a:t>
            </a:r>
          </a:p>
          <a:p>
            <a:pPr>
              <a:defRPr sz="1200"/>
            </a:pPr>
            <a:r>
              <a:t>D:/pasar_fix/node_modules/.bun/date-fns@4.1.0/node_modules/date-fns/_lib/format/lightFormatters.js</a:t>
            </a:r>
          </a:p>
          <a:p>
            <a:pPr>
              <a:defRPr sz="1200"/>
            </a:pPr>
            <a:r>
              <a:t>D:/pasar_fix/node_modules/.bun/date-fns@4.1.0/node_modules/date-fns/_lib/format/longFormatters.cjs</a:t>
            </a:r>
          </a:p>
          <a:p>
            <a:pPr>
              <a:defRPr sz="1200"/>
            </a:pPr>
            <a:r>
              <a:t>D:/pasar_fix/node_modules/.bun/date-fns@4.1.0/node_modules/date-fns/_lib/format/longFormatters.d.cts</a:t>
            </a:r>
          </a:p>
          <a:p>
            <a:pPr>
              <a:defRPr sz="1200"/>
            </a:pPr>
            <a:r>
              <a:t>D:/pasar_fix/node_modules/.bun/date-fns@4.1.0/node_modules/date-fns/_lib/format/longFormatters.d.ts</a:t>
            </a:r>
          </a:p>
          <a:p>
            <a:pPr>
              <a:defRPr sz="1200"/>
            </a:pPr>
            <a:r>
              <a:t>D:/pasar_fix/node_modules/.bun/date-fns@4.1.0/node_modules/date-fns/_lib/format/longFormatters.js</a:t>
            </a:r>
          </a:p>
          <a:p>
            <a:pPr>
              <a:defRPr sz="1200"/>
            </a:pPr>
            <a:r>
              <a:t>D:/pasar_fix/node_modules/.bun/dayjs@1.11.21/node_modules/dayjs/.editorconfig</a:t>
            </a:r>
          </a:p>
          <a:p>
            <a:pPr>
              <a:defRPr sz="1200"/>
            </a:pPr>
            <a:r>
              <a:t>D:/pasar_fix/node_modules/.bun/dayjs@1.11.21/node_modules/dayjs/CHANGELOG.md</a:t>
            </a:r>
          </a:p>
          <a:p>
            <a:pPr>
              <a:defRPr sz="1200"/>
            </a:pPr>
            <a:r>
              <a:t>D:/pasar_fix/node_modules/.bun/dayjs@1.11.21/node_modules/dayjs/dayjs.min.js</a:t>
            </a:r>
          </a:p>
          <a:p>
            <a:pPr>
              <a:defRPr sz="1200"/>
            </a:pPr>
            <a:r>
              <a:t>D:/pasar_fix/node_modules/.bun/dayjs@1.11.21/node_modules/dayjs/index.d.ts</a:t>
            </a:r>
          </a:p>
          <a:p>
            <a:pPr>
              <a:defRPr sz="1200"/>
            </a:pPr>
            <a:r>
              <a:t>D:/pasar_fix/node_modules/.bun/dayjs@1.11.21/node_modules/dayjs/LICENSE</a:t>
            </a:r>
          </a:p>
          <a:p>
            <a:pPr>
              <a:defRPr sz="1200"/>
            </a:pPr>
            <a:r>
              <a:t>D:/pasar_fix/node_modules/.bun/dayjs@1.11.21/node_modules/dayjs/locale.json</a:t>
            </a:r>
          </a:p>
          <a:p>
            <a:pPr>
              <a:defRPr sz="1200"/>
            </a:pPr>
            <a:r>
              <a:t>D:/pasar_fix/node_modules/.bun/dayjs@1.11.21/node_modules/dayjs/package.json</a:t>
            </a:r>
          </a:p>
          <a:p>
            <a:pPr>
              <a:defRPr sz="1200"/>
            </a:pPr>
            <a:r>
              <a:t>D:/pasar_fix/node_modules/.bun/dayjs@1.11.21/node_modules/dayjs/README.md</a:t>
            </a:r>
          </a:p>
          <a:p>
            <a:pPr>
              <a:defRPr sz="1200"/>
            </a:pPr>
            <a:r>
              <a:t>D:/pasar_fix/node_modules/.bun/dayjs@1.11.21/node_modules/dayjs/esm/constant.js</a:t>
            </a:r>
          </a:p>
          <a:p>
            <a:pPr>
              <a:defRPr sz="1200"/>
            </a:pPr>
            <a:r>
              <a:t>D:/pasar_fix/node_modules/.bun/dayjs@1.11.21/node_modules/dayjs/esm/index.d.ts</a:t>
            </a:r>
          </a:p>
          <a:p>
            <a:pPr>
              <a:defRPr sz="1200"/>
            </a:pPr>
            <a:r>
              <a:t>D:/pasar_fix/node_modules/.bun/dayjs@1.11.21/node_modules/dayjs/esm/index.js</a:t>
            </a:r>
          </a:p>
          <a:p>
            <a:pPr>
              <a:defRPr sz="1200"/>
            </a:pPr>
            <a:r>
              <a:t>D:/pasar_fix/node_modules/.bun/dayjs@1.11.21/node_modules/dayjs/esm/utils.js</a:t>
            </a:r>
          </a:p>
          <a:p>
            <a:pPr>
              <a:defRPr sz="1200"/>
            </a:pPr>
            <a:r>
              <a:t>D:/pasar_fix/node_modules/.bun/dayjs@1.11.21/node_modules/dayjs/esm/locale/af.js</a:t>
            </a:r>
          </a:p>
          <a:p>
            <a:pPr>
              <a:defRPr sz="1200"/>
            </a:pPr>
            <a:r>
              <a:t>D:/pasar_fix/node_modules/.bun/dayjs@1.11.21/node_modules/dayjs/esm/locale/am.js</a:t>
            </a:r>
          </a:p>
          <a:p>
            <a:pPr>
              <a:defRPr sz="1200"/>
            </a:pPr>
            <a:r>
              <a:t>D:/pasar_fix/node_modules/.bun/dayjs@1.11.21/node_modules/dayjs/esm/locale/ar-dz.js</a:t>
            </a:r>
          </a:p>
          <a:p>
            <a:pPr>
              <a:defRPr sz="1200"/>
            </a:pPr>
            <a:r>
              <a:t>D:/pasar_fix/node_modules/.bun/dayjs@1.11.21/node_modules/dayjs/esm/locale/ar-iq.js</a:t>
            </a:r>
          </a:p>
          <a:p>
            <a:pPr>
              <a:defRPr sz="1200"/>
            </a:pPr>
            <a:r>
              <a:t>D:/pasar_fix/node_modules/.bun/dayjs@1.11.21/node_modules/dayjs/esm/locale/ar-kw.js</a:t>
            </a:r>
          </a:p>
          <a:p>
            <a:pPr>
              <a:defRPr sz="1200"/>
            </a:pPr>
            <a:r>
              <a:t>D:/pasar_fix/node_modules/.bun/dayjs@1.11.21/node_modules/dayjs/esm/locale/ar-ly.js</a:t>
            </a:r>
          </a:p>
          <a:p>
            <a:pPr>
              <a:defRPr sz="1200"/>
            </a:pPr>
            <a:r>
              <a:t>D:/pasar_fix/node_modules/.bun/dayjs@1.11.21/node_modules/dayjs/esm/locale/ar-ma.js</a:t>
            </a:r>
          </a:p>
          <a:p>
            <a:pPr>
              <a:defRPr sz="1200"/>
            </a:pPr>
            <a:r>
              <a:t>D:/pasar_fix/node_modules/.bun/dayjs@1.11.21/node_modules/dayjs/esm/locale/ar-sa.js</a:t>
            </a:r>
          </a:p>
          <a:p>
            <a:pPr>
              <a:defRPr sz="1200"/>
            </a:pPr>
            <a:r>
              <a:t>D:/pasar_fix/node_modules/.bun/dayjs@1.11.21/node_modules/dayjs/esm/locale/ar-tn.js</a:t>
            </a:r>
          </a:p>
          <a:p>
            <a:pPr>
              <a:defRPr sz="1200"/>
            </a:pPr>
            <a:r>
              <a:t>D:/pasar_fix/node_modules/.bun/dayjs@1.11.21/node_modules/dayjs/esm/locale/ar.js</a:t>
            </a:r>
          </a:p>
          <a:p>
            <a:pPr>
              <a:defRPr sz="1200"/>
            </a:pPr>
            <a:r>
              <a:t>D:/pasar_fix/node_modules/.bun/dayjs@1.11.21/node_modules/dayjs/esm/locale/az.js</a:t>
            </a:r>
          </a:p>
          <a:p>
            <a:pPr>
              <a:defRPr sz="1200"/>
            </a:pPr>
            <a:r>
              <a:t>D:/pasar_fix/node_modules/.bun/dayjs@1.11.21/node_modules/dayjs/esm/locale/be.js</a:t>
            </a:r>
          </a:p>
          <a:p>
            <a:pPr>
              <a:defRPr sz="1200"/>
            </a:pPr>
            <a:r>
              <a:t>D:/pasar_fix/node_modules/.bun/dayjs@1.11.21/node_modules/dayjs/esm/locale/bg.js</a:t>
            </a:r>
          </a:p>
          <a:p>
            <a:pPr>
              <a:defRPr sz="1200"/>
            </a:pPr>
            <a:r>
              <a:t>D:/pasar_fix/node_modules/.bun/dayjs@1.11.21/node_modules/dayjs/esm/locale/bi.js</a:t>
            </a:r>
          </a:p>
          <a:p>
            <a:pPr>
              <a:defRPr sz="1200"/>
            </a:pPr>
            <a:r>
              <a:t>D:/pasar_fix/node_modules/.bun/dayjs@1.11.21/node_modules/dayjs/esm/locale/bm.js</a:t>
            </a:r>
          </a:p>
          <a:p>
            <a:pPr>
              <a:defRPr sz="1200"/>
            </a:pPr>
            <a:r>
              <a:t>D:/pasar_fix/node_modules/.bun/dayjs@1.11.21/node_modules/dayjs/esm/locale/bn-bd.js</a:t>
            </a:r>
          </a:p>
          <a:p>
            <a:pPr>
              <a:defRPr sz="1200"/>
            </a:pPr>
            <a:r>
              <a:t>D:/pasar_fix/node_modules/.bun/dayjs@1.11.21/node_modules/dayjs/esm/locale/bn.js</a:t>
            </a:r>
          </a:p>
          <a:p>
            <a:pPr>
              <a:defRPr sz="1200"/>
            </a:pPr>
            <a:r>
              <a:t>D:/pasar_fix/node_modules/.bun/dayjs@1.11.21/node_modules/dayjs/esm/locale/bo.js</a:t>
            </a:r>
          </a:p>
          <a:p>
            <a:pPr>
              <a:defRPr sz="1200"/>
            </a:pPr>
            <a:r>
              <a:t>D:/pasar_fix/node_modules/.bun/dayjs@1.11.21/node_modules/dayjs/esm/locale/br.js</a:t>
            </a:r>
          </a:p>
          <a:p>
            <a:pPr>
              <a:defRPr sz="1200"/>
            </a:pPr>
            <a:r>
              <a:t>D:/pasar_fix/node_modules/.bun/dayjs@1.11.21/node_modules/dayjs/esm/locale/bs.js</a:t>
            </a:r>
          </a:p>
          <a:p>
            <a:pPr>
              <a:defRPr sz="1200"/>
            </a:pPr>
            <a:r>
              <a:t>D:/pasar_fix/node_modules/.bun/dayjs@1.11.21/node_modules/dayjs/esm/locale/ca.js</a:t>
            </a:r>
          </a:p>
          <a:p>
            <a:pPr>
              <a:defRPr sz="1200"/>
            </a:pPr>
            <a:r>
              <a:t>D:/pasar_fix/node_modules/.bun/dayjs@1.11.21/node_modules/dayjs/esm/locale/cs.js</a:t>
            </a:r>
          </a:p>
          <a:p>
            <a:pPr>
              <a:defRPr sz="1200"/>
            </a:pPr>
            <a:r>
              <a:t>D:/pasar_fix/node_modules/.bun/dayjs@1.11.21/node_modules/dayjs/esm/locale/cv.js</a:t>
            </a:r>
          </a:p>
          <a:p>
            <a:pPr>
              <a:defRPr sz="1200"/>
            </a:pPr>
            <a:r>
              <a:t>D:/pasar_fix/node_modules/.bun/dayjs@1.11.21/node_modules/dayjs/esm/locale/cy.js</a:t>
            </a:r>
          </a:p>
          <a:p>
            <a:pPr>
              <a:defRPr sz="1200"/>
            </a:pPr>
            <a:r>
              <a:t>D:/pasar_fix/node_modules/.bun/dayjs@1.11.21/node_modules/dayjs/esm/locale/da.js</a:t>
            </a:r>
          </a:p>
          <a:p>
            <a:pPr>
              <a:defRPr sz="1200"/>
            </a:pPr>
            <a:r>
              <a:t>D:/pasar_fix/node_modules/.bun/dayjs@1.11.21/node_modules/dayjs/esm/locale/de-at.js</a:t>
            </a:r>
          </a:p>
          <a:p>
            <a:pPr>
              <a:defRPr sz="1200"/>
            </a:pPr>
            <a:r>
              <a:t>D:/pasar_fix/node_modules/.bun/dayjs@1.11.21/node_modules/dayjs/esm/locale/de-ch.js</a:t>
            </a:r>
          </a:p>
          <a:p>
            <a:pPr>
              <a:defRPr sz="1200"/>
            </a:pPr>
            <a:r>
              <a:t>D:/pasar_fix/node_modules/.bun/dayjs@1.11.21/node_modules/dayjs/esm/locale/de.js</a:t>
            </a:r>
          </a:p>
          <a:p>
            <a:pPr>
              <a:defRPr sz="1200"/>
            </a:pPr>
            <a:r>
              <a:t>D:/pasar_fix/node_modules/.bun/dayjs@1.11.21/node_modules/dayjs/esm/locale/dv.js</a:t>
            </a:r>
          </a:p>
          <a:p>
            <a:pPr>
              <a:defRPr sz="1200"/>
            </a:pPr>
            <a:r>
              <a:t>D:/pasar_fix/node_modules/.bun/dayjs@1.11.21/node_modules/dayjs/esm/locale/el.js</a:t>
            </a:r>
          </a:p>
          <a:p>
            <a:pPr>
              <a:defRPr sz="1200"/>
            </a:pPr>
            <a:r>
              <a:t>D:/pasar_fix/node_modules/.bun/dayjs@1.11.21/node_modules/dayjs/esm/locale/en-au.js</a:t>
            </a:r>
          </a:p>
          <a:p>
            <a:pPr>
              <a:defRPr sz="1200"/>
            </a:pPr>
            <a:r>
              <a:t>D:/pasar_fix/node_modules/.bun/dayjs@1.11.21/node_modules/dayjs/esm/locale/en-ca.js</a:t>
            </a:r>
          </a:p>
          <a:p>
            <a:pPr>
              <a:defRPr sz="1200"/>
            </a:pPr>
            <a:r>
              <a:t>D:/pasar_fix/node_modules/.bun/dayjs@1.11.21/node_modules/dayjs/esm/locale/en-gb.js</a:t>
            </a:r>
          </a:p>
          <a:p>
            <a:pPr>
              <a:defRPr sz="1200"/>
            </a:pPr>
            <a:r>
              <a:t>D:/pasar_fix/node_modules/.bun/dayjs@1.11.21/node_modules/dayjs/esm/locale/en-ie.js</a:t>
            </a:r>
          </a:p>
          <a:p>
            <a:pPr>
              <a:defRPr sz="1200"/>
            </a:pPr>
            <a:r>
              <a:t>D:/pasar_fix/node_modules/.bun/dayjs@1.11.21/node_modules/dayjs/esm/locale/en-il.js</a:t>
            </a:r>
          </a:p>
          <a:p>
            <a:pPr>
              <a:defRPr sz="1200"/>
            </a:pPr>
            <a:r>
              <a:t>D:/pasar_fix/node_modules/.bun/dayjs@1.11.21/node_modules/dayjs/esm/locale/en-in.js</a:t>
            </a:r>
          </a:p>
          <a:p>
            <a:pPr>
              <a:defRPr sz="1200"/>
            </a:pPr>
            <a:r>
              <a:t>D:/pasar_fix/node_modules/.bun/dayjs@1.11.21/node_modules/dayjs/esm/locale/en-nz.js</a:t>
            </a:r>
          </a:p>
          <a:p>
            <a:pPr>
              <a:defRPr sz="1200"/>
            </a:pPr>
            <a:r>
              <a:t>D:/pasar_fix/node_modules/.bun/dayjs@1.11.21/node_modules/dayjs/esm/locale/en-sg.js</a:t>
            </a:r>
          </a:p>
          <a:p>
            <a:pPr>
              <a:defRPr sz="1200"/>
            </a:pPr>
            <a:r>
              <a:t>D:/pasar_fix/node_modules/.bun/dayjs@1.11.21/node_modules/dayjs/esm/locale/en-tt.js</a:t>
            </a:r>
          </a:p>
          <a:p>
            <a:pPr>
              <a:defRPr sz="1200"/>
            </a:pPr>
            <a:r>
              <a:t>D:/pasar_fix/node_modules/.bun/dayjs@1.11.21/node_modules/dayjs/esm/locale/en.js</a:t>
            </a:r>
          </a:p>
          <a:p>
            <a:pPr>
              <a:defRPr sz="1200"/>
            </a:pPr>
            <a:r>
              <a:t>D:/pasar_fix/node_modules/.bun/dayjs@1.11.21/node_modules/dayjs/esm/locale/eo.js</a:t>
            </a:r>
          </a:p>
          <a:p>
            <a:pPr>
              <a:defRPr sz="1200"/>
            </a:pPr>
            <a:r>
              <a:t>D:/pasar_fix/node_modules/.bun/dayjs@1.11.21/node_modules/dayjs/esm/locale/es-do.js</a:t>
            </a:r>
          </a:p>
          <a:p>
            <a:pPr>
              <a:defRPr sz="1200"/>
            </a:pPr>
            <a:r>
              <a:t>D:/pasar_fix/node_modules/.bun/dayjs@1.11.21/node_modules/dayjs/esm/locale/es-mx.js</a:t>
            </a:r>
          </a:p>
          <a:p>
            <a:pPr>
              <a:defRPr sz="1200"/>
            </a:pPr>
            <a:r>
              <a:t>D:/pasar_fix/node_modules/.bun/dayjs@1.11.21/node_modules/dayjs/esm/locale/es-pr.js</a:t>
            </a:r>
          </a:p>
          <a:p>
            <a:pPr>
              <a:defRPr sz="1200"/>
            </a:pPr>
            <a:r>
              <a:t>D:/pasar_fix/node_modules/.bun/dayjs@1.11.21/node_modules/dayjs/esm/locale/es-us.js</a:t>
            </a:r>
          </a:p>
          <a:p>
            <a:pPr>
              <a:defRPr sz="1200"/>
            </a:pPr>
            <a:r>
              <a:t>D:/pasar_fix/node_modules/.bun/dayjs@1.11.21/node_modules/dayjs/esm/locale/es.js</a:t>
            </a:r>
          </a:p>
          <a:p>
            <a:pPr>
              <a:defRPr sz="1200"/>
            </a:pPr>
            <a:r>
              <a:t>D:/pasar_fix/node_modules/.bun/dayjs@1.11.21/node_modules/dayjs/esm/locale/et.js</a:t>
            </a:r>
          </a:p>
          <a:p>
            <a:pPr>
              <a:defRPr sz="1200"/>
            </a:pPr>
            <a:r>
              <a:t>D:/pasar_fix/node_modules/.bun/dayjs@1.11.21/node_modules/dayjs/esm/locale/eu.js</a:t>
            </a:r>
          </a:p>
          <a:p>
            <a:pPr>
              <a:defRPr sz="1200"/>
            </a:pPr>
            <a:r>
              <a:t>D:/pasar_fix/node_modules/.bun/dayjs@1.11.21/node_modules/dayjs/esm/locale/fa.js</a:t>
            </a:r>
          </a:p>
          <a:p>
            <a:pPr>
              <a:defRPr sz="1200"/>
            </a:pPr>
            <a:r>
              <a:t>D:/pasar_fix/node_modules/.bun/dayjs@1.11.21/node_modules/dayjs/esm/locale/fi.js</a:t>
            </a:r>
          </a:p>
          <a:p>
            <a:pPr>
              <a:defRPr sz="1200"/>
            </a:pPr>
            <a:r>
              <a:t>D:/pasar_fix/node_modules/.bun/dayjs@1.11.21/node_modules/dayjs/esm/locale/fo.js</a:t>
            </a:r>
          </a:p>
          <a:p>
            <a:pPr>
              <a:defRPr sz="1200"/>
            </a:pPr>
            <a:r>
              <a:t>D:/pasar_fix/node_modules/.bun/dayjs@1.11.21/node_modules/dayjs/esm/locale/fr-ca.js</a:t>
            </a:r>
          </a:p>
          <a:p>
            <a:pPr>
              <a:defRPr sz="1200"/>
            </a:pPr>
            <a:r>
              <a:t>D:/pasar_fix/node_modules/.bun/dayjs@1.11.21/node_modules/dayjs/esm/locale/fr-ch.js</a:t>
            </a:r>
          </a:p>
          <a:p>
            <a:pPr>
              <a:defRPr sz="1200"/>
            </a:pPr>
            <a:r>
              <a:t>D:/pasar_fix/node_modules/.bun/dayjs@1.11.21/node_modules/dayjs/esm/locale/fr.js</a:t>
            </a:r>
          </a:p>
          <a:p>
            <a:pPr>
              <a:defRPr sz="1200"/>
            </a:pPr>
            <a:r>
              <a:t>D:/pasar_fix/node_modules/.bun/dayjs@1.11.21/node_modules/dayjs/esm/locale/fy.js</a:t>
            </a:r>
          </a:p>
          <a:p>
            <a:pPr>
              <a:defRPr sz="1200"/>
            </a:pPr>
            <a:r>
              <a:t>D:/pasar_fix/node_modules/.bun/dayjs@1.11.21/node_modules/dayjs/esm/locale/ga.js</a:t>
            </a:r>
          </a:p>
          <a:p>
            <a:pPr>
              <a:defRPr sz="1200"/>
            </a:pPr>
            <a:r>
              <a:t>D:/pasar_fix/node_modules/.bun/dayjs@1.11.21/node_modules/dayjs/esm/locale/gd.js</a:t>
            </a:r>
          </a:p>
          <a:p>
            <a:pPr>
              <a:defRPr sz="1200"/>
            </a:pPr>
            <a:r>
              <a:t>D:/pasar_fix/node_modules/.bun/dayjs@1.11.21/node_modules/dayjs/esm/locale/gl.js</a:t>
            </a:r>
          </a:p>
          <a:p>
            <a:pPr>
              <a:defRPr sz="1200"/>
            </a:pPr>
            <a:r>
              <a:t>D:/pasar_fix/node_modules/.bun/dayjs@1.11.21/node_modules/dayjs/esm/locale/gom-latn.js</a:t>
            </a:r>
          </a:p>
          <a:p>
            <a:pPr>
              <a:defRPr sz="1200"/>
            </a:pPr>
            <a:r>
              <a:t>D:/pasar_fix/node_modules/.bun/dayjs@1.11.21/node_modules/dayjs/esm/locale/gu.js</a:t>
            </a:r>
          </a:p>
          <a:p>
            <a:pPr>
              <a:defRPr sz="1200"/>
            </a:pPr>
            <a:r>
              <a:t>D:/pasar_fix/node_modules/.bun/dayjs@1.11.21/node_modules/dayjs/esm/locale/he.js</a:t>
            </a:r>
          </a:p>
          <a:p>
            <a:pPr>
              <a:defRPr sz="1200"/>
            </a:pPr>
            <a:r>
              <a:t>D:/pasar_fix/node_modules/.bun/dayjs@1.11.21/node_modules/dayjs/esm/locale/hi.js</a:t>
            </a:r>
          </a:p>
          <a:p>
            <a:pPr>
              <a:defRPr sz="1200"/>
            </a:pPr>
            <a:r>
              <a:t>D:/pasar_fix/node_modules/.bun/dayjs@1.11.21/node_modules/dayjs/esm/locale/hr.js</a:t>
            </a:r>
          </a:p>
          <a:p>
            <a:pPr>
              <a:defRPr sz="1200"/>
            </a:pPr>
            <a:r>
              <a:t>D:/pasar_fix/node_modules/.bun/dayjs@1.11.21/node_modules/dayjs/esm/locale/ht.js</a:t>
            </a:r>
          </a:p>
          <a:p>
            <a:pPr>
              <a:defRPr sz="1200"/>
            </a:pPr>
            <a:r>
              <a:t>D:/pasar_fix/node_modules/.bun/dayjs@1.11.21/node_modules/dayjs/esm/locale/hu.js</a:t>
            </a:r>
          </a:p>
          <a:p>
            <a:pPr>
              <a:defRPr sz="1200"/>
            </a:pPr>
            <a:r>
              <a:t>D:/pasar_fix/node_modules/.bun/dayjs@1.11.21/node_modules/dayjs/esm/locale/hy-am.js</a:t>
            </a:r>
          </a:p>
          <a:p>
            <a:pPr>
              <a:defRPr sz="1200"/>
            </a:pPr>
            <a:r>
              <a:t>D:/pasar_fix/node_modules/.bun/dayjs@1.11.21/node_modules/dayjs/esm/locale/id.js</a:t>
            </a:r>
          </a:p>
          <a:p>
            <a:pPr>
              <a:defRPr sz="1200"/>
            </a:pPr>
            <a:r>
              <a:t>D:/pasar_fix/node_modules/.bun/dayjs@1.11.21/node_modules/dayjs/esm/locale/index.d.ts</a:t>
            </a:r>
          </a:p>
          <a:p>
            <a:pPr>
              <a:defRPr sz="1200"/>
            </a:pPr>
            <a:r>
              <a:t>D:/pasar_fix/node_modules/.bun/dayjs@1.11.21/node_modules/dayjs/esm/locale/is.js</a:t>
            </a:r>
          </a:p>
          <a:p>
            <a:pPr>
              <a:defRPr sz="1200"/>
            </a:pPr>
            <a:r>
              <a:t>D:/pasar_fix/node_modules/.bun/dayjs@1.11.21/node_modules/dayjs/esm/locale/it-ch.js</a:t>
            </a:r>
          </a:p>
          <a:p>
            <a:pPr>
              <a:defRPr sz="1200"/>
            </a:pPr>
            <a:r>
              <a:t>D:/pasar_fix/node_modules/.bun/dayjs@1.11.21/node_modules/dayjs/esm/locale/it.js</a:t>
            </a:r>
          </a:p>
          <a:p>
            <a:pPr>
              <a:defRPr sz="1200"/>
            </a:pPr>
            <a:r>
              <a:t>D:/pasar_fix/node_modules/.bun/dayjs@1.11.21/node_modules/dayjs/esm/locale/ja.js</a:t>
            </a:r>
          </a:p>
          <a:p>
            <a:pPr>
              <a:defRPr sz="1200"/>
            </a:pPr>
            <a:r>
              <a:t>D:/pasar_fix/node_modules/.bun/dayjs@1.11.21/node_modules/dayjs/esm/locale/jv.js</a:t>
            </a:r>
          </a:p>
          <a:p>
            <a:pPr>
              <a:defRPr sz="1200"/>
            </a:pPr>
            <a:r>
              <a:t>D:/pasar_fix/node_modules/.bun/dayjs@1.11.21/node_modules/dayjs/esm/locale/ka.js</a:t>
            </a:r>
          </a:p>
          <a:p>
            <a:pPr>
              <a:defRPr sz="1200"/>
            </a:pPr>
            <a:r>
              <a:t>D:/pasar_fix/node_modules/.bun/dayjs@1.11.21/node_modules/dayjs/esm/locale/kk.js</a:t>
            </a:r>
          </a:p>
          <a:p>
            <a:pPr>
              <a:defRPr sz="1200"/>
            </a:pPr>
            <a:r>
              <a:t>D:/pasar_fix/node_modules/.bun/dayjs@1.11.21/node_modules/dayjs/esm/locale/km.js</a:t>
            </a:r>
          </a:p>
          <a:p>
            <a:pPr>
              <a:defRPr sz="1200"/>
            </a:pPr>
            <a:r>
              <a:t>D:/pasar_fix/node_modules/.bun/dayjs@1.11.21/node_modules/dayjs/esm/locale/kn.js</a:t>
            </a:r>
          </a:p>
          <a:p>
            <a:pPr>
              <a:defRPr sz="1200"/>
            </a:pPr>
            <a:r>
              <a:t>D:/pasar_fix/node_modules/.bun/dayjs@1.11.21/node_modules/dayjs/esm/locale/ko.js</a:t>
            </a:r>
          </a:p>
          <a:p>
            <a:pPr>
              <a:defRPr sz="1200"/>
            </a:pPr>
            <a:r>
              <a:t>D:/pasar_fix/node_modules/.bun/dayjs@1.11.21/node_modules/dayjs/esm/locale/ku.js</a:t>
            </a:r>
          </a:p>
          <a:p>
            <a:pPr>
              <a:defRPr sz="1200"/>
            </a:pPr>
            <a:r>
              <a:t>D:/pasar_fix/node_modules/.bun/dayjs@1.11.21/node_modules/dayjs/esm/locale/ky.js</a:t>
            </a:r>
          </a:p>
          <a:p>
            <a:pPr>
              <a:defRPr sz="1200"/>
            </a:pPr>
            <a:r>
              <a:t>D:/pasar_fix/node_modules/.bun/dayjs@1.11.21/node_modules/dayjs/esm/locale/lb.js</a:t>
            </a:r>
          </a:p>
          <a:p>
            <a:pPr>
              <a:defRPr sz="1200"/>
            </a:pPr>
            <a:r>
              <a:t>D:/pasar_fix/node_modules/.bun/dayjs@1.11.21/node_modules/dayjs/esm/locale/lo.js</a:t>
            </a:r>
          </a:p>
          <a:p>
            <a:pPr>
              <a:defRPr sz="1200"/>
            </a:pPr>
            <a:r>
              <a:t>D:/pasar_fix/node_modules/.bun/dayjs@1.11.21/node_modules/dayjs/esm/locale/lt.js</a:t>
            </a:r>
          </a:p>
          <a:p>
            <a:pPr>
              <a:defRPr sz="1200"/>
            </a:pPr>
            <a:r>
              <a:t>D:/pasar_fix/node_modules/.bun/dayjs@1.11.21/node_modules/dayjs/esm/locale/lv.js</a:t>
            </a:r>
          </a:p>
          <a:p>
            <a:pPr>
              <a:defRPr sz="1200"/>
            </a:pPr>
            <a:r>
              <a:t>D:/pasar_fix/node_modules/.bun/dayjs@1.11.21/node_modules/dayjs/esm/locale/me.js</a:t>
            </a:r>
          </a:p>
          <a:p>
            <a:pPr>
              <a:defRPr sz="1200"/>
            </a:pPr>
            <a:r>
              <a:t>D:/pasar_fix/node_modules/.bun/dayjs@1.11.21/node_modules/dayjs/esm/locale/mi.js</a:t>
            </a:r>
          </a:p>
          <a:p>
            <a:pPr>
              <a:defRPr sz="1200"/>
            </a:pPr>
            <a:r>
              <a:t>D:/pasar_fix/node_modules/.bun/dayjs@1.11.21/node_modules/dayjs/esm/locale/mk.js</a:t>
            </a:r>
          </a:p>
          <a:p>
            <a:pPr>
              <a:defRPr sz="1200"/>
            </a:pPr>
            <a:r>
              <a:t>D:/pasar_fix/node_modules/.bun/dayjs@1.11.21/node_modules/dayjs/esm/locale/ml.js</a:t>
            </a:r>
          </a:p>
          <a:p>
            <a:pPr>
              <a:defRPr sz="1200"/>
            </a:pPr>
            <a:r>
              <a:t>D:/pasar_fix/node_modules/.bun/dayjs@1.11.21/node_modules/dayjs/esm/locale/mn.js</a:t>
            </a:r>
          </a:p>
          <a:p>
            <a:pPr>
              <a:defRPr sz="1200"/>
            </a:pPr>
            <a:r>
              <a:t>D:/pasar_fix/node_modules/.bun/dayjs@1.11.21/node_modules/dayjs/esm/locale/mr.js</a:t>
            </a:r>
          </a:p>
          <a:p>
            <a:pPr>
              <a:defRPr sz="1200"/>
            </a:pPr>
            <a:r>
              <a:t>D:/pasar_fix/node_modules/.bun/dayjs@1.11.21/node_modules/dayjs/esm/locale/ms-my.js</a:t>
            </a:r>
          </a:p>
          <a:p>
            <a:pPr>
              <a:defRPr sz="1200"/>
            </a:pPr>
            <a:r>
              <a:t>D:/pasar_fix/node_modules/.bun/dayjs@1.11.21/node_modules/dayjs/esm/locale/ms.js</a:t>
            </a:r>
          </a:p>
          <a:p>
            <a:pPr>
              <a:defRPr sz="1200"/>
            </a:pPr>
            <a:r>
              <a:t>D:/pasar_fix/node_modules/.bun/dayjs@1.11.21/node_modules/dayjs/esm/locale/mt.js</a:t>
            </a:r>
          </a:p>
          <a:p>
            <a:pPr>
              <a:defRPr sz="1200"/>
            </a:pPr>
            <a:r>
              <a:t>D:/pasar_fix/node_modules/.bun/dayjs@1.11.21/node_modules/dayjs/esm/locale/my.js</a:t>
            </a:r>
          </a:p>
          <a:p>
            <a:pPr>
              <a:defRPr sz="1200"/>
            </a:pPr>
            <a:r>
              <a:t>D:/pasar_fix/node_modules/.bun/dayjs@1.11.21/node_modules/dayjs/esm/locale/nb.js</a:t>
            </a:r>
          </a:p>
          <a:p>
            <a:pPr>
              <a:defRPr sz="1200"/>
            </a:pPr>
            <a:r>
              <a:t>D:/pasar_fix/node_modules/.bun/dayjs@1.11.21/node_modules/dayjs/esm/locale/ne.js</a:t>
            </a:r>
          </a:p>
          <a:p>
            <a:pPr>
              <a:defRPr sz="1200"/>
            </a:pPr>
            <a:r>
              <a:t>D:/pasar_fix/node_modules/.bun/dayjs@1.11.21/node_modules/dayjs/esm/locale/nl-be.js</a:t>
            </a:r>
          </a:p>
          <a:p>
            <a:pPr>
              <a:defRPr sz="1200"/>
            </a:pPr>
            <a:r>
              <a:t>D:/pasar_fix/node_modules/.bun/dayjs@1.11.21/node_modules/dayjs/esm/locale/nl.js</a:t>
            </a:r>
          </a:p>
          <a:p>
            <a:pPr>
              <a:defRPr sz="1200"/>
            </a:pPr>
            <a:r>
              <a:t>D:/pasar_fix/node_modules/.bun/dayjs@1.11.21/node_modules/dayjs/esm/locale/nn.js</a:t>
            </a:r>
          </a:p>
          <a:p>
            <a:pPr>
              <a:defRPr sz="1200"/>
            </a:pPr>
            <a:r>
              <a:t>D:/pasar_fix/node_modules/.bun/dayjs@1.11.21/node_modules/dayjs/esm/locale/oc-lnc.js</a:t>
            </a:r>
          </a:p>
          <a:p>
            <a:pPr>
              <a:defRPr sz="1200"/>
            </a:pPr>
            <a:r>
              <a:t>D:/pasar_fix/node_modules/.bun/dayjs@1.11.21/node_modules/dayjs/esm/locale/pa-in.js</a:t>
            </a:r>
          </a:p>
          <a:p>
            <a:pPr>
              <a:defRPr sz="1200"/>
            </a:pPr>
            <a:r>
              <a:t>D:/pasar_fix/node_modules/.bun/dayjs@1.11.21/node_modules/dayjs/esm/locale/pl.js</a:t>
            </a:r>
          </a:p>
          <a:p>
            <a:pPr>
              <a:defRPr sz="1200"/>
            </a:pPr>
            <a:r>
              <a:t>D:/pasar_fix/node_modules/.bun/dayjs@1.11.21/node_modules/dayjs/esm/locale/pt-br.js</a:t>
            </a:r>
          </a:p>
          <a:p>
            <a:pPr>
              <a:defRPr sz="1200"/>
            </a:pPr>
            <a:r>
              <a:t>D:/pasar_fix/node_modules/.bun/dayjs@1.11.21/node_modules/dayjs/esm/locale/pt.js</a:t>
            </a:r>
          </a:p>
          <a:p>
            <a:pPr>
              <a:defRPr sz="1200"/>
            </a:pPr>
            <a:r>
              <a:t>D:/pasar_fix/node_modules/.bun/dayjs@1.11.21/node_modules/dayjs/esm/locale/rn.js</a:t>
            </a:r>
          </a:p>
          <a:p>
            <a:pPr>
              <a:defRPr sz="1200"/>
            </a:pPr>
            <a:r>
              <a:t>D:/pasar_fix/node_modules/.bun/dayjs@1.11.21/node_modules/dayjs/esm/locale/ro.js</a:t>
            </a:r>
          </a:p>
          <a:p>
            <a:pPr>
              <a:defRPr sz="1200"/>
            </a:pPr>
            <a:r>
              <a:t>D:/pasar_fix/node_modules/.bun/dayjs@1.11.21/node_modules/dayjs/esm/locale/ru.js</a:t>
            </a:r>
          </a:p>
          <a:p>
            <a:pPr>
              <a:defRPr sz="1200"/>
            </a:pPr>
            <a:r>
              <a:t>D:/pasar_fix/node_modules/.bun/dayjs@1.11.21/node_modules/dayjs/esm/locale/rw.js</a:t>
            </a:r>
          </a:p>
          <a:p>
            <a:pPr>
              <a:defRPr sz="1200"/>
            </a:pPr>
            <a:r>
              <a:t>D:/pasar_fix/node_modules/.bun/dayjs@1.11.21/node_modules/dayjs/esm/locale/sd.js</a:t>
            </a:r>
          </a:p>
          <a:p>
            <a:pPr>
              <a:defRPr sz="1200"/>
            </a:pPr>
            <a:r>
              <a:t>D:/pasar_fix/node_modules/.bun/dayjs@1.11.21/node_modules/dayjs/esm/locale/se.js</a:t>
            </a:r>
          </a:p>
          <a:p>
            <a:pPr>
              <a:defRPr sz="1200"/>
            </a:pPr>
            <a:r>
              <a:t>D:/pasar_fix/node_modules/.bun/dayjs@1.11.21/node_modules/dayjs/esm/locale/si.js</a:t>
            </a:r>
          </a:p>
          <a:p>
            <a:pPr>
              <a:defRPr sz="1200"/>
            </a:pPr>
            <a:r>
              <a:t>D:/pasar_fix/node_modules/.bun/dayjs@1.11.21/node_modules/dayjs/esm/locale/sk.js</a:t>
            </a:r>
          </a:p>
          <a:p>
            <a:pPr>
              <a:defRPr sz="1200"/>
            </a:pPr>
            <a:r>
              <a:t>D:/pasar_fix/node_modules/.bun/dayjs@1.11.21/node_modules/dayjs/esm/locale/sl.js</a:t>
            </a:r>
          </a:p>
          <a:p>
            <a:pPr>
              <a:defRPr sz="1200"/>
            </a:pPr>
            <a:r>
              <a:t>D:/pasar_fix/node_modules/.bun/dayjs@1.11.21/node_modules/dayjs/esm/locale/sq.js</a:t>
            </a:r>
          </a:p>
          <a:p>
            <a:pPr>
              <a:defRPr sz="1200"/>
            </a:pPr>
            <a:r>
              <a:t>D:/pasar_fix/node_modules/.bun/dayjs@1.11.21/node_modules/dayjs/esm/locale/sr-cyrl.js</a:t>
            </a:r>
          </a:p>
          <a:p>
            <a:pPr>
              <a:defRPr sz="1200"/>
            </a:pPr>
            <a:r>
              <a:t>D:/pasar_fix/node_modules/.bun/dayjs@1.11.21/node_modules/dayjs/esm/locale/sr.js</a:t>
            </a:r>
          </a:p>
          <a:p>
            <a:pPr>
              <a:defRPr sz="1200"/>
            </a:pPr>
            <a:r>
              <a:t>D:/pasar_fix/node_modules/.bun/dayjs@1.11.21/node_modules/dayjs/esm/locale/ss.js</a:t>
            </a:r>
          </a:p>
          <a:p>
            <a:pPr>
              <a:defRPr sz="1200"/>
            </a:pPr>
            <a:r>
              <a:t>D:/pasar_fix/node_modules/.bun/dayjs@1.11.21/node_modules/dayjs/esm/locale/sv-fi.js</a:t>
            </a:r>
          </a:p>
          <a:p>
            <a:pPr>
              <a:defRPr sz="1200"/>
            </a:pPr>
            <a:r>
              <a:t>D:/pasar_fix/node_modules/.bun/dayjs@1.11.21/node_modules/dayjs/esm/locale/sv.js</a:t>
            </a:r>
          </a:p>
          <a:p>
            <a:pPr>
              <a:defRPr sz="1200"/>
            </a:pPr>
            <a:r>
              <a:t>D:/pasar_fix/node_modules/.bun/dayjs@1.11.21/node_modules/dayjs/esm/locale/sw.js</a:t>
            </a:r>
          </a:p>
          <a:p>
            <a:pPr>
              <a:defRPr sz="1200"/>
            </a:pPr>
            <a:r>
              <a:t>D:/pasar_fix/node_modules/.bun/dayjs@1.11.21/node_modules/dayjs/esm/locale/ta.js</a:t>
            </a:r>
          </a:p>
          <a:p>
            <a:pPr>
              <a:defRPr sz="1200"/>
            </a:pPr>
            <a:r>
              <a:t>D:/pasar_fix/node_modules/.bun/dayjs@1.11.21/node_modules/dayjs/esm/locale/te.js</a:t>
            </a:r>
          </a:p>
          <a:p>
            <a:pPr>
              <a:defRPr sz="1200"/>
            </a:pPr>
            <a:r>
              <a:t>D:/pasar_fix/node_modules/.bun/dayjs@1.11.21/node_modules/dayjs/esm/locale/tet.js</a:t>
            </a:r>
          </a:p>
          <a:p>
            <a:pPr>
              <a:defRPr sz="1200"/>
            </a:pPr>
            <a:r>
              <a:t>D:/pasar_fix/node_modules/.bun/dayjs@1.11.21/node_modules/dayjs/esm/locale/tg.js</a:t>
            </a:r>
          </a:p>
          <a:p>
            <a:pPr>
              <a:defRPr sz="1200"/>
            </a:pPr>
            <a:r>
              <a:t>D:/pasar_fix/node_modules/.bun/dayjs@1.11.21/node_modules/dayjs/esm/locale/th.js</a:t>
            </a:r>
          </a:p>
          <a:p>
            <a:pPr>
              <a:defRPr sz="1200"/>
            </a:pPr>
            <a:r>
              <a:t>D:/pasar_fix/node_modules/.bun/dayjs@1.11.21/node_modules/dayjs/esm/locale/tk.js</a:t>
            </a:r>
          </a:p>
          <a:p>
            <a:pPr>
              <a:defRPr sz="1200"/>
            </a:pPr>
            <a:r>
              <a:t>D:/pasar_fix/node_modules/.bun/dayjs@1.11.21/node_modules/dayjs/esm/locale/tl-ph.js</a:t>
            </a:r>
          </a:p>
          <a:p>
            <a:pPr>
              <a:defRPr sz="1200"/>
            </a:pPr>
            <a:r>
              <a:t>D:/pasar_fix/node_modules/.bun/dayjs@1.11.21/node_modules/dayjs/esm/locale/tlh.js</a:t>
            </a:r>
          </a:p>
          <a:p>
            <a:pPr>
              <a:defRPr sz="1200"/>
            </a:pPr>
            <a:r>
              <a:t>D:/pasar_fix/node_modules/.bun/dayjs@1.11.21/node_modules/dayjs/esm/locale/tr.js</a:t>
            </a:r>
          </a:p>
          <a:p>
            <a:pPr>
              <a:defRPr sz="1200"/>
            </a:pPr>
            <a:r>
              <a:t>D:/pasar_fix/node_modules/.bun/dayjs@1.11.21/node_modules/dayjs/esm/locale/types.d.ts</a:t>
            </a:r>
          </a:p>
          <a:p>
            <a:pPr>
              <a:defRPr sz="1200"/>
            </a:pPr>
            <a:r>
              <a:t>D:/pasar_fix/node_modules/.bun/dayjs@1.11.21/node_modules/dayjs/esm/locale/tzl.js</a:t>
            </a:r>
          </a:p>
          <a:p>
            <a:pPr>
              <a:defRPr sz="1200"/>
            </a:pPr>
            <a:r>
              <a:t>D:/pasar_fix/node_modules/.bun/dayjs@1.11.21/node_modules/dayjs/esm/locale/tzm-latn.js</a:t>
            </a:r>
          </a:p>
          <a:p>
            <a:pPr>
              <a:defRPr sz="1200"/>
            </a:pPr>
            <a:r>
              <a:t>D:/pasar_fix/node_modules/.bun/dayjs@1.11.21/node_modules/dayjs/esm/locale/tzm.js</a:t>
            </a:r>
          </a:p>
          <a:p>
            <a:pPr>
              <a:defRPr sz="1200"/>
            </a:pPr>
            <a:r>
              <a:t>D:/pasar_fix/node_modules/.bun/dayjs@1.11.21/node_modules/dayjs/esm/locale/ug-cn.js</a:t>
            </a:r>
          </a:p>
          <a:p>
            <a:pPr>
              <a:defRPr sz="1200"/>
            </a:pPr>
            <a:r>
              <a:t>D:/pasar_fix/node_modules/.bun/dayjs@1.11.21/node_modules/dayjs/esm/locale/uk.js</a:t>
            </a:r>
          </a:p>
          <a:p>
            <a:pPr>
              <a:defRPr sz="1200"/>
            </a:pPr>
            <a:r>
              <a:t>D:/pasar_fix/node_modules/.bun/dayjs@1.11.21/node_modules/dayjs/esm/locale/ur.js</a:t>
            </a:r>
          </a:p>
          <a:p>
            <a:pPr>
              <a:defRPr sz="1200"/>
            </a:pPr>
            <a:r>
              <a:t>D:/pasar_fix/node_modules/.bun/dayjs@1.11.21/node_modules/dayjs/esm/locale/uz-latn.js</a:t>
            </a:r>
          </a:p>
          <a:p>
            <a:pPr>
              <a:defRPr sz="1200"/>
            </a:pPr>
            <a:r>
              <a:t>D:/pasar_fix/node_modules/.bun/dayjs@1.11.21/node_modules/dayjs/esm/locale/uz.js</a:t>
            </a:r>
          </a:p>
          <a:p>
            <a:pPr>
              <a:defRPr sz="1200"/>
            </a:pPr>
            <a:r>
              <a:t>D:/pasar_fix/node_modules/.bun/dayjs@1.11.21/node_modules/dayjs/esm/locale/vi.js</a:t>
            </a:r>
          </a:p>
          <a:p>
            <a:pPr>
              <a:defRPr sz="1200"/>
            </a:pPr>
            <a:r>
              <a:t>D:/pasar_fix/node_modules/.bun/dayjs@1.11.21/node_modules/dayjs/esm/locale/x-pseudo.js</a:t>
            </a:r>
          </a:p>
          <a:p>
            <a:pPr>
              <a:defRPr sz="1200"/>
            </a:pPr>
            <a:r>
              <a:t>D:/pasar_fix/node_modules/.bun/dayjs@1.11.21/node_modules/dayjs/esm/locale/yo.js</a:t>
            </a:r>
          </a:p>
          <a:p>
            <a:pPr>
              <a:defRPr sz="1200"/>
            </a:pPr>
            <a:r>
              <a:t>D:/pasar_fix/node_modules/.bun/dayjs@1.11.21/node_modules/dayjs/esm/locale/zh-cn.js</a:t>
            </a:r>
          </a:p>
          <a:p>
            <a:pPr>
              <a:defRPr sz="1200"/>
            </a:pPr>
            <a:r>
              <a:t>D:/pasar_fix/node_modules/.bun/dayjs@1.11.21/node_modules/dayjs/esm/locale/zh-hk.js</a:t>
            </a:r>
          </a:p>
          <a:p>
            <a:pPr>
              <a:defRPr sz="1200"/>
            </a:pPr>
            <a:r>
              <a:t>D:/pasar_fix/node_modules/.bun/dayjs@1.11.21/node_modules/dayjs/esm/locale/zh-tw.js</a:t>
            </a:r>
          </a:p>
          <a:p>
            <a:pPr>
              <a:defRPr sz="1200"/>
            </a:pPr>
            <a:r>
              <a:t>D:/pasar_fix/node_modules/.bun/dayjs@1.11.21/node_modules/dayjs/esm/locale/zh.js</a:t>
            </a:r>
          </a:p>
          <a:p>
            <a:pPr>
              <a:defRPr sz="1200"/>
            </a:pPr>
            <a:r>
              <a:t>D:/pasar_fix/node_modules/.bun/dayjs@1.11.21/node_modules/dayjs/esm/plugin/advancedFormat/index.d.ts</a:t>
            </a:r>
          </a:p>
          <a:p>
            <a:pPr>
              <a:defRPr sz="1200"/>
            </a:pPr>
            <a:r>
              <a:t>D:/pasar_fix/node_modules/.bun/dayjs@1.11.21/node_modules/dayjs/esm/plugin/advancedFormat/index.js</a:t>
            </a:r>
          </a:p>
          <a:p>
            <a:pPr>
              <a:defRPr sz="1200"/>
            </a:pPr>
            <a:r>
              <a:t>D:/pasar_fix/node_modules/.bun/dayjs@1.11.21/node_modules/dayjs/esm/plugin/arraySupport/index.d.ts</a:t>
            </a:r>
          </a:p>
          <a:p>
            <a:pPr>
              <a:defRPr sz="1200"/>
            </a:pPr>
            <a:r>
              <a:t>D:/pasar_fix/node_modules/.bun/dayjs@1.11.21/node_modules/dayjs/esm/plugin/arraySupport/index.js</a:t>
            </a:r>
          </a:p>
          <a:p>
            <a:pPr>
              <a:defRPr sz="1200"/>
            </a:pPr>
            <a:r>
              <a:t>D:/pasar_fix/node_modules/.bun/dayjs@1.11.21/node_modules/dayjs/esm/plugin/badMutable/index.d.ts</a:t>
            </a:r>
          </a:p>
          <a:p>
            <a:pPr>
              <a:defRPr sz="1200"/>
            </a:pPr>
            <a:r>
              <a:t>D:/pasar_fix/node_modules/.bun/dayjs@1.11.21/node_modules/dayjs/esm/plugin/badMutable/index.js</a:t>
            </a:r>
          </a:p>
          <a:p>
            <a:pPr>
              <a:defRPr sz="1200"/>
            </a:pPr>
            <a:r>
              <a:t>D:/pasar_fix/node_modules/.bun/dayjs@1.11.21/node_modules/dayjs/esm/plugin/bigIntSupport/index.d.ts</a:t>
            </a:r>
          </a:p>
          <a:p>
            <a:pPr>
              <a:defRPr sz="1200"/>
            </a:pPr>
            <a:r>
              <a:t>D:/pasar_fix/node_modules/.bun/dayjs@1.11.21/node_modules/dayjs/esm/plugin/bigIntSupport/index.js</a:t>
            </a:r>
          </a:p>
          <a:p>
            <a:pPr>
              <a:defRPr sz="1200"/>
            </a:pPr>
            <a:r>
              <a:t>D:/pasar_fix/node_modules/.bun/dayjs@1.11.21/node_modules/dayjs/esm/plugin/buddhistEra/index.d.ts</a:t>
            </a:r>
          </a:p>
          <a:p>
            <a:pPr>
              <a:defRPr sz="1200"/>
            </a:pPr>
            <a:r>
              <a:t>D:/pasar_fix/node_modules/.bun/dayjs@1.11.21/node_modules/dayjs/esm/plugin/buddhistEra/index.js</a:t>
            </a:r>
          </a:p>
          <a:p>
            <a:pPr>
              <a:defRPr sz="1200"/>
            </a:pPr>
            <a:r>
              <a:t>D:/pasar_fix/node_modules/.bun/dayjs@1.11.21/node_modules/dayjs/esm/plugin/calendar/index.d.ts</a:t>
            </a:r>
          </a:p>
          <a:p>
            <a:pPr>
              <a:defRPr sz="1200"/>
            </a:pPr>
            <a:r>
              <a:t>D:/pasar_fix/node_modules/.bun/dayjs@1.11.21/node_modules/dayjs/esm/plugin/calendar/index.js</a:t>
            </a:r>
          </a:p>
          <a:p>
            <a:pPr>
              <a:defRPr sz="1200"/>
            </a:pPr>
            <a:r>
              <a:t>D:/pasar_fix/node_modules/.bun/dayjs@1.11.21/node_modules/dayjs/esm/plugin/customParseFormat/index.d.ts</a:t>
            </a:r>
          </a:p>
          <a:p>
            <a:pPr>
              <a:defRPr sz="1200"/>
            </a:pPr>
            <a:r>
              <a:t>D:/pasar_fix/node_modules/.bun/dayjs@1.11.21/node_modules/dayjs/esm/plugin/customParseFormat/index.js</a:t>
            </a:r>
          </a:p>
          <a:p>
            <a:pPr>
              <a:defRPr sz="1200"/>
            </a:pPr>
            <a:r>
              <a:t>D:/pasar_fix/node_modules/.bun/dayjs@1.11.21/node_modules/dayjs/esm/plugin/dayOfYear/index.d.ts</a:t>
            </a:r>
          </a:p>
          <a:p>
            <a:pPr>
              <a:defRPr sz="1200"/>
            </a:pPr>
            <a:r>
              <a:t>D:/pasar_fix/node_modules/.bun/dayjs@1.11.21/node_modules/dayjs/esm/plugin/dayOfYear/index.js</a:t>
            </a:r>
          </a:p>
          <a:p>
            <a:pPr>
              <a:defRPr sz="1200"/>
            </a:pPr>
            <a:r>
              <a:t>D:/pasar_fix/node_modules/.bun/dayjs@1.11.21/node_modules/dayjs/esm/plugin/devHelper/index.d.ts</a:t>
            </a:r>
          </a:p>
          <a:p>
            <a:pPr>
              <a:defRPr sz="1200"/>
            </a:pPr>
            <a:r>
              <a:t>D:/pasar_fix/node_modules/.bun/dayjs@1.11.21/node_modules/dayjs/esm/plugin/devHelper/index.js</a:t>
            </a:r>
          </a:p>
          <a:p>
            <a:pPr>
              <a:defRPr sz="1200"/>
            </a:pPr>
            <a:r>
              <a:t>D:/pasar_fix/node_modules/.bun/dayjs@1.11.21/node_modules/dayjs/esm/plugin/duration/index.d.ts</a:t>
            </a:r>
          </a:p>
          <a:p>
            <a:pPr>
              <a:defRPr sz="1200"/>
            </a:pPr>
            <a:r>
              <a:t>D:/pasar_fix/node_modules/.bun/dayjs@1.11.21/node_modules/dayjs/esm/plugin/duration/index.js</a:t>
            </a:r>
          </a:p>
          <a:p>
            <a:pPr>
              <a:defRPr sz="1200"/>
            </a:pPr>
            <a:r>
              <a:t>D:/pasar_fix/node_modules/.bun/dayjs@1.11.21/node_modules/dayjs/esm/plugin/isBetween/index.d.ts</a:t>
            </a:r>
          </a:p>
          <a:p>
            <a:pPr>
              <a:defRPr sz="1200"/>
            </a:pPr>
            <a:r>
              <a:t>D:/pasar_fix/node_modules/.bun/dayjs@1.11.21/node_modules/dayjs/esm/plugin/isBetween/index.js</a:t>
            </a:r>
          </a:p>
          <a:p>
            <a:pPr>
              <a:defRPr sz="1200"/>
            </a:pPr>
            <a:r>
              <a:t>D:/pasar_fix/node_modules/.bun/dayjs@1.11.21/node_modules/dayjs/esm/plugin/isLeapYear/index.d.ts</a:t>
            </a:r>
          </a:p>
          <a:p>
            <a:pPr>
              <a:defRPr sz="1200"/>
            </a:pPr>
            <a:r>
              <a:t>D:/pasar_fix/node_modules/.bun/dayjs@1.11.21/node_modules/dayjs/esm/plugin/isLeapYear/index.js</a:t>
            </a:r>
          </a:p>
          <a:p>
            <a:pPr>
              <a:defRPr sz="1200"/>
            </a:pPr>
            <a:r>
              <a:t>D:/pasar_fix/node_modules/.bun/dayjs@1.11.21/node_modules/dayjs/esm/plugin/isMoment/index.d.ts</a:t>
            </a:r>
          </a:p>
          <a:p>
            <a:pPr>
              <a:defRPr sz="1200"/>
            </a:pPr>
            <a:r>
              <a:t>D:/pasar_fix/node_modules/.bun/dayjs@1.11.21/node_modules/dayjs/esm/plugin/isMoment/index.js</a:t>
            </a:r>
          </a:p>
          <a:p>
            <a:pPr>
              <a:defRPr sz="1200"/>
            </a:pPr>
            <a:r>
              <a:t>D:/pasar_fix/node_modules/.bun/dayjs@1.11.21/node_modules/dayjs/esm/plugin/isoWeek/index.d.ts</a:t>
            </a:r>
          </a:p>
          <a:p>
            <a:pPr>
              <a:defRPr sz="1200"/>
            </a:pPr>
            <a:r>
              <a:t>D:/pasar_fix/node_modules/.bun/dayjs@1.11.21/node_modules/dayjs/esm/plugin/isoWeek/index.js</a:t>
            </a:r>
          </a:p>
          <a:p>
            <a:pPr>
              <a:defRPr sz="1200"/>
            </a:pPr>
            <a:r>
              <a:t>D:/pasar_fix/node_modules/.bun/dayjs@1.11.21/node_modules/dayjs/esm/plugin/isoWeeksInYear/index.d.ts</a:t>
            </a:r>
          </a:p>
          <a:p>
            <a:pPr>
              <a:defRPr sz="1200"/>
            </a:pPr>
            <a:r>
              <a:t>D:/pasar_fix/node_modules/.bun/dayjs@1.11.21/node_modules/dayjs/esm/plugin/isoWeeksInYear/index.js</a:t>
            </a:r>
          </a:p>
          <a:p>
            <a:pPr>
              <a:defRPr sz="1200"/>
            </a:pPr>
            <a:r>
              <a:t>D:/pasar_fix/node_modules/.bun/dayjs@1.11.21/node_modules/dayjs/esm/plugin/isSameOrAfter/index.d.ts</a:t>
            </a:r>
          </a:p>
          <a:p>
            <a:pPr>
              <a:defRPr sz="1200"/>
            </a:pPr>
            <a:r>
              <a:t>D:/pasar_fix/node_modules/.bun/dayjs@1.11.21/node_modules/dayjs/esm/plugin/isSameOrAfter/index.js</a:t>
            </a:r>
          </a:p>
          <a:p>
            <a:pPr>
              <a:defRPr sz="1200"/>
            </a:pPr>
            <a:r>
              <a:t>D:/pasar_fix/node_modules/.bun/dayjs@1.11.21/node_modules/dayjs/esm/plugin/isSameOrBefore/index.d.ts</a:t>
            </a:r>
          </a:p>
          <a:p>
            <a:pPr>
              <a:defRPr sz="1200"/>
            </a:pPr>
            <a:r>
              <a:t>D:/pasar_fix/node_modules/.bun/dayjs@1.11.21/node_modules/dayjs/esm/plugin/isSameOrBefore/index.js</a:t>
            </a:r>
          </a:p>
          <a:p>
            <a:pPr>
              <a:defRPr sz="1200"/>
            </a:pPr>
            <a:r>
              <a:t>D:/pasar_fix/node_modules/.bun/dayjs@1.11.21/node_modules/dayjs/esm/plugin/isToday/index.d.ts</a:t>
            </a:r>
          </a:p>
          <a:p>
            <a:pPr>
              <a:defRPr sz="1200"/>
            </a:pPr>
            <a:r>
              <a:t>D:/pasar_fix/node_modules/.bun/dayjs@1.11.21/node_modules/dayjs/esm/plugin/isToday/index.js</a:t>
            </a:r>
          </a:p>
          <a:p>
            <a:pPr>
              <a:defRPr sz="1200"/>
            </a:pPr>
            <a:r>
              <a:t>D:/pasar_fix/node_modules/.bun/dayjs@1.11.21/node_modules/dayjs/esm/plugin/isTomorrow/index.d.ts</a:t>
            </a:r>
          </a:p>
          <a:p>
            <a:pPr>
              <a:defRPr sz="1200"/>
            </a:pPr>
            <a:r>
              <a:t>D:/pasar_fix/node_modules/.bun/dayjs@1.11.21/node_modules/dayjs/esm/plugin/isTomorrow/index.js</a:t>
            </a:r>
          </a:p>
          <a:p>
            <a:pPr>
              <a:defRPr sz="1200"/>
            </a:pPr>
            <a:r>
              <a:t>D:/pasar_fix/node_modules/.bun/dayjs@1.11.21/node_modules/dayjs/esm/plugin/isYesterday/index.d.ts</a:t>
            </a:r>
          </a:p>
          <a:p>
            <a:pPr>
              <a:defRPr sz="1200"/>
            </a:pPr>
            <a:r>
              <a:t>D:/pasar_fix/node_modules/.bun/dayjs@1.11.21/node_modules/dayjs/esm/plugin/isYesterday/index.js</a:t>
            </a:r>
          </a:p>
          <a:p>
            <a:pPr>
              <a:defRPr sz="1200"/>
            </a:pPr>
            <a:r>
              <a:t>D:/pasar_fix/node_modules/.bun/dayjs@1.11.21/node_modules/dayjs/esm/plugin/localeData/index.d.ts</a:t>
            </a:r>
          </a:p>
          <a:p>
            <a:pPr>
              <a:defRPr sz="1200"/>
            </a:pPr>
            <a:r>
              <a:t>D:/pasar_fix/node_modules/.bun/dayjs@1.11.21/node_modules/dayjs/esm/plugin/localeData/index.js</a:t>
            </a:r>
          </a:p>
          <a:p>
            <a:pPr>
              <a:defRPr sz="1200"/>
            </a:pPr>
            <a:r>
              <a:t>D:/pasar_fix/node_modules/.bun/dayjs@1.11.21/node_modules/dayjs/esm/plugin/localizedFormat/index.d.ts</a:t>
            </a:r>
          </a:p>
          <a:p>
            <a:pPr>
              <a:defRPr sz="1200"/>
            </a:pPr>
            <a:r>
              <a:t>D:/pasar_fix/node_modules/.bun/dayjs@1.11.21/node_modules/dayjs/esm/plugin/localizedFormat/index.js</a:t>
            </a:r>
          </a:p>
          <a:p>
            <a:pPr>
              <a:defRPr sz="1200"/>
            </a:pPr>
            <a:r>
              <a:t>D:/pasar_fix/node_modules/.bun/dayjs@1.11.21/node_modules/dayjs/esm/plugin/localizedFormat/utils.js</a:t>
            </a:r>
          </a:p>
          <a:p>
            <a:pPr>
              <a:defRPr sz="1200"/>
            </a:pPr>
            <a:r>
              <a:t>D:/pasar_fix/node_modules/.bun/dayjs@1.11.21/node_modules/dayjs/esm/plugin/minMax/index.d.ts</a:t>
            </a:r>
          </a:p>
          <a:p>
            <a:pPr>
              <a:defRPr sz="1200"/>
            </a:pPr>
            <a:r>
              <a:t>D:/pasar_fix/node_modules/.bun/dayjs@1.11.21/node_modules/dayjs/esm/plugin/minMax/index.js</a:t>
            </a:r>
          </a:p>
          <a:p>
            <a:pPr>
              <a:defRPr sz="1200"/>
            </a:pPr>
            <a:r>
              <a:t>D:/pasar_fix/node_modules/.bun/dayjs@1.11.21/node_modules/dayjs/esm/plugin/negativeYear/index.d.ts</a:t>
            </a:r>
          </a:p>
          <a:p>
            <a:pPr>
              <a:defRPr sz="1200"/>
            </a:pPr>
            <a:r>
              <a:t>D:/pasar_fix/node_modules/.bun/dayjs@1.11.21/node_modules/dayjs/esm/plugin/negativeYear/index.js</a:t>
            </a:r>
          </a:p>
          <a:p>
            <a:pPr>
              <a:defRPr sz="1200"/>
            </a:pPr>
            <a:r>
              <a:t>D:/pasar_fix/node_modules/.bun/dayjs@1.11.21/node_modules/dayjs/esm/plugin/objectSupport/index.d.ts</a:t>
            </a:r>
          </a:p>
          <a:p>
            <a:pPr>
              <a:defRPr sz="1200"/>
            </a:pPr>
            <a:r>
              <a:t>D:/pasar_fix/node_modules/.bun/dayjs@1.11.21/node_modules/dayjs/esm/plugin/objectSupport/index.js</a:t>
            </a:r>
          </a:p>
          <a:p>
            <a:pPr>
              <a:defRPr sz="1200"/>
            </a:pPr>
            <a:r>
              <a:t>D:/pasar_fix/node_modules/.bun/dayjs@1.11.21/node_modules/dayjs/esm/plugin/pluralGetSet/index.d.ts</a:t>
            </a:r>
          </a:p>
          <a:p>
            <a:pPr>
              <a:defRPr sz="1200"/>
            </a:pPr>
            <a:r>
              <a:t>D:/pasar_fix/node_modules/.bun/dayjs@1.11.21/node_modules/dayjs/esm/plugin/pluralGetSet/index.js</a:t>
            </a:r>
          </a:p>
          <a:p>
            <a:pPr>
              <a:defRPr sz="1200"/>
            </a:pPr>
            <a:r>
              <a:t>D:/pasar_fix/node_modules/.bun/dayjs@1.11.21/node_modules/dayjs/esm/plugin/preParsePostFormat/index.d.ts</a:t>
            </a:r>
          </a:p>
          <a:p>
            <a:pPr>
              <a:defRPr sz="1200"/>
            </a:pPr>
            <a:r>
              <a:t>D:/pasar_fix/node_modules/.bun/dayjs@1.11.21/node_modules/dayjs/esm/plugin/preParsePostFormat/index.js</a:t>
            </a:r>
          </a:p>
          <a:p>
            <a:pPr>
              <a:defRPr sz="1200"/>
            </a:pPr>
            <a:r>
              <a:t>D:/pasar_fix/node_modules/.bun/dayjs@1.11.21/node_modules/dayjs/esm/plugin/quarterOfYear/index.d.ts</a:t>
            </a:r>
          </a:p>
          <a:p>
            <a:pPr>
              <a:defRPr sz="1200"/>
            </a:pPr>
            <a:r>
              <a:t>D:/pasar_fix/node_modules/.bun/dayjs@1.11.21/node_modules/dayjs/esm/plugin/quarterOfYear/index.js</a:t>
            </a:r>
          </a:p>
          <a:p>
            <a:pPr>
              <a:defRPr sz="1200"/>
            </a:pPr>
            <a:r>
              <a:t>D:/pasar_fix/node_modules/.bun/dayjs@1.11.21/node_modules/dayjs/esm/plugin/relativeTime/index.d.ts</a:t>
            </a:r>
          </a:p>
          <a:p>
            <a:pPr>
              <a:defRPr sz="1200"/>
            </a:pPr>
            <a:r>
              <a:t>D:/pasar_fix/node_modules/.bun/dayjs@1.11.21/node_modules/dayjs/esm/plugin/relativeTime/index.js</a:t>
            </a:r>
          </a:p>
          <a:p>
            <a:pPr>
              <a:defRPr sz="1200"/>
            </a:pPr>
            <a:r>
              <a:t>D:/pasar_fix/node_modules/.bun/dayjs@1.11.21/node_modules/dayjs/esm/plugin/timezone/index.d.ts</a:t>
            </a:r>
          </a:p>
          <a:p>
            <a:pPr>
              <a:defRPr sz="1200"/>
            </a:pPr>
            <a:r>
              <a:t>D:/pasar_fix/node_modules/.bun/dayjs@1.11.21/node_modules/dayjs/esm/plugin/timezone/index.js</a:t>
            </a:r>
          </a:p>
          <a:p>
            <a:pPr>
              <a:defRPr sz="1200"/>
            </a:pPr>
            <a:r>
              <a:t>D:/pasar_fix/node_modules/.bun/dayjs@1.11.21/node_modules/dayjs/esm/plugin/toArray/index.d.ts</a:t>
            </a:r>
          </a:p>
          <a:p>
            <a:pPr>
              <a:defRPr sz="1200"/>
            </a:pPr>
            <a:r>
              <a:t>D:/pasar_fix/node_modules/.bun/dayjs@1.11.21/node_modules/dayjs/esm/plugin/toArray/index.js</a:t>
            </a:r>
          </a:p>
          <a:p>
            <a:pPr>
              <a:defRPr sz="1200"/>
            </a:pPr>
            <a:r>
              <a:t>D:/pasar_fix/node_modules/.bun/dayjs@1.11.21/node_modules/dayjs/esm/plugin/toObject/index.d.ts</a:t>
            </a:r>
          </a:p>
          <a:p>
            <a:pPr>
              <a:defRPr sz="1200"/>
            </a:pPr>
            <a:r>
              <a:t>D:/pasar_fix/node_modules/.bun/dayjs@1.11.21/node_modules/dayjs/esm/plugin/toObject/index.js</a:t>
            </a:r>
          </a:p>
          <a:p>
            <a:pPr>
              <a:defRPr sz="1200"/>
            </a:pPr>
            <a:r>
              <a:t>D:/pasar_fix/node_modules/.bun/dayjs@1.11.21/node_modules/dayjs/esm/plugin/updateLocale/index.d.ts</a:t>
            </a:r>
          </a:p>
          <a:p>
            <a:pPr>
              <a:defRPr sz="1200"/>
            </a:pPr>
            <a:r>
              <a:t>D:/pasar_fix/node_modules/.bun/dayjs@1.11.21/node_modules/dayjs/esm/plugin/updateLocale/index.js</a:t>
            </a:r>
          </a:p>
          <a:p>
            <a:pPr>
              <a:defRPr sz="1200"/>
            </a:pPr>
            <a:r>
              <a:t>D:/pasar_fix/node_modules/.bun/dayjs@1.11.21/node_modules/dayjs/esm/plugin/utc/index.d.ts</a:t>
            </a:r>
          </a:p>
          <a:p>
            <a:pPr>
              <a:defRPr sz="1200"/>
            </a:pPr>
            <a:r>
              <a:t>D:/pasar_fix/node_modules/.bun/dayjs@1.11.21/node_modules/dayjs/esm/plugin/utc/index.js</a:t>
            </a:r>
          </a:p>
          <a:p>
            <a:pPr>
              <a:defRPr sz="1200"/>
            </a:pPr>
            <a:r>
              <a:t>D:/pasar_fix/node_modules/.bun/dayjs@1.11.21/node_modules/dayjs/esm/plugin/weekday/index.d.ts</a:t>
            </a:r>
          </a:p>
          <a:p>
            <a:pPr>
              <a:defRPr sz="1200"/>
            </a:pPr>
            <a:r>
              <a:t>D:/pasar_fix/node_modules/.bun/dayjs@1.11.21/node_modules/dayjs/esm/plugin/weekday/index.js</a:t>
            </a:r>
          </a:p>
          <a:p>
            <a:pPr>
              <a:defRPr sz="1200"/>
            </a:pPr>
            <a:r>
              <a:t>D:/pasar_fix/node_modules/.bun/dayjs@1.11.21/node_modules/dayjs/esm/plugin/weekOfYear/index.d.ts</a:t>
            </a:r>
          </a:p>
          <a:p>
            <a:pPr>
              <a:defRPr sz="1200"/>
            </a:pPr>
            <a:r>
              <a:t>D:/pasar_fix/node_modules/.bun/dayjs@1.11.21/node_modules/dayjs/esm/plugin/weekOfYear/index.js</a:t>
            </a:r>
          </a:p>
          <a:p>
            <a:pPr>
              <a:defRPr sz="1200"/>
            </a:pPr>
            <a:r>
              <a:t>D:/pasar_fix/node_modules/.bun/dayjs@1.11.21/node_modules/dayjs/esm/plugin/weekYear/index.d.ts</a:t>
            </a:r>
          </a:p>
          <a:p>
            <a:pPr>
              <a:defRPr sz="1200"/>
            </a:pPr>
            <a:r>
              <a:t>D:/pasar_fix/node_modules/.bun/dayjs@1.11.21/node_modules/dayjs/esm/plugin/weekYear/index.js</a:t>
            </a:r>
          </a:p>
          <a:p>
            <a:pPr>
              <a:defRPr sz="1200"/>
            </a:pPr>
            <a:r>
              <a:t>D:/pasar_fix/node_modules/.bun/dayjs@1.11.21/node_modules/dayjs/locale/af.js</a:t>
            </a:r>
          </a:p>
          <a:p>
            <a:pPr>
              <a:defRPr sz="1200"/>
            </a:pPr>
            <a:r>
              <a:t>D:/pasar_fix/node_modules/.bun/dayjs@1.11.21/node_modules/dayjs/locale/am.js</a:t>
            </a:r>
          </a:p>
          <a:p>
            <a:pPr>
              <a:defRPr sz="1200"/>
            </a:pPr>
            <a:r>
              <a:t>D:/pasar_fix/node_modules/.bun/dayjs@1.11.21/node_modules/dayjs/locale/ar-dz.js</a:t>
            </a:r>
          </a:p>
          <a:p>
            <a:pPr>
              <a:defRPr sz="1200"/>
            </a:pPr>
            <a:r>
              <a:t>D:/pasar_fix/node_modules/.bun/dayjs@1.11.21/node_modules/dayjs/locale/ar-iq.js</a:t>
            </a:r>
          </a:p>
          <a:p>
            <a:pPr>
              <a:defRPr sz="1200"/>
            </a:pPr>
            <a:r>
              <a:t>D:/pasar_fix/node_modules/.bun/dayjs@1.11.21/node_modules/dayjs/locale/ar-kw.js</a:t>
            </a:r>
          </a:p>
          <a:p>
            <a:pPr>
              <a:defRPr sz="1200"/>
            </a:pPr>
            <a:r>
              <a:t>D:/pasar_fix/node_modules/.bun/dayjs@1.11.21/node_modules/dayjs/locale/ar-ly.js</a:t>
            </a:r>
          </a:p>
          <a:p>
            <a:pPr>
              <a:defRPr sz="1200"/>
            </a:pPr>
            <a:r>
              <a:t>D:/pasar_fix/node_modules/.bun/dayjs@1.11.21/node_modules/dayjs/locale/ar-ma.js</a:t>
            </a:r>
          </a:p>
          <a:p>
            <a:pPr>
              <a:defRPr sz="1200"/>
            </a:pPr>
            <a:r>
              <a:t>D:/pasar_fix/node_modules/.bun/dayjs@1.11.21/node_modules/dayjs/locale/ar-sa.js</a:t>
            </a:r>
          </a:p>
          <a:p>
            <a:pPr>
              <a:defRPr sz="1200"/>
            </a:pPr>
            <a:r>
              <a:t>D:/pasar_fix/node_modules/.bun/dayjs@1.11.21/node_modules/dayjs/locale/ar-tn.js</a:t>
            </a:r>
          </a:p>
          <a:p>
            <a:pPr>
              <a:defRPr sz="1200"/>
            </a:pPr>
            <a:r>
              <a:t>D:/pasar_fix/node_modules/.bun/dayjs@1.11.21/node_modules/dayjs/locale/ar.js</a:t>
            </a:r>
          </a:p>
          <a:p>
            <a:pPr>
              <a:defRPr sz="1200"/>
            </a:pPr>
            <a:r>
              <a:t>D:/pasar_fix/node_modules/.bun/dayjs@1.11.21/node_modules/dayjs/locale/az.js</a:t>
            </a:r>
          </a:p>
          <a:p>
            <a:pPr>
              <a:defRPr sz="1200"/>
            </a:pPr>
            <a:r>
              <a:t>D:/pasar_fix/node_modules/.bun/dayjs@1.11.21/node_modules/dayjs/locale/be.js</a:t>
            </a:r>
          </a:p>
          <a:p>
            <a:pPr>
              <a:defRPr sz="1200"/>
            </a:pPr>
            <a:r>
              <a:t>D:/pasar_fix/node_modules/.bun/dayjs@1.11.21/node_modules/dayjs/locale/bg.js</a:t>
            </a:r>
          </a:p>
          <a:p>
            <a:pPr>
              <a:defRPr sz="1200"/>
            </a:pPr>
            <a:r>
              <a:t>D:/pasar_fix/node_modules/.bun/dayjs@1.11.21/node_modules/dayjs/locale/bi.js</a:t>
            </a:r>
          </a:p>
          <a:p>
            <a:pPr>
              <a:defRPr sz="1200"/>
            </a:pPr>
            <a:r>
              <a:t>D:/pasar_fix/node_modules/.bun/dayjs@1.11.21/node_modules/dayjs/locale/bm.js</a:t>
            </a:r>
          </a:p>
          <a:p>
            <a:pPr>
              <a:defRPr sz="1200"/>
            </a:pPr>
            <a:r>
              <a:t>D:/pasar_fix/node_modules/.bun/dayjs@1.11.21/node_modules/dayjs/locale/bn-bd.js</a:t>
            </a:r>
          </a:p>
          <a:p>
            <a:pPr>
              <a:defRPr sz="1200"/>
            </a:pPr>
            <a:r>
              <a:t>D:/pasar_fix/node_modules/.bun/dayjs@1.11.21/node_modules/dayjs/locale/bn.js</a:t>
            </a:r>
          </a:p>
          <a:p>
            <a:pPr>
              <a:defRPr sz="1200"/>
            </a:pPr>
            <a:r>
              <a:t>D:/pasar_fix/node_modules/.bun/dayjs@1.11.21/node_modules/dayjs/locale/bo.js</a:t>
            </a:r>
          </a:p>
          <a:p>
            <a:pPr>
              <a:defRPr sz="1200"/>
            </a:pPr>
            <a:r>
              <a:t>D:/pasar_fix/node_modules/.bun/dayjs@1.11.21/node_modules/dayjs/locale/br.js</a:t>
            </a:r>
          </a:p>
          <a:p>
            <a:pPr>
              <a:defRPr sz="1200"/>
            </a:pPr>
            <a:r>
              <a:t>D:/pasar_fix/node_modules/.bun/dayjs@1.11.21/node_modules/dayjs/locale/bs.js</a:t>
            </a:r>
          </a:p>
          <a:p>
            <a:pPr>
              <a:defRPr sz="1200"/>
            </a:pPr>
            <a:r>
              <a:t>D:/pasar_fix/node_modules/.bun/dayjs@1.11.21/node_modules/dayjs/locale/ca.js</a:t>
            </a:r>
          </a:p>
          <a:p>
            <a:pPr>
              <a:defRPr sz="1200"/>
            </a:pPr>
            <a:r>
              <a:t>D:/pasar_fix/node_modules/.bun/dayjs@1.11.21/node_modules/dayjs/locale/cs.js</a:t>
            </a:r>
          </a:p>
          <a:p>
            <a:pPr>
              <a:defRPr sz="1200"/>
            </a:pPr>
            <a:r>
              <a:t>D:/pasar_fix/node_modules/.bun/dayjs@1.11.21/node_modules/dayjs/locale/cv.js</a:t>
            </a:r>
          </a:p>
          <a:p>
            <a:pPr>
              <a:defRPr sz="1200"/>
            </a:pPr>
            <a:r>
              <a:t>D:/pasar_fix/node_modules/.bun/dayjs@1.11.21/node_modules/dayjs/locale/cy.js</a:t>
            </a:r>
          </a:p>
          <a:p>
            <a:pPr>
              <a:defRPr sz="1200"/>
            </a:pPr>
            <a:r>
              <a:t>D:/pasar_fix/node_modules/.bun/dayjs@1.11.21/node_modules/dayjs/locale/da.js</a:t>
            </a:r>
          </a:p>
          <a:p>
            <a:pPr>
              <a:defRPr sz="1200"/>
            </a:pPr>
            <a:r>
              <a:t>D:/pasar_fix/node_modules/.bun/dayjs@1.11.21/node_modules/dayjs/locale/de-at.js</a:t>
            </a:r>
          </a:p>
          <a:p>
            <a:pPr>
              <a:defRPr sz="1200"/>
            </a:pPr>
            <a:r>
              <a:t>D:/pasar_fix/node_modules/.bun/dayjs@1.11.21/node_modules/dayjs/locale/de-ch.js</a:t>
            </a:r>
          </a:p>
          <a:p>
            <a:pPr>
              <a:defRPr sz="1200"/>
            </a:pPr>
            <a:r>
              <a:t>D:/pasar_fix/node_modules/.bun/dayjs@1.11.21/node_modules/dayjs/locale/de.js</a:t>
            </a:r>
          </a:p>
          <a:p>
            <a:pPr>
              <a:defRPr sz="1200"/>
            </a:pPr>
            <a:r>
              <a:t>D:/pasar_fix/node_modules/.bun/dayjs@1.11.21/node_modules/dayjs/locale/dv.js</a:t>
            </a:r>
          </a:p>
          <a:p>
            <a:pPr>
              <a:defRPr sz="1200"/>
            </a:pPr>
            <a:r>
              <a:t>D:/pasar_fix/node_modules/.bun/dayjs@1.11.21/node_modules/dayjs/locale/el.js</a:t>
            </a:r>
          </a:p>
          <a:p>
            <a:pPr>
              <a:defRPr sz="1200"/>
            </a:pPr>
            <a:r>
              <a:t>D:/pasar_fix/node_modules/.bun/dayjs@1.11.21/node_modules/dayjs/locale/en-au.js</a:t>
            </a:r>
          </a:p>
          <a:p>
            <a:pPr>
              <a:defRPr sz="1200"/>
            </a:pPr>
            <a:r>
              <a:t>D:/pasar_fix/node_modules/.bun/dayjs@1.11.21/node_modules/dayjs/locale/en-ca.js</a:t>
            </a:r>
          </a:p>
          <a:p>
            <a:pPr>
              <a:defRPr sz="1200"/>
            </a:pPr>
            <a:r>
              <a:t>D:/pasar_fix/node_modules/.bun/dayjs@1.11.21/node_modules/dayjs/locale/en-gb.js</a:t>
            </a:r>
          </a:p>
          <a:p>
            <a:pPr>
              <a:defRPr sz="1200"/>
            </a:pPr>
            <a:r>
              <a:t>D:/pasar_fix/node_modules/.bun/dayjs@1.11.21/node_modules/dayjs/locale/en-ie.js</a:t>
            </a:r>
          </a:p>
          <a:p>
            <a:pPr>
              <a:defRPr sz="1200"/>
            </a:pPr>
            <a:r>
              <a:t>D:/pasar_fix/node_modules/.bun/dayjs@1.11.21/node_modules/dayjs/locale/en-il.js</a:t>
            </a:r>
          </a:p>
          <a:p>
            <a:pPr>
              <a:defRPr sz="1200"/>
            </a:pPr>
            <a:r>
              <a:t>D:/pasar_fix/node_modules/.bun/dayjs@1.11.21/node_modules/dayjs/locale/en-in.js</a:t>
            </a:r>
          </a:p>
          <a:p>
            <a:pPr>
              <a:defRPr sz="1200"/>
            </a:pPr>
            <a:r>
              <a:t>D:/pasar_fix/node_modules/.bun/dayjs@1.11.21/node_modules/dayjs/locale/en-nz.js</a:t>
            </a:r>
          </a:p>
          <a:p>
            <a:pPr>
              <a:defRPr sz="1200"/>
            </a:pPr>
            <a:r>
              <a:t>D:/pasar_fix/node_modules/.bun/dayjs@1.11.21/node_modules/dayjs/locale/en-sg.js</a:t>
            </a:r>
          </a:p>
          <a:p>
            <a:pPr>
              <a:defRPr sz="1200"/>
            </a:pPr>
            <a:r>
              <a:t>D:/pasar_fix/node_modules/.bun/dayjs@1.11.21/node_modules/dayjs/locale/en-tt.js</a:t>
            </a:r>
          </a:p>
          <a:p>
            <a:pPr>
              <a:defRPr sz="1200"/>
            </a:pPr>
            <a:r>
              <a:t>D:/pasar_fix/node_modules/.bun/dayjs@1.11.21/node_modules/dayjs/locale/en.js</a:t>
            </a:r>
          </a:p>
          <a:p>
            <a:pPr>
              <a:defRPr sz="1200"/>
            </a:pPr>
            <a:r>
              <a:t>D:/pasar_fix/node_modules/.bun/dayjs@1.11.21/node_modules/dayjs/locale/eo.js</a:t>
            </a:r>
          </a:p>
          <a:p>
            <a:pPr>
              <a:defRPr sz="1200"/>
            </a:pPr>
            <a:r>
              <a:t>D:/pasar_fix/node_modules/.bun/dayjs@1.11.21/node_modules/dayjs/locale/es-do.js</a:t>
            </a:r>
          </a:p>
          <a:p>
            <a:pPr>
              <a:defRPr sz="1200"/>
            </a:pPr>
            <a:r>
              <a:t>D:/pasar_fix/node_modules/.bun/dayjs@1.11.21/node_modules/dayjs/locale/es-mx.js</a:t>
            </a:r>
          </a:p>
          <a:p>
            <a:pPr>
              <a:defRPr sz="1200"/>
            </a:pPr>
            <a:r>
              <a:t>D:/pasar_fix/node_modules/.bun/dayjs@1.11.21/node_modules/dayjs/locale/es-pr.js</a:t>
            </a:r>
          </a:p>
          <a:p>
            <a:pPr>
              <a:defRPr sz="1200"/>
            </a:pPr>
            <a:r>
              <a:t>D:/pasar_fix/node_modules/.bun/dayjs@1.11.21/node_modules/dayjs/locale/es-us.js</a:t>
            </a:r>
          </a:p>
          <a:p>
            <a:pPr>
              <a:defRPr sz="1200"/>
            </a:pPr>
            <a:r>
              <a:t>D:/pasar_fix/node_modules/.bun/dayjs@1.11.21/node_modules/dayjs/locale/es.js</a:t>
            </a:r>
          </a:p>
          <a:p>
            <a:pPr>
              <a:defRPr sz="1200"/>
            </a:pPr>
            <a:r>
              <a:t>D:/pasar_fix/node_modules/.bun/dayjs@1.11.21/node_modules/dayjs/locale/et.js</a:t>
            </a:r>
          </a:p>
          <a:p>
            <a:pPr>
              <a:defRPr sz="1200"/>
            </a:pPr>
            <a:r>
              <a:t>D:/pasar_fix/node_modules/.bun/dayjs@1.11.21/node_modules/dayjs/locale/eu.js</a:t>
            </a:r>
          </a:p>
          <a:p>
            <a:pPr>
              <a:defRPr sz="1200"/>
            </a:pPr>
            <a:r>
              <a:t>D:/pasar_fix/node_modules/.bun/dayjs@1.11.21/node_modules/dayjs/locale/fa.js</a:t>
            </a:r>
          </a:p>
          <a:p>
            <a:pPr>
              <a:defRPr sz="1200"/>
            </a:pPr>
            <a:r>
              <a:t>D:/pasar_fix/node_modules/.bun/dayjs@1.11.21/node_modules/dayjs/locale/fi.js</a:t>
            </a:r>
          </a:p>
          <a:p>
            <a:pPr>
              <a:defRPr sz="1200"/>
            </a:pPr>
            <a:r>
              <a:t>D:/pasar_fix/node_modules/.bun/dayjs@1.11.21/node_modules/dayjs/locale/fo.js</a:t>
            </a:r>
          </a:p>
          <a:p>
            <a:pPr>
              <a:defRPr sz="1200"/>
            </a:pPr>
            <a:r>
              <a:t>D:/pasar_fix/node_modules/.bun/dayjs@1.11.21/node_modules/dayjs/locale/fr-ca.js</a:t>
            </a:r>
          </a:p>
          <a:p>
            <a:pPr>
              <a:defRPr sz="1200"/>
            </a:pPr>
            <a:r>
              <a:t>D:/pasar_fix/node_modules/.bun/dayjs@1.11.21/node_modules/dayjs/locale/fr-ch.js</a:t>
            </a:r>
          </a:p>
          <a:p>
            <a:pPr>
              <a:defRPr sz="1200"/>
            </a:pPr>
            <a:r>
              <a:t>D:/pasar_fix/node_modules/.bun/dayjs@1.11.21/node_modules/dayjs/locale/fr.js</a:t>
            </a:r>
          </a:p>
          <a:p>
            <a:pPr>
              <a:defRPr sz="1200"/>
            </a:pPr>
            <a:r>
              <a:t>D:/pasar_fix/node_modules/.bun/dayjs@1.11.21/node_modules/dayjs/locale/fy.js</a:t>
            </a:r>
          </a:p>
          <a:p>
            <a:pPr>
              <a:defRPr sz="1200"/>
            </a:pPr>
            <a:r>
              <a:t>D:/pasar_fix/node_modules/.bun/dayjs@1.11.21/node_modules/dayjs/locale/ga.js</a:t>
            </a:r>
          </a:p>
          <a:p>
            <a:pPr>
              <a:defRPr sz="1200"/>
            </a:pPr>
            <a:r>
              <a:t>D:/pasar_fix/node_modules/.bun/dayjs@1.11.21/node_modules/dayjs/locale/gd.js</a:t>
            </a:r>
          </a:p>
          <a:p>
            <a:pPr>
              <a:defRPr sz="1200"/>
            </a:pPr>
            <a:r>
              <a:t>D:/pasar_fix/node_modules/.bun/dayjs@1.11.21/node_modules/dayjs/locale/gl.js</a:t>
            </a:r>
          </a:p>
          <a:p>
            <a:pPr>
              <a:defRPr sz="1200"/>
            </a:pPr>
            <a:r>
              <a:t>D:/pasar_fix/node_modules/.bun/dayjs@1.11.21/node_modules/dayjs/locale/gom-latn.js</a:t>
            </a:r>
          </a:p>
          <a:p>
            <a:pPr>
              <a:defRPr sz="1200"/>
            </a:pPr>
            <a:r>
              <a:t>D:/pasar_fix/node_modules/.bun/dayjs@1.11.21/node_modules/dayjs/locale/gu.js</a:t>
            </a:r>
          </a:p>
          <a:p>
            <a:pPr>
              <a:defRPr sz="1200"/>
            </a:pPr>
            <a:r>
              <a:t>D:/pasar_fix/node_modules/.bun/dayjs@1.11.21/node_modules/dayjs/locale/he.js</a:t>
            </a:r>
          </a:p>
          <a:p>
            <a:pPr>
              <a:defRPr sz="1200"/>
            </a:pPr>
            <a:r>
              <a:t>D:/pasar_fix/node_modules/.bun/dayjs@1.11.21/node_modules/dayjs/locale/hi.js</a:t>
            </a:r>
          </a:p>
          <a:p>
            <a:pPr>
              <a:defRPr sz="1200"/>
            </a:pPr>
            <a:r>
              <a:t>D:/pasar_fix/node_modules/.bun/dayjs@1.11.21/node_modules/dayjs/locale/hr.js</a:t>
            </a:r>
          </a:p>
          <a:p>
            <a:pPr>
              <a:defRPr sz="1200"/>
            </a:pPr>
            <a:r>
              <a:t>D:/pasar_fix/node_modules/.bun/dayjs@1.11.21/node_modules/dayjs/locale/ht.js</a:t>
            </a:r>
          </a:p>
          <a:p>
            <a:pPr>
              <a:defRPr sz="1200"/>
            </a:pPr>
            <a:r>
              <a:t>D:/pasar_fix/node_modules/.bun/dayjs@1.11.21/node_modules/dayjs/locale/hu.js</a:t>
            </a:r>
          </a:p>
          <a:p>
            <a:pPr>
              <a:defRPr sz="1200"/>
            </a:pPr>
            <a:r>
              <a:t>D:/pasar_fix/node_modules/.bun/dayjs@1.11.21/node_modules/dayjs/locale/hy-am.js</a:t>
            </a:r>
          </a:p>
          <a:p>
            <a:pPr>
              <a:defRPr sz="1200"/>
            </a:pPr>
            <a:r>
              <a:t>D:/pasar_fix/node_modules/.bun/dayjs@1.11.21/node_modules/dayjs/locale/id.js</a:t>
            </a:r>
          </a:p>
          <a:p>
            <a:pPr>
              <a:defRPr sz="1200"/>
            </a:pPr>
            <a:r>
              <a:t>D:/pasar_fix/node_modules/.bun/dayjs@1.11.21/node_modules/dayjs/locale/index.d.ts</a:t>
            </a:r>
          </a:p>
          <a:p>
            <a:pPr>
              <a:defRPr sz="1200"/>
            </a:pPr>
            <a:r>
              <a:t>D:/pasar_fix/node_modules/.bun/dayjs@1.11.21/node_modules/dayjs/locale/is.js</a:t>
            </a:r>
          </a:p>
          <a:p>
            <a:pPr>
              <a:defRPr sz="1200"/>
            </a:pPr>
            <a:r>
              <a:t>D:/pasar_fix/node_modules/.bun/dayjs@1.11.21/node_modules/dayjs/locale/it-ch.js</a:t>
            </a:r>
          </a:p>
          <a:p>
            <a:pPr>
              <a:defRPr sz="1200"/>
            </a:pPr>
            <a:r>
              <a:t>D:/pasar_fix/node_modules/.bun/dayjs@1.11.21/node_modules/dayjs/locale/it.js</a:t>
            </a:r>
          </a:p>
          <a:p>
            <a:pPr>
              <a:defRPr sz="1200"/>
            </a:pPr>
            <a:r>
              <a:t>D:/pasar_fix/node_modules/.bun/dayjs@1.11.21/node_modules/dayjs/locale/ja.js</a:t>
            </a:r>
          </a:p>
          <a:p>
            <a:pPr>
              <a:defRPr sz="1200"/>
            </a:pPr>
            <a:r>
              <a:t>D:/pasar_fix/node_modules/.bun/dayjs@1.11.21/node_modules/dayjs/locale/jv.js</a:t>
            </a:r>
          </a:p>
          <a:p>
            <a:pPr>
              <a:defRPr sz="1200"/>
            </a:pPr>
            <a:r>
              <a:t>D:/pasar_fix/node_modules/.bun/dayjs@1.11.21/node_modules/dayjs/locale/ka.js</a:t>
            </a:r>
          </a:p>
          <a:p>
            <a:pPr>
              <a:defRPr sz="1200"/>
            </a:pPr>
            <a:r>
              <a:t>D:/pasar_fix/node_modules/.bun/dayjs@1.11.21/node_modules/dayjs/locale/kk.js</a:t>
            </a:r>
          </a:p>
          <a:p>
            <a:pPr>
              <a:defRPr sz="1200"/>
            </a:pPr>
            <a:r>
              <a:t>D:/pasar_fix/node_modules/.bun/dayjs@1.11.21/node_modules/dayjs/locale/km.js</a:t>
            </a:r>
          </a:p>
          <a:p>
            <a:pPr>
              <a:defRPr sz="1200"/>
            </a:pPr>
            <a:r>
              <a:t>D:/pasar_fix/node_modules/.bun/dayjs@1.11.21/node_modules/dayjs/locale/kn.js</a:t>
            </a:r>
          </a:p>
          <a:p>
            <a:pPr>
              <a:defRPr sz="1200"/>
            </a:pPr>
            <a:r>
              <a:t>D:/pasar_fix/node_modules/.bun/dayjs@1.11.21/node_modules/dayjs/locale/ko.js</a:t>
            </a:r>
          </a:p>
          <a:p>
            <a:pPr>
              <a:defRPr sz="1200"/>
            </a:pPr>
            <a:r>
              <a:t>D:/pasar_fix/node_modules/.bun/dayjs@1.11.21/node_modules/dayjs/locale/ku.js</a:t>
            </a:r>
          </a:p>
          <a:p>
            <a:pPr>
              <a:defRPr sz="1200"/>
            </a:pPr>
            <a:r>
              <a:t>D:/pasar_fix/node_modules/.bun/dayjs@1.11.21/node_modules/dayjs/locale/ky.js</a:t>
            </a:r>
          </a:p>
          <a:p>
            <a:pPr>
              <a:defRPr sz="1200"/>
            </a:pPr>
            <a:r>
              <a:t>D:/pasar_fix/node_modules/.bun/dayjs@1.11.21/node_modules/dayjs/locale/lb.js</a:t>
            </a:r>
          </a:p>
          <a:p>
            <a:pPr>
              <a:defRPr sz="1200"/>
            </a:pPr>
            <a:r>
              <a:t>D:/pasar_fix/node_modules/.bun/dayjs@1.11.21/node_modules/dayjs/locale/lo.js</a:t>
            </a:r>
          </a:p>
          <a:p>
            <a:pPr>
              <a:defRPr sz="1200"/>
            </a:pPr>
            <a:r>
              <a:t>D:/pasar_fix/node_modules/.bun/dayjs@1.11.21/node_modules/dayjs/locale/lt.js</a:t>
            </a:r>
          </a:p>
          <a:p>
            <a:pPr>
              <a:defRPr sz="1200"/>
            </a:pPr>
            <a:r>
              <a:t>D:/pasar_fix/node_modules/.bun/dayjs@1.11.21/node_modules/dayjs/locale/lv.js</a:t>
            </a:r>
          </a:p>
          <a:p>
            <a:pPr>
              <a:defRPr sz="1200"/>
            </a:pPr>
            <a:r>
              <a:t>D:/pasar_fix/node_modules/.bun/dayjs@1.11.21/node_modules/dayjs/locale/me.js</a:t>
            </a:r>
          </a:p>
          <a:p>
            <a:pPr>
              <a:defRPr sz="1200"/>
            </a:pPr>
            <a:r>
              <a:t>D:/pasar_fix/node_modules/.bun/dayjs@1.11.21/node_modules/dayjs/locale/mi.js</a:t>
            </a:r>
          </a:p>
          <a:p>
            <a:pPr>
              <a:defRPr sz="1200"/>
            </a:pPr>
            <a:r>
              <a:t>D:/pasar_fix/node_modules/.bun/dayjs@1.11.21/node_modules/dayjs/locale/mk.js</a:t>
            </a:r>
          </a:p>
          <a:p>
            <a:pPr>
              <a:defRPr sz="1200"/>
            </a:pPr>
            <a:r>
              <a:t>D:/pasar_fix/node_modules/.bun/dayjs@1.11.21/node_modules/dayjs/locale/ml.js</a:t>
            </a:r>
          </a:p>
          <a:p>
            <a:pPr>
              <a:defRPr sz="1200"/>
            </a:pPr>
            <a:r>
              <a:t>D:/pasar_fix/node_modules/.bun/dayjs@1.11.21/node_modules/dayjs/locale/mn.js</a:t>
            </a:r>
          </a:p>
          <a:p>
            <a:pPr>
              <a:defRPr sz="1200"/>
            </a:pPr>
            <a:r>
              <a:t>D:/pasar_fix/node_modules/.bun/dayjs@1.11.21/node_modules/dayjs/locale/mr.js</a:t>
            </a:r>
          </a:p>
          <a:p>
            <a:pPr>
              <a:defRPr sz="1200"/>
            </a:pPr>
            <a:r>
              <a:t>D:/pasar_fix/node_modules/.bun/dayjs@1.11.21/node_modules/dayjs/locale/ms-my.js</a:t>
            </a:r>
          </a:p>
          <a:p>
            <a:pPr>
              <a:defRPr sz="1200"/>
            </a:pPr>
            <a:r>
              <a:t>D:/pasar_fix/node_modules/.bun/dayjs@1.11.21/node_modules/dayjs/locale/ms.js</a:t>
            </a:r>
          </a:p>
          <a:p>
            <a:pPr>
              <a:defRPr sz="1200"/>
            </a:pPr>
            <a:r>
              <a:t>D:/pasar_fix/node_modules/.bun/dayjs@1.11.21/node_modules/dayjs/locale/mt.js</a:t>
            </a:r>
          </a:p>
          <a:p>
            <a:pPr>
              <a:defRPr sz="1200"/>
            </a:pPr>
            <a:r>
              <a:t>D:/pasar_fix/node_modules/.bun/dayjs@1.11.21/node_modules/dayjs/locale/my.js</a:t>
            </a:r>
          </a:p>
          <a:p>
            <a:pPr>
              <a:defRPr sz="1200"/>
            </a:pPr>
            <a:r>
              <a:t>D:/pasar_fix/node_modules/.bun/dayjs@1.11.21/node_modules/dayjs/locale/nb.js</a:t>
            </a:r>
          </a:p>
          <a:p>
            <a:pPr>
              <a:defRPr sz="1200"/>
            </a:pPr>
            <a:r>
              <a:t>D:/pasar_fix/node_modules/.bun/dayjs@1.11.21/node_modules/dayjs/locale/ne.js</a:t>
            </a:r>
          </a:p>
          <a:p>
            <a:pPr>
              <a:defRPr sz="1200"/>
            </a:pPr>
            <a:r>
              <a:t>D:/pasar_fix/node_modules/.bun/dayjs@1.11.21/node_modules/dayjs/locale/nl-be.js</a:t>
            </a:r>
          </a:p>
          <a:p>
            <a:pPr>
              <a:defRPr sz="1200"/>
            </a:pPr>
            <a:r>
              <a:t>D:/pasar_fix/node_modules/.bun/dayjs@1.11.21/node_modules/dayjs/locale/nl.js</a:t>
            </a:r>
          </a:p>
          <a:p>
            <a:pPr>
              <a:defRPr sz="1200"/>
            </a:pPr>
            <a:r>
              <a:t>D:/pasar_fix/node_modules/.bun/dayjs@1.11.21/node_modules/dayjs/locale/nn.js</a:t>
            </a:r>
          </a:p>
          <a:p>
            <a:pPr>
              <a:defRPr sz="1200"/>
            </a:pPr>
            <a:r>
              <a:t>D:/pasar_fix/node_modules/.bun/dayjs@1.11.21/node_modules/dayjs/locale/oc-lnc.js</a:t>
            </a:r>
          </a:p>
          <a:p>
            <a:pPr>
              <a:defRPr sz="1200"/>
            </a:pPr>
            <a:r>
              <a:t>D:/pasar_fix/node_modules/.bun/dayjs@1.11.21/node_modules/dayjs/locale/pa-in.js</a:t>
            </a:r>
          </a:p>
          <a:p>
            <a:pPr>
              <a:defRPr sz="1200"/>
            </a:pPr>
            <a:r>
              <a:t>D:/pasar_fix/node_modules/.bun/dayjs@1.11.21/node_modules/dayjs/locale/pl.js</a:t>
            </a:r>
          </a:p>
          <a:p>
            <a:pPr>
              <a:defRPr sz="1200"/>
            </a:pPr>
            <a:r>
              <a:t>D:/pasar_fix/node_modules/.bun/dayjs@1.11.21/node_modules/dayjs/locale/pt-br.js</a:t>
            </a:r>
          </a:p>
          <a:p>
            <a:pPr>
              <a:defRPr sz="1200"/>
            </a:pPr>
            <a:r>
              <a:t>D:/pasar_fix/node_modules/.bun/dayjs@1.11.21/node_modules/dayjs/locale/pt.js</a:t>
            </a:r>
          </a:p>
          <a:p>
            <a:pPr>
              <a:defRPr sz="1200"/>
            </a:pPr>
            <a:r>
              <a:t>D:/pasar_fix/node_modules/.bun/dayjs@1.11.21/node_modules/dayjs/locale/rn.js</a:t>
            </a:r>
          </a:p>
          <a:p>
            <a:pPr>
              <a:defRPr sz="1200"/>
            </a:pPr>
            <a:r>
              <a:t>D:/pasar_fix/node_modules/.bun/dayjs@1.11.21/node_modules/dayjs/locale/ro.js</a:t>
            </a:r>
          </a:p>
          <a:p>
            <a:pPr>
              <a:defRPr sz="1200"/>
            </a:pPr>
            <a:r>
              <a:t>D:/pasar_fix/node_modules/.bun/dayjs@1.11.21/node_modules/dayjs/locale/ru.js</a:t>
            </a:r>
          </a:p>
          <a:p>
            <a:pPr>
              <a:defRPr sz="1200"/>
            </a:pPr>
            <a:r>
              <a:t>D:/pasar_fix/node_modules/.bun/dayjs@1.11.21/node_modules/dayjs/locale/rw.js</a:t>
            </a:r>
          </a:p>
          <a:p>
            <a:pPr>
              <a:defRPr sz="1200"/>
            </a:pPr>
            <a:r>
              <a:t>D:/pasar_fix/node_modules/.bun/dayjs@1.11.21/node_modules/dayjs/locale/sd.js</a:t>
            </a:r>
          </a:p>
          <a:p>
            <a:pPr>
              <a:defRPr sz="1200"/>
            </a:pPr>
            <a:r>
              <a:t>D:/pasar_fix/node_modules/.bun/dayjs@1.11.21/node_modules/dayjs/locale/se.js</a:t>
            </a:r>
          </a:p>
          <a:p>
            <a:pPr>
              <a:defRPr sz="1200"/>
            </a:pPr>
            <a:r>
              <a:t>D:/pasar_fix/node_modules/.bun/dayjs@1.11.21/node_modules/dayjs/locale/si.js</a:t>
            </a:r>
          </a:p>
          <a:p>
            <a:pPr>
              <a:defRPr sz="1200"/>
            </a:pPr>
            <a:r>
              <a:t>D:/pasar_fix/node_modules/.bun/dayjs@1.11.21/node_modules/dayjs/locale/sk.js</a:t>
            </a:r>
          </a:p>
          <a:p>
            <a:pPr>
              <a:defRPr sz="1200"/>
            </a:pPr>
            <a:r>
              <a:t>D:/pasar_fix/node_modules/.bun/dayjs@1.11.21/node_modules/dayjs/locale/sl.js</a:t>
            </a:r>
          </a:p>
          <a:p>
            <a:pPr>
              <a:defRPr sz="1200"/>
            </a:pPr>
            <a:r>
              <a:t>D:/pasar_fix/node_modules/.bun/dayjs@1.11.21/node_modules/dayjs/locale/sq.js</a:t>
            </a:r>
          </a:p>
          <a:p>
            <a:pPr>
              <a:defRPr sz="1200"/>
            </a:pPr>
            <a:r>
              <a:t>D:/pasar_fix/node_modules/.bun/dayjs@1.11.21/node_modules/dayjs/locale/sr-cyrl.js</a:t>
            </a:r>
          </a:p>
          <a:p>
            <a:pPr>
              <a:defRPr sz="1200"/>
            </a:pPr>
            <a:r>
              <a:t>D:/pasar_fix/node_modules/.bun/dayjs@1.11.21/node_modules/dayjs/locale/sr.js</a:t>
            </a:r>
          </a:p>
          <a:p>
            <a:pPr>
              <a:defRPr sz="1200"/>
            </a:pPr>
            <a:r>
              <a:t>D:/pasar_fix/node_modules/.bun/dayjs@1.11.21/node_modules/dayjs/locale/ss.js</a:t>
            </a:r>
          </a:p>
          <a:p>
            <a:pPr>
              <a:defRPr sz="1200"/>
            </a:pPr>
            <a:r>
              <a:t>D:/pasar_fix/node_modules/.bun/dayjs@1.11.21/node_modules/dayjs/locale/sv-fi.js</a:t>
            </a:r>
          </a:p>
          <a:p>
            <a:pPr>
              <a:defRPr sz="1200"/>
            </a:pPr>
            <a:r>
              <a:t>D:/pasar_fix/node_modules/.bun/dayjs@1.11.21/node_modules/dayjs/locale/sv.js</a:t>
            </a:r>
          </a:p>
          <a:p>
            <a:pPr>
              <a:defRPr sz="1200"/>
            </a:pPr>
            <a:r>
              <a:t>D:/pasar_fix/node_modules/.bun/dayjs@1.11.21/node_modules/dayjs/locale/sw.js</a:t>
            </a:r>
          </a:p>
          <a:p>
            <a:pPr>
              <a:defRPr sz="1200"/>
            </a:pPr>
            <a:r>
              <a:t>D:/pasar_fix/node_modules/.bun/dayjs@1.11.21/node_modules/dayjs/locale/ta.js</a:t>
            </a:r>
          </a:p>
          <a:p>
            <a:pPr>
              <a:defRPr sz="1200"/>
            </a:pPr>
            <a:r>
              <a:t>D:/pasar_fix/node_modules/.bun/dayjs@1.11.21/node_modules/dayjs/locale/te.js</a:t>
            </a:r>
          </a:p>
          <a:p>
            <a:pPr>
              <a:defRPr sz="1200"/>
            </a:pPr>
            <a:r>
              <a:t>D:/pasar_fix/node_modules/.bun/dayjs@1.11.21/node_modules/dayjs/locale/tet.js</a:t>
            </a:r>
          </a:p>
          <a:p>
            <a:pPr>
              <a:defRPr sz="1200"/>
            </a:pPr>
            <a:r>
              <a:t>D:/pasar_fix/node_modules/.bun/dayjs@1.11.21/node_modules/dayjs/locale/tg.js</a:t>
            </a:r>
          </a:p>
          <a:p>
            <a:pPr>
              <a:defRPr sz="1200"/>
            </a:pPr>
            <a:r>
              <a:t>D:/pasar_fix/node_modules/.bun/dayjs@1.11.21/node_modules/dayjs/locale/th.js</a:t>
            </a:r>
          </a:p>
          <a:p>
            <a:pPr>
              <a:defRPr sz="1200"/>
            </a:pPr>
            <a:r>
              <a:t>D:/pasar_fix/node_modules/.bun/dayjs@1.11.21/node_modules/dayjs/locale/tk.js</a:t>
            </a:r>
          </a:p>
          <a:p>
            <a:pPr>
              <a:defRPr sz="1200"/>
            </a:pPr>
            <a:r>
              <a:t>D:/pasar_fix/node_modules/.bun/dayjs@1.11.21/node_modules/dayjs/locale/tl-ph.js</a:t>
            </a:r>
          </a:p>
          <a:p>
            <a:pPr>
              <a:defRPr sz="1200"/>
            </a:pPr>
            <a:r>
              <a:t>D:/pasar_fix/node_modules/.bun/dayjs@1.11.21/node_modules/dayjs/locale/tlh.js</a:t>
            </a:r>
          </a:p>
          <a:p>
            <a:pPr>
              <a:defRPr sz="1200"/>
            </a:pPr>
            <a:r>
              <a:t>D:/pasar_fix/node_modules/.bun/dayjs@1.11.21/node_modules/dayjs/locale/tr.js</a:t>
            </a:r>
          </a:p>
          <a:p>
            <a:pPr>
              <a:defRPr sz="1200"/>
            </a:pPr>
            <a:r>
              <a:t>D:/pasar_fix/node_modules/.bun/dayjs@1.11.21/node_modules/dayjs/locale/types.d.ts</a:t>
            </a:r>
          </a:p>
          <a:p>
            <a:pPr>
              <a:defRPr sz="1200"/>
            </a:pPr>
            <a:r>
              <a:t>D:/pasar_fix/node_modules/.bun/dayjs@1.11.21/node_modules/dayjs/locale/tzl.js</a:t>
            </a:r>
          </a:p>
          <a:p>
            <a:pPr>
              <a:defRPr sz="1200"/>
            </a:pPr>
            <a:r>
              <a:t>D:/pasar_fix/node_modules/.bun/dayjs@1.11.21/node_modules/dayjs/locale/tzm-latn.js</a:t>
            </a:r>
          </a:p>
          <a:p>
            <a:pPr>
              <a:defRPr sz="1200"/>
            </a:pPr>
            <a:r>
              <a:t>D:/pasar_fix/node_modules/.bun/dayjs@1.11.21/node_modules/dayjs/locale/tzm.js</a:t>
            </a:r>
          </a:p>
          <a:p>
            <a:pPr>
              <a:defRPr sz="1200"/>
            </a:pPr>
            <a:r>
              <a:t>D:/pasar_fix/node_modules/.bun/dayjs@1.11.21/node_modules/dayjs/locale/ug-cn.js</a:t>
            </a:r>
          </a:p>
          <a:p>
            <a:pPr>
              <a:defRPr sz="1200"/>
            </a:pPr>
            <a:r>
              <a:t>D:/pasar_fix/node_modules/.bun/dayjs@1.11.21/node_modules/dayjs/locale/uk.js</a:t>
            </a:r>
          </a:p>
          <a:p>
            <a:pPr>
              <a:defRPr sz="1200"/>
            </a:pPr>
            <a:r>
              <a:t>D:/pasar_fix/node_modules/.bun/dayjs@1.11.21/node_modules/dayjs/locale/ur.js</a:t>
            </a:r>
          </a:p>
          <a:p>
            <a:pPr>
              <a:defRPr sz="1200"/>
            </a:pPr>
            <a:r>
              <a:t>D:/pasar_fix/node_modules/.bun/dayjs@1.11.21/node_modules/dayjs/locale/uz-latn.js</a:t>
            </a:r>
          </a:p>
          <a:p>
            <a:pPr>
              <a:defRPr sz="1200"/>
            </a:pPr>
            <a:r>
              <a:t>D:/pasar_fix/node_modules/.bun/dayjs@1.11.21/node_modules/dayjs/locale/uz.js</a:t>
            </a:r>
          </a:p>
          <a:p>
            <a:pPr>
              <a:defRPr sz="1200"/>
            </a:pPr>
            <a:r>
              <a:t>D:/pasar_fix/node_modules/.bun/dayjs@1.11.21/node_modules/dayjs/locale/vi.js</a:t>
            </a:r>
          </a:p>
          <a:p>
            <a:pPr>
              <a:defRPr sz="1200"/>
            </a:pPr>
            <a:r>
              <a:t>D:/pasar_fix/node_modules/.bun/dayjs@1.11.21/node_modules/dayjs/locale/x-pseudo.js</a:t>
            </a:r>
          </a:p>
          <a:p>
            <a:pPr>
              <a:defRPr sz="1200"/>
            </a:pPr>
            <a:r>
              <a:t>D:/pasar_fix/node_modules/.bun/dayjs@1.11.21/node_modules/dayjs/locale/yo.js</a:t>
            </a:r>
          </a:p>
          <a:p>
            <a:pPr>
              <a:defRPr sz="1200"/>
            </a:pPr>
            <a:r>
              <a:t>D:/pasar_fix/node_modules/.bun/dayjs@1.11.21/node_modules/dayjs/locale/zh-cn.js</a:t>
            </a:r>
          </a:p>
          <a:p>
            <a:pPr>
              <a:defRPr sz="1200"/>
            </a:pPr>
            <a:r>
              <a:t>D:/pasar_fix/node_modules/.bun/dayjs@1.11.21/node_modules/dayjs/locale/zh-hk.js</a:t>
            </a:r>
          </a:p>
          <a:p>
            <a:pPr>
              <a:defRPr sz="1200"/>
            </a:pPr>
            <a:r>
              <a:t>D:/pasar_fix/node_modules/.bun/dayjs@1.11.21/node_modules/dayjs/locale/zh-tw.js</a:t>
            </a:r>
          </a:p>
          <a:p>
            <a:pPr>
              <a:defRPr sz="1200"/>
            </a:pPr>
            <a:r>
              <a:t>D:/pasar_fix/node_modules/.bun/dayjs@1.11.21/node_modules/dayjs/locale/zh.js</a:t>
            </a:r>
          </a:p>
          <a:p>
            <a:pPr>
              <a:defRPr sz="1200"/>
            </a:pPr>
            <a:r>
              <a:t>D:/pasar_fix/node_modules/.bun/dayjs@1.11.21/node_modules/dayjs/plugin/advancedFormat.d.ts</a:t>
            </a:r>
          </a:p>
          <a:p>
            <a:pPr>
              <a:defRPr sz="1200"/>
            </a:pPr>
            <a:r>
              <a:t>D:/pasar_fix/node_modules/.bun/dayjs@1.11.21/node_modules/dayjs/plugin/advancedFormat.js</a:t>
            </a:r>
          </a:p>
          <a:p>
            <a:pPr>
              <a:defRPr sz="1200"/>
            </a:pPr>
            <a:r>
              <a:t>D:/pasar_fix/node_modules/.bun/dayjs@1.11.21/node_modules/dayjs/plugin/arraySupport.d.ts</a:t>
            </a:r>
          </a:p>
          <a:p>
            <a:pPr>
              <a:defRPr sz="1200"/>
            </a:pPr>
            <a:r>
              <a:t>D:/pasar_fix/node_modules/.bun/dayjs@1.11.21/node_modules/dayjs/plugin/arraySupport.js</a:t>
            </a:r>
          </a:p>
          <a:p>
            <a:pPr>
              <a:defRPr sz="1200"/>
            </a:pPr>
            <a:r>
              <a:t>D:/pasar_fix/node_modules/.bun/dayjs@1.11.21/node_modules/dayjs/plugin/badMutable.d.ts</a:t>
            </a:r>
          </a:p>
          <a:p>
            <a:pPr>
              <a:defRPr sz="1200"/>
            </a:pPr>
            <a:r>
              <a:t>D:/pasar_fix/node_modules/.bun/dayjs@1.11.21/node_modules/dayjs/plugin/badMutable.js</a:t>
            </a:r>
          </a:p>
          <a:p>
            <a:pPr>
              <a:defRPr sz="1200"/>
            </a:pPr>
            <a:r>
              <a:t>D:/pasar_fix/node_modules/.bun/dayjs@1.11.21/node_modules/dayjs/plugin/bigIntSupport.d.ts</a:t>
            </a:r>
          </a:p>
          <a:p>
            <a:pPr>
              <a:defRPr sz="1200"/>
            </a:pPr>
            <a:r>
              <a:t>D:/pasar_fix/node_modules/.bun/dayjs@1.11.21/node_modules/dayjs/plugin/bigIntSupport.js</a:t>
            </a:r>
          </a:p>
          <a:p>
            <a:pPr>
              <a:defRPr sz="1200"/>
            </a:pPr>
            <a:r>
              <a:t>D:/pasar_fix/node_modules/.bun/dayjs@1.11.21/node_modules/dayjs/plugin/buddhistEra.d.ts</a:t>
            </a:r>
          </a:p>
          <a:p>
            <a:pPr>
              <a:defRPr sz="1200"/>
            </a:pPr>
            <a:r>
              <a:t>D:/pasar_fix/node_modules/.bun/dayjs@1.11.21/node_modules/dayjs/plugin/buddhistEra.js</a:t>
            </a:r>
          </a:p>
          <a:p>
            <a:pPr>
              <a:defRPr sz="1200"/>
            </a:pPr>
            <a:r>
              <a:t>D:/pasar_fix/node_modules/.bun/dayjs@1.11.21/node_modules/dayjs/plugin/calendar.d.ts</a:t>
            </a:r>
          </a:p>
          <a:p>
            <a:pPr>
              <a:defRPr sz="1200"/>
            </a:pPr>
            <a:r>
              <a:t>D:/pasar_fix/node_modules/.bun/dayjs@1.11.21/node_modules/dayjs/plugin/calendar.js</a:t>
            </a:r>
          </a:p>
          <a:p>
            <a:pPr>
              <a:defRPr sz="1200"/>
            </a:pPr>
            <a:r>
              <a:t>D:/pasar_fix/node_modules/.bun/dayjs@1.11.21/node_modules/dayjs/plugin/customParseFormat.d.ts</a:t>
            </a:r>
          </a:p>
          <a:p>
            <a:pPr>
              <a:defRPr sz="1200"/>
            </a:pPr>
            <a:r>
              <a:t>D:/pasar_fix/node_modules/.bun/dayjs@1.11.21/node_modules/dayjs/plugin/customParseFormat.js</a:t>
            </a:r>
          </a:p>
          <a:p>
            <a:pPr>
              <a:defRPr sz="1200"/>
            </a:pPr>
            <a:r>
              <a:t>D:/pasar_fix/node_modules/.bun/dayjs@1.11.21/node_modules/dayjs/plugin/dayOfYear.d.ts</a:t>
            </a:r>
          </a:p>
          <a:p>
            <a:pPr>
              <a:defRPr sz="1200"/>
            </a:pPr>
            <a:r>
              <a:t>D:/pasar_fix/node_modules/.bun/dayjs@1.11.21/node_modules/dayjs/plugin/dayOfYear.js</a:t>
            </a:r>
          </a:p>
          <a:p>
            <a:pPr>
              <a:defRPr sz="1200"/>
            </a:pPr>
            <a:r>
              <a:t>D:/pasar_fix/node_modules/.bun/dayjs@1.11.21/node_modules/dayjs/plugin/devHelper.d.ts</a:t>
            </a:r>
          </a:p>
          <a:p>
            <a:pPr>
              <a:defRPr sz="1200"/>
            </a:pPr>
            <a:r>
              <a:t>D:/pasar_fix/node_modules/.bun/dayjs@1.11.21/node_modules/dayjs/plugin/devHelper.js</a:t>
            </a:r>
          </a:p>
          <a:p>
            <a:pPr>
              <a:defRPr sz="1200"/>
            </a:pPr>
            <a:r>
              <a:t>D:/pasar_fix/node_modules/.bun/dayjs@1.11.21/node_modules/dayjs/plugin/duration.d.ts</a:t>
            </a:r>
          </a:p>
          <a:p>
            <a:pPr>
              <a:defRPr sz="1200"/>
            </a:pPr>
            <a:r>
              <a:t>D:/pasar_fix/node_modules/.bun/dayjs@1.11.21/node_modules/dayjs/plugin/duration.js</a:t>
            </a:r>
          </a:p>
          <a:p>
            <a:pPr>
              <a:defRPr sz="1200"/>
            </a:pPr>
            <a:r>
              <a:t>D:/pasar_fix/node_modules/.bun/dayjs@1.11.21/node_modules/dayjs/plugin/isBetween.d.ts</a:t>
            </a:r>
          </a:p>
          <a:p>
            <a:pPr>
              <a:defRPr sz="1200"/>
            </a:pPr>
            <a:r>
              <a:t>D:/pasar_fix/node_modules/.bun/dayjs@1.11.21/node_modules/dayjs/plugin/isBetween.js</a:t>
            </a:r>
          </a:p>
          <a:p>
            <a:pPr>
              <a:defRPr sz="1200"/>
            </a:pPr>
            <a:r>
              <a:t>D:/pasar_fix/node_modules/.bun/dayjs@1.11.21/node_modules/dayjs/plugin/isLeapYear.d.ts</a:t>
            </a:r>
          </a:p>
          <a:p>
            <a:pPr>
              <a:defRPr sz="1200"/>
            </a:pPr>
            <a:r>
              <a:t>D:/pasar_fix/node_modules/.bun/dayjs@1.11.21/node_modules/dayjs/plugin/isLeapYear.js</a:t>
            </a:r>
          </a:p>
          <a:p>
            <a:pPr>
              <a:defRPr sz="1200"/>
            </a:pPr>
            <a:r>
              <a:t>D:/pasar_fix/node_modules/.bun/dayjs@1.11.21/node_modules/dayjs/plugin/isMoment.d.ts</a:t>
            </a:r>
          </a:p>
          <a:p>
            <a:pPr>
              <a:defRPr sz="1200"/>
            </a:pPr>
            <a:r>
              <a:t>D:/pasar_fix/node_modules/.bun/dayjs@1.11.21/node_modules/dayjs/plugin/isMoment.js</a:t>
            </a:r>
          </a:p>
          <a:p>
            <a:pPr>
              <a:defRPr sz="1200"/>
            </a:pPr>
            <a:r>
              <a:t>D:/pasar_fix/node_modules/.bun/dayjs@1.11.21/node_modules/dayjs/plugin/isoWeek.d.ts</a:t>
            </a:r>
          </a:p>
          <a:p>
            <a:pPr>
              <a:defRPr sz="1200"/>
            </a:pPr>
            <a:r>
              <a:t>D:/pasar_fix/node_modules/.bun/dayjs@1.11.21/node_modules/dayjs/plugin/isoWeek.js</a:t>
            </a:r>
          </a:p>
          <a:p>
            <a:pPr>
              <a:defRPr sz="1200"/>
            </a:pPr>
            <a:r>
              <a:t>D:/pasar_fix/node_modules/.bun/dayjs@1.11.21/node_modules/dayjs/plugin/isoWeeksInYear.d.ts</a:t>
            </a:r>
          </a:p>
          <a:p>
            <a:pPr>
              <a:defRPr sz="1200"/>
            </a:pPr>
            <a:r>
              <a:t>D:/pasar_fix/node_modules/.bun/dayjs@1.11.21/node_modules/dayjs/plugin/isoWeeksInYear.js</a:t>
            </a:r>
          </a:p>
          <a:p>
            <a:pPr>
              <a:defRPr sz="1200"/>
            </a:pPr>
            <a:r>
              <a:t>D:/pasar_fix/node_modules/.bun/dayjs@1.11.21/node_modules/dayjs/plugin/isSameOrAfter.d.ts</a:t>
            </a:r>
          </a:p>
          <a:p>
            <a:pPr>
              <a:defRPr sz="1200"/>
            </a:pPr>
            <a:r>
              <a:t>D:/pasar_fix/node_modules/.bun/dayjs@1.11.21/node_modules/dayjs/plugin/isSameOrAfter.js</a:t>
            </a:r>
          </a:p>
          <a:p>
            <a:pPr>
              <a:defRPr sz="1200"/>
            </a:pPr>
            <a:r>
              <a:t>D:/pasar_fix/node_modules/.bun/dayjs@1.11.21/node_modules/dayjs/plugin/isSameOrBefore.d.ts</a:t>
            </a:r>
          </a:p>
          <a:p>
            <a:pPr>
              <a:defRPr sz="1200"/>
            </a:pPr>
            <a:r>
              <a:t>D:/pasar_fix/node_modules/.bun/dayjs@1.11.21/node_modules/dayjs/plugin/isSameOrBefore.js</a:t>
            </a:r>
          </a:p>
          <a:p>
            <a:pPr>
              <a:defRPr sz="1200"/>
            </a:pPr>
            <a:r>
              <a:t>D:/pasar_fix/node_modules/.bun/dayjs@1.11.21/node_modules/dayjs/plugin/isToday.d.ts</a:t>
            </a:r>
          </a:p>
          <a:p>
            <a:pPr>
              <a:defRPr sz="1200"/>
            </a:pPr>
            <a:r>
              <a:t>D:/pasar_fix/node_modules/.bun/dayjs@1.11.21/node_modules/dayjs/plugin/isToday.js</a:t>
            </a:r>
          </a:p>
          <a:p>
            <a:pPr>
              <a:defRPr sz="1200"/>
            </a:pPr>
            <a:r>
              <a:t>D:/pasar_fix/node_modules/.bun/dayjs@1.11.21/node_modules/dayjs/plugin/isTomorrow.d.ts</a:t>
            </a:r>
          </a:p>
          <a:p>
            <a:pPr>
              <a:defRPr sz="1200"/>
            </a:pPr>
            <a:r>
              <a:t>D:/pasar_fix/node_modules/.bun/dayjs@1.11.21/node_modules/dayjs/plugin/isTomorrow.js</a:t>
            </a:r>
          </a:p>
          <a:p>
            <a:pPr>
              <a:defRPr sz="1200"/>
            </a:pPr>
            <a:r>
              <a:t>D:/pasar_fix/node_modules/.bun/dayjs@1.11.21/node_modules/dayjs/plugin/isYesterday.d.ts</a:t>
            </a:r>
          </a:p>
          <a:p>
            <a:pPr>
              <a:defRPr sz="1200"/>
            </a:pPr>
            <a:r>
              <a:t>D:/pasar_fix/node_modules/.bun/dayjs@1.11.21/node_modules/dayjs/plugin/isYesterday.js</a:t>
            </a:r>
          </a:p>
          <a:p>
            <a:pPr>
              <a:defRPr sz="1200"/>
            </a:pPr>
            <a:r>
              <a:t>D:/pasar_fix/node_modules/.bun/dayjs@1.11.21/node_modules/dayjs/plugin/localeData.d.ts</a:t>
            </a:r>
          </a:p>
          <a:p>
            <a:pPr>
              <a:defRPr sz="1200"/>
            </a:pPr>
            <a:r>
              <a:t>D:/pasar_fix/node_modules/.bun/dayjs@1.11.21/node_modules/dayjs/plugin/localeData.js</a:t>
            </a:r>
          </a:p>
          <a:p>
            <a:pPr>
              <a:defRPr sz="1200"/>
            </a:pPr>
            <a:r>
              <a:t>D:/pasar_fix/node_modules/.bun/dayjs@1.11.21/node_modules/dayjs/plugin/localizedFormat.d.ts</a:t>
            </a:r>
          </a:p>
          <a:p>
            <a:pPr>
              <a:defRPr sz="1200"/>
            </a:pPr>
            <a:r>
              <a:t>D:/pasar_fix/node_modules/.bun/dayjs@1.11.21/node_modules/dayjs/plugin/localizedFormat.js</a:t>
            </a:r>
          </a:p>
          <a:p>
            <a:pPr>
              <a:defRPr sz="1200"/>
            </a:pPr>
            <a:r>
              <a:t>D:/pasar_fix/node_modules/.bun/dayjs@1.11.21/node_modules/dayjs/plugin/minMax.d.ts</a:t>
            </a:r>
          </a:p>
          <a:p>
            <a:pPr>
              <a:defRPr sz="1200"/>
            </a:pPr>
            <a:r>
              <a:t>D:/pasar_fix/node_modules/.bun/dayjs@1.11.21/node_modules/dayjs/plugin/minMax.js</a:t>
            </a:r>
          </a:p>
          <a:p>
            <a:pPr>
              <a:defRPr sz="1200"/>
            </a:pPr>
            <a:r>
              <a:t>D:/pasar_fix/node_modules/.bun/dayjs@1.11.21/node_modules/dayjs/plugin/negativeYear.d.ts</a:t>
            </a:r>
          </a:p>
          <a:p>
            <a:pPr>
              <a:defRPr sz="1200"/>
            </a:pPr>
            <a:r>
              <a:t>D:/pasar_fix/node_modules/.bun/dayjs@1.11.21/node_modules/dayjs/plugin/negativeYear.js</a:t>
            </a:r>
          </a:p>
          <a:p>
            <a:pPr>
              <a:defRPr sz="1200"/>
            </a:pPr>
            <a:r>
              <a:t>D:/pasar_fix/node_modules/.bun/dayjs@1.11.21/node_modules/dayjs/plugin/objectSupport.d.ts</a:t>
            </a:r>
          </a:p>
          <a:p>
            <a:pPr>
              <a:defRPr sz="1200"/>
            </a:pPr>
            <a:r>
              <a:t>D:/pasar_fix/node_modules/.bun/dayjs@1.11.21/node_modules/dayjs/plugin/objectSupport.js</a:t>
            </a:r>
          </a:p>
          <a:p>
            <a:pPr>
              <a:defRPr sz="1200"/>
            </a:pPr>
            <a:r>
              <a:t>D:/pasar_fix/node_modules/.bun/dayjs@1.11.21/node_modules/dayjs/plugin/pluralGetSet.d.ts</a:t>
            </a:r>
          </a:p>
          <a:p>
            <a:pPr>
              <a:defRPr sz="1200"/>
            </a:pPr>
            <a:r>
              <a:t>D:/pasar_fix/node_modules/.bun/dayjs@1.11.21/node_modules/dayjs/plugin/pluralGetSet.js</a:t>
            </a:r>
          </a:p>
          <a:p>
            <a:pPr>
              <a:defRPr sz="1200"/>
            </a:pPr>
            <a:r>
              <a:t>D:/pasar_fix/node_modules/.bun/dayjs@1.11.21/node_modules/dayjs/plugin/preParsePostFormat.d.ts</a:t>
            </a:r>
          </a:p>
          <a:p>
            <a:pPr>
              <a:defRPr sz="1200"/>
            </a:pPr>
            <a:r>
              <a:t>D:/pasar_fix/node_modules/.bun/dayjs@1.11.21/node_modules/dayjs/plugin/preParsePostFormat.js</a:t>
            </a:r>
          </a:p>
          <a:p>
            <a:pPr>
              <a:defRPr sz="1200"/>
            </a:pPr>
            <a:r>
              <a:t>D:/pasar_fix/node_modules/.bun/dayjs@1.11.21/node_modules/dayjs/plugin/quarterOfYear.d.ts</a:t>
            </a:r>
          </a:p>
          <a:p>
            <a:pPr>
              <a:defRPr sz="1200"/>
            </a:pPr>
            <a:r>
              <a:t>D:/pasar_fix/node_modules/.bun/dayjs@1.11.21/node_modules/dayjs/plugin/quarterOfYear.js</a:t>
            </a:r>
          </a:p>
          <a:p>
            <a:pPr>
              <a:defRPr sz="1200"/>
            </a:pPr>
            <a:r>
              <a:t>D:/pasar_fix/node_modules/.bun/dayjs@1.11.21/node_modules/dayjs/plugin/relativeTime.d.ts</a:t>
            </a:r>
          </a:p>
          <a:p>
            <a:pPr>
              <a:defRPr sz="1200"/>
            </a:pPr>
            <a:r>
              <a:t>D:/pasar_fix/node_modules/.bun/dayjs@1.11.21/node_modules/dayjs/plugin/relativeTime.js</a:t>
            </a:r>
          </a:p>
          <a:p>
            <a:pPr>
              <a:defRPr sz="1200"/>
            </a:pPr>
            <a:r>
              <a:t>D:/pasar_fix/node_modules/.bun/dayjs@1.11.21/node_modules/dayjs/plugin/timezone.d.ts</a:t>
            </a:r>
          </a:p>
          <a:p>
            <a:pPr>
              <a:defRPr sz="1200"/>
            </a:pPr>
            <a:r>
              <a:t>D:/pasar_fix/node_modules/.bun/dayjs@1.11.21/node_modules/dayjs/plugin/timezone.js</a:t>
            </a:r>
          </a:p>
          <a:p>
            <a:pPr>
              <a:defRPr sz="1200"/>
            </a:pPr>
            <a:r>
              <a:t>D:/pasar_fix/node_modules/.bun/dayjs@1.11.21/node_modules/dayjs/plugin/toArray.d.ts</a:t>
            </a:r>
          </a:p>
          <a:p>
            <a:pPr>
              <a:defRPr sz="1200"/>
            </a:pPr>
            <a:r>
              <a:t>D:/pasar_fix/node_modules/.bun/dayjs@1.11.21/node_modules/dayjs/plugin/toArray.js</a:t>
            </a:r>
          </a:p>
          <a:p>
            <a:pPr>
              <a:defRPr sz="1200"/>
            </a:pPr>
            <a:r>
              <a:t>D:/pasar_fix/node_modules/.bun/dayjs@1.11.21/node_modules/dayjs/plugin/toObject.d.ts</a:t>
            </a:r>
          </a:p>
          <a:p>
            <a:pPr>
              <a:defRPr sz="1200"/>
            </a:pPr>
            <a:r>
              <a:t>D:/pasar_fix/node_modules/.bun/dayjs@1.11.21/node_modules/dayjs/plugin/toObject.js</a:t>
            </a:r>
          </a:p>
          <a:p>
            <a:pPr>
              <a:defRPr sz="1200"/>
            </a:pPr>
            <a:r>
              <a:t>D:/pasar_fix/node_modules/.bun/dayjs@1.11.21/node_modules/dayjs/plugin/updateLocale.d.ts</a:t>
            </a:r>
          </a:p>
          <a:p>
            <a:pPr>
              <a:defRPr sz="1200"/>
            </a:pPr>
            <a:r>
              <a:t>D:/pasar_fix/node_modules/.bun/dayjs@1.11.21/node_modules/dayjs/plugin/updateLocale.js</a:t>
            </a:r>
          </a:p>
          <a:p>
            <a:pPr>
              <a:defRPr sz="1200"/>
            </a:pPr>
            <a:r>
              <a:t>D:/pasar_fix/node_modules/.bun/dayjs@1.11.21/node_modules/dayjs/plugin/utc.d.ts</a:t>
            </a:r>
          </a:p>
          <a:p>
            <a:pPr>
              <a:defRPr sz="1200"/>
            </a:pPr>
            <a:r>
              <a:t>D:/pasar_fix/node_modules/.bun/dayjs@1.11.21/node_modules/dayjs/plugin/utc.js</a:t>
            </a:r>
          </a:p>
          <a:p>
            <a:pPr>
              <a:defRPr sz="1200"/>
            </a:pPr>
            <a:r>
              <a:t>D:/pasar_fix/node_modules/.bun/dayjs@1.11.21/node_modules/dayjs/plugin/weekday.d.ts</a:t>
            </a:r>
          </a:p>
          <a:p>
            <a:pPr>
              <a:defRPr sz="1200"/>
            </a:pPr>
            <a:r>
              <a:t>D:/pasar_fix/node_modules/.bun/dayjs@1.11.21/node_modules/dayjs/plugin/weekday.js</a:t>
            </a:r>
          </a:p>
          <a:p>
            <a:pPr>
              <a:defRPr sz="1200"/>
            </a:pPr>
            <a:r>
              <a:t>D:/pasar_fix/node_modules/.bun/dayjs@1.11.21/node_modules/dayjs/plugin/weekOfYear.d.ts</a:t>
            </a:r>
          </a:p>
          <a:p>
            <a:pPr>
              <a:defRPr sz="1200"/>
            </a:pPr>
            <a:r>
              <a:t>D:/pasar_fix/node_modules/.bun/dayjs@1.11.21/node_modules/dayjs/plugin/weekOfYear.js</a:t>
            </a:r>
          </a:p>
          <a:p>
            <a:pPr>
              <a:defRPr sz="1200"/>
            </a:pPr>
            <a:r>
              <a:t>D:/pasar_fix/node_modules/.bun/dayjs@1.11.21/node_modules/dayjs/plugin/weekYear.d.ts</a:t>
            </a:r>
          </a:p>
          <a:p>
            <a:pPr>
              <a:defRPr sz="1200"/>
            </a:pPr>
            <a:r>
              <a:t>D:/pasar_fix/node_modules/.bun/dayjs@1.11.21/node_modules/dayjs/plugin/weekYear.js</a:t>
            </a:r>
          </a:p>
          <a:p>
            <a:pPr>
              <a:defRPr sz="1200"/>
            </a:pPr>
            <a:r>
              <a:t>D:/pasar_fix/node_modules/.bun/db0@0.3.4+7a71f8b37000f34b/node_modules/db0/LICENSE</a:t>
            </a:r>
          </a:p>
          <a:p>
            <a:pPr>
              <a:defRPr sz="1200"/>
            </a:pPr>
            <a:r>
              <a:t>D:/pasar_fix/node_modules/.bun/db0@0.3.4+7a71f8b37000f34b/node_modules/db0/package.json</a:t>
            </a:r>
          </a:p>
          <a:p>
            <a:pPr>
              <a:defRPr sz="1200"/>
            </a:pPr>
            <a:r>
              <a:t>D:/pasar_fix/node_modules/.bun/db0@0.3.4+7a71f8b37000f34b/node_modules/db0/README.md</a:t>
            </a:r>
          </a:p>
          <a:p>
            <a:pPr>
              <a:defRPr sz="1200"/>
            </a:pPr>
            <a:r>
              <a:t>D:/pasar_fix/node_modules/.bun/db0@0.3.4+7a71f8b37000f34b/node_modules/db0/dist/index.d.mts</a:t>
            </a:r>
          </a:p>
          <a:p>
            <a:pPr>
              <a:defRPr sz="1200"/>
            </a:pPr>
            <a:r>
              <a:t>D:/pasar_fix/node_modules/.bun/db0@0.3.4+7a71f8b37000f34b/node_modules/db0/dist/index.mjs</a:t>
            </a:r>
          </a:p>
          <a:p>
            <a:pPr>
              <a:defRPr sz="1200"/>
            </a:pPr>
            <a:r>
              <a:t>D:/pasar_fix/node_modules/.bun/db0@0.3.4+7a71f8b37000f34b/node_modules/db0/dist/connectors/better-sqlite3.d.mts</a:t>
            </a:r>
          </a:p>
          <a:p>
            <a:pPr>
              <a:defRPr sz="1200"/>
            </a:pPr>
            <a:r>
              <a:t>D:/pasar_fix/node_modules/.bun/db0@0.3.4+7a71f8b37000f34b/node_modules/db0/dist/connectors/better-sqlite3.mjs</a:t>
            </a:r>
          </a:p>
          <a:p>
            <a:pPr>
              <a:defRPr sz="1200"/>
            </a:pPr>
            <a:r>
              <a:t>D:/pasar_fix/node_modules/.bun/db0@0.3.4+7a71f8b37000f34b/node_modules/db0/dist/connectors/bun-sqlite.d.mts</a:t>
            </a:r>
          </a:p>
          <a:p>
            <a:pPr>
              <a:defRPr sz="1200"/>
            </a:pPr>
            <a:r>
              <a:t>D:/pasar_fix/node_modules/.bun/db0@0.3.4+7a71f8b37000f34b/node_modules/db0/dist/connectors/bun-sqlite.mjs</a:t>
            </a:r>
          </a:p>
          <a:p>
            <a:pPr>
              <a:defRPr sz="1200"/>
            </a:pPr>
            <a:r>
              <a:t>D:/pasar_fix/node_modules/.bun/db0@0.3.4+7a71f8b37000f34b/node_modules/db0/dist/connectors/cloudflare-d1.d.mts</a:t>
            </a:r>
          </a:p>
          <a:p>
            <a:pPr>
              <a:defRPr sz="1200"/>
            </a:pPr>
            <a:r>
              <a:t>D:/pasar_fix/node_modules/.bun/db0@0.3.4+7a71f8b37000f34b/node_modules/db0/dist/connectors/cloudflare-d1.mjs</a:t>
            </a:r>
          </a:p>
          <a:p>
            <a:pPr>
              <a:defRPr sz="1200"/>
            </a:pPr>
            <a:r>
              <a:t>D:/pasar_fix/node_modules/.bun/db0@0.3.4+7a71f8b37000f34b/node_modules/db0/dist/connectors/cloudflare-hyperdrive-mysql.d.mts</a:t>
            </a:r>
          </a:p>
          <a:p>
            <a:pPr>
              <a:defRPr sz="1200"/>
            </a:pPr>
            <a:r>
              <a:t>D:/pasar_fix/node_modules/.bun/db0@0.3.4+7a71f8b37000f34b/node_modules/db0/dist/connectors/cloudflare-hyperdrive-mysql.mjs</a:t>
            </a:r>
          </a:p>
          <a:p>
            <a:pPr>
              <a:defRPr sz="1200"/>
            </a:pPr>
            <a:r>
              <a:t>D:/pasar_fix/node_modules/.bun/db0@0.3.4+7a71f8b37000f34b/node_modules/db0/dist/connectors/cloudflare-hyperdrive-postgresql.d.mts</a:t>
            </a:r>
          </a:p>
          <a:p>
            <a:pPr>
              <a:defRPr sz="1200"/>
            </a:pPr>
            <a:r>
              <a:t>D:/pasar_fix/node_modules/.bun/db0@0.3.4+7a71f8b37000f34b/node_modules/db0/dist/connectors/cloudflare-hyperdrive-postgresql.mjs</a:t>
            </a:r>
          </a:p>
          <a:p>
            <a:pPr>
              <a:defRPr sz="1200"/>
            </a:pPr>
            <a:r>
              <a:t>D:/pasar_fix/node_modules/.bun/db0@0.3.4+7a71f8b37000f34b/node_modules/db0/dist/connectors/mysql2.d.mts</a:t>
            </a:r>
          </a:p>
          <a:p>
            <a:pPr>
              <a:defRPr sz="1200"/>
            </a:pPr>
            <a:r>
              <a:t>D:/pasar_fix/node_modules/.bun/db0@0.3.4+7a71f8b37000f34b/node_modules/db0/dist/connectors/mysql2.mjs</a:t>
            </a:r>
          </a:p>
          <a:p>
            <a:pPr>
              <a:defRPr sz="1200"/>
            </a:pPr>
            <a:r>
              <a:t>D:/pasar_fix/node_modules/.bun/db0@0.3.4+7a71f8b37000f34b/node_modules/db0/dist/connectors/node-sqlite.d.mts</a:t>
            </a:r>
          </a:p>
          <a:p>
            <a:pPr>
              <a:defRPr sz="1200"/>
            </a:pPr>
            <a:r>
              <a:t>D:/pasar_fix/node_modules/.bun/db0@0.3.4+7a71f8b37000f34b/node_modules/db0/dist/connectors/node-sqlite.mjs</a:t>
            </a:r>
          </a:p>
          <a:p>
            <a:pPr>
              <a:defRPr sz="1200"/>
            </a:pPr>
            <a:r>
              <a:t>D:/pasar_fix/node_modules/.bun/db0@0.3.4+7a71f8b37000f34b/node_modules/db0/dist/connectors/pglite.d.mts</a:t>
            </a:r>
          </a:p>
          <a:p>
            <a:pPr>
              <a:defRPr sz="1200"/>
            </a:pPr>
            <a:r>
              <a:t>D:/pasar_fix/node_modules/.bun/db0@0.3.4+7a71f8b37000f34b/node_modules/db0/dist/connectors/pglite.mjs</a:t>
            </a:r>
          </a:p>
          <a:p>
            <a:pPr>
              <a:defRPr sz="1200"/>
            </a:pPr>
            <a:r>
              <a:t>D:/pasar_fix/node_modules/.bun/db0@0.3.4+7a71f8b37000f34b/node_modules/db0/dist/connectors/planetscale.d.mts</a:t>
            </a:r>
          </a:p>
          <a:p>
            <a:pPr>
              <a:defRPr sz="1200"/>
            </a:pPr>
            <a:r>
              <a:t>D:/pasar_fix/node_modules/.bun/db0@0.3.4+7a71f8b37000f34b/node_modules/db0/dist/connectors/planetscale.mjs</a:t>
            </a:r>
          </a:p>
          <a:p>
            <a:pPr>
              <a:defRPr sz="1200"/>
            </a:pPr>
            <a:r>
              <a:t>D:/pasar_fix/node_modules/.bun/db0@0.3.4+7a71f8b37000f34b/node_modules/db0/dist/connectors/postgresql.d.mts</a:t>
            </a:r>
          </a:p>
          <a:p>
            <a:pPr>
              <a:defRPr sz="1200"/>
            </a:pPr>
            <a:r>
              <a:t>D:/pasar_fix/node_modules/.bun/db0@0.3.4+7a71f8b37000f34b/node_modules/db0/dist/connectors/postgresql.mjs</a:t>
            </a:r>
          </a:p>
          <a:p>
            <a:pPr>
              <a:defRPr sz="1200"/>
            </a:pPr>
            <a:r>
              <a:t>D:/pasar_fix/node_modules/.bun/db0@0.3.4+7a71f8b37000f34b/node_modules/db0/dist/connectors/sqlite3.d.mts</a:t>
            </a:r>
          </a:p>
          <a:p>
            <a:pPr>
              <a:defRPr sz="1200"/>
            </a:pPr>
            <a:r>
              <a:t>D:/pasar_fix/node_modules/.bun/db0@0.3.4+7a71f8b37000f34b/node_modules/db0/dist/connectors/sqlite3.mjs</a:t>
            </a:r>
          </a:p>
          <a:p>
            <a:pPr>
              <a:defRPr sz="1200"/>
            </a:pPr>
            <a:r>
              <a:t>D:/pasar_fix/node_modules/.bun/db0@0.3.4+7a71f8b37000f34b/node_modules/db0/dist/connectors/libsql/core.d.mts</a:t>
            </a:r>
          </a:p>
          <a:p>
            <a:pPr>
              <a:defRPr sz="1200"/>
            </a:pPr>
            <a:r>
              <a:t>D:/pasar_fix/node_modules/.bun/db0@0.3.4+7a71f8b37000f34b/node_modules/db0/dist/connectors/libsql/core.mjs</a:t>
            </a:r>
          </a:p>
          <a:p>
            <a:pPr>
              <a:defRPr sz="1200"/>
            </a:pPr>
            <a:r>
              <a:t>D:/pasar_fix/node_modules/.bun/db0@0.3.4+7a71f8b37000f34b/node_modules/db0/dist/connectors/libsql/http.d.mts</a:t>
            </a:r>
          </a:p>
          <a:p>
            <a:pPr>
              <a:defRPr sz="1200"/>
            </a:pPr>
            <a:r>
              <a:t>D:/pasar_fix/node_modules/.bun/db0@0.3.4+7a71f8b37000f34b/node_modules/db0/dist/connectors/libsql/http.mjs</a:t>
            </a:r>
          </a:p>
          <a:p>
            <a:pPr>
              <a:defRPr sz="1200"/>
            </a:pPr>
            <a:r>
              <a:t>D:/pasar_fix/node_modules/.bun/db0@0.3.4+7a71f8b37000f34b/node_modules/db0/dist/connectors/libsql/node.d.mts</a:t>
            </a:r>
          </a:p>
          <a:p>
            <a:pPr>
              <a:defRPr sz="1200"/>
            </a:pPr>
            <a:r>
              <a:t>D:/pasar_fix/node_modules/.bun/db0@0.3.4+7a71f8b37000f34b/node_modules/db0/dist/connectors/libsql/node.mjs</a:t>
            </a:r>
          </a:p>
          <a:p>
            <a:pPr>
              <a:defRPr sz="1200"/>
            </a:pPr>
            <a:r>
              <a:t>D:/pasar_fix/node_modules/.bun/db0@0.3.4+7a71f8b37000f34b/node_modules/db0/dist/connectors/libsql/web.d.mts</a:t>
            </a:r>
          </a:p>
          <a:p>
            <a:pPr>
              <a:defRPr sz="1200"/>
            </a:pPr>
            <a:r>
              <a:t>D:/pasar_fix/node_modules/.bun/db0@0.3.4+7a71f8b37000f34b/node_modules/db0/dist/connectors/libsql/web.mjs</a:t>
            </a:r>
          </a:p>
          <a:p>
            <a:pPr>
              <a:defRPr sz="1200"/>
            </a:pPr>
            <a:r>
              <a:t>D:/pasar_fix/node_modules/.bun/db0@0.3.4+7a71f8b37000f34b/node_modules/db0/dist/connectors/_internal/cloudflare.d.mts</a:t>
            </a:r>
          </a:p>
          <a:p>
            <a:pPr>
              <a:defRPr sz="1200"/>
            </a:pPr>
            <a:r>
              <a:t>D:/pasar_fix/node_modules/.bun/db0@0.3.4+7a71f8b37000f34b/node_modules/db0/dist/connectors/_internal/cloudflare.mjs</a:t>
            </a:r>
          </a:p>
          <a:p>
            <a:pPr>
              <a:defRPr sz="1200"/>
            </a:pPr>
            <a:r>
              <a:t>D:/pasar_fix/node_modules/.bun/db0@0.3.4+7a71f8b37000f34b/node_modules/db0/dist/connectors/_internal/statement.d.mts</a:t>
            </a:r>
          </a:p>
          <a:p>
            <a:pPr>
              <a:defRPr sz="1200"/>
            </a:pPr>
            <a:r>
              <a:t>D:/pasar_fix/node_modules/.bun/db0@0.3.4+7a71f8b37000f34b/node_modules/db0/dist/connectors/_internal/statement.mjs</a:t>
            </a:r>
          </a:p>
          <a:p>
            <a:pPr>
              <a:defRPr sz="1200"/>
            </a:pPr>
            <a:r>
              <a:t>D:/pasar_fix/node_modules/.bun/db0@0.3.4+7a71f8b37000f34b/node_modules/db0/dist/integrations/drizzle/index.d.mts</a:t>
            </a:r>
          </a:p>
          <a:p>
            <a:pPr>
              <a:defRPr sz="1200"/>
            </a:pPr>
            <a:r>
              <a:t>D:/pasar_fix/node_modules/.bun/db0@0.3.4+7a71f8b37000f34b/node_modules/db0/dist/integrations/drizzle/index.mjs</a:t>
            </a:r>
          </a:p>
          <a:p>
            <a:pPr>
              <a:defRPr sz="1200"/>
            </a:pPr>
            <a:r>
              <a:t>D:/pasar_fix/node_modules/.bun/db0@0.3.4+7a71f8b37000f34b/node_modules/db0/dist/integrations/drizzle/_session.d.mts</a:t>
            </a:r>
          </a:p>
          <a:p>
            <a:pPr>
              <a:defRPr sz="1200"/>
            </a:pPr>
            <a:r>
              <a:t>D:/pasar_fix/node_modules/.bun/db0@0.3.4+7a71f8b37000f34b/node_modules/db0/dist/integrations/drizzle/_session.mjs</a:t>
            </a:r>
          </a:p>
          <a:p>
            <a:pPr>
              <a:defRPr sz="1200"/>
            </a:pPr>
            <a:r>
              <a:t>D:/pasar_fix/node_modules/.bun/db0@0.3.4+7a71f8b37000f34b/node_modules/db0/dist/integrations/drizzle/_utils.d.mts</a:t>
            </a:r>
          </a:p>
          <a:p>
            <a:pPr>
              <a:defRPr sz="1200"/>
            </a:pPr>
            <a:r>
              <a:t>D:/pasar_fix/node_modules/.bun/db0@0.3.4+7a71f8b37000f34b/node_modules/db0/dist/integrations/drizzle/_utils.mjs</a:t>
            </a:r>
          </a:p>
          <a:p>
            <a:pPr>
              <a:defRPr sz="1200"/>
            </a:pPr>
            <a:r>
              <a:t>D:/pasar_fix/node_modules/.bun/debug@4.4.3/node_modules/debug/LICENSE</a:t>
            </a:r>
          </a:p>
          <a:p>
            <a:pPr>
              <a:defRPr sz="1200"/>
            </a:pPr>
            <a:r>
              <a:t>D:/pasar_fix/node_modules/.bun/debug@4.4.3/node_modules/debug/package.json</a:t>
            </a:r>
          </a:p>
          <a:p>
            <a:pPr>
              <a:defRPr sz="1200"/>
            </a:pPr>
            <a:r>
              <a:t>D:/pasar_fix/node_modules/.bun/debug@4.4.3/node_modules/debug/README.md</a:t>
            </a:r>
          </a:p>
          <a:p>
            <a:pPr>
              <a:defRPr sz="1200"/>
            </a:pPr>
            <a:r>
              <a:t>D:/pasar_fix/node_modules/.bun/debug@4.4.3/node_modules/debug/src/browser.js</a:t>
            </a:r>
          </a:p>
          <a:p>
            <a:pPr>
              <a:defRPr sz="1200"/>
            </a:pPr>
            <a:r>
              <a:t>D:/pasar_fix/node_modules/.bun/debug@4.4.3/node_modules/debug/src/common.js</a:t>
            </a:r>
          </a:p>
          <a:p>
            <a:pPr>
              <a:defRPr sz="1200"/>
            </a:pPr>
            <a:r>
              <a:t>D:/pasar_fix/node_modules/.bun/debug@4.4.3/node_modules/debug/src/index.js</a:t>
            </a:r>
          </a:p>
          <a:p>
            <a:pPr>
              <a:defRPr sz="1200"/>
            </a:pPr>
            <a:r>
              <a:t>D:/pasar_fix/node_modules/.bun/debug@4.4.3/node_modules/debug/src/node.js</a:t>
            </a:r>
          </a:p>
          <a:p>
            <a:pPr>
              <a:defRPr sz="1200"/>
            </a:pPr>
            <a:r>
              <a:t>D:/pasar_fix/node_modules/.bun/decimal.js-light@2.5.1/node_modules/decimal.js-light/CHANGELOG.md</a:t>
            </a:r>
          </a:p>
          <a:p>
            <a:pPr>
              <a:defRPr sz="1200"/>
            </a:pPr>
            <a:r>
              <a:t>D:/pasar_fix/node_modules/.bun/decimal.js-light@2.5.1/node_modules/decimal.js-light/decimal.d.ts</a:t>
            </a:r>
          </a:p>
          <a:p>
            <a:pPr>
              <a:defRPr sz="1200"/>
            </a:pPr>
            <a:r>
              <a:t>D:/pasar_fix/node_modules/.bun/decimal.js-light@2.5.1/node_modules/decimal.js-light/decimal.js</a:t>
            </a:r>
          </a:p>
          <a:p>
            <a:pPr>
              <a:defRPr sz="1200"/>
            </a:pPr>
            <a:r>
              <a:t>D:/pasar_fix/node_modules/.bun/decimal.js-light@2.5.1/node_modules/decimal.js-light/decimal.min.js</a:t>
            </a:r>
          </a:p>
          <a:p>
            <a:pPr>
              <a:defRPr sz="1200"/>
            </a:pPr>
            <a:r>
              <a:t>D:/pasar_fix/node_modules/.bun/decimal.js-light@2.5.1/node_modules/decimal.js-light/decimal.mjs</a:t>
            </a:r>
          </a:p>
          <a:p>
            <a:pPr>
              <a:defRPr sz="1200"/>
            </a:pPr>
            <a:r>
              <a:t>D:/pasar_fix/node_modules/.bun/decimal.js-light@2.5.1/node_modules/decimal.js-light/LICENCE.md</a:t>
            </a:r>
          </a:p>
          <a:p>
            <a:pPr>
              <a:defRPr sz="1200"/>
            </a:pPr>
            <a:r>
              <a:t>D:/pasar_fix/node_modules/.bun/decimal.js-light@2.5.1/node_modules/decimal.js-light/package.json</a:t>
            </a:r>
          </a:p>
          <a:p>
            <a:pPr>
              <a:defRPr sz="1200"/>
            </a:pPr>
            <a:r>
              <a:t>D:/pasar_fix/node_modules/.bun/decimal.js-light@2.5.1/node_modules/decimal.js-light/README.md</a:t>
            </a:r>
          </a:p>
          <a:p>
            <a:pPr>
              <a:defRPr sz="1200"/>
            </a:pPr>
            <a:r>
              <a:t>D:/pasar_fix/node_modules/.bun/decimal.js-light@2.5.1/node_modules/decimal.js-light/doc/API.html</a:t>
            </a:r>
          </a:p>
          <a:p>
            <a:pPr>
              <a:defRPr sz="1200"/>
            </a:pPr>
            <a:r>
              <a:t>D:/pasar_fix/node_modules/.bun/decimal.js-light@2.5.1/node_modules/decimal.js-light/doc/decimal.js.map</a:t>
            </a:r>
          </a:p>
          <a:p>
            <a:pPr>
              <a:defRPr sz="1200"/>
            </a:pPr>
            <a:r>
              <a:t>D:/pasar_fix/node_modules/.bun/decimal.js@10.6.0/node_modules/decimal.js/decimal.d.ts</a:t>
            </a:r>
          </a:p>
          <a:p>
            <a:pPr>
              <a:defRPr sz="1200"/>
            </a:pPr>
            <a:r>
              <a:t>D:/pasar_fix/node_modules/.bun/decimal.js@10.6.0/node_modules/decimal.js/decimal.js</a:t>
            </a:r>
          </a:p>
          <a:p>
            <a:pPr>
              <a:defRPr sz="1200"/>
            </a:pPr>
            <a:r>
              <a:t>D:/pasar_fix/node_modules/.bun/decimal.js@10.6.0/node_modules/decimal.js/decimal.mjs</a:t>
            </a:r>
          </a:p>
          <a:p>
            <a:pPr>
              <a:defRPr sz="1200"/>
            </a:pPr>
            <a:r>
              <a:t>D:/pasar_fix/node_modules/.bun/decimal.js@10.6.0/node_modules/decimal.js/LICENCE.md</a:t>
            </a:r>
          </a:p>
          <a:p>
            <a:pPr>
              <a:defRPr sz="1200"/>
            </a:pPr>
            <a:r>
              <a:t>D:/pasar_fix/node_modules/.bun/decimal.js@10.6.0/node_modules/decimal.js/package.json</a:t>
            </a:r>
          </a:p>
          <a:p>
            <a:pPr>
              <a:defRPr sz="1200"/>
            </a:pPr>
            <a:r>
              <a:t>D:/pasar_fix/node_modules/.bun/decimal.js@10.6.0/node_modules/decimal.js/README.md</a:t>
            </a:r>
          </a:p>
          <a:p>
            <a:pPr>
              <a:defRPr sz="1200"/>
            </a:pPr>
            <a:r>
              <a:t>D:/pasar_fix/node_modules/.bun/deep-eql@5.0.2/node_modules/deep-eql/index.js</a:t>
            </a:r>
          </a:p>
          <a:p>
            <a:pPr>
              <a:defRPr sz="1200"/>
            </a:pPr>
            <a:r>
              <a:t>D:/pasar_fix/node_modules/.bun/deep-eql@5.0.2/node_modules/deep-eql/LICENSE</a:t>
            </a:r>
          </a:p>
          <a:p>
            <a:pPr>
              <a:defRPr sz="1200"/>
            </a:pPr>
            <a:r>
              <a:t>D:/pasar_fix/node_modules/.bun/deep-eql@5.0.2/node_modules/deep-eql/package.json</a:t>
            </a:r>
          </a:p>
          <a:p>
            <a:pPr>
              <a:defRPr sz="1200"/>
            </a:pPr>
            <a:r>
              <a:t>D:/pasar_fix/node_modules/.bun/deep-eql@5.0.2/node_modules/deep-eql/README.md</a:t>
            </a:r>
          </a:p>
          <a:p>
            <a:pPr>
              <a:defRPr sz="1200"/>
            </a:pPr>
            <a:r>
              <a:t>D:/pasar_fix/node_modules/.bun/deepmerge@4.3.1/node_modules/deepmerge/.editorconfig</a:t>
            </a:r>
          </a:p>
          <a:p>
            <a:pPr>
              <a:defRPr sz="1200"/>
            </a:pPr>
            <a:r>
              <a:t>D:/pasar_fix/node_modules/.bun/deepmerge@4.3.1/node_modules/deepmerge/.eslintcache</a:t>
            </a:r>
          </a:p>
          <a:p>
            <a:pPr>
              <a:defRPr sz="1200"/>
            </a:pPr>
            <a:r>
              <a:t>D:/pasar_fix/node_modules/.bun/deepmerge@4.3.1/node_modules/deepmerge/changelog.md</a:t>
            </a:r>
          </a:p>
          <a:p>
            <a:pPr>
              <a:defRPr sz="1200"/>
            </a:pPr>
            <a:r>
              <a:t>D:/pasar_fix/node_modules/.bun/deepmerge@4.3.1/node_modules/deepmerge/index.d.ts</a:t>
            </a:r>
          </a:p>
          <a:p>
            <a:pPr>
              <a:defRPr sz="1200"/>
            </a:pPr>
            <a:r>
              <a:t>D:/pasar_fix/node_modules/.bun/deepmerge@4.3.1/node_modules/deepmerge/index.js</a:t>
            </a:r>
          </a:p>
          <a:p>
            <a:pPr>
              <a:defRPr sz="1200"/>
            </a:pPr>
            <a:r>
              <a:t>D:/pasar_fix/node_modules/.bun/deepmerge@4.3.1/node_modules/deepmerge/license.txt</a:t>
            </a:r>
          </a:p>
          <a:p>
            <a:pPr>
              <a:defRPr sz="1200"/>
            </a:pPr>
            <a:r>
              <a:t>D:/pasar_fix/node_modules/.bun/deepmerge@4.3.1/node_modules/deepmerge/package.json</a:t>
            </a:r>
          </a:p>
          <a:p>
            <a:pPr>
              <a:defRPr sz="1200"/>
            </a:pPr>
            <a:r>
              <a:t>D:/pasar_fix/node_modules/.bun/deepmerge@4.3.1/node_modules/deepmerge/readme.md</a:t>
            </a:r>
          </a:p>
          <a:p>
            <a:pPr>
              <a:defRPr sz="1200"/>
            </a:pPr>
            <a:r>
              <a:t>D:/pasar_fix/node_modules/.bun/deepmerge@4.3.1/node_modules/deepmerge/rollup.config.js</a:t>
            </a:r>
          </a:p>
          <a:p>
            <a:pPr>
              <a:defRPr sz="1200"/>
            </a:pPr>
            <a:r>
              <a:t>D:/pasar_fix/node_modules/.bun/deepmerge@4.3.1/node_modules/deepmerge/dist/cjs.js</a:t>
            </a:r>
          </a:p>
          <a:p>
            <a:pPr>
              <a:defRPr sz="1200"/>
            </a:pPr>
            <a:r>
              <a:t>D:/pasar_fix/node_modules/.bun/deepmerge@4.3.1/node_modules/deepmerge/dist/umd.js</a:t>
            </a:r>
          </a:p>
          <a:p>
            <a:pPr>
              <a:defRPr sz="1200"/>
            </a:pPr>
            <a:r>
              <a:t>D:/pasar_fix/node_modules/.bun/default-browser-id@5.0.1/node_modules/default-browser-id/index.js</a:t>
            </a:r>
          </a:p>
          <a:p>
            <a:pPr>
              <a:defRPr sz="1200"/>
            </a:pPr>
            <a:r>
              <a:t>D:/pasar_fix/node_modules/.bun/default-browser-id@5.0.1/node_modules/default-browser-id/license</a:t>
            </a:r>
          </a:p>
          <a:p>
            <a:pPr>
              <a:defRPr sz="1200"/>
            </a:pPr>
            <a:r>
              <a:t>D:/pasar_fix/node_modules/.bun/default-browser-id@5.0.1/node_modules/default-browser-id/package.json</a:t>
            </a:r>
          </a:p>
          <a:p>
            <a:pPr>
              <a:defRPr sz="1200"/>
            </a:pPr>
            <a:r>
              <a:t>D:/pasar_fix/node_modules/.bun/default-browser-id@5.0.1/node_modules/default-browser-id/readme.md</a:t>
            </a:r>
          </a:p>
          <a:p>
            <a:pPr>
              <a:defRPr sz="1200"/>
            </a:pPr>
            <a:r>
              <a:t>D:/pasar_fix/node_modules/.bun/default-browser@5.5.0/node_modules/default-browser/index.d.ts</a:t>
            </a:r>
          </a:p>
          <a:p>
            <a:pPr>
              <a:defRPr sz="1200"/>
            </a:pPr>
            <a:r>
              <a:t>D:/pasar_fix/node_modules/.bun/default-browser@5.5.0/node_modules/default-browser/index.js</a:t>
            </a:r>
          </a:p>
          <a:p>
            <a:pPr>
              <a:defRPr sz="1200"/>
            </a:pPr>
            <a:r>
              <a:t>D:/pasar_fix/node_modules/.bun/default-browser@5.5.0/node_modules/default-browser/license</a:t>
            </a:r>
          </a:p>
          <a:p>
            <a:pPr>
              <a:defRPr sz="1200"/>
            </a:pPr>
            <a:r>
              <a:t>D:/pasar_fix/node_modules/.bun/default-browser@5.5.0/node_modules/default-browser/package.json</a:t>
            </a:r>
          </a:p>
          <a:p>
            <a:pPr>
              <a:defRPr sz="1200"/>
            </a:pPr>
            <a:r>
              <a:t>D:/pasar_fix/node_modules/.bun/default-browser@5.5.0/node_modules/default-browser/readme.md</a:t>
            </a:r>
          </a:p>
          <a:p>
            <a:pPr>
              <a:defRPr sz="1200"/>
            </a:pPr>
            <a:r>
              <a:t>D:/pasar_fix/node_modules/.bun/default-browser@5.5.0/node_modules/default-browser/windows.js</a:t>
            </a:r>
          </a:p>
          <a:p>
            <a:pPr>
              <a:defRPr sz="1200"/>
            </a:pPr>
            <a:r>
              <a:t>D:/pasar_fix/node_modules/.bun/defaults@1.0.4/node_modules/defaults/index.js</a:t>
            </a:r>
          </a:p>
          <a:p>
            <a:pPr>
              <a:defRPr sz="1200"/>
            </a:pPr>
            <a:r>
              <a:t>D:/pasar_fix/node_modules/.bun/defaults@1.0.4/node_modules/defaults/LICENSE</a:t>
            </a:r>
          </a:p>
          <a:p>
            <a:pPr>
              <a:defRPr sz="1200"/>
            </a:pPr>
            <a:r>
              <a:t>D:/pasar_fix/node_modules/.bun/defaults@1.0.4/node_modules/defaults/package.json</a:t>
            </a:r>
          </a:p>
          <a:p>
            <a:pPr>
              <a:defRPr sz="1200"/>
            </a:pPr>
            <a:r>
              <a:t>D:/pasar_fix/node_modules/.bun/defaults@1.0.4/node_modules/defaults/README.md</a:t>
            </a:r>
          </a:p>
          <a:p>
            <a:pPr>
              <a:defRPr sz="1200"/>
            </a:pPr>
            <a:r>
              <a:t>D:/pasar_fix/node_modules/.bun/defaults@1.0.4/node_modules/defaults/test.js</a:t>
            </a:r>
          </a:p>
          <a:p>
            <a:pPr>
              <a:defRPr sz="1200"/>
            </a:pPr>
            <a:r>
              <a:t>D:/pasar_fix/node_modules/.bun/define-lazy-prop@3.0.0/node_modules/define-lazy-prop/index.d.ts</a:t>
            </a:r>
          </a:p>
          <a:p>
            <a:pPr>
              <a:defRPr sz="1200"/>
            </a:pPr>
            <a:r>
              <a:t>D:/pasar_fix/node_modules/.bun/define-lazy-prop@3.0.0/node_modules/define-lazy-prop/index.js</a:t>
            </a:r>
          </a:p>
          <a:p>
            <a:pPr>
              <a:defRPr sz="1200"/>
            </a:pPr>
            <a:r>
              <a:t>D:/pasar_fix/node_modules/.bun/define-lazy-prop@3.0.0/node_modules/define-lazy-prop/license</a:t>
            </a:r>
          </a:p>
          <a:p>
            <a:pPr>
              <a:defRPr sz="1200"/>
            </a:pPr>
            <a:r>
              <a:t>D:/pasar_fix/node_modules/.bun/define-lazy-prop@3.0.0/node_modules/define-lazy-prop/package.json</a:t>
            </a:r>
          </a:p>
          <a:p>
            <a:pPr>
              <a:defRPr sz="1200"/>
            </a:pPr>
            <a:r>
              <a:t>D:/pasar_fix/node_modules/.bun/define-lazy-prop@3.0.0/node_modules/define-lazy-prop/readme.md</a:t>
            </a:r>
          </a:p>
          <a:p>
            <a:pPr>
              <a:defRPr sz="1200"/>
            </a:pPr>
            <a:r>
              <a:t>D:/pasar_fix/node_modules/.bun/defu@6.1.7/node_modules/defu/LICENSE</a:t>
            </a:r>
          </a:p>
          <a:p>
            <a:pPr>
              <a:defRPr sz="1200"/>
            </a:pPr>
            <a:r>
              <a:t>D:/pasar_fix/node_modules/.bun/defu@6.1.7/node_modules/defu/package.json</a:t>
            </a:r>
          </a:p>
          <a:p>
            <a:pPr>
              <a:defRPr sz="1200"/>
            </a:pPr>
            <a:r>
              <a:t>D:/pasar_fix/node_modules/.bun/defu@6.1.7/node_modules/defu/README.md</a:t>
            </a:r>
          </a:p>
          <a:p>
            <a:pPr>
              <a:defRPr sz="1200"/>
            </a:pPr>
            <a:r>
              <a:t>D:/pasar_fix/node_modules/.bun/defu@6.1.7/node_modules/defu/dist/defu.cjs</a:t>
            </a:r>
          </a:p>
          <a:p>
            <a:pPr>
              <a:defRPr sz="1200"/>
            </a:pPr>
            <a:r>
              <a:t>D:/pasar_fix/node_modules/.bun/defu@6.1.7/node_modules/defu/dist/defu.d.cts</a:t>
            </a:r>
          </a:p>
          <a:p>
            <a:pPr>
              <a:defRPr sz="1200"/>
            </a:pPr>
            <a:r>
              <a:t>D:/pasar_fix/node_modules/.bun/defu@6.1.7/node_modules/defu/dist/defu.d.mts</a:t>
            </a:r>
          </a:p>
          <a:p>
            <a:pPr>
              <a:defRPr sz="1200"/>
            </a:pPr>
            <a:r>
              <a:t>D:/pasar_fix/node_modules/.bun/defu@6.1.7/node_modules/defu/dist/defu.d.ts</a:t>
            </a:r>
          </a:p>
          <a:p>
            <a:pPr>
              <a:defRPr sz="1200"/>
            </a:pPr>
            <a:r>
              <a:t>D:/pasar_fix/node_modules/.bun/defu@6.1.7/node_modules/defu/dist/defu.mjs</a:t>
            </a:r>
          </a:p>
          <a:p>
            <a:pPr>
              <a:defRPr sz="1200"/>
            </a:pPr>
            <a:r>
              <a:t>D:/pasar_fix/node_modules/.bun/defu@6.1.7/node_modules/defu/lib/defu.cjs</a:t>
            </a:r>
          </a:p>
          <a:p>
            <a:pPr>
              <a:defRPr sz="1200"/>
            </a:pPr>
            <a:r>
              <a:t>D:/pasar_fix/node_modules/.bun/defu@6.1.7/node_modules/defu/lib/defu.d.cts</a:t>
            </a:r>
          </a:p>
          <a:p>
            <a:pPr>
              <a:defRPr sz="1200"/>
            </a:pPr>
            <a:r>
              <a:t>D:/pasar_fix/node_modules/.bun/degenerator@5.0.1/node_modules/.bin/escodegen.bunx</a:t>
            </a:r>
          </a:p>
          <a:p>
            <a:pPr>
              <a:defRPr sz="1200"/>
            </a:pPr>
            <a:r>
              <a:t>D:/pasar_fix/node_modules/.bun/degenerator@5.0.1/node_modules/.bin/escodegen.exe</a:t>
            </a:r>
          </a:p>
          <a:p>
            <a:pPr>
              <a:defRPr sz="1200"/>
            </a:pPr>
            <a:r>
              <a:t>D:/pasar_fix/node_modules/.bun/degenerator@5.0.1/node_modules/.bin/esgenerate.bunx</a:t>
            </a:r>
          </a:p>
          <a:p>
            <a:pPr>
              <a:defRPr sz="1200"/>
            </a:pPr>
            <a:r>
              <a:t>D:/pasar_fix/node_modules/.bun/degenerator@5.0.1/node_modules/.bin/esgenerate.exe</a:t>
            </a:r>
          </a:p>
          <a:p>
            <a:pPr>
              <a:defRPr sz="1200"/>
            </a:pPr>
            <a:r>
              <a:t>D:/pasar_fix/node_modules/.bun/degenerator@5.0.1/node_modules/.bin/esparse.bunx</a:t>
            </a:r>
          </a:p>
          <a:p>
            <a:pPr>
              <a:defRPr sz="1200"/>
            </a:pPr>
            <a:r>
              <a:t>D:/pasar_fix/node_modules/.bun/degenerator@5.0.1/node_modules/.bin/esparse.exe</a:t>
            </a:r>
          </a:p>
          <a:p>
            <a:pPr>
              <a:defRPr sz="1200"/>
            </a:pPr>
            <a:r>
              <a:t>D:/pasar_fix/node_modules/.bun/degenerator@5.0.1/node_modules/.bin/esvalidate.bunx</a:t>
            </a:r>
          </a:p>
          <a:p>
            <a:pPr>
              <a:defRPr sz="1200"/>
            </a:pPr>
            <a:r>
              <a:t>D:/pasar_fix/node_modules/.bun/degenerator@5.0.1/node_modules/.bin/esvalidate.exe</a:t>
            </a:r>
          </a:p>
          <a:p>
            <a:pPr>
              <a:defRPr sz="1200"/>
            </a:pPr>
            <a:r>
              <a:t>D:/pasar_fix/node_modules/.bun/degenerator@5.0.1/node_modules/degenerator/package.json</a:t>
            </a:r>
          </a:p>
          <a:p>
            <a:pPr>
              <a:defRPr sz="1200"/>
            </a:pPr>
            <a:r>
              <a:t>D:/pasar_fix/node_modules/.bun/degenerator@5.0.1/node_modules/degenerator/README.md</a:t>
            </a:r>
          </a:p>
          <a:p>
            <a:pPr>
              <a:defRPr sz="1200"/>
            </a:pPr>
            <a:r>
              <a:t>D:/pasar_fix/node_modules/.bun/degenerator@5.0.1/node_modules/degenerator/dist/compile.d.ts</a:t>
            </a:r>
          </a:p>
          <a:p>
            <a:pPr>
              <a:defRPr sz="1200"/>
            </a:pPr>
            <a:r>
              <a:t>D:/pasar_fix/node_modules/.bun/degenerator@5.0.1/node_modules/degenerator/dist/compile.d.ts.map</a:t>
            </a:r>
          </a:p>
          <a:p>
            <a:pPr>
              <a:defRPr sz="1200"/>
            </a:pPr>
            <a:r>
              <a:t>D:/pasar_fix/node_modules/.bun/degenerator@5.0.1/node_modules/degenerator/dist/compile.js</a:t>
            </a:r>
          </a:p>
          <a:p>
            <a:pPr>
              <a:defRPr sz="1200"/>
            </a:pPr>
            <a:r>
              <a:t>D:/pasar_fix/node_modules/.bun/degenerator@5.0.1/node_modules/degenerator/dist/compile.js.map</a:t>
            </a:r>
          </a:p>
          <a:p>
            <a:pPr>
              <a:defRPr sz="1200"/>
            </a:pPr>
            <a:r>
              <a:t>D:/pasar_fix/node_modules/.bun/degenerator@5.0.1/node_modules/degenerator/dist/degenerator.d.ts</a:t>
            </a:r>
          </a:p>
          <a:p>
            <a:pPr>
              <a:defRPr sz="1200"/>
            </a:pPr>
            <a:r>
              <a:t>D:/pasar_fix/node_modules/.bun/degenerator@5.0.1/node_modules/degenerator/dist/degenerator.d.ts.map</a:t>
            </a:r>
          </a:p>
          <a:p>
            <a:pPr>
              <a:defRPr sz="1200"/>
            </a:pPr>
            <a:r>
              <a:t>D:/pasar_fix/node_modules/.bun/degenerator@5.0.1/node_modules/degenerator/dist/degenerator.js</a:t>
            </a:r>
          </a:p>
          <a:p>
            <a:pPr>
              <a:defRPr sz="1200"/>
            </a:pPr>
            <a:r>
              <a:t>D:/pasar_fix/node_modules/.bun/degenerator@5.0.1/node_modules/degenerator/dist/degenerator.js.map</a:t>
            </a:r>
          </a:p>
          <a:p>
            <a:pPr>
              <a:defRPr sz="1200"/>
            </a:pPr>
            <a:r>
              <a:t>D:/pasar_fix/node_modules/.bun/degenerator@5.0.1/node_modules/degenerator/dist/index.d.ts</a:t>
            </a:r>
          </a:p>
          <a:p>
            <a:pPr>
              <a:defRPr sz="1200"/>
            </a:pPr>
            <a:r>
              <a:t>D:/pasar_fix/node_modules/.bun/degenerator@5.0.1/node_modules/degenerator/dist/index.d.ts.map</a:t>
            </a:r>
          </a:p>
          <a:p>
            <a:pPr>
              <a:defRPr sz="1200"/>
            </a:pPr>
            <a:r>
              <a:t>D:/pasar_fix/node_modules/.bun/degenerator@5.0.1/node_modules/degenerator/dist/index.js</a:t>
            </a:r>
          </a:p>
          <a:p>
            <a:pPr>
              <a:defRPr sz="1200"/>
            </a:pPr>
            <a:r>
              <a:t>D:/pasar_fix/node_modules/.bun/degenerator@5.0.1/node_modules/degenerator/dist/index.js.map</a:t>
            </a:r>
          </a:p>
          <a:p>
            <a:pPr>
              <a:defRPr sz="1200"/>
            </a:pPr>
            <a:r>
              <a:t>D:/pasar_fix/node_modules/.bun/delaunator@5.1.0/node_modules/delaunator/delaunator.js</a:t>
            </a:r>
          </a:p>
          <a:p>
            <a:pPr>
              <a:defRPr sz="1200"/>
            </a:pPr>
            <a:r>
              <a:t>D:/pasar_fix/node_modules/.bun/delaunator@5.1.0/node_modules/delaunator/delaunator.min.js</a:t>
            </a:r>
          </a:p>
          <a:p>
            <a:pPr>
              <a:defRPr sz="1200"/>
            </a:pPr>
            <a:r>
              <a:t>D:/pasar_fix/node_modules/.bun/delaunator@5.1.0/node_modules/delaunator/index.d.ts</a:t>
            </a:r>
          </a:p>
          <a:p>
            <a:pPr>
              <a:defRPr sz="1200"/>
            </a:pPr>
            <a:r>
              <a:t>D:/pasar_fix/node_modules/.bun/delaunator@5.1.0/node_modules/delaunator/index.js</a:t>
            </a:r>
          </a:p>
          <a:p>
            <a:pPr>
              <a:defRPr sz="1200"/>
            </a:pPr>
            <a:r>
              <a:t>D:/pasar_fix/node_modules/.bun/delaunator@5.1.0/node_modules/delaunator/LICENSE</a:t>
            </a:r>
          </a:p>
          <a:p>
            <a:pPr>
              <a:defRPr sz="1200"/>
            </a:pPr>
            <a:r>
              <a:t>D:/pasar_fix/node_modules/.bun/delaunator@5.1.0/node_modules/delaunator/package.json</a:t>
            </a:r>
          </a:p>
          <a:p>
            <a:pPr>
              <a:defRPr sz="1200"/>
            </a:pPr>
            <a:r>
              <a:t>D:/pasar_fix/node_modules/.bun/delaunator@5.1.0/node_modules/delaunator/README.md</a:t>
            </a:r>
          </a:p>
          <a:p>
            <a:pPr>
              <a:defRPr sz="1200"/>
            </a:pPr>
            <a:r>
              <a:t>D:/pasar_fix/node_modules/.bun/denque@2.1.0/node_modules/denque/CHANGELOG.md</a:t>
            </a:r>
          </a:p>
          <a:p>
            <a:pPr>
              <a:defRPr sz="1200"/>
            </a:pPr>
            <a:r>
              <a:t>D:/pasar_fix/node_modules/.bun/denque@2.1.0/node_modules/denque/index.d.ts</a:t>
            </a:r>
          </a:p>
          <a:p>
            <a:pPr>
              <a:defRPr sz="1200"/>
            </a:pPr>
            <a:r>
              <a:t>D:/pasar_fix/node_modules/.bun/denque@2.1.0/node_modules/denque/index.js</a:t>
            </a:r>
          </a:p>
          <a:p>
            <a:pPr>
              <a:defRPr sz="1200"/>
            </a:pPr>
            <a:r>
              <a:t>D:/pasar_fix/node_modules/.bun/denque@2.1.0/node_modules/denque/LICENSE</a:t>
            </a:r>
          </a:p>
          <a:p>
            <a:pPr>
              <a:defRPr sz="1200"/>
            </a:pPr>
            <a:r>
              <a:t>D:/pasar_fix/node_modules/.bun/denque@2.1.0/node_modules/denque/package.json</a:t>
            </a:r>
          </a:p>
          <a:p>
            <a:pPr>
              <a:defRPr sz="1200"/>
            </a:pPr>
            <a:r>
              <a:t>D:/pasar_fix/node_modules/.bun/denque@2.1.0/node_modules/denque/README.md</a:t>
            </a:r>
          </a:p>
          <a:p>
            <a:pPr>
              <a:defRPr sz="1200"/>
            </a:pPr>
            <a:r>
              <a:t>D:/pasar_fix/node_modules/.bun/depd@2.0.0/node_modules/depd/History.md</a:t>
            </a:r>
          </a:p>
          <a:p>
            <a:pPr>
              <a:defRPr sz="1200"/>
            </a:pPr>
            <a:r>
              <a:t>D:/pasar_fix/node_modules/.bun/depd@2.0.0/node_modules/depd/index.js</a:t>
            </a:r>
          </a:p>
          <a:p>
            <a:pPr>
              <a:defRPr sz="1200"/>
            </a:pPr>
            <a:r>
              <a:t>D:/pasar_fix/node_modules/.bun/depd@2.0.0/node_modules/depd/LICENSE</a:t>
            </a:r>
          </a:p>
          <a:p>
            <a:pPr>
              <a:defRPr sz="1200"/>
            </a:pPr>
            <a:r>
              <a:t>D:/pasar_fix/node_modules/.bun/depd@2.0.0/node_modules/depd/package.json</a:t>
            </a:r>
          </a:p>
          <a:p>
            <a:pPr>
              <a:defRPr sz="1200"/>
            </a:pPr>
            <a:r>
              <a:t>D:/pasar_fix/node_modules/.bun/depd@2.0.0/node_modules/depd/Readme.md</a:t>
            </a:r>
          </a:p>
          <a:p>
            <a:pPr>
              <a:defRPr sz="1200"/>
            </a:pPr>
            <a:r>
              <a:t>D:/pasar_fix/node_modules/.bun/depd@2.0.0/node_modules/depd/lib/browser/index.js</a:t>
            </a:r>
          </a:p>
          <a:p>
            <a:pPr>
              <a:defRPr sz="1200"/>
            </a:pPr>
            <a:r>
              <a:t>D:/pasar_fix/node_modules/.bun/dequal@2.0.3/node_modules/dequal/index.d.ts</a:t>
            </a:r>
          </a:p>
          <a:p>
            <a:pPr>
              <a:defRPr sz="1200"/>
            </a:pPr>
            <a:r>
              <a:t>D:/pasar_fix/node_modules/.bun/dequal@2.0.3/node_modules/dequal/license</a:t>
            </a:r>
          </a:p>
          <a:p>
            <a:pPr>
              <a:defRPr sz="1200"/>
            </a:pPr>
            <a:r>
              <a:t>D:/pasar_fix/node_modules/.bun/dequal@2.0.3/node_modules/dequal/package.json</a:t>
            </a:r>
          </a:p>
          <a:p>
            <a:pPr>
              <a:defRPr sz="1200"/>
            </a:pPr>
            <a:r>
              <a:t>D:/pasar_fix/node_modules/.bun/dequal@2.0.3/node_modules/dequal/readme.md</a:t>
            </a:r>
          </a:p>
          <a:p>
            <a:pPr>
              <a:defRPr sz="1200"/>
            </a:pPr>
            <a:r>
              <a:t>D:/pasar_fix/node_modules/.bun/dequal@2.0.3/node_modules/dequal/dist/index.js</a:t>
            </a:r>
          </a:p>
          <a:p>
            <a:pPr>
              <a:defRPr sz="1200"/>
            </a:pPr>
            <a:r>
              <a:t>D:/pasar_fix/node_modules/.bun/dequal@2.0.3/node_modules/dequal/dist/index.min.js</a:t>
            </a:r>
          </a:p>
          <a:p>
            <a:pPr>
              <a:defRPr sz="1200"/>
            </a:pPr>
            <a:r>
              <a:t>D:/pasar_fix/node_modules/.bun/dequal@2.0.3/node_modules/dequal/dist/index.mjs</a:t>
            </a:r>
          </a:p>
          <a:p>
            <a:pPr>
              <a:defRPr sz="1200"/>
            </a:pPr>
            <a:r>
              <a:t>D:/pasar_fix/node_modules/.bun/dequal@2.0.3/node_modules/dequal/lite/index.d.ts</a:t>
            </a:r>
          </a:p>
          <a:p>
            <a:pPr>
              <a:defRPr sz="1200"/>
            </a:pPr>
            <a:r>
              <a:t>D:/pasar_fix/node_modules/.bun/dequal@2.0.3/node_modules/dequal/lite/index.js</a:t>
            </a:r>
          </a:p>
          <a:p>
            <a:pPr>
              <a:defRPr sz="1200"/>
            </a:pPr>
            <a:r>
              <a:t>D:/pasar_fix/node_modules/.bun/dequal@2.0.3/node_modules/dequal/lite/index.min.js</a:t>
            </a:r>
          </a:p>
          <a:p>
            <a:pPr>
              <a:defRPr sz="1200"/>
            </a:pPr>
            <a:r>
              <a:t>D:/pasar_fix/node_modules/.bun/dequal@2.0.3/node_modules/dequal/lite/index.mjs</a:t>
            </a:r>
          </a:p>
          <a:p>
            <a:pPr>
              <a:defRPr sz="1200"/>
            </a:pPr>
            <a:r>
              <a:t>D:/pasar_fix/node_modules/.bun/destr@2.0.5/node_modules/destr/LICENSE</a:t>
            </a:r>
          </a:p>
          <a:p>
            <a:pPr>
              <a:defRPr sz="1200"/>
            </a:pPr>
            <a:r>
              <a:t>D:/pasar_fix/node_modules/.bun/destr@2.0.5/node_modules/destr/package.json</a:t>
            </a:r>
          </a:p>
          <a:p>
            <a:pPr>
              <a:defRPr sz="1200"/>
            </a:pPr>
            <a:r>
              <a:t>D:/pasar_fix/node_modules/.bun/destr@2.0.5/node_modules/destr/README.md</a:t>
            </a:r>
          </a:p>
          <a:p>
            <a:pPr>
              <a:defRPr sz="1200"/>
            </a:pPr>
            <a:r>
              <a:t>D:/pasar_fix/node_modules/.bun/destr@2.0.5/node_modules/destr/dist/index.cjs</a:t>
            </a:r>
          </a:p>
          <a:p>
            <a:pPr>
              <a:defRPr sz="1200"/>
            </a:pPr>
            <a:r>
              <a:t>D:/pasar_fix/node_modules/.bun/destr@2.0.5/node_modules/destr/dist/index.d.cts</a:t>
            </a:r>
          </a:p>
          <a:p>
            <a:pPr>
              <a:defRPr sz="1200"/>
            </a:pPr>
            <a:r>
              <a:t>D:/pasar_fix/node_modules/.bun/destr@2.0.5/node_modules/destr/dist/index.d.mts</a:t>
            </a:r>
          </a:p>
          <a:p>
            <a:pPr>
              <a:defRPr sz="1200"/>
            </a:pPr>
            <a:r>
              <a:t>D:/pasar_fix/node_modules/.bun/destr@2.0.5/node_modules/destr/dist/index.d.ts</a:t>
            </a:r>
          </a:p>
          <a:p>
            <a:pPr>
              <a:defRPr sz="1200"/>
            </a:pPr>
            <a:r>
              <a:t>D:/pasar_fix/node_modules/.bun/destr@2.0.5/node_modules/destr/dist/index.mjs</a:t>
            </a:r>
          </a:p>
          <a:p>
            <a:pPr>
              <a:defRPr sz="1200"/>
            </a:pPr>
            <a:r>
              <a:t>D:/pasar_fix/node_modules/.bun/destr@2.0.5/node_modules/destr/lib/index.cjs</a:t>
            </a:r>
          </a:p>
          <a:p>
            <a:pPr>
              <a:defRPr sz="1200"/>
            </a:pPr>
            <a:r>
              <a:t>D:/pasar_fix/node_modules/.bun/detect-libc@2.1.2/node_modules/detect-libc/index.d.ts</a:t>
            </a:r>
          </a:p>
          <a:p>
            <a:pPr>
              <a:defRPr sz="1200"/>
            </a:pPr>
            <a:r>
              <a:t>D:/pasar_fix/node_modules/.bun/detect-libc@2.1.2/node_modules/detect-libc/LICENSE</a:t>
            </a:r>
          </a:p>
          <a:p>
            <a:pPr>
              <a:defRPr sz="1200"/>
            </a:pPr>
            <a:r>
              <a:t>D:/pasar_fix/node_modules/.bun/detect-libc@2.1.2/node_modules/detect-libc/package.json</a:t>
            </a:r>
          </a:p>
          <a:p>
            <a:pPr>
              <a:defRPr sz="1200"/>
            </a:pPr>
            <a:r>
              <a:t>D:/pasar_fix/node_modules/.bun/detect-libc@2.1.2/node_modules/detect-libc/README.md</a:t>
            </a:r>
          </a:p>
          <a:p>
            <a:pPr>
              <a:defRPr sz="1200"/>
            </a:pPr>
            <a:r>
              <a:t>D:/pasar_fix/node_modules/.bun/detect-libc@2.1.2/node_modules/detect-libc/lib/detect-libc.js</a:t>
            </a:r>
          </a:p>
          <a:p>
            <a:pPr>
              <a:defRPr sz="1200"/>
            </a:pPr>
            <a:r>
              <a:t>D:/pasar_fix/node_modules/.bun/detect-libc@2.1.2/node_modules/detect-libc/lib/elf.js</a:t>
            </a:r>
          </a:p>
          <a:p>
            <a:pPr>
              <a:defRPr sz="1200"/>
            </a:pPr>
            <a:r>
              <a:t>D:/pasar_fix/node_modules/.bun/detect-libc@2.1.2/node_modules/detect-libc/lib/filesystem.js</a:t>
            </a:r>
          </a:p>
          <a:p>
            <a:pPr>
              <a:defRPr sz="1200"/>
            </a:pPr>
            <a:r>
              <a:t>D:/pasar_fix/node_modules/.bun/detect-libc@2.1.2/node_modules/detect-libc/lib/process.js</a:t>
            </a:r>
          </a:p>
          <a:p>
            <a:pPr>
              <a:defRPr sz="1200"/>
            </a:pPr>
            <a:r>
              <a:t>D:/pasar_fix/node_modules/.bun/detect-node-es@1.1.0/node_modules/detect-node-es/LICENSE</a:t>
            </a:r>
          </a:p>
          <a:p>
            <a:pPr>
              <a:defRPr sz="1200"/>
            </a:pPr>
            <a:r>
              <a:t>D:/pasar_fix/node_modules/.bun/detect-node-es@1.1.0/node_modules/detect-node-es/package.json</a:t>
            </a:r>
          </a:p>
          <a:p>
            <a:pPr>
              <a:defRPr sz="1200"/>
            </a:pPr>
            <a:r>
              <a:t>D:/pasar_fix/node_modules/.bun/detect-node-es@1.1.0/node_modules/detect-node-es/Readme.md</a:t>
            </a:r>
          </a:p>
          <a:p>
            <a:pPr>
              <a:defRPr sz="1200"/>
            </a:pPr>
            <a:r>
              <a:t>D:/pasar_fix/node_modules/.bun/detect-node-es@1.1.0/node_modules/detect-node-es/es5/browser.js</a:t>
            </a:r>
          </a:p>
          <a:p>
            <a:pPr>
              <a:defRPr sz="1200"/>
            </a:pPr>
            <a:r>
              <a:t>D:/pasar_fix/node_modules/.bun/detect-node-es@1.1.0/node_modules/detect-node-es/es5/node.d.ts</a:t>
            </a:r>
          </a:p>
          <a:p>
            <a:pPr>
              <a:defRPr sz="1200"/>
            </a:pPr>
            <a:r>
              <a:t>D:/pasar_fix/node_modules/.bun/detect-node-es@1.1.0/node_modules/detect-node-es/es5/node.js</a:t>
            </a:r>
          </a:p>
          <a:p>
            <a:pPr>
              <a:defRPr sz="1200"/>
            </a:pPr>
            <a:r>
              <a:t>D:/pasar_fix/node_modules/.bun/detect-node-es@1.1.0/node_modules/detect-node-es/esm/browser.js</a:t>
            </a:r>
          </a:p>
          <a:p>
            <a:pPr>
              <a:defRPr sz="1200"/>
            </a:pPr>
            <a:r>
              <a:t>D:/pasar_fix/node_modules/.bun/detect-node-es@1.1.0/node_modules/detect-node-es/esm/node.js</a:t>
            </a:r>
          </a:p>
          <a:p>
            <a:pPr>
              <a:defRPr sz="1200"/>
            </a:pPr>
            <a:r>
              <a:t>D:/pasar_fix/node_modules/.bun/devtools-protocol@0.0.1608973/node_modules/devtools-protocol/LICENSE</a:t>
            </a:r>
          </a:p>
          <a:p>
            <a:pPr>
              <a:defRPr sz="1200"/>
            </a:pPr>
            <a:r>
              <a:t>D:/pasar_fix/node_modules/.bun/devtools-protocol@0.0.1608973/node_modules/devtools-protocol/package.json</a:t>
            </a:r>
          </a:p>
          <a:p>
            <a:pPr>
              <a:defRPr sz="1200"/>
            </a:pPr>
            <a:r>
              <a:t>D:/pasar_fix/node_modules/.bun/devtools-protocol@0.0.1608973/node_modules/devtools-protocol/README.md</a:t>
            </a:r>
          </a:p>
          <a:p>
            <a:pPr>
              <a:defRPr sz="1200"/>
            </a:pPr>
            <a:r>
              <a:t>D:/pasar_fix/node_modules/.bun/devtools-protocol@0.0.1608973/node_modules/devtools-protocol/json/browser_protocol.json</a:t>
            </a:r>
          </a:p>
          <a:p>
            <a:pPr>
              <a:defRPr sz="1200"/>
            </a:pPr>
            <a:r>
              <a:t>D:/pasar_fix/node_modules/.bun/devtools-protocol@0.0.1608973/node_modules/devtools-protocol/json/js_protocol.json</a:t>
            </a:r>
          </a:p>
          <a:p>
            <a:pPr>
              <a:defRPr sz="1200"/>
            </a:pPr>
            <a:r>
              <a:t>D:/pasar_fix/node_modules/.bun/devtools-protocol@0.0.1608973/node_modules/devtools-protocol/pdl/browser_protocol.pdl</a:t>
            </a:r>
          </a:p>
          <a:p>
            <a:pPr>
              <a:defRPr sz="1200"/>
            </a:pPr>
            <a:r>
              <a:t>D:/pasar_fix/node_modules/.bun/devtools-protocol@0.0.1608973/node_modules/devtools-protocol/pdl/js_protocol.pdl</a:t>
            </a:r>
          </a:p>
          <a:p>
            <a:pPr>
              <a:defRPr sz="1200"/>
            </a:pPr>
            <a:r>
              <a:t>D:/pasar_fix/node_modules/.bun/devtools-protocol@0.0.1608973/node_modules/devtools-protocol/pdl/domains/Accessibility.pdl</a:t>
            </a:r>
          </a:p>
          <a:p>
            <a:pPr>
              <a:defRPr sz="1200"/>
            </a:pPr>
            <a:r>
              <a:t>D:/pasar_fix/node_modules/.bun/devtools-protocol@0.0.1608973/node_modules/devtools-protocol/pdl/domains/Animation.pdl</a:t>
            </a:r>
          </a:p>
          <a:p>
            <a:pPr>
              <a:defRPr sz="1200"/>
            </a:pPr>
            <a:r>
              <a:t>D:/pasar_fix/node_modules/.bun/devtools-protocol@0.0.1608973/node_modules/devtools-protocol/pdl/domains/Audits.pdl</a:t>
            </a:r>
          </a:p>
          <a:p>
            <a:pPr>
              <a:defRPr sz="1200"/>
            </a:pPr>
            <a:r>
              <a:t>D:/pasar_fix/node_modules/.bun/devtools-protocol@0.0.1608973/node_modules/devtools-protocol/pdl/domains/Autofill.pdl</a:t>
            </a:r>
          </a:p>
          <a:p>
            <a:pPr>
              <a:defRPr sz="1200"/>
            </a:pPr>
            <a:r>
              <a:t>D:/pasar_fix/node_modules/.bun/devtools-protocol@0.0.1608973/node_modules/devtools-protocol/pdl/domains/BackgroundService.pdl</a:t>
            </a:r>
          </a:p>
          <a:p>
            <a:pPr>
              <a:defRPr sz="1200"/>
            </a:pPr>
            <a:r>
              <a:t>D:/pasar_fix/node_modules/.bun/devtools-protocol@0.0.1608973/node_modules/devtools-protocol/pdl/domains/BluetoothEmulation.pdl</a:t>
            </a:r>
          </a:p>
          <a:p>
            <a:pPr>
              <a:defRPr sz="1200"/>
            </a:pPr>
            <a:r>
              <a:t>D:/pasar_fix/node_modules/.bun/devtools-protocol@0.0.1608973/node_modules/devtools-protocol/pdl/domains/Browser.pdl</a:t>
            </a:r>
          </a:p>
          <a:p>
            <a:pPr>
              <a:defRPr sz="1200"/>
            </a:pPr>
            <a:r>
              <a:t>D:/pasar_fix/node_modules/.bun/devtools-protocol@0.0.1608973/node_modules/devtools-protocol/pdl/domains/CacheStorage.pdl</a:t>
            </a:r>
          </a:p>
          <a:p>
            <a:pPr>
              <a:defRPr sz="1200"/>
            </a:pPr>
            <a:r>
              <a:t>D:/pasar_fix/node_modules/.bun/devtools-protocol@0.0.1608973/node_modules/devtools-protocol/pdl/domains/Cast.pdl</a:t>
            </a:r>
          </a:p>
          <a:p>
            <a:pPr>
              <a:defRPr sz="1200"/>
            </a:pPr>
            <a:r>
              <a:t>D:/pasar_fix/node_modules/.bun/devtools-protocol@0.0.1608973/node_modules/devtools-protocol/pdl/domains/CrashReportContext.pdl</a:t>
            </a:r>
          </a:p>
          <a:p>
            <a:pPr>
              <a:defRPr sz="1200"/>
            </a:pPr>
            <a:r>
              <a:t>D:/pasar_fix/node_modules/.bun/devtools-protocol@0.0.1608973/node_modules/devtools-protocol/pdl/domains/CSS.pdl</a:t>
            </a:r>
          </a:p>
          <a:p>
            <a:pPr>
              <a:defRPr sz="1200"/>
            </a:pPr>
            <a:r>
              <a:t>D:/pasar_fix/node_modules/.bun/devtools-protocol@0.0.1608973/node_modules/devtools-protocol/pdl/domains/DeviceAccess.pdl</a:t>
            </a:r>
          </a:p>
          <a:p>
            <a:pPr>
              <a:defRPr sz="1200"/>
            </a:pPr>
            <a:r>
              <a:t>D:/pasar_fix/node_modules/.bun/devtools-protocol@0.0.1608973/node_modules/devtools-protocol/pdl/domains/DeviceOrientation.pdl</a:t>
            </a:r>
          </a:p>
          <a:p>
            <a:pPr>
              <a:defRPr sz="1200"/>
            </a:pPr>
            <a:r>
              <a:t>D:/pasar_fix/node_modules/.bun/devtools-protocol@0.0.1608973/node_modules/devtools-protocol/pdl/domains/DOM.pdl</a:t>
            </a:r>
          </a:p>
          <a:p>
            <a:pPr>
              <a:defRPr sz="1200"/>
            </a:pPr>
            <a:r>
              <a:t>D:/pasar_fix/node_modules/.bun/devtools-protocol@0.0.1608973/node_modules/devtools-protocol/pdl/domains/DOMDebugger.pdl</a:t>
            </a:r>
          </a:p>
          <a:p>
            <a:pPr>
              <a:defRPr sz="1200"/>
            </a:pPr>
            <a:r>
              <a:t>D:/pasar_fix/node_modules/.bun/devtools-protocol@0.0.1608973/node_modules/devtools-protocol/pdl/domains/DOMSnapshot.pdl</a:t>
            </a:r>
          </a:p>
          <a:p>
            <a:pPr>
              <a:defRPr sz="1200"/>
            </a:pPr>
            <a:r>
              <a:t>D:/pasar_fix/node_modules/.bun/devtools-protocol@0.0.1608973/node_modules/devtools-protocol/pdl/domains/DOMStorage.pdl</a:t>
            </a:r>
          </a:p>
          <a:p>
            <a:pPr>
              <a:defRPr sz="1200"/>
            </a:pPr>
            <a:r>
              <a:t>D:/pasar_fix/node_modules/.bun/devtools-protocol@0.0.1608973/node_modules/devtools-protocol/pdl/domains/Emulation.pdl</a:t>
            </a:r>
          </a:p>
          <a:p>
            <a:pPr>
              <a:defRPr sz="1200"/>
            </a:pPr>
            <a:r>
              <a:t>D:/pasar_fix/node_modules/.bun/devtools-protocol@0.0.1608973/node_modules/devtools-protocol/pdl/domains/EventBreakpoints.pdl</a:t>
            </a:r>
          </a:p>
          <a:p>
            <a:pPr>
              <a:defRPr sz="1200"/>
            </a:pPr>
            <a:r>
              <a:t>D:/pasar_fix/node_modules/.bun/devtools-protocol@0.0.1608973/node_modules/devtools-protocol/pdl/domains/Extensions.pdl</a:t>
            </a:r>
          </a:p>
          <a:p>
            <a:pPr>
              <a:defRPr sz="1200"/>
            </a:pPr>
            <a:r>
              <a:t>D:/pasar_fix/node_modules/.bun/devtools-protocol@0.0.1608973/node_modules/devtools-protocol/pdl/domains/FedCm.pdl</a:t>
            </a:r>
          </a:p>
          <a:p>
            <a:pPr>
              <a:defRPr sz="1200"/>
            </a:pPr>
            <a:r>
              <a:t>D:/pasar_fix/node_modules/.bun/devtools-protocol@0.0.1608973/node_modules/devtools-protocol/pdl/domains/Fetch.pdl</a:t>
            </a:r>
          </a:p>
          <a:p>
            <a:pPr>
              <a:defRPr sz="1200"/>
            </a:pPr>
            <a:r>
              <a:t>D:/pasar_fix/node_modules/.bun/devtools-protocol@0.0.1608973/node_modules/devtools-protocol/pdl/domains/FileSystem.pdl</a:t>
            </a:r>
          </a:p>
          <a:p>
            <a:pPr>
              <a:defRPr sz="1200"/>
            </a:pPr>
            <a:r>
              <a:t>D:/pasar_fix/node_modules/.bun/devtools-protocol@0.0.1608973/node_modules/devtools-protocol/pdl/domains/HeadlessExperimental.pdl</a:t>
            </a:r>
          </a:p>
          <a:p>
            <a:pPr>
              <a:defRPr sz="1200"/>
            </a:pPr>
            <a:r>
              <a:t>D:/pasar_fix/node_modules/.bun/devtools-protocol@0.0.1608973/node_modules/devtools-protocol/pdl/domains/IndexedDB.pdl</a:t>
            </a:r>
          </a:p>
          <a:p>
            <a:pPr>
              <a:defRPr sz="1200"/>
            </a:pPr>
            <a:r>
              <a:t>D:/pasar_fix/node_modules/.bun/devtools-protocol@0.0.1608973/node_modules/devtools-protocol/pdl/domains/Input.pdl</a:t>
            </a:r>
          </a:p>
          <a:p>
            <a:pPr>
              <a:defRPr sz="1200"/>
            </a:pPr>
            <a:r>
              <a:t>D:/pasar_fix/node_modules/.bun/devtools-protocol@0.0.1608973/node_modules/devtools-protocol/pdl/domains/Inspector.pdl</a:t>
            </a:r>
          </a:p>
          <a:p>
            <a:pPr>
              <a:defRPr sz="1200"/>
            </a:pPr>
            <a:r>
              <a:t>D:/pasar_fix/node_modules/.bun/devtools-protocol@0.0.1608973/node_modules/devtools-protocol/pdl/domains/IO.pdl</a:t>
            </a:r>
          </a:p>
          <a:p>
            <a:pPr>
              <a:defRPr sz="1200"/>
            </a:pPr>
            <a:r>
              <a:t>D:/pasar_fix/node_modules/.bun/devtools-protocol@0.0.1608973/node_modules/devtools-protocol/pdl/domains/LayerTree.pdl</a:t>
            </a:r>
          </a:p>
          <a:p>
            <a:pPr>
              <a:defRPr sz="1200"/>
            </a:pPr>
            <a:r>
              <a:t>D:/pasar_fix/node_modules/.bun/devtools-protocol@0.0.1608973/node_modules/devtools-protocol/pdl/domains/Log.pdl</a:t>
            </a:r>
          </a:p>
          <a:p>
            <a:pPr>
              <a:defRPr sz="1200"/>
            </a:pPr>
            <a:r>
              <a:t>D:/pasar_fix/node_modules/.bun/devtools-protocol@0.0.1608973/node_modules/devtools-protocol/pdl/domains/Media.pdl</a:t>
            </a:r>
          </a:p>
          <a:p>
            <a:pPr>
              <a:defRPr sz="1200"/>
            </a:pPr>
            <a:r>
              <a:t>D:/pasar_fix/node_modules/.bun/devtools-protocol@0.0.1608973/node_modules/devtools-protocol/pdl/domains/Memory.pdl</a:t>
            </a:r>
          </a:p>
          <a:p>
            <a:pPr>
              <a:defRPr sz="1200"/>
            </a:pPr>
            <a:r>
              <a:t>D:/pasar_fix/node_modules/.bun/devtools-protocol@0.0.1608973/node_modules/devtools-protocol/pdl/domains/Network.pdl</a:t>
            </a:r>
          </a:p>
          <a:p>
            <a:pPr>
              <a:defRPr sz="1200"/>
            </a:pPr>
            <a:r>
              <a:t>D:/pasar_fix/node_modules/.bun/devtools-protocol@0.0.1608973/node_modules/devtools-protocol/pdl/domains/Overlay.pdl</a:t>
            </a:r>
          </a:p>
          <a:p>
            <a:pPr>
              <a:defRPr sz="1200"/>
            </a:pPr>
            <a:r>
              <a:t>D:/pasar_fix/node_modules/.bun/devtools-protocol@0.0.1608973/node_modules/devtools-protocol/pdl/domains/Page.pdl</a:t>
            </a:r>
          </a:p>
          <a:p>
            <a:pPr>
              <a:defRPr sz="1200"/>
            </a:pPr>
            <a:r>
              <a:t>D:/pasar_fix/node_modules/.bun/devtools-protocol@0.0.1608973/node_modules/devtools-protocol/pdl/domains/Performance.pdl</a:t>
            </a:r>
          </a:p>
          <a:p>
            <a:pPr>
              <a:defRPr sz="1200"/>
            </a:pPr>
            <a:r>
              <a:t>D:/pasar_fix/node_modules/.bun/devtools-protocol@0.0.1608973/node_modules/devtools-protocol/pdl/domains/PerformanceTimeline.pdl</a:t>
            </a:r>
          </a:p>
          <a:p>
            <a:pPr>
              <a:defRPr sz="1200"/>
            </a:pPr>
            <a:r>
              <a:t>D:/pasar_fix/node_modules/.bun/devtools-protocol@0.0.1608973/node_modules/devtools-protocol/pdl/domains/Preload.pdl</a:t>
            </a:r>
          </a:p>
          <a:p>
            <a:pPr>
              <a:defRPr sz="1200"/>
            </a:pPr>
            <a:r>
              <a:t>D:/pasar_fix/node_modules/.bun/devtools-protocol@0.0.1608973/node_modules/devtools-protocol/pdl/domains/PWA.pdl</a:t>
            </a:r>
          </a:p>
          <a:p>
            <a:pPr>
              <a:defRPr sz="1200"/>
            </a:pPr>
            <a:r>
              <a:t>D:/pasar_fix/node_modules/.bun/devtools-protocol@0.0.1608973/node_modules/devtools-protocol/pdl/domains/Security.pdl</a:t>
            </a:r>
          </a:p>
          <a:p>
            <a:pPr>
              <a:defRPr sz="1200"/>
            </a:pPr>
            <a:r>
              <a:t>D:/pasar_fix/node_modules/.bun/devtools-protocol@0.0.1608973/node_modules/devtools-protocol/pdl/domains/ServiceWorker.pdl</a:t>
            </a:r>
          </a:p>
          <a:p>
            <a:pPr>
              <a:defRPr sz="1200"/>
            </a:pPr>
            <a:r>
              <a:t>D:/pasar_fix/node_modules/.bun/devtools-protocol@0.0.1608973/node_modules/devtools-protocol/pdl/domains/SmartCardEmulation.pdl</a:t>
            </a:r>
          </a:p>
          <a:p>
            <a:pPr>
              <a:defRPr sz="1200"/>
            </a:pPr>
            <a:r>
              <a:t>D:/pasar_fix/node_modules/.bun/devtools-protocol@0.0.1608973/node_modules/devtools-protocol/pdl/domains/Storage.pdl</a:t>
            </a:r>
          </a:p>
          <a:p>
            <a:pPr>
              <a:defRPr sz="1200"/>
            </a:pPr>
            <a:r>
              <a:t>D:/pasar_fix/node_modules/.bun/devtools-protocol@0.0.1608973/node_modules/devtools-protocol/pdl/domains/SystemInfo.pdl</a:t>
            </a:r>
          </a:p>
          <a:p>
            <a:pPr>
              <a:defRPr sz="1200"/>
            </a:pPr>
            <a:r>
              <a:t>D:/pasar_fix/node_modules/.bun/devtools-protocol@0.0.1608973/node_modules/devtools-protocol/pdl/domains/Target.pdl</a:t>
            </a:r>
          </a:p>
          <a:p>
            <a:pPr>
              <a:defRPr sz="1200"/>
            </a:pPr>
            <a:r>
              <a:t>D:/pasar_fix/node_modules/.bun/devtools-protocol@0.0.1608973/node_modules/devtools-protocol/pdl/domains/Tethering.pdl</a:t>
            </a:r>
          </a:p>
          <a:p>
            <a:pPr>
              <a:defRPr sz="1200"/>
            </a:pPr>
            <a:r>
              <a:t>D:/pasar_fix/node_modules/.bun/devtools-protocol@0.0.1608973/node_modules/devtools-protocol/pdl/domains/Tracing.pdl</a:t>
            </a:r>
          </a:p>
          <a:p>
            <a:pPr>
              <a:defRPr sz="1200"/>
            </a:pPr>
            <a:r>
              <a:t>D:/pasar_fix/node_modules/.bun/devtools-protocol@0.0.1608973/node_modules/devtools-protocol/pdl/domains/WebAudio.pdl</a:t>
            </a:r>
          </a:p>
          <a:p>
            <a:pPr>
              <a:defRPr sz="1200"/>
            </a:pPr>
            <a:r>
              <a:t>D:/pasar_fix/node_modules/.bun/devtools-protocol@0.0.1608973/node_modules/devtools-protocol/pdl/domains/WebAuthn.pdl</a:t>
            </a:r>
          </a:p>
          <a:p>
            <a:pPr>
              <a:defRPr sz="1200"/>
            </a:pPr>
            <a:r>
              <a:t>D:/pasar_fix/node_modules/.bun/devtools-protocol@0.0.1608973/node_modules/devtools-protocol/pdl/domains/WebMCP.pdl</a:t>
            </a:r>
          </a:p>
          <a:p>
            <a:pPr>
              <a:defRPr sz="1200"/>
            </a:pPr>
            <a:r>
              <a:t>D:/pasar_fix/node_modules/.bun/devtools-protocol@0.0.1608973/node_modules/devtools-protocol/types/protocol-mapping.d.ts</a:t>
            </a:r>
          </a:p>
          <a:p>
            <a:pPr>
              <a:defRPr sz="1200"/>
            </a:pPr>
            <a:r>
              <a:t>D:/pasar_fix/node_modules/.bun/devtools-protocol@0.0.1608973/node_modules/devtools-protocol/types/protocol-proxy-api.d.ts</a:t>
            </a:r>
          </a:p>
          <a:p>
            <a:pPr>
              <a:defRPr sz="1200"/>
            </a:pPr>
            <a:r>
              <a:t>D:/pasar_fix/node_modules/.bun/devtools-protocol@0.0.1608973/node_modules/devtools-protocol/types/protocol-tests-proxy-api.d.ts</a:t>
            </a:r>
          </a:p>
          <a:p>
            <a:pPr>
              <a:defRPr sz="1200"/>
            </a:pPr>
            <a:r>
              <a:t>D:/pasar_fix/node_modules/.bun/devtools-protocol@0.0.1608973/node_modules/devtools-protocol/types/protocol.d.ts</a:t>
            </a:r>
          </a:p>
          <a:p>
            <a:pPr>
              <a:defRPr sz="1200"/>
            </a:pPr>
            <a:r>
              <a:t>D:/pasar_fix/node_modules/.bun/diff@8.0.4/node_modules/diff/CONTRIBUTING.md</a:t>
            </a:r>
          </a:p>
          <a:p>
            <a:pPr>
              <a:defRPr sz="1200"/>
            </a:pPr>
            <a:r>
              <a:t>D:/pasar_fix/node_modules/.bun/diff@8.0.4/node_modules/diff/eslint.config.mjs</a:t>
            </a:r>
          </a:p>
          <a:p>
            <a:pPr>
              <a:defRPr sz="1200"/>
            </a:pPr>
            <a:r>
              <a:t>D:/pasar_fix/node_modules/.bun/diff@8.0.4/node_modules/diff/LICENSE</a:t>
            </a:r>
          </a:p>
          <a:p>
            <a:pPr>
              <a:defRPr sz="1200"/>
            </a:pPr>
            <a:r>
              <a:t>D:/pasar_fix/node_modules/.bun/diff@8.0.4/node_modules/diff/package.json</a:t>
            </a:r>
          </a:p>
          <a:p>
            <a:pPr>
              <a:defRPr sz="1200"/>
            </a:pPr>
            <a:r>
              <a:t>D:/pasar_fix/node_modules/.bun/diff@8.0.4/node_modules/diff/README.md</a:t>
            </a:r>
          </a:p>
          <a:p>
            <a:pPr>
              <a:defRPr sz="1200"/>
            </a:pPr>
            <a:r>
              <a:t>D:/pasar_fix/node_modules/.bun/diff@8.0.4/node_modules/diff/release-notes.md</a:t>
            </a:r>
          </a:p>
          <a:p>
            <a:pPr>
              <a:defRPr sz="1200"/>
            </a:pPr>
            <a:r>
              <a:t>D:/pasar_fix/node_modules/.bun/diff@8.0.4/node_modules/diff/dist/diff.js</a:t>
            </a:r>
          </a:p>
          <a:p>
            <a:pPr>
              <a:defRPr sz="1200"/>
            </a:pPr>
            <a:r>
              <a:t>D:/pasar_fix/node_modules/.bun/diff@8.0.4/node_modules/diff/dist/diff.min.js</a:t>
            </a:r>
          </a:p>
          <a:p>
            <a:pPr>
              <a:defRPr sz="1200"/>
            </a:pPr>
            <a:r>
              <a:t>D:/pasar_fix/node_modules/.bun/diff@8.0.4/node_modules/diff/libcjs/index.d.ts</a:t>
            </a:r>
          </a:p>
          <a:p>
            <a:pPr>
              <a:defRPr sz="1200"/>
            </a:pPr>
            <a:r>
              <a:t>D:/pasar_fix/node_modules/.bun/diff@8.0.4/node_modules/diff/libcjs/index.d.ts.map</a:t>
            </a:r>
          </a:p>
          <a:p>
            <a:pPr>
              <a:defRPr sz="1200"/>
            </a:pPr>
            <a:r>
              <a:t>D:/pasar_fix/node_modules/.bun/diff@8.0.4/node_modules/diff/libcjs/index.js</a:t>
            </a:r>
          </a:p>
          <a:p>
            <a:pPr>
              <a:defRPr sz="1200"/>
            </a:pPr>
            <a:r>
              <a:t>D:/pasar_fix/node_modules/.bun/diff@8.0.4/node_modules/diff/libcjs/package.json</a:t>
            </a:r>
          </a:p>
          <a:p>
            <a:pPr>
              <a:defRPr sz="1200"/>
            </a:pPr>
            <a:r>
              <a:t>D:/pasar_fix/node_modules/.bun/diff@8.0.4/node_modules/diff/libcjs/types.d.ts</a:t>
            </a:r>
          </a:p>
          <a:p>
            <a:pPr>
              <a:defRPr sz="1200"/>
            </a:pPr>
            <a:r>
              <a:t>D:/pasar_fix/node_modules/.bun/diff@8.0.4/node_modules/diff/libcjs/types.d.ts.map</a:t>
            </a:r>
          </a:p>
          <a:p>
            <a:pPr>
              <a:defRPr sz="1200"/>
            </a:pPr>
            <a:r>
              <a:t>D:/pasar_fix/node_modules/.bun/diff@8.0.4/node_modules/diff/libcjs/types.js</a:t>
            </a:r>
          </a:p>
          <a:p>
            <a:pPr>
              <a:defRPr sz="1200"/>
            </a:pPr>
            <a:r>
              <a:t>D:/pasar_fix/node_modules/.bun/diff@8.0.4/node_modules/diff/libcjs/convert/dmp.d.ts</a:t>
            </a:r>
          </a:p>
          <a:p>
            <a:pPr>
              <a:defRPr sz="1200"/>
            </a:pPr>
            <a:r>
              <a:t>D:/pasar_fix/node_modules/.bun/diff@8.0.4/node_modules/diff/libcjs/convert/dmp.d.ts.map</a:t>
            </a:r>
          </a:p>
          <a:p>
            <a:pPr>
              <a:defRPr sz="1200"/>
            </a:pPr>
            <a:r>
              <a:t>D:/pasar_fix/node_modules/.bun/diff@8.0.4/node_modules/diff/libcjs/convert/dmp.js</a:t>
            </a:r>
          </a:p>
          <a:p>
            <a:pPr>
              <a:defRPr sz="1200"/>
            </a:pPr>
            <a:r>
              <a:t>D:/pasar_fix/node_modules/.bun/diff@8.0.4/node_modules/diff/libcjs/convert/xml.d.ts</a:t>
            </a:r>
          </a:p>
          <a:p>
            <a:pPr>
              <a:defRPr sz="1200"/>
            </a:pPr>
            <a:r>
              <a:t>D:/pasar_fix/node_modules/.bun/diff@8.0.4/node_modules/diff/libcjs/convert/xml.d.ts.map</a:t>
            </a:r>
          </a:p>
          <a:p>
            <a:pPr>
              <a:defRPr sz="1200"/>
            </a:pPr>
            <a:r>
              <a:t>D:/pasar_fix/node_modules/.bun/diff@8.0.4/node_modules/diff/libcjs/convert/xml.js</a:t>
            </a:r>
          </a:p>
          <a:p>
            <a:pPr>
              <a:defRPr sz="1200"/>
            </a:pPr>
            <a:r>
              <a:t>D:/pasar_fix/node_modules/.bun/diff@8.0.4/node_modules/diff/libcjs/diff/array.d.ts</a:t>
            </a:r>
          </a:p>
          <a:p>
            <a:pPr>
              <a:defRPr sz="1200"/>
            </a:pPr>
            <a:r>
              <a:t>D:/pasar_fix/node_modules/.bun/diff@8.0.4/node_modules/diff/libcjs/diff/array.d.ts.map</a:t>
            </a:r>
          </a:p>
          <a:p>
            <a:pPr>
              <a:defRPr sz="1200"/>
            </a:pPr>
            <a:r>
              <a:t>D:/pasar_fix/node_modules/.bun/diff@8.0.4/node_modules/diff/libcjs/diff/array.js</a:t>
            </a:r>
          </a:p>
          <a:p>
            <a:pPr>
              <a:defRPr sz="1200"/>
            </a:pPr>
            <a:r>
              <a:t>D:/pasar_fix/node_modules/.bun/diff@8.0.4/node_modules/diff/libcjs/diff/base.d.ts</a:t>
            </a:r>
          </a:p>
          <a:p>
            <a:pPr>
              <a:defRPr sz="1200"/>
            </a:pPr>
            <a:r>
              <a:t>D:/pasar_fix/node_modules/.bun/diff@8.0.4/node_modules/diff/libcjs/diff/base.d.ts.map</a:t>
            </a:r>
          </a:p>
          <a:p>
            <a:pPr>
              <a:defRPr sz="1200"/>
            </a:pPr>
            <a:r>
              <a:t>D:/pasar_fix/node_modules/.bun/diff@8.0.4/node_modules/diff/libcjs/diff/base.js</a:t>
            </a:r>
          </a:p>
          <a:p>
            <a:pPr>
              <a:defRPr sz="1200"/>
            </a:pPr>
            <a:r>
              <a:t>D:/pasar_fix/node_modules/.bun/diff@8.0.4/node_modules/diff/libcjs/diff/character.d.ts</a:t>
            </a:r>
          </a:p>
          <a:p>
            <a:pPr>
              <a:defRPr sz="1200"/>
            </a:pPr>
            <a:r>
              <a:t>D:/pasar_fix/node_modules/.bun/diff@8.0.4/node_modules/diff/libcjs/diff/character.d.ts.map</a:t>
            </a:r>
          </a:p>
          <a:p>
            <a:pPr>
              <a:defRPr sz="1200"/>
            </a:pPr>
            <a:r>
              <a:t>D:/pasar_fix/node_modules/.bun/diff@8.0.4/node_modules/diff/libcjs/diff/character.js</a:t>
            </a:r>
          </a:p>
          <a:p>
            <a:pPr>
              <a:defRPr sz="1200"/>
            </a:pPr>
            <a:r>
              <a:t>D:/pasar_fix/node_modules/.bun/diff@8.0.4/node_modules/diff/libcjs/diff/css.d.ts</a:t>
            </a:r>
          </a:p>
          <a:p>
            <a:pPr>
              <a:defRPr sz="1200"/>
            </a:pPr>
            <a:r>
              <a:t>D:/pasar_fix/node_modules/.bun/diff@8.0.4/node_modules/diff/libcjs/diff/css.d.ts.map</a:t>
            </a:r>
          </a:p>
          <a:p>
            <a:pPr>
              <a:defRPr sz="1200"/>
            </a:pPr>
            <a:r>
              <a:t>D:/pasar_fix/node_modules/.bun/diff@8.0.4/node_modules/diff/libcjs/diff/css.js</a:t>
            </a:r>
          </a:p>
          <a:p>
            <a:pPr>
              <a:defRPr sz="1200"/>
            </a:pPr>
            <a:r>
              <a:t>D:/pasar_fix/node_modules/.bun/diff@8.0.4/node_modules/diff/libcjs/diff/json.d.ts</a:t>
            </a:r>
          </a:p>
          <a:p>
            <a:pPr>
              <a:defRPr sz="1200"/>
            </a:pPr>
            <a:r>
              <a:t>D:/pasar_fix/node_modules/.bun/diff@8.0.4/node_modules/diff/libcjs/diff/json.d.ts.map</a:t>
            </a:r>
          </a:p>
          <a:p>
            <a:pPr>
              <a:defRPr sz="1200"/>
            </a:pPr>
            <a:r>
              <a:t>D:/pasar_fix/node_modules/.bun/diff@8.0.4/node_modules/diff/libcjs/diff/json.js</a:t>
            </a:r>
          </a:p>
          <a:p>
            <a:pPr>
              <a:defRPr sz="1200"/>
            </a:pPr>
            <a:r>
              <a:t>D:/pasar_fix/node_modules/.bun/diff@8.0.4/node_modules/diff/libcjs/diff/line.d.ts</a:t>
            </a:r>
          </a:p>
          <a:p>
            <a:pPr>
              <a:defRPr sz="1200"/>
            </a:pPr>
            <a:r>
              <a:t>D:/pasar_fix/node_modules/.bun/diff@8.0.4/node_modules/diff/libcjs/diff/line.d.ts.map</a:t>
            </a:r>
          </a:p>
          <a:p>
            <a:pPr>
              <a:defRPr sz="1200"/>
            </a:pPr>
            <a:r>
              <a:t>D:/pasar_fix/node_modules/.bun/diff@8.0.4/node_modules/diff/libcjs/diff/line.js</a:t>
            </a:r>
          </a:p>
          <a:p>
            <a:pPr>
              <a:defRPr sz="1200"/>
            </a:pPr>
            <a:r>
              <a:t>D:/pasar_fix/node_modules/.bun/diff@8.0.4/node_modules/diff/libcjs/diff/sentence.d.ts</a:t>
            </a:r>
          </a:p>
          <a:p>
            <a:pPr>
              <a:defRPr sz="1200"/>
            </a:pPr>
            <a:r>
              <a:t>D:/pasar_fix/node_modules/.bun/diff@8.0.4/node_modules/diff/libcjs/diff/sentence.d.ts.map</a:t>
            </a:r>
          </a:p>
          <a:p>
            <a:pPr>
              <a:defRPr sz="1200"/>
            </a:pPr>
            <a:r>
              <a:t>D:/pasar_fix/node_modules/.bun/diff@8.0.4/node_modules/diff/libcjs/diff/sentence.js</a:t>
            </a:r>
          </a:p>
          <a:p>
            <a:pPr>
              <a:defRPr sz="1200"/>
            </a:pPr>
            <a:r>
              <a:t>D:/pasar_fix/node_modules/.bun/diff@8.0.4/node_modules/diff/libcjs/diff/word.d.ts</a:t>
            </a:r>
          </a:p>
          <a:p>
            <a:pPr>
              <a:defRPr sz="1200"/>
            </a:pPr>
            <a:r>
              <a:t>D:/pasar_fix/node_modules/.bun/diff@8.0.4/node_modules/diff/libcjs/diff/word.d.ts.map</a:t>
            </a:r>
          </a:p>
          <a:p>
            <a:pPr>
              <a:defRPr sz="1200"/>
            </a:pPr>
            <a:r>
              <a:t>D:/pasar_fix/node_modules/.bun/diff@8.0.4/node_modules/diff/libcjs/diff/word.js</a:t>
            </a:r>
          </a:p>
          <a:p>
            <a:pPr>
              <a:defRPr sz="1200"/>
            </a:pPr>
            <a:r>
              <a:t>D:/pasar_fix/node_modules/.bun/diff@8.0.4/node_modules/diff/libcjs/patch/apply.d.ts</a:t>
            </a:r>
          </a:p>
          <a:p>
            <a:pPr>
              <a:defRPr sz="1200"/>
            </a:pPr>
            <a:r>
              <a:t>D:/pasar_fix/node_modules/.bun/diff@8.0.4/node_modules/diff/libcjs/patch/apply.d.ts.map</a:t>
            </a:r>
          </a:p>
          <a:p>
            <a:pPr>
              <a:defRPr sz="1200"/>
            </a:pPr>
            <a:r>
              <a:t>D:/pasar_fix/node_modules/.bun/diff@8.0.4/node_modules/diff/libcjs/patch/apply.js</a:t>
            </a:r>
          </a:p>
          <a:p>
            <a:pPr>
              <a:defRPr sz="1200"/>
            </a:pPr>
            <a:r>
              <a:t>D:/pasar_fix/node_modules/.bun/diff@8.0.4/node_modules/diff/libcjs/patch/create.d.ts</a:t>
            </a:r>
          </a:p>
          <a:p>
            <a:pPr>
              <a:defRPr sz="1200"/>
            </a:pPr>
            <a:r>
              <a:t>D:/pasar_fix/node_modules/.bun/diff@8.0.4/node_modules/diff/libcjs/patch/create.d.ts.map</a:t>
            </a:r>
          </a:p>
          <a:p>
            <a:pPr>
              <a:defRPr sz="1200"/>
            </a:pPr>
            <a:r>
              <a:t>D:/pasar_fix/node_modules/.bun/diff@8.0.4/node_modules/diff/libcjs/patch/create.js</a:t>
            </a:r>
          </a:p>
          <a:p>
            <a:pPr>
              <a:defRPr sz="1200"/>
            </a:pPr>
            <a:r>
              <a:t>D:/pasar_fix/node_modules/.bun/diff@8.0.4/node_modules/diff/libcjs/patch/line-endings.d.ts</a:t>
            </a:r>
          </a:p>
          <a:p>
            <a:pPr>
              <a:defRPr sz="1200"/>
            </a:pPr>
            <a:r>
              <a:t>D:/pasar_fix/node_modules/.bun/diff@8.0.4/node_modules/diff/libcjs/patch/line-endings.d.ts.map</a:t>
            </a:r>
          </a:p>
          <a:p>
            <a:pPr>
              <a:defRPr sz="1200"/>
            </a:pPr>
            <a:r>
              <a:t>D:/pasar_fix/node_modules/.bun/diff@8.0.4/node_modules/diff/libcjs/patch/line-endings.js</a:t>
            </a:r>
          </a:p>
          <a:p>
            <a:pPr>
              <a:defRPr sz="1200"/>
            </a:pPr>
            <a:r>
              <a:t>D:/pasar_fix/node_modules/.bun/diff@8.0.4/node_modules/diff/libcjs/patch/parse.d.ts</a:t>
            </a:r>
          </a:p>
          <a:p>
            <a:pPr>
              <a:defRPr sz="1200"/>
            </a:pPr>
            <a:r>
              <a:t>D:/pasar_fix/node_modules/.bun/diff@8.0.4/node_modules/diff/libcjs/patch/parse.d.ts.map</a:t>
            </a:r>
          </a:p>
          <a:p>
            <a:pPr>
              <a:defRPr sz="1200"/>
            </a:pPr>
            <a:r>
              <a:t>D:/pasar_fix/node_modules/.bun/diff@8.0.4/node_modules/diff/libcjs/patch/parse.js</a:t>
            </a:r>
          </a:p>
          <a:p>
            <a:pPr>
              <a:defRPr sz="1200"/>
            </a:pPr>
            <a:r>
              <a:t>D:/pasar_fix/node_modules/.bun/diff@8.0.4/node_modules/diff/libcjs/patch/reverse.d.ts</a:t>
            </a:r>
          </a:p>
          <a:p>
            <a:pPr>
              <a:defRPr sz="1200"/>
            </a:pPr>
            <a:r>
              <a:t>D:/pasar_fix/node_modules/.bun/diff@8.0.4/node_modules/diff/libcjs/patch/reverse.d.ts.map</a:t>
            </a:r>
          </a:p>
          <a:p>
            <a:pPr>
              <a:defRPr sz="1200"/>
            </a:pPr>
            <a:r>
              <a:t>D:/pasar_fix/node_modules/.bun/diff@8.0.4/node_modules/diff/libcjs/patch/reverse.js</a:t>
            </a:r>
          </a:p>
          <a:p>
            <a:pPr>
              <a:defRPr sz="1200"/>
            </a:pPr>
            <a:r>
              <a:t>D:/pasar_fix/node_modules/.bun/diff@8.0.4/node_modules/diff/libcjs/util/array.d.ts</a:t>
            </a:r>
          </a:p>
          <a:p>
            <a:pPr>
              <a:defRPr sz="1200"/>
            </a:pPr>
            <a:r>
              <a:t>D:/pasar_fix/node_modules/.bun/diff@8.0.4/node_modules/diff/libcjs/util/array.d.ts.map</a:t>
            </a:r>
          </a:p>
          <a:p>
            <a:pPr>
              <a:defRPr sz="1200"/>
            </a:pPr>
            <a:r>
              <a:t>D:/pasar_fix/node_modules/.bun/diff@8.0.4/node_modules/diff/libcjs/util/array.js</a:t>
            </a:r>
          </a:p>
          <a:p>
            <a:pPr>
              <a:defRPr sz="1200"/>
            </a:pPr>
            <a:r>
              <a:t>D:/pasar_fix/node_modules/.bun/diff@8.0.4/node_modules/diff/libcjs/util/distance-iterator.d.ts</a:t>
            </a:r>
          </a:p>
          <a:p>
            <a:pPr>
              <a:defRPr sz="1200"/>
            </a:pPr>
            <a:r>
              <a:t>D:/pasar_fix/node_modules/.bun/diff@8.0.4/node_modules/diff/libcjs/util/distance-iterator.d.ts.map</a:t>
            </a:r>
          </a:p>
          <a:p>
            <a:pPr>
              <a:defRPr sz="1200"/>
            </a:pPr>
            <a:r>
              <a:t>D:/pasar_fix/node_modules/.bun/diff@8.0.4/node_modules/diff/libcjs/util/distance-iterator.js</a:t>
            </a:r>
          </a:p>
          <a:p>
            <a:pPr>
              <a:defRPr sz="1200"/>
            </a:pPr>
            <a:r>
              <a:t>D:/pasar_fix/node_modules/.bun/diff@8.0.4/node_modules/diff/libcjs/util/params.d.ts</a:t>
            </a:r>
          </a:p>
          <a:p>
            <a:pPr>
              <a:defRPr sz="1200"/>
            </a:pPr>
            <a:r>
              <a:t>D:/pasar_fix/node_modules/.bun/diff@8.0.4/node_modules/diff/libcjs/util/params.d.ts.map</a:t>
            </a:r>
          </a:p>
          <a:p>
            <a:pPr>
              <a:defRPr sz="1200"/>
            </a:pPr>
            <a:r>
              <a:t>D:/pasar_fix/node_modules/.bun/diff@8.0.4/node_modules/diff/libcjs/util/params.js</a:t>
            </a:r>
          </a:p>
          <a:p>
            <a:pPr>
              <a:defRPr sz="1200"/>
            </a:pPr>
            <a:r>
              <a:t>D:/pasar_fix/node_modules/.bun/diff@8.0.4/node_modules/diff/libcjs/util/string.d.ts</a:t>
            </a:r>
          </a:p>
          <a:p>
            <a:pPr>
              <a:defRPr sz="1200"/>
            </a:pPr>
            <a:r>
              <a:t>D:/pasar_fix/node_modules/.bun/diff@8.0.4/node_modules/diff/libcjs/util/string.d.ts.map</a:t>
            </a:r>
          </a:p>
          <a:p>
            <a:pPr>
              <a:defRPr sz="1200"/>
            </a:pPr>
            <a:r>
              <a:t>D:/pasar_fix/node_modules/.bun/diff@8.0.4/node_modules/diff/libcjs/util/string.js</a:t>
            </a:r>
          </a:p>
          <a:p>
            <a:pPr>
              <a:defRPr sz="1200"/>
            </a:pPr>
            <a:r>
              <a:t>D:/pasar_fix/node_modules/.bun/diff@8.0.4/node_modules/diff/libesm/index.d.ts</a:t>
            </a:r>
          </a:p>
          <a:p>
            <a:pPr>
              <a:defRPr sz="1200"/>
            </a:pPr>
            <a:r>
              <a:t>D:/pasar_fix/node_modules/.bun/diff@8.0.4/node_modules/diff/libesm/index.d.ts.map</a:t>
            </a:r>
          </a:p>
          <a:p>
            <a:pPr>
              <a:defRPr sz="1200"/>
            </a:pPr>
            <a:r>
              <a:t>D:/pasar_fix/node_modules/.bun/diff@8.0.4/node_modules/diff/libesm/index.js</a:t>
            </a:r>
          </a:p>
          <a:p>
            <a:pPr>
              <a:defRPr sz="1200"/>
            </a:pPr>
            <a:r>
              <a:t>D:/pasar_fix/node_modules/.bun/diff@8.0.4/node_modules/diff/libesm/package.json</a:t>
            </a:r>
          </a:p>
          <a:p>
            <a:pPr>
              <a:defRPr sz="1200"/>
            </a:pPr>
            <a:r>
              <a:t>D:/pasar_fix/node_modules/.bun/diff@8.0.4/node_modules/diff/libesm/types.d.ts</a:t>
            </a:r>
          </a:p>
          <a:p>
            <a:pPr>
              <a:defRPr sz="1200"/>
            </a:pPr>
            <a:r>
              <a:t>D:/pasar_fix/node_modules/.bun/diff@8.0.4/node_modules/diff/libesm/types.d.ts.map</a:t>
            </a:r>
          </a:p>
          <a:p>
            <a:pPr>
              <a:defRPr sz="1200"/>
            </a:pPr>
            <a:r>
              <a:t>D:/pasar_fix/node_modules/.bun/diff@8.0.4/node_modules/diff/libesm/types.js</a:t>
            </a:r>
          </a:p>
          <a:p>
            <a:pPr>
              <a:defRPr sz="1200"/>
            </a:pPr>
            <a:r>
              <a:t>D:/pasar_fix/node_modules/.bun/diff@8.0.4/node_modules/diff/libesm/convert/dmp.d.ts</a:t>
            </a:r>
          </a:p>
          <a:p>
            <a:pPr>
              <a:defRPr sz="1200"/>
            </a:pPr>
            <a:r>
              <a:t>D:/pasar_fix/node_modules/.bun/diff@8.0.4/node_modules/diff/libesm/convert/dmp.d.ts.map</a:t>
            </a:r>
          </a:p>
          <a:p>
            <a:pPr>
              <a:defRPr sz="1200"/>
            </a:pPr>
            <a:r>
              <a:t>D:/pasar_fix/node_modules/.bun/diff@8.0.4/node_modules/diff/libesm/convert/dmp.js</a:t>
            </a:r>
          </a:p>
          <a:p>
            <a:pPr>
              <a:defRPr sz="1200"/>
            </a:pPr>
            <a:r>
              <a:t>D:/pasar_fix/node_modules/.bun/diff@8.0.4/node_modules/diff/libesm/convert/xml.d.ts</a:t>
            </a:r>
          </a:p>
          <a:p>
            <a:pPr>
              <a:defRPr sz="1200"/>
            </a:pPr>
            <a:r>
              <a:t>D:/pasar_fix/node_modules/.bun/diff@8.0.4/node_modules/diff/libesm/convert/xml.d.ts.map</a:t>
            </a:r>
          </a:p>
          <a:p>
            <a:pPr>
              <a:defRPr sz="1200"/>
            </a:pPr>
            <a:r>
              <a:t>D:/pasar_fix/node_modules/.bun/diff@8.0.4/node_modules/diff/libesm/convert/xml.js</a:t>
            </a:r>
          </a:p>
          <a:p>
            <a:pPr>
              <a:defRPr sz="1200"/>
            </a:pPr>
            <a:r>
              <a:t>D:/pasar_fix/node_modules/.bun/diff@8.0.4/node_modules/diff/libesm/diff/array.d.ts</a:t>
            </a:r>
          </a:p>
          <a:p>
            <a:pPr>
              <a:defRPr sz="1200"/>
            </a:pPr>
            <a:r>
              <a:t>D:/pasar_fix/node_modules/.bun/diff@8.0.4/node_modules/diff/libesm/diff/array.d.ts.map</a:t>
            </a:r>
          </a:p>
          <a:p>
            <a:pPr>
              <a:defRPr sz="1200"/>
            </a:pPr>
            <a:r>
              <a:t>D:/pasar_fix/node_modules/.bun/diff@8.0.4/node_modules/diff/libesm/diff/array.js</a:t>
            </a:r>
          </a:p>
          <a:p>
            <a:pPr>
              <a:defRPr sz="1200"/>
            </a:pPr>
            <a:r>
              <a:t>D:/pasar_fix/node_modules/.bun/diff@8.0.4/node_modules/diff/libesm/diff/base.d.ts</a:t>
            </a:r>
          </a:p>
          <a:p>
            <a:pPr>
              <a:defRPr sz="1200"/>
            </a:pPr>
            <a:r>
              <a:t>D:/pasar_fix/node_modules/.bun/diff@8.0.4/node_modules/diff/libesm/diff/base.d.ts.map</a:t>
            </a:r>
          </a:p>
          <a:p>
            <a:pPr>
              <a:defRPr sz="1200"/>
            </a:pPr>
            <a:r>
              <a:t>D:/pasar_fix/node_modules/.bun/diff@8.0.4/node_modules/diff/libesm/diff/base.js</a:t>
            </a:r>
          </a:p>
          <a:p>
            <a:pPr>
              <a:defRPr sz="1200"/>
            </a:pPr>
            <a:r>
              <a:t>D:/pasar_fix/node_modules/.bun/diff@8.0.4/node_modules/diff/libesm/diff/character.d.ts</a:t>
            </a:r>
          </a:p>
          <a:p>
            <a:pPr>
              <a:defRPr sz="1200"/>
            </a:pPr>
            <a:r>
              <a:t>D:/pasar_fix/node_modules/.bun/diff@8.0.4/node_modules/diff/libesm/diff/character.d.ts.map</a:t>
            </a:r>
          </a:p>
          <a:p>
            <a:pPr>
              <a:defRPr sz="1200"/>
            </a:pPr>
            <a:r>
              <a:t>D:/pasar_fix/node_modules/.bun/diff@8.0.4/node_modules/diff/libesm/diff/character.js</a:t>
            </a:r>
          </a:p>
          <a:p>
            <a:pPr>
              <a:defRPr sz="1200"/>
            </a:pPr>
            <a:r>
              <a:t>D:/pasar_fix/node_modules/.bun/diff@8.0.4/node_modules/diff/libesm/diff/css.d.ts</a:t>
            </a:r>
          </a:p>
          <a:p>
            <a:pPr>
              <a:defRPr sz="1200"/>
            </a:pPr>
            <a:r>
              <a:t>D:/pasar_fix/node_modules/.bun/diff@8.0.4/node_modules/diff/libesm/diff/css.d.ts.map</a:t>
            </a:r>
          </a:p>
          <a:p>
            <a:pPr>
              <a:defRPr sz="1200"/>
            </a:pPr>
            <a:r>
              <a:t>D:/pasar_fix/node_modules/.bun/diff@8.0.4/node_modules/diff/libesm/diff/css.js</a:t>
            </a:r>
          </a:p>
          <a:p>
            <a:pPr>
              <a:defRPr sz="1200"/>
            </a:pPr>
            <a:r>
              <a:t>D:/pasar_fix/node_modules/.bun/diff@8.0.4/node_modules/diff/libesm/diff/json.d.ts</a:t>
            </a:r>
          </a:p>
          <a:p>
            <a:pPr>
              <a:defRPr sz="1200"/>
            </a:pPr>
            <a:r>
              <a:t>D:/pasar_fix/node_modules/.bun/diff@8.0.4/node_modules/diff/libesm/diff/json.d.ts.map</a:t>
            </a:r>
          </a:p>
          <a:p>
            <a:pPr>
              <a:defRPr sz="1200"/>
            </a:pPr>
            <a:r>
              <a:t>D:/pasar_fix/node_modules/.bun/diff@8.0.4/node_modules/diff/libesm/diff/json.js</a:t>
            </a:r>
          </a:p>
          <a:p>
            <a:pPr>
              <a:defRPr sz="1200"/>
            </a:pPr>
            <a:r>
              <a:t>D:/pasar_fix/node_modules/.bun/diff@8.0.4/node_modules/diff/libesm/diff/line.d.ts</a:t>
            </a:r>
          </a:p>
          <a:p>
            <a:pPr>
              <a:defRPr sz="1200"/>
            </a:pPr>
            <a:r>
              <a:t>D:/pasar_fix/node_modules/.bun/diff@8.0.4/node_modules/diff/libesm/diff/line.d.ts.map</a:t>
            </a:r>
          </a:p>
          <a:p>
            <a:pPr>
              <a:defRPr sz="1200"/>
            </a:pPr>
            <a:r>
              <a:t>D:/pasar_fix/node_modules/.bun/diff@8.0.4/node_modules/diff/libesm/diff/line.js</a:t>
            </a:r>
          </a:p>
          <a:p>
            <a:pPr>
              <a:defRPr sz="1200"/>
            </a:pPr>
            <a:r>
              <a:t>D:/pasar_fix/node_modules/.bun/diff@8.0.4/node_modules/diff/libesm/diff/sentence.d.ts</a:t>
            </a:r>
          </a:p>
          <a:p>
            <a:pPr>
              <a:defRPr sz="1200"/>
            </a:pPr>
            <a:r>
              <a:t>D:/pasar_fix/node_modules/.bun/diff@8.0.4/node_modules/diff/libesm/diff/sentence.d.ts.map</a:t>
            </a:r>
          </a:p>
          <a:p>
            <a:pPr>
              <a:defRPr sz="1200"/>
            </a:pPr>
            <a:r>
              <a:t>D:/pasar_fix/node_modules/.bun/diff@8.0.4/node_modules/diff/libesm/diff/sentence.js</a:t>
            </a:r>
          </a:p>
          <a:p>
            <a:pPr>
              <a:defRPr sz="1200"/>
            </a:pPr>
            <a:r>
              <a:t>D:/pasar_fix/node_modules/.bun/diff@8.0.4/node_modules/diff/libesm/diff/word.d.ts</a:t>
            </a:r>
          </a:p>
          <a:p>
            <a:pPr>
              <a:defRPr sz="1200"/>
            </a:pPr>
            <a:r>
              <a:t>D:/pasar_fix/node_modules/.bun/diff@8.0.4/node_modules/diff/libesm/diff/word.d.ts.map</a:t>
            </a:r>
          </a:p>
          <a:p>
            <a:pPr>
              <a:defRPr sz="1200"/>
            </a:pPr>
            <a:r>
              <a:t>D:/pasar_fix/node_modules/.bun/diff@8.0.4/node_modules/diff/libesm/diff/word.js</a:t>
            </a:r>
          </a:p>
          <a:p>
            <a:pPr>
              <a:defRPr sz="1200"/>
            </a:pPr>
            <a:r>
              <a:t>D:/pasar_fix/node_modules/.bun/diff@8.0.4/node_modules/diff/libesm/patch/apply.d.ts</a:t>
            </a:r>
          </a:p>
          <a:p>
            <a:pPr>
              <a:defRPr sz="1200"/>
            </a:pPr>
            <a:r>
              <a:t>D:/pasar_fix/node_modules/.bun/diff@8.0.4/node_modules/diff/libesm/patch/apply.d.ts.map</a:t>
            </a:r>
          </a:p>
          <a:p>
            <a:pPr>
              <a:defRPr sz="1200"/>
            </a:pPr>
            <a:r>
              <a:t>D:/pasar_fix/node_modules/.bun/diff@8.0.4/node_modules/diff/libesm/patch/apply.js</a:t>
            </a:r>
          </a:p>
          <a:p>
            <a:pPr>
              <a:defRPr sz="1200"/>
            </a:pPr>
            <a:r>
              <a:t>D:/pasar_fix/node_modules/.bun/diff@8.0.4/node_modules/diff/libesm/patch/create.d.ts</a:t>
            </a:r>
          </a:p>
          <a:p>
            <a:pPr>
              <a:defRPr sz="1200"/>
            </a:pPr>
            <a:r>
              <a:t>D:/pasar_fix/node_modules/.bun/diff@8.0.4/node_modules/diff/libesm/patch/create.d.ts.map</a:t>
            </a:r>
          </a:p>
          <a:p>
            <a:pPr>
              <a:defRPr sz="1200"/>
            </a:pPr>
            <a:r>
              <a:t>D:/pasar_fix/node_modules/.bun/diff@8.0.4/node_modules/diff/libesm/patch/create.js</a:t>
            </a:r>
          </a:p>
          <a:p>
            <a:pPr>
              <a:defRPr sz="1200"/>
            </a:pPr>
            <a:r>
              <a:t>D:/pasar_fix/node_modules/.bun/diff@8.0.4/node_modules/diff/libesm/patch/line-endings.d.ts</a:t>
            </a:r>
          </a:p>
          <a:p>
            <a:pPr>
              <a:defRPr sz="1200"/>
            </a:pPr>
            <a:r>
              <a:t>D:/pasar_fix/node_modules/.bun/diff@8.0.4/node_modules/diff/libesm/patch/line-endings.d.ts.map</a:t>
            </a:r>
          </a:p>
          <a:p>
            <a:pPr>
              <a:defRPr sz="1200"/>
            </a:pPr>
            <a:r>
              <a:t>D:/pasar_fix/node_modules/.bun/diff@8.0.4/node_modules/diff/libesm/patch/line-endings.js</a:t>
            </a:r>
          </a:p>
          <a:p>
            <a:pPr>
              <a:defRPr sz="1200"/>
            </a:pPr>
            <a:r>
              <a:t>D:/pasar_fix/node_modules/.bun/diff@8.0.4/node_modules/diff/libesm/patch/parse.d.ts</a:t>
            </a:r>
          </a:p>
          <a:p>
            <a:pPr>
              <a:defRPr sz="1200"/>
            </a:pPr>
            <a:r>
              <a:t>D:/pasar_fix/node_modules/.bun/diff@8.0.4/node_modules/diff/libesm/patch/parse.d.ts.map</a:t>
            </a:r>
          </a:p>
          <a:p>
            <a:pPr>
              <a:defRPr sz="1200"/>
            </a:pPr>
            <a:r>
              <a:t>D:/pasar_fix/node_modules/.bun/diff@8.0.4/node_modules/diff/libesm/patch/parse.js</a:t>
            </a:r>
          </a:p>
          <a:p>
            <a:pPr>
              <a:defRPr sz="1200"/>
            </a:pPr>
            <a:r>
              <a:t>D:/pasar_fix/node_modules/.bun/diff@8.0.4/node_modules/diff/libesm/patch/reverse.d.ts</a:t>
            </a:r>
          </a:p>
          <a:p>
            <a:pPr>
              <a:defRPr sz="1200"/>
            </a:pPr>
            <a:r>
              <a:t>D:/pasar_fix/node_modules/.bun/diff@8.0.4/node_modules/diff/libesm/patch/reverse.d.ts.map</a:t>
            </a:r>
          </a:p>
          <a:p>
            <a:pPr>
              <a:defRPr sz="1200"/>
            </a:pPr>
            <a:r>
              <a:t>D:/pasar_fix/node_modules/.bun/diff@8.0.4/node_modules/diff/libesm/patch/reverse.js</a:t>
            </a:r>
          </a:p>
          <a:p>
            <a:pPr>
              <a:defRPr sz="1200"/>
            </a:pPr>
            <a:r>
              <a:t>D:/pasar_fix/node_modules/.bun/diff@8.0.4/node_modules/diff/libesm/util/array.d.ts</a:t>
            </a:r>
          </a:p>
          <a:p>
            <a:pPr>
              <a:defRPr sz="1200"/>
            </a:pPr>
            <a:r>
              <a:t>D:/pasar_fix/node_modules/.bun/diff@8.0.4/node_modules/diff/libesm/util/array.d.ts.map</a:t>
            </a:r>
          </a:p>
          <a:p>
            <a:pPr>
              <a:defRPr sz="1200"/>
            </a:pPr>
            <a:r>
              <a:t>D:/pasar_fix/node_modules/.bun/diff@8.0.4/node_modules/diff/libesm/util/array.js</a:t>
            </a:r>
          </a:p>
          <a:p>
            <a:pPr>
              <a:defRPr sz="1200"/>
            </a:pPr>
            <a:r>
              <a:t>D:/pasar_fix/node_modules/.bun/diff@8.0.4/node_modules/diff/libesm/util/distance-iterator.d.ts</a:t>
            </a:r>
          </a:p>
          <a:p>
            <a:pPr>
              <a:defRPr sz="1200"/>
            </a:pPr>
            <a:r>
              <a:t>D:/pasar_fix/node_modules/.bun/diff@8.0.4/node_modules/diff/libesm/util/distance-iterator.d.ts.map</a:t>
            </a:r>
          </a:p>
          <a:p>
            <a:pPr>
              <a:defRPr sz="1200"/>
            </a:pPr>
            <a:r>
              <a:t>D:/pasar_fix/node_modules/.bun/diff@8.0.4/node_modules/diff/libesm/util/distance-iterator.js</a:t>
            </a:r>
          </a:p>
          <a:p>
            <a:pPr>
              <a:defRPr sz="1200"/>
            </a:pPr>
            <a:r>
              <a:t>D:/pasar_fix/node_modules/.bun/diff@8.0.4/node_modules/diff/libesm/util/params.d.ts</a:t>
            </a:r>
          </a:p>
          <a:p>
            <a:pPr>
              <a:defRPr sz="1200"/>
            </a:pPr>
            <a:r>
              <a:t>D:/pasar_fix/node_modules/.bun/diff@8.0.4/node_modules/diff/libesm/util/params.d.ts.map</a:t>
            </a:r>
          </a:p>
          <a:p>
            <a:pPr>
              <a:defRPr sz="1200"/>
            </a:pPr>
            <a:r>
              <a:t>D:/pasar_fix/node_modules/.bun/diff@8.0.4/node_modules/diff/libesm/util/params.js</a:t>
            </a:r>
          </a:p>
          <a:p>
            <a:pPr>
              <a:defRPr sz="1200"/>
            </a:pPr>
            <a:r>
              <a:t>D:/pasar_fix/node_modules/.bun/diff@8.0.4/node_modules/diff/libesm/util/string.d.ts</a:t>
            </a:r>
          </a:p>
          <a:p>
            <a:pPr>
              <a:defRPr sz="1200"/>
            </a:pPr>
            <a:r>
              <a:t>D:/pasar_fix/node_modules/.bun/diff@8.0.4/node_modules/diff/libesm/util/string.d.ts.map</a:t>
            </a:r>
          </a:p>
          <a:p>
            <a:pPr>
              <a:defRPr sz="1200"/>
            </a:pPr>
            <a:r>
              <a:t>D:/pasar_fix/node_modules/.bun/diff@8.0.4/node_modules/diff/libesm/util/string.js</a:t>
            </a:r>
          </a:p>
          <a:p>
            <a:pPr>
              <a:defRPr sz="1200"/>
            </a:pPr>
            <a:r>
              <a:t>D:/pasar_fix/node_modules/.bun/dom-accessibility-api@0.5.16/node_modules/dom-accessibility-api/.browserslistrc</a:t>
            </a:r>
          </a:p>
          <a:p>
            <a:pPr>
              <a:defRPr sz="1200"/>
            </a:pPr>
            <a:r>
              <a:t>D:/pasar_fix/node_modules/.bun/dom-accessibility-api@0.5.16/node_modules/dom-accessibility-api/LICENSE.md</a:t>
            </a:r>
          </a:p>
          <a:p>
            <a:pPr>
              <a:defRPr sz="1200"/>
            </a:pPr>
            <a:r>
              <a:t>D:/pasar_fix/node_modules/.bun/dom-accessibility-api@0.5.16/node_modules/dom-accessibility-api/package.json</a:t>
            </a:r>
          </a:p>
          <a:p>
            <a:pPr>
              <a:defRPr sz="1200"/>
            </a:pPr>
            <a:r>
              <a:t>D:/pasar_fix/node_modules/.bun/dom-accessibility-api@0.5.16/node_modules/dom-accessibility-api/README.md</a:t>
            </a:r>
          </a:p>
          <a:p>
            <a:pPr>
              <a:defRPr sz="1200"/>
            </a:pPr>
            <a:r>
              <a:t>D:/pasar_fix/node_modules/.bun/dom-accessibility-api@0.5.16/node_modules/dom-accessibility-api/dist/accessible-description.d.ts</a:t>
            </a:r>
          </a:p>
          <a:p>
            <a:pPr>
              <a:defRPr sz="1200"/>
            </a:pPr>
            <a:r>
              <a:t>D:/pasar_fix/node_modules/.bun/dom-accessibility-api@0.5.16/node_modules/dom-accessibility-api/dist/accessible-description.d.ts.map</a:t>
            </a:r>
          </a:p>
          <a:p>
            <a:pPr>
              <a:defRPr sz="1200"/>
            </a:pPr>
            <a:r>
              <a:t>D:/pasar_fix/node_modules/.bun/dom-accessibility-api@0.5.16/node_modules/dom-accessibility-api/dist/accessible-description.js</a:t>
            </a:r>
          </a:p>
          <a:p>
            <a:pPr>
              <a:defRPr sz="1200"/>
            </a:pPr>
            <a:r>
              <a:t>D:/pasar_fix/node_modules/.bun/dom-accessibility-api@0.5.16/node_modules/dom-accessibility-api/dist/accessible-description.js.map</a:t>
            </a:r>
          </a:p>
          <a:p>
            <a:pPr>
              <a:defRPr sz="1200"/>
            </a:pPr>
            <a:r>
              <a:t>D:/pasar_fix/node_modules/.bun/dom-accessibility-api@0.5.16/node_modules/dom-accessibility-api/dist/accessible-description.mjs</a:t>
            </a:r>
          </a:p>
          <a:p>
            <a:pPr>
              <a:defRPr sz="1200"/>
            </a:pPr>
            <a:r>
              <a:t>D:/pasar_fix/node_modules/.bun/dom-accessibility-api@0.5.16/node_modules/dom-accessibility-api/dist/accessible-description.mjs.map</a:t>
            </a:r>
          </a:p>
          <a:p>
            <a:pPr>
              <a:defRPr sz="1200"/>
            </a:pPr>
            <a:r>
              <a:t>D:/pasar_fix/node_modules/.bun/dom-accessibility-api@0.5.16/node_modules/dom-accessibility-api/dist/accessible-name-and-description.d.ts</a:t>
            </a:r>
          </a:p>
          <a:p>
            <a:pPr>
              <a:defRPr sz="1200"/>
            </a:pPr>
            <a:r>
              <a:t>D:/pasar_fix/node_modules/.bun/dom-accessibility-api@0.5.16/node_modules/dom-accessibility-api/dist/accessible-name-and-description.d.ts.map</a:t>
            </a:r>
          </a:p>
          <a:p>
            <a:pPr>
              <a:defRPr sz="1200"/>
            </a:pPr>
            <a:r>
              <a:t>D:/pasar_fix/node_modules/.bun/dom-accessibility-api@0.5.16/node_modules/dom-accessibility-api/dist/accessible-name-and-description.js</a:t>
            </a:r>
          </a:p>
          <a:p>
            <a:pPr>
              <a:defRPr sz="1200"/>
            </a:pPr>
            <a:r>
              <a:t>D:/pasar_fix/node_modules/.bun/dom-accessibility-api@0.5.16/node_modules/dom-accessibility-api/dist/accessible-name-and-description.js.map</a:t>
            </a:r>
          </a:p>
          <a:p>
            <a:pPr>
              <a:defRPr sz="1200"/>
            </a:pPr>
            <a:r>
              <a:t>D:/pasar_fix/node_modules/.bun/dom-accessibility-api@0.5.16/node_modules/dom-accessibility-api/dist/accessible-name-and-description.mjs</a:t>
            </a:r>
          </a:p>
          <a:p>
            <a:pPr>
              <a:defRPr sz="1200"/>
            </a:pPr>
            <a:r>
              <a:t>D:/pasar_fix/node_modules/.bun/dom-accessibility-api@0.5.16/node_modules/dom-accessibility-api/dist/accessible-name-and-description.mjs.map</a:t>
            </a:r>
          </a:p>
          <a:p>
            <a:pPr>
              <a:defRPr sz="1200"/>
            </a:pPr>
            <a:r>
              <a:t>D:/pasar_fix/node_modules/.bun/dom-accessibility-api@0.5.16/node_modules/dom-accessibility-api/dist/accessible-name.d.ts</a:t>
            </a:r>
          </a:p>
          <a:p>
            <a:pPr>
              <a:defRPr sz="1200"/>
            </a:pPr>
            <a:r>
              <a:t>D:/pasar_fix/node_modules/.bun/dom-accessibility-api@0.5.16/node_modules/dom-accessibility-api/dist/accessible-name.d.ts.map</a:t>
            </a:r>
          </a:p>
          <a:p>
            <a:pPr>
              <a:defRPr sz="1200"/>
            </a:pPr>
            <a:r>
              <a:t>D:/pasar_fix/node_modules/.bun/dom-accessibility-api@0.5.16/node_modules/dom-accessibility-api/dist/accessible-name.js</a:t>
            </a:r>
          </a:p>
          <a:p>
            <a:pPr>
              <a:defRPr sz="1200"/>
            </a:pPr>
            <a:r>
              <a:t>D:/pasar_fix/node_modules/.bun/dom-accessibility-api@0.5.16/node_modules/dom-accessibility-api/dist/accessible-name.js.map</a:t>
            </a:r>
          </a:p>
          <a:p>
            <a:pPr>
              <a:defRPr sz="1200"/>
            </a:pPr>
            <a:r>
              <a:t>D:/pasar_fix/node_modules/.bun/dom-accessibility-api@0.5.16/node_modules/dom-accessibility-api/dist/accessible-name.mjs</a:t>
            </a:r>
          </a:p>
          <a:p>
            <a:pPr>
              <a:defRPr sz="1200"/>
            </a:pPr>
            <a:r>
              <a:t>D:/pasar_fix/node_modules/.bun/dom-accessibility-api@0.5.16/node_modules/dom-accessibility-api/dist/accessible-name.mjs.map</a:t>
            </a:r>
          </a:p>
          <a:p>
            <a:pPr>
              <a:defRPr sz="1200"/>
            </a:pPr>
            <a:r>
              <a:t>D:/pasar_fix/node_modules/.bun/dom-accessibility-api@0.5.16/node_modules/dom-accessibility-api/dist/getRole.d.ts</a:t>
            </a:r>
          </a:p>
          <a:p>
            <a:pPr>
              <a:defRPr sz="1200"/>
            </a:pPr>
            <a:r>
              <a:t>D:/pasar_fix/node_modules/.bun/dom-accessibility-api@0.5.16/node_modules/dom-accessibility-api/dist/getRole.d.ts.map</a:t>
            </a:r>
          </a:p>
          <a:p>
            <a:pPr>
              <a:defRPr sz="1200"/>
            </a:pPr>
            <a:r>
              <a:t>D:/pasar_fix/node_modules/.bun/dom-accessibility-api@0.5.16/node_modules/dom-accessibility-api/dist/getRole.js</a:t>
            </a:r>
          </a:p>
          <a:p>
            <a:pPr>
              <a:defRPr sz="1200"/>
            </a:pPr>
            <a:r>
              <a:t>D:/pasar_fix/node_modules/.bun/dom-accessibility-api@0.5.16/node_modules/dom-accessibility-api/dist/getRole.js.map</a:t>
            </a:r>
          </a:p>
          <a:p>
            <a:pPr>
              <a:defRPr sz="1200"/>
            </a:pPr>
            <a:r>
              <a:t>D:/pasar_fix/node_modules/.bun/dom-accessibility-api@0.5.16/node_modules/dom-accessibility-api/dist/getRole.mjs</a:t>
            </a:r>
          </a:p>
          <a:p>
            <a:pPr>
              <a:defRPr sz="1200"/>
            </a:pPr>
            <a:r>
              <a:t>D:/pasar_fix/node_modules/.bun/dom-accessibility-api@0.5.16/node_modules/dom-accessibility-api/dist/getRole.mjs.map</a:t>
            </a:r>
          </a:p>
          <a:p>
            <a:pPr>
              <a:defRPr sz="1200"/>
            </a:pPr>
            <a:r>
              <a:t>D:/pasar_fix/node_modules/.bun/dom-accessibility-api@0.5.16/node_modules/dom-accessibility-api/dist/index.d.ts</a:t>
            </a:r>
          </a:p>
          <a:p>
            <a:pPr>
              <a:defRPr sz="1200"/>
            </a:pPr>
            <a:r>
              <a:t>D:/pasar_fix/node_modules/.bun/dom-accessibility-api@0.5.16/node_modules/dom-accessibility-api/dist/index.d.ts.map</a:t>
            </a:r>
          </a:p>
          <a:p>
            <a:pPr>
              <a:defRPr sz="1200"/>
            </a:pPr>
            <a:r>
              <a:t>D:/pasar_fix/node_modules/.bun/dom-accessibility-api@0.5.16/node_modules/dom-accessibility-api/dist/index.js</a:t>
            </a:r>
          </a:p>
          <a:p>
            <a:pPr>
              <a:defRPr sz="1200"/>
            </a:pPr>
            <a:r>
              <a:t>D:/pasar_fix/node_modules/.bun/dom-accessibility-api@0.5.16/node_modules/dom-accessibility-api/dist/index.js.map</a:t>
            </a:r>
          </a:p>
          <a:p>
            <a:pPr>
              <a:defRPr sz="1200"/>
            </a:pPr>
            <a:r>
              <a:t>D:/pasar_fix/node_modules/.bun/dom-accessibility-api@0.5.16/node_modules/dom-accessibility-api/dist/index.mjs</a:t>
            </a:r>
          </a:p>
          <a:p>
            <a:pPr>
              <a:defRPr sz="1200"/>
            </a:pPr>
            <a:r>
              <a:t>D:/pasar_fix/node_modules/.bun/dom-accessibility-api@0.5.16/node_modules/dom-accessibility-api/dist/index.mjs.map</a:t>
            </a:r>
          </a:p>
          <a:p>
            <a:pPr>
              <a:defRPr sz="1200"/>
            </a:pPr>
            <a:r>
              <a:t>D:/pasar_fix/node_modules/.bun/dom-accessibility-api@0.5.16/node_modules/dom-accessibility-api/dist/is-inaccessible.d.ts</a:t>
            </a:r>
          </a:p>
          <a:p>
            <a:pPr>
              <a:defRPr sz="1200"/>
            </a:pPr>
            <a:r>
              <a:t>D:/pasar_fix/node_modules/.bun/dom-accessibility-api@0.5.16/node_modules/dom-accessibility-api/dist/is-inaccessible.d.ts.map</a:t>
            </a:r>
          </a:p>
          <a:p>
            <a:pPr>
              <a:defRPr sz="1200"/>
            </a:pPr>
            <a:r>
              <a:t>D:/pasar_fix/node_modules/.bun/dom-accessibility-api@0.5.16/node_modules/dom-accessibility-api/dist/is-inaccessible.js</a:t>
            </a:r>
          </a:p>
          <a:p>
            <a:pPr>
              <a:defRPr sz="1200"/>
            </a:pPr>
            <a:r>
              <a:t>D:/pasar_fix/node_modules/.bun/dom-accessibility-api@0.5.16/node_modules/dom-accessibility-api/dist/is-inaccessible.js.map</a:t>
            </a:r>
          </a:p>
          <a:p>
            <a:pPr>
              <a:defRPr sz="1200"/>
            </a:pPr>
            <a:r>
              <a:t>D:/pasar_fix/node_modules/.bun/dom-accessibility-api@0.5.16/node_modules/dom-accessibility-api/dist/is-inaccessible.mjs</a:t>
            </a:r>
          </a:p>
          <a:p>
            <a:pPr>
              <a:defRPr sz="1200"/>
            </a:pPr>
            <a:r>
              <a:t>D:/pasar_fix/node_modules/.bun/dom-accessibility-api@0.5.16/node_modules/dom-accessibility-api/dist/is-inaccessible.mjs.map</a:t>
            </a:r>
          </a:p>
          <a:p>
            <a:pPr>
              <a:defRPr sz="1200"/>
            </a:pPr>
            <a:r>
              <a:t>D:/pasar_fix/node_modules/.bun/dom-accessibility-api@0.5.16/node_modules/dom-accessibility-api/dist/util.d.ts</a:t>
            </a:r>
          </a:p>
          <a:p>
            <a:pPr>
              <a:defRPr sz="1200"/>
            </a:pPr>
            <a:r>
              <a:t>D:/pasar_fix/node_modules/.bun/dom-accessibility-api@0.5.16/node_modules/dom-accessibility-api/dist/util.d.ts.map</a:t>
            </a:r>
          </a:p>
          <a:p>
            <a:pPr>
              <a:defRPr sz="1200"/>
            </a:pPr>
            <a:r>
              <a:t>D:/pasar_fix/node_modules/.bun/dom-accessibility-api@0.5.16/node_modules/dom-accessibility-api/dist/util.js</a:t>
            </a:r>
          </a:p>
          <a:p>
            <a:pPr>
              <a:defRPr sz="1200"/>
            </a:pPr>
            <a:r>
              <a:t>D:/pasar_fix/node_modules/.bun/dom-accessibility-api@0.5.16/node_modules/dom-accessibility-api/dist/util.js.map</a:t>
            </a:r>
          </a:p>
          <a:p>
            <a:pPr>
              <a:defRPr sz="1200"/>
            </a:pPr>
            <a:r>
              <a:t>D:/pasar_fix/node_modules/.bun/dom-accessibility-api@0.5.16/node_modules/dom-accessibility-api/dist/util.mjs</a:t>
            </a:r>
          </a:p>
          <a:p>
            <a:pPr>
              <a:defRPr sz="1200"/>
            </a:pPr>
            <a:r>
              <a:t>D:/pasar_fix/node_modules/.bun/dom-accessibility-api@0.5.16/node_modules/dom-accessibility-api/dist/util.mjs.map</a:t>
            </a:r>
          </a:p>
          <a:p>
            <a:pPr>
              <a:defRPr sz="1200"/>
            </a:pPr>
            <a:r>
              <a:t>D:/pasar_fix/node_modules/.bun/dom-accessibility-api@0.5.16/node_modules/dom-accessibility-api/dist/polyfills/array.from.d.ts</a:t>
            </a:r>
          </a:p>
          <a:p>
            <a:pPr>
              <a:defRPr sz="1200"/>
            </a:pPr>
            <a:r>
              <a:t>D:/pasar_fix/node_modules/.bun/dom-accessibility-api@0.5.16/node_modules/dom-accessibility-api/dist/polyfills/array.from.d.ts.map</a:t>
            </a:r>
          </a:p>
          <a:p>
            <a:pPr>
              <a:defRPr sz="1200"/>
            </a:pPr>
            <a:r>
              <a:t>D:/pasar_fix/node_modules/.bun/dom-accessibility-api@0.5.16/node_modules/dom-accessibility-api/dist/polyfills/array.from.js</a:t>
            </a:r>
          </a:p>
          <a:p>
            <a:pPr>
              <a:defRPr sz="1200"/>
            </a:pPr>
            <a:r>
              <a:t>D:/pasar_fix/node_modules/.bun/dom-accessibility-api@0.5.16/node_modules/dom-accessibility-api/dist/polyfills/array.from.js.map</a:t>
            </a:r>
          </a:p>
          <a:p>
            <a:pPr>
              <a:defRPr sz="1200"/>
            </a:pPr>
            <a:r>
              <a:t>D:/pasar_fix/node_modules/.bun/dom-accessibility-api@0.5.16/node_modules/dom-accessibility-api/dist/polyfills/array.from.mjs</a:t>
            </a:r>
          </a:p>
          <a:p>
            <a:pPr>
              <a:defRPr sz="1200"/>
            </a:pPr>
            <a:r>
              <a:t>D:/pasar_fix/node_modules/.bun/dom-accessibility-api@0.5.16/node_modules/dom-accessibility-api/dist/polyfills/array.from.mjs.map</a:t>
            </a:r>
          </a:p>
          <a:p>
            <a:pPr>
              <a:defRPr sz="1200"/>
            </a:pPr>
            <a:r>
              <a:t>D:/pasar_fix/node_modules/.bun/dom-accessibility-api@0.5.16/node_modules/dom-accessibility-api/dist/polyfills/iterator.d.js</a:t>
            </a:r>
          </a:p>
          <a:p>
            <a:pPr>
              <a:defRPr sz="1200"/>
            </a:pPr>
            <a:r>
              <a:t>D:/pasar_fix/node_modules/.bun/dom-accessibility-api@0.5.16/node_modules/dom-accessibility-api/dist/polyfills/iterator.d.js.map</a:t>
            </a:r>
          </a:p>
          <a:p>
            <a:pPr>
              <a:defRPr sz="1200"/>
            </a:pPr>
            <a:r>
              <a:t>D:/pasar_fix/node_modules/.bun/dom-accessibility-api@0.5.16/node_modules/dom-accessibility-api/dist/polyfills/iterator.d.mjs</a:t>
            </a:r>
          </a:p>
          <a:p>
            <a:pPr>
              <a:defRPr sz="1200"/>
            </a:pPr>
            <a:r>
              <a:t>D:/pasar_fix/node_modules/.bun/dom-accessibility-api@0.5.16/node_modules/dom-accessibility-api/dist/polyfills/iterator.d.mjs.map</a:t>
            </a:r>
          </a:p>
          <a:p>
            <a:pPr>
              <a:defRPr sz="1200"/>
            </a:pPr>
            <a:r>
              <a:t>D:/pasar_fix/node_modules/.bun/dom-accessibility-api@0.5.16/node_modules/dom-accessibility-api/dist/polyfills/SetLike.d.ts</a:t>
            </a:r>
          </a:p>
          <a:p>
            <a:pPr>
              <a:defRPr sz="1200"/>
            </a:pPr>
            <a:r>
              <a:t>D:/pasar_fix/node_modules/.bun/dom-accessibility-api@0.5.16/node_modules/dom-accessibility-api/dist/polyfills/SetLike.d.ts.map</a:t>
            </a:r>
          </a:p>
          <a:p>
            <a:pPr>
              <a:defRPr sz="1200"/>
            </a:pPr>
            <a:r>
              <a:t>D:/pasar_fix/node_modules/.bun/dom-accessibility-api@0.5.16/node_modules/dom-accessibility-api/dist/polyfills/SetLike.js</a:t>
            </a:r>
          </a:p>
          <a:p>
            <a:pPr>
              <a:defRPr sz="1200"/>
            </a:pPr>
            <a:r>
              <a:t>D:/pasar_fix/node_modules/.bun/dom-accessibility-api@0.5.16/node_modules/dom-accessibility-api/dist/polyfills/SetLike.js.map</a:t>
            </a:r>
          </a:p>
          <a:p>
            <a:pPr>
              <a:defRPr sz="1200"/>
            </a:pPr>
            <a:r>
              <a:t>D:/pasar_fix/node_modules/.bun/dom-accessibility-api@0.5.16/node_modules/dom-accessibility-api/dist/polyfills/SetLike.mjs</a:t>
            </a:r>
          </a:p>
          <a:p>
            <a:pPr>
              <a:defRPr sz="1200"/>
            </a:pPr>
            <a:r>
              <a:t>D:/pasar_fix/node_modules/.bun/dom-accessibility-api@0.5.16/node_modules/dom-accessibility-api/dist/polyfills/SetLike.mjs.map</a:t>
            </a:r>
          </a:p>
          <a:p>
            <a:pPr>
              <a:defRPr sz="1200"/>
            </a:pPr>
            <a:r>
              <a:t>D:/pasar_fix/node_modules/.bun/dom-serializer@2.0.0/node_modules/dom-serializer/LICENSE</a:t>
            </a:r>
          </a:p>
          <a:p>
            <a:pPr>
              <a:defRPr sz="1200"/>
            </a:pPr>
            <a:r>
              <a:t>D:/pasar_fix/node_modules/.bun/dom-serializer@2.0.0/node_modules/dom-serializer/package.json</a:t>
            </a:r>
          </a:p>
          <a:p>
            <a:pPr>
              <a:defRPr sz="1200"/>
            </a:pPr>
            <a:r>
              <a:t>D:/pasar_fix/node_modules/.bun/dom-serializer@2.0.0/node_modules/dom-serializer/README.md</a:t>
            </a:r>
          </a:p>
          <a:p>
            <a:pPr>
              <a:defRPr sz="1200"/>
            </a:pPr>
            <a:r>
              <a:t>D:/pasar_fix/node_modules/.bun/dom-serializer@2.0.0/node_modules/dom-serializer/lib/foreignNames.d.ts</a:t>
            </a:r>
          </a:p>
          <a:p>
            <a:pPr>
              <a:defRPr sz="1200"/>
            </a:pPr>
            <a:r>
              <a:t>D:/pasar_fix/node_modules/.bun/dom-serializer@2.0.0/node_modules/dom-serializer/lib/foreignNames.d.ts.map</a:t>
            </a:r>
          </a:p>
          <a:p>
            <a:pPr>
              <a:defRPr sz="1200"/>
            </a:pPr>
            <a:r>
              <a:t>D:/pasar_fix/node_modules/.bun/dom-serializer@2.0.0/node_modules/dom-serializer/lib/foreignNames.js</a:t>
            </a:r>
          </a:p>
          <a:p>
            <a:pPr>
              <a:defRPr sz="1200"/>
            </a:pPr>
            <a:r>
              <a:t>D:/pasar_fix/node_modules/.bun/dom-serializer@2.0.0/node_modules/dom-serializer/lib/index.d.ts</a:t>
            </a:r>
          </a:p>
          <a:p>
            <a:pPr>
              <a:defRPr sz="1200"/>
            </a:pPr>
            <a:r>
              <a:t>D:/pasar_fix/node_modules/.bun/dom-serializer@2.0.0/node_modules/dom-serializer/lib/index.d.ts.map</a:t>
            </a:r>
          </a:p>
          <a:p>
            <a:pPr>
              <a:defRPr sz="1200"/>
            </a:pPr>
            <a:r>
              <a:t>D:/pasar_fix/node_modules/.bun/dom-serializer@2.0.0/node_modules/dom-serializer/lib/index.js</a:t>
            </a:r>
          </a:p>
          <a:p>
            <a:pPr>
              <a:defRPr sz="1200"/>
            </a:pPr>
            <a:r>
              <a:t>D:/pasar_fix/node_modules/.bun/dom-serializer@2.0.0/node_modules/dom-serializer/lib/esm/foreignNames.d.ts</a:t>
            </a:r>
          </a:p>
          <a:p>
            <a:pPr>
              <a:defRPr sz="1200"/>
            </a:pPr>
            <a:r>
              <a:t>D:/pasar_fix/node_modules/.bun/dom-serializer@2.0.0/node_modules/dom-serializer/lib/esm/foreignNames.d.ts.map</a:t>
            </a:r>
          </a:p>
          <a:p>
            <a:pPr>
              <a:defRPr sz="1200"/>
            </a:pPr>
            <a:r>
              <a:t>D:/pasar_fix/node_modules/.bun/dom-serializer@2.0.0/node_modules/dom-serializer/lib/esm/foreignNames.js</a:t>
            </a:r>
          </a:p>
          <a:p>
            <a:pPr>
              <a:defRPr sz="1200"/>
            </a:pPr>
            <a:r>
              <a:t>D:/pasar_fix/node_modules/.bun/dom-serializer@2.0.0/node_modules/dom-serializer/lib/esm/index.d.ts</a:t>
            </a:r>
          </a:p>
          <a:p>
            <a:pPr>
              <a:defRPr sz="1200"/>
            </a:pPr>
            <a:r>
              <a:t>D:/pasar_fix/node_modules/.bun/dom-serializer@2.0.0/node_modules/dom-serializer/lib/esm/index.d.ts.map</a:t>
            </a:r>
          </a:p>
          <a:p>
            <a:pPr>
              <a:defRPr sz="1200"/>
            </a:pPr>
            <a:r>
              <a:t>D:/pasar_fix/node_modules/.bun/dom-serializer@2.0.0/node_modules/dom-serializer/lib/esm/index.js</a:t>
            </a:r>
          </a:p>
          <a:p>
            <a:pPr>
              <a:defRPr sz="1200"/>
            </a:pPr>
            <a:r>
              <a:t>D:/pasar_fix/node_modules/.bun/dom-serializer@2.0.0/node_modules/dom-serializer/lib/esm/package.json</a:t>
            </a:r>
          </a:p>
          <a:p>
            <a:pPr>
              <a:defRPr sz="1200"/>
            </a:pPr>
            <a:r>
              <a:t>D:/pasar_fix/node_modules/.bun/domelementtype@2.3.0/node_modules/domelementtype/LICENSE</a:t>
            </a:r>
          </a:p>
          <a:p>
            <a:pPr>
              <a:defRPr sz="1200"/>
            </a:pPr>
            <a:r>
              <a:t>D:/pasar_fix/node_modules/.bun/domelementtype@2.3.0/node_modules/domelementtype/package.json</a:t>
            </a:r>
          </a:p>
          <a:p>
            <a:pPr>
              <a:defRPr sz="1200"/>
            </a:pPr>
            <a:r>
              <a:t>D:/pasar_fix/node_modules/.bun/domelementtype@2.3.0/node_modules/domelementtype/readme.md</a:t>
            </a:r>
          </a:p>
          <a:p>
            <a:pPr>
              <a:defRPr sz="1200"/>
            </a:pPr>
            <a:r>
              <a:t>D:/pasar_fix/node_modules/.bun/domelementtype@2.3.0/node_modules/domelementtype/lib/index.d.ts</a:t>
            </a:r>
          </a:p>
          <a:p>
            <a:pPr>
              <a:defRPr sz="1200"/>
            </a:pPr>
            <a:r>
              <a:t>D:/pasar_fix/node_modules/.bun/domelementtype@2.3.0/node_modules/domelementtype/lib/index.d.ts.map</a:t>
            </a:r>
          </a:p>
          <a:p>
            <a:pPr>
              <a:defRPr sz="1200"/>
            </a:pPr>
            <a:r>
              <a:t>D:/pasar_fix/node_modules/.bun/domelementtype@2.3.0/node_modules/domelementtype/lib/index.js</a:t>
            </a:r>
          </a:p>
          <a:p>
            <a:pPr>
              <a:defRPr sz="1200"/>
            </a:pPr>
            <a:r>
              <a:t>D:/pasar_fix/node_modules/.bun/domelementtype@2.3.0/node_modules/domelementtype/lib/esm/index.d.ts</a:t>
            </a:r>
          </a:p>
          <a:p>
            <a:pPr>
              <a:defRPr sz="1200"/>
            </a:pPr>
            <a:r>
              <a:t>D:/pasar_fix/node_modules/.bun/domelementtype@2.3.0/node_modules/domelementtype/lib/esm/index.d.ts.map</a:t>
            </a:r>
          </a:p>
          <a:p>
            <a:pPr>
              <a:defRPr sz="1200"/>
            </a:pPr>
            <a:r>
              <a:t>D:/pasar_fix/node_modules/.bun/domelementtype@2.3.0/node_modules/domelementtype/lib/esm/index.js</a:t>
            </a:r>
          </a:p>
          <a:p>
            <a:pPr>
              <a:defRPr sz="1200"/>
            </a:pPr>
            <a:r>
              <a:t>D:/pasar_fix/node_modules/.bun/domelementtype@2.3.0/node_modules/domelementtype/lib/esm/package.json</a:t>
            </a:r>
          </a:p>
          <a:p>
            <a:pPr>
              <a:defRPr sz="1200"/>
            </a:pPr>
            <a:r>
              <a:t>D:/pasar_fix/node_modules/.bun/domhandler@5.0.3/node_modules/domhandler/LICENSE</a:t>
            </a:r>
          </a:p>
          <a:p>
            <a:pPr>
              <a:defRPr sz="1200"/>
            </a:pPr>
            <a:r>
              <a:t>D:/pasar_fix/node_modules/.bun/domhandler@5.0.3/node_modules/domhandler/package.json</a:t>
            </a:r>
          </a:p>
          <a:p>
            <a:pPr>
              <a:defRPr sz="1200"/>
            </a:pPr>
            <a:r>
              <a:t>D:/pasar_fix/node_modules/.bun/domhandler@5.0.3/node_modules/domhandler/readme.md</a:t>
            </a:r>
          </a:p>
          <a:p>
            <a:pPr>
              <a:defRPr sz="1200"/>
            </a:pPr>
            <a:r>
              <a:t>D:/pasar_fix/node_modules/.bun/domhandler@5.0.3/node_modules/domhandler/lib/index.d.ts</a:t>
            </a:r>
          </a:p>
          <a:p>
            <a:pPr>
              <a:defRPr sz="1200"/>
            </a:pPr>
            <a:r>
              <a:t>D:/pasar_fix/node_modules/.bun/domhandler@5.0.3/node_modules/domhandler/lib/index.d.ts.map</a:t>
            </a:r>
          </a:p>
          <a:p>
            <a:pPr>
              <a:defRPr sz="1200"/>
            </a:pPr>
            <a:r>
              <a:t>D:/pasar_fix/node_modules/.bun/domhandler@5.0.3/node_modules/domhandler/lib/index.js</a:t>
            </a:r>
          </a:p>
          <a:p>
            <a:pPr>
              <a:defRPr sz="1200"/>
            </a:pPr>
            <a:r>
              <a:t>D:/pasar_fix/node_modules/.bun/domhandler@5.0.3/node_modules/domhandler/lib/node.d.ts</a:t>
            </a:r>
          </a:p>
          <a:p>
            <a:pPr>
              <a:defRPr sz="1200"/>
            </a:pPr>
            <a:r>
              <a:t>D:/pasar_fix/node_modules/.bun/domhandler@5.0.3/node_modules/domhandler/lib/node.d.ts.map</a:t>
            </a:r>
          </a:p>
          <a:p>
            <a:pPr>
              <a:defRPr sz="1200"/>
            </a:pPr>
            <a:r>
              <a:t>D:/pasar_fix/node_modules/.bun/domhandler@5.0.3/node_modules/domhandler/lib/node.js</a:t>
            </a:r>
          </a:p>
          <a:p>
            <a:pPr>
              <a:defRPr sz="1200"/>
            </a:pPr>
            <a:r>
              <a:t>D:/pasar_fix/node_modules/.bun/domhandler@5.0.3/node_modules/domhandler/lib/esm/index.d.ts</a:t>
            </a:r>
          </a:p>
          <a:p>
            <a:pPr>
              <a:defRPr sz="1200"/>
            </a:pPr>
            <a:r>
              <a:t>D:/pasar_fix/node_modules/.bun/domhandler@5.0.3/node_modules/domhandler/lib/esm/index.d.ts.map</a:t>
            </a:r>
          </a:p>
          <a:p>
            <a:pPr>
              <a:defRPr sz="1200"/>
            </a:pPr>
            <a:r>
              <a:t>D:/pasar_fix/node_modules/.bun/domhandler@5.0.3/node_modules/domhandler/lib/esm/index.js</a:t>
            </a:r>
          </a:p>
          <a:p>
            <a:pPr>
              <a:defRPr sz="1200"/>
            </a:pPr>
            <a:r>
              <a:t>D:/pasar_fix/node_modules/.bun/domhandler@5.0.3/node_modules/domhandler/lib/esm/node.d.ts</a:t>
            </a:r>
          </a:p>
          <a:p>
            <a:pPr>
              <a:defRPr sz="1200"/>
            </a:pPr>
            <a:r>
              <a:t>D:/pasar_fix/node_modules/.bun/domhandler@5.0.3/node_modules/domhandler/lib/esm/node.d.ts.map</a:t>
            </a:r>
          </a:p>
          <a:p>
            <a:pPr>
              <a:defRPr sz="1200"/>
            </a:pPr>
            <a:r>
              <a:t>D:/pasar_fix/node_modules/.bun/domhandler@5.0.3/node_modules/domhandler/lib/esm/node.js</a:t>
            </a:r>
          </a:p>
          <a:p>
            <a:pPr>
              <a:defRPr sz="1200"/>
            </a:pPr>
            <a:r>
              <a:t>D:/pasar_fix/node_modules/.bun/domhandler@5.0.3/node_modules/domhandler/lib/esm/package.json</a:t>
            </a:r>
          </a:p>
          <a:p>
            <a:pPr>
              <a:defRPr sz="1200"/>
            </a:pPr>
            <a:r>
              <a:t>D:/pasar_fix/node_modules/.bun/dompurify@3.4.11/node_modules/dompurify/LICENSE</a:t>
            </a:r>
          </a:p>
          <a:p>
            <a:pPr>
              <a:defRPr sz="1200"/>
            </a:pPr>
            <a:r>
              <a:t>D:/pasar_fix/node_modules/.bun/dompurify@3.4.11/node_modules/dompurify/LICENSE-MPL</a:t>
            </a:r>
          </a:p>
          <a:p>
            <a:pPr>
              <a:defRPr sz="1200"/>
            </a:pPr>
            <a:r>
              <a:t>D:/pasar_fix/node_modules/.bun/dompurify@3.4.11/node_modules/dompurify/package.json</a:t>
            </a:r>
          </a:p>
          <a:p>
            <a:pPr>
              <a:defRPr sz="1200"/>
            </a:pPr>
            <a:r>
              <a:t>D:/pasar_fix/node_modules/.bun/dompurify@3.4.11/node_modules/dompurify/README.md</a:t>
            </a:r>
          </a:p>
          <a:p>
            <a:pPr>
              <a:defRPr sz="1200"/>
            </a:pPr>
            <a:r>
              <a:t>D:/pasar_fix/node_modules/.bun/dompurify@3.4.11/node_modules/dompurify/dist/purify.cjs.d.ts</a:t>
            </a:r>
          </a:p>
          <a:p>
            <a:pPr>
              <a:defRPr sz="1200"/>
            </a:pPr>
            <a:r>
              <a:t>D:/pasar_fix/node_modules/.bun/dompurify@3.4.11/node_modules/dompurify/dist/purify.cjs.js</a:t>
            </a:r>
          </a:p>
          <a:p>
            <a:pPr>
              <a:defRPr sz="1200"/>
            </a:pPr>
            <a:r>
              <a:t>D:/pasar_fix/node_modules/.bun/dompurify@3.4.11/node_modules/dompurify/dist/purify.cjs.js.map</a:t>
            </a:r>
          </a:p>
          <a:p>
            <a:pPr>
              <a:defRPr sz="1200"/>
            </a:pPr>
            <a:r>
              <a:t>D:/pasar_fix/node_modules/.bun/dompurify@3.4.11/node_modules/dompurify/dist/purify.cov.cjs.js</a:t>
            </a:r>
          </a:p>
          <a:p>
            <a:pPr>
              <a:defRPr sz="1200"/>
            </a:pPr>
            <a:r>
              <a:t>D:/pasar_fix/node_modules/.bun/dompurify@3.4.11/node_modules/dompurify/dist/purify.cov.cjs.js.map</a:t>
            </a:r>
          </a:p>
          <a:p>
            <a:pPr>
              <a:defRPr sz="1200"/>
            </a:pPr>
            <a:r>
              <a:t>D:/pasar_fix/node_modules/.bun/dompurify@3.4.11/node_modules/dompurify/dist/purify.es.d.mts</a:t>
            </a:r>
          </a:p>
          <a:p>
            <a:pPr>
              <a:defRPr sz="1200"/>
            </a:pPr>
            <a:r>
              <a:t>D:/pasar_fix/node_modules/.bun/dompurify@3.4.11/node_modules/dompurify/dist/purify.es.mjs</a:t>
            </a:r>
          </a:p>
          <a:p>
            <a:pPr>
              <a:defRPr sz="1200"/>
            </a:pPr>
            <a:r>
              <a:t>D:/pasar_fix/node_modules/.bun/dompurify@3.4.11/node_modules/dompurify/dist/purify.es.mjs.map</a:t>
            </a:r>
          </a:p>
          <a:p>
            <a:pPr>
              <a:defRPr sz="1200"/>
            </a:pPr>
            <a:r>
              <a:t>D:/pasar_fix/node_modules/.bun/dompurify@3.4.11/node_modules/dompurify/dist/purify.js</a:t>
            </a:r>
          </a:p>
          <a:p>
            <a:pPr>
              <a:defRPr sz="1200"/>
            </a:pPr>
            <a:r>
              <a:t>D:/pasar_fix/node_modules/.bun/dompurify@3.4.11/node_modules/dompurify/dist/purify.js.map</a:t>
            </a:r>
          </a:p>
          <a:p>
            <a:pPr>
              <a:defRPr sz="1200"/>
            </a:pPr>
            <a:r>
              <a:t>D:/pasar_fix/node_modules/.bun/dompurify@3.4.11/node_modules/dompurify/dist/purify.min.js</a:t>
            </a:r>
          </a:p>
          <a:p>
            <a:pPr>
              <a:defRPr sz="1200"/>
            </a:pPr>
            <a:r>
              <a:t>D:/pasar_fix/node_modules/.bun/dompurify@3.4.11/node_modules/dompurify/dist/purify.min.js.map</a:t>
            </a:r>
          </a:p>
          <a:p>
            <a:pPr>
              <a:defRPr sz="1200"/>
            </a:pPr>
            <a:r>
              <a:t>D:/pasar_fix/node_modules/.bun/dompurify@3.4.11/node_modules/dompurify/src/attrs.ts</a:t>
            </a:r>
          </a:p>
          <a:p>
            <a:pPr>
              <a:defRPr sz="1200"/>
            </a:pPr>
            <a:r>
              <a:t>D:/pasar_fix/node_modules/.bun/dompurify@3.4.11/node_modules/dompurify/src/config.ts</a:t>
            </a:r>
          </a:p>
          <a:p>
            <a:pPr>
              <a:defRPr sz="1200"/>
            </a:pPr>
            <a:r>
              <a:t>D:/pasar_fix/node_modules/.bun/dompurify@3.4.11/node_modules/dompurify/src/license_header</a:t>
            </a:r>
          </a:p>
          <a:p>
            <a:pPr>
              <a:defRPr sz="1200"/>
            </a:pPr>
            <a:r>
              <a:t>D:/pasar_fix/node_modules/.bun/dompurify@3.4.11/node_modules/dompurify/src/purify.ts</a:t>
            </a:r>
          </a:p>
          <a:p>
            <a:pPr>
              <a:defRPr sz="1200"/>
            </a:pPr>
            <a:r>
              <a:t>D:/pasar_fix/node_modules/.bun/dompurify@3.4.11/node_modules/dompurify/src/regexp.ts</a:t>
            </a:r>
          </a:p>
          <a:p>
            <a:pPr>
              <a:defRPr sz="1200"/>
            </a:pPr>
            <a:r>
              <a:t>D:/pasar_fix/node_modules/.bun/dompurify@3.4.11/node_modules/dompurify/src/tags.ts</a:t>
            </a:r>
          </a:p>
          <a:p>
            <a:pPr>
              <a:defRPr sz="1200"/>
            </a:pPr>
            <a:r>
              <a:t>D:/pasar_fix/node_modules/.bun/dompurify@3.4.11/node_modules/dompurify/src/types.ts</a:t>
            </a:r>
          </a:p>
          <a:p>
            <a:pPr>
              <a:defRPr sz="1200"/>
            </a:pPr>
            <a:r>
              <a:t>D:/pasar_fix/node_modules/.bun/dompurify@3.4.11/node_modules/dompurify/src/utils.ts</a:t>
            </a:r>
          </a:p>
          <a:p>
            <a:pPr>
              <a:defRPr sz="1200"/>
            </a:pPr>
            <a:r>
              <a:t>D:/pasar_fix/node_modules/.bun/domutils@3.2.2/node_modules/domutils/LICENSE</a:t>
            </a:r>
          </a:p>
          <a:p>
            <a:pPr>
              <a:defRPr sz="1200"/>
            </a:pPr>
            <a:r>
              <a:t>D:/pasar_fix/node_modules/.bun/domutils@3.2.2/node_modules/domutils/package.json</a:t>
            </a:r>
          </a:p>
          <a:p>
            <a:pPr>
              <a:defRPr sz="1200"/>
            </a:pPr>
            <a:r>
              <a:t>D:/pasar_fix/node_modules/.bun/domutils@3.2.2/node_modules/domutils/readme.md</a:t>
            </a:r>
          </a:p>
          <a:p>
            <a:pPr>
              <a:defRPr sz="1200"/>
            </a:pPr>
            <a:r>
              <a:t>D:/pasar_fix/node_modules/.bun/domutils@3.2.2/node_modules/domutils/lib/feeds.d.ts</a:t>
            </a:r>
          </a:p>
          <a:p>
            <a:pPr>
              <a:defRPr sz="1200"/>
            </a:pPr>
            <a:r>
              <a:t>D:/pasar_fix/node_modules/.bun/domutils@3.2.2/node_modules/domutils/lib/feeds.d.ts.map</a:t>
            </a:r>
          </a:p>
          <a:p>
            <a:pPr>
              <a:defRPr sz="1200"/>
            </a:pPr>
            <a:r>
              <a:t>D:/pasar_fix/node_modules/.bun/domutils@3.2.2/node_modules/domutils/lib/feeds.js</a:t>
            </a:r>
          </a:p>
          <a:p>
            <a:pPr>
              <a:defRPr sz="1200"/>
            </a:pPr>
            <a:r>
              <a:t>D:/pasar_fix/node_modules/.bun/domutils@3.2.2/node_modules/domutils/lib/feeds.js.map</a:t>
            </a:r>
          </a:p>
          <a:p>
            <a:pPr>
              <a:defRPr sz="1200"/>
            </a:pPr>
            <a:r>
              <a:t>D:/pasar_fix/node_modules/.bun/domutils@3.2.2/node_modules/domutils/lib/helpers.d.ts</a:t>
            </a:r>
          </a:p>
          <a:p>
            <a:pPr>
              <a:defRPr sz="1200"/>
            </a:pPr>
            <a:r>
              <a:t>D:/pasar_fix/node_modules/.bun/domutils@3.2.2/node_modules/domutils/lib/helpers.d.ts.map</a:t>
            </a:r>
          </a:p>
          <a:p>
            <a:pPr>
              <a:defRPr sz="1200"/>
            </a:pPr>
            <a:r>
              <a:t>D:/pasar_fix/node_modules/.bun/domutils@3.2.2/node_modules/domutils/lib/helpers.js</a:t>
            </a:r>
          </a:p>
          <a:p>
            <a:pPr>
              <a:defRPr sz="1200"/>
            </a:pPr>
            <a:r>
              <a:t>D:/pasar_fix/node_modules/.bun/domutils@3.2.2/node_modules/domutils/lib/helpers.js.map</a:t>
            </a:r>
          </a:p>
          <a:p>
            <a:pPr>
              <a:defRPr sz="1200"/>
            </a:pPr>
            <a:r>
              <a:t>D:/pasar_fix/node_modules/.bun/domutils@3.2.2/node_modules/domutils/lib/index.d.ts</a:t>
            </a:r>
          </a:p>
          <a:p>
            <a:pPr>
              <a:defRPr sz="1200"/>
            </a:pPr>
            <a:r>
              <a:t>D:/pasar_fix/node_modules/.bun/domutils@3.2.2/node_modules/domutils/lib/index.d.ts.map</a:t>
            </a:r>
          </a:p>
          <a:p>
            <a:pPr>
              <a:defRPr sz="1200"/>
            </a:pPr>
            <a:r>
              <a:t>D:/pasar_fix/node_modules/.bun/domutils@3.2.2/node_modules/domutils/lib/index.js</a:t>
            </a:r>
          </a:p>
          <a:p>
            <a:pPr>
              <a:defRPr sz="1200"/>
            </a:pPr>
            <a:r>
              <a:t>D:/pasar_fix/node_modules/.bun/domutils@3.2.2/node_modules/domutils/lib/index.js.map</a:t>
            </a:r>
          </a:p>
          <a:p>
            <a:pPr>
              <a:defRPr sz="1200"/>
            </a:pPr>
            <a:r>
              <a:t>D:/pasar_fix/node_modules/.bun/domutils@3.2.2/node_modules/domutils/lib/legacy.d.ts</a:t>
            </a:r>
          </a:p>
          <a:p>
            <a:pPr>
              <a:defRPr sz="1200"/>
            </a:pPr>
            <a:r>
              <a:t>D:/pasar_fix/node_modules/.bun/domutils@3.2.2/node_modules/domutils/lib/legacy.d.ts.map</a:t>
            </a:r>
          </a:p>
          <a:p>
            <a:pPr>
              <a:defRPr sz="1200"/>
            </a:pPr>
            <a:r>
              <a:t>D:/pasar_fix/node_modules/.bun/domutils@3.2.2/node_modules/domutils/lib/legacy.js</a:t>
            </a:r>
          </a:p>
          <a:p>
            <a:pPr>
              <a:defRPr sz="1200"/>
            </a:pPr>
            <a:r>
              <a:t>D:/pasar_fix/node_modules/.bun/domutils@3.2.2/node_modules/domutils/lib/legacy.js.map</a:t>
            </a:r>
          </a:p>
          <a:p>
            <a:pPr>
              <a:defRPr sz="1200"/>
            </a:pPr>
            <a:r>
              <a:t>D:/pasar_fix/node_modules/.bun/domutils@3.2.2/node_modules/domutils/lib/manipulation.d.ts</a:t>
            </a:r>
          </a:p>
          <a:p>
            <a:pPr>
              <a:defRPr sz="1200"/>
            </a:pPr>
            <a:r>
              <a:t>D:/pasar_fix/node_modules/.bun/domutils@3.2.2/node_modules/domutils/lib/manipulation.d.ts.map</a:t>
            </a:r>
          </a:p>
          <a:p>
            <a:pPr>
              <a:defRPr sz="1200"/>
            </a:pPr>
            <a:r>
              <a:t>D:/pasar_fix/node_modules/.bun/domutils@3.2.2/node_modules/domutils/lib/manipulation.js</a:t>
            </a:r>
          </a:p>
          <a:p>
            <a:pPr>
              <a:defRPr sz="1200"/>
            </a:pPr>
            <a:r>
              <a:t>D:/pasar_fix/node_modules/.bun/domutils@3.2.2/node_modules/domutils/lib/manipulation.js.map</a:t>
            </a:r>
          </a:p>
          <a:p>
            <a:pPr>
              <a:defRPr sz="1200"/>
            </a:pPr>
            <a:r>
              <a:t>D:/pasar_fix/node_modules/.bun/domutils@3.2.2/node_modules/domutils/lib/querying.d.ts</a:t>
            </a:r>
          </a:p>
          <a:p>
            <a:pPr>
              <a:defRPr sz="1200"/>
            </a:pPr>
            <a:r>
              <a:t>D:/pasar_fix/node_modules/.bun/domutils@3.2.2/node_modules/domutils/lib/querying.d.ts.map</a:t>
            </a:r>
          </a:p>
          <a:p>
            <a:pPr>
              <a:defRPr sz="1200"/>
            </a:pPr>
            <a:r>
              <a:t>D:/pasar_fix/node_modules/.bun/domutils@3.2.2/node_modules/domutils/lib/querying.js</a:t>
            </a:r>
          </a:p>
          <a:p>
            <a:pPr>
              <a:defRPr sz="1200"/>
            </a:pPr>
            <a:r>
              <a:t>D:/pasar_fix/node_modules/.bun/domutils@3.2.2/node_modules/domutils/lib/querying.js.map</a:t>
            </a:r>
          </a:p>
          <a:p>
            <a:pPr>
              <a:defRPr sz="1200"/>
            </a:pPr>
            <a:r>
              <a:t>D:/pasar_fix/node_modules/.bun/domutils@3.2.2/node_modules/domutils/lib/stringify.d.ts</a:t>
            </a:r>
          </a:p>
          <a:p>
            <a:pPr>
              <a:defRPr sz="1200"/>
            </a:pPr>
            <a:r>
              <a:t>D:/pasar_fix/node_modules/.bun/domutils@3.2.2/node_modules/domutils/lib/stringify.d.ts.map</a:t>
            </a:r>
          </a:p>
          <a:p>
            <a:pPr>
              <a:defRPr sz="1200"/>
            </a:pPr>
            <a:r>
              <a:t>D:/pasar_fix/node_modules/.bun/domutils@3.2.2/node_modules/domutils/lib/stringify.js</a:t>
            </a:r>
          </a:p>
          <a:p>
            <a:pPr>
              <a:defRPr sz="1200"/>
            </a:pPr>
            <a:r>
              <a:t>D:/pasar_fix/node_modules/.bun/domutils@3.2.2/node_modules/domutils/lib/stringify.js.map</a:t>
            </a:r>
          </a:p>
          <a:p>
            <a:pPr>
              <a:defRPr sz="1200"/>
            </a:pPr>
            <a:r>
              <a:t>D:/pasar_fix/node_modules/.bun/domutils@3.2.2/node_modules/domutils/lib/traversal.d.ts</a:t>
            </a:r>
          </a:p>
          <a:p>
            <a:pPr>
              <a:defRPr sz="1200"/>
            </a:pPr>
            <a:r>
              <a:t>D:/pasar_fix/node_modules/.bun/domutils@3.2.2/node_modules/domutils/lib/traversal.d.ts.map</a:t>
            </a:r>
          </a:p>
          <a:p>
            <a:pPr>
              <a:defRPr sz="1200"/>
            </a:pPr>
            <a:r>
              <a:t>D:/pasar_fix/node_modules/.bun/domutils@3.2.2/node_modules/domutils/lib/traversal.js</a:t>
            </a:r>
          </a:p>
          <a:p>
            <a:pPr>
              <a:defRPr sz="1200"/>
            </a:pPr>
            <a:r>
              <a:t>D:/pasar_fix/node_modules/.bun/domutils@3.2.2/node_modules/domutils/lib/traversal.js.map</a:t>
            </a:r>
          </a:p>
          <a:p>
            <a:pPr>
              <a:defRPr sz="1200"/>
            </a:pPr>
            <a:r>
              <a:t>D:/pasar_fix/node_modules/.bun/domutils@3.2.2/node_modules/domutils/lib/esm/feeds.d.ts</a:t>
            </a:r>
          </a:p>
          <a:p>
            <a:pPr>
              <a:defRPr sz="1200"/>
            </a:pPr>
            <a:r>
              <a:t>D:/pasar_fix/node_modules/.bun/domutils@3.2.2/node_modules/domutils/lib/esm/feeds.d.ts.map</a:t>
            </a:r>
          </a:p>
          <a:p>
            <a:pPr>
              <a:defRPr sz="1200"/>
            </a:pPr>
            <a:r>
              <a:t>D:/pasar_fix/node_modules/.bun/domutils@3.2.2/node_modules/domutils/lib/esm/feeds.js</a:t>
            </a:r>
          </a:p>
          <a:p>
            <a:pPr>
              <a:defRPr sz="1200"/>
            </a:pPr>
            <a:r>
              <a:t>D:/pasar_fix/node_modules/.bun/domutils@3.2.2/node_modules/domutils/lib/esm/feeds.js.map</a:t>
            </a:r>
          </a:p>
          <a:p>
            <a:pPr>
              <a:defRPr sz="1200"/>
            </a:pPr>
            <a:r>
              <a:t>D:/pasar_fix/node_modules/.bun/domutils@3.2.2/node_modules/domutils/lib/esm/helpers.d.ts</a:t>
            </a:r>
          </a:p>
          <a:p>
            <a:pPr>
              <a:defRPr sz="1200"/>
            </a:pPr>
            <a:r>
              <a:t>D:/pasar_fix/node_modules/.bun/domutils@3.2.2/node_modules/domutils/lib/esm/helpers.d.ts.map</a:t>
            </a:r>
          </a:p>
          <a:p>
            <a:pPr>
              <a:defRPr sz="1200"/>
            </a:pPr>
            <a:r>
              <a:t>D:/pasar_fix/node_modules/.bun/domutils@3.2.2/node_modules/domutils/lib/esm/helpers.js</a:t>
            </a:r>
          </a:p>
          <a:p>
            <a:pPr>
              <a:defRPr sz="1200"/>
            </a:pPr>
            <a:r>
              <a:t>D:/pasar_fix/node_modules/.bun/domutils@3.2.2/node_modules/domutils/lib/esm/helpers.js.map</a:t>
            </a:r>
          </a:p>
          <a:p>
            <a:pPr>
              <a:defRPr sz="1200"/>
            </a:pPr>
            <a:r>
              <a:t>D:/pasar_fix/node_modules/.bun/domutils@3.2.2/node_modules/domutils/lib/esm/index.d.ts</a:t>
            </a:r>
          </a:p>
          <a:p>
            <a:pPr>
              <a:defRPr sz="1200"/>
            </a:pPr>
            <a:r>
              <a:t>D:/pasar_fix/node_modules/.bun/domutils@3.2.2/node_modules/domutils/lib/esm/index.d.ts.map</a:t>
            </a:r>
          </a:p>
          <a:p>
            <a:pPr>
              <a:defRPr sz="1200"/>
            </a:pPr>
            <a:r>
              <a:t>D:/pasar_fix/node_modules/.bun/domutils@3.2.2/node_modules/domutils/lib/esm/index.js</a:t>
            </a:r>
          </a:p>
          <a:p>
            <a:pPr>
              <a:defRPr sz="1200"/>
            </a:pPr>
            <a:r>
              <a:t>D:/pasar_fix/node_modules/.bun/domutils@3.2.2/node_modules/domutils/lib/esm/index.js.map</a:t>
            </a:r>
          </a:p>
          <a:p>
            <a:pPr>
              <a:defRPr sz="1200"/>
            </a:pPr>
            <a:r>
              <a:t>D:/pasar_fix/node_modules/.bun/domutils@3.2.2/node_modules/domutils/lib/esm/legacy.d.ts</a:t>
            </a:r>
          </a:p>
          <a:p>
            <a:pPr>
              <a:defRPr sz="1200"/>
            </a:pPr>
            <a:r>
              <a:t>D:/pasar_fix/node_modules/.bun/domutils@3.2.2/node_modules/domutils/lib/esm/legacy.d.ts.map</a:t>
            </a:r>
          </a:p>
          <a:p>
            <a:pPr>
              <a:defRPr sz="1200"/>
            </a:pPr>
            <a:r>
              <a:t>D:/pasar_fix/node_modules/.bun/domutils@3.2.2/node_modules/domutils/lib/esm/legacy.js</a:t>
            </a:r>
          </a:p>
          <a:p>
            <a:pPr>
              <a:defRPr sz="1200"/>
            </a:pPr>
            <a:r>
              <a:t>D:/pasar_fix/node_modules/.bun/domutils@3.2.2/node_modules/domutils/lib/esm/legacy.js.map</a:t>
            </a:r>
          </a:p>
          <a:p>
            <a:pPr>
              <a:defRPr sz="1200"/>
            </a:pPr>
            <a:r>
              <a:t>D:/pasar_fix/node_modules/.bun/domutils@3.2.2/node_modules/domutils/lib/esm/manipulation.d.ts</a:t>
            </a:r>
          </a:p>
          <a:p>
            <a:pPr>
              <a:defRPr sz="1200"/>
            </a:pPr>
            <a:r>
              <a:t>D:/pasar_fix/node_modules/.bun/domutils@3.2.2/node_modules/domutils/lib/esm/manipulation.d.ts.map</a:t>
            </a:r>
          </a:p>
          <a:p>
            <a:pPr>
              <a:defRPr sz="1200"/>
            </a:pPr>
            <a:r>
              <a:t>D:/pasar_fix/node_modules/.bun/domutils@3.2.2/node_modules/domutils/lib/esm/manipulation.js</a:t>
            </a:r>
          </a:p>
          <a:p>
            <a:pPr>
              <a:defRPr sz="1200"/>
            </a:pPr>
            <a:r>
              <a:t>D:/pasar_fix/node_modules/.bun/domutils@3.2.2/node_modules/domutils/lib/esm/manipulation.js.map</a:t>
            </a:r>
          </a:p>
          <a:p>
            <a:pPr>
              <a:defRPr sz="1200"/>
            </a:pPr>
            <a:r>
              <a:t>D:/pasar_fix/node_modules/.bun/domutils@3.2.2/node_modules/domutils/lib/esm/package.json</a:t>
            </a:r>
          </a:p>
          <a:p>
            <a:pPr>
              <a:defRPr sz="1200"/>
            </a:pPr>
            <a:r>
              <a:t>D:/pasar_fix/node_modules/.bun/domutils@3.2.2/node_modules/domutils/lib/esm/querying.d.ts</a:t>
            </a:r>
          </a:p>
          <a:p>
            <a:pPr>
              <a:defRPr sz="1200"/>
            </a:pPr>
            <a:r>
              <a:t>D:/pasar_fix/node_modules/.bun/domutils@3.2.2/node_modules/domutils/lib/esm/querying.d.ts.map</a:t>
            </a:r>
          </a:p>
          <a:p>
            <a:pPr>
              <a:defRPr sz="1200"/>
            </a:pPr>
            <a:r>
              <a:t>D:/pasar_fix/node_modules/.bun/domutils@3.2.2/node_modules/domutils/lib/esm/querying.js</a:t>
            </a:r>
          </a:p>
          <a:p>
            <a:pPr>
              <a:defRPr sz="1200"/>
            </a:pPr>
            <a:r>
              <a:t>D:/pasar_fix/node_modules/.bun/domutils@3.2.2/node_modules/domutils/lib/esm/querying.js.map</a:t>
            </a:r>
          </a:p>
          <a:p>
            <a:pPr>
              <a:defRPr sz="1200"/>
            </a:pPr>
            <a:r>
              <a:t>D:/pasar_fix/node_modules/.bun/domutils@3.2.2/node_modules/domutils/lib/esm/stringify.d.ts</a:t>
            </a:r>
          </a:p>
          <a:p>
            <a:pPr>
              <a:defRPr sz="1200"/>
            </a:pPr>
            <a:r>
              <a:t>D:/pasar_fix/node_modules/.bun/domutils@3.2.2/node_modules/domutils/lib/esm/stringify.d.ts.map</a:t>
            </a:r>
          </a:p>
          <a:p>
            <a:pPr>
              <a:defRPr sz="1200"/>
            </a:pPr>
            <a:r>
              <a:t>D:/pasar_fix/node_modules/.bun/domutils@3.2.2/node_modules/domutils/lib/esm/stringify.js</a:t>
            </a:r>
          </a:p>
          <a:p>
            <a:pPr>
              <a:defRPr sz="1200"/>
            </a:pPr>
            <a:r>
              <a:t>D:/pasar_fix/node_modules/.bun/domutils@3.2.2/node_modules/domutils/lib/esm/stringify.js.map</a:t>
            </a:r>
          </a:p>
          <a:p>
            <a:pPr>
              <a:defRPr sz="1200"/>
            </a:pPr>
            <a:r>
              <a:t>D:/pasar_fix/node_modules/.bun/domutils@3.2.2/node_modules/domutils/lib/esm/traversal.d.ts</a:t>
            </a:r>
          </a:p>
          <a:p>
            <a:pPr>
              <a:defRPr sz="1200"/>
            </a:pPr>
            <a:r>
              <a:t>D:/pasar_fix/node_modules/.bun/domutils@3.2.2/node_modules/domutils/lib/esm/traversal.d.ts.map</a:t>
            </a:r>
          </a:p>
          <a:p>
            <a:pPr>
              <a:defRPr sz="1200"/>
            </a:pPr>
            <a:r>
              <a:t>D:/pasar_fix/node_modules/.bun/domutils@3.2.2/node_modules/domutils/lib/esm/traversal.js</a:t>
            </a:r>
          </a:p>
          <a:p>
            <a:pPr>
              <a:defRPr sz="1200"/>
            </a:pPr>
            <a:r>
              <a:t>D:/pasar_fix/node_modules/.bun/domutils@3.2.2/node_modules/domutils/lib/esm/traversal.js.map</a:t>
            </a:r>
          </a:p>
          <a:p>
            <a:pPr>
              <a:defRPr sz="1200"/>
            </a:pPr>
            <a:r>
              <a:t>D:/pasar_fix/node_modules/.bun/dot-prop@10.1.0/node_modules/dot-prop/index.d.ts</a:t>
            </a:r>
          </a:p>
          <a:p>
            <a:pPr>
              <a:defRPr sz="1200"/>
            </a:pPr>
            <a:r>
              <a:t>D:/pasar_fix/node_modules/.bun/dot-prop@10.1.0/node_modules/dot-prop/index.js</a:t>
            </a:r>
          </a:p>
          <a:p>
            <a:pPr>
              <a:defRPr sz="1200"/>
            </a:pPr>
            <a:r>
              <a:t>D:/pasar_fix/node_modules/.bun/dot-prop@10.1.0/node_modules/dot-prop/license</a:t>
            </a:r>
          </a:p>
          <a:p>
            <a:pPr>
              <a:defRPr sz="1200"/>
            </a:pPr>
            <a:r>
              <a:t>D:/pasar_fix/node_modules/.bun/dot-prop@10.1.0/node_modules/dot-prop/package.json</a:t>
            </a:r>
          </a:p>
          <a:p>
            <a:pPr>
              <a:defRPr sz="1200"/>
            </a:pPr>
            <a:r>
              <a:t>D:/pasar_fix/node_modules/.bun/dot-prop@10.1.0/node_modules/dot-prop/readme.md</a:t>
            </a:r>
          </a:p>
          <a:p>
            <a:pPr>
              <a:defRPr sz="1200"/>
            </a:pPr>
            <a:r>
              <a:t>D:/pasar_fix/node_modules/.bun/dotenv@17.4.2/node_modules/dotenv/CHANGELOG.md</a:t>
            </a:r>
          </a:p>
          <a:p>
            <a:pPr>
              <a:defRPr sz="1200"/>
            </a:pPr>
            <a:r>
              <a:t>D:/pasar_fix/node_modules/.bun/dotenv@17.4.2/node_modules/dotenv/config.d.ts</a:t>
            </a:r>
          </a:p>
          <a:p>
            <a:pPr>
              <a:defRPr sz="1200"/>
            </a:pPr>
            <a:r>
              <a:t>D:/pasar_fix/node_modules/.bun/dotenv@17.4.2/node_modules/dotenv/config.js</a:t>
            </a:r>
          </a:p>
          <a:p>
            <a:pPr>
              <a:defRPr sz="1200"/>
            </a:pPr>
            <a:r>
              <a:t>D:/pasar_fix/node_modules/.bun/dotenv@17.4.2/node_modules/dotenv/LICENSE</a:t>
            </a:r>
          </a:p>
          <a:p>
            <a:pPr>
              <a:defRPr sz="1200"/>
            </a:pPr>
            <a:r>
              <a:t>D:/pasar_fix/node_modules/.bun/dotenv@17.4.2/node_modules/dotenv/package.json</a:t>
            </a:r>
          </a:p>
          <a:p>
            <a:pPr>
              <a:defRPr sz="1200"/>
            </a:pPr>
            <a:r>
              <a:t>D:/pasar_fix/node_modules/.bun/dotenv@17.4.2/node_modules/dotenv/README-es.md</a:t>
            </a:r>
          </a:p>
          <a:p>
            <a:pPr>
              <a:defRPr sz="1200"/>
            </a:pPr>
            <a:r>
              <a:t>D:/pasar_fix/node_modules/.bun/dotenv@17.4.2/node_modules/dotenv/README.md</a:t>
            </a:r>
          </a:p>
          <a:p>
            <a:pPr>
              <a:defRPr sz="1200"/>
            </a:pPr>
            <a:r>
              <a:t>D:/pasar_fix/node_modules/.bun/dotenv@17.4.2/node_modules/dotenv/SECURITY.md</a:t>
            </a:r>
          </a:p>
          <a:p>
            <a:pPr>
              <a:defRPr sz="1200"/>
            </a:pPr>
            <a:r>
              <a:t>D:/pasar_fix/node_modules/.bun/dotenv@17.4.2/node_modules/dotenv/lib/cli-options.js</a:t>
            </a:r>
          </a:p>
          <a:p>
            <a:pPr>
              <a:defRPr sz="1200"/>
            </a:pPr>
            <a:r>
              <a:t>D:/pasar_fix/node_modules/.bun/dotenv@17.4.2/node_modules/dotenv/lib/env-options.js</a:t>
            </a:r>
          </a:p>
          <a:p>
            <a:pPr>
              <a:defRPr sz="1200"/>
            </a:pPr>
            <a:r>
              <a:t>D:/pasar_fix/node_modules/.bun/dotenv@17.4.2/node_modules/dotenv/lib/main.d.ts</a:t>
            </a:r>
          </a:p>
          <a:p>
            <a:pPr>
              <a:defRPr sz="1200"/>
            </a:pPr>
            <a:r>
              <a:t>D:/pasar_fix/node_modules/.bun/dotenv@17.4.2/node_modules/dotenv/lib/main.js</a:t>
            </a:r>
          </a:p>
          <a:p>
            <a:pPr>
              <a:defRPr sz="1200"/>
            </a:pPr>
            <a:r>
              <a:t>D:/pasar_fix/node_modules/.bun/dotenv@17.4.2/node_modules/dotenv/skills/dotenv/SKILL.md</a:t>
            </a:r>
          </a:p>
          <a:p>
            <a:pPr>
              <a:defRPr sz="1200"/>
            </a:pPr>
            <a:r>
              <a:t>D:/pasar_fix/node_modules/.bun/dotenv@17.4.2/node_modules/dotenv/skills/dotenvx/SKILL.md</a:t>
            </a:r>
          </a:p>
          <a:p>
            <a:pPr>
              <a:defRPr sz="1200"/>
            </a:pPr>
            <a:r>
              <a:t>D:/pasar_fix/node_modules/.bun/drizzle-kit@0.31.10/node_modules/.bin/drizzle-kit.bunx</a:t>
            </a:r>
          </a:p>
          <a:p>
            <a:pPr>
              <a:defRPr sz="1200"/>
            </a:pPr>
            <a:r>
              <a:t>D:/pasar_fix/node_modules/.bun/drizzle-kit@0.31.10/node_modules/.bin/drizzle-kit.exe</a:t>
            </a:r>
          </a:p>
          <a:p>
            <a:pPr>
              <a:defRPr sz="1200"/>
            </a:pPr>
            <a:r>
              <a:t>D:/pasar_fix/node_modules/.bun/drizzle-kit@0.31.10/node_modules/.bin/esbuild.bunx</a:t>
            </a:r>
          </a:p>
          <a:p>
            <a:pPr>
              <a:defRPr sz="1200"/>
            </a:pPr>
            <a:r>
              <a:t>D:/pasar_fix/node_modules/.bun/drizzle-kit@0.31.10/node_modules/.bin/esbuild.exe</a:t>
            </a:r>
          </a:p>
          <a:p>
            <a:pPr>
              <a:defRPr sz="1200"/>
            </a:pPr>
            <a:r>
              <a:t>D:/pasar_fix/node_modules/.bun/drizzle-kit@0.31.10/node_modules/.bin/tsx.bunx</a:t>
            </a:r>
          </a:p>
          <a:p>
            <a:pPr>
              <a:defRPr sz="1200"/>
            </a:pPr>
            <a:r>
              <a:t>D:/pasar_fix/node_modules/.bun/drizzle-kit@0.31.10/node_modules/.bin/tsx.exe</a:t>
            </a:r>
          </a:p>
          <a:p>
            <a:pPr>
              <a:defRPr sz="1200"/>
            </a:pPr>
            <a:r>
              <a:t>D:/pasar_fix/node_modules/.bun/drizzle-kit@0.31.10/node_modules/drizzle-kit/api.d.mts</a:t>
            </a:r>
          </a:p>
          <a:p>
            <a:pPr>
              <a:defRPr sz="1200"/>
            </a:pPr>
            <a:r>
              <a:t>D:/pasar_fix/node_modules/.bun/drizzle-kit@0.31.10/node_modules/drizzle-kit/api.d.ts</a:t>
            </a:r>
          </a:p>
          <a:p>
            <a:pPr>
              <a:defRPr sz="1200"/>
            </a:pPr>
            <a:r>
              <a:t>D:/pasar_fix/node_modules/.bun/drizzle-kit@0.31.10/node_modules/drizzle-kit/api.js</a:t>
            </a:r>
          </a:p>
          <a:p>
            <a:pPr>
              <a:defRPr sz="1200"/>
            </a:pPr>
            <a:r>
              <a:t>D:/pasar_fix/node_modules/.bun/drizzle-kit@0.31.10/node_modules/drizzle-kit/api.mjs</a:t>
            </a:r>
          </a:p>
          <a:p>
            <a:pPr>
              <a:defRPr sz="1200"/>
            </a:pPr>
            <a:r>
              <a:t>D:/pasar_fix/node_modules/.bun/drizzle-kit@0.31.10/node_modules/drizzle-kit/bin.cjs</a:t>
            </a:r>
          </a:p>
          <a:p>
            <a:pPr>
              <a:defRPr sz="1200"/>
            </a:pPr>
            <a:r>
              <a:t>D:/pasar_fix/node_modules/.bun/drizzle-kit@0.31.10/node_modules/drizzle-kit/index.d.mts</a:t>
            </a:r>
          </a:p>
          <a:p>
            <a:pPr>
              <a:defRPr sz="1200"/>
            </a:pPr>
            <a:r>
              <a:t>D:/pasar_fix/node_modules/.bun/drizzle-kit@0.31.10/node_modules/drizzle-kit/index.d.ts</a:t>
            </a:r>
          </a:p>
          <a:p>
            <a:pPr>
              <a:defRPr sz="1200"/>
            </a:pPr>
            <a:r>
              <a:t>D:/pasar_fix/node_modules/.bun/drizzle-kit@0.31.10/node_modules/drizzle-kit/index.js</a:t>
            </a:r>
          </a:p>
          <a:p>
            <a:pPr>
              <a:defRPr sz="1200"/>
            </a:pPr>
            <a:r>
              <a:t>D:/pasar_fix/node_modules/.bun/drizzle-kit@0.31.10/node_modules/drizzle-kit/index.mjs</a:t>
            </a:r>
          </a:p>
          <a:p>
            <a:pPr>
              <a:defRPr sz="1200"/>
            </a:pPr>
            <a:r>
              <a:t>D:/pasar_fix/node_modules/.bun/drizzle-kit@0.31.10/node_modules/drizzle-kit/package.json</a:t>
            </a:r>
          </a:p>
          <a:p>
            <a:pPr>
              <a:defRPr sz="1200"/>
            </a:pPr>
            <a:r>
              <a:t>D:/pasar_fix/node_modules/.bun/drizzle-kit@0.31.10/node_modules/drizzle-kit/README.md</a:t>
            </a:r>
          </a:p>
          <a:p>
            <a:pPr>
              <a:defRPr sz="1200"/>
            </a:pPr>
            <a:r>
              <a:t>D:/pasar_fix/node_modules/.bun/drizzle-kit@0.31.10/node_modules/drizzle-kit/utils.js</a:t>
            </a:r>
          </a:p>
          <a:p>
            <a:pPr>
              <a:defRPr sz="1200"/>
            </a:pPr>
            <a:r>
              <a:t>D:/pasar_fix/node_modules/.bun/drizzle-kit@0.31.10/node_modules/drizzle-kit/utils.mjs</a:t>
            </a:r>
          </a:p>
          <a:p>
            <a:pPr>
              <a:defRPr sz="1200"/>
            </a:pPr>
            <a:r>
              <a:t>D:/pasar_fix/node_modules/.bun/drizzle-orm@0.44.7+dd2253f5d79d0b01/node_modules/drizzle-orm/alias.cjs</a:t>
            </a:r>
          </a:p>
          <a:p>
            <a:pPr>
              <a:defRPr sz="1200"/>
            </a:pPr>
            <a:r>
              <a:t>D:/pasar_fix/node_modules/.bun/drizzle-orm@0.44.7+dd2253f5d79d0b01/node_modules/drizzle-orm/alias.cjs.map</a:t>
            </a:r>
          </a:p>
          <a:p>
            <a:pPr>
              <a:defRPr sz="1200"/>
            </a:pPr>
            <a:r>
              <a:t>D:/pasar_fix/node_modules/.bun/drizzle-orm@0.44.7+dd2253f5d79d0b01/node_modules/drizzle-orm/alias.d.cts</a:t>
            </a:r>
          </a:p>
          <a:p>
            <a:pPr>
              <a:defRPr sz="1200"/>
            </a:pPr>
            <a:r>
              <a:t>D:/pasar_fix/node_modules/.bun/drizzle-orm@0.44.7+dd2253f5d79d0b01/node_modules/drizzle-orm/alias.d.ts</a:t>
            </a:r>
          </a:p>
          <a:p>
            <a:pPr>
              <a:defRPr sz="1200"/>
            </a:pPr>
            <a:r>
              <a:t>D:/pasar_fix/node_modules/.bun/drizzle-orm@0.44.7+dd2253f5d79d0b01/node_modules/drizzle-orm/alias.js</a:t>
            </a:r>
          </a:p>
          <a:p>
            <a:pPr>
              <a:defRPr sz="1200"/>
            </a:pPr>
            <a:r>
              <a:t>D:/pasar_fix/node_modules/.bun/drizzle-orm@0.44.7+dd2253f5d79d0b01/node_modules/drizzle-orm/alias.js.map</a:t>
            </a:r>
          </a:p>
          <a:p>
            <a:pPr>
              <a:defRPr sz="1200"/>
            </a:pPr>
            <a:r>
              <a:t>D:/pasar_fix/node_modules/.bun/drizzle-orm@0.44.7+dd2253f5d79d0b01/node_modules/drizzle-orm/batch.cjs</a:t>
            </a:r>
          </a:p>
          <a:p>
            <a:pPr>
              <a:defRPr sz="1200"/>
            </a:pPr>
            <a:r>
              <a:t>D:/pasar_fix/node_modules/.bun/drizzle-orm@0.44.7+dd2253f5d79d0b01/node_modules/drizzle-orm/batch.cjs.map</a:t>
            </a:r>
          </a:p>
          <a:p>
            <a:pPr>
              <a:defRPr sz="1200"/>
            </a:pPr>
            <a:r>
              <a:t>D:/pasar_fix/node_modules/.bun/drizzle-orm@0.44.7+dd2253f5d79d0b01/node_modules/drizzle-orm/batch.d.cts</a:t>
            </a:r>
          </a:p>
          <a:p>
            <a:pPr>
              <a:defRPr sz="1200"/>
            </a:pPr>
            <a:r>
              <a:t>D:/pasar_fix/node_modules/.bun/drizzle-orm@0.44.7+dd2253f5d79d0b01/node_modules/drizzle-orm/batch.d.ts</a:t>
            </a:r>
          </a:p>
          <a:p>
            <a:pPr>
              <a:defRPr sz="1200"/>
            </a:pPr>
            <a:r>
              <a:t>D:/pasar_fix/node_modules/.bun/drizzle-orm@0.44.7+dd2253f5d79d0b01/node_modules/drizzle-orm/batch.js</a:t>
            </a:r>
          </a:p>
          <a:p>
            <a:pPr>
              <a:defRPr sz="1200"/>
            </a:pPr>
            <a:r>
              <a:t>D:/pasar_fix/node_modules/.bun/drizzle-orm@0.44.7+dd2253f5d79d0b01/node_modules/drizzle-orm/batch.js.map</a:t>
            </a:r>
          </a:p>
          <a:p>
            <a:pPr>
              <a:defRPr sz="1200"/>
            </a:pPr>
            <a:r>
              <a:t>D:/pasar_fix/node_modules/.bun/drizzle-orm@0.44.7+dd2253f5d79d0b01/node_modules/drizzle-orm/casing.cjs</a:t>
            </a:r>
          </a:p>
          <a:p>
            <a:pPr>
              <a:defRPr sz="1200"/>
            </a:pPr>
            <a:r>
              <a:t>D:/pasar_fix/node_modules/.bun/drizzle-orm@0.44.7+dd2253f5d79d0b01/node_modules/drizzle-orm/casing.cjs.map</a:t>
            </a:r>
          </a:p>
          <a:p>
            <a:pPr>
              <a:defRPr sz="1200"/>
            </a:pPr>
            <a:r>
              <a:t>D:/pasar_fix/node_modules/.bun/drizzle-orm@0.44.7+dd2253f5d79d0b01/node_modules/drizzle-orm/casing.d.cts</a:t>
            </a:r>
          </a:p>
          <a:p>
            <a:pPr>
              <a:defRPr sz="1200"/>
            </a:pPr>
            <a:r>
              <a:t>D:/pasar_fix/node_modules/.bun/drizzle-orm@0.44.7+dd2253f5d79d0b01/node_modules/drizzle-orm/casing.d.ts</a:t>
            </a:r>
          </a:p>
          <a:p>
            <a:pPr>
              <a:defRPr sz="1200"/>
            </a:pPr>
            <a:r>
              <a:t>D:/pasar_fix/node_modules/.bun/drizzle-orm@0.44.7+dd2253f5d79d0b01/node_modules/drizzle-orm/casing.js</a:t>
            </a:r>
          </a:p>
          <a:p>
            <a:pPr>
              <a:defRPr sz="1200"/>
            </a:pPr>
            <a:r>
              <a:t>D:/pasar_fix/node_modules/.bun/drizzle-orm@0.44.7+dd2253f5d79d0b01/node_modules/drizzle-orm/casing.js.map</a:t>
            </a:r>
          </a:p>
          <a:p>
            <a:pPr>
              <a:defRPr sz="1200"/>
            </a:pPr>
            <a:r>
              <a:t>D:/pasar_fix/node_modules/.bun/drizzle-orm@0.44.7+dd2253f5d79d0b01/node_modules/drizzle-orm/column-builder.cjs</a:t>
            </a:r>
          </a:p>
          <a:p>
            <a:pPr>
              <a:defRPr sz="1200"/>
            </a:pPr>
            <a:r>
              <a:t>D:/pasar_fix/node_modules/.bun/drizzle-orm@0.44.7+dd2253f5d79d0b01/node_modules/drizzle-orm/column-builder.cjs.map</a:t>
            </a:r>
          </a:p>
          <a:p>
            <a:pPr>
              <a:defRPr sz="1200"/>
            </a:pPr>
            <a:r>
              <a:t>D:/pasar_fix/node_modules/.bun/drizzle-orm@0.44.7+dd2253f5d79d0b01/node_modules/drizzle-orm/column-builder.d.cts</a:t>
            </a:r>
          </a:p>
          <a:p>
            <a:pPr>
              <a:defRPr sz="1200"/>
            </a:pPr>
            <a:r>
              <a:t>D:/pasar_fix/node_modules/.bun/drizzle-orm@0.44.7+dd2253f5d79d0b01/node_modules/drizzle-orm/column-builder.d.ts</a:t>
            </a:r>
          </a:p>
          <a:p>
            <a:pPr>
              <a:defRPr sz="1200"/>
            </a:pPr>
            <a:r>
              <a:t>D:/pasar_fix/node_modules/.bun/drizzle-orm@0.44.7+dd2253f5d79d0b01/node_modules/drizzle-orm/column-builder.js</a:t>
            </a:r>
          </a:p>
          <a:p>
            <a:pPr>
              <a:defRPr sz="1200"/>
            </a:pPr>
            <a:r>
              <a:t>D:/pasar_fix/node_modules/.bun/drizzle-orm@0.44.7+dd2253f5d79d0b01/node_modules/drizzle-orm/column-builder.js.map</a:t>
            </a:r>
          </a:p>
          <a:p>
            <a:pPr>
              <a:defRPr sz="1200"/>
            </a:pPr>
            <a:r>
              <a:t>D:/pasar_fix/node_modules/.bun/drizzle-orm@0.44.7+dd2253f5d79d0b01/node_modules/drizzle-orm/column.cjs</a:t>
            </a:r>
          </a:p>
          <a:p>
            <a:pPr>
              <a:defRPr sz="1200"/>
            </a:pPr>
            <a:r>
              <a:t>D:/pasar_fix/node_modules/.bun/drizzle-orm@0.44.7+dd2253f5d79d0b01/node_modules/drizzle-orm/column.cjs.map</a:t>
            </a:r>
          </a:p>
          <a:p>
            <a:pPr>
              <a:defRPr sz="1200"/>
            </a:pPr>
            <a:r>
              <a:t>D:/pasar_fix/node_modules/.bun/drizzle-orm@0.44.7+dd2253f5d79d0b01/node_modules/drizzle-orm/column.d.cts</a:t>
            </a:r>
          </a:p>
          <a:p>
            <a:pPr>
              <a:defRPr sz="1200"/>
            </a:pPr>
            <a:r>
              <a:t>D:/pasar_fix/node_modules/.bun/drizzle-orm@0.44.7+dd2253f5d79d0b01/node_modules/drizzle-orm/column.d.ts</a:t>
            </a:r>
          </a:p>
          <a:p>
            <a:pPr>
              <a:defRPr sz="1200"/>
            </a:pPr>
            <a:r>
              <a:t>D:/pasar_fix/node_modules/.bun/drizzle-orm@0.44.7+dd2253f5d79d0b01/node_modules/drizzle-orm/column.js</a:t>
            </a:r>
          </a:p>
          <a:p>
            <a:pPr>
              <a:defRPr sz="1200"/>
            </a:pPr>
            <a:r>
              <a:t>D:/pasar_fix/node_modules/.bun/drizzle-orm@0.44.7+dd2253f5d79d0b01/node_modules/drizzle-orm/column.js.map</a:t>
            </a:r>
          </a:p>
          <a:p>
            <a:pPr>
              <a:defRPr sz="1200"/>
            </a:pPr>
            <a:r>
              <a:t>D:/pasar_fix/node_modules/.bun/drizzle-orm@0.44.7+dd2253f5d79d0b01/node_modules/drizzle-orm/entity.cjs</a:t>
            </a:r>
          </a:p>
          <a:p>
            <a:pPr>
              <a:defRPr sz="1200"/>
            </a:pPr>
            <a:r>
              <a:t>D:/pasar_fix/node_modules/.bun/drizzle-orm@0.44.7+dd2253f5d79d0b01/node_modules/drizzle-orm/entity.cjs.map</a:t>
            </a:r>
          </a:p>
          <a:p>
            <a:pPr>
              <a:defRPr sz="1200"/>
            </a:pPr>
            <a:r>
              <a:t>D:/pasar_fix/node_modules/.bun/drizzle-orm@0.44.7+dd2253f5d79d0b01/node_modules/drizzle-orm/entity.d.cts</a:t>
            </a:r>
          </a:p>
          <a:p>
            <a:pPr>
              <a:defRPr sz="1200"/>
            </a:pPr>
            <a:r>
              <a:t>D:/pasar_fix/node_modules/.bun/drizzle-orm@0.44.7+dd2253f5d79d0b01/node_modules/drizzle-orm/entity.d.ts</a:t>
            </a:r>
          </a:p>
          <a:p>
            <a:pPr>
              <a:defRPr sz="1200"/>
            </a:pPr>
            <a:r>
              <a:t>D:/pasar_fix/node_modules/.bun/drizzle-orm@0.44.7+dd2253f5d79d0b01/node_modules/drizzle-orm/entity.js</a:t>
            </a:r>
          </a:p>
          <a:p>
            <a:pPr>
              <a:defRPr sz="1200"/>
            </a:pPr>
            <a:r>
              <a:t>D:/pasar_fix/node_modules/.bun/drizzle-orm@0.44.7+dd2253f5d79d0b01/node_modules/drizzle-orm/entity.js.map</a:t>
            </a:r>
          </a:p>
          <a:p>
            <a:pPr>
              <a:defRPr sz="1200"/>
            </a:pPr>
            <a:r>
              <a:t>D:/pasar_fix/node_modules/.bun/drizzle-orm@0.44.7+dd2253f5d79d0b01/node_modules/drizzle-orm/errors.cjs</a:t>
            </a:r>
          </a:p>
          <a:p>
            <a:pPr>
              <a:defRPr sz="1200"/>
            </a:pPr>
            <a:r>
              <a:t>D:/pasar_fix/node_modules/.bun/drizzle-orm@0.44.7+dd2253f5d79d0b01/node_modules/drizzle-orm/errors.cjs.map</a:t>
            </a:r>
          </a:p>
          <a:p>
            <a:pPr>
              <a:defRPr sz="1200"/>
            </a:pPr>
            <a:r>
              <a:t>D:/pasar_fix/node_modules/.bun/drizzle-orm@0.44.7+dd2253f5d79d0b01/node_modules/drizzle-orm/errors.d.cts</a:t>
            </a:r>
          </a:p>
          <a:p>
            <a:pPr>
              <a:defRPr sz="1200"/>
            </a:pPr>
            <a:r>
              <a:t>D:/pasar_fix/node_modules/.bun/drizzle-orm@0.44.7+dd2253f5d79d0b01/node_modules/drizzle-orm/errors.d.ts</a:t>
            </a:r>
          </a:p>
          <a:p>
            <a:pPr>
              <a:defRPr sz="1200"/>
            </a:pPr>
            <a:r>
              <a:t>D:/pasar_fix/node_modules/.bun/drizzle-orm@0.44.7+dd2253f5d79d0b01/node_modules/drizzle-orm/errors.js</a:t>
            </a:r>
          </a:p>
          <a:p>
            <a:pPr>
              <a:defRPr sz="1200"/>
            </a:pPr>
            <a:r>
              <a:t>D:/pasar_fix/node_modules/.bun/drizzle-orm@0.44.7+dd2253f5d79d0b01/node_modules/drizzle-orm/errors.js.map</a:t>
            </a:r>
          </a:p>
          <a:p>
            <a:pPr>
              <a:defRPr sz="1200"/>
            </a:pPr>
            <a:r>
              <a:t>D:/pasar_fix/node_modules/.bun/drizzle-orm@0.44.7+dd2253f5d79d0b01/node_modules/drizzle-orm/index.cjs</a:t>
            </a:r>
          </a:p>
          <a:p>
            <a:pPr>
              <a:defRPr sz="1200"/>
            </a:pPr>
            <a:r>
              <a:t>D:/pasar_fix/node_modules/.bun/drizzle-orm@0.44.7+dd2253f5d79d0b01/node_modules/drizzle-orm/index.cjs.map</a:t>
            </a:r>
          </a:p>
          <a:p>
            <a:pPr>
              <a:defRPr sz="1200"/>
            </a:pPr>
            <a:r>
              <a:t>D:/pasar_fix/node_modules/.bun/drizzle-orm@0.44.7+dd2253f5d79d0b01/node_modules/drizzle-orm/index.d.cts</a:t>
            </a:r>
          </a:p>
          <a:p>
            <a:pPr>
              <a:defRPr sz="1200"/>
            </a:pPr>
            <a:r>
              <a:t>D:/pasar_fix/node_modules/.bun/drizzle-orm@0.44.7+dd2253f5d79d0b01/node_modules/drizzle-orm/index.d.ts</a:t>
            </a:r>
          </a:p>
          <a:p>
            <a:pPr>
              <a:defRPr sz="1200"/>
            </a:pPr>
            <a:r>
              <a:t>D:/pasar_fix/node_modules/.bun/drizzle-orm@0.44.7+dd2253f5d79d0b01/node_modules/drizzle-orm/index.js</a:t>
            </a:r>
          </a:p>
          <a:p>
            <a:pPr>
              <a:defRPr sz="1200"/>
            </a:pPr>
            <a:r>
              <a:t>D:/pasar_fix/node_modules/.bun/drizzle-orm@0.44.7+dd2253f5d79d0b01/node_modules/drizzle-orm/index.js.map</a:t>
            </a:r>
          </a:p>
          <a:p>
            <a:pPr>
              <a:defRPr sz="1200"/>
            </a:pPr>
            <a:r>
              <a:t>D:/pasar_fix/node_modules/.bun/drizzle-orm@0.44.7+dd2253f5d79d0b01/node_modules/drizzle-orm/logger.cjs</a:t>
            </a:r>
          </a:p>
          <a:p>
            <a:pPr>
              <a:defRPr sz="1200"/>
            </a:pPr>
            <a:r>
              <a:t>D:/pasar_fix/node_modules/.bun/drizzle-orm@0.44.7+dd2253f5d79d0b01/node_modules/drizzle-orm/logger.cjs.map</a:t>
            </a:r>
          </a:p>
          <a:p>
            <a:pPr>
              <a:defRPr sz="1200"/>
            </a:pPr>
            <a:r>
              <a:t>D:/pasar_fix/node_modules/.bun/drizzle-orm@0.44.7+dd2253f5d79d0b01/node_modules/drizzle-orm/logger.d.cts</a:t>
            </a:r>
          </a:p>
          <a:p>
            <a:pPr>
              <a:defRPr sz="1200"/>
            </a:pPr>
            <a:r>
              <a:t>D:/pasar_fix/node_modules/.bun/drizzle-orm@0.44.7+dd2253f5d79d0b01/node_modules/drizzle-orm/logger.d.ts</a:t>
            </a:r>
          </a:p>
          <a:p>
            <a:pPr>
              <a:defRPr sz="1200"/>
            </a:pPr>
            <a:r>
              <a:t>D:/pasar_fix/node_modules/.bun/drizzle-orm@0.44.7+dd2253f5d79d0b01/node_modules/drizzle-orm/logger.js</a:t>
            </a:r>
          </a:p>
          <a:p>
            <a:pPr>
              <a:defRPr sz="1200"/>
            </a:pPr>
            <a:r>
              <a:t>D:/pasar_fix/node_modules/.bun/drizzle-orm@0.44.7+dd2253f5d79d0b01/node_modules/drizzle-orm/logger.js.map</a:t>
            </a:r>
          </a:p>
          <a:p>
            <a:pPr>
              <a:defRPr sz="1200"/>
            </a:pPr>
            <a:r>
              <a:t>D:/pasar_fix/node_modules/.bun/drizzle-orm@0.44.7+dd2253f5d79d0b01/node_modules/drizzle-orm/migrator.cjs</a:t>
            </a:r>
          </a:p>
          <a:p>
            <a:pPr>
              <a:defRPr sz="1200"/>
            </a:pPr>
            <a:r>
              <a:t>D:/pasar_fix/node_modules/.bun/drizzle-orm@0.44.7+dd2253f5d79d0b01/node_modules/drizzle-orm/migrator.cjs.map</a:t>
            </a:r>
          </a:p>
          <a:p>
            <a:pPr>
              <a:defRPr sz="1200"/>
            </a:pPr>
            <a:r>
              <a:t>D:/pasar_fix/node_modules/.bun/drizzle-orm@0.44.7+dd2253f5d79d0b01/node_modules/drizzle-orm/migrator.d.cts</a:t>
            </a:r>
          </a:p>
          <a:p>
            <a:pPr>
              <a:defRPr sz="1200"/>
            </a:pPr>
            <a:r>
              <a:t>D:/pasar_fix/node_modules/.bun/drizzle-orm@0.44.7+dd2253f5d79d0b01/node_modules/drizzle-orm/migrator.d.ts</a:t>
            </a:r>
          </a:p>
          <a:p>
            <a:pPr>
              <a:defRPr sz="1200"/>
            </a:pPr>
            <a:r>
              <a:t>D:/pasar_fix/node_modules/.bun/drizzle-orm@0.44.7+dd2253f5d79d0b01/node_modules/drizzle-orm/migrator.js</a:t>
            </a:r>
          </a:p>
          <a:p>
            <a:pPr>
              <a:defRPr sz="1200"/>
            </a:pPr>
            <a:r>
              <a:t>D:/pasar_fix/node_modules/.bun/drizzle-orm@0.44.7+dd2253f5d79d0b01/node_modules/drizzle-orm/migrator.js.map</a:t>
            </a:r>
          </a:p>
          <a:p>
            <a:pPr>
              <a:defRPr sz="1200"/>
            </a:pPr>
            <a:r>
              <a:t>D:/pasar_fix/node_modules/.bun/drizzle-orm@0.44.7+dd2253f5d79d0b01/node_modules/drizzle-orm/operations.cjs</a:t>
            </a:r>
          </a:p>
          <a:p>
            <a:pPr>
              <a:defRPr sz="1200"/>
            </a:pPr>
            <a:r>
              <a:t>D:/pasar_fix/node_modules/.bun/drizzle-orm@0.44.7+dd2253f5d79d0b01/node_modules/drizzle-orm/operations.cjs.map</a:t>
            </a:r>
          </a:p>
          <a:p>
            <a:pPr>
              <a:defRPr sz="1200"/>
            </a:pPr>
            <a:r>
              <a:t>D:/pasar_fix/node_modules/.bun/drizzle-orm@0.44.7+dd2253f5d79d0b01/node_modules/drizzle-orm/operations.d.cts</a:t>
            </a:r>
          </a:p>
          <a:p>
            <a:pPr>
              <a:defRPr sz="1200"/>
            </a:pPr>
            <a:r>
              <a:t>D:/pasar_fix/node_modules/.bun/drizzle-orm@0.44.7+dd2253f5d79d0b01/node_modules/drizzle-orm/operations.d.ts</a:t>
            </a:r>
          </a:p>
          <a:p>
            <a:pPr>
              <a:defRPr sz="1200"/>
            </a:pPr>
            <a:r>
              <a:t>D:/pasar_fix/node_modules/.bun/drizzle-orm@0.44.7+dd2253f5d79d0b01/node_modules/drizzle-orm/operations.js</a:t>
            </a:r>
          </a:p>
          <a:p>
            <a:pPr>
              <a:defRPr sz="1200"/>
            </a:pPr>
            <a:r>
              <a:t>D:/pasar_fix/node_modules/.bun/drizzle-orm@0.44.7+dd2253f5d79d0b01/node_modules/drizzle-orm/operations.js.map</a:t>
            </a:r>
          </a:p>
          <a:p>
            <a:pPr>
              <a:defRPr sz="1200"/>
            </a:pPr>
            <a:r>
              <a:t>D:/pasar_fix/node_modules/.bun/drizzle-orm@0.44.7+dd2253f5d79d0b01/node_modules/drizzle-orm/package.json</a:t>
            </a:r>
          </a:p>
          <a:p>
            <a:pPr>
              <a:defRPr sz="1200"/>
            </a:pPr>
            <a:r>
              <a:t>D:/pasar_fix/node_modules/.bun/drizzle-orm@0.44.7+dd2253f5d79d0b01/node_modules/drizzle-orm/primary-key.cjs</a:t>
            </a:r>
          </a:p>
          <a:p>
            <a:pPr>
              <a:defRPr sz="1200"/>
            </a:pPr>
            <a:r>
              <a:t>D:/pasar_fix/node_modules/.bun/drizzle-orm@0.44.7+dd2253f5d79d0b01/node_modules/drizzle-orm/primary-key.cjs.map</a:t>
            </a:r>
          </a:p>
          <a:p>
            <a:pPr>
              <a:defRPr sz="1200"/>
            </a:pPr>
            <a:r>
              <a:t>D:/pasar_fix/node_modules/.bun/drizzle-orm@0.44.7+dd2253f5d79d0b01/node_modules/drizzle-orm/primary-key.d.cts</a:t>
            </a:r>
          </a:p>
          <a:p>
            <a:pPr>
              <a:defRPr sz="1200"/>
            </a:pPr>
            <a:r>
              <a:t>D:/pasar_fix/node_modules/.bun/drizzle-orm@0.44.7+dd2253f5d79d0b01/node_modules/drizzle-orm/primary-key.d.ts</a:t>
            </a:r>
          </a:p>
          <a:p>
            <a:pPr>
              <a:defRPr sz="1200"/>
            </a:pPr>
            <a:r>
              <a:t>D:/pasar_fix/node_modules/.bun/drizzle-orm@0.44.7+dd2253f5d79d0b01/node_modules/drizzle-orm/primary-key.js</a:t>
            </a:r>
          </a:p>
          <a:p>
            <a:pPr>
              <a:defRPr sz="1200"/>
            </a:pPr>
            <a:r>
              <a:t>D:/pasar_fix/node_modules/.bun/drizzle-orm@0.44.7+dd2253f5d79d0b01/node_modules/drizzle-orm/primary-key.js.map</a:t>
            </a:r>
          </a:p>
          <a:p>
            <a:pPr>
              <a:defRPr sz="1200"/>
            </a:pPr>
            <a:r>
              <a:t>D:/pasar_fix/node_modules/.bun/drizzle-orm@0.44.7+dd2253f5d79d0b01/node_modules/drizzle-orm/query-promise.cjs</a:t>
            </a:r>
          </a:p>
          <a:p>
            <a:pPr>
              <a:defRPr sz="1200"/>
            </a:pPr>
            <a:r>
              <a:t>D:/pasar_fix/node_modules/.bun/drizzle-orm@0.44.7+dd2253f5d79d0b01/node_modules/drizzle-orm/query-promise.cjs.map</a:t>
            </a:r>
          </a:p>
          <a:p>
            <a:pPr>
              <a:defRPr sz="1200"/>
            </a:pPr>
            <a:r>
              <a:t>D:/pasar_fix/node_modules/.bun/drizzle-orm@0.44.7+dd2253f5d79d0b01/node_modules/drizzle-orm/query-promise.d.cts</a:t>
            </a:r>
          </a:p>
          <a:p>
            <a:pPr>
              <a:defRPr sz="1200"/>
            </a:pPr>
            <a:r>
              <a:t>D:/pasar_fix/node_modules/.bun/drizzle-orm@0.44.7+dd2253f5d79d0b01/node_modules/drizzle-orm/query-promise.d.ts</a:t>
            </a:r>
          </a:p>
          <a:p>
            <a:pPr>
              <a:defRPr sz="1200"/>
            </a:pPr>
            <a:r>
              <a:t>D:/pasar_fix/node_modules/.bun/drizzle-orm@0.44.7+dd2253f5d79d0b01/node_modules/drizzle-orm/query-promise.js</a:t>
            </a:r>
          </a:p>
          <a:p>
            <a:pPr>
              <a:defRPr sz="1200"/>
            </a:pPr>
            <a:r>
              <a:t>D:/pasar_fix/node_modules/.bun/drizzle-orm@0.44.7+dd2253f5d79d0b01/node_modules/drizzle-orm/query-promise.js.map</a:t>
            </a:r>
          </a:p>
          <a:p>
            <a:pPr>
              <a:defRPr sz="1200"/>
            </a:pPr>
            <a:r>
              <a:t>D:/pasar_fix/node_modules/.bun/drizzle-orm@0.44.7+dd2253f5d79d0b01/node_modules/drizzle-orm/README.md</a:t>
            </a:r>
          </a:p>
          <a:p>
            <a:pPr>
              <a:defRPr sz="1200"/>
            </a:pPr>
            <a:r>
              <a:t>D:/pasar_fix/node_modules/.bun/drizzle-orm@0.44.7+dd2253f5d79d0b01/node_modules/drizzle-orm/relations.cjs</a:t>
            </a:r>
          </a:p>
          <a:p>
            <a:pPr>
              <a:defRPr sz="1200"/>
            </a:pPr>
            <a:r>
              <a:t>D:/pasar_fix/node_modules/.bun/drizzle-orm@0.44.7+dd2253f5d79d0b01/node_modules/drizzle-orm/relations.cjs.map</a:t>
            </a:r>
          </a:p>
          <a:p>
            <a:pPr>
              <a:defRPr sz="1200"/>
            </a:pPr>
            <a:r>
              <a:t>D:/pasar_fix/node_modules/.bun/drizzle-orm@0.44.7+dd2253f5d79d0b01/node_modules/drizzle-orm/relations.d.cts</a:t>
            </a:r>
          </a:p>
          <a:p>
            <a:pPr>
              <a:defRPr sz="1200"/>
            </a:pPr>
            <a:r>
              <a:t>D:/pasar_fix/node_modules/.bun/drizzle-orm@0.44.7+dd2253f5d79d0b01/node_modules/drizzle-orm/relations.d.ts</a:t>
            </a:r>
          </a:p>
          <a:p>
            <a:pPr>
              <a:defRPr sz="1200"/>
            </a:pPr>
            <a:r>
              <a:t>D:/pasar_fix/node_modules/.bun/drizzle-orm@0.44.7+dd2253f5d79d0b01/node_modules/drizzle-orm/relations.js</a:t>
            </a:r>
          </a:p>
          <a:p>
            <a:pPr>
              <a:defRPr sz="1200"/>
            </a:pPr>
            <a:r>
              <a:t>D:/pasar_fix/node_modules/.bun/drizzle-orm@0.44.7+dd2253f5d79d0b01/node_modules/drizzle-orm/relations.js.map</a:t>
            </a:r>
          </a:p>
          <a:p>
            <a:pPr>
              <a:defRPr sz="1200"/>
            </a:pPr>
            <a:r>
              <a:t>D:/pasar_fix/node_modules/.bun/drizzle-orm@0.44.7+dd2253f5d79d0b01/node_modules/drizzle-orm/runnable-query.cjs</a:t>
            </a:r>
          </a:p>
          <a:p>
            <a:pPr>
              <a:defRPr sz="1200"/>
            </a:pPr>
            <a:r>
              <a:t>D:/pasar_fix/node_modules/.bun/drizzle-orm@0.44.7+dd2253f5d79d0b01/node_modules/drizzle-orm/runnable-query.cjs.map</a:t>
            </a:r>
          </a:p>
          <a:p>
            <a:pPr>
              <a:defRPr sz="1200"/>
            </a:pPr>
            <a:r>
              <a:t>D:/pasar_fix/node_modules/.bun/drizzle-orm@0.44.7+dd2253f5d79d0b01/node_modules/drizzle-orm/runnable-query.d.cts</a:t>
            </a:r>
          </a:p>
          <a:p>
            <a:pPr>
              <a:defRPr sz="1200"/>
            </a:pPr>
            <a:r>
              <a:t>D:/pasar_fix/node_modules/.bun/drizzle-orm@0.44.7+dd2253f5d79d0b01/node_modules/drizzle-orm/runnable-query.d.ts</a:t>
            </a:r>
          </a:p>
          <a:p>
            <a:pPr>
              <a:defRPr sz="1200"/>
            </a:pPr>
            <a:r>
              <a:t>D:/pasar_fix/node_modules/.bun/drizzle-orm@0.44.7+dd2253f5d79d0b01/node_modules/drizzle-orm/runnable-query.js</a:t>
            </a:r>
          </a:p>
          <a:p>
            <a:pPr>
              <a:defRPr sz="1200"/>
            </a:pPr>
            <a:r>
              <a:t>D:/pasar_fix/node_modules/.bun/drizzle-orm@0.44.7+dd2253f5d79d0b01/node_modules/drizzle-orm/runnable-query.js.map</a:t>
            </a:r>
          </a:p>
          <a:p>
            <a:pPr>
              <a:defRPr sz="1200"/>
            </a:pPr>
            <a:r>
              <a:t>D:/pasar_fix/node_modules/.bun/drizzle-orm@0.44.7+dd2253f5d79d0b01/node_modules/drizzle-orm/selection-proxy.cjs</a:t>
            </a:r>
          </a:p>
          <a:p>
            <a:pPr>
              <a:defRPr sz="1200"/>
            </a:pPr>
            <a:r>
              <a:t>D:/pasar_fix/node_modules/.bun/drizzle-orm@0.44.7+dd2253f5d79d0b01/node_modules/drizzle-orm/selection-proxy.cjs.map</a:t>
            </a:r>
          </a:p>
          <a:p>
            <a:pPr>
              <a:defRPr sz="1200"/>
            </a:pPr>
            <a:r>
              <a:t>D:/pasar_fix/node_modules/.bun/drizzle-orm@0.44.7+dd2253f5d79d0b01/node_modules/drizzle-orm/selection-proxy.d.cts</a:t>
            </a:r>
          </a:p>
          <a:p>
            <a:pPr>
              <a:defRPr sz="1200"/>
            </a:pPr>
            <a:r>
              <a:t>D:/pasar_fix/node_modules/.bun/drizzle-orm@0.44.7+dd2253f5d79d0b01/node_modules/drizzle-orm/selection-proxy.d.ts</a:t>
            </a:r>
          </a:p>
          <a:p>
            <a:pPr>
              <a:defRPr sz="1200"/>
            </a:pPr>
            <a:r>
              <a:t>D:/pasar_fix/node_modules/.bun/drizzle-orm@0.44.7+dd2253f5d79d0b01/node_modules/drizzle-orm/selection-proxy.js</a:t>
            </a:r>
          </a:p>
          <a:p>
            <a:pPr>
              <a:defRPr sz="1200"/>
            </a:pPr>
            <a:r>
              <a:t>D:/pasar_fix/node_modules/.bun/drizzle-orm@0.44.7+dd2253f5d79d0b01/node_modules/drizzle-orm/selection-proxy.js.map</a:t>
            </a:r>
          </a:p>
          <a:p>
            <a:pPr>
              <a:defRPr sz="1200"/>
            </a:pPr>
            <a:r>
              <a:t>D:/pasar_fix/node_modules/.bun/drizzle-orm@0.44.7+dd2253f5d79d0b01/node_modules/drizzle-orm/session.cjs</a:t>
            </a:r>
          </a:p>
          <a:p>
            <a:pPr>
              <a:defRPr sz="1200"/>
            </a:pPr>
            <a:r>
              <a:t>D:/pasar_fix/node_modules/.bun/drizzle-orm@0.44.7+dd2253f5d79d0b01/node_modules/drizzle-orm/session.cjs.map</a:t>
            </a:r>
          </a:p>
          <a:p>
            <a:pPr>
              <a:defRPr sz="1200"/>
            </a:pPr>
            <a:r>
              <a:t>D:/pasar_fix/node_modules/.bun/drizzle-orm@0.44.7+dd2253f5d79d0b01/node_modules/drizzle-orm/session.d.cts</a:t>
            </a:r>
          </a:p>
          <a:p>
            <a:pPr>
              <a:defRPr sz="1200"/>
            </a:pPr>
            <a:r>
              <a:t>D:/pasar_fix/node_modules/.bun/drizzle-orm@0.44.7+dd2253f5d79d0b01/node_modules/drizzle-orm/session.d.ts</a:t>
            </a:r>
          </a:p>
          <a:p>
            <a:pPr>
              <a:defRPr sz="1200"/>
            </a:pPr>
            <a:r>
              <a:t>D:/pasar_fix/node_modules/.bun/drizzle-orm@0.44.7+dd2253f5d79d0b01/node_modules/drizzle-orm/session.js</a:t>
            </a:r>
          </a:p>
          <a:p>
            <a:pPr>
              <a:defRPr sz="1200"/>
            </a:pPr>
            <a:r>
              <a:t>D:/pasar_fix/node_modules/.bun/drizzle-orm@0.44.7+dd2253f5d79d0b01/node_modules/drizzle-orm/session.js.map</a:t>
            </a:r>
          </a:p>
          <a:p>
            <a:pPr>
              <a:defRPr sz="1200"/>
            </a:pPr>
            <a:r>
              <a:t>D:/pasar_fix/node_modules/.bun/drizzle-orm@0.44.7+dd2253f5d79d0b01/node_modules/drizzle-orm/subquery.cjs</a:t>
            </a:r>
          </a:p>
          <a:p>
            <a:pPr>
              <a:defRPr sz="1200"/>
            </a:pPr>
            <a:r>
              <a:t>D:/pasar_fix/node_modules/.bun/drizzle-orm@0.44.7+dd2253f5d79d0b01/node_modules/drizzle-orm/subquery.cjs.map</a:t>
            </a:r>
          </a:p>
          <a:p>
            <a:pPr>
              <a:defRPr sz="1200"/>
            </a:pPr>
            <a:r>
              <a:t>D:/pasar_fix/node_modules/.bun/drizzle-orm@0.44.7+dd2253f5d79d0b01/node_modules/drizzle-orm/subquery.d.cts</a:t>
            </a:r>
          </a:p>
          <a:p>
            <a:pPr>
              <a:defRPr sz="1200"/>
            </a:pPr>
            <a:r>
              <a:t>D:/pasar_fix/node_modules/.bun/drizzle-orm@0.44.7+dd2253f5d79d0b01/node_modules/drizzle-orm/subquery.d.ts</a:t>
            </a:r>
          </a:p>
          <a:p>
            <a:pPr>
              <a:defRPr sz="1200"/>
            </a:pPr>
            <a:r>
              <a:t>D:/pasar_fix/node_modules/.bun/drizzle-orm@0.44.7+dd2253f5d79d0b01/node_modules/drizzle-orm/subquery.js</a:t>
            </a:r>
          </a:p>
          <a:p>
            <a:pPr>
              <a:defRPr sz="1200"/>
            </a:pPr>
            <a:r>
              <a:t>D:/pasar_fix/node_modules/.bun/drizzle-orm@0.44.7+dd2253f5d79d0b01/node_modules/drizzle-orm/subquery.js.map</a:t>
            </a:r>
          </a:p>
          <a:p>
            <a:pPr>
              <a:defRPr sz="1200"/>
            </a:pPr>
            <a:r>
              <a:t>D:/pasar_fix/node_modules/.bun/drizzle-orm@0.44.7+dd2253f5d79d0b01/node_modules/drizzle-orm/table.cjs</a:t>
            </a:r>
          </a:p>
          <a:p>
            <a:pPr>
              <a:defRPr sz="1200"/>
            </a:pPr>
            <a:r>
              <a:t>D:/pasar_fix/node_modules/.bun/drizzle-orm@0.44.7+dd2253f5d79d0b01/node_modules/drizzle-orm/table.cjs.map</a:t>
            </a:r>
          </a:p>
          <a:p>
            <a:pPr>
              <a:defRPr sz="1200"/>
            </a:pPr>
            <a:r>
              <a:t>D:/pasar_fix/node_modules/.bun/drizzle-orm@0.44.7+dd2253f5d79d0b01/node_modules/drizzle-orm/table.d.cts</a:t>
            </a:r>
          </a:p>
          <a:p>
            <a:pPr>
              <a:defRPr sz="1200"/>
            </a:pPr>
            <a:r>
              <a:t>D:/pasar_fix/node_modules/.bun/drizzle-orm@0.44.7+dd2253f5d79d0b01/node_modules/drizzle-orm/table.d.ts</a:t>
            </a:r>
          </a:p>
          <a:p>
            <a:pPr>
              <a:defRPr sz="1200"/>
            </a:pPr>
            <a:r>
              <a:t>D:/pasar_fix/node_modules/.bun/drizzle-orm@0.44.7+dd2253f5d79d0b01/node_modules/drizzle-orm/table.js</a:t>
            </a:r>
          </a:p>
          <a:p>
            <a:pPr>
              <a:defRPr sz="1200"/>
            </a:pPr>
            <a:r>
              <a:t>D:/pasar_fix/node_modules/.bun/drizzle-orm@0.44.7+dd2253f5d79d0b01/node_modules/drizzle-orm/table.js.map</a:t>
            </a:r>
          </a:p>
          <a:p>
            <a:pPr>
              <a:defRPr sz="1200"/>
            </a:pPr>
            <a:r>
              <a:t>D:/pasar_fix/node_modules/.bun/drizzle-orm@0.44.7+dd2253f5d79d0b01/node_modules/drizzle-orm/table.utils.cjs</a:t>
            </a:r>
          </a:p>
          <a:p>
            <a:pPr>
              <a:defRPr sz="1200"/>
            </a:pPr>
            <a:r>
              <a:t>D:/pasar_fix/node_modules/.bun/drizzle-orm@0.44.7+dd2253f5d79d0b01/node_modules/drizzle-orm/table.utils.cjs.map</a:t>
            </a:r>
          </a:p>
          <a:p>
            <a:pPr>
              <a:defRPr sz="1200"/>
            </a:pPr>
            <a:r>
              <a:t>D:/pasar_fix/node_modules/.bun/drizzle-orm@0.44.7+dd2253f5d79d0b01/node_modules/drizzle-orm/table.utils.d.cts</a:t>
            </a:r>
          </a:p>
          <a:p>
            <a:pPr>
              <a:defRPr sz="1200"/>
            </a:pPr>
            <a:r>
              <a:t>D:/pasar_fix/node_modules/.bun/drizzle-orm@0.44.7+dd2253f5d79d0b01/node_modules/drizzle-orm/table.utils.d.ts</a:t>
            </a:r>
          </a:p>
          <a:p>
            <a:pPr>
              <a:defRPr sz="1200"/>
            </a:pPr>
            <a:r>
              <a:t>D:/pasar_fix/node_modules/.bun/drizzle-orm@0.44.7+dd2253f5d79d0b01/node_modules/drizzle-orm/table.utils.js</a:t>
            </a:r>
          </a:p>
          <a:p>
            <a:pPr>
              <a:defRPr sz="1200"/>
            </a:pPr>
            <a:r>
              <a:t>D:/pasar_fix/node_modules/.bun/drizzle-orm@0.44.7+dd2253f5d79d0b01/node_modules/drizzle-orm/table.utils.js.map</a:t>
            </a:r>
          </a:p>
          <a:p>
            <a:pPr>
              <a:defRPr sz="1200"/>
            </a:pPr>
            <a:r>
              <a:t>D:/pasar_fix/node_modules/.bun/drizzle-orm@0.44.7+dd2253f5d79d0b01/node_modules/drizzle-orm/tracing-utils.cjs</a:t>
            </a:r>
          </a:p>
          <a:p>
            <a:pPr>
              <a:defRPr sz="1200"/>
            </a:pPr>
            <a:r>
              <a:t>D:/pasar_fix/node_modules/.bun/drizzle-orm@0.44.7+dd2253f5d79d0b01/node_modules/drizzle-orm/tracing-utils.cjs.map</a:t>
            </a:r>
          </a:p>
          <a:p>
            <a:pPr>
              <a:defRPr sz="1200"/>
            </a:pPr>
            <a:r>
              <a:t>D:/pasar_fix/node_modules/.bun/drizzle-orm@0.44.7+dd2253f5d79d0b01/node_modules/drizzle-orm/tracing-utils.d.cts</a:t>
            </a:r>
          </a:p>
          <a:p>
            <a:pPr>
              <a:defRPr sz="1200"/>
            </a:pPr>
            <a:r>
              <a:t>D:/pasar_fix/node_modules/.bun/drizzle-orm@0.44.7+dd2253f5d79d0b01/node_modules/drizzle-orm/tracing-utils.d.ts</a:t>
            </a:r>
          </a:p>
          <a:p>
            <a:pPr>
              <a:defRPr sz="1200"/>
            </a:pPr>
            <a:r>
              <a:t>D:/pasar_fix/node_modules/.bun/drizzle-orm@0.44.7+dd2253f5d79d0b01/node_modules/drizzle-orm/tracing-utils.js</a:t>
            </a:r>
          </a:p>
          <a:p>
            <a:pPr>
              <a:defRPr sz="1200"/>
            </a:pPr>
            <a:r>
              <a:t>D:/pasar_fix/node_modules/.bun/drizzle-orm@0.44.7+dd2253f5d79d0b01/node_modules/drizzle-orm/tracing-utils.js.map</a:t>
            </a:r>
          </a:p>
          <a:p>
            <a:pPr>
              <a:defRPr sz="1200"/>
            </a:pPr>
            <a:r>
              <a:t>D:/pasar_fix/node_modules/.bun/drizzle-orm@0.44.7+dd2253f5d79d0b01/node_modules/drizzle-orm/tracing.cjs</a:t>
            </a:r>
          </a:p>
          <a:p>
            <a:pPr>
              <a:defRPr sz="1200"/>
            </a:pPr>
            <a:r>
              <a:t>D:/pasar_fix/node_modules/.bun/drizzle-orm@0.44.7+dd2253f5d79d0b01/node_modules/drizzle-orm/tracing.cjs.map</a:t>
            </a:r>
          </a:p>
          <a:p>
            <a:pPr>
              <a:defRPr sz="1200"/>
            </a:pPr>
            <a:r>
              <a:t>D:/pasar_fix/node_modules/.bun/drizzle-orm@0.44.7+dd2253f5d79d0b01/node_modules/drizzle-orm/tracing.d.cts</a:t>
            </a:r>
          </a:p>
          <a:p>
            <a:pPr>
              <a:defRPr sz="1200"/>
            </a:pPr>
            <a:r>
              <a:t>D:/pasar_fix/node_modules/.bun/drizzle-orm@0.44.7+dd2253f5d79d0b01/node_modules/drizzle-orm/tracing.d.ts</a:t>
            </a:r>
          </a:p>
          <a:p>
            <a:pPr>
              <a:defRPr sz="1200"/>
            </a:pPr>
            <a:r>
              <a:t>D:/pasar_fix/node_modules/.bun/drizzle-orm@0.44.7+dd2253f5d79d0b01/node_modules/drizzle-orm/tracing.js</a:t>
            </a:r>
          </a:p>
          <a:p>
            <a:pPr>
              <a:defRPr sz="1200"/>
            </a:pPr>
            <a:r>
              <a:t>D:/pasar_fix/node_modules/.bun/drizzle-orm@0.44.7+dd2253f5d79d0b01/node_modules/drizzle-orm/tracing.js.map</a:t>
            </a:r>
          </a:p>
          <a:p>
            <a:pPr>
              <a:defRPr sz="1200"/>
            </a:pPr>
            <a:r>
              <a:t>D:/pasar_fix/node_modules/.bun/drizzle-orm@0.44.7+dd2253f5d79d0b01/node_modules/drizzle-orm/utils.cjs</a:t>
            </a:r>
          </a:p>
          <a:p>
            <a:pPr>
              <a:defRPr sz="1200"/>
            </a:pPr>
            <a:r>
              <a:t>D:/pasar_fix/node_modules/.bun/drizzle-orm@0.44.7+dd2253f5d79d0b01/node_modules/drizzle-orm/utils.cjs.map</a:t>
            </a:r>
          </a:p>
          <a:p>
            <a:pPr>
              <a:defRPr sz="1200"/>
            </a:pPr>
            <a:r>
              <a:t>D:/pasar_fix/node_modules/.bun/drizzle-orm@0.44.7+dd2253f5d79d0b01/node_modules/drizzle-orm/utils.d.cts</a:t>
            </a:r>
          </a:p>
          <a:p>
            <a:pPr>
              <a:defRPr sz="1200"/>
            </a:pPr>
            <a:r>
              <a:t>D:/pasar_fix/node_modules/.bun/drizzle-orm@0.44.7+dd2253f5d79d0b01/node_modules/drizzle-orm/utils.d.ts</a:t>
            </a:r>
          </a:p>
          <a:p>
            <a:pPr>
              <a:defRPr sz="1200"/>
            </a:pPr>
            <a:r>
              <a:t>D:/pasar_fix/node_modules/.bun/drizzle-orm@0.44.7+dd2253f5d79d0b01/node_modules/drizzle-orm/utils.js</a:t>
            </a:r>
          </a:p>
          <a:p>
            <a:pPr>
              <a:defRPr sz="1200"/>
            </a:pPr>
            <a:r>
              <a:t>D:/pasar_fix/node_modules/.bun/drizzle-orm@0.44.7+dd2253f5d79d0b01/node_modules/drizzle-orm/utils.js.map</a:t>
            </a:r>
          </a:p>
          <a:p>
            <a:pPr>
              <a:defRPr sz="1200"/>
            </a:pPr>
            <a:r>
              <a:t>D:/pasar_fix/node_modules/.bun/drizzle-orm@0.44.7+dd2253f5d79d0b01/node_modules/drizzle-orm/version.cjs</a:t>
            </a:r>
          </a:p>
          <a:p>
            <a:pPr>
              <a:defRPr sz="1200"/>
            </a:pPr>
            <a:r>
              <a:t>D:/pasar_fix/node_modules/.bun/drizzle-orm@0.44.7+dd2253f5d79d0b01/node_modules/drizzle-orm/version.cjs.map</a:t>
            </a:r>
          </a:p>
          <a:p>
            <a:pPr>
              <a:defRPr sz="1200"/>
            </a:pPr>
            <a:r>
              <a:t>D:/pasar_fix/node_modules/.bun/drizzle-orm@0.44.7+dd2253f5d79d0b01/node_modules/drizzle-orm/version.d.cts</a:t>
            </a:r>
          </a:p>
          <a:p>
            <a:pPr>
              <a:defRPr sz="1200"/>
            </a:pPr>
            <a:r>
              <a:t>D:/pasar_fix/node_modules/.bun/drizzle-orm@0.44.7+dd2253f5d79d0b01/node_modules/drizzle-orm/version.d.ts</a:t>
            </a:r>
          </a:p>
          <a:p>
            <a:pPr>
              <a:defRPr sz="1200"/>
            </a:pPr>
            <a:r>
              <a:t>D:/pasar_fix/node_modules/.bun/drizzle-orm@0.44.7+dd2253f5d79d0b01/node_modules/drizzle-orm/version.js</a:t>
            </a:r>
          </a:p>
          <a:p>
            <a:pPr>
              <a:defRPr sz="1200"/>
            </a:pPr>
            <a:r>
              <a:t>D:/pasar_fix/node_modules/.bun/drizzle-orm@0.44.7+dd2253f5d79d0b01/node_modules/drizzle-orm/version.js.map</a:t>
            </a:r>
          </a:p>
          <a:p>
            <a:pPr>
              <a:defRPr sz="1200"/>
            </a:pPr>
            <a:r>
              <a:t>D:/pasar_fix/node_modules/.bun/drizzle-orm@0.44.7+dd2253f5d79d0b01/node_modules/drizzle-orm/view-common.cjs</a:t>
            </a:r>
          </a:p>
          <a:p>
            <a:pPr>
              <a:defRPr sz="1200"/>
            </a:pPr>
            <a:r>
              <a:t>D:/pasar_fix/node_modules/.bun/drizzle-orm@0.44.7+dd2253f5d79d0b01/node_modules/drizzle-orm/view-common.cjs.map</a:t>
            </a:r>
          </a:p>
          <a:p>
            <a:pPr>
              <a:defRPr sz="1200"/>
            </a:pPr>
            <a:r>
              <a:t>D:/pasar_fix/node_modules/.bun/drizzle-orm@0.44.7+dd2253f5d79d0b01/node_modules/drizzle-orm/view-common.d.cts</a:t>
            </a:r>
          </a:p>
          <a:p>
            <a:pPr>
              <a:defRPr sz="1200"/>
            </a:pPr>
            <a:r>
              <a:t>D:/pasar_fix/node_modules/.bun/drizzle-orm@0.44.7+dd2253f5d79d0b01/node_modules/drizzle-orm/view-common.d.ts</a:t>
            </a:r>
          </a:p>
          <a:p>
            <a:pPr>
              <a:defRPr sz="1200"/>
            </a:pPr>
            <a:r>
              <a:t>D:/pasar_fix/node_modules/.bun/drizzle-orm@0.44.7+dd2253f5d79d0b01/node_modules/drizzle-orm/view-common.js</a:t>
            </a:r>
          </a:p>
          <a:p>
            <a:pPr>
              <a:defRPr sz="1200"/>
            </a:pPr>
            <a:r>
              <a:t>D:/pasar_fix/node_modules/.bun/drizzle-orm@0.44.7+dd2253f5d79d0b01/node_modules/drizzle-orm/view-common.js.map</a:t>
            </a:r>
          </a:p>
          <a:p>
            <a:pPr>
              <a:defRPr sz="1200"/>
            </a:pPr>
            <a:r>
              <a:t>D:/pasar_fix/node_modules/.bun/drizzle-orm@0.44.7+dd2253f5d79d0b01/node_modules/drizzle-orm/aws-data-api/common/index.cjs</a:t>
            </a:r>
          </a:p>
          <a:p>
            <a:pPr>
              <a:defRPr sz="1200"/>
            </a:pPr>
            <a:r>
              <a:t>D:/pasar_fix/node_modules/.bun/drizzle-orm@0.44.7+dd2253f5d79d0b01/node_modules/drizzle-orm/aws-data-api/common/index.cjs.map</a:t>
            </a:r>
          </a:p>
          <a:p>
            <a:pPr>
              <a:defRPr sz="1200"/>
            </a:pPr>
            <a:r>
              <a:t>D:/pasar_fix/node_modules/.bun/drizzle-orm@0.44.7+dd2253f5d79d0b01/node_modules/drizzle-orm/aws-data-api/common/index.d.cts</a:t>
            </a:r>
          </a:p>
          <a:p>
            <a:pPr>
              <a:defRPr sz="1200"/>
            </a:pPr>
            <a:r>
              <a:t>D:/pasar_fix/node_modules/.bun/drizzle-orm@0.44.7+dd2253f5d79d0b01/node_modules/drizzle-orm/aws-data-api/common/index.d.ts</a:t>
            </a:r>
          </a:p>
          <a:p>
            <a:pPr>
              <a:defRPr sz="1200"/>
            </a:pPr>
            <a:r>
              <a:t>D:/pasar_fix/node_modules/.bun/drizzle-orm@0.44.7+dd2253f5d79d0b01/node_modules/drizzle-orm/aws-data-api/common/index.js</a:t>
            </a:r>
          </a:p>
          <a:p>
            <a:pPr>
              <a:defRPr sz="1200"/>
            </a:pPr>
            <a:r>
              <a:t>D:/pasar_fix/node_modules/.bun/drizzle-orm@0.44.7+dd2253f5d79d0b01/node_modules/drizzle-orm/aws-data-api/common/index.js.map</a:t>
            </a:r>
          </a:p>
          <a:p>
            <a:pPr>
              <a:defRPr sz="1200"/>
            </a:pPr>
            <a:r>
              <a:t>D:/pasar_fix/node_modules/.bun/drizzle-orm@0.44.7+dd2253f5d79d0b01/node_modules/drizzle-orm/aws-data-api/pg/driver.cjs</a:t>
            </a:r>
          </a:p>
          <a:p>
            <a:pPr>
              <a:defRPr sz="1200"/>
            </a:pPr>
            <a:r>
              <a:t>D:/pasar_fix/node_modules/.bun/drizzle-orm@0.44.7+dd2253f5d79d0b01/node_modules/drizzle-orm/aws-data-api/pg/driver.cjs.map</a:t>
            </a:r>
          </a:p>
          <a:p>
            <a:pPr>
              <a:defRPr sz="1200"/>
            </a:pPr>
            <a:r>
              <a:t>D:/pasar_fix/node_modules/.bun/drizzle-orm@0.44.7+dd2253f5d79d0b01/node_modules/drizzle-orm/aws-data-api/pg/driver.d.cts</a:t>
            </a:r>
          </a:p>
          <a:p>
            <a:pPr>
              <a:defRPr sz="1200"/>
            </a:pPr>
            <a:r>
              <a:t>D:/pasar_fix/node_modules/.bun/drizzle-orm@0.44.7+dd2253f5d79d0b01/node_modules/drizzle-orm/aws-data-api/pg/driver.d.ts</a:t>
            </a:r>
          </a:p>
          <a:p>
            <a:pPr>
              <a:defRPr sz="1200"/>
            </a:pPr>
            <a:r>
              <a:t>D:/pasar_fix/node_modules/.bun/drizzle-orm@0.44.7+dd2253f5d79d0b01/node_modules/drizzle-orm/aws-data-api/pg/driver.js</a:t>
            </a:r>
          </a:p>
          <a:p>
            <a:pPr>
              <a:defRPr sz="1200"/>
            </a:pPr>
            <a:r>
              <a:t>D:/pasar_fix/node_modules/.bun/drizzle-orm@0.44.7+dd2253f5d79d0b01/node_modules/drizzle-orm/aws-data-api/pg/driver.js.map</a:t>
            </a:r>
          </a:p>
          <a:p>
            <a:pPr>
              <a:defRPr sz="1200"/>
            </a:pPr>
            <a:r>
              <a:t>D:/pasar_fix/node_modules/.bun/drizzle-orm@0.44.7+dd2253f5d79d0b01/node_modules/drizzle-orm/aws-data-api/pg/index.cjs</a:t>
            </a:r>
          </a:p>
          <a:p>
            <a:pPr>
              <a:defRPr sz="1200"/>
            </a:pPr>
            <a:r>
              <a:t>D:/pasar_fix/node_modules/.bun/drizzle-orm@0.44.7+dd2253f5d79d0b01/node_modules/drizzle-orm/aws-data-api/pg/index.cjs.map</a:t>
            </a:r>
          </a:p>
          <a:p>
            <a:pPr>
              <a:defRPr sz="1200"/>
            </a:pPr>
            <a:r>
              <a:t>D:/pasar_fix/node_modules/.bun/drizzle-orm@0.44.7+dd2253f5d79d0b01/node_modules/drizzle-orm/aws-data-api/pg/index.d.cts</a:t>
            </a:r>
          </a:p>
          <a:p>
            <a:pPr>
              <a:defRPr sz="1200"/>
            </a:pPr>
            <a:r>
              <a:t>D:/pasar_fix/node_modules/.bun/drizzle-orm@0.44.7+dd2253f5d79d0b01/node_modules/drizzle-orm/aws-data-api/pg/index.d.ts</a:t>
            </a:r>
          </a:p>
          <a:p>
            <a:pPr>
              <a:defRPr sz="1200"/>
            </a:pPr>
            <a:r>
              <a:t>D:/pasar_fix/node_modules/.bun/drizzle-orm@0.44.7+dd2253f5d79d0b01/node_modules/drizzle-orm/aws-data-api/pg/index.js</a:t>
            </a:r>
          </a:p>
          <a:p>
            <a:pPr>
              <a:defRPr sz="1200"/>
            </a:pPr>
            <a:r>
              <a:t>D:/pasar_fix/node_modules/.bun/drizzle-orm@0.44.7+dd2253f5d79d0b01/node_modules/drizzle-orm/aws-data-api/pg/index.js.map</a:t>
            </a:r>
          </a:p>
          <a:p>
            <a:pPr>
              <a:defRPr sz="1200"/>
            </a:pPr>
            <a:r>
              <a:t>D:/pasar_fix/node_modules/.bun/drizzle-orm@0.44.7+dd2253f5d79d0b01/node_modules/drizzle-orm/aws-data-api/pg/migrator.cjs</a:t>
            </a:r>
          </a:p>
          <a:p>
            <a:pPr>
              <a:defRPr sz="1200"/>
            </a:pPr>
            <a:r>
              <a:t>D:/pasar_fix/node_modules/.bun/drizzle-orm@0.44.7+dd2253f5d79d0b01/node_modules/drizzle-orm/aws-data-api/pg/migrator.cjs.map</a:t>
            </a:r>
          </a:p>
          <a:p>
            <a:pPr>
              <a:defRPr sz="1200"/>
            </a:pPr>
            <a:r>
              <a:t>D:/pasar_fix/node_modules/.bun/drizzle-orm@0.44.7+dd2253f5d79d0b01/node_modules/drizzle-orm/aws-data-api/pg/migrator.d.cts</a:t>
            </a:r>
          </a:p>
          <a:p>
            <a:pPr>
              <a:defRPr sz="1200"/>
            </a:pPr>
            <a:r>
              <a:t>D:/pasar_fix/node_modules/.bun/drizzle-orm@0.44.7+dd2253f5d79d0b01/node_modules/drizzle-orm/aws-data-api/pg/migrator.d.ts</a:t>
            </a:r>
          </a:p>
          <a:p>
            <a:pPr>
              <a:defRPr sz="1200"/>
            </a:pPr>
            <a:r>
              <a:t>D:/pasar_fix/node_modules/.bun/drizzle-orm@0.44.7+dd2253f5d79d0b01/node_modules/drizzle-orm/aws-data-api/pg/migrator.js</a:t>
            </a:r>
          </a:p>
          <a:p>
            <a:pPr>
              <a:defRPr sz="1200"/>
            </a:pPr>
            <a:r>
              <a:t>D:/pasar_fix/node_modules/.bun/drizzle-orm@0.44.7+dd2253f5d79d0b01/node_modules/drizzle-orm/aws-data-api/pg/migrator.js.map</a:t>
            </a:r>
          </a:p>
          <a:p>
            <a:pPr>
              <a:defRPr sz="1200"/>
            </a:pPr>
            <a:r>
              <a:t>D:/pasar_fix/node_modules/.bun/drizzle-orm@0.44.7+dd2253f5d79d0b01/node_modules/drizzle-orm/aws-data-api/pg/session.cjs</a:t>
            </a:r>
          </a:p>
          <a:p>
            <a:pPr>
              <a:defRPr sz="1200"/>
            </a:pPr>
            <a:r>
              <a:t>D:/pasar_fix/node_modules/.bun/drizzle-orm@0.44.7+dd2253f5d79d0b01/node_modules/drizzle-orm/aws-data-api/pg/session.cjs.map</a:t>
            </a:r>
          </a:p>
          <a:p>
            <a:pPr>
              <a:defRPr sz="1200"/>
            </a:pPr>
            <a:r>
              <a:t>D:/pasar_fix/node_modules/.bun/drizzle-orm@0.44.7+dd2253f5d79d0b01/node_modules/drizzle-orm/aws-data-api/pg/session.d.cts</a:t>
            </a:r>
          </a:p>
          <a:p>
            <a:pPr>
              <a:defRPr sz="1200"/>
            </a:pPr>
            <a:r>
              <a:t>D:/pasar_fix/node_modules/.bun/drizzle-orm@0.44.7+dd2253f5d79d0b01/node_modules/drizzle-orm/aws-data-api/pg/session.d.ts</a:t>
            </a:r>
          </a:p>
          <a:p>
            <a:pPr>
              <a:defRPr sz="1200"/>
            </a:pPr>
            <a:r>
              <a:t>D:/pasar_fix/node_modules/.bun/drizzle-orm@0.44.7+dd2253f5d79d0b01/node_modules/drizzle-orm/aws-data-api/pg/session.js</a:t>
            </a:r>
          </a:p>
          <a:p>
            <a:pPr>
              <a:defRPr sz="1200"/>
            </a:pPr>
            <a:r>
              <a:t>D:/pasar_fix/node_modules/.bun/drizzle-orm@0.44.7+dd2253f5d79d0b01/node_modules/drizzle-orm/aws-data-api/pg/session.js.map</a:t>
            </a:r>
          </a:p>
          <a:p>
            <a:pPr>
              <a:defRPr sz="1200"/>
            </a:pPr>
            <a:r>
              <a:t>D:/pasar_fix/node_modules/.bun/drizzle-orm@0.44.7+dd2253f5d79d0b01/node_modules/drizzle-orm/better-sqlite3/driver.cjs</a:t>
            </a:r>
          </a:p>
          <a:p>
            <a:pPr>
              <a:defRPr sz="1200"/>
            </a:pPr>
            <a:r>
              <a:t>D:/pasar_fix/node_modules/.bun/drizzle-orm@0.44.7+dd2253f5d79d0b01/node_modules/drizzle-orm/better-sqlite3/driver.cjs.map</a:t>
            </a:r>
          </a:p>
          <a:p>
            <a:pPr>
              <a:defRPr sz="1200"/>
            </a:pPr>
            <a:r>
              <a:t>D:/pasar_fix/node_modules/.bun/drizzle-orm@0.44.7+dd2253f5d79d0b01/node_modules/drizzle-orm/better-sqlite3/driver.d.cts</a:t>
            </a:r>
          </a:p>
          <a:p>
            <a:pPr>
              <a:defRPr sz="1200"/>
            </a:pPr>
            <a:r>
              <a:t>D:/pasar_fix/node_modules/.bun/drizzle-orm@0.44.7+dd2253f5d79d0b01/node_modules/drizzle-orm/better-sqlite3/driver.d.ts</a:t>
            </a:r>
          </a:p>
          <a:p>
            <a:pPr>
              <a:defRPr sz="1200"/>
            </a:pPr>
            <a:r>
              <a:t>D:/pasar_fix/node_modules/.bun/drizzle-orm@0.44.7+dd2253f5d79d0b01/node_modules/drizzle-orm/better-sqlite3/driver.js</a:t>
            </a:r>
          </a:p>
          <a:p>
            <a:pPr>
              <a:defRPr sz="1200"/>
            </a:pPr>
            <a:r>
              <a:t>D:/pasar_fix/node_modules/.bun/drizzle-orm@0.44.7+dd2253f5d79d0b01/node_modules/drizzle-orm/better-sqlite3/driver.js.map</a:t>
            </a:r>
          </a:p>
          <a:p>
            <a:pPr>
              <a:defRPr sz="1200"/>
            </a:pPr>
            <a:r>
              <a:t>D:/pasar_fix/node_modules/.bun/drizzle-orm@0.44.7+dd2253f5d79d0b01/node_modules/drizzle-orm/better-sqlite3/index.cjs</a:t>
            </a:r>
          </a:p>
          <a:p>
            <a:pPr>
              <a:defRPr sz="1200"/>
            </a:pPr>
            <a:r>
              <a:t>D:/pasar_fix/node_modules/.bun/drizzle-orm@0.44.7+dd2253f5d79d0b01/node_modules/drizzle-orm/better-sqlite3/index.cjs.map</a:t>
            </a:r>
          </a:p>
          <a:p>
            <a:pPr>
              <a:defRPr sz="1200"/>
            </a:pPr>
            <a:r>
              <a:t>D:/pasar_fix/node_modules/.bun/drizzle-orm@0.44.7+dd2253f5d79d0b01/node_modules/drizzle-orm/better-sqlite3/index.d.cts</a:t>
            </a:r>
          </a:p>
          <a:p>
            <a:pPr>
              <a:defRPr sz="1200"/>
            </a:pPr>
            <a:r>
              <a:t>D:/pasar_fix/node_modules/.bun/drizzle-orm@0.44.7+dd2253f5d79d0b01/node_modules/drizzle-orm/better-sqlite3/index.d.ts</a:t>
            </a:r>
          </a:p>
          <a:p>
            <a:pPr>
              <a:defRPr sz="1200"/>
            </a:pPr>
            <a:r>
              <a:t>D:/pasar_fix/node_modules/.bun/drizzle-orm@0.44.7+dd2253f5d79d0b01/node_modules/drizzle-orm/better-sqlite3/index.js</a:t>
            </a:r>
          </a:p>
          <a:p>
            <a:pPr>
              <a:defRPr sz="1200"/>
            </a:pPr>
            <a:r>
              <a:t>D:/pasar_fix/node_modules/.bun/drizzle-orm@0.44.7+dd2253f5d79d0b01/node_modules/drizzle-orm/better-sqlite3/index.js.map</a:t>
            </a:r>
          </a:p>
          <a:p>
            <a:pPr>
              <a:defRPr sz="1200"/>
            </a:pPr>
            <a:r>
              <a:t>D:/pasar_fix/node_modules/.bun/drizzle-orm@0.44.7+dd2253f5d79d0b01/node_modules/drizzle-orm/better-sqlite3/migrator.cjs</a:t>
            </a:r>
          </a:p>
          <a:p>
            <a:pPr>
              <a:defRPr sz="1200"/>
            </a:pPr>
            <a:r>
              <a:t>D:/pasar_fix/node_modules/.bun/drizzle-orm@0.44.7+dd2253f5d79d0b01/node_modules/drizzle-orm/better-sqlite3/migrator.cjs.map</a:t>
            </a:r>
          </a:p>
          <a:p>
            <a:pPr>
              <a:defRPr sz="1200"/>
            </a:pPr>
            <a:r>
              <a:t>D:/pasar_fix/node_modules/.bun/drizzle-orm@0.44.7+dd2253f5d79d0b01/node_modules/drizzle-orm/better-sqlite3/migrator.d.cts</a:t>
            </a:r>
          </a:p>
          <a:p>
            <a:pPr>
              <a:defRPr sz="1200"/>
            </a:pPr>
            <a:r>
              <a:t>D:/pasar_fix/node_modules/.bun/drizzle-orm@0.44.7+dd2253f5d79d0b01/node_modules/drizzle-orm/better-sqlite3/migrator.d.ts</a:t>
            </a:r>
          </a:p>
          <a:p>
            <a:pPr>
              <a:defRPr sz="1200"/>
            </a:pPr>
            <a:r>
              <a:t>D:/pasar_fix/node_modules/.bun/drizzle-orm@0.44.7+dd2253f5d79d0b01/node_modules/drizzle-orm/better-sqlite3/migrator.js</a:t>
            </a:r>
          </a:p>
          <a:p>
            <a:pPr>
              <a:defRPr sz="1200"/>
            </a:pPr>
            <a:r>
              <a:t>D:/pasar_fix/node_modules/.bun/drizzle-orm@0.44.7+dd2253f5d79d0b01/node_modules/drizzle-orm/better-sqlite3/migrator.js.map</a:t>
            </a:r>
          </a:p>
          <a:p>
            <a:pPr>
              <a:defRPr sz="1200"/>
            </a:pPr>
            <a:r>
              <a:t>D:/pasar_fix/node_modules/.bun/drizzle-orm@0.44.7+dd2253f5d79d0b01/node_modules/drizzle-orm/better-sqlite3/session.cjs</a:t>
            </a:r>
          </a:p>
          <a:p>
            <a:pPr>
              <a:defRPr sz="1200"/>
            </a:pPr>
            <a:r>
              <a:t>D:/pasar_fix/node_modules/.bun/drizzle-orm@0.44.7+dd2253f5d79d0b01/node_modules/drizzle-orm/better-sqlite3/session.cjs.map</a:t>
            </a:r>
          </a:p>
          <a:p>
            <a:pPr>
              <a:defRPr sz="1200"/>
            </a:pPr>
            <a:r>
              <a:t>D:/pasar_fix/node_modules/.bun/drizzle-orm@0.44.7+dd2253f5d79d0b01/node_modules/drizzle-orm/better-sqlite3/session.d.cts</a:t>
            </a:r>
          </a:p>
          <a:p>
            <a:pPr>
              <a:defRPr sz="1200"/>
            </a:pPr>
            <a:r>
              <a:t>D:/pasar_fix/node_modules/.bun/drizzle-orm@0.44.7+dd2253f5d79d0b01/node_modules/drizzle-orm/better-sqlite3/session.d.ts</a:t>
            </a:r>
          </a:p>
          <a:p>
            <a:pPr>
              <a:defRPr sz="1200"/>
            </a:pPr>
            <a:r>
              <a:t>D:/pasar_fix/node_modules/.bun/drizzle-orm@0.44.7+dd2253f5d79d0b01/node_modules/drizzle-orm/better-sqlite3/session.js</a:t>
            </a:r>
          </a:p>
          <a:p>
            <a:pPr>
              <a:defRPr sz="1200"/>
            </a:pPr>
            <a:r>
              <a:t>D:/pasar_fix/node_modules/.bun/drizzle-orm@0.44.7+dd2253f5d79d0b01/node_modules/drizzle-orm/better-sqlite3/session.js.map</a:t>
            </a:r>
          </a:p>
          <a:p>
            <a:pPr>
              <a:defRPr sz="1200"/>
            </a:pPr>
            <a:r>
              <a:t>D:/pasar_fix/node_modules/.bun/drizzle-orm@0.44.7+dd2253f5d79d0b01/node_modules/drizzle-orm/bun-sql/driver.cjs</a:t>
            </a:r>
          </a:p>
          <a:p>
            <a:pPr>
              <a:defRPr sz="1200"/>
            </a:pPr>
            <a:r>
              <a:t>D:/pasar_fix/node_modules/.bun/drizzle-orm@0.44.7+dd2253f5d79d0b01/node_modules/drizzle-orm/bun-sql/driver.cjs.map</a:t>
            </a:r>
          </a:p>
          <a:p>
            <a:pPr>
              <a:defRPr sz="1200"/>
            </a:pPr>
            <a:r>
              <a:t>D:/pasar_fix/node_modules/.bun/drizzle-orm@0.44.7+dd2253f5d79d0b01/node_modules/drizzle-orm/bun-sql/driver.d.cts</a:t>
            </a:r>
          </a:p>
          <a:p>
            <a:pPr>
              <a:defRPr sz="1200"/>
            </a:pPr>
            <a:r>
              <a:t>D:/pasar_fix/node_modules/.bun/drizzle-orm@0.44.7+dd2253f5d79d0b01/node_modules/drizzle-orm/bun-sql/driver.d.ts</a:t>
            </a:r>
          </a:p>
          <a:p>
            <a:pPr>
              <a:defRPr sz="1200"/>
            </a:pPr>
            <a:r>
              <a:t>D:/pasar_fix/node_modules/.bun/drizzle-orm@0.44.7+dd2253f5d79d0b01/node_modules/drizzle-orm/bun-sql/driver.js</a:t>
            </a:r>
          </a:p>
          <a:p>
            <a:pPr>
              <a:defRPr sz="1200"/>
            </a:pPr>
            <a:r>
              <a:t>D:/pasar_fix/node_modules/.bun/drizzle-orm@0.44.7+dd2253f5d79d0b01/node_modules/drizzle-orm/bun-sql/driver.js.map</a:t>
            </a:r>
          </a:p>
          <a:p>
            <a:pPr>
              <a:defRPr sz="1200"/>
            </a:pPr>
            <a:r>
              <a:t>D:/pasar_fix/node_modules/.bun/drizzle-orm@0.44.7+dd2253f5d79d0b01/node_modules/drizzle-orm/bun-sql/index.cjs</a:t>
            </a:r>
          </a:p>
          <a:p>
            <a:pPr>
              <a:defRPr sz="1200"/>
            </a:pPr>
            <a:r>
              <a:t>D:/pasar_fix/node_modules/.bun/drizzle-orm@0.44.7+dd2253f5d79d0b01/node_modules/drizzle-orm/bun-sql/index.cjs.map</a:t>
            </a:r>
          </a:p>
          <a:p>
            <a:pPr>
              <a:defRPr sz="1200"/>
            </a:pPr>
            <a:r>
              <a:t>D:/pasar_fix/node_modules/.bun/drizzle-orm@0.44.7+dd2253f5d79d0b01/node_modules/drizzle-orm/bun-sql/index.d.cts</a:t>
            </a:r>
          </a:p>
          <a:p>
            <a:pPr>
              <a:defRPr sz="1200"/>
            </a:pPr>
            <a:r>
              <a:t>D:/pasar_fix/node_modules/.bun/drizzle-orm@0.44.7+dd2253f5d79d0b01/node_modules/drizzle-orm/bun-sql/index.d.ts</a:t>
            </a:r>
          </a:p>
          <a:p>
            <a:pPr>
              <a:defRPr sz="1200"/>
            </a:pPr>
            <a:r>
              <a:t>D:/pasar_fix/node_modules/.bun/drizzle-orm@0.44.7+dd2253f5d79d0b01/node_modules/drizzle-orm/bun-sql/index.js</a:t>
            </a:r>
          </a:p>
          <a:p>
            <a:pPr>
              <a:defRPr sz="1200"/>
            </a:pPr>
            <a:r>
              <a:t>D:/pasar_fix/node_modules/.bun/drizzle-orm@0.44.7+dd2253f5d79d0b01/node_modules/drizzle-orm/bun-sql/index.js.map</a:t>
            </a:r>
          </a:p>
          <a:p>
            <a:pPr>
              <a:defRPr sz="1200"/>
            </a:pPr>
            <a:r>
              <a:t>D:/pasar_fix/node_modules/.bun/drizzle-orm@0.44.7+dd2253f5d79d0b01/node_modules/drizzle-orm/bun-sql/migrator.cjs</a:t>
            </a:r>
          </a:p>
          <a:p>
            <a:pPr>
              <a:defRPr sz="1200"/>
            </a:pPr>
            <a:r>
              <a:t>D:/pasar_fix/node_modules/.bun/drizzle-orm@0.44.7+dd2253f5d79d0b01/node_modules/drizzle-orm/bun-sql/migrator.cjs.map</a:t>
            </a:r>
          </a:p>
          <a:p>
            <a:pPr>
              <a:defRPr sz="1200"/>
            </a:pPr>
            <a:r>
              <a:t>D:/pasar_fix/node_modules/.bun/drizzle-orm@0.44.7+dd2253f5d79d0b01/node_modules/drizzle-orm/bun-sql/migrator.d.cts</a:t>
            </a:r>
          </a:p>
          <a:p>
            <a:pPr>
              <a:defRPr sz="1200"/>
            </a:pPr>
            <a:r>
              <a:t>D:/pasar_fix/node_modules/.bun/drizzle-orm@0.44.7+dd2253f5d79d0b01/node_modules/drizzle-orm/bun-sql/migrator.d.ts</a:t>
            </a:r>
          </a:p>
          <a:p>
            <a:pPr>
              <a:defRPr sz="1200"/>
            </a:pPr>
            <a:r>
              <a:t>D:/pasar_fix/node_modules/.bun/drizzle-orm@0.44.7+dd2253f5d79d0b01/node_modules/drizzle-orm/bun-sql/migrator.js</a:t>
            </a:r>
          </a:p>
          <a:p>
            <a:pPr>
              <a:defRPr sz="1200"/>
            </a:pPr>
            <a:r>
              <a:t>D:/pasar_fix/node_modules/.bun/drizzle-orm@0.44.7+dd2253f5d79d0b01/node_modules/drizzle-orm/bun-sql/migrator.js.map</a:t>
            </a:r>
          </a:p>
          <a:p>
            <a:pPr>
              <a:defRPr sz="1200"/>
            </a:pPr>
            <a:r>
              <a:t>D:/pasar_fix/node_modules/.bun/drizzle-orm@0.44.7+dd2253f5d79d0b01/node_modules/drizzle-orm/bun-sql/session.cjs</a:t>
            </a:r>
          </a:p>
          <a:p>
            <a:pPr>
              <a:defRPr sz="1200"/>
            </a:pPr>
            <a:r>
              <a:t>D:/pasar_fix/node_modules/.bun/drizzle-orm@0.44.7+dd2253f5d79d0b01/node_modules/drizzle-orm/bun-sql/session.cjs.map</a:t>
            </a:r>
          </a:p>
          <a:p>
            <a:pPr>
              <a:defRPr sz="1200"/>
            </a:pPr>
            <a:r>
              <a:t>D:/pasar_fix/node_modules/.bun/drizzle-orm@0.44.7+dd2253f5d79d0b01/node_modules/drizzle-orm/bun-sql/session.d.cts</a:t>
            </a:r>
          </a:p>
          <a:p>
            <a:pPr>
              <a:defRPr sz="1200"/>
            </a:pPr>
            <a:r>
              <a:t>D:/pasar_fix/node_modules/.bun/drizzle-orm@0.44.7+dd2253f5d79d0b01/node_modules/drizzle-orm/bun-sql/session.d.ts</a:t>
            </a:r>
          </a:p>
          <a:p>
            <a:pPr>
              <a:defRPr sz="1200"/>
            </a:pPr>
            <a:r>
              <a:t>D:/pasar_fix/node_modules/.bun/drizzle-orm@0.44.7+dd2253f5d79d0b01/node_modules/drizzle-orm/bun-sql/session.js</a:t>
            </a:r>
          </a:p>
          <a:p>
            <a:pPr>
              <a:defRPr sz="1200"/>
            </a:pPr>
            <a:r>
              <a:t>D:/pasar_fix/node_modules/.bun/drizzle-orm@0.44.7+dd2253f5d79d0b01/node_modules/drizzle-orm/bun-sql/session.js.map</a:t>
            </a:r>
          </a:p>
          <a:p>
            <a:pPr>
              <a:defRPr sz="1200"/>
            </a:pPr>
            <a:r>
              <a:t>D:/pasar_fix/node_modules/.bun/drizzle-orm@0.44.7+dd2253f5d79d0b01/node_modules/drizzle-orm/bun-sqlite/driver.cjs</a:t>
            </a:r>
          </a:p>
          <a:p>
            <a:pPr>
              <a:defRPr sz="1200"/>
            </a:pPr>
            <a:r>
              <a:t>D:/pasar_fix/node_modules/.bun/drizzle-orm@0.44.7+dd2253f5d79d0b01/node_modules/drizzle-orm/bun-sqlite/driver.cjs.map</a:t>
            </a:r>
          </a:p>
          <a:p>
            <a:pPr>
              <a:defRPr sz="1200"/>
            </a:pPr>
            <a:r>
              <a:t>D:/pasar_fix/node_modules/.bun/drizzle-orm@0.44.7+dd2253f5d79d0b01/node_modules/drizzle-orm/bun-sqlite/driver.d.cts</a:t>
            </a:r>
          </a:p>
          <a:p>
            <a:pPr>
              <a:defRPr sz="1200"/>
            </a:pPr>
            <a:r>
              <a:t>D:/pasar_fix/node_modules/.bun/drizzle-orm@0.44.7+dd2253f5d79d0b01/node_modules/drizzle-orm/bun-sqlite/driver.d.ts</a:t>
            </a:r>
          </a:p>
          <a:p>
            <a:pPr>
              <a:defRPr sz="1200"/>
            </a:pPr>
            <a:r>
              <a:t>D:/pasar_fix/node_modules/.bun/drizzle-orm@0.44.7+dd2253f5d79d0b01/node_modules/drizzle-orm/bun-sqlite/driver.js</a:t>
            </a:r>
          </a:p>
          <a:p>
            <a:pPr>
              <a:defRPr sz="1200"/>
            </a:pPr>
            <a:r>
              <a:t>D:/pasar_fix/node_modules/.bun/drizzle-orm@0.44.7+dd2253f5d79d0b01/node_modules/drizzle-orm/bun-sqlite/driver.js.map</a:t>
            </a:r>
          </a:p>
          <a:p>
            <a:pPr>
              <a:defRPr sz="1200"/>
            </a:pPr>
            <a:r>
              <a:t>D:/pasar_fix/node_modules/.bun/drizzle-orm@0.44.7+dd2253f5d79d0b01/node_modules/drizzle-orm/bun-sqlite/index.cjs</a:t>
            </a:r>
          </a:p>
          <a:p>
            <a:pPr>
              <a:defRPr sz="1200"/>
            </a:pPr>
            <a:r>
              <a:t>D:/pasar_fix/node_modules/.bun/drizzle-orm@0.44.7+dd2253f5d79d0b01/node_modules/drizzle-orm/bun-sqlite/index.cjs.map</a:t>
            </a:r>
          </a:p>
          <a:p>
            <a:pPr>
              <a:defRPr sz="1200"/>
            </a:pPr>
            <a:r>
              <a:t>D:/pasar_fix/node_modules/.bun/drizzle-orm@0.44.7+dd2253f5d79d0b01/node_modules/drizzle-orm/bun-sqlite/index.d.cts</a:t>
            </a:r>
          </a:p>
          <a:p>
            <a:pPr>
              <a:defRPr sz="1200"/>
            </a:pPr>
            <a:r>
              <a:t>D:/pasar_fix/node_modules/.bun/drizzle-orm@0.44.7+dd2253f5d79d0b01/node_modules/drizzle-orm/bun-sqlite/index.d.ts</a:t>
            </a:r>
          </a:p>
          <a:p>
            <a:pPr>
              <a:defRPr sz="1200"/>
            </a:pPr>
            <a:r>
              <a:t>D:/pasar_fix/node_modules/.bun/drizzle-orm@0.44.7+dd2253f5d79d0b01/node_modules/drizzle-orm/bun-sqlite/index.js</a:t>
            </a:r>
          </a:p>
          <a:p>
            <a:pPr>
              <a:defRPr sz="1200"/>
            </a:pPr>
            <a:r>
              <a:t>D:/pasar_fix/node_modules/.bun/drizzle-orm@0.44.7+dd2253f5d79d0b01/node_modules/drizzle-orm/bun-sqlite/index.js.map</a:t>
            </a:r>
          </a:p>
          <a:p>
            <a:pPr>
              <a:defRPr sz="1200"/>
            </a:pPr>
            <a:r>
              <a:t>D:/pasar_fix/node_modules/.bun/drizzle-orm@0.44.7+dd2253f5d79d0b01/node_modules/drizzle-orm/bun-sqlite/migrator.cjs</a:t>
            </a:r>
          </a:p>
          <a:p>
            <a:pPr>
              <a:defRPr sz="1200"/>
            </a:pPr>
            <a:r>
              <a:t>D:/pasar_fix/node_modules/.bun/drizzle-orm@0.44.7+dd2253f5d79d0b01/node_modules/drizzle-orm/bun-sqlite/migrator.cjs.map</a:t>
            </a:r>
          </a:p>
          <a:p>
            <a:pPr>
              <a:defRPr sz="1200"/>
            </a:pPr>
            <a:r>
              <a:t>D:/pasar_fix/node_modules/.bun/drizzle-orm@0.44.7+dd2253f5d79d0b01/node_modules/drizzle-orm/bun-sqlite/migrator.d.cts</a:t>
            </a:r>
          </a:p>
          <a:p>
            <a:pPr>
              <a:defRPr sz="1200"/>
            </a:pPr>
            <a:r>
              <a:t>D:/pasar_fix/node_modules/.bun/drizzle-orm@0.44.7+dd2253f5d79d0b01/node_modules/drizzle-orm/bun-sqlite/migrator.d.ts</a:t>
            </a:r>
          </a:p>
          <a:p>
            <a:pPr>
              <a:defRPr sz="1200"/>
            </a:pPr>
            <a:r>
              <a:t>D:/pasar_fix/node_modules/.bun/drizzle-orm@0.44.7+dd2253f5d79d0b01/node_modules/drizzle-orm/bun-sqlite/migrator.js</a:t>
            </a:r>
          </a:p>
          <a:p>
            <a:pPr>
              <a:defRPr sz="1200"/>
            </a:pPr>
            <a:r>
              <a:t>D:/pasar_fix/node_modules/.bun/drizzle-orm@0.44.7+dd2253f5d79d0b01/node_modules/drizzle-orm/bun-sqlite/migrator.js.map</a:t>
            </a:r>
          </a:p>
          <a:p>
            <a:pPr>
              <a:defRPr sz="1200"/>
            </a:pPr>
            <a:r>
              <a:t>D:/pasar_fix/node_modules/.bun/drizzle-orm@0.44.7+dd2253f5d79d0b01/node_modules/drizzle-orm/bun-sqlite/session.cjs</a:t>
            </a:r>
          </a:p>
          <a:p>
            <a:pPr>
              <a:defRPr sz="1200"/>
            </a:pPr>
            <a:r>
              <a:t>D:/pasar_fix/node_modules/.bun/drizzle-orm@0.44.7+dd2253f5d79d0b01/node_modules/drizzle-orm/bun-sqlite/session.cjs.map</a:t>
            </a:r>
          </a:p>
          <a:p>
            <a:pPr>
              <a:defRPr sz="1200"/>
            </a:pPr>
            <a:r>
              <a:t>D:/pasar_fix/node_modules/.bun/drizzle-orm@0.44.7+dd2253f5d79d0b01/node_modules/drizzle-orm/bun-sqlite/session.d.cts</a:t>
            </a:r>
          </a:p>
          <a:p>
            <a:pPr>
              <a:defRPr sz="1200"/>
            </a:pPr>
            <a:r>
              <a:t>D:/pasar_fix/node_modules/.bun/drizzle-orm@0.44.7+dd2253f5d79d0b01/node_modules/drizzle-orm/bun-sqlite/session.d.ts</a:t>
            </a:r>
          </a:p>
          <a:p>
            <a:pPr>
              <a:defRPr sz="1200"/>
            </a:pPr>
            <a:r>
              <a:t>D:/pasar_fix/node_modules/.bun/drizzle-orm@0.44.7+dd2253f5d79d0b01/node_modules/drizzle-orm/bun-sqlite/session.js</a:t>
            </a:r>
          </a:p>
          <a:p>
            <a:pPr>
              <a:defRPr sz="1200"/>
            </a:pPr>
            <a:r>
              <a:t>D:/pasar_fix/node_modules/.bun/drizzle-orm@0.44.7+dd2253f5d79d0b01/node_modules/drizzle-orm/bun-sqlite/session.js.map</a:t>
            </a:r>
          </a:p>
          <a:p>
            <a:pPr>
              <a:defRPr sz="1200"/>
            </a:pPr>
            <a:r>
              <a:t>D:/pasar_fix/node_modules/.bun/drizzle-orm@0.44.7+dd2253f5d79d0b01/node_modules/drizzle-orm/cache/core/cache.cjs</a:t>
            </a:r>
          </a:p>
          <a:p>
            <a:pPr>
              <a:defRPr sz="1200"/>
            </a:pPr>
            <a:r>
              <a:t>D:/pasar_fix/node_modules/.bun/drizzle-orm@0.44.7+dd2253f5d79d0b01/node_modules/drizzle-orm/cache/core/cache.cjs.map</a:t>
            </a:r>
          </a:p>
          <a:p>
            <a:pPr>
              <a:defRPr sz="1200"/>
            </a:pPr>
            <a:r>
              <a:t>D:/pasar_fix/node_modules/.bun/drizzle-orm@0.44.7+dd2253f5d79d0b01/node_modules/drizzle-orm/cache/core/cache.d.cts</a:t>
            </a:r>
          </a:p>
          <a:p>
            <a:pPr>
              <a:defRPr sz="1200"/>
            </a:pPr>
            <a:r>
              <a:t>D:/pasar_fix/node_modules/.bun/drizzle-orm@0.44.7+dd2253f5d79d0b01/node_modules/drizzle-orm/cache/core/cache.d.ts</a:t>
            </a:r>
          </a:p>
          <a:p>
            <a:pPr>
              <a:defRPr sz="1200"/>
            </a:pPr>
            <a:r>
              <a:t>D:/pasar_fix/node_modules/.bun/drizzle-orm@0.44.7+dd2253f5d79d0b01/node_modules/drizzle-orm/cache/core/cache.js</a:t>
            </a:r>
          </a:p>
          <a:p>
            <a:pPr>
              <a:defRPr sz="1200"/>
            </a:pPr>
            <a:r>
              <a:t>D:/pasar_fix/node_modules/.bun/drizzle-orm@0.44.7+dd2253f5d79d0b01/node_modules/drizzle-orm/cache/core/cache.js.map</a:t>
            </a:r>
          </a:p>
          <a:p>
            <a:pPr>
              <a:defRPr sz="1200"/>
            </a:pPr>
            <a:r>
              <a:t>D:/pasar_fix/node_modules/.bun/drizzle-orm@0.44.7+dd2253f5d79d0b01/node_modules/drizzle-orm/cache/core/index.cjs</a:t>
            </a:r>
          </a:p>
          <a:p>
            <a:pPr>
              <a:defRPr sz="1200"/>
            </a:pPr>
            <a:r>
              <a:t>D:/pasar_fix/node_modules/.bun/drizzle-orm@0.44.7+dd2253f5d79d0b01/node_modules/drizzle-orm/cache/core/index.cjs.map</a:t>
            </a:r>
          </a:p>
          <a:p>
            <a:pPr>
              <a:defRPr sz="1200"/>
            </a:pPr>
            <a:r>
              <a:t>D:/pasar_fix/node_modules/.bun/drizzle-orm@0.44.7+dd2253f5d79d0b01/node_modules/drizzle-orm/cache/core/index.d.cts</a:t>
            </a:r>
          </a:p>
          <a:p>
            <a:pPr>
              <a:defRPr sz="1200"/>
            </a:pPr>
            <a:r>
              <a:t>D:/pasar_fix/node_modules/.bun/drizzle-orm@0.44.7+dd2253f5d79d0b01/node_modules/drizzle-orm/cache/core/index.d.ts</a:t>
            </a:r>
          </a:p>
          <a:p>
            <a:pPr>
              <a:defRPr sz="1200"/>
            </a:pPr>
            <a:r>
              <a:t>D:/pasar_fix/node_modules/.bun/drizzle-orm@0.44.7+dd2253f5d79d0b01/node_modules/drizzle-orm/cache/core/index.js</a:t>
            </a:r>
          </a:p>
          <a:p>
            <a:pPr>
              <a:defRPr sz="1200"/>
            </a:pPr>
            <a:r>
              <a:t>D:/pasar_fix/node_modules/.bun/drizzle-orm@0.44.7+dd2253f5d79d0b01/node_modules/drizzle-orm/cache/core/index.js.map</a:t>
            </a:r>
          </a:p>
          <a:p>
            <a:pPr>
              <a:defRPr sz="1200"/>
            </a:pPr>
            <a:r>
              <a:t>D:/pasar_fix/node_modules/.bun/drizzle-orm@0.44.7+dd2253f5d79d0b01/node_modules/drizzle-orm/cache/core/types.cjs</a:t>
            </a:r>
          </a:p>
          <a:p>
            <a:pPr>
              <a:defRPr sz="1200"/>
            </a:pPr>
            <a:r>
              <a:t>D:/pasar_fix/node_modules/.bun/drizzle-orm@0.44.7+dd2253f5d79d0b01/node_modules/drizzle-orm/cache/core/types.cjs.map</a:t>
            </a:r>
          </a:p>
          <a:p>
            <a:pPr>
              <a:defRPr sz="1200"/>
            </a:pPr>
            <a:r>
              <a:t>D:/pasar_fix/node_modules/.bun/drizzle-orm@0.44.7+dd2253f5d79d0b01/node_modules/drizzle-orm/cache/core/types.d.cts</a:t>
            </a:r>
          </a:p>
          <a:p>
            <a:pPr>
              <a:defRPr sz="1200"/>
            </a:pPr>
            <a:r>
              <a:t>D:/pasar_fix/node_modules/.bun/drizzle-orm@0.44.7+dd2253f5d79d0b01/node_modules/drizzle-orm/cache/core/types.d.ts</a:t>
            </a:r>
          </a:p>
          <a:p>
            <a:pPr>
              <a:defRPr sz="1200"/>
            </a:pPr>
            <a:r>
              <a:t>D:/pasar_fix/node_modules/.bun/drizzle-orm@0.44.7+dd2253f5d79d0b01/node_modules/drizzle-orm/cache/core/types.js</a:t>
            </a:r>
          </a:p>
          <a:p>
            <a:pPr>
              <a:defRPr sz="1200"/>
            </a:pPr>
            <a:r>
              <a:t>D:/pasar_fix/node_modules/.bun/drizzle-orm@0.44.7+dd2253f5d79d0b01/node_modules/drizzle-orm/cache/core/types.js.map</a:t>
            </a:r>
          </a:p>
          <a:p>
            <a:pPr>
              <a:defRPr sz="1200"/>
            </a:pPr>
            <a:r>
              <a:t>D:/pasar_fix/node_modules/.bun/drizzle-orm@0.44.7+dd2253f5d79d0b01/node_modules/drizzle-orm/cache/upstash/cache.cjs</a:t>
            </a:r>
          </a:p>
          <a:p>
            <a:pPr>
              <a:defRPr sz="1200"/>
            </a:pPr>
            <a:r>
              <a:t>D:/pasar_fix/node_modules/.bun/drizzle-orm@0.44.7+dd2253f5d79d0b01/node_modules/drizzle-orm/cache/upstash/cache.cjs.map</a:t>
            </a:r>
          </a:p>
          <a:p>
            <a:pPr>
              <a:defRPr sz="1200"/>
            </a:pPr>
            <a:r>
              <a:t>D:/pasar_fix/node_modules/.bun/drizzle-orm@0.44.7+dd2253f5d79d0b01/node_modules/drizzle-orm/cache/upstash/cache.d.cts</a:t>
            </a:r>
          </a:p>
          <a:p>
            <a:pPr>
              <a:defRPr sz="1200"/>
            </a:pPr>
            <a:r>
              <a:t>D:/pasar_fix/node_modules/.bun/drizzle-orm@0.44.7+dd2253f5d79d0b01/node_modules/drizzle-orm/cache/upstash/cache.d.ts</a:t>
            </a:r>
          </a:p>
          <a:p>
            <a:pPr>
              <a:defRPr sz="1200"/>
            </a:pPr>
            <a:r>
              <a:t>D:/pasar_fix/node_modules/.bun/drizzle-orm@0.44.7+dd2253f5d79d0b01/node_modules/drizzle-orm/cache/upstash/cache.js</a:t>
            </a:r>
          </a:p>
          <a:p>
            <a:pPr>
              <a:defRPr sz="1200"/>
            </a:pPr>
            <a:r>
              <a:t>D:/pasar_fix/node_modules/.bun/drizzle-orm@0.44.7+dd2253f5d79d0b01/node_modules/drizzle-orm/cache/upstash/cache.js.map</a:t>
            </a:r>
          </a:p>
          <a:p>
            <a:pPr>
              <a:defRPr sz="1200"/>
            </a:pPr>
            <a:r>
              <a:t>D:/pasar_fix/node_modules/.bun/drizzle-orm@0.44.7+dd2253f5d79d0b01/node_modules/drizzle-orm/cache/upstash/index.cjs</a:t>
            </a:r>
          </a:p>
          <a:p>
            <a:pPr>
              <a:defRPr sz="1200"/>
            </a:pPr>
            <a:r>
              <a:t>D:/pasar_fix/node_modules/.bun/drizzle-orm@0.44.7+dd2253f5d79d0b01/node_modules/drizzle-orm/cache/upstash/index.cjs.map</a:t>
            </a:r>
          </a:p>
          <a:p>
            <a:pPr>
              <a:defRPr sz="1200"/>
            </a:pPr>
            <a:r>
              <a:t>D:/pasar_fix/node_modules/.bun/drizzle-orm@0.44.7+dd2253f5d79d0b01/node_modules/drizzle-orm/cache/upstash/index.d.cts</a:t>
            </a:r>
          </a:p>
          <a:p>
            <a:pPr>
              <a:defRPr sz="1200"/>
            </a:pPr>
            <a:r>
              <a:t>D:/pasar_fix/node_modules/.bun/drizzle-orm@0.44.7+dd2253f5d79d0b01/node_modules/drizzle-orm/cache/upstash/index.d.ts</a:t>
            </a:r>
          </a:p>
          <a:p>
            <a:pPr>
              <a:defRPr sz="1200"/>
            </a:pPr>
            <a:r>
              <a:t>D:/pasar_fix/node_modules/.bun/drizzle-orm@0.44.7+dd2253f5d79d0b01/node_modules/drizzle-orm/cache/upstash/index.js</a:t>
            </a:r>
          </a:p>
          <a:p>
            <a:pPr>
              <a:defRPr sz="1200"/>
            </a:pPr>
            <a:r>
              <a:t>D:/pasar_fix/node_modules/.bun/drizzle-orm@0.44.7+dd2253f5d79d0b01/node_modules/drizzle-orm/cache/upstash/index.js.map</a:t>
            </a:r>
          </a:p>
          <a:p>
            <a:pPr>
              <a:defRPr sz="1200"/>
            </a:pPr>
            <a:r>
              <a:t>D:/pasar_fix/node_modules/.bun/drizzle-orm@0.44.7+dd2253f5d79d0b01/node_modules/drizzle-orm/d1/driver.cjs</a:t>
            </a:r>
          </a:p>
          <a:p>
            <a:pPr>
              <a:defRPr sz="1200"/>
            </a:pPr>
            <a:r>
              <a:t>D:/pasar_fix/node_modules/.bun/drizzle-orm@0.44.7+dd2253f5d79d0b01/node_modules/drizzle-orm/d1/driver.cjs.map</a:t>
            </a:r>
          </a:p>
          <a:p>
            <a:pPr>
              <a:defRPr sz="1200"/>
            </a:pPr>
            <a:r>
              <a:t>D:/pasar_fix/node_modules/.bun/drizzle-orm@0.44.7+dd2253f5d79d0b01/node_modules/drizzle-orm/d1/driver.d.cts</a:t>
            </a:r>
          </a:p>
          <a:p>
            <a:pPr>
              <a:defRPr sz="1200"/>
            </a:pPr>
            <a:r>
              <a:t>D:/pasar_fix/node_modules/.bun/drizzle-orm@0.44.7+dd2253f5d79d0b01/node_modules/drizzle-orm/d1/driver.d.ts</a:t>
            </a:r>
          </a:p>
          <a:p>
            <a:pPr>
              <a:defRPr sz="1200"/>
            </a:pPr>
            <a:r>
              <a:t>D:/pasar_fix/node_modules/.bun/drizzle-orm@0.44.7+dd2253f5d79d0b01/node_modules/drizzle-orm/d1/driver.js</a:t>
            </a:r>
          </a:p>
          <a:p>
            <a:pPr>
              <a:defRPr sz="1200"/>
            </a:pPr>
            <a:r>
              <a:t>D:/pasar_fix/node_modules/.bun/drizzle-orm@0.44.7+dd2253f5d79d0b01/node_modules/drizzle-orm/d1/driver.js.map</a:t>
            </a:r>
          </a:p>
          <a:p>
            <a:pPr>
              <a:defRPr sz="1200"/>
            </a:pPr>
            <a:r>
              <a:t>D:/pasar_fix/node_modules/.bun/drizzle-orm@0.44.7+dd2253f5d79d0b01/node_modules/drizzle-orm/d1/index.cjs</a:t>
            </a:r>
          </a:p>
          <a:p>
            <a:pPr>
              <a:defRPr sz="1200"/>
            </a:pPr>
            <a:r>
              <a:t>D:/pasar_fix/node_modules/.bun/drizzle-orm@0.44.7+dd2253f5d79d0b01/node_modules/drizzle-orm/d1/index.cjs.map</a:t>
            </a:r>
          </a:p>
          <a:p>
            <a:pPr>
              <a:defRPr sz="1200"/>
            </a:pPr>
            <a:r>
              <a:t>D:/pasar_fix/node_modules/.bun/drizzle-orm@0.44.7+dd2253f5d79d0b01/node_modules/drizzle-orm/d1/index.d.cts</a:t>
            </a:r>
          </a:p>
          <a:p>
            <a:pPr>
              <a:defRPr sz="1200"/>
            </a:pPr>
            <a:r>
              <a:t>D:/pasar_fix/node_modules/.bun/drizzle-orm@0.44.7+dd2253f5d79d0b01/node_modules/drizzle-orm/d1/index.d.ts</a:t>
            </a:r>
          </a:p>
          <a:p>
            <a:pPr>
              <a:defRPr sz="1200"/>
            </a:pPr>
            <a:r>
              <a:t>D:/pasar_fix/node_modules/.bun/drizzle-orm@0.44.7+dd2253f5d79d0b01/node_modules/drizzle-orm/d1/index.js</a:t>
            </a:r>
          </a:p>
          <a:p>
            <a:pPr>
              <a:defRPr sz="1200"/>
            </a:pPr>
            <a:r>
              <a:t>D:/pasar_fix/node_modules/.bun/drizzle-orm@0.44.7+dd2253f5d79d0b01/node_modules/drizzle-orm/d1/index.js.map</a:t>
            </a:r>
          </a:p>
          <a:p>
            <a:pPr>
              <a:defRPr sz="1200"/>
            </a:pPr>
            <a:r>
              <a:t>D:/pasar_fix/node_modules/.bun/drizzle-orm@0.44.7+dd2253f5d79d0b01/node_modules/drizzle-orm/d1/migrator.cjs</a:t>
            </a:r>
          </a:p>
          <a:p>
            <a:pPr>
              <a:defRPr sz="1200"/>
            </a:pPr>
            <a:r>
              <a:t>D:/pasar_fix/node_modules/.bun/drizzle-orm@0.44.7+dd2253f5d79d0b01/node_modules/drizzle-orm/d1/migrator.cjs.map</a:t>
            </a:r>
          </a:p>
          <a:p>
            <a:pPr>
              <a:defRPr sz="1200"/>
            </a:pPr>
            <a:r>
              <a:t>D:/pasar_fix/node_modules/.bun/drizzle-orm@0.44.7+dd2253f5d79d0b01/node_modules/drizzle-orm/d1/migrator.d.cts</a:t>
            </a:r>
          </a:p>
          <a:p>
            <a:pPr>
              <a:defRPr sz="1200"/>
            </a:pPr>
            <a:r>
              <a:t>D:/pasar_fix/node_modules/.bun/drizzle-orm@0.44.7+dd2253f5d79d0b01/node_modules/drizzle-orm/d1/migrator.d.ts</a:t>
            </a:r>
          </a:p>
          <a:p>
            <a:pPr>
              <a:defRPr sz="1200"/>
            </a:pPr>
            <a:r>
              <a:t>D:/pasar_fix/node_modules/.bun/drizzle-orm@0.44.7+dd2253f5d79d0b01/node_modules/drizzle-orm/d1/migrator.js</a:t>
            </a:r>
          </a:p>
          <a:p>
            <a:pPr>
              <a:defRPr sz="1200"/>
            </a:pPr>
            <a:r>
              <a:t>D:/pasar_fix/node_modules/.bun/drizzle-orm@0.44.7+dd2253f5d79d0b01/node_modules/drizzle-orm/d1/migrator.js.map</a:t>
            </a:r>
          </a:p>
          <a:p>
            <a:pPr>
              <a:defRPr sz="1200"/>
            </a:pPr>
            <a:r>
              <a:t>D:/pasar_fix/node_modules/.bun/drizzle-orm@0.44.7+dd2253f5d79d0b01/node_modules/drizzle-orm/d1/session.cjs</a:t>
            </a:r>
          </a:p>
          <a:p>
            <a:pPr>
              <a:defRPr sz="1200"/>
            </a:pPr>
            <a:r>
              <a:t>D:/pasar_fix/node_modules/.bun/drizzle-orm@0.44.7+dd2253f5d79d0b01/node_modules/drizzle-orm/d1/session.cjs.map</a:t>
            </a:r>
          </a:p>
          <a:p>
            <a:pPr>
              <a:defRPr sz="1200"/>
            </a:pPr>
            <a:r>
              <a:t>D:/pasar_fix/node_modules/.bun/drizzle-orm@0.44.7+dd2253f5d79d0b01/node_modules/drizzle-orm/d1/session.d.cts</a:t>
            </a:r>
          </a:p>
          <a:p>
            <a:pPr>
              <a:defRPr sz="1200"/>
            </a:pPr>
            <a:r>
              <a:t>D:/pasar_fix/node_modules/.bun/drizzle-orm@0.44.7+dd2253f5d79d0b01/node_modules/drizzle-orm/d1/session.d.ts</a:t>
            </a:r>
          </a:p>
          <a:p>
            <a:pPr>
              <a:defRPr sz="1200"/>
            </a:pPr>
            <a:r>
              <a:t>D:/pasar_fix/node_modules/.bun/drizzle-orm@0.44.7+dd2253f5d79d0b01/node_modules/drizzle-orm/d1/session.js</a:t>
            </a:r>
          </a:p>
          <a:p>
            <a:pPr>
              <a:defRPr sz="1200"/>
            </a:pPr>
            <a:r>
              <a:t>D:/pasar_fix/node_modules/.bun/drizzle-orm@0.44.7+dd2253f5d79d0b01/node_modules/drizzle-orm/d1/session.js.map</a:t>
            </a:r>
          </a:p>
          <a:p>
            <a:pPr>
              <a:defRPr sz="1200"/>
            </a:pPr>
            <a:r>
              <a:t>D:/pasar_fix/node_modules/.bun/drizzle-orm@0.44.7+dd2253f5d79d0b01/node_modules/drizzle-orm/durable-sqlite/driver.cjs</a:t>
            </a:r>
          </a:p>
          <a:p>
            <a:pPr>
              <a:defRPr sz="1200"/>
            </a:pPr>
            <a:r>
              <a:t>D:/pasar_fix/node_modules/.bun/drizzle-orm@0.44.7+dd2253f5d79d0b01/node_modules/drizzle-orm/durable-sqlite/driver.cjs.map</a:t>
            </a:r>
          </a:p>
          <a:p>
            <a:pPr>
              <a:defRPr sz="1200"/>
            </a:pPr>
            <a:r>
              <a:t>D:/pasar_fix/node_modules/.bun/drizzle-orm@0.44.7+dd2253f5d79d0b01/node_modules/drizzle-orm/durable-sqlite/driver.d.cts</a:t>
            </a:r>
          </a:p>
          <a:p>
            <a:pPr>
              <a:defRPr sz="1200"/>
            </a:pPr>
            <a:r>
              <a:t>D:/pasar_fix/node_modules/.bun/drizzle-orm@0.44.7+dd2253f5d79d0b01/node_modules/drizzle-orm/durable-sqlite/driver.d.ts</a:t>
            </a:r>
          </a:p>
          <a:p>
            <a:pPr>
              <a:defRPr sz="1200"/>
            </a:pPr>
            <a:r>
              <a:t>D:/pasar_fix/node_modules/.bun/drizzle-orm@0.44.7+dd2253f5d79d0b01/node_modules/drizzle-orm/durable-sqlite/driver.js</a:t>
            </a:r>
          </a:p>
          <a:p>
            <a:pPr>
              <a:defRPr sz="1200"/>
            </a:pPr>
            <a:r>
              <a:t>D:/pasar_fix/node_modules/.bun/drizzle-orm@0.44.7+dd2253f5d79d0b01/node_modules/drizzle-orm/durable-sqlite/driver.js.map</a:t>
            </a:r>
          </a:p>
          <a:p>
            <a:pPr>
              <a:defRPr sz="1200"/>
            </a:pPr>
            <a:r>
              <a:t>D:/pasar_fix/node_modules/.bun/drizzle-orm@0.44.7+dd2253f5d79d0b01/node_modules/drizzle-orm/durable-sqlite/index.cjs</a:t>
            </a:r>
          </a:p>
          <a:p>
            <a:pPr>
              <a:defRPr sz="1200"/>
            </a:pPr>
            <a:r>
              <a:t>D:/pasar_fix/node_modules/.bun/drizzle-orm@0.44.7+dd2253f5d79d0b01/node_modules/drizzle-orm/durable-sqlite/index.cjs.map</a:t>
            </a:r>
          </a:p>
          <a:p>
            <a:pPr>
              <a:defRPr sz="1200"/>
            </a:pPr>
            <a:r>
              <a:t>D:/pasar_fix/node_modules/.bun/drizzle-orm@0.44.7+dd2253f5d79d0b01/node_modules/drizzle-orm/durable-sqlite/index.d.cts</a:t>
            </a:r>
          </a:p>
          <a:p>
            <a:pPr>
              <a:defRPr sz="1200"/>
            </a:pPr>
            <a:r>
              <a:t>D:/pasar_fix/node_modules/.bun/drizzle-orm@0.44.7+dd2253f5d79d0b01/node_modules/drizzle-orm/durable-sqlite/index.d.ts</a:t>
            </a:r>
          </a:p>
          <a:p>
            <a:pPr>
              <a:defRPr sz="1200"/>
            </a:pPr>
            <a:r>
              <a:t>D:/pasar_fix/node_modules/.bun/drizzle-orm@0.44.7+dd2253f5d79d0b01/node_modules/drizzle-orm/durable-sqlite/index.js</a:t>
            </a:r>
          </a:p>
          <a:p>
            <a:pPr>
              <a:defRPr sz="1200"/>
            </a:pPr>
            <a:r>
              <a:t>D:/pasar_fix/node_modules/.bun/drizzle-orm@0.44.7+dd2253f5d79d0b01/node_modules/drizzle-orm/durable-sqlite/index.js.map</a:t>
            </a:r>
          </a:p>
          <a:p>
            <a:pPr>
              <a:defRPr sz="1200"/>
            </a:pPr>
            <a:r>
              <a:t>D:/pasar_fix/node_modules/.bun/drizzle-orm@0.44.7+dd2253f5d79d0b01/node_modules/drizzle-orm/durable-sqlite/migrator.cjs</a:t>
            </a:r>
          </a:p>
          <a:p>
            <a:pPr>
              <a:defRPr sz="1200"/>
            </a:pPr>
            <a:r>
              <a:t>D:/pasar_fix/node_modules/.bun/drizzle-orm@0.44.7+dd2253f5d79d0b01/node_modules/drizzle-orm/durable-sqlite/migrator.cjs.map</a:t>
            </a:r>
          </a:p>
          <a:p>
            <a:pPr>
              <a:defRPr sz="1200"/>
            </a:pPr>
            <a:r>
              <a:t>D:/pasar_fix/node_modules/.bun/drizzle-orm@0.44.7+dd2253f5d79d0b01/node_modules/drizzle-orm/durable-sqlite/migrator.d.cts</a:t>
            </a:r>
          </a:p>
          <a:p>
            <a:pPr>
              <a:defRPr sz="1200"/>
            </a:pPr>
            <a:r>
              <a:t>D:/pasar_fix/node_modules/.bun/drizzle-orm@0.44.7+dd2253f5d79d0b01/node_modules/drizzle-orm/durable-sqlite/migrator.d.ts</a:t>
            </a:r>
          </a:p>
          <a:p>
            <a:pPr>
              <a:defRPr sz="1200"/>
            </a:pPr>
            <a:r>
              <a:t>D:/pasar_fix/node_modules/.bun/drizzle-orm@0.44.7+dd2253f5d79d0b01/node_modules/drizzle-orm/durable-sqlite/migrator.js</a:t>
            </a:r>
          </a:p>
          <a:p>
            <a:pPr>
              <a:defRPr sz="1200"/>
            </a:pPr>
            <a:r>
              <a:t>D:/pasar_fix/node_modules/.bun/drizzle-orm@0.44.7+dd2253f5d79d0b01/node_modules/drizzle-orm/durable-sqlite/migrator.js.map</a:t>
            </a:r>
          </a:p>
          <a:p>
            <a:pPr>
              <a:defRPr sz="1200"/>
            </a:pPr>
            <a:r>
              <a:t>D:/pasar_fix/node_modules/.bun/drizzle-orm@0.44.7+dd2253f5d79d0b01/node_modules/drizzle-orm/durable-sqlite/session.cjs</a:t>
            </a:r>
          </a:p>
          <a:p>
            <a:pPr>
              <a:defRPr sz="1200"/>
            </a:pPr>
            <a:r>
              <a:t>D:/pasar_fix/node_modules/.bun/drizzle-orm@0.44.7+dd2253f5d79d0b01/node_modules/drizzle-orm/durable-sqlite/session.cjs.map</a:t>
            </a:r>
          </a:p>
          <a:p>
            <a:pPr>
              <a:defRPr sz="1200"/>
            </a:pPr>
            <a:r>
              <a:t>D:/pasar_fix/node_modules/.bun/drizzle-orm@0.44.7+dd2253f5d79d0b01/node_modules/drizzle-orm/durable-sqlite/session.d.cts</a:t>
            </a:r>
          </a:p>
          <a:p>
            <a:pPr>
              <a:defRPr sz="1200"/>
            </a:pPr>
            <a:r>
              <a:t>D:/pasar_fix/node_modules/.bun/drizzle-orm@0.44.7+dd2253f5d79d0b01/node_modules/drizzle-orm/durable-sqlite/session.d.ts</a:t>
            </a:r>
          </a:p>
          <a:p>
            <a:pPr>
              <a:defRPr sz="1200"/>
            </a:pPr>
            <a:r>
              <a:t>D:/pasar_fix/node_modules/.bun/drizzle-orm@0.44.7+dd2253f5d79d0b01/node_modules/drizzle-orm/durable-sqlite/session.js</a:t>
            </a:r>
          </a:p>
          <a:p>
            <a:pPr>
              <a:defRPr sz="1200"/>
            </a:pPr>
            <a:r>
              <a:t>D:/pasar_fix/node_modules/.bun/drizzle-orm@0.44.7+dd2253f5d79d0b01/node_modules/drizzle-orm/durable-sqlite/session.js.map</a:t>
            </a:r>
          </a:p>
          <a:p>
            <a:pPr>
              <a:defRPr sz="1200"/>
            </a:pPr>
            <a:r>
              <a:t>D:/pasar_fix/node_modules/.bun/drizzle-orm@0.44.7+dd2253f5d79d0b01/node_modules/drizzle-orm/expo-sqlite/driver.cjs</a:t>
            </a:r>
          </a:p>
          <a:p>
            <a:pPr>
              <a:defRPr sz="1200"/>
            </a:pPr>
            <a:r>
              <a:t>D:/pasar_fix/node_modules/.bun/drizzle-orm@0.44.7+dd2253f5d79d0b01/node_modules/drizzle-orm/expo-sqlite/driver.cjs.map</a:t>
            </a:r>
          </a:p>
          <a:p>
            <a:pPr>
              <a:defRPr sz="1200"/>
            </a:pPr>
            <a:r>
              <a:t>D:/pasar_fix/node_modules/.bun/drizzle-orm@0.44.7+dd2253f5d79d0b01/node_modules/drizzle-orm/expo-sqlite/driver.d.cts</a:t>
            </a:r>
          </a:p>
          <a:p>
            <a:pPr>
              <a:defRPr sz="1200"/>
            </a:pPr>
            <a:r>
              <a:t>D:/pasar_fix/node_modules/.bun/drizzle-orm@0.44.7+dd2253f5d79d0b01/node_modules/drizzle-orm/expo-sqlite/driver.d.ts</a:t>
            </a:r>
          </a:p>
          <a:p>
            <a:pPr>
              <a:defRPr sz="1200"/>
            </a:pPr>
            <a:r>
              <a:t>D:/pasar_fix/node_modules/.bun/drizzle-orm@0.44.7+dd2253f5d79d0b01/node_modules/drizzle-orm/expo-sqlite/driver.js</a:t>
            </a:r>
          </a:p>
          <a:p>
            <a:pPr>
              <a:defRPr sz="1200"/>
            </a:pPr>
            <a:r>
              <a:t>D:/pasar_fix/node_modules/.bun/drizzle-orm@0.44.7+dd2253f5d79d0b01/node_modules/drizzle-orm/expo-sqlite/driver.js.map</a:t>
            </a:r>
          </a:p>
          <a:p>
            <a:pPr>
              <a:defRPr sz="1200"/>
            </a:pPr>
            <a:r>
              <a:t>D:/pasar_fix/node_modules/.bun/drizzle-orm@0.44.7+dd2253f5d79d0b01/node_modules/drizzle-orm/expo-sqlite/index.cjs</a:t>
            </a:r>
          </a:p>
          <a:p>
            <a:pPr>
              <a:defRPr sz="1200"/>
            </a:pPr>
            <a:r>
              <a:t>D:/pasar_fix/node_modules/.bun/drizzle-orm@0.44.7+dd2253f5d79d0b01/node_modules/drizzle-orm/expo-sqlite/index.cjs.map</a:t>
            </a:r>
          </a:p>
          <a:p>
            <a:pPr>
              <a:defRPr sz="1200"/>
            </a:pPr>
            <a:r>
              <a:t>D:/pasar_fix/node_modules/.bun/drizzle-orm@0.44.7+dd2253f5d79d0b01/node_modules/drizzle-orm/expo-sqlite/index.d.cts</a:t>
            </a:r>
          </a:p>
          <a:p>
            <a:pPr>
              <a:defRPr sz="1200"/>
            </a:pPr>
            <a:r>
              <a:t>D:/pasar_fix/node_modules/.bun/drizzle-orm@0.44.7+dd2253f5d79d0b01/node_modules/drizzle-orm/expo-sqlite/index.d.ts</a:t>
            </a:r>
          </a:p>
          <a:p>
            <a:pPr>
              <a:defRPr sz="1200"/>
            </a:pPr>
            <a:r>
              <a:t>D:/pasar_fix/node_modules/.bun/drizzle-orm@0.44.7+dd2253f5d79d0b01/node_modules/drizzle-orm/expo-sqlite/index.js</a:t>
            </a:r>
          </a:p>
          <a:p>
            <a:pPr>
              <a:defRPr sz="1200"/>
            </a:pPr>
            <a:r>
              <a:t>D:/pasar_fix/node_modules/.bun/drizzle-orm@0.44.7+dd2253f5d79d0b01/node_modules/drizzle-orm/expo-sqlite/index.js.map</a:t>
            </a:r>
          </a:p>
          <a:p>
            <a:pPr>
              <a:defRPr sz="1200"/>
            </a:pPr>
            <a:r>
              <a:t>D:/pasar_fix/node_modules/.bun/drizzle-orm@0.44.7+dd2253f5d79d0b01/node_modules/drizzle-orm/expo-sqlite/migrator.cjs</a:t>
            </a:r>
          </a:p>
          <a:p>
            <a:pPr>
              <a:defRPr sz="1200"/>
            </a:pPr>
            <a:r>
              <a:t>D:/pasar_fix/node_modules/.bun/drizzle-orm@0.44.7+dd2253f5d79d0b01/node_modules/drizzle-orm/expo-sqlite/migrator.cjs.map</a:t>
            </a:r>
          </a:p>
          <a:p>
            <a:pPr>
              <a:defRPr sz="1200"/>
            </a:pPr>
            <a:r>
              <a:t>D:/pasar_fix/node_modules/.bun/drizzle-orm@0.44.7+dd2253f5d79d0b01/node_modules/drizzle-orm/expo-sqlite/migrator.d.cts</a:t>
            </a:r>
          </a:p>
          <a:p>
            <a:pPr>
              <a:defRPr sz="1200"/>
            </a:pPr>
            <a:r>
              <a:t>D:/pasar_fix/node_modules/.bun/drizzle-orm@0.44.7+dd2253f5d79d0b01/node_modules/drizzle-orm/expo-sqlite/migrator.d.ts</a:t>
            </a:r>
          </a:p>
          <a:p>
            <a:pPr>
              <a:defRPr sz="1200"/>
            </a:pPr>
            <a:r>
              <a:t>D:/pasar_fix/node_modules/.bun/drizzle-orm@0.44.7+dd2253f5d79d0b01/node_modules/drizzle-orm/expo-sqlite/migrator.js</a:t>
            </a:r>
          </a:p>
          <a:p>
            <a:pPr>
              <a:defRPr sz="1200"/>
            </a:pPr>
            <a:r>
              <a:t>D:/pasar_fix/node_modules/.bun/drizzle-orm@0.44.7+dd2253f5d79d0b01/node_modules/drizzle-orm/expo-sqlite/migrator.js.map</a:t>
            </a:r>
          </a:p>
          <a:p>
            <a:pPr>
              <a:defRPr sz="1200"/>
            </a:pPr>
            <a:r>
              <a:t>D:/pasar_fix/node_modules/.bun/drizzle-orm@0.44.7+dd2253f5d79d0b01/node_modules/drizzle-orm/expo-sqlite/query.cjs</a:t>
            </a:r>
          </a:p>
          <a:p>
            <a:pPr>
              <a:defRPr sz="1200"/>
            </a:pPr>
            <a:r>
              <a:t>D:/pasar_fix/node_modules/.bun/drizzle-orm@0.44.7+dd2253f5d79d0b01/node_modules/drizzle-orm/expo-sqlite/query.cjs.map</a:t>
            </a:r>
          </a:p>
          <a:p>
            <a:pPr>
              <a:defRPr sz="1200"/>
            </a:pPr>
            <a:r>
              <a:t>D:/pasar_fix/node_modules/.bun/drizzle-orm@0.44.7+dd2253f5d79d0b01/node_modules/drizzle-orm/expo-sqlite/query.d.cts</a:t>
            </a:r>
          </a:p>
          <a:p>
            <a:pPr>
              <a:defRPr sz="1200"/>
            </a:pPr>
            <a:r>
              <a:t>D:/pasar_fix/node_modules/.bun/drizzle-orm@0.44.7+dd2253f5d79d0b01/node_modules/drizzle-orm/expo-sqlite/query.d.ts</a:t>
            </a:r>
          </a:p>
          <a:p>
            <a:pPr>
              <a:defRPr sz="1200"/>
            </a:pPr>
            <a:r>
              <a:t>D:/pasar_fix/node_modules/.bun/drizzle-orm@0.44.7+dd2253f5d79d0b01/node_modules/drizzle-orm/expo-sqlite/query.js</a:t>
            </a:r>
          </a:p>
          <a:p>
            <a:pPr>
              <a:defRPr sz="1200"/>
            </a:pPr>
            <a:r>
              <a:t>D:/pasar_fix/node_modules/.bun/drizzle-orm@0.44.7+dd2253f5d79d0b01/node_modules/drizzle-orm/expo-sqlite/query.js.map</a:t>
            </a:r>
          </a:p>
          <a:p>
            <a:pPr>
              <a:defRPr sz="1200"/>
            </a:pPr>
            <a:r>
              <a:t>D:/pasar_fix/node_modules/.bun/drizzle-orm@0.44.7+dd2253f5d79d0b01/node_modules/drizzle-orm/expo-sqlite/session.cjs</a:t>
            </a:r>
          </a:p>
          <a:p>
            <a:pPr>
              <a:defRPr sz="1200"/>
            </a:pPr>
            <a:r>
              <a:t>D:/pasar_fix/node_modules/.bun/drizzle-orm@0.44.7+dd2253f5d79d0b01/node_modules/drizzle-orm/expo-sqlite/session.cjs.map</a:t>
            </a:r>
          </a:p>
          <a:p>
            <a:pPr>
              <a:defRPr sz="1200"/>
            </a:pPr>
            <a:r>
              <a:t>D:/pasar_fix/node_modules/.bun/drizzle-orm@0.44.7+dd2253f5d79d0b01/node_modules/drizzle-orm/expo-sqlite/session.d.cts</a:t>
            </a:r>
          </a:p>
          <a:p>
            <a:pPr>
              <a:defRPr sz="1200"/>
            </a:pPr>
            <a:r>
              <a:t>D:/pasar_fix/node_modules/.bun/drizzle-orm@0.44.7+dd2253f5d79d0b01/node_modules/drizzle-orm/expo-sqlite/session.d.ts</a:t>
            </a:r>
          </a:p>
          <a:p>
            <a:pPr>
              <a:defRPr sz="1200"/>
            </a:pPr>
            <a:r>
              <a:t>D:/pasar_fix/node_modules/.bun/drizzle-orm@0.44.7+dd2253f5d79d0b01/node_modules/drizzle-orm/expo-sqlite/session.js</a:t>
            </a:r>
          </a:p>
          <a:p>
            <a:pPr>
              <a:defRPr sz="1200"/>
            </a:pPr>
            <a:r>
              <a:t>D:/pasar_fix/node_modules/.bun/drizzle-orm@0.44.7+dd2253f5d79d0b01/node_modules/drizzle-orm/expo-sqlite/session.js.map</a:t>
            </a:r>
          </a:p>
          <a:p>
            <a:pPr>
              <a:defRPr sz="1200"/>
            </a:pPr>
            <a:r>
              <a:t>D:/pasar_fix/node_modules/.bun/drizzle-orm@0.44.7+dd2253f5d79d0b01/node_modules/drizzle-orm/gel/driver.cjs</a:t>
            </a:r>
          </a:p>
          <a:p>
            <a:pPr>
              <a:defRPr sz="1200"/>
            </a:pPr>
            <a:r>
              <a:t>D:/pasar_fix/node_modules/.bun/drizzle-orm@0.44.7+dd2253f5d79d0b01/node_modules/drizzle-orm/gel/driver.cjs.map</a:t>
            </a:r>
          </a:p>
          <a:p>
            <a:pPr>
              <a:defRPr sz="1200"/>
            </a:pPr>
            <a:r>
              <a:t>D:/pasar_fix/node_modules/.bun/drizzle-orm@0.44.7+dd2253f5d79d0b01/node_modules/drizzle-orm/gel/driver.d.cts</a:t>
            </a:r>
          </a:p>
          <a:p>
            <a:pPr>
              <a:defRPr sz="1200"/>
            </a:pPr>
            <a:r>
              <a:t>D:/pasar_fix/node_modules/.bun/drizzle-orm@0.44.7+dd2253f5d79d0b01/node_modules/drizzle-orm/gel/driver.d.ts</a:t>
            </a:r>
          </a:p>
          <a:p>
            <a:pPr>
              <a:defRPr sz="1200"/>
            </a:pPr>
            <a:r>
              <a:t>D:/pasar_fix/node_modules/.bun/drizzle-orm@0.44.7+dd2253f5d79d0b01/node_modules/drizzle-orm/gel/driver.js</a:t>
            </a:r>
          </a:p>
          <a:p>
            <a:pPr>
              <a:defRPr sz="1200"/>
            </a:pPr>
            <a:r>
              <a:t>D:/pasar_fix/node_modules/.bun/drizzle-orm@0.44.7+dd2253f5d79d0b01/node_modules/drizzle-orm/gel/driver.js.map</a:t>
            </a:r>
          </a:p>
          <a:p>
            <a:pPr>
              <a:defRPr sz="1200"/>
            </a:pPr>
            <a:r>
              <a:t>D:/pasar_fix/node_modules/.bun/drizzle-orm@0.44.7+dd2253f5d79d0b01/node_modules/drizzle-orm/gel/index.cjs</a:t>
            </a:r>
          </a:p>
          <a:p>
            <a:pPr>
              <a:defRPr sz="1200"/>
            </a:pPr>
            <a:r>
              <a:t>D:/pasar_fix/node_modules/.bun/drizzle-orm@0.44.7+dd2253f5d79d0b01/node_modules/drizzle-orm/gel/index.cjs.map</a:t>
            </a:r>
          </a:p>
          <a:p>
            <a:pPr>
              <a:defRPr sz="1200"/>
            </a:pPr>
            <a:r>
              <a:t>D:/pasar_fix/node_modules/.bun/drizzle-orm@0.44.7+dd2253f5d79d0b01/node_modules/drizzle-orm/gel/index.d.cts</a:t>
            </a:r>
          </a:p>
          <a:p>
            <a:pPr>
              <a:defRPr sz="1200"/>
            </a:pPr>
            <a:r>
              <a:t>D:/pasar_fix/node_modules/.bun/drizzle-orm@0.44.7+dd2253f5d79d0b01/node_modules/drizzle-orm/gel/index.d.ts</a:t>
            </a:r>
          </a:p>
          <a:p>
            <a:pPr>
              <a:defRPr sz="1200"/>
            </a:pPr>
            <a:r>
              <a:t>D:/pasar_fix/node_modules/.bun/drizzle-orm@0.44.7+dd2253f5d79d0b01/node_modules/drizzle-orm/gel/index.js</a:t>
            </a:r>
          </a:p>
          <a:p>
            <a:pPr>
              <a:defRPr sz="1200"/>
            </a:pPr>
            <a:r>
              <a:t>D:/pasar_fix/node_modules/.bun/drizzle-orm@0.44.7+dd2253f5d79d0b01/node_modules/drizzle-orm/gel/index.js.map</a:t>
            </a:r>
          </a:p>
          <a:p>
            <a:pPr>
              <a:defRPr sz="1200"/>
            </a:pPr>
            <a:r>
              <a:t>D:/pasar_fix/node_modules/.bun/drizzle-orm@0.44.7+dd2253f5d79d0b01/node_modules/drizzle-orm/gel/migrator.cjs</a:t>
            </a:r>
          </a:p>
          <a:p>
            <a:pPr>
              <a:defRPr sz="1200"/>
            </a:pPr>
            <a:r>
              <a:t>D:/pasar_fix/node_modules/.bun/drizzle-orm@0.44.7+dd2253f5d79d0b01/node_modules/drizzle-orm/gel/migrator.cjs.map</a:t>
            </a:r>
          </a:p>
          <a:p>
            <a:pPr>
              <a:defRPr sz="1200"/>
            </a:pPr>
            <a:r>
              <a:t>D:/pasar_fix/node_modules/.bun/drizzle-orm@0.44.7+dd2253f5d79d0b01/node_modules/drizzle-orm/gel/migrator.d.cts</a:t>
            </a:r>
          </a:p>
          <a:p>
            <a:pPr>
              <a:defRPr sz="1200"/>
            </a:pPr>
            <a:r>
              <a:t>D:/pasar_fix/node_modules/.bun/drizzle-orm@0.44.7+dd2253f5d79d0b01/node_modules/drizzle-orm/gel/migrator.d.ts</a:t>
            </a:r>
          </a:p>
          <a:p>
            <a:pPr>
              <a:defRPr sz="1200"/>
            </a:pPr>
            <a:r>
              <a:t>D:/pasar_fix/node_modules/.bun/drizzle-orm@0.44.7+dd2253f5d79d0b01/node_modules/drizzle-orm/gel/migrator.js</a:t>
            </a:r>
          </a:p>
          <a:p>
            <a:pPr>
              <a:defRPr sz="1200"/>
            </a:pPr>
            <a:r>
              <a:t>D:/pasar_fix/node_modules/.bun/drizzle-orm@0.44.7+dd2253f5d79d0b01/node_modules/drizzle-orm/gel/migrator.js.map</a:t>
            </a:r>
          </a:p>
          <a:p>
            <a:pPr>
              <a:defRPr sz="1200"/>
            </a:pPr>
            <a:r>
              <a:t>D:/pasar_fix/node_modules/.bun/drizzle-orm@0.44.7+dd2253f5d79d0b01/node_modules/drizzle-orm/gel/session.cjs</a:t>
            </a:r>
          </a:p>
          <a:p>
            <a:pPr>
              <a:defRPr sz="1200"/>
            </a:pPr>
            <a:r>
              <a:t>D:/pasar_fix/node_modules/.bun/drizzle-orm@0.44.7+dd2253f5d79d0b01/node_modules/drizzle-orm/gel/session.cjs.map</a:t>
            </a:r>
          </a:p>
          <a:p>
            <a:pPr>
              <a:defRPr sz="1200"/>
            </a:pPr>
            <a:r>
              <a:t>D:/pasar_fix/node_modules/.bun/drizzle-orm@0.44.7+dd2253f5d79d0b01/node_modules/drizzle-orm/gel/session.d.cts</a:t>
            </a:r>
          </a:p>
          <a:p>
            <a:pPr>
              <a:defRPr sz="1200"/>
            </a:pPr>
            <a:r>
              <a:t>D:/pasar_fix/node_modules/.bun/drizzle-orm@0.44.7+dd2253f5d79d0b01/node_modules/drizzle-orm/gel/session.d.ts</a:t>
            </a:r>
          </a:p>
          <a:p>
            <a:pPr>
              <a:defRPr sz="1200"/>
            </a:pPr>
            <a:r>
              <a:t>D:/pasar_fix/node_modules/.bun/drizzle-orm@0.44.7+dd2253f5d79d0b01/node_modules/drizzle-orm/gel/session.js</a:t>
            </a:r>
          </a:p>
          <a:p>
            <a:pPr>
              <a:defRPr sz="1200"/>
            </a:pPr>
            <a:r>
              <a:t>D:/pasar_fix/node_modules/.bun/drizzle-orm@0.44.7+dd2253f5d79d0b01/node_modules/drizzle-orm/gel/session.js.map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D:/pasar_fix/node_modules/.bun/drizzle-orm@0.44.7+dd2253f5d79d0b01/node_modules/drizzle-orm/gel-core/alias.cjs</a:t>
            </a:r>
          </a:p>
          <a:p>
            <a:pPr>
              <a:defRPr sz="1200"/>
            </a:pPr>
            <a:r>
              <a:t>D:/pasar_fix/node_modules/.bun/drizzle-orm@0.44.7+dd2253f5d79d0b01/node_modules/drizzle-orm/gel-core/alias.cjs.map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D:/pasar_fix/node_modules/.bun/drizzle-orm@0.44.7+dd2253f5d79d0b01/node_modules/drizzle-orm/gel-core/alias.d.cts</a:t>
            </a:r>
          </a:p>
          <a:p>
            <a:pPr>
              <a:defRPr sz="1200"/>
            </a:pPr>
            <a:r>
              <a:t>D:/pasar_fix/node_modules/.bun/drizzle-orm@0.44.7+dd2253f5d79d0b01/node_modules/drizzle-orm/gel-core/alias.d.ts</a:t>
            </a:r>
          </a:p>
          <a:p>
            <a:pPr>
              <a:defRPr sz="1200"/>
            </a:pPr>
            <a:r>
              <a:t>D:/pasar_fix/node_modules/.bun/drizzle-orm@0.44.7+dd2253f5d79d0b01/node_modules/drizzle-orm/gel-core/alias.js</a:t>
            </a:r>
          </a:p>
          <a:p>
            <a:pPr>
              <a:defRPr sz="1200"/>
            </a:pPr>
            <a:r>
              <a:t>D:/pasar_fix/node_modules/.bun/drizzle-orm@0.44.7+dd2253f5d79d0b01/node_modules/drizzle-orm/gel-core/alias.js.map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D:/pasar_fix/node_modules/.bun/drizzle-orm@0.44.7+dd2253f5d79d0b01/node_modules/drizzle-orm/gel-core/checks.cjs</a:t>
            </a:r>
          </a:p>
          <a:p>
            <a:pPr>
              <a:defRPr sz="1200"/>
            </a:pPr>
            <a:r>
              <a:t>D:/pasar_fix/node_modules/.bun/drizzle-orm@0.44.7+dd2253f5d79d0b01/node_modules/drizzle-orm/gel-core/checks.cjs.map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D:/pasar_fix/node_modules/.bun/drizzle-orm@0.44.7+dd2253f5d79d0b01/node_modules/drizzle-orm/gel-core/checks.d.cts</a:t>
            </a:r>
          </a:p>
          <a:p>
            <a:pPr>
              <a:defRPr sz="1200"/>
            </a:pPr>
            <a:r>
              <a:t>D:/pasar_fix/node_modules/.bun/drizzle-orm@0.44.7+dd2253f5d79d0b01/node_modules/drizzle-orm/gel-core/checks.d.ts</a:t>
            </a:r>
          </a:p>
          <a:p>
            <a:pPr>
              <a:defRPr sz="1200"/>
            </a:pPr>
            <a:r>
              <a:t>D:/pasar_fix/node_modules/.bun/drizzle-orm@0.44.7+dd2253f5d79d0b01/node_modules/drizzle-orm/gel-core/checks.js</a:t>
            </a:r>
          </a:p>
          <a:p>
            <a:pPr>
              <a:defRPr sz="1200"/>
            </a:pPr>
            <a:r>
              <a:t>D:/pasar_fix/node_modules/.bun/drizzle-orm@0.44.7+dd2253f5d79d0b01/node_modules/drizzle-orm/gel-core/checks.js.map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D:/pasar_fix/node_modules/.bun/drizzle-orm@0.44.7+dd2253f5d79d0b01/node_modules/drizzle-orm/gel-core/db.cjs</a:t>
            </a:r>
          </a:p>
          <a:p>
            <a:pPr>
              <a:defRPr sz="1200"/>
            </a:pPr>
            <a:r>
              <a:t>D:/pasar_fix/node_modules/.bun/drizzle-orm@0.44.7+dd2253f5d79d0b01/node_modules/drizzle-orm/gel-core/db.cjs.map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D:/pasar_fix/node_modules/.bun/drizzle-orm@0.44.7+dd2253f5d79d0b01/node_modules/drizzle-orm/gel-core/db.d.cts</a:t>
            </a:r>
          </a:p>
          <a:p>
            <a:pPr>
              <a:defRPr sz="1200"/>
            </a:pPr>
            <a:r>
              <a:t>D:/pasar_fix/node_modules/.bun/drizzle-orm@0.44.7+dd2253f5d79d0b01/node_modules/drizzle-orm/gel-core/db.d.ts</a:t>
            </a:r>
          </a:p>
          <a:p>
            <a:pPr>
              <a:defRPr sz="1200"/>
            </a:pPr>
            <a:r>
              <a:t>D:/pasar_fix/node_modules/.bun/drizzle-orm@0.44.7+dd2253f5d79d0b01/node_modules/drizzle-orm/gel-core/db.js</a:t>
            </a:r>
          </a:p>
          <a:p>
            <a:pPr>
              <a:defRPr sz="1200"/>
            </a:pPr>
            <a:r>
              <a:t>D:/pasar_fix/node_modules/.bun/drizzle-orm@0.44.7+dd2253f5d79d0b01/node_modules/drizzle-orm/gel-core/db.js.map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D:/pasar_fix/node_modules/.bun/drizzle-orm@0.44.7+dd2253f5d79d0b01/node_modules/drizzle-orm/gel-core/dialect.cjs</a:t>
            </a:r>
          </a:p>
          <a:p>
            <a:pPr>
              <a:defRPr sz="1200"/>
            </a:pPr>
            <a:r>
              <a:t>D:/pasar_fix/node_modules/.bun/drizzle-orm@0.44.7+dd2253f5d79d0b01/node_modules/drizzle-orm/gel-core/dialect.cjs.map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D:/pasar_fix/node_modules/.bun/drizzle-orm@0.44.7+dd2253f5d79d0b01/node_modules/drizzle-orm/gel-core/dialect.d.cts</a:t>
            </a:r>
          </a:p>
          <a:p>
            <a:pPr>
              <a:defRPr sz="1200"/>
            </a:pPr>
            <a:r>
              <a:t>D:/pasar_fix/node_modules/.bun/drizzle-orm@0.44.7+dd2253f5d79d0b01/node_modules/drizzle-orm/gel-core/dialect.d.ts</a:t>
            </a:r>
          </a:p>
          <a:p>
            <a:pPr>
              <a:defRPr sz="1200"/>
            </a:pPr>
            <a:r>
              <a:t>D:/pasar_fix/node_modules/.bun/drizzle-orm@0.44.7+dd2253f5d79d0b01/node_modules/drizzle-orm/gel-core/dialect.js</a:t>
            </a:r>
          </a:p>
          <a:p>
            <a:pPr>
              <a:defRPr sz="1200"/>
            </a:pPr>
            <a:r>
              <a:t>D:/pasar_fix/node_modules/.bun/drizzle-orm@0.44.7+dd2253f5d79d0b01/node_modules/drizzle-orm/gel-core/dialect.js.map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D:/pasar_fix/node_modules/.bun/drizzle-orm@0.44.7+dd2253f5d79d0b01/node_modules/drizzle-orm/gel-core/expressions.cjs</a:t>
            </a:r>
          </a:p>
          <a:p>
            <a:pPr>
              <a:defRPr sz="1200"/>
            </a:pPr>
            <a:r>
              <a:t>D:/pasar_fix/node_modules/.bun/drizzle-orm@0.44.7+dd2253f5d79d0b01/node_modules/drizzle-orm/gel-core/expressions.cjs.map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D:/pasar_fix/node_modules/.bun/drizzle-orm@0.44.7+dd2253f5d79d0b01/node_modules/drizzle-orm/gel-core/expressions.d.cts</a:t>
            </a:r>
          </a:p>
          <a:p>
            <a:pPr>
              <a:defRPr sz="1200"/>
            </a:pPr>
            <a:r>
              <a:t>D:/pasar_fix/node_modules/.bun/drizzle-orm@0.44.7+dd2253f5d79d0b01/node_modules/drizzle-orm/gel-core/expressions.d.ts</a:t>
            </a:r>
          </a:p>
          <a:p>
            <a:pPr>
              <a:defRPr sz="1200"/>
            </a:pPr>
            <a:r>
              <a:t>D:/pasar_fix/node_modules/.bun/drizzle-orm@0.44.7+dd2253f5d79d0b01/node_modules/drizzle-orm/gel-core/expressions.js</a:t>
            </a:r>
          </a:p>
          <a:p>
            <a:pPr>
              <a:defRPr sz="1200"/>
            </a:pPr>
            <a:r>
              <a:t>D:/pasar_fix/node_modules/.bun/drizzle-orm@0.44.7+dd2253f5d79d0b01/node_modules/drizzle-orm/gel-core/expressions.js.map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D:/pasar_fix/node_modules/.bun/drizzle-orm@0.44.7+dd2253f5d79d0b01/node_modules/drizzle-orm/gel-core/foreign-keys.cjs</a:t>
            </a:r>
          </a:p>
          <a:p>
            <a:pPr>
              <a:defRPr sz="1200"/>
            </a:pPr>
            <a:r>
              <a:t>D:/pasar_fix/node_modules/.bun/drizzle-orm@0.44.7+dd2253f5d79d0b01/node_modules/drizzle-orm/gel-core/foreign-keys.cjs.map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D:/pasar_fix/node_modules/.bun/drizzle-orm@0.44.7+dd2253f5d79d0b01/node_modules/drizzle-orm/gel-core/foreign-keys.d.cts</a:t>
            </a:r>
          </a:p>
          <a:p>
            <a:pPr>
              <a:defRPr sz="1200"/>
            </a:pPr>
            <a:r>
              <a:t>D:/pasar_fix/node_modules/.bun/drizzle-orm@0.44.7+dd2253f5d79d0b01/node_modules/drizzle-orm/gel-core/foreign-keys.d.ts</a:t>
            </a:r>
          </a:p>
          <a:p>
            <a:pPr>
              <a:defRPr sz="1200"/>
            </a:pPr>
            <a:r>
              <a:t>D:/pasar_fix/node_modules/.bun/drizzle-orm@0.44.7+dd2253f5d79d0b01/node_modules/drizzle-orm/gel-core/foreign-keys.js</a:t>
            </a:r>
          </a:p>
          <a:p>
            <a:pPr>
              <a:defRPr sz="1200"/>
            </a:pPr>
            <a:r>
              <a:t>D:/pasar_fix/node_modules/.bun/drizzle-orm@0.44.7+dd2253f5d79d0b01/node_modules/drizzle-orm/gel-core/foreign-keys.js.map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D:/pasar_fix/node_modules/.bun/drizzle-orm@0.44.7+dd2253f5d79d0b01/node_modules/drizzle-orm/gel-core/index.cjs</a:t>
            </a:r>
          </a:p>
          <a:p>
            <a:pPr>
              <a:defRPr sz="1200"/>
            </a:pPr>
            <a:r>
              <a:t>D:/pasar_fix/node_modules/.bun/drizzle-orm@0.44.7+dd2253f5d79d0b01/node_modules/drizzle-orm/gel-core/index.cjs.map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D:/pasar_fix/node_modules/.bun/drizzle-orm@0.44.7+dd2253f5d79d0b01/node_modules/drizzle-orm/gel-core/index.d.cts</a:t>
            </a:r>
          </a:p>
          <a:p>
            <a:pPr>
              <a:defRPr sz="1200"/>
            </a:pPr>
            <a:r>
              <a:t>D:/pasar_fix/node_modules/.bun/drizzle-orm@0.44.7+dd2253f5d79d0b01/node_modules/drizzle-orm/gel-core/index.d.ts</a:t>
            </a:r>
          </a:p>
          <a:p>
            <a:pPr>
              <a:defRPr sz="1200"/>
            </a:pPr>
            <a:r>
              <a:t>D:/pasar_fix/node_modules/.bun/drizzle-orm@0.44.7+dd2253f5d79d0b01/node_modules/drizzle-orm/gel-core/index.js</a:t>
            </a:r>
          </a:p>
          <a:p>
            <a:pPr>
              <a:defRPr sz="1200"/>
            </a:pPr>
            <a:r>
              <a:t>D:/pasar_fix/node_modules/.bun/drizzle-orm@0.44.7+dd2253f5d79d0b01/node_modules/drizzle-orm/gel-core/index.js.map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D:/pasar_fix/node_modules/.bun/drizzle-orm@0.44.7+dd2253f5d79d0b01/node_modules/drizzle-orm/gel-core/indexes.cjs</a:t>
            </a:r>
          </a:p>
          <a:p>
            <a:pPr>
              <a:defRPr sz="1200"/>
            </a:pPr>
            <a:r>
              <a:t>D:/pasar_fix/node_modules/.bun/drizzle-orm@0.44.7+dd2253f5d79d0b01/node_modules/drizzle-orm/gel-core/indexes.cjs.map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D:/pasar_fix/node_modules/.bun/drizzle-orm@0.44.7+dd2253f5d79d0b01/node_modules/drizzle-orm/gel-core/indexes.d.cts</a:t>
            </a:r>
          </a:p>
          <a:p>
            <a:pPr>
              <a:defRPr sz="1200"/>
            </a:pPr>
            <a:r>
              <a:t>D:/pasar_fix/node_modules/.bun/drizzle-orm@0.44.7+dd2253f5d79d0b01/node_modules/drizzle-orm/gel-core/indexes.d.ts</a:t>
            </a:r>
          </a:p>
          <a:p>
            <a:pPr>
              <a:defRPr sz="1200"/>
            </a:pPr>
            <a:r>
              <a:t>D:/pasar_fix/node_modules/.bun/drizzle-orm@0.44.7+dd2253f5d79d0b01/node_modules/drizzle-orm/gel-core/indexes.js</a:t>
            </a:r>
          </a:p>
          <a:p>
            <a:pPr>
              <a:defRPr sz="1200"/>
            </a:pPr>
            <a:r>
              <a:t>D:/pasar_fix/node_modules/.bun/drizzle-orm@0.44.7+dd2253f5d79d0b01/node_modules/drizzle-orm/gel-core/indexes.js.map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D:/pasar_fix/node_modules/.bun/drizzle-orm@0.44.7+dd2253f5d79d0b01/node_modules/drizzle-orm/gel-core/policies.cjs</a:t>
            </a:r>
          </a:p>
          <a:p>
            <a:pPr>
              <a:defRPr sz="1200"/>
            </a:pPr>
            <a:r>
              <a:t>D:/pasar_fix/node_modules/.bun/drizzle-orm@0.44.7+dd2253f5d79d0b01/node_modules/drizzle-orm/gel-core/policies.cjs.map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D:/pasar_fix/node_modules/.bun/drizzle-orm@0.44.7+dd2253f5d79d0b01/node_modules/drizzle-orm/gel-core/policies.d.cts</a:t>
            </a:r>
          </a:p>
          <a:p>
            <a:pPr>
              <a:defRPr sz="1200"/>
            </a:pPr>
            <a:r>
              <a:t>D:/pasar_fix/node_modules/.bun/drizzle-orm@0.44.7+dd2253f5d79d0b01/node_modules/drizzle-orm/gel-core/policies.d.ts</a:t>
            </a:r>
          </a:p>
          <a:p>
            <a:pPr>
              <a:defRPr sz="1200"/>
            </a:pPr>
            <a:r>
              <a:t>D:/pasar_fix/node_modules/.bun/drizzle-orm@0.44.7+dd2253f5d79d0b01/node_modules/drizzle-orm/gel-core/policies.js</a:t>
            </a:r>
          </a:p>
          <a:p>
            <a:pPr>
              <a:defRPr sz="1200"/>
            </a:pPr>
            <a:r>
              <a:t>D:/pasar_fix/node_modules/.bun/drizzle-orm@0.44.7+dd2253f5d79d0b01/node_modules/drizzle-orm/gel-core/policies.js.map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D:/pasar_fix/node_modules/.bun/drizzle-orm@0.44.7+dd2253f5d79d0b01/node_modules/drizzle-orm/gel-core/primary-keys.cjs</a:t>
            </a:r>
          </a:p>
          <a:p>
            <a:pPr>
              <a:defRPr sz="1200"/>
            </a:pPr>
            <a:r>
              <a:t>D:/pasar_fix/node_modules/.bun/drizzle-orm@0.44.7+dd2253f5d79d0b01/node_modules/drizzle-orm/gel-core/primary-keys.cjs.map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D:/pasar_fix/node_modules/.bun/drizzle-orm@0.44.7+dd2253f5d79d0b01/node_modules/drizzle-orm/gel-core/primary-keys.d.cts</a:t>
            </a:r>
          </a:p>
          <a:p>
            <a:pPr>
              <a:defRPr sz="1200"/>
            </a:pPr>
            <a:r>
              <a:t>D:/pasar_fix/node_modules/.bun/drizzle-orm@0.44.7+dd2253f5d79d0b01/node_modules/drizzle-orm/gel-core/primary-keys.d.ts</a:t>
            </a:r>
          </a:p>
          <a:p>
            <a:pPr>
              <a:defRPr sz="1200"/>
            </a:pPr>
            <a:r>
              <a:t>D:/pasar_fix/node_modules/.bun/drizzle-orm@0.44.7+dd2253f5d79d0b01/node_modules/drizzle-orm/gel-core/primary-keys.js</a:t>
            </a:r>
          </a:p>
          <a:p>
            <a:pPr>
              <a:defRPr sz="1200"/>
            </a:pPr>
            <a:r>
              <a:t>D:/pasar_fix/node_modules/.bun/drizzle-orm@0.44.7+dd2253f5d79d0b01/node_modules/drizzle-orm/gel-core/primary-keys.js.map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D:/pasar_fix/node_modules/.bun/drizzle-orm@0.44.7+dd2253f5d79d0b01/node_modules/drizzle-orm/gel-core/roles.cjs</a:t>
            </a:r>
          </a:p>
          <a:p>
            <a:pPr>
              <a:defRPr sz="1200"/>
            </a:pPr>
            <a:r>
              <a:t>D:/pasar_fix/node_modules/.bun/drizzle-orm@0.44.7+dd2253f5d79d0b01/node_modules/drizzle-orm/gel-core/roles.cjs.map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D:/pasar_fix/node_modules/.bun/drizzle-orm@0.44.7+dd2253f5d79d0b01/node_modules/drizzle-orm/gel-core/roles.d.cts</a:t>
            </a:r>
          </a:p>
          <a:p>
            <a:pPr>
              <a:defRPr sz="1200"/>
            </a:pPr>
            <a:r>
              <a:t>D:/pasar_fix/node_modules/.bun/drizzle-orm@0.44.7+dd2253f5d79d0b01/node_modules/drizzle-orm/gel-core/roles.d.ts</a:t>
            </a:r>
          </a:p>
          <a:p>
            <a:pPr>
              <a:defRPr sz="1200"/>
            </a:pPr>
            <a:r>
              <a:t>D:/pasar_fix/node_modules/.bun/drizzle-orm@0.44.7+dd2253f5d79d0b01/node_modules/drizzle-orm/gel-core/roles.js</a:t>
            </a:r>
          </a:p>
          <a:p>
            <a:pPr>
              <a:defRPr sz="1200"/>
            </a:pPr>
            <a:r>
              <a:t>D:/pasar_fix/node_modules/.bun/drizzle-orm@0.44.7+dd2253f5d79d0b01/node_modules/drizzle-orm/gel-core/roles.js.map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D:/pasar_fix/node_modules/.bun/drizzle-orm@0.44.7+dd2253f5d79d0b01/node_modules/drizzle-orm/gel-core/schema.cjs</a:t>
            </a:r>
          </a:p>
          <a:p>
            <a:pPr>
              <a:defRPr sz="1200"/>
            </a:pPr>
            <a:r>
              <a:t>D:/pasar_fix/node_modules/.bun/drizzle-orm@0.44.7+dd2253f5d79d0b01/node_modules/drizzle-orm/gel-core/schema.cjs.map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D:/pasar_fix/node_modules/.bun/drizzle-orm@0.44.7+dd2253f5d79d0b01/node_modules/drizzle-orm/gel-core/schema.d.cts</a:t>
            </a:r>
          </a:p>
          <a:p>
            <a:pPr>
              <a:defRPr sz="1200"/>
            </a:pPr>
            <a:r>
              <a:t>D:/pasar_fix/node_modules/.bun/drizzle-orm@0.44.7+dd2253f5d79d0b01/node_modules/drizzle-orm/gel-core/schema.d.ts</a:t>
            </a:r>
          </a:p>
          <a:p>
            <a:pPr>
              <a:defRPr sz="1200"/>
            </a:pPr>
            <a:r>
              <a:t>D:/pasar_fix/node_modules/.bun/drizzle-orm@0.44.7+dd2253f5d79d0b01/node_modules/drizzle-orm/gel-core/schema.js</a:t>
            </a:r>
          </a:p>
          <a:p>
            <a:pPr>
              <a:defRPr sz="1200"/>
            </a:pPr>
            <a:r>
              <a:t>D:/pasar_fix/node_modules/.bun/drizzle-orm@0.44.7+dd2253f5d79d0b01/node_modules/drizzle-orm/gel-core/schema.js.map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D:/pasar_fix/node_modules/.bun/drizzle-orm@0.44.7+dd2253f5d79d0b01/node_modules/drizzle-orm/gel-core/sequence.cjs</a:t>
            </a:r>
          </a:p>
          <a:p>
            <a:pPr>
              <a:defRPr sz="1200"/>
            </a:pPr>
            <a:r>
              <a:t>D:/pasar_fix/node_modules/.bun/drizzle-orm@0.44.7+dd2253f5d79d0b01/node_modules/drizzle-orm/gel-core/sequence.cjs.map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D:/pasar_fix/node_modules/.bun/drizzle-orm@0.44.7+dd2253f5d79d0b01/node_modules/drizzle-orm/gel-core/sequence.d.cts</a:t>
            </a:r>
          </a:p>
          <a:p>
            <a:pPr>
              <a:defRPr sz="1200"/>
            </a:pPr>
            <a:r>
              <a:t>D:/pasar_fix/node_modules/.bun/drizzle-orm@0.44.7+dd2253f5d79d0b01/node_modules/drizzle-orm/gel-core/sequence.d.ts</a:t>
            </a:r>
          </a:p>
          <a:p>
            <a:pPr>
              <a:defRPr sz="1200"/>
            </a:pPr>
            <a:r>
              <a:t>D:/pasar_fix/node_modules/.bun/drizzle-orm@0.44.7+dd2253f5d79d0b01/node_modules/drizzle-orm/gel-core/sequence.js</a:t>
            </a:r>
          </a:p>
          <a:p>
            <a:pPr>
              <a:defRPr sz="1200"/>
            </a:pPr>
            <a:r>
              <a:t>D:/pasar_fix/node_modules/.bun/drizzle-orm@0.44.7+dd2253f5d79d0b01/node_modules/drizzle-orm/gel-core/sequence.js.map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D:/pasar_fix/node_modules/.bun/drizzle-orm@0.44.7+dd2253f5d79d0b01/node_modules/drizzle-orm/gel-core/session.cjs</a:t>
            </a:r>
          </a:p>
          <a:p>
            <a:pPr>
              <a:defRPr sz="1200"/>
            </a:pPr>
            <a:r>
              <a:t>D:/pasar_fix/node_modules/.bun/drizzle-orm@0.44.7+dd2253f5d79d0b01/node_modules/drizzle-orm/gel-core/session.cjs.map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D:/pasar_fix/node_modules/.bun/drizzle-orm@0.44.7+dd2253f5d79d0b01/node_modules/drizzle-orm/gel-core/session.d.cts</a:t>
            </a:r>
          </a:p>
          <a:p>
            <a:pPr>
              <a:defRPr sz="1200"/>
            </a:pPr>
            <a:r>
              <a:t>D:/pasar_fix/node_modules/.bun/drizzle-orm@0.44.7+dd2253f5d79d0b01/node_modules/drizzle-orm/gel-core/session.d.ts</a:t>
            </a:r>
          </a:p>
          <a:p>
            <a:pPr>
              <a:defRPr sz="1200"/>
            </a:pPr>
            <a:r>
              <a:t>D:/pasar_fix/node_modules/.bun/drizzle-orm@0.44.7+dd2253f5d79d0b01/node_modules/drizzle-orm/gel-core/session.js</a:t>
            </a:r>
          </a:p>
          <a:p>
            <a:pPr>
              <a:defRPr sz="1200"/>
            </a:pPr>
            <a:r>
              <a:t>D:/pasar_fix/node_modules/.bun/drizzle-orm@0.44.7+dd2253f5d79d0b01/node_modules/drizzle-orm/gel-core/session.js.map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D:/pasar_fix/node_modules/.bun/drizzle-orm@0.44.7+dd2253f5d79d0b01/node_modules/drizzle-orm/gel-core/subquery.cjs</a:t>
            </a:r>
          </a:p>
          <a:p>
            <a:pPr>
              <a:defRPr sz="1200"/>
            </a:pPr>
            <a:r>
              <a:t>D:/pasar_fix/node_modules/.bun/drizzle-orm@0.44.7+dd2253f5d79d0b01/node_modules/drizzle-orm/gel-core/subquery.cjs.map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D:/pasar_fix/node_modules/.bun/drizzle-orm@0.44.7+dd2253f5d79d0b01/node_modules/drizzle-orm/gel-core/subquery.d.cts</a:t>
            </a:r>
          </a:p>
          <a:p>
            <a:pPr>
              <a:defRPr sz="1200"/>
            </a:pPr>
            <a:r>
              <a:t>D:/pasar_fix/node_modules/.bun/drizzle-orm@0.44.7+dd2253f5d79d0b01/node_modules/drizzle-orm/gel-core/subquery.d.ts</a:t>
            </a:r>
          </a:p>
          <a:p>
            <a:pPr>
              <a:defRPr sz="1200"/>
            </a:pPr>
            <a:r>
              <a:t>D:/pasar_fix/node_modules/.bun/drizzle-orm@0.44.7+dd2253f5d79d0b01/node_modules/drizzle-orm/gel-core/subquery.js</a:t>
            </a:r>
          </a:p>
          <a:p>
            <a:pPr>
              <a:defRPr sz="1200"/>
            </a:pPr>
            <a:r>
              <a:t>D:/pasar_fix/node_modules/.bun/drizzle-orm@0.44.7+dd2253f5d79d0b01/node_modules/drizzle-orm/gel-core/subquery.js.map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D:/pasar_fix/node_modules/.bun/drizzle-orm@0.44.7+dd2253f5d79d0b01/node_modules/drizzle-orm/gel-core/table.cjs</a:t>
            </a:r>
          </a:p>
          <a:p>
            <a:pPr>
              <a:defRPr sz="1200"/>
            </a:pPr>
            <a:r>
              <a:t>D:/pasar_fix/node_modules/.bun/drizzle-orm@0.44.7+dd2253f5d79d0b01/node_modules/drizzle-orm/gel-core/table.cjs.map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D:/pasar_fix/node_modules/.bun/drizzle-orm@0.44.7+dd2253f5d79d0b01/node_modules/drizzle-orm/gel-core/table.d.cts</a:t>
            </a:r>
          </a:p>
          <a:p>
            <a:pPr>
              <a:defRPr sz="1200"/>
            </a:pPr>
            <a:r>
              <a:t>D:/pasar_fix/node_modules/.bun/drizzle-orm@0.44.7+dd2253f5d79d0b01/node_modules/drizzle-orm/gel-core/table.d.ts</a:t>
            </a:r>
          </a:p>
          <a:p>
            <a:pPr>
              <a:defRPr sz="1200"/>
            </a:pPr>
            <a:r>
              <a:t>D:/pasar_fix/node_modules/.bun/drizzle-orm@0.44.7+dd2253f5d79d0b01/node_modules/drizzle-orm/gel-core/table.js</a:t>
            </a:r>
          </a:p>
          <a:p>
            <a:pPr>
              <a:defRPr sz="1200"/>
            </a:pPr>
            <a:r>
              <a:t>D:/pasar_fix/node_modules/.bun/drizzle-orm@0.44.7+dd2253f5d79d0b01/node_modules/drizzle-orm/gel-core/table.js.map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D:/pasar_fix/node_modules/.bun/drizzle-orm@0.44.7+dd2253f5d79d0b01/node_modules/drizzle-orm/gel-core/unique-constraint.cjs</a:t>
            </a:r>
          </a:p>
          <a:p>
            <a:pPr>
              <a:defRPr sz="1200"/>
            </a:pPr>
            <a:r>
              <a:t>D:/pasar_fix/node_modules/.bun/drizzle-orm@0.44.7+dd2253f5d79d0b01/node_modules/drizzle-orm/gel-core/unique-constraint.cjs.map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D:/pasar_fix/node_modules/.bun/drizzle-orm@0.44.7+dd2253f5d79d0b01/node_modules/drizzle-orm/gel-core/unique-constraint.d.cts</a:t>
            </a:r>
          </a:p>
          <a:p>
            <a:pPr>
              <a:defRPr sz="1200"/>
            </a:pPr>
            <a:r>
              <a:t>D:/pasar_fix/node_modules/.bun/drizzle-orm@0.44.7+dd2253f5d79d0b01/node_modules/drizzle-orm/gel-core/unique-constraint.d.ts</a:t>
            </a:r>
          </a:p>
          <a:p>
            <a:pPr>
              <a:defRPr sz="1200"/>
            </a:pPr>
            <a:r>
              <a:t>D:/pasar_fix/node_modules/.bun/drizzle-orm@0.44.7+dd2253f5d79d0b01/node_modules/drizzle-orm/gel-core/unique-constraint.js</a:t>
            </a:r>
          </a:p>
          <a:p>
            <a:pPr>
              <a:defRPr sz="1200"/>
            </a:pPr>
            <a:r>
              <a:t>D:/pasar_fix/node_modules/.bun/drizzle-orm@0.44.7+dd2253f5d79d0b01/node_modules/drizzle-orm/gel-core/unique-constraint.js.map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D:/pasar_fix/node_modules/.bun/drizzle-orm@0.44.7+dd2253f5d79d0b01/node_modules/drizzle-orm/gel-core/utils.cjs</a:t>
            </a:r>
          </a:p>
          <a:p>
            <a:pPr>
              <a:defRPr sz="1200"/>
            </a:pPr>
            <a:r>
              <a:t>D:/pasar_fix/node_modules/.bun/drizzle-orm@0.44.7+dd2253f5d79d0b01/node_modules/drizzle-orm/gel-core/utils.cjs.map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D:/pasar_fix/node_modules/.bun/drizzle-orm@0.44.7+dd2253f5d79d0b01/node_modules/drizzle-orm/gel-core/utils.d.cts</a:t>
            </a:r>
          </a:p>
          <a:p>
            <a:pPr>
              <a:defRPr sz="1200"/>
            </a:pPr>
            <a:r>
              <a:t>D:/pasar_fix/node_modules/.bun/drizzle-orm@0.44.7+dd2253f5d79d0b01/node_modules/drizzle-orm/gel-core/utils.d.ts</a:t>
            </a:r>
          </a:p>
          <a:p>
            <a:pPr>
              <a:defRPr sz="1200"/>
            </a:pPr>
            <a:r>
              <a:t>D:/pasar_fix/node_modules/.bun/drizzle-orm@0.44.7+dd2253f5d79d0b01/node_modules/drizzle-orm/gel-core/utils.js</a:t>
            </a:r>
          </a:p>
          <a:p>
            <a:pPr>
              <a:defRPr sz="1200"/>
            </a:pPr>
            <a:r>
              <a:t>D:/pasar_fix/node_modules/.bun/drizzle-orm@0.44.7+dd2253f5d79d0b01/node_modules/drizzle-orm/gel-core/utils.js.map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D:/pasar_fix/node_modules/.bun/drizzle-orm@0.44.7+dd2253f5d79d0b01/node_modules/drizzle-orm/gel-core/view-base.cjs</a:t>
            </a:r>
          </a:p>
          <a:p>
            <a:pPr>
              <a:defRPr sz="1200"/>
            </a:pPr>
            <a:r>
              <a:t>D:/pasar_fix/node_modules/.bun/drizzle-orm@0.44.7+dd2253f5d79d0b01/node_modules/drizzle-orm/gel-core/view-base.cjs.map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D:/pasar_fix/node_modules/.bun/drizzle-orm@0.44.7+dd2253f5d79d0b01/node_modules/drizzle-orm/gel-core/view-base.d.cts</a:t>
            </a:r>
          </a:p>
          <a:p>
            <a:pPr>
              <a:defRPr sz="1200"/>
            </a:pPr>
            <a:r>
              <a:t>D:/pasar_fix/node_modules/.bun/drizzle-orm@0.44.7+dd2253f5d79d0b01/node_modules/drizzle-orm/gel-core/view-base.d.ts</a:t>
            </a:r>
          </a:p>
          <a:p>
            <a:pPr>
              <a:defRPr sz="1200"/>
            </a:pPr>
            <a:r>
              <a:t>D:/pasar_fix/node_modules/.bun/drizzle-orm@0.44.7+dd2253f5d79d0b01/node_modules/drizzle-orm/gel-core/view-base.js</a:t>
            </a:r>
          </a:p>
          <a:p>
            <a:pPr>
              <a:defRPr sz="1200"/>
            </a:pPr>
            <a:r>
              <a:t>D:/pasar_fix/node_modules/.bun/drizzle-orm@0.44.7+dd2253f5d79d0b01/node_modules/drizzle-orm/gel-core/view-base.js.map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D:/pasar_fix/node_modules/.bun/drizzle-orm@0.44.7+dd2253f5d79d0b01/node_modules/drizzle-orm/gel-core/view-common.cjs</a:t>
            </a:r>
          </a:p>
          <a:p>
            <a:pPr>
              <a:defRPr sz="1200"/>
            </a:pPr>
            <a:r>
              <a:t>D:/pasar_fix/node_modules/.bun/drizzle-orm@0.44.7+dd2253f5d79d0b01/node_modules/drizzle-orm/gel-core/view-common.cjs.map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D:/pasar_fix/node_modules/.bun/drizzle-orm@0.44.7+dd2253f5d79d0b01/node_modules/drizzle-orm/gel-core/view-common.d.cts</a:t>
            </a:r>
          </a:p>
          <a:p>
            <a:pPr>
              <a:defRPr sz="1200"/>
            </a:pPr>
            <a:r>
              <a:t>D:/pasar_fix/node_modules/.bun/drizzle-orm@0.44.7+dd2253f5d79d0b01/node_modules/drizzle-orm/gel-core/view-common.d.ts</a:t>
            </a:r>
          </a:p>
          <a:p>
            <a:pPr>
              <a:defRPr sz="1200"/>
            </a:pPr>
            <a:r>
              <a:t>D:/pasar_fix/node_modules/.bun/drizzle-orm@0.44.7+dd2253f5d79d0b01/node_modules/drizzle-orm/gel-core/view-common.js</a:t>
            </a:r>
          </a:p>
          <a:p>
            <a:pPr>
              <a:defRPr sz="1200"/>
            </a:pPr>
            <a:r>
              <a:t>D:/pasar_fix/node_modules/.bun/drizzle-orm@0.44.7+dd2253f5d79d0b01/node_modules/drizzle-orm/gel-core/view-common.js.map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D:/pasar_fix/node_modules/.bun/drizzle-orm@0.44.7+dd2253f5d79d0b01/node_modules/drizzle-orm/gel-core/view.cjs</a:t>
            </a:r>
          </a:p>
          <a:p>
            <a:pPr>
              <a:defRPr sz="1200"/>
            </a:pPr>
            <a:r>
              <a:t>D:/pasar_fix/node_modules/.bun/drizzle-orm@0.44.7+dd2253f5d79d0b01/node_modules/drizzle-orm/gel-core/view.cjs.map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D:/pasar_fix/node_modules/.bun/drizzle-orm@0.44.7+dd2253f5d79d0b01/node_modules/drizzle-orm/gel-core/view.d.cts</a:t>
            </a:r>
          </a:p>
          <a:p>
            <a:pPr>
              <a:defRPr sz="1200"/>
            </a:pPr>
            <a:r>
              <a:t>D:/pasar_fix/node_modules/.bun/drizzle-orm@0.44.7+dd2253f5d79d0b01/node_modules/drizzle-orm/gel-core/view.d.ts</a:t>
            </a:r>
          </a:p>
          <a:p>
            <a:pPr>
              <a:defRPr sz="1200"/>
            </a:pPr>
            <a:r>
              <a:t>D:/pasar_fix/node_modules/.bun/drizzle-orm@0.44.7+dd2253f5d79d0b01/node_modules/drizzle-orm/gel-core/view.js</a:t>
            </a:r>
          </a:p>
          <a:p>
            <a:pPr>
              <a:defRPr sz="1200"/>
            </a:pPr>
            <a:r>
              <a:t>D:/pasar_fix/node_modules/.bun/drizzle-orm@0.44.7+dd2253f5d79d0b01/node_modules/drizzle-orm/gel-core/view.js.map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D:/pasar_fix/node_modules/.bun/drizzle-orm@0.44.7+dd2253f5d79d0b01/node_modules/drizzle-orm/gel-core/columns/all.cjs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D:/pasar_fix/node_modules/.bun/drizzle-orm@0.44.7+dd2253f5d79d0b01/node_modules/drizzle-orm/gel-core/columns/all.cjs.map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D:/pasar_fix/node_modules/.bun/drizzle-orm@0.44.7+dd2253f5d79d0b01/node_modules/drizzle-orm/gel-core/columns/all.d.cts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D:/pasar_fix/node_modules/.bun/drizzle-orm@0.44.7+dd2253f5d79d0b01/node_modules/drizzle-orm/gel-core/columns/all.d.ts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D:/pasar_fix/node_modules/.bun/drizzle-orm@0.44.7+dd2253f5d79d0b01/node_modules/drizzle-orm/gel-core/columns/all.js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D:/pasar_fix/node_modules/.bun/drizzle-orm@0.44.7+dd2253f5d79d0b01/node_modules/drizzle-orm/gel-core/columns/all.js.map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D:/pasar_fix/node_modules/.bun/drizzle-orm@0.44.7+dd2253f5d79d0b01/node_modules/drizzle-orm/gel-core/columns/bigint.cjs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D:/pasar_fix/node_modules/.bun/drizzle-orm@0.44.7+dd2253f5d79d0b01/node_modules/drizzle-orm/gel-core/columns/bigint.cjs.map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D:/pasar_fix/node_modules/.bun/drizzle-orm@0.44.7+dd2253f5d79d0b01/node_modules/drizzle-orm/gel-core/columns/bigint.d.cts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D:/pasar_fix/node_modules/.bun/drizzle-orm@0.44.7+dd2253f5d79d0b01/node_modules/drizzle-orm/gel-core/columns/bigint.d.ts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D:/pasar_fix/node_modules/.bun/drizzle-orm@0.44.7+dd2253f5d79d0b01/node_modules/drizzle-orm/gel-core/columns/bigint.js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D:/pasar_fix/node_modules/.bun/drizzle-orm@0.44.7+dd2253f5d79d0b01/node_modules/drizzle-orm/gel-core/columns/bigint.js.map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D:/pasar_fix/node_modules/.bun/drizzle-orm@0.44.7+dd2253f5d79d0b01/node_modules/drizzle-orm/gel-core/columns/bigintT.cjs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D:/pasar_fix/node_modules/.bun/drizzle-orm@0.44.7+dd2253f5d79d0b01/node_modules/drizzle-orm/gel-core/columns/bigintT.cjs.map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D:/pasar_fix/node_modules/.bun/drizzle-orm@0.44.7+dd2253f5d79d0b01/node_modules/drizzle-orm/gel-core/columns/bigintT.d.cts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D:/pasar_fix/node_modules/.bun/drizzle-orm@0.44.7+dd2253f5d79d0b01/node_modules/drizzle-orm/gel-core/columns/bigintT.d.ts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D:/pasar_fix/node_modules/.bun/drizzle-orm@0.44.7+dd2253f5d79d0b01/node_modules/drizzle-orm/gel-core/columns/bigintT.js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D:/pasar_fix/node_modules/.bun/drizzle-orm@0.44.7+dd2253f5d79d0b01/node_modules/drizzle-orm/gel-core/columns/bigintT.js.map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D:/pasar_fix/node_modules/.bun/drizzle-orm@0.44.7+dd2253f5d79d0b01/node_modules/drizzle-orm/gel-core/columns/boolean.cjs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D:/pasar_fix/node_modules/.bun/drizzle-orm@0.44.7+dd2253f5d79d0b01/node_modules/drizzle-orm/gel-core/columns/boolean.cjs.map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D:/pasar_fix/node_modules/.bun/drizzle-orm@0.44.7+dd2253f5d79d0b01/node_modules/drizzle-orm/gel-core/columns/boolean.d.cts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D:/pasar_fix/node_modules/.bun/drizzle-orm@0.44.7+dd2253f5d79d0b01/node_modules/drizzle-orm/gel-core/columns/boolean.d.ts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D:/pasar_fix/node_modules/.bun/drizzle-orm@0.44.7+dd2253f5d79d0b01/node_modules/drizzle-orm/gel-core/columns/boolean.js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D:/pasar_fix/node_modules/.bun/drizzle-orm@0.44.7+dd2253f5d79d0b01/node_modules/drizzle-orm/gel-core/columns/boolean.js.map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D:/pasar_fix/node_modules/.bun/drizzle-orm@0.44.7+dd2253f5d79d0b01/node_modules/drizzle-orm/gel-core/columns/bytes.cjs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D:/pasar_fix/node_modules/.bun/drizzle-orm@0.44.7+dd2253f5d79d0b01/node_modules/drizzle-orm/gel-core/columns/bytes.cjs.map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D:/pasar_fix/node_modules/.bun/drizzle-orm@0.44.7+dd2253f5d79d0b01/node_modules/drizzle-orm/gel-core/columns/bytes.d.cts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D:/pasar_fix/node_modules/.bun/drizzle-orm@0.44.7+dd2253f5d79d0b01/node_modules/drizzle-orm/gel-core/columns/bytes.d.ts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D:/pasar_fix/node_modules/.bun/drizzle-orm@0.44.7+dd2253f5d79d0b01/node_modules/drizzle-orm/gel-core/columns/bytes.js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D:/pasar_fix/node_modules/.bun/drizzle-orm@0.44.7+dd2253f5d79d0b01/node_modules/drizzle-orm/gel-core/columns/bytes.js.map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D:/pasar_fix/node_modules/.bun/drizzle-orm@0.44.7+dd2253f5d79d0b01/node_modules/drizzle-orm/gel-core/columns/common.cjs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D:/pasar_fix/node_modules/.bun/drizzle-orm@0.44.7+dd2253f5d79d0b01/node_modules/drizzle-orm/gel-core/columns/common.cjs.map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D:/pasar_fix/node_modules/.bun/drizzle-orm@0.44.7+dd2253f5d79d0b01/node_modules/drizzle-orm/gel-core/columns/common.d.cts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D:/pasar_fix/node_modules/.bun/drizzle-orm@0.44.7+dd2253f5d79d0b01/node_modules/drizzle-orm/gel-core/columns/common.d.ts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D:/pasar_fix/node_modules/.bun/drizzle-orm@0.44.7+dd2253f5d79d0b01/node_modules/drizzle-orm/gel-core/columns/common.js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D:/pasar_fix/node_modules/.bun/drizzle-orm@0.44.7+dd2253f5d79d0b01/node_modules/drizzle-orm/gel-core/columns/common.js.map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D:/pasar_fix/node_modules/.bun/drizzle-orm@0.44.7+dd2253f5d79d0b01/node_modules/drizzle-orm/gel-core/columns/custom.cjs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D:/pasar_fix/node_modules/.bun/drizzle-orm@0.44.7+dd2253f5d79d0b01/node_modules/drizzle-orm/gel-core/columns/custom.cjs.map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D:/pasar_fix/node_modules/.bun/drizzle-orm@0.44.7+dd2253f5d79d0b01/node_modules/drizzle-orm/gel-core/columns/custom.d.cts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D:/pasar_fix/node_modules/.bun/drizzle-orm@0.44.7+dd2253f5d79d0b01/node_modules/drizzle-orm/gel-core/columns/custom.d.ts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D:/pasar_fix/node_modules/.bun/drizzle-orm@0.44.7+dd2253f5d79d0b01/node_modules/drizzle-orm/gel-core/columns/custom.js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D:/pasar_fix/node_modules/.bun/drizzle-orm@0.44.7+dd2253f5d79d0b01/node_modules/drizzle-orm/gel-core/columns/custom.js.map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D:/pasar_fix/node_modules/.bun/drizzle-orm@0.44.7+dd2253f5d79d0b01/node_modules/drizzle-orm/gel-core/columns/date-duration.cjs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D:/pasar_fix/node_modules/.bun/drizzle-orm@0.44.7+dd2253f5d79d0b01/node_modules/drizzle-orm/gel-core/columns/date-duration.cjs.map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D:/pasar_fix/node_modules/.bun/drizzle-orm@0.44.7+dd2253f5d79d0b01/node_modules/drizzle-orm/gel-core/columns/date-duration.d.cts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D:/pasar_fix/node_modules/.bun/drizzle-orm@0.44.7+dd2253f5d79d0b01/node_modules/drizzle-orm/gel-core/columns/date-duration.d.ts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D:/pasar_fix/node_modules/.bun/drizzle-orm@0.44.7+dd2253f5d79d0b01/node_modules/drizzle-orm/gel-core/columns/date-duration.js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D:/pasar_fix/node_modules/.bun/drizzle-orm@0.44.7+dd2253f5d79d0b01/node_modules/drizzle-orm/gel-core/columns/date-duration.js.map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D:/pasar_fix/node_modules/.bun/drizzle-orm@0.44.7+dd2253f5d79d0b01/node_modules/drizzle-orm/gel-core/columns/date.common.cjs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D:/pasar_fix/node_modules/.bun/drizzle-orm@0.44.7+dd2253f5d79d0b01/node_modules/drizzle-orm/gel-core/columns/date.common.cjs.map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D:/pasar_fix/node_modules/.bun/drizzle-orm@0.44.7+dd2253f5d79d0b01/node_modules/drizzle-orm/gel-core/columns/date.common.d.cts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D:/pasar_fix/node_modules/.bun/drizzle-orm@0.44.7+dd2253f5d79d0b01/node_modules/drizzle-orm/gel-core/columns/date.common.d.ts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D:/pasar_fix/node_modules/.bun/drizzle-orm@0.44.7+dd2253f5d79d0b01/node_modules/drizzle-orm/gel-core/columns/date.common.js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D:/pasar_fix/node_modules/.bun/drizzle-orm@0.44.7+dd2253f5d79d0b01/node_modules/drizzle-orm/gel-core/columns/date.common.js.map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D:/pasar_fix/node_modules/.bun/drizzle-orm@0.44.7+dd2253f5d79d0b01/node_modules/drizzle-orm/gel-core/columns/decimal.cjs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D:/pasar_fix/node_modules/.bun/drizzle-orm@0.44.7+dd2253f5d79d0b01/node_modules/drizzle-orm/gel-core/columns/decimal.cjs.map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D:/pasar_fix/node_modules/.bun/drizzle-orm@0.44.7+dd2253f5d79d0b01/node_modules/drizzle-orm/gel-core/columns/decimal.d.cts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D:/pasar_fix/node_modules/.bun/drizzle-orm@0.44.7+dd2253f5d79d0b01/node_modules/drizzle-orm/gel-core/columns/decimal.d.ts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D:/pasar_fix/node_modules/.bun/drizzle-orm@0.44.7+dd2253f5d79d0b01/node_modules/drizzle-orm/gel-core/columns/decimal.js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D:/pasar_fix/node_modules/.bun/drizzle-orm@0.44.7+dd2253f5d79d0b01/node_modules/drizzle-orm/gel-core/columns/decimal.js.map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D:/pasar_fix/node_modules/.bun/drizzle-orm@0.44.7+dd2253f5d79d0b01/node_modules/drizzle-orm/gel-core/columns/double-precision.cjs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D:/pasar_fix/node_modules/.bun/drizzle-orm@0.44.7+dd2253f5d79d0b01/node_modules/drizzle-orm/gel-core/columns/double-precision.cjs.map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D:/pasar_fix/node_modules/.bun/drizzle-orm@0.44.7+dd2253f5d79d0b01/node_modules/drizzle-orm/gel-core/columns/double-precision.d.cts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D:/pasar_fix/node_modules/.bun/drizzle-orm@0.44.7+dd2253f5d79d0b01/node_modules/drizzle-orm/gel-core/columns/double-precision.d.ts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D:/pasar_fix/node_modules/.bun/drizzle-orm@0.44.7+dd2253f5d79d0b01/node_modules/drizzle-orm/gel-core/columns/double-precision.js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D:/pasar_fix/node_modules/.bun/drizzle-orm@0.44.7+dd2253f5d79d0b01/node_modules/drizzle-orm/gel-core/columns/double-precision.js.map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D:/pasar_fix/node_modules/.bun/drizzle-orm@0.44.7+dd2253f5d79d0b01/node_modules/drizzle-orm/gel-core/columns/duration.cjs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D:/pasar_fix/node_modules/.bun/drizzle-orm@0.44.7+dd2253f5d79d0b01/node_modules/drizzle-orm/gel-core/columns/duration.cjs.map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D:/pasar_fix/node_modules/.bun/drizzle-orm@0.44.7+dd2253f5d79d0b01/node_modules/drizzle-orm/gel-core/columns/duration.d.cts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D:/pasar_fix/node_modules/.bun/drizzle-orm@0.44.7+dd2253f5d79d0b01/node_modules/drizzle-orm/gel-core/columns/duration.d.ts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D:/pasar_fix/node_modules/.bun/drizzle-orm@0.44.7+dd2253f5d79d0b01/node_modules/drizzle-orm/gel-core/columns/duration.js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D:/pasar_fix/node_modules/.bun/drizzle-orm@0.44.7+dd2253f5d79d0b01/node_modules/drizzle-orm/gel-core/columns/duration.js.map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D:/pasar_fix/node_modules/.bun/drizzle-orm@0.44.7+dd2253f5d79d0b01/node_modules/drizzle-orm/gel-core/columns/index.cjs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D:/pasar_fix/node_modules/.bun/drizzle-orm@0.44.7+dd2253f5d79d0b01/node_modules/drizzle-orm/gel-core/columns/index.cjs.map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D:/pasar_fix/node_modules/.bun/drizzle-orm@0.44.7+dd2253f5d79d0b01/node_modules/drizzle-orm/gel-core/columns/index.d.cts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D:/pasar_fix/node_modules/.bun/drizzle-orm@0.44.7+dd2253f5d79d0b01/node_modules/drizzle-orm/gel-core/columns/index.d.ts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D:/pasar_fix/node_modules/.bun/drizzle-orm@0.44.7+dd2253f5d79d0b01/node_modules/drizzle-orm/gel-core/columns/index.js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D:/pasar_fix/node_modules/.bun/drizzle-orm@0.44.7+dd2253f5d79d0b01/node_modules/drizzle-orm/gel-core/columns/index.js.map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D:/pasar_fix/node_modules/.bun/drizzle-orm@0.44.7+dd2253f5d79d0b01/node_modules/drizzle-orm/gel-core/columns/int.common.cjs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D:/pasar_fix/node_modules/.bun/drizzle-orm@0.44.7+dd2253f5d79d0b01/node_modules/drizzle-orm/gel-core/columns/int.common.cjs.map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D:/pasar_fix/node_modules/.bun/drizzle-orm@0.44.7+dd2253f5d79d0b01/node_modules/drizzle-orm/gel-core/columns/int.common.d.cts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D:/pasar_fix/node_modules/.bun/drizzle-orm@0.44.7+dd2253f5d79d0b01/node_modules/drizzle-orm/gel-core/columns/int.common.d.ts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D:/pasar_fix/node_modules/.bun/drizzle-orm@0.44.7+dd2253f5d79d0b01/node_modules/drizzle-orm/gel-core/columns/int.common.js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D:/pasar_fix/node_modules/.bun/drizzle-orm@0.44.7+dd2253f5d79d0b01/node_modules/drizzle-orm/gel-core/columns/int.common.js.map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D:/pasar_fix/node_modules/.bun/drizzle-orm@0.44.7+dd2253f5d79d0b01/node_modules/drizzle-orm/gel-core/columns/integer.cjs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D:/pasar_fix/node_modules/.bun/drizzle-orm@0.44.7+dd2253f5d79d0b01/node_modules/drizzle-orm/gel-core/columns/integer.cjs.map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D:/pasar_fix/node_modules/.bun/drizzle-orm@0.44.7+dd2253f5d79d0b01/node_modules/drizzle-orm/gel-core/columns/integer.d.cts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D:/pasar_fix/node_modules/.bun/drizzle-orm@0.44.7+dd2253f5d79d0b01/node_modules/drizzle-orm/gel-core/columns/integer.d.ts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D:/pasar_fix/node_modules/.bun/drizzle-orm@0.44.7+dd2253f5d79d0b01/node_modules/drizzle-orm/gel-core/columns/integer.js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D:/pasar_fix/node_modules/.bun/drizzle-orm@0.44.7+dd2253f5d79d0b01/node_modules/drizzle-orm/gel-core/columns/integer.js.map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D:/pasar_fix/node_modules/.bun/drizzle-orm@0.44.7+dd2253f5d79d0b01/node_modules/drizzle-orm/gel-core/columns/json.cjs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D:/pasar_fix/node_modules/.bun/drizzle-orm@0.44.7+dd2253f5d79d0b01/node_modules/drizzle-orm/gel-core/columns/json.cjs.map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D:/pasar_fix/node_modules/.bun/drizzle-orm@0.44.7+dd2253f5d79d0b01/node_modules/drizzle-orm/gel-core/columns/json.d.cts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D:/pasar_fix/node_modules/.bun/drizzle-orm@0.44.7+dd2253f5d79d0b01/node_modules/drizzle-orm/gel-core/columns/json.d.ts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D:/pasar_fix/node_modules/.bun/drizzle-orm@0.44.7+dd2253f5d79d0b01/node_modules/drizzle-orm/gel-core/columns/json.js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D:/pasar_fix/node_modules/.bun/drizzle-orm@0.44.7+dd2253f5d79d0b01/node_modules/drizzle-orm/gel-core/columns/json.js.map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D:/pasar_fix/node_modules/.bun/drizzle-orm@0.44.7+dd2253f5d79d0b01/node_modules/drizzle-orm/gel-core/columns/localdate.cjs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D:/pasar_fix/node_modules/.bun/drizzle-orm@0.44.7+dd2253f5d79d0b01/node_modules/drizzle-orm/gel-core/columns/localdate.cjs.map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D:/pasar_fix/node_modules/.bun/drizzle-orm@0.44.7+dd2253f5d79d0b01/node_modules/drizzle-orm/gel-core/columns/localdate.d.cts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D:/pasar_fix/node_modules/.bun/drizzle-orm@0.44.7+dd2253f5d79d0b01/node_modules/drizzle-orm/gel-core/columns/localdate.d.ts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D:/pasar_fix/node_modules/.bun/drizzle-orm@0.44.7+dd2253f5d79d0b01/node_modules/drizzle-orm/gel-core/columns/localdate.js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D:/pasar_fix/node_modules/.bun/drizzle-orm@0.44.7+dd2253f5d79d0b01/node_modules/drizzle-orm/gel-core/columns/localdate.js.map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D:/pasar_fix/node_modules/.bun/drizzle-orm@0.44.7+dd2253f5d79d0b01/node_modules/drizzle-orm/gel-core/columns/localtime.cjs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D:/pasar_fix/node_modules/.bun/drizzle-orm@0.44.7+dd2253f5d79d0b01/node_modules/drizzle-orm/gel-core/columns/localtime.cjs.map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D:/pasar_fix/node_modules/.bun/drizzle-orm@0.44.7+dd2253f5d79d0b01/node_modules/drizzle-orm/gel-core/columns/localtime.d.cts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D:/pasar_fix/node_modules/.bun/drizzle-orm@0.44.7+dd2253f5d79d0b01/node_modules/drizzle-orm/gel-core/columns/localtime.d.ts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D:/pasar_fix/node_modules/.bun/drizzle-orm@0.44.7+dd2253f5d79d0b01/node_modules/drizzle-orm/gel-core/columns/localtime.js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D:/pasar_fix/node_modules/.bun/drizzle-orm@0.44.7+dd2253f5d79d0b01/node_modules/drizzle-orm/gel-core/columns/localtime.js.map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D:/pasar_fix/node_modules/.bun/drizzle-orm@0.44.7+dd2253f5d79d0b01/node_modules/drizzle-orm/gel-core/columns/real.cjs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D:/pasar_fix/node_modules/.bun/drizzle-orm@0.44.7+dd2253f5d79d0b01/node_modules/drizzle-orm/gel-core/columns/real.cjs.map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D:/pasar_fix/node_modules/.bun/drizzle-orm@0.44.7+dd2253f5d79d0b01/node_modules/drizzle-orm/gel-core/columns/real.d.cts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D:/pasar_fix/node_modules/.bun/drizzle-orm@0.44.7+dd2253f5d79d0b01/node_modules/drizzle-orm/gel-core/columns/real.d.ts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D:/pasar_fix/node_modules/.bun/drizzle-orm@0.44.7+dd2253f5d79d0b01/node_modules/drizzle-orm/gel-core/columns/real.js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D:/pasar_fix/node_modules/.bun/drizzle-orm@0.44.7+dd2253f5d79d0b01/node_modules/drizzle-orm/gel-core/columns/real.js.map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D:/pasar_fix/node_modules/.bun/drizzle-orm@0.44.7+dd2253f5d79d0b01/node_modules/drizzle-orm/gel-core/columns/relative-duration.cjs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D:/pasar_fix/node_modules/.bun/drizzle-orm@0.44.7+dd2253f5d79d0b01/node_modules/drizzle-orm/gel-core/columns/relative-duration.cjs.map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D:/pasar_fix/node_modules/.bun/drizzle-orm@0.44.7+dd2253f5d79d0b01/node_modules/drizzle-orm/gel-core/columns/relative-duration.d.cts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D:/pasar_fix/node_modules/.bun/drizzle-orm@0.44.7+dd2253f5d79d0b01/node_modules/drizzle-orm/gel-core/columns/relative-duration.d.ts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D:/pasar_fix/node_modules/.bun/drizzle-orm@0.44.7+dd2253f5d79d0b01/node_modules/drizzle-orm/gel-core/columns/relative-duration.js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D:/pasar_fix/node_modules/.bun/drizzle-orm@0.44.7+dd2253f5d79d0b01/node_modules/drizzle-orm/gel-core/columns/relative-duration.js.map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D:/pasar_fix/node_modules/.bun/drizzle-orm@0.44.7+dd2253f5d79d0b01/node_modules/drizzle-orm/gel-core/columns/smallint.cjs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D:/pasar_fix/node_modules/.bun/drizzle-orm@0.44.7+dd2253f5d79d0b01/node_modules/drizzle-orm/gel-core/columns/smallint.cjs.map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D:/pasar_fix/node_modules/.bun/drizzle-orm@0.44.7+dd2253f5d79d0b01/node_modules/drizzle-orm/gel-core/columns/smallint.d.cts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D:/pasar_fix/node_modules/.bun/drizzle-orm@0.44.7+dd2253f5d79d0b01/node_modules/drizzle-orm/gel-core/columns/smallint.d.ts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D:/pasar_fix/node_modules/.bun/drizzle-orm@0.44.7+dd2253f5d79d0b01/node_modules/drizzle-orm/gel-core/columns/smallint.js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D:/pasar_fix/node_modules/.bun/drizzle-orm@0.44.7+dd2253f5d79d0b01/node_modules/drizzle-orm/gel-core/columns/smallint.js.map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D:/pasar_fix/node_modules/.bun/drizzle-orm@0.44.7+dd2253f5d79d0b01/node_modules/drizzle-orm/gel-core/columns/text.cjs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D:/pasar_fix/node_modules/.bun/drizzle-orm@0.44.7+dd2253f5d79d0b01/node_modules/drizzle-orm/gel-core/columns/text.cjs.map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D:/pasar_fix/node_modules/.bun/drizzle-orm@0.44.7+dd2253f5d79d0b01/node_modules/drizzle-orm/gel-core/columns/text.d.cts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D:/pasar_fix/node_modules/.bun/drizzle-orm@0.44.7+dd2253f5d79d0b01/node_modules/drizzle-orm/gel-core/columns/text.d.ts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D:/pasar_fix/node_modules/.bun/drizzle-orm@0.44.7+dd2253f5d79d0b01/node_modules/drizzle-orm/gel-core/columns/text.js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D:/pasar_fix/node_modules/.bun/drizzle-orm@0.44.7+dd2253f5d79d0b01/node_modules/drizzle-orm/gel-core/columns/text.js.map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D:/pasar_fix/node_modules/.bun/drizzle-orm@0.44.7+dd2253f5d79d0b01/node_modules/drizzle-orm/gel-core/columns/timestamp.cjs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D:/pasar_fix/node_modules/.bun/drizzle-orm@0.44.7+dd2253f5d79d0b01/node_modules/drizzle-orm/gel-core/columns/timestamp.cjs.map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D:/pasar_fix/node_modules/.bun/drizzle-orm@0.44.7+dd2253f5d79d0b01/node_modules/drizzle-orm/gel-core/columns/timestamp.d.cts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D:/pasar_fix/node_modules/.bun/drizzle-orm@0.44.7+dd2253f5d79d0b01/node_modules/drizzle-orm/gel-core/columns/timestamp.d.ts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D:/pasar_fix/node_modules/.bun/drizzle-orm@0.44.7+dd2253f5d79d0b01/node_modules/drizzle-orm/gel-core/columns/timestamp.js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D:/pasar_fix/node_modules/.bun/drizzle-orm@0.44.7+dd2253f5d79d0b01/node_modules/drizzle-orm/gel-core/columns/timestamp.js.map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D:/pasar_fix/node_modules/.bun/drizzle-orm@0.44.7+dd2253f5d79d0b01/node_modules/drizzle-orm/gel-core/columns/timestamptz.cjs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D:/pasar_fix/node_modules/.bun/drizzle-orm@0.44.7+dd2253f5d79d0b01/node_modules/drizzle-orm/gel-core/columns/timestamptz.cjs.map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D:/pasar_fix/node_modules/.bun/drizzle-orm@0.44.7+dd2253f5d79d0b01/node_modules/drizzle-orm/gel-core/columns/timestamptz.d.cts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D:/pasar_fix/node_modules/.bun/drizzle-orm@0.44.7+dd2253f5d79d0b01/node_modules/drizzle-orm/gel-core/columns/timestamptz.d.ts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D:/pasar_fix/node_modules/.bun/drizzle-orm@0.44.7+dd2253f5d79d0b01/node_modules/drizzle-orm/gel-core/columns/timestamptz.js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D:/pasar_fix/node_modules/.bun/drizzle-orm@0.44.7+dd2253f5d79d0b01/node_modules/drizzle-orm/gel-core/columns/timestamptz.js.map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D:/pasar_fix/node_modules/.bun/drizzle-orm@0.44.7+dd2253f5d79d0b01/node_modules/drizzle-orm/gel-core/columns/uuid.cjs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D:/pasar_fix/node_modules/.bun/drizzle-orm@0.44.7+dd2253f5d79d0b01/node_modules/drizzle-orm/gel-core/columns/uuid.cjs.map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D:/pasar_fix/node_modules/.bun/drizzle-orm@0.44.7+dd2253f5d79d0b01/node_modules/drizzle-orm/gel-core/columns/uuid.d.cts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D:/pasar_fix/node_modules/.bun/drizzle-orm@0.44.7+dd2253f5d79d0b01/node_modules/drizzle-orm/gel-core/columns/uuid.d.ts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D:/pasar_fix/node_modules/.bun/drizzle-orm@0.44.7+dd2253f5d79d0b01/node_modules/drizzle-orm/gel-core/columns/uuid.js</a:t>
            </a:r>
          </a:p>
          <a:p>
            <a:pPr>
              <a:defRPr sz="1200"/>
            </a:pPr>
            <a:r>
              <a:t>D:/pasar_fix/node_modules/.bun/drizzle-orm@0.44.7+dd2253f5d79d0b01/node_modules/drizzle-orm/gel-core/columns/uuid.js.map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D:/pasar_fix/node_modules/.bun/drizzle-orm@0.44.7+dd2253f5d79d0b01/node_modules/drizzle-orm/gel-core/query-builders/count.cjs</a:t>
            </a:r>
          </a:p>
          <a:p>
            <a:pPr>
              <a:defRPr sz="1200"/>
            </a:pPr>
            <a:r>
              <a:t>D:/pasar_fix/node_modules/.bun/drizzle-orm@0.44.7+dd2253f5d79d0b01/node_modules/drizzle-orm/gel-core/query-builders/count.cjs.map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D:/pasar_fix/node_modules/.bun/drizzle-orm@0.44.7+dd2253f5d79d0b01/node_modules/drizzle-orm/gel-core/query-builders/count.d.cts</a:t>
            </a:r>
          </a:p>
          <a:p>
            <a:pPr>
              <a:defRPr sz="1200"/>
            </a:pPr>
            <a:r>
              <a:t>D:/pasar_fix/node_modules/.bun/drizzle-orm@0.44.7+dd2253f5d79d0b01/node_modules/drizzle-orm/gel-core/query-builders/count.d.ts</a:t>
            </a:r>
          </a:p>
          <a:p>
            <a:pPr>
              <a:defRPr sz="1200"/>
            </a:pPr>
            <a:r>
              <a:t>D:/pasar_fix/node_modules/.bun/drizzle-orm@0.44.7+dd2253f5d79d0b01/node_modules/drizzle-orm/gel-core/query-builders/count.js</a:t>
            </a:r>
          </a:p>
          <a:p>
            <a:pPr>
              <a:defRPr sz="1200"/>
            </a:pPr>
            <a:r>
              <a:t>D:/pasar_fix/node_modules/.bun/drizzle-orm@0.44.7+dd2253f5d79d0b01/node_modules/drizzle-orm/gel-core/query-builders/count.js.map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D:/pasar_fix/node_modules/.bun/drizzle-orm@0.44.7+dd2253f5d79d0b01/node_modules/drizzle-orm/gel-core/query-builders/delete.cjs</a:t>
            </a:r>
          </a:p>
          <a:p>
            <a:pPr>
              <a:defRPr sz="1200"/>
            </a:pPr>
            <a:r>
              <a:t>D:/pasar_fix/node_modules/.bun/drizzle-orm@0.44.7+dd2253f5d79d0b01/node_modules/drizzle-orm/gel-core/query-builders/delete.cjs.map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D:/pasar_fix/node_modules/.bun/drizzle-orm@0.44.7+dd2253f5d79d0b01/node_modules/drizzle-orm/gel-core/query-builders/delete.d.cts</a:t>
            </a:r>
          </a:p>
          <a:p>
            <a:pPr>
              <a:defRPr sz="1200"/>
            </a:pPr>
            <a:r>
              <a:t>D:/pasar_fix/node_modules/.bun/drizzle-orm@0.44.7+dd2253f5d79d0b01/node_modules/drizzle-orm/gel-core/query-builders/delete.d.ts</a:t>
            </a:r>
          </a:p>
          <a:p>
            <a:pPr>
              <a:defRPr sz="1200"/>
            </a:pPr>
            <a:r>
              <a:t>D:/pasar_fix/node_modules/.bun/drizzle-orm@0.44.7+dd2253f5d79d0b01/node_modules/drizzle-orm/gel-core/query-builders/delete.js</a:t>
            </a:r>
          </a:p>
          <a:p>
            <a:pPr>
              <a:defRPr sz="1200"/>
            </a:pPr>
            <a:r>
              <a:t>D:/pasar_fix/node_modules/.bun/drizzle-orm@0.44.7+dd2253f5d79d0b01/node_modules/drizzle-orm/gel-core/query-builders/delete.js.map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D:/pasar_fix/node_modules/.bun/drizzle-orm@0.44.7+dd2253f5d79d0b01/node_modules/drizzle-orm/gel-core/query-builders/index.cjs</a:t>
            </a:r>
          </a:p>
          <a:p>
            <a:pPr>
              <a:defRPr sz="1200"/>
            </a:pPr>
            <a:r>
              <a:t>D:/pasar_fix/node_modules/.bun/drizzle-orm@0.44.7+dd2253f5d79d0b01/node_modules/drizzle-orm/gel-core/query-builders/index.cjs.map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D:/pasar_fix/node_modules/.bun/drizzle-orm@0.44.7+dd2253f5d79d0b01/node_modules/drizzle-orm/gel-core/query-builders/index.d.cts</a:t>
            </a:r>
          </a:p>
          <a:p>
            <a:pPr>
              <a:defRPr sz="1200"/>
            </a:pPr>
            <a:r>
              <a:t>D:/pasar_fix/node_modules/.bun/drizzle-orm@0.44.7+dd2253f5d79d0b01/node_modules/drizzle-orm/gel-core/query-builders/index.d.ts</a:t>
            </a:r>
          </a:p>
          <a:p>
            <a:pPr>
              <a:defRPr sz="1200"/>
            </a:pPr>
            <a:r>
              <a:t>D:/pasar_fix/node_modules/.bun/drizzle-orm@0.44.7+dd2253f5d79d0b01/node_modules/drizzle-orm/gel-core/query-builders/index.js</a:t>
            </a:r>
          </a:p>
          <a:p>
            <a:pPr>
              <a:defRPr sz="1200"/>
            </a:pPr>
            <a:r>
              <a:t>D:/pasar_fix/node_modules/.bun/drizzle-orm@0.44.7+dd2253f5d79d0b01/node_modules/drizzle-orm/gel-core/query-builders/index.js.map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D:/pasar_fix/node_modules/.bun/drizzle-orm@0.44.7+dd2253f5d79d0b01/node_modules/drizzle-orm/gel-core/query-builders/insert.cjs</a:t>
            </a:r>
          </a:p>
          <a:p>
            <a:pPr>
              <a:defRPr sz="1200"/>
            </a:pPr>
            <a:r>
              <a:t>D:/pasar_fix/node_modules/.bun/drizzle-orm@0.44.7+dd2253f5d79d0b01/node_modules/drizzle-orm/gel-core/query-builders/insert.cjs.map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D:/pasar_fix/node_modules/.bun/drizzle-orm@0.44.7+dd2253f5d79d0b01/node_modules/drizzle-orm/gel-core/query-builders/insert.d.cts</a:t>
            </a:r>
          </a:p>
          <a:p>
            <a:pPr>
              <a:defRPr sz="1200"/>
            </a:pPr>
            <a:r>
              <a:t>D:/pasar_fix/node_modules/.bun/drizzle-orm@0.44.7+dd2253f5d79d0b01/node_modules/drizzle-orm/gel-core/query-builders/insert.d.ts</a:t>
            </a:r>
          </a:p>
          <a:p>
            <a:pPr>
              <a:defRPr sz="1200"/>
            </a:pPr>
            <a:r>
              <a:t>D:/pasar_fix/node_modules/.bun/drizzle-orm@0.44.7+dd2253f5d79d0b01/node_modules/drizzle-orm/gel-core/query-builders/insert.js</a:t>
            </a:r>
          </a:p>
          <a:p>
            <a:pPr>
              <a:defRPr sz="1200"/>
            </a:pPr>
            <a:r>
              <a:t>D:/pasar_fix/node_modules/.bun/drizzle-orm@0.44.7+dd2253f5d79d0b01/node_modules/drizzle-orm/gel-core/query-builders/insert.js.map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D:/pasar_fix/node_modules/.bun/drizzle-orm@0.44.7+dd2253f5d79d0b01/node_modules/drizzle-orm/gel-core/query-builders/query-builder.cjs</a:t>
            </a:r>
          </a:p>
          <a:p>
            <a:pPr>
              <a:defRPr sz="1200"/>
            </a:pPr>
            <a:r>
              <a:t>D:/pasar_fix/node_modules/.bun/drizzle-orm@0.44.7+dd2253f5d79d0b01/node_modules/drizzle-orm/gel-core/query-builders/query-builder.cjs.map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D:/pasar_fix/node_modules/.bun/drizzle-orm@0.44.7+dd2253f5d79d0b01/node_modules/drizzle-orm/gel-core/query-builders/query-builder.d.cts</a:t>
            </a:r>
          </a:p>
          <a:p>
            <a:pPr>
              <a:defRPr sz="1200"/>
            </a:pPr>
            <a:r>
              <a:t>D:/pasar_fix/node_modules/.bun/drizzle-orm@0.44.7+dd2253f5d79d0b01/node_modules/drizzle-orm/gel-core/query-builders/query-builder.d.ts</a:t>
            </a:r>
          </a:p>
          <a:p>
            <a:pPr>
              <a:defRPr sz="1200"/>
            </a:pPr>
            <a:r>
              <a:t>D:/pasar_fix/node_modules/.bun/drizzle-orm@0.44.7+dd2253f5d79d0b01/node_modules/drizzle-orm/gel-core/query-builders/query-builder.js</a:t>
            </a:r>
          </a:p>
          <a:p>
            <a:pPr>
              <a:defRPr sz="1200"/>
            </a:pPr>
            <a:r>
              <a:t>D:/pasar_fix/node_modules/.bun/drizzle-orm@0.44.7+dd2253f5d79d0b01/node_modules/drizzle-orm/gel-core/query-builders/query-builder.js.map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D:/pasar_fix/node_modules/.bun/drizzle-orm@0.44.7+dd2253f5d79d0b01/node_modules/drizzle-orm/gel-core/query-builders/query.cjs</a:t>
            </a:r>
          </a:p>
          <a:p>
            <a:pPr>
              <a:defRPr sz="1200"/>
            </a:pPr>
            <a:r>
              <a:t>D:/pasar_fix/node_modules/.bun/drizzle-orm@0.44.7+dd2253f5d79d0b01/node_modules/drizzle-orm/gel-core/query-builders/query.cjs.map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D:/pasar_fix/node_modules/.bun/drizzle-orm@0.44.7+dd2253f5d79d0b01/node_modules/drizzle-orm/gel-core/query-builders/query.d.cts</a:t>
            </a:r>
          </a:p>
          <a:p>
            <a:pPr>
              <a:defRPr sz="1200"/>
            </a:pPr>
            <a:r>
              <a:t>D:/pasar_fix/node_modules/.bun/drizzle-orm@0.44.7+dd2253f5d79d0b01/node_modules/drizzle-orm/gel-core/query-builders/query.d.ts</a:t>
            </a:r>
          </a:p>
          <a:p>
            <a:pPr>
              <a:defRPr sz="1200"/>
            </a:pPr>
            <a:r>
              <a:t>D:/pasar_fix/node_modules/.bun/drizzle-orm@0.44.7+dd2253f5d79d0b01/node_modules/drizzle-orm/gel-core/query-builders/query.js</a:t>
            </a:r>
          </a:p>
          <a:p>
            <a:pPr>
              <a:defRPr sz="1200"/>
            </a:pPr>
            <a:r>
              <a:t>D:/pasar_fix/node_modules/.bun/drizzle-orm@0.44.7+dd2253f5d79d0b01/node_modules/drizzle-orm/gel-core/query-builders/query.js.map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D:/pasar_fix/node_modules/.bun/drizzle-orm@0.44.7+dd2253f5d79d0b01/node_modules/drizzle-orm/gel-core/query-builders/raw.cjs</a:t>
            </a:r>
          </a:p>
          <a:p>
            <a:pPr>
              <a:defRPr sz="1200"/>
            </a:pPr>
            <a:r>
              <a:t>D:/pasar_fix/node_modules/.bun/drizzle-orm@0.44.7+dd2253f5d79d0b01/node_modules/drizzle-orm/gel-core/query-builders/raw.cjs.map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D:/pasar_fix/node_modules/.bun/drizzle-orm@0.44.7+dd2253f5d79d0b01/node_modules/drizzle-orm/gel-core/query-builders/raw.d.cts</a:t>
            </a:r>
          </a:p>
          <a:p>
            <a:pPr>
              <a:defRPr sz="1200"/>
            </a:pPr>
            <a:r>
              <a:t>D:/pasar_fix/node_modules/.bun/drizzle-orm@0.44.7+dd2253f5d79d0b01/node_modules/drizzle-orm/gel-core/query-builders/raw.d.ts</a:t>
            </a:r>
          </a:p>
          <a:p>
            <a:pPr>
              <a:defRPr sz="1200"/>
            </a:pPr>
            <a:r>
              <a:t>D:/pasar_fix/node_modules/.bun/drizzle-orm@0.44.7+dd2253f5d79d0b01/node_modules/drizzle-orm/gel-core/query-builders/raw.js</a:t>
            </a:r>
          </a:p>
          <a:p>
            <a:pPr>
              <a:defRPr sz="1200"/>
            </a:pPr>
            <a:r>
              <a:t>D:/pasar_fix/node_modules/.bun/drizzle-orm@0.44.7+dd2253f5d79d0b01/node_modules/drizzle-orm/gel-core/query-builders/raw.js.map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D:/pasar_fix/node_modules/.bun/drizzle-orm@0.44.7+dd2253f5d79d0b01/node_modules/drizzle-orm/gel-core/query-builders/refresh-materialized-view.cjs</a:t>
            </a:r>
          </a:p>
          <a:p>
            <a:pPr>
              <a:defRPr sz="1200"/>
            </a:pPr>
            <a:r>
              <a:t>D:/pasar_fix/node_modules/.bun/drizzle-orm@0.44.7+dd2253f5d79d0b01/node_modules/drizzle-orm/gel-core/query-builders/refresh-materialized-view.cjs.map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D:/pasar_fix/node_modules/.bun/drizzle-orm@0.44.7+dd2253f5d79d0b01/node_modules/drizzle-orm/gel-core/query-builders/refresh-materialized-view.d.cts</a:t>
            </a:r>
          </a:p>
          <a:p>
            <a:pPr>
              <a:defRPr sz="1200"/>
            </a:pPr>
            <a:r>
              <a:t>D:/pasar_fix/node_modules/.bun/drizzle-orm@0.44.7+dd2253f5d79d0b01/node_modules/drizzle-orm/gel-core/query-builders/refresh-materialized-view.d.ts</a:t>
            </a:r>
          </a:p>
          <a:p>
            <a:pPr>
              <a:defRPr sz="1200"/>
            </a:pPr>
            <a:r>
              <a:t>D:/pasar_fix/node_modules/.bun/drizzle-orm@0.44.7+dd2253f5d79d0b01/node_modules/drizzle-orm/gel-core/query-builders/refresh-materialized-view.js</a:t>
            </a:r>
          </a:p>
          <a:p>
            <a:pPr>
              <a:defRPr sz="1200"/>
            </a:pPr>
            <a:r>
              <a:t>D:/pasar_fix/node_modules/.bun/drizzle-orm@0.44.7+dd2253f5d79d0b01/node_modules/drizzle-orm/gel-core/query-builders/refresh-materialized-view.js.map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D:/pasar_fix/node_modules/.bun/drizzle-orm@0.44.7+dd2253f5d79d0b01/node_modules/drizzle-orm/gel-core/query-builders/select.cjs</a:t>
            </a:r>
          </a:p>
          <a:p>
            <a:pPr>
              <a:defRPr sz="1200"/>
            </a:pPr>
            <a:r>
              <a:t>D:/pasar_fix/node_modules/.bun/drizzle-orm@0.44.7+dd2253f5d79d0b01/node_modules/drizzle-orm/gel-core/query-builders/select.cjs.map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D:/pasar_fix/node_modules/.bun/drizzle-orm@0.44.7+dd2253f5d79d0b01/node_modules/drizzle-orm/gel-core/query-builders/select.d.cts</a:t>
            </a:r>
          </a:p>
          <a:p>
            <a:pPr>
              <a:defRPr sz="1200"/>
            </a:pPr>
            <a:r>
              <a:t>D:/pasar_fix/node_modules/.bun/drizzle-orm@0.44.7+dd2253f5d79d0b01/node_modules/drizzle-orm/gel-core/query-builders/select.d.ts</a:t>
            </a:r>
          </a:p>
          <a:p>
            <a:pPr>
              <a:defRPr sz="1200"/>
            </a:pPr>
            <a:r>
              <a:t>D:/pasar_fix/node_modules/.bun/drizzle-orm@0.44.7+dd2253f5d79d0b01/node_modules/drizzle-orm/gel-core/query-builders/select.js</a:t>
            </a:r>
          </a:p>
          <a:p>
            <a:pPr>
              <a:defRPr sz="1200"/>
            </a:pPr>
            <a:r>
              <a:t>D:/pasar_fix/node_modules/.bun/drizzle-orm@0.44.7+dd2253f5d79d0b01/node_modules/drizzle-orm/gel-core/query-builders/select.js.map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D:/pasar_fix/node_modules/.bun/drizzle-orm@0.44.7+dd2253f5d79d0b01/node_modules/drizzle-orm/gel-core/query-builders/select.types.cjs</a:t>
            </a:r>
          </a:p>
          <a:p>
            <a:pPr>
              <a:defRPr sz="1200"/>
            </a:pPr>
            <a:r>
              <a:t>D:/pasar_fix/node_modules/.bun/drizzle-orm@0.44.7+dd2253f5d79d0b01/node_modules/drizzle-orm/gel-core/query-builders/select.types.cjs.map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D:/pasar_fix/node_modules/.bun/drizzle-orm@0.44.7+dd2253f5d79d0b01/node_modules/drizzle-orm/gel-core/query-builders/select.types.d.cts</a:t>
            </a:r>
          </a:p>
          <a:p>
            <a:pPr>
              <a:defRPr sz="1200"/>
            </a:pPr>
            <a:r>
              <a:t>D:/pasar_fix/node_modules/.bun/drizzle-orm@0.44.7+dd2253f5d79d0b01/node_modules/drizzle-orm/gel-core/query-builders/select.types.d.ts</a:t>
            </a:r>
          </a:p>
          <a:p>
            <a:pPr>
              <a:defRPr sz="1200"/>
            </a:pPr>
            <a:r>
              <a:t>D:/pasar_fix/node_modules/.bun/drizzle-orm@0.44.7+dd2253f5d79d0b01/node_modules/drizzle-orm/gel-core/query-builders/select.types.js</a:t>
            </a:r>
          </a:p>
          <a:p>
            <a:pPr>
              <a:defRPr sz="1200"/>
            </a:pPr>
            <a:r>
              <a:t>D:/pasar_fix/node_modules/.bun/drizzle-orm@0.44.7+dd2253f5d79d0b01/node_modules/drizzle-orm/gel-core/query-builders/select.types.js.map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D:/pasar_fix/node_modules/.bun/drizzle-orm@0.44.7+dd2253f5d79d0b01/node_modules/drizzle-orm/gel-core/query-builders/update.cjs</a:t>
            </a:r>
          </a:p>
          <a:p>
            <a:pPr>
              <a:defRPr sz="1200"/>
            </a:pPr>
            <a:r>
              <a:t>D:/pasar_fix/node_modules/.bun/drizzle-orm@0.44.7+dd2253f5d79d0b01/node_modules/drizzle-orm/gel-core/query-builders/update.cjs.map</a:t>
            </a:r>
          </a:p>
          <a:p>
            <a:pPr>
              <a:defRPr sz="1200"/>
            </a:pPr>
            <a:r>
              <a:t>D:/pasar_fix/node_modules/.bun/drizzle-orm@0.44.7+dd2253f5d79d0b01/node_modules/drizzle-orm/gel-core/query-builders/update.d.cts</a:t>
            </a:r>
          </a:p>
          <a:p>
            <a:pPr>
              <a:defRPr sz="1200"/>
            </a:pPr>
            <a:r>
              <a:t>D:/pasar_fix/node_modules/.bun/drizzle-orm@0.44.7+dd2253f5d79d0b01/node_modules/drizzle-orm/gel-core/query-builders/update.d.ts</a:t>
            </a:r>
          </a:p>
          <a:p>
            <a:pPr>
              <a:defRPr sz="1200"/>
            </a:pPr>
            <a:r>
              <a:t>D:/pasar_fix/node_modules/.bun/drizzle-orm@0.44.7+dd2253f5d79d0b01/node_modules/drizzle-orm/gel-core/query-builders/update.js</a:t>
            </a:r>
          </a:p>
          <a:p>
            <a:pPr>
              <a:defRPr sz="1200"/>
            </a:pPr>
            <a:r>
              <a:t>D:/pasar_fix/node_modules/.bun/drizzle-orm@0.44.7+dd2253f5d79d0b01/node_modules/drizzle-orm/gel-core/query-builders/update.js.map</a:t>
            </a:r>
          </a:p>
          <a:p>
            <a:pPr>
              <a:defRPr sz="1200"/>
            </a:pPr>
            <a:r>
              <a:t>D:/pasar_fix/node_modules/.bun/drizzle-orm@0.44.7+dd2253f5d79d0b01/node_modules/drizzle-orm/knex/index.cjs</a:t>
            </a:r>
          </a:p>
          <a:p>
            <a:pPr>
              <a:defRPr sz="1200"/>
            </a:pPr>
            <a:r>
              <a:t>D:/pasar_fix/node_modules/.bun/drizzle-orm@0.44.7+dd2253f5d79d0b01/node_modules/drizzle-orm/knex/index.cjs.map</a:t>
            </a:r>
          </a:p>
          <a:p>
            <a:pPr>
              <a:defRPr sz="1200"/>
            </a:pPr>
            <a:r>
              <a:t>D:/pasar_fix/node_modules/.bun/drizzle-orm@0.44.7+dd2253f5d79d0b01/node_modules/drizzle-orm/knex/index.d.cts</a:t>
            </a:r>
          </a:p>
          <a:p>
            <a:pPr>
              <a:defRPr sz="1200"/>
            </a:pPr>
            <a:r>
              <a:t>D:/pasar_fix/node_modules/.bun/drizzle-orm@0.44.7+dd2253f5d79d0b01/node_modules/drizzle-orm/knex/index.d.ts</a:t>
            </a:r>
          </a:p>
          <a:p>
            <a:pPr>
              <a:defRPr sz="1200"/>
            </a:pPr>
            <a:r>
              <a:t>D:/pasar_fix/node_modules/.bun/drizzle-orm@0.44.7+dd2253f5d79d0b01/node_modules/drizzle-orm/knex/index.js</a:t>
            </a:r>
          </a:p>
          <a:p>
            <a:pPr>
              <a:defRPr sz="1200"/>
            </a:pPr>
            <a:r>
              <a:t>D:/pasar_fix/node_modules/.bun/drizzle-orm@0.44.7+dd2253f5d79d0b01/node_modules/drizzle-orm/knex/index.js.map</a:t>
            </a:r>
          </a:p>
          <a:p>
            <a:pPr>
              <a:defRPr sz="1200"/>
            </a:pPr>
            <a:r>
              <a:t>D:/pasar_fix/node_modules/.bun/drizzle-orm@0.44.7+dd2253f5d79d0b01/node_modules/drizzle-orm/kysely/index.cjs</a:t>
            </a:r>
          </a:p>
          <a:p>
            <a:pPr>
              <a:defRPr sz="1200"/>
            </a:pPr>
            <a:r>
              <a:t>D:/pasar_fix/node_modules/.bun/drizzle-orm@0.44.7+dd2253f5d79d0b01/node_modules/drizzle-orm/kysely/index.cjs.map</a:t>
            </a:r>
          </a:p>
          <a:p>
            <a:pPr>
              <a:defRPr sz="1200"/>
            </a:pPr>
            <a:r>
              <a:t>D:/pasar_fix/node_modules/.bun/drizzle-orm@0.44.7+dd2253f5d79d0b01/node_modules/drizzle-orm/kysely/index.d.cts</a:t>
            </a:r>
          </a:p>
          <a:p>
            <a:pPr>
              <a:defRPr sz="1200"/>
            </a:pPr>
            <a:r>
              <a:t>D:/pasar_fix/node_modules/.bun/drizzle-orm@0.44.7+dd2253f5d79d0b01/node_modules/drizzle-orm/kysely/index.d.ts</a:t>
            </a:r>
          </a:p>
          <a:p>
            <a:pPr>
              <a:defRPr sz="1200"/>
            </a:pPr>
            <a:r>
              <a:t>D:/pasar_fix/node_modules/.bun/drizzle-orm@0.44.7+dd2253f5d79d0b01/node_modules/drizzle-orm/kysely/index.js</a:t>
            </a:r>
          </a:p>
          <a:p>
            <a:pPr>
              <a:defRPr sz="1200"/>
            </a:pPr>
            <a:r>
              <a:t>D:/pasar_fix/node_modules/.bun/drizzle-orm@0.44.7+dd2253f5d79d0b01/node_modules/drizzle-orm/kysely/index.js.map</a:t>
            </a:r>
          </a:p>
          <a:p>
            <a:pPr>
              <a:defRPr sz="1200"/>
            </a:pPr>
            <a:r>
              <a:t>D:/pasar_fix/node_modules/.bun/drizzle-orm@0.44.7+dd2253f5d79d0b01/node_modules/drizzle-orm/libsql/driver-core.cjs</a:t>
            </a:r>
          </a:p>
          <a:p>
            <a:pPr>
              <a:defRPr sz="1200"/>
            </a:pPr>
            <a:r>
              <a:t>D:/pasar_fix/node_modules/.bun/drizzle-orm@0.44.7+dd2253f5d79d0b01/node_modules/drizzle-orm/libsql/driver-core.cjs.map</a:t>
            </a:r>
          </a:p>
          <a:p>
            <a:pPr>
              <a:defRPr sz="1200"/>
            </a:pPr>
            <a:r>
              <a:t>D:/pasar_fix/node_modules/.bun/drizzle-orm@0.44.7+dd2253f5d79d0b01/node_modules/drizzle-orm/libsql/driver-core.d.cts</a:t>
            </a:r>
          </a:p>
          <a:p>
            <a:pPr>
              <a:defRPr sz="1200"/>
            </a:pPr>
            <a:r>
              <a:t>D:/pasar_fix/node_modules/.bun/drizzle-orm@0.44.7+dd2253f5d79d0b01/node_modules/drizzle-orm/libsql/driver-core.d.ts</a:t>
            </a:r>
          </a:p>
          <a:p>
            <a:pPr>
              <a:defRPr sz="1200"/>
            </a:pPr>
            <a:r>
              <a:t>D:/pasar_fix/node_modules/.bun/drizzle-orm@0.44.7+dd2253f5d79d0b01/node_modules/drizzle-orm/libsql/driver-core.js</a:t>
            </a:r>
          </a:p>
          <a:p>
            <a:pPr>
              <a:defRPr sz="1200"/>
            </a:pPr>
            <a:r>
              <a:t>D:/pasar_fix/node_modules/.bun/drizzle-orm@0.44.7+dd2253f5d79d0b01/node_modules/drizzle-orm/libsql/driver-core.js.map</a:t>
            </a:r>
          </a:p>
          <a:p>
            <a:pPr>
              <a:defRPr sz="1200"/>
            </a:pPr>
            <a:r>
              <a:t>D:/pasar_fix/node_modules/.bun/drizzle-orm@0.44.7+dd2253f5d79d0b01/node_modules/drizzle-orm/libsql/driver.cjs</a:t>
            </a:r>
          </a:p>
          <a:p>
            <a:pPr>
              <a:defRPr sz="1200"/>
            </a:pPr>
            <a:r>
              <a:t>D:/pasar_fix/node_modules/.bun/drizzle-orm@0.44.7+dd2253f5d79d0b01/node_modules/drizzle-orm/libsql/driver.cjs.map</a:t>
            </a:r>
          </a:p>
          <a:p>
            <a:pPr>
              <a:defRPr sz="1200"/>
            </a:pPr>
            <a:r>
              <a:t>D:/pasar_fix/node_modules/.bun/drizzle-orm@0.44.7+dd2253f5d79d0b01/node_modules/drizzle-orm/libsql/driver.d.cts</a:t>
            </a:r>
          </a:p>
          <a:p>
            <a:pPr>
              <a:defRPr sz="1200"/>
            </a:pPr>
            <a:r>
              <a:t>D:/pasar_fix/node_modules/.bun/drizzle-orm@0.44.7+dd2253f5d79d0b01/node_modules/drizzle-orm/libsql/driver.d.ts</a:t>
            </a:r>
          </a:p>
          <a:p>
            <a:pPr>
              <a:defRPr sz="1200"/>
            </a:pPr>
            <a:r>
              <a:t>D:/pasar_fix/node_modules/.bun/drizzle-orm@0.44.7+dd2253f5d79d0b01/node_modules/drizzle-orm/libsql/driver.js</a:t>
            </a:r>
          </a:p>
          <a:p>
            <a:pPr>
              <a:defRPr sz="1200"/>
            </a:pPr>
            <a:r>
              <a:t>D:/pasar_fix/node_modules/.bun/drizzle-orm@0.44.7+dd2253f5d79d0b01/node_modules/drizzle-orm/libsql/driver.js.map</a:t>
            </a:r>
          </a:p>
          <a:p>
            <a:pPr>
              <a:defRPr sz="1200"/>
            </a:pPr>
            <a:r>
              <a:t>D:/pasar_fix/node_modules/.bun/drizzle-orm@0.44.7+dd2253f5d79d0b01/node_modules/drizzle-orm/libsql/index.cjs</a:t>
            </a:r>
          </a:p>
          <a:p>
            <a:pPr>
              <a:defRPr sz="1200"/>
            </a:pPr>
            <a:r>
              <a:t>D:/pasar_fix/node_modules/.bun/drizzle-orm@0.44.7+dd2253f5d79d0b01/node_modules/drizzle-orm/libsql/index.cjs.map</a:t>
            </a:r>
          </a:p>
          <a:p>
            <a:pPr>
              <a:defRPr sz="1200"/>
            </a:pPr>
            <a:r>
              <a:t>D:/pasar_fix/node_modules/.bun/drizzle-orm@0.44.7+dd2253f5d79d0b01/node_modules/drizzle-orm/libsql/index.d.cts</a:t>
            </a:r>
          </a:p>
          <a:p>
            <a:pPr>
              <a:defRPr sz="1200"/>
            </a:pPr>
            <a:r>
              <a:t>D:/pasar_fix/node_modules/.bun/drizzle-orm@0.44.7+dd2253f5d79d0b01/node_modules/drizzle-orm/libsql/index.d.ts</a:t>
            </a:r>
          </a:p>
          <a:p>
            <a:pPr>
              <a:defRPr sz="1200"/>
            </a:pPr>
            <a:r>
              <a:t>D:/pasar_fix/node_modules/.bun/drizzle-orm@0.44.7+dd2253f5d79d0b01/node_modules/drizzle-orm/libsql/index.js</a:t>
            </a:r>
          </a:p>
          <a:p>
            <a:pPr>
              <a:defRPr sz="1200"/>
            </a:pPr>
            <a:r>
              <a:t>D:/pasar_fix/node_modules/.bun/drizzle-orm@0.44.7+dd2253f5d79d0b01/node_modules/drizzle-orm/libsql/index.js.map</a:t>
            </a:r>
          </a:p>
          <a:p>
            <a:pPr>
              <a:defRPr sz="1200"/>
            </a:pPr>
            <a:r>
              <a:t>D:/pasar_fix/node_modules/.bun/drizzle-orm@0.44.7+dd2253f5d79d0b01/node_modules/drizzle-orm/libsql/migrator.cjs</a:t>
            </a:r>
          </a:p>
          <a:p>
            <a:pPr>
              <a:defRPr sz="1200"/>
            </a:pPr>
            <a:r>
              <a:t>D:/pasar_fix/node_modules/.bun/drizzle-orm@0.44.7+dd2253f5d79d0b01/node_modules/drizzle-orm/libsql/migrator.cjs.map</a:t>
            </a:r>
          </a:p>
          <a:p>
            <a:pPr>
              <a:defRPr sz="1200"/>
            </a:pPr>
            <a:r>
              <a:t>D:/pasar_fix/node_modules/.bun/drizzle-orm@0.44.7+dd2253f5d79d0b01/node_modules/drizzle-orm/libsql/migrator.d.cts</a:t>
            </a:r>
          </a:p>
          <a:p>
            <a:pPr>
              <a:defRPr sz="1200"/>
            </a:pPr>
            <a:r>
              <a:t>D:/pasar_fix/node_modules/.bun/drizzle-orm@0.44.7+dd2253f5d79d0b01/node_modules/drizzle-orm/libsql/migrator.d.ts</a:t>
            </a:r>
          </a:p>
          <a:p>
            <a:pPr>
              <a:defRPr sz="1200"/>
            </a:pPr>
            <a:r>
              <a:t>D:/pasar_fix/node_modules/.bun/drizzle-orm@0.44.7+dd2253f5d79d0b01/node_modules/drizzle-orm/libsql/migrator.js</a:t>
            </a:r>
          </a:p>
          <a:p>
            <a:pPr>
              <a:defRPr sz="1200"/>
            </a:pPr>
            <a:r>
              <a:t>D:/pasar_fix/node_modules/.bun/drizzle-orm@0.44.7+dd2253f5d79d0b01/node_modules/drizzle-orm/libsql/migrator.js.map</a:t>
            </a:r>
          </a:p>
          <a:p>
            <a:pPr>
              <a:defRPr sz="1200"/>
            </a:pPr>
            <a:r>
              <a:t>D:/pasar_fix/node_modules/.bun/drizzle-orm@0.44.7+dd2253f5d79d0b01/node_modules/drizzle-orm/libsql/session.cjs</a:t>
            </a:r>
          </a:p>
          <a:p>
            <a:pPr>
              <a:defRPr sz="1200"/>
            </a:pPr>
            <a:r>
              <a:t>D:/pasar_fix/node_modules/.bun/drizzle-orm@0.44.7+dd2253f5d79d0b01/node_modules/drizzle-orm/libsql/session.cjs.map</a:t>
            </a:r>
          </a:p>
          <a:p>
            <a:pPr>
              <a:defRPr sz="1200"/>
            </a:pPr>
            <a:r>
              <a:t>D:/pasar_fix/node_modules/.bun/drizzle-orm@0.44.7+dd2253f5d79d0b01/node_modules/drizzle-orm/libsql/session.d.cts</a:t>
            </a:r>
          </a:p>
          <a:p>
            <a:pPr>
              <a:defRPr sz="1200"/>
            </a:pPr>
            <a:r>
              <a:t>D:/pasar_fix/node_modules/.bun/drizzle-orm@0.44.7+dd2253f5d79d0b01/node_modules/drizzle-orm/libsql/session.d.ts</a:t>
            </a:r>
          </a:p>
          <a:p>
            <a:pPr>
              <a:defRPr sz="1200"/>
            </a:pPr>
            <a:r>
              <a:t>D:/pasar_fix/node_modules/.bun/drizzle-orm@0.44.7+dd2253f5d79d0b01/node_modules/drizzle-orm/libsql/session.js</a:t>
            </a:r>
          </a:p>
          <a:p>
            <a:pPr>
              <a:defRPr sz="1200"/>
            </a:pPr>
            <a:r>
              <a:t>D:/pasar_fix/node_modules/.bun/drizzle-orm@0.44.7+dd2253f5d79d0b01/node_modules/drizzle-orm/libsql/session.js.map</a:t>
            </a:r>
          </a:p>
          <a:p>
            <a:pPr>
              <a:defRPr sz="1200"/>
            </a:pPr>
            <a:r>
              <a:t>D:/pasar_fix/node_modules/.bun/drizzle-orm@0.44.7+dd2253f5d79d0b01/node_modules/drizzle-orm/libsql/http/index.cjs</a:t>
            </a:r>
          </a:p>
          <a:p>
            <a:pPr>
              <a:defRPr sz="1200"/>
            </a:pPr>
            <a:r>
              <a:t>D:/pasar_fix/node_modules/.bun/drizzle-orm@0.44.7+dd2253f5d79d0b01/node_modules/drizzle-orm/libsql/http/index.cjs.map</a:t>
            </a:r>
          </a:p>
          <a:p>
            <a:pPr>
              <a:defRPr sz="1200"/>
            </a:pPr>
            <a:r>
              <a:t>D:/pasar_fix/node_modules/.bun/drizzle-orm@0.44.7+dd2253f5d79d0b01/node_modules/drizzle-orm/libsql/http/index.d.cts</a:t>
            </a:r>
          </a:p>
          <a:p>
            <a:pPr>
              <a:defRPr sz="1200"/>
            </a:pPr>
            <a:r>
              <a:t>D:/pasar_fix/node_modules/.bun/drizzle-orm@0.44.7+dd2253f5d79d0b01/node_modules/drizzle-orm/libsql/http/index.d.ts</a:t>
            </a:r>
          </a:p>
          <a:p>
            <a:pPr>
              <a:defRPr sz="1200"/>
            </a:pPr>
            <a:r>
              <a:t>D:/pasar_fix/node_modules/.bun/drizzle-orm@0.44.7+dd2253f5d79d0b01/node_modules/drizzle-orm/libsql/http/index.js</a:t>
            </a:r>
          </a:p>
          <a:p>
            <a:pPr>
              <a:defRPr sz="1200"/>
            </a:pPr>
            <a:r>
              <a:t>D:/pasar_fix/node_modules/.bun/drizzle-orm@0.44.7+dd2253f5d79d0b01/node_modules/drizzle-orm/libsql/http/index.js.map</a:t>
            </a:r>
          </a:p>
          <a:p>
            <a:pPr>
              <a:defRPr sz="1200"/>
            </a:pPr>
            <a:r>
              <a:t>D:/pasar_fix/node_modules/.bun/drizzle-orm@0.44.7+dd2253f5d79d0b01/node_modules/drizzle-orm/libsql/node/index.cjs</a:t>
            </a:r>
          </a:p>
          <a:p>
            <a:pPr>
              <a:defRPr sz="1200"/>
            </a:pPr>
            <a:r>
              <a:t>D:/pasar_fix/node_modules/.bun/drizzle-orm@0.44.7+dd2253f5d79d0b01/node_modules/drizzle-orm/libsql/node/index.cjs.map</a:t>
            </a:r>
          </a:p>
          <a:p>
            <a:pPr>
              <a:defRPr sz="1200"/>
            </a:pPr>
            <a:r>
              <a:t>D:/pasar_fix/node_modules/.bun/drizzle-orm@0.44.7+dd2253f5d79d0b01/node_modules/drizzle-orm/libsql/node/index.d.cts</a:t>
            </a:r>
          </a:p>
          <a:p>
            <a:pPr>
              <a:defRPr sz="1200"/>
            </a:pPr>
            <a:r>
              <a:t>D:/pasar_fix/node_modules/.bun/drizzle-orm@0.44.7+dd2253f5d79d0b01/node_modules/drizzle-orm/libsql/node/index.d.ts</a:t>
            </a:r>
          </a:p>
          <a:p>
            <a:pPr>
              <a:defRPr sz="1200"/>
            </a:pPr>
            <a:r>
              <a:t>D:/pasar_fix/node_modules/.bun/drizzle-orm@0.44.7+dd2253f5d79d0b01/node_modules/drizzle-orm/libsql/node/index.js</a:t>
            </a:r>
          </a:p>
          <a:p>
            <a:pPr>
              <a:defRPr sz="1200"/>
            </a:pPr>
            <a:r>
              <a:t>D:/pasar_fix/node_modules/.bun/drizzle-orm@0.44.7+dd2253f5d79d0b01/node_modules/drizzle-orm/libsql/node/index.js.map</a:t>
            </a:r>
          </a:p>
          <a:p>
            <a:pPr>
              <a:defRPr sz="1200"/>
            </a:pPr>
            <a:r>
              <a:t>D:/pasar_fix/node_modules/.bun/drizzle-orm@0.44.7+dd2253f5d79d0b01/node_modules/drizzle-orm/libsql/sqlite3/index.cjs</a:t>
            </a:r>
          </a:p>
          <a:p>
            <a:pPr>
              <a:defRPr sz="1200"/>
            </a:pPr>
            <a:r>
              <a:t>D:/pasar_fix/node_modules/.bun/drizzle-orm@0.44.7+dd2253f5d79d0b01/node_modules/drizzle-orm/libsql/sqlite3/index.cjs.map</a:t>
            </a:r>
          </a:p>
          <a:p>
            <a:pPr>
              <a:defRPr sz="1200"/>
            </a:pPr>
            <a:r>
              <a:t>D:/pasar_fix/node_modules/.bun/drizzle-orm@0.44.7+dd2253f5d79d0b01/node_modules/drizzle-orm/libsql/sqlite3/index.d.cts</a:t>
            </a:r>
          </a:p>
          <a:p>
            <a:pPr>
              <a:defRPr sz="1200"/>
            </a:pPr>
            <a:r>
              <a:t>D:/pasar_fix/node_modules/.bun/drizzle-orm@0.44.7+dd2253f5d79d0b01/node_modules/drizzle-orm/libsql/sqlite3/index.d.ts</a:t>
            </a:r>
          </a:p>
          <a:p>
            <a:pPr>
              <a:defRPr sz="1200"/>
            </a:pPr>
            <a:r>
              <a:t>D:/pasar_fix/node_modules/.bun/drizzle-orm@0.44.7+dd2253f5d79d0b01/node_modules/drizzle-orm/libsql/sqlite3/index.js</a:t>
            </a:r>
          </a:p>
          <a:p>
            <a:pPr>
              <a:defRPr sz="1200"/>
            </a:pPr>
            <a:r>
              <a:t>D:/pasar_fix/node_modules/.bun/drizzle-orm@0.44.7+dd2253f5d79d0b01/node_modules/drizzle-orm/libsql/sqlite3/index.js.map</a:t>
            </a:r>
          </a:p>
          <a:p>
            <a:pPr>
              <a:defRPr sz="1200"/>
            </a:pPr>
            <a:r>
              <a:t>D:/pasar_fix/node_modules/.bun/drizzle-orm@0.44.7+dd2253f5d79d0b01/node_modules/drizzle-orm/libsql/wasm/index.cjs</a:t>
            </a:r>
          </a:p>
          <a:p>
            <a:pPr>
              <a:defRPr sz="1200"/>
            </a:pPr>
            <a:r>
              <a:t>D:/pasar_fix/node_modules/.bun/drizzle-orm@0.44.7+dd2253f5d79d0b01/node_modules/drizzle-orm/libsql/wasm/index.cjs.map</a:t>
            </a:r>
          </a:p>
          <a:p>
            <a:pPr>
              <a:defRPr sz="1200"/>
            </a:pPr>
            <a:r>
              <a:t>D:/pasar_fix/node_modules/.bun/drizzle-orm@0.44.7+dd2253f5d79d0b01/node_modules/drizzle-orm/libsql/wasm/index.d.cts</a:t>
            </a:r>
          </a:p>
          <a:p>
            <a:pPr>
              <a:defRPr sz="1200"/>
            </a:pPr>
            <a:r>
              <a:t>D:/pasar_fix/node_modules/.bun/drizzle-orm@0.44.7+dd2253f5d79d0b01/node_modules/drizzle-orm/libsql/wasm/index.d.ts</a:t>
            </a:r>
          </a:p>
          <a:p>
            <a:pPr>
              <a:defRPr sz="1200"/>
            </a:pPr>
            <a:r>
              <a:t>D:/pasar_fix/node_modules/.bun/drizzle-orm@0.44.7+dd2253f5d79d0b01/node_modules/drizzle-orm/libsql/wasm/index.js</a:t>
            </a:r>
          </a:p>
          <a:p>
            <a:pPr>
              <a:defRPr sz="1200"/>
            </a:pPr>
            <a:r>
              <a:t>D:/pasar_fix/node_modules/.bun/drizzle-orm@0.44.7+dd2253f5d79d0b01/node_modules/drizzle-orm/libsql/wasm/index.js.map</a:t>
            </a:r>
          </a:p>
          <a:p>
            <a:pPr>
              <a:defRPr sz="1200"/>
            </a:pPr>
            <a:r>
              <a:t>D:/pasar_fix/node_modules/.bun/drizzle-orm@0.44.7+dd2253f5d79d0b01/node_modules/drizzle-orm/libsql/web/index.cjs</a:t>
            </a:r>
          </a:p>
          <a:p>
            <a:pPr>
              <a:defRPr sz="1200"/>
            </a:pPr>
            <a:r>
              <a:t>D:/pasar_fix/node_modules/.bun/drizzle-orm@0.44.7+dd2253f5d79d0b01/node_modules/drizzle-orm/libsql/web/index.cjs.map</a:t>
            </a:r>
          </a:p>
          <a:p>
            <a:pPr>
              <a:defRPr sz="1200"/>
            </a:pPr>
            <a:r>
              <a:t>D:/pasar_fix/node_modules/.bun/drizzle-orm@0.44.7+dd2253f5d79d0b01/node_modules/drizzle-orm/libsql/web/index.d.cts</a:t>
            </a:r>
          </a:p>
          <a:p>
            <a:pPr>
              <a:defRPr sz="1200"/>
            </a:pPr>
            <a:r>
              <a:t>D:/pasar_fix/node_modules/.bun/drizzle-orm@0.44.7+dd2253f5d79d0b01/node_modules/drizzle-orm/libsql/web/index.d.ts</a:t>
            </a:r>
          </a:p>
          <a:p>
            <a:pPr>
              <a:defRPr sz="1200"/>
            </a:pPr>
            <a:r>
              <a:t>D:/pasar_fix/node_modules/.bun/drizzle-orm@0.44.7+dd2253f5d79d0b01/node_modules/drizzle-orm/libsql/web/index.js</a:t>
            </a:r>
          </a:p>
          <a:p>
            <a:pPr>
              <a:defRPr sz="1200"/>
            </a:pPr>
            <a:r>
              <a:t>D:/pasar_fix/node_modules/.bun/drizzle-orm@0.44.7+dd2253f5d79d0b01/node_modules/drizzle-orm/libsql/web/index.js.map</a:t>
            </a:r>
          </a:p>
          <a:p>
            <a:pPr>
              <a:defRPr sz="1200"/>
            </a:pPr>
            <a:r>
              <a:t>D:/pasar_fix/node_modules/.bun/drizzle-orm@0.44.7+dd2253f5d79d0b01/node_modules/drizzle-orm/libsql/ws/index.cjs</a:t>
            </a:r>
          </a:p>
          <a:p>
            <a:pPr>
              <a:defRPr sz="1200"/>
            </a:pPr>
            <a:r>
              <a:t>D:/pasar_fix/node_modules/.bun/drizzle-orm@0.44.7+dd2253f5d79d0b01/node_modules/drizzle-orm/libsql/ws/index.cjs.map</a:t>
            </a:r>
          </a:p>
          <a:p>
            <a:pPr>
              <a:defRPr sz="1200"/>
            </a:pPr>
            <a:r>
              <a:t>D:/pasar_fix/node_modules/.bun/drizzle-orm@0.44.7+dd2253f5d79d0b01/node_modules/drizzle-orm/libsql/ws/index.d.cts</a:t>
            </a:r>
          </a:p>
          <a:p>
            <a:pPr>
              <a:defRPr sz="1200"/>
            </a:pPr>
            <a:r>
              <a:t>D:/pasar_fix/node_modules/.bun/drizzle-orm@0.44.7+dd2253f5d79d0b01/node_modules/drizzle-orm/libsql/ws/index.d.ts</a:t>
            </a:r>
          </a:p>
          <a:p>
            <a:pPr>
              <a:defRPr sz="1200"/>
            </a:pPr>
            <a:r>
              <a:t>D:/pasar_fix/node_modules/.bun/drizzle-orm@0.44.7+dd2253f5d79d0b01/node_modules/drizzle-orm/libsql/ws/index.js</a:t>
            </a:r>
          </a:p>
          <a:p>
            <a:pPr>
              <a:defRPr sz="1200"/>
            </a:pPr>
            <a:r>
              <a:t>D:/pasar_fix/node_modules/.bun/drizzle-orm@0.44.7+dd2253f5d79d0b01/node_modules/drizzle-orm/libsql/ws/index.js.map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D:/pasar_fix/node_modules/.bun/drizzle-orm@0.44.7+dd2253f5d79d0b01/node_modules/drizzle-orm/mysql-core/alias.cjs</a:t>
            </a:r>
          </a:p>
          <a:p>
            <a:pPr>
              <a:defRPr sz="1200"/>
            </a:pPr>
            <a:r>
              <a:t>D:/pasar_fix/node_modules/.bun/drizzle-orm@0.44.7+dd2253f5d79d0b01/node_modules/drizzle-orm/mysql-core/alias.cjs.map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D:/pasar_fix/node_modules/.bun/drizzle-orm@0.44.7+dd2253f5d79d0b01/node_modules/drizzle-orm/mysql-core/alias.d.cts</a:t>
            </a:r>
          </a:p>
          <a:p>
            <a:pPr>
              <a:defRPr sz="1200"/>
            </a:pPr>
            <a:r>
              <a:t>D:/pasar_fix/node_modules/.bun/drizzle-orm@0.44.7+dd2253f5d79d0b01/node_modules/drizzle-orm/mysql-core/alias.d.ts</a:t>
            </a:r>
          </a:p>
          <a:p>
            <a:pPr>
              <a:defRPr sz="1200"/>
            </a:pPr>
            <a:r>
              <a:t>D:/pasar_fix/node_modules/.bun/drizzle-orm@0.44.7+dd2253f5d79d0b01/node_modules/drizzle-orm/mysql-core/alias.js</a:t>
            </a:r>
          </a:p>
          <a:p>
            <a:pPr>
              <a:defRPr sz="1200"/>
            </a:pPr>
            <a:r>
              <a:t>D:/pasar_fix/node_modules/.bun/drizzle-orm@0.44.7+dd2253f5d79d0b01/node_modules/drizzle-orm/mysql-core/alias.js.map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D:/pasar_fix/node_modules/.bun/drizzle-orm@0.44.7+dd2253f5d79d0b01/node_modules/drizzle-orm/mysql-core/checks.cjs</a:t>
            </a:r>
          </a:p>
          <a:p>
            <a:pPr>
              <a:defRPr sz="1200"/>
            </a:pPr>
            <a:r>
              <a:t>D:/pasar_fix/node_modules/.bun/drizzle-orm@0.44.7+dd2253f5d79d0b01/node_modules/drizzle-orm/mysql-core/checks.cjs.map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D:/pasar_fix/node_modules/.bun/drizzle-orm@0.44.7+dd2253f5d79d0b01/node_modules/drizzle-orm/mysql-core/checks.d.cts</a:t>
            </a:r>
          </a:p>
          <a:p>
            <a:pPr>
              <a:defRPr sz="1200"/>
            </a:pPr>
            <a:r>
              <a:t>D:/pasar_fix/node_modules/.bun/drizzle-orm@0.44.7+dd2253f5d79d0b01/node_modules/drizzle-orm/mysql-core/checks.d.ts</a:t>
            </a:r>
          </a:p>
          <a:p>
            <a:pPr>
              <a:defRPr sz="1200"/>
            </a:pPr>
            <a:r>
              <a:t>D:/pasar_fix/node_modules/.bun/drizzle-orm@0.44.7+dd2253f5d79d0b01/node_modules/drizzle-orm/mysql-core/checks.js</a:t>
            </a:r>
          </a:p>
          <a:p>
            <a:pPr>
              <a:defRPr sz="1200"/>
            </a:pPr>
            <a:r>
              <a:t>D:/pasar_fix/node_modules/.bun/drizzle-orm@0.44.7+dd2253f5d79d0b01/node_modules/drizzle-orm/mysql-core/checks.js.map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D:/pasar_fix/node_modules/.bun/drizzle-orm@0.44.7+dd2253f5d79d0b01/node_modules/drizzle-orm/mysql-core/db.cjs</a:t>
            </a:r>
          </a:p>
          <a:p>
            <a:pPr>
              <a:defRPr sz="1200"/>
            </a:pPr>
            <a:r>
              <a:t>D:/pasar_fix/node_modules/.bun/drizzle-orm@0.44.7+dd2253f5d79d0b01/node_modules/drizzle-orm/mysql-core/db.cjs.map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D:/pasar_fix/node_modules/.bun/drizzle-orm@0.44.7+dd2253f5d79d0b01/node_modules/drizzle-orm/mysql-core/db.d.cts</a:t>
            </a:r>
          </a:p>
          <a:p>
            <a:pPr>
              <a:defRPr sz="1200"/>
            </a:pPr>
            <a:r>
              <a:t>D:/pasar_fix/node_modules/.bun/drizzle-orm@0.44.7+dd2253f5d79d0b01/node_modules/drizzle-orm/mysql-core/db.d.ts</a:t>
            </a:r>
          </a:p>
          <a:p>
            <a:pPr>
              <a:defRPr sz="1200"/>
            </a:pPr>
            <a:r>
              <a:t>D:/pasar_fix/node_modules/.bun/drizzle-orm@0.44.7+dd2253f5d79d0b01/node_modules/drizzle-orm/mysql-core/db.js</a:t>
            </a:r>
          </a:p>
          <a:p>
            <a:pPr>
              <a:defRPr sz="1200"/>
            </a:pPr>
            <a:r>
              <a:t>D:/pasar_fix/node_modules/.bun/drizzle-orm@0.44.7+dd2253f5d79d0b01/node_modules/drizzle-orm/mysql-core/db.js.map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D:/pasar_fix/node_modules/.bun/drizzle-orm@0.44.7+dd2253f5d79d0b01/node_modules/drizzle-orm/mysql-core/dialect.cjs</a:t>
            </a:r>
          </a:p>
          <a:p>
            <a:pPr>
              <a:defRPr sz="1200"/>
            </a:pPr>
            <a:r>
              <a:t>D:/pasar_fix/node_modules/.bun/drizzle-orm@0.44.7+dd2253f5d79d0b01/node_modules/drizzle-orm/mysql-core/dialect.cjs.map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D:/pasar_fix/node_modules/.bun/drizzle-orm@0.44.7+dd2253f5d79d0b01/node_modules/drizzle-orm/mysql-core/dialect.d.cts</a:t>
            </a:r>
          </a:p>
          <a:p>
            <a:pPr>
              <a:defRPr sz="1200"/>
            </a:pPr>
            <a:r>
              <a:t>D:/pasar_fix/node_modules/.bun/drizzle-orm@0.44.7+dd2253f5d79d0b01/node_modules/drizzle-orm/mysql-core/dialect.d.ts</a:t>
            </a:r>
          </a:p>
          <a:p>
            <a:pPr>
              <a:defRPr sz="1200"/>
            </a:pPr>
            <a:r>
              <a:t>D:/pasar_fix/node_modules/.bun/drizzle-orm@0.44.7+dd2253f5d79d0b01/node_modules/drizzle-orm/mysql-core/dialect.js</a:t>
            </a:r>
          </a:p>
          <a:p>
            <a:pPr>
              <a:defRPr sz="1200"/>
            </a:pPr>
            <a:r>
              <a:t>D:/pasar_fix/node_modules/.bun/drizzle-orm@0.44.7+dd2253f5d79d0b01/node_modules/drizzle-orm/mysql-core/dialect.js.map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D:/pasar_fix/node_modules/.bun/drizzle-orm@0.44.7+dd2253f5d79d0b01/node_modules/drizzle-orm/mysql-core/expressions.cjs</a:t>
            </a:r>
          </a:p>
          <a:p>
            <a:pPr>
              <a:defRPr sz="1200"/>
            </a:pPr>
            <a:r>
              <a:t>D:/pasar_fix/node_modules/.bun/drizzle-orm@0.44.7+dd2253f5d79d0b01/node_modules/drizzle-orm/mysql-core/expressions.cjs.map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D:/pasar_fix/node_modules/.bun/drizzle-orm@0.44.7+dd2253f5d79d0b01/node_modules/drizzle-orm/mysql-core/expressions.d.cts</a:t>
            </a:r>
          </a:p>
          <a:p>
            <a:pPr>
              <a:defRPr sz="1200"/>
            </a:pPr>
            <a:r>
              <a:t>D:/pasar_fix/node_modules/.bun/drizzle-orm@0.44.7+dd2253f5d79d0b01/node_modules/drizzle-orm/mysql-core/expressions.d.ts</a:t>
            </a:r>
          </a:p>
          <a:p>
            <a:pPr>
              <a:defRPr sz="1200"/>
            </a:pPr>
            <a:r>
              <a:t>D:/pasar_fix/node_modules/.bun/drizzle-orm@0.44.7+dd2253f5d79d0b01/node_modules/drizzle-orm/mysql-core/expressions.js</a:t>
            </a:r>
          </a:p>
          <a:p>
            <a:pPr>
              <a:defRPr sz="1200"/>
            </a:pPr>
            <a:r>
              <a:t>D:/pasar_fix/node_modules/.bun/drizzle-orm@0.44.7+dd2253f5d79d0b01/node_modules/drizzle-orm/mysql-core/expressions.js.map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D:/pasar_fix/node_modules/.bun/drizzle-orm@0.44.7+dd2253f5d79d0b01/node_modules/drizzle-orm/mysql-core/foreign-keys.cjs</a:t>
            </a:r>
          </a:p>
          <a:p>
            <a:pPr>
              <a:defRPr sz="1200"/>
            </a:pPr>
            <a:r>
              <a:t>D:/pasar_fix/node_modules/.bun/drizzle-orm@0.44.7+dd2253f5d79d0b01/node_modules/drizzle-orm/mysql-core/foreign-keys.cjs.map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D:/pasar_fix/node_modules/.bun/drizzle-orm@0.44.7+dd2253f5d79d0b01/node_modules/drizzle-orm/mysql-core/foreign-keys.d.cts</a:t>
            </a:r>
          </a:p>
          <a:p>
            <a:pPr>
              <a:defRPr sz="1200"/>
            </a:pPr>
            <a:r>
              <a:t>D:/pasar_fix/node_modules/.bun/drizzle-orm@0.44.7+dd2253f5d79d0b01/node_modules/drizzle-orm/mysql-core/foreign-keys.d.ts</a:t>
            </a:r>
          </a:p>
          <a:p>
            <a:pPr>
              <a:defRPr sz="1200"/>
            </a:pPr>
            <a:r>
              <a:t>D:/pasar_fix/node_modules/.bun/drizzle-orm@0.44.7+dd2253f5d79d0b01/node_modules/drizzle-orm/mysql-core/foreign-keys.js</a:t>
            </a:r>
          </a:p>
          <a:p>
            <a:pPr>
              <a:defRPr sz="1200"/>
            </a:pPr>
            <a:r>
              <a:t>D:/pasar_fix/node_modules/.bun/drizzle-orm@0.44.7+dd2253f5d79d0b01/node_modules/drizzle-orm/mysql-core/foreign-keys.js.map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D:/pasar_fix/node_modules/.bun/drizzle-orm@0.44.7+dd2253f5d79d0b01/node_modules/drizzle-orm/mysql-core/index.cjs</a:t>
            </a:r>
          </a:p>
          <a:p>
            <a:pPr>
              <a:defRPr sz="1200"/>
            </a:pPr>
            <a:r>
              <a:t>D:/pasar_fix/node_modules/.bun/drizzle-orm@0.44.7+dd2253f5d79d0b01/node_modules/drizzle-orm/mysql-core/index.cjs.map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D:/pasar_fix/node_modules/.bun/drizzle-orm@0.44.7+dd2253f5d79d0b01/node_modules/drizzle-orm/mysql-core/index.d.cts</a:t>
            </a:r>
          </a:p>
          <a:p>
            <a:pPr>
              <a:defRPr sz="1200"/>
            </a:pPr>
            <a:r>
              <a:t>D:/pasar_fix/node_modules/.bun/drizzle-orm@0.44.7+dd2253f5d79d0b01/node_modules/drizzle-orm/mysql-core/index.d.ts</a:t>
            </a:r>
          </a:p>
          <a:p>
            <a:pPr>
              <a:defRPr sz="1200"/>
            </a:pPr>
            <a:r>
              <a:t>D:/pasar_fix/node_modules/.bun/drizzle-orm@0.44.7+dd2253f5d79d0b01/node_modules/drizzle-orm/mysql-core/index.js</a:t>
            </a:r>
          </a:p>
          <a:p>
            <a:pPr>
              <a:defRPr sz="1200"/>
            </a:pPr>
            <a:r>
              <a:t>D:/pasar_fix/node_modules/.bun/drizzle-orm@0.44.7+dd2253f5d79d0b01/node_modules/drizzle-orm/mysql-core/index.js.map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D:/pasar_fix/node_modules/.bun/drizzle-orm@0.44.7+dd2253f5d79d0b01/node_modules/drizzle-orm/mysql-core/indexes.cjs</a:t>
            </a:r>
          </a:p>
          <a:p>
            <a:pPr>
              <a:defRPr sz="1200"/>
            </a:pPr>
            <a:r>
              <a:t>D:/pasar_fix/node_modules/.bun/drizzle-orm@0.44.7+dd2253f5d79d0b01/node_modules/drizzle-orm/mysql-core/indexes.cjs.map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D:/pasar_fix/node_modules/.bun/drizzle-orm@0.44.7+dd2253f5d79d0b01/node_modules/drizzle-orm/mysql-core/indexes.d.cts</a:t>
            </a:r>
          </a:p>
          <a:p>
            <a:pPr>
              <a:defRPr sz="1200"/>
            </a:pPr>
            <a:r>
              <a:t>D:/pasar_fix/node_modules/.bun/drizzle-orm@0.44.7+dd2253f5d79d0b01/node_modules/drizzle-orm/mysql-core/indexes.d.ts</a:t>
            </a:r>
          </a:p>
          <a:p>
            <a:pPr>
              <a:defRPr sz="1200"/>
            </a:pPr>
            <a:r>
              <a:t>D:/pasar_fix/node_modules/.bun/drizzle-orm@0.44.7+dd2253f5d79d0b01/node_modules/drizzle-orm/mysql-core/indexes.js</a:t>
            </a:r>
          </a:p>
          <a:p>
            <a:pPr>
              <a:defRPr sz="1200"/>
            </a:pPr>
            <a:r>
              <a:t>D:/pasar_fix/node_modules/.bun/drizzle-orm@0.44.7+dd2253f5d79d0b01/node_modules/drizzle-orm/mysql-core/indexes.js.map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D:/pasar_fix/node_modules/.bun/drizzle-orm@0.44.7+dd2253f5d79d0b01/node_modules/drizzle-orm/mysql-core/primary-keys.cjs</a:t>
            </a:r>
          </a:p>
          <a:p>
            <a:pPr>
              <a:defRPr sz="1200"/>
            </a:pPr>
            <a:r>
              <a:t>D:/pasar_fix/node_modules/.bun/drizzle-orm@0.44.7+dd2253f5d79d0b01/node_modules/drizzle-orm/mysql-core/primary-keys.cjs.map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D:/pasar_fix/node_modules/.bun/drizzle-orm@0.44.7+dd2253f5d79d0b01/node_modules/drizzle-orm/mysql-core/primary-keys.d.cts</a:t>
            </a:r>
          </a:p>
          <a:p>
            <a:pPr>
              <a:defRPr sz="1200"/>
            </a:pPr>
            <a:r>
              <a:t>D:/pasar_fix/node_modules/.bun/drizzle-orm@0.44.7+dd2253f5d79d0b01/node_modules/drizzle-orm/mysql-core/primary-keys.d.ts</a:t>
            </a:r>
          </a:p>
          <a:p>
            <a:pPr>
              <a:defRPr sz="1200"/>
            </a:pPr>
            <a:r>
              <a:t>D:/pasar_fix/node_modules/.bun/drizzle-orm@0.44.7+dd2253f5d79d0b01/node_modules/drizzle-orm/mysql-core/primary-keys.js</a:t>
            </a:r>
          </a:p>
          <a:p>
            <a:pPr>
              <a:defRPr sz="1200"/>
            </a:pPr>
            <a:r>
              <a:t>D:/pasar_fix/node_modules/.bun/drizzle-orm@0.44.7+dd2253f5d79d0b01/node_modules/drizzle-orm/mysql-core/primary-keys.js.map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D:/pasar_fix/node_modules/.bun/drizzle-orm@0.44.7+dd2253f5d79d0b01/node_modules/drizzle-orm/mysql-core/schema.cjs</a:t>
            </a:r>
          </a:p>
          <a:p>
            <a:pPr>
              <a:defRPr sz="1200"/>
            </a:pPr>
            <a:r>
              <a:t>D:/pasar_fix/node_modules/.bun/drizzle-orm@0.44.7+dd2253f5d79d0b01/node_modules/drizzle-orm/mysql-core/schema.cjs.map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D:/pasar_fix/node_modules/.bun/drizzle-orm@0.44.7+dd2253f5d79d0b01/node_modules/drizzle-orm/mysql-core/schema.d.cts</a:t>
            </a:r>
          </a:p>
          <a:p>
            <a:pPr>
              <a:defRPr sz="1200"/>
            </a:pPr>
            <a:r>
              <a:t>D:/pasar_fix/node_modules/.bun/drizzle-orm@0.44.7+dd2253f5d79d0b01/node_modules/drizzle-orm/mysql-core/schema.d.ts</a:t>
            </a:r>
          </a:p>
          <a:p>
            <a:pPr>
              <a:defRPr sz="1200"/>
            </a:pPr>
            <a:r>
              <a:t>D:/pasar_fix/node_modules/.bun/drizzle-orm@0.44.7+dd2253f5d79d0b01/node_modules/drizzle-orm/mysql-core/schema.js</a:t>
            </a:r>
          </a:p>
          <a:p>
            <a:pPr>
              <a:defRPr sz="1200"/>
            </a:pPr>
            <a:r>
              <a:t>D:/pasar_fix/node_modules/.bun/drizzle-orm@0.44.7+dd2253f5d79d0b01/node_modules/drizzle-orm/mysql-core/schema.js.map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D:/pasar_fix/node_modules/.bun/drizzle-orm@0.44.7+dd2253f5d79d0b01/node_modules/drizzle-orm/mysql-core/session.cjs</a:t>
            </a:r>
          </a:p>
          <a:p>
            <a:pPr>
              <a:defRPr sz="1200"/>
            </a:pPr>
            <a:r>
              <a:t>D:/pasar_fix/node_modules/.bun/drizzle-orm@0.44.7+dd2253f5d79d0b01/node_modules/drizzle-orm/mysql-core/session.cjs.map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D:/pasar_fix/node_modules/.bun/drizzle-orm@0.44.7+dd2253f5d79d0b01/node_modules/drizzle-orm/mysql-core/session.d.cts</a:t>
            </a:r>
          </a:p>
          <a:p>
            <a:pPr>
              <a:defRPr sz="1200"/>
            </a:pPr>
            <a:r>
              <a:t>D:/pasar_fix/node_modules/.bun/drizzle-orm@0.44.7+dd2253f5d79d0b01/node_modules/drizzle-orm/mysql-core/session.d.ts</a:t>
            </a:r>
          </a:p>
          <a:p>
            <a:pPr>
              <a:defRPr sz="1200"/>
            </a:pPr>
            <a:r>
              <a:t>D:/pasar_fix/node_modules/.bun/drizzle-orm@0.44.7+dd2253f5d79d0b01/node_modules/drizzle-orm/mysql-core/session.js</a:t>
            </a:r>
          </a:p>
          <a:p>
            <a:pPr>
              <a:defRPr sz="1200"/>
            </a:pPr>
            <a:r>
              <a:t>D:/pasar_fix/node_modules/.bun/drizzle-orm@0.44.7+dd2253f5d79d0b01/node_modules/drizzle-orm/mysql-core/session.js.map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D:/pasar_fix/node_modules/.bun/drizzle-orm@0.44.7+dd2253f5d79d0b01/node_modules/drizzle-orm/mysql-core/subquery.cjs</a:t>
            </a:r>
          </a:p>
          <a:p>
            <a:pPr>
              <a:defRPr sz="1200"/>
            </a:pPr>
            <a:r>
              <a:t>D:/pasar_fix/node_modules/.bun/drizzle-orm@0.44.7+dd2253f5d79d0b01/node_modules/drizzle-orm/mysql-core/subquery.cjs.map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D:/pasar_fix/node_modules/.bun/drizzle-orm@0.44.7+dd2253f5d79d0b01/node_modules/drizzle-orm/mysql-core/subquery.d.cts</a:t>
            </a:r>
          </a:p>
          <a:p>
            <a:pPr>
              <a:defRPr sz="1200"/>
            </a:pPr>
            <a:r>
              <a:t>D:/pasar_fix/node_modules/.bun/drizzle-orm@0.44.7+dd2253f5d79d0b01/node_modules/drizzle-orm/mysql-core/subquery.d.ts</a:t>
            </a:r>
          </a:p>
          <a:p>
            <a:pPr>
              <a:defRPr sz="1200"/>
            </a:pPr>
            <a:r>
              <a:t>D:/pasar_fix/node_modules/.bun/drizzle-orm@0.44.7+dd2253f5d79d0b01/node_modules/drizzle-orm/mysql-core/subquery.js</a:t>
            </a:r>
          </a:p>
          <a:p>
            <a:pPr>
              <a:defRPr sz="1200"/>
            </a:pPr>
            <a:r>
              <a:t>D:/pasar_fix/node_modules/.bun/drizzle-orm@0.44.7+dd2253f5d79d0b01/node_modules/drizzle-orm/mysql-core/subquery.js.map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D:/pasar_fix/node_modules/.bun/drizzle-orm@0.44.7+dd2253f5d79d0b01/node_modules/drizzle-orm/mysql-core/table.cjs</a:t>
            </a:r>
          </a:p>
          <a:p>
            <a:pPr>
              <a:defRPr sz="1200"/>
            </a:pPr>
            <a:r>
              <a:t>D:/pasar_fix/node_modules/.bun/drizzle-orm@0.44.7+dd2253f5d79d0b01/node_modules/drizzle-orm/mysql-core/table.cjs.map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D:/pasar_fix/node_modules/.bun/drizzle-orm@0.44.7+dd2253f5d79d0b01/node_modules/drizzle-orm/mysql-core/table.d.cts</a:t>
            </a:r>
          </a:p>
          <a:p>
            <a:pPr>
              <a:defRPr sz="1200"/>
            </a:pPr>
            <a:r>
              <a:t>D:/pasar_fix/node_modules/.bun/drizzle-orm@0.44.7+dd2253f5d79d0b01/node_modules/drizzle-orm/mysql-core/table.d.ts</a:t>
            </a:r>
          </a:p>
          <a:p>
            <a:pPr>
              <a:defRPr sz="1200"/>
            </a:pPr>
            <a:r>
              <a:t>D:/pasar_fix/node_modules/.bun/drizzle-orm@0.44.7+dd2253f5d79d0b01/node_modules/drizzle-orm/mysql-core/table.js</a:t>
            </a:r>
          </a:p>
          <a:p>
            <a:pPr>
              <a:defRPr sz="1200"/>
            </a:pPr>
            <a:r>
              <a:t>D:/pasar_fix/node_modules/.bun/drizzle-orm@0.44.7+dd2253f5d79d0b01/node_modules/drizzle-orm/mysql-core/table.js.map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D:/pasar_fix/node_modules/.bun/drizzle-orm@0.44.7+dd2253f5d79d0b01/node_modules/drizzle-orm/mysql-core/unique-constraint.cjs</a:t>
            </a:r>
          </a:p>
          <a:p>
            <a:pPr>
              <a:defRPr sz="1200"/>
            </a:pPr>
            <a:r>
              <a:t>D:/pasar_fix/node_modules/.bun/drizzle-orm@0.44.7+dd2253f5d79d0b01/node_modules/drizzle-orm/mysql-core/unique-constraint.cjs.map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D:/pasar_fix/node_modules/.bun/drizzle-orm@0.44.7+dd2253f5d79d0b01/node_modules/drizzle-orm/mysql-core/unique-constraint.d.cts</a:t>
            </a:r>
          </a:p>
          <a:p>
            <a:pPr>
              <a:defRPr sz="1200"/>
            </a:pPr>
            <a:r>
              <a:t>D:/pasar_fix/node_modules/.bun/drizzle-orm@0.44.7+dd2253f5d79d0b01/node_modules/drizzle-orm/mysql-core/unique-constraint.d.ts</a:t>
            </a:r>
          </a:p>
          <a:p>
            <a:pPr>
              <a:defRPr sz="1200"/>
            </a:pPr>
            <a:r>
              <a:t>D:/pasar_fix/node_modules/.bun/drizzle-orm@0.44.7+dd2253f5d79d0b01/node_modules/drizzle-orm/mysql-core/unique-constraint.js</a:t>
            </a:r>
          </a:p>
          <a:p>
            <a:pPr>
              <a:defRPr sz="1200"/>
            </a:pPr>
            <a:r>
              <a:t>D:/pasar_fix/node_modules/.bun/drizzle-orm@0.44.7+dd2253f5d79d0b01/node_modules/drizzle-orm/mysql-core/unique-constraint.js.map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D:/pasar_fix/node_modules/.bun/drizzle-orm@0.44.7+dd2253f5d79d0b01/node_modules/drizzle-orm/mysql-core/utils.cjs</a:t>
            </a:r>
          </a:p>
          <a:p>
            <a:pPr>
              <a:defRPr sz="1200"/>
            </a:pPr>
            <a:r>
              <a:t>D:/pasar_fix/node_modules/.bun/drizzle-orm@0.44.7+dd2253f5d79d0b01/node_modules/drizzle-orm/mysql-core/utils.cjs.map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D:/pasar_fix/node_modules/.bun/drizzle-orm@0.44.7+dd2253f5d79d0b01/node_modules/drizzle-orm/mysql-core/utils.d.cts</a:t>
            </a:r>
          </a:p>
          <a:p>
            <a:pPr>
              <a:defRPr sz="1200"/>
            </a:pPr>
            <a:r>
              <a:t>D:/pasar_fix/node_modules/.bun/drizzle-orm@0.44.7+dd2253f5d79d0b01/node_modules/drizzle-orm/mysql-core/utils.d.ts</a:t>
            </a:r>
          </a:p>
          <a:p>
            <a:pPr>
              <a:defRPr sz="1200"/>
            </a:pPr>
            <a:r>
              <a:t>D:/pasar_fix/node_modules/.bun/drizzle-orm@0.44.7+dd2253f5d79d0b01/node_modules/drizzle-orm/mysql-core/utils.js</a:t>
            </a:r>
          </a:p>
          <a:p>
            <a:pPr>
              <a:defRPr sz="1200"/>
            </a:pPr>
            <a:r>
              <a:t>D:/pasar_fix/node_modules/.bun/drizzle-orm@0.44.7+dd2253f5d79d0b01/node_modules/drizzle-orm/mysql-core/utils.js.map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D:/pasar_fix/node_modules/.bun/drizzle-orm@0.44.7+dd2253f5d79d0b01/node_modules/drizzle-orm/mysql-core/view-base.cjs</a:t>
            </a:r>
          </a:p>
          <a:p>
            <a:pPr>
              <a:defRPr sz="1200"/>
            </a:pPr>
            <a:r>
              <a:t>D:/pasar_fix/node_modules/.bun/drizzle-orm@0.44.7+dd2253f5d79d0b01/node_modules/drizzle-orm/mysql-core/view-base.cjs.map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D:/pasar_fix/node_modules/.bun/drizzle-orm@0.44.7+dd2253f5d79d0b01/node_modules/drizzle-orm/mysql-core/view-base.d.cts</a:t>
            </a:r>
          </a:p>
          <a:p>
            <a:pPr>
              <a:defRPr sz="1200"/>
            </a:pPr>
            <a:r>
              <a:t>D:/pasar_fix/node_modules/.bun/drizzle-orm@0.44.7+dd2253f5d79d0b01/node_modules/drizzle-orm/mysql-core/view-base.d.ts</a:t>
            </a:r>
          </a:p>
          <a:p>
            <a:pPr>
              <a:defRPr sz="1200"/>
            </a:pPr>
            <a:r>
              <a:t>D:/pasar_fix/node_modules/.bun/drizzle-orm@0.44.7+dd2253f5d79d0b01/node_modules/drizzle-orm/mysql-core/view-base.js</a:t>
            </a:r>
          </a:p>
          <a:p>
            <a:pPr>
              <a:defRPr sz="1200"/>
            </a:pPr>
            <a:r>
              <a:t>D:/pasar_fix/node_modules/.bun/drizzle-orm@0.44.7+dd2253f5d79d0b01/node_modules/drizzle-orm/mysql-core/view-base.js.map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D:/pasar_fix/node_modules/.bun/drizzle-orm@0.44.7+dd2253f5d79d0b01/node_modules/drizzle-orm/mysql-core/view-common.cjs</a:t>
            </a:r>
          </a:p>
          <a:p>
            <a:pPr>
              <a:defRPr sz="1200"/>
            </a:pPr>
            <a:r>
              <a:t>D:/pasar_fix/node_modules/.bun/drizzle-orm@0.44.7+dd2253f5d79d0b01/node_modules/drizzle-orm/mysql-core/view-common.cjs.map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D:/pasar_fix/node_modules/.bun/drizzle-orm@0.44.7+dd2253f5d79d0b01/node_modules/drizzle-orm/mysql-core/view-common.d.cts</a:t>
            </a:r>
          </a:p>
          <a:p>
            <a:pPr>
              <a:defRPr sz="1200"/>
            </a:pPr>
            <a:r>
              <a:t>D:/pasar_fix/node_modules/.bun/drizzle-orm@0.44.7+dd2253f5d79d0b01/node_modules/drizzle-orm/mysql-core/view-common.d.ts</a:t>
            </a:r>
          </a:p>
          <a:p>
            <a:pPr>
              <a:defRPr sz="1200"/>
            </a:pPr>
            <a:r>
              <a:t>D:/pasar_fix/node_modules/.bun/drizzle-orm@0.44.7+dd2253f5d79d0b01/node_modules/drizzle-orm/mysql-core/view-common.js</a:t>
            </a:r>
          </a:p>
          <a:p>
            <a:pPr>
              <a:defRPr sz="1200"/>
            </a:pPr>
            <a:r>
              <a:t>D:/pasar_fix/node_modules/.bun/drizzle-orm@0.44.7+dd2253f5d79d0b01/node_modules/drizzle-orm/mysql-core/view-common.js.map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D:/pasar_fix/node_modules/.bun/drizzle-orm@0.44.7+dd2253f5d79d0b01/node_modules/drizzle-orm/mysql-core/view.cjs</a:t>
            </a:r>
          </a:p>
          <a:p>
            <a:pPr>
              <a:defRPr sz="1200"/>
            </a:pPr>
            <a:r>
              <a:t>D:/pasar_fix/node_modules/.bun/drizzle-orm@0.44.7+dd2253f5d79d0b01/node_modules/drizzle-orm/mysql-core/view.cjs.map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D:/pasar_fix/node_modules/.bun/drizzle-orm@0.44.7+dd2253f5d79d0b01/node_modules/drizzle-orm/mysql-core/view.d.cts</a:t>
            </a:r>
          </a:p>
          <a:p>
            <a:pPr>
              <a:defRPr sz="1200"/>
            </a:pPr>
            <a:r>
              <a:t>D:/pasar_fix/node_modules/.bun/drizzle-orm@0.44.7+dd2253f5d79d0b01/node_modules/drizzle-orm/mysql-core/view.d.ts</a:t>
            </a:r>
          </a:p>
          <a:p>
            <a:pPr>
              <a:defRPr sz="1200"/>
            </a:pPr>
            <a:r>
              <a:t>D:/pasar_fix/node_modules/.bun/drizzle-orm@0.44.7+dd2253f5d79d0b01/node_modules/drizzle-orm/mysql-core/view.js</a:t>
            </a:r>
          </a:p>
          <a:p>
            <a:pPr>
              <a:defRPr sz="1200"/>
            </a:pPr>
            <a:r>
              <a:t>D:/pasar_fix/node_modules/.bun/drizzle-orm@0.44.7+dd2253f5d79d0b01/node_modules/drizzle-orm/mysql-core/view.js.map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D:/pasar_fix/node_modules/.bun/drizzle-orm@0.44.7+dd2253f5d79d0b01/node_modules/drizzle-orm/mysql-core/columns/all.cjs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D:/pasar_fix/node_modules/.bun/drizzle-orm@0.44.7+dd2253f5d79d0b01/node_modules/drizzle-orm/mysql-core/columns/all.cjs.map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D:/pasar_fix/node_modules/.bun/drizzle-orm@0.44.7+dd2253f5d79d0b01/node_modules/drizzle-orm/mysql-core/columns/all.d.cts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D:/pasar_fix/node_modules/.bun/drizzle-orm@0.44.7+dd2253f5d79d0b01/node_modules/drizzle-orm/mysql-core/columns/all.d.ts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D:/pasar_fix/node_modules/.bun/drizzle-orm@0.44.7+dd2253f5d79d0b01/node_modules/drizzle-orm/mysql-core/columns/all.js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D:/pasar_fix/node_modules/.bun/drizzle-orm@0.44.7+dd2253f5d79d0b01/node_modules/drizzle-orm/mysql-core/columns/all.js.map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D:/pasar_fix/node_modules/.bun/drizzle-orm@0.44.7+dd2253f5d79d0b01/node_modules/drizzle-orm/mysql-core/columns/bigint.cjs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D:/pasar_fix/node_modules/.bun/drizzle-orm@0.44.7+dd2253f5d79d0b01/node_modules/drizzle-orm/mysql-core/columns/bigint.cjs.map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D:/pasar_fix/node_modules/.bun/drizzle-orm@0.44.7+dd2253f5d79d0b01/node_modules/drizzle-orm/mysql-core/columns/bigint.d.cts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D:/pasar_fix/node_modules/.bun/drizzle-orm@0.44.7+dd2253f5d79d0b01/node_modules/drizzle-orm/mysql-core/columns/bigint.d.ts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D:/pasar_fix/node_modules/.bun/drizzle-orm@0.44.7+dd2253f5d79d0b01/node_modules/drizzle-orm/mysql-core/columns/bigint.js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D:/pasar_fix/node_modules/.bun/drizzle-orm@0.44.7+dd2253f5d79d0b01/node_modules/drizzle-orm/mysql-core/columns/bigint.js.map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D:/pasar_fix/node_modules/.bun/drizzle-orm@0.44.7+dd2253f5d79d0b01/node_modules/drizzle-orm/mysql-core/columns/binary.cjs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D:/pasar_fix/node_modules/.bun/drizzle-orm@0.44.7+dd2253f5d79d0b01/node_modules/drizzle-orm/mysql-core/columns/binary.cjs.map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D:/pasar_fix/node_modules/.bun/drizzle-orm@0.44.7+dd2253f5d79d0b01/node_modules/drizzle-orm/mysql-core/columns/binary.d.cts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D:/pasar_fix/node_modules/.bun/drizzle-orm@0.44.7+dd2253f5d79d0b01/node_modules/drizzle-orm/mysql-core/columns/binary.d.ts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D:/pasar_fix/node_modules/.bun/drizzle-orm@0.44.7+dd2253f5d79d0b01/node_modules/drizzle-orm/mysql-core/columns/binary.js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D:/pasar_fix/node_modules/.bun/drizzle-orm@0.44.7+dd2253f5d79d0b01/node_modules/drizzle-orm/mysql-core/columns/binary.js.map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D:/pasar_fix/node_modules/.bun/drizzle-orm@0.44.7+dd2253f5d79d0b01/node_modules/drizzle-orm/mysql-core/columns/boolean.cjs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D:/pasar_fix/node_modules/.bun/drizzle-orm@0.44.7+dd2253f5d79d0b01/node_modules/drizzle-orm/mysql-core/columns/boolean.cjs.map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D:/pasar_fix/node_modules/.bun/drizzle-orm@0.44.7+dd2253f5d79d0b01/node_modules/drizzle-orm/mysql-core/columns/boolean.d.cts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D:/pasar_fix/node_modules/.bun/drizzle-orm@0.44.7+dd2253f5d79d0b01/node_modules/drizzle-orm/mysql-core/columns/boolean.d.ts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D:/pasar_fix/node_modules/.bun/drizzle-orm@0.44.7+dd2253f5d79d0b01/node_modules/drizzle-orm/mysql-core/columns/boolean.js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D:/pasar_fix/node_modules/.bun/drizzle-orm@0.44.7+dd2253f5d79d0b01/node_modules/drizzle-orm/mysql-core/columns/boolean.js.map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D:/pasar_fix/node_modules/.bun/drizzle-orm@0.44.7+dd2253f5d79d0b01/node_modules/drizzle-orm/mysql-core/columns/char.cjs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D:/pasar_fix/node_modules/.bun/drizzle-orm@0.44.7+dd2253f5d79d0b01/node_modules/drizzle-orm/mysql-core/columns/char.cjs.map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D:/pasar_fix/node_modules/.bun/drizzle-orm@0.44.7+dd2253f5d79d0b01/node_modules/drizzle-orm/mysql-core/columns/char.d.cts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D:/pasar_fix/node_modules/.bun/drizzle-orm@0.44.7+dd2253f5d79d0b01/node_modules/drizzle-orm/mysql-core/columns/char.d.ts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D:/pasar_fix/node_modules/.bun/drizzle-orm@0.44.7+dd2253f5d79d0b01/node_modules/drizzle-orm/mysql-core/columns/char.js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D:/pasar_fix/node_modules/.bun/drizzle-orm@0.44.7+dd2253f5d79d0b01/node_modules/drizzle-orm/mysql-core/columns/char.js.map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D:/pasar_fix/node_modules/.bun/drizzle-orm@0.44.7+dd2253f5d79d0b01/node_modules/drizzle-orm/mysql-core/columns/common.cjs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D:/pasar_fix/node_modules/.bun/drizzle-orm@0.44.7+dd2253f5d79d0b01/node_modules/drizzle-orm/mysql-core/columns/common.cjs.map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D:/pasar_fix/node_modules/.bun/drizzle-orm@0.44.7+dd2253f5d79d0b01/node_modules/drizzle-orm/mysql-core/columns/common.d.cts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D:/pasar_fix/node_modules/.bun/drizzle-orm@0.44.7+dd2253f5d79d0b01/node_modules/drizzle-orm/mysql-core/columns/common.d.ts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D:/pasar_fix/node_modules/.bun/drizzle-orm@0.44.7+dd2253f5d79d0b01/node_modules/drizzle-orm/mysql-core/columns/common.js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D:/pasar_fix/node_modules/.bun/drizzle-orm@0.44.7+dd2253f5d79d0b01/node_modules/drizzle-orm/mysql-core/columns/common.js.map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D:/pasar_fix/node_modules/.bun/drizzle-orm@0.44.7+dd2253f5d79d0b01/node_modules/drizzle-orm/mysql-core/columns/custom.cjs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D:/pasar_fix/node_modules/.bun/drizzle-orm@0.44.7+dd2253f5d79d0b01/node_modules/drizzle-orm/mysql-core/columns/custom.cjs.map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D:/pasar_fix/node_modules/.bun/drizzle-orm@0.44.7+dd2253f5d79d0b01/node_modules/drizzle-orm/mysql-core/columns/custom.d.cts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D:/pasar_fix/node_modules/.bun/drizzle-orm@0.44.7+dd2253f5d79d0b01/node_modules/drizzle-orm/mysql-core/columns/custom.d.ts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D:/pasar_fix/node_modules/.bun/drizzle-orm@0.44.7+dd2253f5d79d0b01/node_modules/drizzle-orm/mysql-core/columns/custom.js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D:/pasar_fix/node_modules/.bun/drizzle-orm@0.44.7+dd2253f5d79d0b01/node_modules/drizzle-orm/mysql-core/columns/custom.js.map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D:/pasar_fix/node_modules/.bun/drizzle-orm@0.44.7+dd2253f5d79d0b01/node_modules/drizzle-orm/mysql-core/columns/date.cjs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D:/pasar_fix/node_modules/.bun/drizzle-orm@0.44.7+dd2253f5d79d0b01/node_modules/drizzle-orm/mysql-core/columns/date.cjs.map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D:/pasar_fix/node_modules/.bun/drizzle-orm@0.44.7+dd2253f5d79d0b01/node_modules/drizzle-orm/mysql-core/columns/date.common.cjs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D:/pasar_fix/node_modules/.bun/drizzle-orm@0.44.7+dd2253f5d79d0b01/node_modules/drizzle-orm/mysql-core/columns/date.common.cjs.map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D:/pasar_fix/node_modules/.bun/drizzle-orm@0.44.7+dd2253f5d79d0b01/node_modules/drizzle-orm/mysql-core/columns/date.common.d.cts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D:/pasar_fix/node_modules/.bun/drizzle-orm@0.44.7+dd2253f5d79d0b01/node_modules/drizzle-orm/mysql-core/columns/date.common.d.ts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D:/pasar_fix/node_modules/.bun/drizzle-orm@0.44.7+dd2253f5d79d0b01/node_modules/drizzle-orm/mysql-core/columns/date.common.js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D:/pasar_fix/node_modules/.bun/drizzle-orm@0.44.7+dd2253f5d79d0b01/node_modules/drizzle-orm/mysql-core/columns/date.common.js.map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D:/pasar_fix/node_modules/.bun/drizzle-orm@0.44.7+dd2253f5d79d0b01/node_modules/drizzle-orm/mysql-core/columns/date.d.cts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D:/pasar_fix/node_modules/.bun/drizzle-orm@0.44.7+dd2253f5d79d0b01/node_modules/drizzle-orm/mysql-core/columns/date.d.ts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D:/pasar_fix/node_modules/.bun/drizzle-orm@0.44.7+dd2253f5d79d0b01/node_modules/drizzle-orm/mysql-core/columns/date.js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D:/pasar_fix/node_modules/.bun/drizzle-orm@0.44.7+dd2253f5d79d0b01/node_modules/drizzle-orm/mysql-core/columns/date.js.map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D:/pasar_fix/node_modules/.bun/drizzle-orm@0.44.7+dd2253f5d79d0b01/node_modules/drizzle-orm/mysql-core/columns/datetime.cjs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D:/pasar_fix/node_modules/.bun/drizzle-orm@0.44.7+dd2253f5d79d0b01/node_modules/drizzle-orm/mysql-core/columns/datetime.cjs.map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D:/pasar_fix/node_modules/.bun/drizzle-orm@0.44.7+dd2253f5d79d0b01/node_modules/drizzle-orm/mysql-core/columns/datetime.d.cts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D:/pasar_fix/node_modules/.bun/drizzle-orm@0.44.7+dd2253f5d79d0b01/node_modules/drizzle-orm/mysql-core/columns/datetime.d.ts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D:/pasar_fix/node_modules/.bun/drizzle-orm@0.44.7+dd2253f5d79d0b01/node_modules/drizzle-orm/mysql-core/columns/datetime.js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D:/pasar_fix/node_modules/.bun/drizzle-orm@0.44.7+dd2253f5d79d0b01/node_modules/drizzle-orm/mysql-core/columns/datetime.js.map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D:/pasar_fix/node_modules/.bun/drizzle-orm@0.44.7+dd2253f5d79d0b01/node_modules/drizzle-orm/mysql-core/columns/decimal.cjs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D:/pasar_fix/node_modules/.bun/drizzle-orm@0.44.7+dd2253f5d79d0b01/node_modules/drizzle-orm/mysql-core/columns/decimal.cjs.map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D:/pasar_fix/node_modules/.bun/drizzle-orm@0.44.7+dd2253f5d79d0b01/node_modules/drizzle-orm/mysql-core/columns/decimal.d.cts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D:/pasar_fix/node_modules/.bun/drizzle-orm@0.44.7+dd2253f5d79d0b01/node_modules/drizzle-orm/mysql-core/columns/decimal.d.ts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D:/pasar_fix/node_modules/.bun/drizzle-orm@0.44.7+dd2253f5d79d0b01/node_modules/drizzle-orm/mysql-core/columns/decimal.js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D:/pasar_fix/node_modules/.bun/drizzle-orm@0.44.7+dd2253f5d79d0b01/node_modules/drizzle-orm/mysql-core/columns/decimal.js.map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D:/pasar_fix/node_modules/.bun/drizzle-orm@0.44.7+dd2253f5d79d0b01/node_modules/drizzle-orm/mysql-core/columns/double.cjs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D:/pasar_fix/node_modules/.bun/drizzle-orm@0.44.7+dd2253f5d79d0b01/node_modules/drizzle-orm/mysql-core/columns/double.cjs.map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D:/pasar_fix/node_modules/.bun/drizzle-orm@0.44.7+dd2253f5d79d0b01/node_modules/drizzle-orm/mysql-core/columns/double.d.cts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D:/pasar_fix/node_modules/.bun/drizzle-orm@0.44.7+dd2253f5d79d0b01/node_modules/drizzle-orm/mysql-core/columns/double.d.ts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D:/pasar_fix/node_modules/.bun/drizzle-orm@0.44.7+dd2253f5d79d0b01/node_modules/drizzle-orm/mysql-core/columns/double.js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D:/pasar_fix/node_modules/.bun/drizzle-orm@0.44.7+dd2253f5d79d0b01/node_modules/drizzle-orm/mysql-core/columns/double.js.map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D:/pasar_fix/node_modules/.bun/drizzle-orm@0.44.7+dd2253f5d79d0b01/node_modules/drizzle-orm/mysql-core/columns/enum.cjs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D:/pasar_fix/node_modules/.bun/drizzle-orm@0.44.7+dd2253f5d79d0b01/node_modules/drizzle-orm/mysql-core/columns/enum.cjs.map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D:/pasar_fix/node_modules/.bun/drizzle-orm@0.44.7+dd2253f5d79d0b01/node_modules/drizzle-orm/mysql-core/columns/enum.d.cts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D:/pasar_fix/node_modules/.bun/drizzle-orm@0.44.7+dd2253f5d79d0b01/node_modules/drizzle-orm/mysql-core/columns/enum.d.ts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D:/pasar_fix/node_modules/.bun/drizzle-orm@0.44.7+dd2253f5d79d0b01/node_modules/drizzle-orm/mysql-core/columns/enum.js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D:/pasar_fix/node_modules/.bun/drizzle-orm@0.44.7+dd2253f5d79d0b01/node_modules/drizzle-orm/mysql-core/columns/enum.js.map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D:/pasar_fix/node_modules/.bun/drizzle-orm@0.44.7+dd2253f5d79d0b01/node_modules/drizzle-orm/mysql-core/columns/float.cjs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D:/pasar_fix/node_modules/.bun/drizzle-orm@0.44.7+dd2253f5d79d0b01/node_modules/drizzle-orm/mysql-core/columns/float.cjs.map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D:/pasar_fix/node_modules/.bun/drizzle-orm@0.44.7+dd2253f5d79d0b01/node_modules/drizzle-orm/mysql-core/columns/float.d.cts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D:/pasar_fix/node_modules/.bun/drizzle-orm@0.44.7+dd2253f5d79d0b01/node_modules/drizzle-orm/mysql-core/columns/float.d.ts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D:/pasar_fix/node_modules/.bun/drizzle-orm@0.44.7+dd2253f5d79d0b01/node_modules/drizzle-orm/mysql-core/columns/float.js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D:/pasar_fix/node_modules/.bun/drizzle-orm@0.44.7+dd2253f5d79d0b01/node_modules/drizzle-orm/mysql-core/columns/float.js.map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D:/pasar_fix/node_modules/.bun/drizzle-orm@0.44.7+dd2253f5d79d0b01/node_modules/drizzle-orm/mysql-core/columns/index.cjs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D:/pasar_fix/node_modules/.bun/drizzle-orm@0.44.7+dd2253f5d79d0b01/node_modules/drizzle-orm/mysql-core/columns/index.cjs.map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D:/pasar_fix/node_modules/.bun/drizzle-orm@0.44.7+dd2253f5d79d0b01/node_modules/drizzle-orm/mysql-core/columns/index.d.cts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D:/pasar_fix/node_modules/.bun/drizzle-orm@0.44.7+dd2253f5d79d0b01/node_modules/drizzle-orm/mysql-core/columns/index.d.ts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D:/pasar_fix/node_modules/.bun/drizzle-orm@0.44.7+dd2253f5d79d0b01/node_modules/drizzle-orm/mysql-core/columns/index.js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D:/pasar_fix/node_modules/.bun/drizzle-orm@0.44.7+dd2253f5d79d0b01/node_modules/drizzle-orm/mysql-core/columns/index.js.map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D:/pasar_fix/node_modules/.bun/drizzle-orm@0.44.7+dd2253f5d79d0b01/node_modules/drizzle-orm/mysql-core/columns/int.cjs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D:/pasar_fix/node_modules/.bun/drizzle-orm@0.44.7+dd2253f5d79d0b01/node_modules/drizzle-orm/mysql-core/columns/int.cjs.map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D:/pasar_fix/node_modules/.bun/drizzle-orm@0.44.7+dd2253f5d79d0b01/node_modules/drizzle-orm/mysql-core/columns/int.d.cts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D:/pasar_fix/node_modules/.bun/drizzle-orm@0.44.7+dd2253f5d79d0b01/node_modules/drizzle-orm/mysql-core/columns/int.d.ts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D:/pasar_fix/node_modules/.bun/drizzle-orm@0.44.7+dd2253f5d79d0b01/node_modules/drizzle-orm/mysql-core/columns/int.js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D:/pasar_fix/node_modules/.bun/drizzle-orm@0.44.7+dd2253f5d79d0b01/node_modules/drizzle-orm/mysql-core/columns/int.js.map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D:/pasar_fix/node_modules/.bun/drizzle-orm@0.44.7+dd2253f5d79d0b01/node_modules/drizzle-orm/mysql-core/columns/json.cjs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D:/pasar_fix/node_modules/.bun/drizzle-orm@0.44.7+dd2253f5d79d0b01/node_modules/drizzle-orm/mysql-core/columns/json.cjs.map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D:/pasar_fix/node_modules/.bun/drizzle-orm@0.44.7+dd2253f5d79d0b01/node_modules/drizzle-orm/mysql-core/columns/json.d.cts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D:/pasar_fix/node_modules/.bun/drizzle-orm@0.44.7+dd2253f5d79d0b01/node_modules/drizzle-orm/mysql-core/columns/json.d.ts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D:/pasar_fix/node_modules/.bun/drizzle-orm@0.44.7+dd2253f5d79d0b01/node_modules/drizzle-orm/mysql-core/columns/json.js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D:/pasar_fix/node_modules/.bun/drizzle-orm@0.44.7+dd2253f5d79d0b01/node_modules/drizzle-orm/mysql-core/columns/json.js.map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D:/pasar_fix/node_modules/.bun/drizzle-orm@0.44.7+dd2253f5d79d0b01/node_modules/drizzle-orm/mysql-core/columns/mediumint.cjs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D:/pasar_fix/node_modules/.bun/drizzle-orm@0.44.7+dd2253f5d79d0b01/node_modules/drizzle-orm/mysql-core/columns/mediumint.cjs.map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D:/pasar_fix/node_modules/.bun/drizzle-orm@0.44.7+dd2253f5d79d0b01/node_modules/drizzle-orm/mysql-core/columns/mediumint.d.cts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D:/pasar_fix/node_modules/.bun/drizzle-orm@0.44.7+dd2253f5d79d0b01/node_modules/drizzle-orm/mysql-core/columns/mediumint.d.ts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D:/pasar_fix/node_modules/.bun/drizzle-orm@0.44.7+dd2253f5d79d0b01/node_modules/drizzle-orm/mysql-core/columns/mediumint.js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D:/pasar_fix/node_modules/.bun/drizzle-orm@0.44.7+dd2253f5d79d0b01/node_modules/drizzle-orm/mysql-core/columns/mediumint.js.map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D:/pasar_fix/node_modules/.bun/drizzle-orm@0.44.7+dd2253f5d79d0b01/node_modules/drizzle-orm/mysql-core/columns/real.cjs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D:/pasar_fix/node_modules/.bun/drizzle-orm@0.44.7+dd2253f5d79d0b01/node_modules/drizzle-orm/mysql-core/columns/real.cjs.map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D:/pasar_fix/node_modules/.bun/drizzle-orm@0.44.7+dd2253f5d79d0b01/node_modules/drizzle-orm/mysql-core/columns/real.d.cts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D:/pasar_fix/node_modules/.bun/drizzle-orm@0.44.7+dd2253f5d79d0b01/node_modules/drizzle-orm/mysql-core/columns/real.d.ts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D:/pasar_fix/node_modules/.bun/drizzle-orm@0.44.7+dd2253f5d79d0b01/node_modules/drizzle-orm/mysql-core/columns/real.js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D:/pasar_fix/node_modules/.bun/drizzle-orm@0.44.7+dd2253f5d79d0b01/node_modules/drizzle-orm/mysql-core/columns/real.js.map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D:/pasar_fix/node_modules/.bun/drizzle-orm@0.44.7+dd2253f5d79d0b01/node_modules/drizzle-orm/mysql-core/columns/serial.cjs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D:/pasar_fix/node_modules/.bun/drizzle-orm@0.44.7+dd2253f5d79d0b01/node_modules/drizzle-orm/mysql-core/columns/serial.cjs.map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D:/pasar_fix/node_modules/.bun/drizzle-orm@0.44.7+dd2253f5d79d0b01/node_modules/drizzle-orm/mysql-core/columns/serial.d.cts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D:/pasar_fix/node_modules/.bun/drizzle-orm@0.44.7+dd2253f5d79d0b01/node_modules/drizzle-orm/mysql-core/columns/serial.d.ts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D:/pasar_fix/node_modules/.bun/drizzle-orm@0.44.7+dd2253f5d79d0b01/node_modules/drizzle-orm/mysql-core/columns/serial.js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D:/pasar_fix/node_modules/.bun/drizzle-orm@0.44.7+dd2253f5d79d0b01/node_modules/drizzle-orm/mysql-core/columns/serial.js.map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D:/pasar_fix/node_modules/.bun/drizzle-orm@0.44.7+dd2253f5d79d0b01/node_modules/drizzle-orm/mysql-core/columns/smallint.cjs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D:/pasar_fix/node_modules/.bun/drizzle-orm@0.44.7+dd2253f5d79d0b01/node_modules/drizzle-orm/mysql-core/columns/smallint.cjs.map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D:/pasar_fix/node_modules/.bun/drizzle-orm@0.44.7+dd2253f5d79d0b01/node_modules/drizzle-orm/mysql-core/columns/smallint.d.cts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D:/pasar_fix/node_modules/.bun/drizzle-orm@0.44.7+dd2253f5d79d0b01/node_modules/drizzle-orm/mysql-core/columns/smallint.d.ts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D:/pasar_fix/node_modules/.bun/drizzle-orm@0.44.7+dd2253f5d79d0b01/node_modules/drizzle-orm/mysql-core/columns/smallint.js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D:/pasar_fix/node_modules/.bun/drizzle-orm@0.44.7+dd2253f5d79d0b01/node_modules/drizzle-orm/mysql-core/columns/smallint.js.map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D:/pasar_fix/node_modules/.bun/drizzle-orm@0.44.7+dd2253f5d79d0b01/node_modules/drizzle-orm/mysql-core/columns/text.cjs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D:/pasar_fix/node_modules/.bun/drizzle-orm@0.44.7+dd2253f5d79d0b01/node_modules/drizzle-orm/mysql-core/columns/text.cjs.map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D:/pasar_fix/node_modules/.bun/drizzle-orm@0.44.7+dd2253f5d79d0b01/node_modules/drizzle-orm/mysql-core/columns/text.d.cts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D:/pasar_fix/node_modules/.bun/drizzle-orm@0.44.7+dd2253f5d79d0b01/node_modules/drizzle-orm/mysql-core/columns/text.d.ts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D:/pasar_fix/node_modules/.bun/drizzle-orm@0.44.7+dd2253f5d79d0b01/node_modules/drizzle-orm/mysql-core/columns/text.js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D:/pasar_fix/node_modules/.bun/drizzle-orm@0.44.7+dd2253f5d79d0b01/node_modules/drizzle-orm/mysql-core/columns/text.js.map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D:/pasar_fix/node_modules/.bun/drizzle-orm@0.44.7+dd2253f5d79d0b01/node_modules/drizzle-orm/mysql-core/columns/time.cjs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D:/pasar_fix/node_modules/.bun/drizzle-orm@0.44.7+dd2253f5d79d0b01/node_modules/drizzle-orm/mysql-core/columns/time.cjs.map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D:/pasar_fix/node_modules/.bun/drizzle-orm@0.44.7+dd2253f5d79d0b01/node_modules/drizzle-orm/mysql-core/columns/time.d.cts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D:/pasar_fix/node_modules/.bun/drizzle-orm@0.44.7+dd2253f5d79d0b01/node_modules/drizzle-orm/mysql-core/columns/time.d.ts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D:/pasar_fix/node_modules/.bun/drizzle-orm@0.44.7+dd2253f5d79d0b01/node_modules/drizzle-orm/mysql-core/columns/time.js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D:/pasar_fix/node_modules/.bun/drizzle-orm@0.44.7+dd2253f5d79d0b01/node_modules/drizzle-orm/mysql-core/columns/time.js.map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D:/pasar_fix/node_modules/.bun/drizzle-orm@0.44.7+dd2253f5d79d0b01/node_modules/drizzle-orm/mysql-core/columns/timestamp.cjs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D:/pasar_fix/node_modules/.bun/drizzle-orm@0.44.7+dd2253f5d79d0b01/node_modules/drizzle-orm/mysql-core/columns/timestamp.cjs.map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D:/pasar_fix/node_modules/.bun/drizzle-orm@0.44.7+dd2253f5d79d0b01/node_modules/drizzle-orm/mysql-core/columns/timestamp.d.cts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D:/pasar_fix/node_modules/.bun/drizzle-orm@0.44.7+dd2253f5d79d0b01/node_modules/drizzle-orm/mysql-core/columns/timestamp.d.ts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D:/pasar_fix/node_modules/.bun/drizzle-orm@0.44.7+dd2253f5d79d0b01/node_modules/drizzle-orm/mysql-core/columns/timestamp.js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D:/pasar_fix/node_modules/.bun/drizzle-orm@0.44.7+dd2253f5d79d0b01/node_modules/drizzle-orm/mysql-core/columns/timestamp.js.map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D:/pasar_fix/node_modules/.bun/drizzle-orm@0.44.7+dd2253f5d79d0b01/node_modules/drizzle-orm/mysql-core/columns/tinyint.cjs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D:/pasar_fix/node_modules/.bun/drizzle-orm@0.44.7+dd2253f5d79d0b01/node_modules/drizzle-orm/mysql-core/columns/tinyint.cjs.map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D:/pasar_fix/node_modules/.bun/drizzle-orm@0.44.7+dd2253f5d79d0b01/node_modules/drizzle-orm/mysql-core/columns/tinyint.d.cts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D:/pasar_fix/node_modules/.bun/drizzle-orm@0.44.7+dd2253f5d79d0b01/node_modules/drizzle-orm/mysql-core/columns/tinyint.d.ts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D:/pasar_fix/node_modules/.bun/drizzle-orm@0.44.7+dd2253f5d79d0b01/node_modules/drizzle-orm/mysql-core/columns/tinyint.js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D:/pasar_fix/node_modules/.bun/drizzle-orm@0.44.7+dd2253f5d79d0b01/node_modules/drizzle-orm/mysql-core/columns/tinyint.js.map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D:/pasar_fix/node_modules/.bun/drizzle-orm@0.44.7+dd2253f5d79d0b01/node_modules/drizzle-orm/mysql-core/columns/varbinary.cjs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D:/pasar_fix/node_modules/.bun/drizzle-orm@0.44.7+dd2253f5d79d0b01/node_modules/drizzle-orm/mysql-core/columns/varbinary.cjs.map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D:/pasar_fix/node_modules/.bun/drizzle-orm@0.44.7+dd2253f5d79d0b01/node_modules/drizzle-orm/mysql-core/columns/varbinary.d.cts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D:/pasar_fix/node_modules/.bun/drizzle-orm@0.44.7+dd2253f5d79d0b01/node_modules/drizzle-orm/mysql-core/columns/varbinary.d.ts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D:/pasar_fix/node_modules/.bun/drizzle-orm@0.44.7+dd2253f5d79d0b01/node_modules/drizzle-orm/mysql-core/columns/varbinary.js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D:/pasar_fix/node_modules/.bun/drizzle-orm@0.44.7+dd2253f5d79d0b01/node_modules/drizzle-orm/mysql-core/columns/varbinary.js.map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D:/pasar_fix/node_modules/.bun/drizzle-orm@0.44.7+dd2253f5d79d0b01/node_modules/drizzle-orm/mysql-core/columns/varchar.cjs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D:/pasar_fix/node_modules/.bun/drizzle-orm@0.44.7+dd2253f5d79d0b01/node_modules/drizzle-orm/mysql-core/columns/varchar.cjs.map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D:/pasar_fix/node_modules/.bun/drizzle-orm@0.44.7+dd2253f5d79d0b01/node_modules/drizzle-orm/mysql-core/columns/varchar.d.cts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D:/pasar_fix/node_modules/.bun/drizzle-orm@0.44.7+dd2253f5d79d0b01/node_modules/drizzle-orm/mysql-core/columns/varchar.d.ts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D:/pasar_fix/node_modules/.bun/drizzle-orm@0.44.7+dd2253f5d79d0b01/node_modules/drizzle-orm/mysql-core/columns/varchar.js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D:/pasar_fix/node_modules/.bun/drizzle-orm@0.44.7+dd2253f5d79d0b01/node_modules/drizzle-orm/mysql-core/columns/varchar.js.map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D:/pasar_fix/node_modules/.bun/drizzle-orm@0.44.7+dd2253f5d79d0b01/node_modules/drizzle-orm/mysql-core/columns/year.cjs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D:/pasar_fix/node_modules/.bun/drizzle-orm@0.44.7+dd2253f5d79d0b01/node_modules/drizzle-orm/mysql-core/columns/year.cjs.map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D:/pasar_fix/node_modules/.bun/drizzle-orm@0.44.7+dd2253f5d79d0b01/node_modules/drizzle-orm/mysql-core/columns/year.d.cts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D:/pasar_fix/node_modules/.bun/drizzle-orm@0.44.7+dd2253f5d79d0b01/node_modules/drizzle-orm/mysql-core/columns/year.d.ts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D:/pasar_fix/node_modules/.bun/drizzle-orm@0.44.7+dd2253f5d79d0b01/node_modules/drizzle-orm/mysql-core/columns/year.js</a:t>
            </a:r>
          </a:p>
          <a:p>
            <a:pPr>
              <a:defRPr sz="1200"/>
            </a:pPr>
            <a:r>
              <a:t>D:/pasar_fix/node_modules/.bun/drizzle-orm@0.44.7+dd2253f5d79d0b01/node_modules/drizzle-orm/mysql-core/columns/year.js.map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D:/pasar_fix/node_modules/.bun/drizzle-orm@0.44.7+dd2253f5d79d0b01/node_modules/drizzle-orm/mysql-core/query-builders/count.cjs</a:t>
            </a:r>
          </a:p>
          <a:p>
            <a:pPr>
              <a:defRPr sz="1200"/>
            </a:pPr>
            <a:r>
              <a:t>D:/pasar_fix/node_modules/.bun/drizzle-orm@0.44.7+dd2253f5d79d0b01/node_modules/drizzle-orm/mysql-core/query-builders/count.cjs.map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D:/pasar_fix/node_modules/.bun/drizzle-orm@0.44.7+dd2253f5d79d0b01/node_modules/drizzle-orm/mysql-core/query-builders/count.d.cts</a:t>
            </a:r>
          </a:p>
          <a:p>
            <a:pPr>
              <a:defRPr sz="1200"/>
            </a:pPr>
            <a:r>
              <a:t>D:/pasar_fix/node_modules/.bun/drizzle-orm@0.44.7+dd2253f5d79d0b01/node_modules/drizzle-orm/mysql-core/query-builders/count.d.ts</a:t>
            </a:r>
          </a:p>
          <a:p>
            <a:pPr>
              <a:defRPr sz="1200"/>
            </a:pPr>
            <a:r>
              <a:t>D:/pasar_fix/node_modules/.bun/drizzle-orm@0.44.7+dd2253f5d79d0b01/node_modules/drizzle-orm/mysql-core/query-builders/count.js</a:t>
            </a:r>
          </a:p>
          <a:p>
            <a:pPr>
              <a:defRPr sz="1200"/>
            </a:pPr>
            <a:r>
              <a:t>D:/pasar_fix/node_modules/.bun/drizzle-orm@0.44.7+dd2253f5d79d0b01/node_modules/drizzle-orm/mysql-core/query-builders/count.js.map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D:/pasar_fix/node_modules/.bun/drizzle-orm@0.44.7+dd2253f5d79d0b01/node_modules/drizzle-orm/mysql-core/query-builders/delete.cjs</a:t>
            </a:r>
          </a:p>
          <a:p>
            <a:pPr>
              <a:defRPr sz="1200"/>
            </a:pPr>
            <a:r>
              <a:t>D:/pasar_fix/node_modules/.bun/drizzle-orm@0.44.7+dd2253f5d79d0b01/node_modules/drizzle-orm/mysql-core/query-builders/delete.cjs.map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D:/pasar_fix/node_modules/.bun/drizzle-orm@0.44.7+dd2253f5d79d0b01/node_modules/drizzle-orm/mysql-core/query-builders/delete.d.cts</a:t>
            </a:r>
          </a:p>
          <a:p>
            <a:pPr>
              <a:defRPr sz="1200"/>
            </a:pPr>
            <a:r>
              <a:t>D:/pasar_fix/node_modules/.bun/drizzle-orm@0.44.7+dd2253f5d79d0b01/node_modules/drizzle-orm/mysql-core/query-builders/delete.d.ts</a:t>
            </a:r>
          </a:p>
          <a:p>
            <a:pPr>
              <a:defRPr sz="1200"/>
            </a:pPr>
            <a:r>
              <a:t>D:/pasar_fix/node_modules/.bun/drizzle-orm@0.44.7+dd2253f5d79d0b01/node_modules/drizzle-orm/mysql-core/query-builders/delete.js</a:t>
            </a:r>
          </a:p>
          <a:p>
            <a:pPr>
              <a:defRPr sz="1200"/>
            </a:pPr>
            <a:r>
              <a:t>D:/pasar_fix/node_modules/.bun/drizzle-orm@0.44.7+dd2253f5d79d0b01/node_modules/drizzle-orm/mysql-core/query-builders/delete.js.map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D:/pasar_fix/node_modules/.bun/drizzle-orm@0.44.7+dd2253f5d79d0b01/node_modules/drizzle-orm/mysql-core/query-builders/index.cjs</a:t>
            </a:r>
          </a:p>
          <a:p>
            <a:pPr>
              <a:defRPr sz="1200"/>
            </a:pPr>
            <a:r>
              <a:t>D:/pasar_fix/node_modules/.bun/drizzle-orm@0.44.7+dd2253f5d79d0b01/node_modules/drizzle-orm/mysql-core/query-builders/index.cjs.map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D:/pasar_fix/node_modules/.bun/drizzle-orm@0.44.7+dd2253f5d79d0b01/node_modules/drizzle-orm/mysql-core/query-builders/index.d.cts</a:t>
            </a:r>
          </a:p>
          <a:p>
            <a:pPr>
              <a:defRPr sz="1200"/>
            </a:pPr>
            <a:r>
              <a:t>D:/pasar_fix/node_modules/.bun/drizzle-orm@0.44.7+dd2253f5d79d0b01/node_modules/drizzle-orm/mysql-core/query-builders/index.d.ts</a:t>
            </a:r>
          </a:p>
          <a:p>
            <a:pPr>
              <a:defRPr sz="1200"/>
            </a:pPr>
            <a:r>
              <a:t>D:/pasar_fix/node_modules/.bun/drizzle-orm@0.44.7+dd2253f5d79d0b01/node_modules/drizzle-orm/mysql-core/query-builders/index.js</a:t>
            </a:r>
          </a:p>
          <a:p>
            <a:pPr>
              <a:defRPr sz="1200"/>
            </a:pPr>
            <a:r>
              <a:t>D:/pasar_fix/node_modules/.bun/drizzle-orm@0.44.7+dd2253f5d79d0b01/node_modules/drizzle-orm/mysql-core/query-builders/index.js.map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D:/pasar_fix/node_modules/.bun/drizzle-orm@0.44.7+dd2253f5d79d0b01/node_modules/drizzle-orm/mysql-core/query-builders/insert.cjs</a:t>
            </a:r>
          </a:p>
          <a:p>
            <a:pPr>
              <a:defRPr sz="1200"/>
            </a:pPr>
            <a:r>
              <a:t>D:/pasar_fix/node_modules/.bun/drizzle-orm@0.44.7+dd2253f5d79d0b01/node_modules/drizzle-orm/mysql-core/query-builders/insert.cjs.map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D:/pasar_fix/node_modules/.bun/drizzle-orm@0.44.7+dd2253f5d79d0b01/node_modules/drizzle-orm/mysql-core/query-builders/insert.d.cts</a:t>
            </a:r>
          </a:p>
          <a:p>
            <a:pPr>
              <a:defRPr sz="1200"/>
            </a:pPr>
            <a:r>
              <a:t>D:/pasar_fix/node_modules/.bun/drizzle-orm@0.44.7+dd2253f5d79d0b01/node_modules/drizzle-orm/mysql-core/query-builders/insert.d.ts</a:t>
            </a:r>
          </a:p>
          <a:p>
            <a:pPr>
              <a:defRPr sz="1200"/>
            </a:pPr>
            <a:r>
              <a:t>D:/pasar_fix/node_modules/.bun/drizzle-orm@0.44.7+dd2253f5d79d0b01/node_modules/drizzle-orm/mysql-core/query-builders/insert.js</a:t>
            </a:r>
          </a:p>
          <a:p>
            <a:pPr>
              <a:defRPr sz="1200"/>
            </a:pPr>
            <a:r>
              <a:t>D:/pasar_fix/node_modules/.bun/drizzle-orm@0.44.7+dd2253f5d79d0b01/node_modules/drizzle-orm/mysql-core/query-builders/insert.js.map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D:/pasar_fix/node_modules/.bun/drizzle-orm@0.44.7+dd2253f5d79d0b01/node_modules/drizzle-orm/mysql-core/query-builders/query-builder.cjs</a:t>
            </a:r>
          </a:p>
          <a:p>
            <a:pPr>
              <a:defRPr sz="1200"/>
            </a:pPr>
            <a:r>
              <a:t>D:/pasar_fix/node_modules/.bun/drizzle-orm@0.44.7+dd2253f5d79d0b01/node_modules/drizzle-orm/mysql-core/query-builders/query-builder.cjs.map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D:/pasar_fix/node_modules/.bun/drizzle-orm@0.44.7+dd2253f5d79d0b01/node_modules/drizzle-orm/mysql-core/query-builders/query-builder.d.cts</a:t>
            </a:r>
          </a:p>
          <a:p>
            <a:pPr>
              <a:defRPr sz="1200"/>
            </a:pPr>
            <a:r>
              <a:t>D:/pasar_fix/node_modules/.bun/drizzle-orm@0.44.7+dd2253f5d79d0b01/node_modules/drizzle-orm/mysql-core/query-builders/query-builder.d.ts</a:t>
            </a:r>
          </a:p>
          <a:p>
            <a:pPr>
              <a:defRPr sz="1200"/>
            </a:pPr>
            <a:r>
              <a:t>D:/pasar_fix/node_modules/.bun/drizzle-orm@0.44.7+dd2253f5d79d0b01/node_modules/drizzle-orm/mysql-core/query-builders/query-builder.js</a:t>
            </a:r>
          </a:p>
          <a:p>
            <a:pPr>
              <a:defRPr sz="1200"/>
            </a:pPr>
            <a:r>
              <a:t>D:/pasar_fix/node_modules/.bun/drizzle-orm@0.44.7+dd2253f5d79d0b01/node_modules/drizzle-orm/mysql-core/query-builders/query-builder.js.map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D:/pasar_fix/node_modules/.bun/drizzle-orm@0.44.7+dd2253f5d79d0b01/node_modules/drizzle-orm/mysql-core/query-builders/query.cjs</a:t>
            </a:r>
          </a:p>
          <a:p>
            <a:pPr>
              <a:defRPr sz="1200"/>
            </a:pPr>
            <a:r>
              <a:t>D:/pasar_fix/node_modules/.bun/drizzle-orm@0.44.7+dd2253f5d79d0b01/node_modules/drizzle-orm/mysql-core/query-builders/query.cjs.map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D:/pasar_fix/node_modules/.bun/drizzle-orm@0.44.7+dd2253f5d79d0b01/node_modules/drizzle-orm/mysql-core/query-builders/query.d.cts</a:t>
            </a:r>
          </a:p>
          <a:p>
            <a:pPr>
              <a:defRPr sz="1200"/>
            </a:pPr>
            <a:r>
              <a:t>D:/pasar_fix/node_modules/.bun/drizzle-orm@0.44.7+dd2253f5d79d0b01/node_modules/drizzle-orm/mysql-core/query-builders/query.d.ts</a:t>
            </a:r>
          </a:p>
          <a:p>
            <a:pPr>
              <a:defRPr sz="1200"/>
            </a:pPr>
            <a:r>
              <a:t>D:/pasar_fix/node_modules/.bun/drizzle-orm@0.44.7+dd2253f5d79d0b01/node_modules/drizzle-orm/mysql-core/query-builders/query.js</a:t>
            </a:r>
          </a:p>
          <a:p>
            <a:pPr>
              <a:defRPr sz="1200"/>
            </a:pPr>
            <a:r>
              <a:t>D:/pasar_fix/node_modules/.bun/drizzle-orm@0.44.7+dd2253f5d79d0b01/node_modules/drizzle-orm/mysql-core/query-builders/query.js.map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D:/pasar_fix/node_modules/.bun/drizzle-orm@0.44.7+dd2253f5d79d0b01/node_modules/drizzle-orm/mysql-core/query-builders/select.cjs</a:t>
            </a:r>
          </a:p>
          <a:p>
            <a:pPr>
              <a:defRPr sz="1200"/>
            </a:pPr>
            <a:r>
              <a:t>D:/pasar_fix/node_modules/.bun/drizzle-orm@0.44.7+dd2253f5d79d0b01/node_modules/drizzle-orm/mysql-core/query-builders/select.cjs.map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D:/pasar_fix/node_modules/.bun/drizzle-orm@0.44.7+dd2253f5d79d0b01/node_modules/drizzle-orm/mysql-core/query-builders/select.d.cts</a:t>
            </a:r>
          </a:p>
          <a:p>
            <a:pPr>
              <a:defRPr sz="1200"/>
            </a:pPr>
            <a:r>
              <a:t>D:/pasar_fix/node_modules/.bun/drizzle-orm@0.44.7+dd2253f5d79d0b01/node_modules/drizzle-orm/mysql-core/query-builders/select.d.ts</a:t>
            </a:r>
          </a:p>
          <a:p>
            <a:pPr>
              <a:defRPr sz="1200"/>
            </a:pPr>
            <a:r>
              <a:t>D:/pasar_fix/node_modules/.bun/drizzle-orm@0.44.7+dd2253f5d79d0b01/node_modules/drizzle-orm/mysql-core/query-builders/select.js</a:t>
            </a:r>
          </a:p>
          <a:p>
            <a:pPr>
              <a:defRPr sz="1200"/>
            </a:pPr>
            <a:r>
              <a:t>D:/pasar_fix/node_modules/.bun/drizzle-orm@0.44.7+dd2253f5d79d0b01/node_modules/drizzle-orm/mysql-core/query-builders/select.js.map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D:/pasar_fix/node_modules/.bun/drizzle-orm@0.44.7+dd2253f5d79d0b01/node_modules/drizzle-orm/mysql-core/query-builders/select.types.cjs</a:t>
            </a:r>
          </a:p>
          <a:p>
            <a:pPr>
              <a:defRPr sz="1200"/>
            </a:pPr>
            <a:r>
              <a:t>D:/pasar_fix/node_modules/.bun/drizzle-orm@0.44.7+dd2253f5d79d0b01/node_modules/drizzle-orm/mysql-core/query-builders/select.types.cjs.map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D:/pasar_fix/node_modules/.bun/drizzle-orm@0.44.7+dd2253f5d79d0b01/node_modules/drizzle-orm/mysql-core/query-builders/select.types.d.cts</a:t>
            </a:r>
          </a:p>
          <a:p>
            <a:pPr>
              <a:defRPr sz="1200"/>
            </a:pPr>
            <a:r>
              <a:t>D:/pasar_fix/node_modules/.bun/drizzle-orm@0.44.7+dd2253f5d79d0b01/node_modules/drizzle-orm/mysql-core/query-builders/select.types.d.ts</a:t>
            </a:r>
          </a:p>
          <a:p>
            <a:pPr>
              <a:defRPr sz="1200"/>
            </a:pPr>
            <a:r>
              <a:t>D:/pasar_fix/node_modules/.bun/drizzle-orm@0.44.7+dd2253f5d79d0b01/node_modules/drizzle-orm/mysql-core/query-builders/select.types.js</a:t>
            </a:r>
          </a:p>
          <a:p>
            <a:pPr>
              <a:defRPr sz="1200"/>
            </a:pPr>
            <a:r>
              <a:t>D:/pasar_fix/node_modules/.bun/drizzle-orm@0.44.7+dd2253f5d79d0b01/node_modules/drizzle-orm/mysql-core/query-builders/select.types.js.map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D:/pasar_fix/node_modules/.bun/drizzle-orm@0.44.7+dd2253f5d79d0b01/node_modules/drizzle-orm/mysql-core/query-builders/update.cjs</a:t>
            </a:r>
          </a:p>
          <a:p>
            <a:pPr>
              <a:defRPr sz="1200"/>
            </a:pPr>
            <a:r>
              <a:t>D:/pasar_fix/node_modules/.bun/drizzle-orm@0.44.7+dd2253f5d79d0b01/node_modules/drizzle-orm/mysql-core/query-builders/update.cjs.map</a:t>
            </a:r>
          </a:p>
          <a:p>
            <a:pPr>
              <a:defRPr sz="1200"/>
            </a:pPr>
            <a:r>
              <a:t>D:/pasar_fix/node_modules/.bun/drizzle-orm@0.44.7+dd2253f5d79d0b01/node_modules/drizzle-orm/mysql-core/query-builders/update.d.cts</a:t>
            </a:r>
          </a:p>
          <a:p>
            <a:pPr>
              <a:defRPr sz="1200"/>
            </a:pPr>
            <a:r>
              <a:t>D:/pasar_fix/node_modules/.bun/drizzle-orm@0.44.7+dd2253f5d79d0b01/node_modules/drizzle-orm/mysql-core/query-builders/update.d.ts</a:t>
            </a:r>
          </a:p>
          <a:p>
            <a:pPr>
              <a:defRPr sz="1200"/>
            </a:pPr>
            <a:r>
              <a:t>D:/pasar_fix/node_modules/.bun/drizzle-orm@0.44.7+dd2253f5d79d0b01/node_modules/drizzle-orm/mysql-core/query-builders/update.js</a:t>
            </a:r>
          </a:p>
          <a:p>
            <a:pPr>
              <a:defRPr sz="1200"/>
            </a:pPr>
            <a:r>
              <a:t>D:/pasar_fix/node_modules/.bun/drizzle-orm@0.44.7+dd2253f5d79d0b01/node_modules/drizzle-orm/mysql-core/query-builders/update.js.map</a:t>
            </a:r>
          </a:p>
          <a:p>
            <a:pPr>
              <a:defRPr sz="1200"/>
            </a:pPr>
            <a:r>
              <a:t>D:/pasar_fix/node_modules/.bun/drizzle-orm@0.44.7+dd2253f5d79d0b01/node_modules/drizzle-orm/mysql-proxy/driver.cjs</a:t>
            </a:r>
          </a:p>
          <a:p>
            <a:pPr>
              <a:defRPr sz="1200"/>
            </a:pPr>
            <a:r>
              <a:t>D:/pasar_fix/node_modules/.bun/drizzle-orm@0.44.7+dd2253f5d79d0b01/node_modules/drizzle-orm/mysql-proxy/driver.cjs.map</a:t>
            </a:r>
          </a:p>
          <a:p>
            <a:pPr>
              <a:defRPr sz="1200"/>
            </a:pPr>
            <a:r>
              <a:t>D:/pasar_fix/node_modules/.bun/drizzle-orm@0.44.7+dd2253f5d79d0b01/node_modules/drizzle-orm/mysql-proxy/driver.d.cts</a:t>
            </a:r>
          </a:p>
          <a:p>
            <a:pPr>
              <a:defRPr sz="1200"/>
            </a:pPr>
            <a:r>
              <a:t>D:/pasar_fix/node_modules/.bun/drizzle-orm@0.44.7+dd2253f5d79d0b01/node_modules/drizzle-orm/mysql-proxy/driver.d.ts</a:t>
            </a:r>
          </a:p>
          <a:p>
            <a:pPr>
              <a:defRPr sz="1200"/>
            </a:pPr>
            <a:r>
              <a:t>D:/pasar_fix/node_modules/.bun/drizzle-orm@0.44.7+dd2253f5d79d0b01/node_modules/drizzle-orm/mysql-proxy/driver.js</a:t>
            </a:r>
          </a:p>
          <a:p>
            <a:pPr>
              <a:defRPr sz="1200"/>
            </a:pPr>
            <a:r>
              <a:t>D:/pasar_fix/node_modules/.bun/drizzle-orm@0.44.7+dd2253f5d79d0b01/node_modules/drizzle-orm/mysql-proxy/driver.js.map</a:t>
            </a:r>
          </a:p>
          <a:p>
            <a:pPr>
              <a:defRPr sz="1200"/>
            </a:pPr>
            <a:r>
              <a:t>D:/pasar_fix/node_modules/.bun/drizzle-orm@0.44.7+dd2253f5d79d0b01/node_modules/drizzle-orm/mysql-proxy/index.cjs</a:t>
            </a:r>
          </a:p>
          <a:p>
            <a:pPr>
              <a:defRPr sz="1200"/>
            </a:pPr>
            <a:r>
              <a:t>D:/pasar_fix/node_modules/.bun/drizzle-orm@0.44.7+dd2253f5d79d0b01/node_modules/drizzle-orm/mysql-proxy/index.cjs.map</a:t>
            </a:r>
          </a:p>
          <a:p>
            <a:pPr>
              <a:defRPr sz="1200"/>
            </a:pPr>
            <a:r>
              <a:t>D:/pasar_fix/node_modules/.bun/drizzle-orm@0.44.7+dd2253f5d79d0b01/node_modules/drizzle-orm/mysql-proxy/index.d.cts</a:t>
            </a:r>
          </a:p>
          <a:p>
            <a:pPr>
              <a:defRPr sz="1200"/>
            </a:pPr>
            <a:r>
              <a:t>D:/pasar_fix/node_modules/.bun/drizzle-orm@0.44.7+dd2253f5d79d0b01/node_modules/drizzle-orm/mysql-proxy/index.d.ts</a:t>
            </a:r>
          </a:p>
          <a:p>
            <a:pPr>
              <a:defRPr sz="1200"/>
            </a:pPr>
            <a:r>
              <a:t>D:/pasar_fix/node_modules/.bun/drizzle-orm@0.44.7+dd2253f5d79d0b01/node_modules/drizzle-orm/mysql-proxy/index.js</a:t>
            </a:r>
          </a:p>
          <a:p>
            <a:pPr>
              <a:defRPr sz="1200"/>
            </a:pPr>
            <a:r>
              <a:t>D:/pasar_fix/node_modules/.bun/drizzle-orm@0.44.7+dd2253f5d79d0b01/node_modules/drizzle-orm/mysql-proxy/index.js.map</a:t>
            </a:r>
          </a:p>
          <a:p>
            <a:pPr>
              <a:defRPr sz="1200"/>
            </a:pPr>
            <a:r>
              <a:t>D:/pasar_fix/node_modules/.bun/drizzle-orm@0.44.7+dd2253f5d79d0b01/node_modules/drizzle-orm/mysql-proxy/migrator.cjs</a:t>
            </a:r>
          </a:p>
          <a:p>
            <a:pPr>
              <a:defRPr sz="1200"/>
            </a:pPr>
            <a:r>
              <a:t>D:/pasar_fix/node_modules/.bun/drizzle-orm@0.44.7+dd2253f5d79d0b01/node_modules/drizzle-orm/mysql-proxy/migrator.cjs.map</a:t>
            </a:r>
          </a:p>
          <a:p>
            <a:pPr>
              <a:defRPr sz="1200"/>
            </a:pPr>
            <a:r>
              <a:t>D:/pasar_fix/node_modules/.bun/drizzle-orm@0.44.7+dd2253f5d79d0b01/node_modules/drizzle-orm/mysql-proxy/migrator.d.cts</a:t>
            </a:r>
          </a:p>
          <a:p>
            <a:pPr>
              <a:defRPr sz="1200"/>
            </a:pPr>
            <a:r>
              <a:t>D:/pasar_fix/node_modules/.bun/drizzle-orm@0.44.7+dd2253f5d79d0b01/node_modules/drizzle-orm/mysql-proxy/migrator.d.ts</a:t>
            </a:r>
          </a:p>
          <a:p>
            <a:pPr>
              <a:defRPr sz="1200"/>
            </a:pPr>
            <a:r>
              <a:t>D:/pasar_fix/node_modules/.bun/drizzle-orm@0.44.7+dd2253f5d79d0b01/node_modules/drizzle-orm/mysql-proxy/migrator.js</a:t>
            </a:r>
          </a:p>
          <a:p>
            <a:pPr>
              <a:defRPr sz="1200"/>
            </a:pPr>
            <a:r>
              <a:t>D:/pasar_fix/node_modules/.bun/drizzle-orm@0.44.7+dd2253f5d79d0b01/node_modules/drizzle-orm/mysql-proxy/migrator.js.map</a:t>
            </a:r>
          </a:p>
          <a:p>
            <a:pPr>
              <a:defRPr sz="1200"/>
            </a:pPr>
            <a:r>
              <a:t>D:/pasar_fix/node_modules/.bun/drizzle-orm@0.44.7+dd2253f5d79d0b01/node_modules/drizzle-orm/mysql-proxy/session.cjs</a:t>
            </a:r>
          </a:p>
          <a:p>
            <a:pPr>
              <a:defRPr sz="1200"/>
            </a:pPr>
            <a:r>
              <a:t>D:/pasar_fix/node_modules/.bun/drizzle-orm@0.44.7+dd2253f5d79d0b01/node_modules/drizzle-orm/mysql-proxy/session.cjs.map</a:t>
            </a:r>
          </a:p>
          <a:p>
            <a:pPr>
              <a:defRPr sz="1200"/>
            </a:pPr>
            <a:r>
              <a:t>D:/pasar_fix/node_modules/.bun/drizzle-orm@0.44.7+dd2253f5d79d0b01/node_modules/drizzle-orm/mysql-proxy/session.d.cts</a:t>
            </a:r>
          </a:p>
          <a:p>
            <a:pPr>
              <a:defRPr sz="1200"/>
            </a:pPr>
            <a:r>
              <a:t>D:/pasar_fix/node_modules/.bun/drizzle-orm@0.44.7+dd2253f5d79d0b01/node_modules/drizzle-orm/mysql-proxy/session.d.ts</a:t>
            </a:r>
          </a:p>
          <a:p>
            <a:pPr>
              <a:defRPr sz="1200"/>
            </a:pPr>
            <a:r>
              <a:t>D:/pasar_fix/node_modules/.bun/drizzle-orm@0.44.7+dd2253f5d79d0b01/node_modules/drizzle-orm/mysql-proxy/session.js</a:t>
            </a:r>
          </a:p>
          <a:p>
            <a:pPr>
              <a:defRPr sz="1200"/>
            </a:pPr>
            <a:r>
              <a:t>D:/pasar_fix/node_modules/.bun/drizzle-orm@0.44.7+dd2253f5d79d0b01/node_modules/drizzle-orm/mysql-proxy/session.js.map</a:t>
            </a:r>
          </a:p>
          <a:p>
            <a:pPr>
              <a:defRPr sz="1200"/>
            </a:pPr>
            <a:r>
              <a:t>D:/pasar_fix/node_modules/.bun/drizzle-orm@0.44.7+dd2253f5d79d0b01/node_modules/drizzle-orm/mysql2/driver.cjs</a:t>
            </a:r>
          </a:p>
          <a:p>
            <a:pPr>
              <a:defRPr sz="1200"/>
            </a:pPr>
            <a:r>
              <a:t>D:/pasar_fix/node_modules/.bun/drizzle-orm@0.44.7+dd2253f5d79d0b01/node_modules/drizzle-orm/mysql2/driver.cjs.map</a:t>
            </a:r>
          </a:p>
          <a:p>
            <a:pPr>
              <a:defRPr sz="1200"/>
            </a:pPr>
            <a:r>
              <a:t>D:/pasar_fix/node_modules/.bun/drizzle-orm@0.44.7+dd2253f5d79d0b01/node_modules/drizzle-orm/mysql2/driver.d.cts</a:t>
            </a:r>
          </a:p>
          <a:p>
            <a:pPr>
              <a:defRPr sz="1200"/>
            </a:pPr>
            <a:r>
              <a:t>D:/pasar_fix/node_modules/.bun/drizzle-orm@0.44.7+dd2253f5d79d0b01/node_modules/drizzle-orm/mysql2/driver.d.ts</a:t>
            </a:r>
          </a:p>
          <a:p>
            <a:pPr>
              <a:defRPr sz="1200"/>
            </a:pPr>
            <a:r>
              <a:t>D:/pasar_fix/node_modules/.bun/drizzle-orm@0.44.7+dd2253f5d79d0b01/node_modules/drizzle-orm/mysql2/driver.js</a:t>
            </a:r>
          </a:p>
          <a:p>
            <a:pPr>
              <a:defRPr sz="1200"/>
            </a:pPr>
            <a:r>
              <a:t>D:/pasar_fix/node_modules/.bun/drizzle-orm@0.44.7+dd2253f5d79d0b01/node_modules/drizzle-orm/mysql2/driver.js.map</a:t>
            </a:r>
          </a:p>
          <a:p>
            <a:pPr>
              <a:defRPr sz="1200"/>
            </a:pPr>
            <a:r>
              <a:t>D:/pasar_fix/node_modules/.bun/drizzle-orm@0.44.7+dd2253f5d79d0b01/node_modules/drizzle-orm/mysql2/index.cjs</a:t>
            </a:r>
          </a:p>
          <a:p>
            <a:pPr>
              <a:defRPr sz="1200"/>
            </a:pPr>
            <a:r>
              <a:t>D:/pasar_fix/node_modules/.bun/drizzle-orm@0.44.7+dd2253f5d79d0b01/node_modules/drizzle-orm/mysql2/index.cjs.map</a:t>
            </a:r>
          </a:p>
          <a:p>
            <a:pPr>
              <a:defRPr sz="1200"/>
            </a:pPr>
            <a:r>
              <a:t>D:/pasar_fix/node_modules/.bun/drizzle-orm@0.44.7+dd2253f5d79d0b01/node_modules/drizzle-orm/mysql2/index.d.cts</a:t>
            </a:r>
          </a:p>
          <a:p>
            <a:pPr>
              <a:defRPr sz="1200"/>
            </a:pPr>
            <a:r>
              <a:t>D:/pasar_fix/node_modules/.bun/drizzle-orm@0.44.7+dd2253f5d79d0b01/node_modules/drizzle-orm/mysql2/index.d.ts</a:t>
            </a:r>
          </a:p>
          <a:p>
            <a:pPr>
              <a:defRPr sz="1200"/>
            </a:pPr>
            <a:r>
              <a:t>D:/pasar_fix/node_modules/.bun/drizzle-orm@0.44.7+dd2253f5d79d0b01/node_modules/drizzle-orm/mysql2/index.js</a:t>
            </a:r>
          </a:p>
          <a:p>
            <a:pPr>
              <a:defRPr sz="1200"/>
            </a:pPr>
            <a:r>
              <a:t>D:/pasar_fix/node_modules/.bun/drizzle-orm@0.44.7+dd2253f5d79d0b01/node_modules/drizzle-orm/mysql2/index.js.map</a:t>
            </a:r>
          </a:p>
          <a:p>
            <a:pPr>
              <a:defRPr sz="1200"/>
            </a:pPr>
            <a:r>
              <a:t>D:/pasar_fix/node_modules/.bun/drizzle-orm@0.44.7+dd2253f5d79d0b01/node_modules/drizzle-orm/mysql2/migrator.cjs</a:t>
            </a:r>
          </a:p>
          <a:p>
            <a:pPr>
              <a:defRPr sz="1200"/>
            </a:pPr>
            <a:r>
              <a:t>D:/pasar_fix/node_modules/.bun/drizzle-orm@0.44.7+dd2253f5d79d0b01/node_modules/drizzle-orm/mysql2/migrator.cjs.map</a:t>
            </a:r>
          </a:p>
          <a:p>
            <a:pPr>
              <a:defRPr sz="1200"/>
            </a:pPr>
            <a:r>
              <a:t>D:/pasar_fix/node_modules/.bun/drizzle-orm@0.44.7+dd2253f5d79d0b01/node_modules/drizzle-orm/mysql2/migrator.d.cts</a:t>
            </a:r>
          </a:p>
          <a:p>
            <a:pPr>
              <a:defRPr sz="1200"/>
            </a:pPr>
            <a:r>
              <a:t>D:/pasar_fix/node_modules/.bun/drizzle-orm@0.44.7+dd2253f5d79d0b01/node_modules/drizzle-orm/mysql2/migrator.d.ts</a:t>
            </a:r>
          </a:p>
          <a:p>
            <a:pPr>
              <a:defRPr sz="1200"/>
            </a:pPr>
            <a:r>
              <a:t>D:/pasar_fix/node_modules/.bun/drizzle-orm@0.44.7+dd2253f5d79d0b01/node_modules/drizzle-orm/mysql2/migrator.js</a:t>
            </a:r>
          </a:p>
          <a:p>
            <a:pPr>
              <a:defRPr sz="1200"/>
            </a:pPr>
            <a:r>
              <a:t>D:/pasar_fix/node_modules/.bun/drizzle-orm@0.44.7+dd2253f5d79d0b01/node_modules/drizzle-orm/mysql2/migrator.js.map</a:t>
            </a:r>
          </a:p>
          <a:p>
            <a:pPr>
              <a:defRPr sz="1200"/>
            </a:pPr>
            <a:r>
              <a:t>D:/pasar_fix/node_modules/.bun/drizzle-orm@0.44.7+dd2253f5d79d0b01/node_modules/drizzle-orm/mysql2/session.cjs</a:t>
            </a:r>
          </a:p>
          <a:p>
            <a:pPr>
              <a:defRPr sz="1200"/>
            </a:pPr>
            <a:r>
              <a:t>D:/pasar_fix/node_modules/.bun/drizzle-orm@0.44.7+dd2253f5d79d0b01/node_modules/drizzle-orm/mysql2/session.cjs.map</a:t>
            </a:r>
          </a:p>
          <a:p>
            <a:pPr>
              <a:defRPr sz="1200"/>
            </a:pPr>
            <a:r>
              <a:t>D:/pasar_fix/node_modules/.bun/drizzle-orm@0.44.7+dd2253f5d79d0b01/node_modules/drizzle-orm/mysql2/session.d.cts</a:t>
            </a:r>
          </a:p>
          <a:p>
            <a:pPr>
              <a:defRPr sz="1200"/>
            </a:pPr>
            <a:r>
              <a:t>D:/pasar_fix/node_modules/.bun/drizzle-orm@0.44.7+dd2253f5d79d0b01/node_modules/drizzle-orm/mysql2/session.d.ts</a:t>
            </a:r>
          </a:p>
          <a:p>
            <a:pPr>
              <a:defRPr sz="1200"/>
            </a:pPr>
            <a:r>
              <a:t>D:/pasar_fix/node_modules/.bun/drizzle-orm@0.44.7+dd2253f5d79d0b01/node_modules/drizzle-orm/mysql2/session.js</a:t>
            </a:r>
          </a:p>
          <a:p>
            <a:pPr>
              <a:defRPr sz="1200"/>
            </a:pPr>
            <a:r>
              <a:t>D:/pasar_fix/node_modules/.bun/drizzle-orm@0.44.7+dd2253f5d79d0b01/node_modules/drizzle-orm/mysql2/session.js.map</a:t>
            </a:r>
          </a:p>
          <a:p>
            <a:pPr>
              <a:defRPr sz="1200"/>
            </a:pPr>
            <a:r>
              <a:t>D:/pasar_fix/node_modules/.bun/drizzle-orm@0.44.7+dd2253f5d79d0b01/node_modules/drizzle-orm/neon/index.cjs</a:t>
            </a:r>
          </a:p>
          <a:p>
            <a:pPr>
              <a:defRPr sz="1200"/>
            </a:pPr>
            <a:r>
              <a:t>D:/pasar_fix/node_modules/.bun/drizzle-orm@0.44.7+dd2253f5d79d0b01/node_modules/drizzle-orm/neon/index.cjs.map</a:t>
            </a:r>
          </a:p>
          <a:p>
            <a:pPr>
              <a:defRPr sz="1200"/>
            </a:pPr>
            <a:r>
              <a:t>D:/pasar_fix/node_modules/.bun/drizzle-orm@0.44.7+dd2253f5d79d0b01/node_modules/drizzle-orm/neon/index.d.cts</a:t>
            </a:r>
          </a:p>
          <a:p>
            <a:pPr>
              <a:defRPr sz="1200"/>
            </a:pPr>
            <a:r>
              <a:t>D:/pasar_fix/node_modules/.bun/drizzle-orm@0.44.7+dd2253f5d79d0b01/node_modules/drizzle-orm/neon/index.d.ts</a:t>
            </a:r>
          </a:p>
          <a:p>
            <a:pPr>
              <a:defRPr sz="1200"/>
            </a:pPr>
            <a:r>
              <a:t>D:/pasar_fix/node_modules/.bun/drizzle-orm@0.44.7+dd2253f5d79d0b01/node_modules/drizzle-orm/neon/index.js</a:t>
            </a:r>
          </a:p>
          <a:p>
            <a:pPr>
              <a:defRPr sz="1200"/>
            </a:pPr>
            <a:r>
              <a:t>D:/pasar_fix/node_modules/.bun/drizzle-orm@0.44.7+dd2253f5d79d0b01/node_modules/drizzle-orm/neon/index.js.map</a:t>
            </a:r>
          </a:p>
          <a:p>
            <a:pPr>
              <a:defRPr sz="1200"/>
            </a:pPr>
            <a:r>
              <a:t>D:/pasar_fix/node_modules/.bun/drizzle-orm@0.44.7+dd2253f5d79d0b01/node_modules/drizzle-orm/neon/neon-auth.cjs</a:t>
            </a:r>
          </a:p>
          <a:p>
            <a:pPr>
              <a:defRPr sz="1200"/>
            </a:pPr>
            <a:r>
              <a:t>D:/pasar_fix/node_modules/.bun/drizzle-orm@0.44.7+dd2253f5d79d0b01/node_modules/drizzle-orm/neon/neon-auth.cjs.map</a:t>
            </a:r>
          </a:p>
          <a:p>
            <a:pPr>
              <a:defRPr sz="1200"/>
            </a:pPr>
            <a:r>
              <a:t>D:/pasar_fix/node_modules/.bun/drizzle-orm@0.44.7+dd2253f5d79d0b01/node_modules/drizzle-orm/neon/neon-auth.d.cts</a:t>
            </a:r>
          </a:p>
          <a:p>
            <a:pPr>
              <a:defRPr sz="1200"/>
            </a:pPr>
            <a:r>
              <a:t>D:/pasar_fix/node_modules/.bun/drizzle-orm@0.44.7+dd2253f5d79d0b01/node_modules/drizzle-orm/neon/neon-auth.d.ts</a:t>
            </a:r>
          </a:p>
          <a:p>
            <a:pPr>
              <a:defRPr sz="1200"/>
            </a:pPr>
            <a:r>
              <a:t>D:/pasar_fix/node_modules/.bun/drizzle-orm@0.44.7+dd2253f5d79d0b01/node_modules/drizzle-orm/neon/neon-auth.js</a:t>
            </a:r>
          </a:p>
          <a:p>
            <a:pPr>
              <a:defRPr sz="1200"/>
            </a:pPr>
            <a:r>
              <a:t>D:/pasar_fix/node_modules/.bun/drizzle-orm@0.44.7+dd2253f5d79d0b01/node_modules/drizzle-orm/neon/neon-auth.js.map</a:t>
            </a:r>
          </a:p>
          <a:p>
            <a:pPr>
              <a:defRPr sz="1200"/>
            </a:pPr>
            <a:r>
              <a:t>D:/pasar_fix/node_modules/.bun/drizzle-orm@0.44.7+dd2253f5d79d0b01/node_modules/drizzle-orm/neon/rls.cjs</a:t>
            </a:r>
          </a:p>
          <a:p>
            <a:pPr>
              <a:defRPr sz="1200"/>
            </a:pPr>
            <a:r>
              <a:t>D:/pasar_fix/node_modules/.bun/drizzle-orm@0.44.7+dd2253f5d79d0b01/node_modules/drizzle-orm/neon/rls.cjs.map</a:t>
            </a:r>
          </a:p>
          <a:p>
            <a:pPr>
              <a:defRPr sz="1200"/>
            </a:pPr>
            <a:r>
              <a:t>D:/pasar_fix/node_modules/.bun/drizzle-orm@0.44.7+dd2253f5d79d0b01/node_modules/drizzle-orm/neon/rls.d.cts</a:t>
            </a:r>
          </a:p>
          <a:p>
            <a:pPr>
              <a:defRPr sz="1200"/>
            </a:pPr>
            <a:r>
              <a:t>D:/pasar_fix/node_modules/.bun/drizzle-orm@0.44.7+dd2253f5d79d0b01/node_modules/drizzle-orm/neon/rls.d.ts</a:t>
            </a:r>
          </a:p>
          <a:p>
            <a:pPr>
              <a:defRPr sz="1200"/>
            </a:pPr>
            <a:r>
              <a:t>D:/pasar_fix/node_modules/.bun/drizzle-orm@0.44.7+dd2253f5d79d0b01/node_modules/drizzle-orm/neon/rls.js</a:t>
            </a:r>
          </a:p>
          <a:p>
            <a:pPr>
              <a:defRPr sz="1200"/>
            </a:pPr>
            <a:r>
              <a:t>D:/pasar_fix/node_modules/.bun/drizzle-orm@0.44.7+dd2253f5d79d0b01/node_modules/drizzle-orm/neon/rls.js.map</a:t>
            </a:r>
          </a:p>
          <a:p>
            <a:pPr>
              <a:defRPr sz="1200"/>
            </a:pPr>
            <a:r>
              <a:t>D:/pasar_fix/node_modules/.bun/drizzle-orm@0.44.7+dd2253f5d79d0b01/node_modules/drizzle-orm/neon-http/driver.cjs</a:t>
            </a:r>
          </a:p>
          <a:p>
            <a:pPr>
              <a:defRPr sz="1200"/>
            </a:pPr>
            <a:r>
              <a:t>D:/pasar_fix/node_modules/.bun/drizzle-orm@0.44.7+dd2253f5d79d0b01/node_modules/drizzle-orm/neon-http/driver.cjs.map</a:t>
            </a:r>
          </a:p>
          <a:p>
            <a:pPr>
              <a:defRPr sz="1200"/>
            </a:pPr>
            <a:r>
              <a:t>D:/pasar_fix/node_modules/.bun/drizzle-orm@0.44.7+dd2253f5d79d0b01/node_modules/drizzle-orm/neon-http/driver.d.cts</a:t>
            </a:r>
          </a:p>
          <a:p>
            <a:pPr>
              <a:defRPr sz="1200"/>
            </a:pPr>
            <a:r>
              <a:t>D:/pasar_fix/node_modules/.bun/drizzle-orm@0.44.7+dd2253f5d79d0b01/node_modules/drizzle-orm/neon-http/driver.d.ts</a:t>
            </a:r>
          </a:p>
          <a:p>
            <a:pPr>
              <a:defRPr sz="1200"/>
            </a:pPr>
            <a:r>
              <a:t>D:/pasar_fix/node_modules/.bun/drizzle-orm@0.44.7+dd2253f5d79d0b01/node_modules/drizzle-orm/neon-http/driver.js</a:t>
            </a:r>
          </a:p>
          <a:p>
            <a:pPr>
              <a:defRPr sz="1200"/>
            </a:pPr>
            <a:r>
              <a:t>D:/pasar_fix/node_modules/.bun/drizzle-orm@0.44.7+dd2253f5d79d0b01/node_modules/drizzle-orm/neon-http/driver.js.map</a:t>
            </a:r>
          </a:p>
          <a:p>
            <a:pPr>
              <a:defRPr sz="1200"/>
            </a:pPr>
            <a:r>
              <a:t>D:/pasar_fix/node_modules/.bun/drizzle-orm@0.44.7+dd2253f5d79d0b01/node_modules/drizzle-orm/neon-http/index.cjs</a:t>
            </a:r>
          </a:p>
          <a:p>
            <a:pPr>
              <a:defRPr sz="1200"/>
            </a:pPr>
            <a:r>
              <a:t>D:/pasar_fix/node_modules/.bun/drizzle-orm@0.44.7+dd2253f5d79d0b01/node_modules/drizzle-orm/neon-http/index.cjs.map</a:t>
            </a:r>
          </a:p>
          <a:p>
            <a:pPr>
              <a:defRPr sz="1200"/>
            </a:pPr>
            <a:r>
              <a:t>D:/pasar_fix/node_modules/.bun/drizzle-orm@0.44.7+dd2253f5d79d0b01/node_modules/drizzle-orm/neon-http/index.d.cts</a:t>
            </a:r>
          </a:p>
          <a:p>
            <a:pPr>
              <a:defRPr sz="1200"/>
            </a:pPr>
            <a:r>
              <a:t>D:/pasar_fix/node_modules/.bun/drizzle-orm@0.44.7+dd2253f5d79d0b01/node_modules/drizzle-orm/neon-http/index.d.ts</a:t>
            </a:r>
          </a:p>
          <a:p>
            <a:pPr>
              <a:defRPr sz="1200"/>
            </a:pPr>
            <a:r>
              <a:t>D:/pasar_fix/node_modules/.bun/drizzle-orm@0.44.7+dd2253f5d79d0b01/node_modules/drizzle-orm/neon-http/index.js</a:t>
            </a:r>
          </a:p>
          <a:p>
            <a:pPr>
              <a:defRPr sz="1200"/>
            </a:pPr>
            <a:r>
              <a:t>D:/pasar_fix/node_modules/.bun/drizzle-orm@0.44.7+dd2253f5d79d0b01/node_modules/drizzle-orm/neon-http/index.js.map</a:t>
            </a:r>
          </a:p>
          <a:p>
            <a:pPr>
              <a:defRPr sz="1200"/>
            </a:pPr>
            <a:r>
              <a:t>D:/pasar_fix/node_modules/.bun/drizzle-orm@0.44.7+dd2253f5d79d0b01/node_modules/drizzle-orm/neon-http/migrator.cjs</a:t>
            </a:r>
          </a:p>
          <a:p>
            <a:pPr>
              <a:defRPr sz="1200"/>
            </a:pPr>
            <a:r>
              <a:t>D:/pasar_fix/node_modules/.bun/drizzle-orm@0.44.7+dd2253f5d79d0b01/node_modules/drizzle-orm/neon-http/migrator.cjs.map</a:t>
            </a:r>
          </a:p>
          <a:p>
            <a:pPr>
              <a:defRPr sz="1200"/>
            </a:pPr>
            <a:r>
              <a:t>D:/pasar_fix/node_modules/.bun/drizzle-orm@0.44.7+dd2253f5d79d0b01/node_modules/drizzle-orm/neon-http/migrator.d.cts</a:t>
            </a:r>
          </a:p>
          <a:p>
            <a:pPr>
              <a:defRPr sz="1200"/>
            </a:pPr>
            <a:r>
              <a:t>D:/pasar_fix/node_modules/.bun/drizzle-orm@0.44.7+dd2253f5d79d0b01/node_modules/drizzle-orm/neon-http/migrator.d.ts</a:t>
            </a:r>
          </a:p>
          <a:p>
            <a:pPr>
              <a:defRPr sz="1200"/>
            </a:pPr>
            <a:r>
              <a:t>D:/pasar_fix/node_modules/.bun/drizzle-orm@0.44.7+dd2253f5d79d0b01/node_modules/drizzle-orm/neon-http/migrator.js</a:t>
            </a:r>
          </a:p>
          <a:p>
            <a:pPr>
              <a:defRPr sz="1200"/>
            </a:pPr>
            <a:r>
              <a:t>D:/pasar_fix/node_modules/.bun/drizzle-orm@0.44.7+dd2253f5d79d0b01/node_modules/drizzle-orm/neon-http/migrator.js.map</a:t>
            </a:r>
          </a:p>
          <a:p>
            <a:pPr>
              <a:defRPr sz="1200"/>
            </a:pPr>
            <a:r>
              <a:t>D:/pasar_fix/node_modules/.bun/drizzle-orm@0.44.7+dd2253f5d79d0b01/node_modules/drizzle-orm/neon-http/session.cjs</a:t>
            </a:r>
          </a:p>
          <a:p>
            <a:pPr>
              <a:defRPr sz="1200"/>
            </a:pPr>
            <a:r>
              <a:t>D:/pasar_fix/node_modules/.bun/drizzle-orm@0.44.7+dd2253f5d79d0b01/node_modules/drizzle-orm/neon-http/session.cjs.map</a:t>
            </a:r>
          </a:p>
          <a:p>
            <a:pPr>
              <a:defRPr sz="1200"/>
            </a:pPr>
            <a:r>
              <a:t>D:/pasar_fix/node_modules/.bun/drizzle-orm@0.44.7+dd2253f5d79d0b01/node_modules/drizzle-orm/neon-http/session.d.cts</a:t>
            </a:r>
          </a:p>
          <a:p>
            <a:pPr>
              <a:defRPr sz="1200"/>
            </a:pPr>
            <a:r>
              <a:t>D:/pasar_fix/node_modules/.bun/drizzle-orm@0.44.7+dd2253f5d79d0b01/node_modules/drizzle-orm/neon-http/session.d.ts</a:t>
            </a:r>
          </a:p>
          <a:p>
            <a:pPr>
              <a:defRPr sz="1200"/>
            </a:pPr>
            <a:r>
              <a:t>D:/pasar_fix/node_modules/.bun/drizzle-orm@0.44.7+dd2253f5d79d0b01/node_modules/drizzle-orm/neon-http/session.js</a:t>
            </a:r>
          </a:p>
          <a:p>
            <a:pPr>
              <a:defRPr sz="1200"/>
            </a:pPr>
            <a:r>
              <a:t>D:/pasar_fix/node_modules/.bun/drizzle-orm@0.44.7+dd2253f5d79d0b01/node_modules/drizzle-orm/neon-http/session.js.map</a:t>
            </a:r>
          </a:p>
          <a:p>
            <a:pPr>
              <a:defRPr sz="1200"/>
            </a:pPr>
            <a:r>
              <a:t>D:/pasar_fix/node_modules/.bun/drizzle-orm@0.44.7+dd2253f5d79d0b01/node_modules/drizzle-orm/neon-serverless/driver.cjs</a:t>
            </a:r>
          </a:p>
          <a:p>
            <a:pPr>
              <a:defRPr sz="1200"/>
            </a:pPr>
            <a:r>
              <a:t>D:/pasar_fix/node_modules/.bun/drizzle-orm@0.44.7+dd2253f5d79d0b01/node_modules/drizzle-orm/neon-serverless/driver.cjs.map</a:t>
            </a:r>
          </a:p>
          <a:p>
            <a:pPr>
              <a:defRPr sz="1200"/>
            </a:pPr>
            <a:r>
              <a:t>D:/pasar_fix/node_modules/.bun/drizzle-orm@0.44.7+dd2253f5d79d0b01/node_modules/drizzle-orm/neon-serverless/driver.d.cts</a:t>
            </a:r>
          </a:p>
          <a:p>
            <a:pPr>
              <a:defRPr sz="1200"/>
            </a:pPr>
            <a:r>
              <a:t>D:/pasar_fix/node_modules/.bun/drizzle-orm@0.44.7+dd2253f5d79d0b01/node_modules/drizzle-orm/neon-serverless/driver.d.ts</a:t>
            </a:r>
          </a:p>
          <a:p>
            <a:pPr>
              <a:defRPr sz="1200"/>
            </a:pPr>
            <a:r>
              <a:t>D:/pasar_fix/node_modules/.bun/drizzle-orm@0.44.7+dd2253f5d79d0b01/node_modules/drizzle-orm/neon-serverless/driver.js</a:t>
            </a:r>
          </a:p>
          <a:p>
            <a:pPr>
              <a:defRPr sz="1200"/>
            </a:pPr>
            <a:r>
              <a:t>D:/pasar_fix/node_modules/.bun/drizzle-orm@0.44.7+dd2253f5d79d0b01/node_modules/drizzle-orm/neon-serverless/driver.js.map</a:t>
            </a:r>
          </a:p>
          <a:p>
            <a:pPr>
              <a:defRPr sz="1200"/>
            </a:pPr>
            <a:r>
              <a:t>D:/pasar_fix/node_modules/.bun/drizzle-orm@0.44.7+dd2253f5d79d0b01/node_modules/drizzle-orm/neon-serverless/index.cjs</a:t>
            </a:r>
          </a:p>
          <a:p>
            <a:pPr>
              <a:defRPr sz="1200"/>
            </a:pPr>
            <a:r>
              <a:t>D:/pasar_fix/node_modules/.bun/drizzle-orm@0.44.7+dd2253f5d79d0b01/node_modules/drizzle-orm/neon-serverless/index.cjs.map</a:t>
            </a:r>
          </a:p>
          <a:p>
            <a:pPr>
              <a:defRPr sz="1200"/>
            </a:pPr>
            <a:r>
              <a:t>D:/pasar_fix/node_modules/.bun/drizzle-orm@0.44.7+dd2253f5d79d0b01/node_modules/drizzle-orm/neon-serverless/index.d.cts</a:t>
            </a:r>
          </a:p>
          <a:p>
            <a:pPr>
              <a:defRPr sz="1200"/>
            </a:pPr>
            <a:r>
              <a:t>D:/pasar_fix/node_modules/.bun/drizzle-orm@0.44.7+dd2253f5d79d0b01/node_modules/drizzle-orm/neon-serverless/index.d.ts</a:t>
            </a:r>
          </a:p>
          <a:p>
            <a:pPr>
              <a:defRPr sz="1200"/>
            </a:pPr>
            <a:r>
              <a:t>D:/pasar_fix/node_modules/.bun/drizzle-orm@0.44.7+dd2253f5d79d0b01/node_modules/drizzle-orm/neon-serverless/index.js</a:t>
            </a:r>
          </a:p>
          <a:p>
            <a:pPr>
              <a:defRPr sz="1200"/>
            </a:pPr>
            <a:r>
              <a:t>D:/pasar_fix/node_modules/.bun/drizzle-orm@0.44.7+dd2253f5d79d0b01/node_modules/drizzle-orm/neon-serverless/index.js.map</a:t>
            </a:r>
          </a:p>
          <a:p>
            <a:pPr>
              <a:defRPr sz="1200"/>
            </a:pPr>
            <a:r>
              <a:t>D:/pasar_fix/node_modules/.bun/drizzle-orm@0.44.7+dd2253f5d79d0b01/node_modules/drizzle-orm/neon-serverless/migrator.cjs</a:t>
            </a:r>
          </a:p>
          <a:p>
            <a:pPr>
              <a:defRPr sz="1200"/>
            </a:pPr>
            <a:r>
              <a:t>D:/pasar_fix/node_modules/.bun/drizzle-orm@0.44.7+dd2253f5d79d0b01/node_modules/drizzle-orm/neon-serverless/migrator.cjs.map</a:t>
            </a:r>
          </a:p>
          <a:p>
            <a:pPr>
              <a:defRPr sz="1200"/>
            </a:pPr>
            <a:r>
              <a:t>D:/pasar_fix/node_modules/.bun/drizzle-orm@0.44.7+dd2253f5d79d0b01/node_modules/drizzle-orm/neon-serverless/migrator.d.cts</a:t>
            </a:r>
          </a:p>
          <a:p>
            <a:pPr>
              <a:defRPr sz="1200"/>
            </a:pPr>
            <a:r>
              <a:t>D:/pasar_fix/node_modules/.bun/drizzle-orm@0.44.7+dd2253f5d79d0b01/node_modules/drizzle-orm/neon-serverless/migrator.d.ts</a:t>
            </a:r>
          </a:p>
          <a:p>
            <a:pPr>
              <a:defRPr sz="1200"/>
            </a:pPr>
            <a:r>
              <a:t>D:/pasar_fix/node_modules/.bun/drizzle-orm@0.44.7+dd2253f5d79d0b01/node_modules/drizzle-orm/neon-serverless/migrator.js</a:t>
            </a:r>
          </a:p>
          <a:p>
            <a:pPr>
              <a:defRPr sz="1200"/>
            </a:pPr>
            <a:r>
              <a:t>D:/pasar_fix/node_modules/.bun/drizzle-orm@0.44.7+dd2253f5d79d0b01/node_modules/drizzle-orm/neon-serverless/migrator.js.map</a:t>
            </a:r>
          </a:p>
          <a:p>
            <a:pPr>
              <a:defRPr sz="1200"/>
            </a:pPr>
            <a:r>
              <a:t>D:/pasar_fix/node_modules/.bun/drizzle-orm@0.44.7+dd2253f5d79d0b01/node_modules/drizzle-orm/neon-serverless/session.cjs</a:t>
            </a:r>
          </a:p>
          <a:p>
            <a:pPr>
              <a:defRPr sz="1200"/>
            </a:pPr>
            <a:r>
              <a:t>D:/pasar_fix/node_modules/.bun/drizzle-orm@0.44.7+dd2253f5d79d0b01/node_modules/drizzle-orm/neon-serverless/session.cjs.map</a:t>
            </a:r>
          </a:p>
          <a:p>
            <a:pPr>
              <a:defRPr sz="1200"/>
            </a:pPr>
            <a:r>
              <a:t>D:/pasar_fix/node_modules/.bun/drizzle-orm@0.44.7+dd2253f5d79d0b01/node_modules/drizzle-orm/neon-serverless/session.d.cts</a:t>
            </a:r>
          </a:p>
          <a:p>
            <a:pPr>
              <a:defRPr sz="1200"/>
            </a:pPr>
            <a:r>
              <a:t>D:/pasar_fix/node_modules/.bun/drizzle-orm@0.44.7+dd2253f5d79d0b01/node_modules/drizzle-orm/neon-serverless/session.d.ts</a:t>
            </a:r>
          </a:p>
          <a:p>
            <a:pPr>
              <a:defRPr sz="1200"/>
            </a:pPr>
            <a:r>
              <a:t>D:/pasar_fix/node_modules/.bun/drizzle-orm@0.44.7+dd2253f5d79d0b01/node_modules/drizzle-orm/neon-serverless/session.js</a:t>
            </a:r>
          </a:p>
          <a:p>
            <a:pPr>
              <a:defRPr sz="1200"/>
            </a:pPr>
            <a:r>
              <a:t>D:/pasar_fix/node_modules/.bun/drizzle-orm@0.44.7+dd2253f5d79d0b01/node_modules/drizzle-orm/neon-serverless/session.js.map</a:t>
            </a:r>
          </a:p>
          <a:p>
            <a:pPr>
              <a:defRPr sz="1200"/>
            </a:pPr>
            <a:r>
              <a:t>D:/pasar_fix/node_modules/.bun/drizzle-orm@0.44.7+dd2253f5d79d0b01/node_modules/drizzle-orm/node-postgres/driver.cjs</a:t>
            </a:r>
          </a:p>
          <a:p>
            <a:pPr>
              <a:defRPr sz="1200"/>
            </a:pPr>
            <a:r>
              <a:t>D:/pasar_fix/node_modules/.bun/drizzle-orm@0.44.7+dd2253f5d79d0b01/node_modules/drizzle-orm/node-postgres/driver.cjs.map</a:t>
            </a:r>
          </a:p>
          <a:p>
            <a:pPr>
              <a:defRPr sz="1200"/>
            </a:pPr>
            <a:r>
              <a:t>D:/pasar_fix/node_modules/.bun/drizzle-orm@0.44.7+dd2253f5d79d0b01/node_modules/drizzle-orm/node-postgres/driver.d.cts</a:t>
            </a:r>
          </a:p>
          <a:p>
            <a:pPr>
              <a:defRPr sz="1200"/>
            </a:pPr>
            <a:r>
              <a:t>D:/pasar_fix/node_modules/.bun/drizzle-orm@0.44.7+dd2253f5d79d0b01/node_modules/drizzle-orm/node-postgres/driver.d.ts</a:t>
            </a:r>
          </a:p>
          <a:p>
            <a:pPr>
              <a:defRPr sz="1200"/>
            </a:pPr>
            <a:r>
              <a:t>D:/pasar_fix/node_modules/.bun/drizzle-orm@0.44.7+dd2253f5d79d0b01/node_modules/drizzle-orm/node-postgres/driver.js</a:t>
            </a:r>
          </a:p>
          <a:p>
            <a:pPr>
              <a:defRPr sz="1200"/>
            </a:pPr>
            <a:r>
              <a:t>D:/pasar_fix/node_modules/.bun/drizzle-orm@0.44.7+dd2253f5d79d0b01/node_modules/drizzle-orm/node-postgres/driver.js.map</a:t>
            </a:r>
          </a:p>
          <a:p>
            <a:pPr>
              <a:defRPr sz="1200"/>
            </a:pPr>
            <a:r>
              <a:t>D:/pasar_fix/node_modules/.bun/drizzle-orm@0.44.7+dd2253f5d79d0b01/node_modules/drizzle-orm/node-postgres/index.cjs</a:t>
            </a:r>
          </a:p>
          <a:p>
            <a:pPr>
              <a:defRPr sz="1200"/>
            </a:pPr>
            <a:r>
              <a:t>D:/pasar_fix/node_modules/.bun/drizzle-orm@0.44.7+dd2253f5d79d0b01/node_modules/drizzle-orm/node-postgres/index.cjs.map</a:t>
            </a:r>
          </a:p>
          <a:p>
            <a:pPr>
              <a:defRPr sz="1200"/>
            </a:pPr>
            <a:r>
              <a:t>D:/pasar_fix/node_modules/.bun/drizzle-orm@0.44.7+dd2253f5d79d0b01/node_modules/drizzle-orm/node-postgres/index.d.cts</a:t>
            </a:r>
          </a:p>
          <a:p>
            <a:pPr>
              <a:defRPr sz="1200"/>
            </a:pPr>
            <a:r>
              <a:t>D:/pasar_fix/node_modules/.bun/drizzle-orm@0.44.7+dd2253f5d79d0b01/node_modules/drizzle-orm/node-postgres/index.d.ts</a:t>
            </a:r>
          </a:p>
          <a:p>
            <a:pPr>
              <a:defRPr sz="1200"/>
            </a:pPr>
            <a:r>
              <a:t>D:/pasar_fix/node_modules/.bun/drizzle-orm@0.44.7+dd2253f5d79d0b01/node_modules/drizzle-orm/node-postgres/index.js</a:t>
            </a:r>
          </a:p>
          <a:p>
            <a:pPr>
              <a:defRPr sz="1200"/>
            </a:pPr>
            <a:r>
              <a:t>D:/pasar_fix/node_modules/.bun/drizzle-orm@0.44.7+dd2253f5d79d0b01/node_modules/drizzle-orm/node-postgres/index.js.map</a:t>
            </a:r>
          </a:p>
          <a:p>
            <a:pPr>
              <a:defRPr sz="1200"/>
            </a:pPr>
            <a:r>
              <a:t>D:/pasar_fix/node_modules/.bun/drizzle-orm@0.44.7+dd2253f5d79d0b01/node_modules/drizzle-orm/node-postgres/migrator.cjs</a:t>
            </a:r>
          </a:p>
          <a:p>
            <a:pPr>
              <a:defRPr sz="1200"/>
            </a:pPr>
            <a:r>
              <a:t>D:/pasar_fix/node_modules/.bun/drizzle-orm@0.44.7+dd2253f5d79d0b01/node_modules/drizzle-orm/node-postgres/migrator.cjs.map</a:t>
            </a:r>
          </a:p>
          <a:p>
            <a:pPr>
              <a:defRPr sz="1200"/>
            </a:pPr>
            <a:r>
              <a:t>D:/pasar_fix/node_modules/.bun/drizzle-orm@0.44.7+dd2253f5d79d0b01/node_modules/drizzle-orm/node-postgres/migrator.d.cts</a:t>
            </a:r>
          </a:p>
          <a:p>
            <a:pPr>
              <a:defRPr sz="1200"/>
            </a:pPr>
            <a:r>
              <a:t>D:/pasar_fix/node_modules/.bun/drizzle-orm@0.44.7+dd2253f5d79d0b01/node_modules/drizzle-orm/node-postgres/migrator.d.ts</a:t>
            </a:r>
          </a:p>
          <a:p>
            <a:pPr>
              <a:defRPr sz="1200"/>
            </a:pPr>
            <a:r>
              <a:t>D:/pasar_fix/node_modules/.bun/drizzle-orm@0.44.7+dd2253f5d79d0b01/node_modules/drizzle-orm/node-postgres/migrator.js</a:t>
            </a:r>
          </a:p>
          <a:p>
            <a:pPr>
              <a:defRPr sz="1200"/>
            </a:pPr>
            <a:r>
              <a:t>D:/pasar_fix/node_modules/.bun/drizzle-orm@0.44.7+dd2253f5d79d0b01/node_modules/drizzle-orm/node-postgres/migrator.js.map</a:t>
            </a:r>
          </a:p>
          <a:p>
            <a:pPr>
              <a:defRPr sz="1200"/>
            </a:pPr>
            <a:r>
              <a:t>D:/pasar_fix/node_modules/.bun/drizzle-orm@0.44.7+dd2253f5d79d0b01/node_modules/drizzle-orm/node-postgres/session.cjs</a:t>
            </a:r>
          </a:p>
          <a:p>
            <a:pPr>
              <a:defRPr sz="1200"/>
            </a:pPr>
            <a:r>
              <a:t>D:/pasar_fix/node_modules/.bun/drizzle-orm@0.44.7+dd2253f5d79d0b01/node_modules/drizzle-orm/node-postgres/session.cjs.map</a:t>
            </a:r>
          </a:p>
          <a:p>
            <a:pPr>
              <a:defRPr sz="1200"/>
            </a:pPr>
            <a:r>
              <a:t>D:/pasar_fix/node_modules/.bun/drizzle-orm@0.44.7+dd2253f5d79d0b01/node_modules/drizzle-orm/node-postgres/session.d.cts</a:t>
            </a:r>
          </a:p>
          <a:p>
            <a:pPr>
              <a:defRPr sz="1200"/>
            </a:pPr>
            <a:r>
              <a:t>D:/pasar_fix/node_modules/.bun/drizzle-orm@0.44.7+dd2253f5d79d0b01/node_modules/drizzle-orm/node-postgres/session.d.ts</a:t>
            </a:r>
          </a:p>
          <a:p>
            <a:pPr>
              <a:defRPr sz="1200"/>
            </a:pPr>
            <a:r>
              <a:t>D:/pasar_fix/node_modules/.bun/drizzle-orm@0.44.7+dd2253f5d79d0b01/node_modules/drizzle-orm/node-postgres/session.js</a:t>
            </a:r>
          </a:p>
          <a:p>
            <a:pPr>
              <a:defRPr sz="1200"/>
            </a:pPr>
            <a:r>
              <a:t>D:/pasar_fix/node_modules/.bun/drizzle-orm@0.44.7+dd2253f5d79d0b01/node_modules/drizzle-orm/node-postgres/session.js.map</a:t>
            </a:r>
          </a:p>
          <a:p>
            <a:pPr>
              <a:defRPr sz="1200"/>
            </a:pPr>
            <a:r>
              <a:t>D:/pasar_fix/node_modules/.bun/drizzle-orm@0.44.7+dd2253f5d79d0b01/node_modules/drizzle-orm/op-sqlite/driver.cjs</a:t>
            </a:r>
          </a:p>
          <a:p>
            <a:pPr>
              <a:defRPr sz="1200"/>
            </a:pPr>
            <a:r>
              <a:t>D:/pasar_fix/node_modules/.bun/drizzle-orm@0.44.7+dd2253f5d79d0b01/node_modules/drizzle-orm/op-sqlite/driver.cjs.map</a:t>
            </a:r>
          </a:p>
          <a:p>
            <a:pPr>
              <a:defRPr sz="1200"/>
            </a:pPr>
            <a:r>
              <a:t>D:/pasar_fix/node_modules/.bun/drizzle-orm@0.44.7+dd2253f5d79d0b01/node_modules/drizzle-orm/op-sqlite/driver.d.cts</a:t>
            </a:r>
          </a:p>
          <a:p>
            <a:pPr>
              <a:defRPr sz="1200"/>
            </a:pPr>
            <a:r>
              <a:t>D:/pasar_fix/node_modules/.bun/drizzle-orm@0.44.7+dd2253f5d79d0b01/node_modules/drizzle-orm/op-sqlite/driver.d.ts</a:t>
            </a:r>
          </a:p>
          <a:p>
            <a:pPr>
              <a:defRPr sz="1200"/>
            </a:pPr>
            <a:r>
              <a:t>D:/pasar_fix/node_modules/.bun/drizzle-orm@0.44.7+dd2253f5d79d0b01/node_modules/drizzle-orm/op-sqlite/driver.js</a:t>
            </a:r>
          </a:p>
          <a:p>
            <a:pPr>
              <a:defRPr sz="1200"/>
            </a:pPr>
            <a:r>
              <a:t>D:/pasar_fix/node_modules/.bun/drizzle-orm@0.44.7+dd2253f5d79d0b01/node_modules/drizzle-orm/op-sqlite/driver.js.map</a:t>
            </a:r>
          </a:p>
          <a:p>
            <a:pPr>
              <a:defRPr sz="1200"/>
            </a:pPr>
            <a:r>
              <a:t>D:/pasar_fix/node_modules/.bun/drizzle-orm@0.44.7+dd2253f5d79d0b01/node_modules/drizzle-orm/op-sqlite/index.cjs</a:t>
            </a:r>
          </a:p>
          <a:p>
            <a:pPr>
              <a:defRPr sz="1200"/>
            </a:pPr>
            <a:r>
              <a:t>D:/pasar_fix/node_modules/.bun/drizzle-orm@0.44.7+dd2253f5d79d0b01/node_modules/drizzle-orm/op-sqlite/index.cjs.map</a:t>
            </a:r>
          </a:p>
          <a:p>
            <a:pPr>
              <a:defRPr sz="1200"/>
            </a:pPr>
            <a:r>
              <a:t>D:/pasar_fix/node_modules/.bun/drizzle-orm@0.44.7+dd2253f5d79d0b01/node_modules/drizzle-orm/op-sqlite/index.d.cts</a:t>
            </a:r>
          </a:p>
          <a:p>
            <a:pPr>
              <a:defRPr sz="1200"/>
            </a:pPr>
            <a:r>
              <a:t>D:/pasar_fix/node_modules/.bun/drizzle-orm@0.44.7+dd2253f5d79d0b01/node_modules/drizzle-orm/op-sqlite/index.d.ts</a:t>
            </a:r>
          </a:p>
          <a:p>
            <a:pPr>
              <a:defRPr sz="1200"/>
            </a:pPr>
            <a:r>
              <a:t>D:/pasar_fix/node_modules/.bun/drizzle-orm@0.44.7+dd2253f5d79d0b01/node_modules/drizzle-orm/op-sqlite/index.js</a:t>
            </a:r>
          </a:p>
          <a:p>
            <a:pPr>
              <a:defRPr sz="1200"/>
            </a:pPr>
            <a:r>
              <a:t>D:/pasar_fix/node_modules/.bun/drizzle-orm@0.44.7+dd2253f5d79d0b01/node_modules/drizzle-orm/op-sqlite/index.js.map</a:t>
            </a:r>
          </a:p>
          <a:p>
            <a:pPr>
              <a:defRPr sz="1200"/>
            </a:pPr>
            <a:r>
              <a:t>D:/pasar_fix/node_modules/.bun/drizzle-orm@0.44.7+dd2253f5d79d0b01/node_modules/drizzle-orm/op-sqlite/migrator.cjs</a:t>
            </a:r>
          </a:p>
          <a:p>
            <a:pPr>
              <a:defRPr sz="1200"/>
            </a:pPr>
            <a:r>
              <a:t>D:/pasar_fix/node_modules/.bun/drizzle-orm@0.44.7+dd2253f5d79d0b01/node_modules/drizzle-orm/op-sqlite/migrator.cjs.map</a:t>
            </a:r>
          </a:p>
          <a:p>
            <a:pPr>
              <a:defRPr sz="1200"/>
            </a:pPr>
            <a:r>
              <a:t>D:/pasar_fix/node_modules/.bun/drizzle-orm@0.44.7+dd2253f5d79d0b01/node_modules/drizzle-orm/op-sqlite/migrator.d.cts</a:t>
            </a:r>
          </a:p>
          <a:p>
            <a:pPr>
              <a:defRPr sz="1200"/>
            </a:pPr>
            <a:r>
              <a:t>D:/pasar_fix/node_modules/.bun/drizzle-orm@0.44.7+dd2253f5d79d0b01/node_modules/drizzle-orm/op-sqlite/migrator.d.ts</a:t>
            </a:r>
          </a:p>
          <a:p>
            <a:pPr>
              <a:defRPr sz="1200"/>
            </a:pPr>
            <a:r>
              <a:t>D:/pasar_fix/node_modules/.bun/drizzle-orm@0.44.7+dd2253f5d79d0b01/node_modules/drizzle-orm/op-sqlite/migrator.js</a:t>
            </a:r>
          </a:p>
          <a:p>
            <a:pPr>
              <a:defRPr sz="1200"/>
            </a:pPr>
            <a:r>
              <a:t>D:/pasar_fix/node_modules/.bun/drizzle-orm@0.44.7+dd2253f5d79d0b01/node_modules/drizzle-orm/op-sqlite/migrator.js.map</a:t>
            </a:r>
          </a:p>
          <a:p>
            <a:pPr>
              <a:defRPr sz="1200"/>
            </a:pPr>
            <a:r>
              <a:t>D:/pasar_fix/node_modules/.bun/drizzle-orm@0.44.7+dd2253f5d79d0b01/node_modules/drizzle-orm/op-sqlite/session.cjs</a:t>
            </a:r>
          </a:p>
          <a:p>
            <a:pPr>
              <a:defRPr sz="1200"/>
            </a:pPr>
            <a:r>
              <a:t>D:/pasar_fix/node_modules/.bun/drizzle-orm@0.44.7+dd2253f5d79d0b01/node_modules/drizzle-orm/op-sqlite/session.cjs.map</a:t>
            </a:r>
          </a:p>
          <a:p>
            <a:pPr>
              <a:defRPr sz="1200"/>
            </a:pPr>
            <a:r>
              <a:t>D:/pasar_fix/node_modules/.bun/drizzle-orm@0.44.7+dd2253f5d79d0b01/node_modules/drizzle-orm/op-sqlite/session.d.cts</a:t>
            </a:r>
          </a:p>
          <a:p>
            <a:pPr>
              <a:defRPr sz="1200"/>
            </a:pPr>
            <a:r>
              <a:t>D:/pasar_fix/node_modules/.bun/drizzle-orm@0.44.7+dd2253f5d79d0b01/node_modules/drizzle-orm/op-sqlite/session.d.ts</a:t>
            </a:r>
          </a:p>
          <a:p>
            <a:pPr>
              <a:defRPr sz="1200"/>
            </a:pPr>
            <a:r>
              <a:t>D:/pasar_fix/node_modules/.bun/drizzle-orm@0.44.7+dd2253f5d79d0b01/node_modules/drizzle-orm/op-sqlite/session.js</a:t>
            </a:r>
          </a:p>
          <a:p>
            <a:pPr>
              <a:defRPr sz="1200"/>
            </a:pPr>
            <a:r>
              <a:t>D:/pasar_fix/node_modules/.bun/drizzle-orm@0.44.7+dd2253f5d79d0b01/node_modules/drizzle-orm/op-sqlite/session.js.map</a:t>
            </a:r>
          </a:p>
          <a:p>
            <a:pPr>
              <a:defRPr sz="1200"/>
            </a:pPr>
            <a:r>
              <a:t>D:/pasar_fix/node_modules/.bun/drizzle-orm@0.44.7+dd2253f5d79d0b01/node_modules/drizzle-orm/pg-core/alias.cjs</a:t>
            </a:r>
          </a:p>
          <a:p>
            <a:pPr>
              <a:defRPr sz="1200"/>
            </a:pPr>
            <a:r>
              <a:t>D:/pasar_fix/node_modules/.bun/drizzle-orm@0.44.7+dd2253f5d79d0b01/node_modules/drizzle-orm/pg-core/alias.cjs.map</a:t>
            </a:r>
          </a:p>
          <a:p>
            <a:pPr>
              <a:defRPr sz="1200"/>
            </a:pPr>
            <a:r>
              <a:t>D:/pasar_fix/node_modules/.bun/drizzle-orm@0.44.7+dd2253f5d79d0b01/node_modules/drizzle-orm/pg-core/alias.d.cts</a:t>
            </a:r>
          </a:p>
          <a:p>
            <a:pPr>
              <a:defRPr sz="1200"/>
            </a:pPr>
            <a:r>
              <a:t>D:/pasar_fix/node_modules/.bun/drizzle-orm@0.44.7+dd2253f5d79d0b01/node_modules/drizzle-orm/pg-core/alias.d.ts</a:t>
            </a:r>
          </a:p>
          <a:p>
            <a:pPr>
              <a:defRPr sz="1200"/>
            </a:pPr>
            <a:r>
              <a:t>D:/pasar_fix/node_modules/.bun/drizzle-orm@0.44.7+dd2253f5d79d0b01/node_modules/drizzle-orm/pg-core/alias.js</a:t>
            </a:r>
          </a:p>
          <a:p>
            <a:pPr>
              <a:defRPr sz="1200"/>
            </a:pPr>
            <a:r>
              <a:t>D:/pasar_fix/node_modules/.bun/drizzle-orm@0.44.7+dd2253f5d79d0b01/node_modules/drizzle-orm/pg-core/alias.js.map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D:/pasar_fix/node_modules/.bun/drizzle-orm@0.44.7+dd2253f5d79d0b01/node_modules/drizzle-orm/pg-core/checks.cjs</a:t>
            </a:r>
          </a:p>
          <a:p>
            <a:pPr>
              <a:defRPr sz="1200"/>
            </a:pPr>
            <a:r>
              <a:t>D:/pasar_fix/node_modules/.bun/drizzle-orm@0.44.7+dd2253f5d79d0b01/node_modules/drizzle-orm/pg-core/checks.cjs.map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D:/pasar_fix/node_modules/.bun/drizzle-orm@0.44.7+dd2253f5d79d0b01/node_modules/drizzle-orm/pg-core/checks.d.cts</a:t>
            </a:r>
          </a:p>
          <a:p>
            <a:pPr>
              <a:defRPr sz="1200"/>
            </a:pPr>
            <a:r>
              <a:t>D:/pasar_fix/node_modules/.bun/drizzle-orm@0.44.7+dd2253f5d79d0b01/node_modules/drizzle-orm/pg-core/checks.d.ts</a:t>
            </a:r>
          </a:p>
          <a:p>
            <a:pPr>
              <a:defRPr sz="1200"/>
            </a:pPr>
            <a:r>
              <a:t>D:/pasar_fix/node_modules/.bun/drizzle-orm@0.44.7+dd2253f5d79d0b01/node_modules/drizzle-orm/pg-core/checks.js</a:t>
            </a:r>
          </a:p>
          <a:p>
            <a:pPr>
              <a:defRPr sz="1200"/>
            </a:pPr>
            <a:r>
              <a:t>D:/pasar_fix/node_modules/.bun/drizzle-orm@0.44.7+dd2253f5d79d0b01/node_modules/drizzle-orm/pg-core/checks.js.map</a:t>
            </a:r>
          </a:p>
          <a:p>
            <a:pPr>
              <a:defRPr sz="1200"/>
            </a:pPr>
            <a:r>
              <a:t>D:/pasar_fix/node_modules/.bun/drizzle-orm@0.44.7+dd2253f5d79d0b01/node_modules/drizzle-orm/pg-core/db.cjs</a:t>
            </a:r>
          </a:p>
          <a:p>
            <a:pPr>
              <a:defRPr sz="1200"/>
            </a:pPr>
            <a:r>
              <a:t>D:/pasar_fix/node_modules/.bun/drizzle-orm@0.44.7+dd2253f5d79d0b01/node_modules/drizzle-orm/pg-core/db.cjs.map</a:t>
            </a:r>
          </a:p>
          <a:p>
            <a:pPr>
              <a:defRPr sz="1200"/>
            </a:pPr>
            <a:r>
              <a:t>D:/pasar_fix/node_modules/.bun/drizzle-orm@0.44.7+dd2253f5d79d0b01/node_modules/drizzle-orm/pg-core/db.d.cts</a:t>
            </a:r>
          </a:p>
          <a:p>
            <a:pPr>
              <a:defRPr sz="1200"/>
            </a:pPr>
            <a:r>
              <a:t>D:/pasar_fix/node_modules/.bun/drizzle-orm@0.44.7+dd2253f5d79d0b01/node_modules/drizzle-orm/pg-core/db.d.ts</a:t>
            </a:r>
          </a:p>
          <a:p>
            <a:pPr>
              <a:defRPr sz="1200"/>
            </a:pPr>
            <a:r>
              <a:t>D:/pasar_fix/node_modules/.bun/drizzle-orm@0.44.7+dd2253f5d79d0b01/node_modules/drizzle-orm/pg-core/db.js</a:t>
            </a:r>
          </a:p>
          <a:p>
            <a:pPr>
              <a:defRPr sz="1200"/>
            </a:pPr>
            <a:r>
              <a:t>D:/pasar_fix/node_modules/.bun/drizzle-orm@0.44.7+dd2253f5d79d0b01/node_modules/drizzle-orm/pg-core/db.js.map</a:t>
            </a:r>
          </a:p>
          <a:p>
            <a:pPr>
              <a:defRPr sz="1200"/>
            </a:pPr>
            <a:r>
              <a:t>D:/pasar_fix/node_modules/.bun/drizzle-orm@0.44.7+dd2253f5d79d0b01/node_modules/drizzle-orm/pg-core/dialect.cjs</a:t>
            </a:r>
          </a:p>
          <a:p>
            <a:pPr>
              <a:defRPr sz="1200"/>
            </a:pPr>
            <a:r>
              <a:t>D:/pasar_fix/node_modules/.bun/drizzle-orm@0.44.7+dd2253f5d79d0b01/node_modules/drizzle-orm/pg-core/dialect.cjs.map</a:t>
            </a:r>
          </a:p>
          <a:p>
            <a:pPr>
              <a:defRPr sz="1200"/>
            </a:pPr>
            <a:r>
              <a:t>D:/pasar_fix/node_modules/.bun/drizzle-orm@0.44.7+dd2253f5d79d0b01/node_modules/drizzle-orm/pg-core/dialect.d.cts</a:t>
            </a:r>
          </a:p>
          <a:p>
            <a:pPr>
              <a:defRPr sz="1200"/>
            </a:pPr>
            <a:r>
              <a:t>D:/pasar_fix/node_modules/.bun/drizzle-orm@0.44.7+dd2253f5d79d0b01/node_modules/drizzle-orm/pg-core/dialect.d.ts</a:t>
            </a:r>
          </a:p>
          <a:p>
            <a:pPr>
              <a:defRPr sz="1200"/>
            </a:pPr>
            <a:r>
              <a:t>D:/pasar_fix/node_modules/.bun/drizzle-orm@0.44.7+dd2253f5d79d0b01/node_modules/drizzle-orm/pg-core/dialect.js</a:t>
            </a:r>
          </a:p>
          <a:p>
            <a:pPr>
              <a:defRPr sz="1200"/>
            </a:pPr>
            <a:r>
              <a:t>D:/pasar_fix/node_modules/.bun/drizzle-orm@0.44.7+dd2253f5d79d0b01/node_modules/drizzle-orm/pg-core/dialect.js.map</a:t>
            </a:r>
          </a:p>
          <a:p>
            <a:pPr>
              <a:defRPr sz="1200"/>
            </a:pPr>
            <a:r>
              <a:t>D:/pasar_fix/node_modules/.bun/drizzle-orm@0.44.7+dd2253f5d79d0b01/node_modules/drizzle-orm/pg-core/expressions.cjs</a:t>
            </a:r>
          </a:p>
          <a:p>
            <a:pPr>
              <a:defRPr sz="1200"/>
            </a:pPr>
            <a:r>
              <a:t>D:/pasar_fix/node_modules/.bun/drizzle-orm@0.44.7+dd2253f5d79d0b01/node_modules/drizzle-orm/pg-core/expressions.cjs.map</a:t>
            </a:r>
          </a:p>
          <a:p>
            <a:pPr>
              <a:defRPr sz="1200"/>
            </a:pPr>
            <a:r>
              <a:t>D:/pasar_fix/node_modules/.bun/drizzle-orm@0.44.7+dd2253f5d79d0b01/node_modules/drizzle-orm/pg-core/expressions.d.cts</a:t>
            </a:r>
          </a:p>
          <a:p>
            <a:pPr>
              <a:defRPr sz="1200"/>
            </a:pPr>
            <a:r>
              <a:t>D:/pasar_fix/node_modules/.bun/drizzle-orm@0.44.7+dd2253f5d79d0b01/node_modules/drizzle-orm/pg-core/expressions.d.ts</a:t>
            </a:r>
          </a:p>
          <a:p>
            <a:pPr>
              <a:defRPr sz="1200"/>
            </a:pPr>
            <a:r>
              <a:t>D:/pasar_fix/node_modules/.bun/drizzle-orm@0.44.7+dd2253f5d79d0b01/node_modules/drizzle-orm/pg-core/expressions.js</a:t>
            </a:r>
          </a:p>
          <a:p>
            <a:pPr>
              <a:defRPr sz="1200"/>
            </a:pPr>
            <a:r>
              <a:t>D:/pasar_fix/node_modules/.bun/drizzle-orm@0.44.7+dd2253f5d79d0b01/node_modules/drizzle-orm/pg-core/expressions.js.map</a:t>
            </a:r>
          </a:p>
          <a:p>
            <a:pPr>
              <a:defRPr sz="1200"/>
            </a:pPr>
            <a:r>
              <a:t>D:/pasar_fix/node_modules/.bun/drizzle-orm@0.44.7+dd2253f5d79d0b01/node_modules/drizzle-orm/pg-core/foreign-keys.cjs</a:t>
            </a:r>
          </a:p>
          <a:p>
            <a:pPr>
              <a:defRPr sz="1200"/>
            </a:pPr>
            <a:r>
              <a:t>D:/pasar_fix/node_modules/.bun/drizzle-orm@0.44.7+dd2253f5d79d0b01/node_modules/drizzle-orm/pg-core/foreign-keys.cjs.map</a:t>
            </a:r>
          </a:p>
          <a:p>
            <a:pPr>
              <a:defRPr sz="1200"/>
            </a:pPr>
            <a:r>
              <a:t>D:/pasar_fix/node_modules/.bun/drizzle-orm@0.44.7+dd2253f5d79d0b01/node_modules/drizzle-orm/pg-core/foreign-keys.d.cts</a:t>
            </a:r>
          </a:p>
          <a:p>
            <a:pPr>
              <a:defRPr sz="1200"/>
            </a:pPr>
            <a:r>
              <a:t>D:/pasar_fix/node_modules/.bun/drizzle-orm@0.44.7+dd2253f5d79d0b01/node_modules/drizzle-orm/pg-core/foreign-keys.d.ts</a:t>
            </a:r>
          </a:p>
          <a:p>
            <a:pPr>
              <a:defRPr sz="1200"/>
            </a:pPr>
            <a:r>
              <a:t>D:/pasar_fix/node_modules/.bun/drizzle-orm@0.44.7+dd2253f5d79d0b01/node_modules/drizzle-orm/pg-core/foreign-keys.js</a:t>
            </a:r>
          </a:p>
          <a:p>
            <a:pPr>
              <a:defRPr sz="1200"/>
            </a:pPr>
            <a:r>
              <a:t>D:/pasar_fix/node_modules/.bun/drizzle-orm@0.44.7+dd2253f5d79d0b01/node_modules/drizzle-orm/pg-core/foreign-keys.js.map</a:t>
            </a:r>
          </a:p>
          <a:p>
            <a:pPr>
              <a:defRPr sz="1200"/>
            </a:pPr>
            <a:r>
              <a:t>D:/pasar_fix/node_modules/.bun/drizzle-orm@0.44.7+dd2253f5d79d0b01/node_modules/drizzle-orm/pg-core/index.cjs</a:t>
            </a:r>
          </a:p>
          <a:p>
            <a:pPr>
              <a:defRPr sz="1200"/>
            </a:pPr>
            <a:r>
              <a:t>D:/pasar_fix/node_modules/.bun/drizzle-orm@0.44.7+dd2253f5d79d0b01/node_modules/drizzle-orm/pg-core/index.cjs.map</a:t>
            </a:r>
          </a:p>
          <a:p>
            <a:pPr>
              <a:defRPr sz="1200"/>
            </a:pPr>
            <a:r>
              <a:t>D:/pasar_fix/node_modules/.bun/drizzle-orm@0.44.7+dd2253f5d79d0b01/node_modules/drizzle-orm/pg-core/index.d.cts</a:t>
            </a:r>
          </a:p>
          <a:p>
            <a:pPr>
              <a:defRPr sz="1200"/>
            </a:pPr>
            <a:r>
              <a:t>D:/pasar_fix/node_modules/.bun/drizzle-orm@0.44.7+dd2253f5d79d0b01/node_modules/drizzle-orm/pg-core/index.d.ts</a:t>
            </a:r>
          </a:p>
          <a:p>
            <a:pPr>
              <a:defRPr sz="1200"/>
            </a:pPr>
            <a:r>
              <a:t>D:/pasar_fix/node_modules/.bun/drizzle-orm@0.44.7+dd2253f5d79d0b01/node_modules/drizzle-orm/pg-core/index.js</a:t>
            </a:r>
          </a:p>
          <a:p>
            <a:pPr>
              <a:defRPr sz="1200"/>
            </a:pPr>
            <a:r>
              <a:t>D:/pasar_fix/node_modules/.bun/drizzle-orm@0.44.7+dd2253f5d79d0b01/node_modules/drizzle-orm/pg-core/index.js.map</a:t>
            </a:r>
          </a:p>
          <a:p>
            <a:pPr>
              <a:defRPr sz="1200"/>
            </a:pPr>
            <a:r>
              <a:t>D:/pasar_fix/node_modules/.bun/drizzle-orm@0.44.7+dd2253f5d79d0b01/node_modules/drizzle-orm/pg-core/indexes.cjs</a:t>
            </a:r>
          </a:p>
          <a:p>
            <a:pPr>
              <a:defRPr sz="1200"/>
            </a:pPr>
            <a:r>
              <a:t>D:/pasar_fix/node_modules/.bun/drizzle-orm@0.44.7+dd2253f5d79d0b01/node_modules/drizzle-orm/pg-core/indexes.cjs.map</a:t>
            </a:r>
          </a:p>
          <a:p>
            <a:pPr>
              <a:defRPr sz="1200"/>
            </a:pPr>
            <a:r>
              <a:t>D:/pasar_fix/node_modules/.bun/drizzle-orm@0.44.7+dd2253f5d79d0b01/node_modules/drizzle-orm/pg-core/indexes.d.cts</a:t>
            </a:r>
          </a:p>
          <a:p>
            <a:pPr>
              <a:defRPr sz="1200"/>
            </a:pPr>
            <a:r>
              <a:t>D:/pasar_fix/node_modules/.bun/drizzle-orm@0.44.7+dd2253f5d79d0b01/node_modules/drizzle-orm/pg-core/indexes.d.ts</a:t>
            </a:r>
          </a:p>
          <a:p>
            <a:pPr>
              <a:defRPr sz="1200"/>
            </a:pPr>
            <a:r>
              <a:t>D:/pasar_fix/node_modules/.bun/drizzle-orm@0.44.7+dd2253f5d79d0b01/node_modules/drizzle-orm/pg-core/indexes.js</a:t>
            </a:r>
          </a:p>
          <a:p>
            <a:pPr>
              <a:defRPr sz="1200"/>
            </a:pPr>
            <a:r>
              <a:t>D:/pasar_fix/node_modules/.bun/drizzle-orm@0.44.7+dd2253f5d79d0b01/node_modules/drizzle-orm/pg-core/indexes.js.map</a:t>
            </a:r>
          </a:p>
          <a:p>
            <a:pPr>
              <a:defRPr sz="1200"/>
            </a:pPr>
            <a:r>
              <a:t>D:/pasar_fix/node_modules/.bun/drizzle-orm@0.44.7+dd2253f5d79d0b01/node_modules/drizzle-orm/pg-core/policies.cjs</a:t>
            </a:r>
          </a:p>
          <a:p>
            <a:pPr>
              <a:defRPr sz="1200"/>
            </a:pPr>
            <a:r>
              <a:t>D:/pasar_fix/node_modules/.bun/drizzle-orm@0.44.7+dd2253f5d79d0b01/node_modules/drizzle-orm/pg-core/policies.cjs.map</a:t>
            </a:r>
          </a:p>
          <a:p>
            <a:pPr>
              <a:defRPr sz="1200"/>
            </a:pPr>
            <a:r>
              <a:t>D:/pasar_fix/node_modules/.bun/drizzle-orm@0.44.7+dd2253f5d79d0b01/node_modules/drizzle-orm/pg-core/policies.d.cts</a:t>
            </a:r>
          </a:p>
          <a:p>
            <a:pPr>
              <a:defRPr sz="1200"/>
            </a:pPr>
            <a:r>
              <a:t>D:/pasar_fix/node_modules/.bun/drizzle-orm@0.44.7+dd2253f5d79d0b01/node_modules/drizzle-orm/pg-core/policies.d.ts</a:t>
            </a:r>
          </a:p>
          <a:p>
            <a:pPr>
              <a:defRPr sz="1200"/>
            </a:pPr>
            <a:r>
              <a:t>D:/pasar_fix/node_modules/.bun/drizzle-orm@0.44.7+dd2253f5d79d0b01/node_modules/drizzle-orm/pg-core/policies.js</a:t>
            </a:r>
          </a:p>
          <a:p>
            <a:pPr>
              <a:defRPr sz="1200"/>
            </a:pPr>
            <a:r>
              <a:t>D:/pasar_fix/node_modules/.bun/drizzle-orm@0.44.7+dd2253f5d79d0b01/node_modules/drizzle-orm/pg-core/policies.js.map</a:t>
            </a:r>
          </a:p>
          <a:p>
            <a:pPr>
              <a:defRPr sz="1200"/>
            </a:pPr>
            <a:r>
              <a:t>D:/pasar_fix/node_modules/.bun/drizzle-orm@0.44.7+dd2253f5d79d0b01/node_modules/drizzle-orm/pg-core/primary-keys.cjs</a:t>
            </a:r>
          </a:p>
          <a:p>
            <a:pPr>
              <a:defRPr sz="1200"/>
            </a:pPr>
            <a:r>
              <a:t>D:/pasar_fix/node_modules/.bun/drizzle-orm@0.44.7+dd2253f5d79d0b01/node_modules/drizzle-orm/pg-core/primary-keys.cjs.map</a:t>
            </a:r>
          </a:p>
          <a:p>
            <a:pPr>
              <a:defRPr sz="1200"/>
            </a:pPr>
            <a:r>
              <a:t>D:/pasar_fix/node_modules/.bun/drizzle-orm@0.44.7+dd2253f5d79d0b01/node_modules/drizzle-orm/pg-core/primary-keys.d.cts</a:t>
            </a:r>
          </a:p>
          <a:p>
            <a:pPr>
              <a:defRPr sz="1200"/>
            </a:pPr>
            <a:r>
              <a:t>D:/pasar_fix/node_modules/.bun/drizzle-orm@0.44.7+dd2253f5d79d0b01/node_modules/drizzle-orm/pg-core/primary-keys.d.ts</a:t>
            </a:r>
          </a:p>
          <a:p>
            <a:pPr>
              <a:defRPr sz="1200"/>
            </a:pPr>
            <a:r>
              <a:t>D:/pasar_fix/node_modules/.bun/drizzle-orm@0.44.7+dd2253f5d79d0b01/node_modules/drizzle-orm/pg-core/primary-keys.js</a:t>
            </a:r>
          </a:p>
          <a:p>
            <a:pPr>
              <a:defRPr sz="1200"/>
            </a:pPr>
            <a:r>
              <a:t>D:/pasar_fix/node_modules/.bun/drizzle-orm@0.44.7+dd2253f5d79d0b01/node_modules/drizzle-orm/pg-core/primary-keys.js.map</a:t>
            </a:r>
          </a:p>
          <a:p>
            <a:pPr>
              <a:defRPr sz="1200"/>
            </a:pPr>
            <a:r>
              <a:t>D:/pasar_fix/node_modules/.bun/drizzle-orm@0.44.7+dd2253f5d79d0b01/node_modules/drizzle-orm/pg-core/roles.cjs</a:t>
            </a:r>
          </a:p>
          <a:p>
            <a:pPr>
              <a:defRPr sz="1200"/>
            </a:pPr>
            <a:r>
              <a:t>D:/pasar_fix/node_modules/.bun/drizzle-orm@0.44.7+dd2253f5d79d0b01/node_modules/drizzle-orm/pg-core/roles.cjs.map</a:t>
            </a:r>
          </a:p>
          <a:p>
            <a:pPr>
              <a:defRPr sz="1200"/>
            </a:pPr>
            <a:r>
              <a:t>D:/pasar_fix/node_modules/.bun/drizzle-orm@0.44.7+dd2253f5d79d0b01/node_modules/drizzle-orm/pg-core/roles.d.cts</a:t>
            </a:r>
          </a:p>
          <a:p>
            <a:pPr>
              <a:defRPr sz="1200"/>
            </a:pPr>
            <a:r>
              <a:t>D:/pasar_fix/node_modules/.bun/drizzle-orm@0.44.7+dd2253f5d79d0b01/node_modules/drizzle-orm/pg-core/roles.d.ts</a:t>
            </a:r>
          </a:p>
          <a:p>
            <a:pPr>
              <a:defRPr sz="1200"/>
            </a:pPr>
            <a:r>
              <a:t>D:/pasar_fix/node_modules/.bun/drizzle-orm@0.44.7+dd2253f5d79d0b01/node_modules/drizzle-orm/pg-core/roles.js</a:t>
            </a:r>
          </a:p>
          <a:p>
            <a:pPr>
              <a:defRPr sz="1200"/>
            </a:pPr>
            <a:r>
              <a:t>D:/pasar_fix/node_modules/.bun/drizzle-orm@0.44.7+dd2253f5d79d0b01/node_modules/drizzle-orm/pg-core/roles.js.map</a:t>
            </a:r>
          </a:p>
          <a:p>
            <a:pPr>
              <a:defRPr sz="1200"/>
            </a:pPr>
            <a:r>
              <a:t>D:/pasar_fix/node_modules/.bun/drizzle-orm@0.44.7+dd2253f5d79d0b01/node_modules/drizzle-orm/pg-core/schema.cjs</a:t>
            </a:r>
          </a:p>
          <a:p>
            <a:pPr>
              <a:defRPr sz="1200"/>
            </a:pPr>
            <a:r>
              <a:t>D:/pasar_fix/node_modules/.bun/drizzle-orm@0.44.7+dd2253f5d79d0b01/node_modules/drizzle-orm/pg-core/schema.cjs.map</a:t>
            </a:r>
          </a:p>
          <a:p>
            <a:pPr>
              <a:defRPr sz="1200"/>
            </a:pPr>
            <a:r>
              <a:t>D:/pasar_fix/node_modules/.bun/drizzle-orm@0.44.7+dd2253f5d79d0b01/node_modules/drizzle-orm/pg-core/schema.d.cts</a:t>
            </a:r>
          </a:p>
          <a:p>
            <a:pPr>
              <a:defRPr sz="1200"/>
            </a:pPr>
            <a:r>
              <a:t>D:/pasar_fix/node_modules/.bun/drizzle-orm@0.44.7+dd2253f5d79d0b01/node_modules/drizzle-orm/pg-core/schema.d.ts</a:t>
            </a:r>
          </a:p>
          <a:p>
            <a:pPr>
              <a:defRPr sz="1200"/>
            </a:pPr>
            <a:r>
              <a:t>D:/pasar_fix/node_modules/.bun/drizzle-orm@0.44.7+dd2253f5d79d0b01/node_modules/drizzle-orm/pg-core/schema.js</a:t>
            </a:r>
          </a:p>
          <a:p>
            <a:pPr>
              <a:defRPr sz="1200"/>
            </a:pPr>
            <a:r>
              <a:t>D:/pasar_fix/node_modules/.bun/drizzle-orm@0.44.7+dd2253f5d79d0b01/node_modules/drizzle-orm/pg-core/schema.js.map</a:t>
            </a:r>
          </a:p>
          <a:p>
            <a:pPr>
              <a:defRPr sz="1200"/>
            </a:pPr>
            <a:r>
              <a:t>D:/pasar_fix/node_modules/.bun/drizzle-orm@0.44.7+dd2253f5d79d0b01/node_modules/drizzle-orm/pg-core/sequence.cjs</a:t>
            </a:r>
          </a:p>
          <a:p>
            <a:pPr>
              <a:defRPr sz="1200"/>
            </a:pPr>
            <a:r>
              <a:t>D:/pasar_fix/node_modules/.bun/drizzle-orm@0.44.7+dd2253f5d79d0b01/node_modules/drizzle-orm/pg-core/sequence.cjs.map</a:t>
            </a:r>
          </a:p>
          <a:p>
            <a:pPr>
              <a:defRPr sz="1200"/>
            </a:pPr>
            <a:r>
              <a:t>D:/pasar_fix/node_modules/.bun/drizzle-orm@0.44.7+dd2253f5d79d0b01/node_modules/drizzle-orm/pg-core/sequence.d.cts</a:t>
            </a:r>
          </a:p>
          <a:p>
            <a:pPr>
              <a:defRPr sz="1200"/>
            </a:pPr>
            <a:r>
              <a:t>D:/pasar_fix/node_modules/.bun/drizzle-orm@0.44.7+dd2253f5d79d0b01/node_modules/drizzle-orm/pg-core/sequence.d.ts</a:t>
            </a:r>
          </a:p>
          <a:p>
            <a:pPr>
              <a:defRPr sz="1200"/>
            </a:pPr>
            <a:r>
              <a:t>D:/pasar_fix/node_modules/.bun/drizzle-orm@0.44.7+dd2253f5d79d0b01/node_modules/drizzle-orm/pg-core/sequence.js</a:t>
            </a:r>
          </a:p>
          <a:p>
            <a:pPr>
              <a:defRPr sz="1200"/>
            </a:pPr>
            <a:r>
              <a:t>D:/pasar_fix/node_modules/.bun/drizzle-orm@0.44.7+dd2253f5d79d0b01/node_modules/drizzle-orm/pg-core/sequence.js.map</a:t>
            </a:r>
          </a:p>
          <a:p>
            <a:pPr>
              <a:defRPr sz="1200"/>
            </a:pPr>
            <a:r>
              <a:t>D:/pasar_fix/node_modules/.bun/drizzle-orm@0.44.7+dd2253f5d79d0b01/node_modules/drizzle-orm/pg-core/session.cjs</a:t>
            </a:r>
          </a:p>
          <a:p>
            <a:pPr>
              <a:defRPr sz="1200"/>
            </a:pPr>
            <a:r>
              <a:t>D:/pasar_fix/node_modules/.bun/drizzle-orm@0.44.7+dd2253f5d79d0b01/node_modules/drizzle-orm/pg-core/session.cjs.map</a:t>
            </a:r>
          </a:p>
          <a:p>
            <a:pPr>
              <a:defRPr sz="1200"/>
            </a:pPr>
            <a:r>
              <a:t>D:/pasar_fix/node_modules/.bun/drizzle-orm@0.44.7+dd2253f5d79d0b01/node_modules/drizzle-orm/pg-core/session.d.cts</a:t>
            </a:r>
          </a:p>
          <a:p>
            <a:pPr>
              <a:defRPr sz="1200"/>
            </a:pPr>
            <a:r>
              <a:t>D:/pasar_fix/node_modules/.bun/drizzle-orm@0.44.7+dd2253f5d79d0b01/node_modules/drizzle-orm/pg-core/session.d.ts</a:t>
            </a:r>
          </a:p>
          <a:p>
            <a:pPr>
              <a:defRPr sz="1200"/>
            </a:pPr>
            <a:r>
              <a:t>D:/pasar_fix/node_modules/.bun/drizzle-orm@0.44.7+dd2253f5d79d0b01/node_modules/drizzle-orm/pg-core/session.js</a:t>
            </a:r>
          </a:p>
          <a:p>
            <a:pPr>
              <a:defRPr sz="1200"/>
            </a:pPr>
            <a:r>
              <a:t>D:/pasar_fix/node_modules/.bun/drizzle-orm@0.44.7+dd2253f5d79d0b01/node_modules/drizzle-orm/pg-core/session.js.map</a:t>
            </a:r>
          </a:p>
          <a:p>
            <a:pPr>
              <a:defRPr sz="1200"/>
            </a:pPr>
            <a:r>
              <a:t>D:/pasar_fix/node_modules/.bun/drizzle-orm@0.44.7+dd2253f5d79d0b01/node_modules/drizzle-orm/pg-core/subquery.cjs</a:t>
            </a:r>
          </a:p>
          <a:p>
            <a:pPr>
              <a:defRPr sz="1200"/>
            </a:pPr>
            <a:r>
              <a:t>D:/pasar_fix/node_modules/.bun/drizzle-orm@0.44.7+dd2253f5d79d0b01/node_modules/drizzle-orm/pg-core/subquery.cjs.map</a:t>
            </a:r>
          </a:p>
          <a:p>
            <a:pPr>
              <a:defRPr sz="1200"/>
            </a:pPr>
            <a:r>
              <a:t>D:/pasar_fix/node_modules/.bun/drizzle-orm@0.44.7+dd2253f5d79d0b01/node_modules/drizzle-orm/pg-core/subquery.d.cts</a:t>
            </a:r>
          </a:p>
          <a:p>
            <a:pPr>
              <a:defRPr sz="1200"/>
            </a:pPr>
            <a:r>
              <a:t>D:/pasar_fix/node_modules/.bun/drizzle-orm@0.44.7+dd2253f5d79d0b01/node_modules/drizzle-orm/pg-core/subquery.d.ts</a:t>
            </a:r>
          </a:p>
          <a:p>
            <a:pPr>
              <a:defRPr sz="1200"/>
            </a:pPr>
            <a:r>
              <a:t>D:/pasar_fix/node_modules/.bun/drizzle-orm@0.44.7+dd2253f5d79d0b01/node_modules/drizzle-orm/pg-core/subquery.js</a:t>
            </a:r>
          </a:p>
          <a:p>
            <a:pPr>
              <a:defRPr sz="1200"/>
            </a:pPr>
            <a:r>
              <a:t>D:/pasar_fix/node_modules/.bun/drizzle-orm@0.44.7+dd2253f5d79d0b01/node_modules/drizzle-orm/pg-core/subquery.js.map</a:t>
            </a:r>
          </a:p>
          <a:p>
            <a:pPr>
              <a:defRPr sz="1200"/>
            </a:pPr>
            <a:r>
              <a:t>D:/pasar_fix/node_modules/.bun/drizzle-orm@0.44.7+dd2253f5d79d0b01/node_modules/drizzle-orm/pg-core/table.cjs</a:t>
            </a:r>
          </a:p>
          <a:p>
            <a:pPr>
              <a:defRPr sz="1200"/>
            </a:pPr>
            <a:r>
              <a:t>D:/pasar_fix/node_modules/.bun/drizzle-orm@0.44.7+dd2253f5d79d0b01/node_modules/drizzle-orm/pg-core/table.cjs.map</a:t>
            </a:r>
          </a:p>
          <a:p>
            <a:pPr>
              <a:defRPr sz="1200"/>
            </a:pPr>
            <a:r>
              <a:t>D:/pasar_fix/node_modules/.bun/drizzle-orm@0.44.7+dd2253f5d79d0b01/node_modules/drizzle-orm/pg-core/table.d.cts</a:t>
            </a:r>
          </a:p>
          <a:p>
            <a:pPr>
              <a:defRPr sz="1200"/>
            </a:pPr>
            <a:r>
              <a:t>D:/pasar_fix/node_modules/.bun/drizzle-orm@0.44.7+dd2253f5d79d0b01/node_modules/drizzle-orm/pg-core/table.d.ts</a:t>
            </a:r>
          </a:p>
          <a:p>
            <a:pPr>
              <a:defRPr sz="1200"/>
            </a:pPr>
            <a:r>
              <a:t>D:/pasar_fix/node_modules/.bun/drizzle-orm@0.44.7+dd2253f5d79d0b01/node_modules/drizzle-orm/pg-core/table.js</a:t>
            </a:r>
          </a:p>
          <a:p>
            <a:pPr>
              <a:defRPr sz="1200"/>
            </a:pPr>
            <a:r>
              <a:t>D:/pasar_fix/node_modules/.bun/drizzle-orm@0.44.7+dd2253f5d79d0b01/node_modules/drizzle-orm/pg-core/table.js.map</a:t>
            </a:r>
          </a:p>
          <a:p>
            <a:pPr>
              <a:defRPr sz="1200"/>
            </a:pPr>
            <a:r>
              <a:t>D:/pasar_fix/node_modules/.bun/drizzle-orm@0.44.7+dd2253f5d79d0b01/node_modules/drizzle-orm/pg-core/unique-constraint.cjs</a:t>
            </a:r>
          </a:p>
          <a:p>
            <a:pPr>
              <a:defRPr sz="1200"/>
            </a:pPr>
            <a:r>
              <a:t>D:/pasar_fix/node_modules/.bun/drizzle-orm@0.44.7+dd2253f5d79d0b01/node_modules/drizzle-orm/pg-core/unique-constraint.cjs.map</a:t>
            </a:r>
          </a:p>
          <a:p>
            <a:pPr>
              <a:defRPr sz="1200"/>
            </a:pPr>
            <a:r>
              <a:t>D:/pasar_fix/node_modules/.bun/drizzle-orm@0.44.7+dd2253f5d79d0b01/node_modules/drizzle-orm/pg-core/unique-constraint.d.cts</a:t>
            </a:r>
          </a:p>
          <a:p>
            <a:pPr>
              <a:defRPr sz="1200"/>
            </a:pPr>
            <a:r>
              <a:t>D:/pasar_fix/node_modules/.bun/drizzle-orm@0.44.7+dd2253f5d79d0b01/node_modules/drizzle-orm/pg-core/unique-constraint.d.ts</a:t>
            </a:r>
          </a:p>
          <a:p>
            <a:pPr>
              <a:defRPr sz="1200"/>
            </a:pPr>
            <a:r>
              <a:t>D:/pasar_fix/node_modules/.bun/drizzle-orm@0.44.7+dd2253f5d79d0b01/node_modules/drizzle-orm/pg-core/unique-constraint.js</a:t>
            </a:r>
          </a:p>
          <a:p>
            <a:pPr>
              <a:defRPr sz="1200"/>
            </a:pPr>
            <a:r>
              <a:t>D:/pasar_fix/node_modules/.bun/drizzle-orm@0.44.7+dd2253f5d79d0b01/node_modules/drizzle-orm/pg-core/unique-constraint.js.map</a:t>
            </a:r>
          </a:p>
          <a:p>
            <a:pPr>
              <a:defRPr sz="1200"/>
            </a:pPr>
            <a:r>
              <a:t>D:/pasar_fix/node_modules/.bun/drizzle-orm@0.44.7+dd2253f5d79d0b01/node_modules/drizzle-orm/pg-core/utils.cjs</a:t>
            </a:r>
          </a:p>
          <a:p>
            <a:pPr>
              <a:defRPr sz="1200"/>
            </a:pPr>
            <a:r>
              <a:t>D:/pasar_fix/node_modules/.bun/drizzle-orm@0.44.7+dd2253f5d79d0b01/node_modules/drizzle-orm/pg-core/utils.cjs.map</a:t>
            </a:r>
          </a:p>
          <a:p>
            <a:pPr>
              <a:defRPr sz="1200"/>
            </a:pPr>
            <a:r>
              <a:t>D:/pasar_fix/node_modules/.bun/drizzle-orm@0.44.7+dd2253f5d79d0b01/node_modules/drizzle-orm/pg-core/utils.d.cts</a:t>
            </a:r>
          </a:p>
          <a:p>
            <a:pPr>
              <a:defRPr sz="1200"/>
            </a:pPr>
            <a:r>
              <a:t>D:/pasar_fix/node_modules/.bun/drizzle-orm@0.44.7+dd2253f5d79d0b01/node_modules/drizzle-orm/pg-core/utils.d.ts</a:t>
            </a:r>
          </a:p>
          <a:p>
            <a:pPr>
              <a:defRPr sz="1200"/>
            </a:pPr>
            <a:r>
              <a:t>D:/pasar_fix/node_modules/.bun/drizzle-orm@0.44.7+dd2253f5d79d0b01/node_modules/drizzle-orm/pg-core/utils.js</a:t>
            </a:r>
          </a:p>
          <a:p>
            <a:pPr>
              <a:defRPr sz="1200"/>
            </a:pPr>
            <a:r>
              <a:t>D:/pasar_fix/node_modules/.bun/drizzle-orm@0.44.7+dd2253f5d79d0b01/node_modules/drizzle-orm/pg-core/utils.js.map</a:t>
            </a:r>
          </a:p>
          <a:p>
            <a:pPr>
              <a:defRPr sz="1200"/>
            </a:pPr>
            <a:r>
              <a:t>D:/pasar_fix/node_modules/.bun/drizzle-orm@0.44.7+dd2253f5d79d0b01/node_modules/drizzle-orm/pg-core/view-base.cjs</a:t>
            </a:r>
          </a:p>
          <a:p>
            <a:pPr>
              <a:defRPr sz="1200"/>
            </a:pPr>
            <a:r>
              <a:t>D:/pasar_fix/node_modules/.bun/drizzle-orm@0.44.7+dd2253f5d79d0b01/node_modules/drizzle-orm/pg-core/view-base.cjs.map</a:t>
            </a:r>
          </a:p>
          <a:p>
            <a:pPr>
              <a:defRPr sz="1200"/>
            </a:pPr>
            <a:r>
              <a:t>D:/pasar_fix/node_modules/.bun/drizzle-orm@0.44.7+dd2253f5d79d0b01/node_modules/drizzle-orm/pg-core/view-base.d.cts</a:t>
            </a:r>
          </a:p>
          <a:p>
            <a:pPr>
              <a:defRPr sz="1200"/>
            </a:pPr>
            <a:r>
              <a:t>D:/pasar_fix/node_modules/.bun/drizzle-orm@0.44.7+dd2253f5d79d0b01/node_modules/drizzle-orm/pg-core/view-base.d.ts</a:t>
            </a:r>
          </a:p>
          <a:p>
            <a:pPr>
              <a:defRPr sz="1200"/>
            </a:pPr>
            <a:r>
              <a:t>D:/pasar_fix/node_modules/.bun/drizzle-orm@0.44.7+dd2253f5d79d0b01/node_modules/drizzle-orm/pg-core/view-base.js</a:t>
            </a:r>
          </a:p>
          <a:p>
            <a:pPr>
              <a:defRPr sz="1200"/>
            </a:pPr>
            <a:r>
              <a:t>D:/pasar_fix/node_modules/.bun/drizzle-orm@0.44.7+dd2253f5d79d0b01/node_modules/drizzle-orm/pg-core/view-base.js.map</a:t>
            </a:r>
          </a:p>
          <a:p>
            <a:pPr>
              <a:defRPr sz="1200"/>
            </a:pPr>
            <a:r>
              <a:t>D:/pasar_fix/node_modules/.bun/drizzle-orm@0.44.7+dd2253f5d79d0b01/node_modules/drizzle-orm/pg-core/view-common.cjs</a:t>
            </a:r>
          </a:p>
          <a:p>
            <a:pPr>
              <a:defRPr sz="1200"/>
            </a:pPr>
            <a:r>
              <a:t>D:/pasar_fix/node_modules/.bun/drizzle-orm@0.44.7+dd2253f5d79d0b01/node_modules/drizzle-orm/pg-core/view-common.cjs.map</a:t>
            </a:r>
          </a:p>
          <a:p>
            <a:pPr>
              <a:defRPr sz="1200"/>
            </a:pPr>
            <a:r>
              <a:t>D:/pasar_fix/node_modules/.bun/drizzle-orm@0.44.7+dd2253f5d79d0b01/node_modules/drizzle-orm/pg-core/view-common.d.cts</a:t>
            </a:r>
          </a:p>
          <a:p>
            <a:pPr>
              <a:defRPr sz="1200"/>
            </a:pPr>
            <a:r>
              <a:t>D:/pasar_fix/node_modules/.bun/drizzle-orm@0.44.7+dd2253f5d79d0b01/node_modules/drizzle-orm/pg-core/view-common.d.ts</a:t>
            </a:r>
          </a:p>
          <a:p>
            <a:pPr>
              <a:defRPr sz="1200"/>
            </a:pPr>
            <a:r>
              <a:t>D:/pasar_fix/node_modules/.bun/drizzle-orm@0.44.7+dd2253f5d79d0b01/node_modules/drizzle-orm/pg-core/view-common.js</a:t>
            </a:r>
          </a:p>
          <a:p>
            <a:pPr>
              <a:defRPr sz="1200"/>
            </a:pPr>
            <a:r>
              <a:t>D:/pasar_fix/node_modules/.bun/drizzle-orm@0.44.7+dd2253f5d79d0b01/node_modules/drizzle-orm/pg-core/view-common.js.map</a:t>
            </a:r>
          </a:p>
          <a:p>
            <a:pPr>
              <a:defRPr sz="1200"/>
            </a:pPr>
            <a:r>
              <a:t>D:/pasar_fix/node_modules/.bun/drizzle-orm@0.44.7+dd2253f5d79d0b01/node_modules/drizzle-orm/pg-core/view.cjs</a:t>
            </a:r>
          </a:p>
          <a:p>
            <a:pPr>
              <a:defRPr sz="1200"/>
            </a:pPr>
            <a:r>
              <a:t>D:/pasar_fix/node_modules/.bun/drizzle-orm@0.44.7+dd2253f5d79d0b01/node_modules/drizzle-orm/pg-core/view.cjs.map</a:t>
            </a:r>
          </a:p>
          <a:p>
            <a:pPr>
              <a:defRPr sz="1200"/>
            </a:pPr>
            <a:r>
              <a:t>D:/pasar_fix/node_modules/.bun/drizzle-orm@0.44.7+dd2253f5d79d0b01/node_modules/drizzle-orm/pg-core/view.d.cts</a:t>
            </a:r>
          </a:p>
          <a:p>
            <a:pPr>
              <a:defRPr sz="1200"/>
            </a:pPr>
            <a:r>
              <a:t>D:/pasar_fix/node_modules/.bun/drizzle-orm@0.44.7+dd2253f5d79d0b01/node_modules/drizzle-orm/pg-core/view.d.ts</a:t>
            </a:r>
          </a:p>
          <a:p>
            <a:pPr>
              <a:defRPr sz="1200"/>
            </a:pPr>
            <a:r>
              <a:t>D:/pasar_fix/node_modules/.bun/drizzle-orm@0.44.7+dd2253f5d79d0b01/node_modules/drizzle-orm/pg-core/view.js</a:t>
            </a:r>
          </a:p>
          <a:p>
            <a:pPr>
              <a:defRPr sz="1200"/>
            </a:pPr>
            <a:r>
              <a:t>D:/pasar_fix/node_modules/.bun/drizzle-orm@0.44.7+dd2253f5d79d0b01/node_modules/drizzle-orm/pg-core/view.js.map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D:/pasar_fix/node_modules/.bun/drizzle-orm@0.44.7+dd2253f5d79d0b01/node_modules/drizzle-orm/pg-core/columns/all.cjs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D:/pasar_fix/node_modules/.bun/drizzle-orm@0.44.7+dd2253f5d79d0b01/node_modules/drizzle-orm/pg-core/columns/all.cjs.map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D:/pasar_fix/node_modules/.bun/drizzle-orm@0.44.7+dd2253f5d79d0b01/node_modules/drizzle-orm/pg-core/columns/all.d.cts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D:/pasar_fix/node_modules/.bun/drizzle-orm@0.44.7+dd2253f5d79d0b01/node_modules/drizzle-orm/pg-core/columns/all.d.ts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D:/pasar_fix/node_modules/.bun/drizzle-orm@0.44.7+dd2253f5d79d0b01/node_modules/drizzle-orm/pg-core/columns/all.js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D:/pasar_fix/node_modules/.bun/drizzle-orm@0.44.7+dd2253f5d79d0b01/node_modules/drizzle-orm/pg-core/columns/all.js.map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D:/pasar_fix/node_modules/.bun/drizzle-orm@0.44.7+dd2253f5d79d0b01/node_modules/drizzle-orm/pg-core/columns/bigint.cjs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D:/pasar_fix/node_modules/.bun/drizzle-orm@0.44.7+dd2253f5d79d0b01/node_modules/drizzle-orm/pg-core/columns/bigint.cjs.map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D:/pasar_fix/node_modules/.bun/drizzle-orm@0.44.7+dd2253f5d79d0b01/node_modules/drizzle-orm/pg-core/columns/bigint.d.cts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D:/pasar_fix/node_modules/.bun/drizzle-orm@0.44.7+dd2253f5d79d0b01/node_modules/drizzle-orm/pg-core/columns/bigint.d.ts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D:/pasar_fix/node_modules/.bun/drizzle-orm@0.44.7+dd2253f5d79d0b01/node_modules/drizzle-orm/pg-core/columns/bigint.js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D:/pasar_fix/node_modules/.bun/drizzle-orm@0.44.7+dd2253f5d79d0b01/node_modules/drizzle-orm/pg-core/columns/bigint.js.map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D:/pasar_fix/node_modules/.bun/drizzle-orm@0.44.7+dd2253f5d79d0b01/node_modules/drizzle-orm/pg-core/columns/bigserial.cjs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D:/pasar_fix/node_modules/.bun/drizzle-orm@0.44.7+dd2253f5d79d0b01/node_modules/drizzle-orm/pg-core/columns/bigserial.cjs.map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D:/pasar_fix/node_modules/.bun/drizzle-orm@0.44.7+dd2253f5d79d0b01/node_modules/drizzle-orm/pg-core/columns/bigserial.d.cts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D:/pasar_fix/node_modules/.bun/drizzle-orm@0.44.7+dd2253f5d79d0b01/node_modules/drizzle-orm/pg-core/columns/bigserial.d.ts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D:/pasar_fix/node_modules/.bun/drizzle-orm@0.44.7+dd2253f5d79d0b01/node_modules/drizzle-orm/pg-core/columns/bigserial.js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D:/pasar_fix/node_modules/.bun/drizzle-orm@0.44.7+dd2253f5d79d0b01/node_modules/drizzle-orm/pg-core/columns/bigserial.js.map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D:/pasar_fix/node_modules/.bun/drizzle-orm@0.44.7+dd2253f5d79d0b01/node_modules/drizzle-orm/pg-core/columns/boolean.cjs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D:/pasar_fix/node_modules/.bun/drizzle-orm@0.44.7+dd2253f5d79d0b01/node_modules/drizzle-orm/pg-core/columns/boolean.cjs.map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D:/pasar_fix/node_modules/.bun/drizzle-orm@0.44.7+dd2253f5d79d0b01/node_modules/drizzle-orm/pg-core/columns/boolean.d.cts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D:/pasar_fix/node_modules/.bun/drizzle-orm@0.44.7+dd2253f5d79d0b01/node_modules/drizzle-orm/pg-core/columns/boolean.d.ts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D:/pasar_fix/node_modules/.bun/drizzle-orm@0.44.7+dd2253f5d79d0b01/node_modules/drizzle-orm/pg-core/columns/boolean.js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D:/pasar_fix/node_modules/.bun/drizzle-orm@0.44.7+dd2253f5d79d0b01/node_modules/drizzle-orm/pg-core/columns/boolean.js.map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D:/pasar_fix/node_modules/.bun/drizzle-orm@0.44.7+dd2253f5d79d0b01/node_modules/drizzle-orm/pg-core/columns/char.cjs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D:/pasar_fix/node_modules/.bun/drizzle-orm@0.44.7+dd2253f5d79d0b01/node_modules/drizzle-orm/pg-core/columns/char.cjs.map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D:/pasar_fix/node_modules/.bun/drizzle-orm@0.44.7+dd2253f5d79d0b01/node_modules/drizzle-orm/pg-core/columns/char.d.cts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D:/pasar_fix/node_modules/.bun/drizzle-orm@0.44.7+dd2253f5d79d0b01/node_modules/drizzle-orm/pg-core/columns/char.d.ts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D:/pasar_fix/node_modules/.bun/drizzle-orm@0.44.7+dd2253f5d79d0b01/node_modules/drizzle-orm/pg-core/columns/char.js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D:/pasar_fix/node_modules/.bun/drizzle-orm@0.44.7+dd2253f5d79d0b01/node_modules/drizzle-orm/pg-core/columns/char.js.map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D:/pasar_fix/node_modules/.bun/drizzle-orm@0.44.7+dd2253f5d79d0b01/node_modules/drizzle-orm/pg-core/columns/cidr.cjs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D:/pasar_fix/node_modules/.bun/drizzle-orm@0.44.7+dd2253f5d79d0b01/node_modules/drizzle-orm/pg-core/columns/cidr.cjs.map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D:/pasar_fix/node_modules/.bun/drizzle-orm@0.44.7+dd2253f5d79d0b01/node_modules/drizzle-orm/pg-core/columns/cidr.d.cts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D:/pasar_fix/node_modules/.bun/drizzle-orm@0.44.7+dd2253f5d79d0b01/node_modules/drizzle-orm/pg-core/columns/cidr.d.ts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D:/pasar_fix/node_modules/.bun/drizzle-orm@0.44.7+dd2253f5d79d0b01/node_modules/drizzle-orm/pg-core/columns/cidr.js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D:/pasar_fix/node_modules/.bun/drizzle-orm@0.44.7+dd2253f5d79d0b01/node_modules/drizzle-orm/pg-core/columns/cidr.js.map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D:/pasar_fix/node_modules/.bun/drizzle-orm@0.44.7+dd2253f5d79d0b01/node_modules/drizzle-orm/pg-core/columns/common.cjs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D:/pasar_fix/node_modules/.bun/drizzle-orm@0.44.7+dd2253f5d79d0b01/node_modules/drizzle-orm/pg-core/columns/common.cjs.map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D:/pasar_fix/node_modules/.bun/drizzle-orm@0.44.7+dd2253f5d79d0b01/node_modules/drizzle-orm/pg-core/columns/common.d.cts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D:/pasar_fix/node_modules/.bun/drizzle-orm@0.44.7+dd2253f5d79d0b01/node_modules/drizzle-orm/pg-core/columns/common.d.ts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D:/pasar_fix/node_modules/.bun/drizzle-orm@0.44.7+dd2253f5d79d0b01/node_modules/drizzle-orm/pg-core/columns/common.js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D:/pasar_fix/node_modules/.bun/drizzle-orm@0.44.7+dd2253f5d79d0b01/node_modules/drizzle-orm/pg-core/columns/common.js.map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D:/pasar_fix/node_modules/.bun/drizzle-orm@0.44.7+dd2253f5d79d0b01/node_modules/drizzle-orm/pg-core/columns/custom.cjs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D:/pasar_fix/node_modules/.bun/drizzle-orm@0.44.7+dd2253f5d79d0b01/node_modules/drizzle-orm/pg-core/columns/custom.cjs.map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D:/pasar_fix/node_modules/.bun/drizzle-orm@0.44.7+dd2253f5d79d0b01/node_modules/drizzle-orm/pg-core/columns/custom.d.cts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D:/pasar_fix/node_modules/.bun/drizzle-orm@0.44.7+dd2253f5d79d0b01/node_modules/drizzle-orm/pg-core/columns/custom.d.ts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D:/pasar_fix/node_modules/.bun/drizzle-orm@0.44.7+dd2253f5d79d0b01/node_modules/drizzle-orm/pg-core/columns/custom.js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D:/pasar_fix/node_modules/.bun/drizzle-orm@0.44.7+dd2253f5d79d0b01/node_modules/drizzle-orm/pg-core/columns/custom.js.map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D:/pasar_fix/node_modules/.bun/drizzle-orm@0.44.7+dd2253f5d79d0b01/node_modules/drizzle-orm/pg-core/columns/date.cjs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D:/pasar_fix/node_modules/.bun/drizzle-orm@0.44.7+dd2253f5d79d0b01/node_modules/drizzle-orm/pg-core/columns/date.cjs.map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D:/pasar_fix/node_modules/.bun/drizzle-orm@0.44.7+dd2253f5d79d0b01/node_modules/drizzle-orm/pg-core/columns/date.common.cjs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D:/pasar_fix/node_modules/.bun/drizzle-orm@0.44.7+dd2253f5d79d0b01/node_modules/drizzle-orm/pg-core/columns/date.common.cjs.map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D:/pasar_fix/node_modules/.bun/drizzle-orm@0.44.7+dd2253f5d79d0b01/node_modules/drizzle-orm/pg-core/columns/date.common.d.cts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D:/pasar_fix/node_modules/.bun/drizzle-orm@0.44.7+dd2253f5d79d0b01/node_modules/drizzle-orm/pg-core/columns/date.common.d.ts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D:/pasar_fix/node_modules/.bun/drizzle-orm@0.44.7+dd2253f5d79d0b01/node_modules/drizzle-orm/pg-core/columns/date.common.js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D:/pasar_fix/node_modules/.bun/drizzle-orm@0.44.7+dd2253f5d79d0b01/node_modules/drizzle-orm/pg-core/columns/date.common.js.map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D:/pasar_fix/node_modules/.bun/drizzle-orm@0.44.7+dd2253f5d79d0b01/node_modules/drizzle-orm/pg-core/columns/date.d.cts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D:/pasar_fix/node_modules/.bun/drizzle-orm@0.44.7+dd2253f5d79d0b01/node_modules/drizzle-orm/pg-core/columns/date.d.ts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D:/pasar_fix/node_modules/.bun/drizzle-orm@0.44.7+dd2253f5d79d0b01/node_modules/drizzle-orm/pg-core/columns/date.js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D:/pasar_fix/node_modules/.bun/drizzle-orm@0.44.7+dd2253f5d79d0b01/node_modules/drizzle-orm/pg-core/columns/date.js.map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D:/pasar_fix/node_modules/.bun/drizzle-orm@0.44.7+dd2253f5d79d0b01/node_modules/drizzle-orm/pg-core/columns/double-precision.cjs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D:/pasar_fix/node_modules/.bun/drizzle-orm@0.44.7+dd2253f5d79d0b01/node_modules/drizzle-orm/pg-core/columns/double-precision.cjs.map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D:/pasar_fix/node_modules/.bun/drizzle-orm@0.44.7+dd2253f5d79d0b01/node_modules/drizzle-orm/pg-core/columns/double-precision.d.cts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D:/pasar_fix/node_modules/.bun/drizzle-orm@0.44.7+dd2253f5d79d0b01/node_modules/drizzle-orm/pg-core/columns/double-precision.d.ts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D:/pasar_fix/node_modules/.bun/drizzle-orm@0.44.7+dd2253f5d79d0b01/node_modules/drizzle-orm/pg-core/columns/double-precision.js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D:/pasar_fix/node_modules/.bun/drizzle-orm@0.44.7+dd2253f5d79d0b01/node_modules/drizzle-orm/pg-core/columns/double-precision.js.map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D:/pasar_fix/node_modules/.bun/drizzle-orm@0.44.7+dd2253f5d79d0b01/node_modules/drizzle-orm/pg-core/columns/enum.cjs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D:/pasar_fix/node_modules/.bun/drizzle-orm@0.44.7+dd2253f5d79d0b01/node_modules/drizzle-orm/pg-core/columns/enum.cjs.map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D:/pasar_fix/node_modules/.bun/drizzle-orm@0.44.7+dd2253f5d79d0b01/node_modules/drizzle-orm/pg-core/columns/enum.d.cts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D:/pasar_fix/node_modules/.bun/drizzle-orm@0.44.7+dd2253f5d79d0b01/node_modules/drizzle-orm/pg-core/columns/enum.d.ts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D:/pasar_fix/node_modules/.bun/drizzle-orm@0.44.7+dd2253f5d79d0b01/node_modules/drizzle-orm/pg-core/columns/enum.js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D:/pasar_fix/node_modules/.bun/drizzle-orm@0.44.7+dd2253f5d79d0b01/node_modules/drizzle-orm/pg-core/columns/enum.js.map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D:/pasar_fix/node_modules/.bun/drizzle-orm@0.44.7+dd2253f5d79d0b01/node_modules/drizzle-orm/pg-core/columns/index.cjs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D:/pasar_fix/node_modules/.bun/drizzle-orm@0.44.7+dd2253f5d79d0b01/node_modules/drizzle-orm/pg-core/columns/index.cjs.map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D:/pasar_fix/node_modules/.bun/drizzle-orm@0.44.7+dd2253f5d79d0b01/node_modules/drizzle-orm/pg-core/columns/index.d.cts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D:/pasar_fix/node_modules/.bun/drizzle-orm@0.44.7+dd2253f5d79d0b01/node_modules/drizzle-orm/pg-core/columns/index.d.ts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D:/pasar_fix/node_modules/.bun/drizzle-orm@0.44.7+dd2253f5d79d0b01/node_modules/drizzle-orm/pg-core/columns/index.js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D:/pasar_fix/node_modules/.bun/drizzle-orm@0.44.7+dd2253f5d79d0b01/node_modules/drizzle-orm/pg-core/columns/index.js.map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D:/pasar_fix/node_modules/.bun/drizzle-orm@0.44.7+dd2253f5d79d0b01/node_modules/drizzle-orm/pg-core/columns/inet.cjs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D:/pasar_fix/node_modules/.bun/drizzle-orm@0.44.7+dd2253f5d79d0b01/node_modules/drizzle-orm/pg-core/columns/inet.cjs.map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D:/pasar_fix/node_modules/.bun/drizzle-orm@0.44.7+dd2253f5d79d0b01/node_modules/drizzle-orm/pg-core/columns/inet.d.cts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D:/pasar_fix/node_modules/.bun/drizzle-orm@0.44.7+dd2253f5d79d0b01/node_modules/drizzle-orm/pg-core/columns/inet.d.ts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D:/pasar_fix/node_modules/.bun/drizzle-orm@0.44.7+dd2253f5d79d0b01/node_modules/drizzle-orm/pg-core/columns/inet.js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D:/pasar_fix/node_modules/.bun/drizzle-orm@0.44.7+dd2253f5d79d0b01/node_modules/drizzle-orm/pg-core/columns/inet.js.map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D:/pasar_fix/node_modules/.bun/drizzle-orm@0.44.7+dd2253f5d79d0b01/node_modules/drizzle-orm/pg-core/columns/int.common.cjs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D:/pasar_fix/node_modules/.bun/drizzle-orm@0.44.7+dd2253f5d79d0b01/node_modules/drizzle-orm/pg-core/columns/int.common.cjs.map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D:/pasar_fix/node_modules/.bun/drizzle-orm@0.44.7+dd2253f5d79d0b01/node_modules/drizzle-orm/pg-core/columns/int.common.d.cts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D:/pasar_fix/node_modules/.bun/drizzle-orm@0.44.7+dd2253f5d79d0b01/node_modules/drizzle-orm/pg-core/columns/int.common.d.ts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D:/pasar_fix/node_modules/.bun/drizzle-orm@0.44.7+dd2253f5d79d0b01/node_modules/drizzle-orm/pg-core/columns/int.common.js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D:/pasar_fix/node_modules/.bun/drizzle-orm@0.44.7+dd2253f5d79d0b01/node_modules/drizzle-orm/pg-core/columns/int.common.js.map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D:/pasar_fix/node_modules/.bun/drizzle-orm@0.44.7+dd2253f5d79d0b01/node_modules/drizzle-orm/pg-core/columns/integer.cjs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D:/pasar_fix/node_modules/.bun/drizzle-orm@0.44.7+dd2253f5d79d0b01/node_modules/drizzle-orm/pg-core/columns/integer.cjs.map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D:/pasar_fix/node_modules/.bun/drizzle-orm@0.44.7+dd2253f5d79d0b01/node_modules/drizzle-orm/pg-core/columns/integer.d.cts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D:/pasar_fix/node_modules/.bun/drizzle-orm@0.44.7+dd2253f5d79d0b01/node_modules/drizzle-orm/pg-core/columns/integer.d.ts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D:/pasar_fix/node_modules/.bun/drizzle-orm@0.44.7+dd2253f5d79d0b01/node_modules/drizzle-orm/pg-core/columns/integer.js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D:/pasar_fix/node_modules/.bun/drizzle-orm@0.44.7+dd2253f5d79d0b01/node_modules/drizzle-orm/pg-core/columns/integer.js.map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D:/pasar_fix/node_modules/.bun/drizzle-orm@0.44.7+dd2253f5d79d0b01/node_modules/drizzle-orm/pg-core/columns/interval.cjs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D:/pasar_fix/node_modules/.bun/drizzle-orm@0.44.7+dd2253f5d79d0b01/node_modules/drizzle-orm/pg-core/columns/interval.cjs.map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D:/pasar_fix/node_modules/.bun/drizzle-orm@0.44.7+dd2253f5d79d0b01/node_modules/drizzle-orm/pg-core/columns/interval.d.cts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D:/pasar_fix/node_modules/.bun/drizzle-orm@0.44.7+dd2253f5d79d0b01/node_modules/drizzle-orm/pg-core/columns/interval.d.ts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D:/pasar_fix/node_modules/.bun/drizzle-orm@0.44.7+dd2253f5d79d0b01/node_modules/drizzle-orm/pg-core/columns/interval.js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D:/pasar_fix/node_modules/.bun/drizzle-orm@0.44.7+dd2253f5d79d0b01/node_modules/drizzle-orm/pg-core/columns/interval.js.map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D:/pasar_fix/node_modules/.bun/drizzle-orm@0.44.7+dd2253f5d79d0b01/node_modules/drizzle-orm/pg-core/columns/json.cjs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D:/pasar_fix/node_modules/.bun/drizzle-orm@0.44.7+dd2253f5d79d0b01/node_modules/drizzle-orm/pg-core/columns/json.cjs.map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D:/pasar_fix/node_modules/.bun/drizzle-orm@0.44.7+dd2253f5d79d0b01/node_modules/drizzle-orm/pg-core/columns/json.d.cts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D:/pasar_fix/node_modules/.bun/drizzle-orm@0.44.7+dd2253f5d79d0b01/node_modules/drizzle-orm/pg-core/columns/json.d.ts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D:/pasar_fix/node_modules/.bun/drizzle-orm@0.44.7+dd2253f5d79d0b01/node_modules/drizzle-orm/pg-core/columns/json.js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D:/pasar_fix/node_modules/.bun/drizzle-orm@0.44.7+dd2253f5d79d0b01/node_modules/drizzle-orm/pg-core/columns/json.js.map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D:/pasar_fix/node_modules/.bun/drizzle-orm@0.44.7+dd2253f5d79d0b01/node_modules/drizzle-orm/pg-core/columns/jsonb.cjs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D:/pasar_fix/node_modules/.bun/drizzle-orm@0.44.7+dd2253f5d79d0b01/node_modules/drizzle-orm/pg-core/columns/jsonb.cjs.map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D:/pasar_fix/node_modules/.bun/drizzle-orm@0.44.7+dd2253f5d79d0b01/node_modules/drizzle-orm/pg-core/columns/jsonb.d.cts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D:/pasar_fix/node_modules/.bun/drizzle-orm@0.44.7+dd2253f5d79d0b01/node_modules/drizzle-orm/pg-core/columns/jsonb.d.ts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D:/pasar_fix/node_modules/.bun/drizzle-orm@0.44.7+dd2253f5d79d0b01/node_modules/drizzle-orm/pg-core/columns/jsonb.js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D:/pasar_fix/node_modules/.bun/drizzle-orm@0.44.7+dd2253f5d79d0b01/node_modules/drizzle-orm/pg-core/columns/jsonb.js.map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D:/pasar_fix/node_modules/.bun/drizzle-orm@0.44.7+dd2253f5d79d0b01/node_modules/drizzle-orm/pg-core/columns/line.cjs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D:/pasar_fix/node_modules/.bun/drizzle-orm@0.44.7+dd2253f5d79d0b01/node_modules/drizzle-orm/pg-core/columns/line.cjs.map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D:/pasar_fix/node_modules/.bun/drizzle-orm@0.44.7+dd2253f5d79d0b01/node_modules/drizzle-orm/pg-core/columns/line.d.cts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D:/pasar_fix/node_modules/.bun/drizzle-orm@0.44.7+dd2253f5d79d0b01/node_modules/drizzle-orm/pg-core/columns/line.d.ts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D:/pasar_fix/node_modules/.bun/drizzle-orm@0.44.7+dd2253f5d79d0b01/node_modules/drizzle-orm/pg-core/columns/line.js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D:/pasar_fix/node_modules/.bun/drizzle-orm@0.44.7+dd2253f5d79d0b01/node_modules/drizzle-orm/pg-core/columns/line.js.map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D:/pasar_fix/node_modules/.bun/drizzle-orm@0.44.7+dd2253f5d79d0b01/node_modules/drizzle-orm/pg-core/columns/macaddr.cjs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D:/pasar_fix/node_modules/.bun/drizzle-orm@0.44.7+dd2253f5d79d0b01/node_modules/drizzle-orm/pg-core/columns/macaddr.cjs.map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D:/pasar_fix/node_modules/.bun/drizzle-orm@0.44.7+dd2253f5d79d0b01/node_modules/drizzle-orm/pg-core/columns/macaddr.d.cts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D:/pasar_fix/node_modules/.bun/drizzle-orm@0.44.7+dd2253f5d79d0b01/node_modules/drizzle-orm/pg-core/columns/macaddr.d.ts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D:/pasar_fix/node_modules/.bun/drizzle-orm@0.44.7+dd2253f5d79d0b01/node_modules/drizzle-orm/pg-core/columns/macaddr.js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D:/pasar_fix/node_modules/.bun/drizzle-orm@0.44.7+dd2253f5d79d0b01/node_modules/drizzle-orm/pg-core/columns/macaddr.js.map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D:/pasar_fix/node_modules/.bun/drizzle-orm@0.44.7+dd2253f5d79d0b01/node_modules/drizzle-orm/pg-core/columns/macaddr8.cjs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D:/pasar_fix/node_modules/.bun/drizzle-orm@0.44.7+dd2253f5d79d0b01/node_modules/drizzle-orm/pg-core/columns/macaddr8.cjs.map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D:/pasar_fix/node_modules/.bun/drizzle-orm@0.44.7+dd2253f5d79d0b01/node_modules/drizzle-orm/pg-core/columns/macaddr8.d.cts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D:/pasar_fix/node_modules/.bun/drizzle-orm@0.44.7+dd2253f5d79d0b01/node_modules/drizzle-orm/pg-core/columns/macaddr8.d.ts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D:/pasar_fix/node_modules/.bun/drizzle-orm@0.44.7+dd2253f5d79d0b01/node_modules/drizzle-orm/pg-core/columns/macaddr8.js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D:/pasar_fix/node_modules/.bun/drizzle-orm@0.44.7+dd2253f5d79d0b01/node_modules/drizzle-orm/pg-core/columns/macaddr8.js.map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D:/pasar_fix/node_modules/.bun/drizzle-orm@0.44.7+dd2253f5d79d0b01/node_modules/drizzle-orm/pg-core/columns/numeric.cjs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D:/pasar_fix/node_modules/.bun/drizzle-orm@0.44.7+dd2253f5d79d0b01/node_modules/drizzle-orm/pg-core/columns/numeric.cjs.map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D:/pasar_fix/node_modules/.bun/drizzle-orm@0.44.7+dd2253f5d79d0b01/node_modules/drizzle-orm/pg-core/columns/numeric.d.cts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D:/pasar_fix/node_modules/.bun/drizzle-orm@0.44.7+dd2253f5d79d0b01/node_modules/drizzle-orm/pg-core/columns/numeric.d.ts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D:/pasar_fix/node_modules/.bun/drizzle-orm@0.44.7+dd2253f5d79d0b01/node_modules/drizzle-orm/pg-core/columns/numeric.js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D:/pasar_fix/node_modules/.bun/drizzle-orm@0.44.7+dd2253f5d79d0b01/node_modules/drizzle-orm/pg-core/columns/numeric.js.map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D:/pasar_fix/node_modules/.bun/drizzle-orm@0.44.7+dd2253f5d79d0b01/node_modules/drizzle-orm/pg-core/columns/point.cjs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D:/pasar_fix/node_modules/.bun/drizzle-orm@0.44.7+dd2253f5d79d0b01/node_modules/drizzle-orm/pg-core/columns/point.cjs.map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D:/pasar_fix/node_modules/.bun/drizzle-orm@0.44.7+dd2253f5d79d0b01/node_modules/drizzle-orm/pg-core/columns/point.d.cts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D:/pasar_fix/node_modules/.bun/drizzle-orm@0.44.7+dd2253f5d79d0b01/node_modules/drizzle-orm/pg-core/columns/point.d.ts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D:/pasar_fix/node_modules/.bun/drizzle-orm@0.44.7+dd2253f5d79d0b01/node_modules/drizzle-orm/pg-core/columns/point.js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D:/pasar_fix/node_modules/.bun/drizzle-orm@0.44.7+dd2253f5d79d0b01/node_modules/drizzle-orm/pg-core/columns/point.js.map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D:/pasar_fix/node_modules/.bun/drizzle-orm@0.44.7+dd2253f5d79d0b01/node_modules/drizzle-orm/pg-core/columns/real.cjs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D:/pasar_fix/node_modules/.bun/drizzle-orm@0.44.7+dd2253f5d79d0b01/node_modules/drizzle-orm/pg-core/columns/real.cjs.map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D:/pasar_fix/node_modules/.bun/drizzle-orm@0.44.7+dd2253f5d79d0b01/node_modules/drizzle-orm/pg-core/columns/real.d.cts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D:/pasar_fix/node_modules/.bun/drizzle-orm@0.44.7+dd2253f5d79d0b01/node_modules/drizzle-orm/pg-core/columns/real.d.ts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D:/pasar_fix/node_modules/.bun/drizzle-orm@0.44.7+dd2253f5d79d0b01/node_modules/drizzle-orm/pg-core/columns/real.js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D:/pasar_fix/node_modules/.bun/drizzle-orm@0.44.7+dd2253f5d79d0b01/node_modules/drizzle-orm/pg-core/columns/real.js.map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D:/pasar_fix/node_modules/.bun/drizzle-orm@0.44.7+dd2253f5d79d0b01/node_modules/drizzle-orm/pg-core/columns/serial.cjs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D:/pasar_fix/node_modules/.bun/drizzle-orm@0.44.7+dd2253f5d79d0b01/node_modules/drizzle-orm/pg-core/columns/serial.cjs.map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D:/pasar_fix/node_modules/.bun/drizzle-orm@0.44.7+dd2253f5d79d0b01/node_modules/drizzle-orm/pg-core/columns/serial.d.cts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D:/pasar_fix/node_modules/.bun/drizzle-orm@0.44.7+dd2253f5d79d0b01/node_modules/drizzle-orm/pg-core/columns/serial.d.ts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D:/pasar_fix/node_modules/.bun/drizzle-orm@0.44.7+dd2253f5d79d0b01/node_modules/drizzle-orm/pg-core/columns/serial.js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D:/pasar_fix/node_modules/.bun/drizzle-orm@0.44.7+dd2253f5d79d0b01/node_modules/drizzle-orm/pg-core/columns/serial.js.map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D:/pasar_fix/node_modules/.bun/drizzle-orm@0.44.7+dd2253f5d79d0b01/node_modules/drizzle-orm/pg-core/columns/smallint.cjs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D:/pasar_fix/node_modules/.bun/drizzle-orm@0.44.7+dd2253f5d79d0b01/node_modules/drizzle-orm/pg-core/columns/smallint.cjs.map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D:/pasar_fix/node_modules/.bun/drizzle-orm@0.44.7+dd2253f5d79d0b01/node_modules/drizzle-orm/pg-core/columns/smallint.d.cts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D:/pasar_fix/node_modules/.bun/drizzle-orm@0.44.7+dd2253f5d79d0b01/node_modules/drizzle-orm/pg-core/columns/smallint.d.ts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D:/pasar_fix/node_modules/.bun/drizzle-orm@0.44.7+dd2253f5d79d0b01/node_modules/drizzle-orm/pg-core/columns/smallint.js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D:/pasar_fix/node_modules/.bun/drizzle-orm@0.44.7+dd2253f5d79d0b01/node_modules/drizzle-orm/pg-core/columns/smallint.js.map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D:/pasar_fix/node_modules/.bun/drizzle-orm@0.44.7+dd2253f5d79d0b01/node_modules/drizzle-orm/pg-core/columns/smallserial.cjs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D:/pasar_fix/node_modules/.bun/drizzle-orm@0.44.7+dd2253f5d79d0b01/node_modules/drizzle-orm/pg-core/columns/smallserial.cjs.map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D:/pasar_fix/node_modules/.bun/drizzle-orm@0.44.7+dd2253f5d79d0b01/node_modules/drizzle-orm/pg-core/columns/smallserial.d.cts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D:/pasar_fix/node_modules/.bun/drizzle-orm@0.44.7+dd2253f5d79d0b01/node_modules/drizzle-orm/pg-core/columns/smallserial.d.ts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D:/pasar_fix/node_modules/.bun/drizzle-orm@0.44.7+dd2253f5d79d0b01/node_modules/drizzle-orm/pg-core/columns/smallserial.js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D:/pasar_fix/node_modules/.bun/drizzle-orm@0.44.7+dd2253f5d79d0b01/node_modules/drizzle-orm/pg-core/columns/smallserial.js.map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D:/pasar_fix/node_modules/.bun/drizzle-orm@0.44.7+dd2253f5d79d0b01/node_modules/drizzle-orm/pg-core/columns/text.cjs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D:/pasar_fix/node_modules/.bun/drizzle-orm@0.44.7+dd2253f5d79d0b01/node_modules/drizzle-orm/pg-core/columns/text.cjs.map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D:/pasar_fix/node_modules/.bun/drizzle-orm@0.44.7+dd2253f5d79d0b01/node_modules/drizzle-orm/pg-core/columns/text.d.cts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D:/pasar_fix/node_modules/.bun/drizzle-orm@0.44.7+dd2253f5d79d0b01/node_modules/drizzle-orm/pg-core/columns/text.d.ts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D:/pasar_fix/node_modules/.bun/drizzle-orm@0.44.7+dd2253f5d79d0b01/node_modules/drizzle-orm/pg-core/columns/text.js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D:/pasar_fix/node_modules/.bun/drizzle-orm@0.44.7+dd2253f5d79d0b01/node_modules/drizzle-orm/pg-core/columns/text.js.map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D:/pasar_fix/node_modules/.bun/drizzle-orm@0.44.7+dd2253f5d79d0b01/node_modules/drizzle-orm/pg-core/columns/time.cjs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D:/pasar_fix/node_modules/.bun/drizzle-orm@0.44.7+dd2253f5d79d0b01/node_modules/drizzle-orm/pg-core/columns/time.cjs.map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D:/pasar_fix/node_modules/.bun/drizzle-orm@0.44.7+dd2253f5d79d0b01/node_modules/drizzle-orm/pg-core/columns/time.d.cts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D:/pasar_fix/node_modules/.bun/drizzle-orm@0.44.7+dd2253f5d79d0b01/node_modules/drizzle-orm/pg-core/columns/time.d.ts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D:/pasar_fix/node_modules/.bun/drizzle-orm@0.44.7+dd2253f5d79d0b01/node_modules/drizzle-orm/pg-core/columns/time.js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D:/pasar_fix/node_modules/.bun/drizzle-orm@0.44.7+dd2253f5d79d0b01/node_modules/drizzle-orm/pg-core/columns/time.js.map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D:/pasar_fix/node_modules/.bun/drizzle-orm@0.44.7+dd2253f5d79d0b01/node_modules/drizzle-orm/pg-core/columns/timestamp.cjs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D:/pasar_fix/node_modules/.bun/drizzle-orm@0.44.7+dd2253f5d79d0b01/node_modules/drizzle-orm/pg-core/columns/timestamp.cjs.map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D:/pasar_fix/node_modules/.bun/drizzle-orm@0.44.7+dd2253f5d79d0b01/node_modules/drizzle-orm/pg-core/columns/timestamp.d.cts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D:/pasar_fix/node_modules/.bun/drizzle-orm@0.44.7+dd2253f5d79d0b01/node_modules/drizzle-orm/pg-core/columns/timestamp.d.ts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D:/pasar_fix/node_modules/.bun/drizzle-orm@0.44.7+dd2253f5d79d0b01/node_modules/drizzle-orm/pg-core/columns/timestamp.js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D:/pasar_fix/node_modules/.bun/drizzle-orm@0.44.7+dd2253f5d79d0b01/node_modules/drizzle-orm/pg-core/columns/timestamp.js.map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D:/pasar_fix/node_modules/.bun/drizzle-orm@0.44.7+dd2253f5d79d0b01/node_modules/drizzle-orm/pg-core/columns/uuid.cjs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D:/pasar_fix/node_modules/.bun/drizzle-orm@0.44.7+dd2253f5d79d0b01/node_modules/drizzle-orm/pg-core/columns/uuid.cjs.map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D:/pasar_fix/node_modules/.bun/drizzle-orm@0.44.7+dd2253f5d79d0b01/node_modules/drizzle-orm/pg-core/columns/uuid.d.cts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D:/pasar_fix/node_modules/.bun/drizzle-orm@0.44.7+dd2253f5d79d0b01/node_modules/drizzle-orm/pg-core/columns/uuid.d.ts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D:/pasar_fix/node_modules/.bun/drizzle-orm@0.44.7+dd2253f5d79d0b01/node_modules/drizzle-orm/pg-core/columns/uuid.js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D:/pasar_fix/node_modules/.bun/drizzle-orm@0.44.7+dd2253f5d79d0b01/node_modules/drizzle-orm/pg-core/columns/uuid.js.map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D:/pasar_fix/node_modules/.bun/drizzle-orm@0.44.7+dd2253f5d79d0b01/node_modules/drizzle-orm/pg-core/columns/varchar.cjs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D:/pasar_fix/node_modules/.bun/drizzle-orm@0.44.7+dd2253f5d79d0b01/node_modules/drizzle-orm/pg-core/columns/varchar.cjs.map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D:/pasar_fix/node_modules/.bun/drizzle-orm@0.44.7+dd2253f5d79d0b01/node_modules/drizzle-orm/pg-core/columns/varchar.d.cts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D:/pasar_fix/node_modules/.bun/drizzle-orm@0.44.7+dd2253f5d79d0b01/node_modules/drizzle-orm/pg-core/columns/varchar.d.ts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D:/pasar_fix/node_modules/.bun/drizzle-orm@0.44.7+dd2253f5d79d0b01/node_modules/drizzle-orm/pg-core/columns/varchar.js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D:/pasar_fix/node_modules/.bun/drizzle-orm@0.44.7+dd2253f5d79d0b01/node_modules/drizzle-orm/pg-core/columns/varchar.js.map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D:/pasar_fix/node_modules/.bun/drizzle-orm@0.44.7+dd2253f5d79d0b01/node_modules/drizzle-orm/pg-core/columns/postgis_extension/geometry.cjs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D:/pasar_fix/node_modules/.bun/drizzle-orm@0.44.7+dd2253f5d79d0b01/node_modules/drizzle-orm/pg-core/columns/postgis_extension/geometry.cjs.map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D:/pasar_fix/node_modules/.bun/drizzle-orm@0.44.7+dd2253f5d79d0b01/node_modules/drizzle-orm/pg-core/columns/postgis_extension/geometry.d.cts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D:/pasar_fix/node_modules/.bun/drizzle-orm@0.44.7+dd2253f5d79d0b01/node_modules/drizzle-orm/pg-core/columns/postgis_extension/geometry.d.ts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D:/pasar_fix/node_modules/.bun/drizzle-orm@0.44.7+dd2253f5d79d0b01/node_modules/drizzle-orm/pg-core/columns/postgis_extension/geometry.js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D:/pasar_fix/node_modules/.bun/drizzle-orm@0.44.7+dd2253f5d79d0b01/node_modules/drizzle-orm/pg-core/columns/postgis_extension/geometry.js.map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D:/pasar_fix/node_modules/.bun/drizzle-orm@0.44.7+dd2253f5d79d0b01/node_modules/drizzle-orm/pg-core/columns/postgis_extension/utils.cjs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D:/pasar_fix/node_modules/.bun/drizzle-orm@0.44.7+dd2253f5d79d0b01/node_modules/drizzle-orm/pg-core/columns/postgis_extension/utils.cjs.map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D:/pasar_fix/node_modules/.bun/drizzle-orm@0.44.7+dd2253f5d79d0b01/node_modules/drizzle-orm/pg-core/columns/postgis_extension/utils.d.cts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D:/pasar_fix/node_modules/.bun/drizzle-orm@0.44.7+dd2253f5d79d0b01/node_modules/drizzle-orm/pg-core/columns/postgis_extension/utils.d.ts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D:/pasar_fix/node_modules/.bun/drizzle-orm@0.44.7+dd2253f5d79d0b01/node_modules/drizzle-orm/pg-core/columns/postgis_extension/utils.js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D:/pasar_fix/node_modules/.bun/drizzle-orm@0.44.7+dd2253f5d79d0b01/node_modules/drizzle-orm/pg-core/columns/postgis_extension/utils.js.map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D:/pasar_fix/node_modules/.bun/drizzle-orm@0.44.7+dd2253f5d79d0b01/node_modules/drizzle-orm/pg-core/columns/vector_extension/bit.cjs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D:/pasar_fix/node_modules/.bun/drizzle-orm@0.44.7+dd2253f5d79d0b01/node_modules/drizzle-orm/pg-core/columns/vector_extension/bit.cjs.map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D:/pasar_fix/node_modules/.bun/drizzle-orm@0.44.7+dd2253f5d79d0b01/node_modules/drizzle-orm/pg-core/columns/vector_extension/bit.d.cts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D:/pasar_fix/node_modules/.bun/drizzle-orm@0.44.7+dd2253f5d79d0b01/node_modules/drizzle-orm/pg-core/columns/vector_extension/bit.d.ts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D:/pasar_fix/node_modules/.bun/drizzle-orm@0.44.7+dd2253f5d79d0b01/node_modules/drizzle-orm/pg-core/columns/vector_extension/bit.js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D:/pasar_fix/node_modules/.bun/drizzle-orm@0.44.7+dd2253f5d79d0b01/node_modules/drizzle-orm/pg-core/columns/vector_extension/bit.js.map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D:/pasar_fix/node_modules/.bun/drizzle-orm@0.44.7+dd2253f5d79d0b01/node_modules/drizzle-orm/pg-core/columns/vector_extension/halfvec.cjs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D:/pasar_fix/node_modules/.bun/drizzle-orm@0.44.7+dd2253f5d79d0b01/node_modules/drizzle-orm/pg-core/columns/vector_extension/halfvec.cjs.map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D:/pasar_fix/node_modules/.bun/drizzle-orm@0.44.7+dd2253f5d79d0b01/node_modules/drizzle-orm/pg-core/columns/vector_extension/halfvec.d.cts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D:/pasar_fix/node_modules/.bun/drizzle-orm@0.44.7+dd2253f5d79d0b01/node_modules/drizzle-orm/pg-core/columns/vector_extension/halfvec.d.ts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D:/pasar_fix/node_modules/.bun/drizzle-orm@0.44.7+dd2253f5d79d0b01/node_modules/drizzle-orm/pg-core/columns/vector_extension/halfvec.js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D:/pasar_fix/node_modules/.bun/drizzle-orm@0.44.7+dd2253f5d79d0b01/node_modules/drizzle-orm/pg-core/columns/vector_extension/halfvec.js.map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D:/pasar_fix/node_modules/.bun/drizzle-orm@0.44.7+dd2253f5d79d0b01/node_modules/drizzle-orm/pg-core/columns/vector_extension/sparsevec.cjs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D:/pasar_fix/node_modules/.bun/drizzle-orm@0.44.7+dd2253f5d79d0b01/node_modules/drizzle-orm/pg-core/columns/vector_extension/sparsevec.cjs.map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D:/pasar_fix/node_modules/.bun/drizzle-orm@0.44.7+dd2253f5d79d0b01/node_modules/drizzle-orm/pg-core/columns/vector_extension/sparsevec.d.cts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D:/pasar_fix/node_modules/.bun/drizzle-orm@0.44.7+dd2253f5d79d0b01/node_modules/drizzle-orm/pg-core/columns/vector_extension/sparsevec.d.ts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D:/pasar_fix/node_modules/.bun/drizzle-orm@0.44.7+dd2253f5d79d0b01/node_modules/drizzle-orm/pg-core/columns/vector_extension/sparsevec.js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D:/pasar_fix/node_modules/.bun/drizzle-orm@0.44.7+dd2253f5d79d0b01/node_modules/drizzle-orm/pg-core/columns/vector_extension/sparsevec.js.map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D:/pasar_fix/node_modules/.bun/drizzle-orm@0.44.7+dd2253f5d79d0b01/node_modules/drizzle-orm/pg-core/columns/vector_extension/vector.cjs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D:/pasar_fix/node_modules/.bun/drizzle-orm@0.44.7+dd2253f5d79d0b01/node_modules/drizzle-orm/pg-core/columns/vector_extension/vector.cjs.map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D:/pasar_fix/node_modules/.bun/drizzle-orm@0.44.7+dd2253f5d79d0b01/node_modules/drizzle-orm/pg-core/columns/vector_extension/vector.d.cts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D:/pasar_fix/node_modules/.bun/drizzle-orm@0.44.7+dd2253f5d79d0b01/node_modules/drizzle-orm/pg-core/columns/vector_extension/vector.d.ts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D:/pasar_fix/node_modules/.bun/drizzle-orm@0.44.7+dd2253f5d79d0b01/node_modules/drizzle-orm/pg-core/columns/vector_extension/vector.js</a:t>
            </a:r>
          </a:p>
          <a:p>
            <a:pPr>
              <a:defRPr sz="1200"/>
            </a:pPr>
            <a:r>
              <a:t>D:/pasar_fix/node_modules/.bun/drizzle-orm@0.44.7+dd2253f5d79d0b01/node_modules/drizzle-orm/pg-core/columns/vector_extension/vector.js.map</a:t>
            </a:r>
          </a:p>
          <a:p>
            <a:pPr>
              <a:defRPr sz="1200"/>
            </a:pPr>
            <a:r>
              <a:t>D:/pasar_fix/node_modules/.bun/drizzle-orm@0.44.7+dd2253f5d79d0b01/node_modules/drizzle-orm/pg-core/query-builders/count.cjs</a:t>
            </a:r>
          </a:p>
          <a:p>
            <a:pPr>
              <a:defRPr sz="1200"/>
            </a:pPr>
            <a:r>
              <a:t>D:/pasar_fix/node_modules/.bun/drizzle-orm@0.44.7+dd2253f5d79d0b01/node_modules/drizzle-orm/pg-core/query-builders/count.cjs.map</a:t>
            </a:r>
          </a:p>
          <a:p>
            <a:pPr>
              <a:defRPr sz="1200"/>
            </a:pPr>
            <a:r>
              <a:t>D:/pasar_fix/node_modules/.bun/drizzle-orm@0.44.7+dd2253f5d79d0b01/node_modules/drizzle-orm/pg-core/query-builders/count.d.cts</a:t>
            </a:r>
          </a:p>
          <a:p>
            <a:pPr>
              <a:defRPr sz="1200"/>
            </a:pPr>
            <a:r>
              <a:t>D:/pasar_fix/node_modules/.bun/drizzle-orm@0.44.7+dd2253f5d79d0b01/node_modules/drizzle-orm/pg-core/query-builders/count.d.ts</a:t>
            </a:r>
          </a:p>
          <a:p>
            <a:pPr>
              <a:defRPr sz="1200"/>
            </a:pPr>
            <a:r>
              <a:t>D:/pasar_fix/node_modules/.bun/drizzle-orm@0.44.7+dd2253f5d79d0b01/node_modules/drizzle-orm/pg-core/query-builders/count.js</a:t>
            </a:r>
          </a:p>
          <a:p>
            <a:pPr>
              <a:defRPr sz="1200"/>
            </a:pPr>
            <a:r>
              <a:t>D:/pasar_fix/node_modules/.bun/drizzle-orm@0.44.7+dd2253f5d79d0b01/node_modules/drizzle-orm/pg-core/query-builders/count.js.map</a:t>
            </a:r>
          </a:p>
          <a:p>
            <a:pPr>
              <a:defRPr sz="1200"/>
            </a:pPr>
            <a:r>
              <a:t>D:/pasar_fix/node_modules/.bun/drizzle-orm@0.44.7+dd2253f5d79d0b01/node_modules/drizzle-orm/pg-core/query-builders/delete.cjs</a:t>
            </a:r>
          </a:p>
          <a:p>
            <a:pPr>
              <a:defRPr sz="1200"/>
            </a:pPr>
            <a:r>
              <a:t>D:/pasar_fix/node_modules/.bun/drizzle-orm@0.44.7+dd2253f5d79d0b01/node_modules/drizzle-orm/pg-core/query-builders/delete.cjs.map</a:t>
            </a:r>
          </a:p>
          <a:p>
            <a:pPr>
              <a:defRPr sz="1200"/>
            </a:pPr>
            <a:r>
              <a:t>D:/pasar_fix/node_modules/.bun/drizzle-orm@0.44.7+dd2253f5d79d0b01/node_modules/drizzle-orm/pg-core/query-builders/delete.d.cts</a:t>
            </a:r>
          </a:p>
          <a:p>
            <a:pPr>
              <a:defRPr sz="1200"/>
            </a:pPr>
            <a:r>
              <a:t>D:/pasar_fix/node_modules/.bun/drizzle-orm@0.44.7+dd2253f5d79d0b01/node_modules/drizzle-orm/pg-core/query-builders/delete.d.ts</a:t>
            </a:r>
          </a:p>
          <a:p>
            <a:pPr>
              <a:defRPr sz="1200"/>
            </a:pPr>
            <a:r>
              <a:t>D:/pasar_fix/node_modules/.bun/drizzle-orm@0.44.7+dd2253f5d79d0b01/node_modules/drizzle-orm/pg-core/query-builders/delete.js</a:t>
            </a:r>
          </a:p>
          <a:p>
            <a:pPr>
              <a:defRPr sz="1200"/>
            </a:pPr>
            <a:r>
              <a:t>D:/pasar_fix/node_modules/.bun/drizzle-orm@0.44.7+dd2253f5d79d0b01/node_modules/drizzle-orm/pg-core/query-builders/delete.js.map</a:t>
            </a:r>
          </a:p>
          <a:p>
            <a:pPr>
              <a:defRPr sz="1200"/>
            </a:pPr>
            <a:r>
              <a:t>D:/pasar_fix/node_modules/.bun/drizzle-orm@0.44.7+dd2253f5d79d0b01/node_modules/drizzle-orm/pg-core/query-builders/index.cjs</a:t>
            </a:r>
          </a:p>
          <a:p>
            <a:pPr>
              <a:defRPr sz="1200"/>
            </a:pPr>
            <a:r>
              <a:t>D:/pasar_fix/node_modules/.bun/drizzle-orm@0.44.7+dd2253f5d79d0b01/node_modules/drizzle-orm/pg-core/query-builders/index.cjs.map</a:t>
            </a:r>
          </a:p>
          <a:p>
            <a:pPr>
              <a:defRPr sz="1200"/>
            </a:pPr>
            <a:r>
              <a:t>D:/pasar_fix/node_modules/.bun/drizzle-orm@0.44.7+dd2253f5d79d0b01/node_modules/drizzle-orm/pg-core/query-builders/index.d.cts</a:t>
            </a:r>
          </a:p>
          <a:p>
            <a:pPr>
              <a:defRPr sz="1200"/>
            </a:pPr>
            <a:r>
              <a:t>D:/pasar_fix/node_modules/.bun/drizzle-orm@0.44.7+dd2253f5d79d0b01/node_modules/drizzle-orm/pg-core/query-builders/index.d.ts</a:t>
            </a:r>
          </a:p>
          <a:p>
            <a:pPr>
              <a:defRPr sz="1200"/>
            </a:pPr>
            <a:r>
              <a:t>D:/pasar_fix/node_modules/.bun/drizzle-orm@0.44.7+dd2253f5d79d0b01/node_modules/drizzle-orm/pg-core/query-builders/index.js</a:t>
            </a:r>
          </a:p>
          <a:p>
            <a:pPr>
              <a:defRPr sz="1200"/>
            </a:pPr>
            <a:r>
              <a:t>D:/pasar_fix/node_modules/.bun/drizzle-orm@0.44.7+dd2253f5d79d0b01/node_modules/drizzle-orm/pg-core/query-builders/index.js.map</a:t>
            </a:r>
          </a:p>
          <a:p>
            <a:pPr>
              <a:defRPr sz="1200"/>
            </a:pPr>
            <a:r>
              <a:t>D:/pasar_fix/node_modules/.bun/drizzle-orm@0.44.7+dd2253f5d79d0b01/node_modules/drizzle-orm/pg-core/query-builders/insert.cjs</a:t>
            </a:r>
          </a:p>
          <a:p>
            <a:pPr>
              <a:defRPr sz="1200"/>
            </a:pPr>
            <a:r>
              <a:t>D:/pasar_fix/node_modules/.bun/drizzle-orm@0.44.7+dd2253f5d79d0b01/node_modules/drizzle-orm/pg-core/query-builders/insert.cjs.map</a:t>
            </a:r>
          </a:p>
          <a:p>
            <a:pPr>
              <a:defRPr sz="1200"/>
            </a:pPr>
            <a:r>
              <a:t>D:/pasar_fix/node_modules/.bun/drizzle-orm@0.44.7+dd2253f5d79d0b01/node_modules/drizzle-orm/pg-core/query-builders/insert.d.cts</a:t>
            </a:r>
          </a:p>
          <a:p>
            <a:pPr>
              <a:defRPr sz="1200"/>
            </a:pPr>
            <a:r>
              <a:t>D:/pasar_fix/node_modules/.bun/drizzle-orm@0.44.7+dd2253f5d79d0b01/node_modules/drizzle-orm/pg-core/query-builders/insert.d.ts</a:t>
            </a:r>
          </a:p>
          <a:p>
            <a:pPr>
              <a:defRPr sz="1200"/>
            </a:pPr>
            <a:r>
              <a:t>D:/pasar_fix/node_modules/.bun/drizzle-orm@0.44.7+dd2253f5d79d0b01/node_modules/drizzle-orm/pg-core/query-builders/insert.js</a:t>
            </a:r>
          </a:p>
          <a:p>
            <a:pPr>
              <a:defRPr sz="1200"/>
            </a:pPr>
            <a:r>
              <a:t>D:/pasar_fix/node_modules/.bun/drizzle-orm@0.44.7+dd2253f5d79d0b01/node_modules/drizzle-orm/pg-core/query-builders/insert.js.map</a:t>
            </a:r>
          </a:p>
          <a:p>
            <a:pPr>
              <a:defRPr sz="1200"/>
            </a:pPr>
            <a:r>
              <a:t>D:/pasar_fix/node_modules/.bun/drizzle-orm@0.44.7+dd2253f5d79d0b01/node_modules/drizzle-orm/pg-core/query-builders/query-builder.cjs</a:t>
            </a:r>
          </a:p>
          <a:p>
            <a:pPr>
              <a:defRPr sz="1200"/>
            </a:pPr>
            <a:r>
              <a:t>D:/pasar_fix/node_modules/.bun/drizzle-orm@0.44.7+dd2253f5d79d0b01/node_modules/drizzle-orm/pg-core/query-builders/query-builder.cjs.map</a:t>
            </a:r>
          </a:p>
          <a:p>
            <a:pPr>
              <a:defRPr sz="1200"/>
            </a:pPr>
            <a:r>
              <a:t>D:/pasar_fix/node_modules/.bun/drizzle-orm@0.44.7+dd2253f5d79d0b01/node_modules/drizzle-orm/pg-core/query-builders/query-builder.d.cts</a:t>
            </a:r>
          </a:p>
          <a:p>
            <a:pPr>
              <a:defRPr sz="1200"/>
            </a:pPr>
            <a:r>
              <a:t>D:/pasar_fix/node_modules/.bun/drizzle-orm@0.44.7+dd2253f5d79d0b01/node_modules/drizzle-orm/pg-core/query-builders/query-builder.d.ts</a:t>
            </a:r>
          </a:p>
          <a:p>
            <a:pPr>
              <a:defRPr sz="1200"/>
            </a:pPr>
            <a:r>
              <a:t>D:/pasar_fix/node_modules/.bun/drizzle-orm@0.44.7+dd2253f5d79d0b01/node_modules/drizzle-orm/pg-core/query-builders/query-builder.js</a:t>
            </a:r>
          </a:p>
          <a:p>
            <a:pPr>
              <a:defRPr sz="1200"/>
            </a:pPr>
            <a:r>
              <a:t>D:/pasar_fix/node_modules/.bun/drizzle-orm@0.44.7+dd2253f5d79d0b01/node_modules/drizzle-orm/pg-core/query-builders/query-builder.js.map</a:t>
            </a:r>
          </a:p>
          <a:p>
            <a:pPr>
              <a:defRPr sz="1200"/>
            </a:pPr>
            <a:r>
              <a:t>D:/pasar_fix/node_modules/.bun/drizzle-orm@0.44.7+dd2253f5d79d0b01/node_modules/drizzle-orm/pg-core/query-builders/query.cjs</a:t>
            </a:r>
          </a:p>
          <a:p>
            <a:pPr>
              <a:defRPr sz="1200"/>
            </a:pPr>
            <a:r>
              <a:t>D:/pasar_fix/node_modules/.bun/drizzle-orm@0.44.7+dd2253f5d79d0b01/node_modules/drizzle-orm/pg-core/query-builders/query.cjs.map</a:t>
            </a:r>
          </a:p>
          <a:p>
            <a:pPr>
              <a:defRPr sz="1200"/>
            </a:pPr>
            <a:r>
              <a:t>D:/pasar_fix/node_modules/.bun/drizzle-orm@0.44.7+dd2253f5d79d0b01/node_modules/drizzle-orm/pg-core/query-builders/query.d.cts</a:t>
            </a:r>
          </a:p>
          <a:p>
            <a:pPr>
              <a:defRPr sz="1200"/>
            </a:pPr>
            <a:r>
              <a:t>D:/pasar_fix/node_modules/.bun/drizzle-orm@0.44.7+dd2253f5d79d0b01/node_modules/drizzle-orm/pg-core/query-builders/query.d.ts</a:t>
            </a:r>
          </a:p>
          <a:p>
            <a:pPr>
              <a:defRPr sz="1200"/>
            </a:pPr>
            <a:r>
              <a:t>D:/pasar_fix/node_modules/.bun/drizzle-orm@0.44.7+dd2253f5d79d0b01/node_modules/drizzle-orm/pg-core/query-builders/query.js</a:t>
            </a:r>
          </a:p>
          <a:p>
            <a:pPr>
              <a:defRPr sz="1200"/>
            </a:pPr>
            <a:r>
              <a:t>D:/pasar_fix/node_modules/.bun/drizzle-orm@0.44.7+dd2253f5d79d0b01/node_modules/drizzle-orm/pg-core/query-builders/query.js.map</a:t>
            </a:r>
          </a:p>
          <a:p>
            <a:pPr>
              <a:defRPr sz="1200"/>
            </a:pPr>
            <a:r>
              <a:t>D:/pasar_fix/node_modules/.bun/drizzle-orm@0.44.7+dd2253f5d79d0b01/node_modules/drizzle-orm/pg-core/query-builders/raw.cjs</a:t>
            </a:r>
          </a:p>
          <a:p>
            <a:pPr>
              <a:defRPr sz="1200"/>
            </a:pPr>
            <a:r>
              <a:t>D:/pasar_fix/node_modules/.bun/drizzle-orm@0.44.7+dd2253f5d79d0b01/node_modules/drizzle-orm/pg-core/query-builders/raw.cjs.map</a:t>
            </a:r>
          </a:p>
          <a:p>
            <a:pPr>
              <a:defRPr sz="1200"/>
            </a:pPr>
            <a:r>
              <a:t>D:/pasar_fix/node_modules/.bun/drizzle-orm@0.44.7+dd2253f5d79d0b01/node_modules/drizzle-orm/pg-core/query-builders/raw.d.cts</a:t>
            </a:r>
          </a:p>
          <a:p>
            <a:pPr>
              <a:defRPr sz="1200"/>
            </a:pPr>
            <a:r>
              <a:t>D:/pasar_fix/node_modules/.bun/drizzle-orm@0.44.7+dd2253f5d79d0b01/node_modules/drizzle-orm/pg-core/query-builders/raw.d.ts</a:t>
            </a:r>
          </a:p>
          <a:p>
            <a:pPr>
              <a:defRPr sz="1200"/>
            </a:pPr>
            <a:r>
              <a:t>D:/pasar_fix/node_modules/.bun/drizzle-orm@0.44.7+dd2253f5d79d0b01/node_modules/drizzle-orm/pg-core/query-builders/raw.js</a:t>
            </a:r>
          </a:p>
          <a:p>
            <a:pPr>
              <a:defRPr sz="1200"/>
            </a:pPr>
            <a:r>
              <a:t>D:/pasar_fix/node_modules/.bun/drizzle-orm@0.44.7+dd2253f5d79d0b01/node_modules/drizzle-orm/pg-core/query-builders/raw.js.map</a:t>
            </a:r>
          </a:p>
          <a:p>
            <a:pPr>
              <a:defRPr sz="1200"/>
            </a:pPr>
            <a:r>
              <a:t>D:/pasar_fix/node_modules/.bun/drizzle-orm@0.44.7+dd2253f5d79d0b01/node_modules/drizzle-orm/pg-core/query-builders/refresh-materialized-view.cjs</a:t>
            </a:r>
          </a:p>
          <a:p>
            <a:pPr>
              <a:defRPr sz="1200"/>
            </a:pPr>
            <a:r>
              <a:t>D:/pasar_fix/node_modules/.bun/drizzle-orm@0.44.7+dd2253f5d79d0b01/node_modules/drizzle-orm/pg-core/query-builders/refresh-materialized-view.cjs.map</a:t>
            </a:r>
          </a:p>
          <a:p>
            <a:pPr>
              <a:defRPr sz="1200"/>
            </a:pPr>
            <a:r>
              <a:t>D:/pasar_fix/node_modules/.bun/drizzle-orm@0.44.7+dd2253f5d79d0b01/node_modules/drizzle-orm/pg-core/query-builders/refresh-materialized-view.d.cts</a:t>
            </a:r>
          </a:p>
          <a:p>
            <a:pPr>
              <a:defRPr sz="1200"/>
            </a:pPr>
            <a:r>
              <a:t>D:/pasar_fix/node_modules/.bun/drizzle-orm@0.44.7+dd2253f5d79d0b01/node_modules/drizzle-orm/pg-core/query-builders/refresh-materialized-view.d.ts</a:t>
            </a:r>
          </a:p>
          <a:p>
            <a:pPr>
              <a:defRPr sz="1200"/>
            </a:pPr>
            <a:r>
              <a:t>D:/pasar_fix/node_modules/.bun/drizzle-orm@0.44.7+dd2253f5d79d0b01/node_modules/drizzle-orm/pg-core/query-builders/refresh-materialized-view.js</a:t>
            </a:r>
          </a:p>
          <a:p>
            <a:pPr>
              <a:defRPr sz="1200"/>
            </a:pPr>
            <a:r>
              <a:t>D:/pasar_fix/node_modules/.bun/drizzle-orm@0.44.7+dd2253f5d79d0b01/node_modules/drizzle-orm/pg-core/query-builders/refresh-materialized-view.js.map</a:t>
            </a:r>
          </a:p>
          <a:p>
            <a:pPr>
              <a:defRPr sz="1200"/>
            </a:pPr>
            <a:r>
              <a:t>D:/pasar_fix/node_modules/.bun/drizzle-orm@0.44.7+dd2253f5d79d0b01/node_modules/drizzle-orm/pg-core/query-builders/select.cjs</a:t>
            </a:r>
          </a:p>
          <a:p>
            <a:pPr>
              <a:defRPr sz="1200"/>
            </a:pPr>
            <a:r>
              <a:t>D:/pasar_fix/node_modules/.bun/drizzle-orm@0.44.7+dd2253f5d79d0b01/node_modules/drizzle-orm/pg-core/query-builders/select.cjs.map</a:t>
            </a:r>
          </a:p>
          <a:p>
            <a:pPr>
              <a:defRPr sz="1200"/>
            </a:pPr>
            <a:r>
              <a:t>D:/pasar_fix/node_modules/.bun/drizzle-orm@0.44.7+dd2253f5d79d0b01/node_modules/drizzle-orm/pg-core/query-builders/select.d.cts</a:t>
            </a:r>
          </a:p>
          <a:p>
            <a:pPr>
              <a:defRPr sz="1200"/>
            </a:pPr>
            <a:r>
              <a:t>D:/pasar_fix/node_modules/.bun/drizzle-orm@0.44.7+dd2253f5d79d0b01/node_modules/drizzle-orm/pg-core/query-builders/select.d.ts</a:t>
            </a:r>
          </a:p>
          <a:p>
            <a:pPr>
              <a:defRPr sz="1200"/>
            </a:pPr>
            <a:r>
              <a:t>D:/pasar_fix/node_modules/.bun/drizzle-orm@0.44.7+dd2253f5d79d0b01/node_modules/drizzle-orm/pg-core/query-builders/select.js</a:t>
            </a:r>
          </a:p>
          <a:p>
            <a:pPr>
              <a:defRPr sz="1200"/>
            </a:pPr>
            <a:r>
              <a:t>D:/pasar_fix/node_modules/.bun/drizzle-orm@0.44.7+dd2253f5d79d0b01/node_modules/drizzle-orm/pg-core/query-builders/select.js.map</a:t>
            </a:r>
          </a:p>
          <a:p>
            <a:pPr>
              <a:defRPr sz="1200"/>
            </a:pPr>
            <a:r>
              <a:t>D:/pasar_fix/node_modules/.bun/drizzle-orm@0.44.7+dd2253f5d79d0b01/node_modules/drizzle-orm/pg-core/query-builders/select.types.cjs</a:t>
            </a:r>
          </a:p>
          <a:p>
            <a:pPr>
              <a:defRPr sz="1200"/>
            </a:pPr>
            <a:r>
              <a:t>D:/pasar_fix/node_modules/.bun/drizzle-orm@0.44.7+dd2253f5d79d0b01/node_modules/drizzle-orm/pg-core/query-builders/select.types.cjs.map</a:t>
            </a:r>
          </a:p>
          <a:p>
            <a:pPr>
              <a:defRPr sz="1200"/>
            </a:pPr>
            <a:r>
              <a:t>D:/pasar_fix/node_modules/.bun/drizzle-orm@0.44.7+dd2253f5d79d0b01/node_modules/drizzle-orm/pg-core/query-builders/select.types.d.cts</a:t>
            </a:r>
          </a:p>
          <a:p>
            <a:pPr>
              <a:defRPr sz="1200"/>
            </a:pPr>
            <a:r>
              <a:t>D:/pasar_fix/node_modules/.bun/drizzle-orm@0.44.7+dd2253f5d79d0b01/node_modules/drizzle-orm/pg-core/query-builders/select.types.d.ts</a:t>
            </a:r>
          </a:p>
          <a:p>
            <a:pPr>
              <a:defRPr sz="1200"/>
            </a:pPr>
            <a:r>
              <a:t>D:/pasar_fix/node_modules/.bun/drizzle-orm@0.44.7+dd2253f5d79d0b01/node_modules/drizzle-orm/pg-core/query-builders/select.types.js</a:t>
            </a:r>
          </a:p>
          <a:p>
            <a:pPr>
              <a:defRPr sz="1200"/>
            </a:pPr>
            <a:r>
              <a:t>D:/pasar_fix/node_modules/.bun/drizzle-orm@0.44.7+dd2253f5d79d0b01/node_modules/drizzle-orm/pg-core/query-builders/select.types.js.map</a:t>
            </a:r>
          </a:p>
          <a:p>
            <a:pPr>
              <a:defRPr sz="1200"/>
            </a:pPr>
            <a:r>
              <a:t>D:/pasar_fix/node_modules/.bun/drizzle-orm@0.44.7+dd2253f5d79d0b01/node_modules/drizzle-orm/pg-core/query-builders/update.cjs</a:t>
            </a:r>
          </a:p>
          <a:p>
            <a:pPr>
              <a:defRPr sz="1200"/>
            </a:pPr>
            <a:r>
              <a:t>D:/pasar_fix/node_modules/.bun/drizzle-orm@0.44.7+dd2253f5d79d0b01/node_modules/drizzle-orm/pg-core/query-builders/update.cjs.map</a:t>
            </a:r>
          </a:p>
          <a:p>
            <a:pPr>
              <a:defRPr sz="1200"/>
            </a:pPr>
            <a:r>
              <a:t>D:/pasar_fix/node_modules/.bun/drizzle-orm@0.44.7+dd2253f5d79d0b01/node_modules/drizzle-orm/pg-core/query-builders/update.d.cts</a:t>
            </a:r>
          </a:p>
          <a:p>
            <a:pPr>
              <a:defRPr sz="1200"/>
            </a:pPr>
            <a:r>
              <a:t>D:/pasar_fix/node_modules/.bun/drizzle-orm@0.44.7+dd2253f5d79d0b01/node_modules/drizzle-orm/pg-core/query-builders/update.d.ts</a:t>
            </a:r>
          </a:p>
          <a:p>
            <a:pPr>
              <a:defRPr sz="1200"/>
            </a:pPr>
            <a:r>
              <a:t>D:/pasar_fix/node_modules/.bun/drizzle-orm@0.44.7+dd2253f5d79d0b01/node_modules/drizzle-orm/pg-core/query-builders/update.js</a:t>
            </a:r>
          </a:p>
          <a:p>
            <a:pPr>
              <a:defRPr sz="1200"/>
            </a:pPr>
            <a:r>
              <a:t>D:/pasar_fix/node_modules/.bun/drizzle-orm@0.44.7+dd2253f5d79d0b01/node_modules/drizzle-orm/pg-core/query-builders/update.js.map</a:t>
            </a:r>
          </a:p>
          <a:p>
            <a:pPr>
              <a:defRPr sz="1200"/>
            </a:pPr>
            <a:r>
              <a:t>D:/pasar_fix/node_modules/.bun/drizzle-orm@0.44.7+dd2253f5d79d0b01/node_modules/drizzle-orm/pg-core/utils/array.cjs</a:t>
            </a:r>
          </a:p>
          <a:p>
            <a:pPr>
              <a:defRPr sz="1200"/>
            </a:pPr>
            <a:r>
              <a:t>D:/pasar_fix/node_modules/.bun/drizzle-orm@0.44.7+dd2253f5d79d0b01/node_modules/drizzle-orm/pg-core/utils/array.cjs.map</a:t>
            </a:r>
          </a:p>
          <a:p>
            <a:pPr>
              <a:defRPr sz="1200"/>
            </a:pPr>
            <a:r>
              <a:t>D:/pasar_fix/node_modules/.bun/drizzle-orm@0.44.7+dd2253f5d79d0b01/node_modules/drizzle-orm/pg-core/utils/array.d.cts</a:t>
            </a:r>
          </a:p>
          <a:p>
            <a:pPr>
              <a:defRPr sz="1200"/>
            </a:pPr>
            <a:r>
              <a:t>D:/pasar_fix/node_modules/.bun/drizzle-orm@0.44.7+dd2253f5d79d0b01/node_modules/drizzle-orm/pg-core/utils/array.d.ts</a:t>
            </a:r>
          </a:p>
          <a:p>
            <a:pPr>
              <a:defRPr sz="1200"/>
            </a:pPr>
            <a:r>
              <a:t>D:/pasar_fix/node_modules/.bun/drizzle-orm@0.44.7+dd2253f5d79d0b01/node_modules/drizzle-orm/pg-core/utils/array.js</a:t>
            </a:r>
          </a:p>
          <a:p>
            <a:pPr>
              <a:defRPr sz="1200"/>
            </a:pPr>
            <a:r>
              <a:t>D:/pasar_fix/node_modules/.bun/drizzle-orm@0.44.7+dd2253f5d79d0b01/node_modules/drizzle-orm/pg-core/utils/array.js.map</a:t>
            </a:r>
          </a:p>
          <a:p>
            <a:pPr>
              <a:defRPr sz="1200"/>
            </a:pPr>
            <a:r>
              <a:t>D:/pasar_fix/node_modules/.bun/drizzle-orm@0.44.7+dd2253f5d79d0b01/node_modules/drizzle-orm/pg-core/utils/index.cjs</a:t>
            </a:r>
          </a:p>
          <a:p>
            <a:pPr>
              <a:defRPr sz="1200"/>
            </a:pPr>
            <a:r>
              <a:t>D:/pasar_fix/node_modules/.bun/drizzle-orm@0.44.7+dd2253f5d79d0b01/node_modules/drizzle-orm/pg-core/utils/index.cjs.map</a:t>
            </a:r>
          </a:p>
          <a:p>
            <a:pPr>
              <a:defRPr sz="1200"/>
            </a:pPr>
            <a:r>
              <a:t>D:/pasar_fix/node_modules/.bun/drizzle-orm@0.44.7+dd2253f5d79d0b01/node_modules/drizzle-orm/pg-core/utils/index.d.cts</a:t>
            </a:r>
          </a:p>
          <a:p>
            <a:pPr>
              <a:defRPr sz="1200"/>
            </a:pPr>
            <a:r>
              <a:t>D:/pasar_fix/node_modules/.bun/drizzle-orm@0.44.7+dd2253f5d79d0b01/node_modules/drizzle-orm/pg-core/utils/index.d.ts</a:t>
            </a:r>
          </a:p>
          <a:p>
            <a:pPr>
              <a:defRPr sz="1200"/>
            </a:pPr>
            <a:r>
              <a:t>D:/pasar_fix/node_modules/.bun/drizzle-orm@0.44.7+dd2253f5d79d0b01/node_modules/drizzle-orm/pg-core/utils/index.js</a:t>
            </a:r>
          </a:p>
          <a:p>
            <a:pPr>
              <a:defRPr sz="1200"/>
            </a:pPr>
            <a:r>
              <a:t>D:/pasar_fix/node_modules/.bun/drizzle-orm@0.44.7+dd2253f5d79d0b01/node_modules/drizzle-orm/pg-core/utils/index.js.map</a:t>
            </a:r>
          </a:p>
          <a:p>
            <a:pPr>
              <a:defRPr sz="1200"/>
            </a:pPr>
            <a:r>
              <a:t>D:/pasar_fix/node_modules/.bun/drizzle-orm@0.44.7+dd2253f5d79d0b01/node_modules/drizzle-orm/pg-proxy/driver.cjs</a:t>
            </a:r>
          </a:p>
          <a:p>
            <a:pPr>
              <a:defRPr sz="1200"/>
            </a:pPr>
            <a:r>
              <a:t>D:/pasar_fix/node_modules/.bun/drizzle-orm@0.44.7+dd2253f5d79d0b01/node_modules/drizzle-orm/pg-proxy/driver.cjs.map</a:t>
            </a:r>
          </a:p>
          <a:p>
            <a:pPr>
              <a:defRPr sz="1200"/>
            </a:pPr>
            <a:r>
              <a:t>D:/pasar_fix/node_modules/.bun/drizzle-orm@0.44.7+dd2253f5d79d0b01/node_modules/drizzle-orm/pg-proxy/driver.d.cts</a:t>
            </a:r>
          </a:p>
          <a:p>
            <a:pPr>
              <a:defRPr sz="1200"/>
            </a:pPr>
            <a:r>
              <a:t>D:/pasar_fix/node_modules/.bun/drizzle-orm@0.44.7+dd2253f5d79d0b01/node_modules/drizzle-orm/pg-proxy/driver.d.ts</a:t>
            </a:r>
          </a:p>
          <a:p>
            <a:pPr>
              <a:defRPr sz="1200"/>
            </a:pPr>
            <a:r>
              <a:t>D:/pasar_fix/node_modules/.bun/drizzle-orm@0.44.7+dd2253f5d79d0b01/node_modules/drizzle-orm/pg-proxy/driver.js</a:t>
            </a:r>
          </a:p>
          <a:p>
            <a:pPr>
              <a:defRPr sz="1200"/>
            </a:pPr>
            <a:r>
              <a:t>D:/pasar_fix/node_modules/.bun/drizzle-orm@0.44.7+dd2253f5d79d0b01/node_modules/drizzle-orm/pg-proxy/driver.js.map</a:t>
            </a:r>
          </a:p>
          <a:p>
            <a:pPr>
              <a:defRPr sz="1200"/>
            </a:pPr>
            <a:r>
              <a:t>D:/pasar_fix/node_modules/.bun/drizzle-orm@0.44.7+dd2253f5d79d0b01/node_modules/drizzle-orm/pg-proxy/index.cjs</a:t>
            </a:r>
          </a:p>
          <a:p>
            <a:pPr>
              <a:defRPr sz="1200"/>
            </a:pPr>
            <a:r>
              <a:t>D:/pasar_fix/node_modules/.bun/drizzle-orm@0.44.7+dd2253f5d79d0b01/node_modules/drizzle-orm/pg-proxy/index.cjs.map</a:t>
            </a:r>
          </a:p>
          <a:p>
            <a:pPr>
              <a:defRPr sz="1200"/>
            </a:pPr>
            <a:r>
              <a:t>D:/pasar_fix/node_modules/.bun/drizzle-orm@0.44.7+dd2253f5d79d0b01/node_modules/drizzle-orm/pg-proxy/index.d.cts</a:t>
            </a:r>
          </a:p>
          <a:p>
            <a:pPr>
              <a:defRPr sz="1200"/>
            </a:pPr>
            <a:r>
              <a:t>D:/pasar_fix/node_modules/.bun/drizzle-orm@0.44.7+dd2253f5d79d0b01/node_modules/drizzle-orm/pg-proxy/index.d.ts</a:t>
            </a:r>
          </a:p>
          <a:p>
            <a:pPr>
              <a:defRPr sz="1200"/>
            </a:pPr>
            <a:r>
              <a:t>D:/pasar_fix/node_modules/.bun/drizzle-orm@0.44.7+dd2253f5d79d0b01/node_modules/drizzle-orm/pg-proxy/index.js</a:t>
            </a:r>
          </a:p>
          <a:p>
            <a:pPr>
              <a:defRPr sz="1200"/>
            </a:pPr>
            <a:r>
              <a:t>D:/pasar_fix/node_modules/.bun/drizzle-orm@0.44.7+dd2253f5d79d0b01/node_modules/drizzle-orm/pg-proxy/index.js.map</a:t>
            </a:r>
          </a:p>
          <a:p>
            <a:pPr>
              <a:defRPr sz="1200"/>
            </a:pPr>
            <a:r>
              <a:t>D:/pasar_fix/node_modules/.bun/drizzle-orm@0.44.7+dd2253f5d79d0b01/node_modules/drizzle-orm/pg-proxy/migrator.cjs</a:t>
            </a:r>
          </a:p>
          <a:p>
            <a:pPr>
              <a:defRPr sz="1200"/>
            </a:pPr>
            <a:r>
              <a:t>D:/pasar_fix/node_modules/.bun/drizzle-orm@0.44.7+dd2253f5d79d0b01/node_modules/drizzle-orm/pg-proxy/migrator.cjs.map</a:t>
            </a:r>
          </a:p>
          <a:p>
            <a:pPr>
              <a:defRPr sz="1200"/>
            </a:pPr>
            <a:r>
              <a:t>D:/pasar_fix/node_modules/.bun/drizzle-orm@0.44.7+dd2253f5d79d0b01/node_modules/drizzle-orm/pg-proxy/migrator.d.cts</a:t>
            </a:r>
          </a:p>
          <a:p>
            <a:pPr>
              <a:defRPr sz="1200"/>
            </a:pPr>
            <a:r>
              <a:t>D:/pasar_fix/node_modules/.bun/drizzle-orm@0.44.7+dd2253f5d79d0b01/node_modules/drizzle-orm/pg-proxy/migrator.d.ts</a:t>
            </a:r>
          </a:p>
          <a:p>
            <a:pPr>
              <a:defRPr sz="1200"/>
            </a:pPr>
            <a:r>
              <a:t>D:/pasar_fix/node_modules/.bun/drizzle-orm@0.44.7+dd2253f5d79d0b01/node_modules/drizzle-orm/pg-proxy/migrator.js</a:t>
            </a:r>
          </a:p>
          <a:p>
            <a:pPr>
              <a:defRPr sz="1200"/>
            </a:pPr>
            <a:r>
              <a:t>D:/pasar_fix/node_modules/.bun/drizzle-orm@0.44.7+dd2253f5d79d0b01/node_modules/drizzle-orm/pg-proxy/migrator.js.map</a:t>
            </a:r>
          </a:p>
          <a:p>
            <a:pPr>
              <a:defRPr sz="1200"/>
            </a:pPr>
            <a:r>
              <a:t>D:/pasar_fix/node_modules/.bun/drizzle-orm@0.44.7+dd2253f5d79d0b01/node_modules/drizzle-orm/pg-proxy/session.cjs</a:t>
            </a:r>
          </a:p>
          <a:p>
            <a:pPr>
              <a:defRPr sz="1200"/>
            </a:pPr>
            <a:r>
              <a:t>D:/pasar_fix/node_modules/.bun/drizzle-orm@0.44.7+dd2253f5d79d0b01/node_modules/drizzle-orm/pg-proxy/session.cjs.map</a:t>
            </a:r>
          </a:p>
          <a:p>
            <a:pPr>
              <a:defRPr sz="1200"/>
            </a:pPr>
            <a:r>
              <a:t>D:/pasar_fix/node_modules/.bun/drizzle-orm@0.44.7+dd2253f5d79d0b01/node_modules/drizzle-orm/pg-proxy/session.d.cts</a:t>
            </a:r>
          </a:p>
          <a:p>
            <a:pPr>
              <a:defRPr sz="1200"/>
            </a:pPr>
            <a:r>
              <a:t>D:/pasar_fix/node_modules/.bun/drizzle-orm@0.44.7+dd2253f5d79d0b01/node_modules/drizzle-orm/pg-proxy/session.d.ts</a:t>
            </a:r>
          </a:p>
          <a:p>
            <a:pPr>
              <a:defRPr sz="1200"/>
            </a:pPr>
            <a:r>
              <a:t>D:/pasar_fix/node_modules/.bun/drizzle-orm@0.44.7+dd2253f5d79d0b01/node_modules/drizzle-orm/pg-proxy/session.js</a:t>
            </a:r>
          </a:p>
          <a:p>
            <a:pPr>
              <a:defRPr sz="1200"/>
            </a:pPr>
            <a:r>
              <a:t>D:/pasar_fix/node_modules/.bun/drizzle-orm@0.44.7+dd2253f5d79d0b01/node_modules/drizzle-orm/pg-proxy/session.js.map</a:t>
            </a:r>
          </a:p>
          <a:p>
            <a:pPr>
              <a:defRPr sz="1200"/>
            </a:pPr>
            <a:r>
              <a:t>D:/pasar_fix/node_modules/.bun/drizzle-orm@0.44.7+dd2253f5d79d0b01/node_modules/drizzle-orm/pglite/driver.cjs</a:t>
            </a:r>
          </a:p>
          <a:p>
            <a:pPr>
              <a:defRPr sz="1200"/>
            </a:pPr>
            <a:r>
              <a:t>D:/pasar_fix/node_modules/.bun/drizzle-orm@0.44.7+dd2253f5d79d0b01/node_modules/drizzle-orm/pglite/driver.cjs.map</a:t>
            </a:r>
          </a:p>
          <a:p>
            <a:pPr>
              <a:defRPr sz="1200"/>
            </a:pPr>
            <a:r>
              <a:t>D:/pasar_fix/node_modules/.bun/drizzle-orm@0.44.7+dd2253f5d79d0b01/node_modules/drizzle-orm/pglite/driver.d.cts</a:t>
            </a:r>
          </a:p>
          <a:p>
            <a:pPr>
              <a:defRPr sz="1200"/>
            </a:pPr>
            <a:r>
              <a:t>D:/pasar_fix/node_modules/.bun/drizzle-orm@0.44.7+dd2253f5d79d0b01/node_modules/drizzle-orm/pglite/driver.d.ts</a:t>
            </a:r>
          </a:p>
          <a:p>
            <a:pPr>
              <a:defRPr sz="1200"/>
            </a:pPr>
            <a:r>
              <a:t>D:/pasar_fix/node_modules/.bun/drizzle-orm@0.44.7+dd2253f5d79d0b01/node_modules/drizzle-orm/pglite/driver.js</a:t>
            </a:r>
          </a:p>
          <a:p>
            <a:pPr>
              <a:defRPr sz="1200"/>
            </a:pPr>
            <a:r>
              <a:t>D:/pasar_fix/node_modules/.bun/drizzle-orm@0.44.7+dd2253f5d79d0b01/node_modules/drizzle-orm/pglite/driver.js.map</a:t>
            </a:r>
          </a:p>
          <a:p>
            <a:pPr>
              <a:defRPr sz="1200"/>
            </a:pPr>
            <a:r>
              <a:t>D:/pasar_fix/node_modules/.bun/drizzle-orm@0.44.7+dd2253f5d79d0b01/node_modules/drizzle-orm/pglite/index.cjs</a:t>
            </a:r>
          </a:p>
          <a:p>
            <a:pPr>
              <a:defRPr sz="1200"/>
            </a:pPr>
            <a:r>
              <a:t>D:/pasar_fix/node_modules/.bun/drizzle-orm@0.44.7+dd2253f5d79d0b01/node_modules/drizzle-orm/pglite/index.cjs.map</a:t>
            </a:r>
          </a:p>
          <a:p>
            <a:pPr>
              <a:defRPr sz="1200"/>
            </a:pPr>
            <a:r>
              <a:t>D:/pasar_fix/node_modules/.bun/drizzle-orm@0.44.7+dd2253f5d79d0b01/node_modules/drizzle-orm/pglite/index.d.cts</a:t>
            </a:r>
          </a:p>
          <a:p>
            <a:pPr>
              <a:defRPr sz="1200"/>
            </a:pPr>
            <a:r>
              <a:t>D:/pasar_fix/node_modules/.bun/drizzle-orm@0.44.7+dd2253f5d79d0b01/node_modules/drizzle-orm/pglite/index.d.ts</a:t>
            </a:r>
          </a:p>
          <a:p>
            <a:pPr>
              <a:defRPr sz="1200"/>
            </a:pPr>
            <a:r>
              <a:t>D:/pasar_fix/node_modules/.bun/drizzle-orm@0.44.7+dd2253f5d79d0b01/node_modules/drizzle-orm/pglite/index.js</a:t>
            </a:r>
          </a:p>
          <a:p>
            <a:pPr>
              <a:defRPr sz="1200"/>
            </a:pPr>
            <a:r>
              <a:t>D:/pasar_fix/node_modules/.bun/drizzle-orm@0.44.7+dd2253f5d79d0b01/node_modules/drizzle-orm/pglite/index.js.map</a:t>
            </a:r>
          </a:p>
          <a:p>
            <a:pPr>
              <a:defRPr sz="1200"/>
            </a:pPr>
            <a:r>
              <a:t>D:/pasar_fix/node_modules/.bun/drizzle-orm@0.44.7+dd2253f5d79d0b01/node_modules/drizzle-orm/pglite/migrator.cjs</a:t>
            </a:r>
          </a:p>
          <a:p>
            <a:pPr>
              <a:defRPr sz="1200"/>
            </a:pPr>
            <a:r>
              <a:t>D:/pasar_fix/node_modules/.bun/drizzle-orm@0.44.7+dd2253f5d79d0b01/node_modules/drizzle-orm/pglite/migrator.cjs.map</a:t>
            </a:r>
          </a:p>
          <a:p>
            <a:pPr>
              <a:defRPr sz="1200"/>
            </a:pPr>
            <a:r>
              <a:t>D:/pasar_fix/node_modules/.bun/drizzle-orm@0.44.7+dd2253f5d79d0b01/node_modules/drizzle-orm/pglite/migrator.d.cts</a:t>
            </a:r>
          </a:p>
          <a:p>
            <a:pPr>
              <a:defRPr sz="1200"/>
            </a:pPr>
            <a:r>
              <a:t>D:/pasar_fix/node_modules/.bun/drizzle-orm@0.44.7+dd2253f5d79d0b01/node_modules/drizzle-orm/pglite/migrator.d.ts</a:t>
            </a:r>
          </a:p>
          <a:p>
            <a:pPr>
              <a:defRPr sz="1200"/>
            </a:pPr>
            <a:r>
              <a:t>D:/pasar_fix/node_modules/.bun/drizzle-orm@0.44.7+dd2253f5d79d0b01/node_modules/drizzle-orm/pglite/migrator.js</a:t>
            </a:r>
          </a:p>
          <a:p>
            <a:pPr>
              <a:defRPr sz="1200"/>
            </a:pPr>
            <a:r>
              <a:t>D:/pasar_fix/node_modules/.bun/drizzle-orm@0.44.7+dd2253f5d79d0b01/node_modules/drizzle-orm/pglite/migrator.js.map</a:t>
            </a:r>
          </a:p>
          <a:p>
            <a:pPr>
              <a:defRPr sz="1200"/>
            </a:pPr>
            <a:r>
              <a:t>D:/pasar_fix/node_modules/.bun/drizzle-orm@0.44.7+dd2253f5d79d0b01/node_modules/drizzle-orm/pglite/session.cjs</a:t>
            </a:r>
          </a:p>
          <a:p>
            <a:pPr>
              <a:defRPr sz="1200"/>
            </a:pPr>
            <a:r>
              <a:t>D:/pasar_fix/node_modules/.bun/drizzle-orm@0.44.7+dd2253f5d79d0b01/node_modules/drizzle-orm/pglite/session.cjs.map</a:t>
            </a:r>
          </a:p>
          <a:p>
            <a:pPr>
              <a:defRPr sz="1200"/>
            </a:pPr>
            <a:r>
              <a:t>D:/pasar_fix/node_modules/.bun/drizzle-orm@0.44.7+dd2253f5d79d0b01/node_modules/drizzle-orm/pglite/session.d.cts</a:t>
            </a:r>
          </a:p>
          <a:p>
            <a:pPr>
              <a:defRPr sz="1200"/>
            </a:pPr>
            <a:r>
              <a:t>D:/pasar_fix/node_modules/.bun/drizzle-orm@0.44.7+dd2253f5d79d0b01/node_modules/drizzle-orm/pglite/session.d.ts</a:t>
            </a:r>
          </a:p>
          <a:p>
            <a:pPr>
              <a:defRPr sz="1200"/>
            </a:pPr>
            <a:r>
              <a:t>D:/pasar_fix/node_modules/.bun/drizzle-orm@0.44.7+dd2253f5d79d0b01/node_modules/drizzle-orm/pglite/session.js</a:t>
            </a:r>
          </a:p>
          <a:p>
            <a:pPr>
              <a:defRPr sz="1200"/>
            </a:pPr>
            <a:r>
              <a:t>D:/pasar_fix/node_modules/.bun/drizzle-orm@0.44.7+dd2253f5d79d0b01/node_modules/drizzle-orm/pglite/session.js.map</a:t>
            </a:r>
          </a:p>
          <a:p>
            <a:pPr>
              <a:defRPr sz="1200"/>
            </a:pPr>
            <a:r>
              <a:t>D:/pasar_fix/node_modules/.bun/drizzle-orm@0.44.7+dd2253f5d79d0b01/node_modules/drizzle-orm/planetscale-serverless/driver.cjs</a:t>
            </a:r>
          </a:p>
          <a:p>
            <a:pPr>
              <a:defRPr sz="1200"/>
            </a:pPr>
            <a:r>
              <a:t>D:/pasar_fix/node_modules/.bun/drizzle-orm@0.44.7+dd2253f5d79d0b01/node_modules/drizzle-orm/planetscale-serverless/driver.cjs.map</a:t>
            </a:r>
          </a:p>
          <a:p>
            <a:pPr>
              <a:defRPr sz="1200"/>
            </a:pPr>
            <a:r>
              <a:t>D:/pasar_fix/node_modules/.bun/drizzle-orm@0.44.7+dd2253f5d79d0b01/node_modules/drizzle-orm/planetscale-serverless/driver.d.cts</a:t>
            </a:r>
          </a:p>
          <a:p>
            <a:pPr>
              <a:defRPr sz="1200"/>
            </a:pPr>
            <a:r>
              <a:t>D:/pasar_fix/node_modules/.bun/drizzle-orm@0.44.7+dd2253f5d79d0b01/node_modules/drizzle-orm/planetscale-serverless/driver.d.ts</a:t>
            </a:r>
          </a:p>
          <a:p>
            <a:pPr>
              <a:defRPr sz="1200"/>
            </a:pPr>
            <a:r>
              <a:t>D:/pasar_fix/node_modules/.bun/drizzle-orm@0.44.7+dd2253f5d79d0b01/node_modules/drizzle-orm/planetscale-serverless/driver.js</a:t>
            </a:r>
          </a:p>
          <a:p>
            <a:pPr>
              <a:defRPr sz="1200"/>
            </a:pPr>
            <a:r>
              <a:t>D:/pasar_fix/node_modules/.bun/drizzle-orm@0.44.7+dd2253f5d79d0b01/node_modules/drizzle-orm/planetscale-serverless/driver.js.map</a:t>
            </a:r>
          </a:p>
          <a:p>
            <a:pPr>
              <a:defRPr sz="1200"/>
            </a:pPr>
            <a:r>
              <a:t>D:/pasar_fix/node_modules/.bun/drizzle-orm@0.44.7+dd2253f5d79d0b01/node_modules/drizzle-orm/planetscale-serverless/index.cjs</a:t>
            </a:r>
          </a:p>
          <a:p>
            <a:pPr>
              <a:defRPr sz="1200"/>
            </a:pPr>
            <a:r>
              <a:t>D:/pasar_fix/node_modules/.bun/drizzle-orm@0.44.7+dd2253f5d79d0b01/node_modules/drizzle-orm/planetscale-serverless/index.cjs.map</a:t>
            </a:r>
          </a:p>
          <a:p>
            <a:pPr>
              <a:defRPr sz="1200"/>
            </a:pPr>
            <a:r>
              <a:t>D:/pasar_fix/node_modules/.bun/drizzle-orm@0.44.7+dd2253f5d79d0b01/node_modules/drizzle-orm/planetscale-serverless/index.d.cts</a:t>
            </a:r>
          </a:p>
          <a:p>
            <a:pPr>
              <a:defRPr sz="1200"/>
            </a:pPr>
            <a:r>
              <a:t>D:/pasar_fix/node_modules/.bun/drizzle-orm@0.44.7+dd2253f5d79d0b01/node_modules/drizzle-orm/planetscale-serverless/index.d.ts</a:t>
            </a:r>
          </a:p>
          <a:p>
            <a:pPr>
              <a:defRPr sz="1200"/>
            </a:pPr>
            <a:r>
              <a:t>D:/pasar_fix/node_modules/.bun/drizzle-orm@0.44.7+dd2253f5d79d0b01/node_modules/drizzle-orm/planetscale-serverless/index.js</a:t>
            </a:r>
          </a:p>
          <a:p>
            <a:pPr>
              <a:defRPr sz="1200"/>
            </a:pPr>
            <a:r>
              <a:t>D:/pasar_fix/node_modules/.bun/drizzle-orm@0.44.7+dd2253f5d79d0b01/node_modules/drizzle-orm/planetscale-serverless/index.js.map</a:t>
            </a:r>
          </a:p>
          <a:p>
            <a:pPr>
              <a:defRPr sz="1200"/>
            </a:pPr>
            <a:r>
              <a:t>D:/pasar_fix/node_modules/.bun/drizzle-orm@0.44.7+dd2253f5d79d0b01/node_modules/drizzle-orm/planetscale-serverless/migrator.cjs</a:t>
            </a:r>
          </a:p>
          <a:p>
            <a:pPr>
              <a:defRPr sz="1200"/>
            </a:pPr>
            <a:r>
              <a:t>D:/pasar_fix/node_modules/.bun/drizzle-orm@0.44.7+dd2253f5d79d0b01/node_modules/drizzle-orm/planetscale-serverless/migrator.cjs.map</a:t>
            </a:r>
          </a:p>
          <a:p>
            <a:pPr>
              <a:defRPr sz="1200"/>
            </a:pPr>
            <a:r>
              <a:t>D:/pasar_fix/node_modules/.bun/drizzle-orm@0.44.7+dd2253f5d79d0b01/node_modules/drizzle-orm/planetscale-serverless/migrator.d.cts</a:t>
            </a:r>
          </a:p>
          <a:p>
            <a:pPr>
              <a:defRPr sz="1200"/>
            </a:pPr>
            <a:r>
              <a:t>D:/pasar_fix/node_modules/.bun/drizzle-orm@0.44.7+dd2253f5d79d0b01/node_modules/drizzle-orm/planetscale-serverless/migrator.d.ts</a:t>
            </a:r>
          </a:p>
          <a:p>
            <a:pPr>
              <a:defRPr sz="1200"/>
            </a:pPr>
            <a:r>
              <a:t>D:/pasar_fix/node_modules/.bun/drizzle-orm@0.44.7+dd2253f5d79d0b01/node_modules/drizzle-orm/planetscale-serverless/migrator.js</a:t>
            </a:r>
          </a:p>
          <a:p>
            <a:pPr>
              <a:defRPr sz="1200"/>
            </a:pPr>
            <a:r>
              <a:t>D:/pasar_fix/node_modules/.bun/drizzle-orm@0.44.7+dd2253f5d79d0b01/node_modules/drizzle-orm/planetscale-serverless/migrator.js.map</a:t>
            </a:r>
          </a:p>
          <a:p>
            <a:pPr>
              <a:defRPr sz="1200"/>
            </a:pPr>
            <a:r>
              <a:t>D:/pasar_fix/node_modules/.bun/drizzle-orm@0.44.7+dd2253f5d79d0b01/node_modules/drizzle-orm/planetscale-serverless/session.cjs</a:t>
            </a:r>
          </a:p>
          <a:p>
            <a:pPr>
              <a:defRPr sz="1200"/>
            </a:pPr>
            <a:r>
              <a:t>D:/pasar_fix/node_modules/.bun/drizzle-orm@0.44.7+dd2253f5d79d0b01/node_modules/drizzle-orm/planetscale-serverless/session.cjs.map</a:t>
            </a:r>
          </a:p>
          <a:p>
            <a:pPr>
              <a:defRPr sz="1200"/>
            </a:pPr>
            <a:r>
              <a:t>D:/pasar_fix/node_modules/.bun/drizzle-orm@0.44.7+dd2253f5d79d0b01/node_modules/drizzle-orm/planetscale-serverless/session.d.cts</a:t>
            </a:r>
          </a:p>
          <a:p>
            <a:pPr>
              <a:defRPr sz="1200"/>
            </a:pPr>
            <a:r>
              <a:t>D:/pasar_fix/node_modules/.bun/drizzle-orm@0.44.7+dd2253f5d79d0b01/node_modules/drizzle-orm/planetscale-serverless/session.d.ts</a:t>
            </a:r>
          </a:p>
          <a:p>
            <a:pPr>
              <a:defRPr sz="1200"/>
            </a:pPr>
            <a:r>
              <a:t>D:/pasar_fix/node_modules/.bun/drizzle-orm@0.44.7+dd2253f5d79d0b01/node_modules/drizzle-orm/planetscale-serverless/session.js</a:t>
            </a:r>
          </a:p>
          <a:p>
            <a:pPr>
              <a:defRPr sz="1200"/>
            </a:pPr>
            <a:r>
              <a:t>D:/pasar_fix/node_modules/.bun/drizzle-orm@0.44.7+dd2253f5d79d0b01/node_modules/drizzle-orm/planetscale-serverless/session.js.map</a:t>
            </a:r>
          </a:p>
          <a:p>
            <a:pPr>
              <a:defRPr sz="1200"/>
            </a:pPr>
            <a:r>
              <a:t>D:/pasar_fix/node_modules/.bun/drizzle-orm@0.44.7+dd2253f5d79d0b01/node_modules/drizzle-orm/postgres-js/driver.cjs</a:t>
            </a:r>
          </a:p>
          <a:p>
            <a:pPr>
              <a:defRPr sz="1200"/>
            </a:pPr>
            <a:r>
              <a:t>D:/pasar_fix/node_modules/.bun/drizzle-orm@0.44.7+dd2253f5d79d0b01/node_modules/drizzle-orm/postgres-js/driver.cjs.map</a:t>
            </a:r>
          </a:p>
          <a:p>
            <a:pPr>
              <a:defRPr sz="1200"/>
            </a:pPr>
            <a:r>
              <a:t>D:/pasar_fix/node_modules/.bun/drizzle-orm@0.44.7+dd2253f5d79d0b01/node_modules/drizzle-orm/postgres-js/driver.d.cts</a:t>
            </a:r>
          </a:p>
          <a:p>
            <a:pPr>
              <a:defRPr sz="1200"/>
            </a:pPr>
            <a:r>
              <a:t>D:/pasar_fix/node_modules/.bun/drizzle-orm@0.44.7+dd2253f5d79d0b01/node_modules/drizzle-orm/postgres-js/driver.d.ts</a:t>
            </a:r>
          </a:p>
          <a:p>
            <a:pPr>
              <a:defRPr sz="1200"/>
            </a:pPr>
            <a:r>
              <a:t>D:/pasar_fix/node_modules/.bun/drizzle-orm@0.44.7+dd2253f5d79d0b01/node_modules/drizzle-orm/postgres-js/driver.js</a:t>
            </a:r>
          </a:p>
          <a:p>
            <a:pPr>
              <a:defRPr sz="1200"/>
            </a:pPr>
            <a:r>
              <a:t>D:/pasar_fix/node_modules/.bun/drizzle-orm@0.44.7+dd2253f5d79d0b01/node_modules/drizzle-orm/postgres-js/driver.js.map</a:t>
            </a:r>
          </a:p>
          <a:p>
            <a:pPr>
              <a:defRPr sz="1200"/>
            </a:pPr>
            <a:r>
              <a:t>D:/pasar_fix/node_modules/.bun/drizzle-orm@0.44.7+dd2253f5d79d0b01/node_modules/drizzle-orm/postgres-js/index.cjs</a:t>
            </a:r>
          </a:p>
          <a:p>
            <a:pPr>
              <a:defRPr sz="1200"/>
            </a:pPr>
            <a:r>
              <a:t>D:/pasar_fix/node_modules/.bun/drizzle-orm@0.44.7+dd2253f5d79d0b01/node_modules/drizzle-orm/postgres-js/index.cjs.map</a:t>
            </a:r>
          </a:p>
          <a:p>
            <a:pPr>
              <a:defRPr sz="1200"/>
            </a:pPr>
            <a:r>
              <a:t>D:/pasar_fix/node_modules/.bun/drizzle-orm@0.44.7+dd2253f5d79d0b01/node_modules/drizzle-orm/postgres-js/index.d.cts</a:t>
            </a:r>
          </a:p>
          <a:p>
            <a:pPr>
              <a:defRPr sz="1200"/>
            </a:pPr>
            <a:r>
              <a:t>D:/pasar_fix/node_modules/.bun/drizzle-orm@0.44.7+dd2253f5d79d0b01/node_modules/drizzle-orm/postgres-js/index.d.ts</a:t>
            </a:r>
          </a:p>
          <a:p>
            <a:pPr>
              <a:defRPr sz="1200"/>
            </a:pPr>
            <a:r>
              <a:t>D:/pasar_fix/node_modules/.bun/drizzle-orm@0.44.7+dd2253f5d79d0b01/node_modules/drizzle-orm/postgres-js/index.js</a:t>
            </a:r>
          </a:p>
          <a:p>
            <a:pPr>
              <a:defRPr sz="1200"/>
            </a:pPr>
            <a:r>
              <a:t>D:/pasar_fix/node_modules/.bun/drizzle-orm@0.44.7+dd2253f5d79d0b01/node_modules/drizzle-orm/postgres-js/index.js.map</a:t>
            </a:r>
          </a:p>
          <a:p>
            <a:pPr>
              <a:defRPr sz="1200"/>
            </a:pPr>
            <a:r>
              <a:t>D:/pasar_fix/node_modules/.bun/drizzle-orm@0.44.7+dd2253f5d79d0b01/node_modules/drizzle-orm/postgres-js/migrator.cjs</a:t>
            </a:r>
          </a:p>
          <a:p>
            <a:pPr>
              <a:defRPr sz="1200"/>
            </a:pPr>
            <a:r>
              <a:t>D:/pasar_fix/node_modules/.bun/drizzle-orm@0.44.7+dd2253f5d79d0b01/node_modules/drizzle-orm/postgres-js/migrator.cjs.map</a:t>
            </a:r>
          </a:p>
          <a:p>
            <a:pPr>
              <a:defRPr sz="1200"/>
            </a:pPr>
            <a:r>
              <a:t>D:/pasar_fix/node_modules/.bun/drizzle-orm@0.44.7+dd2253f5d79d0b01/node_modules/drizzle-orm/postgres-js/migrator.d.cts</a:t>
            </a:r>
          </a:p>
          <a:p>
            <a:pPr>
              <a:defRPr sz="1200"/>
            </a:pPr>
            <a:r>
              <a:t>D:/pasar_fix/node_modules/.bun/drizzle-orm@0.44.7+dd2253f5d79d0b01/node_modules/drizzle-orm/postgres-js/migrator.d.ts</a:t>
            </a:r>
          </a:p>
          <a:p>
            <a:pPr>
              <a:defRPr sz="1200"/>
            </a:pPr>
            <a:r>
              <a:t>D:/pasar_fix/node_modules/.bun/drizzle-orm@0.44.7+dd2253f5d79d0b01/node_modules/drizzle-orm/postgres-js/migrator.js</a:t>
            </a:r>
          </a:p>
          <a:p>
            <a:pPr>
              <a:defRPr sz="1200"/>
            </a:pPr>
            <a:r>
              <a:t>D:/pasar_fix/node_modules/.bun/drizzle-orm@0.44.7+dd2253f5d79d0b01/node_modules/drizzle-orm/postgres-js/migrator.js.map</a:t>
            </a:r>
          </a:p>
          <a:p>
            <a:pPr>
              <a:defRPr sz="1200"/>
            </a:pPr>
            <a:r>
              <a:t>D:/pasar_fix/node_modules/.bun/drizzle-orm@0.44.7+dd2253f5d79d0b01/node_modules/drizzle-orm/postgres-js/session.cjs</a:t>
            </a:r>
          </a:p>
          <a:p>
            <a:pPr>
              <a:defRPr sz="1200"/>
            </a:pPr>
            <a:r>
              <a:t>D:/pasar_fix/node_modules/.bun/drizzle-orm@0.44.7+dd2253f5d79d0b01/node_modules/drizzle-orm/postgres-js/session.cjs.map</a:t>
            </a:r>
          </a:p>
          <a:p>
            <a:pPr>
              <a:defRPr sz="1200"/>
            </a:pPr>
            <a:r>
              <a:t>D:/pasar_fix/node_modules/.bun/drizzle-orm@0.44.7+dd2253f5d79d0b01/node_modules/drizzle-orm/postgres-js/session.d.cts</a:t>
            </a:r>
          </a:p>
          <a:p>
            <a:pPr>
              <a:defRPr sz="1200"/>
            </a:pPr>
            <a:r>
              <a:t>D:/pasar_fix/node_modules/.bun/drizzle-orm@0.44.7+dd2253f5d79d0b01/node_modules/drizzle-orm/postgres-js/session.d.ts</a:t>
            </a:r>
          </a:p>
          <a:p>
            <a:pPr>
              <a:defRPr sz="1200"/>
            </a:pPr>
            <a:r>
              <a:t>D:/pasar_fix/node_modules/.bun/drizzle-orm@0.44.7+dd2253f5d79d0b01/node_modules/drizzle-orm/postgres-js/session.js</a:t>
            </a:r>
          </a:p>
          <a:p>
            <a:pPr>
              <a:defRPr sz="1200"/>
            </a:pPr>
            <a:r>
              <a:t>D:/pasar_fix/node_modules/.bun/drizzle-orm@0.44.7+dd2253f5d79d0b01/node_modules/drizzle-orm/postgres-js/session.js.map</a:t>
            </a:r>
          </a:p>
          <a:p>
            <a:pPr>
              <a:defRPr sz="1200"/>
            </a:pPr>
            <a:r>
              <a:t>D:/pasar_fix/node_modules/.bun/drizzle-orm@0.44.7+dd2253f5d79d0b01/node_modules/drizzle-orm/prisma/mysql/driver.cjs</a:t>
            </a:r>
          </a:p>
          <a:p>
            <a:pPr>
              <a:defRPr sz="1200"/>
            </a:pPr>
            <a:r>
              <a:t>D:/pasar_fix/node_modules/.bun/drizzle-orm@0.44.7+dd2253f5d79d0b01/node_modules/drizzle-orm/prisma/mysql/driver.cjs.map</a:t>
            </a:r>
          </a:p>
          <a:p>
            <a:pPr>
              <a:defRPr sz="1200"/>
            </a:pPr>
            <a:r>
              <a:t>D:/pasar_fix/node_modules/.bun/drizzle-orm@0.44.7+dd2253f5d79d0b01/node_modules/drizzle-orm/prisma/mysql/driver.d.cts</a:t>
            </a:r>
          </a:p>
          <a:p>
            <a:pPr>
              <a:defRPr sz="1200"/>
            </a:pPr>
            <a:r>
              <a:t>D:/pasar_fix/node_modules/.bun/drizzle-orm@0.44.7+dd2253f5d79d0b01/node_modules/drizzle-orm/prisma/mysql/driver.d.ts</a:t>
            </a:r>
          </a:p>
          <a:p>
            <a:pPr>
              <a:defRPr sz="1200"/>
            </a:pPr>
            <a:r>
              <a:t>D:/pasar_fix/node_modules/.bun/drizzle-orm@0.44.7+dd2253f5d79d0b01/node_modules/drizzle-orm/prisma/mysql/driver.js</a:t>
            </a:r>
          </a:p>
          <a:p>
            <a:pPr>
              <a:defRPr sz="1200"/>
            </a:pPr>
            <a:r>
              <a:t>D:/pasar_fix/node_modules/.bun/drizzle-orm@0.44.7+dd2253f5d79d0b01/node_modules/drizzle-orm/prisma/mysql/driver.js.map</a:t>
            </a:r>
          </a:p>
          <a:p>
            <a:pPr>
              <a:defRPr sz="1200"/>
            </a:pPr>
            <a:r>
              <a:t>D:/pasar_fix/node_modules/.bun/drizzle-orm@0.44.7+dd2253f5d79d0b01/node_modules/drizzle-orm/prisma/mysql/index.cjs</a:t>
            </a:r>
          </a:p>
          <a:p>
            <a:pPr>
              <a:defRPr sz="1200"/>
            </a:pPr>
            <a:r>
              <a:t>D:/pasar_fix/node_modules/.bun/drizzle-orm@0.44.7+dd2253f5d79d0b01/node_modules/drizzle-orm/prisma/mysql/index.cjs.map</a:t>
            </a:r>
          </a:p>
          <a:p>
            <a:pPr>
              <a:defRPr sz="1200"/>
            </a:pPr>
            <a:r>
              <a:t>D:/pasar_fix/node_modules/.bun/drizzle-orm@0.44.7+dd2253f5d79d0b01/node_modules/drizzle-orm/prisma/mysql/index.d.cts</a:t>
            </a:r>
          </a:p>
          <a:p>
            <a:pPr>
              <a:defRPr sz="1200"/>
            </a:pPr>
            <a:r>
              <a:t>D:/pasar_fix/node_modules/.bun/drizzle-orm@0.44.7+dd2253f5d79d0b01/node_modules/drizzle-orm/prisma/mysql/index.d.ts</a:t>
            </a:r>
          </a:p>
          <a:p>
            <a:pPr>
              <a:defRPr sz="1200"/>
            </a:pPr>
            <a:r>
              <a:t>D:/pasar_fix/node_modules/.bun/drizzle-orm@0.44.7+dd2253f5d79d0b01/node_modules/drizzle-orm/prisma/mysql/index.js</a:t>
            </a:r>
          </a:p>
          <a:p>
            <a:pPr>
              <a:defRPr sz="1200"/>
            </a:pPr>
            <a:r>
              <a:t>D:/pasar_fix/node_modules/.bun/drizzle-orm@0.44.7+dd2253f5d79d0b01/node_modules/drizzle-orm/prisma/mysql/index.js.map</a:t>
            </a:r>
          </a:p>
          <a:p>
            <a:pPr>
              <a:defRPr sz="1200"/>
            </a:pPr>
            <a:r>
              <a:t>D:/pasar_fix/node_modules/.bun/drizzle-orm@0.44.7+dd2253f5d79d0b01/node_modules/drizzle-orm/prisma/mysql/session.cjs</a:t>
            </a:r>
          </a:p>
          <a:p>
            <a:pPr>
              <a:defRPr sz="1200"/>
            </a:pPr>
            <a:r>
              <a:t>D:/pasar_fix/node_modules/.bun/drizzle-orm@0.44.7+dd2253f5d79d0b01/node_modules/drizzle-orm/prisma/mysql/session.cjs.map</a:t>
            </a:r>
          </a:p>
          <a:p>
            <a:pPr>
              <a:defRPr sz="1200"/>
            </a:pPr>
            <a:r>
              <a:t>D:/pasar_fix/node_modules/.bun/drizzle-orm@0.44.7+dd2253f5d79d0b01/node_modules/drizzle-orm/prisma/mysql/session.d.cts</a:t>
            </a:r>
          </a:p>
          <a:p>
            <a:pPr>
              <a:defRPr sz="1200"/>
            </a:pPr>
            <a:r>
              <a:t>D:/pasar_fix/node_modules/.bun/drizzle-orm@0.44.7+dd2253f5d79d0b01/node_modules/drizzle-orm/prisma/mysql/session.d.ts</a:t>
            </a:r>
          </a:p>
          <a:p>
            <a:pPr>
              <a:defRPr sz="1200"/>
            </a:pPr>
            <a:r>
              <a:t>D:/pasar_fix/node_modules/.bun/drizzle-orm@0.44.7+dd2253f5d79d0b01/node_modules/drizzle-orm/prisma/mysql/session.js</a:t>
            </a:r>
          </a:p>
          <a:p>
            <a:pPr>
              <a:defRPr sz="1200"/>
            </a:pPr>
            <a:r>
              <a:t>D:/pasar_fix/node_modules/.bun/drizzle-orm@0.44.7+dd2253f5d79d0b01/node_modules/drizzle-orm/prisma/mysql/session.js.map</a:t>
            </a:r>
          </a:p>
          <a:p>
            <a:pPr>
              <a:defRPr sz="1200"/>
            </a:pPr>
            <a:r>
              <a:t>D:/pasar_fix/node_modules/.bun/drizzle-orm@0.44.7+dd2253f5d79d0b01/node_modules/drizzle-orm/prisma/pg/driver.cjs</a:t>
            </a:r>
          </a:p>
          <a:p>
            <a:pPr>
              <a:defRPr sz="1200"/>
            </a:pPr>
            <a:r>
              <a:t>D:/pasar_fix/node_modules/.bun/drizzle-orm@0.44.7+dd2253f5d79d0b01/node_modules/drizzle-orm/prisma/pg/driver.cjs.map</a:t>
            </a:r>
          </a:p>
          <a:p>
            <a:pPr>
              <a:defRPr sz="1200"/>
            </a:pPr>
            <a:r>
              <a:t>D:/pasar_fix/node_modules/.bun/drizzle-orm@0.44.7+dd2253f5d79d0b01/node_modules/drizzle-orm/prisma/pg/driver.d.cts</a:t>
            </a:r>
          </a:p>
          <a:p>
            <a:pPr>
              <a:defRPr sz="1200"/>
            </a:pPr>
            <a:r>
              <a:t>D:/pasar_fix/node_modules/.bun/drizzle-orm@0.44.7+dd2253f5d79d0b01/node_modules/drizzle-orm/prisma/pg/driver.d.ts</a:t>
            </a:r>
          </a:p>
          <a:p>
            <a:pPr>
              <a:defRPr sz="1200"/>
            </a:pPr>
            <a:r>
              <a:t>D:/pasar_fix/node_modules/.bun/drizzle-orm@0.44.7+dd2253f5d79d0b01/node_modules/drizzle-orm/prisma/pg/driver.js</a:t>
            </a:r>
          </a:p>
          <a:p>
            <a:pPr>
              <a:defRPr sz="1200"/>
            </a:pPr>
            <a:r>
              <a:t>D:/pasar_fix/node_modules/.bun/drizzle-orm@0.44.7+dd2253f5d79d0b01/node_modules/drizzle-orm/prisma/pg/driver.js.map</a:t>
            </a:r>
          </a:p>
          <a:p>
            <a:pPr>
              <a:defRPr sz="1200"/>
            </a:pPr>
            <a:r>
              <a:t>D:/pasar_fix/node_modules/.bun/drizzle-orm@0.44.7+dd2253f5d79d0b01/node_modules/drizzle-orm/prisma/pg/index.cjs</a:t>
            </a:r>
          </a:p>
          <a:p>
            <a:pPr>
              <a:defRPr sz="1200"/>
            </a:pPr>
            <a:r>
              <a:t>D:/pasar_fix/node_modules/.bun/drizzle-orm@0.44.7+dd2253f5d79d0b01/node_modules/drizzle-orm/prisma/pg/index.cjs.map</a:t>
            </a:r>
          </a:p>
          <a:p>
            <a:pPr>
              <a:defRPr sz="1200"/>
            </a:pPr>
            <a:r>
              <a:t>D:/pasar_fix/node_modules/.bun/drizzle-orm@0.44.7+dd2253f5d79d0b01/node_modules/drizzle-orm/prisma/pg/index.d.cts</a:t>
            </a:r>
          </a:p>
          <a:p>
            <a:pPr>
              <a:defRPr sz="1200"/>
            </a:pPr>
            <a:r>
              <a:t>D:/pasar_fix/node_modules/.bun/drizzle-orm@0.44.7+dd2253f5d79d0b01/node_modules/drizzle-orm/prisma/pg/index.d.ts</a:t>
            </a:r>
          </a:p>
          <a:p>
            <a:pPr>
              <a:defRPr sz="1200"/>
            </a:pPr>
            <a:r>
              <a:t>D:/pasar_fix/node_modules/.bun/drizzle-orm@0.44.7+dd2253f5d79d0b01/node_modules/drizzle-orm/prisma/pg/index.js</a:t>
            </a:r>
          </a:p>
          <a:p>
            <a:pPr>
              <a:defRPr sz="1200"/>
            </a:pPr>
            <a:r>
              <a:t>D:/pasar_fix/node_modules/.bun/drizzle-orm@0.44.7+dd2253f5d79d0b01/node_modules/drizzle-orm/prisma/pg/index.js.map</a:t>
            </a:r>
          </a:p>
          <a:p>
            <a:pPr>
              <a:defRPr sz="1200"/>
            </a:pPr>
            <a:r>
              <a:t>D:/pasar_fix/node_modules/.bun/drizzle-orm@0.44.7+dd2253f5d79d0b01/node_modules/drizzle-orm/prisma/pg/session.cjs</a:t>
            </a:r>
          </a:p>
          <a:p>
            <a:pPr>
              <a:defRPr sz="1200"/>
            </a:pPr>
            <a:r>
              <a:t>D:/pasar_fix/node_modules/.bun/drizzle-orm@0.44.7+dd2253f5d79d0b01/node_modules/drizzle-orm/prisma/pg/session.cjs.map</a:t>
            </a:r>
          </a:p>
          <a:p>
            <a:pPr>
              <a:defRPr sz="1200"/>
            </a:pPr>
            <a:r>
              <a:t>D:/pasar_fix/node_modules/.bun/drizzle-orm@0.44.7+dd2253f5d79d0b01/node_modules/drizzle-orm/prisma/pg/session.d.cts</a:t>
            </a:r>
          </a:p>
          <a:p>
            <a:pPr>
              <a:defRPr sz="1200"/>
            </a:pPr>
            <a:r>
              <a:t>D:/pasar_fix/node_modules/.bun/drizzle-orm@0.44.7+dd2253f5d79d0b01/node_modules/drizzle-orm/prisma/pg/session.d.ts</a:t>
            </a:r>
          </a:p>
          <a:p>
            <a:pPr>
              <a:defRPr sz="1200"/>
            </a:pPr>
            <a:r>
              <a:t>D:/pasar_fix/node_modules/.bun/drizzle-orm@0.44.7+dd2253f5d79d0b01/node_modules/drizzle-orm/prisma/pg/session.js</a:t>
            </a:r>
          </a:p>
          <a:p>
            <a:pPr>
              <a:defRPr sz="1200"/>
            </a:pPr>
            <a:r>
              <a:t>D:/pasar_fix/node_modules/.bun/drizzle-orm@0.44.7+dd2253f5d79d0b01/node_modules/drizzle-orm/prisma/pg/session.js.map</a:t>
            </a:r>
          </a:p>
          <a:p>
            <a:pPr>
              <a:defRPr sz="1200"/>
            </a:pPr>
            <a:r>
              <a:t>D:/pasar_fix/node_modules/.bun/drizzle-orm@0.44.7+dd2253f5d79d0b01/node_modules/drizzle-orm/prisma/sqlite/driver.cjs</a:t>
            </a:r>
          </a:p>
          <a:p>
            <a:pPr>
              <a:defRPr sz="1200"/>
            </a:pPr>
            <a:r>
              <a:t>D:/pasar_fix/node_modules/.bun/drizzle-orm@0.44.7+dd2253f5d79d0b01/node_modules/drizzle-orm/prisma/sqlite/driver.cjs.map</a:t>
            </a:r>
          </a:p>
          <a:p>
            <a:pPr>
              <a:defRPr sz="1200"/>
            </a:pPr>
            <a:r>
              <a:t>D:/pasar_fix/node_modules/.bun/drizzle-orm@0.44.7+dd2253f5d79d0b01/node_modules/drizzle-orm/prisma/sqlite/driver.d.cts</a:t>
            </a:r>
          </a:p>
          <a:p>
            <a:pPr>
              <a:defRPr sz="1200"/>
            </a:pPr>
            <a:r>
              <a:t>D:/pasar_fix/node_modules/.bun/drizzle-orm@0.44.7+dd2253f5d79d0b01/node_modules/drizzle-orm/prisma/sqlite/driver.d.ts</a:t>
            </a:r>
          </a:p>
          <a:p>
            <a:pPr>
              <a:defRPr sz="1200"/>
            </a:pPr>
            <a:r>
              <a:t>D:/pasar_fix/node_modules/.bun/drizzle-orm@0.44.7+dd2253f5d79d0b01/node_modules/drizzle-orm/prisma/sqlite/driver.js</a:t>
            </a:r>
          </a:p>
          <a:p>
            <a:pPr>
              <a:defRPr sz="1200"/>
            </a:pPr>
            <a:r>
              <a:t>D:/pasar_fix/node_modules/.bun/drizzle-orm@0.44.7+dd2253f5d79d0b01/node_modules/drizzle-orm/prisma/sqlite/driver.js.map</a:t>
            </a:r>
          </a:p>
          <a:p>
            <a:pPr>
              <a:defRPr sz="1200"/>
            </a:pPr>
            <a:r>
              <a:t>D:/pasar_fix/node_modules/.bun/drizzle-orm@0.44.7+dd2253f5d79d0b01/node_modules/drizzle-orm/prisma/sqlite/index.cjs</a:t>
            </a:r>
          </a:p>
          <a:p>
            <a:pPr>
              <a:defRPr sz="1200"/>
            </a:pPr>
            <a:r>
              <a:t>D:/pasar_fix/node_modules/.bun/drizzle-orm@0.44.7+dd2253f5d79d0b01/node_modules/drizzle-orm/prisma/sqlite/index.cjs.map</a:t>
            </a:r>
          </a:p>
          <a:p>
            <a:pPr>
              <a:defRPr sz="1200"/>
            </a:pPr>
            <a:r>
              <a:t>D:/pasar_fix/node_modules/.bun/drizzle-orm@0.44.7+dd2253f5d79d0b01/node_modules/drizzle-orm/prisma/sqlite/index.d.cts</a:t>
            </a:r>
          </a:p>
          <a:p>
            <a:pPr>
              <a:defRPr sz="1200"/>
            </a:pPr>
            <a:r>
              <a:t>D:/pasar_fix/node_modules/.bun/drizzle-orm@0.44.7+dd2253f5d79d0b01/node_modules/drizzle-orm/prisma/sqlite/index.d.ts</a:t>
            </a:r>
          </a:p>
          <a:p>
            <a:pPr>
              <a:defRPr sz="1200"/>
            </a:pPr>
            <a:r>
              <a:t>D:/pasar_fix/node_modules/.bun/drizzle-orm@0.44.7+dd2253f5d79d0b01/node_modules/drizzle-orm/prisma/sqlite/index.js</a:t>
            </a:r>
          </a:p>
          <a:p>
            <a:pPr>
              <a:defRPr sz="1200"/>
            </a:pPr>
            <a:r>
              <a:t>D:/pasar_fix/node_modules/.bun/drizzle-orm@0.44.7+dd2253f5d79d0b01/node_modules/drizzle-orm/prisma/sqlite/index.js.map</a:t>
            </a:r>
          </a:p>
          <a:p>
            <a:pPr>
              <a:defRPr sz="1200"/>
            </a:pPr>
            <a:r>
              <a:t>D:/pasar_fix/node_modules/.bun/drizzle-orm@0.44.7+dd2253f5d79d0b01/node_modules/drizzle-orm/prisma/sqlite/session.cjs</a:t>
            </a:r>
          </a:p>
          <a:p>
            <a:pPr>
              <a:defRPr sz="1200"/>
            </a:pPr>
            <a:r>
              <a:t>D:/pasar_fix/node_modules/.bun/drizzle-orm@0.44.7+dd2253f5d79d0b01/node_modules/drizzle-orm/prisma/sqlite/session.cjs.map</a:t>
            </a:r>
          </a:p>
          <a:p>
            <a:pPr>
              <a:defRPr sz="1200"/>
            </a:pPr>
            <a:r>
              <a:t>D:/pasar_fix/node_modules/.bun/drizzle-orm@0.44.7+dd2253f5d79d0b01/node_modules/drizzle-orm/prisma/sqlite/session.d.cts</a:t>
            </a:r>
          </a:p>
          <a:p>
            <a:pPr>
              <a:defRPr sz="1200"/>
            </a:pPr>
            <a:r>
              <a:t>D:/pasar_fix/node_modules/.bun/drizzle-orm@0.44.7+dd2253f5d79d0b01/node_modules/drizzle-orm/prisma/sqlite/session.d.ts</a:t>
            </a:r>
          </a:p>
          <a:p>
            <a:pPr>
              <a:defRPr sz="1200"/>
            </a:pPr>
            <a:r>
              <a:t>D:/pasar_fix/node_modules/.bun/drizzle-orm@0.44.7+dd2253f5d79d0b01/node_modules/drizzle-orm/prisma/sqlite/session.js</a:t>
            </a:r>
          </a:p>
          <a:p>
            <a:pPr>
              <a:defRPr sz="1200"/>
            </a:pPr>
            <a:r>
              <a:t>D:/pasar_fix/node_modules/.bun/drizzle-orm@0.44.7+dd2253f5d79d0b01/node_modules/drizzle-orm/prisma/sqlite/session.js.map</a:t>
            </a:r>
          </a:p>
          <a:p>
            <a:pPr>
              <a:defRPr sz="1200"/>
            </a:pPr>
            <a:r>
              <a:t>D:/pasar_fix/node_modules/.bun/drizzle-orm@0.44.7+dd2253f5d79d0b01/node_modules/drizzle-orm/query-builders/query-builder.cjs</a:t>
            </a:r>
          </a:p>
          <a:p>
            <a:pPr>
              <a:defRPr sz="1200"/>
            </a:pPr>
            <a:r>
              <a:t>D:/pasar_fix/node_modules/.bun/drizzle-orm@0.44.7+dd2253f5d79d0b01/node_modules/drizzle-orm/query-builders/query-builder.cjs.map</a:t>
            </a:r>
          </a:p>
          <a:p>
            <a:pPr>
              <a:defRPr sz="1200"/>
            </a:pPr>
            <a:r>
              <a:t>D:/pasar_fix/node_modules/.bun/drizzle-orm@0.44.7+dd2253f5d79d0b01/node_modules/drizzle-orm/query-builders/query-builder.d.cts</a:t>
            </a:r>
          </a:p>
          <a:p>
            <a:pPr>
              <a:defRPr sz="1200"/>
            </a:pPr>
            <a:r>
              <a:t>D:/pasar_fix/node_modules/.bun/drizzle-orm@0.44.7+dd2253f5d79d0b01/node_modules/drizzle-orm/query-builders/query-builder.d.ts</a:t>
            </a:r>
          </a:p>
          <a:p>
            <a:pPr>
              <a:defRPr sz="1200"/>
            </a:pPr>
            <a:r>
              <a:t>D:/pasar_fix/node_modules/.bun/drizzle-orm@0.44.7+dd2253f5d79d0b01/node_modules/drizzle-orm/query-builders/query-builder.js</a:t>
            </a:r>
          </a:p>
          <a:p>
            <a:pPr>
              <a:defRPr sz="1200"/>
            </a:pPr>
            <a:r>
              <a:t>D:/pasar_fix/node_modules/.bun/drizzle-orm@0.44.7+dd2253f5d79d0b01/node_modules/drizzle-orm/query-builders/query-builder.js.map</a:t>
            </a:r>
          </a:p>
          <a:p>
            <a:pPr>
              <a:defRPr sz="1200"/>
            </a:pPr>
            <a:r>
              <a:t>D:/pasar_fix/node_modules/.bun/drizzle-orm@0.44.7+dd2253f5d79d0b01/node_modules/drizzle-orm/query-builders/select.types.cjs</a:t>
            </a:r>
          </a:p>
          <a:p>
            <a:pPr>
              <a:defRPr sz="1200"/>
            </a:pPr>
            <a:r>
              <a:t>D:/pasar_fix/node_modules/.bun/drizzle-orm@0.44.7+dd2253f5d79d0b01/node_modules/drizzle-orm/query-builders/select.types.cjs.map</a:t>
            </a:r>
          </a:p>
          <a:p>
            <a:pPr>
              <a:defRPr sz="1200"/>
            </a:pPr>
            <a:r>
              <a:t>D:/pasar_fix/node_modules/.bun/drizzle-orm@0.44.7+dd2253f5d79d0b01/node_modules/drizzle-orm/query-builders/select.types.d.cts</a:t>
            </a:r>
          </a:p>
          <a:p>
            <a:pPr>
              <a:defRPr sz="1200"/>
            </a:pPr>
            <a:r>
              <a:t>D:/pasar_fix/node_modules/.bun/drizzle-orm@0.44.7+dd2253f5d79d0b01/node_modules/drizzle-orm/query-builders/select.types.d.ts</a:t>
            </a:r>
          </a:p>
          <a:p>
            <a:pPr>
              <a:defRPr sz="1200"/>
            </a:pPr>
            <a:r>
              <a:t>D:/pasar_fix/node_modules/.bun/drizzle-orm@0.44.7+dd2253f5d79d0b01/node_modules/drizzle-orm/query-builders/select.types.js</a:t>
            </a:r>
          </a:p>
          <a:p>
            <a:pPr>
              <a:defRPr sz="1200"/>
            </a:pPr>
            <a:r>
              <a:t>D:/pasar_fix/node_modules/.bun/drizzle-orm@0.44.7+dd2253f5d79d0b01/node_modules/drizzle-orm/query-builders/select.types.js.map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D:/pasar_fix/node_modules/.bun/drizzle-orm@0.44.7+dd2253f5d79d0b01/node_modules/drizzle-orm/singlestore/driver.cjs</a:t>
            </a:r>
          </a:p>
          <a:p>
            <a:pPr>
              <a:defRPr sz="1200"/>
            </a:pPr>
            <a:r>
              <a:t>D:/pasar_fix/node_modules/.bun/drizzle-orm@0.44.7+dd2253f5d79d0b01/node_modules/drizzle-orm/singlestore/driver.cjs.map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D:/pasar_fix/node_modules/.bun/drizzle-orm@0.44.7+dd2253f5d79d0b01/node_modules/drizzle-orm/singlestore/driver.d.cts</a:t>
            </a:r>
          </a:p>
          <a:p>
            <a:pPr>
              <a:defRPr sz="1200"/>
            </a:pPr>
            <a:r>
              <a:t>D:/pasar_fix/node_modules/.bun/drizzle-orm@0.44.7+dd2253f5d79d0b01/node_modules/drizzle-orm/singlestore/driver.d.ts</a:t>
            </a:r>
          </a:p>
          <a:p>
            <a:pPr>
              <a:defRPr sz="1200"/>
            </a:pPr>
            <a:r>
              <a:t>D:/pasar_fix/node_modules/.bun/drizzle-orm@0.44.7+dd2253f5d79d0b01/node_modules/drizzle-orm/singlestore/driver.js</a:t>
            </a:r>
          </a:p>
          <a:p>
            <a:pPr>
              <a:defRPr sz="1200"/>
            </a:pPr>
            <a:r>
              <a:t>D:/pasar_fix/node_modules/.bun/drizzle-orm@0.44.7+dd2253f5d79d0b01/node_modules/drizzle-orm/singlestore/driver.js.map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D:/pasar_fix/node_modules/.bun/drizzle-orm@0.44.7+dd2253f5d79d0b01/node_modules/drizzle-orm/singlestore/index.cjs</a:t>
            </a:r>
          </a:p>
          <a:p>
            <a:pPr>
              <a:defRPr sz="1200"/>
            </a:pPr>
            <a:r>
              <a:t>D:/pasar_fix/node_modules/.bun/drizzle-orm@0.44.7+dd2253f5d79d0b01/node_modules/drizzle-orm/singlestore/index.cjs.map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D:/pasar_fix/node_modules/.bun/drizzle-orm@0.44.7+dd2253f5d79d0b01/node_modules/drizzle-orm/singlestore/index.d.cts</a:t>
            </a:r>
          </a:p>
          <a:p>
            <a:pPr>
              <a:defRPr sz="1200"/>
            </a:pPr>
            <a:r>
              <a:t>D:/pasar_fix/node_modules/.bun/drizzle-orm@0.44.7+dd2253f5d79d0b01/node_modules/drizzle-orm/singlestore/index.d.ts</a:t>
            </a:r>
          </a:p>
          <a:p>
            <a:pPr>
              <a:defRPr sz="1200"/>
            </a:pPr>
            <a:r>
              <a:t>D:/pasar_fix/node_modules/.bun/drizzle-orm@0.44.7+dd2253f5d79d0b01/node_modules/drizzle-orm/singlestore/index.js</a:t>
            </a:r>
          </a:p>
          <a:p>
            <a:pPr>
              <a:defRPr sz="1200"/>
            </a:pPr>
            <a:r>
              <a:t>D:/pasar_fix/node_modules/.bun/drizzle-orm@0.44.7+dd2253f5d79d0b01/node_modules/drizzle-orm/singlestore/index.js.map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D:/pasar_fix/node_modules/.bun/drizzle-orm@0.44.7+dd2253f5d79d0b01/node_modules/drizzle-orm/singlestore/migrator.cjs</a:t>
            </a:r>
          </a:p>
          <a:p>
            <a:pPr>
              <a:defRPr sz="1200"/>
            </a:pPr>
            <a:r>
              <a:t>D:/pasar_fix/node_modules/.bun/drizzle-orm@0.44.7+dd2253f5d79d0b01/node_modules/drizzle-orm/singlestore/migrator.cjs.map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D:/pasar_fix/node_modules/.bun/drizzle-orm@0.44.7+dd2253f5d79d0b01/node_modules/drizzle-orm/singlestore/migrator.d.cts</a:t>
            </a:r>
          </a:p>
          <a:p>
            <a:pPr>
              <a:defRPr sz="1200"/>
            </a:pPr>
            <a:r>
              <a:t>D:/pasar_fix/node_modules/.bun/drizzle-orm@0.44.7+dd2253f5d79d0b01/node_modules/drizzle-orm/singlestore/migrator.d.ts</a:t>
            </a:r>
          </a:p>
          <a:p>
            <a:pPr>
              <a:defRPr sz="1200"/>
            </a:pPr>
            <a:r>
              <a:t>D:/pasar_fix/node_modules/.bun/drizzle-orm@0.44.7+dd2253f5d79d0b01/node_modules/drizzle-orm/singlestore/migrator.js</a:t>
            </a:r>
          </a:p>
          <a:p>
            <a:pPr>
              <a:defRPr sz="1200"/>
            </a:pPr>
            <a:r>
              <a:t>D:/pasar_fix/node_modules/.bun/drizzle-orm@0.44.7+dd2253f5d79d0b01/node_modules/drizzle-orm/singlestore/migrator.js.map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D:/pasar_fix/node_modules/.bun/drizzle-orm@0.44.7+dd2253f5d79d0b01/node_modules/drizzle-orm/singlestore/session.cjs</a:t>
            </a:r>
          </a:p>
          <a:p>
            <a:pPr>
              <a:defRPr sz="1200"/>
            </a:pPr>
            <a:r>
              <a:t>D:/pasar_fix/node_modules/.bun/drizzle-orm@0.44.7+dd2253f5d79d0b01/node_modules/drizzle-orm/singlestore/session.cjs.map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D:/pasar_fix/node_modules/.bun/drizzle-orm@0.44.7+dd2253f5d79d0b01/node_modules/drizzle-orm/singlestore/session.d.cts</a:t>
            </a:r>
          </a:p>
          <a:p>
            <a:pPr>
              <a:defRPr sz="1200"/>
            </a:pPr>
            <a:r>
              <a:t>D:/pasar_fix/node_modules/.bun/drizzle-orm@0.44.7+dd2253f5d79d0b01/node_modules/drizzle-orm/singlestore/session.d.ts</a:t>
            </a:r>
          </a:p>
          <a:p>
            <a:pPr>
              <a:defRPr sz="1200"/>
            </a:pPr>
            <a:r>
              <a:t>D:/pasar_fix/node_modules/.bun/drizzle-orm@0.44.7+dd2253f5d79d0b01/node_modules/drizzle-orm/singlestore/session.js</a:t>
            </a:r>
          </a:p>
          <a:p>
            <a:pPr>
              <a:defRPr sz="1200"/>
            </a:pPr>
            <a:r>
              <a:t>D:/pasar_fix/node_modules/.bun/drizzle-orm@0.44.7+dd2253f5d79d0b01/node_modules/drizzle-orm/singlestore/session.js.map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D:/pasar_fix/node_modules/.bun/drizzle-orm@0.44.7+dd2253f5d79d0b01/node_modules/drizzle-orm/singlestore-core/alias.cjs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D:/pasar_fix/node_modules/.bun/drizzle-orm@0.44.7+dd2253f5d79d0b01/node_modules/drizzle-orm/singlestore-core/alias.cjs.map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D:/pasar_fix/node_modules/.bun/drizzle-orm@0.44.7+dd2253f5d79d0b01/node_modules/drizzle-orm/singlestore-core/alias.d.cts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D:/pasar_fix/node_modules/.bun/drizzle-orm@0.44.7+dd2253f5d79d0b01/node_modules/drizzle-orm/singlestore-core/alias.d.ts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D:/pasar_fix/node_modules/.bun/drizzle-orm@0.44.7+dd2253f5d79d0b01/node_modules/drizzle-orm/singlestore-core/alias.js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D:/pasar_fix/node_modules/.bun/drizzle-orm@0.44.7+dd2253f5d79d0b01/node_modules/drizzle-orm/singlestore-core/alias.js.map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D:/pasar_fix/node_modules/.bun/drizzle-orm@0.44.7+dd2253f5d79d0b01/node_modules/drizzle-orm/singlestore-core/db.cjs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D:/pasar_fix/node_modules/.bun/drizzle-orm@0.44.7+dd2253f5d79d0b01/node_modules/drizzle-orm/singlestore-core/db.cjs.map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D:/pasar_fix/node_modules/.bun/drizzle-orm@0.44.7+dd2253f5d79d0b01/node_modules/drizzle-orm/singlestore-core/db.d.cts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D:/pasar_fix/node_modules/.bun/drizzle-orm@0.44.7+dd2253f5d79d0b01/node_modules/drizzle-orm/singlestore-core/db.d.ts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D:/pasar_fix/node_modules/.bun/drizzle-orm@0.44.7+dd2253f5d79d0b01/node_modules/drizzle-orm/singlestore-core/db.js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D:/pasar_fix/node_modules/.bun/drizzle-orm@0.44.7+dd2253f5d79d0b01/node_modules/drizzle-orm/singlestore-core/db.js.map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D:/pasar_fix/node_modules/.bun/drizzle-orm@0.44.7+dd2253f5d79d0b01/node_modules/drizzle-orm/singlestore-core/dialect.cjs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D:/pasar_fix/node_modules/.bun/drizzle-orm@0.44.7+dd2253f5d79d0b01/node_modules/drizzle-orm/singlestore-core/dialect.cjs.map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D:/pasar_fix/node_modules/.bun/drizzle-orm@0.44.7+dd2253f5d79d0b01/node_modules/drizzle-orm/singlestore-core/dialect.d.cts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D:/pasar_fix/node_modules/.bun/drizzle-orm@0.44.7+dd2253f5d79d0b01/node_modules/drizzle-orm/singlestore-core/dialect.d.ts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D:/pasar_fix/node_modules/.bun/drizzle-orm@0.44.7+dd2253f5d79d0b01/node_modules/drizzle-orm/singlestore-core/dialect.js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D:/pasar_fix/node_modules/.bun/drizzle-orm@0.44.7+dd2253f5d79d0b01/node_modules/drizzle-orm/singlestore-core/dialect.js.map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D:/pasar_fix/node_modules/.bun/drizzle-orm@0.44.7+dd2253f5d79d0b01/node_modules/drizzle-orm/singlestore-core/expressions.cjs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D:/pasar_fix/node_modules/.bun/drizzle-orm@0.44.7+dd2253f5d79d0b01/node_modules/drizzle-orm/singlestore-core/expressions.cjs.map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D:/pasar_fix/node_modules/.bun/drizzle-orm@0.44.7+dd2253f5d79d0b01/node_modules/drizzle-orm/singlestore-core/expressions.d.cts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D:/pasar_fix/node_modules/.bun/drizzle-orm@0.44.7+dd2253f5d79d0b01/node_modules/drizzle-orm/singlestore-core/expressions.d.ts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D:/pasar_fix/node_modules/.bun/drizzle-orm@0.44.7+dd2253f5d79d0b01/node_modules/drizzle-orm/singlestore-core/expressions.js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D:/pasar_fix/node_modules/.bun/drizzle-orm@0.44.7+dd2253f5d79d0b01/node_modules/drizzle-orm/singlestore-core/expressions.js.map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D:/pasar_fix/node_modules/.bun/drizzle-orm@0.44.7+dd2253f5d79d0b01/node_modules/drizzle-orm/singlestore-core/index.cjs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D:/pasar_fix/node_modules/.bun/drizzle-orm@0.44.7+dd2253f5d79d0b01/node_modules/drizzle-orm/singlestore-core/index.cjs.map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D:/pasar_fix/node_modules/.bun/drizzle-orm@0.44.7+dd2253f5d79d0b01/node_modules/drizzle-orm/singlestore-core/index.d.cts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D:/pasar_fix/node_modules/.bun/drizzle-orm@0.44.7+dd2253f5d79d0b01/node_modules/drizzle-orm/singlestore-core/index.d.ts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D:/pasar_fix/node_modules/.bun/drizzle-orm@0.44.7+dd2253f5d79d0b01/node_modules/drizzle-orm/singlestore-core/index.js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D:/pasar_fix/node_modules/.bun/drizzle-orm@0.44.7+dd2253f5d79d0b01/node_modules/drizzle-orm/singlestore-core/index.js.map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D:/pasar_fix/node_modules/.bun/drizzle-orm@0.44.7+dd2253f5d79d0b01/node_modules/drizzle-orm/singlestore-core/indexes.cjs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D:/pasar_fix/node_modules/.bun/drizzle-orm@0.44.7+dd2253f5d79d0b01/node_modules/drizzle-orm/singlestore-core/indexes.cjs.map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D:/pasar_fix/node_modules/.bun/drizzle-orm@0.44.7+dd2253f5d79d0b01/node_modules/drizzle-orm/singlestore-core/indexes.d.cts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D:/pasar_fix/node_modules/.bun/drizzle-orm@0.44.7+dd2253f5d79d0b01/node_modules/drizzle-orm/singlestore-core/indexes.d.ts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D:/pasar_fix/node_modules/.bun/drizzle-orm@0.44.7+dd2253f5d79d0b01/node_modules/drizzle-orm/singlestore-core/indexes.js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D:/pasar_fix/node_modules/.bun/drizzle-orm@0.44.7+dd2253f5d79d0b01/node_modules/drizzle-orm/singlestore-core/indexes.js.map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D:/pasar_fix/node_modules/.bun/drizzle-orm@0.44.7+dd2253f5d79d0b01/node_modules/drizzle-orm/singlestore-core/primary-keys.cjs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D:/pasar_fix/node_modules/.bun/drizzle-orm@0.44.7+dd2253f5d79d0b01/node_modules/drizzle-orm/singlestore-core/primary-keys.cjs.map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D:/pasar_fix/node_modules/.bun/drizzle-orm@0.44.7+dd2253f5d79d0b01/node_modules/drizzle-orm/singlestore-core/primary-keys.d.cts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D:/pasar_fix/node_modules/.bun/drizzle-orm@0.44.7+dd2253f5d79d0b01/node_modules/drizzle-orm/singlestore-core/primary-keys.d.ts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D:/pasar_fix/node_modules/.bun/drizzle-orm@0.44.7+dd2253f5d79d0b01/node_modules/drizzle-orm/singlestore-core/primary-keys.js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D:/pasar_fix/node_modules/.bun/drizzle-orm@0.44.7+dd2253f5d79d0b01/node_modules/drizzle-orm/singlestore-core/primary-keys.js.map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D:/pasar_fix/node_modules/.bun/drizzle-orm@0.44.7+dd2253f5d79d0b01/node_modules/drizzle-orm/singlestore-core/schema.cjs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D:/pasar_fix/node_modules/.bun/drizzle-orm@0.44.7+dd2253f5d79d0b01/node_modules/drizzle-orm/singlestore-core/schema.cjs.map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D:/pasar_fix/node_modules/.bun/drizzle-orm@0.44.7+dd2253f5d79d0b01/node_modules/drizzle-orm/singlestore-core/schema.d.cts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D:/pasar_fix/node_modules/.bun/drizzle-orm@0.44.7+dd2253f5d79d0b01/node_modules/drizzle-orm/singlestore-core/schema.d.ts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D:/pasar_fix/node_modules/.bun/drizzle-orm@0.44.7+dd2253f5d79d0b01/node_modules/drizzle-orm/singlestore-core/schema.js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D:/pasar_fix/node_modules/.bun/drizzle-orm@0.44.7+dd2253f5d79d0b01/node_modules/drizzle-orm/singlestore-core/schema.js.map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D:/pasar_fix/node_modules/.bun/drizzle-orm@0.44.7+dd2253f5d79d0b01/node_modules/drizzle-orm/singlestore-core/session.cjs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D:/pasar_fix/node_modules/.bun/drizzle-orm@0.44.7+dd2253f5d79d0b01/node_modules/drizzle-orm/singlestore-core/session.cjs.map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D:/pasar_fix/node_modules/.bun/drizzle-orm@0.44.7+dd2253f5d79d0b01/node_modules/drizzle-orm/singlestore-core/session.d.cts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D:/pasar_fix/node_modules/.bun/drizzle-orm@0.44.7+dd2253f5d79d0b01/node_modules/drizzle-orm/singlestore-core/session.d.ts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D:/pasar_fix/node_modules/.bun/drizzle-orm@0.44.7+dd2253f5d79d0b01/node_modules/drizzle-orm/singlestore-core/session.js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D:/pasar_fix/node_modules/.bun/drizzle-orm@0.44.7+dd2253f5d79d0b01/node_modules/drizzle-orm/singlestore-core/session.js.map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D:/pasar_fix/node_modules/.bun/drizzle-orm@0.44.7+dd2253f5d79d0b01/node_modules/drizzle-orm/singlestore-core/subquery.cjs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D:/pasar_fix/node_modules/.bun/drizzle-orm@0.44.7+dd2253f5d79d0b01/node_modules/drizzle-orm/singlestore-core/subquery.cjs.map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D:/pasar_fix/node_modules/.bun/drizzle-orm@0.44.7+dd2253f5d79d0b01/node_modules/drizzle-orm/singlestore-core/subquery.d.cts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D:/pasar_fix/node_modules/.bun/drizzle-orm@0.44.7+dd2253f5d79d0b01/node_modules/drizzle-orm/singlestore-core/subquery.d.ts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D:/pasar_fix/node_modules/.bun/drizzle-orm@0.44.7+dd2253f5d79d0b01/node_modules/drizzle-orm/singlestore-core/subquery.js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D:/pasar_fix/node_modules/.bun/drizzle-orm@0.44.7+dd2253f5d79d0b01/node_modules/drizzle-orm/singlestore-core/subquery.js.map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D:/pasar_fix/node_modules/.bun/drizzle-orm@0.44.7+dd2253f5d79d0b01/node_modules/drizzle-orm/singlestore-core/table.cjs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D:/pasar_fix/node_modules/.bun/drizzle-orm@0.44.7+dd2253f5d79d0b01/node_modules/drizzle-orm/singlestore-core/table.cjs.map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D:/pasar_fix/node_modules/.bun/drizzle-orm@0.44.7+dd2253f5d79d0b01/node_modules/drizzle-orm/singlestore-core/table.d.cts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D:/pasar_fix/node_modules/.bun/drizzle-orm@0.44.7+dd2253f5d79d0b01/node_modules/drizzle-orm/singlestore-core/table.d.ts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D:/pasar_fix/node_modules/.bun/drizzle-orm@0.44.7+dd2253f5d79d0b01/node_modules/drizzle-orm/singlestore-core/table.js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D:/pasar_fix/node_modules/.bun/drizzle-orm@0.44.7+dd2253f5d79d0b01/node_modules/drizzle-orm/singlestore-core/table.js.map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D:/pasar_fix/node_modules/.bun/drizzle-orm@0.44.7+dd2253f5d79d0b01/node_modules/drizzle-orm/singlestore-core/unique-constraint.cjs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D:/pasar_fix/node_modules/.bun/drizzle-orm@0.44.7+dd2253f5d79d0b01/node_modules/drizzle-orm/singlestore-core/unique-constraint.cjs.map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D:/pasar_fix/node_modules/.bun/drizzle-orm@0.44.7+dd2253f5d79d0b01/node_modules/drizzle-orm/singlestore-core/unique-constraint.d.cts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D:/pasar_fix/node_modules/.bun/drizzle-orm@0.44.7+dd2253f5d79d0b01/node_modules/drizzle-orm/singlestore-core/unique-constraint.d.ts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D:/pasar_fix/node_modules/.bun/drizzle-orm@0.44.7+dd2253f5d79d0b01/node_modules/drizzle-orm/singlestore-core/unique-constraint.js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D:/pasar_fix/node_modules/.bun/drizzle-orm@0.44.7+dd2253f5d79d0b01/node_modules/drizzle-orm/singlestore-core/unique-constraint.js.map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D:/pasar_fix/node_modules/.bun/drizzle-orm@0.44.7+dd2253f5d79d0b01/node_modules/drizzle-orm/singlestore-core/utils.cjs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D:/pasar_fix/node_modules/.bun/drizzle-orm@0.44.7+dd2253f5d79d0b01/node_modules/drizzle-orm/singlestore-core/utils.cjs.map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D:/pasar_fix/node_modules/.bun/drizzle-orm@0.44.7+dd2253f5d79d0b01/node_modules/drizzle-orm/singlestore-core/utils.d.cts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D:/pasar_fix/node_modules/.bun/drizzle-orm@0.44.7+dd2253f5d79d0b01/node_modules/drizzle-orm/singlestore-core/utils.d.ts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D:/pasar_fix/node_modules/.bun/drizzle-orm@0.44.7+dd2253f5d79d0b01/node_modules/drizzle-orm/singlestore-core/utils.js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D:/pasar_fix/node_modules/.bun/drizzle-orm@0.44.7+dd2253f5d79d0b01/node_modules/drizzle-orm/singlestore-core/utils.js.map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D:/pasar_fix/node_modules/.bun/drizzle-orm@0.44.7+dd2253f5d79d0b01/node_modules/drizzle-orm/singlestore-core/view-base.cjs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D:/pasar_fix/node_modules/.bun/drizzle-orm@0.44.7+dd2253f5d79d0b01/node_modules/drizzle-orm/singlestore-core/view-base.cjs.map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D:/pasar_fix/node_modules/.bun/drizzle-orm@0.44.7+dd2253f5d79d0b01/node_modules/drizzle-orm/singlestore-core/view-base.d.cts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D:/pasar_fix/node_modules/.bun/drizzle-orm@0.44.7+dd2253f5d79d0b01/node_modules/drizzle-orm/singlestore-core/view-base.d.ts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D:/pasar_fix/node_modules/.bun/drizzle-orm@0.44.7+dd2253f5d79d0b01/node_modules/drizzle-orm/singlestore-core/view-base.js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D:/pasar_fix/node_modules/.bun/drizzle-orm@0.44.7+dd2253f5d79d0b01/node_modules/drizzle-orm/singlestore-core/view-base.js.map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D:/pasar_fix/node_modules/.bun/drizzle-orm@0.44.7+dd2253f5d79d0b01/node_modules/drizzle-orm/singlestore-core/view-common.cjs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D:/pasar_fix/node_modules/.bun/drizzle-orm@0.44.7+dd2253f5d79d0b01/node_modules/drizzle-orm/singlestore-core/view-common.cjs.map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D:/pasar_fix/node_modules/.bun/drizzle-orm@0.44.7+dd2253f5d79d0b01/node_modules/drizzle-orm/singlestore-core/view-common.d.cts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D:/pasar_fix/node_modules/.bun/drizzle-orm@0.44.7+dd2253f5d79d0b01/node_modules/drizzle-orm/singlestore-core/view-common.d.ts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D:/pasar_fix/node_modules/.bun/drizzle-orm@0.44.7+dd2253f5d79d0b01/node_modules/drizzle-orm/singlestore-core/view-common.js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D:/pasar_fix/node_modules/.bun/drizzle-orm@0.44.7+dd2253f5d79d0b01/node_modules/drizzle-orm/singlestore-core/view-common.js.map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D:/pasar_fix/node_modules/.bun/drizzle-orm@0.44.7+dd2253f5d79d0b01/node_modules/drizzle-orm/singlestore-core/view.cjs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D:/pasar_fix/node_modules/.bun/drizzle-orm@0.44.7+dd2253f5d79d0b01/node_modules/drizzle-orm/singlestore-core/view.cjs.map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D:/pasar_fix/node_modules/.bun/drizzle-orm@0.44.7+dd2253f5d79d0b01/node_modules/drizzle-orm/singlestore-core/view.d.cts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D:/pasar_fix/node_modules/.bun/drizzle-orm@0.44.7+dd2253f5d79d0b01/node_modules/drizzle-orm/singlestore-core/view.d.ts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D:/pasar_fix/node_modules/.bun/drizzle-orm@0.44.7+dd2253f5d79d0b01/node_modules/drizzle-orm/singlestore-core/view.js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D:/pasar_fix/node_modules/.bun/drizzle-orm@0.44.7+dd2253f5d79d0b01/node_modules/drizzle-orm/singlestore-core/view.js.map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D:/pasar_fix/node_modules/.bun/drizzle-orm@0.44.7+dd2253f5d79d0b01/node_modules/drizzle-orm/singlestore-core/columns/all.cjs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D:/pasar_fix/node_modules/.bun/drizzle-orm@0.44.7+dd2253f5d79d0b01/node_modules/drizzle-orm/singlestore-core/columns/all.cjs.map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D:/pasar_fix/node_modules/.bun/drizzle-orm@0.44.7+dd2253f5d79d0b01/node_modules/drizzle-orm/singlestore-core/columns/all.d.cts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D:/pasar_fix/node_modules/.bun/drizzle-orm@0.44.7+dd2253f5d79d0b01/node_modules/drizzle-orm/singlestore-core/columns/all.d.ts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D:/pasar_fix/node_modules/.bun/drizzle-orm@0.44.7+dd2253f5d79d0b01/node_modules/drizzle-orm/singlestore-core/columns/all.js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D:/pasar_fix/node_modules/.bun/drizzle-orm@0.44.7+dd2253f5d79d0b01/node_modules/drizzle-orm/singlestore-core/columns/all.js.map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D:/pasar_fix/node_modules/.bun/drizzle-orm@0.44.7+dd2253f5d79d0b01/node_modules/drizzle-orm/singlestore-core/columns/bigint.cjs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D:/pasar_fix/node_modules/.bun/drizzle-orm@0.44.7+dd2253f5d79d0b01/node_modules/drizzle-orm/singlestore-core/columns/bigint.cjs.map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D:/pasar_fix/node_modules/.bun/drizzle-orm@0.44.7+dd2253f5d79d0b01/node_modules/drizzle-orm/singlestore-core/columns/bigint.d.cts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D:/pasar_fix/node_modules/.bun/drizzle-orm@0.44.7+dd2253f5d79d0b01/node_modules/drizzle-orm/singlestore-core/columns/bigint.d.ts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D:/pasar_fix/node_modules/.bun/drizzle-orm@0.44.7+dd2253f5d79d0b01/node_modules/drizzle-orm/singlestore-core/columns/bigint.js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D:/pasar_fix/node_modules/.bun/drizzle-orm@0.44.7+dd2253f5d79d0b01/node_modules/drizzle-orm/singlestore-core/columns/bigint.js.map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D:/pasar_fix/node_modules/.bun/drizzle-orm@0.44.7+dd2253f5d79d0b01/node_modules/drizzle-orm/singlestore-core/columns/binary.cjs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D:/pasar_fix/node_modules/.bun/drizzle-orm@0.44.7+dd2253f5d79d0b01/node_modules/drizzle-orm/singlestore-core/columns/binary.cjs.map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D:/pasar_fix/node_modules/.bun/drizzle-orm@0.44.7+dd2253f5d79d0b01/node_modules/drizzle-orm/singlestore-core/columns/binary.d.cts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D:/pasar_fix/node_modules/.bun/drizzle-orm@0.44.7+dd2253f5d79d0b01/node_modules/drizzle-orm/singlestore-core/columns/binary.d.ts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D:/pasar_fix/node_modules/.bun/drizzle-orm@0.44.7+dd2253f5d79d0b01/node_modules/drizzle-orm/singlestore-core/columns/binary.js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D:/pasar_fix/node_modules/.bun/drizzle-orm@0.44.7+dd2253f5d79d0b01/node_modules/drizzle-orm/singlestore-core/columns/binary.js.map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D:/pasar_fix/node_modules/.bun/drizzle-orm@0.44.7+dd2253f5d79d0b01/node_modules/drizzle-orm/singlestore-core/columns/boolean.cjs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D:/pasar_fix/node_modules/.bun/drizzle-orm@0.44.7+dd2253f5d79d0b01/node_modules/drizzle-orm/singlestore-core/columns/boolean.cjs.map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D:/pasar_fix/node_modules/.bun/drizzle-orm@0.44.7+dd2253f5d79d0b01/node_modules/drizzle-orm/singlestore-core/columns/boolean.d.cts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D:/pasar_fix/node_modules/.bun/drizzle-orm@0.44.7+dd2253f5d79d0b01/node_modules/drizzle-orm/singlestore-core/columns/boolean.d.ts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D:/pasar_fix/node_modules/.bun/drizzle-orm@0.44.7+dd2253f5d79d0b01/node_modules/drizzle-orm/singlestore-core/columns/boolean.js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D:/pasar_fix/node_modules/.bun/drizzle-orm@0.44.7+dd2253f5d79d0b01/node_modules/drizzle-orm/singlestore-core/columns/boolean.js.map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D:/pasar_fix/node_modules/.bun/drizzle-orm@0.44.7+dd2253f5d79d0b01/node_modules/drizzle-orm/singlestore-core/columns/char.cjs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D:/pasar_fix/node_modules/.bun/drizzle-orm@0.44.7+dd2253f5d79d0b01/node_modules/drizzle-orm/singlestore-core/columns/char.cjs.map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D:/pasar_fix/node_modules/.bun/drizzle-orm@0.44.7+dd2253f5d79d0b01/node_modules/drizzle-orm/singlestore-core/columns/char.d.cts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D:/pasar_fix/node_modules/.bun/drizzle-orm@0.44.7+dd2253f5d79d0b01/node_modules/drizzle-orm/singlestore-core/columns/char.d.ts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D:/pasar_fix/node_modules/.bun/drizzle-orm@0.44.7+dd2253f5d79d0b01/node_modules/drizzle-orm/singlestore-core/columns/char.js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D:/pasar_fix/node_modules/.bun/drizzle-orm@0.44.7+dd2253f5d79d0b01/node_modules/drizzle-orm/singlestore-core/columns/char.js.map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D:/pasar_fix/node_modules/.bun/drizzle-orm@0.44.7+dd2253f5d79d0b01/node_modules/drizzle-orm/singlestore-core/columns/common.cjs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D:/pasar_fix/node_modules/.bun/drizzle-orm@0.44.7+dd2253f5d79d0b01/node_modules/drizzle-orm/singlestore-core/columns/common.cjs.map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D:/pasar_fix/node_modules/.bun/drizzle-orm@0.44.7+dd2253f5d79d0b01/node_modules/drizzle-orm/singlestore-core/columns/common.d.cts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D:/pasar_fix/node_modules/.bun/drizzle-orm@0.44.7+dd2253f5d79d0b01/node_modules/drizzle-orm/singlestore-core/columns/common.d.ts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D:/pasar_fix/node_modules/.bun/drizzle-orm@0.44.7+dd2253f5d79d0b01/node_modules/drizzle-orm/singlestore-core/columns/common.js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D:/pasar_fix/node_modules/.bun/drizzle-orm@0.44.7+dd2253f5d79d0b01/node_modules/drizzle-orm/singlestore-core/columns/common.js.map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D:/pasar_fix/node_modules/.bun/drizzle-orm@0.44.7+dd2253f5d79d0b01/node_modules/drizzle-orm/singlestore-core/columns/custom.cjs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D:/pasar_fix/node_modules/.bun/drizzle-orm@0.44.7+dd2253f5d79d0b01/node_modules/drizzle-orm/singlestore-core/columns/custom.cjs.map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D:/pasar_fix/node_modules/.bun/drizzle-orm@0.44.7+dd2253f5d79d0b01/node_modules/drizzle-orm/singlestore-core/columns/custom.d.cts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D:/pasar_fix/node_modules/.bun/drizzle-orm@0.44.7+dd2253f5d79d0b01/node_modules/drizzle-orm/singlestore-core/columns/custom.d.ts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D:/pasar_fix/node_modules/.bun/drizzle-orm@0.44.7+dd2253f5d79d0b01/node_modules/drizzle-orm/singlestore-core/columns/custom.js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D:/pasar_fix/node_modules/.bun/drizzle-orm@0.44.7+dd2253f5d79d0b01/node_modules/drizzle-orm/singlestore-core/columns/custom.js.map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D:/pasar_fix/node_modules/.bun/drizzle-orm@0.44.7+dd2253f5d79d0b01/node_modules/drizzle-orm/singlestore-core/columns/date.cjs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D:/pasar_fix/node_modules/.bun/drizzle-orm@0.44.7+dd2253f5d79d0b01/node_modules/drizzle-orm/singlestore-core/columns/date.cjs.map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D:/pasar_fix/node_modules/.bun/drizzle-orm@0.44.7+dd2253f5d79d0b01/node_modules/drizzle-orm/singlestore-core/columns/date.common.cjs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D:/pasar_fix/node_modules/.bun/drizzle-orm@0.44.7+dd2253f5d79d0b01/node_modules/drizzle-orm/singlestore-core/columns/date.common.cjs.map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D:/pasar_fix/node_modules/.bun/drizzle-orm@0.44.7+dd2253f5d79d0b01/node_modules/drizzle-orm/singlestore-core/columns/date.common.d.cts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D:/pasar_fix/node_modules/.bun/drizzle-orm@0.44.7+dd2253f5d79d0b01/node_modules/drizzle-orm/singlestore-core/columns/date.common.d.ts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D:/pasar_fix/node_modules/.bun/drizzle-orm@0.44.7+dd2253f5d79d0b01/node_modules/drizzle-orm/singlestore-core/columns/date.common.js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D:/pasar_fix/node_modules/.bun/drizzle-orm@0.44.7+dd2253f5d79d0b01/node_modules/drizzle-orm/singlestore-core/columns/date.common.js.map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D:/pasar_fix/node_modules/.bun/drizzle-orm@0.44.7+dd2253f5d79d0b01/node_modules/drizzle-orm/singlestore-core/columns/date.d.cts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D:/pasar_fix/node_modules/.bun/drizzle-orm@0.44.7+dd2253f5d79d0b01/node_modules/drizzle-orm/singlestore-core/columns/date.d.ts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D:/pasar_fix/node_modules/.bun/drizzle-orm@0.44.7+dd2253f5d79d0b01/node_modules/drizzle-orm/singlestore-core/columns/date.js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D:/pasar_fix/node_modules/.bun/drizzle-orm@0.44.7+dd2253f5d79d0b01/node_modules/drizzle-orm/singlestore-core/columns/date.js.map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D:/pasar_fix/node_modules/.bun/drizzle-orm@0.44.7+dd2253f5d79d0b01/node_modules/drizzle-orm/singlestore-core/columns/datetime.cjs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D:/pasar_fix/node_modules/.bun/drizzle-orm@0.44.7+dd2253f5d79d0b01/node_modules/drizzle-orm/singlestore-core/columns/datetime.cjs.map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D:/pasar_fix/node_modules/.bun/drizzle-orm@0.44.7+dd2253f5d79d0b01/node_modules/drizzle-orm/singlestore-core/columns/datetime.d.cts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D:/pasar_fix/node_modules/.bun/drizzle-orm@0.44.7+dd2253f5d79d0b01/node_modules/drizzle-orm/singlestore-core/columns/datetime.d.ts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D:/pasar_fix/node_modules/.bun/drizzle-orm@0.44.7+dd2253f5d79d0b01/node_modules/drizzle-orm/singlestore-core/columns/datetime.js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D:/pasar_fix/node_modules/.bun/drizzle-orm@0.44.7+dd2253f5d79d0b01/node_modules/drizzle-orm/singlestore-core/columns/datetime.js.map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D:/pasar_fix/node_modules/.bun/drizzle-orm@0.44.7+dd2253f5d79d0b01/node_modules/drizzle-orm/singlestore-core/columns/decimal.cjs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D:/pasar_fix/node_modules/.bun/drizzle-orm@0.44.7+dd2253f5d79d0b01/node_modules/drizzle-orm/singlestore-core/columns/decimal.cjs.map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D:/pasar_fix/node_modules/.bun/drizzle-orm@0.44.7+dd2253f5d79d0b01/node_modules/drizzle-orm/singlestore-core/columns/decimal.d.cts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D:/pasar_fix/node_modules/.bun/drizzle-orm@0.44.7+dd2253f5d79d0b01/node_modules/drizzle-orm/singlestore-core/columns/decimal.d.ts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D:/pasar_fix/node_modules/.bun/drizzle-orm@0.44.7+dd2253f5d79d0b01/node_modules/drizzle-orm/singlestore-core/columns/decimal.js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D:/pasar_fix/node_modules/.bun/drizzle-orm@0.44.7+dd2253f5d79d0b01/node_modules/drizzle-orm/singlestore-core/columns/decimal.js.map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D:/pasar_fix/node_modules/.bun/drizzle-orm@0.44.7+dd2253f5d79d0b01/node_modules/drizzle-orm/singlestore-core/columns/double.cjs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D:/pasar_fix/node_modules/.bun/drizzle-orm@0.44.7+dd2253f5d79d0b01/node_modules/drizzle-orm/singlestore-core/columns/double.cjs.map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D:/pasar_fix/node_modules/.bun/drizzle-orm@0.44.7+dd2253f5d79d0b01/node_modules/drizzle-orm/singlestore-core/columns/double.d.cts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D:/pasar_fix/node_modules/.bun/drizzle-orm@0.44.7+dd2253f5d79d0b01/node_modules/drizzle-orm/singlestore-core/columns/double.d.ts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D:/pasar_fix/node_modules/.bun/drizzle-orm@0.44.7+dd2253f5d79d0b01/node_modules/drizzle-orm/singlestore-core/columns/double.js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D:/pasar_fix/node_modules/.bun/drizzle-orm@0.44.7+dd2253f5d79d0b01/node_modules/drizzle-orm/singlestore-core/columns/double.js.map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D:/pasar_fix/node_modules/.bun/drizzle-orm@0.44.7+dd2253f5d79d0b01/node_modules/drizzle-orm/singlestore-core/columns/enum.cjs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D:/pasar_fix/node_modules/.bun/drizzle-orm@0.44.7+dd2253f5d79d0b01/node_modules/drizzle-orm/singlestore-core/columns/enum.cjs.map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D:/pasar_fix/node_modules/.bun/drizzle-orm@0.44.7+dd2253f5d79d0b01/node_modules/drizzle-orm/singlestore-core/columns/enum.d.cts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D:/pasar_fix/node_modules/.bun/drizzle-orm@0.44.7+dd2253f5d79d0b01/node_modules/drizzle-orm/singlestore-core/columns/enum.d.ts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D:/pasar_fix/node_modules/.bun/drizzle-orm@0.44.7+dd2253f5d79d0b01/node_modules/drizzle-orm/singlestore-core/columns/enum.js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D:/pasar_fix/node_modules/.bun/drizzle-orm@0.44.7+dd2253f5d79d0b01/node_modules/drizzle-orm/singlestore-core/columns/enum.js.map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D:/pasar_fix/node_modules/.bun/drizzle-orm@0.44.7+dd2253f5d79d0b01/node_modules/drizzle-orm/singlestore-core/columns/float.cjs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D:/pasar_fix/node_modules/.bun/drizzle-orm@0.44.7+dd2253f5d79d0b01/node_modules/drizzle-orm/singlestore-core/columns/float.cjs.map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D:/pasar_fix/node_modules/.bun/drizzle-orm@0.44.7+dd2253f5d79d0b01/node_modules/drizzle-orm/singlestore-core/columns/float.d.cts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D:/pasar_fix/node_modules/.bun/drizzle-orm@0.44.7+dd2253f5d79d0b01/node_modules/drizzle-orm/singlestore-core/columns/float.d.ts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D:/pasar_fix/node_modules/.bun/drizzle-orm@0.44.7+dd2253f5d79d0b01/node_modules/drizzle-orm/singlestore-core/columns/float.js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D:/pasar_fix/node_modules/.bun/drizzle-orm@0.44.7+dd2253f5d79d0b01/node_modules/drizzle-orm/singlestore-core/columns/float.js.map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D:/pasar_fix/node_modules/.bun/drizzle-orm@0.44.7+dd2253f5d79d0b01/node_modules/drizzle-orm/singlestore-core/columns/index.cjs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D:/pasar_fix/node_modules/.bun/drizzle-orm@0.44.7+dd2253f5d79d0b01/node_modules/drizzle-orm/singlestore-core/columns/index.cjs.map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D:/pasar_fix/node_modules/.bun/drizzle-orm@0.44.7+dd2253f5d79d0b01/node_modules/drizzle-orm/singlestore-core/columns/index.d.cts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D:/pasar_fix/node_modules/.bun/drizzle-orm@0.44.7+dd2253f5d79d0b01/node_modules/drizzle-orm/singlestore-core/columns/index.d.ts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D:/pasar_fix/node_modules/.bun/drizzle-orm@0.44.7+dd2253f5d79d0b01/node_modules/drizzle-orm/singlestore-core/columns/index.js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D:/pasar_fix/node_modules/.bun/drizzle-orm@0.44.7+dd2253f5d79d0b01/node_modules/drizzle-orm/singlestore-core/columns/index.js.map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D:/pasar_fix/node_modules/.bun/drizzle-orm@0.44.7+dd2253f5d79d0b01/node_modules/drizzle-orm/singlestore-core/columns/int.cjs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D:/pasar_fix/node_modules/.bun/drizzle-orm@0.44.7+dd2253f5d79d0b01/node_modules/drizzle-orm/singlestore-core/columns/int.cjs.map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D:/pasar_fix/node_modules/.bun/drizzle-orm@0.44.7+dd2253f5d79d0b01/node_modules/drizzle-orm/singlestore-core/columns/int.d.cts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D:/pasar_fix/node_modules/.bun/drizzle-orm@0.44.7+dd2253f5d79d0b01/node_modules/drizzle-orm/singlestore-core/columns/int.d.ts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D:/pasar_fix/node_modules/.bun/drizzle-orm@0.44.7+dd2253f5d79d0b01/node_modules/drizzle-orm/singlestore-core/columns/int.js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D:/pasar_fix/node_modules/.bun/drizzle-orm@0.44.7+dd2253f5d79d0b01/node_modules/drizzle-orm/singlestore-core/columns/int.js.map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D:/pasar_fix/node_modules/.bun/drizzle-orm@0.44.7+dd2253f5d79d0b01/node_modules/drizzle-orm/singlestore-core/columns/json.cjs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D:/pasar_fix/node_modules/.bun/drizzle-orm@0.44.7+dd2253f5d79d0b01/node_modules/drizzle-orm/singlestore-core/columns/json.cjs.map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D:/pasar_fix/node_modules/.bun/drizzle-orm@0.44.7+dd2253f5d79d0b01/node_modules/drizzle-orm/singlestore-core/columns/json.d.cts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D:/pasar_fix/node_modules/.bun/drizzle-orm@0.44.7+dd2253f5d79d0b01/node_modules/drizzle-orm/singlestore-core/columns/json.d.ts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D:/pasar_fix/node_modules/.bun/drizzle-orm@0.44.7+dd2253f5d79d0b01/node_modules/drizzle-orm/singlestore-core/columns/json.js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D:/pasar_fix/node_modules/.bun/drizzle-orm@0.44.7+dd2253f5d79d0b01/node_modules/drizzle-orm/singlestore-core/columns/json.js.map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D:/pasar_fix/node_modules/.bun/drizzle-orm@0.44.7+dd2253f5d79d0b01/node_modules/drizzle-orm/singlestore-core/columns/mediumint.cjs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D:/pasar_fix/node_modules/.bun/drizzle-orm@0.44.7+dd2253f5d79d0b01/node_modules/drizzle-orm/singlestore-core/columns/mediumint.cjs.map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D:/pasar_fix/node_modules/.bun/drizzle-orm@0.44.7+dd2253f5d79d0b01/node_modules/drizzle-orm/singlestore-core/columns/mediumint.d.cts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D:/pasar_fix/node_modules/.bun/drizzle-orm@0.44.7+dd2253f5d79d0b01/node_modules/drizzle-orm/singlestore-core/columns/mediumint.d.ts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D:/pasar_fix/node_modules/.bun/drizzle-orm@0.44.7+dd2253f5d79d0b01/node_modules/drizzle-orm/singlestore-core/columns/mediumint.js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D:/pasar_fix/node_modules/.bun/drizzle-orm@0.44.7+dd2253f5d79d0b01/node_modules/drizzle-orm/singlestore-core/columns/mediumint.js.map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D:/pasar_fix/node_modules/.bun/drizzle-orm@0.44.7+dd2253f5d79d0b01/node_modules/drizzle-orm/singlestore-core/columns/real.cjs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D:/pasar_fix/node_modules/.bun/drizzle-orm@0.44.7+dd2253f5d79d0b01/node_modules/drizzle-orm/singlestore-core/columns/real.cjs.map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D:/pasar_fix/node_modules/.bun/drizzle-orm@0.44.7+dd2253f5d79d0b01/node_modules/drizzle-orm/singlestore-core/columns/real.d.cts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D:/pasar_fix/node_modules/.bun/drizzle-orm@0.44.7+dd2253f5d79d0b01/node_modules/drizzle-orm/singlestore-core/columns/real.d.ts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D:/pasar_fix/node_modules/.bun/drizzle-orm@0.44.7+dd2253f5d79d0b01/node_modules/drizzle-orm/singlestore-core/columns/real.js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D:/pasar_fix/node_modules/.bun/drizzle-orm@0.44.7+dd2253f5d79d0b01/node_modules/drizzle-orm/singlestore-core/columns/real.js.map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D:/pasar_fix/node_modules/.bun/drizzle-orm@0.44.7+dd2253f5d79d0b01/node_modules/drizzle-orm/singlestore-core/columns/serial.cjs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D:/pasar_fix/node_modules/.bun/drizzle-orm@0.44.7+dd2253f5d79d0b01/node_modules/drizzle-orm/singlestore-core/columns/serial.cjs.map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D:/pasar_fix/node_modules/.bun/drizzle-orm@0.44.7+dd2253f5d79d0b01/node_modules/drizzle-orm/singlestore-core/columns/serial.d.cts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D:/pasar_fix/node_modules/.bun/drizzle-orm@0.44.7+dd2253f5d79d0b01/node_modules/drizzle-orm/singlestore-core/columns/serial.d.ts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D:/pasar_fix/node_modules/.bun/drizzle-orm@0.44.7+dd2253f5d79d0b01/node_modules/drizzle-orm/singlestore-core/columns/serial.js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D:/pasar_fix/node_modules/.bun/drizzle-orm@0.44.7+dd2253f5d79d0b01/node_modules/drizzle-orm/singlestore-core/columns/serial.js.map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D:/pasar_fix/node_modules/.bun/drizzle-orm@0.44.7+dd2253f5d79d0b01/node_modules/drizzle-orm/singlestore-core/columns/smallint.cjs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D:/pasar_fix/node_modules/.bun/drizzle-orm@0.44.7+dd2253f5d79d0b01/node_modules/drizzle-orm/singlestore-core/columns/smallint.cjs.map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D:/pasar_fix/node_modules/.bun/drizzle-orm@0.44.7+dd2253f5d79d0b01/node_modules/drizzle-orm/singlestore-core/columns/smallint.d.cts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D:/pasar_fix/node_modules/.bun/drizzle-orm@0.44.7+dd2253f5d79d0b01/node_modules/drizzle-orm/singlestore-core/columns/smallint.d.ts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D:/pasar_fix/node_modules/.bun/drizzle-orm@0.44.7+dd2253f5d79d0b01/node_modules/drizzle-orm/singlestore-core/columns/smallint.js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D:/pasar_fix/node_modules/.bun/drizzle-orm@0.44.7+dd2253f5d79d0b01/node_modules/drizzle-orm/singlestore-core/columns/smallint.js.map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D:/pasar_fix/node_modules/.bun/drizzle-orm@0.44.7+dd2253f5d79d0b01/node_modules/drizzle-orm/singlestore-core/columns/text.cjs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D:/pasar_fix/node_modules/.bun/drizzle-orm@0.44.7+dd2253f5d79d0b01/node_modules/drizzle-orm/singlestore-core/columns/text.cjs.map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D:/pasar_fix/node_modules/.bun/drizzle-orm@0.44.7+dd2253f5d79d0b01/node_modules/drizzle-orm/singlestore-core/columns/text.d.cts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D:/pasar_fix/node_modules/.bun/drizzle-orm@0.44.7+dd2253f5d79d0b01/node_modules/drizzle-orm/singlestore-core/columns/text.d.ts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D:/pasar_fix/node_modules/.bun/drizzle-orm@0.44.7+dd2253f5d79d0b01/node_modules/drizzle-orm/singlestore-core/columns/text.js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D:/pasar_fix/node_modules/.bun/drizzle-orm@0.44.7+dd2253f5d79d0b01/node_modules/drizzle-orm/singlestore-core/columns/text.js.map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D:/pasar_fix/node_modules/.bun/drizzle-orm@0.44.7+dd2253f5d79d0b01/node_modules/drizzle-orm/singlestore-core/columns/time.cjs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D:/pasar_fix/node_modules/.bun/drizzle-orm@0.44.7+dd2253f5d79d0b01/node_modules/drizzle-orm/singlestore-core/columns/time.cjs.map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D:/pasar_fix/node_modules/.bun/drizzle-orm@0.44.7+dd2253f5d79d0b01/node_modules/drizzle-orm/singlestore-core/columns/time.d.cts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D:/pasar_fix/node_modules/.bun/drizzle-orm@0.44.7+dd2253f5d79d0b01/node_modules/drizzle-orm/singlestore-core/columns/time.d.ts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D:/pasar_fix/node_modules/.bun/drizzle-orm@0.44.7+dd2253f5d79d0b01/node_modules/drizzle-orm/singlestore-core/columns/time.js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D:/pasar_fix/node_modules/.bun/drizzle-orm@0.44.7+dd2253f5d79d0b01/node_modules/drizzle-orm/singlestore-core/columns/time.js.map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D:/pasar_fix/node_modules/.bun/drizzle-orm@0.44.7+dd2253f5d79d0b01/node_modules/drizzle-orm/singlestore-core/columns/timestamp.cjs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D:/pasar_fix/node_modules/.bun/drizzle-orm@0.44.7+dd2253f5d79d0b01/node_modules/drizzle-orm/singlestore-core/columns/timestamp.cjs.map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D:/pasar_fix/node_modules/.bun/drizzle-orm@0.44.7+dd2253f5d79d0b01/node_modules/drizzle-orm/singlestore-core/columns/timestamp.d.cts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D:/pasar_fix/node_modules/.bun/drizzle-orm@0.44.7+dd2253f5d79d0b01/node_modules/drizzle-orm/singlestore-core/columns/timestamp.d.ts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D:/pasar_fix/node_modules/.bun/drizzle-orm@0.44.7+dd2253f5d79d0b01/node_modules/drizzle-orm/singlestore-core/columns/timestamp.js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D:/pasar_fix/node_modules/.bun/drizzle-orm@0.44.7+dd2253f5d79d0b01/node_modules/drizzle-orm/singlestore-core/columns/timestamp.js.map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D:/pasar_fix/node_modules/.bun/drizzle-orm@0.44.7+dd2253f5d79d0b01/node_modules/drizzle-orm/singlestore-core/columns/tinyint.cjs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D:/pasar_fix/node_modules/.bun/drizzle-orm@0.44.7+dd2253f5d79d0b01/node_modules/drizzle-orm/singlestore-core/columns/tinyint.cjs.map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D:/pasar_fix/node_modules/.bun/drizzle-orm@0.44.7+dd2253f5d79d0b01/node_modules/drizzle-orm/singlestore-core/columns/tinyint.d.cts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D:/pasar_fix/node_modules/.bun/drizzle-orm@0.44.7+dd2253f5d79d0b01/node_modules/drizzle-orm/singlestore-core/columns/tinyint.d.ts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D:/pasar_fix/node_modules/.bun/drizzle-orm@0.44.7+dd2253f5d79d0b01/node_modules/drizzle-orm/singlestore-core/columns/tinyint.js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D:/pasar_fix/node_modules/.bun/drizzle-orm@0.44.7+dd2253f5d79d0b01/node_modules/drizzle-orm/singlestore-core/columns/tinyint.js.map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D:/pasar_fix/node_modules/.bun/drizzle-orm@0.44.7+dd2253f5d79d0b01/node_modules/drizzle-orm/singlestore-core/columns/varbinary.cjs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D:/pasar_fix/node_modules/.bun/drizzle-orm@0.44.7+dd2253f5d79d0b01/node_modules/drizzle-orm/singlestore-core/columns/varbinary.cjs.map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D:/pasar_fix/node_modules/.bun/drizzle-orm@0.44.7+dd2253f5d79d0b01/node_modules/drizzle-orm/singlestore-core/columns/varbinary.d.cts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D:/pasar_fix/node_modules/.bun/drizzle-orm@0.44.7+dd2253f5d79d0b01/node_modules/drizzle-orm/singlestore-core/columns/varbinary.d.ts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D:/pasar_fix/node_modules/.bun/drizzle-orm@0.44.7+dd2253f5d79d0b01/node_modules/drizzle-orm/singlestore-core/columns/varbinary.js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D:/pasar_fix/node_modules/.bun/drizzle-orm@0.44.7+dd2253f5d79d0b01/node_modules/drizzle-orm/singlestore-core/columns/varbinary.js.map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D:/pasar_fix/node_modules/.bun/drizzle-orm@0.44.7+dd2253f5d79d0b01/node_modules/drizzle-orm/singlestore-core/columns/varchar.cjs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D:/pasar_fix/node_modules/.bun/drizzle-orm@0.44.7+dd2253f5d79d0b01/node_modules/drizzle-orm/singlestore-core/columns/varchar.cjs.map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D:/pasar_fix/node_modules/.bun/drizzle-orm@0.44.7+dd2253f5d79d0b01/node_modules/drizzle-orm/singlestore-core/columns/varchar.d.cts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D:/pasar_fix/node_modules/.bun/drizzle-orm@0.44.7+dd2253f5d79d0b01/node_modules/drizzle-orm/singlestore-core/columns/varchar.d.ts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D:/pasar_fix/node_modules/.bun/drizzle-orm@0.44.7+dd2253f5d79d0b01/node_modules/drizzle-orm/singlestore-core/columns/varchar.js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D:/pasar_fix/node_modules/.bun/drizzle-orm@0.44.7+dd2253f5d79d0b01/node_modules/drizzle-orm/singlestore-core/columns/varchar.js.map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D:/pasar_fix/node_modules/.bun/drizzle-orm@0.44.7+dd2253f5d79d0b01/node_modules/drizzle-orm/singlestore-core/columns/vector.cjs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D:/pasar_fix/node_modules/.bun/drizzle-orm@0.44.7+dd2253f5d79d0b01/node_modules/drizzle-orm/singlestore-core/columns/vector.cjs.map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D:/pasar_fix/node_modules/.bun/drizzle-orm@0.44.7+dd2253f5d79d0b01/node_modules/drizzle-orm/singlestore-core/columns/vector.d.cts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D:/pasar_fix/node_modules/.bun/drizzle-orm@0.44.7+dd2253f5d79d0b01/node_modules/drizzle-orm/singlestore-core/columns/vector.d.ts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D:/pasar_fix/node_modules/.bun/drizzle-orm@0.44.7+dd2253f5d79d0b01/node_modules/drizzle-orm/singlestore-core/columns/vector.js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D:/pasar_fix/node_modules/.bun/drizzle-orm@0.44.7+dd2253f5d79d0b01/node_modules/drizzle-orm/singlestore-core/columns/vector.js.map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D:/pasar_fix/node_modules/.bun/drizzle-orm@0.44.7+dd2253f5d79d0b01/node_modules/drizzle-orm/singlestore-core/columns/year.cjs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D:/pasar_fix/node_modules/.bun/drizzle-orm@0.44.7+dd2253f5d79d0b01/node_modules/drizzle-orm/singlestore-core/columns/year.cjs.map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D:/pasar_fix/node_modules/.bun/drizzle-orm@0.44.7+dd2253f5d79d0b01/node_modules/drizzle-orm/singlestore-core/columns/year.d.cts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D:/pasar_fix/node_modules/.bun/drizzle-orm@0.44.7+dd2253f5d79d0b01/node_modules/drizzle-orm/singlestore-core/columns/year.d.ts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D:/pasar_fix/node_modules/.bun/drizzle-orm@0.44.7+dd2253f5d79d0b01/node_modules/drizzle-orm/singlestore-core/columns/year.js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D:/pasar_fix/node_modules/.bun/drizzle-orm@0.44.7+dd2253f5d79d0b01/node_modules/drizzle-orm/singlestore-core/columns/year.js.map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D:/pasar_fix/node_modules/.bun/drizzle-orm@0.44.7+dd2253f5d79d0b01/node_modules/drizzle-orm/singlestore-core/query-builders/count.cjs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D:/pasar_fix/node_modules/.bun/drizzle-orm@0.44.7+dd2253f5d79d0b01/node_modules/drizzle-orm/singlestore-core/query-builders/count.cjs.map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D:/pasar_fix/node_modules/.bun/drizzle-orm@0.44.7+dd2253f5d79d0b01/node_modules/drizzle-orm/singlestore-core/query-builders/count.d.cts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D:/pasar_fix/node_modules/.bun/drizzle-orm@0.44.7+dd2253f5d79d0b01/node_modules/drizzle-orm/singlestore-core/query-builders/count.d.ts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D:/pasar_fix/node_modules/.bun/drizzle-orm@0.44.7+dd2253f5d79d0b01/node_modules/drizzle-orm/singlestore-core/query-builders/count.js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D:/pasar_fix/node_modules/.bun/drizzle-orm@0.44.7+dd2253f5d79d0b01/node_modules/drizzle-orm/singlestore-core/query-builders/count.js.map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D:/pasar_fix/node_modules/.bun/drizzle-orm@0.44.7+dd2253f5d79d0b01/node_modules/drizzle-orm/singlestore-core/query-builders/delete.cjs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D:/pasar_fix/node_modules/.bun/drizzle-orm@0.44.7+dd2253f5d79d0b01/node_modules/drizzle-orm/singlestore-core/query-builders/delete.cjs.map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D:/pasar_fix/node_modules/.bun/drizzle-orm@0.44.7+dd2253f5d79d0b01/node_modules/drizzle-orm/singlestore-core/query-builders/delete.d.cts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D:/pasar_fix/node_modules/.bun/drizzle-orm@0.44.7+dd2253f5d79d0b01/node_modules/drizzle-orm/singlestore-core/query-builders/delete.d.ts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D:/pasar_fix/node_modules/.bun/drizzle-orm@0.44.7+dd2253f5d79d0b01/node_modules/drizzle-orm/singlestore-core/query-builders/delete.js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D:/pasar_fix/node_modules/.bun/drizzle-orm@0.44.7+dd2253f5d79d0b01/node_modules/drizzle-orm/singlestore-core/query-builders/delete.js.map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D:/pasar_fix/node_modules/.bun/drizzle-orm@0.44.7+dd2253f5d79d0b01/node_modules/drizzle-orm/singlestore-core/query-builders/index.cjs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D:/pasar_fix/node_modules/.bun/drizzle-orm@0.44.7+dd2253f5d79d0b01/node_modules/drizzle-orm/singlestore-core/query-builders/index.cjs.map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D:/pasar_fix/node_modules/.bun/drizzle-orm@0.44.7+dd2253f5d79d0b01/node_modules/drizzle-orm/singlestore-core/query-builders/index.d.cts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D:/pasar_fix/node_modules/.bun/drizzle-orm@0.44.7+dd2253f5d79d0b01/node_modules/drizzle-orm/singlestore-core/query-builders/index.d.ts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D:/pasar_fix/node_modules/.bun/drizzle-orm@0.44.7+dd2253f5d79d0b01/node_modules/drizzle-orm/singlestore-core/query-builders/index.js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D:/pasar_fix/node_modules/.bun/drizzle-orm@0.44.7+dd2253f5d79d0b01/node_modules/drizzle-orm/singlestore-core/query-builders/index.js.map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D:/pasar_fix/node_modules/.bun/drizzle-orm@0.44.7+dd2253f5d79d0b01/node_modules/drizzle-orm/singlestore-core/query-builders/insert.cjs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D:/pasar_fix/node_modules/.bun/drizzle-orm@0.44.7+dd2253f5d79d0b01/node_modules/drizzle-orm/singlestore-core/query-builders/insert.cjs.map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D:/pasar_fix/node_modules/.bun/drizzle-orm@0.44.7+dd2253f5d79d0b01/node_modules/drizzle-orm/singlestore-core/query-builders/insert.d.cts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D:/pasar_fix/node_modules/.bun/drizzle-orm@0.44.7+dd2253f5d79d0b01/node_modules/drizzle-orm/singlestore-core/query-builders/insert.d.ts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D:/pasar_fix/node_modules/.bun/drizzle-orm@0.44.7+dd2253f5d79d0b01/node_modules/drizzle-orm/singlestore-core/query-builders/insert.js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D:/pasar_fix/node_modules/.bun/drizzle-orm@0.44.7+dd2253f5d79d0b01/node_modules/drizzle-orm/singlestore-core/query-builders/insert.js.map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D:/pasar_fix/node_modules/.bun/drizzle-orm@0.44.7+dd2253f5d79d0b01/node_modules/drizzle-orm/singlestore-core/query-builders/query-builder.cjs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D:/pasar_fix/node_modules/.bun/drizzle-orm@0.44.7+dd2253f5d79d0b01/node_modules/drizzle-orm/singlestore-core/query-builders/query-builder.cjs.map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D:/pasar_fix/node_modules/.bun/drizzle-orm@0.44.7+dd2253f5d79d0b01/node_modules/drizzle-orm/singlestore-core/query-builders/query-builder.d.cts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D:/pasar_fix/node_modules/.bun/drizzle-orm@0.44.7+dd2253f5d79d0b01/node_modules/drizzle-orm/singlestore-core/query-builders/query-builder.d.ts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D:/pasar_fix/node_modules/.bun/drizzle-orm@0.44.7+dd2253f5d79d0b01/node_modules/drizzle-orm/singlestore-core/query-builders/query-builder.js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D:/pasar_fix/node_modules/.bun/drizzle-orm@0.44.7+dd2253f5d79d0b01/node_modules/drizzle-orm/singlestore-core/query-builders/query-builder.js.map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D:/pasar_fix/node_modules/.bun/drizzle-orm@0.44.7+dd2253f5d79d0b01/node_modules/drizzle-orm/singlestore-core/query-builders/query.cjs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D:/pasar_fix/node_modules/.bun/drizzle-orm@0.44.7+dd2253f5d79d0b01/node_modules/drizzle-orm/singlestore-core/query-builders/query.cjs.map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D:/pasar_fix/node_modules/.bun/drizzle-orm@0.44.7+dd2253f5d79d0b01/node_modules/drizzle-orm/singlestore-core/query-builders/query.d.cts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D:/pasar_fix/node_modules/.bun/drizzle-orm@0.44.7+dd2253f5d79d0b01/node_modules/drizzle-orm/singlestore-core/query-builders/query.d.ts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D:/pasar_fix/node_modules/.bun/drizzle-orm@0.44.7+dd2253f5d79d0b01/node_modules/drizzle-orm/singlestore-core/query-builders/query.js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D:/pasar_fix/node_modules/.bun/drizzle-orm@0.44.7+dd2253f5d79d0b01/node_modules/drizzle-orm/singlestore-core/query-builders/query.js.map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D:/pasar_fix/node_modules/.bun/drizzle-orm@0.44.7+dd2253f5d79d0b01/node_modules/drizzle-orm/singlestore-core/query-builders/select.cjs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D:/pasar_fix/node_modules/.bun/drizzle-orm@0.44.7+dd2253f5d79d0b01/node_modules/drizzle-orm/singlestore-core/query-builders/select.cjs.map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D:/pasar_fix/node_modules/.bun/drizzle-orm@0.44.7+dd2253f5d79d0b01/node_modules/drizzle-orm/singlestore-core/query-builders/select.d.cts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D:/pasar_fix/node_modules/.bun/drizzle-orm@0.44.7+dd2253f5d79d0b01/node_modules/drizzle-orm/singlestore-core/query-builders/select.d.ts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D:/pasar_fix/node_modules/.bun/drizzle-orm@0.44.7+dd2253f5d79d0b01/node_modules/drizzle-orm/singlestore-core/query-builders/select.js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D:/pasar_fix/node_modules/.bun/drizzle-orm@0.44.7+dd2253f5d79d0b01/node_modules/drizzle-orm/singlestore-core/query-builders/select.js.map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D:/pasar_fix/node_modules/.bun/drizzle-orm@0.44.7+dd2253f5d79d0b01/node_modules/drizzle-orm/singlestore-core/query-builders/select.types.cjs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D:/pasar_fix/node_modules/.bun/drizzle-orm@0.44.7+dd2253f5d79d0b01/node_modules/drizzle-orm/singlestore-core/query-builders/select.types.cjs.map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D:/pasar_fix/node_modules/.bun/drizzle-orm@0.44.7+dd2253f5d79d0b01/node_modules/drizzle-orm/singlestore-core/query-builders/select.types.d.cts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D:/pasar_fix/node_modules/.bun/drizzle-orm@0.44.7+dd2253f5d79d0b01/node_modules/drizzle-orm/singlestore-core/query-builders/select.types.d.ts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D:/pasar_fix/node_modules/.bun/drizzle-orm@0.44.7+dd2253f5d79d0b01/node_modules/drizzle-orm/singlestore-core/query-builders/select.types.js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D:/pasar_fix/node_modules/.bun/drizzle-orm@0.44.7+dd2253f5d79d0b01/node_modules/drizzle-orm/singlestore-core/query-builders/select.types.js.map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D:/pasar_fix/node_modules/.bun/drizzle-orm@0.44.7+dd2253f5d79d0b01/node_modules/drizzle-orm/singlestore-core/query-builders/update.cjs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D:/pasar_fix/node_modules/.bun/drizzle-orm@0.44.7+dd2253f5d79d0b01/node_modules/drizzle-orm/singlestore-core/query-builders/update.cjs.map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D:/pasar_fix/node_modules/.bun/drizzle-orm@0.44.7+dd2253f5d79d0b01/node_modules/drizzle-orm/singlestore-core/query-builders/update.d.cts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D:/pasar_fix/node_modules/.bun/drizzle-orm@0.44.7+dd2253f5d79d0b01/node_modules/drizzle-orm/singlestore-core/query-builders/update.d.ts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D:/pasar_fix/node_modules/.bun/drizzle-orm@0.44.7+dd2253f5d79d0b01/node_modules/drizzle-orm/singlestore-core/query-builders/update.js</a:t>
            </a:r>
          </a:p>
          <a:p>
            <a:pPr>
              <a:defRPr sz="1200"/>
            </a:pPr>
            <a:r>
              <a:t>D:/pasar_fix/node_modules/.bun/drizzle-orm@0.44.7+dd2253f5d79d0b01/node_modules/drizzle-orm/singlestore-core/query-builders/update.js.map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D:/pasar_fix/node_modules/.bun/drizzle-orm@0.44.7+dd2253f5d79d0b01/node_modules/drizzle-orm/singlestore-proxy/driver.cjs</a:t>
            </a:r>
          </a:p>
          <a:p>
            <a:pPr>
              <a:defRPr sz="1200"/>
            </a:pPr>
            <a:r>
              <a:t>D:/pasar_fix/node_modules/.bun/drizzle-orm@0.44.7+dd2253f5d79d0b01/node_modules/drizzle-orm/singlestore-proxy/driver.cjs.map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D:/pasar_fix/node_modules/.bun/drizzle-orm@0.44.7+dd2253f5d79d0b01/node_modules/drizzle-orm/singlestore-proxy/driver.d.cts</a:t>
            </a:r>
          </a:p>
          <a:p>
            <a:pPr>
              <a:defRPr sz="1200"/>
            </a:pPr>
            <a:r>
              <a:t>D:/pasar_fix/node_modules/.bun/drizzle-orm@0.44.7+dd2253f5d79d0b01/node_modules/drizzle-orm/singlestore-proxy/driver.d.ts</a:t>
            </a:r>
          </a:p>
          <a:p>
            <a:pPr>
              <a:defRPr sz="1200"/>
            </a:pPr>
            <a:r>
              <a:t>D:/pasar_fix/node_modules/.bun/drizzle-orm@0.44.7+dd2253f5d79d0b01/node_modules/drizzle-orm/singlestore-proxy/driver.js</a:t>
            </a:r>
          </a:p>
          <a:p>
            <a:pPr>
              <a:defRPr sz="1200"/>
            </a:pPr>
            <a:r>
              <a:t>D:/pasar_fix/node_modules/.bun/drizzle-orm@0.44.7+dd2253f5d79d0b01/node_modules/drizzle-orm/singlestore-proxy/driver.js.map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D:/pasar_fix/node_modules/.bun/drizzle-orm@0.44.7+dd2253f5d79d0b01/node_modules/drizzle-orm/singlestore-proxy/index.cjs</a:t>
            </a:r>
          </a:p>
          <a:p>
            <a:pPr>
              <a:defRPr sz="1200"/>
            </a:pPr>
            <a:r>
              <a:t>D:/pasar_fix/node_modules/.bun/drizzle-orm@0.44.7+dd2253f5d79d0b01/node_modules/drizzle-orm/singlestore-proxy/index.cjs.map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D:/pasar_fix/node_modules/.bun/drizzle-orm@0.44.7+dd2253f5d79d0b01/node_modules/drizzle-orm/singlestore-proxy/index.d.cts</a:t>
            </a:r>
          </a:p>
          <a:p>
            <a:pPr>
              <a:defRPr sz="1200"/>
            </a:pPr>
            <a:r>
              <a:t>D:/pasar_fix/node_modules/.bun/drizzle-orm@0.44.7+dd2253f5d79d0b01/node_modules/drizzle-orm/singlestore-proxy/index.d.ts</a:t>
            </a:r>
          </a:p>
          <a:p>
            <a:pPr>
              <a:defRPr sz="1200"/>
            </a:pPr>
            <a:r>
              <a:t>D:/pasar_fix/node_modules/.bun/drizzle-orm@0.44.7+dd2253f5d79d0b01/node_modules/drizzle-orm/singlestore-proxy/index.js</a:t>
            </a:r>
          </a:p>
          <a:p>
            <a:pPr>
              <a:defRPr sz="1200"/>
            </a:pPr>
            <a:r>
              <a:t>D:/pasar_fix/node_modules/.bun/drizzle-orm@0.44.7+dd2253f5d79d0b01/node_modules/drizzle-orm/singlestore-proxy/index.js.map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D:/pasar_fix/node_modules/.bun/drizzle-orm@0.44.7+dd2253f5d79d0b01/node_modules/drizzle-orm/singlestore-proxy/migrator.cjs</a:t>
            </a:r>
          </a:p>
          <a:p>
            <a:pPr>
              <a:defRPr sz="1200"/>
            </a:pPr>
            <a:r>
              <a:t>D:/pasar_fix/node_modules/.bun/drizzle-orm@0.44.7+dd2253f5d79d0b01/node_modules/drizzle-orm/singlestore-proxy/migrator.cjs.map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D:/pasar_fix/node_modules/.bun/drizzle-orm@0.44.7+dd2253f5d79d0b01/node_modules/drizzle-orm/singlestore-proxy/migrator.d.cts</a:t>
            </a:r>
          </a:p>
          <a:p>
            <a:pPr>
              <a:defRPr sz="1200"/>
            </a:pPr>
            <a:r>
              <a:t>D:/pasar_fix/node_modules/.bun/drizzle-orm@0.44.7+dd2253f5d79d0b01/node_modules/drizzle-orm/singlestore-proxy/migrator.d.ts</a:t>
            </a:r>
          </a:p>
          <a:p>
            <a:pPr>
              <a:defRPr sz="1200"/>
            </a:pPr>
            <a:r>
              <a:t>D:/pasar_fix/node_modules/.bun/drizzle-orm@0.44.7+dd2253f5d79d0b01/node_modules/drizzle-orm/singlestore-proxy/migrator.js</a:t>
            </a:r>
          </a:p>
          <a:p>
            <a:pPr>
              <a:defRPr sz="1200"/>
            </a:pPr>
            <a:r>
              <a:t>D:/pasar_fix/node_modules/.bun/drizzle-orm@0.44.7+dd2253f5d79d0b01/node_modules/drizzle-orm/singlestore-proxy/migrator.js.map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D:/pasar_fix/node_modules/.bun/drizzle-orm@0.44.7+dd2253f5d79d0b01/node_modules/drizzle-orm/singlestore-proxy/session.cjs</a:t>
            </a:r>
          </a:p>
          <a:p>
            <a:pPr>
              <a:defRPr sz="1200"/>
            </a:pPr>
            <a:r>
              <a:t>D:/pasar_fix/node_modules/.bun/drizzle-orm@0.44.7+dd2253f5d79d0b01/node_modules/drizzle-orm/singlestore-proxy/session.cjs.map</a:t>
            </a:r>
          </a:p>
          <a:p>
            <a:pPr>
              <a:defRPr sz="1200"/>
            </a:pPr>
            <a:r>
              <a:t>D:/pasar_fix/node_modules/.bun/drizzle-orm@0.44.7+dd2253f5d79d0b01/node_modules/drizzle-orm/singlestore-proxy/session.d.cts</a:t>
            </a:r>
          </a:p>
          <a:p>
            <a:pPr>
              <a:defRPr sz="1200"/>
            </a:pPr>
            <a:r>
              <a:t>D:/pasar_fix/node_modules/.bun/drizzle-orm@0.44.7+dd2253f5d79d0b01/node_modules/drizzle-orm/singlestore-proxy/session.d.ts</a:t>
            </a:r>
          </a:p>
          <a:p>
            <a:pPr>
              <a:defRPr sz="1200"/>
            </a:pPr>
            <a:r>
              <a:t>D:/pasar_fix/node_modules/.bun/drizzle-orm@0.44.7+dd2253f5d79d0b01/node_modules/drizzle-orm/singlestore-proxy/session.js</a:t>
            </a:r>
          </a:p>
          <a:p>
            <a:pPr>
              <a:defRPr sz="1200"/>
            </a:pPr>
            <a:r>
              <a:t>D:/pasar_fix/node_modules/.bun/drizzle-orm@0.44.7+dd2253f5d79d0b01/node_modules/drizzle-orm/singlestore-proxy/session.js.map</a:t>
            </a:r>
          </a:p>
          <a:p>
            <a:pPr>
              <a:defRPr sz="1200"/>
            </a:pPr>
            <a:r>
              <a:t>D:/pasar_fix/node_modules/.bun/drizzle-orm@0.44.7+dd2253f5d79d0b01/node_modules/drizzle-orm/sql/index.cjs</a:t>
            </a:r>
          </a:p>
          <a:p>
            <a:pPr>
              <a:defRPr sz="1200"/>
            </a:pPr>
            <a:r>
              <a:t>D:/pasar_fix/node_modules/.bun/drizzle-orm@0.44.7+dd2253f5d79d0b01/node_modules/drizzle-orm/sql/index.cjs.map</a:t>
            </a:r>
          </a:p>
          <a:p>
            <a:pPr>
              <a:defRPr sz="1200"/>
            </a:pPr>
            <a:r>
              <a:t>D:/pasar_fix/node_modules/.bun/drizzle-orm@0.44.7+dd2253f5d79d0b01/node_modules/drizzle-orm/sql/index.d.cts</a:t>
            </a:r>
          </a:p>
          <a:p>
            <a:pPr>
              <a:defRPr sz="1200"/>
            </a:pPr>
            <a:r>
              <a:t>D:/pasar_fix/node_modules/.bun/drizzle-orm@0.44.7+dd2253f5d79d0b01/node_modules/drizzle-orm/sql/index.d.ts</a:t>
            </a:r>
          </a:p>
          <a:p>
            <a:pPr>
              <a:defRPr sz="1200"/>
            </a:pPr>
            <a:r>
              <a:t>D:/pasar_fix/node_modules/.bun/drizzle-orm@0.44.7+dd2253f5d79d0b01/node_modules/drizzle-orm/sql/index.js</a:t>
            </a:r>
          </a:p>
          <a:p>
            <a:pPr>
              <a:defRPr sz="1200"/>
            </a:pPr>
            <a:r>
              <a:t>D:/pasar_fix/node_modules/.bun/drizzle-orm@0.44.7+dd2253f5d79d0b01/node_modules/drizzle-orm/sql/index.js.map</a:t>
            </a:r>
          </a:p>
          <a:p>
            <a:pPr>
              <a:defRPr sz="1200"/>
            </a:pPr>
            <a:r>
              <a:t>D:/pasar_fix/node_modules/.bun/drizzle-orm@0.44.7+dd2253f5d79d0b01/node_modules/drizzle-orm/sql/sql.cjs</a:t>
            </a:r>
          </a:p>
          <a:p>
            <a:pPr>
              <a:defRPr sz="1200"/>
            </a:pPr>
            <a:r>
              <a:t>D:/pasar_fix/node_modules/.bun/drizzle-orm@0.44.7+dd2253f5d79d0b01/node_modules/drizzle-orm/sql/sql.cjs.map</a:t>
            </a:r>
          </a:p>
          <a:p>
            <a:pPr>
              <a:defRPr sz="1200"/>
            </a:pPr>
            <a:r>
              <a:t>D:/pasar_fix/node_modules/.bun/drizzle-orm@0.44.7+dd2253f5d79d0b01/node_modules/drizzle-orm/sql/sql.d.cts</a:t>
            </a:r>
          </a:p>
          <a:p>
            <a:pPr>
              <a:defRPr sz="1200"/>
            </a:pPr>
            <a:r>
              <a:t>D:/pasar_fix/node_modules/.bun/drizzle-orm@0.44.7+dd2253f5d79d0b01/node_modules/drizzle-orm/sql/sql.d.ts</a:t>
            </a:r>
          </a:p>
          <a:p>
            <a:pPr>
              <a:defRPr sz="1200"/>
            </a:pPr>
            <a:r>
              <a:t>D:/pasar_fix/node_modules/.bun/drizzle-orm@0.44.7+dd2253f5d79d0b01/node_modules/drizzle-orm/sql/sql.js</a:t>
            </a:r>
          </a:p>
          <a:p>
            <a:pPr>
              <a:defRPr sz="1200"/>
            </a:pPr>
            <a:r>
              <a:t>D:/pasar_fix/node_modules/.bun/drizzle-orm@0.44.7+dd2253f5d79d0b01/node_modules/drizzle-orm/sql/sql.js.map</a:t>
            </a:r>
          </a:p>
          <a:p>
            <a:pPr>
              <a:defRPr sz="1200"/>
            </a:pPr>
            <a:r>
              <a:t>D:/pasar_fix/node_modules/.bun/drizzle-orm@0.44.7+dd2253f5d79d0b01/node_modules/drizzle-orm/sql/expressions/conditions.cjs</a:t>
            </a:r>
          </a:p>
          <a:p>
            <a:pPr>
              <a:defRPr sz="1200"/>
            </a:pPr>
            <a:r>
              <a:t>D:/pasar_fix/node_modules/.bun/drizzle-orm@0.44.7+dd2253f5d79d0b01/node_modules/drizzle-orm/sql/expressions/conditions.cjs.map</a:t>
            </a:r>
          </a:p>
          <a:p>
            <a:pPr>
              <a:defRPr sz="1200"/>
            </a:pPr>
            <a:r>
              <a:t>D:/pasar_fix/node_modules/.bun/drizzle-orm@0.44.7+dd2253f5d79d0b01/node_modules/drizzle-orm/sql/expressions/conditions.d.cts</a:t>
            </a:r>
          </a:p>
          <a:p>
            <a:pPr>
              <a:defRPr sz="1200"/>
            </a:pPr>
            <a:r>
              <a:t>D:/pasar_fix/node_modules/.bun/drizzle-orm@0.44.7+dd2253f5d79d0b01/node_modules/drizzle-orm/sql/expressions/conditions.d.ts</a:t>
            </a:r>
          </a:p>
          <a:p>
            <a:pPr>
              <a:defRPr sz="1200"/>
            </a:pPr>
            <a:r>
              <a:t>D:/pasar_fix/node_modules/.bun/drizzle-orm@0.44.7+dd2253f5d79d0b01/node_modules/drizzle-orm/sql/expressions/conditions.js</a:t>
            </a:r>
          </a:p>
          <a:p>
            <a:pPr>
              <a:defRPr sz="1200"/>
            </a:pPr>
            <a:r>
              <a:t>D:/pasar_fix/node_modules/.bun/drizzle-orm@0.44.7+dd2253f5d79d0b01/node_modules/drizzle-orm/sql/expressions/conditions.js.map</a:t>
            </a:r>
          </a:p>
          <a:p>
            <a:pPr>
              <a:defRPr sz="1200"/>
            </a:pPr>
            <a:r>
              <a:t>D:/pasar_fix/node_modules/.bun/drizzle-orm@0.44.7+dd2253f5d79d0b01/node_modules/drizzle-orm/sql/expressions/index.cjs</a:t>
            </a:r>
          </a:p>
          <a:p>
            <a:pPr>
              <a:defRPr sz="1200"/>
            </a:pPr>
            <a:r>
              <a:t>D:/pasar_fix/node_modules/.bun/drizzle-orm@0.44.7+dd2253f5d79d0b01/node_modules/drizzle-orm/sql/expressions/index.cjs.map</a:t>
            </a:r>
          </a:p>
          <a:p>
            <a:pPr>
              <a:defRPr sz="1200"/>
            </a:pPr>
            <a:r>
              <a:t>D:/pasar_fix/node_modules/.bun/drizzle-orm@0.44.7+dd2253f5d79d0b01/node_modules/drizzle-orm/sql/expressions/index.d.cts</a:t>
            </a:r>
          </a:p>
          <a:p>
            <a:pPr>
              <a:defRPr sz="1200"/>
            </a:pPr>
            <a:r>
              <a:t>D:/pasar_fix/node_modules/.bun/drizzle-orm@0.44.7+dd2253f5d79d0b01/node_modules/drizzle-orm/sql/expressions/index.d.ts</a:t>
            </a:r>
          </a:p>
          <a:p>
            <a:pPr>
              <a:defRPr sz="1200"/>
            </a:pPr>
            <a:r>
              <a:t>D:/pasar_fix/node_modules/.bun/drizzle-orm@0.44.7+dd2253f5d79d0b01/node_modules/drizzle-orm/sql/expressions/index.js</a:t>
            </a:r>
          </a:p>
          <a:p>
            <a:pPr>
              <a:defRPr sz="1200"/>
            </a:pPr>
            <a:r>
              <a:t>D:/pasar_fix/node_modules/.bun/drizzle-orm@0.44.7+dd2253f5d79d0b01/node_modules/drizzle-orm/sql/expressions/index.js.map</a:t>
            </a:r>
          </a:p>
          <a:p>
            <a:pPr>
              <a:defRPr sz="1200"/>
            </a:pPr>
            <a:r>
              <a:t>D:/pasar_fix/node_modules/.bun/drizzle-orm@0.44.7+dd2253f5d79d0b01/node_modules/drizzle-orm/sql/expressions/select.cjs</a:t>
            </a:r>
          </a:p>
          <a:p>
            <a:pPr>
              <a:defRPr sz="1200"/>
            </a:pPr>
            <a:r>
              <a:t>D:/pasar_fix/node_modules/.bun/drizzle-orm@0.44.7+dd2253f5d79d0b01/node_modules/drizzle-orm/sql/expressions/select.cjs.map</a:t>
            </a:r>
          </a:p>
          <a:p>
            <a:pPr>
              <a:defRPr sz="1200"/>
            </a:pPr>
            <a:r>
              <a:t>D:/pasar_fix/node_modules/.bun/drizzle-orm@0.44.7+dd2253f5d79d0b01/node_modules/drizzle-orm/sql/expressions/select.d.cts</a:t>
            </a:r>
          </a:p>
          <a:p>
            <a:pPr>
              <a:defRPr sz="1200"/>
            </a:pPr>
            <a:r>
              <a:t>D:/pasar_fix/node_modules/.bun/drizzle-orm@0.44.7+dd2253f5d79d0b01/node_modules/drizzle-orm/sql/expressions/select.d.ts</a:t>
            </a:r>
          </a:p>
          <a:p>
            <a:pPr>
              <a:defRPr sz="1200"/>
            </a:pPr>
            <a:r>
              <a:t>D:/pasar_fix/node_modules/.bun/drizzle-orm@0.44.7+dd2253f5d79d0b01/node_modules/drizzle-orm/sql/expressions/select.js</a:t>
            </a:r>
          </a:p>
          <a:p>
            <a:pPr>
              <a:defRPr sz="1200"/>
            </a:pPr>
            <a:r>
              <a:t>D:/pasar_fix/node_modules/.bun/drizzle-orm@0.44.7+dd2253f5d79d0b01/node_modules/drizzle-orm/sql/expressions/select.js.map</a:t>
            </a:r>
          </a:p>
          <a:p>
            <a:pPr>
              <a:defRPr sz="1200"/>
            </a:pPr>
            <a:r>
              <a:t>D:/pasar_fix/node_modules/.bun/drizzle-orm@0.44.7+dd2253f5d79d0b01/node_modules/drizzle-orm/sql/functions/aggregate.cjs</a:t>
            </a:r>
          </a:p>
          <a:p>
            <a:pPr>
              <a:defRPr sz="1200"/>
            </a:pPr>
            <a:r>
              <a:t>D:/pasar_fix/node_modules/.bun/drizzle-orm@0.44.7+dd2253f5d79d0b01/node_modules/drizzle-orm/sql/functions/aggregate.cjs.map</a:t>
            </a:r>
          </a:p>
          <a:p>
            <a:pPr>
              <a:defRPr sz="1200"/>
            </a:pPr>
            <a:r>
              <a:t>D:/pasar_fix/node_modules/.bun/drizzle-orm@0.44.7+dd2253f5d79d0b01/node_modules/drizzle-orm/sql/functions/aggregate.d.cts</a:t>
            </a:r>
          </a:p>
          <a:p>
            <a:pPr>
              <a:defRPr sz="1200"/>
            </a:pPr>
            <a:r>
              <a:t>D:/pasar_fix/node_modules/.bun/drizzle-orm@0.44.7+dd2253f5d79d0b01/node_modules/drizzle-orm/sql/functions/aggregate.d.ts</a:t>
            </a:r>
          </a:p>
          <a:p>
            <a:pPr>
              <a:defRPr sz="1200"/>
            </a:pPr>
            <a:r>
              <a:t>D:/pasar_fix/node_modules/.bun/drizzle-orm@0.44.7+dd2253f5d79d0b01/node_modules/drizzle-orm/sql/functions/aggregate.js</a:t>
            </a:r>
          </a:p>
          <a:p>
            <a:pPr>
              <a:defRPr sz="1200"/>
            </a:pPr>
            <a:r>
              <a:t>D:/pasar_fix/node_modules/.bun/drizzle-orm@0.44.7+dd2253f5d79d0b01/node_modules/drizzle-orm/sql/functions/aggregate.js.map</a:t>
            </a:r>
          </a:p>
          <a:p>
            <a:pPr>
              <a:defRPr sz="1200"/>
            </a:pPr>
            <a:r>
              <a:t>D:/pasar_fix/node_modules/.bun/drizzle-orm@0.44.7+dd2253f5d79d0b01/node_modules/drizzle-orm/sql/functions/index.cjs</a:t>
            </a:r>
          </a:p>
          <a:p>
            <a:pPr>
              <a:defRPr sz="1200"/>
            </a:pPr>
            <a:r>
              <a:t>D:/pasar_fix/node_modules/.bun/drizzle-orm@0.44.7+dd2253f5d79d0b01/node_modules/drizzle-orm/sql/functions/index.cjs.map</a:t>
            </a:r>
          </a:p>
          <a:p>
            <a:pPr>
              <a:defRPr sz="1200"/>
            </a:pPr>
            <a:r>
              <a:t>D:/pasar_fix/node_modules/.bun/drizzle-orm@0.44.7+dd2253f5d79d0b01/node_modules/drizzle-orm/sql/functions/index.d.cts</a:t>
            </a:r>
          </a:p>
          <a:p>
            <a:pPr>
              <a:defRPr sz="1200"/>
            </a:pPr>
            <a:r>
              <a:t>D:/pasar_fix/node_modules/.bun/drizzle-orm@0.44.7+dd2253f5d79d0b01/node_modules/drizzle-orm/sql/functions/index.d.ts</a:t>
            </a:r>
          </a:p>
          <a:p>
            <a:pPr>
              <a:defRPr sz="1200"/>
            </a:pPr>
            <a:r>
              <a:t>D:/pasar_fix/node_modules/.bun/drizzle-orm@0.44.7+dd2253f5d79d0b01/node_modules/drizzle-orm/sql/functions/index.js</a:t>
            </a:r>
          </a:p>
          <a:p>
            <a:pPr>
              <a:defRPr sz="1200"/>
            </a:pPr>
            <a:r>
              <a:t>D:/pasar_fix/node_modules/.bun/drizzle-orm@0.44.7+dd2253f5d79d0b01/node_modules/drizzle-orm/sql/functions/index.js.map</a:t>
            </a:r>
          </a:p>
          <a:p>
            <a:pPr>
              <a:defRPr sz="1200"/>
            </a:pPr>
            <a:r>
              <a:t>D:/pasar_fix/node_modules/.bun/drizzle-orm@0.44.7+dd2253f5d79d0b01/node_modules/drizzle-orm/sql/functions/vector.cjs</a:t>
            </a:r>
          </a:p>
          <a:p>
            <a:pPr>
              <a:defRPr sz="1200"/>
            </a:pPr>
            <a:r>
              <a:t>D:/pasar_fix/node_modules/.bun/drizzle-orm@0.44.7+dd2253f5d79d0b01/node_modules/drizzle-orm/sql/functions/vector.cjs.map</a:t>
            </a:r>
          </a:p>
          <a:p>
            <a:pPr>
              <a:defRPr sz="1200"/>
            </a:pPr>
            <a:r>
              <a:t>D:/pasar_fix/node_modules/.bun/drizzle-orm@0.44.7+dd2253f5d79d0b01/node_modules/drizzle-orm/sql/functions/vector.d.cts</a:t>
            </a:r>
          </a:p>
          <a:p>
            <a:pPr>
              <a:defRPr sz="1200"/>
            </a:pPr>
            <a:r>
              <a:t>D:/pasar_fix/node_modules/.bun/drizzle-orm@0.44.7+dd2253f5d79d0b01/node_modules/drizzle-orm/sql/functions/vector.d.ts</a:t>
            </a:r>
          </a:p>
          <a:p>
            <a:pPr>
              <a:defRPr sz="1200"/>
            </a:pPr>
            <a:r>
              <a:t>D:/pasar_fix/node_modules/.bun/drizzle-orm@0.44.7+dd2253f5d79d0b01/node_modules/drizzle-orm/sql/functions/vector.js</a:t>
            </a:r>
          </a:p>
          <a:p>
            <a:pPr>
              <a:defRPr sz="1200"/>
            </a:pPr>
            <a:r>
              <a:t>D:/pasar_fix/node_modules/.bun/drizzle-orm@0.44.7+dd2253f5d79d0b01/node_modules/drizzle-orm/sql/functions/vector.js.map</a:t>
            </a:r>
          </a:p>
          <a:p>
            <a:pPr>
              <a:defRPr sz="1200"/>
            </a:pPr>
            <a:r>
              <a:t>D:/pasar_fix/node_modules/.bun/drizzle-orm@0.44.7+dd2253f5d79d0b01/node_modules/drizzle-orm/sql-js/driver.cjs</a:t>
            </a:r>
          </a:p>
          <a:p>
            <a:pPr>
              <a:defRPr sz="1200"/>
            </a:pPr>
            <a:r>
              <a:t>D:/pasar_fix/node_modules/.bun/drizzle-orm@0.44.7+dd2253f5d79d0b01/node_modules/drizzle-orm/sql-js/driver.cjs.map</a:t>
            </a:r>
          </a:p>
          <a:p>
            <a:pPr>
              <a:defRPr sz="1200"/>
            </a:pPr>
            <a:r>
              <a:t>D:/pasar_fix/node_modules/.bun/drizzle-orm@0.44.7+dd2253f5d79d0b01/node_modules/drizzle-orm/sql-js/driver.d.cts</a:t>
            </a:r>
          </a:p>
          <a:p>
            <a:pPr>
              <a:defRPr sz="1200"/>
            </a:pPr>
            <a:r>
              <a:t>D:/pasar_fix/node_modules/.bun/drizzle-orm@0.44.7+dd2253f5d79d0b01/node_modules/drizzle-orm/sql-js/driver.d.ts</a:t>
            </a:r>
          </a:p>
          <a:p>
            <a:pPr>
              <a:defRPr sz="1200"/>
            </a:pPr>
            <a:r>
              <a:t>D:/pasar_fix/node_modules/.bun/drizzle-orm@0.44.7+dd2253f5d79d0b01/node_modules/drizzle-orm/sql-js/driver.js</a:t>
            </a:r>
          </a:p>
          <a:p>
            <a:pPr>
              <a:defRPr sz="1200"/>
            </a:pPr>
            <a:r>
              <a:t>D:/pasar_fix/node_modules/.bun/drizzle-orm@0.44.7+dd2253f5d79d0b01/node_modules/drizzle-orm/sql-js/driver.js.map</a:t>
            </a:r>
          </a:p>
          <a:p>
            <a:pPr>
              <a:defRPr sz="1200"/>
            </a:pPr>
            <a:r>
              <a:t>D:/pasar_fix/node_modules/.bun/drizzle-orm@0.44.7+dd2253f5d79d0b01/node_modules/drizzle-orm/sql-js/index.cjs</a:t>
            </a:r>
          </a:p>
          <a:p>
            <a:pPr>
              <a:defRPr sz="1200"/>
            </a:pPr>
            <a:r>
              <a:t>D:/pasar_fix/node_modules/.bun/drizzle-orm@0.44.7+dd2253f5d79d0b01/node_modules/drizzle-orm/sql-js/index.cjs.map</a:t>
            </a:r>
          </a:p>
          <a:p>
            <a:pPr>
              <a:defRPr sz="1200"/>
            </a:pPr>
            <a:r>
              <a:t>D:/pasar_fix/node_modules/.bun/drizzle-orm@0.44.7+dd2253f5d79d0b01/node_modules/drizzle-orm/sql-js/index.d.cts</a:t>
            </a:r>
          </a:p>
          <a:p>
            <a:pPr>
              <a:defRPr sz="1200"/>
            </a:pPr>
            <a:r>
              <a:t>D:/pasar_fix/node_modules/.bun/drizzle-orm@0.44.7+dd2253f5d79d0b01/node_modules/drizzle-orm/sql-js/index.d.ts</a:t>
            </a:r>
          </a:p>
          <a:p>
            <a:pPr>
              <a:defRPr sz="1200"/>
            </a:pPr>
            <a:r>
              <a:t>D:/pasar_fix/node_modules/.bun/drizzle-orm@0.44.7+dd2253f5d79d0b01/node_modules/drizzle-orm/sql-js/index.js</a:t>
            </a:r>
          </a:p>
          <a:p>
            <a:pPr>
              <a:defRPr sz="1200"/>
            </a:pPr>
            <a:r>
              <a:t>D:/pasar_fix/node_modules/.bun/drizzle-orm@0.44.7+dd2253f5d79d0b01/node_modules/drizzle-orm/sql-js/index.js.map</a:t>
            </a:r>
          </a:p>
          <a:p>
            <a:pPr>
              <a:defRPr sz="1200"/>
            </a:pPr>
            <a:r>
              <a:t>D:/pasar_fix/node_modules/.bun/drizzle-orm@0.44.7+dd2253f5d79d0b01/node_modules/drizzle-orm/sql-js/migrator.cjs</a:t>
            </a:r>
          </a:p>
          <a:p>
            <a:pPr>
              <a:defRPr sz="1200"/>
            </a:pPr>
            <a:r>
              <a:t>D:/pasar_fix/node_modules/.bun/drizzle-orm@0.44.7+dd2253f5d79d0b01/node_modules/drizzle-orm/sql-js/migrator.cjs.map</a:t>
            </a:r>
          </a:p>
          <a:p>
            <a:pPr>
              <a:defRPr sz="1200"/>
            </a:pPr>
            <a:r>
              <a:t>D:/pasar_fix/node_modules/.bun/drizzle-orm@0.44.7+dd2253f5d79d0b01/node_modules/drizzle-orm/sql-js/migrator.d.cts</a:t>
            </a:r>
          </a:p>
          <a:p>
            <a:pPr>
              <a:defRPr sz="1200"/>
            </a:pPr>
            <a:r>
              <a:t>D:/pasar_fix/node_modules/.bun/drizzle-orm@0.44.7+dd2253f5d79d0b01/node_modules/drizzle-orm/sql-js/migrator.d.ts</a:t>
            </a:r>
          </a:p>
          <a:p>
            <a:pPr>
              <a:defRPr sz="1200"/>
            </a:pPr>
            <a:r>
              <a:t>D:/pasar_fix/node_modules/.bun/drizzle-orm@0.44.7+dd2253f5d79d0b01/node_modules/drizzle-orm/sql-js/migrator.js</a:t>
            </a:r>
          </a:p>
          <a:p>
            <a:pPr>
              <a:defRPr sz="1200"/>
            </a:pPr>
            <a:r>
              <a:t>D:/pasar_fix/node_modules/.bun/drizzle-orm@0.44.7+dd2253f5d79d0b01/node_modules/drizzle-orm/sql-js/migrator.js.map</a:t>
            </a:r>
          </a:p>
          <a:p>
            <a:pPr>
              <a:defRPr sz="1200"/>
            </a:pPr>
            <a:r>
              <a:t>D:/pasar_fix/node_modules/.bun/drizzle-orm@0.44.7+dd2253f5d79d0b01/node_modules/drizzle-orm/sql-js/session.cjs</a:t>
            </a:r>
          </a:p>
          <a:p>
            <a:pPr>
              <a:defRPr sz="1200"/>
            </a:pPr>
            <a:r>
              <a:t>D:/pasar_fix/node_modules/.bun/drizzle-orm@0.44.7+dd2253f5d79d0b01/node_modules/drizzle-orm/sql-js/session.cjs.map</a:t>
            </a:r>
          </a:p>
          <a:p>
            <a:pPr>
              <a:defRPr sz="1200"/>
            </a:pPr>
            <a:r>
              <a:t>D:/pasar_fix/node_modules/.bun/drizzle-orm@0.44.7+dd2253f5d79d0b01/node_modules/drizzle-orm/sql-js/session.d.cts</a:t>
            </a:r>
          </a:p>
          <a:p>
            <a:pPr>
              <a:defRPr sz="1200"/>
            </a:pPr>
            <a:r>
              <a:t>D:/pasar_fix/node_modules/.bun/drizzle-orm@0.44.7+dd2253f5d79d0b01/node_modules/drizzle-orm/sql-js/session.d.ts</a:t>
            </a:r>
          </a:p>
          <a:p>
            <a:pPr>
              <a:defRPr sz="1200"/>
            </a:pPr>
            <a:r>
              <a:t>D:/pasar_fix/node_modules/.bun/drizzle-orm@0.44.7+dd2253f5d79d0b01/node_modules/drizzle-orm/sql-js/session.js</a:t>
            </a:r>
          </a:p>
          <a:p>
            <a:pPr>
              <a:defRPr sz="1200"/>
            </a:pPr>
            <a:r>
              <a:t>D:/pasar_fix/node_modules/.bun/drizzle-orm@0.44.7+dd2253f5d79d0b01/node_modules/drizzle-orm/sql-js/session.js.map</a:t>
            </a:r>
          </a:p>
          <a:p>
            <a:pPr>
              <a:defRPr sz="1200"/>
            </a:pPr>
            <a:r>
              <a:t>D:/pasar_fix/node_modules/.bun/drizzle-orm@0.44.7+dd2253f5d79d0b01/node_modules/drizzle-orm/sqlite-core/alias.cjs</a:t>
            </a:r>
          </a:p>
          <a:p>
            <a:pPr>
              <a:defRPr sz="1200"/>
            </a:pPr>
            <a:r>
              <a:t>D:/pasar_fix/node_modules/.bun/drizzle-orm@0.44.7+dd2253f5d79d0b01/node_modules/drizzle-orm/sqlite-core/alias.cjs.map</a:t>
            </a:r>
          </a:p>
          <a:p>
            <a:pPr>
              <a:defRPr sz="1200"/>
            </a:pPr>
            <a:r>
              <a:t>D:/pasar_fix/node_modules/.bun/drizzle-orm@0.44.7+dd2253f5d79d0b01/node_modules/drizzle-orm/sqlite-core/alias.d.cts</a:t>
            </a:r>
          </a:p>
          <a:p>
            <a:pPr>
              <a:defRPr sz="1200"/>
            </a:pPr>
            <a:r>
              <a:t>D:/pasar_fix/node_modules/.bun/drizzle-orm@0.44.7+dd2253f5d79d0b01/node_modules/drizzle-orm/sqlite-core/alias.d.ts</a:t>
            </a:r>
          </a:p>
          <a:p>
            <a:pPr>
              <a:defRPr sz="1200"/>
            </a:pPr>
            <a:r>
              <a:t>D:/pasar_fix/node_modules/.bun/drizzle-orm@0.44.7+dd2253f5d79d0b01/node_modules/drizzle-orm/sqlite-core/alias.js</a:t>
            </a:r>
          </a:p>
          <a:p>
            <a:pPr>
              <a:defRPr sz="1200"/>
            </a:pPr>
            <a:r>
              <a:t>D:/pasar_fix/node_modules/.bun/drizzle-orm@0.44.7+dd2253f5d79d0b01/node_modules/drizzle-orm/sqlite-core/alias.js.map</a:t>
            </a:r>
          </a:p>
          <a:p>
            <a:pPr>
              <a:defRPr sz="1200"/>
            </a:pPr>
            <a:r>
              <a:t>D:/pasar_fix/node_modules/.bun/drizzle-orm@0.44.7+dd2253f5d79d0b01/node_modules/drizzle-orm/sqlite-core/checks.cjs</a:t>
            </a:r>
          </a:p>
          <a:p>
            <a:pPr>
              <a:defRPr sz="1200"/>
            </a:pPr>
            <a:r>
              <a:t>D:/pasar_fix/node_modules/.bun/drizzle-orm@0.44.7+dd2253f5d79d0b01/node_modules/drizzle-orm/sqlite-core/checks.cjs.map</a:t>
            </a:r>
          </a:p>
          <a:p>
            <a:pPr>
              <a:defRPr sz="1200"/>
            </a:pPr>
            <a:r>
              <a:t>D:/pasar_fix/node_modules/.bun/drizzle-orm@0.44.7+dd2253f5d79d0b01/node_modules/drizzle-orm/sqlite-core/checks.d.cts</a:t>
            </a:r>
          </a:p>
          <a:p>
            <a:pPr>
              <a:defRPr sz="1200"/>
            </a:pPr>
            <a:r>
              <a:t>D:/pasar_fix/node_modules/.bun/drizzle-orm@0.44.7+dd2253f5d79d0b01/node_modules/drizzle-orm/sqlite-core/checks.d.ts</a:t>
            </a:r>
          </a:p>
          <a:p>
            <a:pPr>
              <a:defRPr sz="1200"/>
            </a:pPr>
            <a:r>
              <a:t>D:/pasar_fix/node_modules/.bun/drizzle-orm@0.44.7+dd2253f5d79d0b01/node_modules/drizzle-orm/sqlite-core/checks.js</a:t>
            </a:r>
          </a:p>
          <a:p>
            <a:pPr>
              <a:defRPr sz="1200"/>
            </a:pPr>
            <a:r>
              <a:t>D:/pasar_fix/node_modules/.bun/drizzle-orm@0.44.7+dd2253f5d79d0b01/node_modules/drizzle-orm/sqlite-core/checks.js.map</a:t>
            </a:r>
          </a:p>
          <a:p>
            <a:pPr>
              <a:defRPr sz="1200"/>
            </a:pPr>
            <a:r>
              <a:t>D:/pasar_fix/node_modules/.bun/drizzle-orm@0.44.7+dd2253f5d79d0b01/node_modules/drizzle-orm/sqlite-core/db.cjs</a:t>
            </a:r>
          </a:p>
          <a:p>
            <a:pPr>
              <a:defRPr sz="1200"/>
            </a:pPr>
            <a:r>
              <a:t>D:/pasar_fix/node_modules/.bun/drizzle-orm@0.44.7+dd2253f5d79d0b01/node_modules/drizzle-orm/sqlite-core/db.cjs.map</a:t>
            </a:r>
          </a:p>
          <a:p>
            <a:pPr>
              <a:defRPr sz="1200"/>
            </a:pPr>
            <a:r>
              <a:t>D:/pasar_fix/node_modules/.bun/drizzle-orm@0.44.7+dd2253f5d79d0b01/node_modules/drizzle-orm/sqlite-core/db.d.cts</a:t>
            </a:r>
          </a:p>
          <a:p>
            <a:pPr>
              <a:defRPr sz="1200"/>
            </a:pPr>
            <a:r>
              <a:t>D:/pasar_fix/node_modules/.bun/drizzle-orm@0.44.7+dd2253f5d79d0b01/node_modules/drizzle-orm/sqlite-core/db.d.ts</a:t>
            </a:r>
          </a:p>
          <a:p>
            <a:pPr>
              <a:defRPr sz="1200"/>
            </a:pPr>
            <a:r>
              <a:t>D:/pasar_fix/node_modules/.bun/drizzle-orm@0.44.7+dd2253f5d79d0b01/node_modules/drizzle-orm/sqlite-core/db.js</a:t>
            </a:r>
          </a:p>
          <a:p>
            <a:pPr>
              <a:defRPr sz="1200"/>
            </a:pPr>
            <a:r>
              <a:t>D:/pasar_fix/node_modules/.bun/drizzle-orm@0.44.7+dd2253f5d79d0b01/node_modules/drizzle-orm/sqlite-core/db.js.map</a:t>
            </a:r>
          </a:p>
          <a:p>
            <a:pPr>
              <a:defRPr sz="1200"/>
            </a:pPr>
            <a:r>
              <a:t>D:/pasar_fix/node_modules/.bun/drizzle-orm@0.44.7+dd2253f5d79d0b01/node_modules/drizzle-orm/sqlite-core/dialect.cjs</a:t>
            </a:r>
          </a:p>
          <a:p>
            <a:pPr>
              <a:defRPr sz="1200"/>
            </a:pPr>
            <a:r>
              <a:t>D:/pasar_fix/node_modules/.bun/drizzle-orm@0.44.7+dd2253f5d79d0b01/node_modules/drizzle-orm/sqlite-core/dialect.cjs.map</a:t>
            </a:r>
          </a:p>
          <a:p>
            <a:pPr>
              <a:defRPr sz="1200"/>
            </a:pPr>
            <a:r>
              <a:t>D:/pasar_fix/node_modules/.bun/drizzle-orm@0.44.7+dd2253f5d79d0b01/node_modules/drizzle-orm/sqlite-core/dialect.d.cts</a:t>
            </a:r>
          </a:p>
          <a:p>
            <a:pPr>
              <a:defRPr sz="1200"/>
            </a:pPr>
            <a:r>
              <a:t>D:/pasar_fix/node_modules/.bun/drizzle-orm@0.44.7+dd2253f5d79d0b01/node_modules/drizzle-orm/sqlite-core/dialect.d.ts</a:t>
            </a:r>
          </a:p>
          <a:p>
            <a:pPr>
              <a:defRPr sz="1200"/>
            </a:pPr>
            <a:r>
              <a:t>D:/pasar_fix/node_modules/.bun/drizzle-orm@0.44.7+dd2253f5d79d0b01/node_modules/drizzle-orm/sqlite-core/dialect.js</a:t>
            </a:r>
          </a:p>
          <a:p>
            <a:pPr>
              <a:defRPr sz="1200"/>
            </a:pPr>
            <a:r>
              <a:t>D:/pasar_fix/node_modules/.bun/drizzle-orm@0.44.7+dd2253f5d79d0b01/node_modules/drizzle-orm/sqlite-core/dialect.js.map</a:t>
            </a:r>
          </a:p>
          <a:p>
            <a:pPr>
              <a:defRPr sz="1200"/>
            </a:pPr>
            <a:r>
              <a:t>D:/pasar_fix/node_modules/.bun/drizzle-orm@0.44.7+dd2253f5d79d0b01/node_modules/drizzle-orm/sqlite-core/expressions.cjs</a:t>
            </a:r>
          </a:p>
          <a:p>
            <a:pPr>
              <a:defRPr sz="1200"/>
            </a:pPr>
            <a:r>
              <a:t>D:/pasar_fix/node_modules/.bun/drizzle-orm@0.44.7+dd2253f5d79d0b01/node_modules/drizzle-orm/sqlite-core/expressions.cjs.map</a:t>
            </a:r>
          </a:p>
          <a:p>
            <a:pPr>
              <a:defRPr sz="1200"/>
            </a:pPr>
            <a:r>
              <a:t>D:/pasar_fix/node_modules/.bun/drizzle-orm@0.44.7+dd2253f5d79d0b01/node_modules/drizzle-orm/sqlite-core/expressions.d.cts</a:t>
            </a:r>
          </a:p>
          <a:p>
            <a:pPr>
              <a:defRPr sz="1200"/>
            </a:pPr>
            <a:r>
              <a:t>D:/pasar_fix/node_modules/.bun/drizzle-orm@0.44.7+dd2253f5d79d0b01/node_modules/drizzle-orm/sqlite-core/expressions.d.ts</a:t>
            </a:r>
          </a:p>
          <a:p>
            <a:pPr>
              <a:defRPr sz="1200"/>
            </a:pPr>
            <a:r>
              <a:t>D:/pasar_fix/node_modules/.bun/drizzle-orm@0.44.7+dd2253f5d79d0b01/node_modules/drizzle-orm/sqlite-core/expressions.js</a:t>
            </a:r>
          </a:p>
          <a:p>
            <a:pPr>
              <a:defRPr sz="1200"/>
            </a:pPr>
            <a:r>
              <a:t>D:/pasar_fix/node_modules/.bun/drizzle-orm@0.44.7+dd2253f5d79d0b01/node_modules/drizzle-orm/sqlite-core/expressions.js.map</a:t>
            </a:r>
          </a:p>
          <a:p>
            <a:pPr>
              <a:defRPr sz="1200"/>
            </a:pPr>
            <a:r>
              <a:t>D:/pasar_fix/node_modules/.bun/drizzle-orm@0.44.7+dd2253f5d79d0b01/node_modules/drizzle-orm/sqlite-core/foreign-keys.cjs</a:t>
            </a:r>
          </a:p>
          <a:p>
            <a:pPr>
              <a:defRPr sz="1200"/>
            </a:pPr>
            <a:r>
              <a:t>D:/pasar_fix/node_modules/.bun/drizzle-orm@0.44.7+dd2253f5d79d0b01/node_modules/drizzle-orm/sqlite-core/foreign-keys.cjs.map</a:t>
            </a:r>
          </a:p>
          <a:p>
            <a:pPr>
              <a:defRPr sz="1200"/>
            </a:pPr>
            <a:r>
              <a:t>D:/pasar_fix/node_modules/.bun/drizzle-orm@0.44.7+dd2253f5d79d0b01/node_modules/drizzle-orm/sqlite-core/foreign-keys.d.cts</a:t>
            </a:r>
          </a:p>
          <a:p>
            <a:pPr>
              <a:defRPr sz="1200"/>
            </a:pPr>
            <a:r>
              <a:t>D:/pasar_fix/node_modules/.bun/drizzle-orm@0.44.7+dd2253f5d79d0b01/node_modules/drizzle-orm/sqlite-core/foreign-keys.d.ts</a:t>
            </a:r>
          </a:p>
          <a:p>
            <a:pPr>
              <a:defRPr sz="1200"/>
            </a:pPr>
            <a:r>
              <a:t>D:/pasar_fix/node_modules/.bun/drizzle-orm@0.44.7+dd2253f5d79d0b01/node_modules/drizzle-orm/sqlite-core/foreign-keys.js</a:t>
            </a:r>
          </a:p>
          <a:p>
            <a:pPr>
              <a:defRPr sz="1200"/>
            </a:pPr>
            <a:r>
              <a:t>D:/pasar_fix/node_modules/.bun/drizzle-orm@0.44.7+dd2253f5d79d0b01/node_modules/drizzle-orm/sqlite-core/foreign-keys.js.map</a:t>
            </a:r>
          </a:p>
          <a:p>
            <a:pPr>
              <a:defRPr sz="1200"/>
            </a:pPr>
            <a:r>
              <a:t>D:/pasar_fix/node_modules/.bun/drizzle-orm@0.44.7+dd2253f5d79d0b01/node_modules/drizzle-orm/sqlite-core/index.cjs</a:t>
            </a:r>
          </a:p>
          <a:p>
            <a:pPr>
              <a:defRPr sz="1200"/>
            </a:pPr>
            <a:r>
              <a:t>D:/pasar_fix/node_modules/.bun/drizzle-orm@0.44.7+dd2253f5d79d0b01/node_modules/drizzle-orm/sqlite-core/index.cjs.map</a:t>
            </a:r>
          </a:p>
          <a:p>
            <a:pPr>
              <a:defRPr sz="1200"/>
            </a:pPr>
            <a:r>
              <a:t>D:/pasar_fix/node_modules/.bun/drizzle-orm@0.44.7+dd2253f5d79d0b01/node_modules/drizzle-orm/sqlite-core/index.d.cts</a:t>
            </a:r>
          </a:p>
          <a:p>
            <a:pPr>
              <a:defRPr sz="1200"/>
            </a:pPr>
            <a:r>
              <a:t>D:/pasar_fix/node_modules/.bun/drizzle-orm@0.44.7+dd2253f5d79d0b01/node_modules/drizzle-orm/sqlite-core/index.d.ts</a:t>
            </a:r>
          </a:p>
          <a:p>
            <a:pPr>
              <a:defRPr sz="1200"/>
            </a:pPr>
            <a:r>
              <a:t>D:/pasar_fix/node_modules/.bun/drizzle-orm@0.44.7+dd2253f5d79d0b01/node_modules/drizzle-orm/sqlite-core/index.js</a:t>
            </a:r>
          </a:p>
          <a:p>
            <a:pPr>
              <a:defRPr sz="1200"/>
            </a:pPr>
            <a:r>
              <a:t>D:/pasar_fix/node_modules/.bun/drizzle-orm@0.44.7+dd2253f5d79d0b01/node_modules/drizzle-orm/sqlite-core/index.js.map</a:t>
            </a:r>
          </a:p>
          <a:p>
            <a:pPr>
              <a:defRPr sz="1200"/>
            </a:pPr>
            <a:r>
              <a:t>D:/pasar_fix/node_modules/.bun/drizzle-orm@0.44.7+dd2253f5d79d0b01/node_modules/drizzle-orm/sqlite-core/indexes.cjs</a:t>
            </a:r>
          </a:p>
          <a:p>
            <a:pPr>
              <a:defRPr sz="1200"/>
            </a:pPr>
            <a:r>
              <a:t>D:/pasar_fix/node_modules/.bun/drizzle-orm@0.44.7+dd2253f5d79d0b01/node_modules/drizzle-orm/sqlite-core/indexes.cjs.map</a:t>
            </a:r>
          </a:p>
          <a:p>
            <a:pPr>
              <a:defRPr sz="1200"/>
            </a:pPr>
            <a:r>
              <a:t>D:/pasar_fix/node_modules/.bun/drizzle-orm@0.44.7+dd2253f5d79d0b01/node_modules/drizzle-orm/sqlite-core/indexes.d.cts</a:t>
            </a:r>
          </a:p>
          <a:p>
            <a:pPr>
              <a:defRPr sz="1200"/>
            </a:pPr>
            <a:r>
              <a:t>D:/pasar_fix/node_modules/.bun/drizzle-orm@0.44.7+dd2253f5d79d0b01/node_modules/drizzle-orm/sqlite-core/indexes.d.ts</a:t>
            </a:r>
          </a:p>
          <a:p>
            <a:pPr>
              <a:defRPr sz="1200"/>
            </a:pPr>
            <a:r>
              <a:t>D:/pasar_fix/node_modules/.bun/drizzle-orm@0.44.7+dd2253f5d79d0b01/node_modules/drizzle-orm/sqlite-core/indexes.js</a:t>
            </a:r>
          </a:p>
          <a:p>
            <a:pPr>
              <a:defRPr sz="1200"/>
            </a:pPr>
            <a:r>
              <a:t>D:/pasar_fix/node_modules/.bun/drizzle-orm@0.44.7+dd2253f5d79d0b01/node_modules/drizzle-orm/sqlite-core/indexes.js.map</a:t>
            </a:r>
          </a:p>
          <a:p>
            <a:pPr>
              <a:defRPr sz="1200"/>
            </a:pPr>
            <a:r>
              <a:t>D:/pasar_fix/node_modules/.bun/drizzle-orm@0.44.7+dd2253f5d79d0b01/node_modules/drizzle-orm/sqlite-core/primary-keys.cjs</a:t>
            </a:r>
          </a:p>
          <a:p>
            <a:pPr>
              <a:defRPr sz="1200"/>
            </a:pPr>
            <a:r>
              <a:t>D:/pasar_fix/node_modules/.bun/drizzle-orm@0.44.7+dd2253f5d79d0b01/node_modules/drizzle-orm/sqlite-core/primary-keys.cjs.map</a:t>
            </a:r>
          </a:p>
          <a:p>
            <a:pPr>
              <a:defRPr sz="1200"/>
            </a:pPr>
            <a:r>
              <a:t>D:/pasar_fix/node_modules/.bun/drizzle-orm@0.44.7+dd2253f5d79d0b01/node_modules/drizzle-orm/sqlite-core/primary-keys.d.cts</a:t>
            </a:r>
          </a:p>
          <a:p>
            <a:pPr>
              <a:defRPr sz="1200"/>
            </a:pPr>
            <a:r>
              <a:t>D:/pasar_fix/node_modules/.bun/drizzle-orm@0.44.7+dd2253f5d79d0b01/node_modules/drizzle-orm/sqlite-core/primary-keys.d.ts</a:t>
            </a:r>
          </a:p>
          <a:p>
            <a:pPr>
              <a:defRPr sz="1200"/>
            </a:pPr>
            <a:r>
              <a:t>D:/pasar_fix/node_modules/.bun/drizzle-orm@0.44.7+dd2253f5d79d0b01/node_modules/drizzle-orm/sqlite-core/primary-keys.js</a:t>
            </a:r>
          </a:p>
          <a:p>
            <a:pPr>
              <a:defRPr sz="1200"/>
            </a:pPr>
            <a:r>
              <a:t>D:/pasar_fix/node_modules/.bun/drizzle-orm@0.44.7+dd2253f5d79d0b01/node_modules/drizzle-orm/sqlite-core/primary-keys.js.map</a:t>
            </a:r>
          </a:p>
          <a:p>
            <a:pPr>
              <a:defRPr sz="1200"/>
            </a:pPr>
            <a:r>
              <a:t>D:/pasar_fix/node_modules/.bun/drizzle-orm@0.44.7+dd2253f5d79d0b01/node_modules/drizzle-orm/sqlite-core/session.cjs</a:t>
            </a:r>
          </a:p>
          <a:p>
            <a:pPr>
              <a:defRPr sz="1200"/>
            </a:pPr>
            <a:r>
              <a:t>D:/pasar_fix/node_modules/.bun/drizzle-orm@0.44.7+dd2253f5d79d0b01/node_modules/drizzle-orm/sqlite-core/session.cjs.map</a:t>
            </a:r>
          </a:p>
          <a:p>
            <a:pPr>
              <a:defRPr sz="1200"/>
            </a:pPr>
            <a:r>
              <a:t>D:/pasar_fix/node_modules/.bun/drizzle-orm@0.44.7+dd2253f5d79d0b01/node_modules/drizzle-orm/sqlite-core/session.d.cts</a:t>
            </a:r>
          </a:p>
          <a:p>
            <a:pPr>
              <a:defRPr sz="1200"/>
            </a:pPr>
            <a:r>
              <a:t>D:/pasar_fix/node_modules/.bun/drizzle-orm@0.44.7+dd2253f5d79d0b01/node_modules/drizzle-orm/sqlite-core/session.d.ts</a:t>
            </a:r>
          </a:p>
          <a:p>
            <a:pPr>
              <a:defRPr sz="1200"/>
            </a:pPr>
            <a:r>
              <a:t>D:/pasar_fix/node_modules/.bun/drizzle-orm@0.44.7+dd2253f5d79d0b01/node_modules/drizzle-orm/sqlite-core/session.js</a:t>
            </a:r>
          </a:p>
          <a:p>
            <a:pPr>
              <a:defRPr sz="1200"/>
            </a:pPr>
            <a:r>
              <a:t>D:/pasar_fix/node_modules/.bun/drizzle-orm@0.44.7+dd2253f5d79d0b01/node_modules/drizzle-orm/sqlite-core/session.js.map</a:t>
            </a:r>
          </a:p>
          <a:p>
            <a:pPr>
              <a:defRPr sz="1200"/>
            </a:pPr>
            <a:r>
              <a:t>D:/pasar_fix/node_modules/.bun/drizzle-orm@0.44.7+dd2253f5d79d0b01/node_modules/drizzle-orm/sqlite-core/subquery.cjs</a:t>
            </a:r>
          </a:p>
          <a:p>
            <a:pPr>
              <a:defRPr sz="1200"/>
            </a:pPr>
            <a:r>
              <a:t>D:/pasar_fix/node_modules/.bun/drizzle-orm@0.44.7+dd2253f5d79d0b01/node_modules/drizzle-orm/sqlite-core/subquery.cjs.map</a:t>
            </a:r>
          </a:p>
          <a:p>
            <a:pPr>
              <a:defRPr sz="1200"/>
            </a:pPr>
            <a:r>
              <a:t>D:/pasar_fix/node_modules/.bun/drizzle-orm@0.44.7+dd2253f5d79d0b01/node_modules/drizzle-orm/sqlite-core/subquery.d.cts</a:t>
            </a:r>
          </a:p>
          <a:p>
            <a:pPr>
              <a:defRPr sz="1200"/>
            </a:pPr>
            <a:r>
              <a:t>D:/pasar_fix/node_modules/.bun/drizzle-orm@0.44.7+dd2253f5d79d0b01/node_modules/drizzle-orm/sqlite-core/subquery.d.ts</a:t>
            </a:r>
          </a:p>
          <a:p>
            <a:pPr>
              <a:defRPr sz="1200"/>
            </a:pPr>
            <a:r>
              <a:t>D:/pasar_fix/node_modules/.bun/drizzle-orm@0.44.7+dd2253f5d79d0b01/node_modules/drizzle-orm/sqlite-core/subquery.js</a:t>
            </a:r>
          </a:p>
          <a:p>
            <a:pPr>
              <a:defRPr sz="1200"/>
            </a:pPr>
            <a:r>
              <a:t>D:/pasar_fix/node_modules/.bun/drizzle-orm@0.44.7+dd2253f5d79d0b01/node_modules/drizzle-orm/sqlite-core/subquery.js.map</a:t>
            </a:r>
          </a:p>
          <a:p>
            <a:pPr>
              <a:defRPr sz="1200"/>
            </a:pPr>
            <a:r>
              <a:t>D:/pasar_fix/node_modules/.bun/drizzle-orm@0.44.7+dd2253f5d79d0b01/node_modules/drizzle-orm/sqlite-core/table.cjs</a:t>
            </a:r>
          </a:p>
          <a:p>
            <a:pPr>
              <a:defRPr sz="1200"/>
            </a:pPr>
            <a:r>
              <a:t>D:/pasar_fix/node_modules/.bun/drizzle-orm@0.44.7+dd2253f5d79d0b01/node_modules/drizzle-orm/sqlite-core/table.cjs.map</a:t>
            </a:r>
          </a:p>
          <a:p>
            <a:pPr>
              <a:defRPr sz="1200"/>
            </a:pPr>
            <a:r>
              <a:t>D:/pasar_fix/node_modules/.bun/drizzle-orm@0.44.7+dd2253f5d79d0b01/node_modules/drizzle-orm/sqlite-core/table.d.cts</a:t>
            </a:r>
          </a:p>
          <a:p>
            <a:pPr>
              <a:defRPr sz="1200"/>
            </a:pPr>
            <a:r>
              <a:t>D:/pasar_fix/node_modules/.bun/drizzle-orm@0.44.7+dd2253f5d79d0b01/node_modules/drizzle-orm/sqlite-core/table.d.ts</a:t>
            </a:r>
          </a:p>
          <a:p>
            <a:pPr>
              <a:defRPr sz="1200"/>
            </a:pPr>
            <a:r>
              <a:t>D:/pasar_fix/node_modules/.bun/drizzle-orm@0.44.7+dd2253f5d79d0b01/node_modules/drizzle-orm/sqlite-core/table.js</a:t>
            </a:r>
          </a:p>
          <a:p>
            <a:pPr>
              <a:defRPr sz="1200"/>
            </a:pPr>
            <a:r>
              <a:t>D:/pasar_fix/node_modules/.bun/drizzle-orm@0.44.7+dd2253f5d79d0b01/node_modules/drizzle-orm/sqlite-core/table.js.map</a:t>
            </a:r>
          </a:p>
          <a:p>
            <a:pPr>
              <a:defRPr sz="1200"/>
            </a:pPr>
            <a:r>
              <a:t>D:/pasar_fix/node_modules/.bun/drizzle-orm@0.44.7+dd2253f5d79d0b01/node_modules/drizzle-orm/sqlite-core/unique-constraint.cjs</a:t>
            </a:r>
          </a:p>
          <a:p>
            <a:pPr>
              <a:defRPr sz="1200"/>
            </a:pPr>
            <a:r>
              <a:t>D:/pasar_fix/node_modules/.bun/drizzle-orm@0.44.7+dd2253f5d79d0b01/node_modules/drizzle-orm/sqlite-core/unique-constraint.cjs.map</a:t>
            </a:r>
          </a:p>
          <a:p>
            <a:pPr>
              <a:defRPr sz="1200"/>
            </a:pPr>
            <a:r>
              <a:t>D:/pasar_fix/node_modules/.bun/drizzle-orm@0.44.7+dd2253f5d79d0b01/node_modules/drizzle-orm/sqlite-core/unique-constraint.d.cts</a:t>
            </a:r>
          </a:p>
          <a:p>
            <a:pPr>
              <a:defRPr sz="1200"/>
            </a:pPr>
            <a:r>
              <a:t>D:/pasar_fix/node_modules/.bun/drizzle-orm@0.44.7+dd2253f5d79d0b01/node_modules/drizzle-orm/sqlite-core/unique-constraint.d.ts</a:t>
            </a:r>
          </a:p>
          <a:p>
            <a:pPr>
              <a:defRPr sz="1200"/>
            </a:pPr>
            <a:r>
              <a:t>D:/pasar_fix/node_modules/.bun/drizzle-orm@0.44.7+dd2253f5d79d0b01/node_modules/drizzle-orm/sqlite-core/unique-constraint.js</a:t>
            </a:r>
          </a:p>
          <a:p>
            <a:pPr>
              <a:defRPr sz="1200"/>
            </a:pPr>
            <a:r>
              <a:t>D:/pasar_fix/node_modules/.bun/drizzle-orm@0.44.7+dd2253f5d79d0b01/node_modules/drizzle-orm/sqlite-core/unique-constraint.js.map</a:t>
            </a:r>
          </a:p>
          <a:p>
            <a:pPr>
              <a:defRPr sz="1200"/>
            </a:pPr>
            <a:r>
              <a:t>D:/pasar_fix/node_modules/.bun/drizzle-orm@0.44.7+dd2253f5d79d0b01/node_modules/drizzle-orm/sqlite-core/utils.cjs</a:t>
            </a:r>
          </a:p>
          <a:p>
            <a:pPr>
              <a:defRPr sz="1200"/>
            </a:pPr>
            <a:r>
              <a:t>D:/pasar_fix/node_modules/.bun/drizzle-orm@0.44.7+dd2253f5d79d0b01/node_modules/drizzle-orm/sqlite-core/utils.cjs.map</a:t>
            </a:r>
          </a:p>
          <a:p>
            <a:pPr>
              <a:defRPr sz="1200"/>
            </a:pPr>
            <a:r>
              <a:t>D:/pasar_fix/node_modules/.bun/drizzle-orm@0.44.7+dd2253f5d79d0b01/node_modules/drizzle-orm/sqlite-core/utils.d.cts</a:t>
            </a:r>
          </a:p>
          <a:p>
            <a:pPr>
              <a:defRPr sz="1200"/>
            </a:pPr>
            <a:r>
              <a:t>D:/pasar_fix/node_modules/.bun/drizzle-orm@0.44.7+dd2253f5d79d0b01/node_modules/drizzle-orm/sqlite-core/utils.d.ts</a:t>
            </a:r>
          </a:p>
          <a:p>
            <a:pPr>
              <a:defRPr sz="1200"/>
            </a:pPr>
            <a:r>
              <a:t>D:/pasar_fix/node_modules/.bun/drizzle-orm@0.44.7+dd2253f5d79d0b01/node_modules/drizzle-orm/sqlite-core/utils.js</a:t>
            </a:r>
          </a:p>
          <a:p>
            <a:pPr>
              <a:defRPr sz="1200"/>
            </a:pPr>
            <a:r>
              <a:t>D:/pasar_fix/node_modules/.bun/drizzle-orm@0.44.7+dd2253f5d79d0b01/node_modules/drizzle-orm/sqlite-core/utils.js.map</a:t>
            </a:r>
          </a:p>
          <a:p>
            <a:pPr>
              <a:defRPr sz="1200"/>
            </a:pPr>
            <a:r>
              <a:t>D:/pasar_fix/node_modules/.bun/drizzle-orm@0.44.7+dd2253f5d79d0b01/node_modules/drizzle-orm/sqlite-core/view-base.cjs</a:t>
            </a:r>
          </a:p>
          <a:p>
            <a:pPr>
              <a:defRPr sz="1200"/>
            </a:pPr>
            <a:r>
              <a:t>D:/pasar_fix/node_modules/.bun/drizzle-orm@0.44.7+dd2253f5d79d0b01/node_modules/drizzle-orm/sqlite-core/view-base.cjs.map</a:t>
            </a:r>
          </a:p>
          <a:p>
            <a:pPr>
              <a:defRPr sz="1200"/>
            </a:pPr>
            <a:r>
              <a:t>D:/pasar_fix/node_modules/.bun/drizzle-orm@0.44.7+dd2253f5d79d0b01/node_modules/drizzle-orm/sqlite-core/view-base.d.cts</a:t>
            </a:r>
          </a:p>
          <a:p>
            <a:pPr>
              <a:defRPr sz="1200"/>
            </a:pPr>
            <a:r>
              <a:t>D:/pasar_fix/node_modules/.bun/drizzle-orm@0.44.7+dd2253f5d79d0b01/node_modules/drizzle-orm/sqlite-core/view-base.d.ts</a:t>
            </a:r>
          </a:p>
          <a:p>
            <a:pPr>
              <a:defRPr sz="1200"/>
            </a:pPr>
            <a:r>
              <a:t>D:/pasar_fix/node_modules/.bun/drizzle-orm@0.44.7+dd2253f5d79d0b01/node_modules/drizzle-orm/sqlite-core/view-base.js</a:t>
            </a:r>
          </a:p>
          <a:p>
            <a:pPr>
              <a:defRPr sz="1200"/>
            </a:pPr>
            <a:r>
              <a:t>D:/pasar_fix/node_modules/.bun/drizzle-orm@0.44.7+dd2253f5d79d0b01/node_modules/drizzle-orm/sqlite-core/view-base.js.map</a:t>
            </a:r>
          </a:p>
          <a:p>
            <a:pPr>
              <a:defRPr sz="1200"/>
            </a:pPr>
            <a:r>
              <a:t>D:/pasar_fix/node_modules/.bun/drizzle-orm@0.44.7+dd2253f5d79d0b01/node_modules/drizzle-orm/sqlite-core/view-common.cjs</a:t>
            </a:r>
          </a:p>
          <a:p>
            <a:pPr>
              <a:defRPr sz="1200"/>
            </a:pPr>
            <a:r>
              <a:t>D:/pasar_fix/node_modules/.bun/drizzle-orm@0.44.7+dd2253f5d79d0b01/node_modules/drizzle-orm/sqlite-core/view-common.cjs.map</a:t>
            </a:r>
          </a:p>
          <a:p>
            <a:pPr>
              <a:defRPr sz="1200"/>
            </a:pPr>
            <a:r>
              <a:t>D:/pasar_fix/node_modules/.bun/drizzle-orm@0.44.7+dd2253f5d79d0b01/node_modules/drizzle-orm/sqlite-core/view-common.d.cts</a:t>
            </a:r>
          </a:p>
          <a:p>
            <a:pPr>
              <a:defRPr sz="1200"/>
            </a:pPr>
            <a:r>
              <a:t>D:/pasar_fix/node_modules/.bun/drizzle-orm@0.44.7+dd2253f5d79d0b01/node_modules/drizzle-orm/sqlite-core/view-common.d.ts</a:t>
            </a:r>
          </a:p>
          <a:p>
            <a:pPr>
              <a:defRPr sz="1200"/>
            </a:pPr>
            <a:r>
              <a:t>D:/pasar_fix/node_modules/.bun/drizzle-orm@0.44.7+dd2253f5d79d0b01/node_modules/drizzle-orm/sqlite-core/view-common.js</a:t>
            </a:r>
          </a:p>
          <a:p>
            <a:pPr>
              <a:defRPr sz="1200"/>
            </a:pPr>
            <a:r>
              <a:t>D:/pasar_fix/node_modules/.bun/drizzle-orm@0.44.7+dd2253f5d79d0b01/node_modules/drizzle-orm/sqlite-core/view-common.js.map</a:t>
            </a:r>
          </a:p>
          <a:p>
            <a:pPr>
              <a:defRPr sz="1200"/>
            </a:pPr>
            <a:r>
              <a:t>D:/pasar_fix/node_modules/.bun/drizzle-orm@0.44.7+dd2253f5d79d0b01/node_modules/drizzle-orm/sqlite-core/view.cjs</a:t>
            </a:r>
          </a:p>
          <a:p>
            <a:pPr>
              <a:defRPr sz="1200"/>
            </a:pPr>
            <a:r>
              <a:t>D:/pasar_fix/node_modules/.bun/drizzle-orm@0.44.7+dd2253f5d79d0b01/node_modules/drizzle-orm/sqlite-core/view.cjs.map</a:t>
            </a:r>
          </a:p>
          <a:p>
            <a:pPr>
              <a:defRPr sz="1200"/>
            </a:pPr>
            <a:r>
              <a:t>D:/pasar_fix/node_modules/.bun/drizzle-orm@0.44.7+dd2253f5d79d0b01/node_modules/drizzle-orm/sqlite-core/view.d.cts</a:t>
            </a:r>
          </a:p>
          <a:p>
            <a:pPr>
              <a:defRPr sz="1200"/>
            </a:pPr>
            <a:r>
              <a:t>D:/pasar_fix/node_modules/.bun/drizzle-orm@0.44.7+dd2253f5d79d0b01/node_modules/drizzle-orm/sqlite-core/view.d.ts</a:t>
            </a:r>
          </a:p>
          <a:p>
            <a:pPr>
              <a:defRPr sz="1200"/>
            </a:pPr>
            <a:r>
              <a:t>D:/pasar_fix/node_modules/.bun/drizzle-orm@0.44.7+dd2253f5d79d0b01/node_modules/drizzle-orm/sqlite-core/view.js</a:t>
            </a:r>
          </a:p>
          <a:p>
            <a:pPr>
              <a:defRPr sz="1200"/>
            </a:pPr>
            <a:r>
              <a:t>D:/pasar_fix/node_modules/.bun/drizzle-orm@0.44.7+dd2253f5d79d0b01/node_modules/drizzle-orm/sqlite-core/view.js.map</a:t>
            </a:r>
          </a:p>
          <a:p>
            <a:pPr>
              <a:defRPr sz="1200"/>
            </a:pPr>
            <a:r>
              <a:t>D:/pasar_fix/node_modules/.bun/drizzle-orm@0.44.7+dd2253f5d79d0b01/node_modules/drizzle-orm/sqlite-core/columns/all.cjs</a:t>
            </a:r>
          </a:p>
          <a:p>
            <a:pPr>
              <a:defRPr sz="1200"/>
            </a:pPr>
            <a:r>
              <a:t>D:/pasar_fix/node_modules/.bun/drizzle-orm@0.44.7+dd2253f5d79d0b01/node_modules/drizzle-orm/sqlite-core/columns/all.cjs.map</a:t>
            </a:r>
          </a:p>
          <a:p>
            <a:pPr>
              <a:defRPr sz="1200"/>
            </a:pPr>
            <a:r>
              <a:t>D:/pasar_fix/node_modules/.bun/drizzle-orm@0.44.7+dd2253f5d79d0b01/node_modules/drizzle-orm/sqlite-core/columns/all.d.cts</a:t>
            </a:r>
          </a:p>
          <a:p>
            <a:pPr>
              <a:defRPr sz="1200"/>
            </a:pPr>
            <a:r>
              <a:t>D:/pasar_fix/node_modules/.bun/drizzle-orm@0.44.7+dd2253f5d79d0b01/node_modules/drizzle-orm/sqlite-core/columns/all.d.ts</a:t>
            </a:r>
          </a:p>
          <a:p>
            <a:pPr>
              <a:defRPr sz="1200"/>
            </a:pPr>
            <a:r>
              <a:t>D:/pasar_fix/node_modules/.bun/drizzle-orm@0.44.7+dd2253f5d79d0b01/node_modules/drizzle-orm/sqlite-core/columns/all.js</a:t>
            </a:r>
          </a:p>
          <a:p>
            <a:pPr>
              <a:defRPr sz="1200"/>
            </a:pPr>
            <a:r>
              <a:t>D:/pasar_fix/node_modules/.bun/drizzle-orm@0.44.7+dd2253f5d79d0b01/node_modules/drizzle-orm/sqlite-core/columns/all.js.map</a:t>
            </a:r>
          </a:p>
          <a:p>
            <a:pPr>
              <a:defRPr sz="1200"/>
            </a:pPr>
            <a:r>
              <a:t>D:/pasar_fix/node_modules/.bun/drizzle-orm@0.44.7+dd2253f5d79d0b01/node_modules/drizzle-orm/sqlite-core/columns/blob.cjs</a:t>
            </a:r>
          </a:p>
          <a:p>
            <a:pPr>
              <a:defRPr sz="1200"/>
            </a:pPr>
            <a:r>
              <a:t>D:/pasar_fix/node_modules/.bun/drizzle-orm@0.44.7+dd2253f5d79d0b01/node_modules/drizzle-orm/sqlite-core/columns/blob.cjs.map</a:t>
            </a:r>
          </a:p>
          <a:p>
            <a:pPr>
              <a:defRPr sz="1200"/>
            </a:pPr>
            <a:r>
              <a:t>D:/pasar_fix/node_modules/.bun/drizzle-orm@0.44.7+dd2253f5d79d0b01/node_modules/drizzle-orm/sqlite-core/columns/blob.d.cts</a:t>
            </a:r>
          </a:p>
          <a:p>
            <a:pPr>
              <a:defRPr sz="1200"/>
            </a:pPr>
            <a:r>
              <a:t>D:/pasar_fix/node_modules/.bun/drizzle-orm@0.44.7+dd2253f5d79d0b01/node_modules/drizzle-orm/sqlite-core/columns/blob.d.ts</a:t>
            </a:r>
          </a:p>
          <a:p>
            <a:pPr>
              <a:defRPr sz="1200"/>
            </a:pPr>
            <a:r>
              <a:t>D:/pasar_fix/node_modules/.bun/drizzle-orm@0.44.7+dd2253f5d79d0b01/node_modules/drizzle-orm/sqlite-core/columns/blob.js</a:t>
            </a:r>
          </a:p>
          <a:p>
            <a:pPr>
              <a:defRPr sz="1200"/>
            </a:pPr>
            <a:r>
              <a:t>D:/pasar_fix/node_modules/.bun/drizzle-orm@0.44.7+dd2253f5d79d0b01/node_modules/drizzle-orm/sqlite-core/columns/blob.js.map</a:t>
            </a:r>
          </a:p>
          <a:p>
            <a:pPr>
              <a:defRPr sz="1200"/>
            </a:pPr>
            <a:r>
              <a:t>D:/pasar_fix/node_modules/.bun/drizzle-orm@0.44.7+dd2253f5d79d0b01/node_modules/drizzle-orm/sqlite-core/columns/common.cjs</a:t>
            </a:r>
          </a:p>
          <a:p>
            <a:pPr>
              <a:defRPr sz="1200"/>
            </a:pPr>
            <a:r>
              <a:t>D:/pasar_fix/node_modules/.bun/drizzle-orm@0.44.7+dd2253f5d79d0b01/node_modules/drizzle-orm/sqlite-core/columns/common.cjs.map</a:t>
            </a:r>
          </a:p>
          <a:p>
            <a:pPr>
              <a:defRPr sz="1200"/>
            </a:pPr>
            <a:r>
              <a:t>D:/pasar_fix/node_modules/.bun/drizzle-orm@0.44.7+dd2253f5d79d0b01/node_modules/drizzle-orm/sqlite-core/columns/common.d.cts</a:t>
            </a:r>
          </a:p>
          <a:p>
            <a:pPr>
              <a:defRPr sz="1200"/>
            </a:pPr>
            <a:r>
              <a:t>D:/pasar_fix/node_modules/.bun/drizzle-orm@0.44.7+dd2253f5d79d0b01/node_modules/drizzle-orm/sqlite-core/columns/common.d.ts</a:t>
            </a:r>
          </a:p>
          <a:p>
            <a:pPr>
              <a:defRPr sz="1200"/>
            </a:pPr>
            <a:r>
              <a:t>D:/pasar_fix/node_modules/.bun/drizzle-orm@0.44.7+dd2253f5d79d0b01/node_modules/drizzle-orm/sqlite-core/columns/common.js</a:t>
            </a:r>
          </a:p>
          <a:p>
            <a:pPr>
              <a:defRPr sz="1200"/>
            </a:pPr>
            <a:r>
              <a:t>D:/pasar_fix/node_modules/.bun/drizzle-orm@0.44.7+dd2253f5d79d0b01/node_modules/drizzle-orm/sqlite-core/columns/common.js.map</a:t>
            </a:r>
          </a:p>
          <a:p>
            <a:pPr>
              <a:defRPr sz="1200"/>
            </a:pPr>
            <a:r>
              <a:t>D:/pasar_fix/node_modules/.bun/drizzle-orm@0.44.7+dd2253f5d79d0b01/node_modules/drizzle-orm/sqlite-core/columns/custom.cjs</a:t>
            </a:r>
          </a:p>
          <a:p>
            <a:pPr>
              <a:defRPr sz="1200"/>
            </a:pPr>
            <a:r>
              <a:t>D:/pasar_fix/node_modules/.bun/drizzle-orm@0.44.7+dd2253f5d79d0b01/node_modules/drizzle-orm/sqlite-core/columns/custom.cjs.map</a:t>
            </a:r>
          </a:p>
          <a:p>
            <a:pPr>
              <a:defRPr sz="1200"/>
            </a:pPr>
            <a:r>
              <a:t>D:/pasar_fix/node_modules/.bun/drizzle-orm@0.44.7+dd2253f5d79d0b01/node_modules/drizzle-orm/sqlite-core/columns/custom.d.cts</a:t>
            </a:r>
          </a:p>
          <a:p>
            <a:pPr>
              <a:defRPr sz="1200"/>
            </a:pPr>
            <a:r>
              <a:t>D:/pasar_fix/node_modules/.bun/drizzle-orm@0.44.7+dd2253f5d79d0b01/node_modules/drizzle-orm/sqlite-core/columns/custom.d.ts</a:t>
            </a:r>
          </a:p>
          <a:p>
            <a:pPr>
              <a:defRPr sz="1200"/>
            </a:pPr>
            <a:r>
              <a:t>D:/pasar_fix/node_modules/.bun/drizzle-orm@0.44.7+dd2253f5d79d0b01/node_modules/drizzle-orm/sqlite-core/columns/custom.js</a:t>
            </a:r>
          </a:p>
          <a:p>
            <a:pPr>
              <a:defRPr sz="1200"/>
            </a:pPr>
            <a:r>
              <a:t>D:/pasar_fix/node_modules/.bun/drizzle-orm@0.44.7+dd2253f5d79d0b01/node_modules/drizzle-orm/sqlite-core/columns/custom.js.map</a:t>
            </a:r>
          </a:p>
          <a:p>
            <a:pPr>
              <a:defRPr sz="1200"/>
            </a:pPr>
            <a:r>
              <a:t>D:/pasar_fix/node_modules/.bun/drizzle-orm@0.44.7+dd2253f5d79d0b01/node_modules/drizzle-orm/sqlite-core/columns/index.cjs</a:t>
            </a:r>
          </a:p>
          <a:p>
            <a:pPr>
              <a:defRPr sz="1200"/>
            </a:pPr>
            <a:r>
              <a:t>D:/pasar_fix/node_modules/.bun/drizzle-orm@0.44.7+dd2253f5d79d0b01/node_modules/drizzle-orm/sqlite-core/columns/index.cjs.map</a:t>
            </a:r>
          </a:p>
          <a:p>
            <a:pPr>
              <a:defRPr sz="1200"/>
            </a:pPr>
            <a:r>
              <a:t>D:/pasar_fix/node_modules/.bun/drizzle-orm@0.44.7+dd2253f5d79d0b01/node_modules/drizzle-orm/sqlite-core/columns/index.d.cts</a:t>
            </a:r>
          </a:p>
          <a:p>
            <a:pPr>
              <a:defRPr sz="1200"/>
            </a:pPr>
            <a:r>
              <a:t>D:/pasar_fix/node_modules/.bun/drizzle-orm@0.44.7+dd2253f5d79d0b01/node_modules/drizzle-orm/sqlite-core/columns/index.d.ts</a:t>
            </a:r>
          </a:p>
          <a:p>
            <a:pPr>
              <a:defRPr sz="1200"/>
            </a:pPr>
            <a:r>
              <a:t>D:/pasar_fix/node_modules/.bun/drizzle-orm@0.44.7+dd2253f5d79d0b01/node_modules/drizzle-orm/sqlite-core/columns/index.js</a:t>
            </a:r>
          </a:p>
          <a:p>
            <a:pPr>
              <a:defRPr sz="1200"/>
            </a:pPr>
            <a:r>
              <a:t>D:/pasar_fix/node_modules/.bun/drizzle-orm@0.44.7+dd2253f5d79d0b01/node_modules/drizzle-orm/sqlite-core/columns/index.js.map</a:t>
            </a:r>
          </a:p>
          <a:p>
            <a:pPr>
              <a:defRPr sz="1200"/>
            </a:pPr>
            <a:r>
              <a:t>D:/pasar_fix/node_modules/.bun/drizzle-orm@0.44.7+dd2253f5d79d0b01/node_modules/drizzle-orm/sqlite-core/columns/integer.cjs</a:t>
            </a:r>
          </a:p>
          <a:p>
            <a:pPr>
              <a:defRPr sz="1200"/>
            </a:pPr>
            <a:r>
              <a:t>D:/pasar_fix/node_modules/.bun/drizzle-orm@0.44.7+dd2253f5d79d0b01/node_modules/drizzle-orm/sqlite-core/columns/integer.cjs.map</a:t>
            </a:r>
          </a:p>
          <a:p>
            <a:pPr>
              <a:defRPr sz="1200"/>
            </a:pPr>
            <a:r>
              <a:t>D:/pasar_fix/node_modules/.bun/drizzle-orm@0.44.7+dd2253f5d79d0b01/node_modules/drizzle-orm/sqlite-core/columns/integer.d.cts</a:t>
            </a:r>
          </a:p>
          <a:p>
            <a:pPr>
              <a:defRPr sz="1200"/>
            </a:pPr>
            <a:r>
              <a:t>D:/pasar_fix/node_modules/.bun/drizzle-orm@0.44.7+dd2253f5d79d0b01/node_modules/drizzle-orm/sqlite-core/columns/integer.d.ts</a:t>
            </a:r>
          </a:p>
          <a:p>
            <a:pPr>
              <a:defRPr sz="1200"/>
            </a:pPr>
            <a:r>
              <a:t>D:/pasar_fix/node_modules/.bun/drizzle-orm@0.44.7+dd2253f5d79d0b01/node_modules/drizzle-orm/sqlite-core/columns/integer.js</a:t>
            </a:r>
          </a:p>
          <a:p>
            <a:pPr>
              <a:defRPr sz="1200"/>
            </a:pPr>
            <a:r>
              <a:t>D:/pasar_fix/node_modules/.bun/drizzle-orm@0.44.7+dd2253f5d79d0b01/node_modules/drizzle-orm/sqlite-core/columns/integer.js.map</a:t>
            </a:r>
          </a:p>
          <a:p>
            <a:pPr>
              <a:defRPr sz="1200"/>
            </a:pPr>
            <a:r>
              <a:t>D:/pasar_fix/node_modules/.bun/drizzle-orm@0.44.7+dd2253f5d79d0b01/node_modules/drizzle-orm/sqlite-core/columns/numeric.cjs</a:t>
            </a:r>
          </a:p>
          <a:p>
            <a:pPr>
              <a:defRPr sz="1200"/>
            </a:pPr>
            <a:r>
              <a:t>D:/pasar_fix/node_modules/.bun/drizzle-orm@0.44.7+dd2253f5d79d0b01/node_modules/drizzle-orm/sqlite-core/columns/numeric.cjs.map</a:t>
            </a:r>
          </a:p>
          <a:p>
            <a:pPr>
              <a:defRPr sz="1200"/>
            </a:pPr>
            <a:r>
              <a:t>D:/pasar_fix/node_modules/.bun/drizzle-orm@0.44.7+dd2253f5d79d0b01/node_modules/drizzle-orm/sqlite-core/columns/numeric.d.cts</a:t>
            </a:r>
          </a:p>
          <a:p>
            <a:pPr>
              <a:defRPr sz="1200"/>
            </a:pPr>
            <a:r>
              <a:t>D:/pasar_fix/node_modules/.bun/drizzle-orm@0.44.7+dd2253f5d79d0b01/node_modules/drizzle-orm/sqlite-core/columns/numeric.d.ts</a:t>
            </a:r>
          </a:p>
          <a:p>
            <a:pPr>
              <a:defRPr sz="1200"/>
            </a:pPr>
            <a:r>
              <a:t>D:/pasar_fix/node_modules/.bun/drizzle-orm@0.44.7+dd2253f5d79d0b01/node_modules/drizzle-orm/sqlite-core/columns/numeric.js</a:t>
            </a:r>
          </a:p>
          <a:p>
            <a:pPr>
              <a:defRPr sz="1200"/>
            </a:pPr>
            <a:r>
              <a:t>D:/pasar_fix/node_modules/.bun/drizzle-orm@0.44.7+dd2253f5d79d0b01/node_modules/drizzle-orm/sqlite-core/columns/numeric.js.map</a:t>
            </a:r>
          </a:p>
          <a:p>
            <a:pPr>
              <a:defRPr sz="1200"/>
            </a:pPr>
            <a:r>
              <a:t>D:/pasar_fix/node_modules/.bun/drizzle-orm@0.44.7+dd2253f5d79d0b01/node_modules/drizzle-orm/sqlite-core/columns/real.cjs</a:t>
            </a:r>
          </a:p>
          <a:p>
            <a:pPr>
              <a:defRPr sz="1200"/>
            </a:pPr>
            <a:r>
              <a:t>D:/pasar_fix/node_modules/.bun/drizzle-orm@0.44.7+dd2253f5d79d0b01/node_modules/drizzle-orm/sqlite-core/columns/real.cjs.map</a:t>
            </a:r>
          </a:p>
          <a:p>
            <a:pPr>
              <a:defRPr sz="1200"/>
            </a:pPr>
            <a:r>
              <a:t>D:/pasar_fix/node_modules/.bun/drizzle-orm@0.44.7+dd2253f5d79d0b01/node_modules/drizzle-orm/sqlite-core/columns/real.d.cts</a:t>
            </a:r>
          </a:p>
          <a:p>
            <a:pPr>
              <a:defRPr sz="1200"/>
            </a:pPr>
            <a:r>
              <a:t>D:/pasar_fix/node_modules/.bun/drizzle-orm@0.44.7+dd2253f5d79d0b01/node_modules/drizzle-orm/sqlite-core/columns/real.d.ts</a:t>
            </a:r>
          </a:p>
          <a:p>
            <a:pPr>
              <a:defRPr sz="1200"/>
            </a:pPr>
            <a:r>
              <a:t>D:/pasar_fix/node_modules/.bun/drizzle-orm@0.44.7+dd2253f5d79d0b01/node_modules/drizzle-orm/sqlite-core/columns/real.js</a:t>
            </a:r>
          </a:p>
          <a:p>
            <a:pPr>
              <a:defRPr sz="1200"/>
            </a:pPr>
            <a:r>
              <a:t>D:/pasar_fix/node_modules/.bun/drizzle-orm@0.44.7+dd2253f5d79d0b01/node_modules/drizzle-orm/sqlite-core/columns/real.js.map</a:t>
            </a:r>
          </a:p>
          <a:p>
            <a:pPr>
              <a:defRPr sz="1200"/>
            </a:pPr>
            <a:r>
              <a:t>D:/pasar_fix/node_modules/.bun/drizzle-orm@0.44.7+dd2253f5d79d0b01/node_modules/drizzle-orm/sqlite-core/columns/text.cjs</a:t>
            </a:r>
          </a:p>
          <a:p>
            <a:pPr>
              <a:defRPr sz="1200"/>
            </a:pPr>
            <a:r>
              <a:t>D:/pasar_fix/node_modules/.bun/drizzle-orm@0.44.7+dd2253f5d79d0b01/node_modules/drizzle-orm/sqlite-core/columns/text.cjs.map</a:t>
            </a:r>
          </a:p>
          <a:p>
            <a:pPr>
              <a:defRPr sz="1200"/>
            </a:pPr>
            <a:r>
              <a:t>D:/pasar_fix/node_modules/.bun/drizzle-orm@0.44.7+dd2253f5d79d0b01/node_modules/drizzle-orm/sqlite-core/columns/text.d.cts</a:t>
            </a:r>
          </a:p>
          <a:p>
            <a:pPr>
              <a:defRPr sz="1200"/>
            </a:pPr>
            <a:r>
              <a:t>D:/pasar_fix/node_modules/.bun/drizzle-orm@0.44.7+dd2253f5d79d0b01/node_modules/drizzle-orm/sqlite-core/columns/text.d.ts</a:t>
            </a:r>
          </a:p>
          <a:p>
            <a:pPr>
              <a:defRPr sz="1200"/>
            </a:pPr>
            <a:r>
              <a:t>D:/pasar_fix/node_modules/.bun/drizzle-orm@0.44.7+dd2253f5d79d0b01/node_modules/drizzle-orm/sqlite-core/columns/text.js</a:t>
            </a:r>
          </a:p>
          <a:p>
            <a:pPr>
              <a:defRPr sz="1200"/>
            </a:pPr>
            <a:r>
              <a:t>D:/pasar_fix/node_modules/.bun/drizzle-orm@0.44.7+dd2253f5d79d0b01/node_modules/drizzle-orm/sqlite-core/columns/text.js.map</a:t>
            </a:r>
          </a:p>
          <a:p>
            <a:pPr>
              <a:defRPr sz="1200"/>
            </a:pPr>
            <a:r>
              <a:t>D:/pasar_fix/node_modules/.bun/drizzle-orm@0.44.7+dd2253f5d79d0b01/node_modules/drizzle-orm/sqlite-core/query-builders/count.cjs</a:t>
            </a:r>
          </a:p>
          <a:p>
            <a:pPr>
              <a:defRPr sz="1200"/>
            </a:pPr>
            <a:r>
              <a:t>D:/pasar_fix/node_modules/.bun/drizzle-orm@0.44.7+dd2253f5d79d0b01/node_modules/drizzle-orm/sqlite-core/query-builders/count.cjs.map</a:t>
            </a:r>
          </a:p>
          <a:p>
            <a:pPr>
              <a:defRPr sz="1200"/>
            </a:pPr>
            <a:r>
              <a:t>D:/pasar_fix/node_modules/.bun/drizzle-orm@0.44.7+dd2253f5d79d0b01/node_modules/drizzle-orm/sqlite-core/query-builders/count.d.cts</a:t>
            </a:r>
          </a:p>
          <a:p>
            <a:pPr>
              <a:defRPr sz="1200"/>
            </a:pPr>
            <a:r>
              <a:t>D:/pasar_fix/node_modules/.bun/drizzle-orm@0.44.7+dd2253f5d79d0b01/node_modules/drizzle-orm/sqlite-core/query-builders/count.d.ts</a:t>
            </a:r>
          </a:p>
          <a:p>
            <a:pPr>
              <a:defRPr sz="1200"/>
            </a:pPr>
            <a:r>
              <a:t>D:/pasar_fix/node_modules/.bun/drizzle-orm@0.44.7+dd2253f5d79d0b01/node_modules/drizzle-orm/sqlite-core/query-builders/count.js</a:t>
            </a:r>
          </a:p>
          <a:p>
            <a:pPr>
              <a:defRPr sz="1200"/>
            </a:pPr>
            <a:r>
              <a:t>D:/pasar_fix/node_modules/.bun/drizzle-orm@0.44.7+dd2253f5d79d0b01/node_modules/drizzle-orm/sqlite-core/query-builders/count.js.map</a:t>
            </a:r>
          </a:p>
          <a:p>
            <a:pPr>
              <a:defRPr sz="1200"/>
            </a:pPr>
            <a:r>
              <a:t>D:/pasar_fix/node_modules/.bun/drizzle-orm@0.44.7+dd2253f5d79d0b01/node_modules/drizzle-orm/sqlite-core/query-builders/delete.cjs</a:t>
            </a:r>
          </a:p>
          <a:p>
            <a:pPr>
              <a:defRPr sz="1200"/>
            </a:pPr>
            <a:r>
              <a:t>D:/pasar_fix/node_modules/.bun/drizzle-orm@0.44.7+dd2253f5d79d0b01/node_modules/drizzle-orm/sqlite-core/query-builders/delete.cjs.map</a:t>
            </a:r>
          </a:p>
          <a:p>
            <a:pPr>
              <a:defRPr sz="1200"/>
            </a:pPr>
            <a:r>
              <a:t>D:/pasar_fix/node_modules/.bun/drizzle-orm@0.44.7+dd2253f5d79d0b01/node_modules/drizzle-orm/sqlite-core/query-builders/delete.d.cts</a:t>
            </a:r>
          </a:p>
          <a:p>
            <a:pPr>
              <a:defRPr sz="1200"/>
            </a:pPr>
            <a:r>
              <a:t>D:/pasar_fix/node_modules/.bun/drizzle-orm@0.44.7+dd2253f5d79d0b01/node_modules/drizzle-orm/sqlite-core/query-builders/delete.d.ts</a:t>
            </a:r>
          </a:p>
          <a:p>
            <a:pPr>
              <a:defRPr sz="1200"/>
            </a:pPr>
            <a:r>
              <a:t>D:/pasar_fix/node_modules/.bun/drizzle-orm@0.44.7+dd2253f5d79d0b01/node_modules/drizzle-orm/sqlite-core/query-builders/delete.js</a:t>
            </a:r>
          </a:p>
          <a:p>
            <a:pPr>
              <a:defRPr sz="1200"/>
            </a:pPr>
            <a:r>
              <a:t>D:/pasar_fix/node_modules/.bun/drizzle-orm@0.44.7+dd2253f5d79d0b01/node_modules/drizzle-orm/sqlite-core/query-builders/delete.js.map</a:t>
            </a:r>
          </a:p>
          <a:p>
            <a:pPr>
              <a:defRPr sz="1200"/>
            </a:pPr>
            <a:r>
              <a:t>D:/pasar_fix/node_modules/.bun/drizzle-orm@0.44.7+dd2253f5d79d0b01/node_modules/drizzle-orm/sqlite-core/query-builders/index.cjs</a:t>
            </a:r>
          </a:p>
          <a:p>
            <a:pPr>
              <a:defRPr sz="1200"/>
            </a:pPr>
            <a:r>
              <a:t>D:/pasar_fix/node_modules/.bun/drizzle-orm@0.44.7+dd2253f5d79d0b01/node_modules/drizzle-orm/sqlite-core/query-builders/index.cjs.map</a:t>
            </a:r>
          </a:p>
          <a:p>
            <a:pPr>
              <a:defRPr sz="1200"/>
            </a:pPr>
            <a:r>
              <a:t>D:/pasar_fix/node_modules/.bun/drizzle-orm@0.44.7+dd2253f5d79d0b01/node_modules/drizzle-orm/sqlite-core/query-builders/index.d.cts</a:t>
            </a:r>
          </a:p>
          <a:p>
            <a:pPr>
              <a:defRPr sz="1200"/>
            </a:pPr>
            <a:r>
              <a:t>D:/pasar_fix/node_modules/.bun/drizzle-orm@0.44.7+dd2253f5d79d0b01/node_modules/drizzle-orm/sqlite-core/query-builders/index.d.ts</a:t>
            </a:r>
          </a:p>
          <a:p>
            <a:pPr>
              <a:defRPr sz="1200"/>
            </a:pPr>
            <a:r>
              <a:t>D:/pasar_fix/node_modules/.bun/drizzle-orm@0.44.7+dd2253f5d79d0b01/node_modules/drizzle-orm/sqlite-core/query-builders/index.js</a:t>
            </a:r>
          </a:p>
          <a:p>
            <a:pPr>
              <a:defRPr sz="1200"/>
            </a:pPr>
            <a:r>
              <a:t>D:/pasar_fix/node_modules/.bun/drizzle-orm@0.44.7+dd2253f5d79d0b01/node_modules/drizzle-orm/sqlite-core/query-builders/index.js.map</a:t>
            </a:r>
          </a:p>
          <a:p>
            <a:pPr>
              <a:defRPr sz="1200"/>
            </a:pPr>
            <a:r>
              <a:t>D:/pasar_fix/node_modules/.bun/drizzle-orm@0.44.7+dd2253f5d79d0b01/node_modules/drizzle-orm/sqlite-core/query-builders/insert.cjs</a:t>
            </a:r>
          </a:p>
          <a:p>
            <a:pPr>
              <a:defRPr sz="1200"/>
            </a:pPr>
            <a:r>
              <a:t>D:/pasar_fix/node_modules/.bun/drizzle-orm@0.44.7+dd2253f5d79d0b01/node_modules/drizzle-orm/sqlite-core/query-builders/insert.cjs.map</a:t>
            </a:r>
          </a:p>
          <a:p>
            <a:pPr>
              <a:defRPr sz="1200"/>
            </a:pPr>
            <a:r>
              <a:t>D:/pasar_fix/node_modules/.bun/drizzle-orm@0.44.7+dd2253f5d79d0b01/node_modules/drizzle-orm/sqlite-core/query-builders/insert.d.cts</a:t>
            </a:r>
          </a:p>
          <a:p>
            <a:pPr>
              <a:defRPr sz="1200"/>
            </a:pPr>
            <a:r>
              <a:t>D:/pasar_fix/node_modules/.bun/drizzle-orm@0.44.7+dd2253f5d79d0b01/node_modules/drizzle-orm/sqlite-core/query-builders/insert.d.ts</a:t>
            </a:r>
          </a:p>
          <a:p>
            <a:pPr>
              <a:defRPr sz="1200"/>
            </a:pPr>
            <a:r>
              <a:t>D:/pasar_fix/node_modules/.bun/drizzle-orm@0.44.7+dd2253f5d79d0b01/node_modules/drizzle-orm/sqlite-core/query-builders/insert.js</a:t>
            </a:r>
          </a:p>
          <a:p>
            <a:pPr>
              <a:defRPr sz="1200"/>
            </a:pPr>
            <a:r>
              <a:t>D:/pasar_fix/node_modules/.bun/drizzle-orm@0.44.7+dd2253f5d79d0b01/node_modules/drizzle-orm/sqlite-core/query-builders/insert.js.map</a:t>
            </a:r>
          </a:p>
          <a:p>
            <a:pPr>
              <a:defRPr sz="1200"/>
            </a:pPr>
            <a:r>
              <a:t>D:/pasar_fix/node_modules/.bun/drizzle-orm@0.44.7+dd2253f5d79d0b01/node_modules/drizzle-orm/sqlite-core/query-builders/query-builder.cjs</a:t>
            </a:r>
          </a:p>
          <a:p>
            <a:pPr>
              <a:defRPr sz="1200"/>
            </a:pPr>
            <a:r>
              <a:t>D:/pasar_fix/node_modules/.bun/drizzle-orm@0.44.7+dd2253f5d79d0b01/node_modules/drizzle-orm/sqlite-core/query-builders/query-builder.cjs.map</a:t>
            </a:r>
          </a:p>
          <a:p>
            <a:pPr>
              <a:defRPr sz="1200"/>
            </a:pPr>
            <a:r>
              <a:t>D:/pasar_fix/node_modules/.bun/drizzle-orm@0.44.7+dd2253f5d79d0b01/node_modules/drizzle-orm/sqlite-core/query-builders/query-builder.d.cts</a:t>
            </a:r>
          </a:p>
          <a:p>
            <a:pPr>
              <a:defRPr sz="1200"/>
            </a:pPr>
            <a:r>
              <a:t>D:/pasar_fix/node_modules/.bun/drizzle-orm@0.44.7+dd2253f5d79d0b01/node_modules/drizzle-orm/sqlite-core/query-builders/query-builder.d.ts</a:t>
            </a:r>
          </a:p>
          <a:p>
            <a:pPr>
              <a:defRPr sz="1200"/>
            </a:pPr>
            <a:r>
              <a:t>D:/pasar_fix/node_modules/.bun/drizzle-orm@0.44.7+dd2253f5d79d0b01/node_modules/drizzle-orm/sqlite-core/query-builders/query-builder.js</a:t>
            </a:r>
          </a:p>
          <a:p>
            <a:pPr>
              <a:defRPr sz="1200"/>
            </a:pPr>
            <a:r>
              <a:t>D:/pasar_fix/node_modules/.bun/drizzle-orm@0.44.7+dd2253f5d79d0b01/node_modules/drizzle-orm/sqlite-core/query-builders/query-builder.js.map</a:t>
            </a:r>
          </a:p>
          <a:p>
            <a:pPr>
              <a:defRPr sz="1200"/>
            </a:pPr>
            <a:r>
              <a:t>D:/pasar_fix/node_modules/.bun/drizzle-orm@0.44.7+dd2253f5d79d0b01/node_modules/drizzle-orm/sqlite-core/query-builders/query.cjs</a:t>
            </a:r>
          </a:p>
          <a:p>
            <a:pPr>
              <a:defRPr sz="1200"/>
            </a:pPr>
            <a:r>
              <a:t>D:/pasar_fix/node_modules/.bun/drizzle-orm@0.44.7+dd2253f5d79d0b01/node_modules/drizzle-orm/sqlite-core/query-builders/query.cjs.map</a:t>
            </a:r>
          </a:p>
          <a:p>
            <a:pPr>
              <a:defRPr sz="1200"/>
            </a:pPr>
            <a:r>
              <a:t>D:/pasar_fix/node_modules/.bun/drizzle-orm@0.44.7+dd2253f5d79d0b01/node_modules/drizzle-orm/sqlite-core/query-builders/query.d.cts</a:t>
            </a:r>
          </a:p>
          <a:p>
            <a:pPr>
              <a:defRPr sz="1200"/>
            </a:pPr>
            <a:r>
              <a:t>D:/pasar_fix/node_modules/.bun/drizzle-orm@0.44.7+dd2253f5d79d0b01/node_modules/drizzle-orm/sqlite-core/query-builders/query.d.ts</a:t>
            </a:r>
          </a:p>
          <a:p>
            <a:pPr>
              <a:defRPr sz="1200"/>
            </a:pPr>
            <a:r>
              <a:t>D:/pasar_fix/node_modules/.bun/drizzle-orm@0.44.7+dd2253f5d79d0b01/node_modules/drizzle-orm/sqlite-core/query-builders/query.js</a:t>
            </a:r>
          </a:p>
          <a:p>
            <a:pPr>
              <a:defRPr sz="1200"/>
            </a:pPr>
            <a:r>
              <a:t>D:/pasar_fix/node_modules/.bun/drizzle-orm@0.44.7+dd2253f5d79d0b01/node_modules/drizzle-orm/sqlite-core/query-builders/query.js.map</a:t>
            </a:r>
          </a:p>
          <a:p>
            <a:pPr>
              <a:defRPr sz="1200"/>
            </a:pPr>
            <a:r>
              <a:t>D:/pasar_fix/node_modules/.bun/drizzle-orm@0.44.7+dd2253f5d79d0b01/node_modules/drizzle-orm/sqlite-core/query-builders/raw.cjs</a:t>
            </a:r>
          </a:p>
          <a:p>
            <a:pPr>
              <a:defRPr sz="1200"/>
            </a:pPr>
            <a:r>
              <a:t>D:/pasar_fix/node_modules/.bun/drizzle-orm@0.44.7+dd2253f5d79d0b01/node_modules/drizzle-orm/sqlite-core/query-builders/raw.cjs.map</a:t>
            </a:r>
          </a:p>
          <a:p>
            <a:pPr>
              <a:defRPr sz="1200"/>
            </a:pPr>
            <a:r>
              <a:t>D:/pasar_fix/node_modules/.bun/drizzle-orm@0.44.7+dd2253f5d79d0b01/node_modules/drizzle-orm/sqlite-core/query-builders/raw.d.cts</a:t>
            </a:r>
          </a:p>
          <a:p>
            <a:pPr>
              <a:defRPr sz="1200"/>
            </a:pPr>
            <a:r>
              <a:t>D:/pasar_fix/node_modules/.bun/drizzle-orm@0.44.7+dd2253f5d79d0b01/node_modules/drizzle-orm/sqlite-core/query-builders/raw.d.ts</a:t>
            </a:r>
          </a:p>
          <a:p>
            <a:pPr>
              <a:defRPr sz="1200"/>
            </a:pPr>
            <a:r>
              <a:t>D:/pasar_fix/node_modules/.bun/drizzle-orm@0.44.7+dd2253f5d79d0b01/node_modules/drizzle-orm/sqlite-core/query-builders/raw.js</a:t>
            </a:r>
          </a:p>
          <a:p>
            <a:pPr>
              <a:defRPr sz="1200"/>
            </a:pPr>
            <a:r>
              <a:t>D:/pasar_fix/node_modules/.bun/drizzle-orm@0.44.7+dd2253f5d79d0b01/node_modules/drizzle-orm/sqlite-core/query-builders/raw.js.map</a:t>
            </a:r>
          </a:p>
          <a:p>
            <a:pPr>
              <a:defRPr sz="1200"/>
            </a:pPr>
            <a:r>
              <a:t>D:/pasar_fix/node_modules/.bun/drizzle-orm@0.44.7+dd2253f5d79d0b01/node_modules/drizzle-orm/sqlite-core/query-builders/select.cjs</a:t>
            </a:r>
          </a:p>
          <a:p>
            <a:pPr>
              <a:defRPr sz="1200"/>
            </a:pPr>
            <a:r>
              <a:t>D:/pasar_fix/node_modules/.bun/drizzle-orm@0.44.7+dd2253f5d79d0b01/node_modules/drizzle-orm/sqlite-core/query-builders/select.cjs.map</a:t>
            </a:r>
          </a:p>
          <a:p>
            <a:pPr>
              <a:defRPr sz="1200"/>
            </a:pPr>
            <a:r>
              <a:t>D:/pasar_fix/node_modules/.bun/drizzle-orm@0.44.7+dd2253f5d79d0b01/node_modules/drizzle-orm/sqlite-core/query-builders/select.d.cts</a:t>
            </a:r>
          </a:p>
          <a:p>
            <a:pPr>
              <a:defRPr sz="1200"/>
            </a:pPr>
            <a:r>
              <a:t>D:/pasar_fix/node_modules/.bun/drizzle-orm@0.44.7+dd2253f5d79d0b01/node_modules/drizzle-orm/sqlite-core/query-builders/select.d.ts</a:t>
            </a:r>
          </a:p>
          <a:p>
            <a:pPr>
              <a:defRPr sz="1200"/>
            </a:pPr>
            <a:r>
              <a:t>D:/pasar_fix/node_modules/.bun/drizzle-orm@0.44.7+dd2253f5d79d0b01/node_modules/drizzle-orm/sqlite-core/query-builders/select.js</a:t>
            </a:r>
          </a:p>
          <a:p>
            <a:pPr>
              <a:defRPr sz="1200"/>
            </a:pPr>
            <a:r>
              <a:t>D:/pasar_fix/node_modules/.bun/drizzle-orm@0.44.7+dd2253f5d79d0b01/node_modules/drizzle-orm/sqlite-core/query-builders/select.js.map</a:t>
            </a:r>
          </a:p>
          <a:p>
            <a:pPr>
              <a:defRPr sz="1200"/>
            </a:pPr>
            <a:r>
              <a:t>D:/pasar_fix/node_modules/.bun/drizzle-orm@0.44.7+dd2253f5d79d0b01/node_modules/drizzle-orm/sqlite-core/query-builders/select.types.cjs</a:t>
            </a:r>
          </a:p>
          <a:p>
            <a:pPr>
              <a:defRPr sz="1200"/>
            </a:pPr>
            <a:r>
              <a:t>D:/pasar_fix/node_modules/.bun/drizzle-orm@0.44.7+dd2253f5d79d0b01/node_modules/drizzle-orm/sqlite-core/query-builders/select.types.cjs.map</a:t>
            </a:r>
          </a:p>
          <a:p>
            <a:pPr>
              <a:defRPr sz="1200"/>
            </a:pPr>
            <a:r>
              <a:t>D:/pasar_fix/node_modules/.bun/drizzle-orm@0.44.7+dd2253f5d79d0b01/node_modules/drizzle-orm/sqlite-core/query-builders/select.types.d.cts</a:t>
            </a:r>
          </a:p>
          <a:p>
            <a:pPr>
              <a:defRPr sz="1200"/>
            </a:pPr>
            <a:r>
              <a:t>D:/pasar_fix/node_modules/.bun/drizzle-orm@0.44.7+dd2253f5d79d0b01/node_modules/drizzle-orm/sqlite-core/query-builders/select.types.d.ts</a:t>
            </a:r>
          </a:p>
          <a:p>
            <a:pPr>
              <a:defRPr sz="1200"/>
            </a:pPr>
            <a:r>
              <a:t>D:/pasar_fix/node_modules/.bun/drizzle-orm@0.44.7+dd2253f5d79d0b01/node_modules/drizzle-orm/sqlite-core/query-builders/select.types.js</a:t>
            </a:r>
          </a:p>
          <a:p>
            <a:pPr>
              <a:defRPr sz="1200"/>
            </a:pPr>
            <a:r>
              <a:t>D:/pasar_fix/node_modules/.bun/drizzle-orm@0.44.7+dd2253f5d79d0b01/node_modules/drizzle-orm/sqlite-core/query-builders/select.types.js.map</a:t>
            </a:r>
          </a:p>
          <a:p>
            <a:pPr>
              <a:defRPr sz="1200"/>
            </a:pPr>
            <a:r>
              <a:t>D:/pasar_fix/node_modules/.bun/drizzle-orm@0.44.7+dd2253f5d79d0b01/node_modules/drizzle-orm/sqlite-core/query-builders/update.cjs</a:t>
            </a:r>
          </a:p>
          <a:p>
            <a:pPr>
              <a:defRPr sz="1200"/>
            </a:pPr>
            <a:r>
              <a:t>D:/pasar_fix/node_modules/.bun/drizzle-orm@0.44.7+dd2253f5d79d0b01/node_modules/drizzle-orm/sqlite-core/query-builders/update.cjs.map</a:t>
            </a:r>
          </a:p>
          <a:p>
            <a:pPr>
              <a:defRPr sz="1200"/>
            </a:pPr>
            <a:r>
              <a:t>D:/pasar_fix/node_modules/.bun/drizzle-orm@0.44.7+dd2253f5d79d0b01/node_modules/drizzle-orm/sqlite-core/query-builders/update.d.cts</a:t>
            </a:r>
          </a:p>
          <a:p>
            <a:pPr>
              <a:defRPr sz="1200"/>
            </a:pPr>
            <a:r>
              <a:t>D:/pasar_fix/node_modules/.bun/drizzle-orm@0.44.7+dd2253f5d79d0b01/node_modules/drizzle-orm/sqlite-core/query-builders/update.d.ts</a:t>
            </a:r>
          </a:p>
          <a:p>
            <a:pPr>
              <a:defRPr sz="1200"/>
            </a:pPr>
            <a:r>
              <a:t>D:/pasar_fix/node_modules/.bun/drizzle-orm@0.44.7+dd2253f5d79d0b01/node_modules/drizzle-orm/sqlite-core/query-builders/update.js</a:t>
            </a:r>
          </a:p>
          <a:p>
            <a:pPr>
              <a:defRPr sz="1200"/>
            </a:pPr>
            <a:r>
              <a:t>D:/pasar_fix/node_modules/.bun/drizzle-orm@0.44.7+dd2253f5d79d0b01/node_modules/drizzle-orm/sqlite-core/query-builders/update.js.map</a:t>
            </a:r>
          </a:p>
          <a:p>
            <a:pPr>
              <a:defRPr sz="1200"/>
            </a:pPr>
            <a:r>
              <a:t>D:/pasar_fix/node_modules/.bun/drizzle-orm@0.44.7+dd2253f5d79d0b01/node_modules/drizzle-orm/sqlite-proxy/driver.cjs</a:t>
            </a:r>
          </a:p>
          <a:p>
            <a:pPr>
              <a:defRPr sz="1200"/>
            </a:pPr>
            <a:r>
              <a:t>D:/pasar_fix/node_modules/.bun/drizzle-orm@0.44.7+dd2253f5d79d0b01/node_modules/drizzle-orm/sqlite-proxy/driver.cjs.map</a:t>
            </a:r>
          </a:p>
          <a:p>
            <a:pPr>
              <a:defRPr sz="1200"/>
            </a:pPr>
            <a:r>
              <a:t>D:/pasar_fix/node_modules/.bun/drizzle-orm@0.44.7+dd2253f5d79d0b01/node_modules/drizzle-orm/sqlite-proxy/driver.d.cts</a:t>
            </a:r>
          </a:p>
          <a:p>
            <a:pPr>
              <a:defRPr sz="1200"/>
            </a:pPr>
            <a:r>
              <a:t>D:/pasar_fix/node_modules/.bun/drizzle-orm@0.44.7+dd2253f5d79d0b01/node_modules/drizzle-orm/sqlite-proxy/driver.d.ts</a:t>
            </a:r>
          </a:p>
          <a:p>
            <a:pPr>
              <a:defRPr sz="1200"/>
            </a:pPr>
            <a:r>
              <a:t>D:/pasar_fix/node_modules/.bun/drizzle-orm@0.44.7+dd2253f5d79d0b01/node_modules/drizzle-orm/sqlite-proxy/driver.js</a:t>
            </a:r>
          </a:p>
          <a:p>
            <a:pPr>
              <a:defRPr sz="1200"/>
            </a:pPr>
            <a:r>
              <a:t>D:/pasar_fix/node_modules/.bun/drizzle-orm@0.44.7+dd2253f5d79d0b01/node_modules/drizzle-orm/sqlite-proxy/driver.js.map</a:t>
            </a:r>
          </a:p>
          <a:p>
            <a:pPr>
              <a:defRPr sz="1200"/>
            </a:pPr>
            <a:r>
              <a:t>D:/pasar_fix/node_modules/.bun/drizzle-orm@0.44.7+dd2253f5d79d0b01/node_modules/drizzle-orm/sqlite-proxy/index.cjs</a:t>
            </a:r>
          </a:p>
          <a:p>
            <a:pPr>
              <a:defRPr sz="1200"/>
            </a:pPr>
            <a:r>
              <a:t>D:/pasar_fix/node_modules/.bun/drizzle-orm@0.44.7+dd2253f5d79d0b01/node_modules/drizzle-orm/sqlite-proxy/index.cjs.map</a:t>
            </a:r>
          </a:p>
          <a:p>
            <a:pPr>
              <a:defRPr sz="1200"/>
            </a:pPr>
            <a:r>
              <a:t>D:/pasar_fix/node_modules/.bun/drizzle-orm@0.44.7+dd2253f5d79d0b01/node_modules/drizzle-orm/sqlite-proxy/index.d.cts</a:t>
            </a:r>
          </a:p>
          <a:p>
            <a:pPr>
              <a:defRPr sz="1200"/>
            </a:pPr>
            <a:r>
              <a:t>D:/pasar_fix/node_modules/.bun/drizzle-orm@0.44.7+dd2253f5d79d0b01/node_modules/drizzle-orm/sqlite-proxy/index.d.ts</a:t>
            </a:r>
          </a:p>
          <a:p>
            <a:pPr>
              <a:defRPr sz="1200"/>
            </a:pPr>
            <a:r>
              <a:t>D:/pasar_fix/node_modules/.bun/drizzle-orm@0.44.7+dd2253f5d79d0b01/node_modules/drizzle-orm/sqlite-proxy/index.js</a:t>
            </a:r>
          </a:p>
          <a:p>
            <a:pPr>
              <a:defRPr sz="1200"/>
            </a:pPr>
            <a:r>
              <a:t>D:/pasar_fix/node_modules/.bun/drizzle-orm@0.44.7+dd2253f5d79d0b01/node_modules/drizzle-orm/sqlite-proxy/index.js.map</a:t>
            </a:r>
          </a:p>
          <a:p>
            <a:pPr>
              <a:defRPr sz="1200"/>
            </a:pPr>
            <a:r>
              <a:t>D:/pasar_fix/node_modules/.bun/drizzle-orm@0.44.7+dd2253f5d79d0b01/node_modules/drizzle-orm/sqlite-proxy/migrator.cjs</a:t>
            </a:r>
          </a:p>
          <a:p>
            <a:pPr>
              <a:defRPr sz="1200"/>
            </a:pPr>
            <a:r>
              <a:t>D:/pasar_fix/node_modules/.bun/drizzle-orm@0.44.7+dd2253f5d79d0b01/node_modules/drizzle-orm/sqlite-proxy/migrator.cjs.map</a:t>
            </a:r>
          </a:p>
          <a:p>
            <a:pPr>
              <a:defRPr sz="1200"/>
            </a:pPr>
            <a:r>
              <a:t>D:/pasar_fix/node_modules/.bun/drizzle-orm@0.44.7+dd2253f5d79d0b01/node_modules/drizzle-orm/sqlite-proxy/migrator.d.cts</a:t>
            </a:r>
          </a:p>
          <a:p>
            <a:pPr>
              <a:defRPr sz="1200"/>
            </a:pPr>
            <a:r>
              <a:t>D:/pasar_fix/node_modules/.bun/drizzle-orm@0.44.7+dd2253f5d79d0b01/node_modules/drizzle-orm/sqlite-proxy/migrator.d.ts</a:t>
            </a:r>
          </a:p>
          <a:p>
            <a:pPr>
              <a:defRPr sz="1200"/>
            </a:pPr>
            <a:r>
              <a:t>D:/pasar_fix/node_modules/.bun/drizzle-orm@0.44.7+dd2253f5d79d0b01/node_modules/drizzle-orm/sqlite-proxy/migrator.js</a:t>
            </a:r>
          </a:p>
          <a:p>
            <a:pPr>
              <a:defRPr sz="1200"/>
            </a:pPr>
            <a:r>
              <a:t>D:/pasar_fix/node_modules/.bun/drizzle-orm@0.44.7+dd2253f5d79d0b01/node_modules/drizzle-orm/sqlite-proxy/migrator.js.map</a:t>
            </a:r>
          </a:p>
          <a:p>
            <a:pPr>
              <a:defRPr sz="1200"/>
            </a:pPr>
            <a:r>
              <a:t>D:/pasar_fix/node_modules/.bun/drizzle-orm@0.44.7+dd2253f5d79d0b01/node_modules/drizzle-orm/sqlite-proxy/session.cjs</a:t>
            </a:r>
          </a:p>
          <a:p>
            <a:pPr>
              <a:defRPr sz="1200"/>
            </a:pPr>
            <a:r>
              <a:t>D:/pasar_fix/node_modules/.bun/drizzle-orm@0.44.7+dd2253f5d79d0b01/node_modules/drizzle-orm/sqlite-proxy/session.cjs.map</a:t>
            </a:r>
          </a:p>
          <a:p>
            <a:pPr>
              <a:defRPr sz="1200"/>
            </a:pPr>
            <a:r>
              <a:t>D:/pasar_fix/node_modules/.bun/drizzle-orm@0.44.7+dd2253f5d79d0b01/node_modules/drizzle-orm/sqlite-proxy/session.d.cts</a:t>
            </a:r>
          </a:p>
          <a:p>
            <a:pPr>
              <a:defRPr sz="1200"/>
            </a:pPr>
            <a:r>
              <a:t>D:/pasar_fix/node_modules/.bun/drizzle-orm@0.44.7+dd2253f5d79d0b01/node_modules/drizzle-orm/sqlite-proxy/session.d.ts</a:t>
            </a:r>
          </a:p>
          <a:p>
            <a:pPr>
              <a:defRPr sz="1200"/>
            </a:pPr>
            <a:r>
              <a:t>D:/pasar_fix/node_modules/.bun/drizzle-orm@0.44.7+dd2253f5d79d0b01/node_modules/drizzle-orm/sqlite-proxy/session.js</a:t>
            </a:r>
          </a:p>
          <a:p>
            <a:pPr>
              <a:defRPr sz="1200"/>
            </a:pPr>
            <a:r>
              <a:t>D:/pasar_fix/node_modules/.bun/drizzle-orm@0.44.7+dd2253f5d79d0b01/node_modules/drizzle-orm/sqlite-proxy/session.js.map</a:t>
            </a:r>
          </a:p>
          <a:p>
            <a:pPr>
              <a:defRPr sz="1200"/>
            </a:pPr>
            <a:r>
              <a:t>D:/pasar_fix/node_modules/.bun/drizzle-orm@0.44.7+dd2253f5d79d0b01/node_modules/drizzle-orm/supabase/index.cjs</a:t>
            </a:r>
          </a:p>
          <a:p>
            <a:pPr>
              <a:defRPr sz="1200"/>
            </a:pPr>
            <a:r>
              <a:t>D:/pasar_fix/node_modules/.bun/drizzle-orm@0.44.7+dd2253f5d79d0b01/node_modules/drizzle-orm/supabase/index.cjs.map</a:t>
            </a:r>
          </a:p>
          <a:p>
            <a:pPr>
              <a:defRPr sz="1200"/>
            </a:pPr>
            <a:r>
              <a:t>D:/pasar_fix/node_modules/.bun/drizzle-orm@0.44.7+dd2253f5d79d0b01/node_modules/drizzle-orm/supabase/index.d.cts</a:t>
            </a:r>
          </a:p>
          <a:p>
            <a:pPr>
              <a:defRPr sz="1200"/>
            </a:pPr>
            <a:r>
              <a:t>D:/pasar_fix/node_modules/.bun/drizzle-orm@0.44.7+dd2253f5d79d0b01/node_modules/drizzle-orm/supabase/index.d.ts</a:t>
            </a:r>
          </a:p>
          <a:p>
            <a:pPr>
              <a:defRPr sz="1200"/>
            </a:pPr>
            <a:r>
              <a:t>D:/pasar_fix/node_modules/.bun/drizzle-orm@0.44.7+dd2253f5d79d0b01/node_modules/drizzle-orm/supabase/index.js</a:t>
            </a:r>
          </a:p>
          <a:p>
            <a:pPr>
              <a:defRPr sz="1200"/>
            </a:pPr>
            <a:r>
              <a:t>D:/pasar_fix/node_modules/.bun/drizzle-orm@0.44.7+dd2253f5d79d0b01/node_modules/drizzle-orm/supabase/index.js.map</a:t>
            </a:r>
          </a:p>
          <a:p>
            <a:pPr>
              <a:defRPr sz="1200"/>
            </a:pPr>
            <a:r>
              <a:t>D:/pasar_fix/node_modules/.bun/drizzle-orm@0.44.7+dd2253f5d79d0b01/node_modules/drizzle-orm/supabase/rls.cjs</a:t>
            </a:r>
          </a:p>
          <a:p>
            <a:pPr>
              <a:defRPr sz="1200"/>
            </a:pPr>
            <a:r>
              <a:t>D:/pasar_fix/node_modules/.bun/drizzle-orm@0.44.7+dd2253f5d79d0b01/node_modules/drizzle-orm/supabase/rls.cjs.map</a:t>
            </a:r>
          </a:p>
          <a:p>
            <a:pPr>
              <a:defRPr sz="1200"/>
            </a:pPr>
            <a:r>
              <a:t>D:/pasar_fix/node_modules/.bun/drizzle-orm@0.44.7+dd2253f5d79d0b01/node_modules/drizzle-orm/supabase/rls.d.cts</a:t>
            </a:r>
          </a:p>
          <a:p>
            <a:pPr>
              <a:defRPr sz="1200"/>
            </a:pPr>
            <a:r>
              <a:t>D:/pasar_fix/node_modules/.bun/drizzle-orm@0.44.7+dd2253f5d79d0b01/node_modules/drizzle-orm/supabase/rls.d.ts</a:t>
            </a:r>
          </a:p>
          <a:p>
            <a:pPr>
              <a:defRPr sz="1200"/>
            </a:pPr>
            <a:r>
              <a:t>D:/pasar_fix/node_modules/.bun/drizzle-orm@0.44.7+dd2253f5d79d0b01/node_modules/drizzle-orm/supabase/rls.js</a:t>
            </a:r>
          </a:p>
          <a:p>
            <a:pPr>
              <a:defRPr sz="1200"/>
            </a:pPr>
            <a:r>
              <a:t>D:/pasar_fix/node_modules/.bun/drizzle-orm@0.44.7+dd2253f5d79d0b01/node_modules/drizzle-orm/supabase/rls.js.map</a:t>
            </a:r>
          </a:p>
          <a:p>
            <a:pPr>
              <a:defRPr sz="1200"/>
            </a:pPr>
            <a:r>
              <a:t>D:/pasar_fix/node_modules/.bun/drizzle-orm@0.44.7+dd2253f5d79d0b01/node_modules/drizzle-orm/tidb-serverless/driver.cjs</a:t>
            </a:r>
          </a:p>
          <a:p>
            <a:pPr>
              <a:defRPr sz="1200"/>
            </a:pPr>
            <a:r>
              <a:t>D:/pasar_fix/node_modules/.bun/drizzle-orm@0.44.7+dd2253f5d79d0b01/node_modules/drizzle-orm/tidb-serverless/driver.cjs.map</a:t>
            </a:r>
          </a:p>
          <a:p>
            <a:pPr>
              <a:defRPr sz="1200"/>
            </a:pPr>
            <a:r>
              <a:t>D:/pasar_fix/node_modules/.bun/drizzle-orm@0.44.7+dd2253f5d79d0b01/node_modules/drizzle-orm/tidb-serverless/driver.d.cts</a:t>
            </a:r>
          </a:p>
          <a:p>
            <a:pPr>
              <a:defRPr sz="1200"/>
            </a:pPr>
            <a:r>
              <a:t>D:/pasar_fix/node_modules/.bun/drizzle-orm@0.44.7+dd2253f5d79d0b01/node_modules/drizzle-orm/tidb-serverless/driver.d.ts</a:t>
            </a:r>
          </a:p>
          <a:p>
            <a:pPr>
              <a:defRPr sz="1200"/>
            </a:pPr>
            <a:r>
              <a:t>D:/pasar_fix/node_modules/.bun/drizzle-orm@0.44.7+dd2253f5d79d0b01/node_modules/drizzle-orm/tidb-serverless/driver.js</a:t>
            </a:r>
          </a:p>
          <a:p>
            <a:pPr>
              <a:defRPr sz="1200"/>
            </a:pPr>
            <a:r>
              <a:t>D:/pasar_fix/node_modules/.bun/drizzle-orm@0.44.7+dd2253f5d79d0b01/node_modules/drizzle-orm/tidb-serverless/driver.js.map</a:t>
            </a:r>
          </a:p>
          <a:p>
            <a:pPr>
              <a:defRPr sz="1200"/>
            </a:pPr>
            <a:r>
              <a:t>D:/pasar_fix/node_modules/.bun/drizzle-orm@0.44.7+dd2253f5d79d0b01/node_modules/drizzle-orm/tidb-serverless/index.cjs</a:t>
            </a:r>
          </a:p>
          <a:p>
            <a:pPr>
              <a:defRPr sz="1200"/>
            </a:pPr>
            <a:r>
              <a:t>D:/pasar_fix/node_modules/.bun/drizzle-orm@0.44.7+dd2253f5d79d0b01/node_modules/drizzle-orm/tidb-serverless/index.cjs.map</a:t>
            </a:r>
          </a:p>
          <a:p>
            <a:pPr>
              <a:defRPr sz="1200"/>
            </a:pPr>
            <a:r>
              <a:t>D:/pasar_fix/node_modules/.bun/drizzle-orm@0.44.7+dd2253f5d79d0b01/node_modules/drizzle-orm/tidb-serverless/index.d.cts</a:t>
            </a:r>
          </a:p>
          <a:p>
            <a:pPr>
              <a:defRPr sz="1200"/>
            </a:pPr>
            <a:r>
              <a:t>D:/pasar_fix/node_modules/.bun/drizzle-orm@0.44.7+dd2253f5d79d0b01/node_modules/drizzle-orm/tidb-serverless/index.d.ts</a:t>
            </a:r>
          </a:p>
          <a:p>
            <a:pPr>
              <a:defRPr sz="1200"/>
            </a:pPr>
            <a:r>
              <a:t>D:/pasar_fix/node_modules/.bun/drizzle-orm@0.44.7+dd2253f5d79d0b01/node_modules/drizzle-orm/tidb-serverless/index.js</a:t>
            </a:r>
          </a:p>
          <a:p>
            <a:pPr>
              <a:defRPr sz="1200"/>
            </a:pPr>
            <a:r>
              <a:t>D:/pasar_fix/node_modules/.bun/drizzle-orm@0.44.7+dd2253f5d79d0b01/node_modules/drizzle-orm/tidb-serverless/index.js.map</a:t>
            </a:r>
          </a:p>
          <a:p>
            <a:pPr>
              <a:defRPr sz="1200"/>
            </a:pPr>
            <a:r>
              <a:t>D:/pasar_fix/node_modules/.bun/drizzle-orm@0.44.7+dd2253f5d79d0b01/node_modules/drizzle-orm/tidb-serverless/migrator.cjs</a:t>
            </a:r>
          </a:p>
          <a:p>
            <a:pPr>
              <a:defRPr sz="1200"/>
            </a:pPr>
            <a:r>
              <a:t>D:/pasar_fix/node_modules/.bun/drizzle-orm@0.44.7+dd2253f5d79d0b01/node_modules/drizzle-orm/tidb-serverless/migrator.cjs.map</a:t>
            </a:r>
          </a:p>
          <a:p>
            <a:pPr>
              <a:defRPr sz="1200"/>
            </a:pPr>
            <a:r>
              <a:t>D:/pasar_fix/node_modules/.bun/drizzle-orm@0.44.7+dd2253f5d79d0b01/node_modules/drizzle-orm/tidb-serverless/migrator.d.cts</a:t>
            </a:r>
          </a:p>
          <a:p>
            <a:pPr>
              <a:defRPr sz="1200"/>
            </a:pPr>
            <a:r>
              <a:t>D:/pasar_fix/node_modules/.bun/drizzle-orm@0.44.7+dd2253f5d79d0b01/node_modules/drizzle-orm/tidb-serverless/migrator.d.ts</a:t>
            </a:r>
          </a:p>
          <a:p>
            <a:pPr>
              <a:defRPr sz="1200"/>
            </a:pPr>
            <a:r>
              <a:t>D:/pasar_fix/node_modules/.bun/drizzle-orm@0.44.7+dd2253f5d79d0b01/node_modules/drizzle-orm/tidb-serverless/migrator.js</a:t>
            </a:r>
          </a:p>
          <a:p>
            <a:pPr>
              <a:defRPr sz="1200"/>
            </a:pPr>
            <a:r>
              <a:t>D:/pasar_fix/node_modules/.bun/drizzle-orm@0.44.7+dd2253f5d79d0b01/node_modules/drizzle-orm/tidb-serverless/migrator.js.map</a:t>
            </a:r>
          </a:p>
          <a:p>
            <a:pPr>
              <a:defRPr sz="1200"/>
            </a:pPr>
            <a:r>
              <a:t>D:/pasar_fix/node_modules/.bun/drizzle-orm@0.44.7+dd2253f5d79d0b01/node_modules/drizzle-orm/tidb-serverless/session.cjs</a:t>
            </a:r>
          </a:p>
          <a:p>
            <a:pPr>
              <a:defRPr sz="1200"/>
            </a:pPr>
            <a:r>
              <a:t>D:/pasar_fix/node_modules/.bun/drizzle-orm@0.44.7+dd2253f5d79d0b01/node_modules/drizzle-orm/tidb-serverless/session.cjs.map</a:t>
            </a:r>
          </a:p>
          <a:p>
            <a:pPr>
              <a:defRPr sz="1200"/>
            </a:pPr>
            <a:r>
              <a:t>D:/pasar_fix/node_modules/.bun/drizzle-orm@0.44.7+dd2253f5d79d0b01/node_modules/drizzle-orm/tidb-serverless/session.d.cts</a:t>
            </a:r>
          </a:p>
          <a:p>
            <a:pPr>
              <a:defRPr sz="1200"/>
            </a:pPr>
            <a:r>
              <a:t>D:/pasar_fix/node_modules/.bun/drizzle-orm@0.44.7+dd2253f5d79d0b01/node_modules/drizzle-orm/tidb-serverless/session.d.ts</a:t>
            </a:r>
          </a:p>
          <a:p>
            <a:pPr>
              <a:defRPr sz="1200"/>
            </a:pPr>
            <a:r>
              <a:t>D:/pasar_fix/node_modules/.bun/drizzle-orm@0.44.7+dd2253f5d79d0b01/node_modules/drizzle-orm/tidb-serverless/session.js</a:t>
            </a:r>
          </a:p>
          <a:p>
            <a:pPr>
              <a:defRPr sz="1200"/>
            </a:pPr>
            <a:r>
              <a:t>D:/pasar_fix/node_modules/.bun/drizzle-orm@0.44.7+dd2253f5d79d0b01/node_modules/drizzle-orm/tidb-serverless/session.js.map</a:t>
            </a:r>
          </a:p>
          <a:p>
            <a:pPr>
              <a:defRPr sz="1200"/>
            </a:pPr>
            <a:r>
              <a:t>D:/pasar_fix/node_modules/.bun/drizzle-orm@0.44.7+dd2253f5d79d0b01/node_modules/drizzle-orm/vercel-postgres/driver.cjs</a:t>
            </a:r>
          </a:p>
          <a:p>
            <a:pPr>
              <a:defRPr sz="1200"/>
            </a:pPr>
            <a:r>
              <a:t>D:/pasar_fix/node_modules/.bun/drizzle-orm@0.44.7+dd2253f5d79d0b01/node_modules/drizzle-orm/vercel-postgres/driver.cjs.map</a:t>
            </a:r>
          </a:p>
          <a:p>
            <a:pPr>
              <a:defRPr sz="1200"/>
            </a:pPr>
            <a:r>
              <a:t>D:/pasar_fix/node_modules/.bun/drizzle-orm@0.44.7+dd2253f5d79d0b01/node_modules/drizzle-orm/vercel-postgres/driver.d.cts</a:t>
            </a:r>
          </a:p>
          <a:p>
            <a:pPr>
              <a:defRPr sz="1200"/>
            </a:pPr>
            <a:r>
              <a:t>D:/pasar_fix/node_modules/.bun/drizzle-orm@0.44.7+dd2253f5d79d0b01/node_modules/drizzle-orm/vercel-postgres/driver.d.ts</a:t>
            </a:r>
          </a:p>
          <a:p>
            <a:pPr>
              <a:defRPr sz="1200"/>
            </a:pPr>
            <a:r>
              <a:t>D:/pasar_fix/node_modules/.bun/drizzle-orm@0.44.7+dd2253f5d79d0b01/node_modules/drizzle-orm/vercel-postgres/driver.js</a:t>
            </a:r>
          </a:p>
          <a:p>
            <a:pPr>
              <a:defRPr sz="1200"/>
            </a:pPr>
            <a:r>
              <a:t>D:/pasar_fix/node_modules/.bun/drizzle-orm@0.44.7+dd2253f5d79d0b01/node_modules/drizzle-orm/vercel-postgres/driver.js.map</a:t>
            </a:r>
          </a:p>
          <a:p>
            <a:pPr>
              <a:defRPr sz="1200"/>
            </a:pPr>
            <a:r>
              <a:t>D:/pasar_fix/node_modules/.bun/drizzle-orm@0.44.7+dd2253f5d79d0b01/node_modules/drizzle-orm/vercel-postgres/index.cjs</a:t>
            </a:r>
          </a:p>
          <a:p>
            <a:pPr>
              <a:defRPr sz="1200"/>
            </a:pPr>
            <a:r>
              <a:t>D:/pasar_fix/node_modules/.bun/drizzle-orm@0.44.7+dd2253f5d79d0b01/node_modules/drizzle-orm/vercel-postgres/index.cjs.map</a:t>
            </a:r>
          </a:p>
          <a:p>
            <a:pPr>
              <a:defRPr sz="1200"/>
            </a:pPr>
            <a:r>
              <a:t>D:/pasar_fix/node_modules/.bun/drizzle-orm@0.44.7+dd2253f5d79d0b01/node_modules/drizzle-orm/vercel-postgres/index.d.cts</a:t>
            </a:r>
          </a:p>
          <a:p>
            <a:pPr>
              <a:defRPr sz="1200"/>
            </a:pPr>
            <a:r>
              <a:t>D:/pasar_fix/node_modules/.bun/drizzle-orm@0.44.7+dd2253f5d79d0b01/node_modules/drizzle-orm/vercel-postgres/index.d.ts</a:t>
            </a:r>
          </a:p>
          <a:p>
            <a:pPr>
              <a:defRPr sz="1200"/>
            </a:pPr>
            <a:r>
              <a:t>D:/pasar_fix/node_modules/.bun/drizzle-orm@0.44.7+dd2253f5d79d0b01/node_modules/drizzle-orm/vercel-postgres/index.js</a:t>
            </a:r>
          </a:p>
          <a:p>
            <a:pPr>
              <a:defRPr sz="1200"/>
            </a:pPr>
            <a:r>
              <a:t>D:/pasar_fix/node_modules/.bun/drizzle-orm@0.44.7+dd2253f5d79d0b01/node_modules/drizzle-orm/vercel-postgres/index.js.map</a:t>
            </a:r>
          </a:p>
          <a:p>
            <a:pPr>
              <a:defRPr sz="1200"/>
            </a:pPr>
            <a:r>
              <a:t>D:/pasar_fix/node_modules/.bun/drizzle-orm@0.44.7+dd2253f5d79d0b01/node_modules/drizzle-orm/vercel-postgres/migrator.cjs</a:t>
            </a:r>
          </a:p>
          <a:p>
            <a:pPr>
              <a:defRPr sz="1200"/>
            </a:pPr>
            <a:r>
              <a:t>D:/pasar_fix/node_modules/.bun/drizzle-orm@0.44.7+dd2253f5d79d0b01/node_modules/drizzle-orm/vercel-postgres/migrator.cjs.map</a:t>
            </a:r>
          </a:p>
          <a:p>
            <a:pPr>
              <a:defRPr sz="1200"/>
            </a:pPr>
            <a:r>
              <a:t>D:/pasar_fix/node_modules/.bun/drizzle-orm@0.44.7+dd2253f5d79d0b01/node_modules/drizzle-orm/vercel-postgres/migrator.d.cts</a:t>
            </a:r>
          </a:p>
          <a:p>
            <a:pPr>
              <a:defRPr sz="1200"/>
            </a:pPr>
            <a:r>
              <a:t>D:/pasar_fix/node_modules/.bun/drizzle-orm@0.44.7+dd2253f5d79d0b01/node_modules/drizzle-orm/vercel-postgres/migrator.d.ts</a:t>
            </a:r>
          </a:p>
          <a:p>
            <a:pPr>
              <a:defRPr sz="1200"/>
            </a:pPr>
            <a:r>
              <a:t>D:/pasar_fix/node_modules/.bun/drizzle-orm@0.44.7+dd2253f5d79d0b01/node_modules/drizzle-orm/vercel-postgres/migrator.js</a:t>
            </a:r>
          </a:p>
          <a:p>
            <a:pPr>
              <a:defRPr sz="1200"/>
            </a:pPr>
            <a:r>
              <a:t>D:/pasar_fix/node_modules/.bun/drizzle-orm@0.44.7+dd2253f5d79d0b01/node_modules/drizzle-orm/vercel-postgres/migrator.js.map</a:t>
            </a:r>
          </a:p>
          <a:p>
            <a:pPr>
              <a:defRPr sz="1200"/>
            </a:pPr>
            <a:r>
              <a:t>D:/pasar_fix/node_modules/.bun/drizzle-orm@0.44.7+dd2253f5d79d0b01/node_modules/drizzle-orm/vercel-postgres/session.cjs</a:t>
            </a:r>
          </a:p>
          <a:p>
            <a:pPr>
              <a:defRPr sz="1200"/>
            </a:pPr>
            <a:r>
              <a:t>D:/pasar_fix/node_modules/.bun/drizzle-orm@0.44.7+dd2253f5d79d0b01/node_modules/drizzle-orm/vercel-postgres/session.cjs.map</a:t>
            </a:r>
          </a:p>
          <a:p>
            <a:pPr>
              <a:defRPr sz="1200"/>
            </a:pPr>
            <a:r>
              <a:t>D:/pasar_fix/node_modules/.bun/drizzle-orm@0.44.7+dd2253f5d79d0b01/node_modules/drizzle-orm/vercel-postgres/session.d.cts</a:t>
            </a:r>
          </a:p>
          <a:p>
            <a:pPr>
              <a:defRPr sz="1200"/>
            </a:pPr>
            <a:r>
              <a:t>D:/pasar_fix/node_modules/.bun/drizzle-orm@0.44.7+dd2253f5d79d0b01/node_modules/drizzle-orm/vercel-postgres/session.d.ts</a:t>
            </a:r>
          </a:p>
          <a:p>
            <a:pPr>
              <a:defRPr sz="1200"/>
            </a:pPr>
            <a:r>
              <a:t>D:/pasar_fix/node_modules/.bun/drizzle-orm@0.44.7+dd2253f5d79d0b01/node_modules/drizzle-orm/vercel-postgres/session.js</a:t>
            </a:r>
          </a:p>
          <a:p>
            <a:pPr>
              <a:defRPr sz="1200"/>
            </a:pPr>
            <a:r>
              <a:t>D:/pasar_fix/node_modules/.bun/drizzle-orm@0.44.7+dd2253f5d79d0b01/node_modules/drizzle-orm/vercel-postgres/session.js.map</a:t>
            </a:r>
          </a:p>
          <a:p>
            <a:pPr>
              <a:defRPr sz="1200"/>
            </a:pPr>
            <a:r>
              <a:t>D:/pasar_fix/node_modules/.bun/drizzle-orm@0.44.7+dd2253f5d79d0b01/node_modules/drizzle-orm/xata-http/driver.cjs</a:t>
            </a:r>
          </a:p>
          <a:p>
            <a:pPr>
              <a:defRPr sz="1200"/>
            </a:pPr>
            <a:r>
              <a:t>D:/pasar_fix/node_modules/.bun/drizzle-orm@0.44.7+dd2253f5d79d0b01/node_modules/drizzle-orm/xata-http/driver.cjs.map</a:t>
            </a:r>
          </a:p>
          <a:p>
            <a:pPr>
              <a:defRPr sz="1200"/>
            </a:pPr>
            <a:r>
              <a:t>D:/pasar_fix/node_modules/.bun/drizzle-orm@0.44.7+dd2253f5d79d0b01/node_modules/drizzle-orm/xata-http/driver.d.cts</a:t>
            </a:r>
          </a:p>
          <a:p>
            <a:pPr>
              <a:defRPr sz="1200"/>
            </a:pPr>
            <a:r>
              <a:t>D:/pasar_fix/node_modules/.bun/drizzle-orm@0.44.7+dd2253f5d79d0b01/node_modules/drizzle-orm/xata-http/driver.d.ts</a:t>
            </a:r>
          </a:p>
          <a:p>
            <a:pPr>
              <a:defRPr sz="1200"/>
            </a:pPr>
            <a:r>
              <a:t>D:/pasar_fix/node_modules/.bun/drizzle-orm@0.44.7+dd2253f5d79d0b01/node_modules/drizzle-orm/xata-http/driver.js</a:t>
            </a:r>
          </a:p>
          <a:p>
            <a:pPr>
              <a:defRPr sz="1200"/>
            </a:pPr>
            <a:r>
              <a:t>D:/pasar_fix/node_modules/.bun/drizzle-orm@0.44.7+dd2253f5d79d0b01/node_modules/drizzle-orm/xata-http/driver.js.map</a:t>
            </a:r>
          </a:p>
          <a:p>
            <a:pPr>
              <a:defRPr sz="1200"/>
            </a:pPr>
            <a:r>
              <a:t>D:/pasar_fix/node_modules/.bun/drizzle-orm@0.44.7+dd2253f5d79d0b01/node_modules/drizzle-orm/xata-http/index.cjs</a:t>
            </a:r>
          </a:p>
          <a:p>
            <a:pPr>
              <a:defRPr sz="1200"/>
            </a:pPr>
            <a:r>
              <a:t>D:/pasar_fix/node_modules/.bun/drizzle-orm@0.44.7+dd2253f5d79d0b01/node_modules/drizzle-orm/xata-http/index.cjs.map</a:t>
            </a:r>
          </a:p>
          <a:p>
            <a:pPr>
              <a:defRPr sz="1200"/>
            </a:pPr>
            <a:r>
              <a:t>D:/pasar_fix/node_modules/.bun/drizzle-orm@0.44.7+dd2253f5d79d0b01/node_modules/drizzle-orm/xata-http/index.d.cts</a:t>
            </a:r>
          </a:p>
          <a:p>
            <a:pPr>
              <a:defRPr sz="1200"/>
            </a:pPr>
            <a:r>
              <a:t>D:/pasar_fix/node_modules/.bun/drizzle-orm@0.44.7+dd2253f5d79d0b01/node_modules/drizzle-orm/xata-http/index.d.ts</a:t>
            </a:r>
          </a:p>
          <a:p>
            <a:pPr>
              <a:defRPr sz="1200"/>
            </a:pPr>
            <a:r>
              <a:t>D:/pasar_fix/node_modules/.bun/drizzle-orm@0.44.7+dd2253f5d79d0b01/node_modules/drizzle-orm/xata-http/index.js</a:t>
            </a:r>
          </a:p>
          <a:p>
            <a:pPr>
              <a:defRPr sz="1200"/>
            </a:pPr>
            <a:r>
              <a:t>D:/pasar_fix/node_modules/.bun/drizzle-orm@0.44.7+dd2253f5d79d0b01/node_modules/drizzle-orm/xata-http/index.js.map</a:t>
            </a:r>
          </a:p>
          <a:p>
            <a:pPr>
              <a:defRPr sz="1200"/>
            </a:pPr>
            <a:r>
              <a:t>D:/pasar_fix/node_modules/.bun/drizzle-orm@0.44.7+dd2253f5d79d0b01/node_modules/drizzle-orm/xata-http/migrator.cjs</a:t>
            </a:r>
          </a:p>
          <a:p>
            <a:pPr>
              <a:defRPr sz="1200"/>
            </a:pPr>
            <a:r>
              <a:t>D:/pasar_fix/node_modules/.bun/drizzle-orm@0.44.7+dd2253f5d79d0b01/node_modules/drizzle-orm/xata-http/migrator.cjs.map</a:t>
            </a:r>
          </a:p>
          <a:p>
            <a:pPr>
              <a:defRPr sz="1200"/>
            </a:pPr>
            <a:r>
              <a:t>D:/pasar_fix/node_modules/.bun/drizzle-orm@0.44.7+dd2253f5d79d0b01/node_modules/drizzle-orm/xata-http/migrator.d.cts</a:t>
            </a:r>
          </a:p>
          <a:p>
            <a:pPr>
              <a:defRPr sz="1200"/>
            </a:pPr>
            <a:r>
              <a:t>D:/pasar_fix/node_modules/.bun/drizzle-orm@0.44.7+dd2253f5d79d0b01/node_modules/drizzle-orm/xata-http/migrator.d.ts</a:t>
            </a:r>
          </a:p>
          <a:p>
            <a:pPr>
              <a:defRPr sz="1200"/>
            </a:pPr>
            <a:r>
              <a:t>D:/pasar_fix/node_modules/.bun/drizzle-orm@0.44.7+dd2253f5d79d0b01/node_modules/drizzle-orm/xata-http/migrator.js</a:t>
            </a:r>
          </a:p>
          <a:p>
            <a:pPr>
              <a:defRPr sz="1200"/>
            </a:pPr>
            <a:r>
              <a:t>D:/pasar_fix/node_modules/.bun/drizzle-orm@0.44.7+dd2253f5d79d0b01/node_modules/drizzle-orm/xata-http/migrator.js.map</a:t>
            </a:r>
          </a:p>
          <a:p>
            <a:pPr>
              <a:defRPr sz="1200"/>
            </a:pPr>
            <a:r>
              <a:t>D:/pasar_fix/node_modules/.bun/drizzle-orm@0.44.7+dd2253f5d79d0b01/node_modules/drizzle-orm/xata-http/session.cjs</a:t>
            </a:r>
          </a:p>
          <a:p>
            <a:pPr>
              <a:defRPr sz="1200"/>
            </a:pPr>
            <a:r>
              <a:t>D:/pasar_fix/node_modules/.bun/drizzle-orm@0.44.7+dd2253f5d79d0b01/node_modules/drizzle-orm/xata-http/session.cjs.map</a:t>
            </a:r>
          </a:p>
          <a:p>
            <a:pPr>
              <a:defRPr sz="1200"/>
            </a:pPr>
            <a:r>
              <a:t>D:/pasar_fix/node_modules/.bun/drizzle-orm@0.44.7+dd2253f5d79d0b01/node_modules/drizzle-orm/xata-http/session.d.cts</a:t>
            </a:r>
          </a:p>
          <a:p>
            <a:pPr>
              <a:defRPr sz="1200"/>
            </a:pPr>
            <a:r>
              <a:t>D:/pasar_fix/node_modules/.bun/drizzle-orm@0.44.7+dd2253f5d79d0b01/node_modules/drizzle-orm/xata-http/session.d.ts</a:t>
            </a:r>
          </a:p>
          <a:p>
            <a:pPr>
              <a:defRPr sz="1200"/>
            </a:pPr>
            <a:r>
              <a:t>D:/pasar_fix/node_modules/.bun/drizzle-orm@0.44.7+dd2253f5d79d0b01/node_modules/drizzle-orm/xata-http/session.js</a:t>
            </a:r>
          </a:p>
          <a:p>
            <a:pPr>
              <a:defRPr sz="1200"/>
            </a:pPr>
            <a:r>
              <a:t>D:/pasar_fix/node_modules/.bun/drizzle-orm@0.44.7+dd2253f5d79d0b01/node_modules/drizzle-orm/xata-http/session.js.map</a:t>
            </a:r>
          </a:p>
          <a:p>
            <a:pPr>
              <a:defRPr sz="1200"/>
            </a:pPr>
            <a:r>
              <a:t>D:/pasar_fix/node_modules/.bun/duplexer@0.1.2/node_modules/duplexer/.travis.yml</a:t>
            </a:r>
          </a:p>
          <a:p>
            <a:pPr>
              <a:defRPr sz="1200"/>
            </a:pPr>
            <a:r>
              <a:t>D:/pasar_fix/node_modules/.bun/duplexer@0.1.2/node_modules/duplexer/index.js</a:t>
            </a:r>
          </a:p>
          <a:p>
            <a:pPr>
              <a:defRPr sz="1200"/>
            </a:pPr>
            <a:r>
              <a:t>D:/pasar_fix/node_modules/.bun/duplexer@0.1.2/node_modules/duplexer/LICENCE</a:t>
            </a:r>
          </a:p>
          <a:p>
            <a:pPr>
              <a:defRPr sz="1200"/>
            </a:pPr>
            <a:r>
              <a:t>D:/pasar_fix/node_modules/.bun/duplexer@0.1.2/node_modules/duplexer/package.json</a:t>
            </a:r>
          </a:p>
          <a:p>
            <a:pPr>
              <a:defRPr sz="1200"/>
            </a:pPr>
            <a:r>
              <a:t>D:/pasar_fix/node_modules/.bun/duplexer@0.1.2/node_modules/duplexer/README.md</a:t>
            </a:r>
          </a:p>
          <a:p>
            <a:pPr>
              <a:defRPr sz="1200"/>
            </a:pPr>
            <a:r>
              <a:t>D:/pasar_fix/node_modules/.bun/duplexer@0.1.2/node_modules/duplexer/test/index.js</a:t>
            </a:r>
          </a:p>
          <a:p>
            <a:pPr>
              <a:defRPr sz="1200"/>
            </a:pPr>
            <a:r>
              <a:t>D:/pasar_fix/node_modules/.bun/eastasianwidth@0.2.0/node_modules/eastasianwidth/eastasianwidth.js</a:t>
            </a:r>
          </a:p>
          <a:p>
            <a:pPr>
              <a:defRPr sz="1200"/>
            </a:pPr>
            <a:r>
              <a:t>D:/pasar_fix/node_modules/.bun/eastasianwidth@0.2.0/node_modules/eastasianwidth/package.json</a:t>
            </a:r>
          </a:p>
          <a:p>
            <a:pPr>
              <a:defRPr sz="1200"/>
            </a:pPr>
            <a:r>
              <a:t>D:/pasar_fix/node_modules/.bun/eastasianwidth@0.2.0/node_modules/eastasianwidth/README.md</a:t>
            </a:r>
          </a:p>
          <a:p>
            <a:pPr>
              <a:defRPr sz="1200"/>
            </a:pPr>
            <a:r>
              <a:t>D:/pasar_fix/node_modules/.bun/ee-first@1.1.1/node_modules/ee-first/index.js</a:t>
            </a:r>
          </a:p>
          <a:p>
            <a:pPr>
              <a:defRPr sz="1200"/>
            </a:pPr>
            <a:r>
              <a:t>D:/pasar_fix/node_modules/.bun/ee-first@1.1.1/node_modules/ee-first/LICENSE</a:t>
            </a:r>
          </a:p>
          <a:p>
            <a:pPr>
              <a:defRPr sz="1200"/>
            </a:pPr>
            <a:r>
              <a:t>D:/pasar_fix/node_modules/.bun/ee-first@1.1.1/node_modules/ee-first/package.json</a:t>
            </a:r>
          </a:p>
          <a:p>
            <a:pPr>
              <a:defRPr sz="1200"/>
            </a:pPr>
            <a:r>
              <a:t>D:/pasar_fix/node_modules/.bun/ee-first@1.1.1/node_modules/ee-first/README.md</a:t>
            </a:r>
          </a:p>
          <a:p>
            <a:pPr>
              <a:defRPr sz="1200"/>
            </a:pPr>
            <a:r>
              <a:t>D:/pasar_fix/node_modules/.bun/electron-to-chromium@1.5.357/node_modules/electron-to-chromium/chromium-versions.js</a:t>
            </a:r>
          </a:p>
          <a:p>
            <a:pPr>
              <a:defRPr sz="1200"/>
            </a:pPr>
            <a:r>
              <a:t>D:/pasar_fix/node_modules/.bun/electron-to-chromium@1.5.357/node_modules/electron-to-chromium/chromium-versions.json</a:t>
            </a:r>
          </a:p>
          <a:p>
            <a:pPr>
              <a:defRPr sz="1200"/>
            </a:pPr>
            <a:r>
              <a:t>D:/pasar_fix/node_modules/.bun/electron-to-chromium@1.5.357/node_modules/electron-to-chromium/full-chromium-versions.js</a:t>
            </a:r>
          </a:p>
          <a:p>
            <a:pPr>
              <a:defRPr sz="1200"/>
            </a:pPr>
            <a:r>
              <a:t>D:/pasar_fix/node_modules/.bun/electron-to-chromium@1.5.357/node_modules/electron-to-chromium/full-chromium-versions.json</a:t>
            </a:r>
          </a:p>
          <a:p>
            <a:pPr>
              <a:defRPr sz="1200"/>
            </a:pPr>
            <a:r>
              <a:t>D:/pasar_fix/node_modules/.bun/electron-to-chromium@1.5.357/node_modules/electron-to-chromium/full-versions.js</a:t>
            </a:r>
          </a:p>
          <a:p>
            <a:pPr>
              <a:defRPr sz="1200"/>
            </a:pPr>
            <a:r>
              <a:t>D:/pasar_fix/node_modules/.bun/electron-to-chromium@1.5.357/node_modules/electron-to-chromium/full-versions.json</a:t>
            </a:r>
          </a:p>
          <a:p>
            <a:pPr>
              <a:defRPr sz="1200"/>
            </a:pPr>
            <a:r>
              <a:t>D:/pasar_fix/node_modules/.bun/electron-to-chromium@1.5.357/node_modules/electron-to-chromium/index.js</a:t>
            </a:r>
          </a:p>
          <a:p>
            <a:pPr>
              <a:defRPr sz="1200"/>
            </a:pPr>
            <a:r>
              <a:t>D:/pasar_fix/node_modules/.bun/electron-to-chromium@1.5.357/node_modules/electron-to-chromium/LICENSE</a:t>
            </a:r>
          </a:p>
          <a:p>
            <a:pPr>
              <a:defRPr sz="1200"/>
            </a:pPr>
            <a:r>
              <a:t>D:/pasar_fix/node_modules/.bun/electron-to-chromium@1.5.357/node_modules/electron-to-chromium/package.json</a:t>
            </a:r>
          </a:p>
          <a:p>
            <a:pPr>
              <a:defRPr sz="1200"/>
            </a:pPr>
            <a:r>
              <a:t>D:/pasar_fix/node_modules/.bun/electron-to-chromium@1.5.357/node_modules/electron-to-chromium/README.md</a:t>
            </a:r>
          </a:p>
          <a:p>
            <a:pPr>
              <a:defRPr sz="1200"/>
            </a:pPr>
            <a:r>
              <a:t>D:/pasar_fix/node_modules/.bun/electron-to-chromium@1.5.357/node_modules/electron-to-chromium/versions.js</a:t>
            </a:r>
          </a:p>
          <a:p>
            <a:pPr>
              <a:defRPr sz="1200"/>
            </a:pPr>
            <a:r>
              <a:t>D:/pasar_fix/node_modules/.bun/electron-to-chromium@1.5.357/node_modules/electron-to-chromium/versions.json</a:t>
            </a:r>
          </a:p>
          <a:p>
            <a:pPr>
              <a:defRPr sz="1200"/>
            </a:pPr>
            <a:r>
              <a:t>D:/pasar_fix/node_modules/.bun/elkjs@0.9.3/node_modules/elkjs/LICENSE.md</a:t>
            </a:r>
          </a:p>
          <a:p>
            <a:pPr>
              <a:defRPr sz="1200"/>
            </a:pPr>
            <a:r>
              <a:t>D:/pasar_fix/node_modules/.bun/elkjs@0.9.3/node_modules/elkjs/package.json</a:t>
            </a:r>
          </a:p>
          <a:p>
            <a:pPr>
              <a:defRPr sz="1200"/>
            </a:pPr>
            <a:r>
              <a:t>D:/pasar_fix/node_modules/.bun/elkjs@0.9.3/node_modules/elkjs/README.md</a:t>
            </a:r>
          </a:p>
          <a:p>
            <a:pPr>
              <a:defRPr sz="1200"/>
            </a:pPr>
            <a:r>
              <a:t>D:/pasar_fix/node_modules/.bun/elkjs@0.9.3/node_modules/elkjs/lib/elk-api.d.ts</a:t>
            </a:r>
          </a:p>
          <a:p>
            <a:pPr>
              <a:defRPr sz="1200"/>
            </a:pPr>
            <a:r>
              <a:t>D:/pasar_fix/node_modules/.bun/elkjs@0.9.3/node_modules/elkjs/lib/elk-api.js</a:t>
            </a:r>
          </a:p>
          <a:p>
            <a:pPr>
              <a:defRPr sz="1200"/>
            </a:pPr>
            <a:r>
              <a:t>D:/pasar_fix/node_modules/.bun/elkjs@0.9.3/node_modules/elkjs/lib/elk-worker.d.ts</a:t>
            </a:r>
          </a:p>
          <a:p>
            <a:pPr>
              <a:defRPr sz="1200"/>
            </a:pPr>
            <a:r>
              <a:t>D:/pasar_fix/node_modules/.bun/elkjs@0.9.3/node_modules/elkjs/lib/elk-worker.js</a:t>
            </a:r>
          </a:p>
          <a:p>
            <a:pPr>
              <a:defRPr sz="1200"/>
            </a:pPr>
            <a:r>
              <a:t>D:/pasar_fix/node_modules/.bun/elkjs@0.9.3/node_modules/elkjs/lib/elk-worker.min.js</a:t>
            </a:r>
          </a:p>
          <a:p>
            <a:pPr>
              <a:defRPr sz="1200"/>
            </a:pPr>
            <a:r>
              <a:t>D:/pasar_fix/node_modules/.bun/elkjs@0.9.3/node_modules/elkjs/lib/elk.bundled.d.ts</a:t>
            </a:r>
          </a:p>
          <a:p>
            <a:pPr>
              <a:defRPr sz="1200"/>
            </a:pPr>
            <a:r>
              <a:t>D:/pasar_fix/node_modules/.bun/elkjs@0.9.3/node_modules/elkjs/lib/elk.bundled.js</a:t>
            </a:r>
          </a:p>
          <a:p>
            <a:pPr>
              <a:defRPr sz="1200"/>
            </a:pPr>
            <a:r>
              <a:t>D:/pasar_fix/node_modules/.bun/elkjs@0.9.3/node_modules/elkjs/lib/main.d.ts</a:t>
            </a:r>
          </a:p>
          <a:p>
            <a:pPr>
              <a:defRPr sz="1200"/>
            </a:pPr>
            <a:r>
              <a:t>D:/pasar_fix/node_modules/.bun/elkjs@0.9.3/node_modules/elkjs/lib/main.js</a:t>
            </a:r>
          </a:p>
          <a:p>
            <a:pPr>
              <a:defRPr sz="1200"/>
            </a:pPr>
            <a:r>
              <a:t>D:/pasar_fix/node_modules/.bun/emoji-regex@10.6.0/node_modules/emoji-regex/index.d.ts</a:t>
            </a:r>
          </a:p>
          <a:p>
            <a:pPr>
              <a:defRPr sz="1200"/>
            </a:pPr>
            <a:r>
              <a:t>D:/pasar_fix/node_modules/.bun/emoji-regex@10.6.0/node_modules/emoji-regex/index.js</a:t>
            </a:r>
          </a:p>
          <a:p>
            <a:pPr>
              <a:defRPr sz="1200"/>
            </a:pPr>
            <a:r>
              <a:t>D:/pasar_fix/node_modules/.bun/emoji-regex@10.6.0/node_modules/emoji-regex/index.mjs</a:t>
            </a:r>
          </a:p>
          <a:p>
            <a:pPr>
              <a:defRPr sz="1200"/>
            </a:pPr>
            <a:r>
              <a:t>D:/pasar_fix/node_modules/.bun/emoji-regex@10.6.0/node_modules/emoji-regex/LICENSE-MIT.txt</a:t>
            </a:r>
          </a:p>
          <a:p>
            <a:pPr>
              <a:defRPr sz="1200"/>
            </a:pPr>
            <a:r>
              <a:t>D:/pasar_fix/node_modules/.bun/emoji-regex@10.6.0/node_modules/emoji-regex/package.json</a:t>
            </a:r>
          </a:p>
          <a:p>
            <a:pPr>
              <a:defRPr sz="1200"/>
            </a:pPr>
            <a:r>
              <a:t>D:/pasar_fix/node_modules/.bun/emoji-regex@10.6.0/node_modules/emoji-regex/README.md</a:t>
            </a:r>
          </a:p>
          <a:p>
            <a:pPr>
              <a:defRPr sz="1200"/>
            </a:pPr>
            <a:r>
              <a:t>D:/pasar_fix/node_modules/.bun/emoji-regex@8.0.0/node_modules/emoji-regex/index.d.ts</a:t>
            </a:r>
          </a:p>
          <a:p>
            <a:pPr>
              <a:defRPr sz="1200"/>
            </a:pPr>
            <a:r>
              <a:t>D:/pasar_fix/node_modules/.bun/emoji-regex@8.0.0/node_modules/emoji-regex/index.js</a:t>
            </a:r>
          </a:p>
          <a:p>
            <a:pPr>
              <a:defRPr sz="1200"/>
            </a:pPr>
            <a:r>
              <a:t>D:/pasar_fix/node_modules/.bun/emoji-regex@8.0.0/node_modules/emoji-regex/LICENSE-MIT.txt</a:t>
            </a:r>
          </a:p>
          <a:p>
            <a:pPr>
              <a:defRPr sz="1200"/>
            </a:pPr>
            <a:r>
              <a:t>D:/pasar_fix/node_modules/.bun/emoji-regex@8.0.0/node_modules/emoji-regex/package.json</a:t>
            </a:r>
          </a:p>
          <a:p>
            <a:pPr>
              <a:defRPr sz="1200"/>
            </a:pPr>
            <a:r>
              <a:t>D:/pasar_fix/node_modules/.bun/emoji-regex@8.0.0/node_modules/emoji-regex/README.md</a:t>
            </a:r>
          </a:p>
          <a:p>
            <a:pPr>
              <a:defRPr sz="1200"/>
            </a:pPr>
            <a:r>
              <a:t>D:/pasar_fix/node_modules/.bun/emoji-regex@8.0.0/node_modules/emoji-regex/text.js</a:t>
            </a:r>
          </a:p>
          <a:p>
            <a:pPr>
              <a:defRPr sz="1200"/>
            </a:pPr>
            <a:r>
              <a:t>D:/pasar_fix/node_modules/.bun/emoji-regex@8.0.0/node_modules/emoji-regex/es2015/index.js</a:t>
            </a:r>
          </a:p>
          <a:p>
            <a:pPr>
              <a:defRPr sz="1200"/>
            </a:pPr>
            <a:r>
              <a:t>D:/pasar_fix/node_modules/.bun/emoji-regex@8.0.0/node_modules/emoji-regex/es2015/text.js</a:t>
            </a:r>
          </a:p>
          <a:p>
            <a:pPr>
              <a:defRPr sz="1200"/>
            </a:pPr>
            <a:r>
              <a:t>D:/pasar_fix/node_modules/.bun/emoji-regex@9.2.2/node_modules/emoji-regex/index.d.ts</a:t>
            </a:r>
          </a:p>
          <a:p>
            <a:pPr>
              <a:defRPr sz="1200"/>
            </a:pPr>
            <a:r>
              <a:t>D:/pasar_fix/node_modules/.bun/emoji-regex@9.2.2/node_modules/emoji-regex/index.js</a:t>
            </a:r>
          </a:p>
          <a:p>
            <a:pPr>
              <a:defRPr sz="1200"/>
            </a:pPr>
            <a:r>
              <a:t>D:/pasar_fix/node_modules/.bun/emoji-regex@9.2.2/node_modules/emoji-regex/LICENSE-MIT.txt</a:t>
            </a:r>
          </a:p>
          <a:p>
            <a:pPr>
              <a:defRPr sz="1200"/>
            </a:pPr>
            <a:r>
              <a:t>D:/pasar_fix/node_modules/.bun/emoji-regex@9.2.2/node_modules/emoji-regex/package.json</a:t>
            </a:r>
          </a:p>
          <a:p>
            <a:pPr>
              <a:defRPr sz="1200"/>
            </a:pPr>
            <a:r>
              <a:t>D:/pasar_fix/node_modules/.bun/emoji-regex@9.2.2/node_modules/emoji-regex/README.md</a:t>
            </a:r>
          </a:p>
          <a:p>
            <a:pPr>
              <a:defRPr sz="1200"/>
            </a:pPr>
            <a:r>
              <a:t>D:/pasar_fix/node_modules/.bun/emoji-regex@9.2.2/node_modules/emoji-regex/RGI_Emoji.d.ts</a:t>
            </a:r>
          </a:p>
          <a:p>
            <a:pPr>
              <a:defRPr sz="1200"/>
            </a:pPr>
            <a:r>
              <a:t>D:/pasar_fix/node_modules/.bun/emoji-regex@9.2.2/node_modules/emoji-regex/RGI_Emoji.js</a:t>
            </a:r>
          </a:p>
          <a:p>
            <a:pPr>
              <a:defRPr sz="1200"/>
            </a:pPr>
            <a:r>
              <a:t>D:/pasar_fix/node_modules/.bun/emoji-regex@9.2.2/node_modules/emoji-regex/text.d.ts</a:t>
            </a:r>
          </a:p>
          <a:p>
            <a:pPr>
              <a:defRPr sz="1200"/>
            </a:pPr>
            <a:r>
              <a:t>D:/pasar_fix/node_modules/.bun/emoji-regex@9.2.2/node_modules/emoji-regex/text.js</a:t>
            </a:r>
          </a:p>
          <a:p>
            <a:pPr>
              <a:defRPr sz="1200"/>
            </a:pPr>
            <a:r>
              <a:t>D:/pasar_fix/node_modules/.bun/emoji-regex@9.2.2/node_modules/emoji-regex/es2015/index.d.ts</a:t>
            </a:r>
          </a:p>
          <a:p>
            <a:pPr>
              <a:defRPr sz="1200"/>
            </a:pPr>
            <a:r>
              <a:t>D:/pasar_fix/node_modules/.bun/emoji-regex@9.2.2/node_modules/emoji-regex/es2015/index.js</a:t>
            </a:r>
          </a:p>
          <a:p>
            <a:pPr>
              <a:defRPr sz="1200"/>
            </a:pPr>
            <a:r>
              <a:t>D:/pasar_fix/node_modules/.bun/emoji-regex@9.2.2/node_modules/emoji-regex/es2015/RGI_Emoji.d.ts</a:t>
            </a:r>
          </a:p>
          <a:p>
            <a:pPr>
              <a:defRPr sz="1200"/>
            </a:pPr>
            <a:r>
              <a:t>D:/pasar_fix/node_modules/.bun/emoji-regex@9.2.2/node_modules/emoji-regex/es2015/RGI_Emoji.js</a:t>
            </a:r>
          </a:p>
          <a:p>
            <a:pPr>
              <a:defRPr sz="1200"/>
            </a:pPr>
            <a:r>
              <a:t>D:/pasar_fix/node_modules/.bun/emoji-regex@9.2.2/node_modules/emoji-regex/es2015/text.d.ts</a:t>
            </a:r>
          </a:p>
          <a:p>
            <a:pPr>
              <a:defRPr sz="1200"/>
            </a:pPr>
            <a:r>
              <a:t>D:/pasar_fix/node_modules/.bun/emoji-regex@9.2.2/node_modules/emoji-regex/es2015/text.js</a:t>
            </a:r>
          </a:p>
          <a:p>
            <a:pPr>
              <a:defRPr sz="1200"/>
            </a:pPr>
            <a:r>
              <a:t>D:/pasar_fix/node_modules/.bun/encodeurl@2.0.0/node_modules/encodeurl/index.js</a:t>
            </a:r>
          </a:p>
          <a:p>
            <a:pPr>
              <a:defRPr sz="1200"/>
            </a:pPr>
            <a:r>
              <a:t>D:/pasar_fix/node_modules/.bun/encodeurl@2.0.0/node_modules/encodeurl/LICENSE</a:t>
            </a:r>
          </a:p>
          <a:p>
            <a:pPr>
              <a:defRPr sz="1200"/>
            </a:pPr>
            <a:r>
              <a:t>D:/pasar_fix/node_modules/.bun/encodeurl@2.0.0/node_modules/encodeurl/package.json</a:t>
            </a:r>
          </a:p>
          <a:p>
            <a:pPr>
              <a:defRPr sz="1200"/>
            </a:pPr>
            <a:r>
              <a:t>D:/pasar_fix/node_modules/.bun/encodeurl@2.0.0/node_modules/encodeurl/README.md</a:t>
            </a:r>
          </a:p>
          <a:p>
            <a:pPr>
              <a:defRPr sz="1200"/>
            </a:pPr>
            <a:r>
              <a:t>D:/pasar_fix/node_modules/.bun/encoding-sniffer@0.2.1/node_modules/encoding-sniffer/LICENSE</a:t>
            </a:r>
          </a:p>
          <a:p>
            <a:pPr>
              <a:defRPr sz="1200"/>
            </a:pPr>
            <a:r>
              <a:t>D:/pasar_fix/node_modules/.bun/encoding-sniffer@0.2.1/node_modules/encoding-sniffer/package.json</a:t>
            </a:r>
          </a:p>
          <a:p>
            <a:pPr>
              <a:defRPr sz="1200"/>
            </a:pPr>
            <a:r>
              <a:t>D:/pasar_fix/node_modules/.bun/encoding-sniffer@0.2.1/node_modules/encoding-sniffer/README.md</a:t>
            </a:r>
          </a:p>
          <a:p>
            <a:pPr>
              <a:defRPr sz="1200"/>
            </a:pPr>
            <a:r>
              <a:t>D:/pasar_fix/node_modules/.bun/encoding-sniffer@0.2.1/node_modules/encoding-sniffer/sniffer.d.ts</a:t>
            </a:r>
          </a:p>
          <a:p>
            <a:pPr>
              <a:defRPr sz="1200"/>
            </a:pPr>
            <a:r>
              <a:t>D:/pasar_fix/node_modules/.bun/encoding-sniffer@0.2.1/node_modules/encoding-sniffer/sniffer.js</a:t>
            </a:r>
          </a:p>
          <a:p>
            <a:pPr>
              <a:defRPr sz="1200"/>
            </a:pPr>
            <a:r>
              <a:t>D:/pasar_fix/node_modules/.bun/encoding-sniffer@0.2.1/node_modules/encoding-sniffer/dist/commonjs/index.d.ts</a:t>
            </a:r>
          </a:p>
          <a:p>
            <a:pPr>
              <a:defRPr sz="1200"/>
            </a:pPr>
            <a:r>
              <a:t>D:/pasar_fix/node_modules/.bun/encoding-sniffer@0.2.1/node_modules/encoding-sniffer/dist/commonjs/index.d.ts.map</a:t>
            </a:r>
          </a:p>
          <a:p>
            <a:pPr>
              <a:defRPr sz="1200"/>
            </a:pPr>
            <a:r>
              <a:t>D:/pasar_fix/node_modules/.bun/encoding-sniffer@0.2.1/node_modules/encoding-sniffer/dist/commonjs/index.js</a:t>
            </a:r>
          </a:p>
          <a:p>
            <a:pPr>
              <a:defRPr sz="1200"/>
            </a:pPr>
            <a:r>
              <a:t>D:/pasar_fix/node_modules/.bun/encoding-sniffer@0.2.1/node_modules/encoding-sniffer/dist/commonjs/index.js.map</a:t>
            </a:r>
          </a:p>
          <a:p>
            <a:pPr>
              <a:defRPr sz="1200"/>
            </a:pPr>
            <a:r>
              <a:t>D:/pasar_fix/node_modules/.bun/encoding-sniffer@0.2.1/node_modules/encoding-sniffer/dist/commonjs/package.json</a:t>
            </a:r>
          </a:p>
          <a:p>
            <a:pPr>
              <a:defRPr sz="1200"/>
            </a:pPr>
            <a:r>
              <a:t>D:/pasar_fix/node_modules/.bun/encoding-sniffer@0.2.1/node_modules/encoding-sniffer/dist/commonjs/sniffer.d.ts</a:t>
            </a:r>
          </a:p>
          <a:p>
            <a:pPr>
              <a:defRPr sz="1200"/>
            </a:pPr>
            <a:r>
              <a:t>D:/pasar_fix/node_modules/.bun/encoding-sniffer@0.2.1/node_modules/encoding-sniffer/dist/commonjs/sniffer.d.ts.map</a:t>
            </a:r>
          </a:p>
          <a:p>
            <a:pPr>
              <a:defRPr sz="1200"/>
            </a:pPr>
            <a:r>
              <a:t>D:/pasar_fix/node_modules/.bun/encoding-sniffer@0.2.1/node_modules/encoding-sniffer/dist/commonjs/sniffer.js</a:t>
            </a:r>
          </a:p>
          <a:p>
            <a:pPr>
              <a:defRPr sz="1200"/>
            </a:pPr>
            <a:r>
              <a:t>D:/pasar_fix/node_modules/.bun/encoding-sniffer@0.2.1/node_modules/encoding-sniffer/dist/commonjs/sniffer.js.map</a:t>
            </a:r>
          </a:p>
          <a:p>
            <a:pPr>
              <a:defRPr sz="1200"/>
            </a:pPr>
            <a:r>
              <a:t>D:/pasar_fix/node_modules/.bun/encoding-sniffer@0.2.1/node_modules/encoding-sniffer/dist/esm/index.d.ts</a:t>
            </a:r>
          </a:p>
          <a:p>
            <a:pPr>
              <a:defRPr sz="1200"/>
            </a:pPr>
            <a:r>
              <a:t>D:/pasar_fix/node_modules/.bun/encoding-sniffer@0.2.1/node_modules/encoding-sniffer/dist/esm/index.d.ts.map</a:t>
            </a:r>
          </a:p>
          <a:p>
            <a:pPr>
              <a:defRPr sz="1200"/>
            </a:pPr>
            <a:r>
              <a:t>D:/pasar_fix/node_modules/.bun/encoding-sniffer@0.2.1/node_modules/encoding-sniffer/dist/esm/index.js</a:t>
            </a:r>
          </a:p>
          <a:p>
            <a:pPr>
              <a:defRPr sz="1200"/>
            </a:pPr>
            <a:r>
              <a:t>D:/pasar_fix/node_modules/.bun/encoding-sniffer@0.2.1/node_modules/encoding-sniffer/dist/esm/index.js.map</a:t>
            </a:r>
          </a:p>
          <a:p>
            <a:pPr>
              <a:defRPr sz="1200"/>
            </a:pPr>
            <a:r>
              <a:t>D:/pasar_fix/node_modules/.bun/encoding-sniffer@0.2.1/node_modules/encoding-sniffer/dist/esm/package.json</a:t>
            </a:r>
          </a:p>
          <a:p>
            <a:pPr>
              <a:defRPr sz="1200"/>
            </a:pPr>
            <a:r>
              <a:t>D:/pasar_fix/node_modules/.bun/encoding-sniffer@0.2.1/node_modules/encoding-sniffer/dist/esm/sniffer.d.ts</a:t>
            </a:r>
          </a:p>
          <a:p>
            <a:pPr>
              <a:defRPr sz="1200"/>
            </a:pPr>
            <a:r>
              <a:t>D:/pasar_fix/node_modules/.bun/encoding-sniffer@0.2.1/node_modules/encoding-sniffer/dist/esm/sniffer.d.ts.map</a:t>
            </a:r>
          </a:p>
          <a:p>
            <a:pPr>
              <a:defRPr sz="1200"/>
            </a:pPr>
            <a:r>
              <a:t>D:/pasar_fix/node_modules/.bun/encoding-sniffer@0.2.1/node_modules/encoding-sniffer/dist/esm/sniffer.js</a:t>
            </a:r>
          </a:p>
          <a:p>
            <a:pPr>
              <a:defRPr sz="1200"/>
            </a:pPr>
            <a:r>
              <a:t>D:/pasar_fix/node_modules/.bun/encoding-sniffer@0.2.1/node_modules/encoding-sniffer/dist/esm/sniffer.js.map</a:t>
            </a:r>
          </a:p>
          <a:p>
            <a:pPr>
              <a:defRPr sz="1200"/>
            </a:pPr>
            <a:r>
              <a:t>D:/pasar_fix/node_modules/.bun/end-of-stream@1.4.5/node_modules/end-of-stream/index.js</a:t>
            </a:r>
          </a:p>
          <a:p>
            <a:pPr>
              <a:defRPr sz="1200"/>
            </a:pPr>
            <a:r>
              <a:t>D:/pasar_fix/node_modules/.bun/end-of-stream@1.4.5/node_modules/end-of-stream/LICENSE</a:t>
            </a:r>
          </a:p>
          <a:p>
            <a:pPr>
              <a:defRPr sz="1200"/>
            </a:pPr>
            <a:r>
              <a:t>D:/pasar_fix/node_modules/.bun/end-of-stream@1.4.5/node_modules/end-of-stream/package.json</a:t>
            </a:r>
          </a:p>
          <a:p>
            <a:pPr>
              <a:defRPr sz="1200"/>
            </a:pPr>
            <a:r>
              <a:t>D:/pasar_fix/node_modules/.bun/end-of-stream@1.4.5/node_modules/end-of-stream/README.md</a:t>
            </a:r>
          </a:p>
          <a:p>
            <a:pPr>
              <a:defRPr sz="1200"/>
            </a:pPr>
            <a:r>
              <a:t>D:/pasar_fix/node_modules/.bun/enhanced-resolve@5.21.3/node_modules/enhanced-resolve/LICENSE</a:t>
            </a:r>
          </a:p>
          <a:p>
            <a:pPr>
              <a:defRPr sz="1200"/>
            </a:pPr>
            <a:r>
              <a:t>D:/pasar_fix/node_modules/.bun/enhanced-resolve@5.21.3/node_modules/enhanced-resolve/package.json</a:t>
            </a:r>
          </a:p>
          <a:p>
            <a:pPr>
              <a:defRPr sz="1200"/>
            </a:pPr>
            <a:r>
              <a:t>D:/pasar_fix/node_modules/.bun/enhanced-resolve@5.21.3/node_modules/enhanced-resolve/README.md</a:t>
            </a:r>
          </a:p>
          <a:p>
            <a:pPr>
              <a:defRPr sz="1200"/>
            </a:pPr>
            <a:r>
              <a:t>D:/pasar_fix/node_modules/.bun/enhanced-resolve@5.21.3/node_modules/enhanced-resolve/types.d.ts</a:t>
            </a:r>
          </a:p>
          <a:p>
            <a:pPr>
              <a:defRPr sz="1200"/>
            </a:pPr>
            <a:r>
              <a:t>D:/pasar_fix/node_modules/.bun/enhanced-resolve@5.21.3/node_modules/enhanced-resolve/lib/AliasFieldPlugin.js</a:t>
            </a:r>
          </a:p>
          <a:p>
            <a:pPr>
              <a:defRPr sz="1200"/>
            </a:pPr>
            <a:r>
              <a:t>D:/pasar_fix/node_modules/.bun/enhanced-resolve@5.21.3/node_modules/enhanced-resolve/lib/AliasPlugin.js</a:t>
            </a:r>
          </a:p>
          <a:p>
            <a:pPr>
              <a:defRPr sz="1200"/>
            </a:pPr>
            <a:r>
              <a:t>D:/pasar_fix/node_modules/.bun/enhanced-resolve@5.21.3/node_modules/enhanced-resolve/lib/AliasUtils.js</a:t>
            </a:r>
          </a:p>
          <a:p>
            <a:pPr>
              <a:defRPr sz="1200"/>
            </a:pPr>
            <a:r>
              <a:t>D:/pasar_fix/node_modules/.bun/enhanced-resolve@5.21.3/node_modules/enhanced-resolve/lib/AppendPlugin.js</a:t>
            </a:r>
          </a:p>
          <a:p>
            <a:pPr>
              <a:defRPr sz="1200"/>
            </a:pPr>
            <a:r>
              <a:t>D:/pasar_fix/node_modules/.bun/enhanced-resolve@5.21.3/node_modules/enhanced-resolve/lib/CachedInputFileSystem.js</a:t>
            </a:r>
          </a:p>
          <a:p>
            <a:pPr>
              <a:defRPr sz="1200"/>
            </a:pPr>
            <a:r>
              <a:t>D:/pasar_fix/node_modules/.bun/enhanced-resolve@5.21.3/node_modules/enhanced-resolve/lib/CloneBasenamePlugin.js</a:t>
            </a:r>
          </a:p>
          <a:p>
            <a:pPr>
              <a:defRPr sz="1200"/>
            </a:pPr>
            <a:r>
              <a:t>D:/pasar_fix/node_modules/.bun/enhanced-resolve@5.21.3/node_modules/enhanced-resolve/lib/ConditionalPlugin.js</a:t>
            </a:r>
          </a:p>
          <a:p>
            <a:pPr>
              <a:defRPr sz="1200"/>
            </a:pPr>
            <a:r>
              <a:t>D:/pasar_fix/node_modules/.bun/enhanced-resolve@5.21.3/node_modules/enhanced-resolve/lib/createInnerContext.js</a:t>
            </a:r>
          </a:p>
          <a:p>
            <a:pPr>
              <a:defRPr sz="1200"/>
            </a:pPr>
            <a:r>
              <a:t>D:/pasar_fix/node_modules/.bun/enhanced-resolve@5.21.3/node_modules/enhanced-resolve/lib/DescriptionFilePlugin.js</a:t>
            </a:r>
          </a:p>
          <a:p>
            <a:pPr>
              <a:defRPr sz="1200"/>
            </a:pPr>
            <a:r>
              <a:t>D:/pasar_fix/node_modules/.bun/enhanced-resolve@5.21.3/node_modules/enhanced-resolve/lib/DescriptionFileUtils.js</a:t>
            </a:r>
          </a:p>
          <a:p>
            <a:pPr>
              <a:defRPr sz="1200"/>
            </a:pPr>
            <a:r>
              <a:t>D:/pasar_fix/node_modules/.bun/enhanced-resolve@5.21.3/node_modules/enhanced-resolve/lib/DirectoryExistsPlugin.js</a:t>
            </a:r>
          </a:p>
          <a:p>
            <a:pPr>
              <a:defRPr sz="1200"/>
            </a:pPr>
            <a:r>
              <a:t>D:/pasar_fix/node_modules/.bun/enhanced-resolve@5.21.3/node_modules/enhanced-resolve/lib/ExportsFieldPlugin.js</a:t>
            </a:r>
          </a:p>
          <a:p>
            <a:pPr>
              <a:defRPr sz="1200"/>
            </a:pPr>
            <a:r>
              <a:t>D:/pasar_fix/node_modules/.bun/enhanced-resolve@5.21.3/node_modules/enhanced-resolve/lib/ExtensionAliasPlugin.js</a:t>
            </a:r>
          </a:p>
          <a:p>
            <a:pPr>
              <a:defRPr sz="1200"/>
            </a:pPr>
            <a:r>
              <a:t>D:/pasar_fix/node_modules/.bun/enhanced-resolve@5.21.3/node_modules/enhanced-resolve/lib/FileExistsPlugin.js</a:t>
            </a:r>
          </a:p>
          <a:p>
            <a:pPr>
              <a:defRPr sz="1200"/>
            </a:pPr>
            <a:r>
              <a:t>D:/pasar_fix/node_modules/.bun/enhanced-resolve@5.21.3/node_modules/enhanced-resolve/lib/forEachBail.js</a:t>
            </a:r>
          </a:p>
          <a:p>
            <a:pPr>
              <a:defRPr sz="1200"/>
            </a:pPr>
            <a:r>
              <a:t>D:/pasar_fix/node_modules/.bun/enhanced-resolve@5.21.3/node_modules/enhanced-resolve/lib/getInnerRequest.js</a:t>
            </a:r>
          </a:p>
          <a:p>
            <a:pPr>
              <a:defRPr sz="1200"/>
            </a:pPr>
            <a:r>
              <a:t>D:/pasar_fix/node_modules/.bun/enhanced-resolve@5.21.3/node_modules/enhanced-resolve/lib/getPaths.js</a:t>
            </a:r>
          </a:p>
          <a:p>
            <a:pPr>
              <a:defRPr sz="1200"/>
            </a:pPr>
            <a:r>
              <a:t>D:/pasar_fix/node_modules/.bun/enhanced-resolve@5.21.3/node_modules/enhanced-resolve/lib/ImportsFieldPlugin.js</a:t>
            </a:r>
          </a:p>
          <a:p>
            <a:pPr>
              <a:defRPr sz="1200"/>
            </a:pPr>
            <a:r>
              <a:t>D:/pasar_fix/node_modules/.bun/enhanced-resolve@5.21.3/node_modules/enhanced-resolve/lib/index.js</a:t>
            </a:r>
          </a:p>
          <a:p>
            <a:pPr>
              <a:defRPr sz="1200"/>
            </a:pPr>
            <a:r>
              <a:t>D:/pasar_fix/node_modules/.bun/enhanced-resolve@5.21.3/node_modules/enhanced-resolve/lib/JoinRequestPartPlugin.js</a:t>
            </a:r>
          </a:p>
          <a:p>
            <a:pPr>
              <a:defRPr sz="1200"/>
            </a:pPr>
            <a:r>
              <a:t>D:/pasar_fix/node_modules/.bun/enhanced-resolve@5.21.3/node_modules/enhanced-resolve/lib/JoinRequestPlugin.js</a:t>
            </a:r>
          </a:p>
          <a:p>
            <a:pPr>
              <a:defRPr sz="1200"/>
            </a:pPr>
            <a:r>
              <a:t>D:/pasar_fix/node_modules/.bun/enhanced-resolve@5.21.3/node_modules/enhanced-resolve/lib/LogInfoPlugin.js</a:t>
            </a:r>
          </a:p>
          <a:p>
            <a:pPr>
              <a:defRPr sz="1200"/>
            </a:pPr>
            <a:r>
              <a:t>D:/pasar_fix/node_modules/.bun/enhanced-resolve@5.21.3/node_modules/enhanced-resolve/lib/MainFieldPlugin.js</a:t>
            </a:r>
          </a:p>
          <a:p>
            <a:pPr>
              <a:defRPr sz="1200"/>
            </a:pPr>
            <a:r>
              <a:t>D:/pasar_fix/node_modules/.bun/enhanced-resolve@5.21.3/node_modules/enhanced-resolve/lib/ModulesInHierachicDirectoriesPlugin.js</a:t>
            </a:r>
          </a:p>
          <a:p>
            <a:pPr>
              <a:defRPr sz="1200"/>
            </a:pPr>
            <a:r>
              <a:t>D:/pasar_fix/node_modules/.bun/enhanced-resolve@5.21.3/node_modules/enhanced-resolve/lib/ModulesInHierarchicalDirectoriesPlugin.js</a:t>
            </a:r>
          </a:p>
          <a:p>
            <a:pPr>
              <a:defRPr sz="1200"/>
            </a:pPr>
            <a:r>
              <a:t>D:/pasar_fix/node_modules/.bun/enhanced-resolve@5.21.3/node_modules/enhanced-resolve/lib/ModulesInRootPlugin.js</a:t>
            </a:r>
          </a:p>
          <a:p>
            <a:pPr>
              <a:defRPr sz="1200"/>
            </a:pPr>
            <a:r>
              <a:t>D:/pasar_fix/node_modules/.bun/enhanced-resolve@5.21.3/node_modules/enhanced-resolve/lib/ModulesUtils.js</a:t>
            </a:r>
          </a:p>
          <a:p>
            <a:pPr>
              <a:defRPr sz="1200"/>
            </a:pPr>
            <a:r>
              <a:t>D:/pasar_fix/node_modules/.bun/enhanced-resolve@5.21.3/node_modules/enhanced-resolve/lib/NextPlugin.js</a:t>
            </a:r>
          </a:p>
          <a:p>
            <a:pPr>
              <a:defRPr sz="1200"/>
            </a:pPr>
            <a:r>
              <a:t>D:/pasar_fix/node_modules/.bun/enhanced-resolve@5.21.3/node_modules/enhanced-resolve/lib/ParsePlugin.js</a:t>
            </a:r>
          </a:p>
          <a:p>
            <a:pPr>
              <a:defRPr sz="1200"/>
            </a:pPr>
            <a:r>
              <a:t>D:/pasar_fix/node_modules/.bun/enhanced-resolve@5.21.3/node_modules/enhanced-resolve/lib/PnpPlugin.js</a:t>
            </a:r>
          </a:p>
          <a:p>
            <a:pPr>
              <a:defRPr sz="1200"/>
            </a:pPr>
            <a:r>
              <a:t>D:/pasar_fix/node_modules/.bun/enhanced-resolve@5.21.3/node_modules/enhanced-resolve/lib/Resolver.js</a:t>
            </a:r>
          </a:p>
          <a:p>
            <a:pPr>
              <a:defRPr sz="1200"/>
            </a:pPr>
            <a:r>
              <a:t>D:/pasar_fix/node_modules/.bun/enhanced-resolve@5.21.3/node_modules/enhanced-resolve/lib/ResolverFactory.js</a:t>
            </a:r>
          </a:p>
          <a:p>
            <a:pPr>
              <a:defRPr sz="1200"/>
            </a:pPr>
            <a:r>
              <a:t>D:/pasar_fix/node_modules/.bun/enhanced-resolve@5.21.3/node_modules/enhanced-resolve/lib/RestrictionsPlugin.js</a:t>
            </a:r>
          </a:p>
          <a:p>
            <a:pPr>
              <a:defRPr sz="1200"/>
            </a:pPr>
            <a:r>
              <a:t>D:/pasar_fix/node_modules/.bun/enhanced-resolve@5.21.3/node_modules/enhanced-resolve/lib/ResultPlugin.js</a:t>
            </a:r>
          </a:p>
          <a:p>
            <a:pPr>
              <a:defRPr sz="1200"/>
            </a:pPr>
            <a:r>
              <a:t>D:/pasar_fix/node_modules/.bun/enhanced-resolve@5.21.3/node_modules/enhanced-resolve/lib/RootsPlugin.js</a:t>
            </a:r>
          </a:p>
          <a:p>
            <a:pPr>
              <a:defRPr sz="1200"/>
            </a:pPr>
            <a:r>
              <a:t>D:/pasar_fix/node_modules/.bun/enhanced-resolve@5.21.3/node_modules/enhanced-resolve/lib/SelfReferencePlugin.js</a:t>
            </a:r>
          </a:p>
          <a:p>
            <a:pPr>
              <a:defRPr sz="1200"/>
            </a:pPr>
            <a:r>
              <a:t>D:/pasar_fix/node_modules/.bun/enhanced-resolve@5.21.3/node_modules/enhanced-resolve/lib/SymlinkPlugin.js</a:t>
            </a:r>
          </a:p>
          <a:p>
            <a:pPr>
              <a:defRPr sz="1200"/>
            </a:pPr>
            <a:r>
              <a:t>D:/pasar_fix/node_modules/.bun/enhanced-resolve@5.21.3/node_modules/enhanced-resolve/lib/SyncAsyncFileSystemDecorator.js</a:t>
            </a:r>
          </a:p>
          <a:p>
            <a:pPr>
              <a:defRPr sz="1200"/>
            </a:pPr>
            <a:r>
              <a:t>D:/pasar_fix/node_modules/.bun/enhanced-resolve@5.21.3/node_modules/enhanced-resolve/lib/TryNextPlugin.js</a:t>
            </a:r>
          </a:p>
          <a:p>
            <a:pPr>
              <a:defRPr sz="1200"/>
            </a:pPr>
            <a:r>
              <a:t>D:/pasar_fix/node_modules/.bun/enhanced-resolve@5.21.3/node_modules/enhanced-resolve/lib/TsconfigPathsPlugin.js</a:t>
            </a:r>
          </a:p>
          <a:p>
            <a:pPr>
              <a:defRPr sz="1200"/>
            </a:pPr>
            <a:r>
              <a:t>D:/pasar_fix/node_modules/.bun/enhanced-resolve@5.21.3/node_modules/enhanced-resolve/lib/UnsafeCachePlugin.js</a:t>
            </a:r>
          </a:p>
          <a:p>
            <a:pPr>
              <a:defRPr sz="1200"/>
            </a:pPr>
            <a:r>
              <a:t>D:/pasar_fix/node_modules/.bun/enhanced-resolve@5.21.3/node_modules/enhanced-resolve/lib/UseFilePlugin.js</a:t>
            </a:r>
          </a:p>
          <a:p>
            <a:pPr>
              <a:defRPr sz="1200"/>
            </a:pPr>
            <a:r>
              <a:t>D:/pasar_fix/node_modules/.bun/enhanced-resolve@5.21.3/node_modules/enhanced-resolve/lib/util/entrypoints.js</a:t>
            </a:r>
          </a:p>
          <a:p>
            <a:pPr>
              <a:defRPr sz="1200"/>
            </a:pPr>
            <a:r>
              <a:t>D:/pasar_fix/node_modules/.bun/enhanced-resolve@5.21.3/node_modules/enhanced-resolve/lib/util/fs.js</a:t>
            </a:r>
          </a:p>
          <a:p>
            <a:pPr>
              <a:defRPr sz="1200"/>
            </a:pPr>
            <a:r>
              <a:t>D:/pasar_fix/node_modules/.bun/enhanced-resolve@5.21.3/node_modules/enhanced-resolve/lib/util/identifier.js</a:t>
            </a:r>
          </a:p>
          <a:p>
            <a:pPr>
              <a:defRPr sz="1200"/>
            </a:pPr>
            <a:r>
              <a:t>D:/pasar_fix/node_modules/.bun/enhanced-resolve@5.21.3/node_modules/enhanced-resolve/lib/util/memoize.js</a:t>
            </a:r>
          </a:p>
          <a:p>
            <a:pPr>
              <a:defRPr sz="1200"/>
            </a:pPr>
            <a:r>
              <a:t>D:/pasar_fix/node_modules/.bun/enhanced-resolve@5.21.3/node_modules/enhanced-resolve/lib/util/module-browser.js</a:t>
            </a:r>
          </a:p>
          <a:p>
            <a:pPr>
              <a:defRPr sz="1200"/>
            </a:pPr>
            <a:r>
              <a:t>D:/pasar_fix/node_modules/.bun/enhanced-resolve@5.21.3/node_modules/enhanced-resolve/lib/util/path.js</a:t>
            </a:r>
          </a:p>
          <a:p>
            <a:pPr>
              <a:defRPr sz="1200"/>
            </a:pPr>
            <a:r>
              <a:t>D:/pasar_fix/node_modules/.bun/enhanced-resolve@5.21.3/node_modules/enhanced-resolve/lib/util/process-browser.js</a:t>
            </a:r>
          </a:p>
          <a:p>
            <a:pPr>
              <a:defRPr sz="1200"/>
            </a:pPr>
            <a:r>
              <a:t>D:/pasar_fix/node_modules/.bun/enhanced-resolve@5.21.3/node_modules/enhanced-resolve/lib/util/strip-json-comments.js</a:t>
            </a:r>
          </a:p>
          <a:p>
            <a:pPr>
              <a:defRPr sz="1200"/>
            </a:pPr>
            <a:r>
              <a:t>D:/pasar_fix/node_modules/.bun/entities@4.5.0/node_modules/entities/LICENSE</a:t>
            </a:r>
          </a:p>
          <a:p>
            <a:pPr>
              <a:defRPr sz="1200"/>
            </a:pPr>
            <a:r>
              <a:t>D:/pasar_fix/node_modules/.bun/entities@4.5.0/node_modules/entities/package.json</a:t>
            </a:r>
          </a:p>
          <a:p>
            <a:pPr>
              <a:defRPr sz="1200"/>
            </a:pPr>
            <a:r>
              <a:t>D:/pasar_fix/node_modules/.bun/entities@4.5.0/node_modules/entities/readme.md</a:t>
            </a:r>
          </a:p>
          <a:p>
            <a:pPr>
              <a:defRPr sz="1200"/>
            </a:pPr>
            <a:r>
              <a:t>D:/pasar_fix/node_modules/.bun/entities@4.5.0/node_modules/entities/lib/decode.d.ts</a:t>
            </a:r>
          </a:p>
          <a:p>
            <a:pPr>
              <a:defRPr sz="1200"/>
            </a:pPr>
            <a:r>
              <a:t>D:/pasar_fix/node_modules/.bun/entities@4.5.0/node_modules/entities/lib/decode.d.ts.map</a:t>
            </a:r>
          </a:p>
          <a:p>
            <a:pPr>
              <a:defRPr sz="1200"/>
            </a:pPr>
            <a:r>
              <a:t>D:/pasar_fix/node_modules/.bun/entities@4.5.0/node_modules/entities/lib/decode.js</a:t>
            </a:r>
          </a:p>
          <a:p>
            <a:pPr>
              <a:defRPr sz="1200"/>
            </a:pPr>
            <a:r>
              <a:t>D:/pasar_fix/node_modules/.bun/entities@4.5.0/node_modules/entities/lib/decode.js.map</a:t>
            </a:r>
          </a:p>
          <a:p>
            <a:pPr>
              <a:defRPr sz="1200"/>
            </a:pPr>
            <a:r>
              <a:t>D:/pasar_fix/node_modules/.bun/entities@4.5.0/node_modules/entities/lib/decode_codepoint.d.ts</a:t>
            </a:r>
          </a:p>
          <a:p>
            <a:pPr>
              <a:defRPr sz="1200"/>
            </a:pPr>
            <a:r>
              <a:t>D:/pasar_fix/node_modules/.bun/entities@4.5.0/node_modules/entities/lib/decode_codepoint.d.ts.map</a:t>
            </a:r>
          </a:p>
          <a:p>
            <a:pPr>
              <a:defRPr sz="1200"/>
            </a:pPr>
            <a:r>
              <a:t>D:/pasar_fix/node_modules/.bun/entities@4.5.0/node_modules/entities/lib/decode_codepoint.js</a:t>
            </a:r>
          </a:p>
          <a:p>
            <a:pPr>
              <a:defRPr sz="1200"/>
            </a:pPr>
            <a:r>
              <a:t>D:/pasar_fix/node_modules/.bun/entities@4.5.0/node_modules/entities/lib/decode_codepoint.js.map</a:t>
            </a:r>
          </a:p>
          <a:p>
            <a:pPr>
              <a:defRPr sz="1200"/>
            </a:pPr>
            <a:r>
              <a:t>D:/pasar_fix/node_modules/.bun/entities@4.5.0/node_modules/entities/lib/encode.d.ts</a:t>
            </a:r>
          </a:p>
          <a:p>
            <a:pPr>
              <a:defRPr sz="1200"/>
            </a:pPr>
            <a:r>
              <a:t>D:/pasar_fix/node_modules/.bun/entities@4.5.0/node_modules/entities/lib/encode.d.ts.map</a:t>
            </a:r>
          </a:p>
          <a:p>
            <a:pPr>
              <a:defRPr sz="1200"/>
            </a:pPr>
            <a:r>
              <a:t>D:/pasar_fix/node_modules/.bun/entities@4.5.0/node_modules/entities/lib/encode.js</a:t>
            </a:r>
          </a:p>
          <a:p>
            <a:pPr>
              <a:defRPr sz="1200"/>
            </a:pPr>
            <a:r>
              <a:t>D:/pasar_fix/node_modules/.bun/entities@4.5.0/node_modules/entities/lib/encode.js.map</a:t>
            </a:r>
          </a:p>
          <a:p>
            <a:pPr>
              <a:defRPr sz="1200"/>
            </a:pPr>
            <a:r>
              <a:t>D:/pasar_fix/node_modules/.bun/entities@4.5.0/node_modules/entities/lib/escape.d.ts</a:t>
            </a:r>
          </a:p>
          <a:p>
            <a:pPr>
              <a:defRPr sz="1200"/>
            </a:pPr>
            <a:r>
              <a:t>D:/pasar_fix/node_modules/.bun/entities@4.5.0/node_modules/entities/lib/escape.d.ts.map</a:t>
            </a:r>
          </a:p>
          <a:p>
            <a:pPr>
              <a:defRPr sz="1200"/>
            </a:pPr>
            <a:r>
              <a:t>D:/pasar_fix/node_modules/.bun/entities@4.5.0/node_modules/entities/lib/escape.js</a:t>
            </a:r>
          </a:p>
          <a:p>
            <a:pPr>
              <a:defRPr sz="1200"/>
            </a:pPr>
            <a:r>
              <a:t>D:/pasar_fix/node_modules/.bun/entities@4.5.0/node_modules/entities/lib/escape.js.map</a:t>
            </a:r>
          </a:p>
          <a:p>
            <a:pPr>
              <a:defRPr sz="1200"/>
            </a:pPr>
            <a:r>
              <a:t>D:/pasar_fix/node_modules/.bun/entities@4.5.0/node_modules/entities/lib/index.d.ts</a:t>
            </a:r>
          </a:p>
          <a:p>
            <a:pPr>
              <a:defRPr sz="1200"/>
            </a:pPr>
            <a:r>
              <a:t>D:/pasar_fix/node_modules/.bun/entities@4.5.0/node_modules/entities/lib/index.d.ts.map</a:t>
            </a:r>
          </a:p>
          <a:p>
            <a:pPr>
              <a:defRPr sz="1200"/>
            </a:pPr>
            <a:r>
              <a:t>D:/pasar_fix/node_modules/.bun/entities@4.5.0/node_modules/entities/lib/index.js</a:t>
            </a:r>
          </a:p>
          <a:p>
            <a:pPr>
              <a:defRPr sz="1200"/>
            </a:pPr>
            <a:r>
              <a:t>D:/pasar_fix/node_modules/.bun/entities@4.5.0/node_modules/entities/lib/index.js.map</a:t>
            </a:r>
          </a:p>
          <a:p>
            <a:pPr>
              <a:defRPr sz="1200"/>
            </a:pPr>
            <a:r>
              <a:t>D:/pasar_fix/node_modules/.bun/entities@4.5.0/node_modules/entities/lib/esm/decode.d.ts</a:t>
            </a:r>
          </a:p>
          <a:p>
            <a:pPr>
              <a:defRPr sz="1200"/>
            </a:pPr>
            <a:r>
              <a:t>D:/pasar_fix/node_modules/.bun/entities@4.5.0/node_modules/entities/lib/esm/decode.d.ts.map</a:t>
            </a:r>
          </a:p>
          <a:p>
            <a:pPr>
              <a:defRPr sz="1200"/>
            </a:pPr>
            <a:r>
              <a:t>D:/pasar_fix/node_modules/.bun/entities@4.5.0/node_modules/entities/lib/esm/decode.js</a:t>
            </a:r>
          </a:p>
          <a:p>
            <a:pPr>
              <a:defRPr sz="1200"/>
            </a:pPr>
            <a:r>
              <a:t>D:/pasar_fix/node_modules/.bun/entities@4.5.0/node_modules/entities/lib/esm/decode.js.map</a:t>
            </a:r>
          </a:p>
          <a:p>
            <a:pPr>
              <a:defRPr sz="1200"/>
            </a:pPr>
            <a:r>
              <a:t>D:/pasar_fix/node_modules/.bun/entities@4.5.0/node_modules/entities/lib/esm/decode_codepoint.d.ts</a:t>
            </a:r>
          </a:p>
          <a:p>
            <a:pPr>
              <a:defRPr sz="1200"/>
            </a:pPr>
            <a:r>
              <a:t>D:/pasar_fix/node_modules/.bun/entities@4.5.0/node_modules/entities/lib/esm/decode_codepoint.d.ts.map</a:t>
            </a:r>
          </a:p>
          <a:p>
            <a:pPr>
              <a:defRPr sz="1200"/>
            </a:pPr>
            <a:r>
              <a:t>D:/pasar_fix/node_modules/.bun/entities@4.5.0/node_modules/entities/lib/esm/decode_codepoint.js</a:t>
            </a:r>
          </a:p>
          <a:p>
            <a:pPr>
              <a:defRPr sz="1200"/>
            </a:pPr>
            <a:r>
              <a:t>D:/pasar_fix/node_modules/.bun/entities@4.5.0/node_modules/entities/lib/esm/decode_codepoint.js.map</a:t>
            </a:r>
          </a:p>
          <a:p>
            <a:pPr>
              <a:defRPr sz="1200"/>
            </a:pPr>
            <a:r>
              <a:t>D:/pasar_fix/node_modules/.bun/entities@4.5.0/node_modules/entities/lib/esm/encode.d.ts</a:t>
            </a:r>
          </a:p>
          <a:p>
            <a:pPr>
              <a:defRPr sz="1200"/>
            </a:pPr>
            <a:r>
              <a:t>D:/pasar_fix/node_modules/.bun/entities@4.5.0/node_modules/entities/lib/esm/encode.d.ts.map</a:t>
            </a:r>
          </a:p>
          <a:p>
            <a:pPr>
              <a:defRPr sz="1200"/>
            </a:pPr>
            <a:r>
              <a:t>D:/pasar_fix/node_modules/.bun/entities@4.5.0/node_modules/entities/lib/esm/encode.js</a:t>
            </a:r>
          </a:p>
          <a:p>
            <a:pPr>
              <a:defRPr sz="1200"/>
            </a:pPr>
            <a:r>
              <a:t>D:/pasar_fix/node_modules/.bun/entities@4.5.0/node_modules/entities/lib/esm/encode.js.map</a:t>
            </a:r>
          </a:p>
          <a:p>
            <a:pPr>
              <a:defRPr sz="1200"/>
            </a:pPr>
            <a:r>
              <a:t>D:/pasar_fix/node_modules/.bun/entities@4.5.0/node_modules/entities/lib/esm/escape.d.ts</a:t>
            </a:r>
          </a:p>
          <a:p>
            <a:pPr>
              <a:defRPr sz="1200"/>
            </a:pPr>
            <a:r>
              <a:t>D:/pasar_fix/node_modules/.bun/entities@4.5.0/node_modules/entities/lib/esm/escape.d.ts.map</a:t>
            </a:r>
          </a:p>
          <a:p>
            <a:pPr>
              <a:defRPr sz="1200"/>
            </a:pPr>
            <a:r>
              <a:t>D:/pasar_fix/node_modules/.bun/entities@4.5.0/node_modules/entities/lib/esm/escape.js</a:t>
            </a:r>
          </a:p>
          <a:p>
            <a:pPr>
              <a:defRPr sz="1200"/>
            </a:pPr>
            <a:r>
              <a:t>D:/pasar_fix/node_modules/.bun/entities@4.5.0/node_modules/entities/lib/esm/escape.js.map</a:t>
            </a:r>
          </a:p>
          <a:p>
            <a:pPr>
              <a:defRPr sz="1200"/>
            </a:pPr>
            <a:r>
              <a:t>D:/pasar_fix/node_modules/.bun/entities@4.5.0/node_modules/entities/lib/esm/index.d.ts</a:t>
            </a:r>
          </a:p>
          <a:p>
            <a:pPr>
              <a:defRPr sz="1200"/>
            </a:pPr>
            <a:r>
              <a:t>D:/pasar_fix/node_modules/.bun/entities@4.5.0/node_modules/entities/lib/esm/index.d.ts.map</a:t>
            </a:r>
          </a:p>
          <a:p>
            <a:pPr>
              <a:defRPr sz="1200"/>
            </a:pPr>
            <a:r>
              <a:t>D:/pasar_fix/node_modules/.bun/entities@4.5.0/node_modules/entities/lib/esm/index.js</a:t>
            </a:r>
          </a:p>
          <a:p>
            <a:pPr>
              <a:defRPr sz="1200"/>
            </a:pPr>
            <a:r>
              <a:t>D:/pasar_fix/node_modules/.bun/entities@4.5.0/node_modules/entities/lib/esm/index.js.map</a:t>
            </a:r>
          </a:p>
          <a:p>
            <a:pPr>
              <a:defRPr sz="1200"/>
            </a:pPr>
            <a:r>
              <a:t>D:/pasar_fix/node_modules/.bun/entities@4.5.0/node_modules/entities/lib/esm/package.json</a:t>
            </a:r>
          </a:p>
          <a:p>
            <a:pPr>
              <a:defRPr sz="1200"/>
            </a:pPr>
            <a:r>
              <a:t>D:/pasar_fix/node_modules/.bun/entities@4.5.0/node_modules/entities/lib/esm/generated/decode-data-html.d.ts</a:t>
            </a:r>
          </a:p>
          <a:p>
            <a:pPr>
              <a:defRPr sz="1200"/>
            </a:pPr>
            <a:r>
              <a:t>D:/pasar_fix/node_modules/.bun/entities@4.5.0/node_modules/entities/lib/esm/generated/decode-data-html.d.ts.map</a:t>
            </a:r>
          </a:p>
          <a:p>
            <a:pPr>
              <a:defRPr sz="1200"/>
            </a:pPr>
            <a:r>
              <a:t>D:/pasar_fix/node_modules/.bun/entities@4.5.0/node_modules/entities/lib/esm/generated/decode-data-html.js</a:t>
            </a:r>
          </a:p>
          <a:p>
            <a:pPr>
              <a:defRPr sz="1200"/>
            </a:pPr>
            <a:r>
              <a:t>D:/pasar_fix/node_modules/.bun/entities@4.5.0/node_modules/entities/lib/esm/generated/decode-data-html.js.map</a:t>
            </a:r>
          </a:p>
          <a:p>
            <a:pPr>
              <a:defRPr sz="1200"/>
            </a:pPr>
            <a:r>
              <a:t>D:/pasar_fix/node_modules/.bun/entities@4.5.0/node_modules/entities/lib/esm/generated/decode-data-xml.d.ts</a:t>
            </a:r>
          </a:p>
          <a:p>
            <a:pPr>
              <a:defRPr sz="1200"/>
            </a:pPr>
            <a:r>
              <a:t>D:/pasar_fix/node_modules/.bun/entities@4.5.0/node_modules/entities/lib/esm/generated/decode-data-xml.d.ts.map</a:t>
            </a:r>
          </a:p>
          <a:p>
            <a:pPr>
              <a:defRPr sz="1200"/>
            </a:pPr>
            <a:r>
              <a:t>D:/pasar_fix/node_modules/.bun/entities@4.5.0/node_modules/entities/lib/esm/generated/decode-data-xml.js</a:t>
            </a:r>
          </a:p>
          <a:p>
            <a:pPr>
              <a:defRPr sz="1200"/>
            </a:pPr>
            <a:r>
              <a:t>D:/pasar_fix/node_modules/.bun/entities@4.5.0/node_modules/entities/lib/esm/generated/decode-data-xml.js.map</a:t>
            </a:r>
          </a:p>
          <a:p>
            <a:pPr>
              <a:defRPr sz="1200"/>
            </a:pPr>
            <a:r>
              <a:t>D:/pasar_fix/node_modules/.bun/entities@4.5.0/node_modules/entities/lib/esm/generated/encode-html.d.ts</a:t>
            </a:r>
          </a:p>
          <a:p>
            <a:pPr>
              <a:defRPr sz="1200"/>
            </a:pPr>
            <a:r>
              <a:t>D:/pasar_fix/node_modules/.bun/entities@4.5.0/node_modules/entities/lib/esm/generated/encode-html.d.ts.map</a:t>
            </a:r>
          </a:p>
          <a:p>
            <a:pPr>
              <a:defRPr sz="1200"/>
            </a:pPr>
            <a:r>
              <a:t>D:/pasar_fix/node_modules/.bun/entities@4.5.0/node_modules/entities/lib/esm/generated/encode-html.js</a:t>
            </a:r>
          </a:p>
          <a:p>
            <a:pPr>
              <a:defRPr sz="1200"/>
            </a:pPr>
            <a:r>
              <a:t>D:/pasar_fix/node_modules/.bun/entities@4.5.0/node_modules/entities/lib/esm/generated/encode-html.js.map</a:t>
            </a:r>
          </a:p>
          <a:p>
            <a:pPr>
              <a:defRPr sz="1200"/>
            </a:pPr>
            <a:r>
              <a:t>D:/pasar_fix/node_modules/.bun/entities@4.5.0/node_modules/entities/lib/generated/decode-data-html.d.ts</a:t>
            </a:r>
          </a:p>
          <a:p>
            <a:pPr>
              <a:defRPr sz="1200"/>
            </a:pPr>
            <a:r>
              <a:t>D:/pasar_fix/node_modules/.bun/entities@4.5.0/node_modules/entities/lib/generated/decode-data-html.d.ts.map</a:t>
            </a:r>
          </a:p>
          <a:p>
            <a:pPr>
              <a:defRPr sz="1200"/>
            </a:pPr>
            <a:r>
              <a:t>D:/pasar_fix/node_modules/.bun/entities@4.5.0/node_modules/entities/lib/generated/decode-data-html.js</a:t>
            </a:r>
          </a:p>
          <a:p>
            <a:pPr>
              <a:defRPr sz="1200"/>
            </a:pPr>
            <a:r>
              <a:t>D:/pasar_fix/node_modules/.bun/entities@4.5.0/node_modules/entities/lib/generated/decode-data-html.js.map</a:t>
            </a:r>
          </a:p>
          <a:p>
            <a:pPr>
              <a:defRPr sz="1200"/>
            </a:pPr>
            <a:r>
              <a:t>D:/pasar_fix/node_modules/.bun/entities@4.5.0/node_modules/entities/lib/generated/decode-data-xml.d.ts</a:t>
            </a:r>
          </a:p>
          <a:p>
            <a:pPr>
              <a:defRPr sz="1200"/>
            </a:pPr>
            <a:r>
              <a:t>D:/pasar_fix/node_modules/.bun/entities@4.5.0/node_modules/entities/lib/generated/decode-data-xml.d.ts.map</a:t>
            </a:r>
          </a:p>
          <a:p>
            <a:pPr>
              <a:defRPr sz="1200"/>
            </a:pPr>
            <a:r>
              <a:t>D:/pasar_fix/node_modules/.bun/entities@4.5.0/node_modules/entities/lib/generated/decode-data-xml.js</a:t>
            </a:r>
          </a:p>
          <a:p>
            <a:pPr>
              <a:defRPr sz="1200"/>
            </a:pPr>
            <a:r>
              <a:t>D:/pasar_fix/node_modules/.bun/entities@4.5.0/node_modules/entities/lib/generated/decode-data-xml.js.map</a:t>
            </a:r>
          </a:p>
          <a:p>
            <a:pPr>
              <a:defRPr sz="1200"/>
            </a:pPr>
            <a:r>
              <a:t>D:/pasar_fix/node_modules/.bun/entities@4.5.0/node_modules/entities/lib/generated/encode-html.d.ts</a:t>
            </a:r>
          </a:p>
          <a:p>
            <a:pPr>
              <a:defRPr sz="1200"/>
            </a:pPr>
            <a:r>
              <a:t>D:/pasar_fix/node_modules/.bun/entities@4.5.0/node_modules/entities/lib/generated/encode-html.d.ts.map</a:t>
            </a:r>
          </a:p>
          <a:p>
            <a:pPr>
              <a:defRPr sz="1200"/>
            </a:pPr>
            <a:r>
              <a:t>D:/pasar_fix/node_modules/.bun/entities@4.5.0/node_modules/entities/lib/generated/encode-html.js</a:t>
            </a:r>
          </a:p>
          <a:p>
            <a:pPr>
              <a:defRPr sz="1200"/>
            </a:pPr>
            <a:r>
              <a:t>D:/pasar_fix/node_modules/.bun/entities@4.5.0/node_modules/entities/lib/generated/encode-html.js.map</a:t>
            </a:r>
          </a:p>
          <a:p>
            <a:pPr>
              <a:defRPr sz="1200"/>
            </a:pPr>
            <a:r>
              <a:t>D:/pasar_fix/node_modules/.bun/entities@6.0.1/node_modules/entities/decode.d.ts</a:t>
            </a:r>
          </a:p>
          <a:p>
            <a:pPr>
              <a:defRPr sz="1200"/>
            </a:pPr>
            <a:r>
              <a:t>D:/pasar_fix/node_modules/.bun/entities@6.0.1/node_modules/entities/decode.js</a:t>
            </a:r>
          </a:p>
          <a:p>
            <a:pPr>
              <a:defRPr sz="1200"/>
            </a:pPr>
            <a:r>
              <a:t>D:/pasar_fix/node_modules/.bun/entities@6.0.1/node_modules/entities/escape.d.ts</a:t>
            </a:r>
          </a:p>
          <a:p>
            <a:pPr>
              <a:defRPr sz="1200"/>
            </a:pPr>
            <a:r>
              <a:t>D:/pasar_fix/node_modules/.bun/entities@6.0.1/node_modules/entities/escape.js</a:t>
            </a:r>
          </a:p>
          <a:p>
            <a:pPr>
              <a:defRPr sz="1200"/>
            </a:pPr>
            <a:r>
              <a:t>D:/pasar_fix/node_modules/.bun/entities@6.0.1/node_modules/entities/LICENSE</a:t>
            </a:r>
          </a:p>
          <a:p>
            <a:pPr>
              <a:defRPr sz="1200"/>
            </a:pPr>
            <a:r>
              <a:t>D:/pasar_fix/node_modules/.bun/entities@6.0.1/node_modules/entities/package.json</a:t>
            </a:r>
          </a:p>
          <a:p>
            <a:pPr>
              <a:defRPr sz="1200"/>
            </a:pPr>
            <a:r>
              <a:t>D:/pasar_fix/node_modules/.bun/entities@6.0.1/node_modules/entities/readme.md</a:t>
            </a:r>
          </a:p>
          <a:p>
            <a:pPr>
              <a:defRPr sz="1200"/>
            </a:pPr>
            <a:r>
              <a:t>D:/pasar_fix/node_modules/.bun/entities@6.0.1/node_modules/entities/dist/commonjs/decode-codepoint.d.ts</a:t>
            </a:r>
          </a:p>
          <a:p>
            <a:pPr>
              <a:defRPr sz="1200"/>
            </a:pPr>
            <a:r>
              <a:t>D:/pasar_fix/node_modules/.bun/entities@6.0.1/node_modules/entities/dist/commonjs/decode-codepoint.d.ts.map</a:t>
            </a:r>
          </a:p>
          <a:p>
            <a:pPr>
              <a:defRPr sz="1200"/>
            </a:pPr>
            <a:r>
              <a:t>D:/pasar_fix/node_modules/.bun/entities@6.0.1/node_modules/entities/dist/commonjs/decode-codepoint.js</a:t>
            </a:r>
          </a:p>
          <a:p>
            <a:pPr>
              <a:defRPr sz="1200"/>
            </a:pPr>
            <a:r>
              <a:t>D:/pasar_fix/node_modules/.bun/entities@6.0.1/node_modules/entities/dist/commonjs/decode-codepoint.js.map</a:t>
            </a:r>
          </a:p>
          <a:p>
            <a:pPr>
              <a:defRPr sz="1200"/>
            </a:pPr>
            <a:r>
              <a:t>D:/pasar_fix/node_modules/.bun/entities@6.0.1/node_modules/entities/dist/commonjs/decode.d.ts</a:t>
            </a:r>
          </a:p>
          <a:p>
            <a:pPr>
              <a:defRPr sz="1200"/>
            </a:pPr>
            <a:r>
              <a:t>D:/pasar_fix/node_modules/.bun/entities@6.0.1/node_modules/entities/dist/commonjs/decode.d.ts.map</a:t>
            </a:r>
          </a:p>
          <a:p>
            <a:pPr>
              <a:defRPr sz="1200"/>
            </a:pPr>
            <a:r>
              <a:t>D:/pasar_fix/node_modules/.bun/entities@6.0.1/node_modules/entities/dist/commonjs/decode.js</a:t>
            </a:r>
          </a:p>
          <a:p>
            <a:pPr>
              <a:defRPr sz="1200"/>
            </a:pPr>
            <a:r>
              <a:t>D:/pasar_fix/node_modules/.bun/entities@6.0.1/node_modules/entities/dist/commonjs/decode.js.map</a:t>
            </a:r>
          </a:p>
          <a:p>
            <a:pPr>
              <a:defRPr sz="1200"/>
            </a:pPr>
            <a:r>
              <a:t>D:/pasar_fix/node_modules/.bun/entities@6.0.1/node_modules/entities/dist/commonjs/encode.d.ts</a:t>
            </a:r>
          </a:p>
          <a:p>
            <a:pPr>
              <a:defRPr sz="1200"/>
            </a:pPr>
            <a:r>
              <a:t>D:/pasar_fix/node_modules/.bun/entities@6.0.1/node_modules/entities/dist/commonjs/encode.d.ts.map</a:t>
            </a:r>
          </a:p>
          <a:p>
            <a:pPr>
              <a:defRPr sz="1200"/>
            </a:pPr>
            <a:r>
              <a:t>D:/pasar_fix/node_modules/.bun/entities@6.0.1/node_modules/entities/dist/commonjs/encode.js</a:t>
            </a:r>
          </a:p>
          <a:p>
            <a:pPr>
              <a:defRPr sz="1200"/>
            </a:pPr>
            <a:r>
              <a:t>D:/pasar_fix/node_modules/.bun/entities@6.0.1/node_modules/entities/dist/commonjs/encode.js.map</a:t>
            </a:r>
          </a:p>
          <a:p>
            <a:pPr>
              <a:defRPr sz="1200"/>
            </a:pPr>
            <a:r>
              <a:t>D:/pasar_fix/node_modules/.bun/entities@6.0.1/node_modules/entities/dist/commonjs/escape.d.ts</a:t>
            </a:r>
          </a:p>
          <a:p>
            <a:pPr>
              <a:defRPr sz="1200"/>
            </a:pPr>
            <a:r>
              <a:t>D:/pasar_fix/node_modules/.bun/entities@6.0.1/node_modules/entities/dist/commonjs/escape.d.ts.map</a:t>
            </a:r>
          </a:p>
          <a:p>
            <a:pPr>
              <a:defRPr sz="1200"/>
            </a:pPr>
            <a:r>
              <a:t>D:/pasar_fix/node_modules/.bun/entities@6.0.1/node_modules/entities/dist/commonjs/escape.js</a:t>
            </a:r>
          </a:p>
          <a:p>
            <a:pPr>
              <a:defRPr sz="1200"/>
            </a:pPr>
            <a:r>
              <a:t>D:/pasar_fix/node_modules/.bun/entities@6.0.1/node_modules/entities/dist/commonjs/escape.js.map</a:t>
            </a:r>
          </a:p>
          <a:p>
            <a:pPr>
              <a:defRPr sz="1200"/>
            </a:pPr>
            <a:r>
              <a:t>D:/pasar_fix/node_modules/.bun/entities@6.0.1/node_modules/entities/dist/commonjs/index.d.ts</a:t>
            </a:r>
          </a:p>
          <a:p>
            <a:pPr>
              <a:defRPr sz="1200"/>
            </a:pPr>
            <a:r>
              <a:t>D:/pasar_fix/node_modules/.bun/entities@6.0.1/node_modules/entities/dist/commonjs/index.d.ts.map</a:t>
            </a:r>
          </a:p>
          <a:p>
            <a:pPr>
              <a:defRPr sz="1200"/>
            </a:pPr>
            <a:r>
              <a:t>D:/pasar_fix/node_modules/.bun/entities@6.0.1/node_modules/entities/dist/commonjs/index.js</a:t>
            </a:r>
          </a:p>
          <a:p>
            <a:pPr>
              <a:defRPr sz="1200"/>
            </a:pPr>
            <a:r>
              <a:t>D:/pasar_fix/node_modules/.bun/entities@6.0.1/node_modules/entities/dist/commonjs/index.js.map</a:t>
            </a:r>
          </a:p>
          <a:p>
            <a:pPr>
              <a:defRPr sz="1200"/>
            </a:pPr>
            <a:r>
              <a:t>D:/pasar_fix/node_modules/.bun/entities@6.0.1/node_modules/entities/dist/commonjs/package.json</a:t>
            </a:r>
          </a:p>
          <a:p>
            <a:pPr>
              <a:defRPr sz="1200"/>
            </a:pPr>
            <a:r>
              <a:t>D:/pasar_fix/node_modules/.bun/entities@6.0.1/node_modules/entities/dist/commonjs/generated/decode-data-html.d.ts</a:t>
            </a:r>
          </a:p>
          <a:p>
            <a:pPr>
              <a:defRPr sz="1200"/>
            </a:pPr>
            <a:r>
              <a:t>D:/pasar_fix/node_modules/.bun/entities@6.0.1/node_modules/entities/dist/commonjs/generated/decode-data-html.d.ts.map</a:t>
            </a:r>
          </a:p>
          <a:p>
            <a:pPr>
              <a:defRPr sz="1200"/>
            </a:pPr>
            <a:r>
              <a:t>D:/pasar_fix/node_modules/.bun/entities@6.0.1/node_modules/entities/dist/commonjs/generated/decode-data-html.js</a:t>
            </a:r>
          </a:p>
          <a:p>
            <a:pPr>
              <a:defRPr sz="1200"/>
            </a:pPr>
            <a:r>
              <a:t>D:/pasar_fix/node_modules/.bun/entities@6.0.1/node_modules/entities/dist/commonjs/generated/decode-data-html.js.map</a:t>
            </a:r>
          </a:p>
          <a:p>
            <a:pPr>
              <a:defRPr sz="1200"/>
            </a:pPr>
            <a:r>
              <a:t>D:/pasar_fix/node_modules/.bun/entities@6.0.1/node_modules/entities/dist/commonjs/generated/decode-data-xml.d.ts</a:t>
            </a:r>
          </a:p>
          <a:p>
            <a:pPr>
              <a:defRPr sz="1200"/>
            </a:pPr>
            <a:r>
              <a:t>D:/pasar_fix/node_modules/.bun/entities@6.0.1/node_modules/entities/dist/commonjs/generated/decode-data-xml.d.ts.map</a:t>
            </a:r>
          </a:p>
          <a:p>
            <a:pPr>
              <a:defRPr sz="1200"/>
            </a:pPr>
            <a:r>
              <a:t>D:/pasar_fix/node_modules/.bun/entities@6.0.1/node_modules/entities/dist/commonjs/generated/decode-data-xml.js</a:t>
            </a:r>
          </a:p>
          <a:p>
            <a:pPr>
              <a:defRPr sz="1200"/>
            </a:pPr>
            <a:r>
              <a:t>D:/pasar_fix/node_modules/.bun/entities@6.0.1/node_modules/entities/dist/commonjs/generated/decode-data-xml.js.map</a:t>
            </a:r>
          </a:p>
          <a:p>
            <a:pPr>
              <a:defRPr sz="1200"/>
            </a:pPr>
            <a:r>
              <a:t>D:/pasar_fix/node_modules/.bun/entities@6.0.1/node_modules/entities/dist/commonjs/generated/encode-html.d.ts</a:t>
            </a:r>
          </a:p>
          <a:p>
            <a:pPr>
              <a:defRPr sz="1200"/>
            </a:pPr>
            <a:r>
              <a:t>D:/pasar_fix/node_modules/.bun/entities@6.0.1/node_modules/entities/dist/commonjs/generated/encode-html.d.ts.map</a:t>
            </a:r>
          </a:p>
          <a:p>
            <a:pPr>
              <a:defRPr sz="1200"/>
            </a:pPr>
            <a:r>
              <a:t>D:/pasar_fix/node_modules/.bun/entities@6.0.1/node_modules/entities/dist/commonjs/generated/encode-html.js</a:t>
            </a:r>
          </a:p>
          <a:p>
            <a:pPr>
              <a:defRPr sz="1200"/>
            </a:pPr>
            <a:r>
              <a:t>D:/pasar_fix/node_modules/.bun/entities@6.0.1/node_modules/entities/dist/commonjs/generated/encode-html.js.map</a:t>
            </a:r>
          </a:p>
          <a:p>
            <a:pPr>
              <a:defRPr sz="1200"/>
            </a:pPr>
            <a:r>
              <a:t>D:/pasar_fix/node_modules/.bun/entities@6.0.1/node_modules/entities/dist/esm/decode-codepoint.d.ts</a:t>
            </a:r>
          </a:p>
          <a:p>
            <a:pPr>
              <a:defRPr sz="1200"/>
            </a:pPr>
            <a:r>
              <a:t>D:/pasar_fix/node_modules/.bun/entities@6.0.1/node_modules/entities/dist/esm/decode-codepoint.d.ts.map</a:t>
            </a:r>
          </a:p>
          <a:p>
            <a:pPr>
              <a:defRPr sz="1200"/>
            </a:pPr>
            <a:r>
              <a:t>D:/pasar_fix/node_modules/.bun/entities@6.0.1/node_modules/entities/dist/esm/decode-codepoint.js</a:t>
            </a:r>
          </a:p>
          <a:p>
            <a:pPr>
              <a:defRPr sz="1200"/>
            </a:pPr>
            <a:r>
              <a:t>D:/pasar_fix/node_modules/.bun/entities@6.0.1/node_modules/entities/dist/esm/decode-codepoint.js.map</a:t>
            </a:r>
          </a:p>
          <a:p>
            <a:pPr>
              <a:defRPr sz="1200"/>
            </a:pPr>
            <a:r>
              <a:t>D:/pasar_fix/node_modules/.bun/entities@6.0.1/node_modules/entities/dist/esm/decode.d.ts</a:t>
            </a:r>
          </a:p>
          <a:p>
            <a:pPr>
              <a:defRPr sz="1200"/>
            </a:pPr>
            <a:r>
              <a:t>D:/pasar_fix/node_modules/.bun/entities@6.0.1/node_modules/entities/dist/esm/decode.d.ts.map</a:t>
            </a:r>
          </a:p>
          <a:p>
            <a:pPr>
              <a:defRPr sz="1200"/>
            </a:pPr>
            <a:r>
              <a:t>D:/pasar_fix/node_modules/.bun/entities@6.0.1/node_modules/entities/dist/esm/decode.js</a:t>
            </a:r>
          </a:p>
          <a:p>
            <a:pPr>
              <a:defRPr sz="1200"/>
            </a:pPr>
            <a:r>
              <a:t>D:/pasar_fix/node_modules/.bun/entities@6.0.1/node_modules/entities/dist/esm/decode.js.map</a:t>
            </a:r>
          </a:p>
          <a:p>
            <a:pPr>
              <a:defRPr sz="1200"/>
            </a:pPr>
            <a:r>
              <a:t>D:/pasar_fix/node_modules/.bun/entities@6.0.1/node_modules/entities/dist/esm/encode.d.ts</a:t>
            </a:r>
          </a:p>
          <a:p>
            <a:pPr>
              <a:defRPr sz="1200"/>
            </a:pPr>
            <a:r>
              <a:t>D:/pasar_fix/node_modules/.bun/entities@6.0.1/node_modules/entities/dist/esm/encode.d.ts.map</a:t>
            </a:r>
          </a:p>
          <a:p>
            <a:pPr>
              <a:defRPr sz="1200"/>
            </a:pPr>
            <a:r>
              <a:t>D:/pasar_fix/node_modules/.bun/entities@6.0.1/node_modules/entities/dist/esm/encode.js</a:t>
            </a:r>
          </a:p>
          <a:p>
            <a:pPr>
              <a:defRPr sz="1200"/>
            </a:pPr>
            <a:r>
              <a:t>D:/pasar_fix/node_modules/.bun/entities@6.0.1/node_modules/entities/dist/esm/encode.js.map</a:t>
            </a:r>
          </a:p>
          <a:p>
            <a:pPr>
              <a:defRPr sz="1200"/>
            </a:pPr>
            <a:r>
              <a:t>D:/pasar_fix/node_modules/.bun/entities@6.0.1/node_modules/entities/dist/esm/escape.d.ts</a:t>
            </a:r>
          </a:p>
          <a:p>
            <a:pPr>
              <a:defRPr sz="1200"/>
            </a:pPr>
            <a:r>
              <a:t>D:/pasar_fix/node_modules/.bun/entities@6.0.1/node_modules/entities/dist/esm/escape.d.ts.map</a:t>
            </a:r>
          </a:p>
          <a:p>
            <a:pPr>
              <a:defRPr sz="1200"/>
            </a:pPr>
            <a:r>
              <a:t>D:/pasar_fix/node_modules/.bun/entities@6.0.1/node_modules/entities/dist/esm/escape.js</a:t>
            </a:r>
          </a:p>
          <a:p>
            <a:pPr>
              <a:defRPr sz="1200"/>
            </a:pPr>
            <a:r>
              <a:t>D:/pasar_fix/node_modules/.bun/entities@6.0.1/node_modules/entities/dist/esm/escape.js.map</a:t>
            </a:r>
          </a:p>
          <a:p>
            <a:pPr>
              <a:defRPr sz="1200"/>
            </a:pPr>
            <a:r>
              <a:t>D:/pasar_fix/node_modules/.bun/entities@6.0.1/node_modules/entities/dist/esm/index.d.ts</a:t>
            </a:r>
          </a:p>
          <a:p>
            <a:pPr>
              <a:defRPr sz="1200"/>
            </a:pPr>
            <a:r>
              <a:t>D:/pasar_fix/node_modules/.bun/entities@6.0.1/node_modules/entities/dist/esm/index.d.ts.map</a:t>
            </a:r>
          </a:p>
          <a:p>
            <a:pPr>
              <a:defRPr sz="1200"/>
            </a:pPr>
            <a:r>
              <a:t>D:/pasar_fix/node_modules/.bun/entities@6.0.1/node_modules/entities/dist/esm/index.js</a:t>
            </a:r>
          </a:p>
          <a:p>
            <a:pPr>
              <a:defRPr sz="1200"/>
            </a:pPr>
            <a:r>
              <a:t>D:/pasar_fix/node_modules/.bun/entities@6.0.1/node_modules/entities/dist/esm/index.js.map</a:t>
            </a:r>
          </a:p>
          <a:p>
            <a:pPr>
              <a:defRPr sz="1200"/>
            </a:pPr>
            <a:r>
              <a:t>D:/pasar_fix/node_modules/.bun/entities@6.0.1/node_modules/entities/dist/esm/package.json</a:t>
            </a:r>
          </a:p>
          <a:p>
            <a:pPr>
              <a:defRPr sz="1200"/>
            </a:pPr>
            <a:r>
              <a:t>D:/pasar_fix/node_modules/.bun/entities@6.0.1/node_modules/entities/dist/esm/generated/decode-data-html.d.ts</a:t>
            </a:r>
          </a:p>
          <a:p>
            <a:pPr>
              <a:defRPr sz="1200"/>
            </a:pPr>
            <a:r>
              <a:t>D:/pasar_fix/node_modules/.bun/entities@6.0.1/node_modules/entities/dist/esm/generated/decode-data-html.d.ts.map</a:t>
            </a:r>
          </a:p>
          <a:p>
            <a:pPr>
              <a:defRPr sz="1200"/>
            </a:pPr>
            <a:r>
              <a:t>D:/pasar_fix/node_modules/.bun/entities@6.0.1/node_modules/entities/dist/esm/generated/decode-data-html.js</a:t>
            </a:r>
          </a:p>
          <a:p>
            <a:pPr>
              <a:defRPr sz="1200"/>
            </a:pPr>
            <a:r>
              <a:t>D:/pasar_fix/node_modules/.bun/entities@6.0.1/node_modules/entities/dist/esm/generated/decode-data-html.js.map</a:t>
            </a:r>
          </a:p>
          <a:p>
            <a:pPr>
              <a:defRPr sz="1200"/>
            </a:pPr>
            <a:r>
              <a:t>D:/pasar_fix/node_modules/.bun/entities@6.0.1/node_modules/entities/dist/esm/generated/decode-data-xml.d.ts</a:t>
            </a:r>
          </a:p>
          <a:p>
            <a:pPr>
              <a:defRPr sz="1200"/>
            </a:pPr>
            <a:r>
              <a:t>D:/pasar_fix/node_modules/.bun/entities@6.0.1/node_modules/entities/dist/esm/generated/decode-data-xml.d.ts.map</a:t>
            </a:r>
          </a:p>
          <a:p>
            <a:pPr>
              <a:defRPr sz="1200"/>
            </a:pPr>
            <a:r>
              <a:t>D:/pasar_fix/node_modules/.bun/entities@6.0.1/node_modules/entities/dist/esm/generated/decode-data-xml.js</a:t>
            </a:r>
          </a:p>
          <a:p>
            <a:pPr>
              <a:defRPr sz="1200"/>
            </a:pPr>
            <a:r>
              <a:t>D:/pasar_fix/node_modules/.bun/entities@6.0.1/node_modules/entities/dist/esm/generated/decode-data-xml.js.map</a:t>
            </a:r>
          </a:p>
          <a:p>
            <a:pPr>
              <a:defRPr sz="1200"/>
            </a:pPr>
            <a:r>
              <a:t>D:/pasar_fix/node_modules/.bun/entities@6.0.1/node_modules/entities/dist/esm/generated/encode-html.d.ts</a:t>
            </a:r>
          </a:p>
          <a:p>
            <a:pPr>
              <a:defRPr sz="1200"/>
            </a:pPr>
            <a:r>
              <a:t>D:/pasar_fix/node_modules/.bun/entities@6.0.1/node_modules/entities/dist/esm/generated/encode-html.d.ts.map</a:t>
            </a:r>
          </a:p>
          <a:p>
            <a:pPr>
              <a:defRPr sz="1200"/>
            </a:pPr>
            <a:r>
              <a:t>D:/pasar_fix/node_modules/.bun/entities@6.0.1/node_modules/entities/dist/esm/generated/encode-html.js</a:t>
            </a:r>
          </a:p>
          <a:p>
            <a:pPr>
              <a:defRPr sz="1200"/>
            </a:pPr>
            <a:r>
              <a:t>D:/pasar_fix/node_modules/.bun/entities@6.0.1/node_modules/entities/dist/esm/generated/encode-html.js.map</a:t>
            </a:r>
          </a:p>
          <a:p>
            <a:pPr>
              <a:defRPr sz="1200"/>
            </a:pPr>
            <a:r>
              <a:t>D:/pasar_fix/node_modules/.bun/entities@6.0.1/node_modules/entities/src/decode-codepoint.ts</a:t>
            </a:r>
          </a:p>
          <a:p>
            <a:pPr>
              <a:defRPr sz="1200"/>
            </a:pPr>
            <a:r>
              <a:t>D:/pasar_fix/node_modules/.bun/entities@6.0.1/node_modules/entities/src/decode.spec.ts</a:t>
            </a:r>
          </a:p>
          <a:p>
            <a:pPr>
              <a:defRPr sz="1200"/>
            </a:pPr>
            <a:r>
              <a:t>D:/pasar_fix/node_modules/.bun/entities@6.0.1/node_modules/entities/src/decode.ts</a:t>
            </a:r>
          </a:p>
          <a:p>
            <a:pPr>
              <a:defRPr sz="1200"/>
            </a:pPr>
            <a:r>
              <a:t>D:/pasar_fix/node_modules/.bun/entities@6.0.1/node_modules/entities/src/encode.spec.ts</a:t>
            </a:r>
          </a:p>
          <a:p>
            <a:pPr>
              <a:defRPr sz="1200"/>
            </a:pPr>
            <a:r>
              <a:t>D:/pasar_fix/node_modules/.bun/entities@6.0.1/node_modules/entities/src/encode.ts</a:t>
            </a:r>
          </a:p>
          <a:p>
            <a:pPr>
              <a:defRPr sz="1200"/>
            </a:pPr>
            <a:r>
              <a:t>D:/pasar_fix/node_modules/.bun/entities@6.0.1/node_modules/entities/src/escape.spec.ts</a:t>
            </a:r>
          </a:p>
          <a:p>
            <a:pPr>
              <a:defRPr sz="1200"/>
            </a:pPr>
            <a:r>
              <a:t>D:/pasar_fix/node_modules/.bun/entities@6.0.1/node_modules/entities/src/escape.ts</a:t>
            </a:r>
          </a:p>
          <a:p>
            <a:pPr>
              <a:defRPr sz="1200"/>
            </a:pPr>
            <a:r>
              <a:t>D:/pasar_fix/node_modules/.bun/entities@6.0.1/node_modules/entities/src/index.spec.ts</a:t>
            </a:r>
          </a:p>
          <a:p>
            <a:pPr>
              <a:defRPr sz="1200"/>
            </a:pPr>
            <a:r>
              <a:t>D:/pasar_fix/node_modules/.bun/entities@6.0.1/node_modules/entities/src/index.ts</a:t>
            </a:r>
          </a:p>
          <a:p>
            <a:pPr>
              <a:defRPr sz="1200"/>
            </a:pPr>
            <a:r>
              <a:t>D:/pasar_fix/node_modules/.bun/entities@6.0.1/node_modules/entities/src/generated/.eslintrc.json</a:t>
            </a:r>
          </a:p>
          <a:p>
            <a:pPr>
              <a:defRPr sz="1200"/>
            </a:pPr>
            <a:r>
              <a:t>D:/pasar_fix/node_modules/.bun/entities@6.0.1/node_modules/entities/src/generated/decode-data-html.ts</a:t>
            </a:r>
          </a:p>
          <a:p>
            <a:pPr>
              <a:defRPr sz="1200"/>
            </a:pPr>
            <a:r>
              <a:t>D:/pasar_fix/node_modules/.bun/entities@6.0.1/node_modules/entities/src/generated/decode-data-xml.ts</a:t>
            </a:r>
          </a:p>
          <a:p>
            <a:pPr>
              <a:defRPr sz="1200"/>
            </a:pPr>
            <a:r>
              <a:t>D:/pasar_fix/node_modules/.bun/entities@6.0.1/node_modules/entities/src/generated/encode-html.ts</a:t>
            </a:r>
          </a:p>
          <a:p>
            <a:pPr>
              <a:defRPr sz="1200"/>
            </a:pPr>
            <a:r>
              <a:t>D:/pasar_fix/node_modules/.bun/entities@7.0.1/node_modules/entities/decode.d.ts</a:t>
            </a:r>
          </a:p>
          <a:p>
            <a:pPr>
              <a:defRPr sz="1200"/>
            </a:pPr>
            <a:r>
              <a:t>D:/pasar_fix/node_modules/.bun/entities@7.0.1/node_modules/entities/decode.js</a:t>
            </a:r>
          </a:p>
          <a:p>
            <a:pPr>
              <a:defRPr sz="1200"/>
            </a:pPr>
            <a:r>
              <a:t>D:/pasar_fix/node_modules/.bun/entities@7.0.1/node_modules/entities/escape.d.ts</a:t>
            </a:r>
          </a:p>
          <a:p>
            <a:pPr>
              <a:defRPr sz="1200"/>
            </a:pPr>
            <a:r>
              <a:t>D:/pasar_fix/node_modules/.bun/entities@7.0.1/node_modules/entities/escape.js</a:t>
            </a:r>
          </a:p>
          <a:p>
            <a:pPr>
              <a:defRPr sz="1200"/>
            </a:pPr>
            <a:r>
              <a:t>D:/pasar_fix/node_modules/.bun/entities@7.0.1/node_modules/entities/LICENSE</a:t>
            </a:r>
          </a:p>
          <a:p>
            <a:pPr>
              <a:defRPr sz="1200"/>
            </a:pPr>
            <a:r>
              <a:t>D:/pasar_fix/node_modules/.bun/entities@7.0.1/node_modules/entities/package.json</a:t>
            </a:r>
          </a:p>
          <a:p>
            <a:pPr>
              <a:defRPr sz="1200"/>
            </a:pPr>
            <a:r>
              <a:t>D:/pasar_fix/node_modules/.bun/entities@7.0.1/node_modules/entities/readme.md</a:t>
            </a:r>
          </a:p>
          <a:p>
            <a:pPr>
              <a:defRPr sz="1200"/>
            </a:pPr>
            <a:r>
              <a:t>D:/pasar_fix/node_modules/.bun/entities@7.0.1/node_modules/entities/dist/commonjs/decode-codepoint.d.ts</a:t>
            </a:r>
          </a:p>
          <a:p>
            <a:pPr>
              <a:defRPr sz="1200"/>
            </a:pPr>
            <a:r>
              <a:t>D:/pasar_fix/node_modules/.bun/entities@7.0.1/node_modules/entities/dist/commonjs/decode-codepoint.d.ts.map</a:t>
            </a:r>
          </a:p>
          <a:p>
            <a:pPr>
              <a:defRPr sz="1200"/>
            </a:pPr>
            <a:r>
              <a:t>D:/pasar_fix/node_modules/.bun/entities@7.0.1/node_modules/entities/dist/commonjs/decode-codepoint.js</a:t>
            </a:r>
          </a:p>
          <a:p>
            <a:pPr>
              <a:defRPr sz="1200"/>
            </a:pPr>
            <a:r>
              <a:t>D:/pasar_fix/node_modules/.bun/entities@7.0.1/node_modules/entities/dist/commonjs/decode-codepoint.js.map</a:t>
            </a:r>
          </a:p>
          <a:p>
            <a:pPr>
              <a:defRPr sz="1200"/>
            </a:pPr>
            <a:r>
              <a:t>D:/pasar_fix/node_modules/.bun/entities@7.0.1/node_modules/entities/dist/commonjs/decode.d.ts</a:t>
            </a:r>
          </a:p>
          <a:p>
            <a:pPr>
              <a:defRPr sz="1200"/>
            </a:pPr>
            <a:r>
              <a:t>D:/pasar_fix/node_modules/.bun/entities@7.0.1/node_modules/entities/dist/commonjs/decode.d.ts.map</a:t>
            </a:r>
          </a:p>
          <a:p>
            <a:pPr>
              <a:defRPr sz="1200"/>
            </a:pPr>
            <a:r>
              <a:t>D:/pasar_fix/node_modules/.bun/entities@7.0.1/node_modules/entities/dist/commonjs/decode.js</a:t>
            </a:r>
          </a:p>
          <a:p>
            <a:pPr>
              <a:defRPr sz="1200"/>
            </a:pPr>
            <a:r>
              <a:t>D:/pasar_fix/node_modules/.bun/entities@7.0.1/node_modules/entities/dist/commonjs/decode.js.map</a:t>
            </a:r>
          </a:p>
          <a:p>
            <a:pPr>
              <a:defRPr sz="1200"/>
            </a:pPr>
            <a:r>
              <a:t>D:/pasar_fix/node_modules/.bun/entities@7.0.1/node_modules/entities/dist/commonjs/encode.d.ts</a:t>
            </a:r>
          </a:p>
          <a:p>
            <a:pPr>
              <a:defRPr sz="1200"/>
            </a:pPr>
            <a:r>
              <a:t>D:/pasar_fix/node_modules/.bun/entities@7.0.1/node_modules/entities/dist/commonjs/encode.d.ts.map</a:t>
            </a:r>
          </a:p>
          <a:p>
            <a:pPr>
              <a:defRPr sz="1200"/>
            </a:pPr>
            <a:r>
              <a:t>D:/pasar_fix/node_modules/.bun/entities@7.0.1/node_modules/entities/dist/commonjs/encode.js</a:t>
            </a:r>
          </a:p>
          <a:p>
            <a:pPr>
              <a:defRPr sz="1200"/>
            </a:pPr>
            <a:r>
              <a:t>D:/pasar_fix/node_modules/.bun/entities@7.0.1/node_modules/entities/dist/commonjs/encode.js.map</a:t>
            </a:r>
          </a:p>
          <a:p>
            <a:pPr>
              <a:defRPr sz="1200"/>
            </a:pPr>
            <a:r>
              <a:t>D:/pasar_fix/node_modules/.bun/entities@7.0.1/node_modules/entities/dist/commonjs/escape.d.ts</a:t>
            </a:r>
          </a:p>
          <a:p>
            <a:pPr>
              <a:defRPr sz="1200"/>
            </a:pPr>
            <a:r>
              <a:t>D:/pasar_fix/node_modules/.bun/entities@7.0.1/node_modules/entities/dist/commonjs/escape.d.ts.map</a:t>
            </a:r>
          </a:p>
          <a:p>
            <a:pPr>
              <a:defRPr sz="1200"/>
            </a:pPr>
            <a:r>
              <a:t>D:/pasar_fix/node_modules/.bun/entities@7.0.1/node_modules/entities/dist/commonjs/escape.js</a:t>
            </a:r>
          </a:p>
          <a:p>
            <a:pPr>
              <a:defRPr sz="1200"/>
            </a:pPr>
            <a:r>
              <a:t>D:/pasar_fix/node_modules/.bun/entities@7.0.1/node_modules/entities/dist/commonjs/escape.js.map</a:t>
            </a:r>
          </a:p>
          <a:p>
            <a:pPr>
              <a:defRPr sz="1200"/>
            </a:pPr>
            <a:r>
              <a:t>D:/pasar_fix/node_modules/.bun/entities@7.0.1/node_modules/entities/dist/commonjs/index.d.ts</a:t>
            </a:r>
          </a:p>
          <a:p>
            <a:pPr>
              <a:defRPr sz="1200"/>
            </a:pPr>
            <a:r>
              <a:t>D:/pasar_fix/node_modules/.bun/entities@7.0.1/node_modules/entities/dist/commonjs/index.d.ts.map</a:t>
            </a:r>
          </a:p>
          <a:p>
            <a:pPr>
              <a:defRPr sz="1200"/>
            </a:pPr>
            <a:r>
              <a:t>D:/pasar_fix/node_modules/.bun/entities@7.0.1/node_modules/entities/dist/commonjs/index.js</a:t>
            </a:r>
          </a:p>
          <a:p>
            <a:pPr>
              <a:defRPr sz="1200"/>
            </a:pPr>
            <a:r>
              <a:t>D:/pasar_fix/node_modules/.bun/entities@7.0.1/node_modules/entities/dist/commonjs/index.js.map</a:t>
            </a:r>
          </a:p>
          <a:p>
            <a:pPr>
              <a:defRPr sz="1200"/>
            </a:pPr>
            <a:r>
              <a:t>D:/pasar_fix/node_modules/.bun/entities@7.0.1/node_modules/entities/dist/commonjs/package.json</a:t>
            </a:r>
          </a:p>
          <a:p>
            <a:pPr>
              <a:defRPr sz="1200"/>
            </a:pPr>
            <a:r>
              <a:t>D:/pasar_fix/node_modules/.bun/entities@7.0.1/node_modules/entities/dist/commonjs/generated/decode-data-html.d.ts</a:t>
            </a:r>
          </a:p>
          <a:p>
            <a:pPr>
              <a:defRPr sz="1200"/>
            </a:pPr>
            <a:r>
              <a:t>D:/pasar_fix/node_modules/.bun/entities@7.0.1/node_modules/entities/dist/commonjs/generated/decode-data-html.d.ts.map</a:t>
            </a:r>
          </a:p>
          <a:p>
            <a:pPr>
              <a:defRPr sz="1200"/>
            </a:pPr>
            <a:r>
              <a:t>D:/pasar_fix/node_modules/.bun/entities@7.0.1/node_modules/entities/dist/commonjs/generated/decode-data-html.js</a:t>
            </a:r>
          </a:p>
          <a:p>
            <a:pPr>
              <a:defRPr sz="1200"/>
            </a:pPr>
            <a:r>
              <a:t>D:/pasar_fix/node_modules/.bun/entities@7.0.1/node_modules/entities/dist/commonjs/generated/decode-data-html.js.map</a:t>
            </a:r>
          </a:p>
          <a:p>
            <a:pPr>
              <a:defRPr sz="1200"/>
            </a:pPr>
            <a:r>
              <a:t>D:/pasar_fix/node_modules/.bun/entities@7.0.1/node_modules/entities/dist/commonjs/generated/decode-data-xml.d.ts</a:t>
            </a:r>
          </a:p>
          <a:p>
            <a:pPr>
              <a:defRPr sz="1200"/>
            </a:pPr>
            <a:r>
              <a:t>D:/pasar_fix/node_modules/.bun/entities@7.0.1/node_modules/entities/dist/commonjs/generated/decode-data-xml.d.ts.map</a:t>
            </a:r>
          </a:p>
          <a:p>
            <a:pPr>
              <a:defRPr sz="1200"/>
            </a:pPr>
            <a:r>
              <a:t>D:/pasar_fix/node_modules/.bun/entities@7.0.1/node_modules/entities/dist/commonjs/generated/decode-data-xml.js</a:t>
            </a:r>
          </a:p>
          <a:p>
            <a:pPr>
              <a:defRPr sz="1200"/>
            </a:pPr>
            <a:r>
              <a:t>D:/pasar_fix/node_modules/.bun/entities@7.0.1/node_modules/entities/dist/commonjs/generated/decode-data-xml.js.map</a:t>
            </a:r>
          </a:p>
          <a:p>
            <a:pPr>
              <a:defRPr sz="1200"/>
            </a:pPr>
            <a:r>
              <a:t>D:/pasar_fix/node_modules/.bun/entities@7.0.1/node_modules/entities/dist/commonjs/generated/encode-html.d.ts</a:t>
            </a:r>
          </a:p>
          <a:p>
            <a:pPr>
              <a:defRPr sz="1200"/>
            </a:pPr>
            <a:r>
              <a:t>D:/pasar_fix/node_modules/.bun/entities@7.0.1/node_modules/entities/dist/commonjs/generated/encode-html.d.ts.map</a:t>
            </a:r>
          </a:p>
          <a:p>
            <a:pPr>
              <a:defRPr sz="1200"/>
            </a:pPr>
            <a:r>
              <a:t>D:/pasar_fix/node_modules/.bun/entities@7.0.1/node_modules/entities/dist/commonjs/generated/encode-html.js</a:t>
            </a:r>
          </a:p>
          <a:p>
            <a:pPr>
              <a:defRPr sz="1200"/>
            </a:pPr>
            <a:r>
              <a:t>D:/pasar_fix/node_modules/.bun/entities@7.0.1/node_modules/entities/dist/commonjs/generated/encode-html.js.map</a:t>
            </a:r>
          </a:p>
          <a:p>
            <a:pPr>
              <a:defRPr sz="1200"/>
            </a:pPr>
            <a:r>
              <a:t>D:/pasar_fix/node_modules/.bun/entities@7.0.1/node_modules/entities/dist/commonjs/internal/bin-trie-flags.d.ts</a:t>
            </a:r>
          </a:p>
          <a:p>
            <a:pPr>
              <a:defRPr sz="1200"/>
            </a:pPr>
            <a:r>
              <a:t>D:/pasar_fix/node_modules/.bun/entities@7.0.1/node_modules/entities/dist/commonjs/internal/bin-trie-flags.d.ts.map</a:t>
            </a:r>
          </a:p>
          <a:p>
            <a:pPr>
              <a:defRPr sz="1200"/>
            </a:pPr>
            <a:r>
              <a:t>D:/pasar_fix/node_modules/.bun/entities@7.0.1/node_modules/entities/dist/commonjs/internal/bin-trie-flags.js</a:t>
            </a:r>
          </a:p>
          <a:p>
            <a:pPr>
              <a:defRPr sz="1200"/>
            </a:pPr>
            <a:r>
              <a:t>D:/pasar_fix/node_modules/.bun/entities@7.0.1/node_modules/entities/dist/commonjs/internal/bin-trie-flags.js.map</a:t>
            </a:r>
          </a:p>
          <a:p>
            <a:pPr>
              <a:defRPr sz="1200"/>
            </a:pPr>
            <a:r>
              <a:t>D:/pasar_fix/node_modules/.bun/entities@7.0.1/node_modules/entities/dist/commonjs/internal/decode-shared.d.ts</a:t>
            </a:r>
          </a:p>
          <a:p>
            <a:pPr>
              <a:defRPr sz="1200"/>
            </a:pPr>
            <a:r>
              <a:t>D:/pasar_fix/node_modules/.bun/entities@7.0.1/node_modules/entities/dist/commonjs/internal/decode-shared.d.ts.map</a:t>
            </a:r>
          </a:p>
          <a:p>
            <a:pPr>
              <a:defRPr sz="1200"/>
            </a:pPr>
            <a:r>
              <a:t>D:/pasar_fix/node_modules/.bun/entities@7.0.1/node_modules/entities/dist/commonjs/internal/decode-shared.js</a:t>
            </a:r>
          </a:p>
          <a:p>
            <a:pPr>
              <a:defRPr sz="1200"/>
            </a:pPr>
            <a:r>
              <a:t>D:/pasar_fix/node_modules/.bun/entities@7.0.1/node_modules/entities/dist/commonjs/internal/decode-shared.js.map</a:t>
            </a:r>
          </a:p>
          <a:p>
            <a:pPr>
              <a:defRPr sz="1200"/>
            </a:pPr>
            <a:r>
              <a:t>D:/pasar_fix/node_modules/.bun/entities@7.0.1/node_modules/entities/dist/commonjs/internal/encode-shared.d.ts</a:t>
            </a:r>
          </a:p>
          <a:p>
            <a:pPr>
              <a:defRPr sz="1200"/>
            </a:pPr>
            <a:r>
              <a:t>D:/pasar_fix/node_modules/.bun/entities@7.0.1/node_modules/entities/dist/commonjs/internal/encode-shared.d.ts.map</a:t>
            </a:r>
          </a:p>
          <a:p>
            <a:pPr>
              <a:defRPr sz="1200"/>
            </a:pPr>
            <a:r>
              <a:t>D:/pasar_fix/node_modules/.bun/entities@7.0.1/node_modules/entities/dist/commonjs/internal/encode-shared.js</a:t>
            </a:r>
          </a:p>
          <a:p>
            <a:pPr>
              <a:defRPr sz="1200"/>
            </a:pPr>
            <a:r>
              <a:t>D:/pasar_fix/node_modules/.bun/entities@7.0.1/node_modules/entities/dist/commonjs/internal/encode-shared.js.map</a:t>
            </a:r>
          </a:p>
          <a:p>
            <a:pPr>
              <a:defRPr sz="1200"/>
            </a:pPr>
            <a:r>
              <a:t>D:/pasar_fix/node_modules/.bun/entities@7.0.1/node_modules/entities/dist/esm/decode-codepoint.d.ts</a:t>
            </a:r>
          </a:p>
          <a:p>
            <a:pPr>
              <a:defRPr sz="1200"/>
            </a:pPr>
            <a:r>
              <a:t>D:/pasar_fix/node_modules/.bun/entities@7.0.1/node_modules/entities/dist/esm/decode-codepoint.d.ts.map</a:t>
            </a:r>
          </a:p>
          <a:p>
            <a:pPr>
              <a:defRPr sz="1200"/>
            </a:pPr>
            <a:r>
              <a:t>D:/pasar_fix/node_modules/.bun/entities@7.0.1/node_modules/entities/dist/esm/decode-codepoint.js</a:t>
            </a:r>
          </a:p>
          <a:p>
            <a:pPr>
              <a:defRPr sz="1200"/>
            </a:pPr>
            <a:r>
              <a:t>D:/pasar_fix/node_modules/.bun/entities@7.0.1/node_modules/entities/dist/esm/decode-codepoint.js.map</a:t>
            </a:r>
          </a:p>
          <a:p>
            <a:pPr>
              <a:defRPr sz="1200"/>
            </a:pPr>
            <a:r>
              <a:t>D:/pasar_fix/node_modules/.bun/entities@7.0.1/node_modules/entities/dist/esm/decode.d.ts</a:t>
            </a:r>
          </a:p>
          <a:p>
            <a:pPr>
              <a:defRPr sz="1200"/>
            </a:pPr>
            <a:r>
              <a:t>D:/pasar_fix/node_modules/.bun/entities@7.0.1/node_modules/entities/dist/esm/decode.d.ts.map</a:t>
            </a:r>
          </a:p>
          <a:p>
            <a:pPr>
              <a:defRPr sz="1200"/>
            </a:pPr>
            <a:r>
              <a:t>D:/pasar_fix/node_modules/.bun/entities@7.0.1/node_modules/entities/dist/esm/decode.js</a:t>
            </a:r>
          </a:p>
          <a:p>
            <a:pPr>
              <a:defRPr sz="1200"/>
            </a:pPr>
            <a:r>
              <a:t>D:/pasar_fix/node_modules/.bun/entities@7.0.1/node_modules/entities/dist/esm/decode.js.map</a:t>
            </a:r>
          </a:p>
          <a:p>
            <a:pPr>
              <a:defRPr sz="1200"/>
            </a:pPr>
            <a:r>
              <a:t>D:/pasar_fix/node_modules/.bun/entities@7.0.1/node_modules/entities/dist/esm/encode.d.ts</a:t>
            </a:r>
          </a:p>
          <a:p>
            <a:pPr>
              <a:defRPr sz="1200"/>
            </a:pPr>
            <a:r>
              <a:t>D:/pasar_fix/node_modules/.bun/entities@7.0.1/node_modules/entities/dist/esm/encode.d.ts.map</a:t>
            </a:r>
          </a:p>
          <a:p>
            <a:pPr>
              <a:defRPr sz="1200"/>
            </a:pPr>
            <a:r>
              <a:t>D:/pasar_fix/node_modules/.bun/entities@7.0.1/node_modules/entities/dist/esm/encode.js</a:t>
            </a:r>
          </a:p>
          <a:p>
            <a:pPr>
              <a:defRPr sz="1200"/>
            </a:pPr>
            <a:r>
              <a:t>D:/pasar_fix/node_modules/.bun/entities@7.0.1/node_modules/entities/dist/esm/encode.js.map</a:t>
            </a:r>
          </a:p>
          <a:p>
            <a:pPr>
              <a:defRPr sz="1200"/>
            </a:pPr>
            <a:r>
              <a:t>D:/pasar_fix/node_modules/.bun/entities@7.0.1/node_modules/entities/dist/esm/escape.d.ts</a:t>
            </a:r>
          </a:p>
          <a:p>
            <a:pPr>
              <a:defRPr sz="1200"/>
            </a:pPr>
            <a:r>
              <a:t>D:/pasar_fix/node_modules/.bun/entities@7.0.1/node_modules/entities/dist/esm/escape.d.ts.map</a:t>
            </a:r>
          </a:p>
          <a:p>
            <a:pPr>
              <a:defRPr sz="1200"/>
            </a:pPr>
            <a:r>
              <a:t>D:/pasar_fix/node_modules/.bun/entities@7.0.1/node_modules/entities/dist/esm/escape.js</a:t>
            </a:r>
          </a:p>
          <a:p>
            <a:pPr>
              <a:defRPr sz="1200"/>
            </a:pPr>
            <a:r>
              <a:t>D:/pasar_fix/node_modules/.bun/entities@7.0.1/node_modules/entities/dist/esm/escape.js.map</a:t>
            </a:r>
          </a:p>
          <a:p>
            <a:pPr>
              <a:defRPr sz="1200"/>
            </a:pPr>
            <a:r>
              <a:t>D:/pasar_fix/node_modules/.bun/entities@7.0.1/node_modules/entities/dist/esm/index.d.ts</a:t>
            </a:r>
          </a:p>
          <a:p>
            <a:pPr>
              <a:defRPr sz="1200"/>
            </a:pPr>
            <a:r>
              <a:t>D:/pasar_fix/node_modules/.bun/entities@7.0.1/node_modules/entities/dist/esm/index.d.ts.map</a:t>
            </a:r>
          </a:p>
          <a:p>
            <a:pPr>
              <a:defRPr sz="1200"/>
            </a:pPr>
            <a:r>
              <a:t>D:/pasar_fix/node_modules/.bun/entities@7.0.1/node_modules/entities/dist/esm/index.js</a:t>
            </a:r>
          </a:p>
          <a:p>
            <a:pPr>
              <a:defRPr sz="1200"/>
            </a:pPr>
            <a:r>
              <a:t>D:/pasar_fix/node_modules/.bun/entities@7.0.1/node_modules/entities/dist/esm/index.js.map</a:t>
            </a:r>
          </a:p>
          <a:p>
            <a:pPr>
              <a:defRPr sz="1200"/>
            </a:pPr>
            <a:r>
              <a:t>D:/pasar_fix/node_modules/.bun/entities@7.0.1/node_modules/entities/dist/esm/package.json</a:t>
            </a:r>
          </a:p>
          <a:p>
            <a:pPr>
              <a:defRPr sz="1200"/>
            </a:pPr>
            <a:r>
              <a:t>D:/pasar_fix/node_modules/.bun/entities@7.0.1/node_modules/entities/dist/esm/generated/decode-data-html.d.ts</a:t>
            </a:r>
          </a:p>
          <a:p>
            <a:pPr>
              <a:defRPr sz="1200"/>
            </a:pPr>
            <a:r>
              <a:t>D:/pasar_fix/node_modules/.bun/entities@7.0.1/node_modules/entities/dist/esm/generated/decode-data-html.d.ts.map</a:t>
            </a:r>
          </a:p>
          <a:p>
            <a:pPr>
              <a:defRPr sz="1200"/>
            </a:pPr>
            <a:r>
              <a:t>D:/pasar_fix/node_modules/.bun/entities@7.0.1/node_modules/entities/dist/esm/generated/decode-data-html.js</a:t>
            </a:r>
          </a:p>
          <a:p>
            <a:pPr>
              <a:defRPr sz="1200"/>
            </a:pPr>
            <a:r>
              <a:t>D:/pasar_fix/node_modules/.bun/entities@7.0.1/node_modules/entities/dist/esm/generated/decode-data-html.js.map</a:t>
            </a:r>
          </a:p>
          <a:p>
            <a:pPr>
              <a:defRPr sz="1200"/>
            </a:pPr>
            <a:r>
              <a:t>D:/pasar_fix/node_modules/.bun/entities@7.0.1/node_modules/entities/dist/esm/generated/decode-data-xml.d.ts</a:t>
            </a:r>
          </a:p>
          <a:p>
            <a:pPr>
              <a:defRPr sz="1200"/>
            </a:pPr>
            <a:r>
              <a:t>D:/pasar_fix/node_modules/.bun/entities@7.0.1/node_modules/entities/dist/esm/generated/decode-data-xml.d.ts.map</a:t>
            </a:r>
          </a:p>
          <a:p>
            <a:pPr>
              <a:defRPr sz="1200"/>
            </a:pPr>
            <a:r>
              <a:t>D:/pasar_fix/node_modules/.bun/entities@7.0.1/node_modules/entities/dist/esm/generated/decode-data-xml.js</a:t>
            </a:r>
          </a:p>
          <a:p>
            <a:pPr>
              <a:defRPr sz="1200"/>
            </a:pPr>
            <a:r>
              <a:t>D:/pasar_fix/node_modules/.bun/entities@7.0.1/node_modules/entities/dist/esm/generated/decode-data-xml.js.map</a:t>
            </a:r>
          </a:p>
          <a:p>
            <a:pPr>
              <a:defRPr sz="1200"/>
            </a:pPr>
            <a:r>
              <a:t>D:/pasar_fix/node_modules/.bun/entities@7.0.1/node_modules/entities/dist/esm/generated/encode-html.d.ts</a:t>
            </a:r>
          </a:p>
          <a:p>
            <a:pPr>
              <a:defRPr sz="1200"/>
            </a:pPr>
            <a:r>
              <a:t>D:/pasar_fix/node_modules/.bun/entities@7.0.1/node_modules/entities/dist/esm/generated/encode-html.d.ts.map</a:t>
            </a:r>
          </a:p>
          <a:p>
            <a:pPr>
              <a:defRPr sz="1200"/>
            </a:pPr>
            <a:r>
              <a:t>D:/pasar_fix/node_modules/.bun/entities@7.0.1/node_modules/entities/dist/esm/generated/encode-html.js</a:t>
            </a:r>
          </a:p>
          <a:p>
            <a:pPr>
              <a:defRPr sz="1200"/>
            </a:pPr>
            <a:r>
              <a:t>D:/pasar_fix/node_modules/.bun/entities@7.0.1/node_modules/entities/dist/esm/generated/encode-html.js.map</a:t>
            </a:r>
          </a:p>
          <a:p>
            <a:pPr>
              <a:defRPr sz="1200"/>
            </a:pPr>
            <a:r>
              <a:t>D:/pasar_fix/node_modules/.bun/entities@7.0.1/node_modules/entities/dist/esm/internal/bin-trie-flags.d.ts</a:t>
            </a:r>
          </a:p>
          <a:p>
            <a:pPr>
              <a:defRPr sz="1200"/>
            </a:pPr>
            <a:r>
              <a:t>D:/pasar_fix/node_modules/.bun/entities@7.0.1/node_modules/entities/dist/esm/internal/bin-trie-flags.d.ts.map</a:t>
            </a:r>
          </a:p>
          <a:p>
            <a:pPr>
              <a:defRPr sz="1200"/>
            </a:pPr>
            <a:r>
              <a:t>D:/pasar_fix/node_modules/.bun/entities@7.0.1/node_modules/entities/dist/esm/internal/bin-trie-flags.js</a:t>
            </a:r>
          </a:p>
          <a:p>
            <a:pPr>
              <a:defRPr sz="1200"/>
            </a:pPr>
            <a:r>
              <a:t>D:/pasar_fix/node_modules/.bun/entities@7.0.1/node_modules/entities/dist/esm/internal/bin-trie-flags.js.map</a:t>
            </a:r>
          </a:p>
          <a:p>
            <a:pPr>
              <a:defRPr sz="1200"/>
            </a:pPr>
            <a:r>
              <a:t>D:/pasar_fix/node_modules/.bun/entities@7.0.1/node_modules/entities/dist/esm/internal/decode-shared.d.ts</a:t>
            </a:r>
          </a:p>
          <a:p>
            <a:pPr>
              <a:defRPr sz="1200"/>
            </a:pPr>
            <a:r>
              <a:t>D:/pasar_fix/node_modules/.bun/entities@7.0.1/node_modules/entities/dist/esm/internal/decode-shared.d.ts.map</a:t>
            </a:r>
          </a:p>
          <a:p>
            <a:pPr>
              <a:defRPr sz="1200"/>
            </a:pPr>
            <a:r>
              <a:t>D:/pasar_fix/node_modules/.bun/entities@7.0.1/node_modules/entities/dist/esm/internal/decode-shared.js</a:t>
            </a:r>
          </a:p>
          <a:p>
            <a:pPr>
              <a:defRPr sz="1200"/>
            </a:pPr>
            <a:r>
              <a:t>D:/pasar_fix/node_modules/.bun/entities@7.0.1/node_modules/entities/dist/esm/internal/decode-shared.js.map</a:t>
            </a:r>
          </a:p>
          <a:p>
            <a:pPr>
              <a:defRPr sz="1200"/>
            </a:pPr>
            <a:r>
              <a:t>D:/pasar_fix/node_modules/.bun/entities@7.0.1/node_modules/entities/dist/esm/internal/encode-shared.d.ts</a:t>
            </a:r>
          </a:p>
          <a:p>
            <a:pPr>
              <a:defRPr sz="1200"/>
            </a:pPr>
            <a:r>
              <a:t>D:/pasar_fix/node_modules/.bun/entities@7.0.1/node_modules/entities/dist/esm/internal/encode-shared.d.ts.map</a:t>
            </a:r>
          </a:p>
          <a:p>
            <a:pPr>
              <a:defRPr sz="1200"/>
            </a:pPr>
            <a:r>
              <a:t>D:/pasar_fix/node_modules/.bun/entities@7.0.1/node_modules/entities/dist/esm/internal/encode-shared.js</a:t>
            </a:r>
          </a:p>
          <a:p>
            <a:pPr>
              <a:defRPr sz="1200"/>
            </a:pPr>
            <a:r>
              <a:t>D:/pasar_fix/node_modules/.bun/entities@7.0.1/node_modules/entities/dist/esm/internal/encode-shared.js.map</a:t>
            </a:r>
          </a:p>
          <a:p>
            <a:pPr>
              <a:defRPr sz="1200"/>
            </a:pPr>
            <a:r>
              <a:t>D:/pasar_fix/node_modules/.bun/entities@7.0.1/node_modules/entities/src/decode-codepoint.ts</a:t>
            </a:r>
          </a:p>
          <a:p>
            <a:pPr>
              <a:defRPr sz="1200"/>
            </a:pPr>
            <a:r>
              <a:t>D:/pasar_fix/node_modules/.bun/entities@7.0.1/node_modules/entities/src/decode.ts</a:t>
            </a:r>
          </a:p>
          <a:p>
            <a:pPr>
              <a:defRPr sz="1200"/>
            </a:pPr>
            <a:r>
              <a:t>D:/pasar_fix/node_modules/.bun/entities@7.0.1/node_modules/entities/src/encode.ts</a:t>
            </a:r>
          </a:p>
          <a:p>
            <a:pPr>
              <a:defRPr sz="1200"/>
            </a:pPr>
            <a:r>
              <a:t>D:/pasar_fix/node_modules/.bun/entities@7.0.1/node_modules/entities/src/escape.ts</a:t>
            </a:r>
          </a:p>
          <a:p>
            <a:pPr>
              <a:defRPr sz="1200"/>
            </a:pPr>
            <a:r>
              <a:t>D:/pasar_fix/node_modules/.bun/entities@7.0.1/node_modules/entities/src/index.ts</a:t>
            </a:r>
          </a:p>
          <a:p>
            <a:pPr>
              <a:defRPr sz="1200"/>
            </a:pPr>
            <a:r>
              <a:t>D:/pasar_fix/node_modules/.bun/entities@7.0.1/node_modules/entities/src/generated/.eslintrc.json</a:t>
            </a:r>
          </a:p>
          <a:p>
            <a:pPr>
              <a:defRPr sz="1200"/>
            </a:pPr>
            <a:r>
              <a:t>D:/pasar_fix/node_modules/.bun/entities@7.0.1/node_modules/entities/src/generated/decode-data-html.ts</a:t>
            </a:r>
          </a:p>
          <a:p>
            <a:pPr>
              <a:defRPr sz="1200"/>
            </a:pPr>
            <a:r>
              <a:t>D:/pasar_fix/node_modules/.bun/entities@7.0.1/node_modules/entities/src/generated/decode-data-xml.ts</a:t>
            </a:r>
          </a:p>
          <a:p>
            <a:pPr>
              <a:defRPr sz="1200"/>
            </a:pPr>
            <a:r>
              <a:t>D:/pasar_fix/node_modules/.bun/entities@7.0.1/node_modules/entities/src/generated/encode-html.ts</a:t>
            </a:r>
          </a:p>
          <a:p>
            <a:pPr>
              <a:defRPr sz="1200"/>
            </a:pPr>
            <a:r>
              <a:t>D:/pasar_fix/node_modules/.bun/entities@7.0.1/node_modules/entities/src/internal/bin-trie-flags.ts</a:t>
            </a:r>
          </a:p>
          <a:p>
            <a:pPr>
              <a:defRPr sz="1200"/>
            </a:pPr>
            <a:r>
              <a:t>D:/pasar_fix/node_modules/.bun/entities@7.0.1/node_modules/entities/src/internal/decode-shared.ts</a:t>
            </a:r>
          </a:p>
          <a:p>
            <a:pPr>
              <a:defRPr sz="1200"/>
            </a:pPr>
            <a:r>
              <a:t>D:/pasar_fix/node_modules/.bun/entities@7.0.1/node_modules/entities/src/internal/encode-shared.ts</a:t>
            </a:r>
          </a:p>
          <a:p>
            <a:pPr>
              <a:defRPr sz="1200"/>
            </a:pPr>
            <a:r>
              <a:t>D:/pasar_fix/node_modules/.bun/env-paths@2.2.1/node_modules/env-paths/index.d.ts</a:t>
            </a:r>
          </a:p>
          <a:p>
            <a:pPr>
              <a:defRPr sz="1200"/>
            </a:pPr>
            <a:r>
              <a:t>D:/pasar_fix/node_modules/.bun/env-paths@2.2.1/node_modules/env-paths/index.js</a:t>
            </a:r>
          </a:p>
          <a:p>
            <a:pPr>
              <a:defRPr sz="1200"/>
            </a:pPr>
            <a:r>
              <a:t>D:/pasar_fix/node_modules/.bun/env-paths@2.2.1/node_modules/env-paths/license</a:t>
            </a:r>
          </a:p>
          <a:p>
            <a:pPr>
              <a:defRPr sz="1200"/>
            </a:pPr>
            <a:r>
              <a:t>D:/pasar_fix/node_modules/.bun/env-paths@2.2.1/node_modules/env-paths/package.json</a:t>
            </a:r>
          </a:p>
          <a:p>
            <a:pPr>
              <a:defRPr sz="1200"/>
            </a:pPr>
            <a:r>
              <a:t>D:/pasar_fix/node_modules/.bun/env-paths@2.2.1/node_modules/env-paths/readme.md</a:t>
            </a:r>
          </a:p>
          <a:p>
            <a:pPr>
              <a:defRPr sz="1200"/>
            </a:pPr>
            <a:r>
              <a:t>D:/pasar_fix/node_modules/.bun/error-ex@1.3.4/node_modules/error-ex/index.js</a:t>
            </a:r>
          </a:p>
          <a:p>
            <a:pPr>
              <a:defRPr sz="1200"/>
            </a:pPr>
            <a:r>
              <a:t>D:/pasar_fix/node_modules/.bun/error-ex@1.3.4/node_modules/error-ex/LICENSE</a:t>
            </a:r>
          </a:p>
          <a:p>
            <a:pPr>
              <a:defRPr sz="1200"/>
            </a:pPr>
            <a:r>
              <a:t>D:/pasar_fix/node_modules/.bun/error-ex@1.3.4/node_modules/error-ex/package.json</a:t>
            </a:r>
          </a:p>
          <a:p>
            <a:pPr>
              <a:defRPr sz="1200"/>
            </a:pPr>
            <a:r>
              <a:t>D:/pasar_fix/node_modules/.bun/error-ex@1.3.4/node_modules/error-ex/README.md</a:t>
            </a:r>
          </a:p>
          <a:p>
            <a:pPr>
              <a:defRPr sz="1200"/>
            </a:pPr>
            <a:r>
              <a:t>D:/pasar_fix/node_modules/.bun/error-stack-parser-es@1.0.5/node_modules/error-stack-parser-es/LICENSE</a:t>
            </a:r>
          </a:p>
          <a:p>
            <a:pPr>
              <a:defRPr sz="1200"/>
            </a:pPr>
            <a:r>
              <a:t>D:/pasar_fix/node_modules/.bun/error-stack-parser-es@1.0.5/node_modules/error-stack-parser-es/package.json</a:t>
            </a:r>
          </a:p>
          <a:p>
            <a:pPr>
              <a:defRPr sz="1200"/>
            </a:pPr>
            <a:r>
              <a:t>D:/pasar_fix/node_modules/.bun/error-stack-parser-es@1.0.5/node_modules/error-stack-parser-es/README.md</a:t>
            </a:r>
          </a:p>
          <a:p>
            <a:pPr>
              <a:defRPr sz="1200"/>
            </a:pPr>
            <a:r>
              <a:t>D:/pasar_fix/node_modules/.bun/error-stack-parser-es@1.0.5/node_modules/error-stack-parser-es/dist/index.cjs</a:t>
            </a:r>
          </a:p>
          <a:p>
            <a:pPr>
              <a:defRPr sz="1200"/>
            </a:pPr>
            <a:r>
              <a:t>D:/pasar_fix/node_modules/.bun/error-stack-parser-es@1.0.5/node_modules/error-stack-parser-es/dist/index.d.cts</a:t>
            </a:r>
          </a:p>
          <a:p>
            <a:pPr>
              <a:defRPr sz="1200"/>
            </a:pPr>
            <a:r>
              <a:t>D:/pasar_fix/node_modules/.bun/error-stack-parser-es@1.0.5/node_modules/error-stack-parser-es/dist/index.d.mts</a:t>
            </a:r>
          </a:p>
          <a:p>
            <a:pPr>
              <a:defRPr sz="1200"/>
            </a:pPr>
            <a:r>
              <a:t>D:/pasar_fix/node_modules/.bun/error-stack-parser-es@1.0.5/node_modules/error-stack-parser-es/dist/index.d.ts</a:t>
            </a:r>
          </a:p>
          <a:p>
            <a:pPr>
              <a:defRPr sz="1200"/>
            </a:pPr>
            <a:r>
              <a:t>D:/pasar_fix/node_modules/.bun/error-stack-parser-es@1.0.5/node_modules/error-stack-parser-es/dist/index.mjs</a:t>
            </a:r>
          </a:p>
          <a:p>
            <a:pPr>
              <a:defRPr sz="1200"/>
            </a:pPr>
            <a:r>
              <a:t>D:/pasar_fix/node_modules/.bun/error-stack-parser-es@1.0.5/node_modules/error-stack-parser-es/dist/lite.cjs</a:t>
            </a:r>
          </a:p>
          <a:p>
            <a:pPr>
              <a:defRPr sz="1200"/>
            </a:pPr>
            <a:r>
              <a:t>D:/pasar_fix/node_modules/.bun/error-stack-parser-es@1.0.5/node_modules/error-stack-parser-es/dist/lite.d.cts</a:t>
            </a:r>
          </a:p>
          <a:p>
            <a:pPr>
              <a:defRPr sz="1200"/>
            </a:pPr>
            <a:r>
              <a:t>D:/pasar_fix/node_modules/.bun/error-stack-parser-es@1.0.5/node_modules/error-stack-parser-es/dist/lite.d.mts</a:t>
            </a:r>
          </a:p>
          <a:p>
            <a:pPr>
              <a:defRPr sz="1200"/>
            </a:pPr>
            <a:r>
              <a:t>D:/pasar_fix/node_modules/.bun/error-stack-parser-es@1.0.5/node_modules/error-stack-parser-es/dist/lite.d.ts</a:t>
            </a:r>
          </a:p>
          <a:p>
            <a:pPr>
              <a:defRPr sz="1200"/>
            </a:pPr>
            <a:r>
              <a:t>D:/pasar_fix/node_modules/.bun/error-stack-parser-es@1.0.5/node_modules/error-stack-parser-es/dist/lite.mjs</a:t>
            </a:r>
          </a:p>
          <a:p>
            <a:pPr>
              <a:defRPr sz="1200"/>
            </a:pPr>
            <a:r>
              <a:t>D:/pasar_fix/node_modules/.bun/es-errors@1.3.0/node_modules/es-errors/.eslintrc</a:t>
            </a:r>
          </a:p>
          <a:p>
            <a:pPr>
              <a:defRPr sz="1200"/>
            </a:pPr>
            <a:r>
              <a:t>D:/pasar_fix/node_modules/.bun/es-errors@1.3.0/node_modules/es-errors/CHANGELOG.md</a:t>
            </a:r>
          </a:p>
          <a:p>
            <a:pPr>
              <a:defRPr sz="1200"/>
            </a:pPr>
            <a:r>
              <a:t>D:/pasar_fix/node_modules/.bun/es-errors@1.3.0/node_modules/es-errors/eval.d.ts</a:t>
            </a:r>
          </a:p>
          <a:p>
            <a:pPr>
              <a:defRPr sz="1200"/>
            </a:pPr>
            <a:r>
              <a:t>D:/pasar_fix/node_modules/.bun/es-errors@1.3.0/node_modules/es-errors/eval.js</a:t>
            </a:r>
          </a:p>
          <a:p>
            <a:pPr>
              <a:defRPr sz="1200"/>
            </a:pPr>
            <a:r>
              <a:t>D:/pasar_fix/node_modules/.bun/es-errors@1.3.0/node_modules/es-errors/index.d.ts</a:t>
            </a:r>
          </a:p>
          <a:p>
            <a:pPr>
              <a:defRPr sz="1200"/>
            </a:pPr>
            <a:r>
              <a:t>D:/pasar_fix/node_modules/.bun/es-errors@1.3.0/node_modules/es-errors/index.js</a:t>
            </a:r>
          </a:p>
          <a:p>
            <a:pPr>
              <a:defRPr sz="1200"/>
            </a:pPr>
            <a:r>
              <a:t>D:/pasar_fix/node_modules/.bun/es-errors@1.3.0/node_modules/es-errors/LICENSE</a:t>
            </a:r>
          </a:p>
          <a:p>
            <a:pPr>
              <a:defRPr sz="1200"/>
            </a:pPr>
            <a:r>
              <a:t>D:/pasar_fix/node_modules/.bun/es-errors@1.3.0/node_modules/es-errors/package.json</a:t>
            </a:r>
          </a:p>
          <a:p>
            <a:pPr>
              <a:defRPr sz="1200"/>
            </a:pPr>
            <a:r>
              <a:t>D:/pasar_fix/node_modules/.bun/es-errors@1.3.0/node_modules/es-errors/range.d.ts</a:t>
            </a:r>
          </a:p>
          <a:p>
            <a:pPr>
              <a:defRPr sz="1200"/>
            </a:pPr>
            <a:r>
              <a:t>D:/pasar_fix/node_modules/.bun/es-errors@1.3.0/node_modules/es-errors/range.js</a:t>
            </a:r>
          </a:p>
          <a:p>
            <a:pPr>
              <a:defRPr sz="1200"/>
            </a:pPr>
            <a:r>
              <a:t>D:/pasar_fix/node_modules/.bun/es-errors@1.3.0/node_modules/es-errors/README.md</a:t>
            </a:r>
          </a:p>
          <a:p>
            <a:pPr>
              <a:defRPr sz="1200"/>
            </a:pPr>
            <a:r>
              <a:t>D:/pasar_fix/node_modules/.bun/es-errors@1.3.0/node_modules/es-errors/ref.d.ts</a:t>
            </a:r>
          </a:p>
          <a:p>
            <a:pPr>
              <a:defRPr sz="1200"/>
            </a:pPr>
            <a:r>
              <a:t>D:/pasar_fix/node_modules/.bun/es-errors@1.3.0/node_modules/es-errors/ref.js</a:t>
            </a:r>
          </a:p>
          <a:p>
            <a:pPr>
              <a:defRPr sz="1200"/>
            </a:pPr>
            <a:r>
              <a:t>D:/pasar_fix/node_modules/.bun/es-errors@1.3.0/node_modules/es-errors/syntax.d.ts</a:t>
            </a:r>
          </a:p>
          <a:p>
            <a:pPr>
              <a:defRPr sz="1200"/>
            </a:pPr>
            <a:r>
              <a:t>D:/pasar_fix/node_modules/.bun/es-errors@1.3.0/node_modules/es-errors/syntax.js</a:t>
            </a:r>
          </a:p>
          <a:p>
            <a:pPr>
              <a:defRPr sz="1200"/>
            </a:pPr>
            <a:r>
              <a:t>D:/pasar_fix/node_modules/.bun/es-errors@1.3.0/node_modules/es-errors/tsconfig.json</a:t>
            </a:r>
          </a:p>
          <a:p>
            <a:pPr>
              <a:defRPr sz="1200"/>
            </a:pPr>
            <a:r>
              <a:t>D:/pasar_fix/node_modules/.bun/es-errors@1.3.0/node_modules/es-errors/type.d.ts</a:t>
            </a:r>
          </a:p>
          <a:p>
            <a:pPr>
              <a:defRPr sz="1200"/>
            </a:pPr>
            <a:r>
              <a:t>D:/pasar_fix/node_modules/.bun/es-errors@1.3.0/node_modules/es-errors/type.js</a:t>
            </a:r>
          </a:p>
          <a:p>
            <a:pPr>
              <a:defRPr sz="1200"/>
            </a:pPr>
            <a:r>
              <a:t>D:/pasar_fix/node_modules/.bun/es-errors@1.3.0/node_modules/es-errors/uri.d.ts</a:t>
            </a:r>
          </a:p>
          <a:p>
            <a:pPr>
              <a:defRPr sz="1200"/>
            </a:pPr>
            <a:r>
              <a:t>D:/pasar_fix/node_modules/.bun/es-errors@1.3.0/node_modules/es-errors/uri.js</a:t>
            </a:r>
          </a:p>
          <a:p>
            <a:pPr>
              <a:defRPr sz="1200"/>
            </a:pPr>
            <a:r>
              <a:t>D:/pasar_fix/node_modules/.bun/es-errors@1.3.0/node_modules/es-errors/.github/FUNDING.yml</a:t>
            </a:r>
          </a:p>
          <a:p>
            <a:pPr>
              <a:defRPr sz="1200"/>
            </a:pPr>
            <a:r>
              <a:t>D:/pasar_fix/node_modules/.bun/es-errors@1.3.0/node_modules/es-errors/test/index.js</a:t>
            </a:r>
          </a:p>
          <a:p>
            <a:pPr>
              <a:defRPr sz="1200"/>
            </a:pPr>
            <a:r>
              <a:t>D:/pasar_fix/node_modules/.bun/es-module-lexer@1.7.0/node_modules/es-module-lexer/lexer.js</a:t>
            </a:r>
          </a:p>
          <a:p>
            <a:pPr>
              <a:defRPr sz="1200"/>
            </a:pPr>
            <a:r>
              <a:t>D:/pasar_fix/node_modules/.bun/es-module-lexer@1.7.0/node_modules/es-module-lexer/LICENSE</a:t>
            </a:r>
          </a:p>
          <a:p>
            <a:pPr>
              <a:defRPr sz="1200"/>
            </a:pPr>
            <a:r>
              <a:t>D:/pasar_fix/node_modules/.bun/es-module-lexer@1.7.0/node_modules/es-module-lexer/package.json</a:t>
            </a:r>
          </a:p>
          <a:p>
            <a:pPr>
              <a:defRPr sz="1200"/>
            </a:pPr>
            <a:r>
              <a:t>D:/pasar_fix/node_modules/.bun/es-module-lexer@1.7.0/node_modules/es-module-lexer/README.md</a:t>
            </a:r>
          </a:p>
          <a:p>
            <a:pPr>
              <a:defRPr sz="1200"/>
            </a:pPr>
            <a:r>
              <a:t>D:/pasar_fix/node_modules/.bun/es-module-lexer@1.7.0/node_modules/es-module-lexer/dist/lexer.asm.js</a:t>
            </a:r>
          </a:p>
          <a:p>
            <a:pPr>
              <a:defRPr sz="1200"/>
            </a:pPr>
            <a:r>
              <a:t>D:/pasar_fix/node_modules/.bun/es-module-lexer@1.7.0/node_modules/es-module-lexer/dist/lexer.cjs</a:t>
            </a:r>
          </a:p>
          <a:p>
            <a:pPr>
              <a:defRPr sz="1200"/>
            </a:pPr>
            <a:r>
              <a:t>D:/pasar_fix/node_modules/.bun/es-module-lexer@1.7.0/node_modules/es-module-lexer/dist/lexer.js</a:t>
            </a:r>
          </a:p>
          <a:p>
            <a:pPr>
              <a:defRPr sz="1200"/>
            </a:pPr>
            <a:r>
              <a:t>D:/pasar_fix/node_modules/.bun/es-module-lexer@1.7.0/node_modules/es-module-lexer/types/lexer.d.ts</a:t>
            </a:r>
          </a:p>
          <a:p>
            <a:pPr>
              <a:defRPr sz="1200"/>
            </a:pPr>
            <a:r>
              <a:t>D:/pasar_fix/node_modules/.bun/es-toolkit@1.46.1/node_modules/es-toolkit/array.d.ts</a:t>
            </a:r>
          </a:p>
          <a:p>
            <a:pPr>
              <a:defRPr sz="1200"/>
            </a:pPr>
            <a:r>
              <a:t>D:/pasar_fix/node_modules/.bun/es-toolkit@1.46.1/node_modules/es-toolkit/array.js</a:t>
            </a:r>
          </a:p>
          <a:p>
            <a:pPr>
              <a:defRPr sz="1200"/>
            </a:pPr>
            <a:r>
              <a:t>D:/pasar_fix/node_modules/.bun/es-toolkit@1.46.1/node_modules/es-toolkit/CHANGELOG.md</a:t>
            </a:r>
          </a:p>
          <a:p>
            <a:pPr>
              <a:defRPr sz="1200"/>
            </a:pPr>
            <a:r>
              <a:t>D:/pasar_fix/node_modules/.bun/es-toolkit@1.46.1/node_modules/es-toolkit/compat.d.ts</a:t>
            </a:r>
          </a:p>
          <a:p>
            <a:pPr>
              <a:defRPr sz="1200"/>
            </a:pPr>
            <a:r>
              <a:t>D:/pasar_fix/node_modules/.bun/es-toolkit@1.46.1/node_modules/es-toolkit/compat.js</a:t>
            </a:r>
          </a:p>
          <a:p>
            <a:pPr>
              <a:defRPr sz="1200"/>
            </a:pPr>
            <a:r>
              <a:t>D:/pasar_fix/node_modules/.bun/es-toolkit@1.46.1/node_modules/es-toolkit/error.d.ts</a:t>
            </a:r>
          </a:p>
          <a:p>
            <a:pPr>
              <a:defRPr sz="1200"/>
            </a:pPr>
            <a:r>
              <a:t>D:/pasar_fix/node_modules/.bun/es-toolkit@1.46.1/node_modules/es-toolkit/error.js</a:t>
            </a:r>
          </a:p>
          <a:p>
            <a:pPr>
              <a:defRPr sz="1200"/>
            </a:pPr>
            <a:r>
              <a:t>D:/pasar_fix/node_modules/.bun/es-toolkit@1.46.1/node_modules/es-toolkit/function.d.ts</a:t>
            </a:r>
          </a:p>
          <a:p>
            <a:pPr>
              <a:defRPr sz="1200"/>
            </a:pPr>
            <a:r>
              <a:t>D:/pasar_fix/node_modules/.bun/es-toolkit@1.46.1/node_modules/es-toolkit/function.js</a:t>
            </a:r>
          </a:p>
          <a:p>
            <a:pPr>
              <a:defRPr sz="1200"/>
            </a:pPr>
            <a:r>
              <a:t>D:/pasar_fix/node_modules/.bun/es-toolkit@1.46.1/node_modules/es-toolkit/LICENSE</a:t>
            </a:r>
          </a:p>
          <a:p>
            <a:pPr>
              <a:defRPr sz="1200"/>
            </a:pPr>
            <a:r>
              <a:t>D:/pasar_fix/node_modules/.bun/es-toolkit@1.46.1/node_modules/es-toolkit/map.d.ts</a:t>
            </a:r>
          </a:p>
          <a:p>
            <a:pPr>
              <a:defRPr sz="1200"/>
            </a:pPr>
            <a:r>
              <a:t>D:/pasar_fix/node_modules/.bun/es-toolkit@1.46.1/node_modules/es-toolkit/map.js</a:t>
            </a:r>
          </a:p>
          <a:p>
            <a:pPr>
              <a:defRPr sz="1200"/>
            </a:pPr>
            <a:r>
              <a:t>D:/pasar_fix/node_modules/.bun/es-toolkit@1.46.1/node_modules/es-toolkit/math.d.ts</a:t>
            </a:r>
          </a:p>
          <a:p>
            <a:pPr>
              <a:defRPr sz="1200"/>
            </a:pPr>
            <a:r>
              <a:t>D:/pasar_fix/node_modules/.bun/es-toolkit@1.46.1/node_modules/es-toolkit/math.js</a:t>
            </a:r>
          </a:p>
          <a:p>
            <a:pPr>
              <a:defRPr sz="1200"/>
            </a:pPr>
            <a:r>
              <a:t>D:/pasar_fix/node_modules/.bun/es-toolkit@1.46.1/node_modules/es-toolkit/object.d.ts</a:t>
            </a:r>
          </a:p>
          <a:p>
            <a:pPr>
              <a:defRPr sz="1200"/>
            </a:pPr>
            <a:r>
              <a:t>D:/pasar_fix/node_modules/.bun/es-toolkit@1.46.1/node_modules/es-toolkit/object.js</a:t>
            </a:r>
          </a:p>
          <a:p>
            <a:pPr>
              <a:defRPr sz="1200"/>
            </a:pPr>
            <a:r>
              <a:t>D:/pasar_fix/node_modules/.bun/es-toolkit@1.46.1/node_modules/es-toolkit/package.json</a:t>
            </a:r>
          </a:p>
          <a:p>
            <a:pPr>
              <a:defRPr sz="1200"/>
            </a:pPr>
            <a:r>
              <a:t>D:/pasar_fix/node_modules/.bun/es-toolkit@1.46.1/node_modules/es-toolkit/predicate.d.ts</a:t>
            </a:r>
          </a:p>
          <a:p>
            <a:pPr>
              <a:defRPr sz="1200"/>
            </a:pPr>
            <a:r>
              <a:t>D:/pasar_fix/node_modules/.bun/es-toolkit@1.46.1/node_modules/es-toolkit/predicate.js</a:t>
            </a:r>
          </a:p>
          <a:p>
            <a:pPr>
              <a:defRPr sz="1200"/>
            </a:pPr>
            <a:r>
              <a:t>D:/pasar_fix/node_modules/.bun/es-toolkit@1.46.1/node_modules/es-toolkit/promise.d.ts</a:t>
            </a:r>
          </a:p>
          <a:p>
            <a:pPr>
              <a:defRPr sz="1200"/>
            </a:pPr>
            <a:r>
              <a:t>D:/pasar_fix/node_modules/.bun/es-toolkit@1.46.1/node_modules/es-toolkit/promise.js</a:t>
            </a:r>
          </a:p>
          <a:p>
            <a:pPr>
              <a:defRPr sz="1200"/>
            </a:pPr>
            <a:r>
              <a:t>D:/pasar_fix/node_modules/.bun/es-toolkit@1.46.1/node_modules/es-toolkit/README.md</a:t>
            </a:r>
          </a:p>
          <a:p>
            <a:pPr>
              <a:defRPr sz="1200"/>
            </a:pPr>
            <a:r>
              <a:t>D:/pasar_fix/node_modules/.bun/es-toolkit@1.46.1/node_modules/es-toolkit/set.d.ts</a:t>
            </a:r>
          </a:p>
          <a:p>
            <a:pPr>
              <a:defRPr sz="1200"/>
            </a:pPr>
            <a:r>
              <a:t>D:/pasar_fix/node_modules/.bun/es-toolkit@1.46.1/node_modules/es-toolkit/set.js</a:t>
            </a:r>
          </a:p>
          <a:p>
            <a:pPr>
              <a:defRPr sz="1200"/>
            </a:pPr>
            <a:r>
              <a:t>D:/pasar_fix/node_modules/.bun/es-toolkit@1.46.1/node_modules/es-toolkit/string.d.ts</a:t>
            </a:r>
          </a:p>
          <a:p>
            <a:pPr>
              <a:defRPr sz="1200"/>
            </a:pPr>
            <a:r>
              <a:t>D:/pasar_fix/node_modules/.bun/es-toolkit@1.46.1/node_modules/es-toolkit/string.js</a:t>
            </a:r>
          </a:p>
          <a:p>
            <a:pPr>
              <a:defRPr sz="1200"/>
            </a:pPr>
            <a:r>
              <a:t>D:/pasar_fix/node_modules/.bun/es-toolkit@1.46.1/node_modules/es-toolkit/util.d.ts</a:t>
            </a:r>
          </a:p>
          <a:p>
            <a:pPr>
              <a:defRPr sz="1200"/>
            </a:pPr>
            <a:r>
              <a:t>D:/pasar_fix/node_modules/.bun/es-toolkit@1.46.1/node_modules/es-toolkit/util.js</a:t>
            </a:r>
          </a:p>
          <a:p>
            <a:pPr>
              <a:defRPr sz="1200"/>
            </a:pPr>
            <a:r>
              <a:t>D:/pasar_fix/node_modules/.bun/es-toolkit@1.46.1/node_modules/es-toolkit/compat/add.d.ts</a:t>
            </a:r>
          </a:p>
          <a:p>
            <a:pPr>
              <a:defRPr sz="1200"/>
            </a:pPr>
            <a:r>
              <a:t>D:/pasar_fix/node_modules/.bun/es-toolkit@1.46.1/node_modules/es-toolkit/compat/add.js</a:t>
            </a:r>
          </a:p>
          <a:p>
            <a:pPr>
              <a:defRPr sz="1200"/>
            </a:pPr>
            <a:r>
              <a:t>D:/pasar_fix/node_modules/.bun/es-toolkit@1.46.1/node_modules/es-toolkit/compat/after.d.ts</a:t>
            </a:r>
          </a:p>
          <a:p>
            <a:pPr>
              <a:defRPr sz="1200"/>
            </a:pPr>
            <a:r>
              <a:t>D:/pasar_fix/node_modules/.bun/es-toolkit@1.46.1/node_modules/es-toolkit/compat/after.js</a:t>
            </a:r>
          </a:p>
          <a:p>
            <a:pPr>
              <a:defRPr sz="1200"/>
            </a:pPr>
            <a:r>
              <a:t>D:/pasar_fix/node_modules/.bun/es-toolkit@1.46.1/node_modules/es-toolkit/compat/ary.d.ts</a:t>
            </a:r>
          </a:p>
          <a:p>
            <a:pPr>
              <a:defRPr sz="1200"/>
            </a:pPr>
            <a:r>
              <a:t>D:/pasar_fix/node_modules/.bun/es-toolkit@1.46.1/node_modules/es-toolkit/compat/ary.js</a:t>
            </a:r>
          </a:p>
          <a:p>
            <a:pPr>
              <a:defRPr sz="1200"/>
            </a:pPr>
            <a:r>
              <a:t>D:/pasar_fix/node_modules/.bun/es-toolkit@1.46.1/node_modules/es-toolkit/compat/assign.d.ts</a:t>
            </a:r>
          </a:p>
          <a:p>
            <a:pPr>
              <a:defRPr sz="1200"/>
            </a:pPr>
            <a:r>
              <a:t>D:/pasar_fix/node_modules/.bun/es-toolkit@1.46.1/node_modules/es-toolkit/compat/assign.js</a:t>
            </a:r>
          </a:p>
          <a:p>
            <a:pPr>
              <a:defRPr sz="1200"/>
            </a:pPr>
            <a:r>
              <a:t>D:/pasar_fix/node_modules/.bun/es-toolkit@1.46.1/node_modules/es-toolkit/compat/assignIn.d.ts</a:t>
            </a:r>
          </a:p>
          <a:p>
            <a:pPr>
              <a:defRPr sz="1200"/>
            </a:pPr>
            <a:r>
              <a:t>D:/pasar_fix/node_modules/.bun/es-toolkit@1.46.1/node_modules/es-toolkit/compat/assignIn.js</a:t>
            </a:r>
          </a:p>
          <a:p>
            <a:pPr>
              <a:defRPr sz="1200"/>
            </a:pPr>
            <a:r>
              <a:t>D:/pasar_fix/node_modules/.bun/es-toolkit@1.46.1/node_modules/es-toolkit/compat/assignInWith.d.ts</a:t>
            </a:r>
          </a:p>
          <a:p>
            <a:pPr>
              <a:defRPr sz="1200"/>
            </a:pPr>
            <a:r>
              <a:t>D:/pasar_fix/node_modules/.bun/es-toolkit@1.46.1/node_modules/es-toolkit/compat/assignInWith.js</a:t>
            </a:r>
          </a:p>
          <a:p>
            <a:pPr>
              <a:defRPr sz="1200"/>
            </a:pPr>
            <a:r>
              <a:t>D:/pasar_fix/node_modules/.bun/es-toolkit@1.46.1/node_modules/es-toolkit/compat/assignWith.d.ts</a:t>
            </a:r>
          </a:p>
          <a:p>
            <a:pPr>
              <a:defRPr sz="1200"/>
            </a:pPr>
            <a:r>
              <a:t>D:/pasar_fix/node_modules/.bun/es-toolkit@1.46.1/node_modules/es-toolkit/compat/assignWith.js</a:t>
            </a:r>
          </a:p>
          <a:p>
            <a:pPr>
              <a:defRPr sz="1200"/>
            </a:pPr>
            <a:r>
              <a:t>D:/pasar_fix/node_modules/.bun/es-toolkit@1.46.1/node_modules/es-toolkit/compat/at.d.ts</a:t>
            </a:r>
          </a:p>
          <a:p>
            <a:pPr>
              <a:defRPr sz="1200"/>
            </a:pPr>
            <a:r>
              <a:t>D:/pasar_fix/node_modules/.bun/es-toolkit@1.46.1/node_modules/es-toolkit/compat/at.js</a:t>
            </a:r>
          </a:p>
          <a:p>
            <a:pPr>
              <a:defRPr sz="1200"/>
            </a:pPr>
            <a:r>
              <a:t>D:/pasar_fix/node_modules/.bun/es-toolkit@1.46.1/node_modules/es-toolkit/compat/attempt.d.ts</a:t>
            </a:r>
          </a:p>
          <a:p>
            <a:pPr>
              <a:defRPr sz="1200"/>
            </a:pPr>
            <a:r>
              <a:t>D:/pasar_fix/node_modules/.bun/es-toolkit@1.46.1/node_modules/es-toolkit/compat/attempt.js</a:t>
            </a:r>
          </a:p>
          <a:p>
            <a:pPr>
              <a:defRPr sz="1200"/>
            </a:pPr>
            <a:r>
              <a:t>D:/pasar_fix/node_modules/.bun/es-toolkit@1.46.1/node_modules/es-toolkit/compat/before.d.ts</a:t>
            </a:r>
          </a:p>
          <a:p>
            <a:pPr>
              <a:defRPr sz="1200"/>
            </a:pPr>
            <a:r>
              <a:t>D:/pasar_fix/node_modules/.bun/es-toolkit@1.46.1/node_modules/es-toolkit/compat/before.js</a:t>
            </a:r>
          </a:p>
          <a:p>
            <a:pPr>
              <a:defRPr sz="1200"/>
            </a:pPr>
            <a:r>
              <a:t>D:/pasar_fix/node_modules/.bun/es-toolkit@1.46.1/node_modules/es-toolkit/compat/bind.d.ts</a:t>
            </a:r>
          </a:p>
          <a:p>
            <a:pPr>
              <a:defRPr sz="1200"/>
            </a:pPr>
            <a:r>
              <a:t>D:/pasar_fix/node_modules/.bun/es-toolkit@1.46.1/node_modules/es-toolkit/compat/bind.js</a:t>
            </a:r>
          </a:p>
          <a:p>
            <a:pPr>
              <a:defRPr sz="1200"/>
            </a:pPr>
            <a:r>
              <a:t>D:/pasar_fix/node_modules/.bun/es-toolkit@1.46.1/node_modules/es-toolkit/compat/bindAll.d.ts</a:t>
            </a:r>
          </a:p>
          <a:p>
            <a:pPr>
              <a:defRPr sz="1200"/>
            </a:pPr>
            <a:r>
              <a:t>D:/pasar_fix/node_modules/.bun/es-toolkit@1.46.1/node_modules/es-toolkit/compat/bindAll.js</a:t>
            </a:r>
          </a:p>
          <a:p>
            <a:pPr>
              <a:defRPr sz="1200"/>
            </a:pPr>
            <a:r>
              <a:t>D:/pasar_fix/node_modules/.bun/es-toolkit@1.46.1/node_modules/es-toolkit/compat/bindKey.d.ts</a:t>
            </a:r>
          </a:p>
          <a:p>
            <a:pPr>
              <a:defRPr sz="1200"/>
            </a:pPr>
            <a:r>
              <a:t>D:/pasar_fix/node_modules/.bun/es-toolkit@1.46.1/node_modules/es-toolkit/compat/bindKey.js</a:t>
            </a:r>
          </a:p>
          <a:p>
            <a:pPr>
              <a:defRPr sz="1200"/>
            </a:pPr>
            <a:r>
              <a:t>D:/pasar_fix/node_modules/.bun/es-toolkit@1.46.1/node_modules/es-toolkit/compat/camelCase.d.ts</a:t>
            </a:r>
          </a:p>
          <a:p>
            <a:pPr>
              <a:defRPr sz="1200"/>
            </a:pPr>
            <a:r>
              <a:t>D:/pasar_fix/node_modules/.bun/es-toolkit@1.46.1/node_modules/es-toolkit/compat/camelCase.js</a:t>
            </a:r>
          </a:p>
          <a:p>
            <a:pPr>
              <a:defRPr sz="1200"/>
            </a:pPr>
            <a:r>
              <a:t>D:/pasar_fix/node_modules/.bun/es-toolkit@1.46.1/node_modules/es-toolkit/compat/capitalize.d.ts</a:t>
            </a:r>
          </a:p>
          <a:p>
            <a:pPr>
              <a:defRPr sz="1200"/>
            </a:pPr>
            <a:r>
              <a:t>D:/pasar_fix/node_modules/.bun/es-toolkit@1.46.1/node_modules/es-toolkit/compat/capitalize.js</a:t>
            </a:r>
          </a:p>
          <a:p>
            <a:pPr>
              <a:defRPr sz="1200"/>
            </a:pPr>
            <a:r>
              <a:t>D:/pasar_fix/node_modules/.bun/es-toolkit@1.46.1/node_modules/es-toolkit/compat/castArray.d.ts</a:t>
            </a:r>
          </a:p>
          <a:p>
            <a:pPr>
              <a:defRPr sz="1200"/>
            </a:pPr>
            <a:r>
              <a:t>D:/pasar_fix/node_modules/.bun/es-toolkit@1.46.1/node_modules/es-toolkit/compat/castArray.js</a:t>
            </a:r>
          </a:p>
          <a:p>
            <a:pPr>
              <a:defRPr sz="1200"/>
            </a:pPr>
            <a:r>
              <a:t>D:/pasar_fix/node_modules/.bun/es-toolkit@1.46.1/node_modules/es-toolkit/compat/ceil.d.ts</a:t>
            </a:r>
          </a:p>
          <a:p>
            <a:pPr>
              <a:defRPr sz="1200"/>
            </a:pPr>
            <a:r>
              <a:t>D:/pasar_fix/node_modules/.bun/es-toolkit@1.46.1/node_modules/es-toolkit/compat/ceil.js</a:t>
            </a:r>
          </a:p>
          <a:p>
            <a:pPr>
              <a:defRPr sz="1200"/>
            </a:pPr>
            <a:r>
              <a:t>D:/pasar_fix/node_modules/.bun/es-toolkit@1.46.1/node_modules/es-toolkit/compat/chunk.d.ts</a:t>
            </a:r>
          </a:p>
          <a:p>
            <a:pPr>
              <a:defRPr sz="1200"/>
            </a:pPr>
            <a:r>
              <a:t>D:/pasar_fix/node_modules/.bun/es-toolkit@1.46.1/node_modules/es-toolkit/compat/chunk.js</a:t>
            </a:r>
          </a:p>
          <a:p>
            <a:pPr>
              <a:defRPr sz="1200"/>
            </a:pPr>
            <a:r>
              <a:t>D:/pasar_fix/node_modules/.bun/es-toolkit@1.46.1/node_modules/es-toolkit/compat/clamp.d.ts</a:t>
            </a:r>
          </a:p>
          <a:p>
            <a:pPr>
              <a:defRPr sz="1200"/>
            </a:pPr>
            <a:r>
              <a:t>D:/pasar_fix/node_modules/.bun/es-toolkit@1.46.1/node_modules/es-toolkit/compat/clamp.js</a:t>
            </a:r>
          </a:p>
          <a:p>
            <a:pPr>
              <a:defRPr sz="1200"/>
            </a:pPr>
            <a:r>
              <a:t>D:/pasar_fix/node_modules/.bun/es-toolkit@1.46.1/node_modules/es-toolkit/compat/clone.d.ts</a:t>
            </a:r>
          </a:p>
          <a:p>
            <a:pPr>
              <a:defRPr sz="1200"/>
            </a:pPr>
            <a:r>
              <a:t>D:/pasar_fix/node_modules/.bun/es-toolkit@1.46.1/node_modules/es-toolkit/compat/clone.js</a:t>
            </a:r>
          </a:p>
          <a:p>
            <a:pPr>
              <a:defRPr sz="1200"/>
            </a:pPr>
            <a:r>
              <a:t>D:/pasar_fix/node_modules/.bun/es-toolkit@1.46.1/node_modules/es-toolkit/compat/cloneDeep.d.ts</a:t>
            </a:r>
          </a:p>
          <a:p>
            <a:pPr>
              <a:defRPr sz="1200"/>
            </a:pPr>
            <a:r>
              <a:t>D:/pasar_fix/node_modules/.bun/es-toolkit@1.46.1/node_modules/es-toolkit/compat/cloneDeep.js</a:t>
            </a:r>
          </a:p>
          <a:p>
            <a:pPr>
              <a:defRPr sz="1200"/>
            </a:pPr>
            <a:r>
              <a:t>D:/pasar_fix/node_modules/.bun/es-toolkit@1.46.1/node_modules/es-toolkit/compat/cloneDeepWith.d.ts</a:t>
            </a:r>
          </a:p>
          <a:p>
            <a:pPr>
              <a:defRPr sz="1200"/>
            </a:pPr>
            <a:r>
              <a:t>D:/pasar_fix/node_modules/.bun/es-toolkit@1.46.1/node_modules/es-toolkit/compat/cloneDeepWith.js</a:t>
            </a:r>
          </a:p>
          <a:p>
            <a:pPr>
              <a:defRPr sz="1200"/>
            </a:pPr>
            <a:r>
              <a:t>D:/pasar_fix/node_modules/.bun/es-toolkit@1.46.1/node_modules/es-toolkit/compat/cloneWith.d.ts</a:t>
            </a:r>
          </a:p>
          <a:p>
            <a:pPr>
              <a:defRPr sz="1200"/>
            </a:pPr>
            <a:r>
              <a:t>D:/pasar_fix/node_modules/.bun/es-toolkit@1.46.1/node_modules/es-toolkit/compat/cloneWith.js</a:t>
            </a:r>
          </a:p>
          <a:p>
            <a:pPr>
              <a:defRPr sz="1200"/>
            </a:pPr>
            <a:r>
              <a:t>D:/pasar_fix/node_modules/.bun/es-toolkit@1.46.1/node_modules/es-toolkit/compat/compact.d.ts</a:t>
            </a:r>
          </a:p>
          <a:p>
            <a:pPr>
              <a:defRPr sz="1200"/>
            </a:pPr>
            <a:r>
              <a:t>D:/pasar_fix/node_modules/.bun/es-toolkit@1.46.1/node_modules/es-toolkit/compat/compact.js</a:t>
            </a:r>
          </a:p>
          <a:p>
            <a:pPr>
              <a:defRPr sz="1200"/>
            </a:pPr>
            <a:r>
              <a:t>D:/pasar_fix/node_modules/.bun/es-toolkit@1.46.1/node_modules/es-toolkit/compat/concat.d.ts</a:t>
            </a:r>
          </a:p>
          <a:p>
            <a:pPr>
              <a:defRPr sz="1200"/>
            </a:pPr>
            <a:r>
              <a:t>D:/pasar_fix/node_modules/.bun/es-toolkit@1.46.1/node_modules/es-toolkit/compat/concat.js</a:t>
            </a:r>
          </a:p>
          <a:p>
            <a:pPr>
              <a:defRPr sz="1200"/>
            </a:pPr>
            <a:r>
              <a:t>D:/pasar_fix/node_modules/.bun/es-toolkit@1.46.1/node_modules/es-toolkit/compat/cond.d.ts</a:t>
            </a:r>
          </a:p>
          <a:p>
            <a:pPr>
              <a:defRPr sz="1200"/>
            </a:pPr>
            <a:r>
              <a:t>D:/pasar_fix/node_modules/.bun/es-toolkit@1.46.1/node_modules/es-toolkit/compat/cond.js</a:t>
            </a:r>
          </a:p>
          <a:p>
            <a:pPr>
              <a:defRPr sz="1200"/>
            </a:pPr>
            <a:r>
              <a:t>D:/pasar_fix/node_modules/.bun/es-toolkit@1.46.1/node_modules/es-toolkit/compat/conforms.d.ts</a:t>
            </a:r>
          </a:p>
          <a:p>
            <a:pPr>
              <a:defRPr sz="1200"/>
            </a:pPr>
            <a:r>
              <a:t>D:/pasar_fix/node_modules/.bun/es-toolkit@1.46.1/node_modules/es-toolkit/compat/conforms.js</a:t>
            </a:r>
          </a:p>
          <a:p>
            <a:pPr>
              <a:defRPr sz="1200"/>
            </a:pPr>
            <a:r>
              <a:t>D:/pasar_fix/node_modules/.bun/es-toolkit@1.46.1/node_modules/es-toolkit/compat/conformsTo.d.ts</a:t>
            </a:r>
          </a:p>
          <a:p>
            <a:pPr>
              <a:defRPr sz="1200"/>
            </a:pPr>
            <a:r>
              <a:t>D:/pasar_fix/node_modules/.bun/es-toolkit@1.46.1/node_modules/es-toolkit/compat/conformsTo.js</a:t>
            </a:r>
          </a:p>
          <a:p>
            <a:pPr>
              <a:defRPr sz="1200"/>
            </a:pPr>
            <a:r>
              <a:t>D:/pasar_fix/node_modules/.bun/es-toolkit@1.46.1/node_modules/es-toolkit/compat/constant.d.ts</a:t>
            </a:r>
          </a:p>
          <a:p>
            <a:pPr>
              <a:defRPr sz="1200"/>
            </a:pPr>
            <a:r>
              <a:t>D:/pasar_fix/node_modules/.bun/es-toolkit@1.46.1/node_modules/es-toolkit/compat/constant.js</a:t>
            </a:r>
          </a:p>
          <a:p>
            <a:pPr>
              <a:defRPr sz="1200"/>
            </a:pPr>
            <a:r>
              <a:t>D:/pasar_fix/node_modules/.bun/es-toolkit@1.46.1/node_modules/es-toolkit/compat/countBy.d.ts</a:t>
            </a:r>
          </a:p>
          <a:p>
            <a:pPr>
              <a:defRPr sz="1200"/>
            </a:pPr>
            <a:r>
              <a:t>D:/pasar_fix/node_modules/.bun/es-toolkit@1.46.1/node_modules/es-toolkit/compat/countBy.js</a:t>
            </a:r>
          </a:p>
          <a:p>
            <a:pPr>
              <a:defRPr sz="1200"/>
            </a:pPr>
            <a:r>
              <a:t>D:/pasar_fix/node_modules/.bun/es-toolkit@1.46.1/node_modules/es-toolkit/compat/create.d.ts</a:t>
            </a:r>
          </a:p>
          <a:p>
            <a:pPr>
              <a:defRPr sz="1200"/>
            </a:pPr>
            <a:r>
              <a:t>D:/pasar_fix/node_modules/.bun/es-toolkit@1.46.1/node_modules/es-toolkit/compat/create.js</a:t>
            </a:r>
          </a:p>
          <a:p>
            <a:pPr>
              <a:defRPr sz="1200"/>
            </a:pPr>
            <a:r>
              <a:t>D:/pasar_fix/node_modules/.bun/es-toolkit@1.46.1/node_modules/es-toolkit/compat/curry.d.ts</a:t>
            </a:r>
          </a:p>
          <a:p>
            <a:pPr>
              <a:defRPr sz="1200"/>
            </a:pPr>
            <a:r>
              <a:t>D:/pasar_fix/node_modules/.bun/es-toolkit@1.46.1/node_modules/es-toolkit/compat/curry.js</a:t>
            </a:r>
          </a:p>
          <a:p>
            <a:pPr>
              <a:defRPr sz="1200"/>
            </a:pPr>
            <a:r>
              <a:t>D:/pasar_fix/node_modules/.bun/es-toolkit@1.46.1/node_modules/es-toolkit/compat/curryRight.d.ts</a:t>
            </a:r>
          </a:p>
          <a:p>
            <a:pPr>
              <a:defRPr sz="1200"/>
            </a:pPr>
            <a:r>
              <a:t>D:/pasar_fix/node_modules/.bun/es-toolkit@1.46.1/node_modules/es-toolkit/compat/curryRight.js</a:t>
            </a:r>
          </a:p>
          <a:p>
            <a:pPr>
              <a:defRPr sz="1200"/>
            </a:pPr>
            <a:r>
              <a:t>D:/pasar_fix/node_modules/.bun/es-toolkit@1.46.1/node_modules/es-toolkit/compat/debounce.d.ts</a:t>
            </a:r>
          </a:p>
          <a:p>
            <a:pPr>
              <a:defRPr sz="1200"/>
            </a:pPr>
            <a:r>
              <a:t>D:/pasar_fix/node_modules/.bun/es-toolkit@1.46.1/node_modules/es-toolkit/compat/debounce.js</a:t>
            </a:r>
          </a:p>
          <a:p>
            <a:pPr>
              <a:defRPr sz="1200"/>
            </a:pPr>
            <a:r>
              <a:t>D:/pasar_fix/node_modules/.bun/es-toolkit@1.46.1/node_modules/es-toolkit/compat/deburr.d.ts</a:t>
            </a:r>
          </a:p>
          <a:p>
            <a:pPr>
              <a:defRPr sz="1200"/>
            </a:pPr>
            <a:r>
              <a:t>D:/pasar_fix/node_modules/.bun/es-toolkit@1.46.1/node_modules/es-toolkit/compat/deburr.js</a:t>
            </a:r>
          </a:p>
          <a:p>
            <a:pPr>
              <a:defRPr sz="1200"/>
            </a:pPr>
            <a:r>
              <a:t>D:/pasar_fix/node_modules/.bun/es-toolkit@1.46.1/node_modules/es-toolkit/compat/defaults.d.ts</a:t>
            </a:r>
          </a:p>
          <a:p>
            <a:pPr>
              <a:defRPr sz="1200"/>
            </a:pPr>
            <a:r>
              <a:t>D:/pasar_fix/node_modules/.bun/es-toolkit@1.46.1/node_modules/es-toolkit/compat/defaults.js</a:t>
            </a:r>
          </a:p>
          <a:p>
            <a:pPr>
              <a:defRPr sz="1200"/>
            </a:pPr>
            <a:r>
              <a:t>D:/pasar_fix/node_modules/.bun/es-toolkit@1.46.1/node_modules/es-toolkit/compat/defaultsDeep.d.ts</a:t>
            </a:r>
          </a:p>
          <a:p>
            <a:pPr>
              <a:defRPr sz="1200"/>
            </a:pPr>
            <a:r>
              <a:t>D:/pasar_fix/node_modules/.bun/es-toolkit@1.46.1/node_modules/es-toolkit/compat/defaultsDeep.js</a:t>
            </a:r>
          </a:p>
          <a:p>
            <a:pPr>
              <a:defRPr sz="1200"/>
            </a:pPr>
            <a:r>
              <a:t>D:/pasar_fix/node_modules/.bun/es-toolkit@1.46.1/node_modules/es-toolkit/compat/defaultTo.d.ts</a:t>
            </a:r>
          </a:p>
          <a:p>
            <a:pPr>
              <a:defRPr sz="1200"/>
            </a:pPr>
            <a:r>
              <a:t>D:/pasar_fix/node_modules/.bun/es-toolkit@1.46.1/node_modules/es-toolkit/compat/defaultTo.js</a:t>
            </a:r>
          </a:p>
          <a:p>
            <a:pPr>
              <a:defRPr sz="1200"/>
            </a:pPr>
            <a:r>
              <a:t>D:/pasar_fix/node_modules/.bun/es-toolkit@1.46.1/node_modules/es-toolkit/compat/defer.d.ts</a:t>
            </a:r>
          </a:p>
          <a:p>
            <a:pPr>
              <a:defRPr sz="1200"/>
            </a:pPr>
            <a:r>
              <a:t>D:/pasar_fix/node_modules/.bun/es-toolkit@1.46.1/node_modules/es-toolkit/compat/defer.js</a:t>
            </a:r>
          </a:p>
          <a:p>
            <a:pPr>
              <a:defRPr sz="1200"/>
            </a:pPr>
            <a:r>
              <a:t>D:/pasar_fix/node_modules/.bun/es-toolkit@1.46.1/node_modules/es-toolkit/compat/delay.d.ts</a:t>
            </a:r>
          </a:p>
          <a:p>
            <a:pPr>
              <a:defRPr sz="1200"/>
            </a:pPr>
            <a:r>
              <a:t>D:/pasar_fix/node_modules/.bun/es-toolkit@1.46.1/node_modules/es-toolkit/compat/delay.js</a:t>
            </a:r>
          </a:p>
          <a:p>
            <a:pPr>
              <a:defRPr sz="1200"/>
            </a:pPr>
            <a:r>
              <a:t>D:/pasar_fix/node_modules/.bun/es-toolkit@1.46.1/node_modules/es-toolkit/compat/difference.d.ts</a:t>
            </a:r>
          </a:p>
          <a:p>
            <a:pPr>
              <a:defRPr sz="1200"/>
            </a:pPr>
            <a:r>
              <a:t>D:/pasar_fix/node_modules/.bun/es-toolkit@1.46.1/node_modules/es-toolkit/compat/difference.js</a:t>
            </a:r>
          </a:p>
          <a:p>
            <a:pPr>
              <a:defRPr sz="1200"/>
            </a:pPr>
            <a:r>
              <a:t>D:/pasar_fix/node_modules/.bun/es-toolkit@1.46.1/node_modules/es-toolkit/compat/differenceBy.d.ts</a:t>
            </a:r>
          </a:p>
          <a:p>
            <a:pPr>
              <a:defRPr sz="1200"/>
            </a:pPr>
            <a:r>
              <a:t>D:/pasar_fix/node_modules/.bun/es-toolkit@1.46.1/node_modules/es-toolkit/compat/differenceBy.js</a:t>
            </a:r>
          </a:p>
          <a:p>
            <a:pPr>
              <a:defRPr sz="1200"/>
            </a:pPr>
            <a:r>
              <a:t>D:/pasar_fix/node_modules/.bun/es-toolkit@1.46.1/node_modules/es-toolkit/compat/differenceWith.d.ts</a:t>
            </a:r>
          </a:p>
          <a:p>
            <a:pPr>
              <a:defRPr sz="1200"/>
            </a:pPr>
            <a:r>
              <a:t>D:/pasar_fix/node_modules/.bun/es-toolkit@1.46.1/node_modules/es-toolkit/compat/differenceWith.js</a:t>
            </a:r>
          </a:p>
          <a:p>
            <a:pPr>
              <a:defRPr sz="1200"/>
            </a:pPr>
            <a:r>
              <a:t>D:/pasar_fix/node_modules/.bun/es-toolkit@1.46.1/node_modules/es-toolkit/compat/divide.d.ts</a:t>
            </a:r>
          </a:p>
          <a:p>
            <a:pPr>
              <a:defRPr sz="1200"/>
            </a:pPr>
            <a:r>
              <a:t>D:/pasar_fix/node_modules/.bun/es-toolkit@1.46.1/node_modules/es-toolkit/compat/divide.js</a:t>
            </a:r>
          </a:p>
          <a:p>
            <a:pPr>
              <a:defRPr sz="1200"/>
            </a:pPr>
            <a:r>
              <a:t>D:/pasar_fix/node_modules/.bun/es-toolkit@1.46.1/node_modules/es-toolkit/compat/drop.d.ts</a:t>
            </a:r>
          </a:p>
          <a:p>
            <a:pPr>
              <a:defRPr sz="1200"/>
            </a:pPr>
            <a:r>
              <a:t>D:/pasar_fix/node_modules/.bun/es-toolkit@1.46.1/node_modules/es-toolkit/compat/drop.js</a:t>
            </a:r>
          </a:p>
          <a:p>
            <a:pPr>
              <a:defRPr sz="1200"/>
            </a:pPr>
            <a:r>
              <a:t>D:/pasar_fix/node_modules/.bun/es-toolkit@1.46.1/node_modules/es-toolkit/compat/dropRight.d.ts</a:t>
            </a:r>
          </a:p>
          <a:p>
            <a:pPr>
              <a:defRPr sz="1200"/>
            </a:pPr>
            <a:r>
              <a:t>D:/pasar_fix/node_modules/.bun/es-toolkit@1.46.1/node_modules/es-toolkit/compat/dropRight.js</a:t>
            </a:r>
          </a:p>
          <a:p>
            <a:pPr>
              <a:defRPr sz="1200"/>
            </a:pPr>
            <a:r>
              <a:t>D:/pasar_fix/node_modules/.bun/es-toolkit@1.46.1/node_modules/es-toolkit/compat/dropRightWhile.d.ts</a:t>
            </a:r>
          </a:p>
          <a:p>
            <a:pPr>
              <a:defRPr sz="1200"/>
            </a:pPr>
            <a:r>
              <a:t>D:/pasar_fix/node_modules/.bun/es-toolkit@1.46.1/node_modules/es-toolkit/compat/dropRightWhile.js</a:t>
            </a:r>
          </a:p>
          <a:p>
            <a:pPr>
              <a:defRPr sz="1200"/>
            </a:pPr>
            <a:r>
              <a:t>D:/pasar_fix/node_modules/.bun/es-toolkit@1.46.1/node_modules/es-toolkit/compat/dropWhile.d.ts</a:t>
            </a:r>
          </a:p>
          <a:p>
            <a:pPr>
              <a:defRPr sz="1200"/>
            </a:pPr>
            <a:r>
              <a:t>D:/pasar_fix/node_modules/.bun/es-toolkit@1.46.1/node_modules/es-toolkit/compat/dropWhile.js</a:t>
            </a:r>
          </a:p>
          <a:p>
            <a:pPr>
              <a:defRPr sz="1200"/>
            </a:pPr>
            <a:r>
              <a:t>D:/pasar_fix/node_modules/.bun/es-toolkit@1.46.1/node_modules/es-toolkit/compat/each.d.ts</a:t>
            </a:r>
          </a:p>
          <a:p>
            <a:pPr>
              <a:defRPr sz="1200"/>
            </a:pPr>
            <a:r>
              <a:t>D:/pasar_fix/node_modules/.bun/es-toolkit@1.46.1/node_modules/es-toolkit/compat/each.js</a:t>
            </a:r>
          </a:p>
          <a:p>
            <a:pPr>
              <a:defRPr sz="1200"/>
            </a:pPr>
            <a:r>
              <a:t>D:/pasar_fix/node_modules/.bun/es-toolkit@1.46.1/node_modules/es-toolkit/compat/eachRight.d.ts</a:t>
            </a:r>
          </a:p>
          <a:p>
            <a:pPr>
              <a:defRPr sz="1200"/>
            </a:pPr>
            <a:r>
              <a:t>D:/pasar_fix/node_modules/.bun/es-toolkit@1.46.1/node_modules/es-toolkit/compat/eachRight.js</a:t>
            </a:r>
          </a:p>
          <a:p>
            <a:pPr>
              <a:defRPr sz="1200"/>
            </a:pPr>
            <a:r>
              <a:t>D:/pasar_fix/node_modules/.bun/es-toolkit@1.46.1/node_modules/es-toolkit/compat/endsWith.d.ts</a:t>
            </a:r>
          </a:p>
          <a:p>
            <a:pPr>
              <a:defRPr sz="1200"/>
            </a:pPr>
            <a:r>
              <a:t>D:/pasar_fix/node_modules/.bun/es-toolkit@1.46.1/node_modules/es-toolkit/compat/endsWith.js</a:t>
            </a:r>
          </a:p>
          <a:p>
            <a:pPr>
              <a:defRPr sz="1200"/>
            </a:pPr>
            <a:r>
              <a:t>D:/pasar_fix/node_modules/.bun/es-toolkit@1.46.1/node_modules/es-toolkit/compat/eq.d.ts</a:t>
            </a:r>
          </a:p>
          <a:p>
            <a:pPr>
              <a:defRPr sz="1200"/>
            </a:pPr>
            <a:r>
              <a:t>D:/pasar_fix/node_modules/.bun/es-toolkit@1.46.1/node_modules/es-toolkit/compat/eq.js</a:t>
            </a:r>
          </a:p>
          <a:p>
            <a:pPr>
              <a:defRPr sz="1200"/>
            </a:pPr>
            <a:r>
              <a:t>D:/pasar_fix/node_modules/.bun/es-toolkit@1.46.1/node_modules/es-toolkit/compat/escape.d.ts</a:t>
            </a:r>
          </a:p>
          <a:p>
            <a:pPr>
              <a:defRPr sz="1200"/>
            </a:pPr>
            <a:r>
              <a:t>D:/pasar_fix/node_modules/.bun/es-toolkit@1.46.1/node_modules/es-toolkit/compat/escape.js</a:t>
            </a:r>
          </a:p>
          <a:p>
            <a:pPr>
              <a:defRPr sz="1200"/>
            </a:pPr>
            <a:r>
              <a:t>D:/pasar_fix/node_modules/.bun/es-toolkit@1.46.1/node_modules/es-toolkit/compat/escapeRegExp.d.ts</a:t>
            </a:r>
          </a:p>
          <a:p>
            <a:pPr>
              <a:defRPr sz="1200"/>
            </a:pPr>
            <a:r>
              <a:t>D:/pasar_fix/node_modules/.bun/es-toolkit@1.46.1/node_modules/es-toolkit/compat/escapeRegExp.js</a:t>
            </a:r>
          </a:p>
          <a:p>
            <a:pPr>
              <a:defRPr sz="1200"/>
            </a:pPr>
            <a:r>
              <a:t>D:/pasar_fix/node_modules/.bun/es-toolkit@1.46.1/node_modules/es-toolkit/compat/every.d.ts</a:t>
            </a:r>
          </a:p>
          <a:p>
            <a:pPr>
              <a:defRPr sz="1200"/>
            </a:pPr>
            <a:r>
              <a:t>D:/pasar_fix/node_modules/.bun/es-toolkit@1.46.1/node_modules/es-toolkit/compat/every.js</a:t>
            </a:r>
          </a:p>
          <a:p>
            <a:pPr>
              <a:defRPr sz="1200"/>
            </a:pPr>
            <a:r>
              <a:t>D:/pasar_fix/node_modules/.bun/es-toolkit@1.46.1/node_modules/es-toolkit/compat/extend.d.ts</a:t>
            </a:r>
          </a:p>
          <a:p>
            <a:pPr>
              <a:defRPr sz="1200"/>
            </a:pPr>
            <a:r>
              <a:t>D:/pasar_fix/node_modules/.bun/es-toolkit@1.46.1/node_modules/es-toolkit/compat/extend.js</a:t>
            </a:r>
          </a:p>
          <a:p>
            <a:pPr>
              <a:defRPr sz="1200"/>
            </a:pPr>
            <a:r>
              <a:t>D:/pasar_fix/node_modules/.bun/es-toolkit@1.46.1/node_modules/es-toolkit/compat/extendWith.d.ts</a:t>
            </a:r>
          </a:p>
          <a:p>
            <a:pPr>
              <a:defRPr sz="1200"/>
            </a:pPr>
            <a:r>
              <a:t>D:/pasar_fix/node_modules/.bun/es-toolkit@1.46.1/node_modules/es-toolkit/compat/extendWith.js</a:t>
            </a:r>
          </a:p>
          <a:p>
            <a:pPr>
              <a:defRPr sz="1200"/>
            </a:pPr>
            <a:r>
              <a:t>D:/pasar_fix/node_modules/.bun/es-toolkit@1.46.1/node_modules/es-toolkit/compat/fill.d.ts</a:t>
            </a:r>
          </a:p>
          <a:p>
            <a:pPr>
              <a:defRPr sz="1200"/>
            </a:pPr>
            <a:r>
              <a:t>D:/pasar_fix/node_modules/.bun/es-toolkit@1.46.1/node_modules/es-toolkit/compat/fill.js</a:t>
            </a:r>
          </a:p>
          <a:p>
            <a:pPr>
              <a:defRPr sz="1200"/>
            </a:pPr>
            <a:r>
              <a:t>D:/pasar_fix/node_modules/.bun/es-toolkit@1.46.1/node_modules/es-toolkit/compat/filter.d.ts</a:t>
            </a:r>
          </a:p>
          <a:p>
            <a:pPr>
              <a:defRPr sz="1200"/>
            </a:pPr>
            <a:r>
              <a:t>D:/pasar_fix/node_modules/.bun/es-toolkit@1.46.1/node_modules/es-toolkit/compat/filter.js</a:t>
            </a:r>
          </a:p>
          <a:p>
            <a:pPr>
              <a:defRPr sz="1200"/>
            </a:pPr>
            <a:r>
              <a:t>D:/pasar_fix/node_modules/.bun/es-toolkit@1.46.1/node_modules/es-toolkit/compat/find.d.ts</a:t>
            </a:r>
          </a:p>
          <a:p>
            <a:pPr>
              <a:defRPr sz="1200"/>
            </a:pPr>
            <a:r>
              <a:t>D:/pasar_fix/node_modules/.bun/es-toolkit@1.46.1/node_modules/es-toolkit/compat/find.js</a:t>
            </a:r>
          </a:p>
          <a:p>
            <a:pPr>
              <a:defRPr sz="1200"/>
            </a:pPr>
            <a:r>
              <a:t>D:/pasar_fix/node_modules/.bun/es-toolkit@1.46.1/node_modules/es-toolkit/compat/findIndex.d.ts</a:t>
            </a:r>
          </a:p>
          <a:p>
            <a:pPr>
              <a:defRPr sz="1200"/>
            </a:pPr>
            <a:r>
              <a:t>D:/pasar_fix/node_modules/.bun/es-toolkit@1.46.1/node_modules/es-toolkit/compat/findIndex.js</a:t>
            </a:r>
          </a:p>
          <a:p>
            <a:pPr>
              <a:defRPr sz="1200"/>
            </a:pPr>
            <a:r>
              <a:t>D:/pasar_fix/node_modules/.bun/es-toolkit@1.46.1/node_modules/es-toolkit/compat/findKey.d.ts</a:t>
            </a:r>
          </a:p>
          <a:p>
            <a:pPr>
              <a:defRPr sz="1200"/>
            </a:pPr>
            <a:r>
              <a:t>D:/pasar_fix/node_modules/.bun/es-toolkit@1.46.1/node_modules/es-toolkit/compat/findKey.js</a:t>
            </a:r>
          </a:p>
          <a:p>
            <a:pPr>
              <a:defRPr sz="1200"/>
            </a:pPr>
            <a:r>
              <a:t>D:/pasar_fix/node_modules/.bun/es-toolkit@1.46.1/node_modules/es-toolkit/compat/findLast.d.ts</a:t>
            </a:r>
          </a:p>
          <a:p>
            <a:pPr>
              <a:defRPr sz="1200"/>
            </a:pPr>
            <a:r>
              <a:t>D:/pasar_fix/node_modules/.bun/es-toolkit@1.46.1/node_modules/es-toolkit/compat/findLast.js</a:t>
            </a:r>
          </a:p>
          <a:p>
            <a:pPr>
              <a:defRPr sz="1200"/>
            </a:pPr>
            <a:r>
              <a:t>D:/pasar_fix/node_modules/.bun/es-toolkit@1.46.1/node_modules/es-toolkit/compat/findLastIndex.d.ts</a:t>
            </a:r>
          </a:p>
          <a:p>
            <a:pPr>
              <a:defRPr sz="1200"/>
            </a:pPr>
            <a:r>
              <a:t>D:/pasar_fix/node_modules/.bun/es-toolkit@1.46.1/node_modules/es-toolkit/compat/findLastIndex.js</a:t>
            </a:r>
          </a:p>
          <a:p>
            <a:pPr>
              <a:defRPr sz="1200"/>
            </a:pPr>
            <a:r>
              <a:t>D:/pasar_fix/node_modules/.bun/es-toolkit@1.46.1/node_modules/es-toolkit/compat/findLastKey.d.ts</a:t>
            </a:r>
          </a:p>
          <a:p>
            <a:pPr>
              <a:defRPr sz="1200"/>
            </a:pPr>
            <a:r>
              <a:t>D:/pasar_fix/node_modules/.bun/es-toolkit@1.46.1/node_modules/es-toolkit/compat/findLastKey.js</a:t>
            </a:r>
          </a:p>
          <a:p>
            <a:pPr>
              <a:defRPr sz="1200"/>
            </a:pPr>
            <a:r>
              <a:t>D:/pasar_fix/node_modules/.bun/es-toolkit@1.46.1/node_modules/es-toolkit/compat/first.d.ts</a:t>
            </a:r>
          </a:p>
          <a:p>
            <a:pPr>
              <a:defRPr sz="1200"/>
            </a:pPr>
            <a:r>
              <a:t>D:/pasar_fix/node_modules/.bun/es-toolkit@1.46.1/node_modules/es-toolkit/compat/first.js</a:t>
            </a:r>
          </a:p>
          <a:p>
            <a:pPr>
              <a:defRPr sz="1200"/>
            </a:pPr>
            <a:r>
              <a:t>D:/pasar_fix/node_modules/.bun/es-toolkit@1.46.1/node_modules/es-toolkit/compat/flatMap.d.ts</a:t>
            </a:r>
          </a:p>
          <a:p>
            <a:pPr>
              <a:defRPr sz="1200"/>
            </a:pPr>
            <a:r>
              <a:t>D:/pasar_fix/node_modules/.bun/es-toolkit@1.46.1/node_modules/es-toolkit/compat/flatMap.js</a:t>
            </a:r>
          </a:p>
          <a:p>
            <a:pPr>
              <a:defRPr sz="1200"/>
            </a:pPr>
            <a:r>
              <a:t>D:/pasar_fix/node_modules/.bun/es-toolkit@1.46.1/node_modules/es-toolkit/compat/flatMapDeep.d.ts</a:t>
            </a:r>
          </a:p>
          <a:p>
            <a:pPr>
              <a:defRPr sz="1200"/>
            </a:pPr>
            <a:r>
              <a:t>D:/pasar_fix/node_modules/.bun/es-toolkit@1.46.1/node_modules/es-toolkit/compat/flatMapDeep.js</a:t>
            </a:r>
          </a:p>
          <a:p>
            <a:pPr>
              <a:defRPr sz="1200"/>
            </a:pPr>
            <a:r>
              <a:t>D:/pasar_fix/node_modules/.bun/es-toolkit@1.46.1/node_modules/es-toolkit/compat/flatMapDepth.d.ts</a:t>
            </a:r>
          </a:p>
          <a:p>
            <a:pPr>
              <a:defRPr sz="1200"/>
            </a:pPr>
            <a:r>
              <a:t>D:/pasar_fix/node_modules/.bun/es-toolkit@1.46.1/node_modules/es-toolkit/compat/flatMapDepth.js</a:t>
            </a:r>
          </a:p>
          <a:p>
            <a:pPr>
              <a:defRPr sz="1200"/>
            </a:pPr>
            <a:r>
              <a:t>D:/pasar_fix/node_modules/.bun/es-toolkit@1.46.1/node_modules/es-toolkit/compat/flatten.d.ts</a:t>
            </a:r>
          </a:p>
          <a:p>
            <a:pPr>
              <a:defRPr sz="1200"/>
            </a:pPr>
            <a:r>
              <a:t>D:/pasar_fix/node_modules/.bun/es-toolkit@1.46.1/node_modules/es-toolkit/compat/flatten.js</a:t>
            </a:r>
          </a:p>
          <a:p>
            <a:pPr>
              <a:defRPr sz="1200"/>
            </a:pPr>
            <a:r>
              <a:t>D:/pasar_fix/node_modules/.bun/es-toolkit@1.46.1/node_modules/es-toolkit/compat/flattenDeep.d.ts</a:t>
            </a:r>
          </a:p>
          <a:p>
            <a:pPr>
              <a:defRPr sz="1200"/>
            </a:pPr>
            <a:r>
              <a:t>D:/pasar_fix/node_modules/.bun/es-toolkit@1.46.1/node_modules/es-toolkit/compat/flattenDeep.js</a:t>
            </a:r>
          </a:p>
          <a:p>
            <a:pPr>
              <a:defRPr sz="1200"/>
            </a:pPr>
            <a:r>
              <a:t>D:/pasar_fix/node_modules/.bun/es-toolkit@1.46.1/node_modules/es-toolkit/compat/flattenDepth.d.ts</a:t>
            </a:r>
          </a:p>
          <a:p>
            <a:pPr>
              <a:defRPr sz="1200"/>
            </a:pPr>
            <a:r>
              <a:t>D:/pasar_fix/node_modules/.bun/es-toolkit@1.46.1/node_modules/es-toolkit/compat/flattenDepth.js</a:t>
            </a:r>
          </a:p>
          <a:p>
            <a:pPr>
              <a:defRPr sz="1200"/>
            </a:pPr>
            <a:r>
              <a:t>D:/pasar_fix/node_modules/.bun/es-toolkit@1.46.1/node_modules/es-toolkit/compat/flip.d.ts</a:t>
            </a:r>
          </a:p>
          <a:p>
            <a:pPr>
              <a:defRPr sz="1200"/>
            </a:pPr>
            <a:r>
              <a:t>D:/pasar_fix/node_modules/.bun/es-toolkit@1.46.1/node_modules/es-toolkit/compat/flip.js</a:t>
            </a:r>
          </a:p>
          <a:p>
            <a:pPr>
              <a:defRPr sz="1200"/>
            </a:pPr>
            <a:r>
              <a:t>D:/pasar_fix/node_modules/.bun/es-toolkit@1.46.1/node_modules/es-toolkit/compat/floor.d.ts</a:t>
            </a:r>
          </a:p>
          <a:p>
            <a:pPr>
              <a:defRPr sz="1200"/>
            </a:pPr>
            <a:r>
              <a:t>D:/pasar_fix/node_modules/.bun/es-toolkit@1.46.1/node_modules/es-toolkit/compat/floor.js</a:t>
            </a:r>
          </a:p>
          <a:p>
            <a:pPr>
              <a:defRPr sz="1200"/>
            </a:pPr>
            <a:r>
              <a:t>D:/pasar_fix/node_modules/.bun/es-toolkit@1.46.1/node_modules/es-toolkit/compat/flow.d.ts</a:t>
            </a:r>
          </a:p>
          <a:p>
            <a:pPr>
              <a:defRPr sz="1200"/>
            </a:pPr>
            <a:r>
              <a:t>D:/pasar_fix/node_modules/.bun/es-toolkit@1.46.1/node_modules/es-toolkit/compat/flow.js</a:t>
            </a:r>
          </a:p>
          <a:p>
            <a:pPr>
              <a:defRPr sz="1200"/>
            </a:pPr>
            <a:r>
              <a:t>D:/pasar_fix/node_modules/.bun/es-toolkit@1.46.1/node_modules/es-toolkit/compat/flowRight.d.ts</a:t>
            </a:r>
          </a:p>
          <a:p>
            <a:pPr>
              <a:defRPr sz="1200"/>
            </a:pPr>
            <a:r>
              <a:t>D:/pasar_fix/node_modules/.bun/es-toolkit@1.46.1/node_modules/es-toolkit/compat/flowRight.js</a:t>
            </a:r>
          </a:p>
          <a:p>
            <a:pPr>
              <a:defRPr sz="1200"/>
            </a:pPr>
            <a:r>
              <a:t>D:/pasar_fix/node_modules/.bun/es-toolkit@1.46.1/node_modules/es-toolkit/compat/forEach.d.ts</a:t>
            </a:r>
          </a:p>
          <a:p>
            <a:pPr>
              <a:defRPr sz="1200"/>
            </a:pPr>
            <a:r>
              <a:t>D:/pasar_fix/node_modules/.bun/es-toolkit@1.46.1/node_modules/es-toolkit/compat/forEach.js</a:t>
            </a:r>
          </a:p>
          <a:p>
            <a:pPr>
              <a:defRPr sz="1200"/>
            </a:pPr>
            <a:r>
              <a:t>D:/pasar_fix/node_modules/.bun/es-toolkit@1.46.1/node_modules/es-toolkit/compat/forEachRight.d.ts</a:t>
            </a:r>
          </a:p>
          <a:p>
            <a:pPr>
              <a:defRPr sz="1200"/>
            </a:pPr>
            <a:r>
              <a:t>D:/pasar_fix/node_modules/.bun/es-toolkit@1.46.1/node_modules/es-toolkit/compat/forEachRight.js</a:t>
            </a:r>
          </a:p>
          <a:p>
            <a:pPr>
              <a:defRPr sz="1200"/>
            </a:pPr>
            <a:r>
              <a:t>D:/pasar_fix/node_modules/.bun/es-toolkit@1.46.1/node_modules/es-toolkit/compat/forIn.d.ts</a:t>
            </a:r>
          </a:p>
          <a:p>
            <a:pPr>
              <a:defRPr sz="1200"/>
            </a:pPr>
            <a:r>
              <a:t>D:/pasar_fix/node_modules/.bun/es-toolkit@1.46.1/node_modules/es-toolkit/compat/forIn.js</a:t>
            </a:r>
          </a:p>
          <a:p>
            <a:pPr>
              <a:defRPr sz="1200"/>
            </a:pPr>
            <a:r>
              <a:t>D:/pasar_fix/node_modules/.bun/es-toolkit@1.46.1/node_modules/es-toolkit/compat/forInRight.d.ts</a:t>
            </a:r>
          </a:p>
          <a:p>
            <a:pPr>
              <a:defRPr sz="1200"/>
            </a:pPr>
            <a:r>
              <a:t>D:/pasar_fix/node_modules/.bun/es-toolkit@1.46.1/node_modules/es-toolkit/compat/forInRight.js</a:t>
            </a:r>
          </a:p>
          <a:p>
            <a:pPr>
              <a:defRPr sz="1200"/>
            </a:pPr>
            <a:r>
              <a:t>D:/pasar_fix/node_modules/.bun/es-toolkit@1.46.1/node_modules/es-toolkit/compat/forOwn.d.ts</a:t>
            </a:r>
          </a:p>
          <a:p>
            <a:pPr>
              <a:defRPr sz="1200"/>
            </a:pPr>
            <a:r>
              <a:t>D:/pasar_fix/node_modules/.bun/es-toolkit@1.46.1/node_modules/es-toolkit/compat/forOwn.js</a:t>
            </a:r>
          </a:p>
          <a:p>
            <a:pPr>
              <a:defRPr sz="1200"/>
            </a:pPr>
            <a:r>
              <a:t>D:/pasar_fix/node_modules/.bun/es-toolkit@1.46.1/node_modules/es-toolkit/compat/forOwnRight.d.ts</a:t>
            </a:r>
          </a:p>
          <a:p>
            <a:pPr>
              <a:defRPr sz="1200"/>
            </a:pPr>
            <a:r>
              <a:t>D:/pasar_fix/node_modules/.bun/es-toolkit@1.46.1/node_modules/es-toolkit/compat/forOwnRight.js</a:t>
            </a:r>
          </a:p>
          <a:p>
            <a:pPr>
              <a:defRPr sz="1200"/>
            </a:pPr>
            <a:r>
              <a:t>D:/pasar_fix/node_modules/.bun/es-toolkit@1.46.1/node_modules/es-toolkit/compat/fromPairs.d.ts</a:t>
            </a:r>
          </a:p>
          <a:p>
            <a:pPr>
              <a:defRPr sz="1200"/>
            </a:pPr>
            <a:r>
              <a:t>D:/pasar_fix/node_modules/.bun/es-toolkit@1.46.1/node_modules/es-toolkit/compat/fromPairs.js</a:t>
            </a:r>
          </a:p>
          <a:p>
            <a:pPr>
              <a:defRPr sz="1200"/>
            </a:pPr>
            <a:r>
              <a:t>D:/pasar_fix/node_modules/.bun/es-toolkit@1.46.1/node_modules/es-toolkit/compat/functions.d.ts</a:t>
            </a:r>
          </a:p>
          <a:p>
            <a:pPr>
              <a:defRPr sz="1200"/>
            </a:pPr>
            <a:r>
              <a:t>D:/pasar_fix/node_modules/.bun/es-toolkit@1.46.1/node_modules/es-toolkit/compat/functions.js</a:t>
            </a:r>
          </a:p>
          <a:p>
            <a:pPr>
              <a:defRPr sz="1200"/>
            </a:pPr>
            <a:r>
              <a:t>D:/pasar_fix/node_modules/.bun/es-toolkit@1.46.1/node_modules/es-toolkit/compat/functionsIn.d.ts</a:t>
            </a:r>
          </a:p>
          <a:p>
            <a:pPr>
              <a:defRPr sz="1200"/>
            </a:pPr>
            <a:r>
              <a:t>D:/pasar_fix/node_modules/.bun/es-toolkit@1.46.1/node_modules/es-toolkit/compat/functionsIn.js</a:t>
            </a:r>
          </a:p>
          <a:p>
            <a:pPr>
              <a:defRPr sz="1200"/>
            </a:pPr>
            <a:r>
              <a:t>D:/pasar_fix/node_modules/.bun/es-toolkit@1.46.1/node_modules/es-toolkit/compat/get.d.ts</a:t>
            </a:r>
          </a:p>
          <a:p>
            <a:pPr>
              <a:defRPr sz="1200"/>
            </a:pPr>
            <a:r>
              <a:t>D:/pasar_fix/node_modules/.bun/es-toolkit@1.46.1/node_modules/es-toolkit/compat/get.js</a:t>
            </a:r>
          </a:p>
          <a:p>
            <a:pPr>
              <a:defRPr sz="1200"/>
            </a:pPr>
            <a:r>
              <a:t>D:/pasar_fix/node_modules/.bun/es-toolkit@1.46.1/node_modules/es-toolkit/compat/groupBy.d.ts</a:t>
            </a:r>
          </a:p>
          <a:p>
            <a:pPr>
              <a:defRPr sz="1200"/>
            </a:pPr>
            <a:r>
              <a:t>D:/pasar_fix/node_modules/.bun/es-toolkit@1.46.1/node_modules/es-toolkit/compat/groupBy.js</a:t>
            </a:r>
          </a:p>
          <a:p>
            <a:pPr>
              <a:defRPr sz="1200"/>
            </a:pPr>
            <a:r>
              <a:t>D:/pasar_fix/node_modules/.bun/es-toolkit@1.46.1/node_modules/es-toolkit/compat/gt.d.ts</a:t>
            </a:r>
          </a:p>
          <a:p>
            <a:pPr>
              <a:defRPr sz="1200"/>
            </a:pPr>
            <a:r>
              <a:t>D:/pasar_fix/node_modules/.bun/es-toolkit@1.46.1/node_modules/es-toolkit/compat/gt.js</a:t>
            </a:r>
          </a:p>
          <a:p>
            <a:pPr>
              <a:defRPr sz="1200"/>
            </a:pPr>
            <a:r>
              <a:t>D:/pasar_fix/node_modules/.bun/es-toolkit@1.46.1/node_modules/es-toolkit/compat/gte.d.ts</a:t>
            </a:r>
          </a:p>
          <a:p>
            <a:pPr>
              <a:defRPr sz="1200"/>
            </a:pPr>
            <a:r>
              <a:t>D:/pasar_fix/node_modules/.bun/es-toolkit@1.46.1/node_modules/es-toolkit/compat/gte.js</a:t>
            </a:r>
          </a:p>
          <a:p>
            <a:pPr>
              <a:defRPr sz="1200"/>
            </a:pPr>
            <a:r>
              <a:t>D:/pasar_fix/node_modules/.bun/es-toolkit@1.46.1/node_modules/es-toolkit/compat/has.d.ts</a:t>
            </a:r>
          </a:p>
          <a:p>
            <a:pPr>
              <a:defRPr sz="1200"/>
            </a:pPr>
            <a:r>
              <a:t>D:/pasar_fix/node_modules/.bun/es-toolkit@1.46.1/node_modules/es-toolkit/compat/has.js</a:t>
            </a:r>
          </a:p>
          <a:p>
            <a:pPr>
              <a:defRPr sz="1200"/>
            </a:pPr>
            <a:r>
              <a:t>D:/pasar_fix/node_modules/.bun/es-toolkit@1.46.1/node_modules/es-toolkit/compat/hasIn.d.ts</a:t>
            </a:r>
          </a:p>
          <a:p>
            <a:pPr>
              <a:defRPr sz="1200"/>
            </a:pPr>
            <a:r>
              <a:t>D:/pasar_fix/node_modules/.bun/es-toolkit@1.46.1/node_modules/es-toolkit/compat/hasIn.js</a:t>
            </a:r>
          </a:p>
          <a:p>
            <a:pPr>
              <a:defRPr sz="1200"/>
            </a:pPr>
            <a:r>
              <a:t>D:/pasar_fix/node_modules/.bun/es-toolkit@1.46.1/node_modules/es-toolkit/compat/head.d.ts</a:t>
            </a:r>
          </a:p>
          <a:p>
            <a:pPr>
              <a:defRPr sz="1200"/>
            </a:pPr>
            <a:r>
              <a:t>D:/pasar_fix/node_modules/.bun/es-toolkit@1.46.1/node_modules/es-toolkit/compat/head.js</a:t>
            </a:r>
          </a:p>
          <a:p>
            <a:pPr>
              <a:defRPr sz="1200"/>
            </a:pPr>
            <a:r>
              <a:t>D:/pasar_fix/node_modules/.bun/es-toolkit@1.46.1/node_modules/es-toolkit/compat/identity.d.ts</a:t>
            </a:r>
          </a:p>
          <a:p>
            <a:pPr>
              <a:defRPr sz="1200"/>
            </a:pPr>
            <a:r>
              <a:t>D:/pasar_fix/node_modules/.bun/es-toolkit@1.46.1/node_modules/es-toolkit/compat/identity.js</a:t>
            </a:r>
          </a:p>
          <a:p>
            <a:pPr>
              <a:defRPr sz="1200"/>
            </a:pPr>
            <a:r>
              <a:t>D:/pasar_fix/node_modules/.bun/es-toolkit@1.46.1/node_modules/es-toolkit/compat/includes.d.ts</a:t>
            </a:r>
          </a:p>
          <a:p>
            <a:pPr>
              <a:defRPr sz="1200"/>
            </a:pPr>
            <a:r>
              <a:t>D:/pasar_fix/node_modules/.bun/es-toolkit@1.46.1/node_modules/es-toolkit/compat/includes.js</a:t>
            </a:r>
          </a:p>
          <a:p>
            <a:pPr>
              <a:defRPr sz="1200"/>
            </a:pPr>
            <a:r>
              <a:t>D:/pasar_fix/node_modules/.bun/es-toolkit@1.46.1/node_modules/es-toolkit/compat/indexOf.d.ts</a:t>
            </a:r>
          </a:p>
          <a:p>
            <a:pPr>
              <a:defRPr sz="1200"/>
            </a:pPr>
            <a:r>
              <a:t>D:/pasar_fix/node_modules/.bun/es-toolkit@1.46.1/node_modules/es-toolkit/compat/indexOf.js</a:t>
            </a:r>
          </a:p>
          <a:p>
            <a:pPr>
              <a:defRPr sz="1200"/>
            </a:pPr>
            <a:r>
              <a:t>D:/pasar_fix/node_modules/.bun/es-toolkit@1.46.1/node_modules/es-toolkit/compat/initial.d.ts</a:t>
            </a:r>
          </a:p>
          <a:p>
            <a:pPr>
              <a:defRPr sz="1200"/>
            </a:pPr>
            <a:r>
              <a:t>D:/pasar_fix/node_modules/.bun/es-toolkit@1.46.1/node_modules/es-toolkit/compat/initial.js</a:t>
            </a:r>
          </a:p>
          <a:p>
            <a:pPr>
              <a:defRPr sz="1200"/>
            </a:pPr>
            <a:r>
              <a:t>D:/pasar_fix/node_modules/.bun/es-toolkit@1.46.1/node_modules/es-toolkit/compat/inRange.d.ts</a:t>
            </a:r>
          </a:p>
          <a:p>
            <a:pPr>
              <a:defRPr sz="1200"/>
            </a:pPr>
            <a:r>
              <a:t>D:/pasar_fix/node_modules/.bun/es-toolkit@1.46.1/node_modules/es-toolkit/compat/inRange.js</a:t>
            </a:r>
          </a:p>
          <a:p>
            <a:pPr>
              <a:defRPr sz="1200"/>
            </a:pPr>
            <a:r>
              <a:t>D:/pasar_fix/node_modules/.bun/es-toolkit@1.46.1/node_modules/es-toolkit/compat/intersection.d.ts</a:t>
            </a:r>
          </a:p>
          <a:p>
            <a:pPr>
              <a:defRPr sz="1200"/>
            </a:pPr>
            <a:r>
              <a:t>D:/pasar_fix/node_modules/.bun/es-toolkit@1.46.1/node_modules/es-toolkit/compat/intersection.js</a:t>
            </a:r>
          </a:p>
          <a:p>
            <a:pPr>
              <a:defRPr sz="1200"/>
            </a:pPr>
            <a:r>
              <a:t>D:/pasar_fix/node_modules/.bun/es-toolkit@1.46.1/node_modules/es-toolkit/compat/intersectionBy.d.ts</a:t>
            </a:r>
          </a:p>
          <a:p>
            <a:pPr>
              <a:defRPr sz="1200"/>
            </a:pPr>
            <a:r>
              <a:t>D:/pasar_fix/node_modules/.bun/es-toolkit@1.46.1/node_modules/es-toolkit/compat/intersectionBy.js</a:t>
            </a:r>
          </a:p>
          <a:p>
            <a:pPr>
              <a:defRPr sz="1200"/>
            </a:pPr>
            <a:r>
              <a:t>D:/pasar_fix/node_modules/.bun/es-toolkit@1.46.1/node_modules/es-toolkit/compat/intersectionWith.d.ts</a:t>
            </a:r>
          </a:p>
          <a:p>
            <a:pPr>
              <a:defRPr sz="1200"/>
            </a:pPr>
            <a:r>
              <a:t>D:/pasar_fix/node_modules/.bun/es-toolkit@1.46.1/node_modules/es-toolkit/compat/intersectionWith.js</a:t>
            </a:r>
          </a:p>
          <a:p>
            <a:pPr>
              <a:defRPr sz="1200"/>
            </a:pPr>
            <a:r>
              <a:t>D:/pasar_fix/node_modules/.bun/es-toolkit@1.46.1/node_modules/es-toolkit/compat/invert.d.ts</a:t>
            </a:r>
          </a:p>
          <a:p>
            <a:pPr>
              <a:defRPr sz="1200"/>
            </a:pPr>
            <a:r>
              <a:t>D:/pasar_fix/node_modules/.bun/es-toolkit@1.46.1/node_modules/es-toolkit/compat/invert.js</a:t>
            </a:r>
          </a:p>
          <a:p>
            <a:pPr>
              <a:defRPr sz="1200"/>
            </a:pPr>
            <a:r>
              <a:t>D:/pasar_fix/node_modules/.bun/es-toolkit@1.46.1/node_modules/es-toolkit/compat/invertBy.d.ts</a:t>
            </a:r>
          </a:p>
          <a:p>
            <a:pPr>
              <a:defRPr sz="1200"/>
            </a:pPr>
            <a:r>
              <a:t>D:/pasar_fix/node_modules/.bun/es-toolkit@1.46.1/node_modules/es-toolkit/compat/invertBy.js</a:t>
            </a:r>
          </a:p>
          <a:p>
            <a:pPr>
              <a:defRPr sz="1200"/>
            </a:pPr>
            <a:r>
              <a:t>D:/pasar_fix/node_modules/.bun/es-toolkit@1.46.1/node_modules/es-toolkit/compat/invoke.d.ts</a:t>
            </a:r>
          </a:p>
          <a:p>
            <a:pPr>
              <a:defRPr sz="1200"/>
            </a:pPr>
            <a:r>
              <a:t>D:/pasar_fix/node_modules/.bun/es-toolkit@1.46.1/node_modules/es-toolkit/compat/invoke.js</a:t>
            </a:r>
          </a:p>
          <a:p>
            <a:pPr>
              <a:defRPr sz="1200"/>
            </a:pPr>
            <a:r>
              <a:t>D:/pasar_fix/node_modules/.bun/es-toolkit@1.46.1/node_modules/es-toolkit/compat/invokeMap.d.ts</a:t>
            </a:r>
          </a:p>
          <a:p>
            <a:pPr>
              <a:defRPr sz="1200"/>
            </a:pPr>
            <a:r>
              <a:t>D:/pasar_fix/node_modules/.bun/es-toolkit@1.46.1/node_modules/es-toolkit/compat/invokeMap.js</a:t>
            </a:r>
          </a:p>
          <a:p>
            <a:pPr>
              <a:defRPr sz="1200"/>
            </a:pPr>
            <a:r>
              <a:t>D:/pasar_fix/node_modules/.bun/es-toolkit@1.46.1/node_modules/es-toolkit/compat/isArguments.d.ts</a:t>
            </a:r>
          </a:p>
          <a:p>
            <a:pPr>
              <a:defRPr sz="1200"/>
            </a:pPr>
            <a:r>
              <a:t>D:/pasar_fix/node_modules/.bun/es-toolkit@1.46.1/node_modules/es-toolkit/compat/isArguments.js</a:t>
            </a:r>
          </a:p>
          <a:p>
            <a:pPr>
              <a:defRPr sz="1200"/>
            </a:pPr>
            <a:r>
              <a:t>D:/pasar_fix/node_modules/.bun/es-toolkit@1.46.1/node_modules/es-toolkit/compat/isArray.d.ts</a:t>
            </a:r>
          </a:p>
          <a:p>
            <a:pPr>
              <a:defRPr sz="1200"/>
            </a:pPr>
            <a:r>
              <a:t>D:/pasar_fix/node_modules/.bun/es-toolkit@1.46.1/node_modules/es-toolkit/compat/isArray.js</a:t>
            </a:r>
          </a:p>
          <a:p>
            <a:pPr>
              <a:defRPr sz="1200"/>
            </a:pPr>
            <a:r>
              <a:t>D:/pasar_fix/node_modules/.bun/es-toolkit@1.46.1/node_modules/es-toolkit/compat/isArrayBuffer.d.ts</a:t>
            </a:r>
          </a:p>
          <a:p>
            <a:pPr>
              <a:defRPr sz="1200"/>
            </a:pPr>
            <a:r>
              <a:t>D:/pasar_fix/node_modules/.bun/es-toolkit@1.46.1/node_modules/es-toolkit/compat/isArrayBuffer.js</a:t>
            </a:r>
          </a:p>
          <a:p>
            <a:pPr>
              <a:defRPr sz="1200"/>
            </a:pPr>
            <a:r>
              <a:t>D:/pasar_fix/node_modules/.bun/es-toolkit@1.46.1/node_modules/es-toolkit/compat/isArrayLike.d.ts</a:t>
            </a:r>
          </a:p>
          <a:p>
            <a:pPr>
              <a:defRPr sz="1200"/>
            </a:pPr>
            <a:r>
              <a:t>D:/pasar_fix/node_modules/.bun/es-toolkit@1.46.1/node_modules/es-toolkit/compat/isArrayLike.js</a:t>
            </a:r>
          </a:p>
          <a:p>
            <a:pPr>
              <a:defRPr sz="1200"/>
            </a:pPr>
            <a:r>
              <a:t>D:/pasar_fix/node_modules/.bun/es-toolkit@1.46.1/node_modules/es-toolkit/compat/isArrayLikeObject.d.ts</a:t>
            </a:r>
          </a:p>
          <a:p>
            <a:pPr>
              <a:defRPr sz="1200"/>
            </a:pPr>
            <a:r>
              <a:t>D:/pasar_fix/node_modules/.bun/es-toolkit@1.46.1/node_modules/es-toolkit/compat/isArrayLikeObject.js</a:t>
            </a:r>
          </a:p>
          <a:p>
            <a:pPr>
              <a:defRPr sz="1200"/>
            </a:pPr>
            <a:r>
              <a:t>D:/pasar_fix/node_modules/.bun/es-toolkit@1.46.1/node_modules/es-toolkit/compat/isBoolean.d.ts</a:t>
            </a:r>
          </a:p>
          <a:p>
            <a:pPr>
              <a:defRPr sz="1200"/>
            </a:pPr>
            <a:r>
              <a:t>D:/pasar_fix/node_modules/.bun/es-toolkit@1.46.1/node_modules/es-toolkit/compat/isBoolean.js</a:t>
            </a:r>
          </a:p>
          <a:p>
            <a:pPr>
              <a:defRPr sz="1200"/>
            </a:pPr>
            <a:r>
              <a:t>D:/pasar_fix/node_modules/.bun/es-toolkit@1.46.1/node_modules/es-toolkit/compat/isBuffer.d.ts</a:t>
            </a:r>
          </a:p>
          <a:p>
            <a:pPr>
              <a:defRPr sz="1200"/>
            </a:pPr>
            <a:r>
              <a:t>D:/pasar_fix/node_modules/.bun/es-toolkit@1.46.1/node_modules/es-toolkit/compat/isBuffer.js</a:t>
            </a:r>
          </a:p>
          <a:p>
            <a:pPr>
              <a:defRPr sz="1200"/>
            </a:pPr>
            <a:r>
              <a:t>D:/pasar_fix/node_modules/.bun/es-toolkit@1.46.1/node_modules/es-toolkit/compat/isDate.d.ts</a:t>
            </a:r>
          </a:p>
          <a:p>
            <a:pPr>
              <a:defRPr sz="1200"/>
            </a:pPr>
            <a:r>
              <a:t>D:/pasar_fix/node_modules/.bun/es-toolkit@1.46.1/node_modules/es-toolkit/compat/isDate.js</a:t>
            </a:r>
          </a:p>
          <a:p>
            <a:pPr>
              <a:defRPr sz="1200"/>
            </a:pPr>
            <a:r>
              <a:t>D:/pasar_fix/node_modules/.bun/es-toolkit@1.46.1/node_modules/es-toolkit/compat/isElement.d.ts</a:t>
            </a:r>
          </a:p>
          <a:p>
            <a:pPr>
              <a:defRPr sz="1200"/>
            </a:pPr>
            <a:r>
              <a:t>D:/pasar_fix/node_modules/.bun/es-toolkit@1.46.1/node_modules/es-toolkit/compat/isElement.js</a:t>
            </a:r>
          </a:p>
          <a:p>
            <a:pPr>
              <a:defRPr sz="1200"/>
            </a:pPr>
            <a:r>
              <a:t>D:/pasar_fix/node_modules/.bun/es-toolkit@1.46.1/node_modules/es-toolkit/compat/isEmpty.d.ts</a:t>
            </a:r>
          </a:p>
          <a:p>
            <a:pPr>
              <a:defRPr sz="1200"/>
            </a:pPr>
            <a:r>
              <a:t>D:/pasar_fix/node_modules/.bun/es-toolkit@1.46.1/node_modules/es-toolkit/compat/isEmpty.js</a:t>
            </a:r>
          </a:p>
          <a:p>
            <a:pPr>
              <a:defRPr sz="1200"/>
            </a:pPr>
            <a:r>
              <a:t>D:/pasar_fix/node_modules/.bun/es-toolkit@1.46.1/node_modules/es-toolkit/compat/isEqual.d.ts</a:t>
            </a:r>
          </a:p>
          <a:p>
            <a:pPr>
              <a:defRPr sz="1200"/>
            </a:pPr>
            <a:r>
              <a:t>D:/pasar_fix/node_modules/.bun/es-toolkit@1.46.1/node_modules/es-toolkit/compat/isEqual.js</a:t>
            </a:r>
          </a:p>
          <a:p>
            <a:pPr>
              <a:defRPr sz="1200"/>
            </a:pPr>
            <a:r>
              <a:t>D:/pasar_fix/node_modules/.bun/es-toolkit@1.46.1/node_modules/es-toolkit/compat/isEqualWith.d.ts</a:t>
            </a:r>
          </a:p>
          <a:p>
            <a:pPr>
              <a:defRPr sz="1200"/>
            </a:pPr>
            <a:r>
              <a:t>D:/pasar_fix/node_modules/.bun/es-toolkit@1.46.1/node_modules/es-toolkit/compat/isEqualWith.js</a:t>
            </a:r>
          </a:p>
          <a:p>
            <a:pPr>
              <a:defRPr sz="1200"/>
            </a:pPr>
            <a:r>
              <a:t>D:/pasar_fix/node_modules/.bun/es-toolkit@1.46.1/node_modules/es-toolkit/compat/isError.d.ts</a:t>
            </a:r>
          </a:p>
          <a:p>
            <a:pPr>
              <a:defRPr sz="1200"/>
            </a:pPr>
            <a:r>
              <a:t>D:/pasar_fix/node_modules/.bun/es-toolkit@1.46.1/node_modules/es-toolkit/compat/isError.js</a:t>
            </a:r>
          </a:p>
          <a:p>
            <a:pPr>
              <a:defRPr sz="1200"/>
            </a:pPr>
            <a:r>
              <a:t>D:/pasar_fix/node_modules/.bun/es-toolkit@1.46.1/node_modules/es-toolkit/compat/isFinite.d.ts</a:t>
            </a:r>
          </a:p>
          <a:p>
            <a:pPr>
              <a:defRPr sz="1200"/>
            </a:pPr>
            <a:r>
              <a:t>D:/pasar_fix/node_modules/.bun/es-toolkit@1.46.1/node_modules/es-toolkit/compat/isFinite.js</a:t>
            </a:r>
          </a:p>
          <a:p>
            <a:pPr>
              <a:defRPr sz="1200"/>
            </a:pPr>
            <a:r>
              <a:t>D:/pasar_fix/node_modules/.bun/es-toolkit@1.46.1/node_modules/es-toolkit/compat/isFunction.d.ts</a:t>
            </a:r>
          </a:p>
          <a:p>
            <a:pPr>
              <a:defRPr sz="1200"/>
            </a:pPr>
            <a:r>
              <a:t>D:/pasar_fix/node_modules/.bun/es-toolkit@1.46.1/node_modules/es-toolkit/compat/isFunction.js</a:t>
            </a:r>
          </a:p>
          <a:p>
            <a:pPr>
              <a:defRPr sz="1200"/>
            </a:pPr>
            <a:r>
              <a:t>D:/pasar_fix/node_modules/.bun/es-toolkit@1.46.1/node_modules/es-toolkit/compat/isInteger.d.ts</a:t>
            </a:r>
          </a:p>
          <a:p>
            <a:pPr>
              <a:defRPr sz="1200"/>
            </a:pPr>
            <a:r>
              <a:t>D:/pasar_fix/node_modules/.bun/es-toolkit@1.46.1/node_modules/es-toolkit/compat/isInteger.js</a:t>
            </a:r>
          </a:p>
          <a:p>
            <a:pPr>
              <a:defRPr sz="1200"/>
            </a:pPr>
            <a:r>
              <a:t>D:/pasar_fix/node_modules/.bun/es-toolkit@1.46.1/node_modules/es-toolkit/compat/isLength.d.ts</a:t>
            </a:r>
          </a:p>
          <a:p>
            <a:pPr>
              <a:defRPr sz="1200"/>
            </a:pPr>
            <a:r>
              <a:t>D:/pasar_fix/node_modules/.bun/es-toolkit@1.46.1/node_modules/es-toolkit/compat/isLength.js</a:t>
            </a:r>
          </a:p>
          <a:p>
            <a:pPr>
              <a:defRPr sz="1200"/>
            </a:pPr>
            <a:r>
              <a:t>D:/pasar_fix/node_modules/.bun/es-toolkit@1.46.1/node_modules/es-toolkit/compat/isMap.d.ts</a:t>
            </a:r>
          </a:p>
          <a:p>
            <a:pPr>
              <a:defRPr sz="1200"/>
            </a:pPr>
            <a:r>
              <a:t>D:/pasar_fix/node_modules/.bun/es-toolkit@1.46.1/node_modules/es-toolkit/compat/isMap.js</a:t>
            </a:r>
          </a:p>
          <a:p>
            <a:pPr>
              <a:defRPr sz="1200"/>
            </a:pPr>
            <a:r>
              <a:t>D:/pasar_fix/node_modules/.bun/es-toolkit@1.46.1/node_modules/es-toolkit/compat/isMatch.d.ts</a:t>
            </a:r>
          </a:p>
          <a:p>
            <a:pPr>
              <a:defRPr sz="1200"/>
            </a:pPr>
            <a:r>
              <a:t>D:/pasar_fix/node_modules/.bun/es-toolkit@1.46.1/node_modules/es-toolkit/compat/isMatch.js</a:t>
            </a:r>
          </a:p>
          <a:p>
            <a:pPr>
              <a:defRPr sz="1200"/>
            </a:pPr>
            <a:r>
              <a:t>D:/pasar_fix/node_modules/.bun/es-toolkit@1.46.1/node_modules/es-toolkit/compat/isMatchWith.d.ts</a:t>
            </a:r>
          </a:p>
          <a:p>
            <a:pPr>
              <a:defRPr sz="1200"/>
            </a:pPr>
            <a:r>
              <a:t>D:/pasar_fix/node_modules/.bun/es-toolkit@1.46.1/node_modules/es-toolkit/compat/isMatchWith.js</a:t>
            </a:r>
          </a:p>
          <a:p>
            <a:pPr>
              <a:defRPr sz="1200"/>
            </a:pPr>
            <a:r>
              <a:t>D:/pasar_fix/node_modules/.bun/es-toolkit@1.46.1/node_modules/es-toolkit/compat/isNaN.d.ts</a:t>
            </a:r>
          </a:p>
          <a:p>
            <a:pPr>
              <a:defRPr sz="1200"/>
            </a:pPr>
            <a:r>
              <a:t>D:/pasar_fix/node_modules/.bun/es-toolkit@1.46.1/node_modules/es-toolkit/compat/isNaN.js</a:t>
            </a:r>
          </a:p>
          <a:p>
            <a:pPr>
              <a:defRPr sz="1200"/>
            </a:pPr>
            <a:r>
              <a:t>D:/pasar_fix/node_modules/.bun/es-toolkit@1.46.1/node_modules/es-toolkit/compat/isNative.d.ts</a:t>
            </a:r>
          </a:p>
          <a:p>
            <a:pPr>
              <a:defRPr sz="1200"/>
            </a:pPr>
            <a:r>
              <a:t>D:/pasar_fix/node_modules/.bun/es-toolkit@1.46.1/node_modules/es-toolkit/compat/isNative.js</a:t>
            </a:r>
          </a:p>
          <a:p>
            <a:pPr>
              <a:defRPr sz="1200"/>
            </a:pPr>
            <a:r>
              <a:t>D:/pasar_fix/node_modules/.bun/es-toolkit@1.46.1/node_modules/es-toolkit/compat/isNil.d.ts</a:t>
            </a:r>
          </a:p>
          <a:p>
            <a:pPr>
              <a:defRPr sz="1200"/>
            </a:pPr>
            <a:r>
              <a:t>D:/pasar_fix/node_modules/.bun/es-toolkit@1.46.1/node_modules/es-toolkit/compat/isNil.js</a:t>
            </a:r>
          </a:p>
          <a:p>
            <a:pPr>
              <a:defRPr sz="1200"/>
            </a:pPr>
            <a:r>
              <a:t>D:/pasar_fix/node_modules/.bun/es-toolkit@1.46.1/node_modules/es-toolkit/compat/isNull.d.ts</a:t>
            </a:r>
          </a:p>
          <a:p>
            <a:pPr>
              <a:defRPr sz="1200"/>
            </a:pPr>
            <a:r>
              <a:t>D:/pasar_fix/node_modules/.bun/es-toolkit@1.46.1/node_modules/es-toolkit/compat/isNull.js</a:t>
            </a:r>
          </a:p>
          <a:p>
            <a:pPr>
              <a:defRPr sz="1200"/>
            </a:pPr>
            <a:r>
              <a:t>D:/pasar_fix/node_modules/.bun/es-toolkit@1.46.1/node_modules/es-toolkit/compat/isNumber.d.ts</a:t>
            </a:r>
          </a:p>
          <a:p>
            <a:pPr>
              <a:defRPr sz="1200"/>
            </a:pPr>
            <a:r>
              <a:t>D:/pasar_fix/node_modules/.bun/es-toolkit@1.46.1/node_modules/es-toolkit/compat/isNumber.js</a:t>
            </a:r>
          </a:p>
          <a:p>
            <a:pPr>
              <a:defRPr sz="1200"/>
            </a:pPr>
            <a:r>
              <a:t>D:/pasar_fix/node_modules/.bun/es-toolkit@1.46.1/node_modules/es-toolkit/compat/isObject.d.ts</a:t>
            </a:r>
          </a:p>
          <a:p>
            <a:pPr>
              <a:defRPr sz="1200"/>
            </a:pPr>
            <a:r>
              <a:t>D:/pasar_fix/node_modules/.bun/es-toolkit@1.46.1/node_modules/es-toolkit/compat/isObject.js</a:t>
            </a:r>
          </a:p>
          <a:p>
            <a:pPr>
              <a:defRPr sz="1200"/>
            </a:pPr>
            <a:r>
              <a:t>D:/pasar_fix/node_modules/.bun/es-toolkit@1.46.1/node_modules/es-toolkit/compat/isObjectLike.d.ts</a:t>
            </a:r>
          </a:p>
          <a:p>
            <a:pPr>
              <a:defRPr sz="1200"/>
            </a:pPr>
            <a:r>
              <a:t>D:/pasar_fix/node_modules/.bun/es-toolkit@1.46.1/node_modules/es-toolkit/compat/isObjectLike.js</a:t>
            </a:r>
          </a:p>
          <a:p>
            <a:pPr>
              <a:defRPr sz="1200"/>
            </a:pPr>
            <a:r>
              <a:t>D:/pasar_fix/node_modules/.bun/es-toolkit@1.46.1/node_modules/es-toolkit/compat/isPlainObject.d.ts</a:t>
            </a:r>
          </a:p>
          <a:p>
            <a:pPr>
              <a:defRPr sz="1200"/>
            </a:pPr>
            <a:r>
              <a:t>D:/pasar_fix/node_modules/.bun/es-toolkit@1.46.1/node_modules/es-toolkit/compat/isPlainObject.js</a:t>
            </a:r>
          </a:p>
          <a:p>
            <a:pPr>
              <a:defRPr sz="1200"/>
            </a:pPr>
            <a:r>
              <a:t>D:/pasar_fix/node_modules/.bun/es-toolkit@1.46.1/node_modules/es-toolkit/compat/isRegExp.d.ts</a:t>
            </a:r>
          </a:p>
          <a:p>
            <a:pPr>
              <a:defRPr sz="1200"/>
            </a:pPr>
            <a:r>
              <a:t>D:/pasar_fix/node_modules/.bun/es-toolkit@1.46.1/node_modules/es-toolkit/compat/isRegExp.js</a:t>
            </a:r>
          </a:p>
          <a:p>
            <a:pPr>
              <a:defRPr sz="1200"/>
            </a:pPr>
            <a:r>
              <a:t>D:/pasar_fix/node_modules/.bun/es-toolkit@1.46.1/node_modules/es-toolkit/compat/isSafeInteger.d.ts</a:t>
            </a:r>
          </a:p>
          <a:p>
            <a:pPr>
              <a:defRPr sz="1200"/>
            </a:pPr>
            <a:r>
              <a:t>D:/pasar_fix/node_modules/.bun/es-toolkit@1.46.1/node_modules/es-toolkit/compat/isSafeInteger.js</a:t>
            </a:r>
          </a:p>
          <a:p>
            <a:pPr>
              <a:defRPr sz="1200"/>
            </a:pPr>
            <a:r>
              <a:t>D:/pasar_fix/node_modules/.bun/es-toolkit@1.46.1/node_modules/es-toolkit/compat/isSet.d.ts</a:t>
            </a:r>
          </a:p>
          <a:p>
            <a:pPr>
              <a:defRPr sz="1200"/>
            </a:pPr>
            <a:r>
              <a:t>D:/pasar_fix/node_modules/.bun/es-toolkit@1.46.1/node_modules/es-toolkit/compat/isSet.js</a:t>
            </a:r>
          </a:p>
          <a:p>
            <a:pPr>
              <a:defRPr sz="1200"/>
            </a:pPr>
            <a:r>
              <a:t>D:/pasar_fix/node_modules/.bun/es-toolkit@1.46.1/node_modules/es-toolkit/compat/isString.d.ts</a:t>
            </a:r>
          </a:p>
          <a:p>
            <a:pPr>
              <a:defRPr sz="1200"/>
            </a:pPr>
            <a:r>
              <a:t>D:/pasar_fix/node_modules/.bun/es-toolkit@1.46.1/node_modules/es-toolkit/compat/isString.js</a:t>
            </a:r>
          </a:p>
          <a:p>
            <a:pPr>
              <a:defRPr sz="1200"/>
            </a:pPr>
            <a:r>
              <a:t>D:/pasar_fix/node_modules/.bun/es-toolkit@1.46.1/node_modules/es-toolkit/compat/isSymbol.d.ts</a:t>
            </a:r>
          </a:p>
          <a:p>
            <a:pPr>
              <a:defRPr sz="1200"/>
            </a:pPr>
            <a:r>
              <a:t>D:/pasar_fix/node_modules/.bun/es-toolkit@1.46.1/node_modules/es-toolkit/compat/isSymbol.js</a:t>
            </a:r>
          </a:p>
          <a:p>
            <a:pPr>
              <a:defRPr sz="1200"/>
            </a:pPr>
            <a:r>
              <a:t>D:/pasar_fix/node_modules/.bun/es-toolkit@1.46.1/node_modules/es-toolkit/compat/isTypedArray.d.ts</a:t>
            </a:r>
          </a:p>
          <a:p>
            <a:pPr>
              <a:defRPr sz="1200"/>
            </a:pPr>
            <a:r>
              <a:t>D:/pasar_fix/node_modules/.bun/es-toolkit@1.46.1/node_modules/es-toolkit/compat/isTypedArray.js</a:t>
            </a:r>
          </a:p>
          <a:p>
            <a:pPr>
              <a:defRPr sz="1200"/>
            </a:pPr>
            <a:r>
              <a:t>D:/pasar_fix/node_modules/.bun/es-toolkit@1.46.1/node_modules/es-toolkit/compat/isUndefined.d.ts</a:t>
            </a:r>
          </a:p>
          <a:p>
            <a:pPr>
              <a:defRPr sz="1200"/>
            </a:pPr>
            <a:r>
              <a:t>D:/pasar_fix/node_modules/.bun/es-toolkit@1.46.1/node_modules/es-toolkit/compat/isUndefined.js</a:t>
            </a:r>
          </a:p>
          <a:p>
            <a:pPr>
              <a:defRPr sz="1200"/>
            </a:pPr>
            <a:r>
              <a:t>D:/pasar_fix/node_modules/.bun/es-toolkit@1.46.1/node_modules/es-toolkit/compat/isWeakMap.d.ts</a:t>
            </a:r>
          </a:p>
          <a:p>
            <a:pPr>
              <a:defRPr sz="1200"/>
            </a:pPr>
            <a:r>
              <a:t>D:/pasar_fix/node_modules/.bun/es-toolkit@1.46.1/node_modules/es-toolkit/compat/isWeakMap.js</a:t>
            </a:r>
          </a:p>
          <a:p>
            <a:pPr>
              <a:defRPr sz="1200"/>
            </a:pPr>
            <a:r>
              <a:t>D:/pasar_fix/node_modules/.bun/es-toolkit@1.46.1/node_modules/es-toolkit/compat/isWeakSet.d.ts</a:t>
            </a:r>
          </a:p>
          <a:p>
            <a:pPr>
              <a:defRPr sz="1200"/>
            </a:pPr>
            <a:r>
              <a:t>D:/pasar_fix/node_modules/.bun/es-toolkit@1.46.1/node_modules/es-toolkit/compat/isWeakSet.js</a:t>
            </a:r>
          </a:p>
          <a:p>
            <a:pPr>
              <a:defRPr sz="1200"/>
            </a:pPr>
            <a:r>
              <a:t>D:/pasar_fix/node_modules/.bun/es-toolkit@1.46.1/node_modules/es-toolkit/compat/iteratee.d.ts</a:t>
            </a:r>
          </a:p>
          <a:p>
            <a:pPr>
              <a:defRPr sz="1200"/>
            </a:pPr>
            <a:r>
              <a:t>D:/pasar_fix/node_modules/.bun/es-toolkit@1.46.1/node_modules/es-toolkit/compat/iteratee.js</a:t>
            </a:r>
          </a:p>
          <a:p>
            <a:pPr>
              <a:defRPr sz="1200"/>
            </a:pPr>
            <a:r>
              <a:t>D:/pasar_fix/node_modules/.bun/es-toolkit@1.46.1/node_modules/es-toolkit/compat/join.d.ts</a:t>
            </a:r>
          </a:p>
          <a:p>
            <a:pPr>
              <a:defRPr sz="1200"/>
            </a:pPr>
            <a:r>
              <a:t>D:/pasar_fix/node_modules/.bun/es-toolkit@1.46.1/node_modules/es-toolkit/compat/join.js</a:t>
            </a:r>
          </a:p>
          <a:p>
            <a:pPr>
              <a:defRPr sz="1200"/>
            </a:pPr>
            <a:r>
              <a:t>D:/pasar_fix/node_modules/.bun/es-toolkit@1.46.1/node_modules/es-toolkit/compat/kebabCase.d.ts</a:t>
            </a:r>
          </a:p>
          <a:p>
            <a:pPr>
              <a:defRPr sz="1200"/>
            </a:pPr>
            <a:r>
              <a:t>D:/pasar_fix/node_modules/.bun/es-toolkit@1.46.1/node_modules/es-toolkit/compat/kebabCase.js</a:t>
            </a:r>
          </a:p>
          <a:p>
            <a:pPr>
              <a:defRPr sz="1200"/>
            </a:pPr>
            <a:r>
              <a:t>D:/pasar_fix/node_modules/.bun/es-toolkit@1.46.1/node_modules/es-toolkit/compat/keyBy.d.ts</a:t>
            </a:r>
          </a:p>
          <a:p>
            <a:pPr>
              <a:defRPr sz="1200"/>
            </a:pPr>
            <a:r>
              <a:t>D:/pasar_fix/node_modules/.bun/es-toolkit@1.46.1/node_modules/es-toolkit/compat/keyBy.js</a:t>
            </a:r>
          </a:p>
          <a:p>
            <a:pPr>
              <a:defRPr sz="1200"/>
            </a:pPr>
            <a:r>
              <a:t>D:/pasar_fix/node_modules/.bun/es-toolkit@1.46.1/node_modules/es-toolkit/compat/keys.d.ts</a:t>
            </a:r>
          </a:p>
          <a:p>
            <a:pPr>
              <a:defRPr sz="1200"/>
            </a:pPr>
            <a:r>
              <a:t>D:/pasar_fix/node_modules/.bun/es-toolkit@1.46.1/node_modules/es-toolkit/compat/keys.js</a:t>
            </a:r>
          </a:p>
          <a:p>
            <a:pPr>
              <a:defRPr sz="1200"/>
            </a:pPr>
            <a:r>
              <a:t>D:/pasar_fix/node_modules/.bun/es-toolkit@1.46.1/node_modules/es-toolkit/compat/keysIn.d.ts</a:t>
            </a:r>
          </a:p>
          <a:p>
            <a:pPr>
              <a:defRPr sz="1200"/>
            </a:pPr>
            <a:r>
              <a:t>D:/pasar_fix/node_modules/.bun/es-toolkit@1.46.1/node_modules/es-toolkit/compat/keysIn.js</a:t>
            </a:r>
          </a:p>
          <a:p>
            <a:pPr>
              <a:defRPr sz="1200"/>
            </a:pPr>
            <a:r>
              <a:t>D:/pasar_fix/node_modules/.bun/es-toolkit@1.46.1/node_modules/es-toolkit/compat/last.d.ts</a:t>
            </a:r>
          </a:p>
          <a:p>
            <a:pPr>
              <a:defRPr sz="1200"/>
            </a:pPr>
            <a:r>
              <a:t>D:/pasar_fix/node_modules/.bun/es-toolkit@1.46.1/node_modules/es-toolkit/compat/last.js</a:t>
            </a:r>
          </a:p>
          <a:p>
            <a:pPr>
              <a:defRPr sz="1200"/>
            </a:pPr>
            <a:r>
              <a:t>D:/pasar_fix/node_modules/.bun/es-toolkit@1.46.1/node_modules/es-toolkit/compat/lastIndexOf.d.ts</a:t>
            </a:r>
          </a:p>
          <a:p>
            <a:pPr>
              <a:defRPr sz="1200"/>
            </a:pPr>
            <a:r>
              <a:t>D:/pasar_fix/node_modules/.bun/es-toolkit@1.46.1/node_modules/es-toolkit/compat/lastIndexOf.js</a:t>
            </a:r>
          </a:p>
          <a:p>
            <a:pPr>
              <a:defRPr sz="1200"/>
            </a:pPr>
            <a:r>
              <a:t>D:/pasar_fix/node_modules/.bun/es-toolkit@1.46.1/node_modules/es-toolkit/compat/lowerCase.d.ts</a:t>
            </a:r>
          </a:p>
          <a:p>
            <a:pPr>
              <a:defRPr sz="1200"/>
            </a:pPr>
            <a:r>
              <a:t>D:/pasar_fix/node_modules/.bun/es-toolkit@1.46.1/node_modules/es-toolkit/compat/lowerCase.js</a:t>
            </a:r>
          </a:p>
          <a:p>
            <a:pPr>
              <a:defRPr sz="1200"/>
            </a:pPr>
            <a:r>
              <a:t>D:/pasar_fix/node_modules/.bun/es-toolkit@1.46.1/node_modules/es-toolkit/compat/lowerFirst.d.ts</a:t>
            </a:r>
          </a:p>
          <a:p>
            <a:pPr>
              <a:defRPr sz="1200"/>
            </a:pPr>
            <a:r>
              <a:t>D:/pasar_fix/node_modules/.bun/es-toolkit@1.46.1/node_modules/es-toolkit/compat/lowerFirst.js</a:t>
            </a:r>
          </a:p>
          <a:p>
            <a:pPr>
              <a:defRPr sz="1200"/>
            </a:pPr>
            <a:r>
              <a:t>D:/pasar_fix/node_modules/.bun/es-toolkit@1.46.1/node_modules/es-toolkit/compat/lt.d.ts</a:t>
            </a:r>
          </a:p>
          <a:p>
            <a:pPr>
              <a:defRPr sz="1200"/>
            </a:pPr>
            <a:r>
              <a:t>D:/pasar_fix/node_modules/.bun/es-toolkit@1.46.1/node_modules/es-toolkit/compat/lt.js</a:t>
            </a:r>
          </a:p>
          <a:p>
            <a:pPr>
              <a:defRPr sz="1200"/>
            </a:pPr>
            <a:r>
              <a:t>D:/pasar_fix/node_modules/.bun/es-toolkit@1.46.1/node_modules/es-toolkit/compat/lte.d.ts</a:t>
            </a:r>
          </a:p>
          <a:p>
            <a:pPr>
              <a:defRPr sz="1200"/>
            </a:pPr>
            <a:r>
              <a:t>D:/pasar_fix/node_modules/.bun/es-toolkit@1.46.1/node_modules/es-toolkit/compat/lte.js</a:t>
            </a:r>
          </a:p>
          <a:p>
            <a:pPr>
              <a:defRPr sz="1200"/>
            </a:pPr>
            <a:r>
              <a:t>D:/pasar_fix/node_modules/.bun/es-toolkit@1.46.1/node_modules/es-toolkit/compat/map.d.ts</a:t>
            </a:r>
          </a:p>
          <a:p>
            <a:pPr>
              <a:defRPr sz="1200"/>
            </a:pPr>
            <a:r>
              <a:t>D:/pasar_fix/node_modules/.bun/es-toolkit@1.46.1/node_modules/es-toolkit/compat/map.js</a:t>
            </a:r>
          </a:p>
          <a:p>
            <a:pPr>
              <a:defRPr sz="1200"/>
            </a:pPr>
            <a:r>
              <a:t>D:/pasar_fix/node_modules/.bun/es-toolkit@1.46.1/node_modules/es-toolkit/compat/mapKeys.d.ts</a:t>
            </a:r>
          </a:p>
          <a:p>
            <a:pPr>
              <a:defRPr sz="1200"/>
            </a:pPr>
            <a:r>
              <a:t>D:/pasar_fix/node_modules/.bun/es-toolkit@1.46.1/node_modules/es-toolkit/compat/mapKeys.js</a:t>
            </a:r>
          </a:p>
          <a:p>
            <a:pPr>
              <a:defRPr sz="1200"/>
            </a:pPr>
            <a:r>
              <a:t>D:/pasar_fix/node_modules/.bun/es-toolkit@1.46.1/node_modules/es-toolkit/compat/mapValues.d.ts</a:t>
            </a:r>
          </a:p>
          <a:p>
            <a:pPr>
              <a:defRPr sz="1200"/>
            </a:pPr>
            <a:r>
              <a:t>D:/pasar_fix/node_modules/.bun/es-toolkit@1.46.1/node_modules/es-toolkit/compat/mapValues.js</a:t>
            </a:r>
          </a:p>
          <a:p>
            <a:pPr>
              <a:defRPr sz="1200"/>
            </a:pPr>
            <a:r>
              <a:t>D:/pasar_fix/node_modules/.bun/es-toolkit@1.46.1/node_modules/es-toolkit/compat/matches.d.ts</a:t>
            </a:r>
          </a:p>
          <a:p>
            <a:pPr>
              <a:defRPr sz="1200"/>
            </a:pPr>
            <a:r>
              <a:t>D:/pasar_fix/node_modules/.bun/es-toolkit@1.46.1/node_modules/es-toolkit/compat/matches.js</a:t>
            </a:r>
          </a:p>
          <a:p>
            <a:pPr>
              <a:defRPr sz="1200"/>
            </a:pPr>
            <a:r>
              <a:t>D:/pasar_fix/node_modules/.bun/es-toolkit@1.46.1/node_modules/es-toolkit/compat/matchesProperty.d.ts</a:t>
            </a:r>
          </a:p>
          <a:p>
            <a:pPr>
              <a:defRPr sz="1200"/>
            </a:pPr>
            <a:r>
              <a:t>D:/pasar_fix/node_modules/.bun/es-toolkit@1.46.1/node_modules/es-toolkit/compat/matchesProperty.js</a:t>
            </a:r>
          </a:p>
          <a:p>
            <a:pPr>
              <a:defRPr sz="1200"/>
            </a:pPr>
            <a:r>
              <a:t>D:/pasar_fix/node_modules/.bun/es-toolkit@1.46.1/node_modules/es-toolkit/compat/max.d.ts</a:t>
            </a:r>
          </a:p>
          <a:p>
            <a:pPr>
              <a:defRPr sz="1200"/>
            </a:pPr>
            <a:r>
              <a:t>D:/pasar_fix/node_modules/.bun/es-toolkit@1.46.1/node_modules/es-toolkit/compat/max.js</a:t>
            </a:r>
          </a:p>
          <a:p>
            <a:pPr>
              <a:defRPr sz="1200"/>
            </a:pPr>
            <a:r>
              <a:t>D:/pasar_fix/node_modules/.bun/es-toolkit@1.46.1/node_modules/es-toolkit/compat/maxBy.d.ts</a:t>
            </a:r>
          </a:p>
          <a:p>
            <a:pPr>
              <a:defRPr sz="1200"/>
            </a:pPr>
            <a:r>
              <a:t>D:/pasar_fix/node_modules/.bun/es-toolkit@1.46.1/node_modules/es-toolkit/compat/maxBy.js</a:t>
            </a:r>
          </a:p>
          <a:p>
            <a:pPr>
              <a:defRPr sz="1200"/>
            </a:pPr>
            <a:r>
              <a:t>D:/pasar_fix/node_modules/.bun/es-toolkit@1.46.1/node_modules/es-toolkit/compat/mean.d.ts</a:t>
            </a:r>
          </a:p>
          <a:p>
            <a:pPr>
              <a:defRPr sz="1200"/>
            </a:pPr>
            <a:r>
              <a:t>D:/pasar_fix/node_modules/.bun/es-toolkit@1.46.1/node_modules/es-toolkit/compat/mean.js</a:t>
            </a:r>
          </a:p>
          <a:p>
            <a:pPr>
              <a:defRPr sz="1200"/>
            </a:pPr>
            <a:r>
              <a:t>D:/pasar_fix/node_modules/.bun/es-toolkit@1.46.1/node_modules/es-toolkit/compat/meanBy.d.ts</a:t>
            </a:r>
          </a:p>
          <a:p>
            <a:pPr>
              <a:defRPr sz="1200"/>
            </a:pPr>
            <a:r>
              <a:t>D:/pasar_fix/node_modules/.bun/es-toolkit@1.46.1/node_modules/es-toolkit/compat/meanBy.js</a:t>
            </a:r>
          </a:p>
          <a:p>
            <a:pPr>
              <a:defRPr sz="1200"/>
            </a:pPr>
            <a:r>
              <a:t>D:/pasar_fix/node_modules/.bun/es-toolkit@1.46.1/node_modules/es-toolkit/compat/memoize.d.ts</a:t>
            </a:r>
          </a:p>
          <a:p>
            <a:pPr>
              <a:defRPr sz="1200"/>
            </a:pPr>
            <a:r>
              <a:t>D:/pasar_fix/node_modules/.bun/es-toolkit@1.46.1/node_modules/es-toolkit/compat/memoize.js</a:t>
            </a:r>
          </a:p>
          <a:p>
            <a:pPr>
              <a:defRPr sz="1200"/>
            </a:pPr>
            <a:r>
              <a:t>D:/pasar_fix/node_modules/.bun/es-toolkit@1.46.1/node_modules/es-toolkit/compat/merge.d.ts</a:t>
            </a:r>
          </a:p>
          <a:p>
            <a:pPr>
              <a:defRPr sz="1200"/>
            </a:pPr>
            <a:r>
              <a:t>D:/pasar_fix/node_modules/.bun/es-toolkit@1.46.1/node_modules/es-toolkit/compat/merge.js</a:t>
            </a:r>
          </a:p>
          <a:p>
            <a:pPr>
              <a:defRPr sz="1200"/>
            </a:pPr>
            <a:r>
              <a:t>D:/pasar_fix/node_modules/.bun/es-toolkit@1.46.1/node_modules/es-toolkit/compat/mergeWith.d.ts</a:t>
            </a:r>
          </a:p>
          <a:p>
            <a:pPr>
              <a:defRPr sz="1200"/>
            </a:pPr>
            <a:r>
              <a:t>D:/pasar_fix/node_modules/.bun/es-toolkit@1.46.1/node_modules/es-toolkit/compat/mergeWith.js</a:t>
            </a:r>
          </a:p>
          <a:p>
            <a:pPr>
              <a:defRPr sz="1200"/>
            </a:pPr>
            <a:r>
              <a:t>D:/pasar_fix/node_modules/.bun/es-toolkit@1.46.1/node_modules/es-toolkit/compat/method.d.ts</a:t>
            </a:r>
          </a:p>
          <a:p>
            <a:pPr>
              <a:defRPr sz="1200"/>
            </a:pPr>
            <a:r>
              <a:t>D:/pasar_fix/node_modules/.bun/es-toolkit@1.46.1/node_modules/es-toolkit/compat/method.js</a:t>
            </a:r>
          </a:p>
          <a:p>
            <a:pPr>
              <a:defRPr sz="1200"/>
            </a:pPr>
            <a:r>
              <a:t>D:/pasar_fix/node_modules/.bun/es-toolkit@1.46.1/node_modules/es-toolkit/compat/methodOf.d.ts</a:t>
            </a:r>
          </a:p>
          <a:p>
            <a:pPr>
              <a:defRPr sz="1200"/>
            </a:pPr>
            <a:r>
              <a:t>D:/pasar_fix/node_modules/.bun/es-toolkit@1.46.1/node_modules/es-toolkit/compat/methodOf.js</a:t>
            </a:r>
          </a:p>
          <a:p>
            <a:pPr>
              <a:defRPr sz="1200"/>
            </a:pPr>
            <a:r>
              <a:t>D:/pasar_fix/node_modules/.bun/es-toolkit@1.46.1/node_modules/es-toolkit/compat/min.d.ts</a:t>
            </a:r>
          </a:p>
          <a:p>
            <a:pPr>
              <a:defRPr sz="1200"/>
            </a:pPr>
            <a:r>
              <a:t>D:/pasar_fix/node_modules/.bun/es-toolkit@1.46.1/node_modules/es-toolkit/compat/min.js</a:t>
            </a:r>
          </a:p>
          <a:p>
            <a:pPr>
              <a:defRPr sz="1200"/>
            </a:pPr>
            <a:r>
              <a:t>D:/pasar_fix/node_modules/.bun/es-toolkit@1.46.1/node_modules/es-toolkit/compat/minBy.d.ts</a:t>
            </a:r>
          </a:p>
          <a:p>
            <a:pPr>
              <a:defRPr sz="1200"/>
            </a:pPr>
            <a:r>
              <a:t>D:/pasar_fix/node_modules/.bun/es-toolkit@1.46.1/node_modules/es-toolkit/compat/minBy.js</a:t>
            </a:r>
          </a:p>
          <a:p>
            <a:pPr>
              <a:defRPr sz="1200"/>
            </a:pPr>
            <a:r>
              <a:t>D:/pasar_fix/node_modules/.bun/es-toolkit@1.46.1/node_modules/es-toolkit/compat/multiply.d.ts</a:t>
            </a:r>
          </a:p>
          <a:p>
            <a:pPr>
              <a:defRPr sz="1200"/>
            </a:pPr>
            <a:r>
              <a:t>D:/pasar_fix/node_modules/.bun/es-toolkit@1.46.1/node_modules/es-toolkit/compat/multiply.js</a:t>
            </a:r>
          </a:p>
          <a:p>
            <a:pPr>
              <a:defRPr sz="1200"/>
            </a:pPr>
            <a:r>
              <a:t>D:/pasar_fix/node_modules/.bun/es-toolkit@1.46.1/node_modules/es-toolkit/compat/negate.d.ts</a:t>
            </a:r>
          </a:p>
          <a:p>
            <a:pPr>
              <a:defRPr sz="1200"/>
            </a:pPr>
            <a:r>
              <a:t>D:/pasar_fix/node_modules/.bun/es-toolkit@1.46.1/node_modules/es-toolkit/compat/negate.js</a:t>
            </a:r>
          </a:p>
          <a:p>
            <a:pPr>
              <a:defRPr sz="1200"/>
            </a:pPr>
            <a:r>
              <a:t>D:/pasar_fix/node_modules/.bun/es-toolkit@1.46.1/node_modules/es-toolkit/compat/noop.d.ts</a:t>
            </a:r>
          </a:p>
          <a:p>
            <a:pPr>
              <a:defRPr sz="1200"/>
            </a:pPr>
            <a:r>
              <a:t>D:/pasar_fix/node_modules/.bun/es-toolkit@1.46.1/node_modules/es-toolkit/compat/noop.js</a:t>
            </a:r>
          </a:p>
          <a:p>
            <a:pPr>
              <a:defRPr sz="1200"/>
            </a:pPr>
            <a:r>
              <a:t>D:/pasar_fix/node_modules/.bun/es-toolkit@1.46.1/node_modules/es-toolkit/compat/now.d.ts</a:t>
            </a:r>
          </a:p>
          <a:p>
            <a:pPr>
              <a:defRPr sz="1200"/>
            </a:pPr>
            <a:r>
              <a:t>D:/pasar_fix/node_modules/.bun/es-toolkit@1.46.1/node_modules/es-toolkit/compat/now.js</a:t>
            </a:r>
          </a:p>
          <a:p>
            <a:pPr>
              <a:defRPr sz="1200"/>
            </a:pPr>
            <a:r>
              <a:t>D:/pasar_fix/node_modules/.bun/es-toolkit@1.46.1/node_modules/es-toolkit/compat/nth.d.ts</a:t>
            </a:r>
          </a:p>
          <a:p>
            <a:pPr>
              <a:defRPr sz="1200"/>
            </a:pPr>
            <a:r>
              <a:t>D:/pasar_fix/node_modules/.bun/es-toolkit@1.46.1/node_modules/es-toolkit/compat/nth.js</a:t>
            </a:r>
          </a:p>
          <a:p>
            <a:pPr>
              <a:defRPr sz="1200"/>
            </a:pPr>
            <a:r>
              <a:t>D:/pasar_fix/node_modules/.bun/es-toolkit@1.46.1/node_modules/es-toolkit/compat/nthArg.d.ts</a:t>
            </a:r>
          </a:p>
          <a:p>
            <a:pPr>
              <a:defRPr sz="1200"/>
            </a:pPr>
            <a:r>
              <a:t>D:/pasar_fix/node_modules/.bun/es-toolkit@1.46.1/node_modules/es-toolkit/compat/nthArg.js</a:t>
            </a:r>
          </a:p>
          <a:p>
            <a:pPr>
              <a:defRPr sz="1200"/>
            </a:pPr>
            <a:r>
              <a:t>D:/pasar_fix/node_modules/.bun/es-toolkit@1.46.1/node_modules/es-toolkit/compat/omit.d.ts</a:t>
            </a:r>
          </a:p>
          <a:p>
            <a:pPr>
              <a:defRPr sz="1200"/>
            </a:pPr>
            <a:r>
              <a:t>D:/pasar_fix/node_modules/.bun/es-toolkit@1.46.1/node_modules/es-toolkit/compat/omit.js</a:t>
            </a:r>
          </a:p>
          <a:p>
            <a:pPr>
              <a:defRPr sz="1200"/>
            </a:pPr>
            <a:r>
              <a:t>D:/pasar_fix/node_modules/.bun/es-toolkit@1.46.1/node_modules/es-toolkit/compat/omitBy.d.ts</a:t>
            </a:r>
          </a:p>
          <a:p>
            <a:pPr>
              <a:defRPr sz="1200"/>
            </a:pPr>
            <a:r>
              <a:t>D:/pasar_fix/node_modules/.bun/es-toolkit@1.46.1/node_modules/es-toolkit/compat/omitBy.js</a:t>
            </a:r>
          </a:p>
          <a:p>
            <a:pPr>
              <a:defRPr sz="1200"/>
            </a:pPr>
            <a:r>
              <a:t>D:/pasar_fix/node_modules/.bun/es-toolkit@1.46.1/node_modules/es-toolkit/compat/once.d.ts</a:t>
            </a:r>
          </a:p>
          <a:p>
            <a:pPr>
              <a:defRPr sz="1200"/>
            </a:pPr>
            <a:r>
              <a:t>D:/pasar_fix/node_modules/.bun/es-toolkit@1.46.1/node_modules/es-toolkit/compat/once.js</a:t>
            </a:r>
          </a:p>
          <a:p>
            <a:pPr>
              <a:defRPr sz="1200"/>
            </a:pPr>
            <a:r>
              <a:t>D:/pasar_fix/node_modules/.bun/es-toolkit@1.46.1/node_modules/es-toolkit/compat/orderBy.d.ts</a:t>
            </a:r>
          </a:p>
          <a:p>
            <a:pPr>
              <a:defRPr sz="1200"/>
            </a:pPr>
            <a:r>
              <a:t>D:/pasar_fix/node_modules/.bun/es-toolkit@1.46.1/node_modules/es-toolkit/compat/orderBy.js</a:t>
            </a:r>
          </a:p>
          <a:p>
            <a:pPr>
              <a:defRPr sz="1200"/>
            </a:pPr>
            <a:r>
              <a:t>D:/pasar_fix/node_modules/.bun/es-toolkit@1.46.1/node_modules/es-toolkit/compat/over.d.ts</a:t>
            </a:r>
          </a:p>
          <a:p>
            <a:pPr>
              <a:defRPr sz="1200"/>
            </a:pPr>
            <a:r>
              <a:t>D:/pasar_fix/node_modules/.bun/es-toolkit@1.46.1/node_modules/es-toolkit/compat/over.js</a:t>
            </a:r>
          </a:p>
          <a:p>
            <a:pPr>
              <a:defRPr sz="1200"/>
            </a:pPr>
            <a:r>
              <a:t>D:/pasar_fix/node_modules/.bun/es-toolkit@1.46.1/node_modules/es-toolkit/compat/overArgs.d.ts</a:t>
            </a:r>
          </a:p>
          <a:p>
            <a:pPr>
              <a:defRPr sz="1200"/>
            </a:pPr>
            <a:r>
              <a:t>D:/pasar_fix/node_modules/.bun/es-toolkit@1.46.1/node_modules/es-toolkit/compat/overArgs.js</a:t>
            </a:r>
          </a:p>
          <a:p>
            <a:pPr>
              <a:defRPr sz="1200"/>
            </a:pPr>
            <a:r>
              <a:t>D:/pasar_fix/node_modules/.bun/es-toolkit@1.46.1/node_modules/es-toolkit/compat/overEvery.d.ts</a:t>
            </a:r>
          </a:p>
          <a:p>
            <a:pPr>
              <a:defRPr sz="1200"/>
            </a:pPr>
            <a:r>
              <a:t>D:/pasar_fix/node_modules/.bun/es-toolkit@1.46.1/node_modules/es-toolkit/compat/overEvery.js</a:t>
            </a:r>
          </a:p>
          <a:p>
            <a:pPr>
              <a:defRPr sz="1200"/>
            </a:pPr>
            <a:r>
              <a:t>D:/pasar_fix/node_modules/.bun/es-toolkit@1.46.1/node_modules/es-toolkit/compat/overSome.d.ts</a:t>
            </a:r>
          </a:p>
          <a:p>
            <a:pPr>
              <a:defRPr sz="1200"/>
            </a:pPr>
            <a:r>
              <a:t>D:/pasar_fix/node_modules/.bun/es-toolkit@1.46.1/node_modules/es-toolkit/compat/overSome.js</a:t>
            </a:r>
          </a:p>
          <a:p>
            <a:pPr>
              <a:defRPr sz="1200"/>
            </a:pPr>
            <a:r>
              <a:t>D:/pasar_fix/node_modules/.bun/es-toolkit@1.46.1/node_modules/es-toolkit/compat/pad.d.ts</a:t>
            </a:r>
          </a:p>
          <a:p>
            <a:pPr>
              <a:defRPr sz="1200"/>
            </a:pPr>
            <a:r>
              <a:t>D:/pasar_fix/node_modules/.bun/es-toolkit@1.46.1/node_modules/es-toolkit/compat/pad.js</a:t>
            </a:r>
          </a:p>
          <a:p>
            <a:pPr>
              <a:defRPr sz="1200"/>
            </a:pPr>
            <a:r>
              <a:t>D:/pasar_fix/node_modules/.bun/es-toolkit@1.46.1/node_modules/es-toolkit/compat/padEnd.d.ts</a:t>
            </a:r>
          </a:p>
          <a:p>
            <a:pPr>
              <a:defRPr sz="1200"/>
            </a:pPr>
            <a:r>
              <a:t>D:/pasar_fix/node_modules/.bun/es-toolkit@1.46.1/node_modules/es-toolkit/compat/padEnd.js</a:t>
            </a:r>
          </a:p>
          <a:p>
            <a:pPr>
              <a:defRPr sz="1200"/>
            </a:pPr>
            <a:r>
              <a:t>D:/pasar_fix/node_modules/.bun/es-toolkit@1.46.1/node_modules/es-toolkit/compat/padStart.d.ts</a:t>
            </a:r>
          </a:p>
          <a:p>
            <a:pPr>
              <a:defRPr sz="1200"/>
            </a:pPr>
            <a:r>
              <a:t>D:/pasar_fix/node_modules/.bun/es-toolkit@1.46.1/node_modules/es-toolkit/compat/padStart.js</a:t>
            </a:r>
          </a:p>
          <a:p>
            <a:pPr>
              <a:defRPr sz="1200"/>
            </a:pPr>
            <a:r>
              <a:t>D:/pasar_fix/node_modules/.bun/es-toolkit@1.46.1/node_modules/es-toolkit/compat/parseInt.d.ts</a:t>
            </a:r>
          </a:p>
          <a:p>
            <a:pPr>
              <a:defRPr sz="1200"/>
            </a:pPr>
            <a:r>
              <a:t>D:/pasar_fix/node_modules/.bun/es-toolkit@1.46.1/node_modules/es-toolkit/compat/parseInt.js</a:t>
            </a:r>
          </a:p>
          <a:p>
            <a:pPr>
              <a:defRPr sz="1200"/>
            </a:pPr>
            <a:r>
              <a:t>D:/pasar_fix/node_modules/.bun/es-toolkit@1.46.1/node_modules/es-toolkit/compat/partial.d.ts</a:t>
            </a:r>
          </a:p>
          <a:p>
            <a:pPr>
              <a:defRPr sz="1200"/>
            </a:pPr>
            <a:r>
              <a:t>D:/pasar_fix/node_modules/.bun/es-toolkit@1.46.1/node_modules/es-toolkit/compat/partial.js</a:t>
            </a:r>
          </a:p>
          <a:p>
            <a:pPr>
              <a:defRPr sz="1200"/>
            </a:pPr>
            <a:r>
              <a:t>D:/pasar_fix/node_modules/.bun/es-toolkit@1.46.1/node_modules/es-toolkit/compat/partialRight.d.ts</a:t>
            </a:r>
          </a:p>
          <a:p>
            <a:pPr>
              <a:defRPr sz="1200"/>
            </a:pPr>
            <a:r>
              <a:t>D:/pasar_fix/node_modules/.bun/es-toolkit@1.46.1/node_modules/es-toolkit/compat/partialRight.js</a:t>
            </a:r>
          </a:p>
          <a:p>
            <a:pPr>
              <a:defRPr sz="1200"/>
            </a:pPr>
            <a:r>
              <a:t>D:/pasar_fix/node_modules/.bun/es-toolkit@1.46.1/node_modules/es-toolkit/compat/partition.d.ts</a:t>
            </a:r>
          </a:p>
          <a:p>
            <a:pPr>
              <a:defRPr sz="1200"/>
            </a:pPr>
            <a:r>
              <a:t>D:/pasar_fix/node_modules/.bun/es-toolkit@1.46.1/node_modules/es-toolkit/compat/partition.js</a:t>
            </a:r>
          </a:p>
          <a:p>
            <a:pPr>
              <a:defRPr sz="1200"/>
            </a:pPr>
            <a:r>
              <a:t>D:/pasar_fix/node_modules/.bun/es-toolkit@1.46.1/node_modules/es-toolkit/compat/pick.d.ts</a:t>
            </a:r>
          </a:p>
          <a:p>
            <a:pPr>
              <a:defRPr sz="1200"/>
            </a:pPr>
            <a:r>
              <a:t>D:/pasar_fix/node_modules/.bun/es-toolkit@1.46.1/node_modules/es-toolkit/compat/pick.js</a:t>
            </a:r>
          </a:p>
          <a:p>
            <a:pPr>
              <a:defRPr sz="1200"/>
            </a:pPr>
            <a:r>
              <a:t>D:/pasar_fix/node_modules/.bun/es-toolkit@1.46.1/node_modules/es-toolkit/compat/pickBy.d.ts</a:t>
            </a:r>
          </a:p>
          <a:p>
            <a:pPr>
              <a:defRPr sz="1200"/>
            </a:pPr>
            <a:r>
              <a:t>D:/pasar_fix/node_modules/.bun/es-toolkit@1.46.1/node_modules/es-toolkit/compat/pickBy.js</a:t>
            </a:r>
          </a:p>
          <a:p>
            <a:pPr>
              <a:defRPr sz="1200"/>
            </a:pPr>
            <a:r>
              <a:t>D:/pasar_fix/node_modules/.bun/es-toolkit@1.46.1/node_modules/es-toolkit/compat/property.d.ts</a:t>
            </a:r>
          </a:p>
          <a:p>
            <a:pPr>
              <a:defRPr sz="1200"/>
            </a:pPr>
            <a:r>
              <a:t>D:/pasar_fix/node_modules/.bun/es-toolkit@1.46.1/node_modules/es-toolkit/compat/property.js</a:t>
            </a:r>
          </a:p>
          <a:p>
            <a:pPr>
              <a:defRPr sz="1200"/>
            </a:pPr>
            <a:r>
              <a:t>D:/pasar_fix/node_modules/.bun/es-toolkit@1.46.1/node_modules/es-toolkit/compat/propertyOf.d.ts</a:t>
            </a:r>
          </a:p>
          <a:p>
            <a:pPr>
              <a:defRPr sz="1200"/>
            </a:pPr>
            <a:r>
              <a:t>D:/pasar_fix/node_modules/.bun/es-toolkit@1.46.1/node_modules/es-toolkit/compat/propertyOf.js</a:t>
            </a:r>
          </a:p>
          <a:p>
            <a:pPr>
              <a:defRPr sz="1200"/>
            </a:pPr>
            <a:r>
              <a:t>D:/pasar_fix/node_modules/.bun/es-toolkit@1.46.1/node_modules/es-toolkit/compat/pull.d.ts</a:t>
            </a:r>
          </a:p>
          <a:p>
            <a:pPr>
              <a:defRPr sz="1200"/>
            </a:pPr>
            <a:r>
              <a:t>D:/pasar_fix/node_modules/.bun/es-toolkit@1.46.1/node_modules/es-toolkit/compat/pull.js</a:t>
            </a:r>
          </a:p>
          <a:p>
            <a:pPr>
              <a:defRPr sz="1200"/>
            </a:pPr>
            <a:r>
              <a:t>D:/pasar_fix/node_modules/.bun/es-toolkit@1.46.1/node_modules/es-toolkit/compat/pullAll.d.ts</a:t>
            </a:r>
          </a:p>
          <a:p>
            <a:pPr>
              <a:defRPr sz="1200"/>
            </a:pPr>
            <a:r>
              <a:t>D:/pasar_fix/node_modules/.bun/es-toolkit@1.46.1/node_modules/es-toolkit/compat/pullAll.js</a:t>
            </a:r>
          </a:p>
          <a:p>
            <a:pPr>
              <a:defRPr sz="1200"/>
            </a:pPr>
            <a:r>
              <a:t>D:/pasar_fix/node_modules/.bun/es-toolkit@1.46.1/node_modules/es-toolkit/compat/pullAllBy.d.ts</a:t>
            </a:r>
          </a:p>
          <a:p>
            <a:pPr>
              <a:defRPr sz="1200"/>
            </a:pPr>
            <a:r>
              <a:t>D:/pasar_fix/node_modules/.bun/es-toolkit@1.46.1/node_modules/es-toolkit/compat/pullAllBy.js</a:t>
            </a:r>
          </a:p>
          <a:p>
            <a:pPr>
              <a:defRPr sz="1200"/>
            </a:pPr>
            <a:r>
              <a:t>D:/pasar_fix/node_modules/.bun/es-toolkit@1.46.1/node_modules/es-toolkit/compat/pullAllWith.d.ts</a:t>
            </a:r>
          </a:p>
          <a:p>
            <a:pPr>
              <a:defRPr sz="1200"/>
            </a:pPr>
            <a:r>
              <a:t>D:/pasar_fix/node_modules/.bun/es-toolkit@1.46.1/node_modules/es-toolkit/compat/pullAllWith.js</a:t>
            </a:r>
          </a:p>
          <a:p>
            <a:pPr>
              <a:defRPr sz="1200"/>
            </a:pPr>
            <a:r>
              <a:t>D:/pasar_fix/node_modules/.bun/es-toolkit@1.46.1/node_modules/es-toolkit/compat/pullAt.d.ts</a:t>
            </a:r>
          </a:p>
          <a:p>
            <a:pPr>
              <a:defRPr sz="1200"/>
            </a:pPr>
            <a:r>
              <a:t>D:/pasar_fix/node_modules/.bun/es-toolkit@1.46.1/node_modules/es-toolkit/compat/pullAt.js</a:t>
            </a:r>
          </a:p>
          <a:p>
            <a:pPr>
              <a:defRPr sz="1200"/>
            </a:pPr>
            <a:r>
              <a:t>D:/pasar_fix/node_modules/.bun/es-toolkit@1.46.1/node_modules/es-toolkit/compat/random.d.ts</a:t>
            </a:r>
          </a:p>
          <a:p>
            <a:pPr>
              <a:defRPr sz="1200"/>
            </a:pPr>
            <a:r>
              <a:t>D:/pasar_fix/node_modules/.bun/es-toolkit@1.46.1/node_modules/es-toolkit/compat/random.js</a:t>
            </a:r>
          </a:p>
          <a:p>
            <a:pPr>
              <a:defRPr sz="1200"/>
            </a:pPr>
            <a:r>
              <a:t>D:/pasar_fix/node_modules/.bun/es-toolkit@1.46.1/node_modules/es-toolkit/compat/range.d.ts</a:t>
            </a:r>
          </a:p>
          <a:p>
            <a:pPr>
              <a:defRPr sz="1200"/>
            </a:pPr>
            <a:r>
              <a:t>D:/pasar_fix/node_modules/.bun/es-toolkit@1.46.1/node_modules/es-toolkit/compat/range.js</a:t>
            </a:r>
          </a:p>
          <a:p>
            <a:pPr>
              <a:defRPr sz="1200"/>
            </a:pPr>
            <a:r>
              <a:t>D:/pasar_fix/node_modules/.bun/es-toolkit@1.46.1/node_modules/es-toolkit/compat/rangeRight.d.ts</a:t>
            </a:r>
          </a:p>
          <a:p>
            <a:pPr>
              <a:defRPr sz="1200"/>
            </a:pPr>
            <a:r>
              <a:t>D:/pasar_fix/node_modules/.bun/es-toolkit@1.46.1/node_modules/es-toolkit/compat/rangeRight.js</a:t>
            </a:r>
          </a:p>
          <a:p>
            <a:pPr>
              <a:defRPr sz="1200"/>
            </a:pPr>
            <a:r>
              <a:t>D:/pasar_fix/node_modules/.bun/es-toolkit@1.46.1/node_modules/es-toolkit/compat/rearg.d.ts</a:t>
            </a:r>
          </a:p>
          <a:p>
            <a:pPr>
              <a:defRPr sz="1200"/>
            </a:pPr>
            <a:r>
              <a:t>D:/pasar_fix/node_modules/.bun/es-toolkit@1.46.1/node_modules/es-toolkit/compat/rearg.js</a:t>
            </a:r>
          </a:p>
          <a:p>
            <a:pPr>
              <a:defRPr sz="1200"/>
            </a:pPr>
            <a:r>
              <a:t>D:/pasar_fix/node_modules/.bun/es-toolkit@1.46.1/node_modules/es-toolkit/compat/reduce.d.ts</a:t>
            </a:r>
          </a:p>
          <a:p>
            <a:pPr>
              <a:defRPr sz="1200"/>
            </a:pPr>
            <a:r>
              <a:t>D:/pasar_fix/node_modules/.bun/es-toolkit@1.46.1/node_modules/es-toolkit/compat/reduce.js</a:t>
            </a:r>
          </a:p>
          <a:p>
            <a:pPr>
              <a:defRPr sz="1200"/>
            </a:pPr>
            <a:r>
              <a:t>D:/pasar_fix/node_modules/.bun/es-toolkit@1.46.1/node_modules/es-toolkit/compat/reduceRight.d.ts</a:t>
            </a:r>
          </a:p>
          <a:p>
            <a:pPr>
              <a:defRPr sz="1200"/>
            </a:pPr>
            <a:r>
              <a:t>D:/pasar_fix/node_modules/.bun/es-toolkit@1.46.1/node_modules/es-toolkit/compat/reduceRight.js</a:t>
            </a:r>
          </a:p>
          <a:p>
            <a:pPr>
              <a:defRPr sz="1200"/>
            </a:pPr>
            <a:r>
              <a:t>D:/pasar_fix/node_modules/.bun/es-toolkit@1.46.1/node_modules/es-toolkit/compat/reject.d.ts</a:t>
            </a:r>
          </a:p>
          <a:p>
            <a:pPr>
              <a:defRPr sz="1200"/>
            </a:pPr>
            <a:r>
              <a:t>D:/pasar_fix/node_modules/.bun/es-toolkit@1.46.1/node_modules/es-toolkit/compat/reject.js</a:t>
            </a:r>
          </a:p>
          <a:p>
            <a:pPr>
              <a:defRPr sz="1200"/>
            </a:pPr>
            <a:r>
              <a:t>D:/pasar_fix/node_modules/.bun/es-toolkit@1.46.1/node_modules/es-toolkit/compat/remove.d.ts</a:t>
            </a:r>
          </a:p>
          <a:p>
            <a:pPr>
              <a:defRPr sz="1200"/>
            </a:pPr>
            <a:r>
              <a:t>D:/pasar_fix/node_modules/.bun/es-toolkit@1.46.1/node_modules/es-toolkit/compat/remove.js</a:t>
            </a:r>
          </a:p>
          <a:p>
            <a:pPr>
              <a:defRPr sz="1200"/>
            </a:pPr>
            <a:r>
              <a:t>D:/pasar_fix/node_modules/.bun/es-toolkit@1.46.1/node_modules/es-toolkit/compat/repeat.d.ts</a:t>
            </a:r>
          </a:p>
          <a:p>
            <a:pPr>
              <a:defRPr sz="1200"/>
            </a:pPr>
            <a:r>
              <a:t>D:/pasar_fix/node_modules/.bun/es-toolkit@1.46.1/node_modules/es-toolkit/compat/repeat.js</a:t>
            </a:r>
          </a:p>
          <a:p>
            <a:pPr>
              <a:defRPr sz="1200"/>
            </a:pPr>
            <a:r>
              <a:t>D:/pasar_fix/node_modules/.bun/es-toolkit@1.46.1/node_modules/es-toolkit/compat/replace.d.ts</a:t>
            </a:r>
          </a:p>
          <a:p>
            <a:pPr>
              <a:defRPr sz="1200"/>
            </a:pPr>
            <a:r>
              <a:t>D:/pasar_fix/node_modules/.bun/es-toolkit@1.46.1/node_modules/es-toolkit/compat/replace.js</a:t>
            </a:r>
          </a:p>
          <a:p>
            <a:pPr>
              <a:defRPr sz="1200"/>
            </a:pPr>
            <a:r>
              <a:t>D:/pasar_fix/node_modules/.bun/es-toolkit@1.46.1/node_modules/es-toolkit/compat/rest.d.ts</a:t>
            </a:r>
          </a:p>
          <a:p>
            <a:pPr>
              <a:defRPr sz="1200"/>
            </a:pPr>
            <a:r>
              <a:t>D:/pasar_fix/node_modules/.bun/es-toolkit@1.46.1/node_modules/es-toolkit/compat/rest.js</a:t>
            </a:r>
          </a:p>
          <a:p>
            <a:pPr>
              <a:defRPr sz="1200"/>
            </a:pPr>
            <a:r>
              <a:t>D:/pasar_fix/node_modules/.bun/es-toolkit@1.46.1/node_modules/es-toolkit/compat/result.d.ts</a:t>
            </a:r>
          </a:p>
          <a:p>
            <a:pPr>
              <a:defRPr sz="1200"/>
            </a:pPr>
            <a:r>
              <a:t>D:/pasar_fix/node_modules/.bun/es-toolkit@1.46.1/node_modules/es-toolkit/compat/result.js</a:t>
            </a:r>
          </a:p>
          <a:p>
            <a:pPr>
              <a:defRPr sz="1200"/>
            </a:pPr>
            <a:r>
              <a:t>D:/pasar_fix/node_modules/.bun/es-toolkit@1.46.1/node_modules/es-toolkit/compat/reverse.d.ts</a:t>
            </a:r>
          </a:p>
          <a:p>
            <a:pPr>
              <a:defRPr sz="1200"/>
            </a:pPr>
            <a:r>
              <a:t>D:/pasar_fix/node_modules/.bun/es-toolkit@1.46.1/node_modules/es-toolkit/compat/reverse.js</a:t>
            </a:r>
          </a:p>
          <a:p>
            <a:pPr>
              <a:defRPr sz="1200"/>
            </a:pPr>
            <a:r>
              <a:t>D:/pasar_fix/node_modules/.bun/es-toolkit@1.46.1/node_modules/es-toolkit/compat/round.d.ts</a:t>
            </a:r>
          </a:p>
          <a:p>
            <a:pPr>
              <a:defRPr sz="1200"/>
            </a:pPr>
            <a:r>
              <a:t>D:/pasar_fix/node_modules/.bun/es-toolkit@1.46.1/node_modules/es-toolkit/compat/round.js</a:t>
            </a:r>
          </a:p>
          <a:p>
            <a:pPr>
              <a:defRPr sz="1200"/>
            </a:pPr>
            <a:r>
              <a:t>D:/pasar_fix/node_modules/.bun/es-toolkit@1.46.1/node_modules/es-toolkit/compat/sample.d.ts</a:t>
            </a:r>
          </a:p>
          <a:p>
            <a:pPr>
              <a:defRPr sz="1200"/>
            </a:pPr>
            <a:r>
              <a:t>D:/pasar_fix/node_modules/.bun/es-toolkit@1.46.1/node_modules/es-toolkit/compat/sample.js</a:t>
            </a:r>
          </a:p>
          <a:p>
            <a:pPr>
              <a:defRPr sz="1200"/>
            </a:pPr>
            <a:r>
              <a:t>D:/pasar_fix/node_modules/.bun/es-toolkit@1.46.1/node_modules/es-toolkit/compat/sampleSize.d.ts</a:t>
            </a:r>
          </a:p>
          <a:p>
            <a:pPr>
              <a:defRPr sz="1200"/>
            </a:pPr>
            <a:r>
              <a:t>D:/pasar_fix/node_modules/.bun/es-toolkit@1.46.1/node_modules/es-toolkit/compat/sampleSize.js</a:t>
            </a:r>
          </a:p>
          <a:p>
            <a:pPr>
              <a:defRPr sz="1200"/>
            </a:pPr>
            <a:r>
              <a:t>D:/pasar_fix/node_modules/.bun/es-toolkit@1.46.1/node_modules/es-toolkit/compat/set.d.ts</a:t>
            </a:r>
          </a:p>
          <a:p>
            <a:pPr>
              <a:defRPr sz="1200"/>
            </a:pPr>
            <a:r>
              <a:t>D:/pasar_fix/node_modules/.bun/es-toolkit@1.46.1/node_modules/es-toolkit/compat/set.js</a:t>
            </a:r>
          </a:p>
          <a:p>
            <a:pPr>
              <a:defRPr sz="1200"/>
            </a:pPr>
            <a:r>
              <a:t>D:/pasar_fix/node_modules/.bun/es-toolkit@1.46.1/node_modules/es-toolkit/compat/setWith.d.ts</a:t>
            </a:r>
          </a:p>
          <a:p>
            <a:pPr>
              <a:defRPr sz="1200"/>
            </a:pPr>
            <a:r>
              <a:t>D:/pasar_fix/node_modules/.bun/es-toolkit@1.46.1/node_modules/es-toolkit/compat/setWith.js</a:t>
            </a:r>
          </a:p>
          <a:p>
            <a:pPr>
              <a:defRPr sz="1200"/>
            </a:pPr>
            <a:r>
              <a:t>D:/pasar_fix/node_modules/.bun/es-toolkit@1.46.1/node_modules/es-toolkit/compat/shuffle.d.ts</a:t>
            </a:r>
          </a:p>
          <a:p>
            <a:pPr>
              <a:defRPr sz="1200"/>
            </a:pPr>
            <a:r>
              <a:t>D:/pasar_fix/node_modules/.bun/es-toolkit@1.46.1/node_modules/es-toolkit/compat/shuffle.js</a:t>
            </a:r>
          </a:p>
          <a:p>
            <a:pPr>
              <a:defRPr sz="1200"/>
            </a:pPr>
            <a:r>
              <a:t>D:/pasar_fix/node_modules/.bun/es-toolkit@1.46.1/node_modules/es-toolkit/compat/size.d.ts</a:t>
            </a:r>
          </a:p>
          <a:p>
            <a:pPr>
              <a:defRPr sz="1200"/>
            </a:pPr>
            <a:r>
              <a:t>D:/pasar_fix/node_modules/.bun/es-toolkit@1.46.1/node_modules/es-toolkit/compat/size.js</a:t>
            </a:r>
          </a:p>
          <a:p>
            <a:pPr>
              <a:defRPr sz="1200"/>
            </a:pPr>
            <a:r>
              <a:t>D:/pasar_fix/node_modules/.bun/es-toolkit@1.46.1/node_modules/es-toolkit/compat/slice.d.ts</a:t>
            </a:r>
          </a:p>
          <a:p>
            <a:pPr>
              <a:defRPr sz="1200"/>
            </a:pPr>
            <a:r>
              <a:t>D:/pasar_fix/node_modules/.bun/es-toolkit@1.46.1/node_modules/es-toolkit/compat/slice.js</a:t>
            </a:r>
          </a:p>
          <a:p>
            <a:pPr>
              <a:defRPr sz="1200"/>
            </a:pPr>
            <a:r>
              <a:t>D:/pasar_fix/node_modules/.bun/es-toolkit@1.46.1/node_modules/es-toolkit/compat/snakeCase.d.ts</a:t>
            </a:r>
          </a:p>
          <a:p>
            <a:pPr>
              <a:defRPr sz="1200"/>
            </a:pPr>
            <a:r>
              <a:t>D:/pasar_fix/node_modules/.bun/es-toolkit@1.46.1/node_modules/es-toolkit/compat/snakeCase.js</a:t>
            </a:r>
          </a:p>
          <a:p>
            <a:pPr>
              <a:defRPr sz="1200"/>
            </a:pPr>
            <a:r>
              <a:t>D:/pasar_fix/node_modules/.bun/es-toolkit@1.46.1/node_modules/es-toolkit/compat/some.d.ts</a:t>
            </a:r>
          </a:p>
          <a:p>
            <a:pPr>
              <a:defRPr sz="1200"/>
            </a:pPr>
            <a:r>
              <a:t>D:/pasar_fix/node_modules/.bun/es-toolkit@1.46.1/node_modules/es-toolkit/compat/some.js</a:t>
            </a:r>
          </a:p>
          <a:p>
            <a:pPr>
              <a:defRPr sz="1200"/>
            </a:pPr>
            <a:r>
              <a:t>D:/pasar_fix/node_modules/.bun/es-toolkit@1.46.1/node_modules/es-toolkit/compat/sortBy.d.ts</a:t>
            </a:r>
          </a:p>
          <a:p>
            <a:pPr>
              <a:defRPr sz="1200"/>
            </a:pPr>
            <a:r>
              <a:t>D:/pasar_fix/node_modules/.bun/es-toolkit@1.46.1/node_modules/es-toolkit/compat/sortBy.js</a:t>
            </a:r>
          </a:p>
          <a:p>
            <a:pPr>
              <a:defRPr sz="1200"/>
            </a:pPr>
            <a:r>
              <a:t>D:/pasar_fix/node_modules/.bun/es-toolkit@1.46.1/node_modules/es-toolkit/compat/sortedIndex.d.ts</a:t>
            </a:r>
          </a:p>
          <a:p>
            <a:pPr>
              <a:defRPr sz="1200"/>
            </a:pPr>
            <a:r>
              <a:t>D:/pasar_fix/node_modules/.bun/es-toolkit@1.46.1/node_modules/es-toolkit/compat/sortedIndex.js</a:t>
            </a:r>
          </a:p>
          <a:p>
            <a:pPr>
              <a:defRPr sz="1200"/>
            </a:pPr>
            <a:r>
              <a:t>D:/pasar_fix/node_modules/.bun/es-toolkit@1.46.1/node_modules/es-toolkit/compat/sortedIndexBy.d.ts</a:t>
            </a:r>
          </a:p>
          <a:p>
            <a:pPr>
              <a:defRPr sz="1200"/>
            </a:pPr>
            <a:r>
              <a:t>D:/pasar_fix/node_modules/.bun/es-toolkit@1.46.1/node_modules/es-toolkit/compat/sortedIndexBy.js</a:t>
            </a:r>
          </a:p>
          <a:p>
            <a:pPr>
              <a:defRPr sz="1200"/>
            </a:pPr>
            <a:r>
              <a:t>D:/pasar_fix/node_modules/.bun/es-toolkit@1.46.1/node_modules/es-toolkit/compat/sortedIndexOf.d.ts</a:t>
            </a:r>
          </a:p>
          <a:p>
            <a:pPr>
              <a:defRPr sz="1200"/>
            </a:pPr>
            <a:r>
              <a:t>D:/pasar_fix/node_modules/.bun/es-toolkit@1.46.1/node_modules/es-toolkit/compat/sortedIndexOf.js</a:t>
            </a:r>
          </a:p>
          <a:p>
            <a:pPr>
              <a:defRPr sz="1200"/>
            </a:pPr>
            <a:r>
              <a:t>D:/pasar_fix/node_modules/.bun/es-toolkit@1.46.1/node_modules/es-toolkit/compat/sortedLastIndex.d.ts</a:t>
            </a:r>
          </a:p>
          <a:p>
            <a:pPr>
              <a:defRPr sz="1200"/>
            </a:pPr>
            <a:r>
              <a:t>D:/pasar_fix/node_modules/.bun/es-toolkit@1.46.1/node_modules/es-toolkit/compat/sortedLastIndex.js</a:t>
            </a:r>
          </a:p>
          <a:p>
            <a:pPr>
              <a:defRPr sz="1200"/>
            </a:pPr>
            <a:r>
              <a:t>D:/pasar_fix/node_modules/.bun/es-toolkit@1.46.1/node_modules/es-toolkit/compat/sortedLastIndexBy.d.ts</a:t>
            </a:r>
          </a:p>
          <a:p>
            <a:pPr>
              <a:defRPr sz="1200"/>
            </a:pPr>
            <a:r>
              <a:t>D:/pasar_fix/node_modules/.bun/es-toolkit@1.46.1/node_modules/es-toolkit/compat/sortedLastIndexBy.js</a:t>
            </a:r>
          </a:p>
          <a:p>
            <a:pPr>
              <a:defRPr sz="1200"/>
            </a:pPr>
            <a:r>
              <a:t>D:/pasar_fix/node_modules/.bun/es-toolkit@1.46.1/node_modules/es-toolkit/compat/sortedLastIndexOf.d.ts</a:t>
            </a:r>
          </a:p>
          <a:p>
            <a:pPr>
              <a:defRPr sz="1200"/>
            </a:pPr>
            <a:r>
              <a:t>D:/pasar_fix/node_modules/.bun/es-toolkit@1.46.1/node_modules/es-toolkit/compat/sortedLastIndexOf.js</a:t>
            </a:r>
          </a:p>
          <a:p>
            <a:pPr>
              <a:defRPr sz="1200"/>
            </a:pPr>
            <a:r>
              <a:t>D:/pasar_fix/node_modules/.bun/es-toolkit@1.46.1/node_modules/es-toolkit/compat/split.d.ts</a:t>
            </a:r>
          </a:p>
          <a:p>
            <a:pPr>
              <a:defRPr sz="1200"/>
            </a:pPr>
            <a:r>
              <a:t>D:/pasar_fix/node_modules/.bun/es-toolkit@1.46.1/node_modules/es-toolkit/compat/split.js</a:t>
            </a:r>
          </a:p>
          <a:p>
            <a:pPr>
              <a:defRPr sz="1200"/>
            </a:pPr>
            <a:r>
              <a:t>D:/pasar_fix/node_modules/.bun/es-toolkit@1.46.1/node_modules/es-toolkit/compat/spread.d.ts</a:t>
            </a:r>
          </a:p>
          <a:p>
            <a:pPr>
              <a:defRPr sz="1200"/>
            </a:pPr>
            <a:r>
              <a:t>D:/pasar_fix/node_modules/.bun/es-toolkit@1.46.1/node_modules/es-toolkit/compat/spread.js</a:t>
            </a:r>
          </a:p>
          <a:p>
            <a:pPr>
              <a:defRPr sz="1200"/>
            </a:pPr>
            <a:r>
              <a:t>D:/pasar_fix/node_modules/.bun/es-toolkit@1.46.1/node_modules/es-toolkit/compat/startCase.d.ts</a:t>
            </a:r>
          </a:p>
          <a:p>
            <a:pPr>
              <a:defRPr sz="1200"/>
            </a:pPr>
            <a:r>
              <a:t>D:/pasar_fix/node_modules/.bun/es-toolkit@1.46.1/node_modules/es-toolkit/compat/startCase.js</a:t>
            </a:r>
          </a:p>
          <a:p>
            <a:pPr>
              <a:defRPr sz="1200"/>
            </a:pPr>
            <a:r>
              <a:t>D:/pasar_fix/node_modules/.bun/es-toolkit@1.46.1/node_modules/es-toolkit/compat/startsWith.d.ts</a:t>
            </a:r>
          </a:p>
          <a:p>
            <a:pPr>
              <a:defRPr sz="1200"/>
            </a:pPr>
            <a:r>
              <a:t>D:/pasar_fix/node_modules/.bun/es-toolkit@1.46.1/node_modules/es-toolkit/compat/startsWith.js</a:t>
            </a:r>
          </a:p>
          <a:p>
            <a:pPr>
              <a:defRPr sz="1200"/>
            </a:pPr>
            <a:r>
              <a:t>D:/pasar_fix/node_modules/.bun/es-toolkit@1.46.1/node_modules/es-toolkit/compat/stubArray.d.ts</a:t>
            </a:r>
          </a:p>
          <a:p>
            <a:pPr>
              <a:defRPr sz="1200"/>
            </a:pPr>
            <a:r>
              <a:t>D:/pasar_fix/node_modules/.bun/es-toolkit@1.46.1/node_modules/es-toolkit/compat/stubArray.js</a:t>
            </a:r>
          </a:p>
          <a:p>
            <a:pPr>
              <a:defRPr sz="1200"/>
            </a:pPr>
            <a:r>
              <a:t>D:/pasar_fix/node_modules/.bun/es-toolkit@1.46.1/node_modules/es-toolkit/compat/stubFalse.d.ts</a:t>
            </a:r>
          </a:p>
          <a:p>
            <a:pPr>
              <a:defRPr sz="1200"/>
            </a:pPr>
            <a:r>
              <a:t>D:/pasar_fix/node_modules/.bun/es-toolkit@1.46.1/node_modules/es-toolkit/compat/stubFalse.js</a:t>
            </a:r>
          </a:p>
          <a:p>
            <a:pPr>
              <a:defRPr sz="1200"/>
            </a:pPr>
            <a:r>
              <a:t>D:/pasar_fix/node_modules/.bun/es-toolkit@1.46.1/node_modules/es-toolkit/compat/stubObject.d.ts</a:t>
            </a:r>
          </a:p>
          <a:p>
            <a:pPr>
              <a:defRPr sz="1200"/>
            </a:pPr>
            <a:r>
              <a:t>D:/pasar_fix/node_modules/.bun/es-toolkit@1.46.1/node_modules/es-toolkit/compat/stubObject.js</a:t>
            </a:r>
          </a:p>
          <a:p>
            <a:pPr>
              <a:defRPr sz="1200"/>
            </a:pPr>
            <a:r>
              <a:t>D:/pasar_fix/node_modules/.bun/es-toolkit@1.46.1/node_modules/es-toolkit/compat/stubString.d.ts</a:t>
            </a:r>
          </a:p>
          <a:p>
            <a:pPr>
              <a:defRPr sz="1200"/>
            </a:pPr>
            <a:r>
              <a:t>D:/pasar_fix/node_modules/.bun/es-toolkit@1.46.1/node_modules/es-toolkit/compat/stubString.js</a:t>
            </a:r>
          </a:p>
          <a:p>
            <a:pPr>
              <a:defRPr sz="1200"/>
            </a:pPr>
            <a:r>
              <a:t>D:/pasar_fix/node_modules/.bun/es-toolkit@1.46.1/node_modules/es-toolkit/compat/stubTrue.d.ts</a:t>
            </a:r>
          </a:p>
          <a:p>
            <a:pPr>
              <a:defRPr sz="1200"/>
            </a:pPr>
            <a:r>
              <a:t>D:/pasar_fix/node_modules/.bun/es-toolkit@1.46.1/node_modules/es-toolkit/compat/stubTrue.js</a:t>
            </a:r>
          </a:p>
          <a:p>
            <a:pPr>
              <a:defRPr sz="1200"/>
            </a:pPr>
            <a:r>
              <a:t>D:/pasar_fix/node_modules/.bun/es-toolkit@1.46.1/node_modules/es-toolkit/compat/subtract.d.ts</a:t>
            </a:r>
          </a:p>
          <a:p>
            <a:pPr>
              <a:defRPr sz="1200"/>
            </a:pPr>
            <a:r>
              <a:t>D:/pasar_fix/node_modules/.bun/es-toolkit@1.46.1/node_modules/es-toolkit/compat/subtract.js</a:t>
            </a:r>
          </a:p>
          <a:p>
            <a:pPr>
              <a:defRPr sz="1200"/>
            </a:pPr>
            <a:r>
              <a:t>D:/pasar_fix/node_modules/.bun/es-toolkit@1.46.1/node_modules/es-toolkit/compat/sum.d.ts</a:t>
            </a:r>
          </a:p>
          <a:p>
            <a:pPr>
              <a:defRPr sz="1200"/>
            </a:pPr>
            <a:r>
              <a:t>D:/pasar_fix/node_modules/.bun/es-toolkit@1.46.1/node_modules/es-toolkit/compat/sum.js</a:t>
            </a:r>
          </a:p>
          <a:p>
            <a:pPr>
              <a:defRPr sz="1200"/>
            </a:pPr>
            <a:r>
              <a:t>D:/pasar_fix/node_modules/.bun/es-toolkit@1.46.1/node_modules/es-toolkit/compat/sumBy.d.ts</a:t>
            </a:r>
          </a:p>
          <a:p>
            <a:pPr>
              <a:defRPr sz="1200"/>
            </a:pPr>
            <a:r>
              <a:t>D:/pasar_fix/node_modules/.bun/es-toolkit@1.46.1/node_modules/es-toolkit/compat/sumBy.js</a:t>
            </a:r>
          </a:p>
          <a:p>
            <a:pPr>
              <a:defRPr sz="1200"/>
            </a:pPr>
            <a:r>
              <a:t>D:/pasar_fix/node_modules/.bun/es-toolkit@1.46.1/node_modules/es-toolkit/compat/tail.d.ts</a:t>
            </a:r>
          </a:p>
          <a:p>
            <a:pPr>
              <a:defRPr sz="1200"/>
            </a:pPr>
            <a:r>
              <a:t>D:/pasar_fix/node_modules/.bun/es-toolkit@1.46.1/node_modules/es-toolkit/compat/tail.js</a:t>
            </a:r>
          </a:p>
          <a:p>
            <a:pPr>
              <a:defRPr sz="1200"/>
            </a:pPr>
            <a:r>
              <a:t>D:/pasar_fix/node_modules/.bun/es-toolkit@1.46.1/node_modules/es-toolkit/compat/take.d.ts</a:t>
            </a:r>
          </a:p>
          <a:p>
            <a:pPr>
              <a:defRPr sz="1200"/>
            </a:pPr>
            <a:r>
              <a:t>D:/pasar_fix/node_modules/.bun/es-toolkit@1.46.1/node_modules/es-toolkit/compat/take.js</a:t>
            </a:r>
          </a:p>
          <a:p>
            <a:pPr>
              <a:defRPr sz="1200"/>
            </a:pPr>
            <a:r>
              <a:t>D:/pasar_fix/node_modules/.bun/es-toolkit@1.46.1/node_modules/es-toolkit/compat/takeRight.d.ts</a:t>
            </a:r>
          </a:p>
          <a:p>
            <a:pPr>
              <a:defRPr sz="1200"/>
            </a:pPr>
            <a:r>
              <a:t>D:/pasar_fix/node_modules/.bun/es-toolkit@1.46.1/node_modules/es-toolkit/compat/takeRight.js</a:t>
            </a:r>
          </a:p>
          <a:p>
            <a:pPr>
              <a:defRPr sz="1200"/>
            </a:pPr>
            <a:r>
              <a:t>D:/pasar_fix/node_modules/.bun/es-toolkit@1.46.1/node_modules/es-toolkit/compat/takeRightWhile.d.ts</a:t>
            </a:r>
          </a:p>
          <a:p>
            <a:pPr>
              <a:defRPr sz="1200"/>
            </a:pPr>
            <a:r>
              <a:t>D:/pasar_fix/node_modules/.bun/es-toolkit@1.46.1/node_modules/es-toolkit/compat/takeRightWhile.js</a:t>
            </a:r>
          </a:p>
          <a:p>
            <a:pPr>
              <a:defRPr sz="1200"/>
            </a:pPr>
            <a:r>
              <a:t>D:/pasar_fix/node_modules/.bun/es-toolkit@1.46.1/node_modules/es-toolkit/compat/takeWhile.d.ts</a:t>
            </a:r>
          </a:p>
          <a:p>
            <a:pPr>
              <a:defRPr sz="1200"/>
            </a:pPr>
            <a:r>
              <a:t>D:/pasar_fix/node_modules/.bun/es-toolkit@1.46.1/node_modules/es-toolkit/compat/takeWhile.js</a:t>
            </a:r>
          </a:p>
          <a:p>
            <a:pPr>
              <a:defRPr sz="1200"/>
            </a:pPr>
            <a:r>
              <a:t>D:/pasar_fix/node_modules/.bun/es-toolkit@1.46.1/node_modules/es-toolkit/compat/template.d.ts</a:t>
            </a:r>
          </a:p>
          <a:p>
            <a:pPr>
              <a:defRPr sz="1200"/>
            </a:pPr>
            <a:r>
              <a:t>D:/pasar_fix/node_modules/.bun/es-toolkit@1.46.1/node_modules/es-toolkit/compat/template.js</a:t>
            </a:r>
          </a:p>
          <a:p>
            <a:pPr>
              <a:defRPr sz="1200"/>
            </a:pPr>
            <a:r>
              <a:t>D:/pasar_fix/node_modules/.bun/es-toolkit@1.46.1/node_modules/es-toolkit/compat/templateSettings.d.ts</a:t>
            </a:r>
          </a:p>
          <a:p>
            <a:pPr>
              <a:defRPr sz="1200"/>
            </a:pPr>
            <a:r>
              <a:t>D:/pasar_fix/node_modules/.bun/es-toolkit@1.46.1/node_modules/es-toolkit/compat/templateSettings.js</a:t>
            </a:r>
          </a:p>
          <a:p>
            <a:pPr>
              <a:defRPr sz="1200"/>
            </a:pPr>
            <a:r>
              <a:t>D:/pasar_fix/node_modules/.bun/es-toolkit@1.46.1/node_modules/es-toolkit/compat/throttle.d.ts</a:t>
            </a:r>
          </a:p>
          <a:p>
            <a:pPr>
              <a:defRPr sz="1200"/>
            </a:pPr>
            <a:r>
              <a:t>D:/pasar_fix/node_modules/.bun/es-toolkit@1.46.1/node_modules/es-toolkit/compat/throttle.js</a:t>
            </a:r>
          </a:p>
          <a:p>
            <a:pPr>
              <a:defRPr sz="1200"/>
            </a:pPr>
            <a:r>
              <a:t>D:/pasar_fix/node_modules/.bun/es-toolkit@1.46.1/node_modules/es-toolkit/compat/times.d.ts</a:t>
            </a:r>
          </a:p>
          <a:p>
            <a:pPr>
              <a:defRPr sz="1200"/>
            </a:pPr>
            <a:r>
              <a:t>D:/pasar_fix/node_modules/.bun/es-toolkit@1.46.1/node_modules/es-toolkit/compat/times.js</a:t>
            </a:r>
          </a:p>
          <a:p>
            <a:pPr>
              <a:defRPr sz="1200"/>
            </a:pPr>
            <a:r>
              <a:t>D:/pasar_fix/node_modules/.bun/es-toolkit@1.46.1/node_modules/es-toolkit/compat/toArray.d.ts</a:t>
            </a:r>
          </a:p>
          <a:p>
            <a:pPr>
              <a:defRPr sz="1200"/>
            </a:pPr>
            <a:r>
              <a:t>D:/pasar_fix/node_modules/.bun/es-toolkit@1.46.1/node_modules/es-toolkit/compat/toArray.js</a:t>
            </a:r>
          </a:p>
          <a:p>
            <a:pPr>
              <a:defRPr sz="1200"/>
            </a:pPr>
            <a:r>
              <a:t>D:/pasar_fix/node_modules/.bun/es-toolkit@1.46.1/node_modules/es-toolkit/compat/toDefaulted.d.ts</a:t>
            </a:r>
          </a:p>
          <a:p>
            <a:pPr>
              <a:defRPr sz="1200"/>
            </a:pPr>
            <a:r>
              <a:t>D:/pasar_fix/node_modules/.bun/es-toolkit@1.46.1/node_modules/es-toolkit/compat/toDefaulted.js</a:t>
            </a:r>
          </a:p>
          <a:p>
            <a:pPr>
              <a:defRPr sz="1200"/>
            </a:pPr>
            <a:r>
              <a:t>D:/pasar_fix/node_modules/.bun/es-toolkit@1.46.1/node_modules/es-toolkit/compat/toFinite.d.ts</a:t>
            </a:r>
          </a:p>
          <a:p>
            <a:pPr>
              <a:defRPr sz="1200"/>
            </a:pPr>
            <a:r>
              <a:t>D:/pasar_fix/node_modules/.bun/es-toolkit@1.46.1/node_modules/es-toolkit/compat/toFinite.js</a:t>
            </a:r>
          </a:p>
          <a:p>
            <a:pPr>
              <a:defRPr sz="1200"/>
            </a:pPr>
            <a:r>
              <a:t>D:/pasar_fix/node_modules/.bun/es-toolkit@1.46.1/node_modules/es-toolkit/compat/toInteger.d.ts</a:t>
            </a:r>
          </a:p>
          <a:p>
            <a:pPr>
              <a:defRPr sz="1200"/>
            </a:pPr>
            <a:r>
              <a:t>D:/pasar_fix/node_modules/.bun/es-toolkit@1.46.1/node_modules/es-toolkit/compat/toInteger.js</a:t>
            </a:r>
          </a:p>
          <a:p>
            <a:pPr>
              <a:defRPr sz="1200"/>
            </a:pPr>
            <a:r>
              <a:t>D:/pasar_fix/node_modules/.bun/es-toolkit@1.46.1/node_modules/es-toolkit/compat/toLength.d.ts</a:t>
            </a:r>
          </a:p>
          <a:p>
            <a:pPr>
              <a:defRPr sz="1200"/>
            </a:pPr>
            <a:r>
              <a:t>D:/pasar_fix/node_modules/.bun/es-toolkit@1.46.1/node_modules/es-toolkit/compat/toLength.js</a:t>
            </a:r>
          </a:p>
          <a:p>
            <a:pPr>
              <a:defRPr sz="1200"/>
            </a:pPr>
            <a:r>
              <a:t>D:/pasar_fix/node_modules/.bun/es-toolkit@1.46.1/node_modules/es-toolkit/compat/toLower.d.ts</a:t>
            </a:r>
          </a:p>
          <a:p>
            <a:pPr>
              <a:defRPr sz="1200"/>
            </a:pPr>
            <a:r>
              <a:t>D:/pasar_fix/node_modules/.bun/es-toolkit@1.46.1/node_modules/es-toolkit/compat/toLower.js</a:t>
            </a:r>
          </a:p>
          <a:p>
            <a:pPr>
              <a:defRPr sz="1200"/>
            </a:pPr>
            <a:r>
              <a:t>D:/pasar_fix/node_modules/.bun/es-toolkit@1.46.1/node_modules/es-toolkit/compat/toNumber.d.ts</a:t>
            </a:r>
          </a:p>
          <a:p>
            <a:pPr>
              <a:defRPr sz="1200"/>
            </a:pPr>
            <a:r>
              <a:t>D:/pasar_fix/node_modules/.bun/es-toolkit@1.46.1/node_modules/es-toolkit/compat/toNumber.js</a:t>
            </a:r>
          </a:p>
          <a:p>
            <a:pPr>
              <a:defRPr sz="1200"/>
            </a:pPr>
            <a:r>
              <a:t>D:/pasar_fix/node_modules/.bun/es-toolkit@1.46.1/node_modules/es-toolkit/compat/toPairs.d.ts</a:t>
            </a:r>
          </a:p>
          <a:p>
            <a:pPr>
              <a:defRPr sz="1200"/>
            </a:pPr>
            <a:r>
              <a:t>D:/pasar_fix/node_modules/.bun/es-toolkit@1.46.1/node_modules/es-toolkit/compat/toPairs.js</a:t>
            </a:r>
          </a:p>
          <a:p>
            <a:pPr>
              <a:defRPr sz="1200"/>
            </a:pPr>
            <a:r>
              <a:t>D:/pasar_fix/node_modules/.bun/es-toolkit@1.46.1/node_modules/es-toolkit/compat/toPairsIn.d.ts</a:t>
            </a:r>
          </a:p>
          <a:p>
            <a:pPr>
              <a:defRPr sz="1200"/>
            </a:pPr>
            <a:r>
              <a:t>D:/pasar_fix/node_modules/.bun/es-toolkit@1.46.1/node_modules/es-toolkit/compat/toPairsIn.js</a:t>
            </a:r>
          </a:p>
          <a:p>
            <a:pPr>
              <a:defRPr sz="1200"/>
            </a:pPr>
            <a:r>
              <a:t>D:/pasar_fix/node_modules/.bun/es-toolkit@1.46.1/node_modules/es-toolkit/compat/toPath.d.ts</a:t>
            </a:r>
          </a:p>
          <a:p>
            <a:pPr>
              <a:defRPr sz="1200"/>
            </a:pPr>
            <a:r>
              <a:t>D:/pasar_fix/node_modules/.bun/es-toolkit@1.46.1/node_modules/es-toolkit/compat/toPath.js</a:t>
            </a:r>
          </a:p>
          <a:p>
            <a:pPr>
              <a:defRPr sz="1200"/>
            </a:pPr>
            <a:r>
              <a:t>D:/pasar_fix/node_modules/.bun/es-toolkit@1.46.1/node_modules/es-toolkit/compat/toPlainObject.d.ts</a:t>
            </a:r>
          </a:p>
          <a:p>
            <a:pPr>
              <a:defRPr sz="1200"/>
            </a:pPr>
            <a:r>
              <a:t>D:/pasar_fix/node_modules/.bun/es-toolkit@1.46.1/node_modules/es-toolkit/compat/toPlainObject.js</a:t>
            </a:r>
          </a:p>
          <a:p>
            <a:pPr>
              <a:defRPr sz="1200"/>
            </a:pPr>
            <a:r>
              <a:t>D:/pasar_fix/node_modules/.bun/es-toolkit@1.46.1/node_modules/es-toolkit/compat/toSafeInteger.d.ts</a:t>
            </a:r>
          </a:p>
          <a:p>
            <a:pPr>
              <a:defRPr sz="1200"/>
            </a:pPr>
            <a:r>
              <a:t>D:/pasar_fix/node_modules/.bun/es-toolkit@1.46.1/node_modules/es-toolkit/compat/toSafeInteger.js</a:t>
            </a:r>
          </a:p>
          <a:p>
            <a:pPr>
              <a:defRPr sz="1200"/>
            </a:pPr>
            <a:r>
              <a:t>D:/pasar_fix/node_modules/.bun/es-toolkit@1.46.1/node_modules/es-toolkit/compat/toString.d.ts</a:t>
            </a:r>
          </a:p>
          <a:p>
            <a:pPr>
              <a:defRPr sz="1200"/>
            </a:pPr>
            <a:r>
              <a:t>D:/pasar_fix/node_modules/.bun/es-toolkit@1.46.1/node_modules/es-toolkit/compat/toString.js</a:t>
            </a:r>
          </a:p>
          <a:p>
            <a:pPr>
              <a:defRPr sz="1200"/>
            </a:pPr>
            <a:r>
              <a:t>D:/pasar_fix/node_modules/.bun/es-toolkit@1.46.1/node_modules/es-toolkit/compat/toUpper.d.ts</a:t>
            </a:r>
          </a:p>
          <a:p>
            <a:pPr>
              <a:defRPr sz="1200"/>
            </a:pPr>
            <a:r>
              <a:t>D:/pasar_fix/node_modules/.bun/es-toolkit@1.46.1/node_modules/es-toolkit/compat/toUpper.js</a:t>
            </a:r>
          </a:p>
          <a:p>
            <a:pPr>
              <a:defRPr sz="1200"/>
            </a:pPr>
            <a:r>
              <a:t>D:/pasar_fix/node_modules/.bun/es-toolkit@1.46.1/node_modules/es-toolkit/compat/transform.d.ts</a:t>
            </a:r>
          </a:p>
          <a:p>
            <a:pPr>
              <a:defRPr sz="1200"/>
            </a:pPr>
            <a:r>
              <a:t>D:/pasar_fix/node_modules/.bun/es-toolkit@1.46.1/node_modules/es-toolkit/compat/transform.js</a:t>
            </a:r>
          </a:p>
          <a:p>
            <a:pPr>
              <a:defRPr sz="1200"/>
            </a:pPr>
            <a:r>
              <a:t>D:/pasar_fix/node_modules/.bun/es-toolkit@1.46.1/node_modules/es-toolkit/compat/trim.d.ts</a:t>
            </a:r>
          </a:p>
          <a:p>
            <a:pPr>
              <a:defRPr sz="1200"/>
            </a:pPr>
            <a:r>
              <a:t>D:/pasar_fix/node_modules/.bun/es-toolkit@1.46.1/node_modules/es-toolkit/compat/trim.js</a:t>
            </a:r>
          </a:p>
          <a:p>
            <a:pPr>
              <a:defRPr sz="1200"/>
            </a:pPr>
            <a:r>
              <a:t>D:/pasar_fix/node_modules/.bun/es-toolkit@1.46.1/node_modules/es-toolkit/compat/trimEnd.d.ts</a:t>
            </a:r>
          </a:p>
          <a:p>
            <a:pPr>
              <a:defRPr sz="1200"/>
            </a:pPr>
            <a:r>
              <a:t>D:/pasar_fix/node_modules/.bun/es-toolkit@1.46.1/node_modules/es-toolkit/compat/trimEnd.js</a:t>
            </a:r>
          </a:p>
          <a:p>
            <a:pPr>
              <a:defRPr sz="1200"/>
            </a:pPr>
            <a:r>
              <a:t>D:/pasar_fix/node_modules/.bun/es-toolkit@1.46.1/node_modules/es-toolkit/compat/trimStart.d.ts</a:t>
            </a:r>
          </a:p>
          <a:p>
            <a:pPr>
              <a:defRPr sz="1200"/>
            </a:pPr>
            <a:r>
              <a:t>D:/pasar_fix/node_modules/.bun/es-toolkit@1.46.1/node_modules/es-toolkit/compat/trimStart.js</a:t>
            </a:r>
          </a:p>
          <a:p>
            <a:pPr>
              <a:defRPr sz="1200"/>
            </a:pPr>
            <a:r>
              <a:t>D:/pasar_fix/node_modules/.bun/es-toolkit@1.46.1/node_modules/es-toolkit/compat/truncate.d.ts</a:t>
            </a:r>
          </a:p>
          <a:p>
            <a:pPr>
              <a:defRPr sz="1200"/>
            </a:pPr>
            <a:r>
              <a:t>D:/pasar_fix/node_modules/.bun/es-toolkit@1.46.1/node_modules/es-toolkit/compat/truncate.js</a:t>
            </a:r>
          </a:p>
          <a:p>
            <a:pPr>
              <a:defRPr sz="1200"/>
            </a:pPr>
            <a:r>
              <a:t>D:/pasar_fix/node_modules/.bun/es-toolkit@1.46.1/node_modules/es-toolkit/compat/unary.d.ts</a:t>
            </a:r>
          </a:p>
          <a:p>
            <a:pPr>
              <a:defRPr sz="1200"/>
            </a:pPr>
            <a:r>
              <a:t>D:/pasar_fix/node_modules/.bun/es-toolkit@1.46.1/node_modules/es-toolkit/compat/unary.js</a:t>
            </a:r>
          </a:p>
          <a:p>
            <a:pPr>
              <a:defRPr sz="1200"/>
            </a:pPr>
            <a:r>
              <a:t>D:/pasar_fix/node_modules/.bun/es-toolkit@1.46.1/node_modules/es-toolkit/compat/unescape.d.ts</a:t>
            </a:r>
          </a:p>
          <a:p>
            <a:pPr>
              <a:defRPr sz="1200"/>
            </a:pPr>
            <a:r>
              <a:t>D:/pasar_fix/node_modules/.bun/es-toolkit@1.46.1/node_modules/es-toolkit/compat/unescape.js</a:t>
            </a:r>
          </a:p>
          <a:p>
            <a:pPr>
              <a:defRPr sz="1200"/>
            </a:pPr>
            <a:r>
              <a:t>D:/pasar_fix/node_modules/.bun/es-toolkit@1.46.1/node_modules/es-toolkit/compat/union.d.ts</a:t>
            </a:r>
          </a:p>
          <a:p>
            <a:pPr>
              <a:defRPr sz="1200"/>
            </a:pPr>
            <a:r>
              <a:t>D:/pasar_fix/node_modules/.bun/es-toolkit@1.46.1/node_modules/es-toolkit/compat/union.js</a:t>
            </a:r>
          </a:p>
          <a:p>
            <a:pPr>
              <a:defRPr sz="1200"/>
            </a:pPr>
            <a:r>
              <a:t>D:/pasar_fix/node_modules/.bun/es-toolkit@1.46.1/node_modules/es-toolkit/compat/unionBy.d.ts</a:t>
            </a:r>
          </a:p>
          <a:p>
            <a:pPr>
              <a:defRPr sz="1200"/>
            </a:pPr>
            <a:r>
              <a:t>D:/pasar_fix/node_modules/.bun/es-toolkit@1.46.1/node_modules/es-toolkit/compat/unionBy.js</a:t>
            </a:r>
          </a:p>
          <a:p>
            <a:pPr>
              <a:defRPr sz="1200"/>
            </a:pPr>
            <a:r>
              <a:t>D:/pasar_fix/node_modules/.bun/es-toolkit@1.46.1/node_modules/es-toolkit/compat/unionWith.d.ts</a:t>
            </a:r>
          </a:p>
          <a:p>
            <a:pPr>
              <a:defRPr sz="1200"/>
            </a:pPr>
            <a:r>
              <a:t>D:/pasar_fix/node_modules/.bun/es-toolkit@1.46.1/node_modules/es-toolkit/compat/unionWith.js</a:t>
            </a:r>
          </a:p>
          <a:p>
            <a:pPr>
              <a:defRPr sz="1200"/>
            </a:pPr>
            <a:r>
              <a:t>D:/pasar_fix/node_modules/.bun/es-toolkit@1.46.1/node_modules/es-toolkit/compat/uniq.d.ts</a:t>
            </a:r>
          </a:p>
          <a:p>
            <a:pPr>
              <a:defRPr sz="1200"/>
            </a:pPr>
            <a:r>
              <a:t>D:/pasar_fix/node_modules/.bun/es-toolkit@1.46.1/node_modules/es-toolkit/compat/uniq.js</a:t>
            </a:r>
          </a:p>
          <a:p>
            <a:pPr>
              <a:defRPr sz="1200"/>
            </a:pPr>
            <a:r>
              <a:t>D:/pasar_fix/node_modules/.bun/es-toolkit@1.46.1/node_modules/es-toolkit/compat/uniqBy.d.ts</a:t>
            </a:r>
          </a:p>
          <a:p>
            <a:pPr>
              <a:defRPr sz="1200"/>
            </a:pPr>
            <a:r>
              <a:t>D:/pasar_fix/node_modules/.bun/es-toolkit@1.46.1/node_modules/es-toolkit/compat/uniqBy.js</a:t>
            </a:r>
          </a:p>
          <a:p>
            <a:pPr>
              <a:defRPr sz="1200"/>
            </a:pPr>
            <a:r>
              <a:t>D:/pasar_fix/node_modules/.bun/es-toolkit@1.46.1/node_modules/es-toolkit/compat/uniqueId.d.ts</a:t>
            </a:r>
          </a:p>
          <a:p>
            <a:pPr>
              <a:defRPr sz="1200"/>
            </a:pPr>
            <a:r>
              <a:t>D:/pasar_fix/node_modules/.bun/es-toolkit@1.46.1/node_modules/es-toolkit/compat/uniqueId.js</a:t>
            </a:r>
          </a:p>
          <a:p>
            <a:pPr>
              <a:defRPr sz="1200"/>
            </a:pPr>
            <a:r>
              <a:t>D:/pasar_fix/node_modules/.bun/es-toolkit@1.46.1/node_modules/es-toolkit/compat/uniqWith.d.ts</a:t>
            </a:r>
          </a:p>
          <a:p>
            <a:pPr>
              <a:defRPr sz="1200"/>
            </a:pPr>
            <a:r>
              <a:t>D:/pasar_fix/node_modules/.bun/es-toolkit@1.46.1/node_modules/es-toolkit/compat/uniqWith.js</a:t>
            </a:r>
          </a:p>
          <a:p>
            <a:pPr>
              <a:defRPr sz="1200"/>
            </a:pPr>
            <a:r>
              <a:t>D:/pasar_fix/node_modules/.bun/es-toolkit@1.46.1/node_modules/es-toolkit/compat/unset.d.ts</a:t>
            </a:r>
          </a:p>
          <a:p>
            <a:pPr>
              <a:defRPr sz="1200"/>
            </a:pPr>
            <a:r>
              <a:t>D:/pasar_fix/node_modules/.bun/es-toolkit@1.46.1/node_modules/es-toolkit/compat/unset.js</a:t>
            </a:r>
          </a:p>
          <a:p>
            <a:pPr>
              <a:defRPr sz="1200"/>
            </a:pPr>
            <a:r>
              <a:t>D:/pasar_fix/node_modules/.bun/es-toolkit@1.46.1/node_modules/es-toolkit/compat/unzip.d.ts</a:t>
            </a:r>
          </a:p>
          <a:p>
            <a:pPr>
              <a:defRPr sz="1200"/>
            </a:pPr>
            <a:r>
              <a:t>D:/pasar_fix/node_modules/.bun/es-toolkit@1.46.1/node_modules/es-toolkit/compat/unzip.js</a:t>
            </a:r>
          </a:p>
          <a:p>
            <a:pPr>
              <a:defRPr sz="1200"/>
            </a:pPr>
            <a:r>
              <a:t>D:/pasar_fix/node_modules/.bun/es-toolkit@1.46.1/node_modules/es-toolkit/compat/unzipWith.d.ts</a:t>
            </a:r>
          </a:p>
          <a:p>
            <a:pPr>
              <a:defRPr sz="1200"/>
            </a:pPr>
            <a:r>
              <a:t>D:/pasar_fix/node_modules/.bun/es-toolkit@1.46.1/node_modules/es-toolkit/compat/unzipWith.js</a:t>
            </a:r>
          </a:p>
          <a:p>
            <a:pPr>
              <a:defRPr sz="1200"/>
            </a:pPr>
            <a:r>
              <a:t>D:/pasar_fix/node_modules/.bun/es-toolkit@1.46.1/node_modules/es-toolkit/compat/update.d.ts</a:t>
            </a:r>
          </a:p>
          <a:p>
            <a:pPr>
              <a:defRPr sz="1200"/>
            </a:pPr>
            <a:r>
              <a:t>D:/pasar_fix/node_modules/.bun/es-toolkit@1.46.1/node_modules/es-toolkit/compat/update.js</a:t>
            </a:r>
          </a:p>
          <a:p>
            <a:pPr>
              <a:defRPr sz="1200"/>
            </a:pPr>
            <a:r>
              <a:t>D:/pasar_fix/node_modules/.bun/es-toolkit@1.46.1/node_modules/es-toolkit/compat/updateWith.d.ts</a:t>
            </a:r>
          </a:p>
          <a:p>
            <a:pPr>
              <a:defRPr sz="1200"/>
            </a:pPr>
            <a:r>
              <a:t>D:/pasar_fix/node_modules/.bun/es-toolkit@1.46.1/node_modules/es-toolkit/compat/updateWith.js</a:t>
            </a:r>
          </a:p>
          <a:p>
            <a:pPr>
              <a:defRPr sz="1200"/>
            </a:pPr>
            <a:r>
              <a:t>D:/pasar_fix/node_modules/.bun/es-toolkit@1.46.1/node_modules/es-toolkit/compat/upperCase.d.ts</a:t>
            </a:r>
          </a:p>
          <a:p>
            <a:pPr>
              <a:defRPr sz="1200"/>
            </a:pPr>
            <a:r>
              <a:t>D:/pasar_fix/node_modules/.bun/es-toolkit@1.46.1/node_modules/es-toolkit/compat/upperCase.js</a:t>
            </a:r>
          </a:p>
          <a:p>
            <a:pPr>
              <a:defRPr sz="1200"/>
            </a:pPr>
            <a:r>
              <a:t>D:/pasar_fix/node_modules/.bun/es-toolkit@1.46.1/node_modules/es-toolkit/compat/upperFirst.d.ts</a:t>
            </a:r>
          </a:p>
          <a:p>
            <a:pPr>
              <a:defRPr sz="1200"/>
            </a:pPr>
            <a:r>
              <a:t>D:/pasar_fix/node_modules/.bun/es-toolkit@1.46.1/node_modules/es-toolkit/compat/upperFirst.js</a:t>
            </a:r>
          </a:p>
          <a:p>
            <a:pPr>
              <a:defRPr sz="1200"/>
            </a:pPr>
            <a:r>
              <a:t>D:/pasar_fix/node_modules/.bun/es-toolkit@1.46.1/node_modules/es-toolkit/compat/values.d.ts</a:t>
            </a:r>
          </a:p>
          <a:p>
            <a:pPr>
              <a:defRPr sz="1200"/>
            </a:pPr>
            <a:r>
              <a:t>D:/pasar_fix/node_modules/.bun/es-toolkit@1.46.1/node_modules/es-toolkit/compat/values.js</a:t>
            </a:r>
          </a:p>
          <a:p>
            <a:pPr>
              <a:defRPr sz="1200"/>
            </a:pPr>
            <a:r>
              <a:t>D:/pasar_fix/node_modules/.bun/es-toolkit@1.46.1/node_modules/es-toolkit/compat/valuesIn.d.ts</a:t>
            </a:r>
          </a:p>
          <a:p>
            <a:pPr>
              <a:defRPr sz="1200"/>
            </a:pPr>
            <a:r>
              <a:t>D:/pasar_fix/node_modules/.bun/es-toolkit@1.46.1/node_modules/es-toolkit/compat/valuesIn.js</a:t>
            </a:r>
          </a:p>
          <a:p>
            <a:pPr>
              <a:defRPr sz="1200"/>
            </a:pPr>
            <a:r>
              <a:t>D:/pasar_fix/node_modules/.bun/es-toolkit@1.46.1/node_modules/es-toolkit/compat/without.d.ts</a:t>
            </a:r>
          </a:p>
          <a:p>
            <a:pPr>
              <a:defRPr sz="1200"/>
            </a:pPr>
            <a:r>
              <a:t>D:/pasar_fix/node_modules/.bun/es-toolkit@1.46.1/node_modules/es-toolkit/compat/without.js</a:t>
            </a:r>
          </a:p>
          <a:p>
            <a:pPr>
              <a:defRPr sz="1200"/>
            </a:pPr>
            <a:r>
              <a:t>D:/pasar_fix/node_modules/.bun/es-toolkit@1.46.1/node_modules/es-toolkit/compat/words.d.ts</a:t>
            </a:r>
          </a:p>
          <a:p>
            <a:pPr>
              <a:defRPr sz="1200"/>
            </a:pPr>
            <a:r>
              <a:t>D:/pasar_fix/node_modules/.bun/es-toolkit@1.46.1/node_modules/es-toolkit/compat/words.js</a:t>
            </a:r>
          </a:p>
          <a:p>
            <a:pPr>
              <a:defRPr sz="1200"/>
            </a:pPr>
            <a:r>
              <a:t>D:/pasar_fix/node_modules/.bun/es-toolkit@1.46.1/node_modules/es-toolkit/compat/wrap.d.ts</a:t>
            </a:r>
          </a:p>
          <a:p>
            <a:pPr>
              <a:defRPr sz="1200"/>
            </a:pPr>
            <a:r>
              <a:t>D:/pasar_fix/node_modules/.bun/es-toolkit@1.46.1/node_modules/es-toolkit/compat/wrap.js</a:t>
            </a:r>
          </a:p>
          <a:p>
            <a:pPr>
              <a:defRPr sz="1200"/>
            </a:pPr>
            <a:r>
              <a:t>D:/pasar_fix/node_modules/.bun/es-toolkit@1.46.1/node_modules/es-toolkit/compat/xor.d.ts</a:t>
            </a:r>
          </a:p>
          <a:p>
            <a:pPr>
              <a:defRPr sz="1200"/>
            </a:pPr>
            <a:r>
              <a:t>D:/pasar_fix/node_modules/.bun/es-toolkit@1.46.1/node_modules/es-toolkit/compat/xor.js</a:t>
            </a:r>
          </a:p>
          <a:p>
            <a:pPr>
              <a:defRPr sz="1200"/>
            </a:pPr>
            <a:r>
              <a:t>D:/pasar_fix/node_modules/.bun/es-toolkit@1.46.1/node_modules/es-toolkit/compat/xorBy.d.ts</a:t>
            </a:r>
          </a:p>
          <a:p>
            <a:pPr>
              <a:defRPr sz="1200"/>
            </a:pPr>
            <a:r>
              <a:t>D:/pasar_fix/node_modules/.bun/es-toolkit@1.46.1/node_modules/es-toolkit/compat/xorBy.js</a:t>
            </a:r>
          </a:p>
          <a:p>
            <a:pPr>
              <a:defRPr sz="1200"/>
            </a:pPr>
            <a:r>
              <a:t>D:/pasar_fix/node_modules/.bun/es-toolkit@1.46.1/node_modules/es-toolkit/compat/xorWith.d.ts</a:t>
            </a:r>
          </a:p>
          <a:p>
            <a:pPr>
              <a:defRPr sz="1200"/>
            </a:pPr>
            <a:r>
              <a:t>D:/pasar_fix/node_modules/.bun/es-toolkit@1.46.1/node_modules/es-toolkit/compat/xorWith.js</a:t>
            </a:r>
          </a:p>
          <a:p>
            <a:pPr>
              <a:defRPr sz="1200"/>
            </a:pPr>
            <a:r>
              <a:t>D:/pasar_fix/node_modules/.bun/es-toolkit@1.46.1/node_modules/es-toolkit/compat/zip.d.ts</a:t>
            </a:r>
          </a:p>
          <a:p>
            <a:pPr>
              <a:defRPr sz="1200"/>
            </a:pPr>
            <a:r>
              <a:t>D:/pasar_fix/node_modules/.bun/es-toolkit@1.46.1/node_modules/es-toolkit/compat/zip.js</a:t>
            </a:r>
          </a:p>
          <a:p>
            <a:pPr>
              <a:defRPr sz="1200"/>
            </a:pPr>
            <a:r>
              <a:t>D:/pasar_fix/node_modules/.bun/es-toolkit@1.46.1/node_modules/es-toolkit/compat/zipObject.d.ts</a:t>
            </a:r>
          </a:p>
          <a:p>
            <a:pPr>
              <a:defRPr sz="1200"/>
            </a:pPr>
            <a:r>
              <a:t>D:/pasar_fix/node_modules/.bun/es-toolkit@1.46.1/node_modules/es-toolkit/compat/zipObject.js</a:t>
            </a:r>
          </a:p>
          <a:p>
            <a:pPr>
              <a:defRPr sz="1200"/>
            </a:pPr>
            <a:r>
              <a:t>D:/pasar_fix/node_modules/.bun/es-toolkit@1.46.1/node_modules/es-toolkit/compat/zipObjectDeep.d.ts</a:t>
            </a:r>
          </a:p>
          <a:p>
            <a:pPr>
              <a:defRPr sz="1200"/>
            </a:pPr>
            <a:r>
              <a:t>D:/pasar_fix/node_modules/.bun/es-toolkit@1.46.1/node_modules/es-toolkit/compat/zipObjectDeep.js</a:t>
            </a:r>
          </a:p>
          <a:p>
            <a:pPr>
              <a:defRPr sz="1200"/>
            </a:pPr>
            <a:r>
              <a:t>D:/pasar_fix/node_modules/.bun/es-toolkit@1.46.1/node_modules/es-toolkit/compat/zipWith.d.ts</a:t>
            </a:r>
          </a:p>
          <a:p>
            <a:pPr>
              <a:defRPr sz="1200"/>
            </a:pPr>
            <a:r>
              <a:t>D:/pasar_fix/node_modules/.bun/es-toolkit@1.46.1/node_modules/es-toolkit/compat/zipWith.js</a:t>
            </a:r>
          </a:p>
          <a:p>
            <a:pPr>
              <a:defRPr sz="1200"/>
            </a:pPr>
            <a:r>
              <a:t>D:/pasar_fix/node_modules/.bun/es-toolkit@1.46.1/node_modules/es-toolkit/dist/browser.global.js</a:t>
            </a:r>
          </a:p>
          <a:p>
            <a:pPr>
              <a:defRPr sz="1200"/>
            </a:pPr>
            <a:r>
              <a:t>D:/pasar_fix/node_modules/.bun/es-toolkit@1.46.1/node_modules/es-toolkit/dist/index.d.mts</a:t>
            </a:r>
          </a:p>
          <a:p>
            <a:pPr>
              <a:defRPr sz="1200"/>
            </a:pPr>
            <a:r>
              <a:t>D:/pasar_fix/node_modules/.bun/es-toolkit@1.46.1/node_modules/es-toolkit/dist/index.d.ts</a:t>
            </a:r>
          </a:p>
          <a:p>
            <a:pPr>
              <a:defRPr sz="1200"/>
            </a:pPr>
            <a:r>
              <a:t>D:/pasar_fix/node_modules/.bun/es-toolkit@1.46.1/node_modules/es-toolkit/dist/index.js</a:t>
            </a:r>
          </a:p>
          <a:p>
            <a:pPr>
              <a:defRPr sz="1200"/>
            </a:pPr>
            <a:r>
              <a:t>D:/pasar_fix/node_modules/.bun/es-toolkit@1.46.1/node_modules/es-toolkit/dist/index.mjs</a:t>
            </a:r>
          </a:p>
          <a:p>
            <a:pPr>
              <a:defRPr sz="1200"/>
            </a:pPr>
            <a:r>
              <a:t>D:/pasar_fix/node_modules/.bun/es-toolkit@1.46.1/node_modules/es-toolkit/dist/array/at.d.mts</a:t>
            </a:r>
          </a:p>
          <a:p>
            <a:pPr>
              <a:defRPr sz="1200"/>
            </a:pPr>
            <a:r>
              <a:t>D:/pasar_fix/node_modules/.bun/es-toolkit@1.46.1/node_modules/es-toolkit/dist/array/at.d.ts</a:t>
            </a:r>
          </a:p>
          <a:p>
            <a:pPr>
              <a:defRPr sz="1200"/>
            </a:pPr>
            <a:r>
              <a:t>D:/pasar_fix/node_modules/.bun/es-toolkit@1.46.1/node_modules/es-toolkit/dist/array/at.js</a:t>
            </a:r>
          </a:p>
          <a:p>
            <a:pPr>
              <a:defRPr sz="1200"/>
            </a:pPr>
            <a:r>
              <a:t>D:/pasar_fix/node_modules/.bun/es-toolkit@1.46.1/node_modules/es-toolkit/dist/array/at.mjs</a:t>
            </a:r>
          </a:p>
          <a:p>
            <a:pPr>
              <a:defRPr sz="1200"/>
            </a:pPr>
            <a:r>
              <a:t>D:/pasar_fix/node_modules/.bun/es-toolkit@1.46.1/node_modules/es-toolkit/dist/array/chunk.d.mts</a:t>
            </a:r>
          </a:p>
          <a:p>
            <a:pPr>
              <a:defRPr sz="1200"/>
            </a:pPr>
            <a:r>
              <a:t>D:/pasar_fix/node_modules/.bun/es-toolkit@1.46.1/node_modules/es-toolkit/dist/array/chunk.d.ts</a:t>
            </a:r>
          </a:p>
          <a:p>
            <a:pPr>
              <a:defRPr sz="1200"/>
            </a:pPr>
            <a:r>
              <a:t>D:/pasar_fix/node_modules/.bun/es-toolkit@1.46.1/node_modules/es-toolkit/dist/array/chunk.js</a:t>
            </a:r>
          </a:p>
          <a:p>
            <a:pPr>
              <a:defRPr sz="1200"/>
            </a:pPr>
            <a:r>
              <a:t>D:/pasar_fix/node_modules/.bun/es-toolkit@1.46.1/node_modules/es-toolkit/dist/array/chunk.mjs</a:t>
            </a:r>
          </a:p>
          <a:p>
            <a:pPr>
              <a:defRPr sz="1200"/>
            </a:pPr>
            <a:r>
              <a:t>D:/pasar_fix/node_modules/.bun/es-toolkit@1.46.1/node_modules/es-toolkit/dist/array/compact.d.mts</a:t>
            </a:r>
          </a:p>
          <a:p>
            <a:pPr>
              <a:defRPr sz="1200"/>
            </a:pPr>
            <a:r>
              <a:t>D:/pasar_fix/node_modules/.bun/es-toolkit@1.46.1/node_modules/es-toolkit/dist/array/compact.d.ts</a:t>
            </a:r>
          </a:p>
          <a:p>
            <a:pPr>
              <a:defRPr sz="1200"/>
            </a:pPr>
            <a:r>
              <a:t>D:/pasar_fix/node_modules/.bun/es-toolkit@1.46.1/node_modules/es-toolkit/dist/array/compact.js</a:t>
            </a:r>
          </a:p>
          <a:p>
            <a:pPr>
              <a:defRPr sz="1200"/>
            </a:pPr>
            <a:r>
              <a:t>D:/pasar_fix/node_modules/.bun/es-toolkit@1.46.1/node_modules/es-toolkit/dist/array/compact.mjs</a:t>
            </a:r>
          </a:p>
          <a:p>
            <a:pPr>
              <a:defRPr sz="1200"/>
            </a:pPr>
            <a:r>
              <a:t>D:/pasar_fix/node_modules/.bun/es-toolkit@1.46.1/node_modules/es-toolkit/dist/array/countBy.d.mts</a:t>
            </a:r>
          </a:p>
          <a:p>
            <a:pPr>
              <a:defRPr sz="1200"/>
            </a:pPr>
            <a:r>
              <a:t>D:/pasar_fix/node_modules/.bun/es-toolkit@1.46.1/node_modules/es-toolkit/dist/array/countBy.d.ts</a:t>
            </a:r>
          </a:p>
          <a:p>
            <a:pPr>
              <a:defRPr sz="1200"/>
            </a:pPr>
            <a:r>
              <a:t>D:/pasar_fix/node_modules/.bun/es-toolkit@1.46.1/node_modules/es-toolkit/dist/array/countBy.js</a:t>
            </a:r>
          </a:p>
          <a:p>
            <a:pPr>
              <a:defRPr sz="1200"/>
            </a:pPr>
            <a:r>
              <a:t>D:/pasar_fix/node_modules/.bun/es-toolkit@1.46.1/node_modules/es-toolkit/dist/array/countBy.mjs</a:t>
            </a:r>
          </a:p>
          <a:p>
            <a:pPr>
              <a:defRPr sz="1200"/>
            </a:pPr>
            <a:r>
              <a:t>D:/pasar_fix/node_modules/.bun/es-toolkit@1.46.1/node_modules/es-toolkit/dist/array/difference.d.mts</a:t>
            </a:r>
          </a:p>
          <a:p>
            <a:pPr>
              <a:defRPr sz="1200"/>
            </a:pPr>
            <a:r>
              <a:t>D:/pasar_fix/node_modules/.bun/es-toolkit@1.46.1/node_modules/es-toolkit/dist/array/difference.d.ts</a:t>
            </a:r>
          </a:p>
          <a:p>
            <a:pPr>
              <a:defRPr sz="1200"/>
            </a:pPr>
            <a:r>
              <a:t>D:/pasar_fix/node_modules/.bun/es-toolkit@1.46.1/node_modules/es-toolkit/dist/array/difference.js</a:t>
            </a:r>
          </a:p>
          <a:p>
            <a:pPr>
              <a:defRPr sz="1200"/>
            </a:pPr>
            <a:r>
              <a:t>D:/pasar_fix/node_modules/.bun/es-toolkit@1.46.1/node_modules/es-toolkit/dist/array/difference.mjs</a:t>
            </a:r>
          </a:p>
          <a:p>
            <a:pPr>
              <a:defRPr sz="1200"/>
            </a:pPr>
            <a:r>
              <a:t>D:/pasar_fix/node_modules/.bun/es-toolkit@1.46.1/node_modules/es-toolkit/dist/array/differenceBy.d.mts</a:t>
            </a:r>
          </a:p>
          <a:p>
            <a:pPr>
              <a:defRPr sz="1200"/>
            </a:pPr>
            <a:r>
              <a:t>D:/pasar_fix/node_modules/.bun/es-toolkit@1.46.1/node_modules/es-toolkit/dist/array/differenceBy.d.ts</a:t>
            </a:r>
          </a:p>
          <a:p>
            <a:pPr>
              <a:defRPr sz="1200"/>
            </a:pPr>
            <a:r>
              <a:t>D:/pasar_fix/node_modules/.bun/es-toolkit@1.46.1/node_modules/es-toolkit/dist/array/differenceBy.js</a:t>
            </a:r>
          </a:p>
          <a:p>
            <a:pPr>
              <a:defRPr sz="1200"/>
            </a:pPr>
            <a:r>
              <a:t>D:/pasar_fix/node_modules/.bun/es-toolkit@1.46.1/node_modules/es-toolkit/dist/array/differenceBy.mjs</a:t>
            </a:r>
          </a:p>
          <a:p>
            <a:pPr>
              <a:defRPr sz="1200"/>
            </a:pPr>
            <a:r>
              <a:t>D:/pasar_fix/node_modules/.bun/es-toolkit@1.46.1/node_modules/es-toolkit/dist/array/differenceWith.d.mts</a:t>
            </a:r>
          </a:p>
          <a:p>
            <a:pPr>
              <a:defRPr sz="1200"/>
            </a:pPr>
            <a:r>
              <a:t>D:/pasar_fix/node_modules/.bun/es-toolkit@1.46.1/node_modules/es-toolkit/dist/array/differenceWith.d.ts</a:t>
            </a:r>
          </a:p>
          <a:p>
            <a:pPr>
              <a:defRPr sz="1200"/>
            </a:pPr>
            <a:r>
              <a:t>D:/pasar_fix/node_modules/.bun/es-toolkit@1.46.1/node_modules/es-toolkit/dist/array/differenceWith.js</a:t>
            </a:r>
          </a:p>
          <a:p>
            <a:pPr>
              <a:defRPr sz="1200"/>
            </a:pPr>
            <a:r>
              <a:t>D:/pasar_fix/node_modules/.bun/es-toolkit@1.46.1/node_modules/es-toolkit/dist/array/differenceWith.mjs</a:t>
            </a:r>
          </a:p>
          <a:p>
            <a:pPr>
              <a:defRPr sz="1200"/>
            </a:pPr>
            <a:r>
              <a:t>D:/pasar_fix/node_modules/.bun/es-toolkit@1.46.1/node_modules/es-toolkit/dist/array/drop.d.mts</a:t>
            </a:r>
          </a:p>
          <a:p>
            <a:pPr>
              <a:defRPr sz="1200"/>
            </a:pPr>
            <a:r>
              <a:t>D:/pasar_fix/node_modules/.bun/es-toolkit@1.46.1/node_modules/es-toolkit/dist/array/drop.d.ts</a:t>
            </a:r>
          </a:p>
          <a:p>
            <a:pPr>
              <a:defRPr sz="1200"/>
            </a:pPr>
            <a:r>
              <a:t>D:/pasar_fix/node_modules/.bun/es-toolkit@1.46.1/node_modules/es-toolkit/dist/array/drop.js</a:t>
            </a:r>
          </a:p>
          <a:p>
            <a:pPr>
              <a:defRPr sz="1200"/>
            </a:pPr>
            <a:r>
              <a:t>D:/pasar_fix/node_modules/.bun/es-toolkit@1.46.1/node_modules/es-toolkit/dist/array/drop.mjs</a:t>
            </a:r>
          </a:p>
          <a:p>
            <a:pPr>
              <a:defRPr sz="1200"/>
            </a:pPr>
            <a:r>
              <a:t>D:/pasar_fix/node_modules/.bun/es-toolkit@1.46.1/node_modules/es-toolkit/dist/array/dropRight.d.mts</a:t>
            </a:r>
          </a:p>
          <a:p>
            <a:pPr>
              <a:defRPr sz="1200"/>
            </a:pPr>
            <a:r>
              <a:t>D:/pasar_fix/node_modules/.bun/es-toolkit@1.46.1/node_modules/es-toolkit/dist/array/dropRight.d.ts</a:t>
            </a:r>
          </a:p>
          <a:p>
            <a:pPr>
              <a:defRPr sz="1200"/>
            </a:pPr>
            <a:r>
              <a:t>D:/pasar_fix/node_modules/.bun/es-toolkit@1.46.1/node_modules/es-toolkit/dist/array/dropRight.js</a:t>
            </a:r>
          </a:p>
          <a:p>
            <a:pPr>
              <a:defRPr sz="1200"/>
            </a:pPr>
            <a:r>
              <a:t>D:/pasar_fix/node_modules/.bun/es-toolkit@1.46.1/node_modules/es-toolkit/dist/array/dropRight.mjs</a:t>
            </a:r>
          </a:p>
          <a:p>
            <a:pPr>
              <a:defRPr sz="1200"/>
            </a:pPr>
            <a:r>
              <a:t>D:/pasar_fix/node_modules/.bun/es-toolkit@1.46.1/node_modules/es-toolkit/dist/array/dropRightWhile.d.mts</a:t>
            </a:r>
          </a:p>
          <a:p>
            <a:pPr>
              <a:defRPr sz="1200"/>
            </a:pPr>
            <a:r>
              <a:t>D:/pasar_fix/node_modules/.bun/es-toolkit@1.46.1/node_modules/es-toolkit/dist/array/dropRightWhile.d.ts</a:t>
            </a:r>
          </a:p>
          <a:p>
            <a:pPr>
              <a:defRPr sz="1200"/>
            </a:pPr>
            <a:r>
              <a:t>D:/pasar_fix/node_modules/.bun/es-toolkit@1.46.1/node_modules/es-toolkit/dist/array/dropRightWhile.js</a:t>
            </a:r>
          </a:p>
          <a:p>
            <a:pPr>
              <a:defRPr sz="1200"/>
            </a:pPr>
            <a:r>
              <a:t>D:/pasar_fix/node_modules/.bun/es-toolkit@1.46.1/node_modules/es-toolkit/dist/array/dropRightWhile.mjs</a:t>
            </a:r>
          </a:p>
          <a:p>
            <a:pPr>
              <a:defRPr sz="1200"/>
            </a:pPr>
            <a:r>
              <a:t>D:/pasar_fix/node_modules/.bun/es-toolkit@1.46.1/node_modules/es-toolkit/dist/array/dropWhile.d.mts</a:t>
            </a:r>
          </a:p>
          <a:p>
            <a:pPr>
              <a:defRPr sz="1200"/>
            </a:pPr>
            <a:r>
              <a:t>D:/pasar_fix/node_modules/.bun/es-toolkit@1.46.1/node_modules/es-toolkit/dist/array/dropWhile.d.ts</a:t>
            </a:r>
          </a:p>
          <a:p>
            <a:pPr>
              <a:defRPr sz="1200"/>
            </a:pPr>
            <a:r>
              <a:t>D:/pasar_fix/node_modules/.bun/es-toolkit@1.46.1/node_modules/es-toolkit/dist/array/dropWhile.js</a:t>
            </a:r>
          </a:p>
          <a:p>
            <a:pPr>
              <a:defRPr sz="1200"/>
            </a:pPr>
            <a:r>
              <a:t>D:/pasar_fix/node_modules/.bun/es-toolkit@1.46.1/node_modules/es-toolkit/dist/array/dropWhile.mjs</a:t>
            </a:r>
          </a:p>
          <a:p>
            <a:pPr>
              <a:defRPr sz="1200"/>
            </a:pPr>
            <a:r>
              <a:t>D:/pasar_fix/node_modules/.bun/es-toolkit@1.46.1/node_modules/es-toolkit/dist/array/fill.d.mts</a:t>
            </a:r>
          </a:p>
          <a:p>
            <a:pPr>
              <a:defRPr sz="1200"/>
            </a:pPr>
            <a:r>
              <a:t>D:/pasar_fix/node_modules/.bun/es-toolkit@1.46.1/node_modules/es-toolkit/dist/array/fill.d.ts</a:t>
            </a:r>
          </a:p>
          <a:p>
            <a:pPr>
              <a:defRPr sz="1200"/>
            </a:pPr>
            <a:r>
              <a:t>D:/pasar_fix/node_modules/.bun/es-toolkit@1.46.1/node_modules/es-toolkit/dist/array/fill.js</a:t>
            </a:r>
          </a:p>
          <a:p>
            <a:pPr>
              <a:defRPr sz="1200"/>
            </a:pPr>
            <a:r>
              <a:t>D:/pasar_fix/node_modules/.bun/es-toolkit@1.46.1/node_modules/es-toolkit/dist/array/fill.mjs</a:t>
            </a:r>
          </a:p>
          <a:p>
            <a:pPr>
              <a:defRPr sz="1200"/>
            </a:pPr>
            <a:r>
              <a:t>D:/pasar_fix/node_modules/.bun/es-toolkit@1.46.1/node_modules/es-toolkit/dist/array/filterAsync.d.mts</a:t>
            </a:r>
          </a:p>
          <a:p>
            <a:pPr>
              <a:defRPr sz="1200"/>
            </a:pPr>
            <a:r>
              <a:t>D:/pasar_fix/node_modules/.bun/es-toolkit@1.46.1/node_modules/es-toolkit/dist/array/filterAsync.d.ts</a:t>
            </a:r>
          </a:p>
          <a:p>
            <a:pPr>
              <a:defRPr sz="1200"/>
            </a:pPr>
            <a:r>
              <a:t>D:/pasar_fix/node_modules/.bun/es-toolkit@1.46.1/node_modules/es-toolkit/dist/array/filterAsync.js</a:t>
            </a:r>
          </a:p>
          <a:p>
            <a:pPr>
              <a:defRPr sz="1200"/>
            </a:pPr>
            <a:r>
              <a:t>D:/pasar_fix/node_modules/.bun/es-toolkit@1.46.1/node_modules/es-toolkit/dist/array/filterAsync.mjs</a:t>
            </a:r>
          </a:p>
          <a:p>
            <a:pPr>
              <a:defRPr sz="1200"/>
            </a:pPr>
            <a:r>
              <a:t>D:/pasar_fix/node_modules/.bun/es-toolkit@1.46.1/node_modules/es-toolkit/dist/array/flatMap.d.mts</a:t>
            </a:r>
          </a:p>
          <a:p>
            <a:pPr>
              <a:defRPr sz="1200"/>
            </a:pPr>
            <a:r>
              <a:t>D:/pasar_fix/node_modules/.bun/es-toolkit@1.46.1/node_modules/es-toolkit/dist/array/flatMap.d.ts</a:t>
            </a:r>
          </a:p>
          <a:p>
            <a:pPr>
              <a:defRPr sz="1200"/>
            </a:pPr>
            <a:r>
              <a:t>D:/pasar_fix/node_modules/.bun/es-toolkit@1.46.1/node_modules/es-toolkit/dist/array/flatMap.js</a:t>
            </a:r>
          </a:p>
          <a:p>
            <a:pPr>
              <a:defRPr sz="1200"/>
            </a:pPr>
            <a:r>
              <a:t>D:/pasar_fix/node_modules/.bun/es-toolkit@1.46.1/node_modules/es-toolkit/dist/array/flatMap.mjs</a:t>
            </a:r>
          </a:p>
          <a:p>
            <a:pPr>
              <a:defRPr sz="1200"/>
            </a:pPr>
            <a:r>
              <a:t>D:/pasar_fix/node_modules/.bun/es-toolkit@1.46.1/node_modules/es-toolkit/dist/array/flatMapAsync.d.mts</a:t>
            </a:r>
          </a:p>
          <a:p>
            <a:pPr>
              <a:defRPr sz="1200"/>
            </a:pPr>
            <a:r>
              <a:t>D:/pasar_fix/node_modules/.bun/es-toolkit@1.46.1/node_modules/es-toolkit/dist/array/flatMapAsync.d.ts</a:t>
            </a:r>
          </a:p>
          <a:p>
            <a:pPr>
              <a:defRPr sz="1200"/>
            </a:pPr>
            <a:r>
              <a:t>D:/pasar_fix/node_modules/.bun/es-toolkit@1.46.1/node_modules/es-toolkit/dist/array/flatMapAsync.js</a:t>
            </a:r>
          </a:p>
          <a:p>
            <a:pPr>
              <a:defRPr sz="1200"/>
            </a:pPr>
            <a:r>
              <a:t>D:/pasar_fix/node_modules/.bun/es-toolkit@1.46.1/node_modules/es-toolkit/dist/array/flatMapAsync.mjs</a:t>
            </a:r>
          </a:p>
          <a:p>
            <a:pPr>
              <a:defRPr sz="1200"/>
            </a:pPr>
            <a:r>
              <a:t>D:/pasar_fix/node_modules/.bun/es-toolkit@1.46.1/node_modules/es-toolkit/dist/array/flatMapDeep.d.mts</a:t>
            </a:r>
          </a:p>
          <a:p>
            <a:pPr>
              <a:defRPr sz="1200"/>
            </a:pPr>
            <a:r>
              <a:t>D:/pasar_fix/node_modules/.bun/es-toolkit@1.46.1/node_modules/es-toolkit/dist/array/flatMapDeep.d.ts</a:t>
            </a:r>
          </a:p>
          <a:p>
            <a:pPr>
              <a:defRPr sz="1200"/>
            </a:pPr>
            <a:r>
              <a:t>D:/pasar_fix/node_modules/.bun/es-toolkit@1.46.1/node_modules/es-toolkit/dist/array/flatMapDeep.js</a:t>
            </a:r>
          </a:p>
          <a:p>
            <a:pPr>
              <a:defRPr sz="1200"/>
            </a:pPr>
            <a:r>
              <a:t>D:/pasar_fix/node_modules/.bun/es-toolkit@1.46.1/node_modules/es-toolkit/dist/array/flatMapDeep.mjs</a:t>
            </a:r>
          </a:p>
          <a:p>
            <a:pPr>
              <a:defRPr sz="1200"/>
            </a:pPr>
            <a:r>
              <a:t>D:/pasar_fix/node_modules/.bun/es-toolkit@1.46.1/node_modules/es-toolkit/dist/array/flatten.d.mts</a:t>
            </a:r>
          </a:p>
          <a:p>
            <a:pPr>
              <a:defRPr sz="1200"/>
            </a:pPr>
            <a:r>
              <a:t>D:/pasar_fix/node_modules/.bun/es-toolkit@1.46.1/node_modules/es-toolkit/dist/array/flatten.d.ts</a:t>
            </a:r>
          </a:p>
          <a:p>
            <a:pPr>
              <a:defRPr sz="1200"/>
            </a:pPr>
            <a:r>
              <a:t>D:/pasar_fix/node_modules/.bun/es-toolkit@1.46.1/node_modules/es-toolkit/dist/array/flatten.js</a:t>
            </a:r>
          </a:p>
          <a:p>
            <a:pPr>
              <a:defRPr sz="1200"/>
            </a:pPr>
            <a:r>
              <a:t>D:/pasar_fix/node_modules/.bun/es-toolkit@1.46.1/node_modules/es-toolkit/dist/array/flatten.mjs</a:t>
            </a:r>
          </a:p>
          <a:p>
            <a:pPr>
              <a:defRPr sz="1200"/>
            </a:pPr>
            <a:r>
              <a:t>D:/pasar_fix/node_modules/.bun/es-toolkit@1.46.1/node_modules/es-toolkit/dist/array/flattenDeep.d.mts</a:t>
            </a:r>
          </a:p>
          <a:p>
            <a:pPr>
              <a:defRPr sz="1200"/>
            </a:pPr>
            <a:r>
              <a:t>D:/pasar_fix/node_modules/.bun/es-toolkit@1.46.1/node_modules/es-toolkit/dist/array/flattenDeep.d.ts</a:t>
            </a:r>
          </a:p>
          <a:p>
            <a:pPr>
              <a:defRPr sz="1200"/>
            </a:pPr>
            <a:r>
              <a:t>D:/pasar_fix/node_modules/.bun/es-toolkit@1.46.1/node_modules/es-toolkit/dist/array/flattenDeep.js</a:t>
            </a:r>
          </a:p>
          <a:p>
            <a:pPr>
              <a:defRPr sz="1200"/>
            </a:pPr>
            <a:r>
              <a:t>D:/pasar_fix/node_modules/.bun/es-toolkit@1.46.1/node_modules/es-toolkit/dist/array/flattenDeep.mjs</a:t>
            </a:r>
          </a:p>
          <a:p>
            <a:pPr>
              <a:defRPr sz="1200"/>
            </a:pPr>
            <a:r>
              <a:t>D:/pasar_fix/node_modules/.bun/es-toolkit@1.46.1/node_modules/es-toolkit/dist/array/forEachAsync.d.mts</a:t>
            </a:r>
          </a:p>
          <a:p>
            <a:pPr>
              <a:defRPr sz="1200"/>
            </a:pPr>
            <a:r>
              <a:t>D:/pasar_fix/node_modules/.bun/es-toolkit@1.46.1/node_modules/es-toolkit/dist/array/forEachAsync.d.ts</a:t>
            </a:r>
          </a:p>
          <a:p>
            <a:pPr>
              <a:defRPr sz="1200"/>
            </a:pPr>
            <a:r>
              <a:t>D:/pasar_fix/node_modules/.bun/es-toolkit@1.46.1/node_modules/es-toolkit/dist/array/forEachAsync.js</a:t>
            </a:r>
          </a:p>
          <a:p>
            <a:pPr>
              <a:defRPr sz="1200"/>
            </a:pPr>
            <a:r>
              <a:t>D:/pasar_fix/node_modules/.bun/es-toolkit@1.46.1/node_modules/es-toolkit/dist/array/forEachAsync.mjs</a:t>
            </a:r>
          </a:p>
          <a:p>
            <a:pPr>
              <a:defRPr sz="1200"/>
            </a:pPr>
            <a:r>
              <a:t>D:/pasar_fix/node_modules/.bun/es-toolkit@1.46.1/node_modules/es-toolkit/dist/array/forEachRight.d.mts</a:t>
            </a:r>
          </a:p>
          <a:p>
            <a:pPr>
              <a:defRPr sz="1200"/>
            </a:pPr>
            <a:r>
              <a:t>D:/pasar_fix/node_modules/.bun/es-toolkit@1.46.1/node_modules/es-toolkit/dist/array/forEachRight.d.ts</a:t>
            </a:r>
          </a:p>
          <a:p>
            <a:pPr>
              <a:defRPr sz="1200"/>
            </a:pPr>
            <a:r>
              <a:t>D:/pasar_fix/node_modules/.bun/es-toolkit@1.46.1/node_modules/es-toolkit/dist/array/forEachRight.js</a:t>
            </a:r>
          </a:p>
          <a:p>
            <a:pPr>
              <a:defRPr sz="1200"/>
            </a:pPr>
            <a:r>
              <a:t>D:/pasar_fix/node_modules/.bun/es-toolkit@1.46.1/node_modules/es-toolkit/dist/array/forEachRight.mjs</a:t>
            </a:r>
          </a:p>
          <a:p>
            <a:pPr>
              <a:defRPr sz="1200"/>
            </a:pPr>
            <a:r>
              <a:t>D:/pasar_fix/node_modules/.bun/es-toolkit@1.46.1/node_modules/es-toolkit/dist/array/groupBy.d.mts</a:t>
            </a:r>
          </a:p>
          <a:p>
            <a:pPr>
              <a:defRPr sz="1200"/>
            </a:pPr>
            <a:r>
              <a:t>D:/pasar_fix/node_modules/.bun/es-toolkit@1.46.1/node_modules/es-toolkit/dist/array/groupBy.d.ts</a:t>
            </a:r>
          </a:p>
          <a:p>
            <a:pPr>
              <a:defRPr sz="1200"/>
            </a:pPr>
            <a:r>
              <a:t>D:/pasar_fix/node_modules/.bun/es-toolkit@1.46.1/node_modules/es-toolkit/dist/array/groupBy.js</a:t>
            </a:r>
          </a:p>
          <a:p>
            <a:pPr>
              <a:defRPr sz="1200"/>
            </a:pPr>
            <a:r>
              <a:t>D:/pasar_fix/node_modules/.bun/es-toolkit@1.46.1/node_modules/es-toolkit/dist/array/groupBy.mjs</a:t>
            </a:r>
          </a:p>
          <a:p>
            <a:pPr>
              <a:defRPr sz="1200"/>
            </a:pPr>
            <a:r>
              <a:t>D:/pasar_fix/node_modules/.bun/es-toolkit@1.46.1/node_modules/es-toolkit/dist/array/head.d.mts</a:t>
            </a:r>
          </a:p>
          <a:p>
            <a:pPr>
              <a:defRPr sz="1200"/>
            </a:pPr>
            <a:r>
              <a:t>D:/pasar_fix/node_modules/.bun/es-toolkit@1.46.1/node_modules/es-toolkit/dist/array/head.d.ts</a:t>
            </a:r>
          </a:p>
          <a:p>
            <a:pPr>
              <a:defRPr sz="1200"/>
            </a:pPr>
            <a:r>
              <a:t>D:/pasar_fix/node_modules/.bun/es-toolkit@1.46.1/node_modules/es-toolkit/dist/array/head.js</a:t>
            </a:r>
          </a:p>
          <a:p>
            <a:pPr>
              <a:defRPr sz="1200"/>
            </a:pPr>
            <a:r>
              <a:t>D:/pasar_fix/node_modules/.bun/es-toolkit@1.46.1/node_modules/es-toolkit/dist/array/head.mjs</a:t>
            </a:r>
          </a:p>
          <a:p>
            <a:pPr>
              <a:defRPr sz="1200"/>
            </a:pPr>
            <a:r>
              <a:t>D:/pasar_fix/node_modules/.bun/es-toolkit@1.46.1/node_modules/es-toolkit/dist/array/index.d.mts</a:t>
            </a:r>
          </a:p>
          <a:p>
            <a:pPr>
              <a:defRPr sz="1200"/>
            </a:pPr>
            <a:r>
              <a:t>D:/pasar_fix/node_modules/.bun/es-toolkit@1.46.1/node_modules/es-toolkit/dist/array/index.d.ts</a:t>
            </a:r>
          </a:p>
          <a:p>
            <a:pPr>
              <a:defRPr sz="1200"/>
            </a:pPr>
            <a:r>
              <a:t>D:/pasar_fix/node_modules/.bun/es-toolkit@1.46.1/node_modules/es-toolkit/dist/array/index.js</a:t>
            </a:r>
          </a:p>
          <a:p>
            <a:pPr>
              <a:defRPr sz="1200"/>
            </a:pPr>
            <a:r>
              <a:t>D:/pasar_fix/node_modules/.bun/es-toolkit@1.46.1/node_modules/es-toolkit/dist/array/index.mjs</a:t>
            </a:r>
          </a:p>
          <a:p>
            <a:pPr>
              <a:defRPr sz="1200"/>
            </a:pPr>
            <a:r>
              <a:t>D:/pasar_fix/node_modules/.bun/es-toolkit@1.46.1/node_modules/es-toolkit/dist/array/initial.d.mts</a:t>
            </a:r>
          </a:p>
          <a:p>
            <a:pPr>
              <a:defRPr sz="1200"/>
            </a:pPr>
            <a:r>
              <a:t>D:/pasar_fix/node_modules/.bun/es-toolkit@1.46.1/node_modules/es-toolkit/dist/array/initial.d.ts</a:t>
            </a:r>
          </a:p>
          <a:p>
            <a:pPr>
              <a:defRPr sz="1200"/>
            </a:pPr>
            <a:r>
              <a:t>D:/pasar_fix/node_modules/.bun/es-toolkit@1.46.1/node_modules/es-toolkit/dist/array/initial.js</a:t>
            </a:r>
          </a:p>
          <a:p>
            <a:pPr>
              <a:defRPr sz="1200"/>
            </a:pPr>
            <a:r>
              <a:t>D:/pasar_fix/node_modules/.bun/es-toolkit@1.46.1/node_modules/es-toolkit/dist/array/initial.mjs</a:t>
            </a:r>
          </a:p>
          <a:p>
            <a:pPr>
              <a:defRPr sz="1200"/>
            </a:pPr>
            <a:r>
              <a:t>D:/pasar_fix/node_modules/.bun/es-toolkit@1.46.1/node_modules/es-toolkit/dist/array/intersection.d.mts</a:t>
            </a:r>
          </a:p>
          <a:p>
            <a:pPr>
              <a:defRPr sz="1200"/>
            </a:pPr>
            <a:r>
              <a:t>D:/pasar_fix/node_modules/.bun/es-toolkit@1.46.1/node_modules/es-toolkit/dist/array/intersection.d.ts</a:t>
            </a:r>
          </a:p>
          <a:p>
            <a:pPr>
              <a:defRPr sz="1200"/>
            </a:pPr>
            <a:r>
              <a:t>D:/pasar_fix/node_modules/.bun/es-toolkit@1.46.1/node_modules/es-toolkit/dist/array/intersection.js</a:t>
            </a:r>
          </a:p>
          <a:p>
            <a:pPr>
              <a:defRPr sz="1200"/>
            </a:pPr>
            <a:r>
              <a:t>D:/pasar_fix/node_modules/.bun/es-toolkit@1.46.1/node_modules/es-toolkit/dist/array/intersection.mjs</a:t>
            </a:r>
          </a:p>
          <a:p>
            <a:pPr>
              <a:defRPr sz="1200"/>
            </a:pPr>
            <a:r>
              <a:t>D:/pasar_fix/node_modules/.bun/es-toolkit@1.46.1/node_modules/es-toolkit/dist/array/intersectionBy.d.mts</a:t>
            </a:r>
          </a:p>
          <a:p>
            <a:pPr>
              <a:defRPr sz="1200"/>
            </a:pPr>
            <a:r>
              <a:t>D:/pasar_fix/node_modules/.bun/es-toolkit@1.46.1/node_modules/es-toolkit/dist/array/intersectionBy.d.ts</a:t>
            </a:r>
          </a:p>
          <a:p>
            <a:pPr>
              <a:defRPr sz="1200"/>
            </a:pPr>
            <a:r>
              <a:t>D:/pasar_fix/node_modules/.bun/es-toolkit@1.46.1/node_modules/es-toolkit/dist/array/intersectionBy.js</a:t>
            </a:r>
          </a:p>
          <a:p>
            <a:pPr>
              <a:defRPr sz="1200"/>
            </a:pPr>
            <a:r>
              <a:t>D:/pasar_fix/node_modules/.bun/es-toolkit@1.46.1/node_modules/es-toolkit/dist/array/intersectionBy.mjs</a:t>
            </a:r>
          </a:p>
          <a:p>
            <a:pPr>
              <a:defRPr sz="1200"/>
            </a:pPr>
            <a:r>
              <a:t>D:/pasar_fix/node_modules/.bun/es-toolkit@1.46.1/node_modules/es-toolkit/dist/array/intersectionWith.d.mts</a:t>
            </a:r>
          </a:p>
          <a:p>
            <a:pPr>
              <a:defRPr sz="1200"/>
            </a:pPr>
            <a:r>
              <a:t>D:/pasar_fix/node_modules/.bun/es-toolkit@1.46.1/node_modules/es-toolkit/dist/array/intersectionWith.d.ts</a:t>
            </a:r>
          </a:p>
          <a:p>
            <a:pPr>
              <a:defRPr sz="1200"/>
            </a:pPr>
            <a:r>
              <a:t>D:/pasar_fix/node_modules/.bun/es-toolkit@1.46.1/node_modules/es-toolkit/dist/array/intersectionWith.js</a:t>
            </a:r>
          </a:p>
          <a:p>
            <a:pPr>
              <a:defRPr sz="1200"/>
            </a:pPr>
            <a:r>
              <a:t>D:/pasar_fix/node_modules/.bun/es-toolkit@1.46.1/node_modules/es-toolkit/dist/array/intersectionWith.mjs</a:t>
            </a:r>
          </a:p>
          <a:p>
            <a:pPr>
              <a:defRPr sz="1200"/>
            </a:pPr>
            <a:r>
              <a:t>D:/pasar_fix/node_modules/.bun/es-toolkit@1.46.1/node_modules/es-toolkit/dist/array/isSubset.d.mts</a:t>
            </a:r>
          </a:p>
          <a:p>
            <a:pPr>
              <a:defRPr sz="1200"/>
            </a:pPr>
            <a:r>
              <a:t>D:/pasar_fix/node_modules/.bun/es-toolkit@1.46.1/node_modules/es-toolkit/dist/array/isSubset.d.ts</a:t>
            </a:r>
          </a:p>
          <a:p>
            <a:pPr>
              <a:defRPr sz="1200"/>
            </a:pPr>
            <a:r>
              <a:t>D:/pasar_fix/node_modules/.bun/es-toolkit@1.46.1/node_modules/es-toolkit/dist/array/isSubset.js</a:t>
            </a:r>
          </a:p>
          <a:p>
            <a:pPr>
              <a:defRPr sz="1200"/>
            </a:pPr>
            <a:r>
              <a:t>D:/pasar_fix/node_modules/.bun/es-toolkit@1.46.1/node_modules/es-toolkit/dist/array/isSubset.mjs</a:t>
            </a:r>
          </a:p>
          <a:p>
            <a:pPr>
              <a:defRPr sz="1200"/>
            </a:pPr>
            <a:r>
              <a:t>D:/pasar_fix/node_modules/.bun/es-toolkit@1.46.1/node_modules/es-toolkit/dist/array/isSubsetWith.d.mts</a:t>
            </a:r>
          </a:p>
          <a:p>
            <a:pPr>
              <a:defRPr sz="1200"/>
            </a:pPr>
            <a:r>
              <a:t>D:/pasar_fix/node_modules/.bun/es-toolkit@1.46.1/node_modules/es-toolkit/dist/array/isSubsetWith.d.ts</a:t>
            </a:r>
          </a:p>
          <a:p>
            <a:pPr>
              <a:defRPr sz="1200"/>
            </a:pPr>
            <a:r>
              <a:t>D:/pasar_fix/node_modules/.bun/es-toolkit@1.46.1/node_modules/es-toolkit/dist/array/isSubsetWith.js</a:t>
            </a:r>
          </a:p>
          <a:p>
            <a:pPr>
              <a:defRPr sz="1200"/>
            </a:pPr>
            <a:r>
              <a:t>D:/pasar_fix/node_modules/.bun/es-toolkit@1.46.1/node_modules/es-toolkit/dist/array/isSubsetWith.mjs</a:t>
            </a:r>
          </a:p>
          <a:p>
            <a:pPr>
              <a:defRPr sz="1200"/>
            </a:pPr>
            <a:r>
              <a:t>D:/pasar_fix/node_modules/.bun/es-toolkit@1.46.1/node_modules/es-toolkit/dist/array/keyBy.d.mts</a:t>
            </a:r>
          </a:p>
          <a:p>
            <a:pPr>
              <a:defRPr sz="1200"/>
            </a:pPr>
            <a:r>
              <a:t>D:/pasar_fix/node_modules/.bun/es-toolkit@1.46.1/node_modules/es-toolkit/dist/array/keyBy.d.ts</a:t>
            </a:r>
          </a:p>
          <a:p>
            <a:pPr>
              <a:defRPr sz="1200"/>
            </a:pPr>
            <a:r>
              <a:t>D:/pasar_fix/node_modules/.bun/es-toolkit@1.46.1/node_modules/es-toolkit/dist/array/keyBy.js</a:t>
            </a:r>
          </a:p>
          <a:p>
            <a:pPr>
              <a:defRPr sz="1200"/>
            </a:pPr>
            <a:r>
              <a:t>D:/pasar_fix/node_modules/.bun/es-toolkit@1.46.1/node_modules/es-toolkit/dist/array/keyBy.mjs</a:t>
            </a:r>
          </a:p>
          <a:p>
            <a:pPr>
              <a:defRPr sz="1200"/>
            </a:pPr>
            <a:r>
              <a:t>D:/pasar_fix/node_modules/.bun/es-toolkit@1.46.1/node_modules/es-toolkit/dist/array/last.d.mts</a:t>
            </a:r>
          </a:p>
          <a:p>
            <a:pPr>
              <a:defRPr sz="1200"/>
            </a:pPr>
            <a:r>
              <a:t>D:/pasar_fix/node_modules/.bun/es-toolkit@1.46.1/node_modules/es-toolkit/dist/array/last.d.ts</a:t>
            </a:r>
          </a:p>
          <a:p>
            <a:pPr>
              <a:defRPr sz="1200"/>
            </a:pPr>
            <a:r>
              <a:t>D:/pasar_fix/node_modules/.bun/es-toolkit@1.46.1/node_modules/es-toolkit/dist/array/last.js</a:t>
            </a:r>
          </a:p>
          <a:p>
            <a:pPr>
              <a:defRPr sz="1200"/>
            </a:pPr>
            <a:r>
              <a:t>D:/pasar_fix/node_modules/.bun/es-toolkit@1.46.1/node_modules/es-toolkit/dist/array/last.mjs</a:t>
            </a:r>
          </a:p>
          <a:p>
            <a:pPr>
              <a:defRPr sz="1200"/>
            </a:pPr>
            <a:r>
              <a:t>D:/pasar_fix/node_modules/.bun/es-toolkit@1.46.1/node_modules/es-toolkit/dist/array/limitAsync.d.mts</a:t>
            </a:r>
          </a:p>
          <a:p>
            <a:pPr>
              <a:defRPr sz="1200"/>
            </a:pPr>
            <a:r>
              <a:t>D:/pasar_fix/node_modules/.bun/es-toolkit@1.46.1/node_modules/es-toolkit/dist/array/limitAsync.d.ts</a:t>
            </a:r>
          </a:p>
          <a:p>
            <a:pPr>
              <a:defRPr sz="1200"/>
            </a:pPr>
            <a:r>
              <a:t>D:/pasar_fix/node_modules/.bun/es-toolkit@1.46.1/node_modules/es-toolkit/dist/array/limitAsync.js</a:t>
            </a:r>
          </a:p>
          <a:p>
            <a:pPr>
              <a:defRPr sz="1200"/>
            </a:pPr>
            <a:r>
              <a:t>D:/pasar_fix/node_modules/.bun/es-toolkit@1.46.1/node_modules/es-toolkit/dist/array/limitAsync.mjs</a:t>
            </a:r>
          </a:p>
          <a:p>
            <a:pPr>
              <a:defRPr sz="1200"/>
            </a:pPr>
            <a:r>
              <a:t>D:/pasar_fix/node_modules/.bun/es-toolkit@1.46.1/node_modules/es-toolkit/dist/array/mapAsync.d.mts</a:t>
            </a:r>
          </a:p>
          <a:p>
            <a:pPr>
              <a:defRPr sz="1200"/>
            </a:pPr>
            <a:r>
              <a:t>D:/pasar_fix/node_modules/.bun/es-toolkit@1.46.1/node_modules/es-toolkit/dist/array/mapAsync.d.ts</a:t>
            </a:r>
          </a:p>
          <a:p>
            <a:pPr>
              <a:defRPr sz="1200"/>
            </a:pPr>
            <a:r>
              <a:t>D:/pasar_fix/node_modules/.bun/es-toolkit@1.46.1/node_modules/es-toolkit/dist/array/mapAsync.js</a:t>
            </a:r>
          </a:p>
          <a:p>
            <a:pPr>
              <a:defRPr sz="1200"/>
            </a:pPr>
            <a:r>
              <a:t>D:/pasar_fix/node_modules/.bun/es-toolkit@1.46.1/node_modules/es-toolkit/dist/array/mapAsync.mjs</a:t>
            </a:r>
          </a:p>
          <a:p>
            <a:pPr>
              <a:defRPr sz="1200"/>
            </a:pPr>
            <a:r>
              <a:t>D:/pasar_fix/node_modules/.bun/es-toolkit@1.46.1/node_modules/es-toolkit/dist/array/maxBy.d.mts</a:t>
            </a:r>
          </a:p>
          <a:p>
            <a:pPr>
              <a:defRPr sz="1200"/>
            </a:pPr>
            <a:r>
              <a:t>D:/pasar_fix/node_modules/.bun/es-toolkit@1.46.1/node_modules/es-toolkit/dist/array/maxBy.d.ts</a:t>
            </a:r>
          </a:p>
          <a:p>
            <a:pPr>
              <a:defRPr sz="1200"/>
            </a:pPr>
            <a:r>
              <a:t>D:/pasar_fix/node_modules/.bun/es-toolkit@1.46.1/node_modules/es-toolkit/dist/array/maxBy.js</a:t>
            </a:r>
          </a:p>
          <a:p>
            <a:pPr>
              <a:defRPr sz="1200"/>
            </a:pPr>
            <a:r>
              <a:t>D:/pasar_fix/node_modules/.bun/es-toolkit@1.46.1/node_modules/es-toolkit/dist/array/maxBy.mjs</a:t>
            </a:r>
          </a:p>
          <a:p>
            <a:pPr>
              <a:defRPr sz="1200"/>
            </a:pPr>
            <a:r>
              <a:t>D:/pasar_fix/node_modules/.bun/es-toolkit@1.46.1/node_modules/es-toolkit/dist/array/minBy.d.mts</a:t>
            </a:r>
          </a:p>
          <a:p>
            <a:pPr>
              <a:defRPr sz="1200"/>
            </a:pPr>
            <a:r>
              <a:t>D:/pasar_fix/node_modules/.bun/es-toolkit@1.46.1/node_modules/es-toolkit/dist/array/minBy.d.ts</a:t>
            </a:r>
          </a:p>
          <a:p>
            <a:pPr>
              <a:defRPr sz="1200"/>
            </a:pPr>
            <a:r>
              <a:t>D:/pasar_fix/node_modules/.bun/es-toolkit@1.46.1/node_modules/es-toolkit/dist/array/minBy.js</a:t>
            </a:r>
          </a:p>
          <a:p>
            <a:pPr>
              <a:defRPr sz="1200"/>
            </a:pPr>
            <a:r>
              <a:t>D:/pasar_fix/node_modules/.bun/es-toolkit@1.46.1/node_modules/es-toolkit/dist/array/minBy.mjs</a:t>
            </a:r>
          </a:p>
          <a:p>
            <a:pPr>
              <a:defRPr sz="1200"/>
            </a:pPr>
            <a:r>
              <a:t>D:/pasar_fix/node_modules/.bun/es-toolkit@1.46.1/node_modules/es-toolkit/dist/array/orderBy.d.mts</a:t>
            </a:r>
          </a:p>
          <a:p>
            <a:pPr>
              <a:defRPr sz="1200"/>
            </a:pPr>
            <a:r>
              <a:t>D:/pasar_fix/node_modules/.bun/es-toolkit@1.46.1/node_modules/es-toolkit/dist/array/orderBy.d.ts</a:t>
            </a:r>
          </a:p>
          <a:p>
            <a:pPr>
              <a:defRPr sz="1200"/>
            </a:pPr>
            <a:r>
              <a:t>D:/pasar_fix/node_modules/.bun/es-toolkit@1.46.1/node_modules/es-toolkit/dist/array/orderBy.js</a:t>
            </a:r>
          </a:p>
          <a:p>
            <a:pPr>
              <a:defRPr sz="1200"/>
            </a:pPr>
            <a:r>
              <a:t>D:/pasar_fix/node_modules/.bun/es-toolkit@1.46.1/node_modules/es-toolkit/dist/array/orderBy.mjs</a:t>
            </a:r>
          </a:p>
          <a:p>
            <a:pPr>
              <a:defRPr sz="1200"/>
            </a:pPr>
            <a:r>
              <a:t>D:/pasar_fix/node_modules/.bun/es-toolkit@1.46.1/node_modules/es-toolkit/dist/array/partition.d.mts</a:t>
            </a:r>
          </a:p>
          <a:p>
            <a:pPr>
              <a:defRPr sz="1200"/>
            </a:pPr>
            <a:r>
              <a:t>D:/pasar_fix/node_modules/.bun/es-toolkit@1.46.1/node_modules/es-toolkit/dist/array/partition.d.ts</a:t>
            </a:r>
          </a:p>
          <a:p>
            <a:pPr>
              <a:defRPr sz="1200"/>
            </a:pPr>
            <a:r>
              <a:t>D:/pasar_fix/node_modules/.bun/es-toolkit@1.46.1/node_modules/es-toolkit/dist/array/partition.js</a:t>
            </a:r>
          </a:p>
          <a:p>
            <a:pPr>
              <a:defRPr sz="1200"/>
            </a:pPr>
            <a:r>
              <a:t>D:/pasar_fix/node_modules/.bun/es-toolkit@1.46.1/node_modules/es-toolkit/dist/array/partition.mjs</a:t>
            </a:r>
          </a:p>
          <a:p>
            <a:pPr>
              <a:defRPr sz="1200"/>
            </a:pPr>
            <a:r>
              <a:t>D:/pasar_fix/node_modules/.bun/es-toolkit@1.46.1/node_modules/es-toolkit/dist/array/pull.d.mts</a:t>
            </a:r>
          </a:p>
          <a:p>
            <a:pPr>
              <a:defRPr sz="1200"/>
            </a:pPr>
            <a:r>
              <a:t>D:/pasar_fix/node_modules/.bun/es-toolkit@1.46.1/node_modules/es-toolkit/dist/array/pull.d.ts</a:t>
            </a:r>
          </a:p>
          <a:p>
            <a:pPr>
              <a:defRPr sz="1200"/>
            </a:pPr>
            <a:r>
              <a:t>D:/pasar_fix/node_modules/.bun/es-toolkit@1.46.1/node_modules/es-toolkit/dist/array/pull.js</a:t>
            </a:r>
          </a:p>
          <a:p>
            <a:pPr>
              <a:defRPr sz="1200"/>
            </a:pPr>
            <a:r>
              <a:t>D:/pasar_fix/node_modules/.bun/es-toolkit@1.46.1/node_modules/es-toolkit/dist/array/pull.mjs</a:t>
            </a:r>
          </a:p>
          <a:p>
            <a:pPr>
              <a:defRPr sz="1200"/>
            </a:pPr>
            <a:r>
              <a:t>D:/pasar_fix/node_modules/.bun/es-toolkit@1.46.1/node_modules/es-toolkit/dist/array/pullAt.d.mts</a:t>
            </a:r>
          </a:p>
          <a:p>
            <a:pPr>
              <a:defRPr sz="1200"/>
            </a:pPr>
            <a:r>
              <a:t>D:/pasar_fix/node_modules/.bun/es-toolkit@1.46.1/node_modules/es-toolkit/dist/array/pullAt.d.ts</a:t>
            </a:r>
          </a:p>
          <a:p>
            <a:pPr>
              <a:defRPr sz="1200"/>
            </a:pPr>
            <a:r>
              <a:t>D:/pasar_fix/node_modules/.bun/es-toolkit@1.46.1/node_modules/es-toolkit/dist/array/pullAt.js</a:t>
            </a:r>
          </a:p>
          <a:p>
            <a:pPr>
              <a:defRPr sz="1200"/>
            </a:pPr>
            <a:r>
              <a:t>D:/pasar_fix/node_modules/.bun/es-toolkit@1.46.1/node_modules/es-toolkit/dist/array/pullAt.mjs</a:t>
            </a:r>
          </a:p>
          <a:p>
            <a:pPr>
              <a:defRPr sz="1200"/>
            </a:pPr>
            <a:r>
              <a:t>D:/pasar_fix/node_modules/.bun/es-toolkit@1.46.1/node_modules/es-toolkit/dist/array/reduceAsync.d.mts</a:t>
            </a:r>
          </a:p>
          <a:p>
            <a:pPr>
              <a:defRPr sz="1200"/>
            </a:pPr>
            <a:r>
              <a:t>D:/pasar_fix/node_modules/.bun/es-toolkit@1.46.1/node_modules/es-toolkit/dist/array/reduceAsync.d.ts</a:t>
            </a:r>
          </a:p>
          <a:p>
            <a:pPr>
              <a:defRPr sz="1200"/>
            </a:pPr>
            <a:r>
              <a:t>D:/pasar_fix/node_modules/.bun/es-toolkit@1.46.1/node_modules/es-toolkit/dist/array/reduceAsync.js</a:t>
            </a:r>
          </a:p>
          <a:p>
            <a:pPr>
              <a:defRPr sz="1200"/>
            </a:pPr>
            <a:r>
              <a:t>D:/pasar_fix/node_modules/.bun/es-toolkit@1.46.1/node_modules/es-toolkit/dist/array/reduceAsync.mjs</a:t>
            </a:r>
          </a:p>
          <a:p>
            <a:pPr>
              <a:defRPr sz="1200"/>
            </a:pPr>
            <a:r>
              <a:t>D:/pasar_fix/node_modules/.bun/es-toolkit@1.46.1/node_modules/es-toolkit/dist/array/remove.d.mts</a:t>
            </a:r>
          </a:p>
          <a:p>
            <a:pPr>
              <a:defRPr sz="1200"/>
            </a:pPr>
            <a:r>
              <a:t>D:/pasar_fix/node_modules/.bun/es-toolkit@1.46.1/node_modules/es-toolkit/dist/array/remove.d.ts</a:t>
            </a:r>
          </a:p>
          <a:p>
            <a:pPr>
              <a:defRPr sz="1200"/>
            </a:pPr>
            <a:r>
              <a:t>D:/pasar_fix/node_modules/.bun/es-toolkit@1.46.1/node_modules/es-toolkit/dist/array/remove.js</a:t>
            </a:r>
          </a:p>
          <a:p>
            <a:pPr>
              <a:defRPr sz="1200"/>
            </a:pPr>
            <a:r>
              <a:t>D:/pasar_fix/node_modules/.bun/es-toolkit@1.46.1/node_modules/es-toolkit/dist/array/remove.mjs</a:t>
            </a:r>
          </a:p>
          <a:p>
            <a:pPr>
              <a:defRPr sz="1200"/>
            </a:pPr>
            <a:r>
              <a:t>D:/pasar_fix/node_modules/.bun/es-toolkit@1.46.1/node_modules/es-toolkit/dist/array/sample.d.mts</a:t>
            </a:r>
          </a:p>
          <a:p>
            <a:pPr>
              <a:defRPr sz="1200"/>
            </a:pPr>
            <a:r>
              <a:t>D:/pasar_fix/node_modules/.bun/es-toolkit@1.46.1/node_modules/es-toolkit/dist/array/sample.d.ts</a:t>
            </a:r>
          </a:p>
          <a:p>
            <a:pPr>
              <a:defRPr sz="1200"/>
            </a:pPr>
            <a:r>
              <a:t>D:/pasar_fix/node_modules/.bun/es-toolkit@1.46.1/node_modules/es-toolkit/dist/array/sample.js</a:t>
            </a:r>
          </a:p>
          <a:p>
            <a:pPr>
              <a:defRPr sz="1200"/>
            </a:pPr>
            <a:r>
              <a:t>D:/pasar_fix/node_modules/.bun/es-toolkit@1.46.1/node_modules/es-toolkit/dist/array/sample.mjs</a:t>
            </a:r>
          </a:p>
          <a:p>
            <a:pPr>
              <a:defRPr sz="1200"/>
            </a:pPr>
            <a:r>
              <a:t>D:/pasar_fix/node_modules/.bun/es-toolkit@1.46.1/node_modules/es-toolkit/dist/array/sampleSize.d.mts</a:t>
            </a:r>
          </a:p>
          <a:p>
            <a:pPr>
              <a:defRPr sz="1200"/>
            </a:pPr>
            <a:r>
              <a:t>D:/pasar_fix/node_modules/.bun/es-toolkit@1.46.1/node_modules/es-toolkit/dist/array/sampleSize.d.ts</a:t>
            </a:r>
          </a:p>
          <a:p>
            <a:pPr>
              <a:defRPr sz="1200"/>
            </a:pPr>
            <a:r>
              <a:t>D:/pasar_fix/node_modules/.bun/es-toolkit@1.46.1/node_modules/es-toolkit/dist/array/sampleSize.js</a:t>
            </a:r>
          </a:p>
          <a:p>
            <a:pPr>
              <a:defRPr sz="1200"/>
            </a:pPr>
            <a:r>
              <a:t>D:/pasar_fix/node_modules/.bun/es-toolkit@1.46.1/node_modules/es-toolkit/dist/array/sampleSize.mjs</a:t>
            </a:r>
          </a:p>
          <a:p>
            <a:pPr>
              <a:defRPr sz="1200"/>
            </a:pPr>
            <a:r>
              <a:t>D:/pasar_fix/node_modules/.bun/es-toolkit@1.46.1/node_modules/es-toolkit/dist/array/shuffle.d.mts</a:t>
            </a:r>
          </a:p>
          <a:p>
            <a:pPr>
              <a:defRPr sz="1200"/>
            </a:pPr>
            <a:r>
              <a:t>D:/pasar_fix/node_modules/.bun/es-toolkit@1.46.1/node_modules/es-toolkit/dist/array/shuffle.d.ts</a:t>
            </a:r>
          </a:p>
          <a:p>
            <a:pPr>
              <a:defRPr sz="1200"/>
            </a:pPr>
            <a:r>
              <a:t>D:/pasar_fix/node_modules/.bun/es-toolkit@1.46.1/node_modules/es-toolkit/dist/array/shuffle.js</a:t>
            </a:r>
          </a:p>
          <a:p>
            <a:pPr>
              <a:defRPr sz="1200"/>
            </a:pPr>
            <a:r>
              <a:t>D:/pasar_fix/node_modules/.bun/es-toolkit@1.46.1/node_modules/es-toolkit/dist/array/shuffle.mjs</a:t>
            </a:r>
          </a:p>
          <a:p>
            <a:pPr>
              <a:defRPr sz="1200"/>
            </a:pPr>
            <a:r>
              <a:t>D:/pasar_fix/node_modules/.bun/es-toolkit@1.46.1/node_modules/es-toolkit/dist/array/sortBy.d.mts</a:t>
            </a:r>
          </a:p>
          <a:p>
            <a:pPr>
              <a:defRPr sz="1200"/>
            </a:pPr>
            <a:r>
              <a:t>D:/pasar_fix/node_modules/.bun/es-toolkit@1.46.1/node_modules/es-toolkit/dist/array/sortBy.d.ts</a:t>
            </a:r>
          </a:p>
          <a:p>
            <a:pPr>
              <a:defRPr sz="1200"/>
            </a:pPr>
            <a:r>
              <a:t>D:/pasar_fix/node_modules/.bun/es-toolkit@1.46.1/node_modules/es-toolkit/dist/array/sortBy.js</a:t>
            </a:r>
          </a:p>
          <a:p>
            <a:pPr>
              <a:defRPr sz="1200"/>
            </a:pPr>
            <a:r>
              <a:t>D:/pasar_fix/node_modules/.bun/es-toolkit@1.46.1/node_modules/es-toolkit/dist/array/sortBy.mjs</a:t>
            </a:r>
          </a:p>
          <a:p>
            <a:pPr>
              <a:defRPr sz="1200"/>
            </a:pPr>
            <a:r>
              <a:t>D:/pasar_fix/node_modules/.bun/es-toolkit@1.46.1/node_modules/es-toolkit/dist/array/tail.d.mts</a:t>
            </a:r>
          </a:p>
          <a:p>
            <a:pPr>
              <a:defRPr sz="1200"/>
            </a:pPr>
            <a:r>
              <a:t>D:/pasar_fix/node_modules/.bun/es-toolkit@1.46.1/node_modules/es-toolkit/dist/array/tail.d.ts</a:t>
            </a:r>
          </a:p>
          <a:p>
            <a:pPr>
              <a:defRPr sz="1200"/>
            </a:pPr>
            <a:r>
              <a:t>D:/pasar_fix/node_modules/.bun/es-toolkit@1.46.1/node_modules/es-toolkit/dist/array/tail.js</a:t>
            </a:r>
          </a:p>
          <a:p>
            <a:pPr>
              <a:defRPr sz="1200"/>
            </a:pPr>
            <a:r>
              <a:t>D:/pasar_fix/node_modules/.bun/es-toolkit@1.46.1/node_modules/es-toolkit/dist/array/tail.mjs</a:t>
            </a:r>
          </a:p>
          <a:p>
            <a:pPr>
              <a:defRPr sz="1200"/>
            </a:pPr>
            <a:r>
              <a:t>D:/pasar_fix/node_modules/.bun/es-toolkit@1.46.1/node_modules/es-toolkit/dist/array/take.d.mts</a:t>
            </a:r>
          </a:p>
          <a:p>
            <a:pPr>
              <a:defRPr sz="1200"/>
            </a:pPr>
            <a:r>
              <a:t>D:/pasar_fix/node_modules/.bun/es-toolkit@1.46.1/node_modules/es-toolkit/dist/array/take.d.ts</a:t>
            </a:r>
          </a:p>
          <a:p>
            <a:pPr>
              <a:defRPr sz="1200"/>
            </a:pPr>
            <a:r>
              <a:t>D:/pasar_fix/node_modules/.bun/es-toolkit@1.46.1/node_modules/es-toolkit/dist/array/take.js</a:t>
            </a:r>
          </a:p>
          <a:p>
            <a:pPr>
              <a:defRPr sz="1200"/>
            </a:pPr>
            <a:r>
              <a:t>D:/pasar_fix/node_modules/.bun/es-toolkit@1.46.1/node_modules/es-toolkit/dist/array/take.mjs</a:t>
            </a:r>
          </a:p>
          <a:p>
            <a:pPr>
              <a:defRPr sz="1200"/>
            </a:pPr>
            <a:r>
              <a:t>D:/pasar_fix/node_modules/.bun/es-toolkit@1.46.1/node_modules/es-toolkit/dist/array/takeRight.d.mts</a:t>
            </a:r>
          </a:p>
          <a:p>
            <a:pPr>
              <a:defRPr sz="1200"/>
            </a:pPr>
            <a:r>
              <a:t>D:/pasar_fix/node_modules/.bun/es-toolkit@1.46.1/node_modules/es-toolkit/dist/array/takeRight.d.ts</a:t>
            </a:r>
          </a:p>
          <a:p>
            <a:pPr>
              <a:defRPr sz="1200"/>
            </a:pPr>
            <a:r>
              <a:t>D:/pasar_fix/node_modules/.bun/es-toolkit@1.46.1/node_modules/es-toolkit/dist/array/takeRight.js</a:t>
            </a:r>
          </a:p>
          <a:p>
            <a:pPr>
              <a:defRPr sz="1200"/>
            </a:pPr>
            <a:r>
              <a:t>D:/pasar_fix/node_modules/.bun/es-toolkit@1.46.1/node_modules/es-toolkit/dist/array/takeRight.mjs</a:t>
            </a:r>
          </a:p>
          <a:p>
            <a:pPr>
              <a:defRPr sz="1200"/>
            </a:pPr>
            <a:r>
              <a:t>D:/pasar_fix/node_modules/.bun/es-toolkit@1.46.1/node_modules/es-toolkit/dist/array/takeRightWhile.d.mts</a:t>
            </a:r>
          </a:p>
          <a:p>
            <a:pPr>
              <a:defRPr sz="1200"/>
            </a:pPr>
            <a:r>
              <a:t>D:/pasar_fix/node_modules/.bun/es-toolkit@1.46.1/node_modules/es-toolkit/dist/array/takeRightWhile.d.ts</a:t>
            </a:r>
          </a:p>
          <a:p>
            <a:pPr>
              <a:defRPr sz="1200"/>
            </a:pPr>
            <a:r>
              <a:t>D:/pasar_fix/node_modules/.bun/es-toolkit@1.46.1/node_modules/es-toolkit/dist/array/takeRightWhile.js</a:t>
            </a:r>
          </a:p>
          <a:p>
            <a:pPr>
              <a:defRPr sz="1200"/>
            </a:pPr>
            <a:r>
              <a:t>D:/pasar_fix/node_modules/.bun/es-toolkit@1.46.1/node_modules/es-toolkit/dist/array/takeRightWhile.mjs</a:t>
            </a:r>
          </a:p>
          <a:p>
            <a:pPr>
              <a:defRPr sz="1200"/>
            </a:pPr>
            <a:r>
              <a:t>D:/pasar_fix/node_modules/.bun/es-toolkit@1.46.1/node_modules/es-toolkit/dist/array/takeWhile.d.mts</a:t>
            </a:r>
          </a:p>
          <a:p>
            <a:pPr>
              <a:defRPr sz="1200"/>
            </a:pPr>
            <a:r>
              <a:t>D:/pasar_fix/node_modules/.bun/es-toolkit@1.46.1/node_modules/es-toolkit/dist/array/takeWhile.d.ts</a:t>
            </a:r>
          </a:p>
          <a:p>
            <a:pPr>
              <a:defRPr sz="1200"/>
            </a:pPr>
            <a:r>
              <a:t>D:/pasar_fix/node_modules/.bun/es-toolkit@1.46.1/node_modules/es-toolkit/dist/array/takeWhile.js</a:t>
            </a:r>
          </a:p>
          <a:p>
            <a:pPr>
              <a:defRPr sz="1200"/>
            </a:pPr>
            <a:r>
              <a:t>D:/pasar_fix/node_modules/.bun/es-toolkit@1.46.1/node_modules/es-toolkit/dist/array/takeWhile.mjs</a:t>
            </a:r>
          </a:p>
          <a:p>
            <a:pPr>
              <a:defRPr sz="1200"/>
            </a:pPr>
            <a:r>
              <a:t>D:/pasar_fix/node_modules/.bun/es-toolkit@1.46.1/node_modules/es-toolkit/dist/array/toFilled.d.mts</a:t>
            </a:r>
          </a:p>
          <a:p>
            <a:pPr>
              <a:defRPr sz="1200"/>
            </a:pPr>
            <a:r>
              <a:t>D:/pasar_fix/node_modules/.bun/es-toolkit@1.46.1/node_modules/es-toolkit/dist/array/toFilled.d.ts</a:t>
            </a:r>
          </a:p>
          <a:p>
            <a:pPr>
              <a:defRPr sz="1200"/>
            </a:pPr>
            <a:r>
              <a:t>D:/pasar_fix/node_modules/.bun/es-toolkit@1.46.1/node_modules/es-toolkit/dist/array/toFilled.js</a:t>
            </a:r>
          </a:p>
          <a:p>
            <a:pPr>
              <a:defRPr sz="1200"/>
            </a:pPr>
            <a:r>
              <a:t>D:/pasar_fix/node_modules/.bun/es-toolkit@1.46.1/node_modules/es-toolkit/dist/array/toFilled.mjs</a:t>
            </a:r>
          </a:p>
          <a:p>
            <a:pPr>
              <a:defRPr sz="1200"/>
            </a:pPr>
            <a:r>
              <a:t>D:/pasar_fix/node_modules/.bun/es-toolkit@1.46.1/node_modules/es-toolkit/dist/array/union.d.mts</a:t>
            </a:r>
          </a:p>
          <a:p>
            <a:pPr>
              <a:defRPr sz="1200"/>
            </a:pPr>
            <a:r>
              <a:t>D:/pasar_fix/node_modules/.bun/es-toolkit@1.46.1/node_modules/es-toolkit/dist/array/union.d.ts</a:t>
            </a:r>
          </a:p>
          <a:p>
            <a:pPr>
              <a:defRPr sz="1200"/>
            </a:pPr>
            <a:r>
              <a:t>D:/pasar_fix/node_modules/.bun/es-toolkit@1.46.1/node_modules/es-toolkit/dist/array/union.js</a:t>
            </a:r>
          </a:p>
          <a:p>
            <a:pPr>
              <a:defRPr sz="1200"/>
            </a:pPr>
            <a:r>
              <a:t>D:/pasar_fix/node_modules/.bun/es-toolkit@1.46.1/node_modules/es-toolkit/dist/array/union.mjs</a:t>
            </a:r>
          </a:p>
          <a:p>
            <a:pPr>
              <a:defRPr sz="1200"/>
            </a:pPr>
            <a:r>
              <a:t>D:/pasar_fix/node_modules/.bun/es-toolkit@1.46.1/node_modules/es-toolkit/dist/array/unionBy.d.mts</a:t>
            </a:r>
          </a:p>
          <a:p>
            <a:pPr>
              <a:defRPr sz="1200"/>
            </a:pPr>
            <a:r>
              <a:t>D:/pasar_fix/node_modules/.bun/es-toolkit@1.46.1/node_modules/es-toolkit/dist/array/unionBy.d.ts</a:t>
            </a:r>
          </a:p>
          <a:p>
            <a:pPr>
              <a:defRPr sz="1200"/>
            </a:pPr>
            <a:r>
              <a:t>D:/pasar_fix/node_modules/.bun/es-toolkit@1.46.1/node_modules/es-toolkit/dist/array/unionBy.js</a:t>
            </a:r>
          </a:p>
          <a:p>
            <a:pPr>
              <a:defRPr sz="1200"/>
            </a:pPr>
            <a:r>
              <a:t>D:/pasar_fix/node_modules/.bun/es-toolkit@1.46.1/node_modules/es-toolkit/dist/array/unionBy.mjs</a:t>
            </a:r>
          </a:p>
          <a:p>
            <a:pPr>
              <a:defRPr sz="1200"/>
            </a:pPr>
            <a:r>
              <a:t>D:/pasar_fix/node_modules/.bun/es-toolkit@1.46.1/node_modules/es-toolkit/dist/array/unionWith.d.mts</a:t>
            </a:r>
          </a:p>
          <a:p>
            <a:pPr>
              <a:defRPr sz="1200"/>
            </a:pPr>
            <a:r>
              <a:t>D:/pasar_fix/node_modules/.bun/es-toolkit@1.46.1/node_modules/es-toolkit/dist/array/unionWith.d.ts</a:t>
            </a:r>
          </a:p>
          <a:p>
            <a:pPr>
              <a:defRPr sz="1200"/>
            </a:pPr>
            <a:r>
              <a:t>D:/pasar_fix/node_modules/.bun/es-toolkit@1.46.1/node_modules/es-toolkit/dist/array/unionWith.js</a:t>
            </a:r>
          </a:p>
          <a:p>
            <a:pPr>
              <a:defRPr sz="1200"/>
            </a:pPr>
            <a:r>
              <a:t>D:/pasar_fix/node_modules/.bun/es-toolkit@1.46.1/node_modules/es-toolkit/dist/array/unionWith.mjs</a:t>
            </a:r>
          </a:p>
          <a:p>
            <a:pPr>
              <a:defRPr sz="1200"/>
            </a:pPr>
            <a:r>
              <a:t>D:/pasar_fix/node_modules/.bun/es-toolkit@1.46.1/node_modules/es-toolkit/dist/array/uniq.d.mts</a:t>
            </a:r>
          </a:p>
          <a:p>
            <a:pPr>
              <a:defRPr sz="1200"/>
            </a:pPr>
            <a:r>
              <a:t>D:/pasar_fix/node_modules/.bun/es-toolkit@1.46.1/node_modules/es-toolkit/dist/array/uniq.d.ts</a:t>
            </a:r>
          </a:p>
          <a:p>
            <a:pPr>
              <a:defRPr sz="1200"/>
            </a:pPr>
            <a:r>
              <a:t>D:/pasar_fix/node_modules/.bun/es-toolkit@1.46.1/node_modules/es-toolkit/dist/array/uniq.js</a:t>
            </a:r>
          </a:p>
          <a:p>
            <a:pPr>
              <a:defRPr sz="1200"/>
            </a:pPr>
            <a:r>
              <a:t>D:/pasar_fix/node_modules/.bun/es-toolkit@1.46.1/node_modules/es-toolkit/dist/array/uniq.mjs</a:t>
            </a:r>
          </a:p>
          <a:p>
            <a:pPr>
              <a:defRPr sz="1200"/>
            </a:pPr>
            <a:r>
              <a:t>D:/pasar_fix/node_modules/.bun/es-toolkit@1.46.1/node_modules/es-toolkit/dist/array/uniqBy.d.mts</a:t>
            </a:r>
          </a:p>
          <a:p>
            <a:pPr>
              <a:defRPr sz="1200"/>
            </a:pPr>
            <a:r>
              <a:t>D:/pasar_fix/node_modules/.bun/es-toolkit@1.46.1/node_modules/es-toolkit/dist/array/uniqBy.d.ts</a:t>
            </a:r>
          </a:p>
          <a:p>
            <a:pPr>
              <a:defRPr sz="1200"/>
            </a:pPr>
            <a:r>
              <a:t>D:/pasar_fix/node_modules/.bun/es-toolkit@1.46.1/node_modules/es-toolkit/dist/array/uniqBy.js</a:t>
            </a:r>
          </a:p>
          <a:p>
            <a:pPr>
              <a:defRPr sz="1200"/>
            </a:pPr>
            <a:r>
              <a:t>D:/pasar_fix/node_modules/.bun/es-toolkit@1.46.1/node_modules/es-toolkit/dist/array/uniqBy.mjs</a:t>
            </a:r>
          </a:p>
          <a:p>
            <a:pPr>
              <a:defRPr sz="1200"/>
            </a:pPr>
            <a:r>
              <a:t>D:/pasar_fix/node_modules/.bun/es-toolkit@1.46.1/node_modules/es-toolkit/dist/array/uniqWith.d.mts</a:t>
            </a:r>
          </a:p>
          <a:p>
            <a:pPr>
              <a:defRPr sz="1200"/>
            </a:pPr>
            <a:r>
              <a:t>D:/pasar_fix/node_modules/.bun/es-toolkit@1.46.1/node_modules/es-toolkit/dist/array/uniqWith.d.ts</a:t>
            </a:r>
          </a:p>
          <a:p>
            <a:pPr>
              <a:defRPr sz="1200"/>
            </a:pPr>
            <a:r>
              <a:t>D:/pasar_fix/node_modules/.bun/es-toolkit@1.46.1/node_modules/es-toolkit/dist/array/uniqWith.js</a:t>
            </a:r>
          </a:p>
          <a:p>
            <a:pPr>
              <a:defRPr sz="1200"/>
            </a:pPr>
            <a:r>
              <a:t>D:/pasar_fix/node_modules/.bun/es-toolkit@1.46.1/node_modules/es-toolkit/dist/array/uniqWith.mjs</a:t>
            </a:r>
          </a:p>
          <a:p>
            <a:pPr>
              <a:defRPr sz="1200"/>
            </a:pPr>
            <a:r>
              <a:t>D:/pasar_fix/node_modules/.bun/es-toolkit@1.46.1/node_modules/es-toolkit/dist/array/unzip.d.mts</a:t>
            </a:r>
          </a:p>
          <a:p>
            <a:pPr>
              <a:defRPr sz="1200"/>
            </a:pPr>
            <a:r>
              <a:t>D:/pasar_fix/node_modules/.bun/es-toolkit@1.46.1/node_modules/es-toolkit/dist/array/unzip.d.ts</a:t>
            </a:r>
          </a:p>
          <a:p>
            <a:pPr>
              <a:defRPr sz="1200"/>
            </a:pPr>
            <a:r>
              <a:t>D:/pasar_fix/node_modules/.bun/es-toolkit@1.46.1/node_modules/es-toolkit/dist/array/unzip.js</a:t>
            </a:r>
          </a:p>
          <a:p>
            <a:pPr>
              <a:defRPr sz="1200"/>
            </a:pPr>
            <a:r>
              <a:t>D:/pasar_fix/node_modules/.bun/es-toolkit@1.46.1/node_modules/es-toolkit/dist/array/unzip.mjs</a:t>
            </a:r>
          </a:p>
          <a:p>
            <a:pPr>
              <a:defRPr sz="1200"/>
            </a:pPr>
            <a:r>
              <a:t>D:/pasar_fix/node_modules/.bun/es-toolkit@1.46.1/node_modules/es-toolkit/dist/array/unzipWith.d.mts</a:t>
            </a:r>
          </a:p>
          <a:p>
            <a:pPr>
              <a:defRPr sz="1200"/>
            </a:pPr>
            <a:r>
              <a:t>D:/pasar_fix/node_modules/.bun/es-toolkit@1.46.1/node_modules/es-toolkit/dist/array/unzipWith.d.ts</a:t>
            </a:r>
          </a:p>
          <a:p>
            <a:pPr>
              <a:defRPr sz="1200"/>
            </a:pPr>
            <a:r>
              <a:t>D:/pasar_fix/node_modules/.bun/es-toolkit@1.46.1/node_modules/es-toolkit/dist/array/unzipWith.js</a:t>
            </a:r>
          </a:p>
          <a:p>
            <a:pPr>
              <a:defRPr sz="1200"/>
            </a:pPr>
            <a:r>
              <a:t>D:/pasar_fix/node_modules/.bun/es-toolkit@1.46.1/node_modules/es-toolkit/dist/array/unzipWith.mjs</a:t>
            </a:r>
          </a:p>
          <a:p>
            <a:pPr>
              <a:defRPr sz="1200"/>
            </a:pPr>
            <a:r>
              <a:t>D:/pasar_fix/node_modules/.bun/es-toolkit@1.46.1/node_modules/es-toolkit/dist/array/windowed.d.mts</a:t>
            </a:r>
          </a:p>
          <a:p>
            <a:pPr>
              <a:defRPr sz="1200"/>
            </a:pPr>
            <a:r>
              <a:t>D:/pasar_fix/node_modules/.bun/es-toolkit@1.46.1/node_modules/es-toolkit/dist/array/windowed.d.ts</a:t>
            </a:r>
          </a:p>
          <a:p>
            <a:pPr>
              <a:defRPr sz="1200"/>
            </a:pPr>
            <a:r>
              <a:t>D:/pasar_fix/node_modules/.bun/es-toolkit@1.46.1/node_modules/es-toolkit/dist/array/windowed.js</a:t>
            </a:r>
          </a:p>
          <a:p>
            <a:pPr>
              <a:defRPr sz="1200"/>
            </a:pPr>
            <a:r>
              <a:t>D:/pasar_fix/node_modules/.bun/es-toolkit@1.46.1/node_modules/es-toolkit/dist/array/windowed.mjs</a:t>
            </a:r>
          </a:p>
          <a:p>
            <a:pPr>
              <a:defRPr sz="1200"/>
            </a:pPr>
            <a:r>
              <a:t>D:/pasar_fix/node_modules/.bun/es-toolkit@1.46.1/node_modules/es-toolkit/dist/array/without.d.mts</a:t>
            </a:r>
          </a:p>
          <a:p>
            <a:pPr>
              <a:defRPr sz="1200"/>
            </a:pPr>
            <a:r>
              <a:t>D:/pasar_fix/node_modules/.bun/es-toolkit@1.46.1/node_modules/es-toolkit/dist/array/without.d.ts</a:t>
            </a:r>
          </a:p>
          <a:p>
            <a:pPr>
              <a:defRPr sz="1200"/>
            </a:pPr>
            <a:r>
              <a:t>D:/pasar_fix/node_modules/.bun/es-toolkit@1.46.1/node_modules/es-toolkit/dist/array/without.js</a:t>
            </a:r>
          </a:p>
          <a:p>
            <a:pPr>
              <a:defRPr sz="1200"/>
            </a:pPr>
            <a:r>
              <a:t>D:/pasar_fix/node_modules/.bun/es-toolkit@1.46.1/node_modules/es-toolkit/dist/array/without.mjs</a:t>
            </a:r>
          </a:p>
          <a:p>
            <a:pPr>
              <a:defRPr sz="1200"/>
            </a:pPr>
            <a:r>
              <a:t>D:/pasar_fix/node_modules/.bun/es-toolkit@1.46.1/node_modules/es-toolkit/dist/array/xor.d.mts</a:t>
            </a:r>
          </a:p>
          <a:p>
            <a:pPr>
              <a:defRPr sz="1200"/>
            </a:pPr>
            <a:r>
              <a:t>D:/pasar_fix/node_modules/.bun/es-toolkit@1.46.1/node_modules/es-toolkit/dist/array/xor.d.ts</a:t>
            </a:r>
          </a:p>
          <a:p>
            <a:pPr>
              <a:defRPr sz="1200"/>
            </a:pPr>
            <a:r>
              <a:t>D:/pasar_fix/node_modules/.bun/es-toolkit@1.46.1/node_modules/es-toolkit/dist/array/xor.js</a:t>
            </a:r>
          </a:p>
          <a:p>
            <a:pPr>
              <a:defRPr sz="1200"/>
            </a:pPr>
            <a:r>
              <a:t>D:/pasar_fix/node_modules/.bun/es-toolkit@1.46.1/node_modules/es-toolkit/dist/array/xor.mjs</a:t>
            </a:r>
          </a:p>
          <a:p>
            <a:pPr>
              <a:defRPr sz="1200"/>
            </a:pPr>
            <a:r>
              <a:t>D:/pasar_fix/node_modules/.bun/es-toolkit@1.46.1/node_modules/es-toolkit/dist/array/xorBy.d.mts</a:t>
            </a:r>
          </a:p>
          <a:p>
            <a:pPr>
              <a:defRPr sz="1200"/>
            </a:pPr>
            <a:r>
              <a:t>D:/pasar_fix/node_modules/.bun/es-toolkit@1.46.1/node_modules/es-toolkit/dist/array/xorBy.d.ts</a:t>
            </a:r>
          </a:p>
          <a:p>
            <a:pPr>
              <a:defRPr sz="1200"/>
            </a:pPr>
            <a:r>
              <a:t>D:/pasar_fix/node_modules/.bun/es-toolkit@1.46.1/node_modules/es-toolkit/dist/array/xorBy.js</a:t>
            </a:r>
          </a:p>
          <a:p>
            <a:pPr>
              <a:defRPr sz="1200"/>
            </a:pPr>
            <a:r>
              <a:t>D:/pasar_fix/node_modules/.bun/es-toolkit@1.46.1/node_modules/es-toolkit/dist/array/xorBy.mjs</a:t>
            </a:r>
          </a:p>
          <a:p>
            <a:pPr>
              <a:defRPr sz="1200"/>
            </a:pPr>
            <a:r>
              <a:t>D:/pasar_fix/node_modules/.bun/es-toolkit@1.46.1/node_modules/es-toolkit/dist/array/xorWith.d.mts</a:t>
            </a:r>
          </a:p>
          <a:p>
            <a:pPr>
              <a:defRPr sz="1200"/>
            </a:pPr>
            <a:r>
              <a:t>D:/pasar_fix/node_modules/.bun/es-toolkit@1.46.1/node_modules/es-toolkit/dist/array/xorWith.d.ts</a:t>
            </a:r>
          </a:p>
          <a:p>
            <a:pPr>
              <a:defRPr sz="1200"/>
            </a:pPr>
            <a:r>
              <a:t>D:/pasar_fix/node_modules/.bun/es-toolkit@1.46.1/node_modules/es-toolkit/dist/array/xorWith.js</a:t>
            </a:r>
          </a:p>
          <a:p>
            <a:pPr>
              <a:defRPr sz="1200"/>
            </a:pPr>
            <a:r>
              <a:t>D:/pasar_fix/node_modules/.bun/es-toolkit@1.46.1/node_modules/es-toolkit/dist/array/xorWith.mjs</a:t>
            </a:r>
          </a:p>
          <a:p>
            <a:pPr>
              <a:defRPr sz="1200"/>
            </a:pPr>
            <a:r>
              <a:t>D:/pasar_fix/node_modules/.bun/es-toolkit@1.46.1/node_modules/es-toolkit/dist/array/zip.d.mts</a:t>
            </a:r>
          </a:p>
          <a:p>
            <a:pPr>
              <a:defRPr sz="1200"/>
            </a:pPr>
            <a:r>
              <a:t>D:/pasar_fix/node_modules/.bun/es-toolkit@1.46.1/node_modules/es-toolkit/dist/array/zip.d.ts</a:t>
            </a:r>
          </a:p>
          <a:p>
            <a:pPr>
              <a:defRPr sz="1200"/>
            </a:pPr>
            <a:r>
              <a:t>D:/pasar_fix/node_modules/.bun/es-toolkit@1.46.1/node_modules/es-toolkit/dist/array/zip.js</a:t>
            </a:r>
          </a:p>
          <a:p>
            <a:pPr>
              <a:defRPr sz="1200"/>
            </a:pPr>
            <a:r>
              <a:t>D:/pasar_fix/node_modules/.bun/es-toolkit@1.46.1/node_modules/es-toolkit/dist/array/zip.mjs</a:t>
            </a:r>
          </a:p>
          <a:p>
            <a:pPr>
              <a:defRPr sz="1200"/>
            </a:pPr>
            <a:r>
              <a:t>D:/pasar_fix/node_modules/.bun/es-toolkit@1.46.1/node_modules/es-toolkit/dist/array/zipObject.d.mts</a:t>
            </a:r>
          </a:p>
          <a:p>
            <a:pPr>
              <a:defRPr sz="1200"/>
            </a:pPr>
            <a:r>
              <a:t>D:/pasar_fix/node_modules/.bun/es-toolkit@1.46.1/node_modules/es-toolkit/dist/array/zipObject.d.ts</a:t>
            </a:r>
          </a:p>
          <a:p>
            <a:pPr>
              <a:defRPr sz="1200"/>
            </a:pPr>
            <a:r>
              <a:t>D:/pasar_fix/node_modules/.bun/es-toolkit@1.46.1/node_modules/es-toolkit/dist/array/zipObject.js</a:t>
            </a:r>
          </a:p>
          <a:p>
            <a:pPr>
              <a:defRPr sz="1200"/>
            </a:pPr>
            <a:r>
              <a:t>D:/pasar_fix/node_modules/.bun/es-toolkit@1.46.1/node_modules/es-toolkit/dist/array/zipObject.mjs</a:t>
            </a:r>
          </a:p>
          <a:p>
            <a:pPr>
              <a:defRPr sz="1200"/>
            </a:pPr>
            <a:r>
              <a:t>D:/pasar_fix/node_modules/.bun/es-toolkit@1.46.1/node_modules/es-toolkit/dist/array/zipWith.d.mts</a:t>
            </a:r>
          </a:p>
          <a:p>
            <a:pPr>
              <a:defRPr sz="1200"/>
            </a:pPr>
            <a:r>
              <a:t>D:/pasar_fix/node_modules/.bun/es-toolkit@1.46.1/node_modules/es-toolkit/dist/array/zipWith.d.ts</a:t>
            </a:r>
          </a:p>
          <a:p>
            <a:pPr>
              <a:defRPr sz="1200"/>
            </a:pPr>
            <a:r>
              <a:t>D:/pasar_fix/node_modules/.bun/es-toolkit@1.46.1/node_modules/es-toolkit/dist/array/zipWith.js</a:t>
            </a:r>
          </a:p>
          <a:p>
            <a:pPr>
              <a:defRPr sz="1200"/>
            </a:pPr>
            <a:r>
              <a:t>D:/pasar_fix/node_modules/.bun/es-toolkit@1.46.1/node_modules/es-toolkit/dist/array/zipWith.mjs</a:t>
            </a:r>
          </a:p>
          <a:p>
            <a:pPr>
              <a:defRPr sz="1200"/>
            </a:pPr>
            <a:r>
              <a:t>D:/pasar_fix/node_modules/.bun/es-toolkit@1.46.1/node_modules/es-toolkit/dist/compat/compat.d.mts</a:t>
            </a:r>
          </a:p>
          <a:p>
            <a:pPr>
              <a:defRPr sz="1200"/>
            </a:pPr>
            <a:r>
              <a:t>D:/pasar_fix/node_modules/.bun/es-toolkit@1.46.1/node_modules/es-toolkit/dist/compat/compat.d.ts</a:t>
            </a:r>
          </a:p>
          <a:p>
            <a:pPr>
              <a:defRPr sz="1200"/>
            </a:pPr>
            <a:r>
              <a:t>D:/pasar_fix/node_modules/.bun/es-toolkit@1.46.1/node_modules/es-toolkit/dist/compat/compat.js</a:t>
            </a:r>
          </a:p>
          <a:p>
            <a:pPr>
              <a:defRPr sz="1200"/>
            </a:pPr>
            <a:r>
              <a:t>D:/pasar_fix/node_modules/.bun/es-toolkit@1.46.1/node_modules/es-toolkit/dist/compat/compat.mjs</a:t>
            </a:r>
          </a:p>
          <a:p>
            <a:pPr>
              <a:defRPr sz="1200"/>
            </a:pPr>
            <a:r>
              <a:t>D:/pasar_fix/node_modules/.bun/es-toolkit@1.46.1/node_modules/es-toolkit/dist/compat/index.d.mts</a:t>
            </a:r>
          </a:p>
          <a:p>
            <a:pPr>
              <a:defRPr sz="1200"/>
            </a:pPr>
            <a:r>
              <a:t>D:/pasar_fix/node_modules/.bun/es-toolkit@1.46.1/node_modules/es-toolkit/dist/compat/index.d.ts</a:t>
            </a:r>
          </a:p>
          <a:p>
            <a:pPr>
              <a:defRPr sz="1200"/>
            </a:pPr>
            <a:r>
              <a:t>D:/pasar_fix/node_modules/.bun/es-toolkit@1.46.1/node_modules/es-toolkit/dist/compat/index.js</a:t>
            </a:r>
          </a:p>
          <a:p>
            <a:pPr>
              <a:defRPr sz="1200"/>
            </a:pPr>
            <a:r>
              <a:t>D:/pasar_fix/node_modules/.bun/es-toolkit@1.46.1/node_modules/es-toolkit/dist/compat/index.mjs</a:t>
            </a:r>
          </a:p>
          <a:p>
            <a:pPr>
              <a:defRPr sz="1200"/>
            </a:pPr>
            <a:r>
              <a:t>D:/pasar_fix/node_modules/.bun/es-toolkit@1.46.1/node_modules/es-toolkit/dist/compat/toolkit.d.mts</a:t>
            </a:r>
          </a:p>
          <a:p>
            <a:pPr>
              <a:defRPr sz="1200"/>
            </a:pPr>
            <a:r>
              <a:t>D:/pasar_fix/node_modules/.bun/es-toolkit@1.46.1/node_modules/es-toolkit/dist/compat/toolkit.d.ts</a:t>
            </a:r>
          </a:p>
          <a:p>
            <a:pPr>
              <a:defRPr sz="1200"/>
            </a:pPr>
            <a:r>
              <a:t>D:/pasar_fix/node_modules/.bun/es-toolkit@1.46.1/node_modules/es-toolkit/dist/compat/toolkit.js</a:t>
            </a:r>
          </a:p>
          <a:p>
            <a:pPr>
              <a:defRPr sz="1200"/>
            </a:pPr>
            <a:r>
              <a:t>D:/pasar_fix/node_modules/.bun/es-toolkit@1.46.1/node_modules/es-toolkit/dist/compat/toolkit.mjs</a:t>
            </a:r>
          </a:p>
          <a:p>
            <a:pPr>
              <a:defRPr sz="1200"/>
            </a:pPr>
            <a:r>
              <a:t>D:/pasar_fix/node_modules/.bun/es-toolkit@1.46.1/node_modules/es-toolkit/dist/compat/array/castArray.d.mts</a:t>
            </a:r>
          </a:p>
          <a:p>
            <a:pPr>
              <a:defRPr sz="1200"/>
            </a:pPr>
            <a:r>
              <a:t>D:/pasar_fix/node_modules/.bun/es-toolkit@1.46.1/node_modules/es-toolkit/dist/compat/array/castArray.d.ts</a:t>
            </a:r>
          </a:p>
          <a:p>
            <a:pPr>
              <a:defRPr sz="1200"/>
            </a:pPr>
            <a:r>
              <a:t>D:/pasar_fix/node_modules/.bun/es-toolkit@1.46.1/node_modules/es-toolkit/dist/compat/array/castArray.js</a:t>
            </a:r>
          </a:p>
          <a:p>
            <a:pPr>
              <a:defRPr sz="1200"/>
            </a:pPr>
            <a:r>
              <a:t>D:/pasar_fix/node_modules/.bun/es-toolkit@1.46.1/node_modules/es-toolkit/dist/compat/array/castArray.mjs</a:t>
            </a:r>
          </a:p>
          <a:p>
            <a:pPr>
              <a:defRPr sz="1200"/>
            </a:pPr>
            <a:r>
              <a:t>D:/pasar_fix/node_modules/.bun/es-toolkit@1.46.1/node_modules/es-toolkit/dist/compat/array/chunk.d.mts</a:t>
            </a:r>
          </a:p>
          <a:p>
            <a:pPr>
              <a:defRPr sz="1200"/>
            </a:pPr>
            <a:r>
              <a:t>D:/pasar_fix/node_modules/.bun/es-toolkit@1.46.1/node_modules/es-toolkit/dist/compat/array/chunk.d.ts</a:t>
            </a:r>
          </a:p>
          <a:p>
            <a:pPr>
              <a:defRPr sz="1200"/>
            </a:pPr>
            <a:r>
              <a:t>D:/pasar_fix/node_modules/.bun/es-toolkit@1.46.1/node_modules/es-toolkit/dist/compat/array/chunk.js</a:t>
            </a:r>
          </a:p>
          <a:p>
            <a:pPr>
              <a:defRPr sz="1200"/>
            </a:pPr>
            <a:r>
              <a:t>D:/pasar_fix/node_modules/.bun/es-toolkit@1.46.1/node_modules/es-toolkit/dist/compat/array/chunk.mjs</a:t>
            </a:r>
          </a:p>
          <a:p>
            <a:pPr>
              <a:defRPr sz="1200"/>
            </a:pPr>
            <a:r>
              <a:t>D:/pasar_fix/node_modules/.bun/es-toolkit@1.46.1/node_modules/es-toolkit/dist/compat/array/compact.d.mts</a:t>
            </a:r>
          </a:p>
          <a:p>
            <a:pPr>
              <a:defRPr sz="1200"/>
            </a:pPr>
            <a:r>
              <a:t>D:/pasar_fix/node_modules/.bun/es-toolkit@1.46.1/node_modules/es-toolkit/dist/compat/array/compact.d.ts</a:t>
            </a:r>
          </a:p>
          <a:p>
            <a:pPr>
              <a:defRPr sz="1200"/>
            </a:pPr>
            <a:r>
              <a:t>D:/pasar_fix/node_modules/.bun/es-toolkit@1.46.1/node_modules/es-toolkit/dist/compat/array/compact.js</a:t>
            </a:r>
          </a:p>
          <a:p>
            <a:pPr>
              <a:defRPr sz="1200"/>
            </a:pPr>
            <a:r>
              <a:t>D:/pasar_fix/node_modules/.bun/es-toolkit@1.46.1/node_modules/es-toolkit/dist/compat/array/compact.mjs</a:t>
            </a:r>
          </a:p>
          <a:p>
            <a:pPr>
              <a:defRPr sz="1200"/>
            </a:pPr>
            <a:r>
              <a:t>D:/pasar_fix/node_modules/.bun/es-toolkit@1.46.1/node_modules/es-toolkit/dist/compat/array/concat.d.mts</a:t>
            </a:r>
          </a:p>
          <a:p>
            <a:pPr>
              <a:defRPr sz="1200"/>
            </a:pPr>
            <a:r>
              <a:t>D:/pasar_fix/node_modules/.bun/es-toolkit@1.46.1/node_modules/es-toolkit/dist/compat/array/concat.d.ts</a:t>
            </a:r>
          </a:p>
          <a:p>
            <a:pPr>
              <a:defRPr sz="1200"/>
            </a:pPr>
            <a:r>
              <a:t>D:/pasar_fix/node_modules/.bun/es-toolkit@1.46.1/node_modules/es-toolkit/dist/compat/array/concat.js</a:t>
            </a:r>
          </a:p>
          <a:p>
            <a:pPr>
              <a:defRPr sz="1200"/>
            </a:pPr>
            <a:r>
              <a:t>D:/pasar_fix/node_modules/.bun/es-toolkit@1.46.1/node_modules/es-toolkit/dist/compat/array/concat.mjs</a:t>
            </a:r>
          </a:p>
          <a:p>
            <a:pPr>
              <a:defRPr sz="1200"/>
            </a:pPr>
            <a:r>
              <a:t>D:/pasar_fix/node_modules/.bun/es-toolkit@1.46.1/node_modules/es-toolkit/dist/compat/array/countBy.d.mts</a:t>
            </a:r>
          </a:p>
          <a:p>
            <a:pPr>
              <a:defRPr sz="1200"/>
            </a:pPr>
            <a:r>
              <a:t>D:/pasar_fix/node_modules/.bun/es-toolkit@1.46.1/node_modules/es-toolkit/dist/compat/array/countBy.d.ts</a:t>
            </a:r>
          </a:p>
          <a:p>
            <a:pPr>
              <a:defRPr sz="1200"/>
            </a:pPr>
            <a:r>
              <a:t>D:/pasar_fix/node_modules/.bun/es-toolkit@1.46.1/node_modules/es-toolkit/dist/compat/array/countBy.js</a:t>
            </a:r>
          </a:p>
          <a:p>
            <a:pPr>
              <a:defRPr sz="1200"/>
            </a:pPr>
            <a:r>
              <a:t>D:/pasar_fix/node_modules/.bun/es-toolkit@1.46.1/node_modules/es-toolkit/dist/compat/array/countBy.mjs</a:t>
            </a:r>
          </a:p>
          <a:p>
            <a:pPr>
              <a:defRPr sz="1200"/>
            </a:pPr>
            <a:r>
              <a:t>D:/pasar_fix/node_modules/.bun/es-toolkit@1.46.1/node_modules/es-toolkit/dist/compat/array/difference.d.mts</a:t>
            </a:r>
          </a:p>
          <a:p>
            <a:pPr>
              <a:defRPr sz="1200"/>
            </a:pPr>
            <a:r>
              <a:t>D:/pasar_fix/node_modules/.bun/es-toolkit@1.46.1/node_modules/es-toolkit/dist/compat/array/difference.d.ts</a:t>
            </a:r>
          </a:p>
          <a:p>
            <a:pPr>
              <a:defRPr sz="1200"/>
            </a:pPr>
            <a:r>
              <a:t>D:/pasar_fix/node_modules/.bun/es-toolkit@1.46.1/node_modules/es-toolkit/dist/compat/array/difference.js</a:t>
            </a:r>
          </a:p>
          <a:p>
            <a:pPr>
              <a:defRPr sz="1200"/>
            </a:pPr>
            <a:r>
              <a:t>D:/pasar_fix/node_modules/.bun/es-toolkit@1.46.1/node_modules/es-toolkit/dist/compat/array/difference.mjs</a:t>
            </a:r>
          </a:p>
          <a:p>
            <a:pPr>
              <a:defRPr sz="1200"/>
            </a:pPr>
            <a:r>
              <a:t>D:/pasar_fix/node_modules/.bun/es-toolkit@1.46.1/node_modules/es-toolkit/dist/compat/array/differenceBy.d.mts</a:t>
            </a:r>
          </a:p>
          <a:p>
            <a:pPr>
              <a:defRPr sz="1200"/>
            </a:pPr>
            <a:r>
              <a:t>D:/pasar_fix/node_modules/.bun/es-toolkit@1.46.1/node_modules/es-toolkit/dist/compat/array/differenceBy.d.ts</a:t>
            </a:r>
          </a:p>
          <a:p>
            <a:pPr>
              <a:defRPr sz="1200"/>
            </a:pPr>
            <a:r>
              <a:t>D:/pasar_fix/node_modules/.bun/es-toolkit@1.46.1/node_modules/es-toolkit/dist/compat/array/differenceBy.js</a:t>
            </a:r>
          </a:p>
          <a:p>
            <a:pPr>
              <a:defRPr sz="1200"/>
            </a:pPr>
            <a:r>
              <a:t>D:/pasar_fix/node_modules/.bun/es-toolkit@1.46.1/node_modules/es-toolkit/dist/compat/array/differenceBy.mjs</a:t>
            </a:r>
          </a:p>
          <a:p>
            <a:pPr>
              <a:defRPr sz="1200"/>
            </a:pPr>
            <a:r>
              <a:t>D:/pasar_fix/node_modules/.bun/es-toolkit@1.46.1/node_modules/es-toolkit/dist/compat/array/differenceWith.d.mts</a:t>
            </a:r>
          </a:p>
          <a:p>
            <a:pPr>
              <a:defRPr sz="1200"/>
            </a:pPr>
            <a:r>
              <a:t>D:/pasar_fix/node_modules/.bun/es-toolkit@1.46.1/node_modules/es-toolkit/dist/compat/array/differenceWith.d.ts</a:t>
            </a:r>
          </a:p>
          <a:p>
            <a:pPr>
              <a:defRPr sz="1200"/>
            </a:pPr>
            <a:r>
              <a:t>D:/pasar_fix/node_modules/.bun/es-toolkit@1.46.1/node_modules/es-toolkit/dist/compat/array/differenceWith.js</a:t>
            </a:r>
          </a:p>
          <a:p>
            <a:pPr>
              <a:defRPr sz="1200"/>
            </a:pPr>
            <a:r>
              <a:t>D:/pasar_fix/node_modules/.bun/es-toolkit@1.46.1/node_modules/es-toolkit/dist/compat/array/differenceWith.mjs</a:t>
            </a:r>
          </a:p>
          <a:p>
            <a:pPr>
              <a:defRPr sz="1200"/>
            </a:pPr>
            <a:r>
              <a:t>D:/pasar_fix/node_modules/.bun/es-toolkit@1.46.1/node_modules/es-toolkit/dist/compat/array/drop.d.mts</a:t>
            </a:r>
          </a:p>
          <a:p>
            <a:pPr>
              <a:defRPr sz="1200"/>
            </a:pPr>
            <a:r>
              <a:t>D:/pasar_fix/node_modules/.bun/es-toolkit@1.46.1/node_modules/es-toolkit/dist/compat/array/drop.d.ts</a:t>
            </a:r>
          </a:p>
          <a:p>
            <a:pPr>
              <a:defRPr sz="1200"/>
            </a:pPr>
            <a:r>
              <a:t>D:/pasar_fix/node_modules/.bun/es-toolkit@1.46.1/node_modules/es-toolkit/dist/compat/array/drop.js</a:t>
            </a:r>
          </a:p>
          <a:p>
            <a:pPr>
              <a:defRPr sz="1200"/>
            </a:pPr>
            <a:r>
              <a:t>D:/pasar_fix/node_modules/.bun/es-toolkit@1.46.1/node_modules/es-toolkit/dist/compat/array/drop.mjs</a:t>
            </a:r>
          </a:p>
          <a:p>
            <a:pPr>
              <a:defRPr sz="1200"/>
            </a:pPr>
            <a:r>
              <a:t>D:/pasar_fix/node_modules/.bun/es-toolkit@1.46.1/node_modules/es-toolkit/dist/compat/array/dropRight.d.mts</a:t>
            </a:r>
          </a:p>
          <a:p>
            <a:pPr>
              <a:defRPr sz="1200"/>
            </a:pPr>
            <a:r>
              <a:t>D:/pasar_fix/node_modules/.bun/es-toolkit@1.46.1/node_modules/es-toolkit/dist/compat/array/dropRight.d.ts</a:t>
            </a:r>
          </a:p>
          <a:p>
            <a:pPr>
              <a:defRPr sz="1200"/>
            </a:pPr>
            <a:r>
              <a:t>D:/pasar_fix/node_modules/.bun/es-toolkit@1.46.1/node_modules/es-toolkit/dist/compat/array/dropRight.js</a:t>
            </a:r>
          </a:p>
          <a:p>
            <a:pPr>
              <a:defRPr sz="1200"/>
            </a:pPr>
            <a:r>
              <a:t>D:/pasar_fix/node_modules/.bun/es-toolkit@1.46.1/node_modules/es-toolkit/dist/compat/array/dropRight.mjs</a:t>
            </a:r>
          </a:p>
          <a:p>
            <a:pPr>
              <a:defRPr sz="1200"/>
            </a:pPr>
            <a:r>
              <a:t>D:/pasar_fix/node_modules/.bun/es-toolkit@1.46.1/node_modules/es-toolkit/dist/compat/array/dropRightWhile.d.mts</a:t>
            </a:r>
          </a:p>
          <a:p>
            <a:pPr>
              <a:defRPr sz="1200"/>
            </a:pPr>
            <a:r>
              <a:t>D:/pasar_fix/node_modules/.bun/es-toolkit@1.46.1/node_modules/es-toolkit/dist/compat/array/dropRightWhile.d.ts</a:t>
            </a:r>
          </a:p>
          <a:p>
            <a:pPr>
              <a:defRPr sz="1200"/>
            </a:pPr>
            <a:r>
              <a:t>D:/pasar_fix/node_modules/.bun/es-toolkit@1.46.1/node_modules/es-toolkit/dist/compat/array/dropRightWhile.js</a:t>
            </a:r>
          </a:p>
          <a:p>
            <a:pPr>
              <a:defRPr sz="1200"/>
            </a:pPr>
            <a:r>
              <a:t>D:/pasar_fix/node_modules/.bun/es-toolkit@1.46.1/node_modules/es-toolkit/dist/compat/array/dropRightWhile.mjs</a:t>
            </a:r>
          </a:p>
          <a:p>
            <a:pPr>
              <a:defRPr sz="1200"/>
            </a:pPr>
            <a:r>
              <a:t>D:/pasar_fix/node_modules/.bun/es-toolkit@1.46.1/node_modules/es-toolkit/dist/compat/array/dropWhile.d.mts</a:t>
            </a:r>
          </a:p>
          <a:p>
            <a:pPr>
              <a:defRPr sz="1200"/>
            </a:pPr>
            <a:r>
              <a:t>D:/pasar_fix/node_modules/.bun/es-toolkit@1.46.1/node_modules/es-toolkit/dist/compat/array/dropWhile.d.ts</a:t>
            </a:r>
          </a:p>
          <a:p>
            <a:pPr>
              <a:defRPr sz="1200"/>
            </a:pPr>
            <a:r>
              <a:t>D:/pasar_fix/node_modules/.bun/es-toolkit@1.46.1/node_modules/es-toolkit/dist/compat/array/dropWhile.js</a:t>
            </a:r>
          </a:p>
          <a:p>
            <a:pPr>
              <a:defRPr sz="1200"/>
            </a:pPr>
            <a:r>
              <a:t>D:/pasar_fix/node_modules/.bun/es-toolkit@1.46.1/node_modules/es-toolkit/dist/compat/array/dropWhile.mjs</a:t>
            </a:r>
          </a:p>
          <a:p>
            <a:pPr>
              <a:defRPr sz="1200"/>
            </a:pPr>
            <a:r>
              <a:t>D:/pasar_fix/node_modules/.bun/es-toolkit@1.46.1/node_modules/es-toolkit/dist/compat/array/every.d.mts</a:t>
            </a:r>
          </a:p>
          <a:p>
            <a:pPr>
              <a:defRPr sz="1200"/>
            </a:pPr>
            <a:r>
              <a:t>D:/pasar_fix/node_modules/.bun/es-toolkit@1.46.1/node_modules/es-toolkit/dist/compat/array/every.d.ts</a:t>
            </a:r>
          </a:p>
          <a:p>
            <a:pPr>
              <a:defRPr sz="1200"/>
            </a:pPr>
            <a:r>
              <a:t>D:/pasar_fix/node_modules/.bun/es-toolkit@1.46.1/node_modules/es-toolkit/dist/compat/array/every.js</a:t>
            </a:r>
          </a:p>
          <a:p>
            <a:pPr>
              <a:defRPr sz="1200"/>
            </a:pPr>
            <a:r>
              <a:t>D:/pasar_fix/node_modules/.bun/es-toolkit@1.46.1/node_modules/es-toolkit/dist/compat/array/every.mjs</a:t>
            </a:r>
          </a:p>
          <a:p>
            <a:pPr>
              <a:defRPr sz="1200"/>
            </a:pPr>
            <a:r>
              <a:t>D:/pasar_fix/node_modules/.bun/es-toolkit@1.46.1/node_modules/es-toolkit/dist/compat/array/fill.d.mts</a:t>
            </a:r>
          </a:p>
          <a:p>
            <a:pPr>
              <a:defRPr sz="1200"/>
            </a:pPr>
            <a:r>
              <a:t>D:/pasar_fix/node_modules/.bun/es-toolkit@1.46.1/node_modules/es-toolkit/dist/compat/array/fill.d.ts</a:t>
            </a:r>
          </a:p>
          <a:p>
            <a:pPr>
              <a:defRPr sz="1200"/>
            </a:pPr>
            <a:r>
              <a:t>D:/pasar_fix/node_modules/.bun/es-toolkit@1.46.1/node_modules/es-toolkit/dist/compat/array/fill.js</a:t>
            </a:r>
          </a:p>
          <a:p>
            <a:pPr>
              <a:defRPr sz="1200"/>
            </a:pPr>
            <a:r>
              <a:t>D:/pasar_fix/node_modules/.bun/es-toolkit@1.46.1/node_modules/es-toolkit/dist/compat/array/fill.mjs</a:t>
            </a:r>
          </a:p>
          <a:p>
            <a:pPr>
              <a:defRPr sz="1200"/>
            </a:pPr>
            <a:r>
              <a:t>D:/pasar_fix/node_modules/.bun/es-toolkit@1.46.1/node_modules/es-toolkit/dist/compat/array/filter.d.mts</a:t>
            </a:r>
          </a:p>
          <a:p>
            <a:pPr>
              <a:defRPr sz="1200"/>
            </a:pPr>
            <a:r>
              <a:t>D:/pasar_fix/node_modules/.bun/es-toolkit@1.46.1/node_modules/es-toolkit/dist/compat/array/filter.d.ts</a:t>
            </a:r>
          </a:p>
          <a:p>
            <a:pPr>
              <a:defRPr sz="1200"/>
            </a:pPr>
            <a:r>
              <a:t>D:/pasar_fix/node_modules/.bun/es-toolkit@1.46.1/node_modules/es-toolkit/dist/compat/array/filter.js</a:t>
            </a:r>
          </a:p>
          <a:p>
            <a:pPr>
              <a:defRPr sz="1200"/>
            </a:pPr>
            <a:r>
              <a:t>D:/pasar_fix/node_modules/.bun/es-toolkit@1.46.1/node_modules/es-toolkit/dist/compat/array/filter.mjs</a:t>
            </a:r>
          </a:p>
          <a:p>
            <a:pPr>
              <a:defRPr sz="1200"/>
            </a:pPr>
            <a:r>
              <a:t>D:/pasar_fix/node_modules/.bun/es-toolkit@1.46.1/node_modules/es-toolkit/dist/compat/array/find.d.mts</a:t>
            </a:r>
          </a:p>
          <a:p>
            <a:pPr>
              <a:defRPr sz="1200"/>
            </a:pPr>
            <a:r>
              <a:t>D:/pasar_fix/node_modules/.bun/es-toolkit@1.46.1/node_modules/es-toolkit/dist/compat/array/find.d.ts</a:t>
            </a:r>
          </a:p>
          <a:p>
            <a:pPr>
              <a:defRPr sz="1200"/>
            </a:pPr>
            <a:r>
              <a:t>D:/pasar_fix/node_modules/.bun/es-toolkit@1.46.1/node_modules/es-toolkit/dist/compat/array/find.js</a:t>
            </a:r>
          </a:p>
          <a:p>
            <a:pPr>
              <a:defRPr sz="1200"/>
            </a:pPr>
            <a:r>
              <a:t>D:/pasar_fix/node_modules/.bun/es-toolkit@1.46.1/node_modules/es-toolkit/dist/compat/array/find.mjs</a:t>
            </a:r>
          </a:p>
          <a:p>
            <a:pPr>
              <a:defRPr sz="1200"/>
            </a:pPr>
            <a:r>
              <a:t>D:/pasar_fix/node_modules/.bun/es-toolkit@1.46.1/node_modules/es-toolkit/dist/compat/array/findIndex.d.mts</a:t>
            </a:r>
          </a:p>
          <a:p>
            <a:pPr>
              <a:defRPr sz="1200"/>
            </a:pPr>
            <a:r>
              <a:t>D:/pasar_fix/node_modules/.bun/es-toolkit@1.46.1/node_modules/es-toolkit/dist/compat/array/findIndex.d.ts</a:t>
            </a:r>
          </a:p>
          <a:p>
            <a:pPr>
              <a:defRPr sz="1200"/>
            </a:pPr>
            <a:r>
              <a:t>D:/pasar_fix/node_modules/.bun/es-toolkit@1.46.1/node_modules/es-toolkit/dist/compat/array/findIndex.js</a:t>
            </a:r>
          </a:p>
          <a:p>
            <a:pPr>
              <a:defRPr sz="1200"/>
            </a:pPr>
            <a:r>
              <a:t>D:/pasar_fix/node_modules/.bun/es-toolkit@1.46.1/node_modules/es-toolkit/dist/compat/array/findIndex.mjs</a:t>
            </a:r>
          </a:p>
          <a:p>
            <a:pPr>
              <a:defRPr sz="1200"/>
            </a:pPr>
            <a:r>
              <a:t>D:/pasar_fix/node_modules/.bun/es-toolkit@1.46.1/node_modules/es-toolkit/dist/compat/array/findLast.d.mts</a:t>
            </a:r>
          </a:p>
          <a:p>
            <a:pPr>
              <a:defRPr sz="1200"/>
            </a:pPr>
            <a:r>
              <a:t>D:/pasar_fix/node_modules/.bun/es-toolkit@1.46.1/node_modules/es-toolkit/dist/compat/array/findLast.d.ts</a:t>
            </a:r>
          </a:p>
          <a:p>
            <a:pPr>
              <a:defRPr sz="1200"/>
            </a:pPr>
            <a:r>
              <a:t>D:/pasar_fix/node_modules/.bun/es-toolkit@1.46.1/node_modules/es-toolkit/dist/compat/array/findLast.js</a:t>
            </a:r>
          </a:p>
          <a:p>
            <a:pPr>
              <a:defRPr sz="1200"/>
            </a:pPr>
            <a:r>
              <a:t>D:/pasar_fix/node_modules/.bun/es-toolkit@1.46.1/node_modules/es-toolkit/dist/compat/array/findLast.mjs</a:t>
            </a:r>
          </a:p>
          <a:p>
            <a:pPr>
              <a:defRPr sz="1200"/>
            </a:pPr>
            <a:r>
              <a:t>D:/pasar_fix/node_modules/.bun/es-toolkit@1.46.1/node_modules/es-toolkit/dist/compat/array/findLastIndex.d.mts</a:t>
            </a:r>
          </a:p>
          <a:p>
            <a:pPr>
              <a:defRPr sz="1200"/>
            </a:pPr>
            <a:r>
              <a:t>D:/pasar_fix/node_modules/.bun/es-toolkit@1.46.1/node_modules/es-toolkit/dist/compat/array/findLastIndex.d.ts</a:t>
            </a:r>
          </a:p>
          <a:p>
            <a:pPr>
              <a:defRPr sz="1200"/>
            </a:pPr>
            <a:r>
              <a:t>D:/pasar_fix/node_modules/.bun/es-toolkit@1.46.1/node_modules/es-toolkit/dist/compat/array/findLastIndex.js</a:t>
            </a:r>
          </a:p>
          <a:p>
            <a:pPr>
              <a:defRPr sz="1200"/>
            </a:pPr>
            <a:r>
              <a:t>D:/pasar_fix/node_modules/.bun/es-toolkit@1.46.1/node_modules/es-toolkit/dist/compat/array/findLastIndex.mjs</a:t>
            </a:r>
          </a:p>
          <a:p>
            <a:pPr>
              <a:defRPr sz="1200"/>
            </a:pPr>
            <a:r>
              <a:t>D:/pasar_fix/node_modules/.bun/es-toolkit@1.46.1/node_modules/es-toolkit/dist/compat/array/flatMap.d.mts</a:t>
            </a:r>
          </a:p>
          <a:p>
            <a:pPr>
              <a:defRPr sz="1200"/>
            </a:pPr>
            <a:r>
              <a:t>D:/pasar_fix/node_modules/.bun/es-toolkit@1.46.1/node_modules/es-toolkit/dist/compat/array/flatMap.d.ts</a:t>
            </a:r>
          </a:p>
          <a:p>
            <a:pPr>
              <a:defRPr sz="1200"/>
            </a:pPr>
            <a:r>
              <a:t>D:/pasar_fix/node_modules/.bun/es-toolkit@1.46.1/node_modules/es-toolkit/dist/compat/array/flatMap.js</a:t>
            </a:r>
          </a:p>
          <a:p>
            <a:pPr>
              <a:defRPr sz="1200"/>
            </a:pPr>
            <a:r>
              <a:t>D:/pasar_fix/node_modules/.bun/es-toolkit@1.46.1/node_modules/es-toolkit/dist/compat/array/flatMap.mjs</a:t>
            </a:r>
          </a:p>
          <a:p>
            <a:pPr>
              <a:defRPr sz="1200"/>
            </a:pPr>
            <a:r>
              <a:t>D:/pasar_fix/node_modules/.bun/es-toolkit@1.46.1/node_modules/es-toolkit/dist/compat/array/flatMapDeep.d.mts</a:t>
            </a:r>
          </a:p>
          <a:p>
            <a:pPr>
              <a:defRPr sz="1200"/>
            </a:pPr>
            <a:r>
              <a:t>D:/pasar_fix/node_modules/.bun/es-toolkit@1.46.1/node_modules/es-toolkit/dist/compat/array/flatMapDeep.d.ts</a:t>
            </a:r>
          </a:p>
          <a:p>
            <a:pPr>
              <a:defRPr sz="1200"/>
            </a:pPr>
            <a:r>
              <a:t>D:/pasar_fix/node_modules/.bun/es-toolkit@1.46.1/node_modules/es-toolkit/dist/compat/array/flatMapDeep.js</a:t>
            </a:r>
          </a:p>
          <a:p>
            <a:pPr>
              <a:defRPr sz="1200"/>
            </a:pPr>
            <a:r>
              <a:t>D:/pasar_fix/node_modules/.bun/es-toolkit@1.46.1/node_modules/es-toolkit/dist/compat/array/flatMapDeep.mjs</a:t>
            </a:r>
          </a:p>
          <a:p>
            <a:pPr>
              <a:defRPr sz="1200"/>
            </a:pPr>
            <a:r>
              <a:t>D:/pasar_fix/node_modules/.bun/es-toolkit@1.46.1/node_modules/es-toolkit/dist/compat/array/flatMapDepth.d.mts</a:t>
            </a:r>
          </a:p>
          <a:p>
            <a:pPr>
              <a:defRPr sz="1200"/>
            </a:pPr>
            <a:r>
              <a:t>D:/pasar_fix/node_modules/.bun/es-toolkit@1.46.1/node_modules/es-toolkit/dist/compat/array/flatMapDepth.d.ts</a:t>
            </a:r>
          </a:p>
          <a:p>
            <a:pPr>
              <a:defRPr sz="1200"/>
            </a:pPr>
            <a:r>
              <a:t>D:/pasar_fix/node_modules/.bun/es-toolkit@1.46.1/node_modules/es-toolkit/dist/compat/array/flatMapDepth.js</a:t>
            </a:r>
          </a:p>
          <a:p>
            <a:pPr>
              <a:defRPr sz="1200"/>
            </a:pPr>
            <a:r>
              <a:t>D:/pasar_fix/node_modules/.bun/es-toolkit@1.46.1/node_modules/es-toolkit/dist/compat/array/flatMapDepth.mjs</a:t>
            </a:r>
          </a:p>
          <a:p>
            <a:pPr>
              <a:defRPr sz="1200"/>
            </a:pPr>
            <a:r>
              <a:t>D:/pasar_fix/node_modules/.bun/es-toolkit@1.46.1/node_modules/es-toolkit/dist/compat/array/flatten.d.mts</a:t>
            </a:r>
          </a:p>
          <a:p>
            <a:pPr>
              <a:defRPr sz="1200"/>
            </a:pPr>
            <a:r>
              <a:t>D:/pasar_fix/node_modules/.bun/es-toolkit@1.46.1/node_modules/es-toolkit/dist/compat/array/flatten.d.ts</a:t>
            </a:r>
          </a:p>
          <a:p>
            <a:pPr>
              <a:defRPr sz="1200"/>
            </a:pPr>
            <a:r>
              <a:t>D:/pasar_fix/node_modules/.bun/es-toolkit@1.46.1/node_modules/es-toolkit/dist/compat/array/flatten.js</a:t>
            </a:r>
          </a:p>
          <a:p>
            <a:pPr>
              <a:defRPr sz="1200"/>
            </a:pPr>
            <a:r>
              <a:t>D:/pasar_fix/node_modules/.bun/es-toolkit@1.46.1/node_modules/es-toolkit/dist/compat/array/flatten.mjs</a:t>
            </a:r>
          </a:p>
          <a:p>
            <a:pPr>
              <a:defRPr sz="1200"/>
            </a:pPr>
            <a:r>
              <a:t>D:/pasar_fix/node_modules/.bun/es-toolkit@1.46.1/node_modules/es-toolkit/dist/compat/array/flattenDeep.d.mts</a:t>
            </a:r>
          </a:p>
          <a:p>
            <a:pPr>
              <a:defRPr sz="1200"/>
            </a:pPr>
            <a:r>
              <a:t>D:/pasar_fix/node_modules/.bun/es-toolkit@1.46.1/node_modules/es-toolkit/dist/compat/array/flattenDeep.d.ts</a:t>
            </a:r>
          </a:p>
          <a:p>
            <a:pPr>
              <a:defRPr sz="1200"/>
            </a:pPr>
            <a:r>
              <a:t>D:/pasar_fix/node_modules/.bun/es-toolkit@1.46.1/node_modules/es-toolkit/dist/compat/array/flattenDeep.js</a:t>
            </a:r>
          </a:p>
          <a:p>
            <a:pPr>
              <a:defRPr sz="1200"/>
            </a:pPr>
            <a:r>
              <a:t>D:/pasar_fix/node_modules/.bun/es-toolkit@1.46.1/node_modules/es-toolkit/dist/compat/array/flattenDeep.mjs</a:t>
            </a:r>
          </a:p>
          <a:p>
            <a:pPr>
              <a:defRPr sz="1200"/>
            </a:pPr>
            <a:r>
              <a:t>D:/pasar_fix/node_modules/.bun/es-toolkit@1.46.1/node_modules/es-toolkit/dist/compat/array/flattenDepth.d.mts</a:t>
            </a:r>
          </a:p>
          <a:p>
            <a:pPr>
              <a:defRPr sz="1200"/>
            </a:pPr>
            <a:r>
              <a:t>D:/pasar_fix/node_modules/.bun/es-toolkit@1.46.1/node_modules/es-toolkit/dist/compat/array/flattenDepth.d.ts</a:t>
            </a:r>
          </a:p>
          <a:p>
            <a:pPr>
              <a:defRPr sz="1200"/>
            </a:pPr>
            <a:r>
              <a:t>D:/pasar_fix/node_modules/.bun/es-toolkit@1.46.1/node_modules/es-toolkit/dist/compat/array/flattenDepth.js</a:t>
            </a:r>
          </a:p>
          <a:p>
            <a:pPr>
              <a:defRPr sz="1200"/>
            </a:pPr>
            <a:r>
              <a:t>D:/pasar_fix/node_modules/.bun/es-toolkit@1.46.1/node_modules/es-toolkit/dist/compat/array/flattenDepth.mjs</a:t>
            </a:r>
          </a:p>
          <a:p>
            <a:pPr>
              <a:defRPr sz="1200"/>
            </a:pPr>
            <a:r>
              <a:t>D:/pasar_fix/node_modules/.bun/es-toolkit@1.46.1/node_modules/es-toolkit/dist/compat/array/forEach.d.mts</a:t>
            </a:r>
          </a:p>
          <a:p>
            <a:pPr>
              <a:defRPr sz="1200"/>
            </a:pPr>
            <a:r>
              <a:t>D:/pasar_fix/node_modules/.bun/es-toolkit@1.46.1/node_modules/es-toolkit/dist/compat/array/forEach.d.ts</a:t>
            </a:r>
          </a:p>
          <a:p>
            <a:pPr>
              <a:defRPr sz="1200"/>
            </a:pPr>
            <a:r>
              <a:t>D:/pasar_fix/node_modules/.bun/es-toolkit@1.46.1/node_modules/es-toolkit/dist/compat/array/forEach.js</a:t>
            </a:r>
          </a:p>
          <a:p>
            <a:pPr>
              <a:defRPr sz="1200"/>
            </a:pPr>
            <a:r>
              <a:t>D:/pasar_fix/node_modules/.bun/es-toolkit@1.46.1/node_modules/es-toolkit/dist/compat/array/forEach.mjs</a:t>
            </a:r>
          </a:p>
          <a:p>
            <a:pPr>
              <a:defRPr sz="1200"/>
            </a:pPr>
            <a:r>
              <a:t>D:/pasar_fix/node_modules/.bun/es-toolkit@1.46.1/node_modules/es-toolkit/dist/compat/array/forEachRight.d.mts</a:t>
            </a:r>
          </a:p>
          <a:p>
            <a:pPr>
              <a:defRPr sz="1200"/>
            </a:pPr>
            <a:r>
              <a:t>D:/pasar_fix/node_modules/.bun/es-toolkit@1.46.1/node_modules/es-toolkit/dist/compat/array/forEachRight.d.ts</a:t>
            </a:r>
          </a:p>
          <a:p>
            <a:pPr>
              <a:defRPr sz="1200"/>
            </a:pPr>
            <a:r>
              <a:t>D:/pasar_fix/node_modules/.bun/es-toolkit@1.46.1/node_modules/es-toolkit/dist/compat/array/forEachRight.js</a:t>
            </a:r>
          </a:p>
          <a:p>
            <a:pPr>
              <a:defRPr sz="1200"/>
            </a:pPr>
            <a:r>
              <a:t>D:/pasar_fix/node_modules/.bun/es-toolkit@1.46.1/node_modules/es-toolkit/dist/compat/array/forEachRight.mjs</a:t>
            </a:r>
          </a:p>
          <a:p>
            <a:pPr>
              <a:defRPr sz="1200"/>
            </a:pPr>
            <a:r>
              <a:t>D:/pasar_fix/node_modules/.bun/es-toolkit@1.46.1/node_modules/es-toolkit/dist/compat/array/groupBy.d.mts</a:t>
            </a:r>
          </a:p>
          <a:p>
            <a:pPr>
              <a:defRPr sz="1200"/>
            </a:pPr>
            <a:r>
              <a:t>D:/pasar_fix/node_modules/.bun/es-toolkit@1.46.1/node_modules/es-toolkit/dist/compat/array/groupBy.d.ts</a:t>
            </a:r>
          </a:p>
          <a:p>
            <a:pPr>
              <a:defRPr sz="1200"/>
            </a:pPr>
            <a:r>
              <a:t>D:/pasar_fix/node_modules/.bun/es-toolkit@1.46.1/node_modules/es-toolkit/dist/compat/array/groupBy.js</a:t>
            </a:r>
          </a:p>
          <a:p>
            <a:pPr>
              <a:defRPr sz="1200"/>
            </a:pPr>
            <a:r>
              <a:t>D:/pasar_fix/node_modules/.bun/es-toolkit@1.46.1/node_modules/es-toolkit/dist/compat/array/groupBy.mjs</a:t>
            </a:r>
          </a:p>
          <a:p>
            <a:pPr>
              <a:defRPr sz="1200"/>
            </a:pPr>
            <a:r>
              <a:t>D:/pasar_fix/node_modules/.bun/es-toolkit@1.46.1/node_modules/es-toolkit/dist/compat/array/head.d.mts</a:t>
            </a:r>
          </a:p>
          <a:p>
            <a:pPr>
              <a:defRPr sz="1200"/>
            </a:pPr>
            <a:r>
              <a:t>D:/pasar_fix/node_modules/.bun/es-toolkit@1.46.1/node_modules/es-toolkit/dist/compat/array/head.d.ts</a:t>
            </a:r>
          </a:p>
          <a:p>
            <a:pPr>
              <a:defRPr sz="1200"/>
            </a:pPr>
            <a:r>
              <a:t>D:/pasar_fix/node_modules/.bun/es-toolkit@1.46.1/node_modules/es-toolkit/dist/compat/array/head.js</a:t>
            </a:r>
          </a:p>
          <a:p>
            <a:pPr>
              <a:defRPr sz="1200"/>
            </a:pPr>
            <a:r>
              <a:t>D:/pasar_fix/node_modules/.bun/es-toolkit@1.46.1/node_modules/es-toolkit/dist/compat/array/head.mjs</a:t>
            </a:r>
          </a:p>
          <a:p>
            <a:pPr>
              <a:defRPr sz="1200"/>
            </a:pPr>
            <a:r>
              <a:t>D:/pasar_fix/node_modules/.bun/es-toolkit@1.46.1/node_modules/es-toolkit/dist/compat/array/includes.d.mts</a:t>
            </a:r>
          </a:p>
          <a:p>
            <a:pPr>
              <a:defRPr sz="1200"/>
            </a:pPr>
            <a:r>
              <a:t>D:/pasar_fix/node_modules/.bun/es-toolkit@1.46.1/node_modules/es-toolkit/dist/compat/array/includes.d.ts</a:t>
            </a:r>
          </a:p>
          <a:p>
            <a:pPr>
              <a:defRPr sz="1200"/>
            </a:pPr>
            <a:r>
              <a:t>D:/pasar_fix/node_modules/.bun/es-toolkit@1.46.1/node_modules/es-toolkit/dist/compat/array/includes.js</a:t>
            </a:r>
          </a:p>
          <a:p>
            <a:pPr>
              <a:defRPr sz="1200"/>
            </a:pPr>
            <a:r>
              <a:t>D:/pasar_fix/node_modules/.bun/es-toolkit@1.46.1/node_modules/es-toolkit/dist/compat/array/includes.mjs</a:t>
            </a:r>
          </a:p>
          <a:p>
            <a:pPr>
              <a:defRPr sz="1200"/>
            </a:pPr>
            <a:r>
              <a:t>D:/pasar_fix/node_modules/.bun/es-toolkit@1.46.1/node_modules/es-toolkit/dist/compat/array/indexOf.d.mts</a:t>
            </a:r>
          </a:p>
          <a:p>
            <a:pPr>
              <a:defRPr sz="1200"/>
            </a:pPr>
            <a:r>
              <a:t>D:/pasar_fix/node_modules/.bun/es-toolkit@1.46.1/node_modules/es-toolkit/dist/compat/array/indexOf.d.ts</a:t>
            </a:r>
          </a:p>
          <a:p>
            <a:pPr>
              <a:defRPr sz="1200"/>
            </a:pPr>
            <a:r>
              <a:t>D:/pasar_fix/node_modules/.bun/es-toolkit@1.46.1/node_modules/es-toolkit/dist/compat/array/indexOf.js</a:t>
            </a:r>
          </a:p>
          <a:p>
            <a:pPr>
              <a:defRPr sz="1200"/>
            </a:pPr>
            <a:r>
              <a:t>D:/pasar_fix/node_modules/.bun/es-toolkit@1.46.1/node_modules/es-toolkit/dist/compat/array/indexOf.mjs</a:t>
            </a:r>
          </a:p>
          <a:p>
            <a:pPr>
              <a:defRPr sz="1200"/>
            </a:pPr>
            <a:r>
              <a:t>D:/pasar_fix/node_modules/.bun/es-toolkit@1.46.1/node_modules/es-toolkit/dist/compat/array/initial.d.mts</a:t>
            </a:r>
          </a:p>
          <a:p>
            <a:pPr>
              <a:defRPr sz="1200"/>
            </a:pPr>
            <a:r>
              <a:t>D:/pasar_fix/node_modules/.bun/es-toolkit@1.46.1/node_modules/es-toolkit/dist/compat/array/initial.d.ts</a:t>
            </a:r>
          </a:p>
          <a:p>
            <a:pPr>
              <a:defRPr sz="1200"/>
            </a:pPr>
            <a:r>
              <a:t>D:/pasar_fix/node_modules/.bun/es-toolkit@1.46.1/node_modules/es-toolkit/dist/compat/array/initial.js</a:t>
            </a:r>
          </a:p>
          <a:p>
            <a:pPr>
              <a:defRPr sz="1200"/>
            </a:pPr>
            <a:r>
              <a:t>D:/pasar_fix/node_modules/.bun/es-toolkit@1.46.1/node_modules/es-toolkit/dist/compat/array/initial.mjs</a:t>
            </a:r>
          </a:p>
          <a:p>
            <a:pPr>
              <a:defRPr sz="1200"/>
            </a:pPr>
            <a:r>
              <a:t>D:/pasar_fix/node_modules/.bun/es-toolkit@1.46.1/node_modules/es-toolkit/dist/compat/array/intersection.d.mts</a:t>
            </a:r>
          </a:p>
          <a:p>
            <a:pPr>
              <a:defRPr sz="1200"/>
            </a:pPr>
            <a:r>
              <a:t>D:/pasar_fix/node_modules/.bun/es-toolkit@1.46.1/node_modules/es-toolkit/dist/compat/array/intersection.d.ts</a:t>
            </a:r>
          </a:p>
          <a:p>
            <a:pPr>
              <a:defRPr sz="1200"/>
            </a:pPr>
            <a:r>
              <a:t>D:/pasar_fix/node_modules/.bun/es-toolkit@1.46.1/node_modules/es-toolkit/dist/compat/array/intersection.js</a:t>
            </a:r>
          </a:p>
          <a:p>
            <a:pPr>
              <a:defRPr sz="1200"/>
            </a:pPr>
            <a:r>
              <a:t>D:/pasar_fix/node_modules/.bun/es-toolkit@1.46.1/node_modules/es-toolkit/dist/compat/array/intersection.mjs</a:t>
            </a:r>
          </a:p>
          <a:p>
            <a:pPr>
              <a:defRPr sz="1200"/>
            </a:pPr>
            <a:r>
              <a:t>D:/pasar_fix/node_modules/.bun/es-toolkit@1.46.1/node_modules/es-toolkit/dist/compat/array/intersectionBy.d.mts</a:t>
            </a:r>
          </a:p>
          <a:p>
            <a:pPr>
              <a:defRPr sz="1200"/>
            </a:pPr>
            <a:r>
              <a:t>D:/pasar_fix/node_modules/.bun/es-toolkit@1.46.1/node_modules/es-toolkit/dist/compat/array/intersectionBy.d.ts</a:t>
            </a:r>
          </a:p>
          <a:p>
            <a:pPr>
              <a:defRPr sz="1200"/>
            </a:pPr>
            <a:r>
              <a:t>D:/pasar_fix/node_modules/.bun/es-toolkit@1.46.1/node_modules/es-toolkit/dist/compat/array/intersectionBy.js</a:t>
            </a:r>
          </a:p>
          <a:p>
            <a:pPr>
              <a:defRPr sz="1200"/>
            </a:pPr>
            <a:r>
              <a:t>D:/pasar_fix/node_modules/.bun/es-toolkit@1.46.1/node_modules/es-toolkit/dist/compat/array/intersectionBy.mjs</a:t>
            </a:r>
          </a:p>
          <a:p>
            <a:pPr>
              <a:defRPr sz="1200"/>
            </a:pPr>
            <a:r>
              <a:t>D:/pasar_fix/node_modules/.bun/es-toolkit@1.46.1/node_modules/es-toolkit/dist/compat/array/intersectionWith.d.mts</a:t>
            </a:r>
          </a:p>
          <a:p>
            <a:pPr>
              <a:defRPr sz="1200"/>
            </a:pPr>
            <a:r>
              <a:t>D:/pasar_fix/node_modules/.bun/es-toolkit@1.46.1/node_modules/es-toolkit/dist/compat/array/intersectionWith.d.ts</a:t>
            </a:r>
          </a:p>
          <a:p>
            <a:pPr>
              <a:defRPr sz="1200"/>
            </a:pPr>
            <a:r>
              <a:t>D:/pasar_fix/node_modules/.bun/es-toolkit@1.46.1/node_modules/es-toolkit/dist/compat/array/intersectionWith.js</a:t>
            </a:r>
          </a:p>
          <a:p>
            <a:pPr>
              <a:defRPr sz="1200"/>
            </a:pPr>
            <a:r>
              <a:t>D:/pasar_fix/node_modules/.bun/es-toolkit@1.46.1/node_modules/es-toolkit/dist/compat/array/intersectionWith.mjs</a:t>
            </a:r>
          </a:p>
          <a:p>
            <a:pPr>
              <a:defRPr sz="1200"/>
            </a:pPr>
            <a:r>
              <a:t>D:/pasar_fix/node_modules/.bun/es-toolkit@1.46.1/node_modules/es-toolkit/dist/compat/array/invokeMap.d.mts</a:t>
            </a:r>
          </a:p>
          <a:p>
            <a:pPr>
              <a:defRPr sz="1200"/>
            </a:pPr>
            <a:r>
              <a:t>D:/pasar_fix/node_modules/.bun/es-toolkit@1.46.1/node_modules/es-toolkit/dist/compat/array/invokeMap.d.ts</a:t>
            </a:r>
          </a:p>
          <a:p>
            <a:pPr>
              <a:defRPr sz="1200"/>
            </a:pPr>
            <a:r>
              <a:t>D:/pasar_fix/node_modules/.bun/es-toolkit@1.46.1/node_modules/es-toolkit/dist/compat/array/invokeMap.js</a:t>
            </a:r>
          </a:p>
          <a:p>
            <a:pPr>
              <a:defRPr sz="1200"/>
            </a:pPr>
            <a:r>
              <a:t>D:/pasar_fix/node_modules/.bun/es-toolkit@1.46.1/node_modules/es-toolkit/dist/compat/array/invokeMap.mjs</a:t>
            </a:r>
          </a:p>
          <a:p>
            <a:pPr>
              <a:defRPr sz="1200"/>
            </a:pPr>
            <a:r>
              <a:t>D:/pasar_fix/node_modules/.bun/es-toolkit@1.46.1/node_modules/es-toolkit/dist/compat/array/join.d.mts</a:t>
            </a:r>
          </a:p>
          <a:p>
            <a:pPr>
              <a:defRPr sz="1200"/>
            </a:pPr>
            <a:r>
              <a:t>D:/pasar_fix/node_modules/.bun/es-toolkit@1.46.1/node_modules/es-toolkit/dist/compat/array/join.d.ts</a:t>
            </a:r>
          </a:p>
          <a:p>
            <a:pPr>
              <a:defRPr sz="1200"/>
            </a:pPr>
            <a:r>
              <a:t>D:/pasar_fix/node_modules/.bun/es-toolkit@1.46.1/node_modules/es-toolkit/dist/compat/array/join.js</a:t>
            </a:r>
          </a:p>
          <a:p>
            <a:pPr>
              <a:defRPr sz="1200"/>
            </a:pPr>
            <a:r>
              <a:t>D:/pasar_fix/node_modules/.bun/es-toolkit@1.46.1/node_modules/es-toolkit/dist/compat/array/join.mjs</a:t>
            </a:r>
          </a:p>
          <a:p>
            <a:pPr>
              <a:defRPr sz="1200"/>
            </a:pPr>
            <a:r>
              <a:t>D:/pasar_fix/node_modules/.bun/es-toolkit@1.46.1/node_modules/es-toolkit/dist/compat/array/keyBy.d.mts</a:t>
            </a:r>
          </a:p>
          <a:p>
            <a:pPr>
              <a:defRPr sz="1200"/>
            </a:pPr>
            <a:r>
              <a:t>D:/pasar_fix/node_modules/.bun/es-toolkit@1.46.1/node_modules/es-toolkit/dist/compat/array/keyBy.d.ts</a:t>
            </a:r>
          </a:p>
          <a:p>
            <a:pPr>
              <a:defRPr sz="1200"/>
            </a:pPr>
            <a:r>
              <a:t>D:/pasar_fix/node_modules/.bun/es-toolkit@1.46.1/node_modules/es-toolkit/dist/compat/array/keyBy.js</a:t>
            </a:r>
          </a:p>
          <a:p>
            <a:pPr>
              <a:defRPr sz="1200"/>
            </a:pPr>
            <a:r>
              <a:t>D:/pasar_fix/node_modules/.bun/es-toolkit@1.46.1/node_modules/es-toolkit/dist/compat/array/keyBy.mjs</a:t>
            </a:r>
          </a:p>
          <a:p>
            <a:pPr>
              <a:defRPr sz="1200"/>
            </a:pPr>
            <a:r>
              <a:t>D:/pasar_fix/node_modules/.bun/es-toolkit@1.46.1/node_modules/es-toolkit/dist/compat/array/last.d.mts</a:t>
            </a:r>
          </a:p>
          <a:p>
            <a:pPr>
              <a:defRPr sz="1200"/>
            </a:pPr>
            <a:r>
              <a:t>D:/pasar_fix/node_modules/.bun/es-toolkit@1.46.1/node_modules/es-toolkit/dist/compat/array/last.d.ts</a:t>
            </a:r>
          </a:p>
          <a:p>
            <a:pPr>
              <a:defRPr sz="1200"/>
            </a:pPr>
            <a:r>
              <a:t>D:/pasar_fix/node_modules/.bun/es-toolkit@1.46.1/node_modules/es-toolkit/dist/compat/array/last.js</a:t>
            </a:r>
          </a:p>
          <a:p>
            <a:pPr>
              <a:defRPr sz="1200"/>
            </a:pPr>
            <a:r>
              <a:t>D:/pasar_fix/node_modules/.bun/es-toolkit@1.46.1/node_modules/es-toolkit/dist/compat/array/last.mjs</a:t>
            </a:r>
          </a:p>
          <a:p>
            <a:pPr>
              <a:defRPr sz="1200"/>
            </a:pPr>
            <a:r>
              <a:t>D:/pasar_fix/node_modules/.bun/es-toolkit@1.46.1/node_modules/es-toolkit/dist/compat/array/lastIndexOf.d.mts</a:t>
            </a:r>
          </a:p>
          <a:p>
            <a:pPr>
              <a:defRPr sz="1200"/>
            </a:pPr>
            <a:r>
              <a:t>D:/pasar_fix/node_modules/.bun/es-toolkit@1.46.1/node_modules/es-toolkit/dist/compat/array/lastIndexOf.d.ts</a:t>
            </a:r>
          </a:p>
          <a:p>
            <a:pPr>
              <a:defRPr sz="1200"/>
            </a:pPr>
            <a:r>
              <a:t>D:/pasar_fix/node_modules/.bun/es-toolkit@1.46.1/node_modules/es-toolkit/dist/compat/array/lastIndexOf.js</a:t>
            </a:r>
          </a:p>
          <a:p>
            <a:pPr>
              <a:defRPr sz="1200"/>
            </a:pPr>
            <a:r>
              <a:t>D:/pasar_fix/node_modules/.bun/es-toolkit@1.46.1/node_modules/es-toolkit/dist/compat/array/lastIndexOf.mjs</a:t>
            </a:r>
          </a:p>
          <a:p>
            <a:pPr>
              <a:defRPr sz="1200"/>
            </a:pPr>
            <a:r>
              <a:t>D:/pasar_fix/node_modules/.bun/es-toolkit@1.46.1/node_modules/es-toolkit/dist/compat/array/map.d.mts</a:t>
            </a:r>
          </a:p>
          <a:p>
            <a:pPr>
              <a:defRPr sz="1200"/>
            </a:pPr>
            <a:r>
              <a:t>D:/pasar_fix/node_modules/.bun/es-toolkit@1.46.1/node_modules/es-toolkit/dist/compat/array/map.d.ts</a:t>
            </a:r>
          </a:p>
          <a:p>
            <a:pPr>
              <a:defRPr sz="1200"/>
            </a:pPr>
            <a:r>
              <a:t>D:/pasar_fix/node_modules/.bun/es-toolkit@1.46.1/node_modules/es-toolkit/dist/compat/array/map.js</a:t>
            </a:r>
          </a:p>
          <a:p>
            <a:pPr>
              <a:defRPr sz="1200"/>
            </a:pPr>
            <a:r>
              <a:t>D:/pasar_fix/node_modules/.bun/es-toolkit@1.46.1/node_modules/es-toolkit/dist/compat/array/map.mjs</a:t>
            </a:r>
          </a:p>
          <a:p>
            <a:pPr>
              <a:defRPr sz="1200"/>
            </a:pPr>
            <a:r>
              <a:t>D:/pasar_fix/node_modules/.bun/es-toolkit@1.46.1/node_modules/es-toolkit/dist/compat/array/nth.d.mts</a:t>
            </a:r>
          </a:p>
          <a:p>
            <a:pPr>
              <a:defRPr sz="1200"/>
            </a:pPr>
            <a:r>
              <a:t>D:/pasar_fix/node_modules/.bun/es-toolkit@1.46.1/node_modules/es-toolkit/dist/compat/array/nth.d.ts</a:t>
            </a:r>
          </a:p>
          <a:p>
            <a:pPr>
              <a:defRPr sz="1200"/>
            </a:pPr>
            <a:r>
              <a:t>D:/pasar_fix/node_modules/.bun/es-toolkit@1.46.1/node_modules/es-toolkit/dist/compat/array/nth.js</a:t>
            </a:r>
          </a:p>
          <a:p>
            <a:pPr>
              <a:defRPr sz="1200"/>
            </a:pPr>
            <a:r>
              <a:t>D:/pasar_fix/node_modules/.bun/es-toolkit@1.46.1/node_modules/es-toolkit/dist/compat/array/nth.mjs</a:t>
            </a:r>
          </a:p>
          <a:p>
            <a:pPr>
              <a:defRPr sz="1200"/>
            </a:pPr>
            <a:r>
              <a:t>D:/pasar_fix/node_modules/.bun/es-toolkit@1.46.1/node_modules/es-toolkit/dist/compat/array/orderBy.d.mts</a:t>
            </a:r>
          </a:p>
          <a:p>
            <a:pPr>
              <a:defRPr sz="1200"/>
            </a:pPr>
            <a:r>
              <a:t>D:/pasar_fix/node_modules/.bun/es-toolkit@1.46.1/node_modules/es-toolkit/dist/compat/array/orderBy.d.ts</a:t>
            </a:r>
          </a:p>
          <a:p>
            <a:pPr>
              <a:defRPr sz="1200"/>
            </a:pPr>
            <a:r>
              <a:t>D:/pasar_fix/node_modules/.bun/es-toolkit@1.46.1/node_modules/es-toolkit/dist/compat/array/orderBy.js</a:t>
            </a:r>
          </a:p>
          <a:p>
            <a:pPr>
              <a:defRPr sz="1200"/>
            </a:pPr>
            <a:r>
              <a:t>D:/pasar_fix/node_modules/.bun/es-toolkit@1.46.1/node_modules/es-toolkit/dist/compat/array/orderBy.mjs</a:t>
            </a:r>
          </a:p>
          <a:p>
            <a:pPr>
              <a:defRPr sz="1200"/>
            </a:pPr>
            <a:r>
              <a:t>D:/pasar_fix/node_modules/.bun/es-toolkit@1.46.1/node_modules/es-toolkit/dist/compat/array/partition.d.mts</a:t>
            </a:r>
          </a:p>
          <a:p>
            <a:pPr>
              <a:defRPr sz="1200"/>
            </a:pPr>
            <a:r>
              <a:t>D:/pasar_fix/node_modules/.bun/es-toolkit@1.46.1/node_modules/es-toolkit/dist/compat/array/partition.d.ts</a:t>
            </a:r>
          </a:p>
          <a:p>
            <a:pPr>
              <a:defRPr sz="1200"/>
            </a:pPr>
            <a:r>
              <a:t>D:/pasar_fix/node_modules/.bun/es-toolkit@1.46.1/node_modules/es-toolkit/dist/compat/array/partition.js</a:t>
            </a:r>
          </a:p>
          <a:p>
            <a:pPr>
              <a:defRPr sz="1200"/>
            </a:pPr>
            <a:r>
              <a:t>D:/pasar_fix/node_modules/.bun/es-toolkit@1.46.1/node_modules/es-toolkit/dist/compat/array/partition.mjs</a:t>
            </a:r>
          </a:p>
          <a:p>
            <a:pPr>
              <a:defRPr sz="1200"/>
            </a:pPr>
            <a:r>
              <a:t>D:/pasar_fix/node_modules/.bun/es-toolkit@1.46.1/node_modules/es-toolkit/dist/compat/array/pull.d.mts</a:t>
            </a:r>
          </a:p>
          <a:p>
            <a:pPr>
              <a:defRPr sz="1200"/>
            </a:pPr>
            <a:r>
              <a:t>D:/pasar_fix/node_modules/.bun/es-toolkit@1.46.1/node_modules/es-toolkit/dist/compat/array/pull.d.ts</a:t>
            </a:r>
          </a:p>
          <a:p>
            <a:pPr>
              <a:defRPr sz="1200"/>
            </a:pPr>
            <a:r>
              <a:t>D:/pasar_fix/node_modules/.bun/es-toolkit@1.46.1/node_modules/es-toolkit/dist/compat/array/pull.js</a:t>
            </a:r>
          </a:p>
          <a:p>
            <a:pPr>
              <a:defRPr sz="1200"/>
            </a:pPr>
            <a:r>
              <a:t>D:/pasar_fix/node_modules/.bun/es-toolkit@1.46.1/node_modules/es-toolkit/dist/compat/array/pull.mjs</a:t>
            </a:r>
          </a:p>
          <a:p>
            <a:pPr>
              <a:defRPr sz="1200"/>
            </a:pPr>
            <a:r>
              <a:t>D:/pasar_fix/node_modules/.bun/es-toolkit@1.46.1/node_modules/es-toolkit/dist/compat/array/pullAll.d.mts</a:t>
            </a:r>
          </a:p>
          <a:p>
            <a:pPr>
              <a:defRPr sz="1200"/>
            </a:pPr>
            <a:r>
              <a:t>D:/pasar_fix/node_modules/.bun/es-toolkit@1.46.1/node_modules/es-toolkit/dist/compat/array/pullAll.d.ts</a:t>
            </a:r>
          </a:p>
          <a:p>
            <a:pPr>
              <a:defRPr sz="1200"/>
            </a:pPr>
            <a:r>
              <a:t>D:/pasar_fix/node_modules/.bun/es-toolkit@1.46.1/node_modules/es-toolkit/dist/compat/array/pullAll.js</a:t>
            </a:r>
          </a:p>
          <a:p>
            <a:pPr>
              <a:defRPr sz="1200"/>
            </a:pPr>
            <a:r>
              <a:t>D:/pasar_fix/node_modules/.bun/es-toolkit@1.46.1/node_modules/es-toolkit/dist/compat/array/pullAll.mjs</a:t>
            </a:r>
          </a:p>
          <a:p>
            <a:pPr>
              <a:defRPr sz="1200"/>
            </a:pPr>
            <a:r>
              <a:t>D:/pasar_fix/node_modules/.bun/es-toolkit@1.46.1/node_modules/es-toolkit/dist/compat/array/pullAllBy.d.mts</a:t>
            </a:r>
          </a:p>
          <a:p>
            <a:pPr>
              <a:defRPr sz="1200"/>
            </a:pPr>
            <a:r>
              <a:t>D:/pasar_fix/node_modules/.bun/es-toolkit@1.46.1/node_modules/es-toolkit/dist/compat/array/pullAllBy.d.ts</a:t>
            </a:r>
          </a:p>
          <a:p>
            <a:pPr>
              <a:defRPr sz="1200"/>
            </a:pPr>
            <a:r>
              <a:t>D:/pasar_fix/node_modules/.bun/es-toolkit@1.46.1/node_modules/es-toolkit/dist/compat/array/pullAllBy.js</a:t>
            </a:r>
          </a:p>
          <a:p>
            <a:pPr>
              <a:defRPr sz="1200"/>
            </a:pPr>
            <a:r>
              <a:t>D:/pasar_fix/node_modules/.bun/es-toolkit@1.46.1/node_modules/es-toolkit/dist/compat/array/pullAllBy.mjs</a:t>
            </a:r>
          </a:p>
          <a:p>
            <a:pPr>
              <a:defRPr sz="1200"/>
            </a:pPr>
            <a:r>
              <a:t>D:/pasar_fix/node_modules/.bun/es-toolkit@1.46.1/node_modules/es-toolkit/dist/compat/array/pullAllWith.d.mts</a:t>
            </a:r>
          </a:p>
          <a:p>
            <a:pPr>
              <a:defRPr sz="1200"/>
            </a:pPr>
            <a:r>
              <a:t>D:/pasar_fix/node_modules/.bun/es-toolkit@1.46.1/node_modules/es-toolkit/dist/compat/array/pullAllWith.d.ts</a:t>
            </a:r>
          </a:p>
          <a:p>
            <a:pPr>
              <a:defRPr sz="1200"/>
            </a:pPr>
            <a:r>
              <a:t>D:/pasar_fix/node_modules/.bun/es-toolkit@1.46.1/node_modules/es-toolkit/dist/compat/array/pullAllWith.js</a:t>
            </a:r>
          </a:p>
          <a:p>
            <a:pPr>
              <a:defRPr sz="1200"/>
            </a:pPr>
            <a:r>
              <a:t>D:/pasar_fix/node_modules/.bun/es-toolkit@1.46.1/node_modules/es-toolkit/dist/compat/array/pullAllWith.mjs</a:t>
            </a:r>
          </a:p>
          <a:p>
            <a:pPr>
              <a:defRPr sz="1200"/>
            </a:pPr>
            <a:r>
              <a:t>D:/pasar_fix/node_modules/.bun/es-toolkit@1.46.1/node_modules/es-toolkit/dist/compat/array/pullAt.d.mts</a:t>
            </a:r>
          </a:p>
          <a:p>
            <a:pPr>
              <a:defRPr sz="1200"/>
            </a:pPr>
            <a:r>
              <a:t>D:/pasar_fix/node_modules/.bun/es-toolkit@1.46.1/node_modules/es-toolkit/dist/compat/array/pullAt.d.ts</a:t>
            </a:r>
          </a:p>
          <a:p>
            <a:pPr>
              <a:defRPr sz="1200"/>
            </a:pPr>
            <a:r>
              <a:t>D:/pasar_fix/node_modules/.bun/es-toolkit@1.46.1/node_modules/es-toolkit/dist/compat/array/pullAt.js</a:t>
            </a:r>
          </a:p>
          <a:p>
            <a:pPr>
              <a:defRPr sz="1200"/>
            </a:pPr>
            <a:r>
              <a:t>D:/pasar_fix/node_modules/.bun/es-toolkit@1.46.1/node_modules/es-toolkit/dist/compat/array/pullAt.mjs</a:t>
            </a:r>
          </a:p>
          <a:p>
            <a:pPr>
              <a:defRPr sz="1200"/>
            </a:pPr>
            <a:r>
              <a:t>D:/pasar_fix/node_modules/.bun/es-toolkit@1.46.1/node_modules/es-toolkit/dist/compat/array/reduce.d.mts</a:t>
            </a:r>
          </a:p>
          <a:p>
            <a:pPr>
              <a:defRPr sz="1200"/>
            </a:pPr>
            <a:r>
              <a:t>D:/pasar_fix/node_modules/.bun/es-toolkit@1.46.1/node_modules/es-toolkit/dist/compat/array/reduce.d.ts</a:t>
            </a:r>
          </a:p>
          <a:p>
            <a:pPr>
              <a:defRPr sz="1200"/>
            </a:pPr>
            <a:r>
              <a:t>D:/pasar_fix/node_modules/.bun/es-toolkit@1.46.1/node_modules/es-toolkit/dist/compat/array/reduce.js</a:t>
            </a:r>
          </a:p>
          <a:p>
            <a:pPr>
              <a:defRPr sz="1200"/>
            </a:pPr>
            <a:r>
              <a:t>D:/pasar_fix/node_modules/.bun/es-toolkit@1.46.1/node_modules/es-toolkit/dist/compat/array/reduce.mjs</a:t>
            </a:r>
          </a:p>
          <a:p>
            <a:pPr>
              <a:defRPr sz="1200"/>
            </a:pPr>
            <a:r>
              <a:t>D:/pasar_fix/node_modules/.bun/es-toolkit@1.46.1/node_modules/es-toolkit/dist/compat/array/reduceRight.d.mts</a:t>
            </a:r>
          </a:p>
          <a:p>
            <a:pPr>
              <a:defRPr sz="1200"/>
            </a:pPr>
            <a:r>
              <a:t>D:/pasar_fix/node_modules/.bun/es-toolkit@1.46.1/node_modules/es-toolkit/dist/compat/array/reduceRight.d.ts</a:t>
            </a:r>
          </a:p>
          <a:p>
            <a:pPr>
              <a:defRPr sz="1200"/>
            </a:pPr>
            <a:r>
              <a:t>D:/pasar_fix/node_modules/.bun/es-toolkit@1.46.1/node_modules/es-toolkit/dist/compat/array/reduceRight.js</a:t>
            </a:r>
          </a:p>
          <a:p>
            <a:pPr>
              <a:defRPr sz="1200"/>
            </a:pPr>
            <a:r>
              <a:t>D:/pasar_fix/node_modules/.bun/es-toolkit@1.46.1/node_modules/es-toolkit/dist/compat/array/reduceRight.mjs</a:t>
            </a:r>
          </a:p>
          <a:p>
            <a:pPr>
              <a:defRPr sz="1200"/>
            </a:pPr>
            <a:r>
              <a:t>D:/pasar_fix/node_modules/.bun/es-toolkit@1.46.1/node_modules/es-toolkit/dist/compat/array/reject.d.mts</a:t>
            </a:r>
          </a:p>
          <a:p>
            <a:pPr>
              <a:defRPr sz="1200"/>
            </a:pPr>
            <a:r>
              <a:t>D:/pasar_fix/node_modules/.bun/es-toolkit@1.46.1/node_modules/es-toolkit/dist/compat/array/reject.d.ts</a:t>
            </a:r>
          </a:p>
          <a:p>
            <a:pPr>
              <a:defRPr sz="1200"/>
            </a:pPr>
            <a:r>
              <a:t>D:/pasar_fix/node_modules/.bun/es-toolkit@1.46.1/node_modules/es-toolkit/dist/compat/array/reject.js</a:t>
            </a:r>
          </a:p>
          <a:p>
            <a:pPr>
              <a:defRPr sz="1200"/>
            </a:pPr>
            <a:r>
              <a:t>D:/pasar_fix/node_modules/.bun/es-toolkit@1.46.1/node_modules/es-toolkit/dist/compat/array/reject.mjs</a:t>
            </a:r>
          </a:p>
          <a:p>
            <a:pPr>
              <a:defRPr sz="1200"/>
            </a:pPr>
            <a:r>
              <a:t>D:/pasar_fix/node_modules/.bun/es-toolkit@1.46.1/node_modules/es-toolkit/dist/compat/array/remove.d.mts</a:t>
            </a:r>
          </a:p>
          <a:p>
            <a:pPr>
              <a:defRPr sz="1200"/>
            </a:pPr>
            <a:r>
              <a:t>D:/pasar_fix/node_modules/.bun/es-toolkit@1.46.1/node_modules/es-toolkit/dist/compat/array/remove.d.ts</a:t>
            </a:r>
          </a:p>
          <a:p>
            <a:pPr>
              <a:defRPr sz="1200"/>
            </a:pPr>
            <a:r>
              <a:t>D:/pasar_fix/node_modules/.bun/es-toolkit@1.46.1/node_modules/es-toolkit/dist/compat/array/remove.js</a:t>
            </a:r>
          </a:p>
          <a:p>
            <a:pPr>
              <a:defRPr sz="1200"/>
            </a:pPr>
            <a:r>
              <a:t>D:/pasar_fix/node_modules/.bun/es-toolkit@1.46.1/node_modules/es-toolkit/dist/compat/array/remove.mjs</a:t>
            </a:r>
          </a:p>
          <a:p>
            <a:pPr>
              <a:defRPr sz="1200"/>
            </a:pPr>
            <a:r>
              <a:t>D:/pasar_fix/node_modules/.bun/es-toolkit@1.46.1/node_modules/es-toolkit/dist/compat/array/reverse.d.mts</a:t>
            </a:r>
          </a:p>
          <a:p>
            <a:pPr>
              <a:defRPr sz="1200"/>
            </a:pPr>
            <a:r>
              <a:t>D:/pasar_fix/node_modules/.bun/es-toolkit@1.46.1/node_modules/es-toolkit/dist/compat/array/reverse.d.ts</a:t>
            </a:r>
          </a:p>
          <a:p>
            <a:pPr>
              <a:defRPr sz="1200"/>
            </a:pPr>
            <a:r>
              <a:t>D:/pasar_fix/node_modules/.bun/es-toolkit@1.46.1/node_modules/es-toolkit/dist/compat/array/reverse.js</a:t>
            </a:r>
          </a:p>
          <a:p>
            <a:pPr>
              <a:defRPr sz="1200"/>
            </a:pPr>
            <a:r>
              <a:t>D:/pasar_fix/node_modules/.bun/es-toolkit@1.46.1/node_modules/es-toolkit/dist/compat/array/reverse.mjs</a:t>
            </a:r>
          </a:p>
          <a:p>
            <a:pPr>
              <a:defRPr sz="1200"/>
            </a:pPr>
            <a:r>
              <a:t>D:/pasar_fix/node_modules/.bun/es-toolkit@1.46.1/node_modules/es-toolkit/dist/compat/array/sample.d.mts</a:t>
            </a:r>
          </a:p>
          <a:p>
            <a:pPr>
              <a:defRPr sz="1200"/>
            </a:pPr>
            <a:r>
              <a:t>D:/pasar_fix/node_modules/.bun/es-toolkit@1.46.1/node_modules/es-toolkit/dist/compat/array/sample.d.ts</a:t>
            </a:r>
          </a:p>
          <a:p>
            <a:pPr>
              <a:defRPr sz="1200"/>
            </a:pPr>
            <a:r>
              <a:t>D:/pasar_fix/node_modules/.bun/es-toolkit@1.46.1/node_modules/es-toolkit/dist/compat/array/sample.js</a:t>
            </a:r>
          </a:p>
          <a:p>
            <a:pPr>
              <a:defRPr sz="1200"/>
            </a:pPr>
            <a:r>
              <a:t>D:/pasar_fix/node_modules/.bun/es-toolkit@1.46.1/node_modules/es-toolkit/dist/compat/array/sample.mjs</a:t>
            </a:r>
          </a:p>
          <a:p>
            <a:pPr>
              <a:defRPr sz="1200"/>
            </a:pPr>
            <a:r>
              <a:t>D:/pasar_fix/node_modules/.bun/es-toolkit@1.46.1/node_modules/es-toolkit/dist/compat/array/sampleSize.d.mts</a:t>
            </a:r>
          </a:p>
          <a:p>
            <a:pPr>
              <a:defRPr sz="1200"/>
            </a:pPr>
            <a:r>
              <a:t>D:/pasar_fix/node_modules/.bun/es-toolkit@1.46.1/node_modules/es-toolkit/dist/compat/array/sampleSize.d.ts</a:t>
            </a:r>
          </a:p>
          <a:p>
            <a:pPr>
              <a:defRPr sz="1200"/>
            </a:pPr>
            <a:r>
              <a:t>D:/pasar_fix/node_modules/.bun/es-toolkit@1.46.1/node_modules/es-toolkit/dist/compat/array/sampleSize.js</a:t>
            </a:r>
          </a:p>
          <a:p>
            <a:pPr>
              <a:defRPr sz="1200"/>
            </a:pPr>
            <a:r>
              <a:t>D:/pasar_fix/node_modules/.bun/es-toolkit@1.46.1/node_modules/es-toolkit/dist/compat/array/sampleSize.mjs</a:t>
            </a:r>
          </a:p>
          <a:p>
            <a:pPr>
              <a:defRPr sz="1200"/>
            </a:pPr>
            <a:r>
              <a:t>D:/pasar_fix/node_modules/.bun/es-toolkit@1.46.1/node_modules/es-toolkit/dist/compat/array/shuffle.d.mts</a:t>
            </a:r>
          </a:p>
          <a:p>
            <a:pPr>
              <a:defRPr sz="1200"/>
            </a:pPr>
            <a:r>
              <a:t>D:/pasar_fix/node_modules/.bun/es-toolkit@1.46.1/node_modules/es-toolkit/dist/compat/array/shuffle.d.ts</a:t>
            </a:r>
          </a:p>
          <a:p>
            <a:pPr>
              <a:defRPr sz="1200"/>
            </a:pPr>
            <a:r>
              <a:t>D:/pasar_fix/node_modules/.bun/es-toolkit@1.46.1/node_modules/es-toolkit/dist/compat/array/shuffle.js</a:t>
            </a:r>
          </a:p>
          <a:p>
            <a:pPr>
              <a:defRPr sz="1200"/>
            </a:pPr>
            <a:r>
              <a:t>D:/pasar_fix/node_modules/.bun/es-toolkit@1.46.1/node_modules/es-toolkit/dist/compat/array/shuffle.mjs</a:t>
            </a:r>
          </a:p>
          <a:p>
            <a:pPr>
              <a:defRPr sz="1200"/>
            </a:pPr>
            <a:r>
              <a:t>D:/pasar_fix/node_modules/.bun/es-toolkit@1.46.1/node_modules/es-toolkit/dist/compat/array/size.d.mts</a:t>
            </a:r>
          </a:p>
          <a:p>
            <a:pPr>
              <a:defRPr sz="1200"/>
            </a:pPr>
            <a:r>
              <a:t>D:/pasar_fix/node_modules/.bun/es-toolkit@1.46.1/node_modules/es-toolkit/dist/compat/array/size.d.ts</a:t>
            </a:r>
          </a:p>
          <a:p>
            <a:pPr>
              <a:defRPr sz="1200"/>
            </a:pPr>
            <a:r>
              <a:t>D:/pasar_fix/node_modules/.bun/es-toolkit@1.46.1/node_modules/es-toolkit/dist/compat/array/size.js</a:t>
            </a:r>
          </a:p>
          <a:p>
            <a:pPr>
              <a:defRPr sz="1200"/>
            </a:pPr>
            <a:r>
              <a:t>D:/pasar_fix/node_modules/.bun/es-toolkit@1.46.1/node_modules/es-toolkit/dist/compat/array/size.mjs</a:t>
            </a:r>
          </a:p>
          <a:p>
            <a:pPr>
              <a:defRPr sz="1200"/>
            </a:pPr>
            <a:r>
              <a:t>D:/pasar_fix/node_modules/.bun/es-toolkit@1.46.1/node_modules/es-toolkit/dist/compat/array/slice.d.mts</a:t>
            </a:r>
          </a:p>
          <a:p>
            <a:pPr>
              <a:defRPr sz="1200"/>
            </a:pPr>
            <a:r>
              <a:t>D:/pasar_fix/node_modules/.bun/es-toolkit@1.46.1/node_modules/es-toolkit/dist/compat/array/slice.d.ts</a:t>
            </a:r>
          </a:p>
          <a:p>
            <a:pPr>
              <a:defRPr sz="1200"/>
            </a:pPr>
            <a:r>
              <a:t>D:/pasar_fix/node_modules/.bun/es-toolkit@1.46.1/node_modules/es-toolkit/dist/compat/array/slice.js</a:t>
            </a:r>
          </a:p>
          <a:p>
            <a:pPr>
              <a:defRPr sz="1200"/>
            </a:pPr>
            <a:r>
              <a:t>D:/pasar_fix/node_modules/.bun/es-toolkit@1.46.1/node_modules/es-toolkit/dist/compat/array/slice.mjs</a:t>
            </a:r>
          </a:p>
          <a:p>
            <a:pPr>
              <a:defRPr sz="1200"/>
            </a:pPr>
            <a:r>
              <a:t>D:/pasar_fix/node_modules/.bun/es-toolkit@1.46.1/node_modules/es-toolkit/dist/compat/array/some.d.mts</a:t>
            </a:r>
          </a:p>
          <a:p>
            <a:pPr>
              <a:defRPr sz="1200"/>
            </a:pPr>
            <a:r>
              <a:t>D:/pasar_fix/node_modules/.bun/es-toolkit@1.46.1/node_modules/es-toolkit/dist/compat/array/some.d.ts</a:t>
            </a:r>
          </a:p>
          <a:p>
            <a:pPr>
              <a:defRPr sz="1200"/>
            </a:pPr>
            <a:r>
              <a:t>D:/pasar_fix/node_modules/.bun/es-toolkit@1.46.1/node_modules/es-toolkit/dist/compat/array/some.js</a:t>
            </a:r>
          </a:p>
          <a:p>
            <a:pPr>
              <a:defRPr sz="1200"/>
            </a:pPr>
            <a:r>
              <a:t>D:/pasar_fix/node_modules/.bun/es-toolkit@1.46.1/node_modules/es-toolkit/dist/compat/array/some.mjs</a:t>
            </a:r>
          </a:p>
          <a:p>
            <a:pPr>
              <a:defRPr sz="1200"/>
            </a:pPr>
            <a:r>
              <a:t>D:/pasar_fix/node_modules/.bun/es-toolkit@1.46.1/node_modules/es-toolkit/dist/compat/array/sortBy.d.mts</a:t>
            </a:r>
          </a:p>
          <a:p>
            <a:pPr>
              <a:defRPr sz="1200"/>
            </a:pPr>
            <a:r>
              <a:t>D:/pasar_fix/node_modules/.bun/es-toolkit@1.46.1/node_modules/es-toolkit/dist/compat/array/sortBy.d.ts</a:t>
            </a:r>
          </a:p>
          <a:p>
            <a:pPr>
              <a:defRPr sz="1200"/>
            </a:pPr>
            <a:r>
              <a:t>D:/pasar_fix/node_modules/.bun/es-toolkit@1.46.1/node_modules/es-toolkit/dist/compat/array/sortBy.js</a:t>
            </a:r>
          </a:p>
          <a:p>
            <a:pPr>
              <a:defRPr sz="1200"/>
            </a:pPr>
            <a:r>
              <a:t>D:/pasar_fix/node_modules/.bun/es-toolkit@1.46.1/node_modules/es-toolkit/dist/compat/array/sortBy.mjs</a:t>
            </a:r>
          </a:p>
          <a:p>
            <a:pPr>
              <a:defRPr sz="1200"/>
            </a:pPr>
            <a:r>
              <a:t>D:/pasar_fix/node_modules/.bun/es-toolkit@1.46.1/node_modules/es-toolkit/dist/compat/array/sortedIndex.d.mts</a:t>
            </a:r>
          </a:p>
          <a:p>
            <a:pPr>
              <a:defRPr sz="1200"/>
            </a:pPr>
            <a:r>
              <a:t>D:/pasar_fix/node_modules/.bun/es-toolkit@1.46.1/node_modules/es-toolkit/dist/compat/array/sortedIndex.d.ts</a:t>
            </a:r>
          </a:p>
          <a:p>
            <a:pPr>
              <a:defRPr sz="1200"/>
            </a:pPr>
            <a:r>
              <a:t>D:/pasar_fix/node_modules/.bun/es-toolkit@1.46.1/node_modules/es-toolkit/dist/compat/array/sortedIndex.js</a:t>
            </a:r>
          </a:p>
          <a:p>
            <a:pPr>
              <a:defRPr sz="1200"/>
            </a:pPr>
            <a:r>
              <a:t>D:/pasar_fix/node_modules/.bun/es-toolkit@1.46.1/node_modules/es-toolkit/dist/compat/array/sortedIndex.mjs</a:t>
            </a:r>
          </a:p>
          <a:p>
            <a:pPr>
              <a:defRPr sz="1200"/>
            </a:pPr>
            <a:r>
              <a:t>D:/pasar_fix/node_modules/.bun/es-toolkit@1.46.1/node_modules/es-toolkit/dist/compat/array/sortedIndexBy.d.mts</a:t>
            </a:r>
          </a:p>
          <a:p>
            <a:pPr>
              <a:defRPr sz="1200"/>
            </a:pPr>
            <a:r>
              <a:t>D:/pasar_fix/node_modules/.bun/es-toolkit@1.46.1/node_modules/es-toolkit/dist/compat/array/sortedIndexBy.d.ts</a:t>
            </a:r>
          </a:p>
          <a:p>
            <a:pPr>
              <a:defRPr sz="1200"/>
            </a:pPr>
            <a:r>
              <a:t>D:/pasar_fix/node_modules/.bun/es-toolkit@1.46.1/node_modules/es-toolkit/dist/compat/array/sortedIndexBy.js</a:t>
            </a:r>
          </a:p>
          <a:p>
            <a:pPr>
              <a:defRPr sz="1200"/>
            </a:pPr>
            <a:r>
              <a:t>D:/pasar_fix/node_modules/.bun/es-toolkit@1.46.1/node_modules/es-toolkit/dist/compat/array/sortedIndexBy.mjs</a:t>
            </a:r>
          </a:p>
          <a:p>
            <a:pPr>
              <a:defRPr sz="1200"/>
            </a:pPr>
            <a:r>
              <a:t>D:/pasar_fix/node_modules/.bun/es-toolkit@1.46.1/node_modules/es-toolkit/dist/compat/array/sortedIndexOf.d.mts</a:t>
            </a:r>
          </a:p>
          <a:p>
            <a:pPr>
              <a:defRPr sz="1200"/>
            </a:pPr>
            <a:r>
              <a:t>D:/pasar_fix/node_modules/.bun/es-toolkit@1.46.1/node_modules/es-toolkit/dist/compat/array/sortedIndexOf.d.ts</a:t>
            </a:r>
          </a:p>
          <a:p>
            <a:pPr>
              <a:defRPr sz="1200"/>
            </a:pPr>
            <a:r>
              <a:t>D:/pasar_fix/node_modules/.bun/es-toolkit@1.46.1/node_modules/es-toolkit/dist/compat/array/sortedIndexOf.js</a:t>
            </a:r>
          </a:p>
          <a:p>
            <a:pPr>
              <a:defRPr sz="1200"/>
            </a:pPr>
            <a:r>
              <a:t>D:/pasar_fix/node_modules/.bun/es-toolkit@1.46.1/node_modules/es-toolkit/dist/compat/array/sortedIndexOf.mjs</a:t>
            </a:r>
          </a:p>
          <a:p>
            <a:pPr>
              <a:defRPr sz="1200"/>
            </a:pPr>
            <a:r>
              <a:t>D:/pasar_fix/node_modules/.bun/es-toolkit@1.46.1/node_modules/es-toolkit/dist/compat/array/sortedLastIndex.d.mts</a:t>
            </a:r>
          </a:p>
          <a:p>
            <a:pPr>
              <a:defRPr sz="1200"/>
            </a:pPr>
            <a:r>
              <a:t>D:/pasar_fix/node_modules/.bun/es-toolkit@1.46.1/node_modules/es-toolkit/dist/compat/array/sortedLastIndex.d.ts</a:t>
            </a:r>
          </a:p>
          <a:p>
            <a:pPr>
              <a:defRPr sz="1200"/>
            </a:pPr>
            <a:r>
              <a:t>D:/pasar_fix/node_modules/.bun/es-toolkit@1.46.1/node_modules/es-toolkit/dist/compat/array/sortedLastIndex.js</a:t>
            </a:r>
          </a:p>
          <a:p>
            <a:pPr>
              <a:defRPr sz="1200"/>
            </a:pPr>
            <a:r>
              <a:t>D:/pasar_fix/node_modules/.bun/es-toolkit@1.46.1/node_modules/es-toolkit/dist/compat/array/sortedLastIndex.mjs</a:t>
            </a:r>
          </a:p>
          <a:p>
            <a:pPr>
              <a:defRPr sz="1200"/>
            </a:pPr>
            <a:r>
              <a:t>D:/pasar_fix/node_modules/.bun/es-toolkit@1.46.1/node_modules/es-toolkit/dist/compat/array/sortedLastIndexBy.d.mts</a:t>
            </a:r>
          </a:p>
          <a:p>
            <a:pPr>
              <a:defRPr sz="1200"/>
            </a:pPr>
            <a:r>
              <a:t>D:/pasar_fix/node_modules/.bun/es-toolkit@1.46.1/node_modules/es-toolkit/dist/compat/array/sortedLastIndexBy.d.ts</a:t>
            </a:r>
          </a:p>
          <a:p>
            <a:pPr>
              <a:defRPr sz="1200"/>
            </a:pPr>
            <a:r>
              <a:t>D:/pasar_fix/node_modules/.bun/es-toolkit@1.46.1/node_modules/es-toolkit/dist/compat/array/sortedLastIndexBy.js</a:t>
            </a:r>
          </a:p>
          <a:p>
            <a:pPr>
              <a:defRPr sz="1200"/>
            </a:pPr>
            <a:r>
              <a:t>D:/pasar_fix/node_modules/.bun/es-toolkit@1.46.1/node_modules/es-toolkit/dist/compat/array/sortedLastIndexBy.mjs</a:t>
            </a:r>
          </a:p>
          <a:p>
            <a:pPr>
              <a:defRPr sz="1200"/>
            </a:pPr>
            <a:r>
              <a:t>D:/pasar_fix/node_modules/.bun/es-toolkit@1.46.1/node_modules/es-toolkit/dist/compat/array/sortedLastIndexOf.d.mts</a:t>
            </a:r>
          </a:p>
          <a:p>
            <a:pPr>
              <a:defRPr sz="1200"/>
            </a:pPr>
            <a:r>
              <a:t>D:/pasar_fix/node_modules/.bun/es-toolkit@1.46.1/node_modules/es-toolkit/dist/compat/array/sortedLastIndexOf.d.ts</a:t>
            </a:r>
          </a:p>
          <a:p>
            <a:pPr>
              <a:defRPr sz="1200"/>
            </a:pPr>
            <a:r>
              <a:t>D:/pasar_fix/node_modules/.bun/es-toolkit@1.46.1/node_modules/es-toolkit/dist/compat/array/sortedLastIndexOf.js</a:t>
            </a:r>
          </a:p>
          <a:p>
            <a:pPr>
              <a:defRPr sz="1200"/>
            </a:pPr>
            <a:r>
              <a:t>D:/pasar_fix/node_modules/.bun/es-toolkit@1.46.1/node_modules/es-toolkit/dist/compat/array/sortedLastIndexOf.mjs</a:t>
            </a:r>
          </a:p>
          <a:p>
            <a:pPr>
              <a:defRPr sz="1200"/>
            </a:pPr>
            <a:r>
              <a:t>D:/pasar_fix/node_modules/.bun/es-toolkit@1.46.1/node_modules/es-toolkit/dist/compat/array/tail.d.mts</a:t>
            </a:r>
          </a:p>
          <a:p>
            <a:pPr>
              <a:defRPr sz="1200"/>
            </a:pPr>
            <a:r>
              <a:t>D:/pasar_fix/node_modules/.bun/es-toolkit@1.46.1/node_modules/es-toolkit/dist/compat/array/tail.d.ts</a:t>
            </a:r>
          </a:p>
          <a:p>
            <a:pPr>
              <a:defRPr sz="1200"/>
            </a:pPr>
            <a:r>
              <a:t>D:/pasar_fix/node_modules/.bun/es-toolkit@1.46.1/node_modules/es-toolkit/dist/compat/array/tail.js</a:t>
            </a:r>
          </a:p>
          <a:p>
            <a:pPr>
              <a:defRPr sz="1200"/>
            </a:pPr>
            <a:r>
              <a:t>D:/pasar_fix/node_modules/.bun/es-toolkit@1.46.1/node_modules/es-toolkit/dist/compat/array/tail.mjs</a:t>
            </a:r>
          </a:p>
          <a:p>
            <a:pPr>
              <a:defRPr sz="1200"/>
            </a:pPr>
            <a:r>
              <a:t>D:/pasar_fix/node_modules/.bun/es-toolkit@1.46.1/node_modules/es-toolkit/dist/compat/array/take.d.mts</a:t>
            </a:r>
          </a:p>
          <a:p>
            <a:pPr>
              <a:defRPr sz="1200"/>
            </a:pPr>
            <a:r>
              <a:t>D:/pasar_fix/node_modules/.bun/es-toolkit@1.46.1/node_modules/es-toolkit/dist/compat/array/take.d.ts</a:t>
            </a:r>
          </a:p>
          <a:p>
            <a:pPr>
              <a:defRPr sz="1200"/>
            </a:pPr>
            <a:r>
              <a:t>D:/pasar_fix/node_modules/.bun/es-toolkit@1.46.1/node_modules/es-toolkit/dist/compat/array/take.js</a:t>
            </a:r>
          </a:p>
          <a:p>
            <a:pPr>
              <a:defRPr sz="1200"/>
            </a:pPr>
            <a:r>
              <a:t>D:/pasar_fix/node_modules/.bun/es-toolkit@1.46.1/node_modules/es-toolkit/dist/compat/array/take.mjs</a:t>
            </a:r>
          </a:p>
          <a:p>
            <a:pPr>
              <a:defRPr sz="1200"/>
            </a:pPr>
            <a:r>
              <a:t>D:/pasar_fix/node_modules/.bun/es-toolkit@1.46.1/node_modules/es-toolkit/dist/compat/array/takeRight.d.mts</a:t>
            </a:r>
          </a:p>
          <a:p>
            <a:pPr>
              <a:defRPr sz="1200"/>
            </a:pPr>
            <a:r>
              <a:t>D:/pasar_fix/node_modules/.bun/es-toolkit@1.46.1/node_modules/es-toolkit/dist/compat/array/takeRight.d.ts</a:t>
            </a:r>
          </a:p>
          <a:p>
            <a:pPr>
              <a:defRPr sz="1200"/>
            </a:pPr>
            <a:r>
              <a:t>D:/pasar_fix/node_modules/.bun/es-toolkit@1.46.1/node_modules/es-toolkit/dist/compat/array/takeRight.js</a:t>
            </a:r>
          </a:p>
          <a:p>
            <a:pPr>
              <a:defRPr sz="1200"/>
            </a:pPr>
            <a:r>
              <a:t>D:/pasar_fix/node_modules/.bun/es-toolkit@1.46.1/node_modules/es-toolkit/dist/compat/array/takeRight.mjs</a:t>
            </a:r>
          </a:p>
          <a:p>
            <a:pPr>
              <a:defRPr sz="1200"/>
            </a:pPr>
            <a:r>
              <a:t>D:/pasar_fix/node_modules/.bun/es-toolkit@1.46.1/node_modules/es-toolkit/dist/compat/array/takeRightWhile.d.mts</a:t>
            </a:r>
          </a:p>
          <a:p>
            <a:pPr>
              <a:defRPr sz="1200"/>
            </a:pPr>
            <a:r>
              <a:t>D:/pasar_fix/node_modules/.bun/es-toolkit@1.46.1/node_modules/es-toolkit/dist/compat/array/takeRightWhile.d.ts</a:t>
            </a:r>
          </a:p>
          <a:p>
            <a:pPr>
              <a:defRPr sz="1200"/>
            </a:pPr>
            <a:r>
              <a:t>D:/pasar_fix/node_modules/.bun/es-toolkit@1.46.1/node_modules/es-toolkit/dist/compat/array/takeRightWhile.js</a:t>
            </a:r>
          </a:p>
          <a:p>
            <a:pPr>
              <a:defRPr sz="1200"/>
            </a:pPr>
            <a:r>
              <a:t>D:/pasar_fix/node_modules/.bun/es-toolkit@1.46.1/node_modules/es-toolkit/dist/compat/array/takeRightWhile.mjs</a:t>
            </a:r>
          </a:p>
          <a:p>
            <a:pPr>
              <a:defRPr sz="1200"/>
            </a:pPr>
            <a:r>
              <a:t>D:/pasar_fix/node_modules/.bun/es-toolkit@1.46.1/node_modules/es-toolkit/dist/compat/array/takeWhile.d.mts</a:t>
            </a:r>
          </a:p>
          <a:p>
            <a:pPr>
              <a:defRPr sz="1200"/>
            </a:pPr>
            <a:r>
              <a:t>D:/pasar_fix/node_modules/.bun/es-toolkit@1.46.1/node_modules/es-toolkit/dist/compat/array/takeWhile.d.ts</a:t>
            </a:r>
          </a:p>
          <a:p>
            <a:pPr>
              <a:defRPr sz="1200"/>
            </a:pPr>
            <a:r>
              <a:t>D:/pasar_fix/node_modules/.bun/es-toolkit@1.46.1/node_modules/es-toolkit/dist/compat/array/takeWhile.js</a:t>
            </a:r>
          </a:p>
          <a:p>
            <a:pPr>
              <a:defRPr sz="1200"/>
            </a:pPr>
            <a:r>
              <a:t>D:/pasar_fix/node_modules/.bun/es-toolkit@1.46.1/node_modules/es-toolkit/dist/compat/array/takeWhile.mjs</a:t>
            </a:r>
          </a:p>
          <a:p>
            <a:pPr>
              <a:defRPr sz="1200"/>
            </a:pPr>
            <a:r>
              <a:t>D:/pasar_fix/node_modules/.bun/es-toolkit@1.46.1/node_modules/es-toolkit/dist/compat/array/union.d.mts</a:t>
            </a:r>
          </a:p>
          <a:p>
            <a:pPr>
              <a:defRPr sz="1200"/>
            </a:pPr>
            <a:r>
              <a:t>D:/pasar_fix/node_modules/.bun/es-toolkit@1.46.1/node_modules/es-toolkit/dist/compat/array/union.d.ts</a:t>
            </a:r>
          </a:p>
          <a:p>
            <a:pPr>
              <a:defRPr sz="1200"/>
            </a:pPr>
            <a:r>
              <a:t>D:/pasar_fix/node_modules/.bun/es-toolkit@1.46.1/node_modules/es-toolkit/dist/compat/array/union.js</a:t>
            </a:r>
          </a:p>
          <a:p>
            <a:pPr>
              <a:defRPr sz="1200"/>
            </a:pPr>
            <a:r>
              <a:t>D:/pasar_fix/node_modules/.bun/es-toolkit@1.46.1/node_modules/es-toolkit/dist/compat/array/union.mjs</a:t>
            </a:r>
          </a:p>
          <a:p>
            <a:pPr>
              <a:defRPr sz="1200"/>
            </a:pPr>
            <a:r>
              <a:t>D:/pasar_fix/node_modules/.bun/es-toolkit@1.46.1/node_modules/es-toolkit/dist/compat/array/unionBy.d.mts</a:t>
            </a:r>
          </a:p>
          <a:p>
            <a:pPr>
              <a:defRPr sz="1200"/>
            </a:pPr>
            <a:r>
              <a:t>D:/pasar_fix/node_modules/.bun/es-toolkit@1.46.1/node_modules/es-toolkit/dist/compat/array/unionBy.d.ts</a:t>
            </a:r>
          </a:p>
          <a:p>
            <a:pPr>
              <a:defRPr sz="1200"/>
            </a:pPr>
            <a:r>
              <a:t>D:/pasar_fix/node_modules/.bun/es-toolkit@1.46.1/node_modules/es-toolkit/dist/compat/array/unionBy.js</a:t>
            </a:r>
          </a:p>
          <a:p>
            <a:pPr>
              <a:defRPr sz="1200"/>
            </a:pPr>
            <a:r>
              <a:t>D:/pasar_fix/node_modules/.bun/es-toolkit@1.46.1/node_modules/es-toolkit/dist/compat/array/unionBy.mjs</a:t>
            </a:r>
          </a:p>
          <a:p>
            <a:pPr>
              <a:defRPr sz="1200"/>
            </a:pPr>
            <a:r>
              <a:t>D:/pasar_fix/node_modules/.bun/es-toolkit@1.46.1/node_modules/es-toolkit/dist/compat/array/unionWith.d.mts</a:t>
            </a:r>
          </a:p>
          <a:p>
            <a:pPr>
              <a:defRPr sz="1200"/>
            </a:pPr>
            <a:r>
              <a:t>D:/pasar_fix/node_modules/.bun/es-toolkit@1.46.1/node_modules/es-toolkit/dist/compat/array/unionWith.d.ts</a:t>
            </a:r>
          </a:p>
          <a:p>
            <a:pPr>
              <a:defRPr sz="1200"/>
            </a:pPr>
            <a:r>
              <a:t>D:/pasar_fix/node_modules/.bun/es-toolkit@1.46.1/node_modules/es-toolkit/dist/compat/array/unionWith.js</a:t>
            </a:r>
          </a:p>
          <a:p>
            <a:pPr>
              <a:defRPr sz="1200"/>
            </a:pPr>
            <a:r>
              <a:t>D:/pasar_fix/node_modules/.bun/es-toolkit@1.46.1/node_modules/es-toolkit/dist/compat/array/unionWith.mjs</a:t>
            </a:r>
          </a:p>
          <a:p>
            <a:pPr>
              <a:defRPr sz="1200"/>
            </a:pPr>
            <a:r>
              <a:t>D:/pasar_fix/node_modules/.bun/es-toolkit@1.46.1/node_modules/es-toolkit/dist/compat/array/uniq.d.mts</a:t>
            </a:r>
          </a:p>
          <a:p>
            <a:pPr>
              <a:defRPr sz="1200"/>
            </a:pPr>
            <a:r>
              <a:t>D:/pasar_fix/node_modules/.bun/es-toolkit@1.46.1/node_modules/es-toolkit/dist/compat/array/uniq.d.ts</a:t>
            </a:r>
          </a:p>
          <a:p>
            <a:pPr>
              <a:defRPr sz="1200"/>
            </a:pPr>
            <a:r>
              <a:t>D:/pasar_fix/node_modules/.bun/es-toolkit@1.46.1/node_modules/es-toolkit/dist/compat/array/uniq.js</a:t>
            </a:r>
          </a:p>
          <a:p>
            <a:pPr>
              <a:defRPr sz="1200"/>
            </a:pPr>
            <a:r>
              <a:t>D:/pasar_fix/node_modules/.bun/es-toolkit@1.46.1/node_modules/es-toolkit/dist/compat/array/uniq.mjs</a:t>
            </a:r>
          </a:p>
          <a:p>
            <a:pPr>
              <a:defRPr sz="1200"/>
            </a:pPr>
            <a:r>
              <a:t>D:/pasar_fix/node_modules/.bun/es-toolkit@1.46.1/node_modules/es-toolkit/dist/compat/array/uniqBy.d.mts</a:t>
            </a:r>
          </a:p>
          <a:p>
            <a:pPr>
              <a:defRPr sz="1200"/>
            </a:pPr>
            <a:r>
              <a:t>D:/pasar_fix/node_modules/.bun/es-toolkit@1.46.1/node_modules/es-toolkit/dist/compat/array/uniqBy.d.ts</a:t>
            </a:r>
          </a:p>
          <a:p>
            <a:pPr>
              <a:defRPr sz="1200"/>
            </a:pPr>
            <a:r>
              <a:t>D:/pasar_fix/node_modules/.bun/es-toolkit@1.46.1/node_modules/es-toolkit/dist/compat/array/uniqBy.js</a:t>
            </a:r>
          </a:p>
          <a:p>
            <a:pPr>
              <a:defRPr sz="1200"/>
            </a:pPr>
            <a:r>
              <a:t>D:/pasar_fix/node_modules/.bun/es-toolkit@1.46.1/node_modules/es-toolkit/dist/compat/array/uniqBy.mjs</a:t>
            </a:r>
          </a:p>
          <a:p>
            <a:pPr>
              <a:defRPr sz="1200"/>
            </a:pPr>
            <a:r>
              <a:t>D:/pasar_fix/node_modules/.bun/es-toolkit@1.46.1/node_modules/es-toolkit/dist/compat/array/uniqWith.d.mts</a:t>
            </a:r>
          </a:p>
          <a:p>
            <a:pPr>
              <a:defRPr sz="1200"/>
            </a:pPr>
            <a:r>
              <a:t>D:/pasar_fix/node_modules/.bun/es-toolkit@1.46.1/node_modules/es-toolkit/dist/compat/array/uniqWith.d.ts</a:t>
            </a:r>
          </a:p>
          <a:p>
            <a:pPr>
              <a:defRPr sz="1200"/>
            </a:pPr>
            <a:r>
              <a:t>D:/pasar_fix/node_modules/.bun/es-toolkit@1.46.1/node_modules/es-toolkit/dist/compat/array/uniqWith.js</a:t>
            </a:r>
          </a:p>
          <a:p>
            <a:pPr>
              <a:defRPr sz="1200"/>
            </a:pPr>
            <a:r>
              <a:t>D:/pasar_fix/node_modules/.bun/es-toolkit@1.46.1/node_modules/es-toolkit/dist/compat/array/uniqWith.mjs</a:t>
            </a:r>
          </a:p>
          <a:p>
            <a:pPr>
              <a:defRPr sz="1200"/>
            </a:pPr>
            <a:r>
              <a:t>D:/pasar_fix/node_modules/.bun/es-toolkit@1.46.1/node_modules/es-toolkit/dist/compat/array/unzip.d.mts</a:t>
            </a:r>
          </a:p>
          <a:p>
            <a:pPr>
              <a:defRPr sz="1200"/>
            </a:pPr>
            <a:r>
              <a:t>D:/pasar_fix/node_modules/.bun/es-toolkit@1.46.1/node_modules/es-toolkit/dist/compat/array/unzip.d.ts</a:t>
            </a:r>
          </a:p>
          <a:p>
            <a:pPr>
              <a:defRPr sz="1200"/>
            </a:pPr>
            <a:r>
              <a:t>D:/pasar_fix/node_modules/.bun/es-toolkit@1.46.1/node_modules/es-toolkit/dist/compat/array/unzip.js</a:t>
            </a:r>
          </a:p>
          <a:p>
            <a:pPr>
              <a:defRPr sz="1200"/>
            </a:pPr>
            <a:r>
              <a:t>D:/pasar_fix/node_modules/.bun/es-toolkit@1.46.1/node_modules/es-toolkit/dist/compat/array/unzip.mjs</a:t>
            </a:r>
          </a:p>
          <a:p>
            <a:pPr>
              <a:defRPr sz="1200"/>
            </a:pPr>
            <a:r>
              <a:t>D:/pasar_fix/node_modules/.bun/es-toolkit@1.46.1/node_modules/es-toolkit/dist/compat/array/unzipWith.d.mts</a:t>
            </a:r>
          </a:p>
          <a:p>
            <a:pPr>
              <a:defRPr sz="1200"/>
            </a:pPr>
            <a:r>
              <a:t>D:/pasar_fix/node_modules/.bun/es-toolkit@1.46.1/node_modules/es-toolkit/dist/compat/array/unzipWith.d.ts</a:t>
            </a:r>
          </a:p>
          <a:p>
            <a:pPr>
              <a:defRPr sz="1200"/>
            </a:pPr>
            <a:r>
              <a:t>D:/pasar_fix/node_modules/.bun/es-toolkit@1.46.1/node_modules/es-toolkit/dist/compat/array/unzipWith.js</a:t>
            </a:r>
          </a:p>
          <a:p>
            <a:pPr>
              <a:defRPr sz="1200"/>
            </a:pPr>
            <a:r>
              <a:t>D:/pasar_fix/node_modules/.bun/es-toolkit@1.46.1/node_modules/es-toolkit/dist/compat/array/unzipWith.mjs</a:t>
            </a:r>
          </a:p>
          <a:p>
            <a:pPr>
              <a:defRPr sz="1200"/>
            </a:pPr>
            <a:r>
              <a:t>D:/pasar_fix/node_modules/.bun/es-toolkit@1.46.1/node_modules/es-toolkit/dist/compat/array/without.d.mts</a:t>
            </a:r>
          </a:p>
          <a:p>
            <a:pPr>
              <a:defRPr sz="1200"/>
            </a:pPr>
            <a:r>
              <a:t>D:/pasar_fix/node_modules/.bun/es-toolkit@1.46.1/node_modules/es-toolkit/dist/compat/array/without.d.ts</a:t>
            </a:r>
          </a:p>
          <a:p>
            <a:pPr>
              <a:defRPr sz="1200"/>
            </a:pPr>
            <a:r>
              <a:t>D:/pasar_fix/node_modules/.bun/es-toolkit@1.46.1/node_modules/es-toolkit/dist/compat/array/without.js</a:t>
            </a:r>
          </a:p>
          <a:p>
            <a:pPr>
              <a:defRPr sz="1200"/>
            </a:pPr>
            <a:r>
              <a:t>D:/pasar_fix/node_modules/.bun/es-toolkit@1.46.1/node_modules/es-toolkit/dist/compat/array/without.mjs</a:t>
            </a:r>
          </a:p>
          <a:p>
            <a:pPr>
              <a:defRPr sz="1200"/>
            </a:pPr>
            <a:r>
              <a:t>D:/pasar_fix/node_modules/.bun/es-toolkit@1.46.1/node_modules/es-toolkit/dist/compat/array/xor.d.mts</a:t>
            </a:r>
          </a:p>
          <a:p>
            <a:pPr>
              <a:defRPr sz="1200"/>
            </a:pPr>
            <a:r>
              <a:t>D:/pasar_fix/node_modules/.bun/es-toolkit@1.46.1/node_modules/es-toolkit/dist/compat/array/xor.d.ts</a:t>
            </a:r>
          </a:p>
          <a:p>
            <a:pPr>
              <a:defRPr sz="1200"/>
            </a:pPr>
            <a:r>
              <a:t>D:/pasar_fix/node_modules/.bun/es-toolkit@1.46.1/node_modules/es-toolkit/dist/compat/array/xor.js</a:t>
            </a:r>
          </a:p>
          <a:p>
            <a:pPr>
              <a:defRPr sz="1200"/>
            </a:pPr>
            <a:r>
              <a:t>D:/pasar_fix/node_modules/.bun/es-toolkit@1.46.1/node_modules/es-toolkit/dist/compat/array/xor.mjs</a:t>
            </a:r>
          </a:p>
          <a:p>
            <a:pPr>
              <a:defRPr sz="1200"/>
            </a:pPr>
            <a:r>
              <a:t>D:/pasar_fix/node_modules/.bun/es-toolkit@1.46.1/node_modules/es-toolkit/dist/compat/array/xorBy.d.mts</a:t>
            </a:r>
          </a:p>
          <a:p>
            <a:pPr>
              <a:defRPr sz="1200"/>
            </a:pPr>
            <a:r>
              <a:t>D:/pasar_fix/node_modules/.bun/es-toolkit@1.46.1/node_modules/es-toolkit/dist/compat/array/xorBy.d.ts</a:t>
            </a:r>
          </a:p>
          <a:p>
            <a:pPr>
              <a:defRPr sz="1200"/>
            </a:pPr>
            <a:r>
              <a:t>D:/pasar_fix/node_modules/.bun/es-toolkit@1.46.1/node_modules/es-toolkit/dist/compat/array/xorBy.js</a:t>
            </a:r>
          </a:p>
          <a:p>
            <a:pPr>
              <a:defRPr sz="1200"/>
            </a:pPr>
            <a:r>
              <a:t>D:/pasar_fix/node_modules/.bun/es-toolkit@1.46.1/node_modules/es-toolkit/dist/compat/array/xorBy.mjs</a:t>
            </a:r>
          </a:p>
          <a:p>
            <a:pPr>
              <a:defRPr sz="1200"/>
            </a:pPr>
            <a:r>
              <a:t>D:/pasar_fix/node_modules/.bun/es-toolkit@1.46.1/node_modules/es-toolkit/dist/compat/array/xorWith.d.mts</a:t>
            </a:r>
          </a:p>
          <a:p>
            <a:pPr>
              <a:defRPr sz="1200"/>
            </a:pPr>
            <a:r>
              <a:t>D:/pasar_fix/node_modules/.bun/es-toolkit@1.46.1/node_modules/es-toolkit/dist/compat/array/xorWith.d.ts</a:t>
            </a:r>
          </a:p>
          <a:p>
            <a:pPr>
              <a:defRPr sz="1200"/>
            </a:pPr>
            <a:r>
              <a:t>D:/pasar_fix/node_modules/.bun/es-toolkit@1.46.1/node_modules/es-toolkit/dist/compat/array/xorWith.js</a:t>
            </a:r>
          </a:p>
          <a:p>
            <a:pPr>
              <a:defRPr sz="1200"/>
            </a:pPr>
            <a:r>
              <a:t>D:/pasar_fix/node_modules/.bun/es-toolkit@1.46.1/node_modules/es-toolkit/dist/compat/array/xorWith.mjs</a:t>
            </a:r>
          </a:p>
          <a:p>
            <a:pPr>
              <a:defRPr sz="1200"/>
            </a:pPr>
            <a:r>
              <a:t>D:/pasar_fix/node_modules/.bun/es-toolkit@1.46.1/node_modules/es-toolkit/dist/compat/array/zip.d.mts</a:t>
            </a:r>
          </a:p>
          <a:p>
            <a:pPr>
              <a:defRPr sz="1200"/>
            </a:pPr>
            <a:r>
              <a:t>D:/pasar_fix/node_modules/.bun/es-toolkit@1.46.1/node_modules/es-toolkit/dist/compat/array/zip.d.ts</a:t>
            </a:r>
          </a:p>
          <a:p>
            <a:pPr>
              <a:defRPr sz="1200"/>
            </a:pPr>
            <a:r>
              <a:t>D:/pasar_fix/node_modules/.bun/es-toolkit@1.46.1/node_modules/es-toolkit/dist/compat/array/zip.js</a:t>
            </a:r>
          </a:p>
          <a:p>
            <a:pPr>
              <a:defRPr sz="1200"/>
            </a:pPr>
            <a:r>
              <a:t>D:/pasar_fix/node_modules/.bun/es-toolkit@1.46.1/node_modules/es-toolkit/dist/compat/array/zip.mjs</a:t>
            </a:r>
          </a:p>
          <a:p>
            <a:pPr>
              <a:defRPr sz="1200"/>
            </a:pPr>
            <a:r>
              <a:t>D:/pasar_fix/node_modules/.bun/es-toolkit@1.46.1/node_modules/es-toolkit/dist/compat/array/zipObject.d.mts</a:t>
            </a:r>
          </a:p>
          <a:p>
            <a:pPr>
              <a:defRPr sz="1200"/>
            </a:pPr>
            <a:r>
              <a:t>D:/pasar_fix/node_modules/.bun/es-toolkit@1.46.1/node_modules/es-toolkit/dist/compat/array/zipObject.d.ts</a:t>
            </a:r>
          </a:p>
          <a:p>
            <a:pPr>
              <a:defRPr sz="1200"/>
            </a:pPr>
            <a:r>
              <a:t>D:/pasar_fix/node_modules/.bun/es-toolkit@1.46.1/node_modules/es-toolkit/dist/compat/array/zipObject.js</a:t>
            </a:r>
          </a:p>
          <a:p>
            <a:pPr>
              <a:defRPr sz="1200"/>
            </a:pPr>
            <a:r>
              <a:t>D:/pasar_fix/node_modules/.bun/es-toolkit@1.46.1/node_modules/es-toolkit/dist/compat/array/zipObject.mjs</a:t>
            </a:r>
          </a:p>
          <a:p>
            <a:pPr>
              <a:defRPr sz="1200"/>
            </a:pPr>
            <a:r>
              <a:t>D:/pasar_fix/node_modules/.bun/es-toolkit@1.46.1/node_modules/es-toolkit/dist/compat/array/zipObjectDeep.d.mts</a:t>
            </a:r>
          </a:p>
          <a:p>
            <a:pPr>
              <a:defRPr sz="1200"/>
            </a:pPr>
            <a:r>
              <a:t>D:/pasar_fix/node_modules/.bun/es-toolkit@1.46.1/node_modules/es-toolkit/dist/compat/array/zipObjectDeep.d.ts</a:t>
            </a:r>
          </a:p>
          <a:p>
            <a:pPr>
              <a:defRPr sz="1200"/>
            </a:pPr>
            <a:r>
              <a:t>D:/pasar_fix/node_modules/.bun/es-toolkit@1.46.1/node_modules/es-toolkit/dist/compat/array/zipObjectDeep.js</a:t>
            </a:r>
          </a:p>
          <a:p>
            <a:pPr>
              <a:defRPr sz="1200"/>
            </a:pPr>
            <a:r>
              <a:t>D:/pasar_fix/node_modules/.bun/es-toolkit@1.46.1/node_modules/es-toolkit/dist/compat/array/zipObjectDeep.mjs</a:t>
            </a:r>
          </a:p>
          <a:p>
            <a:pPr>
              <a:defRPr sz="1200"/>
            </a:pPr>
            <a:r>
              <a:t>D:/pasar_fix/node_modules/.bun/es-toolkit@1.46.1/node_modules/es-toolkit/dist/compat/array/zipWith.d.mts</a:t>
            </a:r>
          </a:p>
          <a:p>
            <a:pPr>
              <a:defRPr sz="1200"/>
            </a:pPr>
            <a:r>
              <a:t>D:/pasar_fix/node_modules/.bun/es-toolkit@1.46.1/node_modules/es-toolkit/dist/compat/array/zipWith.d.ts</a:t>
            </a:r>
          </a:p>
          <a:p>
            <a:pPr>
              <a:defRPr sz="1200"/>
            </a:pPr>
            <a:r>
              <a:t>D:/pasar_fix/node_modules/.bun/es-toolkit@1.46.1/node_modules/es-toolkit/dist/compat/array/zipWith.js</a:t>
            </a:r>
          </a:p>
          <a:p>
            <a:pPr>
              <a:defRPr sz="1200"/>
            </a:pPr>
            <a:r>
              <a:t>D:/pasar_fix/node_modules/.bun/es-toolkit@1.46.1/node_modules/es-toolkit/dist/compat/array/zipWith.mjs</a:t>
            </a:r>
          </a:p>
          <a:p>
            <a:pPr>
              <a:defRPr sz="1200"/>
            </a:pPr>
            <a:r>
              <a:t>D:/pasar_fix/node_modules/.bun/es-toolkit@1.46.1/node_modules/es-toolkit/dist/compat/function/after.d.mts</a:t>
            </a:r>
          </a:p>
          <a:p>
            <a:pPr>
              <a:defRPr sz="1200"/>
            </a:pPr>
            <a:r>
              <a:t>D:/pasar_fix/node_modules/.bun/es-toolkit@1.46.1/node_modules/es-toolkit/dist/compat/function/after.d.ts</a:t>
            </a:r>
          </a:p>
          <a:p>
            <a:pPr>
              <a:defRPr sz="1200"/>
            </a:pPr>
            <a:r>
              <a:t>D:/pasar_fix/node_modules/.bun/es-toolkit@1.46.1/node_modules/es-toolkit/dist/compat/function/after.js</a:t>
            </a:r>
          </a:p>
          <a:p>
            <a:pPr>
              <a:defRPr sz="1200"/>
            </a:pPr>
            <a:r>
              <a:t>D:/pasar_fix/node_modules/.bun/es-toolkit@1.46.1/node_modules/es-toolkit/dist/compat/function/after.mjs</a:t>
            </a:r>
          </a:p>
          <a:p>
            <a:pPr>
              <a:defRPr sz="1200"/>
            </a:pPr>
            <a:r>
              <a:t>D:/pasar_fix/node_modules/.bun/es-toolkit@1.46.1/node_modules/es-toolkit/dist/compat/function/ary.d.mts</a:t>
            </a:r>
          </a:p>
          <a:p>
            <a:pPr>
              <a:defRPr sz="1200"/>
            </a:pPr>
            <a:r>
              <a:t>D:/pasar_fix/node_modules/.bun/es-toolkit@1.46.1/node_modules/es-toolkit/dist/compat/function/ary.d.ts</a:t>
            </a:r>
          </a:p>
          <a:p>
            <a:pPr>
              <a:defRPr sz="1200"/>
            </a:pPr>
            <a:r>
              <a:t>D:/pasar_fix/node_modules/.bun/es-toolkit@1.46.1/node_modules/es-toolkit/dist/compat/function/ary.js</a:t>
            </a:r>
          </a:p>
          <a:p>
            <a:pPr>
              <a:defRPr sz="1200"/>
            </a:pPr>
            <a:r>
              <a:t>D:/pasar_fix/node_modules/.bun/es-toolkit@1.46.1/node_modules/es-toolkit/dist/compat/function/ary.mjs</a:t>
            </a:r>
          </a:p>
          <a:p>
            <a:pPr>
              <a:defRPr sz="1200"/>
            </a:pPr>
            <a:r>
              <a:t>D:/pasar_fix/node_modules/.bun/es-toolkit@1.46.1/node_modules/es-toolkit/dist/compat/function/attempt.d.mts</a:t>
            </a:r>
          </a:p>
          <a:p>
            <a:pPr>
              <a:defRPr sz="1200"/>
            </a:pPr>
            <a:r>
              <a:t>D:/pasar_fix/node_modules/.bun/es-toolkit@1.46.1/node_modules/es-toolkit/dist/compat/function/attempt.d.ts</a:t>
            </a:r>
          </a:p>
          <a:p>
            <a:pPr>
              <a:defRPr sz="1200"/>
            </a:pPr>
            <a:r>
              <a:t>D:/pasar_fix/node_modules/.bun/es-toolkit@1.46.1/node_modules/es-toolkit/dist/compat/function/attempt.js</a:t>
            </a:r>
          </a:p>
          <a:p>
            <a:pPr>
              <a:defRPr sz="1200"/>
            </a:pPr>
            <a:r>
              <a:t>D:/pasar_fix/node_modules/.bun/es-toolkit@1.46.1/node_modules/es-toolkit/dist/compat/function/attempt.mjs</a:t>
            </a:r>
          </a:p>
          <a:p>
            <a:pPr>
              <a:defRPr sz="1200"/>
            </a:pPr>
            <a:r>
              <a:t>D:/pasar_fix/node_modules/.bun/es-toolkit@1.46.1/node_modules/es-toolkit/dist/compat/function/before.d.mts</a:t>
            </a:r>
          </a:p>
          <a:p>
            <a:pPr>
              <a:defRPr sz="1200"/>
            </a:pPr>
            <a:r>
              <a:t>D:/pasar_fix/node_modules/.bun/es-toolkit@1.46.1/node_modules/es-toolkit/dist/compat/function/before.d.ts</a:t>
            </a:r>
          </a:p>
          <a:p>
            <a:pPr>
              <a:defRPr sz="1200"/>
            </a:pPr>
            <a:r>
              <a:t>D:/pasar_fix/node_modules/.bun/es-toolkit@1.46.1/node_modules/es-toolkit/dist/compat/function/before.js</a:t>
            </a:r>
          </a:p>
          <a:p>
            <a:pPr>
              <a:defRPr sz="1200"/>
            </a:pPr>
            <a:r>
              <a:t>D:/pasar_fix/node_modules/.bun/es-toolkit@1.46.1/node_modules/es-toolkit/dist/compat/function/before.mjs</a:t>
            </a:r>
          </a:p>
          <a:p>
            <a:pPr>
              <a:defRPr sz="1200"/>
            </a:pPr>
            <a:r>
              <a:t>D:/pasar_fix/node_modules/.bun/es-toolkit@1.46.1/node_modules/es-toolkit/dist/compat/function/bind.d.mts</a:t>
            </a:r>
          </a:p>
          <a:p>
            <a:pPr>
              <a:defRPr sz="1200"/>
            </a:pPr>
            <a:r>
              <a:t>D:/pasar_fix/node_modules/.bun/es-toolkit@1.46.1/node_modules/es-toolkit/dist/compat/function/bind.d.ts</a:t>
            </a:r>
          </a:p>
          <a:p>
            <a:pPr>
              <a:defRPr sz="1200"/>
            </a:pPr>
            <a:r>
              <a:t>D:/pasar_fix/node_modules/.bun/es-toolkit@1.46.1/node_modules/es-toolkit/dist/compat/function/bind.js</a:t>
            </a:r>
          </a:p>
          <a:p>
            <a:pPr>
              <a:defRPr sz="1200"/>
            </a:pPr>
            <a:r>
              <a:t>D:/pasar_fix/node_modules/.bun/es-toolkit@1.46.1/node_modules/es-toolkit/dist/compat/function/bind.mjs</a:t>
            </a:r>
          </a:p>
          <a:p>
            <a:pPr>
              <a:defRPr sz="1200"/>
            </a:pPr>
            <a:r>
              <a:t>D:/pasar_fix/node_modules/.bun/es-toolkit@1.46.1/node_modules/es-toolkit/dist/compat/function/bindKey.d.mts</a:t>
            </a:r>
          </a:p>
          <a:p>
            <a:pPr>
              <a:defRPr sz="1200"/>
            </a:pPr>
            <a:r>
              <a:t>D:/pasar_fix/node_modules/.bun/es-toolkit@1.46.1/node_modules/es-toolkit/dist/compat/function/bindKey.d.ts</a:t>
            </a:r>
          </a:p>
          <a:p>
            <a:pPr>
              <a:defRPr sz="1200"/>
            </a:pPr>
            <a:r>
              <a:t>D:/pasar_fix/node_modules/.bun/es-toolkit@1.46.1/node_modules/es-toolkit/dist/compat/function/bindKey.js</a:t>
            </a:r>
          </a:p>
          <a:p>
            <a:pPr>
              <a:defRPr sz="1200"/>
            </a:pPr>
            <a:r>
              <a:t>D:/pasar_fix/node_modules/.bun/es-toolkit@1.46.1/node_modules/es-toolkit/dist/compat/function/bindKey.mjs</a:t>
            </a:r>
          </a:p>
          <a:p>
            <a:pPr>
              <a:defRPr sz="1200"/>
            </a:pPr>
            <a:r>
              <a:t>D:/pasar_fix/node_modules/.bun/es-toolkit@1.46.1/node_modules/es-toolkit/dist/compat/function/curry.d.mts</a:t>
            </a:r>
          </a:p>
          <a:p>
            <a:pPr>
              <a:defRPr sz="1200"/>
            </a:pPr>
            <a:r>
              <a:t>D:/pasar_fix/node_modules/.bun/es-toolkit@1.46.1/node_modules/es-toolkit/dist/compat/function/curry.d.ts</a:t>
            </a:r>
          </a:p>
          <a:p>
            <a:pPr>
              <a:defRPr sz="1200"/>
            </a:pPr>
            <a:r>
              <a:t>D:/pasar_fix/node_modules/.bun/es-toolkit@1.46.1/node_modules/es-toolkit/dist/compat/function/curry.js</a:t>
            </a:r>
          </a:p>
          <a:p>
            <a:pPr>
              <a:defRPr sz="1200"/>
            </a:pPr>
            <a:r>
              <a:t>D:/pasar_fix/node_modules/.bun/es-toolkit@1.46.1/node_modules/es-toolkit/dist/compat/function/curry.mjs</a:t>
            </a:r>
          </a:p>
          <a:p>
            <a:pPr>
              <a:defRPr sz="1200"/>
            </a:pPr>
            <a:r>
              <a:t>D:/pasar_fix/node_modules/.bun/es-toolkit@1.46.1/node_modules/es-toolkit/dist/compat/function/curryRight.d.mts</a:t>
            </a:r>
          </a:p>
          <a:p>
            <a:pPr>
              <a:defRPr sz="1200"/>
            </a:pPr>
            <a:r>
              <a:t>D:/pasar_fix/node_modules/.bun/es-toolkit@1.46.1/node_modules/es-toolkit/dist/compat/function/curryRight.d.ts</a:t>
            </a:r>
          </a:p>
          <a:p>
            <a:pPr>
              <a:defRPr sz="1200"/>
            </a:pPr>
            <a:r>
              <a:t>D:/pasar_fix/node_modules/.bun/es-toolkit@1.46.1/node_modules/es-toolkit/dist/compat/function/curryRight.js</a:t>
            </a:r>
          </a:p>
          <a:p>
            <a:pPr>
              <a:defRPr sz="1200"/>
            </a:pPr>
            <a:r>
              <a:t>D:/pasar_fix/node_modules/.bun/es-toolkit@1.46.1/node_modules/es-toolkit/dist/compat/function/curryRight.mjs</a:t>
            </a:r>
          </a:p>
          <a:p>
            <a:pPr>
              <a:defRPr sz="1200"/>
            </a:pPr>
            <a:r>
              <a:t>D:/pasar_fix/node_modules/.bun/es-toolkit@1.46.1/node_modules/es-toolkit/dist/compat/function/debounce.d.mts</a:t>
            </a:r>
          </a:p>
          <a:p>
            <a:pPr>
              <a:defRPr sz="1200"/>
            </a:pPr>
            <a:r>
              <a:t>D:/pasar_fix/node_modules/.bun/es-toolkit@1.46.1/node_modules/es-toolkit/dist/compat/function/debounce.d.ts</a:t>
            </a:r>
          </a:p>
          <a:p>
            <a:pPr>
              <a:defRPr sz="1200"/>
            </a:pPr>
            <a:r>
              <a:t>D:/pasar_fix/node_modules/.bun/es-toolkit@1.46.1/node_modules/es-toolkit/dist/compat/function/debounce.js</a:t>
            </a:r>
          </a:p>
          <a:p>
            <a:pPr>
              <a:defRPr sz="1200"/>
            </a:pPr>
            <a:r>
              <a:t>D:/pasar_fix/node_modules/.bun/es-toolkit@1.46.1/node_modules/es-toolkit/dist/compat/function/debounce.mjs</a:t>
            </a:r>
          </a:p>
          <a:p>
            <a:pPr>
              <a:defRPr sz="1200"/>
            </a:pPr>
            <a:r>
              <a:t>D:/pasar_fix/node_modules/.bun/es-toolkit@1.46.1/node_modules/es-toolkit/dist/compat/function/defer.d.mts</a:t>
            </a:r>
          </a:p>
          <a:p>
            <a:pPr>
              <a:defRPr sz="1200"/>
            </a:pPr>
            <a:r>
              <a:t>D:/pasar_fix/node_modules/.bun/es-toolkit@1.46.1/node_modules/es-toolkit/dist/compat/function/defer.d.ts</a:t>
            </a:r>
          </a:p>
          <a:p>
            <a:pPr>
              <a:defRPr sz="1200"/>
            </a:pPr>
            <a:r>
              <a:t>D:/pasar_fix/node_modules/.bun/es-toolkit@1.46.1/node_modules/es-toolkit/dist/compat/function/defer.js</a:t>
            </a:r>
          </a:p>
          <a:p>
            <a:pPr>
              <a:defRPr sz="1200"/>
            </a:pPr>
            <a:r>
              <a:t>D:/pasar_fix/node_modules/.bun/es-toolkit@1.46.1/node_modules/es-toolkit/dist/compat/function/defer.mjs</a:t>
            </a:r>
          </a:p>
          <a:p>
            <a:pPr>
              <a:defRPr sz="1200"/>
            </a:pPr>
            <a:r>
              <a:t>D:/pasar_fix/node_modules/.bun/es-toolkit@1.46.1/node_modules/es-toolkit/dist/compat/function/delay.d.mts</a:t>
            </a:r>
          </a:p>
          <a:p>
            <a:pPr>
              <a:defRPr sz="1200"/>
            </a:pPr>
            <a:r>
              <a:t>D:/pasar_fix/node_modules/.bun/es-toolkit@1.46.1/node_modules/es-toolkit/dist/compat/function/delay.d.ts</a:t>
            </a:r>
          </a:p>
          <a:p>
            <a:pPr>
              <a:defRPr sz="1200"/>
            </a:pPr>
            <a:r>
              <a:t>D:/pasar_fix/node_modules/.bun/es-toolkit@1.46.1/node_modules/es-toolkit/dist/compat/function/delay.js</a:t>
            </a:r>
          </a:p>
          <a:p>
            <a:pPr>
              <a:defRPr sz="1200"/>
            </a:pPr>
            <a:r>
              <a:t>D:/pasar_fix/node_modules/.bun/es-toolkit@1.46.1/node_modules/es-toolkit/dist/compat/function/delay.mjs</a:t>
            </a:r>
          </a:p>
          <a:p>
            <a:pPr>
              <a:defRPr sz="1200"/>
            </a:pPr>
            <a:r>
              <a:t>D:/pasar_fix/node_modules/.bun/es-toolkit@1.46.1/node_modules/es-toolkit/dist/compat/function/flip.d.mts</a:t>
            </a:r>
          </a:p>
          <a:p>
            <a:pPr>
              <a:defRPr sz="1200"/>
            </a:pPr>
            <a:r>
              <a:t>D:/pasar_fix/node_modules/.bun/es-toolkit@1.46.1/node_modules/es-toolkit/dist/compat/function/flip.d.ts</a:t>
            </a:r>
          </a:p>
          <a:p>
            <a:pPr>
              <a:defRPr sz="1200"/>
            </a:pPr>
            <a:r>
              <a:t>D:/pasar_fix/node_modules/.bun/es-toolkit@1.46.1/node_modules/es-toolkit/dist/compat/function/flip.js</a:t>
            </a:r>
          </a:p>
          <a:p>
            <a:pPr>
              <a:defRPr sz="1200"/>
            </a:pPr>
            <a:r>
              <a:t>D:/pasar_fix/node_modules/.bun/es-toolkit@1.46.1/node_modules/es-toolkit/dist/compat/function/flip.mjs</a:t>
            </a:r>
          </a:p>
          <a:p>
            <a:pPr>
              <a:defRPr sz="1200"/>
            </a:pPr>
            <a:r>
              <a:t>D:/pasar_fix/node_modules/.bun/es-toolkit@1.46.1/node_modules/es-toolkit/dist/compat/function/flow.d.mts</a:t>
            </a:r>
          </a:p>
          <a:p>
            <a:pPr>
              <a:defRPr sz="1200"/>
            </a:pPr>
            <a:r>
              <a:t>D:/pasar_fix/node_modules/.bun/es-toolkit@1.46.1/node_modules/es-toolkit/dist/compat/function/flow.d.ts</a:t>
            </a:r>
          </a:p>
          <a:p>
            <a:pPr>
              <a:defRPr sz="1200"/>
            </a:pPr>
            <a:r>
              <a:t>D:/pasar_fix/node_modules/.bun/es-toolkit@1.46.1/node_modules/es-toolkit/dist/compat/function/flow.js</a:t>
            </a:r>
          </a:p>
          <a:p>
            <a:pPr>
              <a:defRPr sz="1200"/>
            </a:pPr>
            <a:r>
              <a:t>D:/pasar_fix/node_modules/.bun/es-toolkit@1.46.1/node_modules/es-toolkit/dist/compat/function/flow.mjs</a:t>
            </a:r>
          </a:p>
          <a:p>
            <a:pPr>
              <a:defRPr sz="1200"/>
            </a:pPr>
            <a:r>
              <a:t>D:/pasar_fix/node_modules/.bun/es-toolkit@1.46.1/node_modules/es-toolkit/dist/compat/function/flowRight.d.mts</a:t>
            </a:r>
          </a:p>
          <a:p>
            <a:pPr>
              <a:defRPr sz="1200"/>
            </a:pPr>
            <a:r>
              <a:t>D:/pasar_fix/node_modules/.bun/es-toolkit@1.46.1/node_modules/es-toolkit/dist/compat/function/flowRight.d.ts</a:t>
            </a:r>
          </a:p>
          <a:p>
            <a:pPr>
              <a:defRPr sz="1200"/>
            </a:pPr>
            <a:r>
              <a:t>D:/pasar_fix/node_modules/.bun/es-toolkit@1.46.1/node_modules/es-toolkit/dist/compat/function/flowRight.js</a:t>
            </a:r>
          </a:p>
          <a:p>
            <a:pPr>
              <a:defRPr sz="1200"/>
            </a:pPr>
            <a:r>
              <a:t>D:/pasar_fix/node_modules/.bun/es-toolkit@1.46.1/node_modules/es-toolkit/dist/compat/function/flowRight.mjs</a:t>
            </a:r>
          </a:p>
          <a:p>
            <a:pPr>
              <a:defRPr sz="1200"/>
            </a:pPr>
            <a:r>
              <a:t>D:/pasar_fix/node_modules/.bun/es-toolkit@1.46.1/node_modules/es-toolkit/dist/compat/function/identity.d.mts</a:t>
            </a:r>
          </a:p>
          <a:p>
            <a:pPr>
              <a:defRPr sz="1200"/>
            </a:pPr>
            <a:r>
              <a:t>D:/pasar_fix/node_modules/.bun/es-toolkit@1.46.1/node_modules/es-toolkit/dist/compat/function/identity.d.ts</a:t>
            </a:r>
          </a:p>
          <a:p>
            <a:pPr>
              <a:defRPr sz="1200"/>
            </a:pPr>
            <a:r>
              <a:t>D:/pasar_fix/node_modules/.bun/es-toolkit@1.46.1/node_modules/es-toolkit/dist/compat/function/identity.js</a:t>
            </a:r>
          </a:p>
          <a:p>
            <a:pPr>
              <a:defRPr sz="1200"/>
            </a:pPr>
            <a:r>
              <a:t>D:/pasar_fix/node_modules/.bun/es-toolkit@1.46.1/node_modules/es-toolkit/dist/compat/function/identity.mjs</a:t>
            </a:r>
          </a:p>
          <a:p>
            <a:pPr>
              <a:defRPr sz="1200"/>
            </a:pPr>
            <a:r>
              <a:t>D:/pasar_fix/node_modules/.bun/es-toolkit@1.46.1/node_modules/es-toolkit/dist/compat/function/memoize.d.mts</a:t>
            </a:r>
          </a:p>
          <a:p>
            <a:pPr>
              <a:defRPr sz="1200"/>
            </a:pPr>
            <a:r>
              <a:t>D:/pasar_fix/node_modules/.bun/es-toolkit@1.46.1/node_modules/es-toolkit/dist/compat/function/memoize.d.ts</a:t>
            </a:r>
          </a:p>
          <a:p>
            <a:pPr>
              <a:defRPr sz="1200"/>
            </a:pPr>
            <a:r>
              <a:t>D:/pasar_fix/node_modules/.bun/es-toolkit@1.46.1/node_modules/es-toolkit/dist/compat/function/memoize.js</a:t>
            </a:r>
          </a:p>
          <a:p>
            <a:pPr>
              <a:defRPr sz="1200"/>
            </a:pPr>
            <a:r>
              <a:t>D:/pasar_fix/node_modules/.bun/es-toolkit@1.46.1/node_modules/es-toolkit/dist/compat/function/memoize.mjs</a:t>
            </a:r>
          </a:p>
          <a:p>
            <a:pPr>
              <a:defRPr sz="1200"/>
            </a:pPr>
            <a:r>
              <a:t>D:/pasar_fix/node_modules/.bun/es-toolkit@1.46.1/node_modules/es-toolkit/dist/compat/function/negate.d.mts</a:t>
            </a:r>
          </a:p>
          <a:p>
            <a:pPr>
              <a:defRPr sz="1200"/>
            </a:pPr>
            <a:r>
              <a:t>D:/pasar_fix/node_modules/.bun/es-toolkit@1.46.1/node_modules/es-toolkit/dist/compat/function/negate.d.ts</a:t>
            </a:r>
          </a:p>
          <a:p>
            <a:pPr>
              <a:defRPr sz="1200"/>
            </a:pPr>
            <a:r>
              <a:t>D:/pasar_fix/node_modules/.bun/es-toolkit@1.46.1/node_modules/es-toolkit/dist/compat/function/negate.js</a:t>
            </a:r>
          </a:p>
          <a:p>
            <a:pPr>
              <a:defRPr sz="1200"/>
            </a:pPr>
            <a:r>
              <a:t>D:/pasar_fix/node_modules/.bun/es-toolkit@1.46.1/node_modules/es-toolkit/dist/compat/function/negate.mjs</a:t>
            </a:r>
          </a:p>
          <a:p>
            <a:pPr>
              <a:defRPr sz="1200"/>
            </a:pPr>
            <a:r>
              <a:t>D:/pasar_fix/node_modules/.bun/es-toolkit@1.46.1/node_modules/es-toolkit/dist/compat/function/noop.d.mts</a:t>
            </a:r>
          </a:p>
          <a:p>
            <a:pPr>
              <a:defRPr sz="1200"/>
            </a:pPr>
            <a:r>
              <a:t>D:/pasar_fix/node_modules/.bun/es-toolkit@1.46.1/node_modules/es-toolkit/dist/compat/function/noop.d.ts</a:t>
            </a:r>
          </a:p>
          <a:p>
            <a:pPr>
              <a:defRPr sz="1200"/>
            </a:pPr>
            <a:r>
              <a:t>D:/pasar_fix/node_modules/.bun/es-toolkit@1.46.1/node_modules/es-toolkit/dist/compat/function/noop.js</a:t>
            </a:r>
          </a:p>
          <a:p>
            <a:pPr>
              <a:defRPr sz="1200"/>
            </a:pPr>
            <a:r>
              <a:t>D:/pasar_fix/node_modules/.bun/es-toolkit@1.46.1/node_modules/es-toolkit/dist/compat/function/noop.mjs</a:t>
            </a:r>
          </a:p>
          <a:p>
            <a:pPr>
              <a:defRPr sz="1200"/>
            </a:pPr>
            <a:r>
              <a:t>D:/pasar_fix/node_modules/.bun/es-toolkit@1.46.1/node_modules/es-toolkit/dist/compat/function/nthArg.d.mts</a:t>
            </a:r>
          </a:p>
          <a:p>
            <a:pPr>
              <a:defRPr sz="1200"/>
            </a:pPr>
            <a:r>
              <a:t>D:/pasar_fix/node_modules/.bun/es-toolkit@1.46.1/node_modules/es-toolkit/dist/compat/function/nthArg.d.ts</a:t>
            </a:r>
          </a:p>
          <a:p>
            <a:pPr>
              <a:defRPr sz="1200"/>
            </a:pPr>
            <a:r>
              <a:t>D:/pasar_fix/node_modules/.bun/es-toolkit@1.46.1/node_modules/es-toolkit/dist/compat/function/nthArg.js</a:t>
            </a:r>
          </a:p>
          <a:p>
            <a:pPr>
              <a:defRPr sz="1200"/>
            </a:pPr>
            <a:r>
              <a:t>D:/pasar_fix/node_modules/.bun/es-toolkit@1.46.1/node_modules/es-toolkit/dist/compat/function/nthArg.mjs</a:t>
            </a:r>
          </a:p>
          <a:p>
            <a:pPr>
              <a:defRPr sz="1200"/>
            </a:pPr>
            <a:r>
              <a:t>D:/pasar_fix/node_modules/.bun/es-toolkit@1.46.1/node_modules/es-toolkit/dist/compat/function/once.d.mts</a:t>
            </a:r>
          </a:p>
          <a:p>
            <a:pPr>
              <a:defRPr sz="1200"/>
            </a:pPr>
            <a:r>
              <a:t>D:/pasar_fix/node_modules/.bun/es-toolkit@1.46.1/node_modules/es-toolkit/dist/compat/function/once.d.ts</a:t>
            </a:r>
          </a:p>
          <a:p>
            <a:pPr>
              <a:defRPr sz="1200"/>
            </a:pPr>
            <a:r>
              <a:t>D:/pasar_fix/node_modules/.bun/es-toolkit@1.46.1/node_modules/es-toolkit/dist/compat/function/once.js</a:t>
            </a:r>
          </a:p>
          <a:p>
            <a:pPr>
              <a:defRPr sz="1200"/>
            </a:pPr>
            <a:r>
              <a:t>D:/pasar_fix/node_modules/.bun/es-toolkit@1.46.1/node_modules/es-toolkit/dist/compat/function/once.mjs</a:t>
            </a:r>
          </a:p>
          <a:p>
            <a:pPr>
              <a:defRPr sz="1200"/>
            </a:pPr>
            <a:r>
              <a:t>D:/pasar_fix/node_modules/.bun/es-toolkit@1.46.1/node_modules/es-toolkit/dist/compat/function/overArgs.d.mts</a:t>
            </a:r>
          </a:p>
          <a:p>
            <a:pPr>
              <a:defRPr sz="1200"/>
            </a:pPr>
            <a:r>
              <a:t>D:/pasar_fix/node_modules/.bun/es-toolkit@1.46.1/node_modules/es-toolkit/dist/compat/function/overArgs.d.ts</a:t>
            </a:r>
          </a:p>
          <a:p>
            <a:pPr>
              <a:defRPr sz="1200"/>
            </a:pPr>
            <a:r>
              <a:t>D:/pasar_fix/node_modules/.bun/es-toolkit@1.46.1/node_modules/es-toolkit/dist/compat/function/overArgs.js</a:t>
            </a:r>
          </a:p>
          <a:p>
            <a:pPr>
              <a:defRPr sz="1200"/>
            </a:pPr>
            <a:r>
              <a:t>D:/pasar_fix/node_modules/.bun/es-toolkit@1.46.1/node_modules/es-toolkit/dist/compat/function/overArgs.mjs</a:t>
            </a:r>
          </a:p>
          <a:p>
            <a:pPr>
              <a:defRPr sz="1200"/>
            </a:pPr>
            <a:r>
              <a:t>D:/pasar_fix/node_modules/.bun/es-toolkit@1.46.1/node_modules/es-toolkit/dist/compat/function/partial.d.mts</a:t>
            </a:r>
          </a:p>
          <a:p>
            <a:pPr>
              <a:defRPr sz="1200"/>
            </a:pPr>
            <a:r>
              <a:t>D:/pasar_fix/node_modules/.bun/es-toolkit@1.46.1/node_modules/es-toolkit/dist/compat/function/partial.d.ts</a:t>
            </a:r>
          </a:p>
          <a:p>
            <a:pPr>
              <a:defRPr sz="1200"/>
            </a:pPr>
            <a:r>
              <a:t>D:/pasar_fix/node_modules/.bun/es-toolkit@1.46.1/node_modules/es-toolkit/dist/compat/function/partial.js</a:t>
            </a:r>
          </a:p>
          <a:p>
            <a:pPr>
              <a:defRPr sz="1200"/>
            </a:pPr>
            <a:r>
              <a:t>D:/pasar_fix/node_modules/.bun/es-toolkit@1.46.1/node_modules/es-toolkit/dist/compat/function/partial.mjs</a:t>
            </a:r>
          </a:p>
          <a:p>
            <a:pPr>
              <a:defRPr sz="1200"/>
            </a:pPr>
            <a:r>
              <a:t>D:/pasar_fix/node_modules/.bun/es-toolkit@1.46.1/node_modules/es-toolkit/dist/compat/function/partialRight.d.mts</a:t>
            </a:r>
          </a:p>
          <a:p>
            <a:pPr>
              <a:defRPr sz="1200"/>
            </a:pPr>
            <a:r>
              <a:t>D:/pasar_fix/node_modules/.bun/es-toolkit@1.46.1/node_modules/es-toolkit/dist/compat/function/partialRight.d.ts</a:t>
            </a:r>
          </a:p>
          <a:p>
            <a:pPr>
              <a:defRPr sz="1200"/>
            </a:pPr>
            <a:r>
              <a:t>D:/pasar_fix/node_modules/.bun/es-toolkit@1.46.1/node_modules/es-toolkit/dist/compat/function/partialRight.js</a:t>
            </a:r>
          </a:p>
          <a:p>
            <a:pPr>
              <a:defRPr sz="1200"/>
            </a:pPr>
            <a:r>
              <a:t>D:/pasar_fix/node_modules/.bun/es-toolkit@1.46.1/node_modules/es-toolkit/dist/compat/function/partialRight.mjs</a:t>
            </a:r>
          </a:p>
          <a:p>
            <a:pPr>
              <a:defRPr sz="1200"/>
            </a:pPr>
            <a:r>
              <a:t>D:/pasar_fix/node_modules/.bun/es-toolkit@1.46.1/node_modules/es-toolkit/dist/compat/function/rearg.d.mts</a:t>
            </a:r>
          </a:p>
          <a:p>
            <a:pPr>
              <a:defRPr sz="1200"/>
            </a:pPr>
            <a:r>
              <a:t>D:/pasar_fix/node_modules/.bun/es-toolkit@1.46.1/node_modules/es-toolkit/dist/compat/function/rearg.d.ts</a:t>
            </a:r>
          </a:p>
          <a:p>
            <a:pPr>
              <a:defRPr sz="1200"/>
            </a:pPr>
            <a:r>
              <a:t>D:/pasar_fix/node_modules/.bun/es-toolkit@1.46.1/node_modules/es-toolkit/dist/compat/function/rearg.js</a:t>
            </a:r>
          </a:p>
          <a:p>
            <a:pPr>
              <a:defRPr sz="1200"/>
            </a:pPr>
            <a:r>
              <a:t>D:/pasar_fix/node_modules/.bun/es-toolkit@1.46.1/node_modules/es-toolkit/dist/compat/function/rearg.mjs</a:t>
            </a:r>
          </a:p>
          <a:p>
            <a:pPr>
              <a:defRPr sz="1200"/>
            </a:pPr>
            <a:r>
              <a:t>D:/pasar_fix/node_modules/.bun/es-toolkit@1.46.1/node_modules/es-toolkit/dist/compat/function/rest.d.mts</a:t>
            </a:r>
          </a:p>
          <a:p>
            <a:pPr>
              <a:defRPr sz="1200"/>
            </a:pPr>
            <a:r>
              <a:t>D:/pasar_fix/node_modules/.bun/es-toolkit@1.46.1/node_modules/es-toolkit/dist/compat/function/rest.d.ts</a:t>
            </a:r>
          </a:p>
          <a:p>
            <a:pPr>
              <a:defRPr sz="1200"/>
            </a:pPr>
            <a:r>
              <a:t>D:/pasar_fix/node_modules/.bun/es-toolkit@1.46.1/node_modules/es-toolkit/dist/compat/function/rest.js</a:t>
            </a:r>
          </a:p>
          <a:p>
            <a:pPr>
              <a:defRPr sz="1200"/>
            </a:pPr>
            <a:r>
              <a:t>D:/pasar_fix/node_modules/.bun/es-toolkit@1.46.1/node_modules/es-toolkit/dist/compat/function/rest.mjs</a:t>
            </a:r>
          </a:p>
          <a:p>
            <a:pPr>
              <a:defRPr sz="1200"/>
            </a:pPr>
            <a:r>
              <a:t>D:/pasar_fix/node_modules/.bun/es-toolkit@1.46.1/node_modules/es-toolkit/dist/compat/function/spread.d.mts</a:t>
            </a:r>
          </a:p>
          <a:p>
            <a:pPr>
              <a:defRPr sz="1200"/>
            </a:pPr>
            <a:r>
              <a:t>D:/pasar_fix/node_modules/.bun/es-toolkit@1.46.1/node_modules/es-toolkit/dist/compat/function/spread.d.ts</a:t>
            </a:r>
          </a:p>
          <a:p>
            <a:pPr>
              <a:defRPr sz="1200"/>
            </a:pPr>
            <a:r>
              <a:t>D:/pasar_fix/node_modules/.bun/es-toolkit@1.46.1/node_modules/es-toolkit/dist/compat/function/spread.js</a:t>
            </a:r>
          </a:p>
          <a:p>
            <a:pPr>
              <a:defRPr sz="1200"/>
            </a:pPr>
            <a:r>
              <a:t>D:/pasar_fix/node_modules/.bun/es-toolkit@1.46.1/node_modules/es-toolkit/dist/compat/function/spread.mjs</a:t>
            </a:r>
          </a:p>
          <a:p>
            <a:pPr>
              <a:defRPr sz="1200"/>
            </a:pPr>
            <a:r>
              <a:t>D:/pasar_fix/node_modules/.bun/es-toolkit@1.46.1/node_modules/es-toolkit/dist/compat/function/throttle.d.mts</a:t>
            </a:r>
          </a:p>
          <a:p>
            <a:pPr>
              <a:defRPr sz="1200"/>
            </a:pPr>
            <a:r>
              <a:t>D:/pasar_fix/node_modules/.bun/es-toolkit@1.46.1/node_modules/es-toolkit/dist/compat/function/throttle.d.ts</a:t>
            </a:r>
          </a:p>
          <a:p>
            <a:pPr>
              <a:defRPr sz="1200"/>
            </a:pPr>
            <a:r>
              <a:t>D:/pasar_fix/node_modules/.bun/es-toolkit@1.46.1/node_modules/es-toolkit/dist/compat/function/throttle.js</a:t>
            </a:r>
          </a:p>
          <a:p>
            <a:pPr>
              <a:defRPr sz="1200"/>
            </a:pPr>
            <a:r>
              <a:t>D:/pasar_fix/node_modules/.bun/es-toolkit@1.46.1/node_modules/es-toolkit/dist/compat/function/throttle.mjs</a:t>
            </a:r>
          </a:p>
          <a:p>
            <a:pPr>
              <a:defRPr sz="1200"/>
            </a:pPr>
            <a:r>
              <a:t>D:/pasar_fix/node_modules/.bun/es-toolkit@1.46.1/node_modules/es-toolkit/dist/compat/function/unary.d.mts</a:t>
            </a:r>
          </a:p>
          <a:p>
            <a:pPr>
              <a:defRPr sz="1200"/>
            </a:pPr>
            <a:r>
              <a:t>D:/pasar_fix/node_modules/.bun/es-toolkit@1.46.1/node_modules/es-toolkit/dist/compat/function/unary.d.ts</a:t>
            </a:r>
          </a:p>
          <a:p>
            <a:pPr>
              <a:defRPr sz="1200"/>
            </a:pPr>
            <a:r>
              <a:t>D:/pasar_fix/node_modules/.bun/es-toolkit@1.46.1/node_modules/es-toolkit/dist/compat/function/unary.js</a:t>
            </a:r>
          </a:p>
          <a:p>
            <a:pPr>
              <a:defRPr sz="1200"/>
            </a:pPr>
            <a:r>
              <a:t>D:/pasar_fix/node_modules/.bun/es-toolkit@1.46.1/node_modules/es-toolkit/dist/compat/function/unary.mjs</a:t>
            </a:r>
          </a:p>
          <a:p>
            <a:pPr>
              <a:defRPr sz="1200"/>
            </a:pPr>
            <a:r>
              <a:t>D:/pasar_fix/node_modules/.bun/es-toolkit@1.46.1/node_modules/es-toolkit/dist/compat/function/wrap.d.mts</a:t>
            </a:r>
          </a:p>
          <a:p>
            <a:pPr>
              <a:defRPr sz="1200"/>
            </a:pPr>
            <a:r>
              <a:t>D:/pasar_fix/node_modules/.bun/es-toolkit@1.46.1/node_modules/es-toolkit/dist/compat/function/wrap.d.ts</a:t>
            </a:r>
          </a:p>
          <a:p>
            <a:pPr>
              <a:defRPr sz="1200"/>
            </a:pPr>
            <a:r>
              <a:t>D:/pasar_fix/node_modules/.bun/es-toolkit@1.46.1/node_modules/es-toolkit/dist/compat/function/wrap.js</a:t>
            </a:r>
          </a:p>
          <a:p>
            <a:pPr>
              <a:defRPr sz="1200"/>
            </a:pPr>
            <a:r>
              <a:t>D:/pasar_fix/node_modules/.bun/es-toolkit@1.46.1/node_modules/es-toolkit/dist/compat/function/wrap.mjs</a:t>
            </a:r>
          </a:p>
          <a:p>
            <a:pPr>
              <a:defRPr sz="1200"/>
            </a:pPr>
            <a:r>
              <a:t>D:/pasar_fix/node_modules/.bun/es-toolkit@1.46.1/node_modules/es-toolkit/dist/compat/math/add.d.mts</a:t>
            </a:r>
          </a:p>
          <a:p>
            <a:pPr>
              <a:defRPr sz="1200"/>
            </a:pPr>
            <a:r>
              <a:t>D:/pasar_fix/node_modules/.bun/es-toolkit@1.46.1/node_modules/es-toolkit/dist/compat/math/add.d.ts</a:t>
            </a:r>
          </a:p>
          <a:p>
            <a:pPr>
              <a:defRPr sz="1200"/>
            </a:pPr>
            <a:r>
              <a:t>D:/pasar_fix/node_modules/.bun/es-toolkit@1.46.1/node_modules/es-toolkit/dist/compat/math/add.js</a:t>
            </a:r>
          </a:p>
          <a:p>
            <a:pPr>
              <a:defRPr sz="1200"/>
            </a:pPr>
            <a:r>
              <a:t>D:/pasar_fix/node_modules/.bun/es-toolkit@1.46.1/node_modules/es-toolkit/dist/compat/math/add.mjs</a:t>
            </a:r>
          </a:p>
          <a:p>
            <a:pPr>
              <a:defRPr sz="1200"/>
            </a:pPr>
            <a:r>
              <a:t>D:/pasar_fix/node_modules/.bun/es-toolkit@1.46.1/node_modules/es-toolkit/dist/compat/math/ceil.d.mts</a:t>
            </a:r>
          </a:p>
          <a:p>
            <a:pPr>
              <a:defRPr sz="1200"/>
            </a:pPr>
            <a:r>
              <a:t>D:/pasar_fix/node_modules/.bun/es-toolkit@1.46.1/node_modules/es-toolkit/dist/compat/math/ceil.d.ts</a:t>
            </a:r>
          </a:p>
          <a:p>
            <a:pPr>
              <a:defRPr sz="1200"/>
            </a:pPr>
            <a:r>
              <a:t>D:/pasar_fix/node_modules/.bun/es-toolkit@1.46.1/node_modules/es-toolkit/dist/compat/math/ceil.js</a:t>
            </a:r>
          </a:p>
          <a:p>
            <a:pPr>
              <a:defRPr sz="1200"/>
            </a:pPr>
            <a:r>
              <a:t>D:/pasar_fix/node_modules/.bun/es-toolkit@1.46.1/node_modules/es-toolkit/dist/compat/math/ceil.mjs</a:t>
            </a:r>
          </a:p>
          <a:p>
            <a:pPr>
              <a:defRPr sz="1200"/>
            </a:pPr>
            <a:r>
              <a:t>D:/pasar_fix/node_modules/.bun/es-toolkit@1.46.1/node_modules/es-toolkit/dist/compat/math/clamp.d.mts</a:t>
            </a:r>
          </a:p>
          <a:p>
            <a:pPr>
              <a:defRPr sz="1200"/>
            </a:pPr>
            <a:r>
              <a:t>D:/pasar_fix/node_modules/.bun/es-toolkit@1.46.1/node_modules/es-toolkit/dist/compat/math/clamp.d.ts</a:t>
            </a:r>
          </a:p>
          <a:p>
            <a:pPr>
              <a:defRPr sz="1200"/>
            </a:pPr>
            <a:r>
              <a:t>D:/pasar_fix/node_modules/.bun/es-toolkit@1.46.1/node_modules/es-toolkit/dist/compat/math/clamp.js</a:t>
            </a:r>
          </a:p>
          <a:p>
            <a:pPr>
              <a:defRPr sz="1200"/>
            </a:pPr>
            <a:r>
              <a:t>D:/pasar_fix/node_modules/.bun/es-toolkit@1.46.1/node_modules/es-toolkit/dist/compat/math/clamp.mjs</a:t>
            </a:r>
          </a:p>
          <a:p>
            <a:pPr>
              <a:defRPr sz="1200"/>
            </a:pPr>
            <a:r>
              <a:t>D:/pasar_fix/node_modules/.bun/es-toolkit@1.46.1/node_modules/es-toolkit/dist/compat/math/divide.d.mts</a:t>
            </a:r>
          </a:p>
          <a:p>
            <a:pPr>
              <a:defRPr sz="1200"/>
            </a:pPr>
            <a:r>
              <a:t>D:/pasar_fix/node_modules/.bun/es-toolkit@1.46.1/node_modules/es-toolkit/dist/compat/math/divide.d.ts</a:t>
            </a:r>
          </a:p>
          <a:p>
            <a:pPr>
              <a:defRPr sz="1200"/>
            </a:pPr>
            <a:r>
              <a:t>D:/pasar_fix/node_modules/.bun/es-toolkit@1.46.1/node_modules/es-toolkit/dist/compat/math/divide.js</a:t>
            </a:r>
          </a:p>
          <a:p>
            <a:pPr>
              <a:defRPr sz="1200"/>
            </a:pPr>
            <a:r>
              <a:t>D:/pasar_fix/node_modules/.bun/es-toolkit@1.46.1/node_modules/es-toolkit/dist/compat/math/divide.mjs</a:t>
            </a:r>
          </a:p>
          <a:p>
            <a:pPr>
              <a:defRPr sz="1200"/>
            </a:pPr>
            <a:r>
              <a:t>D:/pasar_fix/node_modules/.bun/es-toolkit@1.46.1/node_modules/es-toolkit/dist/compat/math/floor.d.mts</a:t>
            </a:r>
          </a:p>
          <a:p>
            <a:pPr>
              <a:defRPr sz="1200"/>
            </a:pPr>
            <a:r>
              <a:t>D:/pasar_fix/node_modules/.bun/es-toolkit@1.46.1/node_modules/es-toolkit/dist/compat/math/floor.d.ts</a:t>
            </a:r>
          </a:p>
          <a:p>
            <a:pPr>
              <a:defRPr sz="1200"/>
            </a:pPr>
            <a:r>
              <a:t>D:/pasar_fix/node_modules/.bun/es-toolkit@1.46.1/node_modules/es-toolkit/dist/compat/math/floor.js</a:t>
            </a:r>
          </a:p>
          <a:p>
            <a:pPr>
              <a:defRPr sz="1200"/>
            </a:pPr>
            <a:r>
              <a:t>D:/pasar_fix/node_modules/.bun/es-toolkit@1.46.1/node_modules/es-toolkit/dist/compat/math/floor.mjs</a:t>
            </a:r>
          </a:p>
          <a:p>
            <a:pPr>
              <a:defRPr sz="1200"/>
            </a:pPr>
            <a:r>
              <a:t>D:/pasar_fix/node_modules/.bun/es-toolkit@1.46.1/node_modules/es-toolkit/dist/compat/math/inRange.d.mts</a:t>
            </a:r>
          </a:p>
          <a:p>
            <a:pPr>
              <a:defRPr sz="1200"/>
            </a:pPr>
            <a:r>
              <a:t>D:/pasar_fix/node_modules/.bun/es-toolkit@1.46.1/node_modules/es-toolkit/dist/compat/math/inRange.d.ts</a:t>
            </a:r>
          </a:p>
          <a:p>
            <a:pPr>
              <a:defRPr sz="1200"/>
            </a:pPr>
            <a:r>
              <a:t>D:/pasar_fix/node_modules/.bun/es-toolkit@1.46.1/node_modules/es-toolkit/dist/compat/math/inRange.js</a:t>
            </a:r>
          </a:p>
          <a:p>
            <a:pPr>
              <a:defRPr sz="1200"/>
            </a:pPr>
            <a:r>
              <a:t>D:/pasar_fix/node_modules/.bun/es-toolkit@1.46.1/node_modules/es-toolkit/dist/compat/math/inRange.mjs</a:t>
            </a:r>
          </a:p>
          <a:p>
            <a:pPr>
              <a:defRPr sz="1200"/>
            </a:pPr>
            <a:r>
              <a:t>D:/pasar_fix/node_modules/.bun/es-toolkit@1.46.1/node_modules/es-toolkit/dist/compat/math/max.d.mts</a:t>
            </a:r>
          </a:p>
          <a:p>
            <a:pPr>
              <a:defRPr sz="1200"/>
            </a:pPr>
            <a:r>
              <a:t>D:/pasar_fix/node_modules/.bun/es-toolkit@1.46.1/node_modules/es-toolkit/dist/compat/math/max.d.ts</a:t>
            </a:r>
          </a:p>
          <a:p>
            <a:pPr>
              <a:defRPr sz="1200"/>
            </a:pPr>
            <a:r>
              <a:t>D:/pasar_fix/node_modules/.bun/es-toolkit@1.46.1/node_modules/es-toolkit/dist/compat/math/max.js</a:t>
            </a:r>
          </a:p>
          <a:p>
            <a:pPr>
              <a:defRPr sz="1200"/>
            </a:pPr>
            <a:r>
              <a:t>D:/pasar_fix/node_modules/.bun/es-toolkit@1.46.1/node_modules/es-toolkit/dist/compat/math/max.mjs</a:t>
            </a:r>
          </a:p>
          <a:p>
            <a:pPr>
              <a:defRPr sz="1200"/>
            </a:pPr>
            <a:r>
              <a:t>D:/pasar_fix/node_modules/.bun/es-toolkit@1.46.1/node_modules/es-toolkit/dist/compat/math/maxBy.d.mts</a:t>
            </a:r>
          </a:p>
          <a:p>
            <a:pPr>
              <a:defRPr sz="1200"/>
            </a:pPr>
            <a:r>
              <a:t>D:/pasar_fix/node_modules/.bun/es-toolkit@1.46.1/node_modules/es-toolkit/dist/compat/math/maxBy.d.ts</a:t>
            </a:r>
          </a:p>
          <a:p>
            <a:pPr>
              <a:defRPr sz="1200"/>
            </a:pPr>
            <a:r>
              <a:t>D:/pasar_fix/node_modules/.bun/es-toolkit@1.46.1/node_modules/es-toolkit/dist/compat/math/maxBy.js</a:t>
            </a:r>
          </a:p>
          <a:p>
            <a:pPr>
              <a:defRPr sz="1200"/>
            </a:pPr>
            <a:r>
              <a:t>D:/pasar_fix/node_modules/.bun/es-toolkit@1.46.1/node_modules/es-toolkit/dist/compat/math/maxBy.mjs</a:t>
            </a:r>
          </a:p>
          <a:p>
            <a:pPr>
              <a:defRPr sz="1200"/>
            </a:pPr>
            <a:r>
              <a:t>D:/pasar_fix/node_modules/.bun/es-toolkit@1.46.1/node_modules/es-toolkit/dist/compat/math/mean.d.mts</a:t>
            </a:r>
          </a:p>
          <a:p>
            <a:pPr>
              <a:defRPr sz="1200"/>
            </a:pPr>
            <a:r>
              <a:t>D:/pasar_fix/node_modules/.bun/es-toolkit@1.46.1/node_modules/es-toolkit/dist/compat/math/mean.d.ts</a:t>
            </a:r>
          </a:p>
          <a:p>
            <a:pPr>
              <a:defRPr sz="1200"/>
            </a:pPr>
            <a:r>
              <a:t>D:/pasar_fix/node_modules/.bun/es-toolkit@1.46.1/node_modules/es-toolkit/dist/compat/math/mean.js</a:t>
            </a:r>
          </a:p>
          <a:p>
            <a:pPr>
              <a:defRPr sz="1200"/>
            </a:pPr>
            <a:r>
              <a:t>D:/pasar_fix/node_modules/.bun/es-toolkit@1.46.1/node_modules/es-toolkit/dist/compat/math/mean.mjs</a:t>
            </a:r>
          </a:p>
          <a:p>
            <a:pPr>
              <a:defRPr sz="1200"/>
            </a:pPr>
            <a:r>
              <a:t>D:/pasar_fix/node_modules/.bun/es-toolkit@1.46.1/node_modules/es-toolkit/dist/compat/math/meanBy.d.mts</a:t>
            </a:r>
          </a:p>
          <a:p>
            <a:pPr>
              <a:defRPr sz="1200"/>
            </a:pPr>
            <a:r>
              <a:t>D:/pasar_fix/node_modules/.bun/es-toolkit@1.46.1/node_modules/es-toolkit/dist/compat/math/meanBy.d.ts</a:t>
            </a:r>
          </a:p>
          <a:p>
            <a:pPr>
              <a:defRPr sz="1200"/>
            </a:pPr>
            <a:r>
              <a:t>D:/pasar_fix/node_modules/.bun/es-toolkit@1.46.1/node_modules/es-toolkit/dist/compat/math/meanBy.js</a:t>
            </a:r>
          </a:p>
          <a:p>
            <a:pPr>
              <a:defRPr sz="1200"/>
            </a:pPr>
            <a:r>
              <a:t>D:/pasar_fix/node_modules/.bun/es-toolkit@1.46.1/node_modules/es-toolkit/dist/compat/math/meanBy.mjs</a:t>
            </a:r>
          </a:p>
          <a:p>
            <a:pPr>
              <a:defRPr sz="1200"/>
            </a:pPr>
            <a:r>
              <a:t>D:/pasar_fix/node_modules/.bun/es-toolkit@1.46.1/node_modules/es-toolkit/dist/compat/math/min.d.mts</a:t>
            </a:r>
          </a:p>
          <a:p>
            <a:pPr>
              <a:defRPr sz="1200"/>
            </a:pPr>
            <a:r>
              <a:t>D:/pasar_fix/node_modules/.bun/es-toolkit@1.46.1/node_modules/es-toolkit/dist/compat/math/min.d.ts</a:t>
            </a:r>
          </a:p>
          <a:p>
            <a:pPr>
              <a:defRPr sz="1200"/>
            </a:pPr>
            <a:r>
              <a:t>D:/pasar_fix/node_modules/.bun/es-toolkit@1.46.1/node_modules/es-toolkit/dist/compat/math/min.js</a:t>
            </a:r>
          </a:p>
          <a:p>
            <a:pPr>
              <a:defRPr sz="1200"/>
            </a:pPr>
            <a:r>
              <a:t>D:/pasar_fix/node_modules/.bun/es-toolkit@1.46.1/node_modules/es-toolkit/dist/compat/math/min.mjs</a:t>
            </a:r>
          </a:p>
          <a:p>
            <a:pPr>
              <a:defRPr sz="1200"/>
            </a:pPr>
            <a:r>
              <a:t>D:/pasar_fix/node_modules/.bun/es-toolkit@1.46.1/node_modules/es-toolkit/dist/compat/math/minBy.d.mts</a:t>
            </a:r>
          </a:p>
          <a:p>
            <a:pPr>
              <a:defRPr sz="1200"/>
            </a:pPr>
            <a:r>
              <a:t>D:/pasar_fix/node_modules/.bun/es-toolkit@1.46.1/node_modules/es-toolkit/dist/compat/math/minBy.d.ts</a:t>
            </a:r>
          </a:p>
          <a:p>
            <a:pPr>
              <a:defRPr sz="1200"/>
            </a:pPr>
            <a:r>
              <a:t>D:/pasar_fix/node_modules/.bun/es-toolkit@1.46.1/node_modules/es-toolkit/dist/compat/math/minBy.js</a:t>
            </a:r>
          </a:p>
          <a:p>
            <a:pPr>
              <a:defRPr sz="1200"/>
            </a:pPr>
            <a:r>
              <a:t>D:/pasar_fix/node_modules/.bun/es-toolkit@1.46.1/node_modules/es-toolkit/dist/compat/math/minBy.mjs</a:t>
            </a:r>
          </a:p>
          <a:p>
            <a:pPr>
              <a:defRPr sz="1200"/>
            </a:pPr>
            <a:r>
              <a:t>D:/pasar_fix/node_modules/.bun/es-toolkit@1.46.1/node_modules/es-toolkit/dist/compat/math/multiply.d.mts</a:t>
            </a:r>
          </a:p>
          <a:p>
            <a:pPr>
              <a:defRPr sz="1200"/>
            </a:pPr>
            <a:r>
              <a:t>D:/pasar_fix/node_modules/.bun/es-toolkit@1.46.1/node_modules/es-toolkit/dist/compat/math/multiply.d.ts</a:t>
            </a:r>
          </a:p>
          <a:p>
            <a:pPr>
              <a:defRPr sz="1200"/>
            </a:pPr>
            <a:r>
              <a:t>D:/pasar_fix/node_modules/.bun/es-toolkit@1.46.1/node_modules/es-toolkit/dist/compat/math/multiply.js</a:t>
            </a:r>
          </a:p>
          <a:p>
            <a:pPr>
              <a:defRPr sz="1200"/>
            </a:pPr>
            <a:r>
              <a:t>D:/pasar_fix/node_modules/.bun/es-toolkit@1.46.1/node_modules/es-toolkit/dist/compat/math/multiply.mjs</a:t>
            </a:r>
          </a:p>
          <a:p>
            <a:pPr>
              <a:defRPr sz="1200"/>
            </a:pPr>
            <a:r>
              <a:t>D:/pasar_fix/node_modules/.bun/es-toolkit@1.46.1/node_modules/es-toolkit/dist/compat/math/parseInt.d.mts</a:t>
            </a:r>
          </a:p>
          <a:p>
            <a:pPr>
              <a:defRPr sz="1200"/>
            </a:pPr>
            <a:r>
              <a:t>D:/pasar_fix/node_modules/.bun/es-toolkit@1.46.1/node_modules/es-toolkit/dist/compat/math/parseInt.d.ts</a:t>
            </a:r>
          </a:p>
          <a:p>
            <a:pPr>
              <a:defRPr sz="1200"/>
            </a:pPr>
            <a:r>
              <a:t>D:/pasar_fix/node_modules/.bun/es-toolkit@1.46.1/node_modules/es-toolkit/dist/compat/math/parseInt.js</a:t>
            </a:r>
          </a:p>
          <a:p>
            <a:pPr>
              <a:defRPr sz="1200"/>
            </a:pPr>
            <a:r>
              <a:t>D:/pasar_fix/node_modules/.bun/es-toolkit@1.46.1/node_modules/es-toolkit/dist/compat/math/parseInt.mjs</a:t>
            </a:r>
          </a:p>
          <a:p>
            <a:pPr>
              <a:defRPr sz="1200"/>
            </a:pPr>
            <a:r>
              <a:t>D:/pasar_fix/node_modules/.bun/es-toolkit@1.46.1/node_modules/es-toolkit/dist/compat/math/random.d.mts</a:t>
            </a:r>
          </a:p>
          <a:p>
            <a:pPr>
              <a:defRPr sz="1200"/>
            </a:pPr>
            <a:r>
              <a:t>D:/pasar_fix/node_modules/.bun/es-toolkit@1.46.1/node_modules/es-toolkit/dist/compat/math/random.d.ts</a:t>
            </a:r>
          </a:p>
          <a:p>
            <a:pPr>
              <a:defRPr sz="1200"/>
            </a:pPr>
            <a:r>
              <a:t>D:/pasar_fix/node_modules/.bun/es-toolkit@1.46.1/node_modules/es-toolkit/dist/compat/math/random.js</a:t>
            </a:r>
          </a:p>
          <a:p>
            <a:pPr>
              <a:defRPr sz="1200"/>
            </a:pPr>
            <a:r>
              <a:t>D:/pasar_fix/node_modules/.bun/es-toolkit@1.46.1/node_modules/es-toolkit/dist/compat/math/random.mjs</a:t>
            </a:r>
          </a:p>
          <a:p>
            <a:pPr>
              <a:defRPr sz="1200"/>
            </a:pPr>
            <a:r>
              <a:t>D:/pasar_fix/node_modules/.bun/es-toolkit@1.46.1/node_modules/es-toolkit/dist/compat/math/range.d.mts</a:t>
            </a:r>
          </a:p>
          <a:p>
            <a:pPr>
              <a:defRPr sz="1200"/>
            </a:pPr>
            <a:r>
              <a:t>D:/pasar_fix/node_modules/.bun/es-toolkit@1.46.1/node_modules/es-toolkit/dist/compat/math/range.d.ts</a:t>
            </a:r>
          </a:p>
          <a:p>
            <a:pPr>
              <a:defRPr sz="1200"/>
            </a:pPr>
            <a:r>
              <a:t>D:/pasar_fix/node_modules/.bun/es-toolkit@1.46.1/node_modules/es-toolkit/dist/compat/math/range.js</a:t>
            </a:r>
          </a:p>
          <a:p>
            <a:pPr>
              <a:defRPr sz="1200"/>
            </a:pPr>
            <a:r>
              <a:t>D:/pasar_fix/node_modules/.bun/es-toolkit@1.46.1/node_modules/es-toolkit/dist/compat/math/range.mjs</a:t>
            </a:r>
          </a:p>
          <a:p>
            <a:pPr>
              <a:defRPr sz="1200"/>
            </a:pPr>
            <a:r>
              <a:t>D:/pasar_fix/node_modules/.bun/es-toolkit@1.46.1/node_modules/es-toolkit/dist/compat/math/rangeRight.d.mts</a:t>
            </a:r>
          </a:p>
          <a:p>
            <a:pPr>
              <a:defRPr sz="1200"/>
            </a:pPr>
            <a:r>
              <a:t>D:/pasar_fix/node_modules/.bun/es-toolkit@1.46.1/node_modules/es-toolkit/dist/compat/math/rangeRight.d.ts</a:t>
            </a:r>
          </a:p>
          <a:p>
            <a:pPr>
              <a:defRPr sz="1200"/>
            </a:pPr>
            <a:r>
              <a:t>D:/pasar_fix/node_modules/.bun/es-toolkit@1.46.1/node_modules/es-toolkit/dist/compat/math/rangeRight.js</a:t>
            </a:r>
          </a:p>
          <a:p>
            <a:pPr>
              <a:defRPr sz="1200"/>
            </a:pPr>
            <a:r>
              <a:t>D:/pasar_fix/node_modules/.bun/es-toolkit@1.46.1/node_modules/es-toolkit/dist/compat/math/rangeRight.mjs</a:t>
            </a:r>
          </a:p>
          <a:p>
            <a:pPr>
              <a:defRPr sz="1200"/>
            </a:pPr>
            <a:r>
              <a:t>D:/pasar_fix/node_modules/.bun/es-toolkit@1.46.1/node_modules/es-toolkit/dist/compat/math/round.d.mts</a:t>
            </a:r>
          </a:p>
          <a:p>
            <a:pPr>
              <a:defRPr sz="1200"/>
            </a:pPr>
            <a:r>
              <a:t>D:/pasar_fix/node_modules/.bun/es-toolkit@1.46.1/node_modules/es-toolkit/dist/compat/math/round.d.ts</a:t>
            </a:r>
          </a:p>
          <a:p>
            <a:pPr>
              <a:defRPr sz="1200"/>
            </a:pPr>
            <a:r>
              <a:t>D:/pasar_fix/node_modules/.bun/es-toolkit@1.46.1/node_modules/es-toolkit/dist/compat/math/round.js</a:t>
            </a:r>
          </a:p>
          <a:p>
            <a:pPr>
              <a:defRPr sz="1200"/>
            </a:pPr>
            <a:r>
              <a:t>D:/pasar_fix/node_modules/.bun/es-toolkit@1.46.1/node_modules/es-toolkit/dist/compat/math/round.mjs</a:t>
            </a:r>
          </a:p>
          <a:p>
            <a:pPr>
              <a:defRPr sz="1200"/>
            </a:pPr>
            <a:r>
              <a:t>D:/pasar_fix/node_modules/.bun/es-toolkit@1.46.1/node_modules/es-toolkit/dist/compat/math/subtract.d.mts</a:t>
            </a:r>
          </a:p>
          <a:p>
            <a:pPr>
              <a:defRPr sz="1200"/>
            </a:pPr>
            <a:r>
              <a:t>D:/pasar_fix/node_modules/.bun/es-toolkit@1.46.1/node_modules/es-toolkit/dist/compat/math/subtract.d.ts</a:t>
            </a:r>
          </a:p>
          <a:p>
            <a:pPr>
              <a:defRPr sz="1200"/>
            </a:pPr>
            <a:r>
              <a:t>D:/pasar_fix/node_modules/.bun/es-toolkit@1.46.1/node_modules/es-toolkit/dist/compat/math/subtract.js</a:t>
            </a:r>
          </a:p>
          <a:p>
            <a:pPr>
              <a:defRPr sz="1200"/>
            </a:pPr>
            <a:r>
              <a:t>D:/pasar_fix/node_modules/.bun/es-toolkit@1.46.1/node_modules/es-toolkit/dist/compat/math/subtract.mjs</a:t>
            </a:r>
          </a:p>
          <a:p>
            <a:pPr>
              <a:defRPr sz="1200"/>
            </a:pPr>
            <a:r>
              <a:t>D:/pasar_fix/node_modules/.bun/es-toolkit@1.46.1/node_modules/es-toolkit/dist/compat/math/sum.d.mts</a:t>
            </a:r>
          </a:p>
          <a:p>
            <a:pPr>
              <a:defRPr sz="1200"/>
            </a:pPr>
            <a:r>
              <a:t>D:/pasar_fix/node_modules/.bun/es-toolkit@1.46.1/node_modules/es-toolkit/dist/compat/math/sum.d.ts</a:t>
            </a:r>
          </a:p>
          <a:p>
            <a:pPr>
              <a:defRPr sz="1200"/>
            </a:pPr>
            <a:r>
              <a:t>D:/pasar_fix/node_modules/.bun/es-toolkit@1.46.1/node_modules/es-toolkit/dist/compat/math/sum.js</a:t>
            </a:r>
          </a:p>
          <a:p>
            <a:pPr>
              <a:defRPr sz="1200"/>
            </a:pPr>
            <a:r>
              <a:t>D:/pasar_fix/node_modules/.bun/es-toolkit@1.46.1/node_modules/es-toolkit/dist/compat/math/sum.mjs</a:t>
            </a:r>
          </a:p>
          <a:p>
            <a:pPr>
              <a:defRPr sz="1200"/>
            </a:pPr>
            <a:r>
              <a:t>D:/pasar_fix/node_modules/.bun/es-toolkit@1.46.1/node_modules/es-toolkit/dist/compat/math/sumBy.d.mts</a:t>
            </a:r>
          </a:p>
          <a:p>
            <a:pPr>
              <a:defRPr sz="1200"/>
            </a:pPr>
            <a:r>
              <a:t>D:/pasar_fix/node_modules/.bun/es-toolkit@1.46.1/node_modules/es-toolkit/dist/compat/math/sumBy.d.ts</a:t>
            </a:r>
          </a:p>
          <a:p>
            <a:pPr>
              <a:defRPr sz="1200"/>
            </a:pPr>
            <a:r>
              <a:t>D:/pasar_fix/node_modules/.bun/es-toolkit@1.46.1/node_modules/es-toolkit/dist/compat/math/sumBy.js</a:t>
            </a:r>
          </a:p>
          <a:p>
            <a:pPr>
              <a:defRPr sz="1200"/>
            </a:pPr>
            <a:r>
              <a:t>D:/pasar_fix/node_modules/.bun/es-toolkit@1.46.1/node_modules/es-toolkit/dist/compat/math/sumBy.mjs</a:t>
            </a:r>
          </a:p>
          <a:p>
            <a:pPr>
              <a:defRPr sz="1200"/>
            </a:pPr>
            <a:r>
              <a:t>D:/pasar_fix/node_modules/.bun/es-toolkit@1.46.1/node_modules/es-toolkit/dist/compat/object/assign.d.mts</a:t>
            </a:r>
          </a:p>
          <a:p>
            <a:pPr>
              <a:defRPr sz="1200"/>
            </a:pPr>
            <a:r>
              <a:t>D:/pasar_fix/node_modules/.bun/es-toolkit@1.46.1/node_modules/es-toolkit/dist/compat/object/assign.d.ts</a:t>
            </a:r>
          </a:p>
          <a:p>
            <a:pPr>
              <a:defRPr sz="1200"/>
            </a:pPr>
            <a:r>
              <a:t>D:/pasar_fix/node_modules/.bun/es-toolkit@1.46.1/node_modules/es-toolkit/dist/compat/object/assign.js</a:t>
            </a:r>
          </a:p>
          <a:p>
            <a:pPr>
              <a:defRPr sz="1200"/>
            </a:pPr>
            <a:r>
              <a:t>D:/pasar_fix/node_modules/.bun/es-toolkit@1.46.1/node_modules/es-toolkit/dist/compat/object/assign.mjs</a:t>
            </a:r>
          </a:p>
          <a:p>
            <a:pPr>
              <a:defRPr sz="1200"/>
            </a:pPr>
            <a:r>
              <a:t>D:/pasar_fix/node_modules/.bun/es-toolkit@1.46.1/node_modules/es-toolkit/dist/compat/object/assignIn.d.mts</a:t>
            </a:r>
          </a:p>
          <a:p>
            <a:pPr>
              <a:defRPr sz="1200"/>
            </a:pPr>
            <a:r>
              <a:t>D:/pasar_fix/node_modules/.bun/es-toolkit@1.46.1/node_modules/es-toolkit/dist/compat/object/assignIn.d.ts</a:t>
            </a:r>
          </a:p>
          <a:p>
            <a:pPr>
              <a:defRPr sz="1200"/>
            </a:pPr>
            <a:r>
              <a:t>D:/pasar_fix/node_modules/.bun/es-toolkit@1.46.1/node_modules/es-toolkit/dist/compat/object/assignIn.js</a:t>
            </a:r>
          </a:p>
          <a:p>
            <a:pPr>
              <a:defRPr sz="1200"/>
            </a:pPr>
            <a:r>
              <a:t>D:/pasar_fix/node_modules/.bun/es-toolkit@1.46.1/node_modules/es-toolkit/dist/compat/object/assignIn.mjs</a:t>
            </a:r>
          </a:p>
          <a:p>
            <a:pPr>
              <a:defRPr sz="1200"/>
            </a:pPr>
            <a:r>
              <a:t>D:/pasar_fix/node_modules/.bun/es-toolkit@1.46.1/node_modules/es-toolkit/dist/compat/object/assignInWith.d.mts</a:t>
            </a:r>
          </a:p>
          <a:p>
            <a:pPr>
              <a:defRPr sz="1200"/>
            </a:pPr>
            <a:r>
              <a:t>D:/pasar_fix/node_modules/.bun/es-toolkit@1.46.1/node_modules/es-toolkit/dist/compat/object/assignInWith.d.ts</a:t>
            </a:r>
          </a:p>
          <a:p>
            <a:pPr>
              <a:defRPr sz="1200"/>
            </a:pPr>
            <a:r>
              <a:t>D:/pasar_fix/node_modules/.bun/es-toolkit@1.46.1/node_modules/es-toolkit/dist/compat/object/assignInWith.js</a:t>
            </a:r>
          </a:p>
          <a:p>
            <a:pPr>
              <a:defRPr sz="1200"/>
            </a:pPr>
            <a:r>
              <a:t>D:/pasar_fix/node_modules/.bun/es-toolkit@1.46.1/node_modules/es-toolkit/dist/compat/object/assignInWith.mjs</a:t>
            </a:r>
          </a:p>
          <a:p>
            <a:pPr>
              <a:defRPr sz="1200"/>
            </a:pPr>
            <a:r>
              <a:t>D:/pasar_fix/node_modules/.bun/es-toolkit@1.46.1/node_modules/es-toolkit/dist/compat/object/assignWith.d.mts</a:t>
            </a:r>
          </a:p>
          <a:p>
            <a:pPr>
              <a:defRPr sz="1200"/>
            </a:pPr>
            <a:r>
              <a:t>D:/pasar_fix/node_modules/.bun/es-toolkit@1.46.1/node_modules/es-toolkit/dist/compat/object/assignWith.d.ts</a:t>
            </a:r>
          </a:p>
          <a:p>
            <a:pPr>
              <a:defRPr sz="1200"/>
            </a:pPr>
            <a:r>
              <a:t>D:/pasar_fix/node_modules/.bun/es-toolkit@1.46.1/node_modules/es-toolkit/dist/compat/object/assignWith.js</a:t>
            </a:r>
          </a:p>
          <a:p>
            <a:pPr>
              <a:defRPr sz="1200"/>
            </a:pPr>
            <a:r>
              <a:t>D:/pasar_fix/node_modules/.bun/es-toolkit@1.46.1/node_modules/es-toolkit/dist/compat/object/assignWith.mjs</a:t>
            </a:r>
          </a:p>
          <a:p>
            <a:pPr>
              <a:defRPr sz="1200"/>
            </a:pPr>
            <a:r>
              <a:t>D:/pasar_fix/node_modules/.bun/es-toolkit@1.46.1/node_modules/es-toolkit/dist/compat/object/at.d.mts</a:t>
            </a:r>
          </a:p>
          <a:p>
            <a:pPr>
              <a:defRPr sz="1200"/>
            </a:pPr>
            <a:r>
              <a:t>D:/pasar_fix/node_modules/.bun/es-toolkit@1.46.1/node_modules/es-toolkit/dist/compat/object/at.d.ts</a:t>
            </a:r>
          </a:p>
          <a:p>
            <a:pPr>
              <a:defRPr sz="1200"/>
            </a:pPr>
            <a:r>
              <a:t>D:/pasar_fix/node_modules/.bun/es-toolkit@1.46.1/node_modules/es-toolkit/dist/compat/object/at.js</a:t>
            </a:r>
          </a:p>
          <a:p>
            <a:pPr>
              <a:defRPr sz="1200"/>
            </a:pPr>
            <a:r>
              <a:t>D:/pasar_fix/node_modules/.bun/es-toolkit@1.46.1/node_modules/es-toolkit/dist/compat/object/at.mjs</a:t>
            </a:r>
          </a:p>
          <a:p>
            <a:pPr>
              <a:defRPr sz="1200"/>
            </a:pPr>
            <a:r>
              <a:t>D:/pasar_fix/node_modules/.bun/es-toolkit@1.46.1/node_modules/es-toolkit/dist/compat/object/clone.d.mts</a:t>
            </a:r>
          </a:p>
          <a:p>
            <a:pPr>
              <a:defRPr sz="1200"/>
            </a:pPr>
            <a:r>
              <a:t>D:/pasar_fix/node_modules/.bun/es-toolkit@1.46.1/node_modules/es-toolkit/dist/compat/object/clone.d.ts</a:t>
            </a:r>
          </a:p>
          <a:p>
            <a:pPr>
              <a:defRPr sz="1200"/>
            </a:pPr>
            <a:r>
              <a:t>D:/pasar_fix/node_modules/.bun/es-toolkit@1.46.1/node_modules/es-toolkit/dist/compat/object/clone.js</a:t>
            </a:r>
          </a:p>
          <a:p>
            <a:pPr>
              <a:defRPr sz="1200"/>
            </a:pPr>
            <a:r>
              <a:t>D:/pasar_fix/node_modules/.bun/es-toolkit@1.46.1/node_modules/es-toolkit/dist/compat/object/clone.mjs</a:t>
            </a:r>
          </a:p>
          <a:p>
            <a:pPr>
              <a:defRPr sz="1200"/>
            </a:pPr>
            <a:r>
              <a:t>D:/pasar_fix/node_modules/.bun/es-toolkit@1.46.1/node_modules/es-toolkit/dist/compat/object/cloneDeep.d.mts</a:t>
            </a:r>
          </a:p>
          <a:p>
            <a:pPr>
              <a:defRPr sz="1200"/>
            </a:pPr>
            <a:r>
              <a:t>D:/pasar_fix/node_modules/.bun/es-toolkit@1.46.1/node_modules/es-toolkit/dist/compat/object/cloneDeep.d.ts</a:t>
            </a:r>
          </a:p>
          <a:p>
            <a:pPr>
              <a:defRPr sz="1200"/>
            </a:pPr>
            <a:r>
              <a:t>D:/pasar_fix/node_modules/.bun/es-toolkit@1.46.1/node_modules/es-toolkit/dist/compat/object/cloneDeep.js</a:t>
            </a:r>
          </a:p>
          <a:p>
            <a:pPr>
              <a:defRPr sz="1200"/>
            </a:pPr>
            <a:r>
              <a:t>D:/pasar_fix/node_modules/.bun/es-toolkit@1.46.1/node_modules/es-toolkit/dist/compat/object/cloneDeep.mjs</a:t>
            </a:r>
          </a:p>
          <a:p>
            <a:pPr>
              <a:defRPr sz="1200"/>
            </a:pPr>
            <a:r>
              <a:t>D:/pasar_fix/node_modules/.bun/es-toolkit@1.46.1/node_modules/es-toolkit/dist/compat/object/cloneDeepWith.d.mts</a:t>
            </a:r>
          </a:p>
          <a:p>
            <a:pPr>
              <a:defRPr sz="1200"/>
            </a:pPr>
            <a:r>
              <a:t>D:/pasar_fix/node_modules/.bun/es-toolkit@1.46.1/node_modules/es-toolkit/dist/compat/object/cloneDeepWith.d.ts</a:t>
            </a:r>
          </a:p>
          <a:p>
            <a:pPr>
              <a:defRPr sz="1200"/>
            </a:pPr>
            <a:r>
              <a:t>D:/pasar_fix/node_modules/.bun/es-toolkit@1.46.1/node_modules/es-toolkit/dist/compat/object/cloneDeepWith.js</a:t>
            </a:r>
          </a:p>
          <a:p>
            <a:pPr>
              <a:defRPr sz="1200"/>
            </a:pPr>
            <a:r>
              <a:t>D:/pasar_fix/node_modules/.bun/es-toolkit@1.46.1/node_modules/es-toolkit/dist/compat/object/cloneDeepWith.mjs</a:t>
            </a:r>
          </a:p>
          <a:p>
            <a:pPr>
              <a:defRPr sz="1200"/>
            </a:pPr>
            <a:r>
              <a:t>D:/pasar_fix/node_modules/.bun/es-toolkit@1.46.1/node_modules/es-toolkit/dist/compat/object/cloneWith.d.mts</a:t>
            </a:r>
          </a:p>
          <a:p>
            <a:pPr>
              <a:defRPr sz="1200"/>
            </a:pPr>
            <a:r>
              <a:t>D:/pasar_fix/node_modules/.bun/es-toolkit@1.46.1/node_modules/es-toolkit/dist/compat/object/cloneWith.d.ts</a:t>
            </a:r>
          </a:p>
          <a:p>
            <a:pPr>
              <a:defRPr sz="1200"/>
            </a:pPr>
            <a:r>
              <a:t>D:/pasar_fix/node_modules/.bun/es-toolkit@1.46.1/node_modules/es-toolkit/dist/compat/object/cloneWith.js</a:t>
            </a:r>
          </a:p>
          <a:p>
            <a:pPr>
              <a:defRPr sz="1200"/>
            </a:pPr>
            <a:r>
              <a:t>D:/pasar_fix/node_modules/.bun/es-toolkit@1.46.1/node_modules/es-toolkit/dist/compat/object/cloneWith.mjs</a:t>
            </a:r>
          </a:p>
          <a:p>
            <a:pPr>
              <a:defRPr sz="1200"/>
            </a:pPr>
            <a:r>
              <a:t>D:/pasar_fix/node_modules/.bun/es-toolkit@1.46.1/node_modules/es-toolkit/dist/compat/object/create.d.mts</a:t>
            </a:r>
          </a:p>
          <a:p>
            <a:pPr>
              <a:defRPr sz="1200"/>
            </a:pPr>
            <a:r>
              <a:t>D:/pasar_fix/node_modules/.bun/es-toolkit@1.46.1/node_modules/es-toolkit/dist/compat/object/create.d.ts</a:t>
            </a:r>
          </a:p>
          <a:p>
            <a:pPr>
              <a:defRPr sz="1200"/>
            </a:pPr>
            <a:r>
              <a:t>D:/pasar_fix/node_modules/.bun/es-toolkit@1.46.1/node_modules/es-toolkit/dist/compat/object/create.js</a:t>
            </a:r>
          </a:p>
          <a:p>
            <a:pPr>
              <a:defRPr sz="1200"/>
            </a:pPr>
            <a:r>
              <a:t>D:/pasar_fix/node_modules/.bun/es-toolkit@1.46.1/node_modules/es-toolkit/dist/compat/object/create.mjs</a:t>
            </a:r>
          </a:p>
          <a:p>
            <a:pPr>
              <a:defRPr sz="1200"/>
            </a:pPr>
            <a:r>
              <a:t>D:/pasar_fix/node_modules/.bun/es-toolkit@1.46.1/node_modules/es-toolkit/dist/compat/object/defaults.d.mts</a:t>
            </a:r>
          </a:p>
          <a:p>
            <a:pPr>
              <a:defRPr sz="1200"/>
            </a:pPr>
            <a:r>
              <a:t>D:/pasar_fix/node_modules/.bun/es-toolkit@1.46.1/node_modules/es-toolkit/dist/compat/object/defaults.d.ts</a:t>
            </a:r>
          </a:p>
          <a:p>
            <a:pPr>
              <a:defRPr sz="1200"/>
            </a:pPr>
            <a:r>
              <a:t>D:/pasar_fix/node_modules/.bun/es-toolkit@1.46.1/node_modules/es-toolkit/dist/compat/object/defaults.js</a:t>
            </a:r>
          </a:p>
          <a:p>
            <a:pPr>
              <a:defRPr sz="1200"/>
            </a:pPr>
            <a:r>
              <a:t>D:/pasar_fix/node_modules/.bun/es-toolkit@1.46.1/node_modules/es-toolkit/dist/compat/object/defaults.mjs</a:t>
            </a:r>
          </a:p>
          <a:p>
            <a:pPr>
              <a:defRPr sz="1200"/>
            </a:pPr>
            <a:r>
              <a:t>D:/pasar_fix/node_modules/.bun/es-toolkit@1.46.1/node_modules/es-toolkit/dist/compat/object/defaultsDeep.d.mts</a:t>
            </a:r>
          </a:p>
          <a:p>
            <a:pPr>
              <a:defRPr sz="1200"/>
            </a:pPr>
            <a:r>
              <a:t>D:/pasar_fix/node_modules/.bun/es-toolkit@1.46.1/node_modules/es-toolkit/dist/compat/object/defaultsDeep.d.ts</a:t>
            </a:r>
          </a:p>
          <a:p>
            <a:pPr>
              <a:defRPr sz="1200"/>
            </a:pPr>
            <a:r>
              <a:t>D:/pasar_fix/node_modules/.bun/es-toolkit@1.46.1/node_modules/es-toolkit/dist/compat/object/defaultsDeep.js</a:t>
            </a:r>
          </a:p>
          <a:p>
            <a:pPr>
              <a:defRPr sz="1200"/>
            </a:pPr>
            <a:r>
              <a:t>D:/pasar_fix/node_modules/.bun/es-toolkit@1.46.1/node_modules/es-toolkit/dist/compat/object/defaultsDeep.mjs</a:t>
            </a:r>
          </a:p>
          <a:p>
            <a:pPr>
              <a:defRPr sz="1200"/>
            </a:pPr>
            <a:r>
              <a:t>D:/pasar_fix/node_modules/.bun/es-toolkit@1.46.1/node_modules/es-toolkit/dist/compat/object/findKey.d.mts</a:t>
            </a:r>
          </a:p>
          <a:p>
            <a:pPr>
              <a:defRPr sz="1200"/>
            </a:pPr>
            <a:r>
              <a:t>D:/pasar_fix/node_modules/.bun/es-toolkit@1.46.1/node_modules/es-toolkit/dist/compat/object/findKey.d.ts</a:t>
            </a:r>
          </a:p>
          <a:p>
            <a:pPr>
              <a:defRPr sz="1200"/>
            </a:pPr>
            <a:r>
              <a:t>D:/pasar_fix/node_modules/.bun/es-toolkit@1.46.1/node_modules/es-toolkit/dist/compat/object/findKey.js</a:t>
            </a:r>
          </a:p>
          <a:p>
            <a:pPr>
              <a:defRPr sz="1200"/>
            </a:pPr>
            <a:r>
              <a:t>D:/pasar_fix/node_modules/.bun/es-toolkit@1.46.1/node_modules/es-toolkit/dist/compat/object/findKey.mjs</a:t>
            </a:r>
          </a:p>
          <a:p>
            <a:pPr>
              <a:defRPr sz="1200"/>
            </a:pPr>
            <a:r>
              <a:t>D:/pasar_fix/node_modules/.bun/es-toolkit@1.46.1/node_modules/es-toolkit/dist/compat/object/findLastKey.d.mts</a:t>
            </a:r>
          </a:p>
          <a:p>
            <a:pPr>
              <a:defRPr sz="1200"/>
            </a:pPr>
            <a:r>
              <a:t>D:/pasar_fix/node_modules/.bun/es-toolkit@1.46.1/node_modules/es-toolkit/dist/compat/object/findLastKey.d.ts</a:t>
            </a:r>
          </a:p>
          <a:p>
            <a:pPr>
              <a:defRPr sz="1200"/>
            </a:pPr>
            <a:r>
              <a:t>D:/pasar_fix/node_modules/.bun/es-toolkit@1.46.1/node_modules/es-toolkit/dist/compat/object/findLastKey.js</a:t>
            </a:r>
          </a:p>
          <a:p>
            <a:pPr>
              <a:defRPr sz="1200"/>
            </a:pPr>
            <a:r>
              <a:t>D:/pasar_fix/node_modules/.bun/es-toolkit@1.46.1/node_modules/es-toolkit/dist/compat/object/findLastKey.mjs</a:t>
            </a:r>
          </a:p>
          <a:p>
            <a:pPr>
              <a:defRPr sz="1200"/>
            </a:pPr>
            <a:r>
              <a:t>D:/pasar_fix/node_modules/.bun/es-toolkit@1.46.1/node_modules/es-toolkit/dist/compat/object/forIn.d.mts</a:t>
            </a:r>
          </a:p>
          <a:p>
            <a:pPr>
              <a:defRPr sz="1200"/>
            </a:pPr>
            <a:r>
              <a:t>D:/pasar_fix/node_modules/.bun/es-toolkit@1.46.1/node_modules/es-toolkit/dist/compat/object/forIn.d.ts</a:t>
            </a:r>
          </a:p>
          <a:p>
            <a:pPr>
              <a:defRPr sz="1200"/>
            </a:pPr>
            <a:r>
              <a:t>D:/pasar_fix/node_modules/.bun/es-toolkit@1.46.1/node_modules/es-toolkit/dist/compat/object/forIn.js</a:t>
            </a:r>
          </a:p>
          <a:p>
            <a:pPr>
              <a:defRPr sz="1200"/>
            </a:pPr>
            <a:r>
              <a:t>D:/pasar_fix/node_modules/.bun/es-toolkit@1.46.1/node_modules/es-toolkit/dist/compat/object/forIn.mjs</a:t>
            </a:r>
          </a:p>
          <a:p>
            <a:pPr>
              <a:defRPr sz="1200"/>
            </a:pPr>
            <a:r>
              <a:t>D:/pasar_fix/node_modules/.bun/es-toolkit@1.46.1/node_modules/es-toolkit/dist/compat/object/forInRight.d.mts</a:t>
            </a:r>
          </a:p>
          <a:p>
            <a:pPr>
              <a:defRPr sz="1200"/>
            </a:pPr>
            <a:r>
              <a:t>D:/pasar_fix/node_modules/.bun/es-toolkit@1.46.1/node_modules/es-toolkit/dist/compat/object/forInRight.d.ts</a:t>
            </a:r>
          </a:p>
          <a:p>
            <a:pPr>
              <a:defRPr sz="1200"/>
            </a:pPr>
            <a:r>
              <a:t>D:/pasar_fix/node_modules/.bun/es-toolkit@1.46.1/node_modules/es-toolkit/dist/compat/object/forInRight.js</a:t>
            </a:r>
          </a:p>
          <a:p>
            <a:pPr>
              <a:defRPr sz="1200"/>
            </a:pPr>
            <a:r>
              <a:t>D:/pasar_fix/node_modules/.bun/es-toolkit@1.46.1/node_modules/es-toolkit/dist/compat/object/forInRight.mjs</a:t>
            </a:r>
          </a:p>
          <a:p>
            <a:pPr>
              <a:defRPr sz="1200"/>
            </a:pPr>
            <a:r>
              <a:t>D:/pasar_fix/node_modules/.bun/es-toolkit@1.46.1/node_modules/es-toolkit/dist/compat/object/forOwn.d.mts</a:t>
            </a:r>
          </a:p>
          <a:p>
            <a:pPr>
              <a:defRPr sz="1200"/>
            </a:pPr>
            <a:r>
              <a:t>D:/pasar_fix/node_modules/.bun/es-toolkit@1.46.1/node_modules/es-toolkit/dist/compat/object/forOwn.d.ts</a:t>
            </a:r>
          </a:p>
          <a:p>
            <a:pPr>
              <a:defRPr sz="1200"/>
            </a:pPr>
            <a:r>
              <a:t>D:/pasar_fix/node_modules/.bun/es-toolkit@1.46.1/node_modules/es-toolkit/dist/compat/object/forOwn.js</a:t>
            </a:r>
          </a:p>
          <a:p>
            <a:pPr>
              <a:defRPr sz="1200"/>
            </a:pPr>
            <a:r>
              <a:t>D:/pasar_fix/node_modules/.bun/es-toolkit@1.46.1/node_modules/es-toolkit/dist/compat/object/forOwn.mjs</a:t>
            </a:r>
          </a:p>
          <a:p>
            <a:pPr>
              <a:defRPr sz="1200"/>
            </a:pPr>
            <a:r>
              <a:t>D:/pasar_fix/node_modules/.bun/es-toolkit@1.46.1/node_modules/es-toolkit/dist/compat/object/forOwnRight.d.mts</a:t>
            </a:r>
          </a:p>
          <a:p>
            <a:pPr>
              <a:defRPr sz="1200"/>
            </a:pPr>
            <a:r>
              <a:t>D:/pasar_fix/node_modules/.bun/es-toolkit@1.46.1/node_modules/es-toolkit/dist/compat/object/forOwnRight.d.ts</a:t>
            </a:r>
          </a:p>
          <a:p>
            <a:pPr>
              <a:defRPr sz="1200"/>
            </a:pPr>
            <a:r>
              <a:t>D:/pasar_fix/node_modules/.bun/es-toolkit@1.46.1/node_modules/es-toolkit/dist/compat/object/forOwnRight.js</a:t>
            </a:r>
          </a:p>
          <a:p>
            <a:pPr>
              <a:defRPr sz="1200"/>
            </a:pPr>
            <a:r>
              <a:t>D:/pasar_fix/node_modules/.bun/es-toolkit@1.46.1/node_modules/es-toolkit/dist/compat/object/forOwnRight.mjs</a:t>
            </a:r>
          </a:p>
          <a:p>
            <a:pPr>
              <a:defRPr sz="1200"/>
            </a:pPr>
            <a:r>
              <a:t>D:/pasar_fix/node_modules/.bun/es-toolkit@1.46.1/node_modules/es-toolkit/dist/compat/object/fromPairs.d.mts</a:t>
            </a:r>
          </a:p>
          <a:p>
            <a:pPr>
              <a:defRPr sz="1200"/>
            </a:pPr>
            <a:r>
              <a:t>D:/pasar_fix/node_modules/.bun/es-toolkit@1.46.1/node_modules/es-toolkit/dist/compat/object/fromPairs.d.ts</a:t>
            </a:r>
          </a:p>
          <a:p>
            <a:pPr>
              <a:defRPr sz="1200"/>
            </a:pPr>
            <a:r>
              <a:t>D:/pasar_fix/node_modules/.bun/es-toolkit@1.46.1/node_modules/es-toolkit/dist/compat/object/fromPairs.js</a:t>
            </a:r>
          </a:p>
          <a:p>
            <a:pPr>
              <a:defRPr sz="1200"/>
            </a:pPr>
            <a:r>
              <a:t>D:/pasar_fix/node_modules/.bun/es-toolkit@1.46.1/node_modules/es-toolkit/dist/compat/object/fromPairs.mjs</a:t>
            </a:r>
          </a:p>
          <a:p>
            <a:pPr>
              <a:defRPr sz="1200"/>
            </a:pPr>
            <a:r>
              <a:t>D:/pasar_fix/node_modules/.bun/es-toolkit@1.46.1/node_modules/es-toolkit/dist/compat/object/functions.d.mts</a:t>
            </a:r>
          </a:p>
          <a:p>
            <a:pPr>
              <a:defRPr sz="1200"/>
            </a:pPr>
            <a:r>
              <a:t>D:/pasar_fix/node_modules/.bun/es-toolkit@1.46.1/node_modules/es-toolkit/dist/compat/object/functions.d.ts</a:t>
            </a:r>
          </a:p>
          <a:p>
            <a:pPr>
              <a:defRPr sz="1200"/>
            </a:pPr>
            <a:r>
              <a:t>D:/pasar_fix/node_modules/.bun/es-toolkit@1.46.1/node_modules/es-toolkit/dist/compat/object/functions.js</a:t>
            </a:r>
          </a:p>
          <a:p>
            <a:pPr>
              <a:defRPr sz="1200"/>
            </a:pPr>
            <a:r>
              <a:t>D:/pasar_fix/node_modules/.bun/es-toolkit@1.46.1/node_modules/es-toolkit/dist/compat/object/functions.mjs</a:t>
            </a:r>
          </a:p>
          <a:p>
            <a:pPr>
              <a:defRPr sz="1200"/>
            </a:pPr>
            <a:r>
              <a:t>D:/pasar_fix/node_modules/.bun/es-toolkit@1.46.1/node_modules/es-toolkit/dist/compat/object/functionsIn.d.mts</a:t>
            </a:r>
          </a:p>
          <a:p>
            <a:pPr>
              <a:defRPr sz="1200"/>
            </a:pPr>
            <a:r>
              <a:t>D:/pasar_fix/node_modules/.bun/es-toolkit@1.46.1/node_modules/es-toolkit/dist/compat/object/functionsIn.d.ts</a:t>
            </a:r>
          </a:p>
          <a:p>
            <a:pPr>
              <a:defRPr sz="1200"/>
            </a:pPr>
            <a:r>
              <a:t>D:/pasar_fix/node_modules/.bun/es-toolkit@1.46.1/node_modules/es-toolkit/dist/compat/object/functionsIn.js</a:t>
            </a:r>
          </a:p>
          <a:p>
            <a:pPr>
              <a:defRPr sz="1200"/>
            </a:pPr>
            <a:r>
              <a:t>D:/pasar_fix/node_modules/.bun/es-toolkit@1.46.1/node_modules/es-toolkit/dist/compat/object/functionsIn.mjs</a:t>
            </a:r>
          </a:p>
          <a:p>
            <a:pPr>
              <a:defRPr sz="1200"/>
            </a:pPr>
            <a:r>
              <a:t>D:/pasar_fix/node_modules/.bun/es-toolkit@1.46.1/node_modules/es-toolkit/dist/compat/object/get.d.mts</a:t>
            </a:r>
          </a:p>
          <a:p>
            <a:pPr>
              <a:defRPr sz="1200"/>
            </a:pPr>
            <a:r>
              <a:t>D:/pasar_fix/node_modules/.bun/es-toolkit@1.46.1/node_modules/es-toolkit/dist/compat/object/get.d.ts</a:t>
            </a:r>
          </a:p>
          <a:p>
            <a:pPr>
              <a:defRPr sz="1200"/>
            </a:pPr>
            <a:r>
              <a:t>D:/pasar_fix/node_modules/.bun/es-toolkit@1.46.1/node_modules/es-toolkit/dist/compat/object/get.js</a:t>
            </a:r>
          </a:p>
          <a:p>
            <a:pPr>
              <a:defRPr sz="1200"/>
            </a:pPr>
            <a:r>
              <a:t>D:/pasar_fix/node_modules/.bun/es-toolkit@1.46.1/node_modules/es-toolkit/dist/compat/object/get.mjs</a:t>
            </a:r>
          </a:p>
          <a:p>
            <a:pPr>
              <a:defRPr sz="1200"/>
            </a:pPr>
            <a:r>
              <a:t>D:/pasar_fix/node_modules/.bun/es-toolkit@1.46.1/node_modules/es-toolkit/dist/compat/object/has.d.mts</a:t>
            </a:r>
          </a:p>
          <a:p>
            <a:pPr>
              <a:defRPr sz="1200"/>
            </a:pPr>
            <a:r>
              <a:t>D:/pasar_fix/node_modules/.bun/es-toolkit@1.46.1/node_modules/es-toolkit/dist/compat/object/has.d.ts</a:t>
            </a:r>
          </a:p>
          <a:p>
            <a:pPr>
              <a:defRPr sz="1200"/>
            </a:pPr>
            <a:r>
              <a:t>D:/pasar_fix/node_modules/.bun/es-toolkit@1.46.1/node_modules/es-toolkit/dist/compat/object/has.js</a:t>
            </a:r>
          </a:p>
          <a:p>
            <a:pPr>
              <a:defRPr sz="1200"/>
            </a:pPr>
            <a:r>
              <a:t>D:/pasar_fix/node_modules/.bun/es-toolkit@1.46.1/node_modules/es-toolkit/dist/compat/object/has.mjs</a:t>
            </a:r>
          </a:p>
          <a:p>
            <a:pPr>
              <a:defRPr sz="1200"/>
            </a:pPr>
            <a:r>
              <a:t>D:/pasar_fix/node_modules/.bun/es-toolkit@1.46.1/node_modules/es-toolkit/dist/compat/object/hasIn.d.mts</a:t>
            </a:r>
          </a:p>
          <a:p>
            <a:pPr>
              <a:defRPr sz="1200"/>
            </a:pPr>
            <a:r>
              <a:t>D:/pasar_fix/node_modules/.bun/es-toolkit@1.46.1/node_modules/es-toolkit/dist/compat/object/hasIn.d.ts</a:t>
            </a:r>
          </a:p>
          <a:p>
            <a:pPr>
              <a:defRPr sz="1200"/>
            </a:pPr>
            <a:r>
              <a:t>D:/pasar_fix/node_modules/.bun/es-toolkit@1.46.1/node_modules/es-toolkit/dist/compat/object/hasIn.js</a:t>
            </a:r>
          </a:p>
          <a:p>
            <a:pPr>
              <a:defRPr sz="1200"/>
            </a:pPr>
            <a:r>
              <a:t>D:/pasar_fix/node_modules/.bun/es-toolkit@1.46.1/node_modules/es-toolkit/dist/compat/object/hasIn.mjs</a:t>
            </a:r>
          </a:p>
          <a:p>
            <a:pPr>
              <a:defRPr sz="1200"/>
            </a:pPr>
            <a:r>
              <a:t>D:/pasar_fix/node_modules/.bun/es-toolkit@1.46.1/node_modules/es-toolkit/dist/compat/object/invert.d.mts</a:t>
            </a:r>
          </a:p>
          <a:p>
            <a:pPr>
              <a:defRPr sz="1200"/>
            </a:pPr>
            <a:r>
              <a:t>D:/pasar_fix/node_modules/.bun/es-toolkit@1.46.1/node_modules/es-toolkit/dist/compat/object/invert.d.ts</a:t>
            </a:r>
          </a:p>
          <a:p>
            <a:pPr>
              <a:defRPr sz="1200"/>
            </a:pPr>
            <a:r>
              <a:t>D:/pasar_fix/node_modules/.bun/es-toolkit@1.46.1/node_modules/es-toolkit/dist/compat/object/invert.js</a:t>
            </a:r>
          </a:p>
          <a:p>
            <a:pPr>
              <a:defRPr sz="1200"/>
            </a:pPr>
            <a:r>
              <a:t>D:/pasar_fix/node_modules/.bun/es-toolkit@1.46.1/node_modules/es-toolkit/dist/compat/object/invert.mjs</a:t>
            </a:r>
          </a:p>
          <a:p>
            <a:pPr>
              <a:defRPr sz="1200"/>
            </a:pPr>
            <a:r>
              <a:t>D:/pasar_fix/node_modules/.bun/es-toolkit@1.46.1/node_modules/es-toolkit/dist/compat/object/invertBy.d.mts</a:t>
            </a:r>
          </a:p>
          <a:p>
            <a:pPr>
              <a:defRPr sz="1200"/>
            </a:pPr>
            <a:r>
              <a:t>D:/pasar_fix/node_modules/.bun/es-toolkit@1.46.1/node_modules/es-toolkit/dist/compat/object/invertBy.d.ts</a:t>
            </a:r>
          </a:p>
          <a:p>
            <a:pPr>
              <a:defRPr sz="1200"/>
            </a:pPr>
            <a:r>
              <a:t>D:/pasar_fix/node_modules/.bun/es-toolkit@1.46.1/node_modules/es-toolkit/dist/compat/object/invertBy.js</a:t>
            </a:r>
          </a:p>
          <a:p>
            <a:pPr>
              <a:defRPr sz="1200"/>
            </a:pPr>
            <a:r>
              <a:t>D:/pasar_fix/node_modules/.bun/es-toolkit@1.46.1/node_modules/es-toolkit/dist/compat/object/invertBy.mjs</a:t>
            </a:r>
          </a:p>
          <a:p>
            <a:pPr>
              <a:defRPr sz="1200"/>
            </a:pPr>
            <a:r>
              <a:t>D:/pasar_fix/node_modules/.bun/es-toolkit@1.46.1/node_modules/es-toolkit/dist/compat/object/keys.d.mts</a:t>
            </a:r>
          </a:p>
          <a:p>
            <a:pPr>
              <a:defRPr sz="1200"/>
            </a:pPr>
            <a:r>
              <a:t>D:/pasar_fix/node_modules/.bun/es-toolkit@1.46.1/node_modules/es-toolkit/dist/compat/object/keys.d.ts</a:t>
            </a:r>
          </a:p>
          <a:p>
            <a:pPr>
              <a:defRPr sz="1200"/>
            </a:pPr>
            <a:r>
              <a:t>D:/pasar_fix/node_modules/.bun/es-toolkit@1.46.1/node_modules/es-toolkit/dist/compat/object/keys.js</a:t>
            </a:r>
          </a:p>
          <a:p>
            <a:pPr>
              <a:defRPr sz="1200"/>
            </a:pPr>
            <a:r>
              <a:t>D:/pasar_fix/node_modules/.bun/es-toolkit@1.46.1/node_modules/es-toolkit/dist/compat/object/keys.mjs</a:t>
            </a:r>
          </a:p>
          <a:p>
            <a:pPr>
              <a:defRPr sz="1200"/>
            </a:pPr>
            <a:r>
              <a:t>D:/pasar_fix/node_modules/.bun/es-toolkit@1.46.1/node_modules/es-toolkit/dist/compat/object/keysIn.d.mts</a:t>
            </a:r>
          </a:p>
          <a:p>
            <a:pPr>
              <a:defRPr sz="1200"/>
            </a:pPr>
            <a:r>
              <a:t>D:/pasar_fix/node_modules/.bun/es-toolkit@1.46.1/node_modules/es-toolkit/dist/compat/object/keysIn.d.ts</a:t>
            </a:r>
          </a:p>
          <a:p>
            <a:pPr>
              <a:defRPr sz="1200"/>
            </a:pPr>
            <a:r>
              <a:t>D:/pasar_fix/node_modules/.bun/es-toolkit@1.46.1/node_modules/es-toolkit/dist/compat/object/keysIn.js</a:t>
            </a:r>
          </a:p>
          <a:p>
            <a:pPr>
              <a:defRPr sz="1200"/>
            </a:pPr>
            <a:r>
              <a:t>D:/pasar_fix/node_modules/.bun/es-toolkit@1.46.1/node_modules/es-toolkit/dist/compat/object/keysIn.mjs</a:t>
            </a:r>
          </a:p>
          <a:p>
            <a:pPr>
              <a:defRPr sz="1200"/>
            </a:pPr>
            <a:r>
              <a:t>D:/pasar_fix/node_modules/.bun/es-toolkit@1.46.1/node_modules/es-toolkit/dist/compat/object/mapKeys.d.mts</a:t>
            </a:r>
          </a:p>
          <a:p>
            <a:pPr>
              <a:defRPr sz="1200"/>
            </a:pPr>
            <a:r>
              <a:t>D:/pasar_fix/node_modules/.bun/es-toolkit@1.46.1/node_modules/es-toolkit/dist/compat/object/mapKeys.d.ts</a:t>
            </a:r>
          </a:p>
          <a:p>
            <a:pPr>
              <a:defRPr sz="1200"/>
            </a:pPr>
            <a:r>
              <a:t>D:/pasar_fix/node_modules/.bun/es-toolkit@1.46.1/node_modules/es-toolkit/dist/compat/object/mapKeys.js</a:t>
            </a:r>
          </a:p>
          <a:p>
            <a:pPr>
              <a:defRPr sz="1200"/>
            </a:pPr>
            <a:r>
              <a:t>D:/pasar_fix/node_modules/.bun/es-toolkit@1.46.1/node_modules/es-toolkit/dist/compat/object/mapKeys.mjs</a:t>
            </a:r>
          </a:p>
          <a:p>
            <a:pPr>
              <a:defRPr sz="1200"/>
            </a:pPr>
            <a:r>
              <a:t>D:/pasar_fix/node_modules/.bun/es-toolkit@1.46.1/node_modules/es-toolkit/dist/compat/object/mapValues.d.mts</a:t>
            </a:r>
          </a:p>
          <a:p>
            <a:pPr>
              <a:defRPr sz="1200"/>
            </a:pPr>
            <a:r>
              <a:t>D:/pasar_fix/node_modules/.bun/es-toolkit@1.46.1/node_modules/es-toolkit/dist/compat/object/mapValues.d.ts</a:t>
            </a:r>
          </a:p>
          <a:p>
            <a:pPr>
              <a:defRPr sz="1200"/>
            </a:pPr>
            <a:r>
              <a:t>D:/pasar_fix/node_modules/.bun/es-toolkit@1.46.1/node_modules/es-toolkit/dist/compat/object/mapValues.js</a:t>
            </a:r>
          </a:p>
          <a:p>
            <a:pPr>
              <a:defRPr sz="1200"/>
            </a:pPr>
            <a:r>
              <a:t>D:/pasar_fix/node_modules/.bun/es-toolkit@1.46.1/node_modules/es-toolkit/dist/compat/object/mapValues.mjs</a:t>
            </a:r>
          </a:p>
          <a:p>
            <a:pPr>
              <a:defRPr sz="1200"/>
            </a:pPr>
            <a:r>
              <a:t>D:/pasar_fix/node_modules/.bun/es-toolkit@1.46.1/node_modules/es-toolkit/dist/compat/object/merge.d.mts</a:t>
            </a:r>
          </a:p>
          <a:p>
            <a:pPr>
              <a:defRPr sz="1200"/>
            </a:pPr>
            <a:r>
              <a:t>D:/pasar_fix/node_modules/.bun/es-toolkit@1.46.1/node_modules/es-toolkit/dist/compat/object/merge.d.ts</a:t>
            </a:r>
          </a:p>
          <a:p>
            <a:pPr>
              <a:defRPr sz="1200"/>
            </a:pPr>
            <a:r>
              <a:t>D:/pasar_fix/node_modules/.bun/es-toolkit@1.46.1/node_modules/es-toolkit/dist/compat/object/merge.js</a:t>
            </a:r>
          </a:p>
          <a:p>
            <a:pPr>
              <a:defRPr sz="1200"/>
            </a:pPr>
            <a:r>
              <a:t>D:/pasar_fix/node_modules/.bun/es-toolkit@1.46.1/node_modules/es-toolkit/dist/compat/object/merge.mjs</a:t>
            </a:r>
          </a:p>
          <a:p>
            <a:pPr>
              <a:defRPr sz="1200"/>
            </a:pPr>
            <a:r>
              <a:t>D:/pasar_fix/node_modules/.bun/es-toolkit@1.46.1/node_modules/es-toolkit/dist/compat/object/mergeWith.d.mts</a:t>
            </a:r>
          </a:p>
          <a:p>
            <a:pPr>
              <a:defRPr sz="1200"/>
            </a:pPr>
            <a:r>
              <a:t>D:/pasar_fix/node_modules/.bun/es-toolkit@1.46.1/node_modules/es-toolkit/dist/compat/object/mergeWith.d.ts</a:t>
            </a:r>
          </a:p>
          <a:p>
            <a:pPr>
              <a:defRPr sz="1200"/>
            </a:pPr>
            <a:r>
              <a:t>D:/pasar_fix/node_modules/.bun/es-toolkit@1.46.1/node_modules/es-toolkit/dist/compat/object/mergeWith.js</a:t>
            </a:r>
          </a:p>
          <a:p>
            <a:pPr>
              <a:defRPr sz="1200"/>
            </a:pPr>
            <a:r>
              <a:t>D:/pasar_fix/node_modules/.bun/es-toolkit@1.46.1/node_modules/es-toolkit/dist/compat/object/mergeWith.mjs</a:t>
            </a:r>
          </a:p>
          <a:p>
            <a:pPr>
              <a:defRPr sz="1200"/>
            </a:pPr>
            <a:r>
              <a:t>D:/pasar_fix/node_modules/.bun/es-toolkit@1.46.1/node_modules/es-toolkit/dist/compat/object/omit.d.mts</a:t>
            </a:r>
          </a:p>
          <a:p>
            <a:pPr>
              <a:defRPr sz="1200"/>
            </a:pPr>
            <a:r>
              <a:t>D:/pasar_fix/node_modules/.bun/es-toolkit@1.46.1/node_modules/es-toolkit/dist/compat/object/omit.d.ts</a:t>
            </a:r>
          </a:p>
          <a:p>
            <a:pPr>
              <a:defRPr sz="1200"/>
            </a:pPr>
            <a:r>
              <a:t>D:/pasar_fix/node_modules/.bun/es-toolkit@1.46.1/node_modules/es-toolkit/dist/compat/object/omit.js</a:t>
            </a:r>
          </a:p>
          <a:p>
            <a:pPr>
              <a:defRPr sz="1200"/>
            </a:pPr>
            <a:r>
              <a:t>D:/pasar_fix/node_modules/.bun/es-toolkit@1.46.1/node_modules/es-toolkit/dist/compat/object/omit.mjs</a:t>
            </a:r>
          </a:p>
          <a:p>
            <a:pPr>
              <a:defRPr sz="1200"/>
            </a:pPr>
            <a:r>
              <a:t>D:/pasar_fix/node_modules/.bun/es-toolkit@1.46.1/node_modules/es-toolkit/dist/compat/object/omitBy.d.mts</a:t>
            </a:r>
          </a:p>
          <a:p>
            <a:pPr>
              <a:defRPr sz="1200"/>
            </a:pPr>
            <a:r>
              <a:t>D:/pasar_fix/node_modules/.bun/es-toolkit@1.46.1/node_modules/es-toolkit/dist/compat/object/omitBy.d.ts</a:t>
            </a:r>
          </a:p>
          <a:p>
            <a:pPr>
              <a:defRPr sz="1200"/>
            </a:pPr>
            <a:r>
              <a:t>D:/pasar_fix/node_modules/.bun/es-toolkit@1.46.1/node_modules/es-toolkit/dist/compat/object/omitBy.js</a:t>
            </a:r>
          </a:p>
          <a:p>
            <a:pPr>
              <a:defRPr sz="1200"/>
            </a:pPr>
            <a:r>
              <a:t>D:/pasar_fix/node_modules/.bun/es-toolkit@1.46.1/node_modules/es-toolkit/dist/compat/object/omitBy.mjs</a:t>
            </a:r>
          </a:p>
          <a:p>
            <a:pPr>
              <a:defRPr sz="1200"/>
            </a:pPr>
            <a:r>
              <a:t>D:/pasar_fix/node_modules/.bun/es-toolkit@1.46.1/node_modules/es-toolkit/dist/compat/object/pick.d.mts</a:t>
            </a:r>
          </a:p>
          <a:p>
            <a:pPr>
              <a:defRPr sz="1200"/>
            </a:pPr>
            <a:r>
              <a:t>D:/pasar_fix/node_modules/.bun/es-toolkit@1.46.1/node_modules/es-toolkit/dist/compat/object/pick.d.ts</a:t>
            </a:r>
          </a:p>
          <a:p>
            <a:pPr>
              <a:defRPr sz="1200"/>
            </a:pPr>
            <a:r>
              <a:t>D:/pasar_fix/node_modules/.bun/es-toolkit@1.46.1/node_modules/es-toolkit/dist/compat/object/pick.js</a:t>
            </a:r>
          </a:p>
          <a:p>
            <a:pPr>
              <a:defRPr sz="1200"/>
            </a:pPr>
            <a:r>
              <a:t>D:/pasar_fix/node_modules/.bun/es-toolkit@1.46.1/node_modules/es-toolkit/dist/compat/object/pick.mjs</a:t>
            </a:r>
          </a:p>
          <a:p>
            <a:pPr>
              <a:defRPr sz="1200"/>
            </a:pPr>
            <a:r>
              <a:t>D:/pasar_fix/node_modules/.bun/es-toolkit@1.46.1/node_modules/es-toolkit/dist/compat/object/pickBy.d.mts</a:t>
            </a:r>
          </a:p>
          <a:p>
            <a:pPr>
              <a:defRPr sz="1200"/>
            </a:pPr>
            <a:r>
              <a:t>D:/pasar_fix/node_modules/.bun/es-toolkit@1.46.1/node_modules/es-toolkit/dist/compat/object/pickBy.d.ts</a:t>
            </a:r>
          </a:p>
          <a:p>
            <a:pPr>
              <a:defRPr sz="1200"/>
            </a:pPr>
            <a:r>
              <a:t>D:/pasar_fix/node_modules/.bun/es-toolkit@1.46.1/node_modules/es-toolkit/dist/compat/object/pickBy.js</a:t>
            </a:r>
          </a:p>
          <a:p>
            <a:pPr>
              <a:defRPr sz="1200"/>
            </a:pPr>
            <a:r>
              <a:t>D:/pasar_fix/node_modules/.bun/es-toolkit@1.46.1/node_modules/es-toolkit/dist/compat/object/pickBy.mjs</a:t>
            </a:r>
          </a:p>
          <a:p>
            <a:pPr>
              <a:defRPr sz="1200"/>
            </a:pPr>
            <a:r>
              <a:t>D:/pasar_fix/node_modules/.bun/es-toolkit@1.46.1/node_modules/es-toolkit/dist/compat/object/property.d.mts</a:t>
            </a:r>
          </a:p>
          <a:p>
            <a:pPr>
              <a:defRPr sz="1200"/>
            </a:pPr>
            <a:r>
              <a:t>D:/pasar_fix/node_modules/.bun/es-toolkit@1.46.1/node_modules/es-toolkit/dist/compat/object/property.d.ts</a:t>
            </a:r>
          </a:p>
          <a:p>
            <a:pPr>
              <a:defRPr sz="1200"/>
            </a:pPr>
            <a:r>
              <a:t>D:/pasar_fix/node_modules/.bun/es-toolkit@1.46.1/node_modules/es-toolkit/dist/compat/object/property.js</a:t>
            </a:r>
          </a:p>
          <a:p>
            <a:pPr>
              <a:defRPr sz="1200"/>
            </a:pPr>
            <a:r>
              <a:t>D:/pasar_fix/node_modules/.bun/es-toolkit@1.46.1/node_modules/es-toolkit/dist/compat/object/property.mjs</a:t>
            </a:r>
          </a:p>
          <a:p>
            <a:pPr>
              <a:defRPr sz="1200"/>
            </a:pPr>
            <a:r>
              <a:t>D:/pasar_fix/node_modules/.bun/es-toolkit@1.46.1/node_modules/es-toolkit/dist/compat/object/propertyOf.d.mts</a:t>
            </a:r>
          </a:p>
          <a:p>
            <a:pPr>
              <a:defRPr sz="1200"/>
            </a:pPr>
            <a:r>
              <a:t>D:/pasar_fix/node_modules/.bun/es-toolkit@1.46.1/node_modules/es-toolkit/dist/compat/object/propertyOf.d.ts</a:t>
            </a:r>
          </a:p>
          <a:p>
            <a:pPr>
              <a:defRPr sz="1200"/>
            </a:pPr>
            <a:r>
              <a:t>D:/pasar_fix/node_modules/.bun/es-toolkit@1.46.1/node_modules/es-toolkit/dist/compat/object/propertyOf.js</a:t>
            </a:r>
          </a:p>
          <a:p>
            <a:pPr>
              <a:defRPr sz="1200"/>
            </a:pPr>
            <a:r>
              <a:t>D:/pasar_fix/node_modules/.bun/es-toolkit@1.46.1/node_modules/es-toolkit/dist/compat/object/propertyOf.mjs</a:t>
            </a:r>
          </a:p>
          <a:p>
            <a:pPr>
              <a:defRPr sz="1200"/>
            </a:pPr>
            <a:r>
              <a:t>D:/pasar_fix/node_modules/.bun/es-toolkit@1.46.1/node_modules/es-toolkit/dist/compat/object/result.d.mts</a:t>
            </a:r>
          </a:p>
          <a:p>
            <a:pPr>
              <a:defRPr sz="1200"/>
            </a:pPr>
            <a:r>
              <a:t>D:/pasar_fix/node_modules/.bun/es-toolkit@1.46.1/node_modules/es-toolkit/dist/compat/object/result.d.ts</a:t>
            </a:r>
          </a:p>
          <a:p>
            <a:pPr>
              <a:defRPr sz="1200"/>
            </a:pPr>
            <a:r>
              <a:t>D:/pasar_fix/node_modules/.bun/es-toolkit@1.46.1/node_modules/es-toolkit/dist/compat/object/result.js</a:t>
            </a:r>
          </a:p>
          <a:p>
            <a:pPr>
              <a:defRPr sz="1200"/>
            </a:pPr>
            <a:r>
              <a:t>D:/pasar_fix/node_modules/.bun/es-toolkit@1.46.1/node_modules/es-toolkit/dist/compat/object/result.mjs</a:t>
            </a:r>
          </a:p>
          <a:p>
            <a:pPr>
              <a:defRPr sz="1200"/>
            </a:pPr>
            <a:r>
              <a:t>D:/pasar_fix/node_modules/.bun/es-toolkit@1.46.1/node_modules/es-toolkit/dist/compat/object/set.d.mts</a:t>
            </a:r>
          </a:p>
          <a:p>
            <a:pPr>
              <a:defRPr sz="1200"/>
            </a:pPr>
            <a:r>
              <a:t>D:/pasar_fix/node_modules/.bun/es-toolkit@1.46.1/node_modules/es-toolkit/dist/compat/object/set.d.ts</a:t>
            </a:r>
          </a:p>
          <a:p>
            <a:pPr>
              <a:defRPr sz="1200"/>
            </a:pPr>
            <a:r>
              <a:t>D:/pasar_fix/node_modules/.bun/es-toolkit@1.46.1/node_modules/es-toolkit/dist/compat/object/set.js</a:t>
            </a:r>
          </a:p>
          <a:p>
            <a:pPr>
              <a:defRPr sz="1200"/>
            </a:pPr>
            <a:r>
              <a:t>D:/pasar_fix/node_modules/.bun/es-toolkit@1.46.1/node_modules/es-toolkit/dist/compat/object/set.mjs</a:t>
            </a:r>
          </a:p>
          <a:p>
            <a:pPr>
              <a:defRPr sz="1200"/>
            </a:pPr>
            <a:r>
              <a:t>D:/pasar_fix/node_modules/.bun/es-toolkit@1.46.1/node_modules/es-toolkit/dist/compat/object/setWith.d.mts</a:t>
            </a:r>
          </a:p>
          <a:p>
            <a:pPr>
              <a:defRPr sz="1200"/>
            </a:pPr>
            <a:r>
              <a:t>D:/pasar_fix/node_modules/.bun/es-toolkit@1.46.1/node_modules/es-toolkit/dist/compat/object/setWith.d.ts</a:t>
            </a:r>
          </a:p>
          <a:p>
            <a:pPr>
              <a:defRPr sz="1200"/>
            </a:pPr>
            <a:r>
              <a:t>D:/pasar_fix/node_modules/.bun/es-toolkit@1.46.1/node_modules/es-toolkit/dist/compat/object/setWith.js</a:t>
            </a:r>
          </a:p>
          <a:p>
            <a:pPr>
              <a:defRPr sz="1200"/>
            </a:pPr>
            <a:r>
              <a:t>D:/pasar_fix/node_modules/.bun/es-toolkit@1.46.1/node_modules/es-toolkit/dist/compat/object/setWith.mjs</a:t>
            </a:r>
          </a:p>
          <a:p>
            <a:pPr>
              <a:defRPr sz="1200"/>
            </a:pPr>
            <a:r>
              <a:t>D:/pasar_fix/node_modules/.bun/es-toolkit@1.46.1/node_modules/es-toolkit/dist/compat/object/toDefaulted.d.mts</a:t>
            </a:r>
          </a:p>
          <a:p>
            <a:pPr>
              <a:defRPr sz="1200"/>
            </a:pPr>
            <a:r>
              <a:t>D:/pasar_fix/node_modules/.bun/es-toolkit@1.46.1/node_modules/es-toolkit/dist/compat/object/toDefaulted.d.ts</a:t>
            </a:r>
          </a:p>
          <a:p>
            <a:pPr>
              <a:defRPr sz="1200"/>
            </a:pPr>
            <a:r>
              <a:t>D:/pasar_fix/node_modules/.bun/es-toolkit@1.46.1/node_modules/es-toolkit/dist/compat/object/toDefaulted.js</a:t>
            </a:r>
          </a:p>
          <a:p>
            <a:pPr>
              <a:defRPr sz="1200"/>
            </a:pPr>
            <a:r>
              <a:t>D:/pasar_fix/node_modules/.bun/es-toolkit@1.46.1/node_modules/es-toolkit/dist/compat/object/toDefaulted.mjs</a:t>
            </a:r>
          </a:p>
          <a:p>
            <a:pPr>
              <a:defRPr sz="1200"/>
            </a:pPr>
            <a:r>
              <a:t>D:/pasar_fix/node_modules/.bun/es-toolkit@1.46.1/node_modules/es-toolkit/dist/compat/object/toPairs.d.mts</a:t>
            </a:r>
          </a:p>
          <a:p>
            <a:pPr>
              <a:defRPr sz="1200"/>
            </a:pPr>
            <a:r>
              <a:t>D:/pasar_fix/node_modules/.bun/es-toolkit@1.46.1/node_modules/es-toolkit/dist/compat/object/toPairs.d.ts</a:t>
            </a:r>
          </a:p>
          <a:p>
            <a:pPr>
              <a:defRPr sz="1200"/>
            </a:pPr>
            <a:r>
              <a:t>D:/pasar_fix/node_modules/.bun/es-toolkit@1.46.1/node_modules/es-toolkit/dist/compat/object/toPairs.js</a:t>
            </a:r>
          </a:p>
          <a:p>
            <a:pPr>
              <a:defRPr sz="1200"/>
            </a:pPr>
            <a:r>
              <a:t>D:/pasar_fix/node_modules/.bun/es-toolkit@1.46.1/node_modules/es-toolkit/dist/compat/object/toPairs.mjs</a:t>
            </a:r>
          </a:p>
          <a:p>
            <a:pPr>
              <a:defRPr sz="1200"/>
            </a:pPr>
            <a:r>
              <a:t>D:/pasar_fix/node_modules/.bun/es-toolkit@1.46.1/node_modules/es-toolkit/dist/compat/object/toPairsIn.d.mts</a:t>
            </a:r>
          </a:p>
          <a:p>
            <a:pPr>
              <a:defRPr sz="1200"/>
            </a:pPr>
            <a:r>
              <a:t>D:/pasar_fix/node_modules/.bun/es-toolkit@1.46.1/node_modules/es-toolkit/dist/compat/object/toPairsIn.d.ts</a:t>
            </a:r>
          </a:p>
          <a:p>
            <a:pPr>
              <a:defRPr sz="1200"/>
            </a:pPr>
            <a:r>
              <a:t>D:/pasar_fix/node_modules/.bun/es-toolkit@1.46.1/node_modules/es-toolkit/dist/compat/object/toPairsIn.js</a:t>
            </a:r>
          </a:p>
          <a:p>
            <a:pPr>
              <a:defRPr sz="1200"/>
            </a:pPr>
            <a:r>
              <a:t>D:/pasar_fix/node_modules/.bun/es-toolkit@1.46.1/node_modules/es-toolkit/dist/compat/object/toPairsIn.mjs</a:t>
            </a:r>
          </a:p>
          <a:p>
            <a:pPr>
              <a:defRPr sz="1200"/>
            </a:pPr>
            <a:r>
              <a:t>D:/pasar_fix/node_modules/.bun/es-toolkit@1.46.1/node_modules/es-toolkit/dist/compat/object/transform.d.mts</a:t>
            </a:r>
          </a:p>
          <a:p>
            <a:pPr>
              <a:defRPr sz="1200"/>
            </a:pPr>
            <a:r>
              <a:t>D:/pasar_fix/node_modules/.bun/es-toolkit@1.46.1/node_modules/es-toolkit/dist/compat/object/transform.d.ts</a:t>
            </a:r>
          </a:p>
          <a:p>
            <a:pPr>
              <a:defRPr sz="1200"/>
            </a:pPr>
            <a:r>
              <a:t>D:/pasar_fix/node_modules/.bun/es-toolkit@1.46.1/node_modules/es-toolkit/dist/compat/object/transform.js</a:t>
            </a:r>
          </a:p>
          <a:p>
            <a:pPr>
              <a:defRPr sz="1200"/>
            </a:pPr>
            <a:r>
              <a:t>D:/pasar_fix/node_modules/.bun/es-toolkit@1.46.1/node_modules/es-toolkit/dist/compat/object/transform.mjs</a:t>
            </a:r>
          </a:p>
          <a:p>
            <a:pPr>
              <a:defRPr sz="1200"/>
            </a:pPr>
            <a:r>
              <a:t>D:/pasar_fix/node_modules/.bun/es-toolkit@1.46.1/node_modules/es-toolkit/dist/compat/object/unset.d.mts</a:t>
            </a:r>
          </a:p>
          <a:p>
            <a:pPr>
              <a:defRPr sz="1200"/>
            </a:pPr>
            <a:r>
              <a:t>D:/pasar_fix/node_modules/.bun/es-toolkit@1.46.1/node_modules/es-toolkit/dist/compat/object/unset.d.ts</a:t>
            </a:r>
          </a:p>
          <a:p>
            <a:pPr>
              <a:defRPr sz="1200"/>
            </a:pPr>
            <a:r>
              <a:t>D:/pasar_fix/node_modules/.bun/es-toolkit@1.46.1/node_modules/es-toolkit/dist/compat/object/unset.js</a:t>
            </a:r>
          </a:p>
          <a:p>
            <a:pPr>
              <a:defRPr sz="1200"/>
            </a:pPr>
            <a:r>
              <a:t>D:/pasar_fix/node_modules/.bun/es-toolkit@1.46.1/node_modules/es-toolkit/dist/compat/object/unset.mjs</a:t>
            </a:r>
          </a:p>
          <a:p>
            <a:pPr>
              <a:defRPr sz="1200"/>
            </a:pPr>
            <a:r>
              <a:t>D:/pasar_fix/node_modules/.bun/es-toolkit@1.46.1/node_modules/es-toolkit/dist/compat/object/update.d.mts</a:t>
            </a:r>
          </a:p>
          <a:p>
            <a:pPr>
              <a:defRPr sz="1200"/>
            </a:pPr>
            <a:r>
              <a:t>D:/pasar_fix/node_modules/.bun/es-toolkit@1.46.1/node_modules/es-toolkit/dist/compat/object/update.d.ts</a:t>
            </a:r>
          </a:p>
          <a:p>
            <a:pPr>
              <a:defRPr sz="1200"/>
            </a:pPr>
            <a:r>
              <a:t>D:/pasar_fix/node_modules/.bun/es-toolkit@1.46.1/node_modules/es-toolkit/dist/compat/object/update.js</a:t>
            </a:r>
          </a:p>
          <a:p>
            <a:pPr>
              <a:defRPr sz="1200"/>
            </a:pPr>
            <a:r>
              <a:t>D:/pasar_fix/node_modules/.bun/es-toolkit@1.46.1/node_modules/es-toolkit/dist/compat/object/update.mjs</a:t>
            </a:r>
          </a:p>
          <a:p>
            <a:pPr>
              <a:defRPr sz="1200"/>
            </a:pPr>
            <a:r>
              <a:t>D:/pasar_fix/node_modules/.bun/es-toolkit@1.46.1/node_modules/es-toolkit/dist/compat/object/updateWith.d.mts</a:t>
            </a:r>
          </a:p>
          <a:p>
            <a:pPr>
              <a:defRPr sz="1200"/>
            </a:pPr>
            <a:r>
              <a:t>D:/pasar_fix/node_modules/.bun/es-toolkit@1.46.1/node_modules/es-toolkit/dist/compat/object/updateWith.d.ts</a:t>
            </a:r>
          </a:p>
          <a:p>
            <a:pPr>
              <a:defRPr sz="1200"/>
            </a:pPr>
            <a:r>
              <a:t>D:/pasar_fix/node_modules/.bun/es-toolkit@1.46.1/node_modules/es-toolkit/dist/compat/object/updateWith.js</a:t>
            </a:r>
          </a:p>
          <a:p>
            <a:pPr>
              <a:defRPr sz="1200"/>
            </a:pPr>
            <a:r>
              <a:t>D:/pasar_fix/node_modules/.bun/es-toolkit@1.46.1/node_modules/es-toolkit/dist/compat/object/updateWith.mjs</a:t>
            </a:r>
          </a:p>
          <a:p>
            <a:pPr>
              <a:defRPr sz="1200"/>
            </a:pPr>
            <a:r>
              <a:t>D:/pasar_fix/node_modules/.bun/es-toolkit@1.46.1/node_modules/es-toolkit/dist/compat/object/values.d.mts</a:t>
            </a:r>
          </a:p>
          <a:p>
            <a:pPr>
              <a:defRPr sz="1200"/>
            </a:pPr>
            <a:r>
              <a:t>D:/pasar_fix/node_modules/.bun/es-toolkit@1.46.1/node_modules/es-toolkit/dist/compat/object/values.d.ts</a:t>
            </a:r>
          </a:p>
          <a:p>
            <a:pPr>
              <a:defRPr sz="1200"/>
            </a:pPr>
            <a:r>
              <a:t>D:/pasar_fix/node_modules/.bun/es-toolkit@1.46.1/node_modules/es-toolkit/dist/compat/object/values.js</a:t>
            </a:r>
          </a:p>
          <a:p>
            <a:pPr>
              <a:defRPr sz="1200"/>
            </a:pPr>
            <a:r>
              <a:t>D:/pasar_fix/node_modules/.bun/es-toolkit@1.46.1/node_modules/es-toolkit/dist/compat/object/values.mjs</a:t>
            </a:r>
          </a:p>
          <a:p>
            <a:pPr>
              <a:defRPr sz="1200"/>
            </a:pPr>
            <a:r>
              <a:t>D:/pasar_fix/node_modules/.bun/es-toolkit@1.46.1/node_modules/es-toolkit/dist/compat/object/valuesIn.d.mts</a:t>
            </a:r>
          </a:p>
          <a:p>
            <a:pPr>
              <a:defRPr sz="1200"/>
            </a:pPr>
            <a:r>
              <a:t>D:/pasar_fix/node_modules/.bun/es-toolkit@1.46.1/node_modules/es-toolkit/dist/compat/object/valuesIn.d.ts</a:t>
            </a:r>
          </a:p>
          <a:p>
            <a:pPr>
              <a:defRPr sz="1200"/>
            </a:pPr>
            <a:r>
              <a:t>D:/pasar_fix/node_modules/.bun/es-toolkit@1.46.1/node_modules/es-toolkit/dist/compat/object/valuesIn.js</a:t>
            </a:r>
          </a:p>
          <a:p>
            <a:pPr>
              <a:defRPr sz="1200"/>
            </a:pPr>
            <a:r>
              <a:t>D:/pasar_fix/node_modules/.bun/es-toolkit@1.46.1/node_modules/es-toolkit/dist/compat/object/valuesIn.mjs</a:t>
            </a:r>
          </a:p>
          <a:p>
            <a:pPr>
              <a:defRPr sz="1200"/>
            </a:pPr>
            <a:r>
              <a:t>D:/pasar_fix/node_modules/.bun/es-toolkit@1.46.1/node_modules/es-toolkit/dist/compat/predicate/conforms.d.mts</a:t>
            </a:r>
          </a:p>
          <a:p>
            <a:pPr>
              <a:defRPr sz="1200"/>
            </a:pPr>
            <a:r>
              <a:t>D:/pasar_fix/node_modules/.bun/es-toolkit@1.46.1/node_modules/es-toolkit/dist/compat/predicate/conforms.d.ts</a:t>
            </a:r>
          </a:p>
          <a:p>
            <a:pPr>
              <a:defRPr sz="1200"/>
            </a:pPr>
            <a:r>
              <a:t>D:/pasar_fix/node_modules/.bun/es-toolkit@1.46.1/node_modules/es-toolkit/dist/compat/predicate/conforms.js</a:t>
            </a:r>
          </a:p>
          <a:p>
            <a:pPr>
              <a:defRPr sz="1200"/>
            </a:pPr>
            <a:r>
              <a:t>D:/pasar_fix/node_modules/.bun/es-toolkit@1.46.1/node_modules/es-toolkit/dist/compat/predicate/conforms.mjs</a:t>
            </a:r>
          </a:p>
          <a:p>
            <a:pPr>
              <a:defRPr sz="1200"/>
            </a:pPr>
            <a:r>
              <a:t>D:/pasar_fix/node_modules/.bun/es-toolkit@1.46.1/node_modules/es-toolkit/dist/compat/predicate/conformsTo.d.mts</a:t>
            </a:r>
          </a:p>
          <a:p>
            <a:pPr>
              <a:defRPr sz="1200"/>
            </a:pPr>
            <a:r>
              <a:t>D:/pasar_fix/node_modules/.bun/es-toolkit@1.46.1/node_modules/es-toolkit/dist/compat/predicate/conformsTo.d.ts</a:t>
            </a:r>
          </a:p>
          <a:p>
            <a:pPr>
              <a:defRPr sz="1200"/>
            </a:pPr>
            <a:r>
              <a:t>D:/pasar_fix/node_modules/.bun/es-toolkit@1.46.1/node_modules/es-toolkit/dist/compat/predicate/conformsTo.js</a:t>
            </a:r>
          </a:p>
          <a:p>
            <a:pPr>
              <a:defRPr sz="1200"/>
            </a:pPr>
            <a:r>
              <a:t>D:/pasar_fix/node_modules/.bun/es-toolkit@1.46.1/node_modules/es-toolkit/dist/compat/predicate/conformsTo.mjs</a:t>
            </a:r>
          </a:p>
          <a:p>
            <a:pPr>
              <a:defRPr sz="1200"/>
            </a:pPr>
            <a:r>
              <a:t>D:/pasar_fix/node_modules/.bun/es-toolkit@1.46.1/node_modules/es-toolkit/dist/compat/predicate/isArguments.d.mts</a:t>
            </a:r>
          </a:p>
          <a:p>
            <a:pPr>
              <a:defRPr sz="1200"/>
            </a:pPr>
            <a:r>
              <a:t>D:/pasar_fix/node_modules/.bun/es-toolkit@1.46.1/node_modules/es-toolkit/dist/compat/predicate/isArguments.d.ts</a:t>
            </a:r>
          </a:p>
          <a:p>
            <a:pPr>
              <a:defRPr sz="1200"/>
            </a:pPr>
            <a:r>
              <a:t>D:/pasar_fix/node_modules/.bun/es-toolkit@1.46.1/node_modules/es-toolkit/dist/compat/predicate/isArguments.js</a:t>
            </a:r>
          </a:p>
          <a:p>
            <a:pPr>
              <a:defRPr sz="1200"/>
            </a:pPr>
            <a:r>
              <a:t>D:/pasar_fix/node_modules/.bun/es-toolkit@1.46.1/node_modules/es-toolkit/dist/compat/predicate/isArguments.mjs</a:t>
            </a:r>
          </a:p>
          <a:p>
            <a:pPr>
              <a:defRPr sz="1200"/>
            </a:pPr>
            <a:r>
              <a:t>D:/pasar_fix/node_modules/.bun/es-toolkit@1.46.1/node_modules/es-toolkit/dist/compat/predicate/isArray.d.mts</a:t>
            </a:r>
          </a:p>
          <a:p>
            <a:pPr>
              <a:defRPr sz="1200"/>
            </a:pPr>
            <a:r>
              <a:t>D:/pasar_fix/node_modules/.bun/es-toolkit@1.46.1/node_modules/es-toolkit/dist/compat/predicate/isArray.d.ts</a:t>
            </a:r>
          </a:p>
          <a:p>
            <a:pPr>
              <a:defRPr sz="1200"/>
            </a:pPr>
            <a:r>
              <a:t>D:/pasar_fix/node_modules/.bun/es-toolkit@1.46.1/node_modules/es-toolkit/dist/compat/predicate/isArray.js</a:t>
            </a:r>
          </a:p>
          <a:p>
            <a:pPr>
              <a:defRPr sz="1200"/>
            </a:pPr>
            <a:r>
              <a:t>D:/pasar_fix/node_modules/.bun/es-toolkit@1.46.1/node_modules/es-toolkit/dist/compat/predicate/isArray.mjs</a:t>
            </a:r>
          </a:p>
          <a:p>
            <a:pPr>
              <a:defRPr sz="1200"/>
            </a:pPr>
            <a:r>
              <a:t>D:/pasar_fix/node_modules/.bun/es-toolkit@1.46.1/node_modules/es-toolkit/dist/compat/predicate/isArrayBuffer.d.mts</a:t>
            </a:r>
          </a:p>
          <a:p>
            <a:pPr>
              <a:defRPr sz="1200"/>
            </a:pPr>
            <a:r>
              <a:t>D:/pasar_fix/node_modules/.bun/es-toolkit@1.46.1/node_modules/es-toolkit/dist/compat/predicate/isArrayBuffer.d.ts</a:t>
            </a:r>
          </a:p>
          <a:p>
            <a:pPr>
              <a:defRPr sz="1200"/>
            </a:pPr>
            <a:r>
              <a:t>D:/pasar_fix/node_modules/.bun/es-toolkit@1.46.1/node_modules/es-toolkit/dist/compat/predicate/isArrayBuffer.js</a:t>
            </a:r>
          </a:p>
          <a:p>
            <a:pPr>
              <a:defRPr sz="1200"/>
            </a:pPr>
            <a:r>
              <a:t>D:/pasar_fix/node_modules/.bun/es-toolkit@1.46.1/node_modules/es-toolkit/dist/compat/predicate/isArrayBuffer.mjs</a:t>
            </a:r>
          </a:p>
          <a:p>
            <a:pPr>
              <a:defRPr sz="1200"/>
            </a:pPr>
            <a:r>
              <a:t>D:/pasar_fix/node_modules/.bun/es-toolkit@1.46.1/node_modules/es-toolkit/dist/compat/predicate/isArrayLike.d.mts</a:t>
            </a:r>
          </a:p>
          <a:p>
            <a:pPr>
              <a:defRPr sz="1200"/>
            </a:pPr>
            <a:r>
              <a:t>D:/pasar_fix/node_modules/.bun/es-toolkit@1.46.1/node_modules/es-toolkit/dist/compat/predicate/isArrayLike.d.ts</a:t>
            </a:r>
          </a:p>
          <a:p>
            <a:pPr>
              <a:defRPr sz="1200"/>
            </a:pPr>
            <a:r>
              <a:t>D:/pasar_fix/node_modules/.bun/es-toolkit@1.46.1/node_modules/es-toolkit/dist/compat/predicate/isArrayLike.js</a:t>
            </a:r>
          </a:p>
          <a:p>
            <a:pPr>
              <a:defRPr sz="1200"/>
            </a:pPr>
            <a:r>
              <a:t>D:/pasar_fix/node_modules/.bun/es-toolkit@1.46.1/node_modules/es-toolkit/dist/compat/predicate/isArrayLike.mjs</a:t>
            </a:r>
          </a:p>
          <a:p>
            <a:pPr>
              <a:defRPr sz="1200"/>
            </a:pPr>
            <a:r>
              <a:t>D:/pasar_fix/node_modules/.bun/es-toolkit@1.46.1/node_modules/es-toolkit/dist/compat/predicate/isArrayLikeObject.d.mts</a:t>
            </a:r>
          </a:p>
          <a:p>
            <a:pPr>
              <a:defRPr sz="1200"/>
            </a:pPr>
            <a:r>
              <a:t>D:/pasar_fix/node_modules/.bun/es-toolkit@1.46.1/node_modules/es-toolkit/dist/compat/predicate/isArrayLikeObject.d.ts</a:t>
            </a:r>
          </a:p>
          <a:p>
            <a:pPr>
              <a:defRPr sz="1200"/>
            </a:pPr>
            <a:r>
              <a:t>D:/pasar_fix/node_modules/.bun/es-toolkit@1.46.1/node_modules/es-toolkit/dist/compat/predicate/isArrayLikeObject.js</a:t>
            </a:r>
          </a:p>
          <a:p>
            <a:pPr>
              <a:defRPr sz="1200"/>
            </a:pPr>
            <a:r>
              <a:t>D:/pasar_fix/node_modules/.bun/es-toolkit@1.46.1/node_modules/es-toolkit/dist/compat/predicate/isArrayLikeObject.mjs</a:t>
            </a:r>
          </a:p>
          <a:p>
            <a:pPr>
              <a:defRPr sz="1200"/>
            </a:pPr>
            <a:r>
              <a:t>D:/pasar_fix/node_modules/.bun/es-toolkit@1.46.1/node_modules/es-toolkit/dist/compat/predicate/isBoolean.d.mts</a:t>
            </a:r>
          </a:p>
          <a:p>
            <a:pPr>
              <a:defRPr sz="1200"/>
            </a:pPr>
            <a:r>
              <a:t>D:/pasar_fix/node_modules/.bun/es-toolkit@1.46.1/node_modules/es-toolkit/dist/compat/predicate/isBoolean.d.ts</a:t>
            </a:r>
          </a:p>
          <a:p>
            <a:pPr>
              <a:defRPr sz="1200"/>
            </a:pPr>
            <a:r>
              <a:t>D:/pasar_fix/node_modules/.bun/es-toolkit@1.46.1/node_modules/es-toolkit/dist/compat/predicate/isBoolean.js</a:t>
            </a:r>
          </a:p>
          <a:p>
            <a:pPr>
              <a:defRPr sz="1200"/>
            </a:pPr>
            <a:r>
              <a:t>D:/pasar_fix/node_modules/.bun/es-toolkit@1.46.1/node_modules/es-toolkit/dist/compat/predicate/isBoolean.mjs</a:t>
            </a:r>
          </a:p>
          <a:p>
            <a:pPr>
              <a:defRPr sz="1200"/>
            </a:pPr>
            <a:r>
              <a:t>D:/pasar_fix/node_modules/.bun/es-toolkit@1.46.1/node_modules/es-toolkit/dist/compat/predicate/isBuffer.d.mts</a:t>
            </a:r>
          </a:p>
          <a:p>
            <a:pPr>
              <a:defRPr sz="1200"/>
            </a:pPr>
            <a:r>
              <a:t>D:/pasar_fix/node_modules/.bun/es-toolkit@1.46.1/node_modules/es-toolkit/dist/compat/predicate/isBuffer.d.ts</a:t>
            </a:r>
          </a:p>
          <a:p>
            <a:pPr>
              <a:defRPr sz="1200"/>
            </a:pPr>
            <a:r>
              <a:t>D:/pasar_fix/node_modules/.bun/es-toolkit@1.46.1/node_modules/es-toolkit/dist/compat/predicate/isBuffer.js</a:t>
            </a:r>
          </a:p>
          <a:p>
            <a:pPr>
              <a:defRPr sz="1200"/>
            </a:pPr>
            <a:r>
              <a:t>D:/pasar_fix/node_modules/.bun/es-toolkit@1.46.1/node_modules/es-toolkit/dist/compat/predicate/isBuffer.mjs</a:t>
            </a:r>
          </a:p>
          <a:p>
            <a:pPr>
              <a:defRPr sz="1200"/>
            </a:pPr>
            <a:r>
              <a:t>D:/pasar_fix/node_modules/.bun/es-toolkit@1.46.1/node_modules/es-toolkit/dist/compat/predicate/isDate.d.mts</a:t>
            </a:r>
          </a:p>
          <a:p>
            <a:pPr>
              <a:defRPr sz="1200"/>
            </a:pPr>
            <a:r>
              <a:t>D:/pasar_fix/node_modules/.bun/es-toolkit@1.46.1/node_modules/es-toolkit/dist/compat/predicate/isDate.d.ts</a:t>
            </a:r>
          </a:p>
          <a:p>
            <a:pPr>
              <a:defRPr sz="1200"/>
            </a:pPr>
            <a:r>
              <a:t>D:/pasar_fix/node_modules/.bun/es-toolkit@1.46.1/node_modules/es-toolkit/dist/compat/predicate/isDate.js</a:t>
            </a:r>
          </a:p>
          <a:p>
            <a:pPr>
              <a:defRPr sz="1200"/>
            </a:pPr>
            <a:r>
              <a:t>D:/pasar_fix/node_modules/.bun/es-toolkit@1.46.1/node_modules/es-toolkit/dist/compat/predicate/isDate.mjs</a:t>
            </a:r>
          </a:p>
          <a:p>
            <a:pPr>
              <a:defRPr sz="1200"/>
            </a:pPr>
            <a:r>
              <a:t>D:/pasar_fix/node_modules/.bun/es-toolkit@1.46.1/node_modules/es-toolkit/dist/compat/predicate/isElement.d.mts</a:t>
            </a:r>
          </a:p>
          <a:p>
            <a:pPr>
              <a:defRPr sz="1200"/>
            </a:pPr>
            <a:r>
              <a:t>D:/pasar_fix/node_modules/.bun/es-toolkit@1.46.1/node_modules/es-toolkit/dist/compat/predicate/isElement.d.ts</a:t>
            </a:r>
          </a:p>
          <a:p>
            <a:pPr>
              <a:defRPr sz="1200"/>
            </a:pPr>
            <a:r>
              <a:t>D:/pasar_fix/node_modules/.bun/es-toolkit@1.46.1/node_modules/es-toolkit/dist/compat/predicate/isElement.js</a:t>
            </a:r>
          </a:p>
          <a:p>
            <a:pPr>
              <a:defRPr sz="1200"/>
            </a:pPr>
            <a:r>
              <a:t>D:/pasar_fix/node_modules/.bun/es-toolkit@1.46.1/node_modules/es-toolkit/dist/compat/predicate/isElement.mjs</a:t>
            </a:r>
          </a:p>
          <a:p>
            <a:pPr>
              <a:defRPr sz="1200"/>
            </a:pPr>
            <a:r>
              <a:t>D:/pasar_fix/node_modules/.bun/es-toolkit@1.46.1/node_modules/es-toolkit/dist/compat/predicate/isEmpty.d.mts</a:t>
            </a:r>
          </a:p>
          <a:p>
            <a:pPr>
              <a:defRPr sz="1200"/>
            </a:pPr>
            <a:r>
              <a:t>D:/pasar_fix/node_modules/.bun/es-toolkit@1.46.1/node_modules/es-toolkit/dist/compat/predicate/isEmpty.d.ts</a:t>
            </a:r>
          </a:p>
          <a:p>
            <a:pPr>
              <a:defRPr sz="1200"/>
            </a:pPr>
            <a:r>
              <a:t>D:/pasar_fix/node_modules/.bun/es-toolkit@1.46.1/node_modules/es-toolkit/dist/compat/predicate/isEmpty.js</a:t>
            </a:r>
          </a:p>
          <a:p>
            <a:pPr>
              <a:defRPr sz="1200"/>
            </a:pPr>
            <a:r>
              <a:t>D:/pasar_fix/node_modules/.bun/es-toolkit@1.46.1/node_modules/es-toolkit/dist/compat/predicate/isEmpty.mjs</a:t>
            </a:r>
          </a:p>
          <a:p>
            <a:pPr>
              <a:defRPr sz="1200"/>
            </a:pPr>
            <a:r>
              <a:t>D:/pasar_fix/node_modules/.bun/es-toolkit@1.46.1/node_modules/es-toolkit/dist/compat/predicate/isEqualWith.d.mts</a:t>
            </a:r>
          </a:p>
          <a:p>
            <a:pPr>
              <a:defRPr sz="1200"/>
            </a:pPr>
            <a:r>
              <a:t>D:/pasar_fix/node_modules/.bun/es-toolkit@1.46.1/node_modules/es-toolkit/dist/compat/predicate/isEqualWith.d.ts</a:t>
            </a:r>
          </a:p>
          <a:p>
            <a:pPr>
              <a:defRPr sz="1200"/>
            </a:pPr>
            <a:r>
              <a:t>D:/pasar_fix/node_modules/.bun/es-toolkit@1.46.1/node_modules/es-toolkit/dist/compat/predicate/isEqualWith.js</a:t>
            </a:r>
          </a:p>
          <a:p>
            <a:pPr>
              <a:defRPr sz="1200"/>
            </a:pPr>
            <a:r>
              <a:t>D:/pasar_fix/node_modules/.bun/es-toolkit@1.46.1/node_modules/es-toolkit/dist/compat/predicate/isEqualWith.mjs</a:t>
            </a:r>
          </a:p>
          <a:p>
            <a:pPr>
              <a:defRPr sz="1200"/>
            </a:pPr>
            <a:r>
              <a:t>D:/pasar_fix/node_modules/.bun/es-toolkit@1.46.1/node_modules/es-toolkit/dist/compat/predicate/isError.d.mts</a:t>
            </a:r>
          </a:p>
          <a:p>
            <a:pPr>
              <a:defRPr sz="1200"/>
            </a:pPr>
            <a:r>
              <a:t>D:/pasar_fix/node_modules/.bun/es-toolkit@1.46.1/node_modules/es-toolkit/dist/compat/predicate/isError.d.ts</a:t>
            </a:r>
          </a:p>
          <a:p>
            <a:pPr>
              <a:defRPr sz="1200"/>
            </a:pPr>
            <a:r>
              <a:t>D:/pasar_fix/node_modules/.bun/es-toolkit@1.46.1/node_modules/es-toolkit/dist/compat/predicate/isError.js</a:t>
            </a:r>
          </a:p>
          <a:p>
            <a:pPr>
              <a:defRPr sz="1200"/>
            </a:pPr>
            <a:r>
              <a:t>D:/pasar_fix/node_modules/.bun/es-toolkit@1.46.1/node_modules/es-toolkit/dist/compat/predicate/isError.mjs</a:t>
            </a:r>
          </a:p>
          <a:p>
            <a:pPr>
              <a:defRPr sz="1200"/>
            </a:pPr>
            <a:r>
              <a:t>D:/pasar_fix/node_modules/.bun/es-toolkit@1.46.1/node_modules/es-toolkit/dist/compat/predicate/isFinite.d.mts</a:t>
            </a:r>
          </a:p>
          <a:p>
            <a:pPr>
              <a:defRPr sz="1200"/>
            </a:pPr>
            <a:r>
              <a:t>D:/pasar_fix/node_modules/.bun/es-toolkit@1.46.1/node_modules/es-toolkit/dist/compat/predicate/isFinite.d.ts</a:t>
            </a:r>
          </a:p>
          <a:p>
            <a:pPr>
              <a:defRPr sz="1200"/>
            </a:pPr>
            <a:r>
              <a:t>D:/pasar_fix/node_modules/.bun/es-toolkit@1.46.1/node_modules/es-toolkit/dist/compat/predicate/isFinite.js</a:t>
            </a:r>
          </a:p>
          <a:p>
            <a:pPr>
              <a:defRPr sz="1200"/>
            </a:pPr>
            <a:r>
              <a:t>D:/pasar_fix/node_modules/.bun/es-toolkit@1.46.1/node_modules/es-toolkit/dist/compat/predicate/isFinite.mjs</a:t>
            </a:r>
          </a:p>
          <a:p>
            <a:pPr>
              <a:defRPr sz="1200"/>
            </a:pPr>
            <a:r>
              <a:t>D:/pasar_fix/node_modules/.bun/es-toolkit@1.46.1/node_modules/es-toolkit/dist/compat/predicate/isFunction.d.mts</a:t>
            </a:r>
          </a:p>
          <a:p>
            <a:pPr>
              <a:defRPr sz="1200"/>
            </a:pPr>
            <a:r>
              <a:t>D:/pasar_fix/node_modules/.bun/es-toolkit@1.46.1/node_modules/es-toolkit/dist/compat/predicate/isFunction.d.ts</a:t>
            </a:r>
          </a:p>
          <a:p>
            <a:pPr>
              <a:defRPr sz="1200"/>
            </a:pPr>
            <a:r>
              <a:t>D:/pasar_fix/node_modules/.bun/es-toolkit@1.46.1/node_modules/es-toolkit/dist/compat/predicate/isFunction.js</a:t>
            </a:r>
          </a:p>
          <a:p>
            <a:pPr>
              <a:defRPr sz="1200"/>
            </a:pPr>
            <a:r>
              <a:t>D:/pasar_fix/node_modules/.bun/es-toolkit@1.46.1/node_modules/es-toolkit/dist/compat/predicate/isFunction.mjs</a:t>
            </a:r>
          </a:p>
          <a:p>
            <a:pPr>
              <a:defRPr sz="1200"/>
            </a:pPr>
            <a:r>
              <a:t>D:/pasar_fix/node_modules/.bun/es-toolkit@1.46.1/node_modules/es-toolkit/dist/compat/predicate/isInteger.d.mts</a:t>
            </a:r>
          </a:p>
          <a:p>
            <a:pPr>
              <a:defRPr sz="1200"/>
            </a:pPr>
            <a:r>
              <a:t>D:/pasar_fix/node_modules/.bun/es-toolkit@1.46.1/node_modules/es-toolkit/dist/compat/predicate/isInteger.d.ts</a:t>
            </a:r>
          </a:p>
          <a:p>
            <a:pPr>
              <a:defRPr sz="1200"/>
            </a:pPr>
            <a:r>
              <a:t>D:/pasar_fix/node_modules/.bun/es-toolkit@1.46.1/node_modules/es-toolkit/dist/compat/predicate/isInteger.js</a:t>
            </a:r>
          </a:p>
          <a:p>
            <a:pPr>
              <a:defRPr sz="1200"/>
            </a:pPr>
            <a:r>
              <a:t>D:/pasar_fix/node_modules/.bun/es-toolkit@1.46.1/node_modules/es-toolkit/dist/compat/predicate/isInteger.mjs</a:t>
            </a:r>
          </a:p>
          <a:p>
            <a:pPr>
              <a:defRPr sz="1200"/>
            </a:pPr>
            <a:r>
              <a:t>D:/pasar_fix/node_modules/.bun/es-toolkit@1.46.1/node_modules/es-toolkit/dist/compat/predicate/isLength.d.mts</a:t>
            </a:r>
          </a:p>
          <a:p>
            <a:pPr>
              <a:defRPr sz="1200"/>
            </a:pPr>
            <a:r>
              <a:t>D:/pasar_fix/node_modules/.bun/es-toolkit@1.46.1/node_modules/es-toolkit/dist/compat/predicate/isLength.d.ts</a:t>
            </a:r>
          </a:p>
          <a:p>
            <a:pPr>
              <a:defRPr sz="1200"/>
            </a:pPr>
            <a:r>
              <a:t>D:/pasar_fix/node_modules/.bun/es-toolkit@1.46.1/node_modules/es-toolkit/dist/compat/predicate/isLength.js</a:t>
            </a:r>
          </a:p>
          <a:p>
            <a:pPr>
              <a:defRPr sz="1200"/>
            </a:pPr>
            <a:r>
              <a:t>D:/pasar_fix/node_modules/.bun/es-toolkit@1.46.1/node_modules/es-toolkit/dist/compat/predicate/isLength.mjs</a:t>
            </a:r>
          </a:p>
          <a:p>
            <a:pPr>
              <a:defRPr sz="1200"/>
            </a:pPr>
            <a:r>
              <a:t>D:/pasar_fix/node_modules/.bun/es-toolkit@1.46.1/node_modules/es-toolkit/dist/compat/predicate/isMap.d.mts</a:t>
            </a:r>
          </a:p>
          <a:p>
            <a:pPr>
              <a:defRPr sz="1200"/>
            </a:pPr>
            <a:r>
              <a:t>D:/pasar_fix/node_modules/.bun/es-toolkit@1.46.1/node_modules/es-toolkit/dist/compat/predicate/isMap.d.ts</a:t>
            </a:r>
          </a:p>
          <a:p>
            <a:pPr>
              <a:defRPr sz="1200"/>
            </a:pPr>
            <a:r>
              <a:t>D:/pasar_fix/node_modules/.bun/es-toolkit@1.46.1/node_modules/es-toolkit/dist/compat/predicate/isMap.js</a:t>
            </a:r>
          </a:p>
          <a:p>
            <a:pPr>
              <a:defRPr sz="1200"/>
            </a:pPr>
            <a:r>
              <a:t>D:/pasar_fix/node_modules/.bun/es-toolkit@1.46.1/node_modules/es-toolkit/dist/compat/predicate/isMap.mjs</a:t>
            </a:r>
          </a:p>
          <a:p>
            <a:pPr>
              <a:defRPr sz="1200"/>
            </a:pPr>
            <a:r>
              <a:t>D:/pasar_fix/node_modules/.bun/es-toolkit@1.46.1/node_modules/es-toolkit/dist/compat/predicate/isMatch.d.mts</a:t>
            </a:r>
          </a:p>
          <a:p>
            <a:pPr>
              <a:defRPr sz="1200"/>
            </a:pPr>
            <a:r>
              <a:t>D:/pasar_fix/node_modules/.bun/es-toolkit@1.46.1/node_modules/es-toolkit/dist/compat/predicate/isMatch.d.ts</a:t>
            </a:r>
          </a:p>
          <a:p>
            <a:pPr>
              <a:defRPr sz="1200"/>
            </a:pPr>
            <a:r>
              <a:t>D:/pasar_fix/node_modules/.bun/es-toolkit@1.46.1/node_modules/es-toolkit/dist/compat/predicate/isMatch.js</a:t>
            </a:r>
          </a:p>
          <a:p>
            <a:pPr>
              <a:defRPr sz="1200"/>
            </a:pPr>
            <a:r>
              <a:t>D:/pasar_fix/node_modules/.bun/es-toolkit@1.46.1/node_modules/es-toolkit/dist/compat/predicate/isMatch.mjs</a:t>
            </a:r>
          </a:p>
          <a:p>
            <a:pPr>
              <a:defRPr sz="1200"/>
            </a:pPr>
            <a:r>
              <a:t>D:/pasar_fix/node_modules/.bun/es-toolkit@1.46.1/node_modules/es-toolkit/dist/compat/predicate/isMatchWith.d.mts</a:t>
            </a:r>
          </a:p>
          <a:p>
            <a:pPr>
              <a:defRPr sz="1200"/>
            </a:pPr>
            <a:r>
              <a:t>D:/pasar_fix/node_modules/.bun/es-toolkit@1.46.1/node_modules/es-toolkit/dist/compat/predicate/isMatchWith.d.ts</a:t>
            </a:r>
          </a:p>
          <a:p>
            <a:pPr>
              <a:defRPr sz="1200"/>
            </a:pPr>
            <a:r>
              <a:t>D:/pasar_fix/node_modules/.bun/es-toolkit@1.46.1/node_modules/es-toolkit/dist/compat/predicate/isMatchWith.js</a:t>
            </a:r>
          </a:p>
          <a:p>
            <a:pPr>
              <a:defRPr sz="1200"/>
            </a:pPr>
            <a:r>
              <a:t>D:/pasar_fix/node_modules/.bun/es-toolkit@1.46.1/node_modules/es-toolkit/dist/compat/predicate/isMatchWith.mjs</a:t>
            </a:r>
          </a:p>
          <a:p>
            <a:pPr>
              <a:defRPr sz="1200"/>
            </a:pPr>
            <a:r>
              <a:t>D:/pasar_fix/node_modules/.bun/es-toolkit@1.46.1/node_modules/es-toolkit/dist/compat/predicate/isNaN.d.mts</a:t>
            </a:r>
          </a:p>
          <a:p>
            <a:pPr>
              <a:defRPr sz="1200"/>
            </a:pPr>
            <a:r>
              <a:t>D:/pasar_fix/node_modules/.bun/es-toolkit@1.46.1/node_modules/es-toolkit/dist/compat/predicate/isNaN.d.ts</a:t>
            </a:r>
          </a:p>
          <a:p>
            <a:pPr>
              <a:defRPr sz="1200"/>
            </a:pPr>
            <a:r>
              <a:t>D:/pasar_fix/node_modules/.bun/es-toolkit@1.46.1/node_modules/es-toolkit/dist/compat/predicate/isNaN.js</a:t>
            </a:r>
          </a:p>
          <a:p>
            <a:pPr>
              <a:defRPr sz="1200"/>
            </a:pPr>
            <a:r>
              <a:t>D:/pasar_fix/node_modules/.bun/es-toolkit@1.46.1/node_modules/es-toolkit/dist/compat/predicate/isNaN.mjs</a:t>
            </a:r>
          </a:p>
          <a:p>
            <a:pPr>
              <a:defRPr sz="1200"/>
            </a:pPr>
            <a:r>
              <a:t>D:/pasar_fix/node_modules/.bun/es-toolkit@1.46.1/node_modules/es-toolkit/dist/compat/predicate/isNative.d.mts</a:t>
            </a:r>
          </a:p>
          <a:p>
            <a:pPr>
              <a:defRPr sz="1200"/>
            </a:pPr>
            <a:r>
              <a:t>D:/pasar_fix/node_modules/.bun/es-toolkit@1.46.1/node_modules/es-toolkit/dist/compat/predicate/isNative.d.ts</a:t>
            </a:r>
          </a:p>
          <a:p>
            <a:pPr>
              <a:defRPr sz="1200"/>
            </a:pPr>
            <a:r>
              <a:t>D:/pasar_fix/node_modules/.bun/es-toolkit@1.46.1/node_modules/es-toolkit/dist/compat/predicate/isNative.js</a:t>
            </a:r>
          </a:p>
          <a:p>
            <a:pPr>
              <a:defRPr sz="1200"/>
            </a:pPr>
            <a:r>
              <a:t>D:/pasar_fix/node_modules/.bun/es-toolkit@1.46.1/node_modules/es-toolkit/dist/compat/predicate/isNative.mjs</a:t>
            </a:r>
          </a:p>
          <a:p>
            <a:pPr>
              <a:defRPr sz="1200"/>
            </a:pPr>
            <a:r>
              <a:t>D:/pasar_fix/node_modules/.bun/es-toolkit@1.46.1/node_modules/es-toolkit/dist/compat/predicate/isNil.d.mts</a:t>
            </a:r>
          </a:p>
          <a:p>
            <a:pPr>
              <a:defRPr sz="1200"/>
            </a:pPr>
            <a:r>
              <a:t>D:/pasar_fix/node_modules/.bun/es-toolkit@1.46.1/node_modules/es-toolkit/dist/compat/predicate/isNil.d.ts</a:t>
            </a:r>
          </a:p>
          <a:p>
            <a:pPr>
              <a:defRPr sz="1200"/>
            </a:pPr>
            <a:r>
              <a:t>D:/pasar_fix/node_modules/.bun/es-toolkit@1.46.1/node_modules/es-toolkit/dist/compat/predicate/isNil.js</a:t>
            </a:r>
          </a:p>
          <a:p>
            <a:pPr>
              <a:defRPr sz="1200"/>
            </a:pPr>
            <a:r>
              <a:t>D:/pasar_fix/node_modules/.bun/es-toolkit@1.46.1/node_modules/es-toolkit/dist/compat/predicate/isNil.mjs</a:t>
            </a:r>
          </a:p>
          <a:p>
            <a:pPr>
              <a:defRPr sz="1200"/>
            </a:pPr>
            <a:r>
              <a:t>D:/pasar_fix/node_modules/.bun/es-toolkit@1.46.1/node_modules/es-toolkit/dist/compat/predicate/isNull.d.mts</a:t>
            </a:r>
          </a:p>
          <a:p>
            <a:pPr>
              <a:defRPr sz="1200"/>
            </a:pPr>
            <a:r>
              <a:t>D:/pasar_fix/node_modules/.bun/es-toolkit@1.46.1/node_modules/es-toolkit/dist/compat/predicate/isNull.d.ts</a:t>
            </a:r>
          </a:p>
          <a:p>
            <a:pPr>
              <a:defRPr sz="1200"/>
            </a:pPr>
            <a:r>
              <a:t>D:/pasar_fix/node_modules/.bun/es-toolkit@1.46.1/node_modules/es-toolkit/dist/compat/predicate/isNull.js</a:t>
            </a:r>
          </a:p>
          <a:p>
            <a:pPr>
              <a:defRPr sz="1200"/>
            </a:pPr>
            <a:r>
              <a:t>D:/pasar_fix/node_modules/.bun/es-toolkit@1.46.1/node_modules/es-toolkit/dist/compat/predicate/isNull.mjs</a:t>
            </a:r>
          </a:p>
          <a:p>
            <a:pPr>
              <a:defRPr sz="1200"/>
            </a:pPr>
            <a:r>
              <a:t>D:/pasar_fix/node_modules/.bun/es-toolkit@1.46.1/node_modules/es-toolkit/dist/compat/predicate/isNumber.d.mts</a:t>
            </a:r>
          </a:p>
          <a:p>
            <a:pPr>
              <a:defRPr sz="1200"/>
            </a:pPr>
            <a:r>
              <a:t>D:/pasar_fix/node_modules/.bun/es-toolkit@1.46.1/node_modules/es-toolkit/dist/compat/predicate/isNumber.d.ts</a:t>
            </a:r>
          </a:p>
          <a:p>
            <a:pPr>
              <a:defRPr sz="1200"/>
            </a:pPr>
            <a:r>
              <a:t>D:/pasar_fix/node_modules/.bun/es-toolkit@1.46.1/node_modules/es-toolkit/dist/compat/predicate/isNumber.js</a:t>
            </a:r>
          </a:p>
          <a:p>
            <a:pPr>
              <a:defRPr sz="1200"/>
            </a:pPr>
            <a:r>
              <a:t>D:/pasar_fix/node_modules/.bun/es-toolkit@1.46.1/node_modules/es-toolkit/dist/compat/predicate/isNumber.mjs</a:t>
            </a:r>
          </a:p>
          <a:p>
            <a:pPr>
              <a:defRPr sz="1200"/>
            </a:pPr>
            <a:r>
              <a:t>D:/pasar_fix/node_modules/.bun/es-toolkit@1.46.1/node_modules/es-toolkit/dist/compat/predicate/isObject.d.mts</a:t>
            </a:r>
          </a:p>
          <a:p>
            <a:pPr>
              <a:defRPr sz="1200"/>
            </a:pPr>
            <a:r>
              <a:t>D:/pasar_fix/node_modules/.bun/es-toolkit@1.46.1/node_modules/es-toolkit/dist/compat/predicate/isObject.d.ts</a:t>
            </a:r>
          </a:p>
          <a:p>
            <a:pPr>
              <a:defRPr sz="1200"/>
            </a:pPr>
            <a:r>
              <a:t>D:/pasar_fix/node_modules/.bun/es-toolkit@1.46.1/node_modules/es-toolkit/dist/compat/predicate/isObject.js</a:t>
            </a:r>
          </a:p>
          <a:p>
            <a:pPr>
              <a:defRPr sz="1200"/>
            </a:pPr>
            <a:r>
              <a:t>D:/pasar_fix/node_modules/.bun/es-toolkit@1.46.1/node_modules/es-toolkit/dist/compat/predicate/isObject.mjs</a:t>
            </a:r>
          </a:p>
          <a:p>
            <a:pPr>
              <a:defRPr sz="1200"/>
            </a:pPr>
            <a:r>
              <a:t>D:/pasar_fix/node_modules/.bun/es-toolkit@1.46.1/node_modules/es-toolkit/dist/compat/predicate/isObjectLike.d.mts</a:t>
            </a:r>
          </a:p>
          <a:p>
            <a:pPr>
              <a:defRPr sz="1200"/>
            </a:pPr>
            <a:r>
              <a:t>D:/pasar_fix/node_modules/.bun/es-toolkit@1.46.1/node_modules/es-toolkit/dist/compat/predicate/isObjectLike.d.ts</a:t>
            </a:r>
          </a:p>
          <a:p>
            <a:pPr>
              <a:defRPr sz="1200"/>
            </a:pPr>
            <a:r>
              <a:t>D:/pasar_fix/node_modules/.bun/es-toolkit@1.46.1/node_modules/es-toolkit/dist/compat/predicate/isObjectLike.js</a:t>
            </a:r>
          </a:p>
          <a:p>
            <a:pPr>
              <a:defRPr sz="1200"/>
            </a:pPr>
            <a:r>
              <a:t>D:/pasar_fix/node_modules/.bun/es-toolkit@1.46.1/node_modules/es-toolkit/dist/compat/predicate/isObjectLike.mjs</a:t>
            </a:r>
          </a:p>
          <a:p>
            <a:pPr>
              <a:defRPr sz="1200"/>
            </a:pPr>
            <a:r>
              <a:t>D:/pasar_fix/node_modules/.bun/es-toolkit@1.46.1/node_modules/es-toolkit/dist/compat/predicate/isPlainObject.d.mts</a:t>
            </a:r>
          </a:p>
          <a:p>
            <a:pPr>
              <a:defRPr sz="1200"/>
            </a:pPr>
            <a:r>
              <a:t>D:/pasar_fix/node_modules/.bun/es-toolkit@1.46.1/node_modules/es-toolkit/dist/compat/predicate/isPlainObject.d.ts</a:t>
            </a:r>
          </a:p>
          <a:p>
            <a:pPr>
              <a:defRPr sz="1200"/>
            </a:pPr>
            <a:r>
              <a:t>D:/pasar_fix/node_modules/.bun/es-toolkit@1.46.1/node_modules/es-toolkit/dist/compat/predicate/isPlainObject.js</a:t>
            </a:r>
          </a:p>
          <a:p>
            <a:pPr>
              <a:defRPr sz="1200"/>
            </a:pPr>
            <a:r>
              <a:t>D:/pasar_fix/node_modules/.bun/es-toolkit@1.46.1/node_modules/es-toolkit/dist/compat/predicate/isPlainObject.mjs</a:t>
            </a:r>
          </a:p>
          <a:p>
            <a:pPr>
              <a:defRPr sz="1200"/>
            </a:pPr>
            <a:r>
              <a:t>D:/pasar_fix/node_modules/.bun/es-toolkit@1.46.1/node_modules/es-toolkit/dist/compat/predicate/isRegExp.d.mts</a:t>
            </a:r>
          </a:p>
          <a:p>
            <a:pPr>
              <a:defRPr sz="1200"/>
            </a:pPr>
            <a:r>
              <a:t>D:/pasar_fix/node_modules/.bun/es-toolkit@1.46.1/node_modules/es-toolkit/dist/compat/predicate/isRegExp.d.ts</a:t>
            </a:r>
          </a:p>
          <a:p>
            <a:pPr>
              <a:defRPr sz="1200"/>
            </a:pPr>
            <a:r>
              <a:t>D:/pasar_fix/node_modules/.bun/es-toolkit@1.46.1/node_modules/es-toolkit/dist/compat/predicate/isRegExp.js</a:t>
            </a:r>
          </a:p>
          <a:p>
            <a:pPr>
              <a:defRPr sz="1200"/>
            </a:pPr>
            <a:r>
              <a:t>D:/pasar_fix/node_modules/.bun/es-toolkit@1.46.1/node_modules/es-toolkit/dist/compat/predicate/isRegExp.mjs</a:t>
            </a:r>
          </a:p>
          <a:p>
            <a:pPr>
              <a:defRPr sz="1200"/>
            </a:pPr>
            <a:r>
              <a:t>D:/pasar_fix/node_modules/.bun/es-toolkit@1.46.1/node_modules/es-toolkit/dist/compat/predicate/isSafeInteger.d.mts</a:t>
            </a:r>
          </a:p>
          <a:p>
            <a:pPr>
              <a:defRPr sz="1200"/>
            </a:pPr>
            <a:r>
              <a:t>D:/pasar_fix/node_modules/.bun/es-toolkit@1.46.1/node_modules/es-toolkit/dist/compat/predicate/isSafeInteger.d.ts</a:t>
            </a:r>
          </a:p>
          <a:p>
            <a:pPr>
              <a:defRPr sz="1200"/>
            </a:pPr>
            <a:r>
              <a:t>D:/pasar_fix/node_modules/.bun/es-toolkit@1.46.1/node_modules/es-toolkit/dist/compat/predicate/isSafeInteger.js</a:t>
            </a:r>
          </a:p>
          <a:p>
            <a:pPr>
              <a:defRPr sz="1200"/>
            </a:pPr>
            <a:r>
              <a:t>D:/pasar_fix/node_modules/.bun/es-toolkit@1.46.1/node_modules/es-toolkit/dist/compat/predicate/isSafeInteger.mjs</a:t>
            </a:r>
          </a:p>
          <a:p>
            <a:pPr>
              <a:defRPr sz="1200"/>
            </a:pPr>
            <a:r>
              <a:t>D:/pasar_fix/node_modules/.bun/es-toolkit@1.46.1/node_modules/es-toolkit/dist/compat/predicate/isSet.d.mts</a:t>
            </a:r>
          </a:p>
          <a:p>
            <a:pPr>
              <a:defRPr sz="1200"/>
            </a:pPr>
            <a:r>
              <a:t>D:/pasar_fix/node_modules/.bun/es-toolkit@1.46.1/node_modules/es-toolkit/dist/compat/predicate/isSet.d.ts</a:t>
            </a:r>
          </a:p>
          <a:p>
            <a:pPr>
              <a:defRPr sz="1200"/>
            </a:pPr>
            <a:r>
              <a:t>D:/pasar_fix/node_modules/.bun/es-toolkit@1.46.1/node_modules/es-toolkit/dist/compat/predicate/isSet.js</a:t>
            </a:r>
          </a:p>
          <a:p>
            <a:pPr>
              <a:defRPr sz="1200"/>
            </a:pPr>
            <a:r>
              <a:t>D:/pasar_fix/node_modules/.bun/es-toolkit@1.46.1/node_modules/es-toolkit/dist/compat/predicate/isSet.mjs</a:t>
            </a:r>
          </a:p>
          <a:p>
            <a:pPr>
              <a:defRPr sz="1200"/>
            </a:pPr>
            <a:r>
              <a:t>D:/pasar_fix/node_modules/.bun/es-toolkit@1.46.1/node_modules/es-toolkit/dist/compat/predicate/isString.d.mts</a:t>
            </a:r>
          </a:p>
          <a:p>
            <a:pPr>
              <a:defRPr sz="1200"/>
            </a:pPr>
            <a:r>
              <a:t>D:/pasar_fix/node_modules/.bun/es-toolkit@1.46.1/node_modules/es-toolkit/dist/compat/predicate/isString.d.ts</a:t>
            </a:r>
          </a:p>
          <a:p>
            <a:pPr>
              <a:defRPr sz="1200"/>
            </a:pPr>
            <a:r>
              <a:t>D:/pasar_fix/node_modules/.bun/es-toolkit@1.46.1/node_modules/es-toolkit/dist/compat/predicate/isString.js</a:t>
            </a:r>
          </a:p>
          <a:p>
            <a:pPr>
              <a:defRPr sz="1200"/>
            </a:pPr>
            <a:r>
              <a:t>D:/pasar_fix/node_modules/.bun/es-toolkit@1.46.1/node_modules/es-toolkit/dist/compat/predicate/isString.mjs</a:t>
            </a:r>
          </a:p>
          <a:p>
            <a:pPr>
              <a:defRPr sz="1200"/>
            </a:pPr>
            <a:r>
              <a:t>D:/pasar_fix/node_modules/.bun/es-toolkit@1.46.1/node_modules/es-toolkit/dist/compat/predicate/isSymbol.d.mts</a:t>
            </a:r>
          </a:p>
          <a:p>
            <a:pPr>
              <a:defRPr sz="1200"/>
            </a:pPr>
            <a:r>
              <a:t>D:/pasar_fix/node_modules/.bun/es-toolkit@1.46.1/node_modules/es-toolkit/dist/compat/predicate/isSymbol.d.ts</a:t>
            </a:r>
          </a:p>
          <a:p>
            <a:pPr>
              <a:defRPr sz="1200"/>
            </a:pPr>
            <a:r>
              <a:t>D:/pasar_fix/node_modules/.bun/es-toolkit@1.46.1/node_modules/es-toolkit/dist/compat/predicate/isSymbol.js</a:t>
            </a:r>
          </a:p>
          <a:p>
            <a:pPr>
              <a:defRPr sz="1200"/>
            </a:pPr>
            <a:r>
              <a:t>D:/pasar_fix/node_modules/.bun/es-toolkit@1.46.1/node_modules/es-toolkit/dist/compat/predicate/isSymbol.mjs</a:t>
            </a:r>
          </a:p>
          <a:p>
            <a:pPr>
              <a:defRPr sz="1200"/>
            </a:pPr>
            <a:r>
              <a:t>D:/pasar_fix/node_modules/.bun/es-toolkit@1.46.1/node_modules/es-toolkit/dist/compat/predicate/isTypedArray.d.mts</a:t>
            </a:r>
          </a:p>
          <a:p>
            <a:pPr>
              <a:defRPr sz="1200"/>
            </a:pPr>
            <a:r>
              <a:t>D:/pasar_fix/node_modules/.bun/es-toolkit@1.46.1/node_modules/es-toolkit/dist/compat/predicate/isTypedArray.d.ts</a:t>
            </a:r>
          </a:p>
          <a:p>
            <a:pPr>
              <a:defRPr sz="1200"/>
            </a:pPr>
            <a:r>
              <a:t>D:/pasar_fix/node_modules/.bun/es-toolkit@1.46.1/node_modules/es-toolkit/dist/compat/predicate/isTypedArray.js</a:t>
            </a:r>
          </a:p>
          <a:p>
            <a:pPr>
              <a:defRPr sz="1200"/>
            </a:pPr>
            <a:r>
              <a:t>D:/pasar_fix/node_modules/.bun/es-toolkit@1.46.1/node_modules/es-toolkit/dist/compat/predicate/isTypedArray.mjs</a:t>
            </a:r>
          </a:p>
          <a:p>
            <a:pPr>
              <a:defRPr sz="1200"/>
            </a:pPr>
            <a:r>
              <a:t>D:/pasar_fix/node_modules/.bun/es-toolkit@1.46.1/node_modules/es-toolkit/dist/compat/predicate/isUndefined.d.mts</a:t>
            </a:r>
          </a:p>
          <a:p>
            <a:pPr>
              <a:defRPr sz="1200"/>
            </a:pPr>
            <a:r>
              <a:t>D:/pasar_fix/node_modules/.bun/es-toolkit@1.46.1/node_modules/es-toolkit/dist/compat/predicate/isUndefined.d.ts</a:t>
            </a:r>
          </a:p>
          <a:p>
            <a:pPr>
              <a:defRPr sz="1200"/>
            </a:pPr>
            <a:r>
              <a:t>D:/pasar_fix/node_modules/.bun/es-toolkit@1.46.1/node_modules/es-toolkit/dist/compat/predicate/isUndefined.js</a:t>
            </a:r>
          </a:p>
          <a:p>
            <a:pPr>
              <a:defRPr sz="1200"/>
            </a:pPr>
            <a:r>
              <a:t>D:/pasar_fix/node_modules/.bun/es-toolkit@1.46.1/node_modules/es-toolkit/dist/compat/predicate/isUndefined.mjs</a:t>
            </a:r>
          </a:p>
          <a:p>
            <a:pPr>
              <a:defRPr sz="1200"/>
            </a:pPr>
            <a:r>
              <a:t>D:/pasar_fix/node_modules/.bun/es-toolkit@1.46.1/node_modules/es-toolkit/dist/compat/predicate/isWeakMap.d.mts</a:t>
            </a:r>
          </a:p>
          <a:p>
            <a:pPr>
              <a:defRPr sz="1200"/>
            </a:pPr>
            <a:r>
              <a:t>D:/pasar_fix/node_modules/.bun/es-toolkit@1.46.1/node_modules/es-toolkit/dist/compat/predicate/isWeakMap.d.ts</a:t>
            </a:r>
          </a:p>
          <a:p>
            <a:pPr>
              <a:defRPr sz="1200"/>
            </a:pPr>
            <a:r>
              <a:t>D:/pasar_fix/node_modules/.bun/es-toolkit@1.46.1/node_modules/es-toolkit/dist/compat/predicate/isWeakMap.js</a:t>
            </a:r>
          </a:p>
          <a:p>
            <a:pPr>
              <a:defRPr sz="1200"/>
            </a:pPr>
            <a:r>
              <a:t>D:/pasar_fix/node_modules/.bun/es-toolkit@1.46.1/node_modules/es-toolkit/dist/compat/predicate/isWeakMap.mjs</a:t>
            </a:r>
          </a:p>
          <a:p>
            <a:pPr>
              <a:defRPr sz="1200"/>
            </a:pPr>
            <a:r>
              <a:t>D:/pasar_fix/node_modules/.bun/es-toolkit@1.46.1/node_modules/es-toolkit/dist/compat/predicate/isWeakSet.d.mts</a:t>
            </a:r>
          </a:p>
          <a:p>
            <a:pPr>
              <a:defRPr sz="1200"/>
            </a:pPr>
            <a:r>
              <a:t>D:/pasar_fix/node_modules/.bun/es-toolkit@1.46.1/node_modules/es-toolkit/dist/compat/predicate/isWeakSet.d.ts</a:t>
            </a:r>
          </a:p>
          <a:p>
            <a:pPr>
              <a:defRPr sz="1200"/>
            </a:pPr>
            <a:r>
              <a:t>D:/pasar_fix/node_modules/.bun/es-toolkit@1.46.1/node_modules/es-toolkit/dist/compat/predicate/isWeakSet.js</a:t>
            </a:r>
          </a:p>
          <a:p>
            <a:pPr>
              <a:defRPr sz="1200"/>
            </a:pPr>
            <a:r>
              <a:t>D:/pasar_fix/node_modules/.bun/es-toolkit@1.46.1/node_modules/es-toolkit/dist/compat/predicate/isWeakSet.mjs</a:t>
            </a:r>
          </a:p>
          <a:p>
            <a:pPr>
              <a:defRPr sz="1200"/>
            </a:pPr>
            <a:r>
              <a:t>D:/pasar_fix/node_modules/.bun/es-toolkit@1.46.1/node_modules/es-toolkit/dist/compat/predicate/matches.d.mts</a:t>
            </a:r>
          </a:p>
          <a:p>
            <a:pPr>
              <a:defRPr sz="1200"/>
            </a:pPr>
            <a:r>
              <a:t>D:/pasar_fix/node_modules/.bun/es-toolkit@1.46.1/node_modules/es-toolkit/dist/compat/predicate/matches.d.ts</a:t>
            </a:r>
          </a:p>
          <a:p>
            <a:pPr>
              <a:defRPr sz="1200"/>
            </a:pPr>
            <a:r>
              <a:t>D:/pasar_fix/node_modules/.bun/es-toolkit@1.46.1/node_modules/es-toolkit/dist/compat/predicate/matches.js</a:t>
            </a:r>
          </a:p>
          <a:p>
            <a:pPr>
              <a:defRPr sz="1200"/>
            </a:pPr>
            <a:r>
              <a:t>D:/pasar_fix/node_modules/.bun/es-toolkit@1.46.1/node_modules/es-toolkit/dist/compat/predicate/matches.mjs</a:t>
            </a:r>
          </a:p>
          <a:p>
            <a:pPr>
              <a:defRPr sz="1200"/>
            </a:pPr>
            <a:r>
              <a:t>D:/pasar_fix/node_modules/.bun/es-toolkit@1.46.1/node_modules/es-toolkit/dist/compat/predicate/matchesProperty.d.mts</a:t>
            </a:r>
          </a:p>
          <a:p>
            <a:pPr>
              <a:defRPr sz="1200"/>
            </a:pPr>
            <a:r>
              <a:t>D:/pasar_fix/node_modules/.bun/es-toolkit@1.46.1/node_modules/es-toolkit/dist/compat/predicate/matchesProperty.d.ts</a:t>
            </a:r>
          </a:p>
          <a:p>
            <a:pPr>
              <a:defRPr sz="1200"/>
            </a:pPr>
            <a:r>
              <a:t>D:/pasar_fix/node_modules/.bun/es-toolkit@1.46.1/node_modules/es-toolkit/dist/compat/predicate/matchesProperty.js</a:t>
            </a:r>
          </a:p>
          <a:p>
            <a:pPr>
              <a:defRPr sz="1200"/>
            </a:pPr>
            <a:r>
              <a:t>D:/pasar_fix/node_modules/.bun/es-toolkit@1.46.1/node_modules/es-toolkit/dist/compat/predicate/matchesProperty.mjs</a:t>
            </a:r>
          </a:p>
          <a:p>
            <a:pPr>
              <a:defRPr sz="1200"/>
            </a:pPr>
            <a:r>
              <a:t>D:/pasar_fix/node_modules/.bun/es-toolkit@1.46.1/node_modules/es-toolkit/dist/compat/string/camelCase.d.mts</a:t>
            </a:r>
          </a:p>
          <a:p>
            <a:pPr>
              <a:defRPr sz="1200"/>
            </a:pPr>
            <a:r>
              <a:t>D:/pasar_fix/node_modules/.bun/es-toolkit@1.46.1/node_modules/es-toolkit/dist/compat/string/camelCase.d.ts</a:t>
            </a:r>
          </a:p>
          <a:p>
            <a:pPr>
              <a:defRPr sz="1200"/>
            </a:pPr>
            <a:r>
              <a:t>D:/pasar_fix/node_modules/.bun/es-toolkit@1.46.1/node_modules/es-toolkit/dist/compat/string/camelCase.js</a:t>
            </a:r>
          </a:p>
          <a:p>
            <a:pPr>
              <a:defRPr sz="1200"/>
            </a:pPr>
            <a:r>
              <a:t>D:/pasar_fix/node_modules/.bun/es-toolkit@1.46.1/node_modules/es-toolkit/dist/compat/string/camelCase.mjs</a:t>
            </a:r>
          </a:p>
          <a:p>
            <a:pPr>
              <a:defRPr sz="1200"/>
            </a:pPr>
            <a:r>
              <a:t>D:/pasar_fix/node_modules/.bun/es-toolkit@1.46.1/node_modules/es-toolkit/dist/compat/string/capitalize.d.mts</a:t>
            </a:r>
          </a:p>
          <a:p>
            <a:pPr>
              <a:defRPr sz="1200"/>
            </a:pPr>
            <a:r>
              <a:t>D:/pasar_fix/node_modules/.bun/es-toolkit@1.46.1/node_modules/es-toolkit/dist/compat/string/capitalize.d.ts</a:t>
            </a:r>
          </a:p>
          <a:p>
            <a:pPr>
              <a:defRPr sz="1200"/>
            </a:pPr>
            <a:r>
              <a:t>D:/pasar_fix/node_modules/.bun/es-toolkit@1.46.1/node_modules/es-toolkit/dist/compat/string/capitalize.js</a:t>
            </a:r>
          </a:p>
          <a:p>
            <a:pPr>
              <a:defRPr sz="1200"/>
            </a:pPr>
            <a:r>
              <a:t>D:/pasar_fix/node_modules/.bun/es-toolkit@1.46.1/node_modules/es-toolkit/dist/compat/string/capitalize.mjs</a:t>
            </a:r>
          </a:p>
          <a:p>
            <a:pPr>
              <a:defRPr sz="1200"/>
            </a:pPr>
            <a:r>
              <a:t>D:/pasar_fix/node_modules/.bun/es-toolkit@1.46.1/node_modules/es-toolkit/dist/compat/string/deburr.d.mts</a:t>
            </a:r>
          </a:p>
          <a:p>
            <a:pPr>
              <a:defRPr sz="1200"/>
            </a:pPr>
            <a:r>
              <a:t>D:/pasar_fix/node_modules/.bun/es-toolkit@1.46.1/node_modules/es-toolkit/dist/compat/string/deburr.d.ts</a:t>
            </a:r>
          </a:p>
          <a:p>
            <a:pPr>
              <a:defRPr sz="1200"/>
            </a:pPr>
            <a:r>
              <a:t>D:/pasar_fix/node_modules/.bun/es-toolkit@1.46.1/node_modules/es-toolkit/dist/compat/string/deburr.js</a:t>
            </a:r>
          </a:p>
          <a:p>
            <a:pPr>
              <a:defRPr sz="1200"/>
            </a:pPr>
            <a:r>
              <a:t>D:/pasar_fix/node_modules/.bun/es-toolkit@1.46.1/node_modules/es-toolkit/dist/compat/string/deburr.mjs</a:t>
            </a:r>
          </a:p>
          <a:p>
            <a:pPr>
              <a:defRPr sz="1200"/>
            </a:pPr>
            <a:r>
              <a:t>D:/pasar_fix/node_modules/.bun/es-toolkit@1.46.1/node_modules/es-toolkit/dist/compat/string/endsWith.d.mts</a:t>
            </a:r>
          </a:p>
          <a:p>
            <a:pPr>
              <a:defRPr sz="1200"/>
            </a:pPr>
            <a:r>
              <a:t>D:/pasar_fix/node_modules/.bun/es-toolkit@1.46.1/node_modules/es-toolkit/dist/compat/string/endsWith.d.ts</a:t>
            </a:r>
          </a:p>
          <a:p>
            <a:pPr>
              <a:defRPr sz="1200"/>
            </a:pPr>
            <a:r>
              <a:t>D:/pasar_fix/node_modules/.bun/es-toolkit@1.46.1/node_modules/es-toolkit/dist/compat/string/endsWith.js</a:t>
            </a:r>
          </a:p>
          <a:p>
            <a:pPr>
              <a:defRPr sz="1200"/>
            </a:pPr>
            <a:r>
              <a:t>D:/pasar_fix/node_modules/.bun/es-toolkit@1.46.1/node_modules/es-toolkit/dist/compat/string/endsWith.mjs</a:t>
            </a:r>
          </a:p>
          <a:p>
            <a:pPr>
              <a:defRPr sz="1200"/>
            </a:pPr>
            <a:r>
              <a:t>D:/pasar_fix/node_modules/.bun/es-toolkit@1.46.1/node_modules/es-toolkit/dist/compat/string/escape.d.mts</a:t>
            </a:r>
          </a:p>
          <a:p>
            <a:pPr>
              <a:defRPr sz="1200"/>
            </a:pPr>
            <a:r>
              <a:t>D:/pasar_fix/node_modules/.bun/es-toolkit@1.46.1/node_modules/es-toolkit/dist/compat/string/escape.d.ts</a:t>
            </a:r>
          </a:p>
          <a:p>
            <a:pPr>
              <a:defRPr sz="1200"/>
            </a:pPr>
            <a:r>
              <a:t>D:/pasar_fix/node_modules/.bun/es-toolkit@1.46.1/node_modules/es-toolkit/dist/compat/string/escape.js</a:t>
            </a:r>
          </a:p>
          <a:p>
            <a:pPr>
              <a:defRPr sz="1200"/>
            </a:pPr>
            <a:r>
              <a:t>D:/pasar_fix/node_modules/.bun/es-toolkit@1.46.1/node_modules/es-toolkit/dist/compat/string/escape.mjs</a:t>
            </a:r>
          </a:p>
          <a:p>
            <a:pPr>
              <a:defRPr sz="1200"/>
            </a:pPr>
            <a:r>
              <a:t>D:/pasar_fix/node_modules/.bun/es-toolkit@1.46.1/node_modules/es-toolkit/dist/compat/string/escapeRegExp.d.mts</a:t>
            </a:r>
          </a:p>
          <a:p>
            <a:pPr>
              <a:defRPr sz="1200"/>
            </a:pPr>
            <a:r>
              <a:t>D:/pasar_fix/node_modules/.bun/es-toolkit@1.46.1/node_modules/es-toolkit/dist/compat/string/escapeRegExp.d.ts</a:t>
            </a:r>
          </a:p>
          <a:p>
            <a:pPr>
              <a:defRPr sz="1200"/>
            </a:pPr>
            <a:r>
              <a:t>D:/pasar_fix/node_modules/.bun/es-toolkit@1.46.1/node_modules/es-toolkit/dist/compat/string/escapeRegExp.js</a:t>
            </a:r>
          </a:p>
          <a:p>
            <a:pPr>
              <a:defRPr sz="1200"/>
            </a:pPr>
            <a:r>
              <a:t>D:/pasar_fix/node_modules/.bun/es-toolkit@1.46.1/node_modules/es-toolkit/dist/compat/string/escapeRegExp.mjs</a:t>
            </a:r>
          </a:p>
          <a:p>
            <a:pPr>
              <a:defRPr sz="1200"/>
            </a:pPr>
            <a:r>
              <a:t>D:/pasar_fix/node_modules/.bun/es-toolkit@1.46.1/node_modules/es-toolkit/dist/compat/string/kebabCase.d.mts</a:t>
            </a:r>
          </a:p>
          <a:p>
            <a:pPr>
              <a:defRPr sz="1200"/>
            </a:pPr>
            <a:r>
              <a:t>D:/pasar_fix/node_modules/.bun/es-toolkit@1.46.1/node_modules/es-toolkit/dist/compat/string/kebabCase.d.ts</a:t>
            </a:r>
          </a:p>
          <a:p>
            <a:pPr>
              <a:defRPr sz="1200"/>
            </a:pPr>
            <a:r>
              <a:t>D:/pasar_fix/node_modules/.bun/es-toolkit@1.46.1/node_modules/es-toolkit/dist/compat/string/kebabCase.js</a:t>
            </a:r>
          </a:p>
          <a:p>
            <a:pPr>
              <a:defRPr sz="1200"/>
            </a:pPr>
            <a:r>
              <a:t>D:/pasar_fix/node_modules/.bun/es-toolkit@1.46.1/node_modules/es-toolkit/dist/compat/string/kebabCase.mjs</a:t>
            </a:r>
          </a:p>
          <a:p>
            <a:pPr>
              <a:defRPr sz="1200"/>
            </a:pPr>
            <a:r>
              <a:t>D:/pasar_fix/node_modules/.bun/es-toolkit@1.46.1/node_modules/es-toolkit/dist/compat/string/lowerCase.d.mts</a:t>
            </a:r>
          </a:p>
          <a:p>
            <a:pPr>
              <a:defRPr sz="1200"/>
            </a:pPr>
            <a:r>
              <a:t>D:/pasar_fix/node_modules/.bun/es-toolkit@1.46.1/node_modules/es-toolkit/dist/compat/string/lowerCase.d.ts</a:t>
            </a:r>
          </a:p>
          <a:p>
            <a:pPr>
              <a:defRPr sz="1200"/>
            </a:pPr>
            <a:r>
              <a:t>D:/pasar_fix/node_modules/.bun/es-toolkit@1.46.1/node_modules/es-toolkit/dist/compat/string/lowerCase.js</a:t>
            </a:r>
          </a:p>
          <a:p>
            <a:pPr>
              <a:defRPr sz="1200"/>
            </a:pPr>
            <a:r>
              <a:t>D:/pasar_fix/node_modules/.bun/es-toolkit@1.46.1/node_modules/es-toolkit/dist/compat/string/lowerCase.mjs</a:t>
            </a:r>
          </a:p>
          <a:p>
            <a:pPr>
              <a:defRPr sz="1200"/>
            </a:pPr>
            <a:r>
              <a:t>D:/pasar_fix/node_modules/.bun/es-toolkit@1.46.1/node_modules/es-toolkit/dist/compat/string/lowerFirst.d.mts</a:t>
            </a:r>
          </a:p>
          <a:p>
            <a:pPr>
              <a:defRPr sz="1200"/>
            </a:pPr>
            <a:r>
              <a:t>D:/pasar_fix/node_modules/.bun/es-toolkit@1.46.1/node_modules/es-toolkit/dist/compat/string/lowerFirst.d.ts</a:t>
            </a:r>
          </a:p>
          <a:p>
            <a:pPr>
              <a:defRPr sz="1200"/>
            </a:pPr>
            <a:r>
              <a:t>D:/pasar_fix/node_modules/.bun/es-toolkit@1.46.1/node_modules/es-toolkit/dist/compat/string/lowerFirst.js</a:t>
            </a:r>
          </a:p>
          <a:p>
            <a:pPr>
              <a:defRPr sz="1200"/>
            </a:pPr>
            <a:r>
              <a:t>D:/pasar_fix/node_modules/.bun/es-toolkit@1.46.1/node_modules/es-toolkit/dist/compat/string/lowerFirst.mjs</a:t>
            </a:r>
          </a:p>
          <a:p>
            <a:pPr>
              <a:defRPr sz="1200"/>
            </a:pPr>
            <a:r>
              <a:t>D:/pasar_fix/node_modules/.bun/es-toolkit@1.46.1/node_modules/es-toolkit/dist/compat/string/pad.d.mts</a:t>
            </a:r>
          </a:p>
          <a:p>
            <a:pPr>
              <a:defRPr sz="1200"/>
            </a:pPr>
            <a:r>
              <a:t>D:/pasar_fix/node_modules/.bun/es-toolkit@1.46.1/node_modules/es-toolkit/dist/compat/string/pad.d.ts</a:t>
            </a:r>
          </a:p>
          <a:p>
            <a:pPr>
              <a:defRPr sz="1200"/>
            </a:pPr>
            <a:r>
              <a:t>D:/pasar_fix/node_modules/.bun/es-toolkit@1.46.1/node_modules/es-toolkit/dist/compat/string/pad.js</a:t>
            </a:r>
          </a:p>
          <a:p>
            <a:pPr>
              <a:defRPr sz="1200"/>
            </a:pPr>
            <a:r>
              <a:t>D:/pasar_fix/node_modules/.bun/es-toolkit@1.46.1/node_modules/es-toolkit/dist/compat/string/pad.mjs</a:t>
            </a:r>
          </a:p>
          <a:p>
            <a:pPr>
              <a:defRPr sz="1200"/>
            </a:pPr>
            <a:r>
              <a:t>D:/pasar_fix/node_modules/.bun/es-toolkit@1.46.1/node_modules/es-toolkit/dist/compat/string/padEnd.d.mts</a:t>
            </a:r>
          </a:p>
          <a:p>
            <a:pPr>
              <a:defRPr sz="1200"/>
            </a:pPr>
            <a:r>
              <a:t>D:/pasar_fix/node_modules/.bun/es-toolkit@1.46.1/node_modules/es-toolkit/dist/compat/string/padEnd.d.ts</a:t>
            </a:r>
          </a:p>
          <a:p>
            <a:pPr>
              <a:defRPr sz="1200"/>
            </a:pPr>
            <a:r>
              <a:t>D:/pasar_fix/node_modules/.bun/es-toolkit@1.46.1/node_modules/es-toolkit/dist/compat/string/padEnd.js</a:t>
            </a:r>
          </a:p>
          <a:p>
            <a:pPr>
              <a:defRPr sz="1200"/>
            </a:pPr>
            <a:r>
              <a:t>D:/pasar_fix/node_modules/.bun/es-toolkit@1.46.1/node_modules/es-toolkit/dist/compat/string/padEnd.mjs</a:t>
            </a:r>
          </a:p>
          <a:p>
            <a:pPr>
              <a:defRPr sz="1200"/>
            </a:pPr>
            <a:r>
              <a:t>D:/pasar_fix/node_modules/.bun/es-toolkit@1.46.1/node_modules/es-toolkit/dist/compat/string/padStart.d.mts</a:t>
            </a:r>
          </a:p>
          <a:p>
            <a:pPr>
              <a:defRPr sz="1200"/>
            </a:pPr>
            <a:r>
              <a:t>D:/pasar_fix/node_modules/.bun/es-toolkit@1.46.1/node_modules/es-toolkit/dist/compat/string/padStart.d.ts</a:t>
            </a:r>
          </a:p>
          <a:p>
            <a:pPr>
              <a:defRPr sz="1200"/>
            </a:pPr>
            <a:r>
              <a:t>D:/pasar_fix/node_modules/.bun/es-toolkit@1.46.1/node_modules/es-toolkit/dist/compat/string/padStart.js</a:t>
            </a:r>
          </a:p>
          <a:p>
            <a:pPr>
              <a:defRPr sz="1200"/>
            </a:pPr>
            <a:r>
              <a:t>D:/pasar_fix/node_modules/.bun/es-toolkit@1.46.1/node_modules/es-toolkit/dist/compat/string/padStart.mjs</a:t>
            </a:r>
          </a:p>
          <a:p>
            <a:pPr>
              <a:defRPr sz="1200"/>
            </a:pPr>
            <a:r>
              <a:t>D:/pasar_fix/node_modules/.bun/es-toolkit@1.46.1/node_modules/es-toolkit/dist/compat/string/repeat.d.mts</a:t>
            </a:r>
          </a:p>
          <a:p>
            <a:pPr>
              <a:defRPr sz="1200"/>
            </a:pPr>
            <a:r>
              <a:t>D:/pasar_fix/node_modules/.bun/es-toolkit@1.46.1/node_modules/es-toolkit/dist/compat/string/repeat.d.ts</a:t>
            </a:r>
          </a:p>
          <a:p>
            <a:pPr>
              <a:defRPr sz="1200"/>
            </a:pPr>
            <a:r>
              <a:t>D:/pasar_fix/node_modules/.bun/es-toolkit@1.46.1/node_modules/es-toolkit/dist/compat/string/repeat.js</a:t>
            </a:r>
          </a:p>
          <a:p>
            <a:pPr>
              <a:defRPr sz="1200"/>
            </a:pPr>
            <a:r>
              <a:t>D:/pasar_fix/node_modules/.bun/es-toolkit@1.46.1/node_modules/es-toolkit/dist/compat/string/repeat.mjs</a:t>
            </a:r>
          </a:p>
          <a:p>
            <a:pPr>
              <a:defRPr sz="1200"/>
            </a:pPr>
            <a:r>
              <a:t>D:/pasar_fix/node_modules/.bun/es-toolkit@1.46.1/node_modules/es-toolkit/dist/compat/string/replace.d.mts</a:t>
            </a:r>
          </a:p>
          <a:p>
            <a:pPr>
              <a:defRPr sz="1200"/>
            </a:pPr>
            <a:r>
              <a:t>D:/pasar_fix/node_modules/.bun/es-toolkit@1.46.1/node_modules/es-toolkit/dist/compat/string/replace.d.ts</a:t>
            </a:r>
          </a:p>
          <a:p>
            <a:pPr>
              <a:defRPr sz="1200"/>
            </a:pPr>
            <a:r>
              <a:t>D:/pasar_fix/node_modules/.bun/es-toolkit@1.46.1/node_modules/es-toolkit/dist/compat/string/replace.js</a:t>
            </a:r>
          </a:p>
          <a:p>
            <a:pPr>
              <a:defRPr sz="1200"/>
            </a:pPr>
            <a:r>
              <a:t>D:/pasar_fix/node_modules/.bun/es-toolkit@1.46.1/node_modules/es-toolkit/dist/compat/string/replace.mjs</a:t>
            </a:r>
          </a:p>
          <a:p>
            <a:pPr>
              <a:defRPr sz="1200"/>
            </a:pPr>
            <a:r>
              <a:t>D:/pasar_fix/node_modules/.bun/es-toolkit@1.46.1/node_modules/es-toolkit/dist/compat/string/snakeCase.d.mts</a:t>
            </a:r>
          </a:p>
          <a:p>
            <a:pPr>
              <a:defRPr sz="1200"/>
            </a:pPr>
            <a:r>
              <a:t>D:/pasar_fix/node_modules/.bun/es-toolkit@1.46.1/node_modules/es-toolkit/dist/compat/string/snakeCase.d.ts</a:t>
            </a:r>
          </a:p>
          <a:p>
            <a:pPr>
              <a:defRPr sz="1200"/>
            </a:pPr>
            <a:r>
              <a:t>D:/pasar_fix/node_modules/.bun/es-toolkit@1.46.1/node_modules/es-toolkit/dist/compat/string/snakeCase.js</a:t>
            </a:r>
          </a:p>
          <a:p>
            <a:pPr>
              <a:defRPr sz="1200"/>
            </a:pPr>
            <a:r>
              <a:t>D:/pasar_fix/node_modules/.bun/es-toolkit@1.46.1/node_modules/es-toolkit/dist/compat/string/snakeCase.mjs</a:t>
            </a:r>
          </a:p>
          <a:p>
            <a:pPr>
              <a:defRPr sz="1200"/>
            </a:pPr>
            <a:r>
              <a:t>D:/pasar_fix/node_modules/.bun/es-toolkit@1.46.1/node_modules/es-toolkit/dist/compat/string/split.d.mts</a:t>
            </a:r>
          </a:p>
          <a:p>
            <a:pPr>
              <a:defRPr sz="1200"/>
            </a:pPr>
            <a:r>
              <a:t>D:/pasar_fix/node_modules/.bun/es-toolkit@1.46.1/node_modules/es-toolkit/dist/compat/string/split.d.ts</a:t>
            </a:r>
          </a:p>
          <a:p>
            <a:pPr>
              <a:defRPr sz="1200"/>
            </a:pPr>
            <a:r>
              <a:t>D:/pasar_fix/node_modules/.bun/es-toolkit@1.46.1/node_modules/es-toolkit/dist/compat/string/split.js</a:t>
            </a:r>
          </a:p>
          <a:p>
            <a:pPr>
              <a:defRPr sz="1200"/>
            </a:pPr>
            <a:r>
              <a:t>D:/pasar_fix/node_modules/.bun/es-toolkit@1.46.1/node_modules/es-toolkit/dist/compat/string/split.mjs</a:t>
            </a:r>
          </a:p>
          <a:p>
            <a:pPr>
              <a:defRPr sz="1200"/>
            </a:pPr>
            <a:r>
              <a:t>D:/pasar_fix/node_modules/.bun/es-toolkit@1.46.1/node_modules/es-toolkit/dist/compat/string/startCase.d.mts</a:t>
            </a:r>
          </a:p>
          <a:p>
            <a:pPr>
              <a:defRPr sz="1200"/>
            </a:pPr>
            <a:r>
              <a:t>D:/pasar_fix/node_modules/.bun/es-toolkit@1.46.1/node_modules/es-toolkit/dist/compat/string/startCase.d.ts</a:t>
            </a:r>
          </a:p>
          <a:p>
            <a:pPr>
              <a:defRPr sz="1200"/>
            </a:pPr>
            <a:r>
              <a:t>D:/pasar_fix/node_modules/.bun/es-toolkit@1.46.1/node_modules/es-toolkit/dist/compat/string/startCase.js</a:t>
            </a:r>
          </a:p>
          <a:p>
            <a:pPr>
              <a:defRPr sz="1200"/>
            </a:pPr>
            <a:r>
              <a:t>D:/pasar_fix/node_modules/.bun/es-toolkit@1.46.1/node_modules/es-toolkit/dist/compat/string/startCase.mjs</a:t>
            </a:r>
          </a:p>
          <a:p>
            <a:pPr>
              <a:defRPr sz="1200"/>
            </a:pPr>
            <a:r>
              <a:t>D:/pasar_fix/node_modules/.bun/es-toolkit@1.46.1/node_modules/es-toolkit/dist/compat/string/startsWith.d.mts</a:t>
            </a:r>
          </a:p>
          <a:p>
            <a:pPr>
              <a:defRPr sz="1200"/>
            </a:pPr>
            <a:r>
              <a:t>D:/pasar_fix/node_modules/.bun/es-toolkit@1.46.1/node_modules/es-toolkit/dist/compat/string/startsWith.d.ts</a:t>
            </a:r>
          </a:p>
          <a:p>
            <a:pPr>
              <a:defRPr sz="1200"/>
            </a:pPr>
            <a:r>
              <a:t>D:/pasar_fix/node_modules/.bun/es-toolkit@1.46.1/node_modules/es-toolkit/dist/compat/string/startsWith.js</a:t>
            </a:r>
          </a:p>
          <a:p>
            <a:pPr>
              <a:defRPr sz="1200"/>
            </a:pPr>
            <a:r>
              <a:t>D:/pasar_fix/node_modules/.bun/es-toolkit@1.46.1/node_modules/es-toolkit/dist/compat/string/startsWith.mjs</a:t>
            </a:r>
          </a:p>
          <a:p>
            <a:pPr>
              <a:defRPr sz="1200"/>
            </a:pPr>
            <a:r>
              <a:t>D:/pasar_fix/node_modules/.bun/es-toolkit@1.46.1/node_modules/es-toolkit/dist/compat/string/template.d.mts</a:t>
            </a:r>
          </a:p>
          <a:p>
            <a:pPr>
              <a:defRPr sz="1200"/>
            </a:pPr>
            <a:r>
              <a:t>D:/pasar_fix/node_modules/.bun/es-toolkit@1.46.1/node_modules/es-toolkit/dist/compat/string/template.d.ts</a:t>
            </a:r>
          </a:p>
          <a:p>
            <a:pPr>
              <a:defRPr sz="1200"/>
            </a:pPr>
            <a:r>
              <a:t>D:/pasar_fix/node_modules/.bun/es-toolkit@1.46.1/node_modules/es-toolkit/dist/compat/string/template.js</a:t>
            </a:r>
          </a:p>
          <a:p>
            <a:pPr>
              <a:defRPr sz="1200"/>
            </a:pPr>
            <a:r>
              <a:t>D:/pasar_fix/node_modules/.bun/es-toolkit@1.46.1/node_modules/es-toolkit/dist/compat/string/template.mjs</a:t>
            </a:r>
          </a:p>
          <a:p>
            <a:pPr>
              <a:defRPr sz="1200"/>
            </a:pPr>
            <a:r>
              <a:t>D:/pasar_fix/node_modules/.bun/es-toolkit@1.46.1/node_modules/es-toolkit/dist/compat/string/toLower.d.mts</a:t>
            </a:r>
          </a:p>
          <a:p>
            <a:pPr>
              <a:defRPr sz="1200"/>
            </a:pPr>
            <a:r>
              <a:t>D:/pasar_fix/node_modules/.bun/es-toolkit@1.46.1/node_modules/es-toolkit/dist/compat/string/toLower.d.ts</a:t>
            </a:r>
          </a:p>
          <a:p>
            <a:pPr>
              <a:defRPr sz="1200"/>
            </a:pPr>
            <a:r>
              <a:t>D:/pasar_fix/node_modules/.bun/es-toolkit@1.46.1/node_modules/es-toolkit/dist/compat/string/toLower.js</a:t>
            </a:r>
          </a:p>
          <a:p>
            <a:pPr>
              <a:defRPr sz="1200"/>
            </a:pPr>
            <a:r>
              <a:t>D:/pasar_fix/node_modules/.bun/es-toolkit@1.46.1/node_modules/es-toolkit/dist/compat/string/toLower.mjs</a:t>
            </a:r>
          </a:p>
          <a:p>
            <a:pPr>
              <a:defRPr sz="1200"/>
            </a:pPr>
            <a:r>
              <a:t>D:/pasar_fix/node_modules/.bun/es-toolkit@1.46.1/node_modules/es-toolkit/dist/compat/string/toUpper.d.mts</a:t>
            </a:r>
          </a:p>
          <a:p>
            <a:pPr>
              <a:defRPr sz="1200"/>
            </a:pPr>
            <a:r>
              <a:t>D:/pasar_fix/node_modules/.bun/es-toolkit@1.46.1/node_modules/es-toolkit/dist/compat/string/toUpper.d.ts</a:t>
            </a:r>
          </a:p>
          <a:p>
            <a:pPr>
              <a:defRPr sz="1200"/>
            </a:pPr>
            <a:r>
              <a:t>D:/pasar_fix/node_modules/.bun/es-toolkit@1.46.1/node_modules/es-toolkit/dist/compat/string/toUpper.js</a:t>
            </a:r>
          </a:p>
          <a:p>
            <a:pPr>
              <a:defRPr sz="1200"/>
            </a:pPr>
            <a:r>
              <a:t>D:/pasar_fix/node_modules/.bun/es-toolkit@1.46.1/node_modules/es-toolkit/dist/compat/string/toUpper.mjs</a:t>
            </a:r>
          </a:p>
          <a:p>
            <a:pPr>
              <a:defRPr sz="1200"/>
            </a:pPr>
            <a:r>
              <a:t>D:/pasar_fix/node_modules/.bun/es-toolkit@1.46.1/node_modules/es-toolkit/dist/compat/string/trim.d.mts</a:t>
            </a:r>
          </a:p>
          <a:p>
            <a:pPr>
              <a:defRPr sz="1200"/>
            </a:pPr>
            <a:r>
              <a:t>D:/pasar_fix/node_modules/.bun/es-toolkit@1.46.1/node_modules/es-toolkit/dist/compat/string/trim.d.ts</a:t>
            </a:r>
          </a:p>
          <a:p>
            <a:pPr>
              <a:defRPr sz="1200"/>
            </a:pPr>
            <a:r>
              <a:t>D:/pasar_fix/node_modules/.bun/es-toolkit@1.46.1/node_modules/es-toolkit/dist/compat/string/trim.js</a:t>
            </a:r>
          </a:p>
          <a:p>
            <a:pPr>
              <a:defRPr sz="1200"/>
            </a:pPr>
            <a:r>
              <a:t>D:/pasar_fix/node_modules/.bun/es-toolkit@1.46.1/node_modules/es-toolkit/dist/compat/string/trim.mjs</a:t>
            </a:r>
          </a:p>
          <a:p>
            <a:pPr>
              <a:defRPr sz="1200"/>
            </a:pPr>
            <a:r>
              <a:t>D:/pasar_fix/node_modules/.bun/es-toolkit@1.46.1/node_modules/es-toolkit/dist/compat/string/trimEnd.d.mts</a:t>
            </a:r>
          </a:p>
          <a:p>
            <a:pPr>
              <a:defRPr sz="1200"/>
            </a:pPr>
            <a:r>
              <a:t>D:/pasar_fix/node_modules/.bun/es-toolkit@1.46.1/node_modules/es-toolkit/dist/compat/string/trimEnd.d.ts</a:t>
            </a:r>
          </a:p>
          <a:p>
            <a:pPr>
              <a:defRPr sz="1200"/>
            </a:pPr>
            <a:r>
              <a:t>D:/pasar_fix/node_modules/.bun/es-toolkit@1.46.1/node_modules/es-toolkit/dist/compat/string/trimEnd.js</a:t>
            </a:r>
          </a:p>
          <a:p>
            <a:pPr>
              <a:defRPr sz="1200"/>
            </a:pPr>
            <a:r>
              <a:t>D:/pasar_fix/node_modules/.bun/es-toolkit@1.46.1/node_modules/es-toolkit/dist/compat/string/trimEnd.mjs</a:t>
            </a:r>
          </a:p>
          <a:p>
            <a:pPr>
              <a:defRPr sz="1200"/>
            </a:pPr>
            <a:r>
              <a:t>D:/pasar_fix/node_modules/.bun/es-toolkit@1.46.1/node_modules/es-toolkit/dist/compat/string/trimStart.d.mts</a:t>
            </a:r>
          </a:p>
          <a:p>
            <a:pPr>
              <a:defRPr sz="1200"/>
            </a:pPr>
            <a:r>
              <a:t>D:/pasar_fix/node_modules/.bun/es-toolkit@1.46.1/node_modules/es-toolkit/dist/compat/string/trimStart.d.ts</a:t>
            </a:r>
          </a:p>
          <a:p>
            <a:pPr>
              <a:defRPr sz="1200"/>
            </a:pPr>
            <a:r>
              <a:t>D:/pasar_fix/node_modules/.bun/es-toolkit@1.46.1/node_modules/es-toolkit/dist/compat/string/trimStart.js</a:t>
            </a:r>
          </a:p>
          <a:p>
            <a:pPr>
              <a:defRPr sz="1200"/>
            </a:pPr>
            <a:r>
              <a:t>D:/pasar_fix/node_modules/.bun/es-toolkit@1.46.1/node_modules/es-toolkit/dist/compat/string/trimStart.mjs</a:t>
            </a:r>
          </a:p>
          <a:p>
            <a:pPr>
              <a:defRPr sz="1200"/>
            </a:pPr>
            <a:r>
              <a:t>D:/pasar_fix/node_modules/.bun/es-toolkit@1.46.1/node_modules/es-toolkit/dist/compat/string/truncate.d.mts</a:t>
            </a:r>
          </a:p>
          <a:p>
            <a:pPr>
              <a:defRPr sz="1200"/>
            </a:pPr>
            <a:r>
              <a:t>D:/pasar_fix/node_modules/.bun/es-toolkit@1.46.1/node_modules/es-toolkit/dist/compat/string/truncate.d.ts</a:t>
            </a:r>
          </a:p>
          <a:p>
            <a:pPr>
              <a:defRPr sz="1200"/>
            </a:pPr>
            <a:r>
              <a:t>D:/pasar_fix/node_modules/.bun/es-toolkit@1.46.1/node_modules/es-toolkit/dist/compat/string/truncate.js</a:t>
            </a:r>
          </a:p>
          <a:p>
            <a:pPr>
              <a:defRPr sz="1200"/>
            </a:pPr>
            <a:r>
              <a:t>D:/pasar_fix/node_modules/.bun/es-toolkit@1.46.1/node_modules/es-toolkit/dist/compat/string/truncate.mjs</a:t>
            </a:r>
          </a:p>
          <a:p>
            <a:pPr>
              <a:defRPr sz="1200"/>
            </a:pPr>
            <a:r>
              <a:t>D:/pasar_fix/node_modules/.bun/es-toolkit@1.46.1/node_modules/es-toolkit/dist/compat/string/unescape.d.mts</a:t>
            </a:r>
          </a:p>
          <a:p>
            <a:pPr>
              <a:defRPr sz="1200"/>
            </a:pPr>
            <a:r>
              <a:t>D:/pasar_fix/node_modules/.bun/es-toolkit@1.46.1/node_modules/es-toolkit/dist/compat/string/unescape.d.ts</a:t>
            </a:r>
          </a:p>
          <a:p>
            <a:pPr>
              <a:defRPr sz="1200"/>
            </a:pPr>
            <a:r>
              <a:t>D:/pasar_fix/node_modules/.bun/es-toolkit@1.46.1/node_modules/es-toolkit/dist/compat/string/unescape.js</a:t>
            </a:r>
          </a:p>
          <a:p>
            <a:pPr>
              <a:defRPr sz="1200"/>
            </a:pPr>
            <a:r>
              <a:t>D:/pasar_fix/node_modules/.bun/es-toolkit@1.46.1/node_modules/es-toolkit/dist/compat/string/unescape.mjs</a:t>
            </a:r>
          </a:p>
          <a:p>
            <a:pPr>
              <a:defRPr sz="1200"/>
            </a:pPr>
            <a:r>
              <a:t>D:/pasar_fix/node_modules/.bun/es-toolkit@1.46.1/node_modules/es-toolkit/dist/compat/string/upperCase.d.mts</a:t>
            </a:r>
          </a:p>
          <a:p>
            <a:pPr>
              <a:defRPr sz="1200"/>
            </a:pPr>
            <a:r>
              <a:t>D:/pasar_fix/node_modules/.bun/es-toolkit@1.46.1/node_modules/es-toolkit/dist/compat/string/upperCase.d.ts</a:t>
            </a:r>
          </a:p>
          <a:p>
            <a:pPr>
              <a:defRPr sz="1200"/>
            </a:pPr>
            <a:r>
              <a:t>D:/pasar_fix/node_modules/.bun/es-toolkit@1.46.1/node_modules/es-toolkit/dist/compat/string/upperCase.js</a:t>
            </a:r>
          </a:p>
          <a:p>
            <a:pPr>
              <a:defRPr sz="1200"/>
            </a:pPr>
            <a:r>
              <a:t>D:/pasar_fix/node_modules/.bun/es-toolkit@1.46.1/node_modules/es-toolkit/dist/compat/string/upperCase.mjs</a:t>
            </a:r>
          </a:p>
          <a:p>
            <a:pPr>
              <a:defRPr sz="1200"/>
            </a:pPr>
            <a:r>
              <a:t>D:/pasar_fix/node_modules/.bun/es-toolkit@1.46.1/node_modules/es-toolkit/dist/compat/string/upperFirst.d.mts</a:t>
            </a:r>
          </a:p>
          <a:p>
            <a:pPr>
              <a:defRPr sz="1200"/>
            </a:pPr>
            <a:r>
              <a:t>D:/pasar_fix/node_modules/.bun/es-toolkit@1.46.1/node_modules/es-toolkit/dist/compat/string/upperFirst.d.ts</a:t>
            </a:r>
          </a:p>
          <a:p>
            <a:pPr>
              <a:defRPr sz="1200"/>
            </a:pPr>
            <a:r>
              <a:t>D:/pasar_fix/node_modules/.bun/es-toolkit@1.46.1/node_modules/es-toolkit/dist/compat/string/upperFirst.js</a:t>
            </a:r>
          </a:p>
          <a:p>
            <a:pPr>
              <a:defRPr sz="1200"/>
            </a:pPr>
            <a:r>
              <a:t>D:/pasar_fix/node_modules/.bun/es-toolkit@1.46.1/node_modules/es-toolkit/dist/compat/string/upperFirst.mjs</a:t>
            </a:r>
          </a:p>
          <a:p>
            <a:pPr>
              <a:defRPr sz="1200"/>
            </a:pPr>
            <a:r>
              <a:t>D:/pasar_fix/node_modules/.bun/es-toolkit@1.46.1/node_modules/es-toolkit/dist/compat/string/words.d.mts</a:t>
            </a:r>
          </a:p>
          <a:p>
            <a:pPr>
              <a:defRPr sz="1200"/>
            </a:pPr>
            <a:r>
              <a:t>D:/pasar_fix/node_modules/.bun/es-toolkit@1.46.1/node_modules/es-toolkit/dist/compat/string/words.d.ts</a:t>
            </a:r>
          </a:p>
          <a:p>
            <a:pPr>
              <a:defRPr sz="1200"/>
            </a:pPr>
            <a:r>
              <a:t>D:/pasar_fix/node_modules/.bun/es-toolkit@1.46.1/node_modules/es-toolkit/dist/compat/string/words.js</a:t>
            </a:r>
          </a:p>
          <a:p>
            <a:pPr>
              <a:defRPr sz="1200"/>
            </a:pPr>
            <a:r>
              <a:t>D:/pasar_fix/node_modules/.bun/es-toolkit@1.46.1/node_modules/es-toolkit/dist/compat/string/words.mjs</a:t>
            </a:r>
          </a:p>
          <a:p>
            <a:pPr>
              <a:defRPr sz="1200"/>
            </a:pPr>
            <a:r>
              <a:t>D:/pasar_fix/node_modules/.bun/es-toolkit@1.46.1/node_modules/es-toolkit/dist/compat/util/bindAll.d.mts</a:t>
            </a:r>
          </a:p>
          <a:p>
            <a:pPr>
              <a:defRPr sz="1200"/>
            </a:pPr>
            <a:r>
              <a:t>D:/pasar_fix/node_modules/.bun/es-toolkit@1.46.1/node_modules/es-toolkit/dist/compat/util/bindAll.d.ts</a:t>
            </a:r>
          </a:p>
          <a:p>
            <a:pPr>
              <a:defRPr sz="1200"/>
            </a:pPr>
            <a:r>
              <a:t>D:/pasar_fix/node_modules/.bun/es-toolkit@1.46.1/node_modules/es-toolkit/dist/compat/util/bindAll.js</a:t>
            </a:r>
          </a:p>
          <a:p>
            <a:pPr>
              <a:defRPr sz="1200"/>
            </a:pPr>
            <a:r>
              <a:t>D:/pasar_fix/node_modules/.bun/es-toolkit@1.46.1/node_modules/es-toolkit/dist/compat/util/bindAll.mjs</a:t>
            </a:r>
          </a:p>
          <a:p>
            <a:pPr>
              <a:defRPr sz="1200"/>
            </a:pPr>
            <a:r>
              <a:t>D:/pasar_fix/node_modules/.bun/es-toolkit@1.46.1/node_modules/es-toolkit/dist/compat/util/cond.d.mts</a:t>
            </a:r>
          </a:p>
          <a:p>
            <a:pPr>
              <a:defRPr sz="1200"/>
            </a:pPr>
            <a:r>
              <a:t>D:/pasar_fix/node_modules/.bun/es-toolkit@1.46.1/node_modules/es-toolkit/dist/compat/util/cond.d.ts</a:t>
            </a:r>
          </a:p>
          <a:p>
            <a:pPr>
              <a:defRPr sz="1200"/>
            </a:pPr>
            <a:r>
              <a:t>D:/pasar_fix/node_modules/.bun/es-toolkit@1.46.1/node_modules/es-toolkit/dist/compat/util/cond.js</a:t>
            </a:r>
          </a:p>
          <a:p>
            <a:pPr>
              <a:defRPr sz="1200"/>
            </a:pPr>
            <a:r>
              <a:t>D:/pasar_fix/node_modules/.bun/es-toolkit@1.46.1/node_modules/es-toolkit/dist/compat/util/cond.mjs</a:t>
            </a:r>
          </a:p>
          <a:p>
            <a:pPr>
              <a:defRPr sz="1200"/>
            </a:pPr>
            <a:r>
              <a:t>D:/pasar_fix/node_modules/.bun/es-toolkit@1.46.1/node_modules/es-toolkit/dist/compat/util/constant.d.mts</a:t>
            </a:r>
          </a:p>
          <a:p>
            <a:pPr>
              <a:defRPr sz="1200"/>
            </a:pPr>
            <a:r>
              <a:t>D:/pasar_fix/node_modules/.bun/es-toolkit@1.46.1/node_modules/es-toolkit/dist/compat/util/constant.d.ts</a:t>
            </a:r>
          </a:p>
          <a:p>
            <a:pPr>
              <a:defRPr sz="1200"/>
            </a:pPr>
            <a:r>
              <a:t>D:/pasar_fix/node_modules/.bun/es-toolkit@1.46.1/node_modules/es-toolkit/dist/compat/util/constant.js</a:t>
            </a:r>
          </a:p>
          <a:p>
            <a:pPr>
              <a:defRPr sz="1200"/>
            </a:pPr>
            <a:r>
              <a:t>D:/pasar_fix/node_modules/.bun/es-toolkit@1.46.1/node_modules/es-toolkit/dist/compat/util/constant.mjs</a:t>
            </a:r>
          </a:p>
          <a:p>
            <a:pPr>
              <a:defRPr sz="1200"/>
            </a:pPr>
            <a:r>
              <a:t>D:/pasar_fix/node_modules/.bun/es-toolkit@1.46.1/node_modules/es-toolkit/dist/compat/util/defaultTo.d.mts</a:t>
            </a:r>
          </a:p>
          <a:p>
            <a:pPr>
              <a:defRPr sz="1200"/>
            </a:pPr>
            <a:r>
              <a:t>D:/pasar_fix/node_modules/.bun/es-toolkit@1.46.1/node_modules/es-toolkit/dist/compat/util/defaultTo.d.ts</a:t>
            </a:r>
          </a:p>
          <a:p>
            <a:pPr>
              <a:defRPr sz="1200"/>
            </a:pPr>
            <a:r>
              <a:t>D:/pasar_fix/node_modules/.bun/es-toolkit@1.46.1/node_modules/es-toolkit/dist/compat/util/defaultTo.js</a:t>
            </a:r>
          </a:p>
          <a:p>
            <a:pPr>
              <a:defRPr sz="1200"/>
            </a:pPr>
            <a:r>
              <a:t>D:/pasar_fix/node_modules/.bun/es-toolkit@1.46.1/node_modules/es-toolkit/dist/compat/util/defaultTo.mjs</a:t>
            </a:r>
          </a:p>
          <a:p>
            <a:pPr>
              <a:defRPr sz="1200"/>
            </a:pPr>
            <a:r>
              <a:t>D:/pasar_fix/node_modules/.bun/es-toolkit@1.46.1/node_modules/es-toolkit/dist/compat/util/gt.d.mts</a:t>
            </a:r>
          </a:p>
          <a:p>
            <a:pPr>
              <a:defRPr sz="1200"/>
            </a:pPr>
            <a:r>
              <a:t>D:/pasar_fix/node_modules/.bun/es-toolkit@1.46.1/node_modules/es-toolkit/dist/compat/util/gt.d.ts</a:t>
            </a:r>
          </a:p>
          <a:p>
            <a:pPr>
              <a:defRPr sz="1200"/>
            </a:pPr>
            <a:r>
              <a:t>D:/pasar_fix/node_modules/.bun/es-toolkit@1.46.1/node_modules/es-toolkit/dist/compat/util/gt.js</a:t>
            </a:r>
          </a:p>
          <a:p>
            <a:pPr>
              <a:defRPr sz="1200"/>
            </a:pPr>
            <a:r>
              <a:t>D:/pasar_fix/node_modules/.bun/es-toolkit@1.46.1/node_modules/es-toolkit/dist/compat/util/gt.mjs</a:t>
            </a:r>
          </a:p>
          <a:p>
            <a:pPr>
              <a:defRPr sz="1200"/>
            </a:pPr>
            <a:r>
              <a:t>D:/pasar_fix/node_modules/.bun/es-toolkit@1.46.1/node_modules/es-toolkit/dist/compat/util/gte.d.mts</a:t>
            </a:r>
          </a:p>
          <a:p>
            <a:pPr>
              <a:defRPr sz="1200"/>
            </a:pPr>
            <a:r>
              <a:t>D:/pasar_fix/node_modules/.bun/es-toolkit@1.46.1/node_modules/es-toolkit/dist/compat/util/gte.d.ts</a:t>
            </a:r>
          </a:p>
          <a:p>
            <a:pPr>
              <a:defRPr sz="1200"/>
            </a:pPr>
            <a:r>
              <a:t>D:/pasar_fix/node_modules/.bun/es-toolkit@1.46.1/node_modules/es-toolkit/dist/compat/util/gte.js</a:t>
            </a:r>
          </a:p>
          <a:p>
            <a:pPr>
              <a:defRPr sz="1200"/>
            </a:pPr>
            <a:r>
              <a:t>D:/pasar_fix/node_modules/.bun/es-toolkit@1.46.1/node_modules/es-toolkit/dist/compat/util/gte.mjs</a:t>
            </a:r>
          </a:p>
          <a:p>
            <a:pPr>
              <a:defRPr sz="1200"/>
            </a:pPr>
            <a:r>
              <a:t>D:/pasar_fix/node_modules/.bun/es-toolkit@1.46.1/node_modules/es-toolkit/dist/compat/util/invoke.d.mts</a:t>
            </a:r>
          </a:p>
          <a:p>
            <a:pPr>
              <a:defRPr sz="1200"/>
            </a:pPr>
            <a:r>
              <a:t>D:/pasar_fix/node_modules/.bun/es-toolkit@1.46.1/node_modules/es-toolkit/dist/compat/util/invoke.d.ts</a:t>
            </a:r>
          </a:p>
          <a:p>
            <a:pPr>
              <a:defRPr sz="1200"/>
            </a:pPr>
            <a:r>
              <a:t>D:/pasar_fix/node_modules/.bun/es-toolkit@1.46.1/node_modules/es-toolkit/dist/compat/util/invoke.js</a:t>
            </a:r>
          </a:p>
          <a:p>
            <a:pPr>
              <a:defRPr sz="1200"/>
            </a:pPr>
            <a:r>
              <a:t>D:/pasar_fix/node_modules/.bun/es-toolkit@1.46.1/node_modules/es-toolkit/dist/compat/util/invoke.mjs</a:t>
            </a:r>
          </a:p>
          <a:p>
            <a:pPr>
              <a:defRPr sz="1200"/>
            </a:pPr>
            <a:r>
              <a:t>D:/pasar_fix/node_modules/.bun/es-toolkit@1.46.1/node_modules/es-toolkit/dist/compat/util/iteratee.d.mts</a:t>
            </a:r>
          </a:p>
          <a:p>
            <a:pPr>
              <a:defRPr sz="1200"/>
            </a:pPr>
            <a:r>
              <a:t>D:/pasar_fix/node_modules/.bun/es-toolkit@1.46.1/node_modules/es-toolkit/dist/compat/util/iteratee.d.ts</a:t>
            </a:r>
          </a:p>
          <a:p>
            <a:pPr>
              <a:defRPr sz="1200"/>
            </a:pPr>
            <a:r>
              <a:t>D:/pasar_fix/node_modules/.bun/es-toolkit@1.46.1/node_modules/es-toolkit/dist/compat/util/iteratee.js</a:t>
            </a:r>
          </a:p>
          <a:p>
            <a:pPr>
              <a:defRPr sz="1200"/>
            </a:pPr>
            <a:r>
              <a:t>D:/pasar_fix/node_modules/.bun/es-toolkit@1.46.1/node_modules/es-toolkit/dist/compat/util/iteratee.mjs</a:t>
            </a:r>
          </a:p>
          <a:p>
            <a:pPr>
              <a:defRPr sz="1200"/>
            </a:pPr>
            <a:r>
              <a:t>D:/pasar_fix/node_modules/.bun/es-toolkit@1.46.1/node_modules/es-toolkit/dist/compat/util/lt.d.mts</a:t>
            </a:r>
          </a:p>
          <a:p>
            <a:pPr>
              <a:defRPr sz="1200"/>
            </a:pPr>
            <a:r>
              <a:t>D:/pasar_fix/node_modules/.bun/es-toolkit@1.46.1/node_modules/es-toolkit/dist/compat/util/lt.d.ts</a:t>
            </a:r>
          </a:p>
          <a:p>
            <a:pPr>
              <a:defRPr sz="1200"/>
            </a:pPr>
            <a:r>
              <a:t>D:/pasar_fix/node_modules/.bun/es-toolkit@1.46.1/node_modules/es-toolkit/dist/compat/util/lt.js</a:t>
            </a:r>
          </a:p>
          <a:p>
            <a:pPr>
              <a:defRPr sz="1200"/>
            </a:pPr>
            <a:r>
              <a:t>D:/pasar_fix/node_modules/.bun/es-toolkit@1.46.1/node_modules/es-toolkit/dist/compat/util/lt.mjs</a:t>
            </a:r>
          </a:p>
          <a:p>
            <a:pPr>
              <a:defRPr sz="1200"/>
            </a:pPr>
            <a:r>
              <a:t>D:/pasar_fix/node_modules/.bun/es-toolkit@1.46.1/node_modules/es-toolkit/dist/compat/util/lte.d.mts</a:t>
            </a:r>
          </a:p>
          <a:p>
            <a:pPr>
              <a:defRPr sz="1200"/>
            </a:pPr>
            <a:r>
              <a:t>D:/pasar_fix/node_modules/.bun/es-toolkit@1.46.1/node_modules/es-toolkit/dist/compat/util/lte.d.ts</a:t>
            </a:r>
          </a:p>
          <a:p>
            <a:pPr>
              <a:defRPr sz="1200"/>
            </a:pPr>
            <a:r>
              <a:t>D:/pasar_fix/node_modules/.bun/es-toolkit@1.46.1/node_modules/es-toolkit/dist/compat/util/lte.js</a:t>
            </a:r>
          </a:p>
          <a:p>
            <a:pPr>
              <a:defRPr sz="1200"/>
            </a:pPr>
            <a:r>
              <a:t>D:/pasar_fix/node_modules/.bun/es-toolkit@1.46.1/node_modules/es-toolkit/dist/compat/util/lte.mjs</a:t>
            </a:r>
          </a:p>
          <a:p>
            <a:pPr>
              <a:defRPr sz="1200"/>
            </a:pPr>
            <a:r>
              <a:t>D:/pasar_fix/node_modules/.bun/es-toolkit@1.46.1/node_modules/es-toolkit/dist/compat/util/method.d.mts</a:t>
            </a:r>
          </a:p>
          <a:p>
            <a:pPr>
              <a:defRPr sz="1200"/>
            </a:pPr>
            <a:r>
              <a:t>D:/pasar_fix/node_modules/.bun/es-toolkit@1.46.1/node_modules/es-toolkit/dist/compat/util/method.d.ts</a:t>
            </a:r>
          </a:p>
          <a:p>
            <a:pPr>
              <a:defRPr sz="1200"/>
            </a:pPr>
            <a:r>
              <a:t>D:/pasar_fix/node_modules/.bun/es-toolkit@1.46.1/node_modules/es-toolkit/dist/compat/util/method.js</a:t>
            </a:r>
          </a:p>
          <a:p>
            <a:pPr>
              <a:defRPr sz="1200"/>
            </a:pPr>
            <a:r>
              <a:t>D:/pasar_fix/node_modules/.bun/es-toolkit@1.46.1/node_modules/es-toolkit/dist/compat/util/method.mjs</a:t>
            </a:r>
          </a:p>
          <a:p>
            <a:pPr>
              <a:defRPr sz="1200"/>
            </a:pPr>
            <a:r>
              <a:t>D:/pasar_fix/node_modules/.bun/es-toolkit@1.46.1/node_modules/es-toolkit/dist/compat/util/methodOf.d.mts</a:t>
            </a:r>
          </a:p>
          <a:p>
            <a:pPr>
              <a:defRPr sz="1200"/>
            </a:pPr>
            <a:r>
              <a:t>D:/pasar_fix/node_modules/.bun/es-toolkit@1.46.1/node_modules/es-toolkit/dist/compat/util/methodOf.d.ts</a:t>
            </a:r>
          </a:p>
          <a:p>
            <a:pPr>
              <a:defRPr sz="1200"/>
            </a:pPr>
            <a:r>
              <a:t>D:/pasar_fix/node_modules/.bun/es-toolkit@1.46.1/node_modules/es-toolkit/dist/compat/util/methodOf.js</a:t>
            </a:r>
          </a:p>
          <a:p>
            <a:pPr>
              <a:defRPr sz="1200"/>
            </a:pPr>
            <a:r>
              <a:t>D:/pasar_fix/node_modules/.bun/es-toolkit@1.46.1/node_modules/es-toolkit/dist/compat/util/methodOf.mjs</a:t>
            </a:r>
          </a:p>
          <a:p>
            <a:pPr>
              <a:defRPr sz="1200"/>
            </a:pPr>
            <a:r>
              <a:t>D:/pasar_fix/node_modules/.bun/es-toolkit@1.46.1/node_modules/es-toolkit/dist/compat/util/now.d.mts</a:t>
            </a:r>
          </a:p>
          <a:p>
            <a:pPr>
              <a:defRPr sz="1200"/>
            </a:pPr>
            <a:r>
              <a:t>D:/pasar_fix/node_modules/.bun/es-toolkit@1.46.1/node_modules/es-toolkit/dist/compat/util/now.d.ts</a:t>
            </a:r>
          </a:p>
          <a:p>
            <a:pPr>
              <a:defRPr sz="1200"/>
            </a:pPr>
            <a:r>
              <a:t>D:/pasar_fix/node_modules/.bun/es-toolkit@1.46.1/node_modules/es-toolkit/dist/compat/util/now.js</a:t>
            </a:r>
          </a:p>
          <a:p>
            <a:pPr>
              <a:defRPr sz="1200"/>
            </a:pPr>
            <a:r>
              <a:t>D:/pasar_fix/node_modules/.bun/es-toolkit@1.46.1/node_modules/es-toolkit/dist/compat/util/now.mjs</a:t>
            </a:r>
          </a:p>
          <a:p>
            <a:pPr>
              <a:defRPr sz="1200"/>
            </a:pPr>
            <a:r>
              <a:t>D:/pasar_fix/node_modules/.bun/es-toolkit@1.46.1/node_modules/es-toolkit/dist/compat/util/over.d.mts</a:t>
            </a:r>
          </a:p>
          <a:p>
            <a:pPr>
              <a:defRPr sz="1200"/>
            </a:pPr>
            <a:r>
              <a:t>D:/pasar_fix/node_modules/.bun/es-toolkit@1.46.1/node_modules/es-toolkit/dist/compat/util/over.d.ts</a:t>
            </a:r>
          </a:p>
          <a:p>
            <a:pPr>
              <a:defRPr sz="1200"/>
            </a:pPr>
            <a:r>
              <a:t>D:/pasar_fix/node_modules/.bun/es-toolkit@1.46.1/node_modules/es-toolkit/dist/compat/util/over.js</a:t>
            </a:r>
          </a:p>
          <a:p>
            <a:pPr>
              <a:defRPr sz="1200"/>
            </a:pPr>
            <a:r>
              <a:t>D:/pasar_fix/node_modules/.bun/es-toolkit@1.46.1/node_modules/es-toolkit/dist/compat/util/over.mjs</a:t>
            </a:r>
          </a:p>
          <a:p>
            <a:pPr>
              <a:defRPr sz="1200"/>
            </a:pPr>
            <a:r>
              <a:t>D:/pasar_fix/node_modules/.bun/es-toolkit@1.46.1/node_modules/es-toolkit/dist/compat/util/overEvery.d.mts</a:t>
            </a:r>
          </a:p>
          <a:p>
            <a:pPr>
              <a:defRPr sz="1200"/>
            </a:pPr>
            <a:r>
              <a:t>D:/pasar_fix/node_modules/.bun/es-toolkit@1.46.1/node_modules/es-toolkit/dist/compat/util/overEvery.d.ts</a:t>
            </a:r>
          </a:p>
          <a:p>
            <a:pPr>
              <a:defRPr sz="1200"/>
            </a:pPr>
            <a:r>
              <a:t>D:/pasar_fix/node_modules/.bun/es-toolkit@1.46.1/node_modules/es-toolkit/dist/compat/util/overEvery.js</a:t>
            </a:r>
          </a:p>
          <a:p>
            <a:pPr>
              <a:defRPr sz="1200"/>
            </a:pPr>
            <a:r>
              <a:t>D:/pasar_fix/node_modules/.bun/es-toolkit@1.46.1/node_modules/es-toolkit/dist/compat/util/overEvery.mjs</a:t>
            </a:r>
          </a:p>
          <a:p>
            <a:pPr>
              <a:defRPr sz="1200"/>
            </a:pPr>
            <a:r>
              <a:t>D:/pasar_fix/node_modules/.bun/es-toolkit@1.46.1/node_modules/es-toolkit/dist/compat/util/overSome.d.mts</a:t>
            </a:r>
          </a:p>
          <a:p>
            <a:pPr>
              <a:defRPr sz="1200"/>
            </a:pPr>
            <a:r>
              <a:t>D:/pasar_fix/node_modules/.bun/es-toolkit@1.46.1/node_modules/es-toolkit/dist/compat/util/overSome.d.ts</a:t>
            </a:r>
          </a:p>
          <a:p>
            <a:pPr>
              <a:defRPr sz="1200"/>
            </a:pPr>
            <a:r>
              <a:t>D:/pasar_fix/node_modules/.bun/es-toolkit@1.46.1/node_modules/es-toolkit/dist/compat/util/overSome.js</a:t>
            </a:r>
          </a:p>
          <a:p>
            <a:pPr>
              <a:defRPr sz="1200"/>
            </a:pPr>
            <a:r>
              <a:t>D:/pasar_fix/node_modules/.bun/es-toolkit@1.46.1/node_modules/es-toolkit/dist/compat/util/overSome.mjs</a:t>
            </a:r>
          </a:p>
          <a:p>
            <a:pPr>
              <a:defRPr sz="1200"/>
            </a:pPr>
            <a:r>
              <a:t>D:/pasar_fix/node_modules/.bun/es-toolkit@1.46.1/node_modules/es-toolkit/dist/compat/util/stubArray.d.mts</a:t>
            </a:r>
          </a:p>
          <a:p>
            <a:pPr>
              <a:defRPr sz="1200"/>
            </a:pPr>
            <a:r>
              <a:t>D:/pasar_fix/node_modules/.bun/es-toolkit@1.46.1/node_modules/es-toolkit/dist/compat/util/stubArray.d.ts</a:t>
            </a:r>
          </a:p>
          <a:p>
            <a:pPr>
              <a:defRPr sz="1200"/>
            </a:pPr>
            <a:r>
              <a:t>D:/pasar_fix/node_modules/.bun/es-toolkit@1.46.1/node_modules/es-toolkit/dist/compat/util/stubArray.js</a:t>
            </a:r>
          </a:p>
          <a:p>
            <a:pPr>
              <a:defRPr sz="1200"/>
            </a:pPr>
            <a:r>
              <a:t>D:/pasar_fix/node_modules/.bun/es-toolkit@1.46.1/node_modules/es-toolkit/dist/compat/util/stubArray.mjs</a:t>
            </a:r>
          </a:p>
          <a:p>
            <a:pPr>
              <a:defRPr sz="1200"/>
            </a:pPr>
            <a:r>
              <a:t>D:/pasar_fix/node_modules/.bun/es-toolkit@1.46.1/node_modules/es-toolkit/dist/compat/util/stubFalse.d.mts</a:t>
            </a:r>
          </a:p>
          <a:p>
            <a:pPr>
              <a:defRPr sz="1200"/>
            </a:pPr>
            <a:r>
              <a:t>D:/pasar_fix/node_modules/.bun/es-toolkit@1.46.1/node_modules/es-toolkit/dist/compat/util/stubFalse.d.ts</a:t>
            </a:r>
          </a:p>
          <a:p>
            <a:pPr>
              <a:defRPr sz="1200"/>
            </a:pPr>
            <a:r>
              <a:t>D:/pasar_fix/node_modules/.bun/es-toolkit@1.46.1/node_modules/es-toolkit/dist/compat/util/stubFalse.js</a:t>
            </a:r>
          </a:p>
          <a:p>
            <a:pPr>
              <a:defRPr sz="1200"/>
            </a:pPr>
            <a:r>
              <a:t>D:/pasar_fix/node_modules/.bun/es-toolkit@1.46.1/node_modules/es-toolkit/dist/compat/util/stubFalse.mjs</a:t>
            </a:r>
          </a:p>
          <a:p>
            <a:pPr>
              <a:defRPr sz="1200"/>
            </a:pPr>
            <a:r>
              <a:t>D:/pasar_fix/node_modules/.bun/es-toolkit@1.46.1/node_modules/es-toolkit/dist/compat/util/stubObject.d.mts</a:t>
            </a:r>
          </a:p>
          <a:p>
            <a:pPr>
              <a:defRPr sz="1200"/>
            </a:pPr>
            <a:r>
              <a:t>D:/pasar_fix/node_modules/.bun/es-toolkit@1.46.1/node_modules/es-toolkit/dist/compat/util/stubObject.d.ts</a:t>
            </a:r>
          </a:p>
          <a:p>
            <a:pPr>
              <a:defRPr sz="1200"/>
            </a:pPr>
            <a:r>
              <a:t>D:/pasar_fix/node_modules/.bun/es-toolkit@1.46.1/node_modules/es-toolkit/dist/compat/util/stubObject.js</a:t>
            </a:r>
          </a:p>
          <a:p>
            <a:pPr>
              <a:defRPr sz="1200"/>
            </a:pPr>
            <a:r>
              <a:t>D:/pasar_fix/node_modules/.bun/es-toolkit@1.46.1/node_modules/es-toolkit/dist/compat/util/stubObject.mjs</a:t>
            </a:r>
          </a:p>
          <a:p>
            <a:pPr>
              <a:defRPr sz="1200"/>
            </a:pPr>
            <a:r>
              <a:t>D:/pasar_fix/node_modules/.bun/es-toolkit@1.46.1/node_modules/es-toolkit/dist/compat/util/stubString.d.mts</a:t>
            </a:r>
          </a:p>
          <a:p>
            <a:pPr>
              <a:defRPr sz="1200"/>
            </a:pPr>
            <a:r>
              <a:t>D:/pasar_fix/node_modules/.bun/es-toolkit@1.46.1/node_modules/es-toolkit/dist/compat/util/stubString.d.ts</a:t>
            </a:r>
          </a:p>
          <a:p>
            <a:pPr>
              <a:defRPr sz="1200"/>
            </a:pPr>
            <a:r>
              <a:t>D:/pasar_fix/node_modules/.bun/es-toolkit@1.46.1/node_modules/es-toolkit/dist/compat/util/stubString.js</a:t>
            </a:r>
          </a:p>
          <a:p>
            <a:pPr>
              <a:defRPr sz="1200"/>
            </a:pPr>
            <a:r>
              <a:t>D:/pasar_fix/node_modules/.bun/es-toolkit@1.46.1/node_modules/es-toolkit/dist/compat/util/stubString.mjs</a:t>
            </a:r>
          </a:p>
          <a:p>
            <a:pPr>
              <a:defRPr sz="1200"/>
            </a:pPr>
            <a:r>
              <a:t>D:/pasar_fix/node_modules/.bun/es-toolkit@1.46.1/node_modules/es-toolkit/dist/compat/util/stubTrue.d.mts</a:t>
            </a:r>
          </a:p>
          <a:p>
            <a:pPr>
              <a:defRPr sz="1200"/>
            </a:pPr>
            <a:r>
              <a:t>D:/pasar_fix/node_modules/.bun/es-toolkit@1.46.1/node_modules/es-toolkit/dist/compat/util/stubTrue.d.ts</a:t>
            </a:r>
          </a:p>
          <a:p>
            <a:pPr>
              <a:defRPr sz="1200"/>
            </a:pPr>
            <a:r>
              <a:t>D:/pasar_fix/node_modules/.bun/es-toolkit@1.46.1/node_modules/es-toolkit/dist/compat/util/stubTrue.js</a:t>
            </a:r>
          </a:p>
          <a:p>
            <a:pPr>
              <a:defRPr sz="1200"/>
            </a:pPr>
            <a:r>
              <a:t>D:/pasar_fix/node_modules/.bun/es-toolkit@1.46.1/node_modules/es-toolkit/dist/compat/util/stubTrue.mjs</a:t>
            </a:r>
          </a:p>
          <a:p>
            <a:pPr>
              <a:defRPr sz="1200"/>
            </a:pPr>
            <a:r>
              <a:t>D:/pasar_fix/node_modules/.bun/es-toolkit@1.46.1/node_modules/es-toolkit/dist/compat/util/times.d.mts</a:t>
            </a:r>
          </a:p>
          <a:p>
            <a:pPr>
              <a:defRPr sz="1200"/>
            </a:pPr>
            <a:r>
              <a:t>D:/pasar_fix/node_modules/.bun/es-toolkit@1.46.1/node_modules/es-toolkit/dist/compat/util/times.d.ts</a:t>
            </a:r>
          </a:p>
          <a:p>
            <a:pPr>
              <a:defRPr sz="1200"/>
            </a:pPr>
            <a:r>
              <a:t>D:/pasar_fix/node_modules/.bun/es-toolkit@1.46.1/node_modules/es-toolkit/dist/compat/util/times.js</a:t>
            </a:r>
          </a:p>
          <a:p>
            <a:pPr>
              <a:defRPr sz="1200"/>
            </a:pPr>
            <a:r>
              <a:t>D:/pasar_fix/node_modules/.bun/es-toolkit@1.46.1/node_modules/es-toolkit/dist/compat/util/times.mjs</a:t>
            </a:r>
          </a:p>
          <a:p>
            <a:pPr>
              <a:defRPr sz="1200"/>
            </a:pPr>
            <a:r>
              <a:t>D:/pasar_fix/node_modules/.bun/es-toolkit@1.46.1/node_modules/es-toolkit/dist/compat/util/toArray.d.mts</a:t>
            </a:r>
          </a:p>
          <a:p>
            <a:pPr>
              <a:defRPr sz="1200"/>
            </a:pPr>
            <a:r>
              <a:t>D:/pasar_fix/node_modules/.bun/es-toolkit@1.46.1/node_modules/es-toolkit/dist/compat/util/toArray.d.ts</a:t>
            </a:r>
          </a:p>
          <a:p>
            <a:pPr>
              <a:defRPr sz="1200"/>
            </a:pPr>
            <a:r>
              <a:t>D:/pasar_fix/node_modules/.bun/es-toolkit@1.46.1/node_modules/es-toolkit/dist/compat/util/toArray.js</a:t>
            </a:r>
          </a:p>
          <a:p>
            <a:pPr>
              <a:defRPr sz="1200"/>
            </a:pPr>
            <a:r>
              <a:t>D:/pasar_fix/node_modules/.bun/es-toolkit@1.46.1/node_modules/es-toolkit/dist/compat/util/toArray.mjs</a:t>
            </a:r>
          </a:p>
          <a:p>
            <a:pPr>
              <a:defRPr sz="1200"/>
            </a:pPr>
            <a:r>
              <a:t>D:/pasar_fix/node_modules/.bun/es-toolkit@1.46.1/node_modules/es-toolkit/dist/compat/util/toFinite.d.mts</a:t>
            </a:r>
          </a:p>
          <a:p>
            <a:pPr>
              <a:defRPr sz="1200"/>
            </a:pPr>
            <a:r>
              <a:t>D:/pasar_fix/node_modules/.bun/es-toolkit@1.46.1/node_modules/es-toolkit/dist/compat/util/toFinite.d.ts</a:t>
            </a:r>
          </a:p>
          <a:p>
            <a:pPr>
              <a:defRPr sz="1200"/>
            </a:pPr>
            <a:r>
              <a:t>D:/pasar_fix/node_modules/.bun/es-toolkit@1.46.1/node_modules/es-toolkit/dist/compat/util/toFinite.js</a:t>
            </a:r>
          </a:p>
          <a:p>
            <a:pPr>
              <a:defRPr sz="1200"/>
            </a:pPr>
            <a:r>
              <a:t>D:/pasar_fix/node_modules/.bun/es-toolkit@1.46.1/node_modules/es-toolkit/dist/compat/util/toFinite.mjs</a:t>
            </a:r>
          </a:p>
          <a:p>
            <a:pPr>
              <a:defRPr sz="1200"/>
            </a:pPr>
            <a:r>
              <a:t>D:/pasar_fix/node_modules/.bun/es-toolkit@1.46.1/node_modules/es-toolkit/dist/compat/util/toInteger.d.mts</a:t>
            </a:r>
          </a:p>
          <a:p>
            <a:pPr>
              <a:defRPr sz="1200"/>
            </a:pPr>
            <a:r>
              <a:t>D:/pasar_fix/node_modules/.bun/es-toolkit@1.46.1/node_modules/es-toolkit/dist/compat/util/toInteger.d.ts</a:t>
            </a:r>
          </a:p>
          <a:p>
            <a:pPr>
              <a:defRPr sz="1200"/>
            </a:pPr>
            <a:r>
              <a:t>D:/pasar_fix/node_modules/.bun/es-toolkit@1.46.1/node_modules/es-toolkit/dist/compat/util/toInteger.js</a:t>
            </a:r>
          </a:p>
          <a:p>
            <a:pPr>
              <a:defRPr sz="1200"/>
            </a:pPr>
            <a:r>
              <a:t>D:/pasar_fix/node_modules/.bun/es-toolkit@1.46.1/node_modules/es-toolkit/dist/compat/util/toInteger.mjs</a:t>
            </a:r>
          </a:p>
          <a:p>
            <a:pPr>
              <a:defRPr sz="1200"/>
            </a:pPr>
            <a:r>
              <a:t>D:/pasar_fix/node_modules/.bun/es-toolkit@1.46.1/node_modules/es-toolkit/dist/compat/util/toLength.d.mts</a:t>
            </a:r>
          </a:p>
          <a:p>
            <a:pPr>
              <a:defRPr sz="1200"/>
            </a:pPr>
            <a:r>
              <a:t>D:/pasar_fix/node_modules/.bun/es-toolkit@1.46.1/node_modules/es-toolkit/dist/compat/util/toLength.d.ts</a:t>
            </a:r>
          </a:p>
          <a:p>
            <a:pPr>
              <a:defRPr sz="1200"/>
            </a:pPr>
            <a:r>
              <a:t>D:/pasar_fix/node_modules/.bun/es-toolkit@1.46.1/node_modules/es-toolkit/dist/compat/util/toLength.js</a:t>
            </a:r>
          </a:p>
          <a:p>
            <a:pPr>
              <a:defRPr sz="1200"/>
            </a:pPr>
            <a:r>
              <a:t>D:/pasar_fix/node_modules/.bun/es-toolkit@1.46.1/node_modules/es-toolkit/dist/compat/util/toLength.mjs</a:t>
            </a:r>
          </a:p>
          <a:p>
            <a:pPr>
              <a:defRPr sz="1200"/>
            </a:pPr>
            <a:r>
              <a:t>D:/pasar_fix/node_modules/.bun/es-toolkit@1.46.1/node_modules/es-toolkit/dist/compat/util/toNumber.d.mts</a:t>
            </a:r>
          </a:p>
          <a:p>
            <a:pPr>
              <a:defRPr sz="1200"/>
            </a:pPr>
            <a:r>
              <a:t>D:/pasar_fix/node_modules/.bun/es-toolkit@1.46.1/node_modules/es-toolkit/dist/compat/util/toNumber.d.ts</a:t>
            </a:r>
          </a:p>
          <a:p>
            <a:pPr>
              <a:defRPr sz="1200"/>
            </a:pPr>
            <a:r>
              <a:t>D:/pasar_fix/node_modules/.bun/es-toolkit@1.46.1/node_modules/es-toolkit/dist/compat/util/toNumber.js</a:t>
            </a:r>
          </a:p>
          <a:p>
            <a:pPr>
              <a:defRPr sz="1200"/>
            </a:pPr>
            <a:r>
              <a:t>D:/pasar_fix/node_modules/.bun/es-toolkit@1.46.1/node_modules/es-toolkit/dist/compat/util/toNumber.mjs</a:t>
            </a:r>
          </a:p>
          <a:p>
            <a:pPr>
              <a:defRPr sz="1200"/>
            </a:pPr>
            <a:r>
              <a:t>D:/pasar_fix/node_modules/.bun/es-toolkit@1.46.1/node_modules/es-toolkit/dist/compat/util/toPath.d.mts</a:t>
            </a:r>
          </a:p>
          <a:p>
            <a:pPr>
              <a:defRPr sz="1200"/>
            </a:pPr>
            <a:r>
              <a:t>D:/pasar_fix/node_modules/.bun/es-toolkit@1.46.1/node_modules/es-toolkit/dist/compat/util/toPath.d.ts</a:t>
            </a:r>
          </a:p>
          <a:p>
            <a:pPr>
              <a:defRPr sz="1200"/>
            </a:pPr>
            <a:r>
              <a:t>D:/pasar_fix/node_modules/.bun/es-toolkit@1.46.1/node_modules/es-toolkit/dist/compat/util/toPath.js</a:t>
            </a:r>
          </a:p>
          <a:p>
            <a:pPr>
              <a:defRPr sz="1200"/>
            </a:pPr>
            <a:r>
              <a:t>D:/pasar_fix/node_modules/.bun/es-toolkit@1.46.1/node_modules/es-toolkit/dist/compat/util/toPath.mjs</a:t>
            </a:r>
          </a:p>
          <a:p>
            <a:pPr>
              <a:defRPr sz="1200"/>
            </a:pPr>
            <a:r>
              <a:t>D:/pasar_fix/node_modules/.bun/es-toolkit@1.46.1/node_modules/es-toolkit/dist/compat/util/toPlainObject.d.mts</a:t>
            </a:r>
          </a:p>
          <a:p>
            <a:pPr>
              <a:defRPr sz="1200"/>
            </a:pPr>
            <a:r>
              <a:t>D:/pasar_fix/node_modules/.bun/es-toolkit@1.46.1/node_modules/es-toolkit/dist/compat/util/toPlainObject.d.ts</a:t>
            </a:r>
          </a:p>
          <a:p>
            <a:pPr>
              <a:defRPr sz="1200"/>
            </a:pPr>
            <a:r>
              <a:t>D:/pasar_fix/node_modules/.bun/es-toolkit@1.46.1/node_modules/es-toolkit/dist/compat/util/toPlainObject.js</a:t>
            </a:r>
          </a:p>
          <a:p>
            <a:pPr>
              <a:defRPr sz="1200"/>
            </a:pPr>
            <a:r>
              <a:t>D:/pasar_fix/node_modules/.bun/es-toolkit@1.46.1/node_modules/es-toolkit/dist/compat/util/toPlainObject.mjs</a:t>
            </a:r>
          </a:p>
          <a:p>
            <a:pPr>
              <a:defRPr sz="1200"/>
            </a:pPr>
            <a:r>
              <a:t>D:/pasar_fix/node_modules/.bun/es-toolkit@1.46.1/node_modules/es-toolkit/dist/compat/util/toSafeInteger.d.mts</a:t>
            </a:r>
          </a:p>
          <a:p>
            <a:pPr>
              <a:defRPr sz="1200"/>
            </a:pPr>
            <a:r>
              <a:t>D:/pasar_fix/node_modules/.bun/es-toolkit@1.46.1/node_modules/es-toolkit/dist/compat/util/toSafeInteger.d.ts</a:t>
            </a:r>
          </a:p>
          <a:p>
            <a:pPr>
              <a:defRPr sz="1200"/>
            </a:pPr>
            <a:r>
              <a:t>D:/pasar_fix/node_modules/.bun/es-toolkit@1.46.1/node_modules/es-toolkit/dist/compat/util/toSafeInteger.js</a:t>
            </a:r>
          </a:p>
          <a:p>
            <a:pPr>
              <a:defRPr sz="1200"/>
            </a:pPr>
            <a:r>
              <a:t>D:/pasar_fix/node_modules/.bun/es-toolkit@1.46.1/node_modules/es-toolkit/dist/compat/util/toSafeInteger.mjs</a:t>
            </a:r>
          </a:p>
          <a:p>
            <a:pPr>
              <a:defRPr sz="1200"/>
            </a:pPr>
            <a:r>
              <a:t>D:/pasar_fix/node_modules/.bun/es-toolkit@1.46.1/node_modules/es-toolkit/dist/compat/util/toString.d.mts</a:t>
            </a:r>
          </a:p>
          <a:p>
            <a:pPr>
              <a:defRPr sz="1200"/>
            </a:pPr>
            <a:r>
              <a:t>D:/pasar_fix/node_modules/.bun/es-toolkit@1.46.1/node_modules/es-toolkit/dist/compat/util/toString.d.ts</a:t>
            </a:r>
          </a:p>
          <a:p>
            <a:pPr>
              <a:defRPr sz="1200"/>
            </a:pPr>
            <a:r>
              <a:t>D:/pasar_fix/node_modules/.bun/es-toolkit@1.46.1/node_modules/es-toolkit/dist/compat/util/toString.js</a:t>
            </a:r>
          </a:p>
          <a:p>
            <a:pPr>
              <a:defRPr sz="1200"/>
            </a:pPr>
            <a:r>
              <a:t>D:/pasar_fix/node_modules/.bun/es-toolkit@1.46.1/node_modules/es-toolkit/dist/compat/util/toString.mjs</a:t>
            </a:r>
          </a:p>
          <a:p>
            <a:pPr>
              <a:defRPr sz="1200"/>
            </a:pPr>
            <a:r>
              <a:t>D:/pasar_fix/node_modules/.bun/es-toolkit@1.46.1/node_modules/es-toolkit/dist/compat/util/uniqueId.d.mts</a:t>
            </a:r>
          </a:p>
          <a:p>
            <a:pPr>
              <a:defRPr sz="1200"/>
            </a:pPr>
            <a:r>
              <a:t>D:/pasar_fix/node_modules/.bun/es-toolkit@1.46.1/node_modules/es-toolkit/dist/compat/util/uniqueId.d.ts</a:t>
            </a:r>
          </a:p>
          <a:p>
            <a:pPr>
              <a:defRPr sz="1200"/>
            </a:pPr>
            <a:r>
              <a:t>D:/pasar_fix/node_modules/.bun/es-toolkit@1.46.1/node_modules/es-toolkit/dist/compat/util/uniqueId.js</a:t>
            </a:r>
          </a:p>
          <a:p>
            <a:pPr>
              <a:defRPr sz="1200"/>
            </a:pPr>
            <a:r>
              <a:t>D:/pasar_fix/node_modules/.bun/es-toolkit@1.46.1/node_modules/es-toolkit/dist/compat/util/uniqueId.mjs</a:t>
            </a:r>
          </a:p>
          <a:p>
            <a:pPr>
              <a:defRPr sz="1200"/>
            </a:pPr>
            <a:r>
              <a:t>D:/pasar_fix/node_modules/.bun/es-toolkit@1.46.1/node_modules/es-toolkit/dist/compat/_internal/ArrayIterator.d.mts</a:t>
            </a:r>
          </a:p>
          <a:p>
            <a:pPr>
              <a:defRPr sz="1200"/>
            </a:pPr>
            <a:r>
              <a:t>D:/pasar_fix/node_modules/.bun/es-toolkit@1.46.1/node_modules/es-toolkit/dist/compat/_internal/ArrayIterator.d.ts</a:t>
            </a:r>
          </a:p>
          <a:p>
            <a:pPr>
              <a:defRPr sz="1200"/>
            </a:pPr>
            <a:r>
              <a:t>D:/pasar_fix/node_modules/.bun/es-toolkit@1.46.1/node_modules/es-toolkit/dist/compat/_internal/assignValue.js</a:t>
            </a:r>
          </a:p>
          <a:p>
            <a:pPr>
              <a:defRPr sz="1200"/>
            </a:pPr>
            <a:r>
              <a:t>D:/pasar_fix/node_modules/.bun/es-toolkit@1.46.1/node_modules/es-toolkit/dist/compat/_internal/assignValue.mjs</a:t>
            </a:r>
          </a:p>
          <a:p>
            <a:pPr>
              <a:defRPr sz="1200"/>
            </a:pPr>
            <a:r>
              <a:t>D:/pasar_fix/node_modules/.bun/es-toolkit@1.46.1/node_modules/es-toolkit/dist/compat/_internal/compareValues.js</a:t>
            </a:r>
          </a:p>
          <a:p>
            <a:pPr>
              <a:defRPr sz="1200"/>
            </a:pPr>
            <a:r>
              <a:t>D:/pasar_fix/node_modules/.bun/es-toolkit@1.46.1/node_modules/es-toolkit/dist/compat/_internal/compareValues.mjs</a:t>
            </a:r>
          </a:p>
          <a:p>
            <a:pPr>
              <a:defRPr sz="1200"/>
            </a:pPr>
            <a:r>
              <a:t>D:/pasar_fix/node_modules/.bun/es-toolkit@1.46.1/node_modules/es-toolkit/dist/compat/_internal/ConformsPredicateObject.d.mts</a:t>
            </a:r>
          </a:p>
          <a:p>
            <a:pPr>
              <a:defRPr sz="1200"/>
            </a:pPr>
            <a:r>
              <a:t>D:/pasar_fix/node_modules/.bun/es-toolkit@1.46.1/node_modules/es-toolkit/dist/compat/_internal/ConformsPredicateObject.d.ts</a:t>
            </a:r>
          </a:p>
          <a:p>
            <a:pPr>
              <a:defRPr sz="1200"/>
            </a:pPr>
            <a:r>
              <a:t>D:/pasar_fix/node_modules/.bun/es-toolkit@1.46.1/node_modules/es-toolkit/dist/compat/_internal/copyArray.js</a:t>
            </a:r>
          </a:p>
          <a:p>
            <a:pPr>
              <a:defRPr sz="1200"/>
            </a:pPr>
            <a:r>
              <a:t>D:/pasar_fix/node_modules/.bun/es-toolkit@1.46.1/node_modules/es-toolkit/dist/compat/_internal/copyArray.mjs</a:t>
            </a:r>
          </a:p>
          <a:p>
            <a:pPr>
              <a:defRPr sz="1200"/>
            </a:pPr>
            <a:r>
              <a:t>D:/pasar_fix/node_modules/.bun/es-toolkit@1.46.1/node_modules/es-toolkit/dist/compat/_internal/decimalAdjust.js</a:t>
            </a:r>
          </a:p>
          <a:p>
            <a:pPr>
              <a:defRPr sz="1200"/>
            </a:pPr>
            <a:r>
              <a:t>D:/pasar_fix/node_modules/.bun/es-toolkit@1.46.1/node_modules/es-toolkit/dist/compat/_internal/decimalAdjust.mjs</a:t>
            </a:r>
          </a:p>
          <a:p>
            <a:pPr>
              <a:defRPr sz="1200"/>
            </a:pPr>
            <a:r>
              <a:t>D:/pasar_fix/node_modules/.bun/es-toolkit@1.46.1/node_modules/es-toolkit/dist/compat/_internal/EmptyObjectOf.d.mts</a:t>
            </a:r>
          </a:p>
          <a:p>
            <a:pPr>
              <a:defRPr sz="1200"/>
            </a:pPr>
            <a:r>
              <a:t>D:/pasar_fix/node_modules/.bun/es-toolkit@1.46.1/node_modules/es-toolkit/dist/compat/_internal/EmptyObjectOf.d.ts</a:t>
            </a:r>
          </a:p>
          <a:p>
            <a:pPr>
              <a:defRPr sz="1200"/>
            </a:pPr>
            <a:r>
              <a:t>D:/pasar_fix/node_modules/.bun/es-toolkit@1.46.1/node_modules/es-toolkit/dist/compat/_internal/Equals.d.d.mts</a:t>
            </a:r>
          </a:p>
          <a:p>
            <a:pPr>
              <a:defRPr sz="1200"/>
            </a:pPr>
            <a:r>
              <a:t>D:/pasar_fix/node_modules/.bun/es-toolkit@1.46.1/node_modules/es-toolkit/dist/compat/_internal/Equals.d.d.ts</a:t>
            </a:r>
          </a:p>
          <a:p>
            <a:pPr>
              <a:defRPr sz="1200"/>
            </a:pPr>
            <a:r>
              <a:t>D:/pasar_fix/node_modules/.bun/es-toolkit@1.46.1/node_modules/es-toolkit/dist/compat/_internal/flattenArrayLike.js</a:t>
            </a:r>
          </a:p>
          <a:p>
            <a:pPr>
              <a:defRPr sz="1200"/>
            </a:pPr>
            <a:r>
              <a:t>D:/pasar_fix/node_modules/.bun/es-toolkit@1.46.1/node_modules/es-toolkit/dist/compat/_internal/flattenArrayLike.mjs</a:t>
            </a:r>
          </a:p>
          <a:p>
            <a:pPr>
              <a:defRPr sz="1200"/>
            </a:pPr>
            <a:r>
              <a:t>D:/pasar_fix/node_modules/.bun/es-toolkit@1.46.1/node_modules/es-toolkit/dist/compat/_internal/GetFieldType.d.mts</a:t>
            </a:r>
          </a:p>
          <a:p>
            <a:pPr>
              <a:defRPr sz="1200"/>
            </a:pPr>
            <a:r>
              <a:t>D:/pasar_fix/node_modules/.bun/es-toolkit@1.46.1/node_modules/es-toolkit/dist/compat/_internal/GetFieldType.d.ts</a:t>
            </a:r>
          </a:p>
          <a:p>
            <a:pPr>
              <a:defRPr sz="1200"/>
            </a:pPr>
            <a:r>
              <a:t>D:/pasar_fix/node_modules/.bun/es-toolkit@1.46.1/node_modules/es-toolkit/dist/compat/_internal/getSymbols.js</a:t>
            </a:r>
          </a:p>
          <a:p>
            <a:pPr>
              <a:defRPr sz="1200"/>
            </a:pPr>
            <a:r>
              <a:t>D:/pasar_fix/node_modules/.bun/es-toolkit@1.46.1/node_modules/es-toolkit/dist/compat/_internal/getSymbols.mjs</a:t>
            </a:r>
          </a:p>
          <a:p>
            <a:pPr>
              <a:defRPr sz="1200"/>
            </a:pPr>
            <a:r>
              <a:t>D:/pasar_fix/node_modules/.bun/es-toolkit@1.46.1/node_modules/es-toolkit/dist/compat/_internal/getSymbolsIn.js</a:t>
            </a:r>
          </a:p>
          <a:p>
            <a:pPr>
              <a:defRPr sz="1200"/>
            </a:pPr>
            <a:r>
              <a:t>D:/pasar_fix/node_modules/.bun/es-toolkit@1.46.1/node_modules/es-toolkit/dist/compat/_internal/getSymbolsIn.mjs</a:t>
            </a:r>
          </a:p>
          <a:p>
            <a:pPr>
              <a:defRPr sz="1200"/>
            </a:pPr>
            <a:r>
              <a:t>D:/pasar_fix/node_modules/.bun/es-toolkit@1.46.1/node_modules/es-toolkit/dist/compat/_internal/getTag.js</a:t>
            </a:r>
          </a:p>
          <a:p>
            <a:pPr>
              <a:defRPr sz="1200"/>
            </a:pPr>
            <a:r>
              <a:t>D:/pasar_fix/node_modules/.bun/es-toolkit@1.46.1/node_modules/es-toolkit/dist/compat/_internal/getTag.mjs</a:t>
            </a:r>
          </a:p>
          <a:p>
            <a:pPr>
              <a:defRPr sz="1200"/>
            </a:pPr>
            <a:r>
              <a:t>D:/pasar_fix/node_modules/.bun/es-toolkit@1.46.1/node_modules/es-toolkit/dist/compat/_internal/isDeepKey.js</a:t>
            </a:r>
          </a:p>
          <a:p>
            <a:pPr>
              <a:defRPr sz="1200"/>
            </a:pPr>
            <a:r>
              <a:t>D:/pasar_fix/node_modules/.bun/es-toolkit@1.46.1/node_modules/es-toolkit/dist/compat/_internal/isDeepKey.mjs</a:t>
            </a:r>
          </a:p>
          <a:p>
            <a:pPr>
              <a:defRPr sz="1200"/>
            </a:pPr>
            <a:r>
              <a:t>D:/pasar_fix/node_modules/.bun/es-toolkit@1.46.1/node_modules/es-toolkit/dist/compat/_internal/IsEqualCustomizer.d.mts</a:t>
            </a:r>
          </a:p>
          <a:p>
            <a:pPr>
              <a:defRPr sz="1200"/>
            </a:pPr>
            <a:r>
              <a:t>D:/pasar_fix/node_modules/.bun/es-toolkit@1.46.1/node_modules/es-toolkit/dist/compat/_internal/IsEqualCustomizer.d.ts</a:t>
            </a:r>
          </a:p>
          <a:p>
            <a:pPr>
              <a:defRPr sz="1200"/>
            </a:pPr>
            <a:r>
              <a:t>D:/pasar_fix/node_modules/.bun/es-toolkit@1.46.1/node_modules/es-toolkit/dist/compat/_internal/isIndex.js</a:t>
            </a:r>
          </a:p>
          <a:p>
            <a:pPr>
              <a:defRPr sz="1200"/>
            </a:pPr>
            <a:r>
              <a:t>D:/pasar_fix/node_modules/.bun/es-toolkit@1.46.1/node_modules/es-toolkit/dist/compat/_internal/isIndex.mjs</a:t>
            </a:r>
          </a:p>
          <a:p>
            <a:pPr>
              <a:defRPr sz="1200"/>
            </a:pPr>
            <a:r>
              <a:t>D:/pasar_fix/node_modules/.bun/es-toolkit@1.46.1/node_modules/es-toolkit/dist/compat/_internal/isIterateeCall.js</a:t>
            </a:r>
          </a:p>
          <a:p>
            <a:pPr>
              <a:defRPr sz="1200"/>
            </a:pPr>
            <a:r>
              <a:t>D:/pasar_fix/node_modules/.bun/es-toolkit@1.46.1/node_modules/es-toolkit/dist/compat/_internal/isIterateeCall.mjs</a:t>
            </a:r>
          </a:p>
          <a:p>
            <a:pPr>
              <a:defRPr sz="1200"/>
            </a:pPr>
            <a:r>
              <a:t>D:/pasar_fix/node_modules/.bun/es-toolkit@1.46.1/node_modules/es-toolkit/dist/compat/_internal/isKey.js</a:t>
            </a:r>
          </a:p>
          <a:p>
            <a:pPr>
              <a:defRPr sz="1200"/>
            </a:pPr>
            <a:r>
              <a:t>D:/pasar_fix/node_modules/.bun/es-toolkit@1.46.1/node_modules/es-toolkit/dist/compat/_internal/isKey.mjs</a:t>
            </a:r>
          </a:p>
          <a:p>
            <a:pPr>
              <a:defRPr sz="1200"/>
            </a:pPr>
            <a:r>
              <a:t>D:/pasar_fix/node_modules/.bun/es-toolkit@1.46.1/node_modules/es-toolkit/dist/compat/_internal/IsMatchWithCustomizer.d.mts</a:t>
            </a:r>
          </a:p>
          <a:p>
            <a:pPr>
              <a:defRPr sz="1200"/>
            </a:pPr>
            <a:r>
              <a:t>D:/pasar_fix/node_modules/.bun/es-toolkit@1.46.1/node_modules/es-toolkit/dist/compat/_internal/IsMatchWithCustomizer.d.ts</a:t>
            </a:r>
          </a:p>
          <a:p>
            <a:pPr>
              <a:defRPr sz="1200"/>
            </a:pPr>
            <a:r>
              <a:t>D:/pasar_fix/node_modules/.bun/es-toolkit@1.46.1/node_modules/es-toolkit/dist/compat/_internal/isPrototype.js</a:t>
            </a:r>
          </a:p>
          <a:p>
            <a:pPr>
              <a:defRPr sz="1200"/>
            </a:pPr>
            <a:r>
              <a:t>D:/pasar_fix/node_modules/.bun/es-toolkit@1.46.1/node_modules/es-toolkit/dist/compat/_internal/isPrototype.mjs</a:t>
            </a:r>
          </a:p>
          <a:p>
            <a:pPr>
              <a:defRPr sz="1200"/>
            </a:pPr>
            <a:r>
              <a:t>D:/pasar_fix/node_modules/.bun/es-toolkit@1.46.1/node_modules/es-toolkit/dist/compat/_internal/IsWritable.d.d.mts</a:t>
            </a:r>
          </a:p>
          <a:p>
            <a:pPr>
              <a:defRPr sz="1200"/>
            </a:pPr>
            <a:r>
              <a:t>D:/pasar_fix/node_modules/.bun/es-toolkit@1.46.1/node_modules/es-toolkit/dist/compat/_internal/IsWritable.d.d.ts</a:t>
            </a:r>
          </a:p>
          <a:p>
            <a:pPr>
              <a:defRPr sz="1200"/>
            </a:pPr>
            <a:r>
              <a:t>D:/pasar_fix/node_modules/.bun/es-toolkit@1.46.1/node_modules/es-toolkit/dist/compat/_internal/IterateeShorthand.d.mts</a:t>
            </a:r>
          </a:p>
          <a:p>
            <a:pPr>
              <a:defRPr sz="1200"/>
            </a:pPr>
            <a:r>
              <a:t>D:/pasar_fix/node_modules/.bun/es-toolkit@1.46.1/node_modules/es-toolkit/dist/compat/_internal/IterateeShorthand.d.ts</a:t>
            </a:r>
          </a:p>
          <a:p>
            <a:pPr>
              <a:defRPr sz="1200"/>
            </a:pPr>
            <a:r>
              <a:t>D:/pasar_fix/node_modules/.bun/es-toolkit@1.46.1/node_modules/es-toolkit/dist/compat/_internal/ListIteratee.d.mts</a:t>
            </a:r>
          </a:p>
          <a:p>
            <a:pPr>
              <a:defRPr sz="1200"/>
            </a:pPr>
            <a:r>
              <a:t>D:/pasar_fix/node_modules/.bun/es-toolkit@1.46.1/node_modules/es-toolkit/dist/compat/_internal/ListIteratee.d.ts</a:t>
            </a:r>
          </a:p>
          <a:p>
            <a:pPr>
              <a:defRPr sz="1200"/>
            </a:pPr>
            <a:r>
              <a:t>D:/pasar_fix/node_modules/.bun/es-toolkit@1.46.1/node_modules/es-toolkit/dist/compat/_internal/ListIterateeCustom.d.mts</a:t>
            </a:r>
          </a:p>
          <a:p>
            <a:pPr>
              <a:defRPr sz="1200"/>
            </a:pPr>
            <a:r>
              <a:t>D:/pasar_fix/node_modules/.bun/es-toolkit@1.46.1/node_modules/es-toolkit/dist/compat/_internal/ListIterateeCustom.d.ts</a:t>
            </a:r>
          </a:p>
          <a:p>
            <a:pPr>
              <a:defRPr sz="1200"/>
            </a:pPr>
            <a:r>
              <a:t>D:/pasar_fix/node_modules/.bun/es-toolkit@1.46.1/node_modules/es-toolkit/dist/compat/_internal/ListIterator.d.mts</a:t>
            </a:r>
          </a:p>
          <a:p>
            <a:pPr>
              <a:defRPr sz="1200"/>
            </a:pPr>
            <a:r>
              <a:t>D:/pasar_fix/node_modules/.bun/es-toolkit@1.46.1/node_modules/es-toolkit/dist/compat/_internal/ListIterator.d.ts</a:t>
            </a:r>
          </a:p>
          <a:p>
            <a:pPr>
              <a:defRPr sz="1200"/>
            </a:pPr>
            <a:r>
              <a:t>D:/pasar_fix/node_modules/.bun/es-toolkit@1.46.1/node_modules/es-toolkit/dist/compat/_internal/ListIteratorTypeGuard.d.mts</a:t>
            </a:r>
          </a:p>
          <a:p>
            <a:pPr>
              <a:defRPr sz="1200"/>
            </a:pPr>
            <a:r>
              <a:t>D:/pasar_fix/node_modules/.bun/es-toolkit@1.46.1/node_modules/es-toolkit/dist/compat/_internal/ListIteratorTypeGuard.d.ts</a:t>
            </a:r>
          </a:p>
          <a:p>
            <a:pPr>
              <a:defRPr sz="1200"/>
            </a:pPr>
            <a:r>
              <a:t>D:/pasar_fix/node_modules/.bun/es-toolkit@1.46.1/node_modules/es-toolkit/dist/compat/_internal/ListOfRecursiveArraysOrValues.d.mts</a:t>
            </a:r>
          </a:p>
          <a:p>
            <a:pPr>
              <a:defRPr sz="1200"/>
            </a:pPr>
            <a:r>
              <a:t>D:/pasar_fix/node_modules/.bun/es-toolkit@1.46.1/node_modules/es-toolkit/dist/compat/_internal/ListOfRecursiveArraysOrValues.d.ts</a:t>
            </a:r>
          </a:p>
          <a:p>
            <a:pPr>
              <a:defRPr sz="1200"/>
            </a:pPr>
            <a:r>
              <a:t>D:/pasar_fix/node_modules/.bun/es-toolkit@1.46.1/node_modules/es-toolkit/dist/compat/_internal/Many.d.mts</a:t>
            </a:r>
          </a:p>
          <a:p>
            <a:pPr>
              <a:defRPr sz="1200"/>
            </a:pPr>
            <a:r>
              <a:t>D:/pasar_fix/node_modules/.bun/es-toolkit@1.46.1/node_modules/es-toolkit/dist/compat/_internal/Many.d.ts</a:t>
            </a:r>
          </a:p>
          <a:p>
            <a:pPr>
              <a:defRPr sz="1200"/>
            </a:pPr>
            <a:r>
              <a:t>D:/pasar_fix/node_modules/.bun/es-toolkit@1.46.1/node_modules/es-toolkit/dist/compat/_internal/mapToEntries.js</a:t>
            </a:r>
          </a:p>
          <a:p>
            <a:pPr>
              <a:defRPr sz="1200"/>
            </a:pPr>
            <a:r>
              <a:t>D:/pasar_fix/node_modules/.bun/es-toolkit@1.46.1/node_modules/es-toolkit/dist/compat/_internal/mapToEntries.mjs</a:t>
            </a:r>
          </a:p>
          <a:p>
            <a:pPr>
              <a:defRPr sz="1200"/>
            </a:pPr>
            <a:r>
              <a:t>D:/pasar_fix/node_modules/.bun/es-toolkit@1.46.1/node_modules/es-toolkit/dist/compat/_internal/MAX_ARRAY_LENGTH.js</a:t>
            </a:r>
          </a:p>
          <a:p>
            <a:pPr>
              <a:defRPr sz="1200"/>
            </a:pPr>
            <a:r>
              <a:t>D:/pasar_fix/node_modules/.bun/es-toolkit@1.46.1/node_modules/es-toolkit/dist/compat/_internal/MAX_ARRAY_LENGTH.mjs</a:t>
            </a:r>
          </a:p>
          <a:p>
            <a:pPr>
              <a:defRPr sz="1200"/>
            </a:pPr>
            <a:r>
              <a:t>D:/pasar_fix/node_modules/.bun/es-toolkit@1.46.1/node_modules/es-toolkit/dist/compat/_internal/MAX_SAFE_INTEGER.js</a:t>
            </a:r>
          </a:p>
          <a:p>
            <a:pPr>
              <a:defRPr sz="1200"/>
            </a:pPr>
            <a:r>
              <a:t>D:/pasar_fix/node_modules/.bun/es-toolkit@1.46.1/node_modules/es-toolkit/dist/compat/_internal/MAX_SAFE_INTEGER.mjs</a:t>
            </a:r>
          </a:p>
          <a:p>
            <a:pPr>
              <a:defRPr sz="1200"/>
            </a:pPr>
            <a:r>
              <a:t>D:/pasar_fix/node_modules/.bun/es-toolkit@1.46.1/node_modules/es-toolkit/dist/compat/_internal/MemoListIterator.d.mts</a:t>
            </a:r>
          </a:p>
          <a:p>
            <a:pPr>
              <a:defRPr sz="1200"/>
            </a:pPr>
            <a:r>
              <a:t>D:/pasar_fix/node_modules/.bun/es-toolkit@1.46.1/node_modules/es-toolkit/dist/compat/_internal/MemoListIterator.d.ts</a:t>
            </a:r>
          </a:p>
          <a:p>
            <a:pPr>
              <a:defRPr sz="1200"/>
            </a:pPr>
            <a:r>
              <a:t>D:/pasar_fix/node_modules/.bun/es-toolkit@1.46.1/node_modules/es-toolkit/dist/compat/_internal/MemoObjectIterator.d.mts</a:t>
            </a:r>
          </a:p>
          <a:p>
            <a:pPr>
              <a:defRPr sz="1200"/>
            </a:pPr>
            <a:r>
              <a:t>D:/pasar_fix/node_modules/.bun/es-toolkit@1.46.1/node_modules/es-toolkit/dist/compat/_internal/MemoObjectIterator.d.ts</a:t>
            </a:r>
          </a:p>
          <a:p>
            <a:pPr>
              <a:defRPr sz="1200"/>
            </a:pPr>
            <a:r>
              <a:t>D:/pasar_fix/node_modules/.bun/es-toolkit@1.46.1/node_modules/es-toolkit/dist/compat/_internal/MutableList.d.d.mts</a:t>
            </a:r>
          </a:p>
          <a:p>
            <a:pPr>
              <a:defRPr sz="1200"/>
            </a:pPr>
            <a:r>
              <a:t>D:/pasar_fix/node_modules/.bun/es-toolkit@1.46.1/node_modules/es-toolkit/dist/compat/_internal/MutableList.d.d.ts</a:t>
            </a:r>
          </a:p>
          <a:p>
            <a:pPr>
              <a:defRPr sz="1200"/>
            </a:pPr>
            <a:r>
              <a:t>D:/pasar_fix/node_modules/.bun/es-toolkit@1.46.1/node_modules/es-toolkit/dist/compat/_internal/normalizeForCase.js</a:t>
            </a:r>
          </a:p>
          <a:p>
            <a:pPr>
              <a:defRPr sz="1200"/>
            </a:pPr>
            <a:r>
              <a:t>D:/pasar_fix/node_modules/.bun/es-toolkit@1.46.1/node_modules/es-toolkit/dist/compat/_internal/normalizeForCase.mjs</a:t>
            </a:r>
          </a:p>
          <a:p>
            <a:pPr>
              <a:defRPr sz="1200"/>
            </a:pPr>
            <a:r>
              <a:t>D:/pasar_fix/node_modules/.bun/es-toolkit@1.46.1/node_modules/es-toolkit/dist/compat/_internal/ObjectIteratee.d.mts</a:t>
            </a:r>
          </a:p>
          <a:p>
            <a:pPr>
              <a:defRPr sz="1200"/>
            </a:pPr>
            <a:r>
              <a:t>D:/pasar_fix/node_modules/.bun/es-toolkit@1.46.1/node_modules/es-toolkit/dist/compat/_internal/ObjectIteratee.d.ts</a:t>
            </a:r>
          </a:p>
          <a:p>
            <a:pPr>
              <a:defRPr sz="1200"/>
            </a:pPr>
            <a:r>
              <a:t>D:/pasar_fix/node_modules/.bun/es-toolkit@1.46.1/node_modules/es-toolkit/dist/compat/_internal/ObjectIterator.d.mts</a:t>
            </a:r>
          </a:p>
          <a:p>
            <a:pPr>
              <a:defRPr sz="1200"/>
            </a:pPr>
            <a:r>
              <a:t>D:/pasar_fix/node_modules/.bun/es-toolkit@1.46.1/node_modules/es-toolkit/dist/compat/_internal/ObjectIterator.d.ts</a:t>
            </a:r>
          </a:p>
          <a:p>
            <a:pPr>
              <a:defRPr sz="1200"/>
            </a:pPr>
            <a:r>
              <a:t>D:/pasar_fix/node_modules/.bun/es-toolkit@1.46.1/node_modules/es-toolkit/dist/compat/_internal/PartialShallow.d.mts</a:t>
            </a:r>
          </a:p>
          <a:p>
            <a:pPr>
              <a:defRPr sz="1200"/>
            </a:pPr>
            <a:r>
              <a:t>D:/pasar_fix/node_modules/.bun/es-toolkit@1.46.1/node_modules/es-toolkit/dist/compat/_internal/PartialShallow.d.ts</a:t>
            </a:r>
          </a:p>
          <a:p>
            <a:pPr>
              <a:defRPr sz="1200"/>
            </a:pPr>
            <a:r>
              <a:t>D:/pasar_fix/node_modules/.bun/es-toolkit@1.46.1/node_modules/es-toolkit/dist/compat/_internal/PropertyPath.d.mts</a:t>
            </a:r>
          </a:p>
          <a:p>
            <a:pPr>
              <a:defRPr sz="1200"/>
            </a:pPr>
            <a:r>
              <a:t>D:/pasar_fix/node_modules/.bun/es-toolkit@1.46.1/node_modules/es-toolkit/dist/compat/_internal/PropertyPath.d.ts</a:t>
            </a:r>
          </a:p>
          <a:p>
            <a:pPr>
              <a:defRPr sz="1200"/>
            </a:pPr>
            <a:r>
              <a:t>D:/pasar_fix/node_modules/.bun/es-toolkit@1.46.1/node_modules/es-toolkit/dist/compat/_internal/RecursiveArray.d.mts</a:t>
            </a:r>
          </a:p>
          <a:p>
            <a:pPr>
              <a:defRPr sz="1200"/>
            </a:pPr>
            <a:r>
              <a:t>D:/pasar_fix/node_modules/.bun/es-toolkit@1.46.1/node_modules/es-toolkit/dist/compat/_internal/RecursiveArray.d.ts</a:t>
            </a:r>
          </a:p>
          <a:p>
            <a:pPr>
              <a:defRPr sz="1200"/>
            </a:pPr>
            <a:r>
              <a:t>D:/pasar_fix/node_modules/.bun/es-toolkit@1.46.1/node_modules/es-toolkit/dist/compat/_internal/RejectReadonly.d.d.mts</a:t>
            </a:r>
          </a:p>
          <a:p>
            <a:pPr>
              <a:defRPr sz="1200"/>
            </a:pPr>
            <a:r>
              <a:t>D:/pasar_fix/node_modules/.bun/es-toolkit@1.46.1/node_modules/es-toolkit/dist/compat/_internal/RejectReadonly.d.d.ts</a:t>
            </a:r>
          </a:p>
          <a:p>
            <a:pPr>
              <a:defRPr sz="1200"/>
            </a:pPr>
            <a:r>
              <a:t>D:/pasar_fix/node_modules/.bun/es-toolkit@1.46.1/node_modules/es-toolkit/dist/compat/_internal/setToEntries.js</a:t>
            </a:r>
          </a:p>
          <a:p>
            <a:pPr>
              <a:defRPr sz="1200"/>
            </a:pPr>
            <a:r>
              <a:t>D:/pasar_fix/node_modules/.bun/es-toolkit@1.46.1/node_modules/es-toolkit/dist/compat/_internal/setToEntries.mjs</a:t>
            </a:r>
          </a:p>
          <a:p>
            <a:pPr>
              <a:defRPr sz="1200"/>
            </a:pPr>
            <a:r>
              <a:t>D:/pasar_fix/node_modules/.bun/es-toolkit@1.46.1/node_modules/es-toolkit/dist/compat/_internal/StringIterator.d.mts</a:t>
            </a:r>
          </a:p>
          <a:p>
            <a:pPr>
              <a:defRPr sz="1200"/>
            </a:pPr>
            <a:r>
              <a:t>D:/pasar_fix/node_modules/.bun/es-toolkit@1.46.1/node_modules/es-toolkit/dist/compat/_internal/StringIterator.d.ts</a:t>
            </a:r>
          </a:p>
          <a:p>
            <a:pPr>
              <a:defRPr sz="1200"/>
            </a:pPr>
            <a:r>
              <a:t>D:/pasar_fix/node_modules/.bun/es-toolkit@1.46.1/node_modules/es-toolkit/dist/compat/_internal/tags.js</a:t>
            </a:r>
          </a:p>
          <a:p>
            <a:pPr>
              <a:defRPr sz="1200"/>
            </a:pPr>
            <a:r>
              <a:t>D:/pasar_fix/node_modules/.bun/es-toolkit@1.46.1/node_modules/es-toolkit/dist/compat/_internal/tags.mjs</a:t>
            </a:r>
          </a:p>
          <a:p>
            <a:pPr>
              <a:defRPr sz="1200"/>
            </a:pPr>
            <a:r>
              <a:t>D:/pasar_fix/node_modules/.bun/es-toolkit@1.46.1/node_modules/es-toolkit/dist/compat/_internal/toArray.js</a:t>
            </a:r>
          </a:p>
          <a:p>
            <a:pPr>
              <a:defRPr sz="1200"/>
            </a:pPr>
            <a:r>
              <a:t>D:/pasar_fix/node_modules/.bun/es-toolkit@1.46.1/node_modules/es-toolkit/dist/compat/_internal/toArray.mjs</a:t>
            </a:r>
          </a:p>
          <a:p>
            <a:pPr>
              <a:defRPr sz="1200"/>
            </a:pPr>
            <a:r>
              <a:t>D:/pasar_fix/node_modules/.bun/es-toolkit@1.46.1/node_modules/es-toolkit/dist/compat/_internal/toKey.js</a:t>
            </a:r>
          </a:p>
          <a:p>
            <a:pPr>
              <a:defRPr sz="1200"/>
            </a:pPr>
            <a:r>
              <a:t>D:/pasar_fix/node_modules/.bun/es-toolkit@1.46.1/node_modules/es-toolkit/dist/compat/_internal/toKey.mjs</a:t>
            </a:r>
          </a:p>
          <a:p>
            <a:pPr>
              <a:defRPr sz="1200"/>
            </a:pPr>
            <a:r>
              <a:t>D:/pasar_fix/node_modules/.bun/es-toolkit@1.46.1/node_modules/es-toolkit/dist/compat/_internal/TupleIterator.d.mts</a:t>
            </a:r>
          </a:p>
          <a:p>
            <a:pPr>
              <a:defRPr sz="1200"/>
            </a:pPr>
            <a:r>
              <a:t>D:/pasar_fix/node_modules/.bun/es-toolkit@1.46.1/node_modules/es-toolkit/dist/compat/_internal/TupleIterator.d.ts</a:t>
            </a:r>
          </a:p>
          <a:p>
            <a:pPr>
              <a:defRPr sz="1200"/>
            </a:pPr>
            <a:r>
              <a:t>D:/pasar_fix/node_modules/.bun/es-toolkit@1.46.1/node_modules/es-toolkit/dist/compat/_internal/ValueIteratee.d.mts</a:t>
            </a:r>
          </a:p>
          <a:p>
            <a:pPr>
              <a:defRPr sz="1200"/>
            </a:pPr>
            <a:r>
              <a:t>D:/pasar_fix/node_modules/.bun/es-toolkit@1.46.1/node_modules/es-toolkit/dist/compat/_internal/ValueIteratee.d.ts</a:t>
            </a:r>
          </a:p>
          <a:p>
            <a:pPr>
              <a:defRPr sz="1200"/>
            </a:pPr>
            <a:r>
              <a:t>D:/pasar_fix/node_modules/.bun/es-toolkit@1.46.1/node_modules/es-toolkit/dist/compat/_internal/ValueIterateeCustom.d.mts</a:t>
            </a:r>
          </a:p>
          <a:p>
            <a:pPr>
              <a:defRPr sz="1200"/>
            </a:pPr>
            <a:r>
              <a:t>D:/pasar_fix/node_modules/.bun/es-toolkit@1.46.1/node_modules/es-toolkit/dist/compat/_internal/ValueIterateeCustom.d.ts</a:t>
            </a:r>
          </a:p>
          <a:p>
            <a:pPr>
              <a:defRPr sz="1200"/>
            </a:pPr>
            <a:r>
              <a:t>D:/pasar_fix/node_modules/.bun/es-toolkit@1.46.1/node_modules/es-toolkit/dist/compat/_internal/ValueIteratorTypeGuard.d.mts</a:t>
            </a:r>
          </a:p>
          <a:p>
            <a:pPr>
              <a:defRPr sz="1200"/>
            </a:pPr>
            <a:r>
              <a:t>D:/pasar_fix/node_modules/.bun/es-toolkit@1.46.1/node_modules/es-toolkit/dist/compat/_internal/ValueIteratorTypeGuard.d.ts</a:t>
            </a:r>
          </a:p>
          <a:p>
            <a:pPr>
              <a:defRPr sz="1200"/>
            </a:pPr>
            <a:r>
              <a:t>D:/pasar_fix/node_modules/.bun/es-toolkit@1.46.1/node_modules/es-toolkit/dist/compat/_internal/ValueKeyIteratee.d.mts</a:t>
            </a:r>
          </a:p>
          <a:p>
            <a:pPr>
              <a:defRPr sz="1200"/>
            </a:pPr>
            <a:r>
              <a:t>D:/pasar_fix/node_modules/.bun/es-toolkit@1.46.1/node_modules/es-toolkit/dist/compat/_internal/ValueKeyIteratee.d.ts</a:t>
            </a:r>
          </a:p>
          <a:p>
            <a:pPr>
              <a:defRPr sz="1200"/>
            </a:pPr>
            <a:r>
              <a:t>D:/pasar_fix/node_modules/.bun/es-toolkit@1.46.1/node_modules/es-toolkit/dist/compat/_internal/ValueKeyIterateeTypeGuard.d.mts</a:t>
            </a:r>
          </a:p>
          <a:p>
            <a:pPr>
              <a:defRPr sz="1200"/>
            </a:pPr>
            <a:r>
              <a:t>D:/pasar_fix/node_modules/.bun/es-toolkit@1.46.1/node_modules/es-toolkit/dist/compat/_internal/ValueKeyIterateeTypeGuard.d.ts</a:t>
            </a:r>
          </a:p>
          <a:p>
            <a:pPr>
              <a:defRPr sz="1200"/>
            </a:pPr>
            <a:r>
              <a:t>D:/pasar_fix/node_modules/.bun/es-toolkit@1.46.1/node_modules/es-toolkit/dist/error/AbortError.d.mts</a:t>
            </a:r>
          </a:p>
          <a:p>
            <a:pPr>
              <a:defRPr sz="1200"/>
            </a:pPr>
            <a:r>
              <a:t>D:/pasar_fix/node_modules/.bun/es-toolkit@1.46.1/node_modules/es-toolkit/dist/error/AbortError.d.ts</a:t>
            </a:r>
          </a:p>
          <a:p>
            <a:pPr>
              <a:defRPr sz="1200"/>
            </a:pPr>
            <a:r>
              <a:t>D:/pasar_fix/node_modules/.bun/es-toolkit@1.46.1/node_modules/es-toolkit/dist/error/AbortError.js</a:t>
            </a:r>
          </a:p>
          <a:p>
            <a:pPr>
              <a:defRPr sz="1200"/>
            </a:pPr>
            <a:r>
              <a:t>D:/pasar_fix/node_modules/.bun/es-toolkit@1.46.1/node_modules/es-toolkit/dist/error/AbortError.mjs</a:t>
            </a:r>
          </a:p>
          <a:p>
            <a:pPr>
              <a:defRPr sz="1200"/>
            </a:pPr>
            <a:r>
              <a:t>D:/pasar_fix/node_modules/.bun/es-toolkit@1.46.1/node_modules/es-toolkit/dist/error/index.d.mts</a:t>
            </a:r>
          </a:p>
          <a:p>
            <a:pPr>
              <a:defRPr sz="1200"/>
            </a:pPr>
            <a:r>
              <a:t>D:/pasar_fix/node_modules/.bun/es-toolkit@1.46.1/node_modules/es-toolkit/dist/error/index.d.ts</a:t>
            </a:r>
          </a:p>
          <a:p>
            <a:pPr>
              <a:defRPr sz="1200"/>
            </a:pPr>
            <a:r>
              <a:t>D:/pasar_fix/node_modules/.bun/es-toolkit@1.46.1/node_modules/es-toolkit/dist/error/index.js</a:t>
            </a:r>
          </a:p>
          <a:p>
            <a:pPr>
              <a:defRPr sz="1200"/>
            </a:pPr>
            <a:r>
              <a:t>D:/pasar_fix/node_modules/.bun/es-toolkit@1.46.1/node_modules/es-toolkit/dist/error/index.mjs</a:t>
            </a:r>
          </a:p>
          <a:p>
            <a:pPr>
              <a:defRPr sz="1200"/>
            </a:pPr>
            <a:r>
              <a:t>D:/pasar_fix/node_modules/.bun/es-toolkit@1.46.1/node_modules/es-toolkit/dist/error/TimeoutError.d.mts</a:t>
            </a:r>
          </a:p>
          <a:p>
            <a:pPr>
              <a:defRPr sz="1200"/>
            </a:pPr>
            <a:r>
              <a:t>D:/pasar_fix/node_modules/.bun/es-toolkit@1.46.1/node_modules/es-toolkit/dist/error/TimeoutError.d.ts</a:t>
            </a:r>
          </a:p>
          <a:p>
            <a:pPr>
              <a:defRPr sz="1200"/>
            </a:pPr>
            <a:r>
              <a:t>D:/pasar_fix/node_modules/.bun/es-toolkit@1.46.1/node_modules/es-toolkit/dist/error/TimeoutError.js</a:t>
            </a:r>
          </a:p>
          <a:p>
            <a:pPr>
              <a:defRPr sz="1200"/>
            </a:pPr>
            <a:r>
              <a:t>D:/pasar_fix/node_modules/.bun/es-toolkit@1.46.1/node_modules/es-toolkit/dist/error/TimeoutError.mjs</a:t>
            </a:r>
          </a:p>
          <a:p>
            <a:pPr>
              <a:defRPr sz="1200"/>
            </a:pPr>
            <a:r>
              <a:t>D:/pasar_fix/node_modules/.bun/es-toolkit@1.46.1/node_modules/es-toolkit/dist/function/after.d.mts</a:t>
            </a:r>
          </a:p>
          <a:p>
            <a:pPr>
              <a:defRPr sz="1200"/>
            </a:pPr>
            <a:r>
              <a:t>D:/pasar_fix/node_modules/.bun/es-toolkit@1.46.1/node_modules/es-toolkit/dist/function/after.d.ts</a:t>
            </a:r>
          </a:p>
          <a:p>
            <a:pPr>
              <a:defRPr sz="1200"/>
            </a:pPr>
            <a:r>
              <a:t>D:/pasar_fix/node_modules/.bun/es-toolkit@1.46.1/node_modules/es-toolkit/dist/function/after.js</a:t>
            </a:r>
          </a:p>
          <a:p>
            <a:pPr>
              <a:defRPr sz="1200"/>
            </a:pPr>
            <a:r>
              <a:t>D:/pasar_fix/node_modules/.bun/es-toolkit@1.46.1/node_modules/es-toolkit/dist/function/after.mjs</a:t>
            </a:r>
          </a:p>
          <a:p>
            <a:pPr>
              <a:defRPr sz="1200"/>
            </a:pPr>
            <a:r>
              <a:t>D:/pasar_fix/node_modules/.bun/es-toolkit@1.46.1/node_modules/es-toolkit/dist/function/ary.d.mts</a:t>
            </a:r>
          </a:p>
          <a:p>
            <a:pPr>
              <a:defRPr sz="1200"/>
            </a:pPr>
            <a:r>
              <a:t>D:/pasar_fix/node_modules/.bun/es-toolkit@1.46.1/node_modules/es-toolkit/dist/function/ary.d.ts</a:t>
            </a:r>
          </a:p>
          <a:p>
            <a:pPr>
              <a:defRPr sz="1200"/>
            </a:pPr>
            <a:r>
              <a:t>D:/pasar_fix/node_modules/.bun/es-toolkit@1.46.1/node_modules/es-toolkit/dist/function/ary.js</a:t>
            </a:r>
          </a:p>
          <a:p>
            <a:pPr>
              <a:defRPr sz="1200"/>
            </a:pPr>
            <a:r>
              <a:t>D:/pasar_fix/node_modules/.bun/es-toolkit@1.46.1/node_modules/es-toolkit/dist/function/ary.mjs</a:t>
            </a:r>
          </a:p>
          <a:p>
            <a:pPr>
              <a:defRPr sz="1200"/>
            </a:pPr>
            <a:r>
              <a:t>D:/pasar_fix/node_modules/.bun/es-toolkit@1.46.1/node_modules/es-toolkit/dist/function/asyncNoop.d.mts</a:t>
            </a:r>
          </a:p>
          <a:p>
            <a:pPr>
              <a:defRPr sz="1200"/>
            </a:pPr>
            <a:r>
              <a:t>D:/pasar_fix/node_modules/.bun/es-toolkit@1.46.1/node_modules/es-toolkit/dist/function/asyncNoop.d.ts</a:t>
            </a:r>
          </a:p>
          <a:p>
            <a:pPr>
              <a:defRPr sz="1200"/>
            </a:pPr>
            <a:r>
              <a:t>D:/pasar_fix/node_modules/.bun/es-toolkit@1.46.1/node_modules/es-toolkit/dist/function/asyncNoop.js</a:t>
            </a:r>
          </a:p>
          <a:p>
            <a:pPr>
              <a:defRPr sz="1200"/>
            </a:pPr>
            <a:r>
              <a:t>D:/pasar_fix/node_modules/.bun/es-toolkit@1.46.1/node_modules/es-toolkit/dist/function/asyncNoop.mjs</a:t>
            </a:r>
          </a:p>
          <a:p>
            <a:pPr>
              <a:defRPr sz="1200"/>
            </a:pPr>
            <a:r>
              <a:t>D:/pasar_fix/node_modules/.bun/es-toolkit@1.46.1/node_modules/es-toolkit/dist/function/before.d.mts</a:t>
            </a:r>
          </a:p>
          <a:p>
            <a:pPr>
              <a:defRPr sz="1200"/>
            </a:pPr>
            <a:r>
              <a:t>D:/pasar_fix/node_modules/.bun/es-toolkit@1.46.1/node_modules/es-toolkit/dist/function/before.d.ts</a:t>
            </a:r>
          </a:p>
          <a:p>
            <a:pPr>
              <a:defRPr sz="1200"/>
            </a:pPr>
            <a:r>
              <a:t>D:/pasar_fix/node_modules/.bun/es-toolkit@1.46.1/node_modules/es-toolkit/dist/function/before.js</a:t>
            </a:r>
          </a:p>
          <a:p>
            <a:pPr>
              <a:defRPr sz="1200"/>
            </a:pPr>
            <a:r>
              <a:t>D:/pasar_fix/node_modules/.bun/es-toolkit@1.46.1/node_modules/es-toolkit/dist/function/before.mjs</a:t>
            </a:r>
          </a:p>
          <a:p>
            <a:pPr>
              <a:defRPr sz="1200"/>
            </a:pPr>
            <a:r>
              <a:t>D:/pasar_fix/node_modules/.bun/es-toolkit@1.46.1/node_modules/es-toolkit/dist/function/curry.d.mts</a:t>
            </a:r>
          </a:p>
          <a:p>
            <a:pPr>
              <a:defRPr sz="1200"/>
            </a:pPr>
            <a:r>
              <a:t>D:/pasar_fix/node_modules/.bun/es-toolkit@1.46.1/node_modules/es-toolkit/dist/function/curry.d.ts</a:t>
            </a:r>
          </a:p>
          <a:p>
            <a:pPr>
              <a:defRPr sz="1200"/>
            </a:pPr>
            <a:r>
              <a:t>D:/pasar_fix/node_modules/.bun/es-toolkit@1.46.1/node_modules/es-toolkit/dist/function/curry.js</a:t>
            </a:r>
          </a:p>
          <a:p>
            <a:pPr>
              <a:defRPr sz="1200"/>
            </a:pPr>
            <a:r>
              <a:t>D:/pasar_fix/node_modules/.bun/es-toolkit@1.46.1/node_modules/es-toolkit/dist/function/curry.mjs</a:t>
            </a:r>
          </a:p>
          <a:p>
            <a:pPr>
              <a:defRPr sz="1200"/>
            </a:pPr>
            <a:r>
              <a:t>D:/pasar_fix/node_modules/.bun/es-toolkit@1.46.1/node_modules/es-toolkit/dist/function/curryRight.d.mts</a:t>
            </a:r>
          </a:p>
          <a:p>
            <a:pPr>
              <a:defRPr sz="1200"/>
            </a:pPr>
            <a:r>
              <a:t>D:/pasar_fix/node_modules/.bun/es-toolkit@1.46.1/node_modules/es-toolkit/dist/function/curryRight.d.ts</a:t>
            </a:r>
          </a:p>
          <a:p>
            <a:pPr>
              <a:defRPr sz="1200"/>
            </a:pPr>
            <a:r>
              <a:t>D:/pasar_fix/node_modules/.bun/es-toolkit@1.46.1/node_modules/es-toolkit/dist/function/curryRight.js</a:t>
            </a:r>
          </a:p>
          <a:p>
            <a:pPr>
              <a:defRPr sz="1200"/>
            </a:pPr>
            <a:r>
              <a:t>D:/pasar_fix/node_modules/.bun/es-toolkit@1.46.1/node_modules/es-toolkit/dist/function/curryRight.mjs</a:t>
            </a:r>
          </a:p>
          <a:p>
            <a:pPr>
              <a:defRPr sz="1200"/>
            </a:pPr>
            <a:r>
              <a:t>D:/pasar_fix/node_modules/.bun/es-toolkit@1.46.1/node_modules/es-toolkit/dist/function/debounce.d.mts</a:t>
            </a:r>
          </a:p>
          <a:p>
            <a:pPr>
              <a:defRPr sz="1200"/>
            </a:pPr>
            <a:r>
              <a:t>D:/pasar_fix/node_modules/.bun/es-toolkit@1.46.1/node_modules/es-toolkit/dist/function/debounce.d.ts</a:t>
            </a:r>
          </a:p>
          <a:p>
            <a:pPr>
              <a:defRPr sz="1200"/>
            </a:pPr>
            <a:r>
              <a:t>D:/pasar_fix/node_modules/.bun/es-toolkit@1.46.1/node_modules/es-toolkit/dist/function/debounce.js</a:t>
            </a:r>
          </a:p>
          <a:p>
            <a:pPr>
              <a:defRPr sz="1200"/>
            </a:pPr>
            <a:r>
              <a:t>D:/pasar_fix/node_modules/.bun/es-toolkit@1.46.1/node_modules/es-toolkit/dist/function/debounce.mjs</a:t>
            </a:r>
          </a:p>
          <a:p>
            <a:pPr>
              <a:defRPr sz="1200"/>
            </a:pPr>
            <a:r>
              <a:t>D:/pasar_fix/node_modules/.bun/es-toolkit@1.46.1/node_modules/es-toolkit/dist/function/flow.d.mts</a:t>
            </a:r>
          </a:p>
          <a:p>
            <a:pPr>
              <a:defRPr sz="1200"/>
            </a:pPr>
            <a:r>
              <a:t>D:/pasar_fix/node_modules/.bun/es-toolkit@1.46.1/node_modules/es-toolkit/dist/function/flow.d.ts</a:t>
            </a:r>
          </a:p>
          <a:p>
            <a:pPr>
              <a:defRPr sz="1200"/>
            </a:pPr>
            <a:r>
              <a:t>D:/pasar_fix/node_modules/.bun/es-toolkit@1.46.1/node_modules/es-toolkit/dist/function/flow.js</a:t>
            </a:r>
          </a:p>
          <a:p>
            <a:pPr>
              <a:defRPr sz="1200"/>
            </a:pPr>
            <a:r>
              <a:t>D:/pasar_fix/node_modules/.bun/es-toolkit@1.46.1/node_modules/es-toolkit/dist/function/flow.mjs</a:t>
            </a:r>
          </a:p>
          <a:p>
            <a:pPr>
              <a:defRPr sz="1200"/>
            </a:pPr>
            <a:r>
              <a:t>D:/pasar_fix/node_modules/.bun/es-toolkit@1.46.1/node_modules/es-toolkit/dist/function/flowRight.d.mts</a:t>
            </a:r>
          </a:p>
          <a:p>
            <a:pPr>
              <a:defRPr sz="1200"/>
            </a:pPr>
            <a:r>
              <a:t>D:/pasar_fix/node_modules/.bun/es-toolkit@1.46.1/node_modules/es-toolkit/dist/function/flowRight.d.ts</a:t>
            </a:r>
          </a:p>
          <a:p>
            <a:pPr>
              <a:defRPr sz="1200"/>
            </a:pPr>
            <a:r>
              <a:t>D:/pasar_fix/node_modules/.bun/es-toolkit@1.46.1/node_modules/es-toolkit/dist/function/flowRight.js</a:t>
            </a:r>
          </a:p>
          <a:p>
            <a:pPr>
              <a:defRPr sz="1200"/>
            </a:pPr>
            <a:r>
              <a:t>D:/pasar_fix/node_modules/.bun/es-toolkit@1.46.1/node_modules/es-toolkit/dist/function/flowRight.mjs</a:t>
            </a:r>
          </a:p>
          <a:p>
            <a:pPr>
              <a:defRPr sz="1200"/>
            </a:pPr>
            <a:r>
              <a:t>D:/pasar_fix/node_modules/.bun/es-toolkit@1.46.1/node_modules/es-toolkit/dist/function/identity.d.mts</a:t>
            </a:r>
          </a:p>
          <a:p>
            <a:pPr>
              <a:defRPr sz="1200"/>
            </a:pPr>
            <a:r>
              <a:t>D:/pasar_fix/node_modules/.bun/es-toolkit@1.46.1/node_modules/es-toolkit/dist/function/identity.d.ts</a:t>
            </a:r>
          </a:p>
          <a:p>
            <a:pPr>
              <a:defRPr sz="1200"/>
            </a:pPr>
            <a:r>
              <a:t>D:/pasar_fix/node_modules/.bun/es-toolkit@1.46.1/node_modules/es-toolkit/dist/function/identity.js</a:t>
            </a:r>
          </a:p>
          <a:p>
            <a:pPr>
              <a:defRPr sz="1200"/>
            </a:pPr>
            <a:r>
              <a:t>D:/pasar_fix/node_modules/.bun/es-toolkit@1.46.1/node_modules/es-toolkit/dist/function/identity.mjs</a:t>
            </a:r>
          </a:p>
          <a:p>
            <a:pPr>
              <a:defRPr sz="1200"/>
            </a:pPr>
            <a:r>
              <a:t>D:/pasar_fix/node_modules/.bun/es-toolkit@1.46.1/node_modules/es-toolkit/dist/function/index.d.mts</a:t>
            </a:r>
          </a:p>
          <a:p>
            <a:pPr>
              <a:defRPr sz="1200"/>
            </a:pPr>
            <a:r>
              <a:t>D:/pasar_fix/node_modules/.bun/es-toolkit@1.46.1/node_modules/es-toolkit/dist/function/index.d.ts</a:t>
            </a:r>
          </a:p>
          <a:p>
            <a:pPr>
              <a:defRPr sz="1200"/>
            </a:pPr>
            <a:r>
              <a:t>D:/pasar_fix/node_modules/.bun/es-toolkit@1.46.1/node_modules/es-toolkit/dist/function/index.js</a:t>
            </a:r>
          </a:p>
          <a:p>
            <a:pPr>
              <a:defRPr sz="1200"/>
            </a:pPr>
            <a:r>
              <a:t>D:/pasar_fix/node_modules/.bun/es-toolkit@1.46.1/node_modules/es-toolkit/dist/function/index.mjs</a:t>
            </a:r>
          </a:p>
          <a:p>
            <a:pPr>
              <a:defRPr sz="1200"/>
            </a:pPr>
            <a:r>
              <a:t>D:/pasar_fix/node_modules/.bun/es-toolkit@1.46.1/node_modules/es-toolkit/dist/function/memoize.d.mts</a:t>
            </a:r>
          </a:p>
          <a:p>
            <a:pPr>
              <a:defRPr sz="1200"/>
            </a:pPr>
            <a:r>
              <a:t>D:/pasar_fix/node_modules/.bun/es-toolkit@1.46.1/node_modules/es-toolkit/dist/function/memoize.d.ts</a:t>
            </a:r>
          </a:p>
          <a:p>
            <a:pPr>
              <a:defRPr sz="1200"/>
            </a:pPr>
            <a:r>
              <a:t>D:/pasar_fix/node_modules/.bun/es-toolkit@1.46.1/node_modules/es-toolkit/dist/function/memoize.js</a:t>
            </a:r>
          </a:p>
          <a:p>
            <a:pPr>
              <a:defRPr sz="1200"/>
            </a:pPr>
            <a:r>
              <a:t>D:/pasar_fix/node_modules/.bun/es-toolkit@1.46.1/node_modules/es-toolkit/dist/function/memoize.mjs</a:t>
            </a:r>
          </a:p>
          <a:p>
            <a:pPr>
              <a:defRPr sz="1200"/>
            </a:pPr>
            <a:r>
              <a:t>D:/pasar_fix/node_modules/.bun/es-toolkit@1.46.1/node_modules/es-toolkit/dist/function/negate.d.mts</a:t>
            </a:r>
          </a:p>
          <a:p>
            <a:pPr>
              <a:defRPr sz="1200"/>
            </a:pPr>
            <a:r>
              <a:t>D:/pasar_fix/node_modules/.bun/es-toolkit@1.46.1/node_modules/es-toolkit/dist/function/negate.d.ts</a:t>
            </a:r>
          </a:p>
          <a:p>
            <a:pPr>
              <a:defRPr sz="1200"/>
            </a:pPr>
            <a:r>
              <a:t>D:/pasar_fix/node_modules/.bun/es-toolkit@1.46.1/node_modules/es-toolkit/dist/function/negate.js</a:t>
            </a:r>
          </a:p>
          <a:p>
            <a:pPr>
              <a:defRPr sz="1200"/>
            </a:pPr>
            <a:r>
              <a:t>D:/pasar_fix/node_modules/.bun/es-toolkit@1.46.1/node_modules/es-toolkit/dist/function/negate.mjs</a:t>
            </a:r>
          </a:p>
          <a:p>
            <a:pPr>
              <a:defRPr sz="1200"/>
            </a:pPr>
            <a:r>
              <a:t>D:/pasar_fix/node_modules/.bun/es-toolkit@1.46.1/node_modules/es-toolkit/dist/function/noop.d.mts</a:t>
            </a:r>
          </a:p>
          <a:p>
            <a:pPr>
              <a:defRPr sz="1200"/>
            </a:pPr>
            <a:r>
              <a:t>D:/pasar_fix/node_modules/.bun/es-toolkit@1.46.1/node_modules/es-toolkit/dist/function/noop.d.ts</a:t>
            </a:r>
          </a:p>
          <a:p>
            <a:pPr>
              <a:defRPr sz="1200"/>
            </a:pPr>
            <a:r>
              <a:t>D:/pasar_fix/node_modules/.bun/es-toolkit@1.46.1/node_modules/es-toolkit/dist/function/noop.js</a:t>
            </a:r>
          </a:p>
          <a:p>
            <a:pPr>
              <a:defRPr sz="1200"/>
            </a:pPr>
            <a:r>
              <a:t>D:/pasar_fix/node_modules/.bun/es-toolkit@1.46.1/node_modules/es-toolkit/dist/function/noop.mjs</a:t>
            </a:r>
          </a:p>
          <a:p>
            <a:pPr>
              <a:defRPr sz="1200"/>
            </a:pPr>
            <a:r>
              <a:t>D:/pasar_fix/node_modules/.bun/es-toolkit@1.46.1/node_modules/es-toolkit/dist/function/once.d.mts</a:t>
            </a:r>
          </a:p>
          <a:p>
            <a:pPr>
              <a:defRPr sz="1200"/>
            </a:pPr>
            <a:r>
              <a:t>D:/pasar_fix/node_modules/.bun/es-toolkit@1.46.1/node_modules/es-toolkit/dist/function/once.d.ts</a:t>
            </a:r>
          </a:p>
          <a:p>
            <a:pPr>
              <a:defRPr sz="1200"/>
            </a:pPr>
            <a:r>
              <a:t>D:/pasar_fix/node_modules/.bun/es-toolkit@1.46.1/node_modules/es-toolkit/dist/function/once.js</a:t>
            </a:r>
          </a:p>
          <a:p>
            <a:pPr>
              <a:defRPr sz="1200"/>
            </a:pPr>
            <a:r>
              <a:t>D:/pasar_fix/node_modules/.bun/es-toolkit@1.46.1/node_modules/es-toolkit/dist/function/once.mjs</a:t>
            </a:r>
          </a:p>
          <a:p>
            <a:pPr>
              <a:defRPr sz="1200"/>
            </a:pPr>
            <a:r>
              <a:t>D:/pasar_fix/node_modules/.bun/es-toolkit@1.46.1/node_modules/es-toolkit/dist/function/partial.d.mts</a:t>
            </a:r>
          </a:p>
          <a:p>
            <a:pPr>
              <a:defRPr sz="1200"/>
            </a:pPr>
            <a:r>
              <a:t>D:/pasar_fix/node_modules/.bun/es-toolkit@1.46.1/node_modules/es-toolkit/dist/function/partial.d.ts</a:t>
            </a:r>
          </a:p>
          <a:p>
            <a:pPr>
              <a:defRPr sz="1200"/>
            </a:pPr>
            <a:r>
              <a:t>D:/pasar_fix/node_modules/.bun/es-toolkit@1.46.1/node_modules/es-toolkit/dist/function/partial.js</a:t>
            </a:r>
          </a:p>
          <a:p>
            <a:pPr>
              <a:defRPr sz="1200"/>
            </a:pPr>
            <a:r>
              <a:t>D:/pasar_fix/node_modules/.bun/es-toolkit@1.46.1/node_modules/es-toolkit/dist/function/partial.mjs</a:t>
            </a:r>
          </a:p>
          <a:p>
            <a:pPr>
              <a:defRPr sz="1200"/>
            </a:pPr>
            <a:r>
              <a:t>D:/pasar_fix/node_modules/.bun/es-toolkit@1.46.1/node_modules/es-toolkit/dist/function/partialRight.d.mts</a:t>
            </a:r>
          </a:p>
          <a:p>
            <a:pPr>
              <a:defRPr sz="1200"/>
            </a:pPr>
            <a:r>
              <a:t>D:/pasar_fix/node_modules/.bun/es-toolkit@1.46.1/node_modules/es-toolkit/dist/function/partialRight.d.ts</a:t>
            </a:r>
          </a:p>
          <a:p>
            <a:pPr>
              <a:defRPr sz="1200"/>
            </a:pPr>
            <a:r>
              <a:t>D:/pasar_fix/node_modules/.bun/es-toolkit@1.46.1/node_modules/es-toolkit/dist/function/partialRight.js</a:t>
            </a:r>
          </a:p>
          <a:p>
            <a:pPr>
              <a:defRPr sz="1200"/>
            </a:pPr>
            <a:r>
              <a:t>D:/pasar_fix/node_modules/.bun/es-toolkit@1.46.1/node_modules/es-toolkit/dist/function/partialRight.mjs</a:t>
            </a:r>
          </a:p>
          <a:p>
            <a:pPr>
              <a:defRPr sz="1200"/>
            </a:pPr>
            <a:r>
              <a:t>D:/pasar_fix/node_modules/.bun/es-toolkit@1.46.1/node_modules/es-toolkit/dist/function/rest.d.mts</a:t>
            </a:r>
          </a:p>
          <a:p>
            <a:pPr>
              <a:defRPr sz="1200"/>
            </a:pPr>
            <a:r>
              <a:t>D:/pasar_fix/node_modules/.bun/es-toolkit@1.46.1/node_modules/es-toolkit/dist/function/rest.d.ts</a:t>
            </a:r>
          </a:p>
          <a:p>
            <a:pPr>
              <a:defRPr sz="1200"/>
            </a:pPr>
            <a:r>
              <a:t>D:/pasar_fix/node_modules/.bun/es-toolkit@1.46.1/node_modules/es-toolkit/dist/function/rest.js</a:t>
            </a:r>
          </a:p>
          <a:p>
            <a:pPr>
              <a:defRPr sz="1200"/>
            </a:pPr>
            <a:r>
              <a:t>D:/pasar_fix/node_modules/.bun/es-toolkit@1.46.1/node_modules/es-toolkit/dist/function/rest.mjs</a:t>
            </a:r>
          </a:p>
          <a:p>
            <a:pPr>
              <a:defRPr sz="1200"/>
            </a:pPr>
            <a:r>
              <a:t>D:/pasar_fix/node_modules/.bun/es-toolkit@1.46.1/node_modules/es-toolkit/dist/function/retry.d.mts</a:t>
            </a:r>
          </a:p>
          <a:p>
            <a:pPr>
              <a:defRPr sz="1200"/>
            </a:pPr>
            <a:r>
              <a:t>D:/pasar_fix/node_modules/.bun/es-toolkit@1.46.1/node_modules/es-toolkit/dist/function/retry.d.ts</a:t>
            </a:r>
          </a:p>
          <a:p>
            <a:pPr>
              <a:defRPr sz="1200"/>
            </a:pPr>
            <a:r>
              <a:t>D:/pasar_fix/node_modules/.bun/es-toolkit@1.46.1/node_modules/es-toolkit/dist/function/retry.js</a:t>
            </a:r>
          </a:p>
          <a:p>
            <a:pPr>
              <a:defRPr sz="1200"/>
            </a:pPr>
            <a:r>
              <a:t>D:/pasar_fix/node_modules/.bun/es-toolkit@1.46.1/node_modules/es-toolkit/dist/function/retry.mjs</a:t>
            </a:r>
          </a:p>
          <a:p>
            <a:pPr>
              <a:defRPr sz="1200"/>
            </a:pPr>
            <a:r>
              <a:t>D:/pasar_fix/node_modules/.bun/es-toolkit@1.46.1/node_modules/es-toolkit/dist/function/spread.d.mts</a:t>
            </a:r>
          </a:p>
          <a:p>
            <a:pPr>
              <a:defRPr sz="1200"/>
            </a:pPr>
            <a:r>
              <a:t>D:/pasar_fix/node_modules/.bun/es-toolkit@1.46.1/node_modules/es-toolkit/dist/function/spread.d.ts</a:t>
            </a:r>
          </a:p>
          <a:p>
            <a:pPr>
              <a:defRPr sz="1200"/>
            </a:pPr>
            <a:r>
              <a:t>D:/pasar_fix/node_modules/.bun/es-toolkit@1.46.1/node_modules/es-toolkit/dist/function/spread.js</a:t>
            </a:r>
          </a:p>
          <a:p>
            <a:pPr>
              <a:defRPr sz="1200"/>
            </a:pPr>
            <a:r>
              <a:t>D:/pasar_fix/node_modules/.bun/es-toolkit@1.46.1/node_modules/es-toolkit/dist/function/spread.mjs</a:t>
            </a:r>
          </a:p>
          <a:p>
            <a:pPr>
              <a:defRPr sz="1200"/>
            </a:pPr>
            <a:r>
              <a:t>D:/pasar_fix/node_modules/.bun/es-toolkit@1.46.1/node_modules/es-toolkit/dist/function/throttle.d.mts</a:t>
            </a:r>
          </a:p>
          <a:p>
            <a:pPr>
              <a:defRPr sz="1200"/>
            </a:pPr>
            <a:r>
              <a:t>D:/pasar_fix/node_modules/.bun/es-toolkit@1.46.1/node_modules/es-toolkit/dist/function/throttle.d.ts</a:t>
            </a:r>
          </a:p>
          <a:p>
            <a:pPr>
              <a:defRPr sz="1200"/>
            </a:pPr>
            <a:r>
              <a:t>D:/pasar_fix/node_modules/.bun/es-toolkit@1.46.1/node_modules/es-toolkit/dist/function/throttle.js</a:t>
            </a:r>
          </a:p>
          <a:p>
            <a:pPr>
              <a:defRPr sz="1200"/>
            </a:pPr>
            <a:r>
              <a:t>D:/pasar_fix/node_modules/.bun/es-toolkit@1.46.1/node_modules/es-toolkit/dist/function/throttle.mjs</a:t>
            </a:r>
          </a:p>
          <a:p>
            <a:pPr>
              <a:defRPr sz="1200"/>
            </a:pPr>
            <a:r>
              <a:t>D:/pasar_fix/node_modules/.bun/es-toolkit@1.46.1/node_modules/es-toolkit/dist/function/unary.d.mts</a:t>
            </a:r>
          </a:p>
          <a:p>
            <a:pPr>
              <a:defRPr sz="1200"/>
            </a:pPr>
            <a:r>
              <a:t>D:/pasar_fix/node_modules/.bun/es-toolkit@1.46.1/node_modules/es-toolkit/dist/function/unary.d.ts</a:t>
            </a:r>
          </a:p>
          <a:p>
            <a:pPr>
              <a:defRPr sz="1200"/>
            </a:pPr>
            <a:r>
              <a:t>D:/pasar_fix/node_modules/.bun/es-toolkit@1.46.1/node_modules/es-toolkit/dist/function/unary.js</a:t>
            </a:r>
          </a:p>
          <a:p>
            <a:pPr>
              <a:defRPr sz="1200"/>
            </a:pPr>
            <a:r>
              <a:t>D:/pasar_fix/node_modules/.bun/es-toolkit@1.46.1/node_modules/es-toolkit/dist/function/unary.mjs</a:t>
            </a:r>
          </a:p>
          <a:p>
            <a:pPr>
              <a:defRPr sz="1200"/>
            </a:pPr>
            <a:r>
              <a:t>D:/pasar_fix/node_modules/.bun/es-toolkit@1.46.1/node_modules/es-toolkit/dist/map/countBy.d.mts</a:t>
            </a:r>
          </a:p>
          <a:p>
            <a:pPr>
              <a:defRPr sz="1200"/>
            </a:pPr>
            <a:r>
              <a:t>D:/pasar_fix/node_modules/.bun/es-toolkit@1.46.1/node_modules/es-toolkit/dist/map/countBy.d.ts</a:t>
            </a:r>
          </a:p>
          <a:p>
            <a:pPr>
              <a:defRPr sz="1200"/>
            </a:pPr>
            <a:r>
              <a:t>D:/pasar_fix/node_modules/.bun/es-toolkit@1.46.1/node_modules/es-toolkit/dist/map/countBy.js</a:t>
            </a:r>
          </a:p>
          <a:p>
            <a:pPr>
              <a:defRPr sz="1200"/>
            </a:pPr>
            <a:r>
              <a:t>D:/pasar_fix/node_modules/.bun/es-toolkit@1.46.1/node_modules/es-toolkit/dist/map/countBy.mjs</a:t>
            </a:r>
          </a:p>
          <a:p>
            <a:pPr>
              <a:defRPr sz="1200"/>
            </a:pPr>
            <a:r>
              <a:t>D:/pasar_fix/node_modules/.bun/es-toolkit@1.46.1/node_modules/es-toolkit/dist/map/every.d.mts</a:t>
            </a:r>
          </a:p>
          <a:p>
            <a:pPr>
              <a:defRPr sz="1200"/>
            </a:pPr>
            <a:r>
              <a:t>D:/pasar_fix/node_modules/.bun/es-toolkit@1.46.1/node_modules/es-toolkit/dist/map/every.d.ts</a:t>
            </a:r>
          </a:p>
          <a:p>
            <a:pPr>
              <a:defRPr sz="1200"/>
            </a:pPr>
            <a:r>
              <a:t>D:/pasar_fix/node_modules/.bun/es-toolkit@1.46.1/node_modules/es-toolkit/dist/map/every.js</a:t>
            </a:r>
          </a:p>
          <a:p>
            <a:pPr>
              <a:defRPr sz="1200"/>
            </a:pPr>
            <a:r>
              <a:t>D:/pasar_fix/node_modules/.bun/es-toolkit@1.46.1/node_modules/es-toolkit/dist/map/every.mjs</a:t>
            </a:r>
          </a:p>
          <a:p>
            <a:pPr>
              <a:defRPr sz="1200"/>
            </a:pPr>
            <a:r>
              <a:t>D:/pasar_fix/node_modules/.bun/es-toolkit@1.46.1/node_modules/es-toolkit/dist/map/filter.d.mts</a:t>
            </a:r>
          </a:p>
          <a:p>
            <a:pPr>
              <a:defRPr sz="1200"/>
            </a:pPr>
            <a:r>
              <a:t>D:/pasar_fix/node_modules/.bun/es-toolkit@1.46.1/node_modules/es-toolkit/dist/map/filter.d.ts</a:t>
            </a:r>
          </a:p>
          <a:p>
            <a:pPr>
              <a:defRPr sz="1200"/>
            </a:pPr>
            <a:r>
              <a:t>D:/pasar_fix/node_modules/.bun/es-toolkit@1.46.1/node_modules/es-toolkit/dist/map/filter.js</a:t>
            </a:r>
          </a:p>
          <a:p>
            <a:pPr>
              <a:defRPr sz="1200"/>
            </a:pPr>
            <a:r>
              <a:t>D:/pasar_fix/node_modules/.bun/es-toolkit@1.46.1/node_modules/es-toolkit/dist/map/filter.mjs</a:t>
            </a:r>
          </a:p>
          <a:p>
            <a:pPr>
              <a:defRPr sz="1200"/>
            </a:pPr>
            <a:r>
              <a:t>D:/pasar_fix/node_modules/.bun/es-toolkit@1.46.1/node_modules/es-toolkit/dist/map/findKey.d.mts</a:t>
            </a:r>
          </a:p>
          <a:p>
            <a:pPr>
              <a:defRPr sz="1200"/>
            </a:pPr>
            <a:r>
              <a:t>D:/pasar_fix/node_modules/.bun/es-toolkit@1.46.1/node_modules/es-toolkit/dist/map/findKey.d.ts</a:t>
            </a:r>
          </a:p>
          <a:p>
            <a:pPr>
              <a:defRPr sz="1200"/>
            </a:pPr>
            <a:r>
              <a:t>D:/pasar_fix/node_modules/.bun/es-toolkit@1.46.1/node_modules/es-toolkit/dist/map/findKey.js</a:t>
            </a:r>
          </a:p>
          <a:p>
            <a:pPr>
              <a:defRPr sz="1200"/>
            </a:pPr>
            <a:r>
              <a:t>D:/pasar_fix/node_modules/.bun/es-toolkit@1.46.1/node_modules/es-toolkit/dist/map/findKey.mjs</a:t>
            </a:r>
          </a:p>
          <a:p>
            <a:pPr>
              <a:defRPr sz="1200"/>
            </a:pPr>
            <a:r>
              <a:t>D:/pasar_fix/node_modules/.bun/es-toolkit@1.46.1/node_modules/es-toolkit/dist/map/findValue.d.mts</a:t>
            </a:r>
          </a:p>
          <a:p>
            <a:pPr>
              <a:defRPr sz="1200"/>
            </a:pPr>
            <a:r>
              <a:t>D:/pasar_fix/node_modules/.bun/es-toolkit@1.46.1/node_modules/es-toolkit/dist/map/findValue.d.ts</a:t>
            </a:r>
          </a:p>
          <a:p>
            <a:pPr>
              <a:defRPr sz="1200"/>
            </a:pPr>
            <a:r>
              <a:t>D:/pasar_fix/node_modules/.bun/es-toolkit@1.46.1/node_modules/es-toolkit/dist/map/findValue.js</a:t>
            </a:r>
          </a:p>
          <a:p>
            <a:pPr>
              <a:defRPr sz="1200"/>
            </a:pPr>
            <a:r>
              <a:t>D:/pasar_fix/node_modules/.bun/es-toolkit@1.46.1/node_modules/es-toolkit/dist/map/findValue.mjs</a:t>
            </a:r>
          </a:p>
          <a:p>
            <a:pPr>
              <a:defRPr sz="1200"/>
            </a:pPr>
            <a:r>
              <a:t>D:/pasar_fix/node_modules/.bun/es-toolkit@1.46.1/node_modules/es-toolkit/dist/map/forEach.d.mts</a:t>
            </a:r>
          </a:p>
          <a:p>
            <a:pPr>
              <a:defRPr sz="1200"/>
            </a:pPr>
            <a:r>
              <a:t>D:/pasar_fix/node_modules/.bun/es-toolkit@1.46.1/node_modules/es-toolkit/dist/map/forEach.d.ts</a:t>
            </a:r>
          </a:p>
          <a:p>
            <a:pPr>
              <a:defRPr sz="1200"/>
            </a:pPr>
            <a:r>
              <a:t>D:/pasar_fix/node_modules/.bun/es-toolkit@1.46.1/node_modules/es-toolkit/dist/map/forEach.js</a:t>
            </a:r>
          </a:p>
          <a:p>
            <a:pPr>
              <a:defRPr sz="1200"/>
            </a:pPr>
            <a:r>
              <a:t>D:/pasar_fix/node_modules/.bun/es-toolkit@1.46.1/node_modules/es-toolkit/dist/map/forEach.mjs</a:t>
            </a:r>
          </a:p>
          <a:p>
            <a:pPr>
              <a:defRPr sz="1200"/>
            </a:pPr>
            <a:r>
              <a:t>D:/pasar_fix/node_modules/.bun/es-toolkit@1.46.1/node_modules/es-toolkit/dist/map/hasValue.d.mts</a:t>
            </a:r>
          </a:p>
          <a:p>
            <a:pPr>
              <a:defRPr sz="1200"/>
            </a:pPr>
            <a:r>
              <a:t>D:/pasar_fix/node_modules/.bun/es-toolkit@1.46.1/node_modules/es-toolkit/dist/map/hasValue.d.ts</a:t>
            </a:r>
          </a:p>
          <a:p>
            <a:pPr>
              <a:defRPr sz="1200"/>
            </a:pPr>
            <a:r>
              <a:t>D:/pasar_fix/node_modules/.bun/es-toolkit@1.46.1/node_modules/es-toolkit/dist/map/hasValue.js</a:t>
            </a:r>
          </a:p>
          <a:p>
            <a:pPr>
              <a:defRPr sz="1200"/>
            </a:pPr>
            <a:r>
              <a:t>D:/pasar_fix/node_modules/.bun/es-toolkit@1.46.1/node_modules/es-toolkit/dist/map/hasValue.mjs</a:t>
            </a:r>
          </a:p>
          <a:p>
            <a:pPr>
              <a:defRPr sz="1200"/>
            </a:pPr>
            <a:r>
              <a:t>D:/pasar_fix/node_modules/.bun/es-toolkit@1.46.1/node_modules/es-toolkit/dist/map/index.d.mts</a:t>
            </a:r>
          </a:p>
          <a:p>
            <a:pPr>
              <a:defRPr sz="1200"/>
            </a:pPr>
            <a:r>
              <a:t>D:/pasar_fix/node_modules/.bun/es-toolkit@1.46.1/node_modules/es-toolkit/dist/map/index.d.ts</a:t>
            </a:r>
          </a:p>
          <a:p>
            <a:pPr>
              <a:defRPr sz="1200"/>
            </a:pPr>
            <a:r>
              <a:t>D:/pasar_fix/node_modules/.bun/es-toolkit@1.46.1/node_modules/es-toolkit/dist/map/index.js</a:t>
            </a:r>
          </a:p>
          <a:p>
            <a:pPr>
              <a:defRPr sz="1200"/>
            </a:pPr>
            <a:r>
              <a:t>D:/pasar_fix/node_modules/.bun/es-toolkit@1.46.1/node_modules/es-toolkit/dist/map/index.mjs</a:t>
            </a:r>
          </a:p>
          <a:p>
            <a:pPr>
              <a:defRPr sz="1200"/>
            </a:pPr>
            <a:r>
              <a:t>D:/pasar_fix/node_modules/.bun/es-toolkit@1.46.1/node_modules/es-toolkit/dist/map/keyBy.d.mts</a:t>
            </a:r>
          </a:p>
          <a:p>
            <a:pPr>
              <a:defRPr sz="1200"/>
            </a:pPr>
            <a:r>
              <a:t>D:/pasar_fix/node_modules/.bun/es-toolkit@1.46.1/node_modules/es-toolkit/dist/map/keyBy.d.ts</a:t>
            </a:r>
          </a:p>
          <a:p>
            <a:pPr>
              <a:defRPr sz="1200"/>
            </a:pPr>
            <a:r>
              <a:t>D:/pasar_fix/node_modules/.bun/es-toolkit@1.46.1/node_modules/es-toolkit/dist/map/keyBy.js</a:t>
            </a:r>
          </a:p>
          <a:p>
            <a:pPr>
              <a:defRPr sz="1200"/>
            </a:pPr>
            <a:r>
              <a:t>D:/pasar_fix/node_modules/.bun/es-toolkit@1.46.1/node_modules/es-toolkit/dist/map/keyBy.mjs</a:t>
            </a:r>
          </a:p>
          <a:p>
            <a:pPr>
              <a:defRPr sz="1200"/>
            </a:pPr>
            <a:r>
              <a:t>D:/pasar_fix/node_modules/.bun/es-toolkit@1.46.1/node_modules/es-toolkit/dist/map/mapKeys.d.mts</a:t>
            </a:r>
          </a:p>
          <a:p>
            <a:pPr>
              <a:defRPr sz="1200"/>
            </a:pPr>
            <a:r>
              <a:t>D:/pasar_fix/node_modules/.bun/es-toolkit@1.46.1/node_modules/es-toolkit/dist/map/mapKeys.d.ts</a:t>
            </a:r>
          </a:p>
          <a:p>
            <a:pPr>
              <a:defRPr sz="1200"/>
            </a:pPr>
            <a:r>
              <a:t>D:/pasar_fix/node_modules/.bun/es-toolkit@1.46.1/node_modules/es-toolkit/dist/map/mapKeys.js</a:t>
            </a:r>
          </a:p>
          <a:p>
            <a:pPr>
              <a:defRPr sz="1200"/>
            </a:pPr>
            <a:r>
              <a:t>D:/pasar_fix/node_modules/.bun/es-toolkit@1.46.1/node_modules/es-toolkit/dist/map/mapKeys.mjs</a:t>
            </a:r>
          </a:p>
          <a:p>
            <a:pPr>
              <a:defRPr sz="1200"/>
            </a:pPr>
            <a:r>
              <a:t>D:/pasar_fix/node_modules/.bun/es-toolkit@1.46.1/node_modules/es-toolkit/dist/map/mapValues.d.mts</a:t>
            </a:r>
          </a:p>
          <a:p>
            <a:pPr>
              <a:defRPr sz="1200"/>
            </a:pPr>
            <a:r>
              <a:t>D:/pasar_fix/node_modules/.bun/es-toolkit@1.46.1/node_modules/es-toolkit/dist/map/mapValues.d.ts</a:t>
            </a:r>
          </a:p>
          <a:p>
            <a:pPr>
              <a:defRPr sz="1200"/>
            </a:pPr>
            <a:r>
              <a:t>D:/pasar_fix/node_modules/.bun/es-toolkit@1.46.1/node_modules/es-toolkit/dist/map/mapValues.js</a:t>
            </a:r>
          </a:p>
          <a:p>
            <a:pPr>
              <a:defRPr sz="1200"/>
            </a:pPr>
            <a:r>
              <a:t>D:/pasar_fix/node_modules/.bun/es-toolkit@1.46.1/node_modules/es-toolkit/dist/map/mapValues.mjs</a:t>
            </a:r>
          </a:p>
          <a:p>
            <a:pPr>
              <a:defRPr sz="1200"/>
            </a:pPr>
            <a:r>
              <a:t>D:/pasar_fix/node_modules/.bun/es-toolkit@1.46.1/node_modules/es-toolkit/dist/map/reduce.d.mts</a:t>
            </a:r>
          </a:p>
          <a:p>
            <a:pPr>
              <a:defRPr sz="1200"/>
            </a:pPr>
            <a:r>
              <a:t>D:/pasar_fix/node_modules/.bun/es-toolkit@1.46.1/node_modules/es-toolkit/dist/map/reduce.d.ts</a:t>
            </a:r>
          </a:p>
          <a:p>
            <a:pPr>
              <a:defRPr sz="1200"/>
            </a:pPr>
            <a:r>
              <a:t>D:/pasar_fix/node_modules/.bun/es-toolkit@1.46.1/node_modules/es-toolkit/dist/map/reduce.js</a:t>
            </a:r>
          </a:p>
          <a:p>
            <a:pPr>
              <a:defRPr sz="1200"/>
            </a:pPr>
            <a:r>
              <a:t>D:/pasar_fix/node_modules/.bun/es-toolkit@1.46.1/node_modules/es-toolkit/dist/map/reduce.mjs</a:t>
            </a:r>
          </a:p>
          <a:p>
            <a:pPr>
              <a:defRPr sz="1200"/>
            </a:pPr>
            <a:r>
              <a:t>D:/pasar_fix/node_modules/.bun/es-toolkit@1.46.1/node_modules/es-toolkit/dist/map/some.d.mts</a:t>
            </a:r>
          </a:p>
          <a:p>
            <a:pPr>
              <a:defRPr sz="1200"/>
            </a:pPr>
            <a:r>
              <a:t>D:/pasar_fix/node_modules/.bun/es-toolkit@1.46.1/node_modules/es-toolkit/dist/map/some.d.ts</a:t>
            </a:r>
          </a:p>
          <a:p>
            <a:pPr>
              <a:defRPr sz="1200"/>
            </a:pPr>
            <a:r>
              <a:t>D:/pasar_fix/node_modules/.bun/es-toolkit@1.46.1/node_modules/es-toolkit/dist/map/some.js</a:t>
            </a:r>
          </a:p>
          <a:p>
            <a:pPr>
              <a:defRPr sz="1200"/>
            </a:pPr>
            <a:r>
              <a:t>D:/pasar_fix/node_modules/.bun/es-toolkit@1.46.1/node_modules/es-toolkit/dist/map/some.mjs</a:t>
            </a:r>
          </a:p>
          <a:p>
            <a:pPr>
              <a:defRPr sz="1200"/>
            </a:pPr>
            <a:r>
              <a:t>D:/pasar_fix/node_modules/.bun/es-toolkit@1.46.1/node_modules/es-toolkit/dist/math/clamp.d.mts</a:t>
            </a:r>
          </a:p>
          <a:p>
            <a:pPr>
              <a:defRPr sz="1200"/>
            </a:pPr>
            <a:r>
              <a:t>D:/pasar_fix/node_modules/.bun/es-toolkit@1.46.1/node_modules/es-toolkit/dist/math/clamp.d.ts</a:t>
            </a:r>
          </a:p>
          <a:p>
            <a:pPr>
              <a:defRPr sz="1200"/>
            </a:pPr>
            <a:r>
              <a:t>D:/pasar_fix/node_modules/.bun/es-toolkit@1.46.1/node_modules/es-toolkit/dist/math/clamp.js</a:t>
            </a:r>
          </a:p>
          <a:p>
            <a:pPr>
              <a:defRPr sz="1200"/>
            </a:pPr>
            <a:r>
              <a:t>D:/pasar_fix/node_modules/.bun/es-toolkit@1.46.1/node_modules/es-toolkit/dist/math/clamp.mjs</a:t>
            </a:r>
          </a:p>
          <a:p>
            <a:pPr>
              <a:defRPr sz="1200"/>
            </a:pPr>
            <a:r>
              <a:t>D:/pasar_fix/node_modules/.bun/es-toolkit@1.46.1/node_modules/es-toolkit/dist/math/index.d.mts</a:t>
            </a:r>
          </a:p>
          <a:p>
            <a:pPr>
              <a:defRPr sz="1200"/>
            </a:pPr>
            <a:r>
              <a:t>D:/pasar_fix/node_modules/.bun/es-toolkit@1.46.1/node_modules/es-toolkit/dist/math/index.d.ts</a:t>
            </a:r>
          </a:p>
          <a:p>
            <a:pPr>
              <a:defRPr sz="1200"/>
            </a:pPr>
            <a:r>
              <a:t>D:/pasar_fix/node_modules/.bun/es-toolkit@1.46.1/node_modules/es-toolkit/dist/math/index.js</a:t>
            </a:r>
          </a:p>
          <a:p>
            <a:pPr>
              <a:defRPr sz="1200"/>
            </a:pPr>
            <a:r>
              <a:t>D:/pasar_fix/node_modules/.bun/es-toolkit@1.46.1/node_modules/es-toolkit/dist/math/index.mjs</a:t>
            </a:r>
          </a:p>
          <a:p>
            <a:pPr>
              <a:defRPr sz="1200"/>
            </a:pPr>
            <a:r>
              <a:t>D:/pasar_fix/node_modules/.bun/es-toolkit@1.46.1/node_modules/es-toolkit/dist/math/inRange.d.mts</a:t>
            </a:r>
          </a:p>
          <a:p>
            <a:pPr>
              <a:defRPr sz="1200"/>
            </a:pPr>
            <a:r>
              <a:t>D:/pasar_fix/node_modules/.bun/es-toolkit@1.46.1/node_modules/es-toolkit/dist/math/inRange.d.ts</a:t>
            </a:r>
          </a:p>
          <a:p>
            <a:pPr>
              <a:defRPr sz="1200"/>
            </a:pPr>
            <a:r>
              <a:t>D:/pasar_fix/node_modules/.bun/es-toolkit@1.46.1/node_modules/es-toolkit/dist/math/inRange.js</a:t>
            </a:r>
          </a:p>
          <a:p>
            <a:pPr>
              <a:defRPr sz="1200"/>
            </a:pPr>
            <a:r>
              <a:t>D:/pasar_fix/node_modules/.bun/es-toolkit@1.46.1/node_modules/es-toolkit/dist/math/inRange.mjs</a:t>
            </a:r>
          </a:p>
          <a:p>
            <a:pPr>
              <a:defRPr sz="1200"/>
            </a:pPr>
            <a:r>
              <a:t>D:/pasar_fix/node_modules/.bun/es-toolkit@1.46.1/node_modules/es-toolkit/dist/math/mean.d.mts</a:t>
            </a:r>
          </a:p>
          <a:p>
            <a:pPr>
              <a:defRPr sz="1200"/>
            </a:pPr>
            <a:r>
              <a:t>D:/pasar_fix/node_modules/.bun/es-toolkit@1.46.1/node_modules/es-toolkit/dist/math/mean.d.ts</a:t>
            </a:r>
          </a:p>
          <a:p>
            <a:pPr>
              <a:defRPr sz="1200"/>
            </a:pPr>
            <a:r>
              <a:t>D:/pasar_fix/node_modules/.bun/es-toolkit@1.46.1/node_modules/es-toolkit/dist/math/mean.js</a:t>
            </a:r>
          </a:p>
          <a:p>
            <a:pPr>
              <a:defRPr sz="1200"/>
            </a:pPr>
            <a:r>
              <a:t>D:/pasar_fix/node_modules/.bun/es-toolkit@1.46.1/node_modules/es-toolkit/dist/math/mean.mjs</a:t>
            </a:r>
          </a:p>
          <a:p>
            <a:pPr>
              <a:defRPr sz="1200"/>
            </a:pPr>
            <a:r>
              <a:t>D:/pasar_fix/node_modules/.bun/es-toolkit@1.46.1/node_modules/es-toolkit/dist/math/meanBy.d.mts</a:t>
            </a:r>
          </a:p>
          <a:p>
            <a:pPr>
              <a:defRPr sz="1200"/>
            </a:pPr>
            <a:r>
              <a:t>D:/pasar_fix/node_modules/.bun/es-toolkit@1.46.1/node_modules/es-toolkit/dist/math/meanBy.d.ts</a:t>
            </a:r>
          </a:p>
          <a:p>
            <a:pPr>
              <a:defRPr sz="1200"/>
            </a:pPr>
            <a:r>
              <a:t>D:/pasar_fix/node_modules/.bun/es-toolkit@1.46.1/node_modules/es-toolkit/dist/math/meanBy.js</a:t>
            </a:r>
          </a:p>
          <a:p>
            <a:pPr>
              <a:defRPr sz="1200"/>
            </a:pPr>
            <a:r>
              <a:t>D:/pasar_fix/node_modules/.bun/es-toolkit@1.46.1/node_modules/es-toolkit/dist/math/meanBy.mjs</a:t>
            </a:r>
          </a:p>
          <a:p>
            <a:pPr>
              <a:defRPr sz="1200"/>
            </a:pPr>
            <a:r>
              <a:t>D:/pasar_fix/node_modules/.bun/es-toolkit@1.46.1/node_modules/es-toolkit/dist/math/median.d.mts</a:t>
            </a:r>
          </a:p>
          <a:p>
            <a:pPr>
              <a:defRPr sz="1200"/>
            </a:pPr>
            <a:r>
              <a:t>D:/pasar_fix/node_modules/.bun/es-toolkit@1.46.1/node_modules/es-toolkit/dist/math/median.d.ts</a:t>
            </a:r>
          </a:p>
          <a:p>
            <a:pPr>
              <a:defRPr sz="1200"/>
            </a:pPr>
            <a:r>
              <a:t>D:/pasar_fix/node_modules/.bun/es-toolkit@1.46.1/node_modules/es-toolkit/dist/math/median.js</a:t>
            </a:r>
          </a:p>
          <a:p>
            <a:pPr>
              <a:defRPr sz="1200"/>
            </a:pPr>
            <a:r>
              <a:t>D:/pasar_fix/node_modules/.bun/es-toolkit@1.46.1/node_modules/es-toolkit/dist/math/median.mjs</a:t>
            </a:r>
          </a:p>
          <a:p>
            <a:pPr>
              <a:defRPr sz="1200"/>
            </a:pPr>
            <a:r>
              <a:t>D:/pasar_fix/node_modules/.bun/es-toolkit@1.46.1/node_modules/es-toolkit/dist/math/medianBy.d.mts</a:t>
            </a:r>
          </a:p>
          <a:p>
            <a:pPr>
              <a:defRPr sz="1200"/>
            </a:pPr>
            <a:r>
              <a:t>D:/pasar_fix/node_modules/.bun/es-toolkit@1.46.1/node_modules/es-toolkit/dist/math/medianBy.d.ts</a:t>
            </a:r>
          </a:p>
          <a:p>
            <a:pPr>
              <a:defRPr sz="1200"/>
            </a:pPr>
            <a:r>
              <a:t>D:/pasar_fix/node_modules/.bun/es-toolkit@1.46.1/node_modules/es-toolkit/dist/math/medianBy.js</a:t>
            </a:r>
          </a:p>
          <a:p>
            <a:pPr>
              <a:defRPr sz="1200"/>
            </a:pPr>
            <a:r>
              <a:t>D:/pasar_fix/node_modules/.bun/es-toolkit@1.46.1/node_modules/es-toolkit/dist/math/medianBy.mjs</a:t>
            </a:r>
          </a:p>
          <a:p>
            <a:pPr>
              <a:defRPr sz="1200"/>
            </a:pPr>
            <a:r>
              <a:t>D:/pasar_fix/node_modules/.bun/es-toolkit@1.46.1/node_modules/es-toolkit/dist/math/random.d.mts</a:t>
            </a:r>
          </a:p>
          <a:p>
            <a:pPr>
              <a:defRPr sz="1200"/>
            </a:pPr>
            <a:r>
              <a:t>D:/pasar_fix/node_modules/.bun/es-toolkit@1.46.1/node_modules/es-toolkit/dist/math/random.d.ts</a:t>
            </a:r>
          </a:p>
          <a:p>
            <a:pPr>
              <a:defRPr sz="1200"/>
            </a:pPr>
            <a:r>
              <a:t>D:/pasar_fix/node_modules/.bun/es-toolkit@1.46.1/node_modules/es-toolkit/dist/math/random.js</a:t>
            </a:r>
          </a:p>
          <a:p>
            <a:pPr>
              <a:defRPr sz="1200"/>
            </a:pPr>
            <a:r>
              <a:t>D:/pasar_fix/node_modules/.bun/es-toolkit@1.46.1/node_modules/es-toolkit/dist/math/random.mjs</a:t>
            </a:r>
          </a:p>
          <a:p>
            <a:pPr>
              <a:defRPr sz="1200"/>
            </a:pPr>
            <a:r>
              <a:t>D:/pasar_fix/node_modules/.bun/es-toolkit@1.46.1/node_modules/es-toolkit/dist/math/randomInt.d.mts</a:t>
            </a:r>
          </a:p>
          <a:p>
            <a:pPr>
              <a:defRPr sz="1200"/>
            </a:pPr>
            <a:r>
              <a:t>D:/pasar_fix/node_modules/.bun/es-toolkit@1.46.1/node_modules/es-toolkit/dist/math/randomInt.d.ts</a:t>
            </a:r>
          </a:p>
          <a:p>
            <a:pPr>
              <a:defRPr sz="1200"/>
            </a:pPr>
            <a:r>
              <a:t>D:/pasar_fix/node_modules/.bun/es-toolkit@1.46.1/node_modules/es-toolkit/dist/math/randomInt.js</a:t>
            </a:r>
          </a:p>
          <a:p>
            <a:pPr>
              <a:defRPr sz="1200"/>
            </a:pPr>
            <a:r>
              <a:t>D:/pasar_fix/node_modules/.bun/es-toolkit@1.46.1/node_modules/es-toolkit/dist/math/randomInt.mjs</a:t>
            </a:r>
          </a:p>
          <a:p>
            <a:pPr>
              <a:defRPr sz="1200"/>
            </a:pPr>
            <a:r>
              <a:t>D:/pasar_fix/node_modules/.bun/es-toolkit@1.46.1/node_modules/es-toolkit/dist/math/range.d.mts</a:t>
            </a:r>
          </a:p>
          <a:p>
            <a:pPr>
              <a:defRPr sz="1200"/>
            </a:pPr>
            <a:r>
              <a:t>D:/pasar_fix/node_modules/.bun/es-toolkit@1.46.1/node_modules/es-toolkit/dist/math/range.d.ts</a:t>
            </a:r>
          </a:p>
          <a:p>
            <a:pPr>
              <a:defRPr sz="1200"/>
            </a:pPr>
            <a:r>
              <a:t>D:/pasar_fix/node_modules/.bun/es-toolkit@1.46.1/node_modules/es-toolkit/dist/math/range.js</a:t>
            </a:r>
          </a:p>
          <a:p>
            <a:pPr>
              <a:defRPr sz="1200"/>
            </a:pPr>
            <a:r>
              <a:t>D:/pasar_fix/node_modules/.bun/es-toolkit@1.46.1/node_modules/es-toolkit/dist/math/range.mjs</a:t>
            </a:r>
          </a:p>
          <a:p>
            <a:pPr>
              <a:defRPr sz="1200"/>
            </a:pPr>
            <a:r>
              <a:t>D:/pasar_fix/node_modules/.bun/es-toolkit@1.46.1/node_modules/es-toolkit/dist/math/rangeRight.d.mts</a:t>
            </a:r>
          </a:p>
          <a:p>
            <a:pPr>
              <a:defRPr sz="1200"/>
            </a:pPr>
            <a:r>
              <a:t>D:/pasar_fix/node_modules/.bun/es-toolkit@1.46.1/node_modules/es-toolkit/dist/math/rangeRight.d.ts</a:t>
            </a:r>
          </a:p>
          <a:p>
            <a:pPr>
              <a:defRPr sz="1200"/>
            </a:pPr>
            <a:r>
              <a:t>D:/pasar_fix/node_modules/.bun/es-toolkit@1.46.1/node_modules/es-toolkit/dist/math/rangeRight.js</a:t>
            </a:r>
          </a:p>
          <a:p>
            <a:pPr>
              <a:defRPr sz="1200"/>
            </a:pPr>
            <a:r>
              <a:t>D:/pasar_fix/node_modules/.bun/es-toolkit@1.46.1/node_modules/es-toolkit/dist/math/rangeRight.mjs</a:t>
            </a:r>
          </a:p>
          <a:p>
            <a:pPr>
              <a:defRPr sz="1200"/>
            </a:pPr>
            <a:r>
              <a:t>D:/pasar_fix/node_modules/.bun/es-toolkit@1.46.1/node_modules/es-toolkit/dist/math/round.d.mts</a:t>
            </a:r>
          </a:p>
          <a:p>
            <a:pPr>
              <a:defRPr sz="1200"/>
            </a:pPr>
            <a:r>
              <a:t>D:/pasar_fix/node_modules/.bun/es-toolkit@1.46.1/node_modules/es-toolkit/dist/math/round.d.ts</a:t>
            </a:r>
          </a:p>
          <a:p>
            <a:pPr>
              <a:defRPr sz="1200"/>
            </a:pPr>
            <a:r>
              <a:t>D:/pasar_fix/node_modules/.bun/es-toolkit@1.46.1/node_modules/es-toolkit/dist/math/round.js</a:t>
            </a:r>
          </a:p>
          <a:p>
            <a:pPr>
              <a:defRPr sz="1200"/>
            </a:pPr>
            <a:r>
              <a:t>D:/pasar_fix/node_modules/.bun/es-toolkit@1.46.1/node_modules/es-toolkit/dist/math/round.mjs</a:t>
            </a:r>
          </a:p>
          <a:p>
            <a:pPr>
              <a:defRPr sz="1200"/>
            </a:pPr>
            <a:r>
              <a:t>D:/pasar_fix/node_modules/.bun/es-toolkit@1.46.1/node_modules/es-toolkit/dist/math/sum.d.mts</a:t>
            </a:r>
          </a:p>
          <a:p>
            <a:pPr>
              <a:defRPr sz="1200"/>
            </a:pPr>
            <a:r>
              <a:t>D:/pasar_fix/node_modules/.bun/es-toolkit@1.46.1/node_modules/es-toolkit/dist/math/sum.d.ts</a:t>
            </a:r>
          </a:p>
          <a:p>
            <a:pPr>
              <a:defRPr sz="1200"/>
            </a:pPr>
            <a:r>
              <a:t>D:/pasar_fix/node_modules/.bun/es-toolkit@1.46.1/node_modules/es-toolkit/dist/math/sum.js</a:t>
            </a:r>
          </a:p>
          <a:p>
            <a:pPr>
              <a:defRPr sz="1200"/>
            </a:pPr>
            <a:r>
              <a:t>D:/pasar_fix/node_modules/.bun/es-toolkit@1.46.1/node_modules/es-toolkit/dist/math/sum.mjs</a:t>
            </a:r>
          </a:p>
          <a:p>
            <a:pPr>
              <a:defRPr sz="1200"/>
            </a:pPr>
            <a:r>
              <a:t>D:/pasar_fix/node_modules/.bun/es-toolkit@1.46.1/node_modules/es-toolkit/dist/math/sumBy.d.mts</a:t>
            </a:r>
          </a:p>
          <a:p>
            <a:pPr>
              <a:defRPr sz="1200"/>
            </a:pPr>
            <a:r>
              <a:t>D:/pasar_fix/node_modules/.bun/es-toolkit@1.46.1/node_modules/es-toolkit/dist/math/sumBy.d.ts</a:t>
            </a:r>
          </a:p>
          <a:p>
            <a:pPr>
              <a:defRPr sz="1200"/>
            </a:pPr>
            <a:r>
              <a:t>D:/pasar_fix/node_modules/.bun/es-toolkit@1.46.1/node_modules/es-toolkit/dist/math/sumBy.js</a:t>
            </a:r>
          </a:p>
          <a:p>
            <a:pPr>
              <a:defRPr sz="1200"/>
            </a:pPr>
            <a:r>
              <a:t>D:/pasar_fix/node_modules/.bun/es-toolkit@1.46.1/node_modules/es-toolkit/dist/math/sumBy.mjs</a:t>
            </a:r>
          </a:p>
          <a:p>
            <a:pPr>
              <a:defRPr sz="1200"/>
            </a:pPr>
            <a:r>
              <a:t>D:/pasar_fix/node_modules/.bun/es-toolkit@1.46.1/node_modules/es-toolkit/dist/object/clone.d.mts</a:t>
            </a:r>
          </a:p>
          <a:p>
            <a:pPr>
              <a:defRPr sz="1200"/>
            </a:pPr>
            <a:r>
              <a:t>D:/pasar_fix/node_modules/.bun/es-toolkit@1.46.1/node_modules/es-toolkit/dist/object/clone.d.ts</a:t>
            </a:r>
          </a:p>
          <a:p>
            <a:pPr>
              <a:defRPr sz="1200"/>
            </a:pPr>
            <a:r>
              <a:t>D:/pasar_fix/node_modules/.bun/es-toolkit@1.46.1/node_modules/es-toolkit/dist/object/clone.js</a:t>
            </a:r>
          </a:p>
          <a:p>
            <a:pPr>
              <a:defRPr sz="1200"/>
            </a:pPr>
            <a:r>
              <a:t>D:/pasar_fix/node_modules/.bun/es-toolkit@1.46.1/node_modules/es-toolkit/dist/object/clone.mjs</a:t>
            </a:r>
          </a:p>
          <a:p>
            <a:pPr>
              <a:defRPr sz="1200"/>
            </a:pPr>
            <a:r>
              <a:t>D:/pasar_fix/node_modules/.bun/es-toolkit@1.46.1/node_modules/es-toolkit/dist/object/cloneDeep.d.mts</a:t>
            </a:r>
          </a:p>
          <a:p>
            <a:pPr>
              <a:defRPr sz="1200"/>
            </a:pPr>
            <a:r>
              <a:t>D:/pasar_fix/node_modules/.bun/es-toolkit@1.46.1/node_modules/es-toolkit/dist/object/cloneDeep.d.ts</a:t>
            </a:r>
          </a:p>
          <a:p>
            <a:pPr>
              <a:defRPr sz="1200"/>
            </a:pPr>
            <a:r>
              <a:t>D:/pasar_fix/node_modules/.bun/es-toolkit@1.46.1/node_modules/es-toolkit/dist/object/cloneDeep.js</a:t>
            </a:r>
          </a:p>
          <a:p>
            <a:pPr>
              <a:defRPr sz="1200"/>
            </a:pPr>
            <a:r>
              <a:t>D:/pasar_fix/node_modules/.bun/es-toolkit@1.46.1/node_modules/es-toolkit/dist/object/cloneDeep.mjs</a:t>
            </a:r>
          </a:p>
          <a:p>
            <a:pPr>
              <a:defRPr sz="1200"/>
            </a:pPr>
            <a:r>
              <a:t>D:/pasar_fix/node_modules/.bun/es-toolkit@1.46.1/node_modules/es-toolkit/dist/object/cloneDeepWith.d.mts</a:t>
            </a:r>
          </a:p>
          <a:p>
            <a:pPr>
              <a:defRPr sz="1200"/>
            </a:pPr>
            <a:r>
              <a:t>D:/pasar_fix/node_modules/.bun/es-toolkit@1.46.1/node_modules/es-toolkit/dist/object/cloneDeepWith.d.ts</a:t>
            </a:r>
          </a:p>
          <a:p>
            <a:pPr>
              <a:defRPr sz="1200"/>
            </a:pPr>
            <a:r>
              <a:t>D:/pasar_fix/node_modules/.bun/es-toolkit@1.46.1/node_modules/es-toolkit/dist/object/cloneDeepWith.js</a:t>
            </a:r>
          </a:p>
          <a:p>
            <a:pPr>
              <a:defRPr sz="1200"/>
            </a:pPr>
            <a:r>
              <a:t>D:/pasar_fix/node_modules/.bun/es-toolkit@1.46.1/node_modules/es-toolkit/dist/object/cloneDeepWith.mjs</a:t>
            </a:r>
          </a:p>
          <a:p>
            <a:pPr>
              <a:defRPr sz="1200"/>
            </a:pPr>
            <a:r>
              <a:t>D:/pasar_fix/node_modules/.bun/es-toolkit@1.46.1/node_modules/es-toolkit/dist/object/findKey.d.mts</a:t>
            </a:r>
          </a:p>
          <a:p>
            <a:pPr>
              <a:defRPr sz="1200"/>
            </a:pPr>
            <a:r>
              <a:t>D:/pasar_fix/node_modules/.bun/es-toolkit@1.46.1/node_modules/es-toolkit/dist/object/findKey.d.ts</a:t>
            </a:r>
          </a:p>
          <a:p>
            <a:pPr>
              <a:defRPr sz="1200"/>
            </a:pPr>
            <a:r>
              <a:t>D:/pasar_fix/node_modules/.bun/es-toolkit@1.46.1/node_modules/es-toolkit/dist/object/findKey.js</a:t>
            </a:r>
          </a:p>
          <a:p>
            <a:pPr>
              <a:defRPr sz="1200"/>
            </a:pPr>
            <a:r>
              <a:t>D:/pasar_fix/node_modules/.bun/es-toolkit@1.46.1/node_modules/es-toolkit/dist/object/findKey.mjs</a:t>
            </a:r>
          </a:p>
          <a:p>
            <a:pPr>
              <a:defRPr sz="1200"/>
            </a:pPr>
            <a:r>
              <a:t>D:/pasar_fix/node_modules/.bun/es-toolkit@1.46.1/node_modules/es-toolkit/dist/object/flattenObject.d.mts</a:t>
            </a:r>
          </a:p>
          <a:p>
            <a:pPr>
              <a:defRPr sz="1200"/>
            </a:pPr>
            <a:r>
              <a:t>D:/pasar_fix/node_modules/.bun/es-toolkit@1.46.1/node_modules/es-toolkit/dist/object/flattenObject.d.ts</a:t>
            </a:r>
          </a:p>
          <a:p>
            <a:pPr>
              <a:defRPr sz="1200"/>
            </a:pPr>
            <a:r>
              <a:t>D:/pasar_fix/node_modules/.bun/es-toolkit@1.46.1/node_modules/es-toolkit/dist/object/flattenObject.js</a:t>
            </a:r>
          </a:p>
          <a:p>
            <a:pPr>
              <a:defRPr sz="1200"/>
            </a:pPr>
            <a:r>
              <a:t>D:/pasar_fix/node_modules/.bun/es-toolkit@1.46.1/node_modules/es-toolkit/dist/object/flattenObject.mjs</a:t>
            </a:r>
          </a:p>
          <a:p>
            <a:pPr>
              <a:defRPr sz="1200"/>
            </a:pPr>
            <a:r>
              <a:t>D:/pasar_fix/node_modules/.bun/es-toolkit@1.46.1/node_modules/es-toolkit/dist/object/index.d.mts</a:t>
            </a:r>
          </a:p>
          <a:p>
            <a:pPr>
              <a:defRPr sz="1200"/>
            </a:pPr>
            <a:r>
              <a:t>D:/pasar_fix/node_modules/.bun/es-toolkit@1.46.1/node_modules/es-toolkit/dist/object/index.d.ts</a:t>
            </a:r>
          </a:p>
          <a:p>
            <a:pPr>
              <a:defRPr sz="1200"/>
            </a:pPr>
            <a:r>
              <a:t>D:/pasar_fix/node_modules/.bun/es-toolkit@1.46.1/node_modules/es-toolkit/dist/object/index.js</a:t>
            </a:r>
          </a:p>
          <a:p>
            <a:pPr>
              <a:defRPr sz="1200"/>
            </a:pPr>
            <a:r>
              <a:t>D:/pasar_fix/node_modules/.bun/es-toolkit@1.46.1/node_modules/es-toolkit/dist/object/index.mjs</a:t>
            </a:r>
          </a:p>
          <a:p>
            <a:pPr>
              <a:defRPr sz="1200"/>
            </a:pPr>
            <a:r>
              <a:t>D:/pasar_fix/node_modules/.bun/es-toolkit@1.46.1/node_modules/es-toolkit/dist/object/invert.d.mts</a:t>
            </a:r>
          </a:p>
          <a:p>
            <a:pPr>
              <a:defRPr sz="1200"/>
            </a:pPr>
            <a:r>
              <a:t>D:/pasar_fix/node_modules/.bun/es-toolkit@1.46.1/node_modules/es-toolkit/dist/object/invert.d.ts</a:t>
            </a:r>
          </a:p>
          <a:p>
            <a:pPr>
              <a:defRPr sz="1200"/>
            </a:pPr>
            <a:r>
              <a:t>D:/pasar_fix/node_modules/.bun/es-toolkit@1.46.1/node_modules/es-toolkit/dist/object/invert.js</a:t>
            </a:r>
          </a:p>
          <a:p>
            <a:pPr>
              <a:defRPr sz="1200"/>
            </a:pPr>
            <a:r>
              <a:t>D:/pasar_fix/node_modules/.bun/es-toolkit@1.46.1/node_modules/es-toolkit/dist/object/invert.mjs</a:t>
            </a:r>
          </a:p>
          <a:p>
            <a:pPr>
              <a:defRPr sz="1200"/>
            </a:pPr>
            <a:r>
              <a:t>D:/pasar_fix/node_modules/.bun/es-toolkit@1.46.1/node_modules/es-toolkit/dist/object/mapKeys.d.mts</a:t>
            </a:r>
          </a:p>
          <a:p>
            <a:pPr>
              <a:defRPr sz="1200"/>
            </a:pPr>
            <a:r>
              <a:t>D:/pasar_fix/node_modules/.bun/es-toolkit@1.46.1/node_modules/es-toolkit/dist/object/mapKeys.d.ts</a:t>
            </a:r>
          </a:p>
          <a:p>
            <a:pPr>
              <a:defRPr sz="1200"/>
            </a:pPr>
            <a:r>
              <a:t>D:/pasar_fix/node_modules/.bun/es-toolkit@1.46.1/node_modules/es-toolkit/dist/object/mapKeys.js</a:t>
            </a:r>
          </a:p>
          <a:p>
            <a:pPr>
              <a:defRPr sz="1200"/>
            </a:pPr>
            <a:r>
              <a:t>D:/pasar_fix/node_modules/.bun/es-toolkit@1.46.1/node_modules/es-toolkit/dist/object/mapKeys.mjs</a:t>
            </a:r>
          </a:p>
          <a:p>
            <a:pPr>
              <a:defRPr sz="1200"/>
            </a:pPr>
            <a:r>
              <a:t>D:/pasar_fix/node_modules/.bun/es-toolkit@1.46.1/node_modules/es-toolkit/dist/object/mapValues.d.mts</a:t>
            </a:r>
          </a:p>
          <a:p>
            <a:pPr>
              <a:defRPr sz="1200"/>
            </a:pPr>
            <a:r>
              <a:t>D:/pasar_fix/node_modules/.bun/es-toolkit@1.46.1/node_modules/es-toolkit/dist/object/mapValues.d.ts</a:t>
            </a:r>
          </a:p>
          <a:p>
            <a:pPr>
              <a:defRPr sz="1200"/>
            </a:pPr>
            <a:r>
              <a:t>D:/pasar_fix/node_modules/.bun/es-toolkit@1.46.1/node_modules/es-toolkit/dist/object/mapValues.js</a:t>
            </a:r>
          </a:p>
          <a:p>
            <a:pPr>
              <a:defRPr sz="1200"/>
            </a:pPr>
            <a:r>
              <a:t>D:/pasar_fix/node_modules/.bun/es-toolkit@1.46.1/node_modules/es-toolkit/dist/object/mapValues.mjs</a:t>
            </a:r>
          </a:p>
          <a:p>
            <a:pPr>
              <a:defRPr sz="1200"/>
            </a:pPr>
            <a:r>
              <a:t>D:/pasar_fix/node_modules/.bun/es-toolkit@1.46.1/node_modules/es-toolkit/dist/object/merge.d.mts</a:t>
            </a:r>
          </a:p>
          <a:p>
            <a:pPr>
              <a:defRPr sz="1200"/>
            </a:pPr>
            <a:r>
              <a:t>D:/pasar_fix/node_modules/.bun/es-toolkit@1.46.1/node_modules/es-toolkit/dist/object/merge.d.ts</a:t>
            </a:r>
          </a:p>
          <a:p>
            <a:pPr>
              <a:defRPr sz="1200"/>
            </a:pPr>
            <a:r>
              <a:t>D:/pasar_fix/node_modules/.bun/es-toolkit@1.46.1/node_modules/es-toolkit/dist/object/merge.js</a:t>
            </a:r>
          </a:p>
          <a:p>
            <a:pPr>
              <a:defRPr sz="1200"/>
            </a:pPr>
            <a:r>
              <a:t>D:/pasar_fix/node_modules/.bun/es-toolkit@1.46.1/node_modules/es-toolkit/dist/object/merge.mjs</a:t>
            </a:r>
          </a:p>
          <a:p>
            <a:pPr>
              <a:defRPr sz="1200"/>
            </a:pPr>
            <a:r>
              <a:t>D:/pasar_fix/node_modules/.bun/es-toolkit@1.46.1/node_modules/es-toolkit/dist/object/mergeWith.d.mts</a:t>
            </a:r>
          </a:p>
          <a:p>
            <a:pPr>
              <a:defRPr sz="1200"/>
            </a:pPr>
            <a:r>
              <a:t>D:/pasar_fix/node_modules/.bun/es-toolkit@1.46.1/node_modules/es-toolkit/dist/object/mergeWith.d.ts</a:t>
            </a:r>
          </a:p>
          <a:p>
            <a:pPr>
              <a:defRPr sz="1200"/>
            </a:pPr>
            <a:r>
              <a:t>D:/pasar_fix/node_modules/.bun/es-toolkit@1.46.1/node_modules/es-toolkit/dist/object/mergeWith.js</a:t>
            </a:r>
          </a:p>
          <a:p>
            <a:pPr>
              <a:defRPr sz="1200"/>
            </a:pPr>
            <a:r>
              <a:t>D:/pasar_fix/node_modules/.bun/es-toolkit@1.46.1/node_modules/es-toolkit/dist/object/mergeWith.mjs</a:t>
            </a:r>
          </a:p>
          <a:p>
            <a:pPr>
              <a:defRPr sz="1200"/>
            </a:pPr>
            <a:r>
              <a:t>D:/pasar_fix/node_modules/.bun/es-toolkit@1.46.1/node_modules/es-toolkit/dist/object/omit.d.mts</a:t>
            </a:r>
          </a:p>
          <a:p>
            <a:pPr>
              <a:defRPr sz="1200"/>
            </a:pPr>
            <a:r>
              <a:t>D:/pasar_fix/node_modules/.bun/es-toolkit@1.46.1/node_modules/es-toolkit/dist/object/omit.d.ts</a:t>
            </a:r>
          </a:p>
          <a:p>
            <a:pPr>
              <a:defRPr sz="1200"/>
            </a:pPr>
            <a:r>
              <a:t>D:/pasar_fix/node_modules/.bun/es-toolkit@1.46.1/node_modules/es-toolkit/dist/object/omit.js</a:t>
            </a:r>
          </a:p>
          <a:p>
            <a:pPr>
              <a:defRPr sz="1200"/>
            </a:pPr>
            <a:r>
              <a:t>D:/pasar_fix/node_modules/.bun/es-toolkit@1.46.1/node_modules/es-toolkit/dist/object/omit.mjs</a:t>
            </a:r>
          </a:p>
          <a:p>
            <a:pPr>
              <a:defRPr sz="1200"/>
            </a:pPr>
            <a:r>
              <a:t>D:/pasar_fix/node_modules/.bun/es-toolkit@1.46.1/node_modules/es-toolkit/dist/object/omitBy.d.mts</a:t>
            </a:r>
          </a:p>
          <a:p>
            <a:pPr>
              <a:defRPr sz="1200"/>
            </a:pPr>
            <a:r>
              <a:t>D:/pasar_fix/node_modules/.bun/es-toolkit@1.46.1/node_modules/es-toolkit/dist/object/omitBy.d.ts</a:t>
            </a:r>
          </a:p>
          <a:p>
            <a:pPr>
              <a:defRPr sz="1200"/>
            </a:pPr>
            <a:r>
              <a:t>D:/pasar_fix/node_modules/.bun/es-toolkit@1.46.1/node_modules/es-toolkit/dist/object/omitBy.js</a:t>
            </a:r>
          </a:p>
          <a:p>
            <a:pPr>
              <a:defRPr sz="1200"/>
            </a:pPr>
            <a:r>
              <a:t>D:/pasar_fix/node_modules/.bun/es-toolkit@1.46.1/node_modules/es-toolkit/dist/object/omitBy.mjs</a:t>
            </a:r>
          </a:p>
          <a:p>
            <a:pPr>
              <a:defRPr sz="1200"/>
            </a:pPr>
            <a:r>
              <a:t>D:/pasar_fix/node_modules/.bun/es-toolkit@1.46.1/node_modules/es-toolkit/dist/object/pick.d.mts</a:t>
            </a:r>
          </a:p>
          <a:p>
            <a:pPr>
              <a:defRPr sz="1200"/>
            </a:pPr>
            <a:r>
              <a:t>D:/pasar_fix/node_modules/.bun/es-toolkit@1.46.1/node_modules/es-toolkit/dist/object/pick.d.ts</a:t>
            </a:r>
          </a:p>
          <a:p>
            <a:pPr>
              <a:defRPr sz="1200"/>
            </a:pPr>
            <a:r>
              <a:t>D:/pasar_fix/node_modules/.bun/es-toolkit@1.46.1/node_modules/es-toolkit/dist/object/pick.js</a:t>
            </a:r>
          </a:p>
          <a:p>
            <a:pPr>
              <a:defRPr sz="1200"/>
            </a:pPr>
            <a:r>
              <a:t>D:/pasar_fix/node_modules/.bun/es-toolkit@1.46.1/node_modules/es-toolkit/dist/object/pick.mjs</a:t>
            </a:r>
          </a:p>
          <a:p>
            <a:pPr>
              <a:defRPr sz="1200"/>
            </a:pPr>
            <a:r>
              <a:t>D:/pasar_fix/node_modules/.bun/es-toolkit@1.46.1/node_modules/es-toolkit/dist/object/pickBy.d.mts</a:t>
            </a:r>
          </a:p>
          <a:p>
            <a:pPr>
              <a:defRPr sz="1200"/>
            </a:pPr>
            <a:r>
              <a:t>D:/pasar_fix/node_modules/.bun/es-toolkit@1.46.1/node_modules/es-toolkit/dist/object/pickBy.d.ts</a:t>
            </a:r>
          </a:p>
          <a:p>
            <a:pPr>
              <a:defRPr sz="1200"/>
            </a:pPr>
            <a:r>
              <a:t>D:/pasar_fix/node_modules/.bun/es-toolkit@1.46.1/node_modules/es-toolkit/dist/object/pickBy.js</a:t>
            </a:r>
          </a:p>
          <a:p>
            <a:pPr>
              <a:defRPr sz="1200"/>
            </a:pPr>
            <a:r>
              <a:t>D:/pasar_fix/node_modules/.bun/es-toolkit@1.46.1/node_modules/es-toolkit/dist/object/pickBy.mjs</a:t>
            </a:r>
          </a:p>
          <a:p>
            <a:pPr>
              <a:defRPr sz="1200"/>
            </a:pPr>
            <a:r>
              <a:t>D:/pasar_fix/node_modules/.bun/es-toolkit@1.46.1/node_modules/es-toolkit/dist/object/toCamelCaseKeys.d.mts</a:t>
            </a:r>
          </a:p>
          <a:p>
            <a:pPr>
              <a:defRPr sz="1200"/>
            </a:pPr>
            <a:r>
              <a:t>D:/pasar_fix/node_modules/.bun/es-toolkit@1.46.1/node_modules/es-toolkit/dist/object/toCamelCaseKeys.d.ts</a:t>
            </a:r>
          </a:p>
          <a:p>
            <a:pPr>
              <a:defRPr sz="1200"/>
            </a:pPr>
            <a:r>
              <a:t>D:/pasar_fix/node_modules/.bun/es-toolkit@1.46.1/node_modules/es-toolkit/dist/object/toCamelCaseKeys.js</a:t>
            </a:r>
          </a:p>
          <a:p>
            <a:pPr>
              <a:defRPr sz="1200"/>
            </a:pPr>
            <a:r>
              <a:t>D:/pasar_fix/node_modules/.bun/es-toolkit@1.46.1/node_modules/es-toolkit/dist/object/toCamelCaseKeys.mjs</a:t>
            </a:r>
          </a:p>
          <a:p>
            <a:pPr>
              <a:defRPr sz="1200"/>
            </a:pPr>
            <a:r>
              <a:t>D:/pasar_fix/node_modules/.bun/es-toolkit@1.46.1/node_modules/es-toolkit/dist/object/toMerged.d.mts</a:t>
            </a:r>
          </a:p>
          <a:p>
            <a:pPr>
              <a:defRPr sz="1200"/>
            </a:pPr>
            <a:r>
              <a:t>D:/pasar_fix/node_modules/.bun/es-toolkit@1.46.1/node_modules/es-toolkit/dist/object/toMerged.d.ts</a:t>
            </a:r>
          </a:p>
          <a:p>
            <a:pPr>
              <a:defRPr sz="1200"/>
            </a:pPr>
            <a:r>
              <a:t>D:/pasar_fix/node_modules/.bun/es-toolkit@1.46.1/node_modules/es-toolkit/dist/object/toMerged.js</a:t>
            </a:r>
          </a:p>
          <a:p>
            <a:pPr>
              <a:defRPr sz="1200"/>
            </a:pPr>
            <a:r>
              <a:t>D:/pasar_fix/node_modules/.bun/es-toolkit@1.46.1/node_modules/es-toolkit/dist/object/toMerged.mjs</a:t>
            </a:r>
          </a:p>
          <a:p>
            <a:pPr>
              <a:defRPr sz="1200"/>
            </a:pPr>
            <a:r>
              <a:t>D:/pasar_fix/node_modules/.bun/es-toolkit@1.46.1/node_modules/es-toolkit/dist/object/toSnakeCaseKeys.d.mts</a:t>
            </a:r>
          </a:p>
          <a:p>
            <a:pPr>
              <a:defRPr sz="1200"/>
            </a:pPr>
            <a:r>
              <a:t>D:/pasar_fix/node_modules/.bun/es-toolkit@1.46.1/node_modules/es-toolkit/dist/object/toSnakeCaseKeys.d.ts</a:t>
            </a:r>
          </a:p>
          <a:p>
            <a:pPr>
              <a:defRPr sz="1200"/>
            </a:pPr>
            <a:r>
              <a:t>D:/pasar_fix/node_modules/.bun/es-toolkit@1.46.1/node_modules/es-toolkit/dist/object/toSnakeCaseKeys.js</a:t>
            </a:r>
          </a:p>
          <a:p>
            <a:pPr>
              <a:defRPr sz="1200"/>
            </a:pPr>
            <a:r>
              <a:t>D:/pasar_fix/node_modules/.bun/es-toolkit@1.46.1/node_modules/es-toolkit/dist/object/toSnakeCaseKeys.mjs</a:t>
            </a:r>
          </a:p>
          <a:p>
            <a:pPr>
              <a:defRPr sz="1200"/>
            </a:pPr>
            <a:r>
              <a:t>D:/pasar_fix/node_modules/.bun/es-toolkit@1.46.1/node_modules/es-toolkit/dist/predicate/index.d.mts</a:t>
            </a:r>
          </a:p>
          <a:p>
            <a:pPr>
              <a:defRPr sz="1200"/>
            </a:pPr>
            <a:r>
              <a:t>D:/pasar_fix/node_modules/.bun/es-toolkit@1.46.1/node_modules/es-toolkit/dist/predicate/index.d.ts</a:t>
            </a:r>
          </a:p>
          <a:p>
            <a:pPr>
              <a:defRPr sz="1200"/>
            </a:pPr>
            <a:r>
              <a:t>D:/pasar_fix/node_modules/.bun/es-toolkit@1.46.1/node_modules/es-toolkit/dist/predicate/index.js</a:t>
            </a:r>
          </a:p>
          <a:p>
            <a:pPr>
              <a:defRPr sz="1200"/>
            </a:pPr>
            <a:r>
              <a:t>D:/pasar_fix/node_modules/.bun/es-toolkit@1.46.1/node_modules/es-toolkit/dist/predicate/index.mjs</a:t>
            </a:r>
          </a:p>
          <a:p>
            <a:pPr>
              <a:defRPr sz="1200"/>
            </a:pPr>
            <a:r>
              <a:t>D:/pasar_fix/node_modules/.bun/es-toolkit@1.46.1/node_modules/es-toolkit/dist/predicate/isArrayBuffer.d.mts</a:t>
            </a:r>
          </a:p>
          <a:p>
            <a:pPr>
              <a:defRPr sz="1200"/>
            </a:pPr>
            <a:r>
              <a:t>D:/pasar_fix/node_modules/.bun/es-toolkit@1.46.1/node_modules/es-toolkit/dist/predicate/isArrayBuffer.d.ts</a:t>
            </a:r>
          </a:p>
          <a:p>
            <a:pPr>
              <a:defRPr sz="1200"/>
            </a:pPr>
            <a:r>
              <a:t>D:/pasar_fix/node_modules/.bun/es-toolkit@1.46.1/node_modules/es-toolkit/dist/predicate/isArrayBuffer.js</a:t>
            </a:r>
          </a:p>
          <a:p>
            <a:pPr>
              <a:defRPr sz="1200"/>
            </a:pPr>
            <a:r>
              <a:t>D:/pasar_fix/node_modules/.bun/es-toolkit@1.46.1/node_modules/es-toolkit/dist/predicate/isArrayBuffer.mjs</a:t>
            </a:r>
          </a:p>
          <a:p>
            <a:pPr>
              <a:defRPr sz="1200"/>
            </a:pPr>
            <a:r>
              <a:t>D:/pasar_fix/node_modules/.bun/es-toolkit@1.46.1/node_modules/es-toolkit/dist/predicate/isBlob.d.mts</a:t>
            </a:r>
          </a:p>
          <a:p>
            <a:pPr>
              <a:defRPr sz="1200"/>
            </a:pPr>
            <a:r>
              <a:t>D:/pasar_fix/node_modules/.bun/es-toolkit@1.46.1/node_modules/es-toolkit/dist/predicate/isBlob.d.ts</a:t>
            </a:r>
          </a:p>
          <a:p>
            <a:pPr>
              <a:defRPr sz="1200"/>
            </a:pPr>
            <a:r>
              <a:t>D:/pasar_fix/node_modules/.bun/es-toolkit@1.46.1/node_modules/es-toolkit/dist/predicate/isBlob.js</a:t>
            </a:r>
          </a:p>
          <a:p>
            <a:pPr>
              <a:defRPr sz="1200"/>
            </a:pPr>
            <a:r>
              <a:t>D:/pasar_fix/node_modules/.bun/es-toolkit@1.46.1/node_modules/es-toolkit/dist/predicate/isBlob.mjs</a:t>
            </a:r>
          </a:p>
          <a:p>
            <a:pPr>
              <a:defRPr sz="1200"/>
            </a:pPr>
            <a:r>
              <a:t>D:/pasar_fix/node_modules/.bun/es-toolkit@1.46.1/node_modules/es-toolkit/dist/predicate/isBoolean.d.mts</a:t>
            </a:r>
          </a:p>
          <a:p>
            <a:pPr>
              <a:defRPr sz="1200"/>
            </a:pPr>
            <a:r>
              <a:t>D:/pasar_fix/node_modules/.bun/es-toolkit@1.46.1/node_modules/es-toolkit/dist/predicate/isBoolean.d.ts</a:t>
            </a:r>
          </a:p>
          <a:p>
            <a:pPr>
              <a:defRPr sz="1200"/>
            </a:pPr>
            <a:r>
              <a:t>D:/pasar_fix/node_modules/.bun/es-toolkit@1.46.1/node_modules/es-toolkit/dist/predicate/isBoolean.js</a:t>
            </a:r>
          </a:p>
          <a:p>
            <a:pPr>
              <a:defRPr sz="1200"/>
            </a:pPr>
            <a:r>
              <a:t>D:/pasar_fix/node_modules/.bun/es-toolkit@1.46.1/node_modules/es-toolkit/dist/predicate/isBoolean.mjs</a:t>
            </a:r>
          </a:p>
          <a:p>
            <a:pPr>
              <a:defRPr sz="1200"/>
            </a:pPr>
            <a:r>
              <a:t>D:/pasar_fix/node_modules/.bun/es-toolkit@1.46.1/node_modules/es-toolkit/dist/predicate/isBrowser.d.mts</a:t>
            </a:r>
          </a:p>
          <a:p>
            <a:pPr>
              <a:defRPr sz="1200"/>
            </a:pPr>
            <a:r>
              <a:t>D:/pasar_fix/node_modules/.bun/es-toolkit@1.46.1/node_modules/es-toolkit/dist/predicate/isBrowser.d.ts</a:t>
            </a:r>
          </a:p>
          <a:p>
            <a:pPr>
              <a:defRPr sz="1200"/>
            </a:pPr>
            <a:r>
              <a:t>D:/pasar_fix/node_modules/.bun/es-toolkit@1.46.1/node_modules/es-toolkit/dist/predicate/isBrowser.js</a:t>
            </a:r>
          </a:p>
          <a:p>
            <a:pPr>
              <a:defRPr sz="1200"/>
            </a:pPr>
            <a:r>
              <a:t>D:/pasar_fix/node_modules/.bun/es-toolkit@1.46.1/node_modules/es-toolkit/dist/predicate/isBrowser.mjs</a:t>
            </a:r>
          </a:p>
          <a:p>
            <a:pPr>
              <a:defRPr sz="1200"/>
            </a:pPr>
            <a:r>
              <a:t>D:/pasar_fix/node_modules/.bun/es-toolkit@1.46.1/node_modules/es-toolkit/dist/predicate/isBuffer.d.mts</a:t>
            </a:r>
          </a:p>
          <a:p>
            <a:pPr>
              <a:defRPr sz="1200"/>
            </a:pPr>
            <a:r>
              <a:t>D:/pasar_fix/node_modules/.bun/es-toolkit@1.46.1/node_modules/es-toolkit/dist/predicate/isBuffer.d.ts</a:t>
            </a:r>
          </a:p>
          <a:p>
            <a:pPr>
              <a:defRPr sz="1200"/>
            </a:pPr>
            <a:r>
              <a:t>D:/pasar_fix/node_modules/.bun/es-toolkit@1.46.1/node_modules/es-toolkit/dist/predicate/isBuffer.js</a:t>
            </a:r>
          </a:p>
          <a:p>
            <a:pPr>
              <a:defRPr sz="1200"/>
            </a:pPr>
            <a:r>
              <a:t>D:/pasar_fix/node_modules/.bun/es-toolkit@1.46.1/node_modules/es-toolkit/dist/predicate/isBuffer.mjs</a:t>
            </a:r>
          </a:p>
          <a:p>
            <a:pPr>
              <a:defRPr sz="1200"/>
            </a:pPr>
            <a:r>
              <a:t>D:/pasar_fix/node_modules/.bun/es-toolkit@1.46.1/node_modules/es-toolkit/dist/predicate/isDate.d.mts</a:t>
            </a:r>
          </a:p>
          <a:p>
            <a:pPr>
              <a:defRPr sz="1200"/>
            </a:pPr>
            <a:r>
              <a:t>D:/pasar_fix/node_modules/.bun/es-toolkit@1.46.1/node_modules/es-toolkit/dist/predicate/isDate.d.ts</a:t>
            </a:r>
          </a:p>
          <a:p>
            <a:pPr>
              <a:defRPr sz="1200"/>
            </a:pPr>
            <a:r>
              <a:t>D:/pasar_fix/node_modules/.bun/es-toolkit@1.46.1/node_modules/es-toolkit/dist/predicate/isDate.js</a:t>
            </a:r>
          </a:p>
          <a:p>
            <a:pPr>
              <a:defRPr sz="1200"/>
            </a:pPr>
            <a:r>
              <a:t>D:/pasar_fix/node_modules/.bun/es-toolkit@1.46.1/node_modules/es-toolkit/dist/predicate/isDate.mjs</a:t>
            </a:r>
          </a:p>
          <a:p>
            <a:pPr>
              <a:defRPr sz="1200"/>
            </a:pPr>
            <a:r>
              <a:t>D:/pasar_fix/node_modules/.bun/es-toolkit@1.46.1/node_modules/es-toolkit/dist/predicate/isEmptyObject.d.mts</a:t>
            </a:r>
          </a:p>
          <a:p>
            <a:pPr>
              <a:defRPr sz="1200"/>
            </a:pPr>
            <a:r>
              <a:t>D:/pasar_fix/node_modules/.bun/es-toolkit@1.46.1/node_modules/es-toolkit/dist/predicate/isEmptyObject.d.ts</a:t>
            </a:r>
          </a:p>
          <a:p>
            <a:pPr>
              <a:defRPr sz="1200"/>
            </a:pPr>
            <a:r>
              <a:t>D:/pasar_fix/node_modules/.bun/es-toolkit@1.46.1/node_modules/es-toolkit/dist/predicate/isEmptyObject.js</a:t>
            </a:r>
          </a:p>
          <a:p>
            <a:pPr>
              <a:defRPr sz="1200"/>
            </a:pPr>
            <a:r>
              <a:t>D:/pasar_fix/node_modules/.bun/es-toolkit@1.46.1/node_modules/es-toolkit/dist/predicate/isEmptyObject.mjs</a:t>
            </a:r>
          </a:p>
          <a:p>
            <a:pPr>
              <a:defRPr sz="1200"/>
            </a:pPr>
            <a:r>
              <a:t>D:/pasar_fix/node_modules/.bun/es-toolkit@1.46.1/node_modules/es-toolkit/dist/predicate/isEqual.d.mts</a:t>
            </a:r>
          </a:p>
          <a:p>
            <a:pPr>
              <a:defRPr sz="1200"/>
            </a:pPr>
            <a:r>
              <a:t>D:/pasar_fix/node_modules/.bun/es-toolkit@1.46.1/node_modules/es-toolkit/dist/predicate/isEqual.d.ts</a:t>
            </a:r>
          </a:p>
          <a:p>
            <a:pPr>
              <a:defRPr sz="1200"/>
            </a:pPr>
            <a:r>
              <a:t>D:/pasar_fix/node_modules/.bun/es-toolkit@1.46.1/node_modules/es-toolkit/dist/predicate/isEqual.js</a:t>
            </a:r>
          </a:p>
          <a:p>
            <a:pPr>
              <a:defRPr sz="1200"/>
            </a:pPr>
            <a:r>
              <a:t>D:/pasar_fix/node_modules/.bun/es-toolkit@1.46.1/node_modules/es-toolkit/dist/predicate/isEqual.mjs</a:t>
            </a:r>
          </a:p>
          <a:p>
            <a:pPr>
              <a:defRPr sz="1200"/>
            </a:pPr>
            <a:r>
              <a:t>D:/pasar_fix/node_modules/.bun/es-toolkit@1.46.1/node_modules/es-toolkit/dist/predicate/isEqualWith.d.mts</a:t>
            </a:r>
          </a:p>
          <a:p>
            <a:pPr>
              <a:defRPr sz="1200"/>
            </a:pPr>
            <a:r>
              <a:t>D:/pasar_fix/node_modules/.bun/es-toolkit@1.46.1/node_modules/es-toolkit/dist/predicate/isEqualWith.d.ts</a:t>
            </a:r>
          </a:p>
          <a:p>
            <a:pPr>
              <a:defRPr sz="1200"/>
            </a:pPr>
            <a:r>
              <a:t>D:/pasar_fix/node_modules/.bun/es-toolkit@1.46.1/node_modules/es-toolkit/dist/predicate/isEqualWith.js</a:t>
            </a:r>
          </a:p>
          <a:p>
            <a:pPr>
              <a:defRPr sz="1200"/>
            </a:pPr>
            <a:r>
              <a:t>D:/pasar_fix/node_modules/.bun/es-toolkit@1.46.1/node_modules/es-toolkit/dist/predicate/isEqualWith.mjs</a:t>
            </a:r>
          </a:p>
          <a:p>
            <a:pPr>
              <a:defRPr sz="1200"/>
            </a:pPr>
            <a:r>
              <a:t>D:/pasar_fix/node_modules/.bun/es-toolkit@1.46.1/node_modules/es-toolkit/dist/predicate/isError.d.mts</a:t>
            </a:r>
          </a:p>
          <a:p>
            <a:pPr>
              <a:defRPr sz="1200"/>
            </a:pPr>
            <a:r>
              <a:t>D:/pasar_fix/node_modules/.bun/es-toolkit@1.46.1/node_modules/es-toolkit/dist/predicate/isError.d.ts</a:t>
            </a:r>
          </a:p>
          <a:p>
            <a:pPr>
              <a:defRPr sz="1200"/>
            </a:pPr>
            <a:r>
              <a:t>D:/pasar_fix/node_modules/.bun/es-toolkit@1.46.1/node_modules/es-toolkit/dist/predicate/isError.js</a:t>
            </a:r>
          </a:p>
          <a:p>
            <a:pPr>
              <a:defRPr sz="1200"/>
            </a:pPr>
            <a:r>
              <a:t>D:/pasar_fix/node_modules/.bun/es-toolkit@1.46.1/node_modules/es-toolkit/dist/predicate/isError.mjs</a:t>
            </a:r>
          </a:p>
          <a:p>
            <a:pPr>
              <a:defRPr sz="1200"/>
            </a:pPr>
            <a:r>
              <a:t>D:/pasar_fix/node_modules/.bun/es-toolkit@1.46.1/node_modules/es-toolkit/dist/predicate/isFile.d.mts</a:t>
            </a:r>
          </a:p>
          <a:p>
            <a:pPr>
              <a:defRPr sz="1200"/>
            </a:pPr>
            <a:r>
              <a:t>D:/pasar_fix/node_modules/.bun/es-toolkit@1.46.1/node_modules/es-toolkit/dist/predicate/isFile.d.ts</a:t>
            </a:r>
          </a:p>
          <a:p>
            <a:pPr>
              <a:defRPr sz="1200"/>
            </a:pPr>
            <a:r>
              <a:t>D:/pasar_fix/node_modules/.bun/es-toolkit@1.46.1/node_modules/es-toolkit/dist/predicate/isFile.js</a:t>
            </a:r>
          </a:p>
          <a:p>
            <a:pPr>
              <a:defRPr sz="1200"/>
            </a:pPr>
            <a:r>
              <a:t>D:/pasar_fix/node_modules/.bun/es-toolkit@1.46.1/node_modules/es-toolkit/dist/predicate/isFile.mjs</a:t>
            </a:r>
          </a:p>
          <a:p>
            <a:pPr>
              <a:defRPr sz="1200"/>
            </a:pPr>
            <a:r>
              <a:t>D:/pasar_fix/node_modules/.bun/es-toolkit@1.46.1/node_modules/es-toolkit/dist/predicate/isFunction.d.mts</a:t>
            </a:r>
          </a:p>
          <a:p>
            <a:pPr>
              <a:defRPr sz="1200"/>
            </a:pPr>
            <a:r>
              <a:t>D:/pasar_fix/node_modules/.bun/es-toolkit@1.46.1/node_modules/es-toolkit/dist/predicate/isFunction.d.ts</a:t>
            </a:r>
          </a:p>
          <a:p>
            <a:pPr>
              <a:defRPr sz="1200"/>
            </a:pPr>
            <a:r>
              <a:t>D:/pasar_fix/node_modules/.bun/es-toolkit@1.46.1/node_modules/es-toolkit/dist/predicate/isFunction.js</a:t>
            </a:r>
          </a:p>
          <a:p>
            <a:pPr>
              <a:defRPr sz="1200"/>
            </a:pPr>
            <a:r>
              <a:t>D:/pasar_fix/node_modules/.bun/es-toolkit@1.46.1/node_modules/es-toolkit/dist/predicate/isFunction.mjs</a:t>
            </a:r>
          </a:p>
          <a:p>
            <a:pPr>
              <a:defRPr sz="1200"/>
            </a:pPr>
            <a:r>
              <a:t>D:/pasar_fix/node_modules/.bun/es-toolkit@1.46.1/node_modules/es-toolkit/dist/predicate/isJSON.d.mts</a:t>
            </a:r>
          </a:p>
          <a:p>
            <a:pPr>
              <a:defRPr sz="1200"/>
            </a:pPr>
            <a:r>
              <a:t>D:/pasar_fix/node_modules/.bun/es-toolkit@1.46.1/node_modules/es-toolkit/dist/predicate/isJSON.d.ts</a:t>
            </a:r>
          </a:p>
          <a:p>
            <a:pPr>
              <a:defRPr sz="1200"/>
            </a:pPr>
            <a:r>
              <a:t>D:/pasar_fix/node_modules/.bun/es-toolkit@1.46.1/node_modules/es-toolkit/dist/predicate/isJSON.js</a:t>
            </a:r>
          </a:p>
          <a:p>
            <a:pPr>
              <a:defRPr sz="1200"/>
            </a:pPr>
            <a:r>
              <a:t>D:/pasar_fix/node_modules/.bun/es-toolkit@1.46.1/node_modules/es-toolkit/dist/predicate/isJSON.mjs</a:t>
            </a:r>
          </a:p>
          <a:p>
            <a:pPr>
              <a:defRPr sz="1200"/>
            </a:pPr>
            <a:r>
              <a:t>D:/pasar_fix/node_modules/.bun/es-toolkit@1.46.1/node_modules/es-toolkit/dist/predicate/isJSONValue.d.mts</a:t>
            </a:r>
          </a:p>
          <a:p>
            <a:pPr>
              <a:defRPr sz="1200"/>
            </a:pPr>
            <a:r>
              <a:t>D:/pasar_fix/node_modules/.bun/es-toolkit@1.46.1/node_modules/es-toolkit/dist/predicate/isJSONValue.d.ts</a:t>
            </a:r>
          </a:p>
          <a:p>
            <a:pPr>
              <a:defRPr sz="1200"/>
            </a:pPr>
            <a:r>
              <a:t>D:/pasar_fix/node_modules/.bun/es-toolkit@1.46.1/node_modules/es-toolkit/dist/predicate/isJSONValue.js</a:t>
            </a:r>
          </a:p>
          <a:p>
            <a:pPr>
              <a:defRPr sz="1200"/>
            </a:pPr>
            <a:r>
              <a:t>D:/pasar_fix/node_modules/.bun/es-toolkit@1.46.1/node_modules/es-toolkit/dist/predicate/isJSONValue.mjs</a:t>
            </a:r>
          </a:p>
          <a:p>
            <a:pPr>
              <a:defRPr sz="1200"/>
            </a:pPr>
            <a:r>
              <a:t>D:/pasar_fix/node_modules/.bun/es-toolkit@1.46.1/node_modules/es-toolkit/dist/predicate/isLength.d.mts</a:t>
            </a:r>
          </a:p>
          <a:p>
            <a:pPr>
              <a:defRPr sz="1200"/>
            </a:pPr>
            <a:r>
              <a:t>D:/pasar_fix/node_modules/.bun/es-toolkit@1.46.1/node_modules/es-toolkit/dist/predicate/isLength.d.ts</a:t>
            </a:r>
          </a:p>
          <a:p>
            <a:pPr>
              <a:defRPr sz="1200"/>
            </a:pPr>
            <a:r>
              <a:t>D:/pasar_fix/node_modules/.bun/es-toolkit@1.46.1/node_modules/es-toolkit/dist/predicate/isLength.js</a:t>
            </a:r>
          </a:p>
          <a:p>
            <a:pPr>
              <a:defRPr sz="1200"/>
            </a:pPr>
            <a:r>
              <a:t>D:/pasar_fix/node_modules/.bun/es-toolkit@1.46.1/node_modules/es-toolkit/dist/predicate/isLength.mjs</a:t>
            </a:r>
          </a:p>
          <a:p>
            <a:pPr>
              <a:defRPr sz="1200"/>
            </a:pPr>
            <a:r>
              <a:t>D:/pasar_fix/node_modules/.bun/es-toolkit@1.46.1/node_modules/es-toolkit/dist/predicate/isMap.d.mts</a:t>
            </a:r>
          </a:p>
          <a:p>
            <a:pPr>
              <a:defRPr sz="1200"/>
            </a:pPr>
            <a:r>
              <a:t>D:/pasar_fix/node_modules/.bun/es-toolkit@1.46.1/node_modules/es-toolkit/dist/predicate/isMap.d.ts</a:t>
            </a:r>
          </a:p>
          <a:p>
            <a:pPr>
              <a:defRPr sz="1200"/>
            </a:pPr>
            <a:r>
              <a:t>D:/pasar_fix/node_modules/.bun/es-toolkit@1.46.1/node_modules/es-toolkit/dist/predicate/isMap.js</a:t>
            </a:r>
          </a:p>
          <a:p>
            <a:pPr>
              <a:defRPr sz="1200"/>
            </a:pPr>
            <a:r>
              <a:t>D:/pasar_fix/node_modules/.bun/es-toolkit@1.46.1/node_modules/es-toolkit/dist/predicate/isMap.mjs</a:t>
            </a:r>
          </a:p>
          <a:p>
            <a:pPr>
              <a:defRPr sz="1200"/>
            </a:pPr>
            <a:r>
              <a:t>D:/pasar_fix/node_modules/.bun/es-toolkit@1.46.1/node_modules/es-toolkit/dist/predicate/isNil.d.mts</a:t>
            </a:r>
          </a:p>
          <a:p>
            <a:pPr>
              <a:defRPr sz="1200"/>
            </a:pPr>
            <a:r>
              <a:t>D:/pasar_fix/node_modules/.bun/es-toolkit@1.46.1/node_modules/es-toolkit/dist/predicate/isNil.d.ts</a:t>
            </a:r>
          </a:p>
          <a:p>
            <a:pPr>
              <a:defRPr sz="1200"/>
            </a:pPr>
            <a:r>
              <a:t>D:/pasar_fix/node_modules/.bun/es-toolkit@1.46.1/node_modules/es-toolkit/dist/predicate/isNil.js</a:t>
            </a:r>
          </a:p>
          <a:p>
            <a:pPr>
              <a:defRPr sz="1200"/>
            </a:pPr>
            <a:r>
              <a:t>D:/pasar_fix/node_modules/.bun/es-toolkit@1.46.1/node_modules/es-toolkit/dist/predicate/isNil.mjs</a:t>
            </a:r>
          </a:p>
          <a:p>
            <a:pPr>
              <a:defRPr sz="1200"/>
            </a:pPr>
            <a:r>
              <a:t>D:/pasar_fix/node_modules/.bun/es-toolkit@1.46.1/node_modules/es-toolkit/dist/predicate/isNode.d.mts</a:t>
            </a:r>
          </a:p>
          <a:p>
            <a:pPr>
              <a:defRPr sz="1200"/>
            </a:pPr>
            <a:r>
              <a:t>D:/pasar_fix/node_modules/.bun/es-toolkit@1.46.1/node_modules/es-toolkit/dist/predicate/isNode.d.ts</a:t>
            </a:r>
          </a:p>
          <a:p>
            <a:pPr>
              <a:defRPr sz="1200"/>
            </a:pPr>
            <a:r>
              <a:t>D:/pasar_fix/node_modules/.bun/es-toolkit@1.46.1/node_modules/es-toolkit/dist/predicate/isNode.js</a:t>
            </a:r>
          </a:p>
          <a:p>
            <a:pPr>
              <a:defRPr sz="1200"/>
            </a:pPr>
            <a:r>
              <a:t>D:/pasar_fix/node_modules/.bun/es-toolkit@1.46.1/node_modules/es-toolkit/dist/predicate/isNode.mjs</a:t>
            </a:r>
          </a:p>
          <a:p>
            <a:pPr>
              <a:defRPr sz="1200"/>
            </a:pPr>
            <a:r>
              <a:t>D:/pasar_fix/node_modules/.bun/es-toolkit@1.46.1/node_modules/es-toolkit/dist/predicate/isNotNil.d.mts</a:t>
            </a:r>
          </a:p>
          <a:p>
            <a:pPr>
              <a:defRPr sz="1200"/>
            </a:pPr>
            <a:r>
              <a:t>D:/pasar_fix/node_modules/.bun/es-toolkit@1.46.1/node_modules/es-toolkit/dist/predicate/isNotNil.d.ts</a:t>
            </a:r>
          </a:p>
          <a:p>
            <a:pPr>
              <a:defRPr sz="1200"/>
            </a:pPr>
            <a:r>
              <a:t>D:/pasar_fix/node_modules/.bun/es-toolkit@1.46.1/node_modules/es-toolkit/dist/predicate/isNotNil.js</a:t>
            </a:r>
          </a:p>
          <a:p>
            <a:pPr>
              <a:defRPr sz="1200"/>
            </a:pPr>
            <a:r>
              <a:t>D:/pasar_fix/node_modules/.bun/es-toolkit@1.46.1/node_modules/es-toolkit/dist/predicate/isNotNil.mjs</a:t>
            </a:r>
          </a:p>
          <a:p>
            <a:pPr>
              <a:defRPr sz="1200"/>
            </a:pPr>
            <a:r>
              <a:t>D:/pasar_fix/node_modules/.bun/es-toolkit@1.46.1/node_modules/es-toolkit/dist/predicate/isNull.d.mts</a:t>
            </a:r>
          </a:p>
          <a:p>
            <a:pPr>
              <a:defRPr sz="1200"/>
            </a:pPr>
            <a:r>
              <a:t>D:/pasar_fix/node_modules/.bun/es-toolkit@1.46.1/node_modules/es-toolkit/dist/predicate/isNull.d.ts</a:t>
            </a:r>
          </a:p>
          <a:p>
            <a:pPr>
              <a:defRPr sz="1200"/>
            </a:pPr>
            <a:r>
              <a:t>D:/pasar_fix/node_modules/.bun/es-toolkit@1.46.1/node_modules/es-toolkit/dist/predicate/isNull.js</a:t>
            </a:r>
          </a:p>
          <a:p>
            <a:pPr>
              <a:defRPr sz="1200"/>
            </a:pPr>
            <a:r>
              <a:t>D:/pasar_fix/node_modules/.bun/es-toolkit@1.46.1/node_modules/es-toolkit/dist/predicate/isNull.mjs</a:t>
            </a:r>
          </a:p>
          <a:p>
            <a:pPr>
              <a:defRPr sz="1200"/>
            </a:pPr>
            <a:r>
              <a:t>D:/pasar_fix/node_modules/.bun/es-toolkit@1.46.1/node_modules/es-toolkit/dist/predicate/isNumber.d.mts</a:t>
            </a:r>
          </a:p>
          <a:p>
            <a:pPr>
              <a:defRPr sz="1200"/>
            </a:pPr>
            <a:r>
              <a:t>D:/pasar_fix/node_modules/.bun/es-toolkit@1.46.1/node_modules/es-toolkit/dist/predicate/isNumber.d.ts</a:t>
            </a:r>
          </a:p>
          <a:p>
            <a:pPr>
              <a:defRPr sz="1200"/>
            </a:pPr>
            <a:r>
              <a:t>D:/pasar_fix/node_modules/.bun/es-toolkit@1.46.1/node_modules/es-toolkit/dist/predicate/isNumber.js</a:t>
            </a:r>
          </a:p>
          <a:p>
            <a:pPr>
              <a:defRPr sz="1200"/>
            </a:pPr>
            <a:r>
              <a:t>D:/pasar_fix/node_modules/.bun/es-toolkit@1.46.1/node_modules/es-toolkit/dist/predicate/isNumber.mjs</a:t>
            </a:r>
          </a:p>
          <a:p>
            <a:pPr>
              <a:defRPr sz="1200"/>
            </a:pPr>
            <a:r>
              <a:t>D:/pasar_fix/node_modules/.bun/es-toolkit@1.46.1/node_modules/es-toolkit/dist/predicate/isPlainObject.d.mts</a:t>
            </a:r>
          </a:p>
          <a:p>
            <a:pPr>
              <a:defRPr sz="1200"/>
            </a:pPr>
            <a:r>
              <a:t>D:/pasar_fix/node_modules/.bun/es-toolkit@1.46.1/node_modules/es-toolkit/dist/predicate/isPlainObject.d.ts</a:t>
            </a:r>
          </a:p>
          <a:p>
            <a:pPr>
              <a:defRPr sz="1200"/>
            </a:pPr>
            <a:r>
              <a:t>D:/pasar_fix/node_modules/.bun/es-toolkit@1.46.1/node_modules/es-toolkit/dist/predicate/isPlainObject.js</a:t>
            </a:r>
          </a:p>
          <a:p>
            <a:pPr>
              <a:defRPr sz="1200"/>
            </a:pPr>
            <a:r>
              <a:t>D:/pasar_fix/node_modules/.bun/es-toolkit@1.46.1/node_modules/es-toolkit/dist/predicate/isPlainObject.mjs</a:t>
            </a:r>
          </a:p>
          <a:p>
            <a:pPr>
              <a:defRPr sz="1200"/>
            </a:pPr>
            <a:r>
              <a:t>D:/pasar_fix/node_modules/.bun/es-toolkit@1.46.1/node_modules/es-toolkit/dist/predicate/isPrimitive.d.mts</a:t>
            </a:r>
          </a:p>
          <a:p>
            <a:pPr>
              <a:defRPr sz="1200"/>
            </a:pPr>
            <a:r>
              <a:t>D:/pasar_fix/node_modules/.bun/es-toolkit@1.46.1/node_modules/es-toolkit/dist/predicate/isPrimitive.d.ts</a:t>
            </a:r>
          </a:p>
          <a:p>
            <a:pPr>
              <a:defRPr sz="1200"/>
            </a:pPr>
            <a:r>
              <a:t>D:/pasar_fix/node_modules/.bun/es-toolkit@1.46.1/node_modules/es-toolkit/dist/predicate/isPrimitive.js</a:t>
            </a:r>
          </a:p>
          <a:p>
            <a:pPr>
              <a:defRPr sz="1200"/>
            </a:pPr>
            <a:r>
              <a:t>D:/pasar_fix/node_modules/.bun/es-toolkit@1.46.1/node_modules/es-toolkit/dist/predicate/isPrimitive.mjs</a:t>
            </a:r>
          </a:p>
          <a:p>
            <a:pPr>
              <a:defRPr sz="1200"/>
            </a:pPr>
            <a:r>
              <a:t>D:/pasar_fix/node_modules/.bun/es-toolkit@1.46.1/node_modules/es-toolkit/dist/predicate/isPromise.d.mts</a:t>
            </a:r>
          </a:p>
          <a:p>
            <a:pPr>
              <a:defRPr sz="1200"/>
            </a:pPr>
            <a:r>
              <a:t>D:/pasar_fix/node_modules/.bun/es-toolkit@1.46.1/node_modules/es-toolkit/dist/predicate/isPromise.d.ts</a:t>
            </a:r>
          </a:p>
          <a:p>
            <a:pPr>
              <a:defRPr sz="1200"/>
            </a:pPr>
            <a:r>
              <a:t>D:/pasar_fix/node_modules/.bun/es-toolkit@1.46.1/node_modules/es-toolkit/dist/predicate/isPromise.js</a:t>
            </a:r>
          </a:p>
          <a:p>
            <a:pPr>
              <a:defRPr sz="1200"/>
            </a:pPr>
            <a:r>
              <a:t>D:/pasar_fix/node_modules/.bun/es-toolkit@1.46.1/node_modules/es-toolkit/dist/predicate/isPromise.mjs</a:t>
            </a:r>
          </a:p>
          <a:p>
            <a:pPr>
              <a:defRPr sz="1200"/>
            </a:pPr>
            <a:r>
              <a:t>D:/pasar_fix/node_modules/.bun/es-toolkit@1.46.1/node_modules/es-toolkit/dist/predicate/isRegExp.d.mts</a:t>
            </a:r>
          </a:p>
          <a:p>
            <a:pPr>
              <a:defRPr sz="1200"/>
            </a:pPr>
            <a:r>
              <a:t>D:/pasar_fix/node_modules/.bun/es-toolkit@1.46.1/node_modules/es-toolkit/dist/predicate/isRegExp.d.ts</a:t>
            </a:r>
          </a:p>
          <a:p>
            <a:pPr>
              <a:defRPr sz="1200"/>
            </a:pPr>
            <a:r>
              <a:t>D:/pasar_fix/node_modules/.bun/es-toolkit@1.46.1/node_modules/es-toolkit/dist/predicate/isRegExp.js</a:t>
            </a:r>
          </a:p>
          <a:p>
            <a:pPr>
              <a:defRPr sz="1200"/>
            </a:pPr>
            <a:r>
              <a:t>D:/pasar_fix/node_modules/.bun/es-toolkit@1.46.1/node_modules/es-toolkit/dist/predicate/isRegExp.mjs</a:t>
            </a:r>
          </a:p>
          <a:p>
            <a:pPr>
              <a:defRPr sz="1200"/>
            </a:pPr>
            <a:r>
              <a:t>D:/pasar_fix/node_modules/.bun/es-toolkit@1.46.1/node_modules/es-toolkit/dist/predicate/isSet.d.mts</a:t>
            </a:r>
          </a:p>
          <a:p>
            <a:pPr>
              <a:defRPr sz="1200"/>
            </a:pPr>
            <a:r>
              <a:t>D:/pasar_fix/node_modules/.bun/es-toolkit@1.46.1/node_modules/es-toolkit/dist/predicate/isSet.d.ts</a:t>
            </a:r>
          </a:p>
          <a:p>
            <a:pPr>
              <a:defRPr sz="1200"/>
            </a:pPr>
            <a:r>
              <a:t>D:/pasar_fix/node_modules/.bun/es-toolkit@1.46.1/node_modules/es-toolkit/dist/predicate/isSet.js</a:t>
            </a:r>
          </a:p>
          <a:p>
            <a:pPr>
              <a:defRPr sz="1200"/>
            </a:pPr>
            <a:r>
              <a:t>D:/pasar_fix/node_modules/.bun/es-toolkit@1.46.1/node_modules/es-toolkit/dist/predicate/isSet.mjs</a:t>
            </a:r>
          </a:p>
          <a:p>
            <a:pPr>
              <a:defRPr sz="1200"/>
            </a:pPr>
            <a:r>
              <a:t>D:/pasar_fix/node_modules/.bun/es-toolkit@1.46.1/node_modules/es-toolkit/dist/predicate/isString.d.mts</a:t>
            </a:r>
          </a:p>
          <a:p>
            <a:pPr>
              <a:defRPr sz="1200"/>
            </a:pPr>
            <a:r>
              <a:t>D:/pasar_fix/node_modules/.bun/es-toolkit@1.46.1/node_modules/es-toolkit/dist/predicate/isString.d.ts</a:t>
            </a:r>
          </a:p>
          <a:p>
            <a:pPr>
              <a:defRPr sz="1200"/>
            </a:pPr>
            <a:r>
              <a:t>D:/pasar_fix/node_modules/.bun/es-toolkit@1.46.1/node_modules/es-toolkit/dist/predicate/isString.js</a:t>
            </a:r>
          </a:p>
          <a:p>
            <a:pPr>
              <a:defRPr sz="1200"/>
            </a:pPr>
            <a:r>
              <a:t>D:/pasar_fix/node_modules/.bun/es-toolkit@1.46.1/node_modules/es-toolkit/dist/predicate/isString.mjs</a:t>
            </a:r>
          </a:p>
          <a:p>
            <a:pPr>
              <a:defRPr sz="1200"/>
            </a:pPr>
            <a:r>
              <a:t>D:/pasar_fix/node_modules/.bun/es-toolkit@1.46.1/node_modules/es-toolkit/dist/predicate/isSymbol.d.mts</a:t>
            </a:r>
          </a:p>
          <a:p>
            <a:pPr>
              <a:defRPr sz="1200"/>
            </a:pPr>
            <a:r>
              <a:t>D:/pasar_fix/node_modules/.bun/es-toolkit@1.46.1/node_modules/es-toolkit/dist/predicate/isSymbol.d.ts</a:t>
            </a:r>
          </a:p>
          <a:p>
            <a:pPr>
              <a:defRPr sz="1200"/>
            </a:pPr>
            <a:r>
              <a:t>D:/pasar_fix/node_modules/.bun/es-toolkit@1.46.1/node_modules/es-toolkit/dist/predicate/isSymbol.js</a:t>
            </a:r>
          </a:p>
          <a:p>
            <a:pPr>
              <a:defRPr sz="1200"/>
            </a:pPr>
            <a:r>
              <a:t>D:/pasar_fix/node_modules/.bun/es-toolkit@1.46.1/node_modules/es-toolkit/dist/predicate/isSymbol.mjs</a:t>
            </a:r>
          </a:p>
          <a:p>
            <a:pPr>
              <a:defRPr sz="1200"/>
            </a:pPr>
            <a:r>
              <a:t>D:/pasar_fix/node_modules/.bun/es-toolkit@1.46.1/node_modules/es-toolkit/dist/predicate/isTypedArray.d.mts</a:t>
            </a:r>
          </a:p>
          <a:p>
            <a:pPr>
              <a:defRPr sz="1200"/>
            </a:pPr>
            <a:r>
              <a:t>D:/pasar_fix/node_modules/.bun/es-toolkit@1.46.1/node_modules/es-toolkit/dist/predicate/isTypedArray.d.ts</a:t>
            </a:r>
          </a:p>
          <a:p>
            <a:pPr>
              <a:defRPr sz="1200"/>
            </a:pPr>
            <a:r>
              <a:t>D:/pasar_fix/node_modules/.bun/es-toolkit@1.46.1/node_modules/es-toolkit/dist/predicate/isTypedArray.js</a:t>
            </a:r>
          </a:p>
          <a:p>
            <a:pPr>
              <a:defRPr sz="1200"/>
            </a:pPr>
            <a:r>
              <a:t>D:/pasar_fix/node_modules/.bun/es-toolkit@1.46.1/node_modules/es-toolkit/dist/predicate/isTypedArray.mjs</a:t>
            </a:r>
          </a:p>
          <a:p>
            <a:pPr>
              <a:defRPr sz="1200"/>
            </a:pPr>
            <a:r>
              <a:t>D:/pasar_fix/node_modules/.bun/es-toolkit@1.46.1/node_modules/es-toolkit/dist/predicate/isUndefined.d.mts</a:t>
            </a:r>
          </a:p>
          <a:p>
            <a:pPr>
              <a:defRPr sz="1200"/>
            </a:pPr>
            <a:r>
              <a:t>D:/pasar_fix/node_modules/.bun/es-toolkit@1.46.1/node_modules/es-toolkit/dist/predicate/isUndefined.d.ts</a:t>
            </a:r>
          </a:p>
          <a:p>
            <a:pPr>
              <a:defRPr sz="1200"/>
            </a:pPr>
            <a:r>
              <a:t>D:/pasar_fix/node_modules/.bun/es-toolkit@1.46.1/node_modules/es-toolkit/dist/predicate/isUndefined.js</a:t>
            </a:r>
          </a:p>
          <a:p>
            <a:pPr>
              <a:defRPr sz="1200"/>
            </a:pPr>
            <a:r>
              <a:t>D:/pasar_fix/node_modules/.bun/es-toolkit@1.46.1/node_modules/es-toolkit/dist/predicate/isUndefined.mjs</a:t>
            </a:r>
          </a:p>
          <a:p>
            <a:pPr>
              <a:defRPr sz="1200"/>
            </a:pPr>
            <a:r>
              <a:t>D:/pasar_fix/node_modules/.bun/es-toolkit@1.46.1/node_modules/es-toolkit/dist/predicate/isWeakMap.d.mts</a:t>
            </a:r>
          </a:p>
          <a:p>
            <a:pPr>
              <a:defRPr sz="1200"/>
            </a:pPr>
            <a:r>
              <a:t>D:/pasar_fix/node_modules/.bun/es-toolkit@1.46.1/node_modules/es-toolkit/dist/predicate/isWeakMap.d.ts</a:t>
            </a:r>
          </a:p>
          <a:p>
            <a:pPr>
              <a:defRPr sz="1200"/>
            </a:pPr>
            <a:r>
              <a:t>D:/pasar_fix/node_modules/.bun/es-toolkit@1.46.1/node_modules/es-toolkit/dist/predicate/isWeakMap.js</a:t>
            </a:r>
          </a:p>
          <a:p>
            <a:pPr>
              <a:defRPr sz="1200"/>
            </a:pPr>
            <a:r>
              <a:t>D:/pasar_fix/node_modules/.bun/es-toolkit@1.46.1/node_modules/es-toolkit/dist/predicate/isWeakMap.mjs</a:t>
            </a:r>
          </a:p>
          <a:p>
            <a:pPr>
              <a:defRPr sz="1200"/>
            </a:pPr>
            <a:r>
              <a:t>D:/pasar_fix/node_modules/.bun/es-toolkit@1.46.1/node_modules/es-toolkit/dist/predicate/isWeakSet.d.mts</a:t>
            </a:r>
          </a:p>
          <a:p>
            <a:pPr>
              <a:defRPr sz="1200"/>
            </a:pPr>
            <a:r>
              <a:t>D:/pasar_fix/node_modules/.bun/es-toolkit@1.46.1/node_modules/es-toolkit/dist/predicate/isWeakSet.d.ts</a:t>
            </a:r>
          </a:p>
          <a:p>
            <a:pPr>
              <a:defRPr sz="1200"/>
            </a:pPr>
            <a:r>
              <a:t>D:/pasar_fix/node_modules/.bun/es-toolkit@1.46.1/node_modules/es-toolkit/dist/predicate/isWeakSet.js</a:t>
            </a:r>
          </a:p>
          <a:p>
            <a:pPr>
              <a:defRPr sz="1200"/>
            </a:pPr>
            <a:r>
              <a:t>D:/pasar_fix/node_modules/.bun/es-toolkit@1.46.1/node_modules/es-toolkit/dist/predicate/isWeakSet.mjs</a:t>
            </a:r>
          </a:p>
          <a:p>
            <a:pPr>
              <a:defRPr sz="1200"/>
            </a:pPr>
            <a:r>
              <a:t>D:/pasar_fix/node_modules/.bun/es-toolkit@1.46.1/node_modules/es-toolkit/dist/promise/delay.d.mts</a:t>
            </a:r>
          </a:p>
          <a:p>
            <a:pPr>
              <a:defRPr sz="1200"/>
            </a:pPr>
            <a:r>
              <a:t>D:/pasar_fix/node_modules/.bun/es-toolkit@1.46.1/node_modules/es-toolkit/dist/promise/delay.d.ts</a:t>
            </a:r>
          </a:p>
          <a:p>
            <a:pPr>
              <a:defRPr sz="1200"/>
            </a:pPr>
            <a:r>
              <a:t>D:/pasar_fix/node_modules/.bun/es-toolkit@1.46.1/node_modules/es-toolkit/dist/promise/delay.js</a:t>
            </a:r>
          </a:p>
          <a:p>
            <a:pPr>
              <a:defRPr sz="1200"/>
            </a:pPr>
            <a:r>
              <a:t>D:/pasar_fix/node_modules/.bun/es-toolkit@1.46.1/node_modules/es-toolkit/dist/promise/delay.mjs</a:t>
            </a:r>
          </a:p>
          <a:p>
            <a:pPr>
              <a:defRPr sz="1200"/>
            </a:pPr>
            <a:r>
              <a:t>D:/pasar_fix/node_modules/.bun/es-toolkit@1.46.1/node_modules/es-toolkit/dist/promise/index.d.mts</a:t>
            </a:r>
          </a:p>
          <a:p>
            <a:pPr>
              <a:defRPr sz="1200"/>
            </a:pPr>
            <a:r>
              <a:t>D:/pasar_fix/node_modules/.bun/es-toolkit@1.46.1/node_modules/es-toolkit/dist/promise/index.d.ts</a:t>
            </a:r>
          </a:p>
          <a:p>
            <a:pPr>
              <a:defRPr sz="1200"/>
            </a:pPr>
            <a:r>
              <a:t>D:/pasar_fix/node_modules/.bun/es-toolkit@1.46.1/node_modules/es-toolkit/dist/promise/index.js</a:t>
            </a:r>
          </a:p>
          <a:p>
            <a:pPr>
              <a:defRPr sz="1200"/>
            </a:pPr>
            <a:r>
              <a:t>D:/pasar_fix/node_modules/.bun/es-toolkit@1.46.1/node_modules/es-toolkit/dist/promise/index.mjs</a:t>
            </a:r>
          </a:p>
          <a:p>
            <a:pPr>
              <a:defRPr sz="1200"/>
            </a:pPr>
            <a:r>
              <a:t>D:/pasar_fix/node_modules/.bun/es-toolkit@1.46.1/node_modules/es-toolkit/dist/promise/mutex.d.mts</a:t>
            </a:r>
          </a:p>
          <a:p>
            <a:pPr>
              <a:defRPr sz="1200"/>
            </a:pPr>
            <a:r>
              <a:t>D:/pasar_fix/node_modules/.bun/es-toolkit@1.46.1/node_modules/es-toolkit/dist/promise/mutex.d.ts</a:t>
            </a:r>
          </a:p>
          <a:p>
            <a:pPr>
              <a:defRPr sz="1200"/>
            </a:pPr>
            <a:r>
              <a:t>D:/pasar_fix/node_modules/.bun/es-toolkit@1.46.1/node_modules/es-toolkit/dist/promise/mutex.js</a:t>
            </a:r>
          </a:p>
          <a:p>
            <a:pPr>
              <a:defRPr sz="1200"/>
            </a:pPr>
            <a:r>
              <a:t>D:/pasar_fix/node_modules/.bun/es-toolkit@1.46.1/node_modules/es-toolkit/dist/promise/mutex.mjs</a:t>
            </a:r>
          </a:p>
          <a:p>
            <a:pPr>
              <a:defRPr sz="1200"/>
            </a:pPr>
            <a:r>
              <a:t>D:/pasar_fix/node_modules/.bun/es-toolkit@1.46.1/node_modules/es-toolkit/dist/promise/semaphore.d.mts</a:t>
            </a:r>
          </a:p>
          <a:p>
            <a:pPr>
              <a:defRPr sz="1200"/>
            </a:pPr>
            <a:r>
              <a:t>D:/pasar_fix/node_modules/.bun/es-toolkit@1.46.1/node_modules/es-toolkit/dist/promise/semaphore.d.ts</a:t>
            </a:r>
          </a:p>
          <a:p>
            <a:pPr>
              <a:defRPr sz="1200"/>
            </a:pPr>
            <a:r>
              <a:t>D:/pasar_fix/node_modules/.bun/es-toolkit@1.46.1/node_modules/es-toolkit/dist/promise/semaphore.js</a:t>
            </a:r>
          </a:p>
          <a:p>
            <a:pPr>
              <a:defRPr sz="1200"/>
            </a:pPr>
            <a:r>
              <a:t>D:/pasar_fix/node_modules/.bun/es-toolkit@1.46.1/node_modules/es-toolkit/dist/promise/semaphore.mjs</a:t>
            </a:r>
          </a:p>
          <a:p>
            <a:pPr>
              <a:defRPr sz="1200"/>
            </a:pPr>
            <a:r>
              <a:t>D:/pasar_fix/node_modules/.bun/es-toolkit@1.46.1/node_modules/es-toolkit/dist/promise/timeout.d.mts</a:t>
            </a:r>
          </a:p>
          <a:p>
            <a:pPr>
              <a:defRPr sz="1200"/>
            </a:pPr>
            <a:r>
              <a:t>D:/pasar_fix/node_modules/.bun/es-toolkit@1.46.1/node_modules/es-toolkit/dist/promise/timeout.d.ts</a:t>
            </a:r>
          </a:p>
          <a:p>
            <a:pPr>
              <a:defRPr sz="1200"/>
            </a:pPr>
            <a:r>
              <a:t>D:/pasar_fix/node_modules/.bun/es-toolkit@1.46.1/node_modules/es-toolkit/dist/promise/timeout.js</a:t>
            </a:r>
          </a:p>
          <a:p>
            <a:pPr>
              <a:defRPr sz="1200"/>
            </a:pPr>
            <a:r>
              <a:t>D:/pasar_fix/node_modules/.bun/es-toolkit@1.46.1/node_modules/es-toolkit/dist/promise/timeout.mjs</a:t>
            </a:r>
          </a:p>
          <a:p>
            <a:pPr>
              <a:defRPr sz="1200"/>
            </a:pPr>
            <a:r>
              <a:t>D:/pasar_fix/node_modules/.bun/es-toolkit@1.46.1/node_modules/es-toolkit/dist/promise/withTimeout.d.mts</a:t>
            </a:r>
          </a:p>
          <a:p>
            <a:pPr>
              <a:defRPr sz="1200"/>
            </a:pPr>
            <a:r>
              <a:t>D:/pasar_fix/node_modules/.bun/es-toolkit@1.46.1/node_modules/es-toolkit/dist/promise/withTimeout.d.ts</a:t>
            </a:r>
          </a:p>
          <a:p>
            <a:pPr>
              <a:defRPr sz="1200"/>
            </a:pPr>
            <a:r>
              <a:t>D:/pasar_fix/node_modules/.bun/es-toolkit@1.46.1/node_modules/es-toolkit/dist/promise/withTimeout.js</a:t>
            </a:r>
          </a:p>
          <a:p>
            <a:pPr>
              <a:defRPr sz="1200"/>
            </a:pPr>
            <a:r>
              <a:t>D:/pasar_fix/node_modules/.bun/es-toolkit@1.46.1/node_modules/es-toolkit/dist/promise/withTimeout.mjs</a:t>
            </a:r>
          </a:p>
          <a:p>
            <a:pPr>
              <a:defRPr sz="1200"/>
            </a:pPr>
            <a:r>
              <a:t>D:/pasar_fix/node_modules/.bun/es-toolkit@1.46.1/node_modules/es-toolkit/dist/set/countBy.d.mts</a:t>
            </a:r>
          </a:p>
          <a:p>
            <a:pPr>
              <a:defRPr sz="1200"/>
            </a:pPr>
            <a:r>
              <a:t>D:/pasar_fix/node_modules/.bun/es-toolkit@1.46.1/node_modules/es-toolkit/dist/set/countBy.d.ts</a:t>
            </a:r>
          </a:p>
          <a:p>
            <a:pPr>
              <a:defRPr sz="1200"/>
            </a:pPr>
            <a:r>
              <a:t>D:/pasar_fix/node_modules/.bun/es-toolkit@1.46.1/node_modules/es-toolkit/dist/set/countBy.js</a:t>
            </a:r>
          </a:p>
          <a:p>
            <a:pPr>
              <a:defRPr sz="1200"/>
            </a:pPr>
            <a:r>
              <a:t>D:/pasar_fix/node_modules/.bun/es-toolkit@1.46.1/node_modules/es-toolkit/dist/set/countBy.mjs</a:t>
            </a:r>
          </a:p>
          <a:p>
            <a:pPr>
              <a:defRPr sz="1200"/>
            </a:pPr>
            <a:r>
              <a:t>D:/pasar_fix/node_modules/.bun/es-toolkit@1.46.1/node_modules/es-toolkit/dist/set/every.d.mts</a:t>
            </a:r>
          </a:p>
          <a:p>
            <a:pPr>
              <a:defRPr sz="1200"/>
            </a:pPr>
            <a:r>
              <a:t>D:/pasar_fix/node_modules/.bun/es-toolkit@1.46.1/node_modules/es-toolkit/dist/set/every.d.ts</a:t>
            </a:r>
          </a:p>
          <a:p>
            <a:pPr>
              <a:defRPr sz="1200"/>
            </a:pPr>
            <a:r>
              <a:t>D:/pasar_fix/node_modules/.bun/es-toolkit@1.46.1/node_modules/es-toolkit/dist/set/every.js</a:t>
            </a:r>
          </a:p>
          <a:p>
            <a:pPr>
              <a:defRPr sz="1200"/>
            </a:pPr>
            <a:r>
              <a:t>D:/pasar_fix/node_modules/.bun/es-toolkit@1.46.1/node_modules/es-toolkit/dist/set/every.mjs</a:t>
            </a:r>
          </a:p>
          <a:p>
            <a:pPr>
              <a:defRPr sz="1200"/>
            </a:pPr>
            <a:r>
              <a:t>D:/pasar_fix/node_modules/.bun/es-toolkit@1.46.1/node_modules/es-toolkit/dist/set/filter.d.mts</a:t>
            </a:r>
          </a:p>
          <a:p>
            <a:pPr>
              <a:defRPr sz="1200"/>
            </a:pPr>
            <a:r>
              <a:t>D:/pasar_fix/node_modules/.bun/es-toolkit@1.46.1/node_modules/es-toolkit/dist/set/filter.d.ts</a:t>
            </a:r>
          </a:p>
          <a:p>
            <a:pPr>
              <a:defRPr sz="1200"/>
            </a:pPr>
            <a:r>
              <a:t>D:/pasar_fix/node_modules/.bun/es-toolkit@1.46.1/node_modules/es-toolkit/dist/set/filter.js</a:t>
            </a:r>
          </a:p>
          <a:p>
            <a:pPr>
              <a:defRPr sz="1200"/>
            </a:pPr>
            <a:r>
              <a:t>D:/pasar_fix/node_modules/.bun/es-toolkit@1.46.1/node_modules/es-toolkit/dist/set/filter.mjs</a:t>
            </a:r>
          </a:p>
          <a:p>
            <a:pPr>
              <a:defRPr sz="1200"/>
            </a:pPr>
            <a:r>
              <a:t>D:/pasar_fix/node_modules/.bun/es-toolkit@1.46.1/node_modules/es-toolkit/dist/set/find.d.mts</a:t>
            </a:r>
          </a:p>
          <a:p>
            <a:pPr>
              <a:defRPr sz="1200"/>
            </a:pPr>
            <a:r>
              <a:t>D:/pasar_fix/node_modules/.bun/es-toolkit@1.46.1/node_modules/es-toolkit/dist/set/find.d.ts</a:t>
            </a:r>
          </a:p>
          <a:p>
            <a:pPr>
              <a:defRPr sz="1200"/>
            </a:pPr>
            <a:r>
              <a:t>D:/pasar_fix/node_modules/.bun/es-toolkit@1.46.1/node_modules/es-toolkit/dist/set/find.js</a:t>
            </a:r>
          </a:p>
          <a:p>
            <a:pPr>
              <a:defRPr sz="1200"/>
            </a:pPr>
            <a:r>
              <a:t>D:/pasar_fix/node_modules/.bun/es-toolkit@1.46.1/node_modules/es-toolkit/dist/set/find.mjs</a:t>
            </a:r>
          </a:p>
          <a:p>
            <a:pPr>
              <a:defRPr sz="1200"/>
            </a:pPr>
            <a:r>
              <a:t>D:/pasar_fix/node_modules/.bun/es-toolkit@1.46.1/node_modules/es-toolkit/dist/set/forEach.d.mts</a:t>
            </a:r>
          </a:p>
          <a:p>
            <a:pPr>
              <a:defRPr sz="1200"/>
            </a:pPr>
            <a:r>
              <a:t>D:/pasar_fix/node_modules/.bun/es-toolkit@1.46.1/node_modules/es-toolkit/dist/set/forEach.d.ts</a:t>
            </a:r>
          </a:p>
          <a:p>
            <a:pPr>
              <a:defRPr sz="1200"/>
            </a:pPr>
            <a:r>
              <a:t>D:/pasar_fix/node_modules/.bun/es-toolkit@1.46.1/node_modules/es-toolkit/dist/set/forEach.js</a:t>
            </a:r>
          </a:p>
          <a:p>
            <a:pPr>
              <a:defRPr sz="1200"/>
            </a:pPr>
            <a:r>
              <a:t>D:/pasar_fix/node_modules/.bun/es-toolkit@1.46.1/node_modules/es-toolkit/dist/set/forEach.mjs</a:t>
            </a:r>
          </a:p>
          <a:p>
            <a:pPr>
              <a:defRPr sz="1200"/>
            </a:pPr>
            <a:r>
              <a:t>D:/pasar_fix/node_modules/.bun/es-toolkit@1.46.1/node_modules/es-toolkit/dist/set/index.d.mts</a:t>
            </a:r>
          </a:p>
          <a:p>
            <a:pPr>
              <a:defRPr sz="1200"/>
            </a:pPr>
            <a:r>
              <a:t>D:/pasar_fix/node_modules/.bun/es-toolkit@1.46.1/node_modules/es-toolkit/dist/set/index.d.ts</a:t>
            </a:r>
          </a:p>
          <a:p>
            <a:pPr>
              <a:defRPr sz="1200"/>
            </a:pPr>
            <a:r>
              <a:t>D:/pasar_fix/node_modules/.bun/es-toolkit@1.46.1/node_modules/es-toolkit/dist/set/index.js</a:t>
            </a:r>
          </a:p>
          <a:p>
            <a:pPr>
              <a:defRPr sz="1200"/>
            </a:pPr>
            <a:r>
              <a:t>D:/pasar_fix/node_modules/.bun/es-toolkit@1.46.1/node_modules/es-toolkit/dist/set/index.mjs</a:t>
            </a:r>
          </a:p>
          <a:p>
            <a:pPr>
              <a:defRPr sz="1200"/>
            </a:pPr>
            <a:r>
              <a:t>D:/pasar_fix/node_modules/.bun/es-toolkit@1.46.1/node_modules/es-toolkit/dist/set/keyBy.d.mts</a:t>
            </a:r>
          </a:p>
          <a:p>
            <a:pPr>
              <a:defRPr sz="1200"/>
            </a:pPr>
            <a:r>
              <a:t>D:/pasar_fix/node_modules/.bun/es-toolkit@1.46.1/node_modules/es-toolkit/dist/set/keyBy.d.ts</a:t>
            </a:r>
          </a:p>
          <a:p>
            <a:pPr>
              <a:defRPr sz="1200"/>
            </a:pPr>
            <a:r>
              <a:t>D:/pasar_fix/node_modules/.bun/es-toolkit@1.46.1/node_modules/es-toolkit/dist/set/keyBy.js</a:t>
            </a:r>
          </a:p>
          <a:p>
            <a:pPr>
              <a:defRPr sz="1200"/>
            </a:pPr>
            <a:r>
              <a:t>D:/pasar_fix/node_modules/.bun/es-toolkit@1.46.1/node_modules/es-toolkit/dist/set/keyBy.mjs</a:t>
            </a:r>
          </a:p>
          <a:p>
            <a:pPr>
              <a:defRPr sz="1200"/>
            </a:pPr>
            <a:r>
              <a:t>D:/pasar_fix/node_modules/.bun/es-toolkit@1.46.1/node_modules/es-toolkit/dist/set/map.d.mts</a:t>
            </a:r>
          </a:p>
          <a:p>
            <a:pPr>
              <a:defRPr sz="1200"/>
            </a:pPr>
            <a:r>
              <a:t>D:/pasar_fix/node_modules/.bun/es-toolkit@1.46.1/node_modules/es-toolkit/dist/set/map.d.ts</a:t>
            </a:r>
          </a:p>
          <a:p>
            <a:pPr>
              <a:defRPr sz="1200"/>
            </a:pPr>
            <a:r>
              <a:t>D:/pasar_fix/node_modules/.bun/es-toolkit@1.46.1/node_modules/es-toolkit/dist/set/map.js</a:t>
            </a:r>
          </a:p>
          <a:p>
            <a:pPr>
              <a:defRPr sz="1200"/>
            </a:pPr>
            <a:r>
              <a:t>D:/pasar_fix/node_modules/.bun/es-toolkit@1.46.1/node_modules/es-toolkit/dist/set/map.mjs</a:t>
            </a:r>
          </a:p>
          <a:p>
            <a:pPr>
              <a:defRPr sz="1200"/>
            </a:pPr>
            <a:r>
              <a:t>D:/pasar_fix/node_modules/.bun/es-toolkit@1.46.1/node_modules/es-toolkit/dist/set/reduce.d.mts</a:t>
            </a:r>
          </a:p>
          <a:p>
            <a:pPr>
              <a:defRPr sz="1200"/>
            </a:pPr>
            <a:r>
              <a:t>D:/pasar_fix/node_modules/.bun/es-toolkit@1.46.1/node_modules/es-toolkit/dist/set/reduce.d.ts</a:t>
            </a:r>
          </a:p>
          <a:p>
            <a:pPr>
              <a:defRPr sz="1200"/>
            </a:pPr>
            <a:r>
              <a:t>D:/pasar_fix/node_modules/.bun/es-toolkit@1.46.1/node_modules/es-toolkit/dist/set/reduce.js</a:t>
            </a:r>
          </a:p>
          <a:p>
            <a:pPr>
              <a:defRPr sz="1200"/>
            </a:pPr>
            <a:r>
              <a:t>D:/pasar_fix/node_modules/.bun/es-toolkit@1.46.1/node_modules/es-toolkit/dist/set/reduce.mjs</a:t>
            </a:r>
          </a:p>
          <a:p>
            <a:pPr>
              <a:defRPr sz="1200"/>
            </a:pPr>
            <a:r>
              <a:t>D:/pasar_fix/node_modules/.bun/es-toolkit@1.46.1/node_modules/es-toolkit/dist/set/some.d.mts</a:t>
            </a:r>
          </a:p>
          <a:p>
            <a:pPr>
              <a:defRPr sz="1200"/>
            </a:pPr>
            <a:r>
              <a:t>D:/pasar_fix/node_modules/.bun/es-toolkit@1.46.1/node_modules/es-toolkit/dist/set/some.d.ts</a:t>
            </a:r>
          </a:p>
          <a:p>
            <a:pPr>
              <a:defRPr sz="1200"/>
            </a:pPr>
            <a:r>
              <a:t>D:/pasar_fix/node_modules/.bun/es-toolkit@1.46.1/node_modules/es-toolkit/dist/set/some.js</a:t>
            </a:r>
          </a:p>
          <a:p>
            <a:pPr>
              <a:defRPr sz="1200"/>
            </a:pPr>
            <a:r>
              <a:t>D:/pasar_fix/node_modules/.bun/es-toolkit@1.46.1/node_modules/es-toolkit/dist/set/some.mjs</a:t>
            </a:r>
          </a:p>
          <a:p>
            <a:pPr>
              <a:defRPr sz="1200"/>
            </a:pPr>
            <a:r>
              <a:t>D:/pasar_fix/node_modules/.bun/es-toolkit@1.46.1/node_modules/es-toolkit/dist/string/camelCase.d.mts</a:t>
            </a:r>
          </a:p>
          <a:p>
            <a:pPr>
              <a:defRPr sz="1200"/>
            </a:pPr>
            <a:r>
              <a:t>D:/pasar_fix/node_modules/.bun/es-toolkit@1.46.1/node_modules/es-toolkit/dist/string/camelCase.d.ts</a:t>
            </a:r>
          </a:p>
          <a:p>
            <a:pPr>
              <a:defRPr sz="1200"/>
            </a:pPr>
            <a:r>
              <a:t>D:/pasar_fix/node_modules/.bun/es-toolkit@1.46.1/node_modules/es-toolkit/dist/string/camelCase.js</a:t>
            </a:r>
          </a:p>
          <a:p>
            <a:pPr>
              <a:defRPr sz="1200"/>
            </a:pPr>
            <a:r>
              <a:t>D:/pasar_fix/node_modules/.bun/es-toolkit@1.46.1/node_modules/es-toolkit/dist/string/camelCase.mjs</a:t>
            </a:r>
          </a:p>
          <a:p>
            <a:pPr>
              <a:defRPr sz="1200"/>
            </a:pPr>
            <a:r>
              <a:t>D:/pasar_fix/node_modules/.bun/es-toolkit@1.46.1/node_modules/es-toolkit/dist/string/capitalize.d.mts</a:t>
            </a:r>
          </a:p>
          <a:p>
            <a:pPr>
              <a:defRPr sz="1200"/>
            </a:pPr>
            <a:r>
              <a:t>D:/pasar_fix/node_modules/.bun/es-toolkit@1.46.1/node_modules/es-toolkit/dist/string/capitalize.d.ts</a:t>
            </a:r>
          </a:p>
          <a:p>
            <a:pPr>
              <a:defRPr sz="1200"/>
            </a:pPr>
            <a:r>
              <a:t>D:/pasar_fix/node_modules/.bun/es-toolkit@1.46.1/node_modules/es-toolkit/dist/string/capitalize.js</a:t>
            </a:r>
          </a:p>
          <a:p>
            <a:pPr>
              <a:defRPr sz="1200"/>
            </a:pPr>
            <a:r>
              <a:t>D:/pasar_fix/node_modules/.bun/es-toolkit@1.46.1/node_modules/es-toolkit/dist/string/capitalize.mjs</a:t>
            </a:r>
          </a:p>
          <a:p>
            <a:pPr>
              <a:defRPr sz="1200"/>
            </a:pPr>
            <a:r>
              <a:t>D:/pasar_fix/node_modules/.bun/es-toolkit@1.46.1/node_modules/es-toolkit/dist/string/constantCase.d.mts</a:t>
            </a:r>
          </a:p>
          <a:p>
            <a:pPr>
              <a:defRPr sz="1200"/>
            </a:pPr>
            <a:r>
              <a:t>D:/pasar_fix/node_modules/.bun/es-toolkit@1.46.1/node_modules/es-toolkit/dist/string/constantCase.d.ts</a:t>
            </a:r>
          </a:p>
          <a:p>
            <a:pPr>
              <a:defRPr sz="1200"/>
            </a:pPr>
            <a:r>
              <a:t>D:/pasar_fix/node_modules/.bun/es-toolkit@1.46.1/node_modules/es-toolkit/dist/string/constantCase.js</a:t>
            </a:r>
          </a:p>
          <a:p>
            <a:pPr>
              <a:defRPr sz="1200"/>
            </a:pPr>
            <a:r>
              <a:t>D:/pasar_fix/node_modules/.bun/es-toolkit@1.46.1/node_modules/es-toolkit/dist/string/constantCase.mjs</a:t>
            </a:r>
          </a:p>
          <a:p>
            <a:pPr>
              <a:defRPr sz="1200"/>
            </a:pPr>
            <a:r>
              <a:t>D:/pasar_fix/node_modules/.bun/es-toolkit@1.46.1/node_modules/es-toolkit/dist/string/deburr.d.mts</a:t>
            </a:r>
          </a:p>
          <a:p>
            <a:pPr>
              <a:defRPr sz="1200"/>
            </a:pPr>
            <a:r>
              <a:t>D:/pasar_fix/node_modules/.bun/es-toolkit@1.46.1/node_modules/es-toolkit/dist/string/deburr.d.ts</a:t>
            </a:r>
          </a:p>
          <a:p>
            <a:pPr>
              <a:defRPr sz="1200"/>
            </a:pPr>
            <a:r>
              <a:t>D:/pasar_fix/node_modules/.bun/es-toolkit@1.46.1/node_modules/es-toolkit/dist/string/deburr.js</a:t>
            </a:r>
          </a:p>
          <a:p>
            <a:pPr>
              <a:defRPr sz="1200"/>
            </a:pPr>
            <a:r>
              <a:t>D:/pasar_fix/node_modules/.bun/es-toolkit@1.46.1/node_modules/es-toolkit/dist/string/deburr.mjs</a:t>
            </a:r>
          </a:p>
          <a:p>
            <a:pPr>
              <a:defRPr sz="1200"/>
            </a:pPr>
            <a:r>
              <a:t>D:/pasar_fix/node_modules/.bun/es-toolkit@1.46.1/node_modules/es-toolkit/dist/string/escape.d.mts</a:t>
            </a:r>
          </a:p>
          <a:p>
            <a:pPr>
              <a:defRPr sz="1200"/>
            </a:pPr>
            <a:r>
              <a:t>D:/pasar_fix/node_modules/.bun/es-toolkit@1.46.1/node_modules/es-toolkit/dist/string/escape.d.ts</a:t>
            </a:r>
          </a:p>
          <a:p>
            <a:pPr>
              <a:defRPr sz="1200"/>
            </a:pPr>
            <a:r>
              <a:t>D:/pasar_fix/node_modules/.bun/es-toolkit@1.46.1/node_modules/es-toolkit/dist/string/escape.js</a:t>
            </a:r>
          </a:p>
          <a:p>
            <a:pPr>
              <a:defRPr sz="1200"/>
            </a:pPr>
            <a:r>
              <a:t>D:/pasar_fix/node_modules/.bun/es-toolkit@1.46.1/node_modules/es-toolkit/dist/string/escape.mjs</a:t>
            </a:r>
          </a:p>
          <a:p>
            <a:pPr>
              <a:defRPr sz="1200"/>
            </a:pPr>
            <a:r>
              <a:t>D:/pasar_fix/node_modules/.bun/es-toolkit@1.46.1/node_modules/es-toolkit/dist/string/escapeRegExp.d.mts</a:t>
            </a:r>
          </a:p>
          <a:p>
            <a:pPr>
              <a:defRPr sz="1200"/>
            </a:pPr>
            <a:r>
              <a:t>D:/pasar_fix/node_modules/.bun/es-toolkit@1.46.1/node_modules/es-toolkit/dist/string/escapeRegExp.d.ts</a:t>
            </a:r>
          </a:p>
          <a:p>
            <a:pPr>
              <a:defRPr sz="1200"/>
            </a:pPr>
            <a:r>
              <a:t>D:/pasar_fix/node_modules/.bun/es-toolkit@1.46.1/node_modules/es-toolkit/dist/string/escapeRegExp.js</a:t>
            </a:r>
          </a:p>
          <a:p>
            <a:pPr>
              <a:defRPr sz="1200"/>
            </a:pPr>
            <a:r>
              <a:t>D:/pasar_fix/node_modules/.bun/es-toolkit@1.46.1/node_modules/es-toolkit/dist/string/escapeRegExp.mjs</a:t>
            </a:r>
          </a:p>
          <a:p>
            <a:pPr>
              <a:defRPr sz="1200"/>
            </a:pPr>
            <a:r>
              <a:t>D:/pasar_fix/node_modules/.bun/es-toolkit@1.46.1/node_modules/es-toolkit/dist/string/index.d.mts</a:t>
            </a:r>
          </a:p>
          <a:p>
            <a:pPr>
              <a:defRPr sz="1200"/>
            </a:pPr>
            <a:r>
              <a:t>D:/pasar_fix/node_modules/.bun/es-toolkit@1.46.1/node_modules/es-toolkit/dist/string/index.d.ts</a:t>
            </a:r>
          </a:p>
          <a:p>
            <a:pPr>
              <a:defRPr sz="1200"/>
            </a:pPr>
            <a:r>
              <a:t>D:/pasar_fix/node_modules/.bun/es-toolkit@1.46.1/node_modules/es-toolkit/dist/string/index.js</a:t>
            </a:r>
          </a:p>
          <a:p>
            <a:pPr>
              <a:defRPr sz="1200"/>
            </a:pPr>
            <a:r>
              <a:t>D:/pasar_fix/node_modules/.bun/es-toolkit@1.46.1/node_modules/es-toolkit/dist/string/index.mjs</a:t>
            </a:r>
          </a:p>
          <a:p>
            <a:pPr>
              <a:defRPr sz="1200"/>
            </a:pPr>
            <a:r>
              <a:t>D:/pasar_fix/node_modules/.bun/es-toolkit@1.46.1/node_modules/es-toolkit/dist/string/kebabCase.d.mts</a:t>
            </a:r>
          </a:p>
          <a:p>
            <a:pPr>
              <a:defRPr sz="1200"/>
            </a:pPr>
            <a:r>
              <a:t>D:/pasar_fix/node_modules/.bun/es-toolkit@1.46.1/node_modules/es-toolkit/dist/string/kebabCase.d.ts</a:t>
            </a:r>
          </a:p>
          <a:p>
            <a:pPr>
              <a:defRPr sz="1200"/>
            </a:pPr>
            <a:r>
              <a:t>D:/pasar_fix/node_modules/.bun/es-toolkit@1.46.1/node_modules/es-toolkit/dist/string/kebabCase.js</a:t>
            </a:r>
          </a:p>
          <a:p>
            <a:pPr>
              <a:defRPr sz="1200"/>
            </a:pPr>
            <a:r>
              <a:t>D:/pasar_fix/node_modules/.bun/es-toolkit@1.46.1/node_modules/es-toolkit/dist/string/kebabCase.mjs</a:t>
            </a:r>
          </a:p>
          <a:p>
            <a:pPr>
              <a:defRPr sz="1200"/>
            </a:pPr>
            <a:r>
              <a:t>D:/pasar_fix/node_modules/.bun/es-toolkit@1.46.1/node_modules/es-toolkit/dist/string/lowerCase.d.mts</a:t>
            </a:r>
          </a:p>
          <a:p>
            <a:pPr>
              <a:defRPr sz="1200"/>
            </a:pPr>
            <a:r>
              <a:t>D:/pasar_fix/node_modules/.bun/es-toolkit@1.46.1/node_modules/es-toolkit/dist/string/lowerCase.d.ts</a:t>
            </a:r>
          </a:p>
          <a:p>
            <a:pPr>
              <a:defRPr sz="1200"/>
            </a:pPr>
            <a:r>
              <a:t>D:/pasar_fix/node_modules/.bun/es-toolkit@1.46.1/node_modules/es-toolkit/dist/string/lowerCase.js</a:t>
            </a:r>
          </a:p>
          <a:p>
            <a:pPr>
              <a:defRPr sz="1200"/>
            </a:pPr>
            <a:r>
              <a:t>D:/pasar_fix/node_modules/.bun/es-toolkit@1.46.1/node_modules/es-toolkit/dist/string/lowerCase.mjs</a:t>
            </a:r>
          </a:p>
          <a:p>
            <a:pPr>
              <a:defRPr sz="1200"/>
            </a:pPr>
            <a:r>
              <a:t>D:/pasar_fix/node_modules/.bun/es-toolkit@1.46.1/node_modules/es-toolkit/dist/string/lowerFirst.d.mts</a:t>
            </a:r>
          </a:p>
          <a:p>
            <a:pPr>
              <a:defRPr sz="1200"/>
            </a:pPr>
            <a:r>
              <a:t>D:/pasar_fix/node_modules/.bun/es-toolkit@1.46.1/node_modules/es-toolkit/dist/string/lowerFirst.d.ts</a:t>
            </a:r>
          </a:p>
          <a:p>
            <a:pPr>
              <a:defRPr sz="1200"/>
            </a:pPr>
            <a:r>
              <a:t>D:/pasar_fix/node_modules/.bun/es-toolkit@1.46.1/node_modules/es-toolkit/dist/string/lowerFirst.js</a:t>
            </a:r>
          </a:p>
          <a:p>
            <a:pPr>
              <a:defRPr sz="1200"/>
            </a:pPr>
            <a:r>
              <a:t>D:/pasar_fix/node_modules/.bun/es-toolkit@1.46.1/node_modules/es-toolkit/dist/string/lowerFirst.mjs</a:t>
            </a:r>
          </a:p>
          <a:p>
            <a:pPr>
              <a:defRPr sz="1200"/>
            </a:pPr>
            <a:r>
              <a:t>D:/pasar_fix/node_modules/.bun/es-toolkit@1.46.1/node_modules/es-toolkit/dist/string/pad.d.mts</a:t>
            </a:r>
          </a:p>
          <a:p>
            <a:pPr>
              <a:defRPr sz="1200"/>
            </a:pPr>
            <a:r>
              <a:t>D:/pasar_fix/node_modules/.bun/es-toolkit@1.46.1/node_modules/es-toolkit/dist/string/pad.d.ts</a:t>
            </a:r>
          </a:p>
          <a:p>
            <a:pPr>
              <a:defRPr sz="1200"/>
            </a:pPr>
            <a:r>
              <a:t>D:/pasar_fix/node_modules/.bun/es-toolkit@1.46.1/node_modules/es-toolkit/dist/string/pad.js</a:t>
            </a:r>
          </a:p>
          <a:p>
            <a:pPr>
              <a:defRPr sz="1200"/>
            </a:pPr>
            <a:r>
              <a:t>D:/pasar_fix/node_modules/.bun/es-toolkit@1.46.1/node_modules/es-toolkit/dist/string/pad.mjs</a:t>
            </a:r>
          </a:p>
          <a:p>
            <a:pPr>
              <a:defRPr sz="1200"/>
            </a:pPr>
            <a:r>
              <a:t>D:/pasar_fix/node_modules/.bun/es-toolkit@1.46.1/node_modules/es-toolkit/dist/string/pascalCase.d.mts</a:t>
            </a:r>
          </a:p>
          <a:p>
            <a:pPr>
              <a:defRPr sz="1200"/>
            </a:pPr>
            <a:r>
              <a:t>D:/pasar_fix/node_modules/.bun/es-toolkit@1.46.1/node_modules/es-toolkit/dist/string/pascalCase.d.ts</a:t>
            </a:r>
          </a:p>
          <a:p>
            <a:pPr>
              <a:defRPr sz="1200"/>
            </a:pPr>
            <a:r>
              <a:t>D:/pasar_fix/node_modules/.bun/es-toolkit@1.46.1/node_modules/es-toolkit/dist/string/pascalCase.js</a:t>
            </a:r>
          </a:p>
          <a:p>
            <a:pPr>
              <a:defRPr sz="1200"/>
            </a:pPr>
            <a:r>
              <a:t>D:/pasar_fix/node_modules/.bun/es-toolkit@1.46.1/node_modules/es-toolkit/dist/string/pascalCase.mjs</a:t>
            </a:r>
          </a:p>
          <a:p>
            <a:pPr>
              <a:defRPr sz="1200"/>
            </a:pPr>
            <a:r>
              <a:t>D:/pasar_fix/node_modules/.bun/es-toolkit@1.46.1/node_modules/es-toolkit/dist/string/reverseString.d.mts</a:t>
            </a:r>
          </a:p>
          <a:p>
            <a:pPr>
              <a:defRPr sz="1200"/>
            </a:pPr>
            <a:r>
              <a:t>D:/pasar_fix/node_modules/.bun/es-toolkit@1.46.1/node_modules/es-toolkit/dist/string/reverseString.d.ts</a:t>
            </a:r>
          </a:p>
          <a:p>
            <a:pPr>
              <a:defRPr sz="1200"/>
            </a:pPr>
            <a:r>
              <a:t>D:/pasar_fix/node_modules/.bun/es-toolkit@1.46.1/node_modules/es-toolkit/dist/string/reverseString.js</a:t>
            </a:r>
          </a:p>
          <a:p>
            <a:pPr>
              <a:defRPr sz="1200"/>
            </a:pPr>
            <a:r>
              <a:t>D:/pasar_fix/node_modules/.bun/es-toolkit@1.46.1/node_modules/es-toolkit/dist/string/reverseString.mjs</a:t>
            </a:r>
          </a:p>
          <a:p>
            <a:pPr>
              <a:defRPr sz="1200"/>
            </a:pPr>
            <a:r>
              <a:t>D:/pasar_fix/node_modules/.bun/es-toolkit@1.46.1/node_modules/es-toolkit/dist/string/snakeCase.d.mts</a:t>
            </a:r>
          </a:p>
          <a:p>
            <a:pPr>
              <a:defRPr sz="1200"/>
            </a:pPr>
            <a:r>
              <a:t>D:/pasar_fix/node_modules/.bun/es-toolkit@1.46.1/node_modules/es-toolkit/dist/string/snakeCase.d.ts</a:t>
            </a:r>
          </a:p>
          <a:p>
            <a:pPr>
              <a:defRPr sz="1200"/>
            </a:pPr>
            <a:r>
              <a:t>D:/pasar_fix/node_modules/.bun/es-toolkit@1.46.1/node_modules/es-toolkit/dist/string/snakeCase.js</a:t>
            </a:r>
          </a:p>
          <a:p>
            <a:pPr>
              <a:defRPr sz="1200"/>
            </a:pPr>
            <a:r>
              <a:t>D:/pasar_fix/node_modules/.bun/es-toolkit@1.46.1/node_modules/es-toolkit/dist/string/snakeCase.mjs</a:t>
            </a:r>
          </a:p>
          <a:p>
            <a:pPr>
              <a:defRPr sz="1200"/>
            </a:pPr>
            <a:r>
              <a:t>D:/pasar_fix/node_modules/.bun/es-toolkit@1.46.1/node_modules/es-toolkit/dist/string/startCase.d.mts</a:t>
            </a:r>
          </a:p>
          <a:p>
            <a:pPr>
              <a:defRPr sz="1200"/>
            </a:pPr>
            <a:r>
              <a:t>D:/pasar_fix/node_modules/.bun/es-toolkit@1.46.1/node_modules/es-toolkit/dist/string/startCase.d.ts</a:t>
            </a:r>
          </a:p>
          <a:p>
            <a:pPr>
              <a:defRPr sz="1200"/>
            </a:pPr>
            <a:r>
              <a:t>D:/pasar_fix/node_modules/.bun/es-toolkit@1.46.1/node_modules/es-toolkit/dist/string/startCase.js</a:t>
            </a:r>
          </a:p>
          <a:p>
            <a:pPr>
              <a:defRPr sz="1200"/>
            </a:pPr>
            <a:r>
              <a:t>D:/pasar_fix/node_modules/.bun/es-toolkit@1.46.1/node_modules/es-toolkit/dist/string/startCase.mjs</a:t>
            </a:r>
          </a:p>
          <a:p>
            <a:pPr>
              <a:defRPr sz="1200"/>
            </a:pPr>
            <a:r>
              <a:t>D:/pasar_fix/node_modules/.bun/es-toolkit@1.46.1/node_modules/es-toolkit/dist/string/trim.d.mts</a:t>
            </a:r>
          </a:p>
          <a:p>
            <a:pPr>
              <a:defRPr sz="1200"/>
            </a:pPr>
            <a:r>
              <a:t>D:/pasar_fix/node_modules/.bun/es-toolkit@1.46.1/node_modules/es-toolkit/dist/string/trim.d.ts</a:t>
            </a:r>
          </a:p>
          <a:p>
            <a:pPr>
              <a:defRPr sz="1200"/>
            </a:pPr>
            <a:r>
              <a:t>D:/pasar_fix/node_modules/.bun/es-toolkit@1.46.1/node_modules/es-toolkit/dist/string/trim.js</a:t>
            </a:r>
          </a:p>
          <a:p>
            <a:pPr>
              <a:defRPr sz="1200"/>
            </a:pPr>
            <a:r>
              <a:t>D:/pasar_fix/node_modules/.bun/es-toolkit@1.46.1/node_modules/es-toolkit/dist/string/trim.mjs</a:t>
            </a:r>
          </a:p>
          <a:p>
            <a:pPr>
              <a:defRPr sz="1200"/>
            </a:pPr>
            <a:r>
              <a:t>D:/pasar_fix/node_modules/.bun/es-toolkit@1.46.1/node_modules/es-toolkit/dist/string/trimEnd.d.mts</a:t>
            </a:r>
          </a:p>
          <a:p>
            <a:pPr>
              <a:defRPr sz="1200"/>
            </a:pPr>
            <a:r>
              <a:t>D:/pasar_fix/node_modules/.bun/es-toolkit@1.46.1/node_modules/es-toolkit/dist/string/trimEnd.d.ts</a:t>
            </a:r>
          </a:p>
          <a:p>
            <a:pPr>
              <a:defRPr sz="1200"/>
            </a:pPr>
            <a:r>
              <a:t>D:/pasar_fix/node_modules/.bun/es-toolkit@1.46.1/node_modules/es-toolkit/dist/string/trimEnd.js</a:t>
            </a:r>
          </a:p>
          <a:p>
            <a:pPr>
              <a:defRPr sz="1200"/>
            </a:pPr>
            <a:r>
              <a:t>D:/pasar_fix/node_modules/.bun/es-toolkit@1.46.1/node_modules/es-toolkit/dist/string/trimEnd.mjs</a:t>
            </a:r>
          </a:p>
          <a:p>
            <a:pPr>
              <a:defRPr sz="1200"/>
            </a:pPr>
            <a:r>
              <a:t>D:/pasar_fix/node_modules/.bun/es-toolkit@1.46.1/node_modules/es-toolkit/dist/string/trimStart.d.mts</a:t>
            </a:r>
          </a:p>
          <a:p>
            <a:pPr>
              <a:defRPr sz="1200"/>
            </a:pPr>
            <a:r>
              <a:t>D:/pasar_fix/node_modules/.bun/es-toolkit@1.46.1/node_modules/es-toolkit/dist/string/trimStart.d.ts</a:t>
            </a:r>
          </a:p>
          <a:p>
            <a:pPr>
              <a:defRPr sz="1200"/>
            </a:pPr>
            <a:r>
              <a:t>D:/pasar_fix/node_modules/.bun/es-toolkit@1.46.1/node_modules/es-toolkit/dist/string/trimStart.js</a:t>
            </a:r>
          </a:p>
          <a:p>
            <a:pPr>
              <a:defRPr sz="1200"/>
            </a:pPr>
            <a:r>
              <a:t>D:/pasar_fix/node_modules/.bun/es-toolkit@1.46.1/node_modules/es-toolkit/dist/string/trimStart.mjs</a:t>
            </a:r>
          </a:p>
          <a:p>
            <a:pPr>
              <a:defRPr sz="1200"/>
            </a:pPr>
            <a:r>
              <a:t>D:/pasar_fix/node_modules/.bun/es-toolkit@1.46.1/node_modules/es-toolkit/dist/string/unescape.d.mts</a:t>
            </a:r>
          </a:p>
          <a:p>
            <a:pPr>
              <a:defRPr sz="1200"/>
            </a:pPr>
            <a:r>
              <a:t>D:/pasar_fix/node_modules/.bun/es-toolkit@1.46.1/node_modules/es-toolkit/dist/string/unescape.d.ts</a:t>
            </a:r>
          </a:p>
          <a:p>
            <a:pPr>
              <a:defRPr sz="1200"/>
            </a:pPr>
            <a:r>
              <a:t>D:/pasar_fix/node_modules/.bun/es-toolkit@1.46.1/node_modules/es-toolkit/dist/string/unescape.js</a:t>
            </a:r>
          </a:p>
          <a:p>
            <a:pPr>
              <a:defRPr sz="1200"/>
            </a:pPr>
            <a:r>
              <a:t>D:/pasar_fix/node_modules/.bun/es-toolkit@1.46.1/node_modules/es-toolkit/dist/string/unescape.mjs</a:t>
            </a:r>
          </a:p>
          <a:p>
            <a:pPr>
              <a:defRPr sz="1200"/>
            </a:pPr>
            <a:r>
              <a:t>D:/pasar_fix/node_modules/.bun/es-toolkit@1.46.1/node_modules/es-toolkit/dist/string/upperCase.d.mts</a:t>
            </a:r>
          </a:p>
          <a:p>
            <a:pPr>
              <a:defRPr sz="1200"/>
            </a:pPr>
            <a:r>
              <a:t>D:/pasar_fix/node_modules/.bun/es-toolkit@1.46.1/node_modules/es-toolkit/dist/string/upperCase.d.ts</a:t>
            </a:r>
          </a:p>
          <a:p>
            <a:pPr>
              <a:defRPr sz="1200"/>
            </a:pPr>
            <a:r>
              <a:t>D:/pasar_fix/node_modules/.bun/es-toolkit@1.46.1/node_modules/es-toolkit/dist/string/upperCase.js</a:t>
            </a:r>
          </a:p>
          <a:p>
            <a:pPr>
              <a:defRPr sz="1200"/>
            </a:pPr>
            <a:r>
              <a:t>D:/pasar_fix/node_modules/.bun/es-toolkit@1.46.1/node_modules/es-toolkit/dist/string/upperCase.mjs</a:t>
            </a:r>
          </a:p>
          <a:p>
            <a:pPr>
              <a:defRPr sz="1200"/>
            </a:pPr>
            <a:r>
              <a:t>D:/pasar_fix/node_modules/.bun/es-toolkit@1.46.1/node_modules/es-toolkit/dist/string/upperFirst.d.mts</a:t>
            </a:r>
          </a:p>
          <a:p>
            <a:pPr>
              <a:defRPr sz="1200"/>
            </a:pPr>
            <a:r>
              <a:t>D:/pasar_fix/node_modules/.bun/es-toolkit@1.46.1/node_modules/es-toolkit/dist/string/upperFirst.d.ts</a:t>
            </a:r>
          </a:p>
          <a:p>
            <a:pPr>
              <a:defRPr sz="1200"/>
            </a:pPr>
            <a:r>
              <a:t>D:/pasar_fix/node_modules/.bun/es-toolkit@1.46.1/node_modules/es-toolkit/dist/string/upperFirst.js</a:t>
            </a:r>
          </a:p>
          <a:p>
            <a:pPr>
              <a:defRPr sz="1200"/>
            </a:pPr>
            <a:r>
              <a:t>D:/pasar_fix/node_modules/.bun/es-toolkit@1.46.1/node_modules/es-toolkit/dist/string/upperFirst.mjs</a:t>
            </a:r>
          </a:p>
          <a:p>
            <a:pPr>
              <a:defRPr sz="1200"/>
            </a:pPr>
            <a:r>
              <a:t>D:/pasar_fix/node_modules/.bun/es-toolkit@1.46.1/node_modules/es-toolkit/dist/string/words.d.mts</a:t>
            </a:r>
          </a:p>
          <a:p>
            <a:pPr>
              <a:defRPr sz="1200"/>
            </a:pPr>
            <a:r>
              <a:t>D:/pasar_fix/node_modules/.bun/es-toolkit@1.46.1/node_modules/es-toolkit/dist/string/words.d.ts</a:t>
            </a:r>
          </a:p>
          <a:p>
            <a:pPr>
              <a:defRPr sz="1200"/>
            </a:pPr>
            <a:r>
              <a:t>D:/pasar_fix/node_modules/.bun/es-toolkit@1.46.1/node_modules/es-toolkit/dist/string/words.js</a:t>
            </a:r>
          </a:p>
          <a:p>
            <a:pPr>
              <a:defRPr sz="1200"/>
            </a:pPr>
            <a:r>
              <a:t>D:/pasar_fix/node_modules/.bun/es-toolkit@1.46.1/node_modules/es-toolkit/dist/string/words.mjs</a:t>
            </a:r>
          </a:p>
          <a:p>
            <a:pPr>
              <a:defRPr sz="1200"/>
            </a:pPr>
            <a:r>
              <a:t>D:/pasar_fix/node_modules/.bun/es-toolkit@1.46.1/node_modules/es-toolkit/dist/util/attempt.d.mts</a:t>
            </a:r>
          </a:p>
          <a:p>
            <a:pPr>
              <a:defRPr sz="1200"/>
            </a:pPr>
            <a:r>
              <a:t>D:/pasar_fix/node_modules/.bun/es-toolkit@1.46.1/node_modules/es-toolkit/dist/util/attempt.d.ts</a:t>
            </a:r>
          </a:p>
          <a:p>
            <a:pPr>
              <a:defRPr sz="1200"/>
            </a:pPr>
            <a:r>
              <a:t>D:/pasar_fix/node_modules/.bun/es-toolkit@1.46.1/node_modules/es-toolkit/dist/util/attempt.js</a:t>
            </a:r>
          </a:p>
          <a:p>
            <a:pPr>
              <a:defRPr sz="1200"/>
            </a:pPr>
            <a:r>
              <a:t>D:/pasar_fix/node_modules/.bun/es-toolkit@1.46.1/node_modules/es-toolkit/dist/util/attempt.mjs</a:t>
            </a:r>
          </a:p>
          <a:p>
            <a:pPr>
              <a:defRPr sz="1200"/>
            </a:pPr>
            <a:r>
              <a:t>D:/pasar_fix/node_modules/.bun/es-toolkit@1.46.1/node_modules/es-toolkit/dist/util/attemptAsync.d.mts</a:t>
            </a:r>
          </a:p>
          <a:p>
            <a:pPr>
              <a:defRPr sz="1200"/>
            </a:pPr>
            <a:r>
              <a:t>D:/pasar_fix/node_modules/.bun/es-toolkit@1.46.1/node_modules/es-toolkit/dist/util/attemptAsync.d.ts</a:t>
            </a:r>
          </a:p>
          <a:p>
            <a:pPr>
              <a:defRPr sz="1200"/>
            </a:pPr>
            <a:r>
              <a:t>D:/pasar_fix/node_modules/.bun/es-toolkit@1.46.1/node_modules/es-toolkit/dist/util/attemptAsync.js</a:t>
            </a:r>
          </a:p>
          <a:p>
            <a:pPr>
              <a:defRPr sz="1200"/>
            </a:pPr>
            <a:r>
              <a:t>D:/pasar_fix/node_modules/.bun/es-toolkit@1.46.1/node_modules/es-toolkit/dist/util/attemptAsync.mjs</a:t>
            </a:r>
          </a:p>
          <a:p>
            <a:pPr>
              <a:defRPr sz="1200"/>
            </a:pPr>
            <a:r>
              <a:t>D:/pasar_fix/node_modules/.bun/es-toolkit@1.46.1/node_modules/es-toolkit/dist/util/index.d.mts</a:t>
            </a:r>
          </a:p>
          <a:p>
            <a:pPr>
              <a:defRPr sz="1200"/>
            </a:pPr>
            <a:r>
              <a:t>D:/pasar_fix/node_modules/.bun/es-toolkit@1.46.1/node_modules/es-toolkit/dist/util/index.d.ts</a:t>
            </a:r>
          </a:p>
          <a:p>
            <a:pPr>
              <a:defRPr sz="1200"/>
            </a:pPr>
            <a:r>
              <a:t>D:/pasar_fix/node_modules/.bun/es-toolkit@1.46.1/node_modules/es-toolkit/dist/util/index.js</a:t>
            </a:r>
          </a:p>
          <a:p>
            <a:pPr>
              <a:defRPr sz="1200"/>
            </a:pPr>
            <a:r>
              <a:t>D:/pasar_fix/node_modules/.bun/es-toolkit@1.46.1/node_modules/es-toolkit/dist/util/index.mjs</a:t>
            </a:r>
          </a:p>
          <a:p>
            <a:pPr>
              <a:defRPr sz="1200"/>
            </a:pPr>
            <a:r>
              <a:t>D:/pasar_fix/node_modules/.bun/es-toolkit@1.46.1/node_modules/es-toolkit/dist/util/invariant.d.mts</a:t>
            </a:r>
          </a:p>
          <a:p>
            <a:pPr>
              <a:defRPr sz="1200"/>
            </a:pPr>
            <a:r>
              <a:t>D:/pasar_fix/node_modules/.bun/es-toolkit@1.46.1/node_modules/es-toolkit/dist/util/invariant.d.ts</a:t>
            </a:r>
          </a:p>
          <a:p>
            <a:pPr>
              <a:defRPr sz="1200"/>
            </a:pPr>
            <a:r>
              <a:t>D:/pasar_fix/node_modules/.bun/es-toolkit@1.46.1/node_modules/es-toolkit/dist/util/invariant.js</a:t>
            </a:r>
          </a:p>
          <a:p>
            <a:pPr>
              <a:defRPr sz="1200"/>
            </a:pPr>
            <a:r>
              <a:t>D:/pasar_fix/node_modules/.bun/es-toolkit@1.46.1/node_modules/es-toolkit/dist/util/invariant.mjs</a:t>
            </a:r>
          </a:p>
          <a:p>
            <a:pPr>
              <a:defRPr sz="1200"/>
            </a:pPr>
            <a:r>
              <a:t>D:/pasar_fix/node_modules/.bun/es-toolkit@1.46.1/node_modules/es-toolkit/dist/_internal/compareValues.js</a:t>
            </a:r>
          </a:p>
          <a:p>
            <a:pPr>
              <a:defRPr sz="1200"/>
            </a:pPr>
            <a:r>
              <a:t>D:/pasar_fix/node_modules/.bun/es-toolkit@1.46.1/node_modules/es-toolkit/dist/_internal/compareValues.mjs</a:t>
            </a:r>
          </a:p>
          <a:p>
            <a:pPr>
              <a:defRPr sz="1200"/>
            </a:pPr>
            <a:r>
              <a:t>D:/pasar_fix/node_modules/.bun/es-toolkit@1.46.1/node_modules/es-toolkit/dist/_internal/DOMException.d.mts</a:t>
            </a:r>
          </a:p>
          <a:p>
            <a:pPr>
              <a:defRPr sz="1200"/>
            </a:pPr>
            <a:r>
              <a:t>D:/pasar_fix/node_modules/.bun/es-toolkit@1.46.1/node_modules/es-toolkit/dist/_internal/DOMException.d.ts</a:t>
            </a:r>
          </a:p>
          <a:p>
            <a:pPr>
              <a:defRPr sz="1200"/>
            </a:pPr>
            <a:r>
              <a:t>D:/pasar_fix/node_modules/.bun/es-toolkit@1.46.1/node_modules/es-toolkit/dist/_internal/DOMException.js</a:t>
            </a:r>
          </a:p>
          <a:p>
            <a:pPr>
              <a:defRPr sz="1200"/>
            </a:pPr>
            <a:r>
              <a:t>D:/pasar_fix/node_modules/.bun/es-toolkit@1.46.1/node_modules/es-toolkit/dist/_internal/DOMException.mjs</a:t>
            </a:r>
          </a:p>
          <a:p>
            <a:pPr>
              <a:defRPr sz="1200"/>
            </a:pPr>
            <a:r>
              <a:t>D:/pasar_fix/node_modules/.bun/es-toolkit@1.46.1/node_modules/es-toolkit/dist/_internal/globalThis.d.mts</a:t>
            </a:r>
          </a:p>
          <a:p>
            <a:pPr>
              <a:defRPr sz="1200"/>
            </a:pPr>
            <a:r>
              <a:t>D:/pasar_fix/node_modules/.bun/es-toolkit@1.46.1/node_modules/es-toolkit/dist/_internal/globalThis.d.ts</a:t>
            </a:r>
          </a:p>
          <a:p>
            <a:pPr>
              <a:defRPr sz="1200"/>
            </a:pPr>
            <a:r>
              <a:t>D:/pasar_fix/node_modules/.bun/es-toolkit@1.46.1/node_modules/es-toolkit/dist/_internal/globalThis.js</a:t>
            </a:r>
          </a:p>
          <a:p>
            <a:pPr>
              <a:defRPr sz="1200"/>
            </a:pPr>
            <a:r>
              <a:t>D:/pasar_fix/node_modules/.bun/es-toolkit@1.46.1/node_modules/es-toolkit/dist/_internal/globalThis.mjs</a:t>
            </a:r>
          </a:p>
          <a:p>
            <a:pPr>
              <a:defRPr sz="1200"/>
            </a:pPr>
            <a:r>
              <a:t>D:/pasar_fix/node_modules/.bun/es-toolkit@1.46.1/node_modules/es-toolkit/dist/_internal/isEqualsSameValueZero.d.mts</a:t>
            </a:r>
          </a:p>
          <a:p>
            <a:pPr>
              <a:defRPr sz="1200"/>
            </a:pPr>
            <a:r>
              <a:t>D:/pasar_fix/node_modules/.bun/es-toolkit@1.46.1/node_modules/es-toolkit/dist/_internal/isEqualsSameValueZero.d.ts</a:t>
            </a:r>
          </a:p>
          <a:p>
            <a:pPr>
              <a:defRPr sz="1200"/>
            </a:pPr>
            <a:r>
              <a:t>D:/pasar_fix/node_modules/.bun/es-toolkit@1.46.1/node_modules/es-toolkit/dist/_internal/isEqualsSameValueZero.js</a:t>
            </a:r>
          </a:p>
          <a:p>
            <a:pPr>
              <a:defRPr sz="1200"/>
            </a:pPr>
            <a:r>
              <a:t>D:/pasar_fix/node_modules/.bun/es-toolkit@1.46.1/node_modules/es-toolkit/dist/_internal/isEqualsSameValueZero.mjs</a:t>
            </a:r>
          </a:p>
          <a:p>
            <a:pPr>
              <a:defRPr sz="1200"/>
            </a:pPr>
            <a:r>
              <a:t>D:/pasar_fix/node_modules/.bun/es-toolkit@1.46.1/node_modules/es-toolkit/dist/_internal/isUnsafeProperty.js</a:t>
            </a:r>
          </a:p>
          <a:p>
            <a:pPr>
              <a:defRPr sz="1200"/>
            </a:pPr>
            <a:r>
              <a:t>D:/pasar_fix/node_modules/.bun/es-toolkit@1.46.1/node_modules/es-toolkit/dist/_internal/isUnsafeProperty.mjs</a:t>
            </a:r>
          </a:p>
          <a:p>
            <a:pPr>
              <a:defRPr sz="1200"/>
            </a:pPr>
            <a:r>
              <a:t>D:/pasar_fix/node_modules/.bun/es-toolkit@1.46.1/node_modules/es-toolkit/src/compat/_internal/Equals.d.ts</a:t>
            </a:r>
          </a:p>
          <a:p>
            <a:pPr>
              <a:defRPr sz="1200"/>
            </a:pPr>
            <a:r>
              <a:t>D:/pasar_fix/node_modules/.bun/es-toolkit@1.46.1/node_modules/es-toolkit/src/compat/_internal/IsWritable.d.ts</a:t>
            </a:r>
          </a:p>
          <a:p>
            <a:pPr>
              <a:defRPr sz="1200"/>
            </a:pPr>
            <a:r>
              <a:t>D:/pasar_fix/node_modules/.bun/es-toolkit@1.46.1/node_modules/es-toolkit/src/compat/_internal/MutableList.d.ts</a:t>
            </a:r>
          </a:p>
          <a:p>
            <a:pPr>
              <a:defRPr sz="1200"/>
            </a:pPr>
            <a:r>
              <a:t>D:/pasar_fix/node_modules/.bun/es-toolkit@1.46.1/node_modules/es-toolkit/src/compat/_internal/RejectReadonly.d.ts</a:t>
            </a:r>
          </a:p>
          <a:p>
            <a:pPr>
              <a:defRPr sz="1200"/>
            </a:pPr>
            <a:r>
              <a:t>D:/pasar_fix/node_modules/.bun/esbuild@0.18.20/node_modules/.bin/esbuild.bunx</a:t>
            </a:r>
          </a:p>
          <a:p>
            <a:pPr>
              <a:defRPr sz="1200"/>
            </a:pPr>
            <a:r>
              <a:t>D:/pasar_fix/node_modules/.bun/esbuild@0.18.20/node_modules/.bin/esbuild.exe</a:t>
            </a:r>
          </a:p>
          <a:p>
            <a:pPr>
              <a:defRPr sz="1200"/>
            </a:pPr>
            <a:r>
              <a:t>D:/pasar_fix/node_modules/.bun/esbuild@0.18.20/node_modules/esbuild/install.js</a:t>
            </a:r>
          </a:p>
          <a:p>
            <a:pPr>
              <a:defRPr sz="1200"/>
            </a:pPr>
            <a:r>
              <a:t>D:/pasar_fix/node_modules/.bun/esbuild@0.18.20/node_modules/esbuild/LICENSE.md</a:t>
            </a:r>
          </a:p>
          <a:p>
            <a:pPr>
              <a:defRPr sz="1200"/>
            </a:pPr>
            <a:r>
              <a:t>D:/pasar_fix/node_modules/.bun/esbuild@0.18.20/node_modules/esbuild/package.json</a:t>
            </a:r>
          </a:p>
          <a:p>
            <a:pPr>
              <a:defRPr sz="1200"/>
            </a:pPr>
            <a:r>
              <a:t>D:/pasar_fix/node_modules/.bun/esbuild@0.18.20/node_modules/esbuild/README.md</a:t>
            </a:r>
          </a:p>
          <a:p>
            <a:pPr>
              <a:defRPr sz="1200"/>
            </a:pPr>
            <a:r>
              <a:t>D:/pasar_fix/node_modules/.bun/esbuild@0.18.20/node_modules/esbuild/bin/esbuild</a:t>
            </a:r>
          </a:p>
          <a:p>
            <a:pPr>
              <a:defRPr sz="1200"/>
            </a:pPr>
            <a:r>
              <a:t>D:/pasar_fix/node_modules/.bun/esbuild@0.18.20/node_modules/esbuild/lib/main.d.ts</a:t>
            </a:r>
          </a:p>
          <a:p>
            <a:pPr>
              <a:defRPr sz="1200"/>
            </a:pPr>
            <a:r>
              <a:t>D:/pasar_fix/node_modules/.bun/esbuild@0.18.20/node_modules/esbuild/lib/main.js</a:t>
            </a:r>
          </a:p>
          <a:p>
            <a:pPr>
              <a:defRPr sz="1200"/>
            </a:pPr>
            <a:r>
              <a:t>D:/pasar_fix/node_modules/.bun/esbuild@0.25.12/node_modules/.bin/esbuild.bunx</a:t>
            </a:r>
          </a:p>
          <a:p>
            <a:pPr>
              <a:defRPr sz="1200"/>
            </a:pPr>
            <a:r>
              <a:t>D:/pasar_fix/node_modules/.bun/esbuild@0.25.12/node_modules/.bin/esbuild.exe</a:t>
            </a:r>
          </a:p>
          <a:p>
            <a:pPr>
              <a:defRPr sz="1200"/>
            </a:pPr>
            <a:r>
              <a:t>D:/pasar_fix/node_modules/.bun/esbuild@0.25.12/node_modules/esbuild/install.js</a:t>
            </a:r>
          </a:p>
          <a:p>
            <a:pPr>
              <a:defRPr sz="1200"/>
            </a:pPr>
            <a:r>
              <a:t>D:/pasar_fix/node_modules/.bun/esbuild@0.25.12/node_modules/esbuild/LICENSE.md</a:t>
            </a:r>
          </a:p>
          <a:p>
            <a:pPr>
              <a:defRPr sz="1200"/>
            </a:pPr>
            <a:r>
              <a:t>D:/pasar_fix/node_modules/.bun/esbuild@0.25.12/node_modules/esbuild/package.json</a:t>
            </a:r>
          </a:p>
          <a:p>
            <a:pPr>
              <a:defRPr sz="1200"/>
            </a:pPr>
            <a:r>
              <a:t>D:/pasar_fix/node_modules/.bun/esbuild@0.25.12/node_modules/esbuild/README.md</a:t>
            </a:r>
          </a:p>
          <a:p>
            <a:pPr>
              <a:defRPr sz="1200"/>
            </a:pPr>
            <a:r>
              <a:t>D:/pasar_fix/node_modules/.bun/esbuild@0.25.12/node_modules/esbuild/bin/esbuild</a:t>
            </a:r>
          </a:p>
          <a:p>
            <a:pPr>
              <a:defRPr sz="1200"/>
            </a:pPr>
            <a:r>
              <a:t>D:/pasar_fix/node_modules/.bun/esbuild@0.25.12/node_modules/esbuild/lib/main.d.ts</a:t>
            </a:r>
          </a:p>
          <a:p>
            <a:pPr>
              <a:defRPr sz="1200"/>
            </a:pPr>
            <a:r>
              <a:t>D:/pasar_fix/node_modules/.bun/esbuild@0.25.12/node_modules/esbuild/lib/main.js</a:t>
            </a:r>
          </a:p>
          <a:p>
            <a:pPr>
              <a:defRPr sz="1200"/>
            </a:pPr>
            <a:r>
              <a:t>D:/pasar_fix/node_modules/.bun/esbuild@0.27.7/node_modules/.bin/esbuild.bunx</a:t>
            </a:r>
          </a:p>
          <a:p>
            <a:pPr>
              <a:defRPr sz="1200"/>
            </a:pPr>
            <a:r>
              <a:t>D:/pasar_fix/node_modules/.bun/esbuild@0.27.7/node_modules/.bin/esbuild.exe</a:t>
            </a:r>
          </a:p>
          <a:p>
            <a:pPr>
              <a:defRPr sz="1200"/>
            </a:pPr>
            <a:r>
              <a:t>D:/pasar_fix/node_modules/.bun/esbuild@0.27.7/node_modules/esbuild/install.js</a:t>
            </a:r>
          </a:p>
          <a:p>
            <a:pPr>
              <a:defRPr sz="1200"/>
            </a:pPr>
            <a:r>
              <a:t>D:/pasar_fix/node_modules/.bun/esbuild@0.27.7/node_modules/esbuild/LICENSE.md</a:t>
            </a:r>
          </a:p>
          <a:p>
            <a:pPr>
              <a:defRPr sz="1200"/>
            </a:pPr>
            <a:r>
              <a:t>D:/pasar_fix/node_modules/.bun/esbuild@0.27.7/node_modules/esbuild/package.json</a:t>
            </a:r>
          </a:p>
          <a:p>
            <a:pPr>
              <a:defRPr sz="1200"/>
            </a:pPr>
            <a:r>
              <a:t>D:/pasar_fix/node_modules/.bun/esbuild@0.27.7/node_modules/esbuild/README.md</a:t>
            </a:r>
          </a:p>
          <a:p>
            <a:pPr>
              <a:defRPr sz="1200"/>
            </a:pPr>
            <a:r>
              <a:t>D:/pasar_fix/node_modules/.bun/esbuild@0.27.7/node_modules/esbuild/bin/esbuild</a:t>
            </a:r>
          </a:p>
          <a:p>
            <a:pPr>
              <a:defRPr sz="1200"/>
            </a:pPr>
            <a:r>
              <a:t>D:/pasar_fix/node_modules/.bun/esbuild@0.27.7/node_modules/esbuild/lib/main.d.ts</a:t>
            </a:r>
          </a:p>
          <a:p>
            <a:pPr>
              <a:defRPr sz="1200"/>
            </a:pPr>
            <a:r>
              <a:t>D:/pasar_fix/node_modules/.bun/esbuild@0.27.7/node_modules/esbuild/lib/main.js</a:t>
            </a:r>
          </a:p>
          <a:p>
            <a:pPr>
              <a:defRPr sz="1200"/>
            </a:pPr>
            <a:r>
              <a:t>D:/pasar_fix/node_modules/.bun/esbuild@0.28.0/node_modules/.bin/esbuild.bunx</a:t>
            </a:r>
          </a:p>
          <a:p>
            <a:pPr>
              <a:defRPr sz="1200"/>
            </a:pPr>
            <a:r>
              <a:t>D:/pasar_fix/node_modules/.bun/esbuild@0.28.0/node_modules/.bin/esbuild.exe</a:t>
            </a:r>
          </a:p>
          <a:p>
            <a:pPr>
              <a:defRPr sz="1200"/>
            </a:pPr>
            <a:r>
              <a:t>D:/pasar_fix/node_modules/.bun/esbuild@0.28.0/node_modules/esbuild/install.js</a:t>
            </a:r>
          </a:p>
          <a:p>
            <a:pPr>
              <a:defRPr sz="1200"/>
            </a:pPr>
            <a:r>
              <a:t>D:/pasar_fix/node_modules/.bun/esbuild@0.28.0/node_modules/esbuild/LICENSE.md</a:t>
            </a:r>
          </a:p>
          <a:p>
            <a:pPr>
              <a:defRPr sz="1200"/>
            </a:pPr>
            <a:r>
              <a:t>D:/pasar_fix/node_modules/.bun/esbuild@0.28.0/node_modules/esbuild/package.json</a:t>
            </a:r>
          </a:p>
          <a:p>
            <a:pPr>
              <a:defRPr sz="1200"/>
            </a:pPr>
            <a:r>
              <a:t>D:/pasar_fix/node_modules/.bun/esbuild@0.28.0/node_modules/esbuild/README.md</a:t>
            </a:r>
          </a:p>
          <a:p>
            <a:pPr>
              <a:defRPr sz="1200"/>
            </a:pPr>
            <a:r>
              <a:t>D:/pasar_fix/node_modules/.bun/esbuild@0.28.0/node_modules/esbuild/bin/esbuild</a:t>
            </a:r>
          </a:p>
          <a:p>
            <a:pPr>
              <a:defRPr sz="1200"/>
            </a:pPr>
            <a:r>
              <a:t>D:/pasar_fix/node_modules/.bun/esbuild@0.28.0/node_modules/esbuild/lib/main.d.ts</a:t>
            </a:r>
          </a:p>
          <a:p>
            <a:pPr>
              <a:defRPr sz="1200"/>
            </a:pPr>
            <a:r>
              <a:t>D:/pasar_fix/node_modules/.bun/esbuild@0.28.0/node_modules/esbuild/lib/main.js</a:t>
            </a:r>
          </a:p>
          <a:p>
            <a:pPr>
              <a:defRPr sz="1200"/>
            </a:pPr>
            <a:r>
              <a:t>D:/pasar_fix/node_modules/.bun/escalade@3.2.0/node_modules/escalade/index.d.mts</a:t>
            </a:r>
          </a:p>
          <a:p>
            <a:pPr>
              <a:defRPr sz="1200"/>
            </a:pPr>
            <a:r>
              <a:t>D:/pasar_fix/node_modules/.bun/escalade@3.2.0/node_modules/escalade/index.d.ts</a:t>
            </a:r>
          </a:p>
          <a:p>
            <a:pPr>
              <a:defRPr sz="1200"/>
            </a:pPr>
            <a:r>
              <a:t>D:/pasar_fix/node_modules/.bun/escalade@3.2.0/node_modules/escalade/license</a:t>
            </a:r>
          </a:p>
          <a:p>
            <a:pPr>
              <a:defRPr sz="1200"/>
            </a:pPr>
            <a:r>
              <a:t>D:/pasar_fix/node_modules/.bun/escalade@3.2.0/node_modules/escalade/package.json</a:t>
            </a:r>
          </a:p>
          <a:p>
            <a:pPr>
              <a:defRPr sz="1200"/>
            </a:pPr>
            <a:r>
              <a:t>D:/pasar_fix/node_modules/.bun/escalade@3.2.0/node_modules/escalade/readme.md</a:t>
            </a:r>
          </a:p>
          <a:p>
            <a:pPr>
              <a:defRPr sz="1200"/>
            </a:pPr>
            <a:r>
              <a:t>D:/pasar_fix/node_modules/.bun/escalade@3.2.0/node_modules/escalade/dist/index.js</a:t>
            </a:r>
          </a:p>
          <a:p>
            <a:pPr>
              <a:defRPr sz="1200"/>
            </a:pPr>
            <a:r>
              <a:t>D:/pasar_fix/node_modules/.bun/escalade@3.2.0/node_modules/escalade/dist/index.mjs</a:t>
            </a:r>
          </a:p>
          <a:p>
            <a:pPr>
              <a:defRPr sz="1200"/>
            </a:pPr>
            <a:r>
              <a:t>D:/pasar_fix/node_modules/.bun/escalade@3.2.0/node_modules/escalade/sync/index.d.mts</a:t>
            </a:r>
          </a:p>
          <a:p>
            <a:pPr>
              <a:defRPr sz="1200"/>
            </a:pPr>
            <a:r>
              <a:t>D:/pasar_fix/node_modules/.bun/escalade@3.2.0/node_modules/escalade/sync/index.d.ts</a:t>
            </a:r>
          </a:p>
          <a:p>
            <a:pPr>
              <a:defRPr sz="1200"/>
            </a:pPr>
            <a:r>
              <a:t>D:/pasar_fix/node_modules/.bun/escalade@3.2.0/node_modules/escalade/sync/index.js</a:t>
            </a:r>
          </a:p>
          <a:p>
            <a:pPr>
              <a:defRPr sz="1200"/>
            </a:pPr>
            <a:r>
              <a:t>D:/pasar_fix/node_modules/.bun/escalade@3.2.0/node_modules/escalade/sync/index.mjs</a:t>
            </a:r>
          </a:p>
          <a:p>
            <a:pPr>
              <a:defRPr sz="1200"/>
            </a:pPr>
            <a:r>
              <a:t>D:/pasar_fix/node_modules/.bun/escape-html@1.0.3/node_modules/escape-html/index.js</a:t>
            </a:r>
          </a:p>
          <a:p>
            <a:pPr>
              <a:defRPr sz="1200"/>
            </a:pPr>
            <a:r>
              <a:t>D:/pasar_fix/node_modules/.bun/escape-html@1.0.3/node_modules/escape-html/LICENSE</a:t>
            </a:r>
          </a:p>
          <a:p>
            <a:pPr>
              <a:defRPr sz="1200"/>
            </a:pPr>
            <a:r>
              <a:t>D:/pasar_fix/node_modules/.bun/escape-html@1.0.3/node_modules/escape-html/package.json</a:t>
            </a:r>
          </a:p>
          <a:p>
            <a:pPr>
              <a:defRPr sz="1200"/>
            </a:pPr>
            <a:r>
              <a:t>D:/pasar_fix/node_modules/.bun/escape-html@1.0.3/node_modules/escape-html/Readme.md</a:t>
            </a:r>
          </a:p>
          <a:p>
            <a:pPr>
              <a:defRPr sz="1200"/>
            </a:pPr>
            <a:r>
              <a:t>D:/pasar_fix/node_modules/.bun/escape-string-regexp@5.0.0/node_modules/escape-string-regexp/index.d.ts</a:t>
            </a:r>
          </a:p>
          <a:p>
            <a:pPr>
              <a:defRPr sz="1200"/>
            </a:pPr>
            <a:r>
              <a:t>D:/pasar_fix/node_modules/.bun/escape-string-regexp@5.0.0/node_modules/escape-string-regexp/index.js</a:t>
            </a:r>
          </a:p>
          <a:p>
            <a:pPr>
              <a:defRPr sz="1200"/>
            </a:pPr>
            <a:r>
              <a:t>D:/pasar_fix/node_modules/.bun/escape-string-regexp@5.0.0/node_modules/escape-string-regexp/license</a:t>
            </a:r>
          </a:p>
          <a:p>
            <a:pPr>
              <a:defRPr sz="1200"/>
            </a:pPr>
            <a:r>
              <a:t>D:/pasar_fix/node_modules/.bun/escape-string-regexp@5.0.0/node_modules/escape-string-regexp/package.json</a:t>
            </a:r>
          </a:p>
          <a:p>
            <a:pPr>
              <a:defRPr sz="1200"/>
            </a:pPr>
            <a:r>
              <a:t>D:/pasar_fix/node_modules/.bun/escape-string-regexp@5.0.0/node_modules/escape-string-regexp/readme.md</a:t>
            </a:r>
          </a:p>
          <a:p>
            <a:pPr>
              <a:defRPr sz="1200"/>
            </a:pPr>
            <a:r>
              <a:t>D:/pasar_fix/node_modules/.bun/escodegen@2.1.0/node_modules/.bin/escodegen.bunx</a:t>
            </a:r>
          </a:p>
          <a:p>
            <a:pPr>
              <a:defRPr sz="1200"/>
            </a:pPr>
            <a:r>
              <a:t>D:/pasar_fix/node_modules/.bun/escodegen@2.1.0/node_modules/.bin/escodegen.exe</a:t>
            </a:r>
          </a:p>
          <a:p>
            <a:pPr>
              <a:defRPr sz="1200"/>
            </a:pPr>
            <a:r>
              <a:t>D:/pasar_fix/node_modules/.bun/escodegen@2.1.0/node_modules/.bin/esgenerate.bunx</a:t>
            </a:r>
          </a:p>
          <a:p>
            <a:pPr>
              <a:defRPr sz="1200"/>
            </a:pPr>
            <a:r>
              <a:t>D:/pasar_fix/node_modules/.bun/escodegen@2.1.0/node_modules/.bin/esgenerate.exe</a:t>
            </a:r>
          </a:p>
          <a:p>
            <a:pPr>
              <a:defRPr sz="1200"/>
            </a:pPr>
            <a:r>
              <a:t>D:/pasar_fix/node_modules/.bun/escodegen@2.1.0/node_modules/.bin/esparse.bunx</a:t>
            </a:r>
          </a:p>
          <a:p>
            <a:pPr>
              <a:defRPr sz="1200"/>
            </a:pPr>
            <a:r>
              <a:t>D:/pasar_fix/node_modules/.bun/escodegen@2.1.0/node_modules/.bin/esparse.exe</a:t>
            </a:r>
          </a:p>
          <a:p>
            <a:pPr>
              <a:defRPr sz="1200"/>
            </a:pPr>
            <a:r>
              <a:t>D:/pasar_fix/node_modules/.bun/escodegen@2.1.0/node_modules/.bin/esvalidate.bunx</a:t>
            </a:r>
          </a:p>
          <a:p>
            <a:pPr>
              <a:defRPr sz="1200"/>
            </a:pPr>
            <a:r>
              <a:t>D:/pasar_fix/node_modules/.bun/escodegen@2.1.0/node_modules/.bin/esvalidate.exe</a:t>
            </a:r>
          </a:p>
          <a:p>
            <a:pPr>
              <a:defRPr sz="1200"/>
            </a:pPr>
            <a:r>
              <a:t>D:/pasar_fix/node_modules/.bun/escodegen@2.1.0/node_modules/escodegen/escodegen.js</a:t>
            </a:r>
          </a:p>
          <a:p>
            <a:pPr>
              <a:defRPr sz="1200"/>
            </a:pPr>
            <a:r>
              <a:t>D:/pasar_fix/node_modules/.bun/escodegen@2.1.0/node_modules/escodegen/LICENSE.BSD</a:t>
            </a:r>
          </a:p>
          <a:p>
            <a:pPr>
              <a:defRPr sz="1200"/>
            </a:pPr>
            <a:r>
              <a:t>D:/pasar_fix/node_modules/.bun/escodegen@2.1.0/node_modules/escodegen/package.json</a:t>
            </a:r>
          </a:p>
          <a:p>
            <a:pPr>
              <a:defRPr sz="1200"/>
            </a:pPr>
            <a:r>
              <a:t>D:/pasar_fix/node_modules/.bun/escodegen@2.1.0/node_modules/escodegen/README.md</a:t>
            </a:r>
          </a:p>
          <a:p>
            <a:pPr>
              <a:defRPr sz="1200"/>
            </a:pPr>
            <a:r>
              <a:t>D:/pasar_fix/node_modules/.bun/escodegen@2.1.0/node_modules/escodegen/bin/escodegen.js</a:t>
            </a:r>
          </a:p>
          <a:p>
            <a:pPr>
              <a:defRPr sz="1200"/>
            </a:pPr>
            <a:r>
              <a:t>D:/pasar_fix/node_modules/.bun/escodegen@2.1.0/node_modules/escodegen/bin/esgenerate.js</a:t>
            </a:r>
          </a:p>
          <a:p>
            <a:pPr>
              <a:defRPr sz="1200"/>
            </a:pPr>
            <a:r>
              <a:t>D:/pasar_fix/node_modules/.bun/esprima@4.0.1/node_modules/.bin/esparse.bunx</a:t>
            </a:r>
          </a:p>
          <a:p>
            <a:pPr>
              <a:defRPr sz="1200"/>
            </a:pPr>
            <a:r>
              <a:t>D:/pasar_fix/node_modules/.bun/esprima@4.0.1/node_modules/.bin/esparse.exe</a:t>
            </a:r>
          </a:p>
          <a:p>
            <a:pPr>
              <a:defRPr sz="1200"/>
            </a:pPr>
            <a:r>
              <a:t>D:/pasar_fix/node_modules/.bun/esprima@4.0.1/node_modules/.bin/esvalidate.bunx</a:t>
            </a:r>
          </a:p>
          <a:p>
            <a:pPr>
              <a:defRPr sz="1200"/>
            </a:pPr>
            <a:r>
              <a:t>D:/pasar_fix/node_modules/.bun/esprima@4.0.1/node_modules/.bin/esvalidate.exe</a:t>
            </a:r>
          </a:p>
          <a:p>
            <a:pPr>
              <a:defRPr sz="1200"/>
            </a:pPr>
            <a:r>
              <a:t>D:/pasar_fix/node_modules/.bun/esprima@4.0.1/node_modules/esprima/ChangeLog</a:t>
            </a:r>
          </a:p>
          <a:p>
            <a:pPr>
              <a:defRPr sz="1200"/>
            </a:pPr>
            <a:r>
              <a:t>D:/pasar_fix/node_modules/.bun/esprima@4.0.1/node_modules/esprima/LICENSE.BSD</a:t>
            </a:r>
          </a:p>
          <a:p>
            <a:pPr>
              <a:defRPr sz="1200"/>
            </a:pPr>
            <a:r>
              <a:t>D:/pasar_fix/node_modules/.bun/esprima@4.0.1/node_modules/esprima/package.json</a:t>
            </a:r>
          </a:p>
          <a:p>
            <a:pPr>
              <a:defRPr sz="1200"/>
            </a:pPr>
            <a:r>
              <a:t>D:/pasar_fix/node_modules/.bun/esprima@4.0.1/node_modules/esprima/README.md</a:t>
            </a:r>
          </a:p>
          <a:p>
            <a:pPr>
              <a:defRPr sz="1200"/>
            </a:pPr>
            <a:r>
              <a:t>D:/pasar_fix/node_modules/.bun/esprima@4.0.1/node_modules/esprima/bin/esparse.js</a:t>
            </a:r>
          </a:p>
          <a:p>
            <a:pPr>
              <a:defRPr sz="1200"/>
            </a:pPr>
            <a:r>
              <a:t>D:/pasar_fix/node_modules/.bun/esprima@4.0.1/node_modules/esprima/bin/esvalidate.js</a:t>
            </a:r>
          </a:p>
          <a:p>
            <a:pPr>
              <a:defRPr sz="1200"/>
            </a:pPr>
            <a:r>
              <a:t>D:/pasar_fix/node_modules/.bun/esprima@4.0.1/node_modules/esprima/dist/esprima.js</a:t>
            </a:r>
          </a:p>
          <a:p>
            <a:pPr>
              <a:defRPr sz="1200"/>
            </a:pPr>
            <a:r>
              <a:t>D:/pasar_fix/node_modules/.bun/estraverse@5.3.0/node_modules/estraverse/.jshintrc</a:t>
            </a:r>
          </a:p>
          <a:p>
            <a:pPr>
              <a:defRPr sz="1200"/>
            </a:pPr>
            <a:r>
              <a:t>D:/pasar_fix/node_modules/.bun/estraverse@5.3.0/node_modules/estraverse/estraverse.js</a:t>
            </a:r>
          </a:p>
          <a:p>
            <a:pPr>
              <a:defRPr sz="1200"/>
            </a:pPr>
            <a:r>
              <a:t>D:/pasar_fix/node_modules/.bun/estraverse@5.3.0/node_modules/estraverse/gulpfile.js</a:t>
            </a:r>
          </a:p>
          <a:p>
            <a:pPr>
              <a:defRPr sz="1200"/>
            </a:pPr>
            <a:r>
              <a:t>D:/pasar_fix/node_modules/.bun/estraverse@5.3.0/node_modules/estraverse/LICENSE.BSD</a:t>
            </a:r>
          </a:p>
          <a:p>
            <a:pPr>
              <a:defRPr sz="1200"/>
            </a:pPr>
            <a:r>
              <a:t>D:/pasar_fix/node_modules/.bun/estraverse@5.3.0/node_modules/estraverse/package.json</a:t>
            </a:r>
          </a:p>
          <a:p>
            <a:pPr>
              <a:defRPr sz="1200"/>
            </a:pPr>
            <a:r>
              <a:t>D:/pasar_fix/node_modules/.bun/estraverse@5.3.0/node_modules/estraverse/README.md</a:t>
            </a:r>
          </a:p>
          <a:p>
            <a:pPr>
              <a:defRPr sz="1200"/>
            </a:pPr>
            <a:r>
              <a:t>D:/pasar_fix/node_modules/.bun/estree-walker@2.0.2/node_modules/estree-walker/CHANGELOG.md</a:t>
            </a:r>
          </a:p>
          <a:p>
            <a:pPr>
              <a:defRPr sz="1200"/>
            </a:pPr>
            <a:r>
              <a:t>D:/pasar_fix/node_modules/.bun/estree-walker@2.0.2/node_modules/estree-walker/LICENSE</a:t>
            </a:r>
          </a:p>
          <a:p>
            <a:pPr>
              <a:defRPr sz="1200"/>
            </a:pPr>
            <a:r>
              <a:t>D:/pasar_fix/node_modules/.bun/estree-walker@2.0.2/node_modules/estree-walker/package.json</a:t>
            </a:r>
          </a:p>
          <a:p>
            <a:pPr>
              <a:defRPr sz="1200"/>
            </a:pPr>
            <a:r>
              <a:t>D:/pasar_fix/node_modules/.bun/estree-walker@2.0.2/node_modules/estree-walker/README.md</a:t>
            </a:r>
          </a:p>
          <a:p>
            <a:pPr>
              <a:defRPr sz="1200"/>
            </a:pPr>
            <a:r>
              <a:t>D:/pasar_fix/node_modules/.bun/estree-walker@2.0.2/node_modules/estree-walker/dist/esm/estree-walker.js</a:t>
            </a:r>
          </a:p>
          <a:p>
            <a:pPr>
              <a:defRPr sz="1200"/>
            </a:pPr>
            <a:r>
              <a:t>D:/pasar_fix/node_modules/.bun/estree-walker@2.0.2/node_modules/estree-walker/dist/esm/package.json</a:t>
            </a:r>
          </a:p>
          <a:p>
            <a:pPr>
              <a:defRPr sz="1200"/>
            </a:pPr>
            <a:r>
              <a:t>D:/pasar_fix/node_modules/.bun/estree-walker@2.0.2/node_modules/estree-walker/dist/umd/estree-walker.js</a:t>
            </a:r>
          </a:p>
          <a:p>
            <a:pPr>
              <a:defRPr sz="1200"/>
            </a:pPr>
            <a:r>
              <a:t>D:/pasar_fix/node_modules/.bun/estree-walker@2.0.2/node_modules/estree-walker/src/async.js</a:t>
            </a:r>
          </a:p>
          <a:p>
            <a:pPr>
              <a:defRPr sz="1200"/>
            </a:pPr>
            <a:r>
              <a:t>D:/pasar_fix/node_modules/.bun/estree-walker@2.0.2/node_modules/estree-walker/src/index.js</a:t>
            </a:r>
          </a:p>
          <a:p>
            <a:pPr>
              <a:defRPr sz="1200"/>
            </a:pPr>
            <a:r>
              <a:t>D:/pasar_fix/node_modules/.bun/estree-walker@2.0.2/node_modules/estree-walker/src/package.json</a:t>
            </a:r>
          </a:p>
          <a:p>
            <a:pPr>
              <a:defRPr sz="1200"/>
            </a:pPr>
            <a:r>
              <a:t>D:/pasar_fix/node_modules/.bun/estree-walker@2.0.2/node_modules/estree-walker/src/sync.js</a:t>
            </a:r>
          </a:p>
          <a:p>
            <a:pPr>
              <a:defRPr sz="1200"/>
            </a:pPr>
            <a:r>
              <a:t>D:/pasar_fix/node_modules/.bun/estree-walker@2.0.2/node_modules/estree-walker/src/walker.js</a:t>
            </a:r>
          </a:p>
          <a:p>
            <a:pPr>
              <a:defRPr sz="1200"/>
            </a:pPr>
            <a:r>
              <a:t>D:/pasar_fix/node_modules/.bun/estree-walker@2.0.2/node_modules/estree-walker/types/async.d.ts</a:t>
            </a:r>
          </a:p>
          <a:p>
            <a:pPr>
              <a:defRPr sz="1200"/>
            </a:pPr>
            <a:r>
              <a:t>D:/pasar_fix/node_modules/.bun/estree-walker@2.0.2/node_modules/estree-walker/types/index.d.ts</a:t>
            </a:r>
          </a:p>
          <a:p>
            <a:pPr>
              <a:defRPr sz="1200"/>
            </a:pPr>
            <a:r>
              <a:t>D:/pasar_fix/node_modules/.bun/estree-walker@2.0.2/node_modules/estree-walker/types/sync.d.ts</a:t>
            </a:r>
          </a:p>
          <a:p>
            <a:pPr>
              <a:defRPr sz="1200"/>
            </a:pPr>
            <a:r>
              <a:t>D:/pasar_fix/node_modules/.bun/estree-walker@2.0.2/node_modules/estree-walker/types/tsconfig.tsbuildinfo</a:t>
            </a:r>
          </a:p>
          <a:p>
            <a:pPr>
              <a:defRPr sz="1200"/>
            </a:pPr>
            <a:r>
              <a:t>D:/pasar_fix/node_modules/.bun/estree-walker@2.0.2/node_modules/estree-walker/types/walker.d.ts</a:t>
            </a:r>
          </a:p>
          <a:p>
            <a:pPr>
              <a:defRPr sz="1200"/>
            </a:pPr>
            <a:r>
              <a:t>D:/pasar_fix/node_modules/.bun/estree-walker@3.0.3/node_modules/estree-walker/LICENSE</a:t>
            </a:r>
          </a:p>
          <a:p>
            <a:pPr>
              <a:defRPr sz="1200"/>
            </a:pPr>
            <a:r>
              <a:t>D:/pasar_fix/node_modules/.bun/estree-walker@3.0.3/node_modules/estree-walker/package.json</a:t>
            </a:r>
          </a:p>
          <a:p>
            <a:pPr>
              <a:defRPr sz="1200"/>
            </a:pPr>
            <a:r>
              <a:t>D:/pasar_fix/node_modules/.bun/estree-walker@3.0.3/node_modules/estree-walker/README.md</a:t>
            </a:r>
          </a:p>
          <a:p>
            <a:pPr>
              <a:defRPr sz="1200"/>
            </a:pPr>
            <a:r>
              <a:t>D:/pasar_fix/node_modules/.bun/estree-walker@3.0.3/node_modules/estree-walker/src/async.js</a:t>
            </a:r>
          </a:p>
          <a:p>
            <a:pPr>
              <a:defRPr sz="1200"/>
            </a:pPr>
            <a:r>
              <a:t>D:/pasar_fix/node_modules/.bun/estree-walker@3.0.3/node_modules/estree-walker/src/index.js</a:t>
            </a:r>
          </a:p>
          <a:p>
            <a:pPr>
              <a:defRPr sz="1200"/>
            </a:pPr>
            <a:r>
              <a:t>D:/pasar_fix/node_modules/.bun/estree-walker@3.0.3/node_modules/estree-walker/src/sync.js</a:t>
            </a:r>
          </a:p>
          <a:p>
            <a:pPr>
              <a:defRPr sz="1200"/>
            </a:pPr>
            <a:r>
              <a:t>D:/pasar_fix/node_modules/.bun/estree-walker@3.0.3/node_modules/estree-walker/src/walker.js</a:t>
            </a:r>
          </a:p>
          <a:p>
            <a:pPr>
              <a:defRPr sz="1200"/>
            </a:pPr>
            <a:r>
              <a:t>D:/pasar_fix/node_modules/.bun/estree-walker@3.0.3/node_modules/estree-walker/types/async.d.ts</a:t>
            </a:r>
          </a:p>
          <a:p>
            <a:pPr>
              <a:defRPr sz="1200"/>
            </a:pPr>
            <a:r>
              <a:t>D:/pasar_fix/node_modules/.bun/estree-walker@3.0.3/node_modules/estree-walker/types/index.d.ts</a:t>
            </a:r>
          </a:p>
          <a:p>
            <a:pPr>
              <a:defRPr sz="1200"/>
            </a:pPr>
            <a:r>
              <a:t>D:/pasar_fix/node_modules/.bun/estree-walker@3.0.3/node_modules/estree-walker/types/sync.d.ts</a:t>
            </a:r>
          </a:p>
          <a:p>
            <a:pPr>
              <a:defRPr sz="1200"/>
            </a:pPr>
            <a:r>
              <a:t>D:/pasar_fix/node_modules/.bun/estree-walker@3.0.3/node_modules/estree-walker/types/walker.d.ts</a:t>
            </a:r>
          </a:p>
          <a:p>
            <a:pPr>
              <a:defRPr sz="1200"/>
            </a:pPr>
            <a:r>
              <a:t>D:/pasar_fix/node_modules/.bun/esutils@2.0.3/node_modules/esutils/LICENSE.BSD</a:t>
            </a:r>
          </a:p>
          <a:p>
            <a:pPr>
              <a:defRPr sz="1200"/>
            </a:pPr>
            <a:r>
              <a:t>D:/pasar_fix/node_modules/.bun/esutils@2.0.3/node_modules/esutils/package.json</a:t>
            </a:r>
          </a:p>
          <a:p>
            <a:pPr>
              <a:defRPr sz="1200"/>
            </a:pPr>
            <a:r>
              <a:t>D:/pasar_fix/node_modules/.bun/esutils@2.0.3/node_modules/esutils/README.md</a:t>
            </a:r>
          </a:p>
          <a:p>
            <a:pPr>
              <a:defRPr sz="1200"/>
            </a:pPr>
            <a:r>
              <a:t>D:/pasar_fix/node_modules/.bun/esutils@2.0.3/node_modules/esutils/lib/ast.js</a:t>
            </a:r>
          </a:p>
          <a:p>
            <a:pPr>
              <a:defRPr sz="1200"/>
            </a:pPr>
            <a:r>
              <a:t>D:/pasar_fix/node_modules/.bun/esutils@2.0.3/node_modules/esutils/lib/code.js</a:t>
            </a:r>
          </a:p>
          <a:p>
            <a:pPr>
              <a:defRPr sz="1200"/>
            </a:pPr>
            <a:r>
              <a:t>D:/pasar_fix/node_modules/.bun/esutils@2.0.3/node_modules/esutils/lib/keyword.js</a:t>
            </a:r>
          </a:p>
          <a:p>
            <a:pPr>
              <a:defRPr sz="1200"/>
            </a:pPr>
            <a:r>
              <a:t>D:/pasar_fix/node_modules/.bun/esutils@2.0.3/node_modules/esutils/lib/utils.js</a:t>
            </a:r>
          </a:p>
          <a:p>
            <a:pPr>
              <a:defRPr sz="1200"/>
            </a:pPr>
            <a:r>
              <a:t>D:/pasar_fix/node_modules/.bun/etag@1.8.1/node_modules/etag/HISTORY.md</a:t>
            </a:r>
          </a:p>
          <a:p>
            <a:pPr>
              <a:defRPr sz="1200"/>
            </a:pPr>
            <a:r>
              <a:t>D:/pasar_fix/node_modules/.bun/etag@1.8.1/node_modules/etag/index.js</a:t>
            </a:r>
          </a:p>
          <a:p>
            <a:pPr>
              <a:defRPr sz="1200"/>
            </a:pPr>
            <a:r>
              <a:t>D:/pasar_fix/node_modules/.bun/etag@1.8.1/node_modules/etag/LICENSE</a:t>
            </a:r>
          </a:p>
          <a:p>
            <a:pPr>
              <a:defRPr sz="1200"/>
            </a:pPr>
            <a:r>
              <a:t>D:/pasar_fix/node_modules/.bun/etag@1.8.1/node_modules/etag/package.json</a:t>
            </a:r>
          </a:p>
          <a:p>
            <a:pPr>
              <a:defRPr sz="1200"/>
            </a:pPr>
            <a:r>
              <a:t>D:/pasar_fix/node_modules/.bun/etag@1.8.1/node_modules/etag/README.md</a:t>
            </a:r>
          </a:p>
          <a:p>
            <a:pPr>
              <a:defRPr sz="1200"/>
            </a:pPr>
            <a:r>
              <a:t>D:/pasar_fix/node_modules/.bun/event-target-shim@5.0.1/node_modules/event-target-shim/index.d.ts</a:t>
            </a:r>
          </a:p>
          <a:p>
            <a:pPr>
              <a:defRPr sz="1200"/>
            </a:pPr>
            <a:r>
              <a:t>D:/pasar_fix/node_modules/.bun/event-target-shim@5.0.1/node_modules/event-target-shim/LICENSE</a:t>
            </a:r>
          </a:p>
          <a:p>
            <a:pPr>
              <a:defRPr sz="1200"/>
            </a:pPr>
            <a:r>
              <a:t>D:/pasar_fix/node_modules/.bun/event-target-shim@5.0.1/node_modules/event-target-shim/package.json</a:t>
            </a:r>
          </a:p>
          <a:p>
            <a:pPr>
              <a:defRPr sz="1200"/>
            </a:pPr>
            <a:r>
              <a:t>D:/pasar_fix/node_modules/.bun/event-target-shim@5.0.1/node_modules/event-target-shim/README.md</a:t>
            </a:r>
          </a:p>
          <a:p>
            <a:pPr>
              <a:defRPr sz="1200"/>
            </a:pPr>
            <a:r>
              <a:t>D:/pasar_fix/node_modules/.bun/event-target-shim@5.0.1/node_modules/event-target-shim/dist/event-target-shim.js</a:t>
            </a:r>
          </a:p>
          <a:p>
            <a:pPr>
              <a:defRPr sz="1200"/>
            </a:pPr>
            <a:r>
              <a:t>D:/pasar_fix/node_modules/.bun/event-target-shim@5.0.1/node_modules/event-target-shim/dist/event-target-shim.js.map</a:t>
            </a:r>
          </a:p>
          <a:p>
            <a:pPr>
              <a:defRPr sz="1200"/>
            </a:pPr>
            <a:r>
              <a:t>D:/pasar_fix/node_modules/.bun/event-target-shim@5.0.1/node_modules/event-target-shim/dist/event-target-shim.mjs</a:t>
            </a:r>
          </a:p>
          <a:p>
            <a:pPr>
              <a:defRPr sz="1200"/>
            </a:pPr>
            <a:r>
              <a:t>D:/pasar_fix/node_modules/.bun/event-target-shim@5.0.1/node_modules/event-target-shim/dist/event-target-shim.mjs.map</a:t>
            </a:r>
          </a:p>
          <a:p>
            <a:pPr>
              <a:defRPr sz="1200"/>
            </a:pPr>
            <a:r>
              <a:t>D:/pasar_fix/node_modules/.bun/event-target-shim@5.0.1/node_modules/event-target-shim/dist/event-target-shim.umd.js</a:t>
            </a:r>
          </a:p>
          <a:p>
            <a:pPr>
              <a:defRPr sz="1200"/>
            </a:pPr>
            <a:r>
              <a:t>D:/pasar_fix/node_modules/.bun/event-target-shim@5.0.1/node_modules/event-target-shim/dist/event-target-shim.umd.js.map</a:t>
            </a:r>
          </a:p>
          <a:p>
            <a:pPr>
              <a:defRPr sz="1200"/>
            </a:pPr>
            <a:r>
              <a:t>D:/pasar_fix/node_modules/.bun/eventemitter3@5.0.4/node_modules/eventemitter3/index.d.ts</a:t>
            </a:r>
          </a:p>
          <a:p>
            <a:pPr>
              <a:defRPr sz="1200"/>
            </a:pPr>
            <a:r>
              <a:t>D:/pasar_fix/node_modules/.bun/eventemitter3@5.0.4/node_modules/eventemitter3/index.js</a:t>
            </a:r>
          </a:p>
          <a:p>
            <a:pPr>
              <a:defRPr sz="1200"/>
            </a:pPr>
            <a:r>
              <a:t>D:/pasar_fix/node_modules/.bun/eventemitter3@5.0.4/node_modules/eventemitter3/index.mjs</a:t>
            </a:r>
          </a:p>
          <a:p>
            <a:pPr>
              <a:defRPr sz="1200"/>
            </a:pPr>
            <a:r>
              <a:t>D:/pasar_fix/node_modules/.bun/eventemitter3@5.0.4/node_modules/eventemitter3/LICENSE</a:t>
            </a:r>
          </a:p>
          <a:p>
            <a:pPr>
              <a:defRPr sz="1200"/>
            </a:pPr>
            <a:r>
              <a:t>D:/pasar_fix/node_modules/.bun/eventemitter3@5.0.4/node_modules/eventemitter3/package.json</a:t>
            </a:r>
          </a:p>
          <a:p>
            <a:pPr>
              <a:defRPr sz="1200"/>
            </a:pPr>
            <a:r>
              <a:t>D:/pasar_fix/node_modules/.bun/eventemitter3@5.0.4/node_modules/eventemitter3/README.md</a:t>
            </a:r>
          </a:p>
          <a:p>
            <a:pPr>
              <a:defRPr sz="1200"/>
            </a:pPr>
            <a:r>
              <a:t>D:/pasar_fix/node_modules/.bun/eventemitter3@5.0.4/node_modules/eventemitter3/dist/eventemitter3.esm.js</a:t>
            </a:r>
          </a:p>
          <a:p>
            <a:pPr>
              <a:defRPr sz="1200"/>
            </a:pPr>
            <a:r>
              <a:t>D:/pasar_fix/node_modules/.bun/eventemitter3@5.0.4/node_modules/eventemitter3/dist/eventemitter3.esm.min.js</a:t>
            </a:r>
          </a:p>
          <a:p>
            <a:pPr>
              <a:defRPr sz="1200"/>
            </a:pPr>
            <a:r>
              <a:t>D:/pasar_fix/node_modules/.bun/eventemitter3@5.0.4/node_modules/eventemitter3/dist/eventemitter3.esm.min.js.map</a:t>
            </a:r>
          </a:p>
          <a:p>
            <a:pPr>
              <a:defRPr sz="1200"/>
            </a:pPr>
            <a:r>
              <a:t>D:/pasar_fix/node_modules/.bun/eventemitter3@5.0.4/node_modules/eventemitter3/dist/eventemitter3.umd.js</a:t>
            </a:r>
          </a:p>
          <a:p>
            <a:pPr>
              <a:defRPr sz="1200"/>
            </a:pPr>
            <a:r>
              <a:t>D:/pasar_fix/node_modules/.bun/eventemitter3@5.0.4/node_modules/eventemitter3/dist/eventemitter3.umd.min.js</a:t>
            </a:r>
          </a:p>
          <a:p>
            <a:pPr>
              <a:defRPr sz="1200"/>
            </a:pPr>
            <a:r>
              <a:t>D:/pasar_fix/node_modules/.bun/eventemitter3@5.0.4/node_modules/eventemitter3/dist/eventemitter3.umd.min.js.map</a:t>
            </a:r>
          </a:p>
          <a:p>
            <a:pPr>
              <a:defRPr sz="1200"/>
            </a:pPr>
            <a:r>
              <a:t>D:/pasar_fix/node_modules/.bun/events-universal@1.0.1/node_modules/events-universal/bare.js</a:t>
            </a:r>
          </a:p>
          <a:p>
            <a:pPr>
              <a:defRPr sz="1200"/>
            </a:pPr>
            <a:r>
              <a:t>D:/pasar_fix/node_modules/.bun/events-universal@1.0.1/node_modules/events-universal/default.js</a:t>
            </a:r>
          </a:p>
          <a:p>
            <a:pPr>
              <a:defRPr sz="1200"/>
            </a:pPr>
            <a:r>
              <a:t>D:/pasar_fix/node_modules/.bun/events-universal@1.0.1/node_modules/events-universal/index.js</a:t>
            </a:r>
          </a:p>
          <a:p>
            <a:pPr>
              <a:defRPr sz="1200"/>
            </a:pPr>
            <a:r>
              <a:t>D:/pasar_fix/node_modules/.bun/events-universal@1.0.1/node_modules/events-universal/LICENSE</a:t>
            </a:r>
          </a:p>
          <a:p>
            <a:pPr>
              <a:defRPr sz="1200"/>
            </a:pPr>
            <a:r>
              <a:t>D:/pasar_fix/node_modules/.bun/events-universal@1.0.1/node_modules/events-universal/package.json</a:t>
            </a:r>
          </a:p>
          <a:p>
            <a:pPr>
              <a:defRPr sz="1200"/>
            </a:pPr>
            <a:r>
              <a:t>D:/pasar_fix/node_modules/.bun/events-universal@1.0.1/node_modules/events-universal/react-native.js</a:t>
            </a:r>
          </a:p>
          <a:p>
            <a:pPr>
              <a:defRPr sz="1200"/>
            </a:pPr>
            <a:r>
              <a:t>D:/pasar_fix/node_modules/.bun/events-universal@1.0.1/node_modules/events-universal/README.md</a:t>
            </a:r>
          </a:p>
          <a:p>
            <a:pPr>
              <a:defRPr sz="1200"/>
            </a:pPr>
            <a:r>
              <a:t>D:/pasar_fix/node_modules/.bun/events@3.3.0/node_modules/events/.airtap.yml</a:t>
            </a:r>
          </a:p>
          <a:p>
            <a:pPr>
              <a:defRPr sz="1200"/>
            </a:pPr>
            <a:r>
              <a:t>D:/pasar_fix/node_modules/.bun/events@3.3.0/node_modules/events/.travis.yml</a:t>
            </a:r>
          </a:p>
          <a:p>
            <a:pPr>
              <a:defRPr sz="1200"/>
            </a:pPr>
            <a:r>
              <a:t>D:/pasar_fix/node_modules/.bun/events@3.3.0/node_modules/events/events.js</a:t>
            </a:r>
          </a:p>
          <a:p>
            <a:pPr>
              <a:defRPr sz="1200"/>
            </a:pPr>
            <a:r>
              <a:t>D:/pasar_fix/node_modules/.bun/events@3.3.0/node_modules/events/History.md</a:t>
            </a:r>
          </a:p>
          <a:p>
            <a:pPr>
              <a:defRPr sz="1200"/>
            </a:pPr>
            <a:r>
              <a:t>D:/pasar_fix/node_modules/.bun/events@3.3.0/node_modules/events/LICENSE</a:t>
            </a:r>
          </a:p>
          <a:p>
            <a:pPr>
              <a:defRPr sz="1200"/>
            </a:pPr>
            <a:r>
              <a:t>D:/pasar_fix/node_modules/.bun/events@3.3.0/node_modules/events/package.json</a:t>
            </a:r>
          </a:p>
          <a:p>
            <a:pPr>
              <a:defRPr sz="1200"/>
            </a:pPr>
            <a:r>
              <a:t>D:/pasar_fix/node_modules/.bun/events@3.3.0/node_modules/events/Readme.md</a:t>
            </a:r>
          </a:p>
          <a:p>
            <a:pPr>
              <a:defRPr sz="1200"/>
            </a:pPr>
            <a:r>
              <a:t>D:/pasar_fix/node_modules/.bun/events@3.3.0/node_modules/events/security.md</a:t>
            </a:r>
          </a:p>
          <a:p>
            <a:pPr>
              <a:defRPr sz="1200"/>
            </a:pPr>
            <a:r>
              <a:t>D:/pasar_fix/node_modules/.bun/events@3.3.0/node_modules/events/.github/FUNDING.yml</a:t>
            </a:r>
          </a:p>
          <a:p>
            <a:pPr>
              <a:defRPr sz="1200"/>
            </a:pPr>
            <a:r>
              <a:t>D:/pasar_fix/node_modules/.bun/events@3.3.0/node_modules/events/tests/add-listeners.js</a:t>
            </a:r>
          </a:p>
          <a:p>
            <a:pPr>
              <a:defRPr sz="1200"/>
            </a:pPr>
            <a:r>
              <a:t>D:/pasar_fix/node_modules/.bun/events@3.3.0/node_modules/events/tests/check-listener-leaks.js</a:t>
            </a:r>
          </a:p>
          <a:p>
            <a:pPr>
              <a:defRPr sz="1200"/>
            </a:pPr>
            <a:r>
              <a:t>D:/pasar_fix/node_modules/.bun/events@3.3.0/node_modules/events/tests/common.js</a:t>
            </a:r>
          </a:p>
          <a:p>
            <a:pPr>
              <a:defRPr sz="1200"/>
            </a:pPr>
            <a:r>
              <a:t>D:/pasar_fix/node_modules/.bun/events@3.3.0/node_modules/events/tests/errors.js</a:t>
            </a:r>
          </a:p>
          <a:p>
            <a:pPr>
              <a:defRPr sz="1200"/>
            </a:pPr>
            <a:r>
              <a:t>D:/pasar_fix/node_modules/.bun/events@3.3.0/node_modules/events/tests/events-list.js</a:t>
            </a:r>
          </a:p>
          <a:p>
            <a:pPr>
              <a:defRPr sz="1200"/>
            </a:pPr>
            <a:r>
              <a:t>D:/pasar_fix/node_modules/.bun/events@3.3.0/node_modules/events/tests/events-once.js</a:t>
            </a:r>
          </a:p>
          <a:p>
            <a:pPr>
              <a:defRPr sz="1200"/>
            </a:pPr>
            <a:r>
              <a:t>D:/pasar_fix/node_modules/.bun/events@3.3.0/node_modules/events/tests/index.js</a:t>
            </a:r>
          </a:p>
          <a:p>
            <a:pPr>
              <a:defRPr sz="1200"/>
            </a:pPr>
            <a:r>
              <a:t>D:/pasar_fix/node_modules/.bun/events@3.3.0/node_modules/events/tests/legacy-compat.js</a:t>
            </a:r>
          </a:p>
          <a:p>
            <a:pPr>
              <a:defRPr sz="1200"/>
            </a:pPr>
            <a:r>
              <a:t>D:/pasar_fix/node_modules/.bun/events@3.3.0/node_modules/events/tests/listener-count.js</a:t>
            </a:r>
          </a:p>
          <a:p>
            <a:pPr>
              <a:defRPr sz="1200"/>
            </a:pPr>
            <a:r>
              <a:t>D:/pasar_fix/node_modules/.bun/events@3.3.0/node_modules/events/tests/listeners-side-effects.js</a:t>
            </a:r>
          </a:p>
          <a:p>
            <a:pPr>
              <a:defRPr sz="1200"/>
            </a:pPr>
            <a:r>
              <a:t>D:/pasar_fix/node_modules/.bun/events@3.3.0/node_modules/events/tests/listeners.js</a:t>
            </a:r>
          </a:p>
          <a:p>
            <a:pPr>
              <a:defRPr sz="1200"/>
            </a:pPr>
            <a:r>
              <a:t>D:/pasar_fix/node_modules/.bun/events@3.3.0/node_modules/events/tests/max-listeners.js</a:t>
            </a:r>
          </a:p>
          <a:p>
            <a:pPr>
              <a:defRPr sz="1200"/>
            </a:pPr>
            <a:r>
              <a:t>D:/pasar_fix/node_modules/.bun/events@3.3.0/node_modules/events/tests/method-names.js</a:t>
            </a:r>
          </a:p>
          <a:p>
            <a:pPr>
              <a:defRPr sz="1200"/>
            </a:pPr>
            <a:r>
              <a:t>D:/pasar_fix/node_modules/.bun/events@3.3.0/node_modules/events/tests/modify-in-emit.js</a:t>
            </a:r>
          </a:p>
          <a:p>
            <a:pPr>
              <a:defRPr sz="1200"/>
            </a:pPr>
            <a:r>
              <a:t>D:/pasar_fix/node_modules/.bun/events@3.3.0/node_modules/events/tests/num-args.js</a:t>
            </a:r>
          </a:p>
          <a:p>
            <a:pPr>
              <a:defRPr sz="1200"/>
            </a:pPr>
            <a:r>
              <a:t>D:/pasar_fix/node_modules/.bun/events@3.3.0/node_modules/events/tests/once.js</a:t>
            </a:r>
          </a:p>
          <a:p>
            <a:pPr>
              <a:defRPr sz="1200"/>
            </a:pPr>
            <a:r>
              <a:t>D:/pasar_fix/node_modules/.bun/events@3.3.0/node_modules/events/tests/prepend.js</a:t>
            </a:r>
          </a:p>
          <a:p>
            <a:pPr>
              <a:defRPr sz="1200"/>
            </a:pPr>
            <a:r>
              <a:t>D:/pasar_fix/node_modules/.bun/events@3.3.0/node_modules/events/tests/remove-all-listeners.js</a:t>
            </a:r>
          </a:p>
          <a:p>
            <a:pPr>
              <a:defRPr sz="1200"/>
            </a:pPr>
            <a:r>
              <a:t>D:/pasar_fix/node_modules/.bun/events@3.3.0/node_modules/events/tests/remove-listeners.js</a:t>
            </a:r>
          </a:p>
          <a:p>
            <a:pPr>
              <a:defRPr sz="1200"/>
            </a:pPr>
            <a:r>
              <a:t>D:/pasar_fix/node_modules/.bun/events@3.3.0/node_modules/events/tests/set-max-listeners-side-effects.js</a:t>
            </a:r>
          </a:p>
          <a:p>
            <a:pPr>
              <a:defRPr sz="1200"/>
            </a:pPr>
            <a:r>
              <a:t>D:/pasar_fix/node_modules/.bun/events@3.3.0/node_modules/events/tests/special-event-names.js</a:t>
            </a:r>
          </a:p>
          <a:p>
            <a:pPr>
              <a:defRPr sz="1200"/>
            </a:pPr>
            <a:r>
              <a:t>D:/pasar_fix/node_modules/.bun/events@3.3.0/node_modules/events/tests/subclass.js</a:t>
            </a:r>
          </a:p>
          <a:p>
            <a:pPr>
              <a:defRPr sz="1200"/>
            </a:pPr>
            <a:r>
              <a:t>D:/pasar_fix/node_modules/.bun/events@3.3.0/node_modules/events/tests/symbols.js</a:t>
            </a:r>
          </a:p>
          <a:p>
            <a:pPr>
              <a:defRPr sz="1200"/>
            </a:pPr>
            <a:r>
              <a:t>D:/pasar_fix/node_modules/.bun/expect-type@1.3.0/node_modules/expect-type/LICENSE</a:t>
            </a:r>
          </a:p>
          <a:p>
            <a:pPr>
              <a:defRPr sz="1200"/>
            </a:pPr>
            <a:r>
              <a:t>D:/pasar_fix/node_modules/.bun/expect-type@1.3.0/node_modules/expect-type/package.json</a:t>
            </a:r>
          </a:p>
          <a:p>
            <a:pPr>
              <a:defRPr sz="1200"/>
            </a:pPr>
            <a:r>
              <a:t>D:/pasar_fix/node_modules/.bun/expect-type@1.3.0/node_modules/expect-type/README.md</a:t>
            </a:r>
          </a:p>
          <a:p>
            <a:pPr>
              <a:defRPr sz="1200"/>
            </a:pPr>
            <a:r>
              <a:t>D:/pasar_fix/node_modules/.bun/expect-type@1.3.0/node_modules/expect-type/SECURITY.md</a:t>
            </a:r>
          </a:p>
          <a:p>
            <a:pPr>
              <a:defRPr sz="1200"/>
            </a:pPr>
            <a:r>
              <a:t>D:/pasar_fix/node_modules/.bun/expect-type@1.3.0/node_modules/expect-type/dist/branding.d.ts</a:t>
            </a:r>
          </a:p>
          <a:p>
            <a:pPr>
              <a:defRPr sz="1200"/>
            </a:pPr>
            <a:r>
              <a:t>D:/pasar_fix/node_modules/.bun/expect-type@1.3.0/node_modules/expect-type/dist/branding.js</a:t>
            </a:r>
          </a:p>
          <a:p>
            <a:pPr>
              <a:defRPr sz="1200"/>
            </a:pPr>
            <a:r>
              <a:t>D:/pasar_fix/node_modules/.bun/expect-type@1.3.0/node_modules/expect-type/dist/index.d.ts</a:t>
            </a:r>
          </a:p>
          <a:p>
            <a:pPr>
              <a:defRPr sz="1200"/>
            </a:pPr>
            <a:r>
              <a:t>D:/pasar_fix/node_modules/.bun/expect-type@1.3.0/node_modules/expect-type/dist/index.js</a:t>
            </a:r>
          </a:p>
          <a:p>
            <a:pPr>
              <a:defRPr sz="1200"/>
            </a:pPr>
            <a:r>
              <a:t>D:/pasar_fix/node_modules/.bun/expect-type@1.3.0/node_modules/expect-type/dist/messages.d.ts</a:t>
            </a:r>
          </a:p>
          <a:p>
            <a:pPr>
              <a:defRPr sz="1200"/>
            </a:pPr>
            <a:r>
              <a:t>D:/pasar_fix/node_modules/.bun/expect-type@1.3.0/node_modules/expect-type/dist/messages.js</a:t>
            </a:r>
          </a:p>
          <a:p>
            <a:pPr>
              <a:defRPr sz="1200"/>
            </a:pPr>
            <a:r>
              <a:t>D:/pasar_fix/node_modules/.bun/expect-type@1.3.0/node_modules/expect-type/dist/overloads.d.ts</a:t>
            </a:r>
          </a:p>
          <a:p>
            <a:pPr>
              <a:defRPr sz="1200"/>
            </a:pPr>
            <a:r>
              <a:t>D:/pasar_fix/node_modules/.bun/expect-type@1.3.0/node_modules/expect-type/dist/overloads.js</a:t>
            </a:r>
          </a:p>
          <a:p>
            <a:pPr>
              <a:defRPr sz="1200"/>
            </a:pPr>
            <a:r>
              <a:t>D:/pasar_fix/node_modules/.bun/expect-type@1.3.0/node_modules/expect-type/dist/utils.d.ts</a:t>
            </a:r>
          </a:p>
          <a:p>
            <a:pPr>
              <a:defRPr sz="1200"/>
            </a:pPr>
            <a:r>
              <a:t>D:/pasar_fix/node_modules/.bun/expect-type@1.3.0/node_modules/expect-type/dist/utils.js</a:t>
            </a:r>
          </a:p>
          <a:p>
            <a:pPr>
              <a:defRPr sz="1200"/>
            </a:pPr>
            <a:r>
              <a:t>D:/pasar_fix/node_modules/.bun/exsolve@1.0.8/node_modules/exsolve/LICENSE</a:t>
            </a:r>
          </a:p>
          <a:p>
            <a:pPr>
              <a:defRPr sz="1200"/>
            </a:pPr>
            <a:r>
              <a:t>D:/pasar_fix/node_modules/.bun/exsolve@1.0.8/node_modules/exsolve/package.json</a:t>
            </a:r>
          </a:p>
          <a:p>
            <a:pPr>
              <a:defRPr sz="1200"/>
            </a:pPr>
            <a:r>
              <a:t>D:/pasar_fix/node_modules/.bun/exsolve@1.0.8/node_modules/exsolve/README.md</a:t>
            </a:r>
          </a:p>
          <a:p>
            <a:pPr>
              <a:defRPr sz="1200"/>
            </a:pPr>
            <a:r>
              <a:t>D:/pasar_fix/node_modules/.bun/exsolve@1.0.8/node_modules/exsolve/dist/index.d.mts</a:t>
            </a:r>
          </a:p>
          <a:p>
            <a:pPr>
              <a:defRPr sz="1200"/>
            </a:pPr>
            <a:r>
              <a:t>D:/pasar_fix/node_modules/.bun/exsolve@1.0.8/node_modules/exsolve/dist/index.mjs</a:t>
            </a:r>
          </a:p>
          <a:p>
            <a:pPr>
              <a:defRPr sz="1200"/>
            </a:pPr>
            <a:r>
              <a:t>D:/pasar_fix/node_modules/.bun/extract-zip@2.0.1/node_modules/.bin/extract-zip.bunx</a:t>
            </a:r>
          </a:p>
          <a:p>
            <a:pPr>
              <a:defRPr sz="1200"/>
            </a:pPr>
            <a:r>
              <a:t>D:/pasar_fix/node_modules/.bun/extract-zip@2.0.1/node_modules/.bin/extract-zip.exe</a:t>
            </a:r>
          </a:p>
          <a:p>
            <a:pPr>
              <a:defRPr sz="1200"/>
            </a:pPr>
            <a:r>
              <a:t>D:/pasar_fix/node_modules/.bun/extract-zip@2.0.1/node_modules/extract-zip/cli.js</a:t>
            </a:r>
          </a:p>
          <a:p>
            <a:pPr>
              <a:defRPr sz="1200"/>
            </a:pPr>
            <a:r>
              <a:t>D:/pasar_fix/node_modules/.bun/extract-zip@2.0.1/node_modules/extract-zip/index.d.ts</a:t>
            </a:r>
          </a:p>
          <a:p>
            <a:pPr>
              <a:defRPr sz="1200"/>
            </a:pPr>
            <a:r>
              <a:t>D:/pasar_fix/node_modules/.bun/extract-zip@2.0.1/node_modules/extract-zip/index.js</a:t>
            </a:r>
          </a:p>
          <a:p>
            <a:pPr>
              <a:defRPr sz="1200"/>
            </a:pPr>
            <a:r>
              <a:t>D:/pasar_fix/node_modules/.bun/extract-zip@2.0.1/node_modules/extract-zip/LICENSE</a:t>
            </a:r>
          </a:p>
          <a:p>
            <a:pPr>
              <a:defRPr sz="1200"/>
            </a:pPr>
            <a:r>
              <a:t>D:/pasar_fix/node_modules/.bun/extract-zip@2.0.1/node_modules/extract-zip/package.json</a:t>
            </a:r>
          </a:p>
          <a:p>
            <a:pPr>
              <a:defRPr sz="1200"/>
            </a:pPr>
            <a:r>
              <a:t>D:/pasar_fix/node_modules/.bun/extract-zip@2.0.1/node_modules/extract-zip/readme.md</a:t>
            </a:r>
          </a:p>
          <a:p>
            <a:pPr>
              <a:defRPr sz="1200"/>
            </a:pPr>
            <a:r>
              <a:t>D:/pasar_fix/node_modules/.bun/fast-equals@4.0.3/node_modules/fast-equals/.prettierrc</a:t>
            </a:r>
          </a:p>
          <a:p>
            <a:pPr>
              <a:defRPr sz="1200"/>
            </a:pPr>
            <a:r>
              <a:t>D:/pasar_fix/node_modules/.bun/fast-equals@4.0.3/node_modules/fast-equals/.release-it.beta.json</a:t>
            </a:r>
          </a:p>
          <a:p>
            <a:pPr>
              <a:defRPr sz="1200"/>
            </a:pPr>
            <a:r>
              <a:t>D:/pasar_fix/node_modules/.bun/fast-equals@4.0.3/node_modules/fast-equals/.release-it.json</a:t>
            </a:r>
          </a:p>
          <a:p>
            <a:pPr>
              <a:defRPr sz="1200"/>
            </a:pPr>
            <a:r>
              <a:t>D:/pasar_fix/node_modules/.bun/fast-equals@4.0.3/node_modules/fast-equals/BUILD.md</a:t>
            </a:r>
          </a:p>
          <a:p>
            <a:pPr>
              <a:defRPr sz="1200"/>
            </a:pPr>
            <a:r>
              <a:t>D:/pasar_fix/node_modules/.bun/fast-equals@4.0.3/node_modules/fast-equals/CHANGELOG.md</a:t>
            </a:r>
          </a:p>
          <a:p>
            <a:pPr>
              <a:defRPr sz="1200"/>
            </a:pPr>
            <a:r>
              <a:t>D:/pasar_fix/node_modules/.bun/fast-equals@4.0.3/node_modules/fast-equals/index.d.ts</a:t>
            </a:r>
          </a:p>
          <a:p>
            <a:pPr>
              <a:defRPr sz="1200"/>
            </a:pPr>
            <a:r>
              <a:t>D:/pasar_fix/node_modules/.bun/fast-equals@4.0.3/node_modules/fast-equals/LICENSE</a:t>
            </a:r>
          </a:p>
          <a:p>
            <a:pPr>
              <a:defRPr sz="1200"/>
            </a:pPr>
            <a:r>
              <a:t>D:/pasar_fix/node_modules/.bun/fast-equals@4.0.3/node_modules/fast-equals/package.json</a:t>
            </a:r>
          </a:p>
          <a:p>
            <a:pPr>
              <a:defRPr sz="1200"/>
            </a:pPr>
            <a:r>
              <a:t>D:/pasar_fix/node_modules/.bun/fast-equals@4.0.3/node_modules/fast-equals/README.md</a:t>
            </a:r>
          </a:p>
          <a:p>
            <a:pPr>
              <a:defRPr sz="1200"/>
            </a:pPr>
            <a:r>
              <a:t>D:/pasar_fix/node_modules/.bun/fast-equals@4.0.3/node_modules/fast-equals/dist/fast-equals.cjs.js</a:t>
            </a:r>
          </a:p>
          <a:p>
            <a:pPr>
              <a:defRPr sz="1200"/>
            </a:pPr>
            <a:r>
              <a:t>D:/pasar_fix/node_modules/.bun/fast-equals@4.0.3/node_modules/fast-equals/dist/fast-equals.cjs.js.map</a:t>
            </a:r>
          </a:p>
          <a:p>
            <a:pPr>
              <a:defRPr sz="1200"/>
            </a:pPr>
            <a:r>
              <a:t>D:/pasar_fix/node_modules/.bun/fast-equals@4.0.3/node_modules/fast-equals/dist/fast-equals.esm.js</a:t>
            </a:r>
          </a:p>
          <a:p>
            <a:pPr>
              <a:defRPr sz="1200"/>
            </a:pPr>
            <a:r>
              <a:t>D:/pasar_fix/node_modules/.bun/fast-equals@4.0.3/node_modules/fast-equals/dist/fast-equals.esm.js.map</a:t>
            </a:r>
          </a:p>
          <a:p>
            <a:pPr>
              <a:defRPr sz="1200"/>
            </a:pPr>
            <a:r>
              <a:t>D:/pasar_fix/node_modules/.bun/fast-equals@4.0.3/node_modules/fast-equals/dist/fast-equals.js</a:t>
            </a:r>
          </a:p>
          <a:p>
            <a:pPr>
              <a:defRPr sz="1200"/>
            </a:pPr>
            <a:r>
              <a:t>D:/pasar_fix/node_modules/.bun/fast-equals@4.0.3/node_modules/fast-equals/dist/fast-equals.js.map</a:t>
            </a:r>
          </a:p>
          <a:p>
            <a:pPr>
              <a:defRPr sz="1200"/>
            </a:pPr>
            <a:r>
              <a:t>D:/pasar_fix/node_modules/.bun/fast-equals@4.0.3/node_modules/fast-equals/dist/fast-equals.min.js</a:t>
            </a:r>
          </a:p>
          <a:p>
            <a:pPr>
              <a:defRPr sz="1200"/>
            </a:pPr>
            <a:r>
              <a:t>D:/pasar_fix/node_modules/.bun/fast-equals@4.0.3/node_modules/fast-equals/dist/fast-equals.mjs</a:t>
            </a:r>
          </a:p>
          <a:p>
            <a:pPr>
              <a:defRPr sz="1200"/>
            </a:pPr>
            <a:r>
              <a:t>D:/pasar_fix/node_modules/.bun/fast-equals@4.0.3/node_modules/fast-equals/dist/fast-equals.mjs.map</a:t>
            </a:r>
          </a:p>
          <a:p>
            <a:pPr>
              <a:defRPr sz="1200"/>
            </a:pPr>
            <a:r>
              <a:t>D:/pasar_fix/node_modules/.bun/fast-equals@4.0.3/node_modules/fast-equals/recipes/explicit-property-check.md</a:t>
            </a:r>
          </a:p>
          <a:p>
            <a:pPr>
              <a:defRPr sz="1200"/>
            </a:pPr>
            <a:r>
              <a:t>D:/pasar_fix/node_modules/.bun/fast-equals@4.0.3/node_modules/fast-equals/recipes/legacy-circular-equal-support.md</a:t>
            </a:r>
          </a:p>
          <a:p>
            <a:pPr>
              <a:defRPr sz="1200"/>
            </a:pPr>
            <a:r>
              <a:t>D:/pasar_fix/node_modules/.bun/fast-equals@4.0.3/node_modules/fast-equals/recipes/legacy-regexp-support.md</a:t>
            </a:r>
          </a:p>
          <a:p>
            <a:pPr>
              <a:defRPr sz="1200"/>
            </a:pPr>
            <a:r>
              <a:t>D:/pasar_fix/node_modules/.bun/fast-equals@4.0.3/node_modules/fast-equals/recipes/non-standard-properties.md</a:t>
            </a:r>
          </a:p>
          <a:p>
            <a:pPr>
              <a:defRPr sz="1200"/>
            </a:pPr>
            <a:r>
              <a:t>D:/pasar_fix/node_modules/.bun/fast-equals@4.0.3/node_modules/fast-equals/recipes/strict-property-descriptor-check.md</a:t>
            </a:r>
          </a:p>
          <a:p>
            <a:pPr>
              <a:defRPr sz="1200"/>
            </a:pPr>
            <a:r>
              <a:t>D:/pasar_fix/node_modules/.bun/fast-equals@4.0.3/node_modules/fast-equals/recipes/using-meta-in-comparison.md</a:t>
            </a:r>
          </a:p>
          <a:p>
            <a:pPr>
              <a:defRPr sz="1200"/>
            </a:pPr>
            <a:r>
              <a:t>D:/pasar_fix/node_modules/.bun/fast-equals@4.0.3/node_modules/fast-equals/src/arrays.ts</a:t>
            </a:r>
          </a:p>
          <a:p>
            <a:pPr>
              <a:defRPr sz="1200"/>
            </a:pPr>
            <a:r>
              <a:t>D:/pasar_fix/node_modules/.bun/fast-equals@4.0.3/node_modules/fast-equals/src/comparator.ts</a:t>
            </a:r>
          </a:p>
          <a:p>
            <a:pPr>
              <a:defRPr sz="1200"/>
            </a:pPr>
            <a:r>
              <a:t>D:/pasar_fix/node_modules/.bun/fast-equals@4.0.3/node_modules/fast-equals/src/dates.ts</a:t>
            </a:r>
          </a:p>
          <a:p>
            <a:pPr>
              <a:defRPr sz="1200"/>
            </a:pPr>
            <a:r>
              <a:t>D:/pasar_fix/node_modules/.bun/fast-equals@4.0.3/node_modules/fast-equals/src/index.ts</a:t>
            </a:r>
          </a:p>
          <a:p>
            <a:pPr>
              <a:defRPr sz="1200"/>
            </a:pPr>
            <a:r>
              <a:t>D:/pasar_fix/node_modules/.bun/fast-equals@4.0.3/node_modules/fast-equals/src/maps.ts</a:t>
            </a:r>
          </a:p>
          <a:p>
            <a:pPr>
              <a:defRPr sz="1200"/>
            </a:pPr>
            <a:r>
              <a:t>D:/pasar_fix/node_modules/.bun/fast-equals@4.0.3/node_modules/fast-equals/src/objects.ts</a:t>
            </a:r>
          </a:p>
          <a:p>
            <a:pPr>
              <a:defRPr sz="1200"/>
            </a:pPr>
            <a:r>
              <a:t>D:/pasar_fix/node_modules/.bun/fast-equals@4.0.3/node_modules/fast-equals/src/regexps.ts</a:t>
            </a:r>
          </a:p>
          <a:p>
            <a:pPr>
              <a:defRPr sz="1200"/>
            </a:pPr>
            <a:r>
              <a:t>D:/pasar_fix/node_modules/.bun/fast-equals@4.0.3/node_modules/fast-equals/src/sets.ts</a:t>
            </a:r>
          </a:p>
          <a:p>
            <a:pPr>
              <a:defRPr sz="1200"/>
            </a:pPr>
            <a:r>
              <a:t>D:/pasar_fix/node_modules/.bun/fast-equals@4.0.3/node_modules/fast-equals/src/utils.ts</a:t>
            </a:r>
          </a:p>
          <a:p>
            <a:pPr>
              <a:defRPr sz="1200"/>
            </a:pPr>
            <a:r>
              <a:t>D:/pasar_fix/node_modules/.bun/fast-fifo@1.3.2/node_modules/fast-fifo/fixed-size.js</a:t>
            </a:r>
          </a:p>
          <a:p>
            <a:pPr>
              <a:defRPr sz="1200"/>
            </a:pPr>
            <a:r>
              <a:t>D:/pasar_fix/node_modules/.bun/fast-fifo@1.3.2/node_modules/fast-fifo/index.js</a:t>
            </a:r>
          </a:p>
          <a:p>
            <a:pPr>
              <a:defRPr sz="1200"/>
            </a:pPr>
            <a:r>
              <a:t>D:/pasar_fix/node_modules/.bun/fast-fifo@1.3.2/node_modules/fast-fifo/LICENSE</a:t>
            </a:r>
          </a:p>
          <a:p>
            <a:pPr>
              <a:defRPr sz="1200"/>
            </a:pPr>
            <a:r>
              <a:t>D:/pasar_fix/node_modules/.bun/fast-fifo@1.3.2/node_modules/fast-fifo/package.json</a:t>
            </a:r>
          </a:p>
          <a:p>
            <a:pPr>
              <a:defRPr sz="1200"/>
            </a:pPr>
            <a:r>
              <a:t>D:/pasar_fix/node_modules/.bun/fast-fifo@1.3.2/node_modules/fast-fifo/README.md</a:t>
            </a:r>
          </a:p>
          <a:p>
            <a:pPr>
              <a:defRPr sz="1200"/>
            </a:pPr>
            <a:r>
              <a:t>D:/pasar_fix/node_modules/.bun/fast-glob@3.3.3/node_modules/fast-glob/LICENSE</a:t>
            </a:r>
          </a:p>
          <a:p>
            <a:pPr>
              <a:defRPr sz="1200"/>
            </a:pPr>
            <a:r>
              <a:t>D:/pasar_fix/node_modules/.bun/fast-glob@3.3.3/node_modules/fast-glob/package.json</a:t>
            </a:r>
          </a:p>
          <a:p>
            <a:pPr>
              <a:defRPr sz="1200"/>
            </a:pPr>
            <a:r>
              <a:t>D:/pasar_fix/node_modules/.bun/fast-glob@3.3.3/node_modules/fast-glob/README.md</a:t>
            </a:r>
          </a:p>
          <a:p>
            <a:pPr>
              <a:defRPr sz="1200"/>
            </a:pPr>
            <a:r>
              <a:t>D:/pasar_fix/node_modules/.bun/fast-glob@3.3.3/node_modules/fast-glob/out/index.d.ts</a:t>
            </a:r>
          </a:p>
          <a:p>
            <a:pPr>
              <a:defRPr sz="1200"/>
            </a:pPr>
            <a:r>
              <a:t>D:/pasar_fix/node_modules/.bun/fast-glob@3.3.3/node_modules/fast-glob/out/index.js</a:t>
            </a:r>
          </a:p>
          <a:p>
            <a:pPr>
              <a:defRPr sz="1200"/>
            </a:pPr>
            <a:r>
              <a:t>D:/pasar_fix/node_modules/.bun/fast-glob@3.3.3/node_modules/fast-glob/out/settings.d.ts</a:t>
            </a:r>
          </a:p>
          <a:p>
            <a:pPr>
              <a:defRPr sz="1200"/>
            </a:pPr>
            <a:r>
              <a:t>D:/pasar_fix/node_modules/.bun/fast-glob@3.3.3/node_modules/fast-glob/out/settings.js</a:t>
            </a:r>
          </a:p>
          <a:p>
            <a:pPr>
              <a:defRPr sz="1200"/>
            </a:pPr>
            <a:r>
              <a:t>D:/pasar_fix/node_modules/.bun/fast-glob@3.3.3/node_modules/fast-glob/out/managers/tasks.d.ts</a:t>
            </a:r>
          </a:p>
          <a:p>
            <a:pPr>
              <a:defRPr sz="1200"/>
            </a:pPr>
            <a:r>
              <a:t>D:/pasar_fix/node_modules/.bun/fast-glob@3.3.3/node_modules/fast-glob/out/managers/tasks.js</a:t>
            </a:r>
          </a:p>
          <a:p>
            <a:pPr>
              <a:defRPr sz="1200"/>
            </a:pPr>
            <a:r>
              <a:t>D:/pasar_fix/node_modules/.bun/fast-glob@3.3.3/node_modules/fast-glob/out/providers/async.d.ts</a:t>
            </a:r>
          </a:p>
          <a:p>
            <a:pPr>
              <a:defRPr sz="1200"/>
            </a:pPr>
            <a:r>
              <a:t>D:/pasar_fix/node_modules/.bun/fast-glob@3.3.3/node_modules/fast-glob/out/providers/async.js</a:t>
            </a:r>
          </a:p>
          <a:p>
            <a:pPr>
              <a:defRPr sz="1200"/>
            </a:pPr>
            <a:r>
              <a:t>D:/pasar_fix/node_modules/.bun/fast-glob@3.3.3/node_modules/fast-glob/out/providers/provider.d.ts</a:t>
            </a:r>
          </a:p>
          <a:p>
            <a:pPr>
              <a:defRPr sz="1200"/>
            </a:pPr>
            <a:r>
              <a:t>D:/pasar_fix/node_modules/.bun/fast-glob@3.3.3/node_modules/fast-glob/out/providers/provider.js</a:t>
            </a:r>
          </a:p>
          <a:p>
            <a:pPr>
              <a:defRPr sz="1200"/>
            </a:pPr>
            <a:r>
              <a:t>D:/pasar_fix/node_modules/.bun/fast-glob@3.3.3/node_modules/fast-glob/out/providers/stream.d.ts</a:t>
            </a:r>
          </a:p>
          <a:p>
            <a:pPr>
              <a:defRPr sz="1200"/>
            </a:pPr>
            <a:r>
              <a:t>D:/pasar_fix/node_modules/.bun/fast-glob@3.3.3/node_modules/fast-glob/out/providers/stream.js</a:t>
            </a:r>
          </a:p>
          <a:p>
            <a:pPr>
              <a:defRPr sz="1200"/>
            </a:pPr>
            <a:r>
              <a:t>D:/pasar_fix/node_modules/.bun/fast-glob@3.3.3/node_modules/fast-glob/out/providers/sync.d.ts</a:t>
            </a:r>
          </a:p>
          <a:p>
            <a:pPr>
              <a:defRPr sz="1200"/>
            </a:pPr>
            <a:r>
              <a:t>D:/pasar_fix/node_modules/.bun/fast-glob@3.3.3/node_modules/fast-glob/out/providers/sync.js</a:t>
            </a:r>
          </a:p>
          <a:p>
            <a:pPr>
              <a:defRPr sz="1200"/>
            </a:pPr>
            <a:r>
              <a:t>D:/pasar_fix/node_modules/.bun/fast-glob@3.3.3/node_modules/fast-glob/out/providers/filters/deep.d.ts</a:t>
            </a:r>
          </a:p>
          <a:p>
            <a:pPr>
              <a:defRPr sz="1200"/>
            </a:pPr>
            <a:r>
              <a:t>D:/pasar_fix/node_modules/.bun/fast-glob@3.3.3/node_modules/fast-glob/out/providers/filters/deep.js</a:t>
            </a:r>
          </a:p>
          <a:p>
            <a:pPr>
              <a:defRPr sz="1200"/>
            </a:pPr>
            <a:r>
              <a:t>D:/pasar_fix/node_modules/.bun/fast-glob@3.3.3/node_modules/fast-glob/out/providers/filters/entry.d.ts</a:t>
            </a:r>
          </a:p>
          <a:p>
            <a:pPr>
              <a:defRPr sz="1200"/>
            </a:pPr>
            <a:r>
              <a:t>D:/pasar_fix/node_modules/.bun/fast-glob@3.3.3/node_modules/fast-glob/out/providers/filters/entry.js</a:t>
            </a:r>
          </a:p>
          <a:p>
            <a:pPr>
              <a:defRPr sz="1200"/>
            </a:pPr>
            <a:r>
              <a:t>D:/pasar_fix/node_modules/.bun/fast-glob@3.3.3/node_modules/fast-glob/out/providers/filters/error.d.ts</a:t>
            </a:r>
          </a:p>
          <a:p>
            <a:pPr>
              <a:defRPr sz="1200"/>
            </a:pPr>
            <a:r>
              <a:t>D:/pasar_fix/node_modules/.bun/fast-glob@3.3.3/node_modules/fast-glob/out/providers/filters/error.js</a:t>
            </a:r>
          </a:p>
          <a:p>
            <a:pPr>
              <a:defRPr sz="1200"/>
            </a:pPr>
            <a:r>
              <a:t>D:/pasar_fix/node_modules/.bun/fast-glob@3.3.3/node_modules/fast-glob/out/providers/matchers/matcher.d.ts</a:t>
            </a:r>
          </a:p>
          <a:p>
            <a:pPr>
              <a:defRPr sz="1200"/>
            </a:pPr>
            <a:r>
              <a:t>D:/pasar_fix/node_modules/.bun/fast-glob@3.3.3/node_modules/fast-glob/out/providers/matchers/matcher.js</a:t>
            </a:r>
          </a:p>
          <a:p>
            <a:pPr>
              <a:defRPr sz="1200"/>
            </a:pPr>
            <a:r>
              <a:t>D:/pasar_fix/node_modules/.bun/fast-glob@3.3.3/node_modules/fast-glob/out/providers/matchers/partial.d.ts</a:t>
            </a:r>
          </a:p>
          <a:p>
            <a:pPr>
              <a:defRPr sz="1200"/>
            </a:pPr>
            <a:r>
              <a:t>D:/pasar_fix/node_modules/.bun/fast-glob@3.3.3/node_modules/fast-glob/out/providers/matchers/partial.js</a:t>
            </a:r>
          </a:p>
          <a:p>
            <a:pPr>
              <a:defRPr sz="1200"/>
            </a:pPr>
            <a:r>
              <a:t>D:/pasar_fix/node_modules/.bun/fast-glob@3.3.3/node_modules/fast-glob/out/providers/transformers/entry.d.ts</a:t>
            </a:r>
          </a:p>
          <a:p>
            <a:pPr>
              <a:defRPr sz="1200"/>
            </a:pPr>
            <a:r>
              <a:t>D:/pasar_fix/node_modules/.bun/fast-glob@3.3.3/node_modules/fast-glob/out/providers/transformers/entry.js</a:t>
            </a:r>
          </a:p>
          <a:p>
            <a:pPr>
              <a:defRPr sz="1200"/>
            </a:pPr>
            <a:r>
              <a:t>D:/pasar_fix/node_modules/.bun/fast-glob@3.3.3/node_modules/fast-glob/out/readers/async.d.ts</a:t>
            </a:r>
          </a:p>
          <a:p>
            <a:pPr>
              <a:defRPr sz="1200"/>
            </a:pPr>
            <a:r>
              <a:t>D:/pasar_fix/node_modules/.bun/fast-glob@3.3.3/node_modules/fast-glob/out/readers/async.js</a:t>
            </a:r>
          </a:p>
          <a:p>
            <a:pPr>
              <a:defRPr sz="1200"/>
            </a:pPr>
            <a:r>
              <a:t>D:/pasar_fix/node_modules/.bun/fast-glob@3.3.3/node_modules/fast-glob/out/readers/reader.d.ts</a:t>
            </a:r>
          </a:p>
          <a:p>
            <a:pPr>
              <a:defRPr sz="1200"/>
            </a:pPr>
            <a:r>
              <a:t>D:/pasar_fix/node_modules/.bun/fast-glob@3.3.3/node_modules/fast-glob/out/readers/reader.js</a:t>
            </a:r>
          </a:p>
          <a:p>
            <a:pPr>
              <a:defRPr sz="1200"/>
            </a:pPr>
            <a:r>
              <a:t>D:/pasar_fix/node_modules/.bun/fast-glob@3.3.3/node_modules/fast-glob/out/readers/stream.d.ts</a:t>
            </a:r>
          </a:p>
          <a:p>
            <a:pPr>
              <a:defRPr sz="1200"/>
            </a:pPr>
            <a:r>
              <a:t>D:/pasar_fix/node_modules/.bun/fast-glob@3.3.3/node_modules/fast-glob/out/readers/stream.js</a:t>
            </a:r>
          </a:p>
          <a:p>
            <a:pPr>
              <a:defRPr sz="1200"/>
            </a:pPr>
            <a:r>
              <a:t>D:/pasar_fix/node_modules/.bun/fast-glob@3.3.3/node_modules/fast-glob/out/readers/sync.d.ts</a:t>
            </a:r>
          </a:p>
          <a:p>
            <a:pPr>
              <a:defRPr sz="1200"/>
            </a:pPr>
            <a:r>
              <a:t>D:/pasar_fix/node_modules/.bun/fast-glob@3.3.3/node_modules/fast-glob/out/readers/sync.js</a:t>
            </a:r>
          </a:p>
          <a:p>
            <a:pPr>
              <a:defRPr sz="1200"/>
            </a:pPr>
            <a:r>
              <a:t>D:/pasar_fix/node_modules/.bun/fast-glob@3.3.3/node_modules/fast-glob/out/types/index.d.ts</a:t>
            </a:r>
          </a:p>
          <a:p>
            <a:pPr>
              <a:defRPr sz="1200"/>
            </a:pPr>
            <a:r>
              <a:t>D:/pasar_fix/node_modules/.bun/fast-glob@3.3.3/node_modules/fast-glob/out/types/index.js</a:t>
            </a:r>
          </a:p>
          <a:p>
            <a:pPr>
              <a:defRPr sz="1200"/>
            </a:pPr>
            <a:r>
              <a:t>D:/pasar_fix/node_modules/.bun/fast-glob@3.3.3/node_modules/fast-glob/out/utils/array.d.ts</a:t>
            </a:r>
          </a:p>
          <a:p>
            <a:pPr>
              <a:defRPr sz="1200"/>
            </a:pPr>
            <a:r>
              <a:t>D:/pasar_fix/node_modules/.bun/fast-glob@3.3.3/node_modules/fast-glob/out/utils/array.js</a:t>
            </a:r>
          </a:p>
          <a:p>
            <a:pPr>
              <a:defRPr sz="1200"/>
            </a:pPr>
            <a:r>
              <a:t>D:/pasar_fix/node_modules/.bun/fast-glob@3.3.3/node_modules/fast-glob/out/utils/errno.d.ts</a:t>
            </a:r>
          </a:p>
          <a:p>
            <a:pPr>
              <a:defRPr sz="1200"/>
            </a:pPr>
            <a:r>
              <a:t>D:/pasar_fix/node_modules/.bun/fast-glob@3.3.3/node_modules/fast-glob/out/utils/errno.js</a:t>
            </a:r>
          </a:p>
          <a:p>
            <a:pPr>
              <a:defRPr sz="1200"/>
            </a:pPr>
            <a:r>
              <a:t>D:/pasar_fix/node_modules/.bun/fast-glob@3.3.3/node_modules/fast-glob/out/utils/fs.d.ts</a:t>
            </a:r>
          </a:p>
          <a:p>
            <a:pPr>
              <a:defRPr sz="1200"/>
            </a:pPr>
            <a:r>
              <a:t>D:/pasar_fix/node_modules/.bun/fast-glob@3.3.3/node_modules/fast-glob/out/utils/fs.js</a:t>
            </a:r>
          </a:p>
          <a:p>
            <a:pPr>
              <a:defRPr sz="1200"/>
            </a:pPr>
            <a:r>
              <a:t>D:/pasar_fix/node_modules/.bun/fast-glob@3.3.3/node_modules/fast-glob/out/utils/index.d.ts</a:t>
            </a:r>
          </a:p>
          <a:p>
            <a:pPr>
              <a:defRPr sz="1200"/>
            </a:pPr>
            <a:r>
              <a:t>D:/pasar_fix/node_modules/.bun/fast-glob@3.3.3/node_modules/fast-glob/out/utils/index.js</a:t>
            </a:r>
          </a:p>
          <a:p>
            <a:pPr>
              <a:defRPr sz="1200"/>
            </a:pPr>
            <a:r>
              <a:t>D:/pasar_fix/node_modules/.bun/fast-glob@3.3.3/node_modules/fast-glob/out/utils/path.d.ts</a:t>
            </a:r>
          </a:p>
          <a:p>
            <a:pPr>
              <a:defRPr sz="1200"/>
            </a:pPr>
            <a:r>
              <a:t>D:/pasar_fix/node_modules/.bun/fast-glob@3.3.3/node_modules/fast-glob/out/utils/path.js</a:t>
            </a:r>
          </a:p>
          <a:p>
            <a:pPr>
              <a:defRPr sz="1200"/>
            </a:pPr>
            <a:r>
              <a:t>D:/pasar_fix/node_modules/.bun/fast-glob@3.3.3/node_modules/fast-glob/out/utils/pattern.d.ts</a:t>
            </a:r>
          </a:p>
          <a:p>
            <a:pPr>
              <a:defRPr sz="1200"/>
            </a:pPr>
            <a:r>
              <a:t>D:/pasar_fix/node_modules/.bun/fast-glob@3.3.3/node_modules/fast-glob/out/utils/pattern.js</a:t>
            </a:r>
          </a:p>
          <a:p>
            <a:pPr>
              <a:defRPr sz="1200"/>
            </a:pPr>
            <a:r>
              <a:t>D:/pasar_fix/node_modules/.bun/fast-glob@3.3.3/node_modules/fast-glob/out/utils/stream.d.ts</a:t>
            </a:r>
          </a:p>
          <a:p>
            <a:pPr>
              <a:defRPr sz="1200"/>
            </a:pPr>
            <a:r>
              <a:t>D:/pasar_fix/node_modules/.bun/fast-glob@3.3.3/node_modules/fast-glob/out/utils/stream.js</a:t>
            </a:r>
          </a:p>
          <a:p>
            <a:pPr>
              <a:defRPr sz="1200"/>
            </a:pPr>
            <a:r>
              <a:t>D:/pasar_fix/node_modules/.bun/fast-glob@3.3.3/node_modules/fast-glob/out/utils/string.d.ts</a:t>
            </a:r>
          </a:p>
          <a:p>
            <a:pPr>
              <a:defRPr sz="1200"/>
            </a:pPr>
            <a:r>
              <a:t>D:/pasar_fix/node_modules/.bun/fast-glob@3.3.3/node_modules/fast-glob/out/utils/string.js</a:t>
            </a:r>
          </a:p>
          <a:p>
            <a:pPr>
              <a:defRPr sz="1200"/>
            </a:pPr>
            <a:r>
              <a:t>D:/pasar_fix/node_modules/.bun/fastq@1.20.1/node_modules/fastq/bench.js</a:t>
            </a:r>
          </a:p>
          <a:p>
            <a:pPr>
              <a:defRPr sz="1200"/>
            </a:pPr>
            <a:r>
              <a:t>D:/pasar_fix/node_modules/.bun/fastq@1.20.1/node_modules/fastq/eslint.config.js</a:t>
            </a:r>
          </a:p>
          <a:p>
            <a:pPr>
              <a:defRPr sz="1200"/>
            </a:pPr>
            <a:r>
              <a:t>D:/pasar_fix/node_modules/.bun/fastq@1.20.1/node_modules/fastq/example.js</a:t>
            </a:r>
          </a:p>
          <a:p>
            <a:pPr>
              <a:defRPr sz="1200"/>
            </a:pPr>
            <a:r>
              <a:t>D:/pasar_fix/node_modules/.bun/fastq@1.20.1/node_modules/fastq/example.mjs</a:t>
            </a:r>
          </a:p>
          <a:p>
            <a:pPr>
              <a:defRPr sz="1200"/>
            </a:pPr>
            <a:r>
              <a:t>D:/pasar_fix/node_modules/.bun/fastq@1.20.1/node_modules/fastq/index.d.ts</a:t>
            </a:r>
          </a:p>
          <a:p>
            <a:pPr>
              <a:defRPr sz="1200"/>
            </a:pPr>
            <a:r>
              <a:t>D:/pasar_fix/node_modules/.bun/fastq@1.20.1/node_modules/fastq/LICENSE</a:t>
            </a:r>
          </a:p>
          <a:p>
            <a:pPr>
              <a:defRPr sz="1200"/>
            </a:pPr>
            <a:r>
              <a:t>D:/pasar_fix/node_modules/.bun/fastq@1.20.1/node_modules/fastq/package.json</a:t>
            </a:r>
          </a:p>
          <a:p>
            <a:pPr>
              <a:defRPr sz="1200"/>
            </a:pPr>
            <a:r>
              <a:t>D:/pasar_fix/node_modules/.bun/fastq@1.20.1/node_modules/fastq/queue.js</a:t>
            </a:r>
          </a:p>
          <a:p>
            <a:pPr>
              <a:defRPr sz="1200"/>
            </a:pPr>
            <a:r>
              <a:t>D:/pasar_fix/node_modules/.bun/fastq@1.20.1/node_modules/fastq/README.md</a:t>
            </a:r>
          </a:p>
          <a:p>
            <a:pPr>
              <a:defRPr sz="1200"/>
            </a:pPr>
            <a:r>
              <a:t>D:/pasar_fix/node_modules/.bun/fastq@1.20.1/node_modules/fastq/SECURITY.md</a:t>
            </a:r>
          </a:p>
          <a:p>
            <a:pPr>
              <a:defRPr sz="1200"/>
            </a:pPr>
            <a:r>
              <a:t>D:/pasar_fix/node_modules/.bun/fastq@1.20.1/node_modules/fastq/test/example.ts</a:t>
            </a:r>
          </a:p>
          <a:p>
            <a:pPr>
              <a:defRPr sz="1200"/>
            </a:pPr>
            <a:r>
              <a:t>D:/pasar_fix/node_modules/.bun/fastq@1.20.1/node_modules/fastq/test/promise.js</a:t>
            </a:r>
          </a:p>
          <a:p>
            <a:pPr>
              <a:defRPr sz="1200"/>
            </a:pPr>
            <a:r>
              <a:t>D:/pasar_fix/node_modules/.bun/fastq@1.20.1/node_modules/fastq/test/test.js</a:t>
            </a:r>
          </a:p>
          <a:p>
            <a:pPr>
              <a:defRPr sz="1200"/>
            </a:pPr>
            <a:r>
              <a:t>D:/pasar_fix/node_modules/.bun/fastq@1.20.1/node_modules/fastq/test/tsconfig.json</a:t>
            </a:r>
          </a:p>
          <a:p>
            <a:pPr>
              <a:defRPr sz="1200"/>
            </a:pPr>
            <a:r>
              <a:t>D:/pasar_fix/node_modules/.bun/fd-slicer@1.1.0/node_modules/fd-slicer/.npmignore</a:t>
            </a:r>
          </a:p>
          <a:p>
            <a:pPr>
              <a:defRPr sz="1200"/>
            </a:pPr>
            <a:r>
              <a:t>D:/pasar_fix/node_modules/.bun/fd-slicer@1.1.0/node_modules/fd-slicer/.travis.yml</a:t>
            </a:r>
          </a:p>
          <a:p>
            <a:pPr>
              <a:defRPr sz="1200"/>
            </a:pPr>
            <a:r>
              <a:t>D:/pasar_fix/node_modules/.bun/fd-slicer@1.1.0/node_modules/fd-slicer/CHANGELOG.md</a:t>
            </a:r>
          </a:p>
          <a:p>
            <a:pPr>
              <a:defRPr sz="1200"/>
            </a:pPr>
            <a:r>
              <a:t>D:/pasar_fix/node_modules/.bun/fd-slicer@1.1.0/node_modules/fd-slicer/index.js</a:t>
            </a:r>
          </a:p>
          <a:p>
            <a:pPr>
              <a:defRPr sz="1200"/>
            </a:pPr>
            <a:r>
              <a:t>D:/pasar_fix/node_modules/.bun/fd-slicer@1.1.0/node_modules/fd-slicer/LICENSE</a:t>
            </a:r>
          </a:p>
          <a:p>
            <a:pPr>
              <a:defRPr sz="1200"/>
            </a:pPr>
            <a:r>
              <a:t>D:/pasar_fix/node_modules/.bun/fd-slicer@1.1.0/node_modules/fd-slicer/package.json</a:t>
            </a:r>
          </a:p>
          <a:p>
            <a:pPr>
              <a:defRPr sz="1200"/>
            </a:pPr>
            <a:r>
              <a:t>D:/pasar_fix/node_modules/.bun/fd-slicer@1.1.0/node_modules/fd-slicer/README.md</a:t>
            </a:r>
          </a:p>
          <a:p>
            <a:pPr>
              <a:defRPr sz="1200"/>
            </a:pPr>
            <a:r>
              <a:t>D:/pasar_fix/node_modules/.bun/fd-slicer@1.1.0/node_modules/fd-slicer/test/test.js</a:t>
            </a:r>
          </a:p>
          <a:p>
            <a:pPr>
              <a:defRPr sz="1200"/>
            </a:pPr>
            <a:r>
              <a:t>D:/pasar_fix/node_modules/.bun/fdir@6.5.0+5b2c60377f53a28e/node_modules/fdir/LICENSE</a:t>
            </a:r>
          </a:p>
          <a:p>
            <a:pPr>
              <a:defRPr sz="1200"/>
            </a:pPr>
            <a:r>
              <a:t>D:/pasar_fix/node_modules/.bun/fdir@6.5.0+5b2c60377f53a28e/node_modules/fdir/package.json</a:t>
            </a:r>
          </a:p>
          <a:p>
            <a:pPr>
              <a:defRPr sz="1200"/>
            </a:pPr>
            <a:r>
              <a:t>D:/pasar_fix/node_modules/.bun/fdir@6.5.0+5b2c60377f53a28e/node_modules/fdir/README.md</a:t>
            </a:r>
          </a:p>
          <a:p>
            <a:pPr>
              <a:defRPr sz="1200"/>
            </a:pPr>
            <a:r>
              <a:t>D:/pasar_fix/node_modules/.bun/fdir@6.5.0+5b2c60377f53a28e/node_modules/fdir/dist/index.cjs</a:t>
            </a:r>
          </a:p>
          <a:p>
            <a:pPr>
              <a:defRPr sz="1200"/>
            </a:pPr>
            <a:r>
              <a:t>D:/pasar_fix/node_modules/.bun/fdir@6.5.0+5b2c60377f53a28e/node_modules/fdir/dist/index.d.cts</a:t>
            </a:r>
          </a:p>
          <a:p>
            <a:pPr>
              <a:defRPr sz="1200"/>
            </a:pPr>
            <a:r>
              <a:t>D:/pasar_fix/node_modules/.bun/fdir@6.5.0+5b2c60377f53a28e/node_modules/fdir/dist/index.d.mts</a:t>
            </a:r>
          </a:p>
          <a:p>
            <a:pPr>
              <a:defRPr sz="1200"/>
            </a:pPr>
            <a:r>
              <a:t>D:/pasar_fix/node_modules/.bun/fdir@6.5.0+5b2c60377f53a28e/node_modules/fdir/dist/index.mjs</a:t>
            </a:r>
          </a:p>
          <a:p>
            <a:pPr>
              <a:defRPr sz="1200"/>
            </a:pPr>
            <a:r>
              <a:t>D:/pasar_fix/node_modules/.bun/file-saver@2.0.5/node_modules/file-saver/CHANGELOG.md</a:t>
            </a:r>
          </a:p>
          <a:p>
            <a:pPr>
              <a:defRPr sz="1200"/>
            </a:pPr>
            <a:r>
              <a:t>D:/pasar_fix/node_modules/.bun/file-saver@2.0.5/node_modules/file-saver/LICENSE.md</a:t>
            </a:r>
          </a:p>
          <a:p>
            <a:pPr>
              <a:defRPr sz="1200"/>
            </a:pPr>
            <a:r>
              <a:t>D:/pasar_fix/node_modules/.bun/file-saver@2.0.5/node_modules/file-saver/package.json</a:t>
            </a:r>
          </a:p>
          <a:p>
            <a:pPr>
              <a:defRPr sz="1200"/>
            </a:pPr>
            <a:r>
              <a:t>D:/pasar_fix/node_modules/.bun/file-saver@2.0.5/node_modules/file-saver/README.md</a:t>
            </a:r>
          </a:p>
          <a:p>
            <a:pPr>
              <a:defRPr sz="1200"/>
            </a:pPr>
            <a:r>
              <a:t>D:/pasar_fix/node_modules/.bun/file-saver@2.0.5/node_modules/file-saver/dist/FileSaver.js</a:t>
            </a:r>
          </a:p>
          <a:p>
            <a:pPr>
              <a:defRPr sz="1200"/>
            </a:pPr>
            <a:r>
              <a:t>D:/pasar_fix/node_modules/.bun/file-saver@2.0.5/node_modules/file-saver/dist/FileSaver.min.js</a:t>
            </a:r>
          </a:p>
          <a:p>
            <a:pPr>
              <a:defRPr sz="1200"/>
            </a:pPr>
            <a:r>
              <a:t>D:/pasar_fix/node_modules/.bun/file-saver@2.0.5/node_modules/file-saver/dist/FileSaver.min.js.map</a:t>
            </a:r>
          </a:p>
          <a:p>
            <a:pPr>
              <a:defRPr sz="1200"/>
            </a:pPr>
            <a:r>
              <a:t>D:/pasar_fix/node_modules/.bun/file-saver@2.0.5/node_modules/file-saver/src/FileSaver.js</a:t>
            </a:r>
          </a:p>
          <a:p>
            <a:pPr>
              <a:defRPr sz="1200"/>
            </a:pPr>
            <a:r>
              <a:t>D:/pasar_fix/node_modules/.bun/file-uri-to-path@1.0.0/node_modules/file-uri-to-path/.npmignore</a:t>
            </a:r>
          </a:p>
          <a:p>
            <a:pPr>
              <a:defRPr sz="1200"/>
            </a:pPr>
            <a:r>
              <a:t>D:/pasar_fix/node_modules/.bun/file-uri-to-path@1.0.0/node_modules/file-uri-to-path/.travis.yml</a:t>
            </a:r>
          </a:p>
          <a:p>
            <a:pPr>
              <a:defRPr sz="1200"/>
            </a:pPr>
            <a:r>
              <a:t>D:/pasar_fix/node_modules/.bun/file-uri-to-path@1.0.0/node_modules/file-uri-to-path/History.md</a:t>
            </a:r>
          </a:p>
          <a:p>
            <a:pPr>
              <a:defRPr sz="1200"/>
            </a:pPr>
            <a:r>
              <a:t>D:/pasar_fix/node_modules/.bun/file-uri-to-path@1.0.0/node_modules/file-uri-to-path/index.d.ts</a:t>
            </a:r>
          </a:p>
          <a:p>
            <a:pPr>
              <a:defRPr sz="1200"/>
            </a:pPr>
            <a:r>
              <a:t>D:/pasar_fix/node_modules/.bun/file-uri-to-path@1.0.0/node_modules/file-uri-to-path/index.js</a:t>
            </a:r>
          </a:p>
          <a:p>
            <a:pPr>
              <a:defRPr sz="1200"/>
            </a:pPr>
            <a:r>
              <a:t>D:/pasar_fix/node_modules/.bun/file-uri-to-path@1.0.0/node_modules/file-uri-to-path/LICENSE</a:t>
            </a:r>
          </a:p>
          <a:p>
            <a:pPr>
              <a:defRPr sz="1200"/>
            </a:pPr>
            <a:r>
              <a:t>D:/pasar_fix/node_modules/.bun/file-uri-to-path@1.0.0/node_modules/file-uri-to-path/package.json</a:t>
            </a:r>
          </a:p>
          <a:p>
            <a:pPr>
              <a:defRPr sz="1200"/>
            </a:pPr>
            <a:r>
              <a:t>D:/pasar_fix/node_modules/.bun/file-uri-to-path@1.0.0/node_modules/file-uri-to-path/README.md</a:t>
            </a:r>
          </a:p>
          <a:p>
            <a:pPr>
              <a:defRPr sz="1200"/>
            </a:pPr>
            <a:r>
              <a:t>D:/pasar_fix/node_modules/.bun/file-uri-to-path@1.0.0/node_modules/file-uri-to-path/test/test.js</a:t>
            </a:r>
          </a:p>
          <a:p>
            <a:pPr>
              <a:defRPr sz="1200"/>
            </a:pPr>
            <a:r>
              <a:t>D:/pasar_fix/node_modules/.bun/file-uri-to-path@1.0.0/node_modules/file-uri-to-path/test/tests.json</a:t>
            </a:r>
          </a:p>
          <a:p>
            <a:pPr>
              <a:defRPr sz="1200"/>
            </a:pPr>
            <a:r>
              <a:t>D:/pasar_fix/node_modules/.bun/fill-range@7.1.1/node_modules/fill-range/index.js</a:t>
            </a:r>
          </a:p>
          <a:p>
            <a:pPr>
              <a:defRPr sz="1200"/>
            </a:pPr>
            <a:r>
              <a:t>D:/pasar_fix/node_modules/.bun/fill-range@7.1.1/node_modules/fill-range/LICENSE</a:t>
            </a:r>
          </a:p>
          <a:p>
            <a:pPr>
              <a:defRPr sz="1200"/>
            </a:pPr>
            <a:r>
              <a:t>D:/pasar_fix/node_modules/.bun/fill-range@7.1.1/node_modules/fill-range/package.json</a:t>
            </a:r>
          </a:p>
          <a:p>
            <a:pPr>
              <a:defRPr sz="1200"/>
            </a:pPr>
            <a:r>
              <a:t>D:/pasar_fix/node_modules/.bun/fill-range@7.1.1/node_modules/fill-range/README.md</a:t>
            </a:r>
          </a:p>
          <a:p>
            <a:pPr>
              <a:defRPr sz="1200"/>
            </a:pPr>
            <a:r>
              <a:t>D:/pasar_fix/node_modules/.bun/foreground-child@3.3.1/node_modules/foreground-child/LICENSE</a:t>
            </a:r>
          </a:p>
          <a:p>
            <a:pPr>
              <a:defRPr sz="1200"/>
            </a:pPr>
            <a:r>
              <a:t>D:/pasar_fix/node_modules/.bun/foreground-child@3.3.1/node_modules/foreground-child/package.json</a:t>
            </a:r>
          </a:p>
          <a:p>
            <a:pPr>
              <a:defRPr sz="1200"/>
            </a:pPr>
            <a:r>
              <a:t>D:/pasar_fix/node_modules/.bun/foreground-child@3.3.1/node_modules/foreground-child/README.md</a:t>
            </a:r>
          </a:p>
          <a:p>
            <a:pPr>
              <a:defRPr sz="1200"/>
            </a:pPr>
            <a:r>
              <a:t>D:/pasar_fix/node_modules/.bun/foreground-child@3.3.1/node_modules/foreground-child/dist/commonjs/all-signals.d.ts</a:t>
            </a:r>
          </a:p>
          <a:p>
            <a:pPr>
              <a:defRPr sz="1200"/>
            </a:pPr>
            <a:r>
              <a:t>D:/pasar_fix/node_modules/.bun/foreground-child@3.3.1/node_modules/foreground-child/dist/commonjs/all-signals.d.ts.map</a:t>
            </a:r>
          </a:p>
          <a:p>
            <a:pPr>
              <a:defRPr sz="1200"/>
            </a:pPr>
            <a:r>
              <a:t>D:/pasar_fix/node_modules/.bun/foreground-child@3.3.1/node_modules/foreground-child/dist/commonjs/all-signals.js</a:t>
            </a:r>
          </a:p>
          <a:p>
            <a:pPr>
              <a:defRPr sz="1200"/>
            </a:pPr>
            <a:r>
              <a:t>D:/pasar_fix/node_modules/.bun/foreground-child@3.3.1/node_modules/foreground-child/dist/commonjs/all-signals.js.map</a:t>
            </a:r>
          </a:p>
          <a:p>
            <a:pPr>
              <a:defRPr sz="1200"/>
            </a:pPr>
            <a:r>
              <a:t>D:/pasar_fix/node_modules/.bun/foreground-child@3.3.1/node_modules/foreground-child/dist/commonjs/index.d.ts</a:t>
            </a:r>
          </a:p>
          <a:p>
            <a:pPr>
              <a:defRPr sz="1200"/>
            </a:pPr>
            <a:r>
              <a:t>D:/pasar_fix/node_modules/.bun/foreground-child@3.3.1/node_modules/foreground-child/dist/commonjs/index.d.ts.map</a:t>
            </a:r>
          </a:p>
          <a:p>
            <a:pPr>
              <a:defRPr sz="1200"/>
            </a:pPr>
            <a:r>
              <a:t>D:/pasar_fix/node_modules/.bun/foreground-child@3.3.1/node_modules/foreground-child/dist/commonjs/index.js</a:t>
            </a:r>
          </a:p>
          <a:p>
            <a:pPr>
              <a:defRPr sz="1200"/>
            </a:pPr>
            <a:r>
              <a:t>D:/pasar_fix/node_modules/.bun/foreground-child@3.3.1/node_modules/foreground-child/dist/commonjs/index.js.map</a:t>
            </a:r>
          </a:p>
          <a:p>
            <a:pPr>
              <a:defRPr sz="1200"/>
            </a:pPr>
            <a:r>
              <a:t>D:/pasar_fix/node_modules/.bun/foreground-child@3.3.1/node_modules/foreground-child/dist/commonjs/package.json</a:t>
            </a:r>
          </a:p>
          <a:p>
            <a:pPr>
              <a:defRPr sz="1200"/>
            </a:pPr>
            <a:r>
              <a:t>D:/pasar_fix/node_modules/.bun/foreground-child@3.3.1/node_modules/foreground-child/dist/commonjs/proxy-signals.d.ts</a:t>
            </a:r>
          </a:p>
          <a:p>
            <a:pPr>
              <a:defRPr sz="1200"/>
            </a:pPr>
            <a:r>
              <a:t>D:/pasar_fix/node_modules/.bun/foreground-child@3.3.1/node_modules/foreground-child/dist/commonjs/proxy-signals.d.ts.map</a:t>
            </a:r>
          </a:p>
          <a:p>
            <a:pPr>
              <a:defRPr sz="1200"/>
            </a:pPr>
            <a:r>
              <a:t>D:/pasar_fix/node_modules/.bun/foreground-child@3.3.1/node_modules/foreground-child/dist/commonjs/proxy-signals.js</a:t>
            </a:r>
          </a:p>
          <a:p>
            <a:pPr>
              <a:defRPr sz="1200"/>
            </a:pPr>
            <a:r>
              <a:t>D:/pasar_fix/node_modules/.bun/foreground-child@3.3.1/node_modules/foreground-child/dist/commonjs/proxy-signals.js.map</a:t>
            </a:r>
          </a:p>
          <a:p>
            <a:pPr>
              <a:defRPr sz="1200"/>
            </a:pPr>
            <a:r>
              <a:t>D:/pasar_fix/node_modules/.bun/foreground-child@3.3.1/node_modules/foreground-child/dist/commonjs/watchdog.d.ts</a:t>
            </a:r>
          </a:p>
          <a:p>
            <a:pPr>
              <a:defRPr sz="1200"/>
            </a:pPr>
            <a:r>
              <a:t>D:/pasar_fix/node_modules/.bun/foreground-child@3.3.1/node_modules/foreground-child/dist/commonjs/watchdog.d.ts.map</a:t>
            </a:r>
          </a:p>
          <a:p>
            <a:pPr>
              <a:defRPr sz="1200"/>
            </a:pPr>
            <a:r>
              <a:t>D:/pasar_fix/node_modules/.bun/foreground-child@3.3.1/node_modules/foreground-child/dist/commonjs/watchdog.js</a:t>
            </a:r>
          </a:p>
          <a:p>
            <a:pPr>
              <a:defRPr sz="1200"/>
            </a:pPr>
            <a:r>
              <a:t>D:/pasar_fix/node_modules/.bun/foreground-child@3.3.1/node_modules/foreground-child/dist/commonjs/watchdog.js.map</a:t>
            </a:r>
          </a:p>
          <a:p>
            <a:pPr>
              <a:defRPr sz="1200"/>
            </a:pPr>
            <a:r>
              <a:t>D:/pasar_fix/node_modules/.bun/foreground-child@3.3.1/node_modules/foreground-child/dist/esm/all-signals.d.ts</a:t>
            </a:r>
          </a:p>
          <a:p>
            <a:pPr>
              <a:defRPr sz="1200"/>
            </a:pPr>
            <a:r>
              <a:t>D:/pasar_fix/node_modules/.bun/foreground-child@3.3.1/node_modules/foreground-child/dist/esm/all-signals.d.ts.map</a:t>
            </a:r>
          </a:p>
          <a:p>
            <a:pPr>
              <a:defRPr sz="1200"/>
            </a:pPr>
            <a:r>
              <a:t>D:/pasar_fix/node_modules/.bun/foreground-child@3.3.1/node_modules/foreground-child/dist/esm/all-signals.js</a:t>
            </a:r>
          </a:p>
          <a:p>
            <a:pPr>
              <a:defRPr sz="1200"/>
            </a:pPr>
            <a:r>
              <a:t>D:/pasar_fix/node_modules/.bun/foreground-child@3.3.1/node_modules/foreground-child/dist/esm/all-signals.js.map</a:t>
            </a:r>
          </a:p>
          <a:p>
            <a:pPr>
              <a:defRPr sz="1200"/>
            </a:pPr>
            <a:r>
              <a:t>D:/pasar_fix/node_modules/.bun/foreground-child@3.3.1/node_modules/foreground-child/dist/esm/index.d.ts</a:t>
            </a:r>
          </a:p>
          <a:p>
            <a:pPr>
              <a:defRPr sz="1200"/>
            </a:pPr>
            <a:r>
              <a:t>D:/pasar_fix/node_modules/.bun/foreground-child@3.3.1/node_modules/foreground-child/dist/esm/index.d.ts.map</a:t>
            </a:r>
          </a:p>
          <a:p>
            <a:pPr>
              <a:defRPr sz="1200"/>
            </a:pPr>
            <a:r>
              <a:t>D:/pasar_fix/node_modules/.bun/foreground-child@3.3.1/node_modules/foreground-child/dist/esm/index.js</a:t>
            </a:r>
          </a:p>
          <a:p>
            <a:pPr>
              <a:defRPr sz="1200"/>
            </a:pPr>
            <a:r>
              <a:t>D:/pasar_fix/node_modules/.bun/foreground-child@3.3.1/node_modules/foreground-child/dist/esm/index.js.map</a:t>
            </a:r>
          </a:p>
          <a:p>
            <a:pPr>
              <a:defRPr sz="1200"/>
            </a:pPr>
            <a:r>
              <a:t>D:/pasar_fix/node_modules/.bun/foreground-child@3.3.1/node_modules/foreground-child/dist/esm/package.json</a:t>
            </a:r>
          </a:p>
          <a:p>
            <a:pPr>
              <a:defRPr sz="1200"/>
            </a:pPr>
            <a:r>
              <a:t>D:/pasar_fix/node_modules/.bun/foreground-child@3.3.1/node_modules/foreground-child/dist/esm/proxy-signals.d.ts</a:t>
            </a:r>
          </a:p>
          <a:p>
            <a:pPr>
              <a:defRPr sz="1200"/>
            </a:pPr>
            <a:r>
              <a:t>D:/pasar_fix/node_modules/.bun/foreground-child@3.3.1/node_modules/foreground-child/dist/esm/proxy-signals.d.ts.map</a:t>
            </a:r>
          </a:p>
          <a:p>
            <a:pPr>
              <a:defRPr sz="1200"/>
            </a:pPr>
            <a:r>
              <a:t>D:/pasar_fix/node_modules/.bun/foreground-child@3.3.1/node_modules/foreground-child/dist/esm/proxy-signals.js</a:t>
            </a:r>
          </a:p>
          <a:p>
            <a:pPr>
              <a:defRPr sz="1200"/>
            </a:pPr>
            <a:r>
              <a:t>D:/pasar_fix/node_modules/.bun/foreground-child@3.3.1/node_modules/foreground-child/dist/esm/proxy-signals.js.map</a:t>
            </a:r>
          </a:p>
          <a:p>
            <a:pPr>
              <a:defRPr sz="1200"/>
            </a:pPr>
            <a:r>
              <a:t>D:/pasar_fix/node_modules/.bun/foreground-child@3.3.1/node_modules/foreground-child/dist/esm/watchdog.d.ts</a:t>
            </a:r>
          </a:p>
          <a:p>
            <a:pPr>
              <a:defRPr sz="1200"/>
            </a:pPr>
            <a:r>
              <a:t>D:/pasar_fix/node_modules/.bun/foreground-child@3.3.1/node_modules/foreground-child/dist/esm/watchdog.d.ts.map</a:t>
            </a:r>
          </a:p>
          <a:p>
            <a:pPr>
              <a:defRPr sz="1200"/>
            </a:pPr>
            <a:r>
              <a:t>D:/pasar_fix/node_modules/.bun/foreground-child@3.3.1/node_modules/foreground-child/dist/esm/watchdog.js</a:t>
            </a:r>
          </a:p>
          <a:p>
            <a:pPr>
              <a:defRPr sz="1200"/>
            </a:pPr>
            <a:r>
              <a:t>D:/pasar_fix/node_modules/.bun/foreground-child@3.3.1/node_modules/foreground-child/dist/esm/watchdog.js.map</a:t>
            </a:r>
          </a:p>
          <a:p>
            <a:pPr>
              <a:defRPr sz="1200"/>
            </a:pPr>
            <a:r>
              <a:t>D:/pasar_fix/node_modules/.bun/frac@1.1.2/node_modules/frac/frac.js</a:t>
            </a:r>
          </a:p>
          <a:p>
            <a:pPr>
              <a:defRPr sz="1200"/>
            </a:pPr>
            <a:r>
              <a:t>D:/pasar_fix/node_modules/.bun/frac@1.1.2/node_modules/frac/LICENSE</a:t>
            </a:r>
          </a:p>
          <a:p>
            <a:pPr>
              <a:defRPr sz="1200"/>
            </a:pPr>
            <a:r>
              <a:t>D:/pasar_fix/node_modules/.bun/frac@1.1.2/node_modules/frac/package.json</a:t>
            </a:r>
          </a:p>
          <a:p>
            <a:pPr>
              <a:defRPr sz="1200"/>
            </a:pPr>
            <a:r>
              <a:t>D:/pasar_fix/node_modules/.bun/frac@1.1.2/node_modules/frac/README.md</a:t>
            </a:r>
          </a:p>
          <a:p>
            <a:pPr>
              <a:defRPr sz="1200"/>
            </a:pPr>
            <a:r>
              <a:t>D:/pasar_fix/node_modules/.bun/frac@1.1.2/node_modules/frac/dist/frac.js</a:t>
            </a:r>
          </a:p>
          <a:p>
            <a:pPr>
              <a:defRPr sz="1200"/>
            </a:pPr>
            <a:r>
              <a:t>D:/pasar_fix/node_modules/.bun/frac@1.1.2/node_modules/frac/dist/frac.min.js</a:t>
            </a:r>
          </a:p>
          <a:p>
            <a:pPr>
              <a:defRPr sz="1200"/>
            </a:pPr>
            <a:r>
              <a:t>D:/pasar_fix/node_modules/.bun/frac@1.1.2/node_modules/frac/dist/frac.min.map</a:t>
            </a:r>
          </a:p>
          <a:p>
            <a:pPr>
              <a:defRPr sz="1200"/>
            </a:pPr>
            <a:r>
              <a:t>D:/pasar_fix/node_modules/.bun/frac@1.1.2/node_modules/frac/dist/LICENSE</a:t>
            </a:r>
          </a:p>
          <a:p>
            <a:pPr>
              <a:defRPr sz="1200"/>
            </a:pPr>
            <a:r>
              <a:t>D:/pasar_fix/node_modules/.bun/frac@1.1.2/node_modules/frac/types/index.d.ts</a:t>
            </a:r>
          </a:p>
          <a:p>
            <a:pPr>
              <a:defRPr sz="1200"/>
            </a:pPr>
            <a:r>
              <a:t>D:/pasar_fix/node_modules/.bun/frac@1.1.2/node_modules/frac/types/tsconfig.json</a:t>
            </a:r>
          </a:p>
          <a:p>
            <a:pPr>
              <a:defRPr sz="1200"/>
            </a:pPr>
            <a:r>
              <a:t>D:/pasar_fix/node_modules/.bun/frac@1.1.2/node_modules/frac/types/tslint.json</a:t>
            </a:r>
          </a:p>
          <a:p>
            <a:pPr>
              <a:defRPr sz="1200"/>
            </a:pPr>
            <a:r>
              <a:t>D:/pasar_fix/node_modules/.bun/fresh@2.0.0/node_modules/fresh/HISTORY.md</a:t>
            </a:r>
          </a:p>
          <a:p>
            <a:pPr>
              <a:defRPr sz="1200"/>
            </a:pPr>
            <a:r>
              <a:t>D:/pasar_fix/node_modules/.bun/fresh@2.0.0/node_modules/fresh/index.js</a:t>
            </a:r>
          </a:p>
          <a:p>
            <a:pPr>
              <a:defRPr sz="1200"/>
            </a:pPr>
            <a:r>
              <a:t>D:/pasar_fix/node_modules/.bun/fresh@2.0.0/node_modules/fresh/LICENSE</a:t>
            </a:r>
          </a:p>
          <a:p>
            <a:pPr>
              <a:defRPr sz="1200"/>
            </a:pPr>
            <a:r>
              <a:t>D:/pasar_fix/node_modules/.bun/fresh@2.0.0/node_modules/fresh/package.json</a:t>
            </a:r>
          </a:p>
          <a:p>
            <a:pPr>
              <a:defRPr sz="1200"/>
            </a:pPr>
            <a:r>
              <a:t>D:/pasar_fix/node_modules/.bun/fresh@2.0.0/node_modules/fresh/README.md</a:t>
            </a:r>
          </a:p>
          <a:p>
            <a:pPr>
              <a:defRPr sz="1200"/>
            </a:pPr>
            <a:r>
              <a:t>D:/pasar_fix/node_modules/.bun/function-bind@1.1.2/node_modules/function-bind/.eslintrc</a:t>
            </a:r>
          </a:p>
          <a:p>
            <a:pPr>
              <a:defRPr sz="1200"/>
            </a:pPr>
            <a:r>
              <a:t>D:/pasar_fix/node_modules/.bun/function-bind@1.1.2/node_modules/function-bind/.nycrc</a:t>
            </a:r>
          </a:p>
          <a:p>
            <a:pPr>
              <a:defRPr sz="1200"/>
            </a:pPr>
            <a:r>
              <a:t>D:/pasar_fix/node_modules/.bun/function-bind@1.1.2/node_modules/function-bind/CHANGELOG.md</a:t>
            </a:r>
          </a:p>
          <a:p>
            <a:pPr>
              <a:defRPr sz="1200"/>
            </a:pPr>
            <a:r>
              <a:t>D:/pasar_fix/node_modules/.bun/function-bind@1.1.2/node_modules/function-bind/implementation.js</a:t>
            </a:r>
          </a:p>
          <a:p>
            <a:pPr>
              <a:defRPr sz="1200"/>
            </a:pPr>
            <a:r>
              <a:t>D:/pasar_fix/node_modules/.bun/function-bind@1.1.2/node_modules/function-bind/index.js</a:t>
            </a:r>
          </a:p>
          <a:p>
            <a:pPr>
              <a:defRPr sz="1200"/>
            </a:pPr>
            <a:r>
              <a:t>D:/pasar_fix/node_modules/.bun/function-bind@1.1.2/node_modules/function-bind/LICENSE</a:t>
            </a:r>
          </a:p>
          <a:p>
            <a:pPr>
              <a:defRPr sz="1200"/>
            </a:pPr>
            <a:r>
              <a:t>D:/pasar_fix/node_modules/.bun/function-bind@1.1.2/node_modules/function-bind/package.json</a:t>
            </a:r>
          </a:p>
          <a:p>
            <a:pPr>
              <a:defRPr sz="1200"/>
            </a:pPr>
            <a:r>
              <a:t>D:/pasar_fix/node_modules/.bun/function-bind@1.1.2/node_modules/function-bind/README.md</a:t>
            </a:r>
          </a:p>
          <a:p>
            <a:pPr>
              <a:defRPr sz="1200"/>
            </a:pPr>
            <a:r>
              <a:t>D:/pasar_fix/node_modules/.bun/function-bind@1.1.2/node_modules/function-bind/.github/FUNDING.yml</a:t>
            </a:r>
          </a:p>
          <a:p>
            <a:pPr>
              <a:defRPr sz="1200"/>
            </a:pPr>
            <a:r>
              <a:t>D:/pasar_fix/node_modules/.bun/function-bind@1.1.2/node_modules/function-bind/.github/SECURITY.md</a:t>
            </a:r>
          </a:p>
          <a:p>
            <a:pPr>
              <a:defRPr sz="1200"/>
            </a:pPr>
            <a:r>
              <a:t>D:/pasar_fix/node_modules/.bun/function-bind@1.1.2/node_modules/function-bind/test/.eslintrc</a:t>
            </a:r>
          </a:p>
          <a:p>
            <a:pPr>
              <a:defRPr sz="1200"/>
            </a:pPr>
            <a:r>
              <a:t>D:/pasar_fix/node_modules/.bun/function-bind@1.1.2/node_modules/function-bind/test/index.js</a:t>
            </a:r>
          </a:p>
          <a:p>
            <a:pPr>
              <a:defRPr sz="1200"/>
            </a:pPr>
            <a:r>
              <a:t>D:/pasar_fix/node_modules/.bun/gensync@1.0.0-beta.2/node_modules/gensync/index.js</a:t>
            </a:r>
          </a:p>
          <a:p>
            <a:pPr>
              <a:defRPr sz="1200"/>
            </a:pPr>
            <a:r>
              <a:t>D:/pasar_fix/node_modules/.bun/gensync@1.0.0-beta.2/node_modules/gensync/index.js.flow</a:t>
            </a:r>
          </a:p>
          <a:p>
            <a:pPr>
              <a:defRPr sz="1200"/>
            </a:pPr>
            <a:r>
              <a:t>D:/pasar_fix/node_modules/.bun/gensync@1.0.0-beta.2/node_modules/gensync/LICENSE</a:t>
            </a:r>
          </a:p>
          <a:p>
            <a:pPr>
              <a:defRPr sz="1200"/>
            </a:pPr>
            <a:r>
              <a:t>D:/pasar_fix/node_modules/.bun/gensync@1.0.0-beta.2/node_modules/gensync/package.json</a:t>
            </a:r>
          </a:p>
          <a:p>
            <a:pPr>
              <a:defRPr sz="1200"/>
            </a:pPr>
            <a:r>
              <a:t>D:/pasar_fix/node_modules/.bun/gensync@1.0.0-beta.2/node_modules/gensync/README.md</a:t>
            </a:r>
          </a:p>
          <a:p>
            <a:pPr>
              <a:defRPr sz="1200"/>
            </a:pPr>
            <a:r>
              <a:t>D:/pasar_fix/node_modules/.bun/gensync@1.0.0-beta.2/node_modules/gensync/test/.babelrc</a:t>
            </a:r>
          </a:p>
          <a:p>
            <a:pPr>
              <a:defRPr sz="1200"/>
            </a:pPr>
            <a:r>
              <a:t>D:/pasar_fix/node_modules/.bun/gensync@1.0.0-beta.2/node_modules/gensync/test/index.test.js</a:t>
            </a:r>
          </a:p>
          <a:p>
            <a:pPr>
              <a:defRPr sz="1200"/>
            </a:pPr>
            <a:r>
              <a:t>D:/pasar_fix/node_modules/.bun/get-caller-file@2.0.5/node_modules/get-caller-file/index.d.ts</a:t>
            </a:r>
          </a:p>
          <a:p>
            <a:pPr>
              <a:defRPr sz="1200"/>
            </a:pPr>
            <a:r>
              <a:t>D:/pasar_fix/node_modules/.bun/get-caller-file@2.0.5/node_modules/get-caller-file/index.js</a:t>
            </a:r>
          </a:p>
          <a:p>
            <a:pPr>
              <a:defRPr sz="1200"/>
            </a:pPr>
            <a:r>
              <a:t>D:/pasar_fix/node_modules/.bun/get-caller-file@2.0.5/node_modules/get-caller-file/index.js.map</a:t>
            </a:r>
          </a:p>
          <a:p>
            <a:pPr>
              <a:defRPr sz="1200"/>
            </a:pPr>
            <a:r>
              <a:t>D:/pasar_fix/node_modules/.bun/get-caller-file@2.0.5/node_modules/get-caller-file/LICENSE.md</a:t>
            </a:r>
          </a:p>
          <a:p>
            <a:pPr>
              <a:defRPr sz="1200"/>
            </a:pPr>
            <a:r>
              <a:t>D:/pasar_fix/node_modules/.bun/get-caller-file@2.0.5/node_modules/get-caller-file/package.json</a:t>
            </a:r>
          </a:p>
          <a:p>
            <a:pPr>
              <a:defRPr sz="1200"/>
            </a:pPr>
            <a:r>
              <a:t>D:/pasar_fix/node_modules/.bun/get-caller-file@2.0.5/node_modules/get-caller-file/README.md</a:t>
            </a:r>
          </a:p>
          <a:p>
            <a:pPr>
              <a:defRPr sz="1200"/>
            </a:pPr>
            <a:r>
              <a:t>D:/pasar_fix/node_modules/.bun/get-east-asian-width@1.6.0/node_modules/get-east-asian-width/index.d.ts</a:t>
            </a:r>
          </a:p>
          <a:p>
            <a:pPr>
              <a:defRPr sz="1200"/>
            </a:pPr>
            <a:r>
              <a:t>D:/pasar_fix/node_modules/.bun/get-east-asian-width@1.6.0/node_modules/get-east-asian-width/index.js</a:t>
            </a:r>
          </a:p>
          <a:p>
            <a:pPr>
              <a:defRPr sz="1200"/>
            </a:pPr>
            <a:r>
              <a:t>D:/pasar_fix/node_modules/.bun/get-east-asian-width@1.6.0/node_modules/get-east-asian-width/license</a:t>
            </a:r>
          </a:p>
          <a:p>
            <a:pPr>
              <a:defRPr sz="1200"/>
            </a:pPr>
            <a:r>
              <a:t>D:/pasar_fix/node_modules/.bun/get-east-asian-width@1.6.0/node_modules/get-east-asian-width/lookup-data.js</a:t>
            </a:r>
          </a:p>
          <a:p>
            <a:pPr>
              <a:defRPr sz="1200"/>
            </a:pPr>
            <a:r>
              <a:t>D:/pasar_fix/node_modules/.bun/get-east-asian-width@1.6.0/node_modules/get-east-asian-width/lookup.js</a:t>
            </a:r>
          </a:p>
          <a:p>
            <a:pPr>
              <a:defRPr sz="1200"/>
            </a:pPr>
            <a:r>
              <a:t>D:/pasar_fix/node_modules/.bun/get-east-asian-width@1.6.0/node_modules/get-east-asian-width/package.json</a:t>
            </a:r>
          </a:p>
          <a:p>
            <a:pPr>
              <a:defRPr sz="1200"/>
            </a:pPr>
            <a:r>
              <a:t>D:/pasar_fix/node_modules/.bun/get-east-asian-width@1.6.0/node_modules/get-east-asian-width/readme.md</a:t>
            </a:r>
          </a:p>
          <a:p>
            <a:pPr>
              <a:defRPr sz="1200"/>
            </a:pPr>
            <a:r>
              <a:t>D:/pasar_fix/node_modules/.bun/get-east-asian-width@1.6.0/node_modules/get-east-asian-width/utilities.js</a:t>
            </a:r>
          </a:p>
          <a:p>
            <a:pPr>
              <a:defRPr sz="1200"/>
            </a:pPr>
            <a:r>
              <a:t>D:/pasar_fix/node_modules/.bun/get-nonce@1.0.1/node_modules/get-nonce/CHANGELOG.md</a:t>
            </a:r>
          </a:p>
          <a:p>
            <a:pPr>
              <a:defRPr sz="1200"/>
            </a:pPr>
            <a:r>
              <a:t>D:/pasar_fix/node_modules/.bun/get-nonce@1.0.1/node_modules/get-nonce/LICENSE</a:t>
            </a:r>
          </a:p>
          <a:p>
            <a:pPr>
              <a:defRPr sz="1200"/>
            </a:pPr>
            <a:r>
              <a:t>D:/pasar_fix/node_modules/.bun/get-nonce@1.0.1/node_modules/get-nonce/package.json</a:t>
            </a:r>
          </a:p>
          <a:p>
            <a:pPr>
              <a:defRPr sz="1200"/>
            </a:pPr>
            <a:r>
              <a:t>D:/pasar_fix/node_modules/.bun/get-nonce@1.0.1/node_modules/get-nonce/README.md</a:t>
            </a:r>
          </a:p>
          <a:p>
            <a:pPr>
              <a:defRPr sz="1200"/>
            </a:pPr>
            <a:r>
              <a:t>D:/pasar_fix/node_modules/.bun/get-nonce@1.0.1/node_modules/get-nonce/dist/es2015/index.d.ts</a:t>
            </a:r>
          </a:p>
          <a:p>
            <a:pPr>
              <a:defRPr sz="1200"/>
            </a:pPr>
            <a:r>
              <a:t>D:/pasar_fix/node_modules/.bun/get-nonce@1.0.1/node_modules/get-nonce/dist/es2015/index.js</a:t>
            </a:r>
          </a:p>
          <a:p>
            <a:pPr>
              <a:defRPr sz="1200"/>
            </a:pPr>
            <a:r>
              <a:t>D:/pasar_fix/node_modules/.bun/get-nonce@1.0.1/node_modules/get-nonce/dist/es5/index.d.ts</a:t>
            </a:r>
          </a:p>
          <a:p>
            <a:pPr>
              <a:defRPr sz="1200"/>
            </a:pPr>
            <a:r>
              <a:t>D:/pasar_fix/node_modules/.bun/get-nonce@1.0.1/node_modules/get-nonce/dist/es5/index.js</a:t>
            </a:r>
          </a:p>
          <a:p>
            <a:pPr>
              <a:defRPr sz="1200"/>
            </a:pPr>
            <a:r>
              <a:t>D:/pasar_fix/node_modules/.bun/get-port-please@3.2.0/node_modules/get-port-please/LICENSE</a:t>
            </a:r>
          </a:p>
          <a:p>
            <a:pPr>
              <a:defRPr sz="1200"/>
            </a:pPr>
            <a:r>
              <a:t>D:/pasar_fix/node_modules/.bun/get-port-please@3.2.0/node_modules/get-port-please/package.json</a:t>
            </a:r>
          </a:p>
          <a:p>
            <a:pPr>
              <a:defRPr sz="1200"/>
            </a:pPr>
            <a:r>
              <a:t>D:/pasar_fix/node_modules/.bun/get-port-please@3.2.0/node_modules/get-port-please/README.md</a:t>
            </a:r>
          </a:p>
          <a:p>
            <a:pPr>
              <a:defRPr sz="1200"/>
            </a:pPr>
            <a:r>
              <a:t>D:/pasar_fix/node_modules/.bun/get-port-please@3.2.0/node_modules/get-port-please/dist/index.cjs</a:t>
            </a:r>
          </a:p>
          <a:p>
            <a:pPr>
              <a:defRPr sz="1200"/>
            </a:pPr>
            <a:r>
              <a:t>D:/pasar_fix/node_modules/.bun/get-port-please@3.2.0/node_modules/get-port-please/dist/index.d.cts</a:t>
            </a:r>
          </a:p>
          <a:p>
            <a:pPr>
              <a:defRPr sz="1200"/>
            </a:pPr>
            <a:r>
              <a:t>D:/pasar_fix/node_modules/.bun/get-port-please@3.2.0/node_modules/get-port-please/dist/index.d.mts</a:t>
            </a:r>
          </a:p>
          <a:p>
            <a:pPr>
              <a:defRPr sz="1200"/>
            </a:pPr>
            <a:r>
              <a:t>D:/pasar_fix/node_modules/.bun/get-port-please@3.2.0/node_modules/get-port-please/dist/index.d.ts</a:t>
            </a:r>
          </a:p>
          <a:p>
            <a:pPr>
              <a:defRPr sz="1200"/>
            </a:pPr>
            <a:r>
              <a:t>D:/pasar_fix/node_modules/.bun/get-port-please@3.2.0/node_modules/get-port-please/dist/index.mjs</a:t>
            </a:r>
          </a:p>
          <a:p>
            <a:pPr>
              <a:defRPr sz="1200"/>
            </a:pPr>
            <a:r>
              <a:t>D:/pasar_fix/node_modules/.bun/get-stream@5.2.0/node_modules/get-stream/buffer-stream.js</a:t>
            </a:r>
          </a:p>
          <a:p>
            <a:pPr>
              <a:defRPr sz="1200"/>
            </a:pPr>
            <a:r>
              <a:t>D:/pasar_fix/node_modules/.bun/get-stream@5.2.0/node_modules/get-stream/index.d.ts</a:t>
            </a:r>
          </a:p>
          <a:p>
            <a:pPr>
              <a:defRPr sz="1200"/>
            </a:pPr>
            <a:r>
              <a:t>D:/pasar_fix/node_modules/.bun/get-stream@5.2.0/node_modules/get-stream/index.js</a:t>
            </a:r>
          </a:p>
          <a:p>
            <a:pPr>
              <a:defRPr sz="1200"/>
            </a:pPr>
            <a:r>
              <a:t>D:/pasar_fix/node_modules/.bun/get-stream@5.2.0/node_modules/get-stream/license</a:t>
            </a:r>
          </a:p>
          <a:p>
            <a:pPr>
              <a:defRPr sz="1200"/>
            </a:pPr>
            <a:r>
              <a:t>D:/pasar_fix/node_modules/.bun/get-stream@5.2.0/node_modules/get-stream/package.json</a:t>
            </a:r>
          </a:p>
          <a:p>
            <a:pPr>
              <a:defRPr sz="1200"/>
            </a:pPr>
            <a:r>
              <a:t>D:/pasar_fix/node_modules/.bun/get-stream@5.2.0/node_modules/get-stream/readme.md</a:t>
            </a:r>
          </a:p>
          <a:p>
            <a:pPr>
              <a:defRPr sz="1200"/>
            </a:pPr>
            <a:r>
              <a:t>D:/pasar_fix/node_modules/.bun/get-tsconfig@4.14.0/node_modules/get-tsconfig/LICENSE</a:t>
            </a:r>
          </a:p>
          <a:p>
            <a:pPr>
              <a:defRPr sz="1200"/>
            </a:pPr>
            <a:r>
              <a:t>D:/pasar_fix/node_modules/.bun/get-tsconfig@4.14.0/node_modules/get-tsconfig/package.json</a:t>
            </a:r>
          </a:p>
          <a:p>
            <a:pPr>
              <a:defRPr sz="1200"/>
            </a:pPr>
            <a:r>
              <a:t>D:/pasar_fix/node_modules/.bun/get-tsconfig@4.14.0/node_modules/get-tsconfig/README.md</a:t>
            </a:r>
          </a:p>
          <a:p>
            <a:pPr>
              <a:defRPr sz="1200"/>
            </a:pPr>
            <a:r>
              <a:t>D:/pasar_fix/node_modules/.bun/get-tsconfig@4.14.0/node_modules/get-tsconfig/dist/index.cjs</a:t>
            </a:r>
          </a:p>
          <a:p>
            <a:pPr>
              <a:defRPr sz="1200"/>
            </a:pPr>
            <a:r>
              <a:t>D:/pasar_fix/node_modules/.bun/get-tsconfig@4.14.0/node_modules/get-tsconfig/dist/index.d.cts</a:t>
            </a:r>
          </a:p>
          <a:p>
            <a:pPr>
              <a:defRPr sz="1200"/>
            </a:pPr>
            <a:r>
              <a:t>D:/pasar_fix/node_modules/.bun/get-tsconfig@4.14.0/node_modules/get-tsconfig/dist/index.d.mts</a:t>
            </a:r>
          </a:p>
          <a:p>
            <a:pPr>
              <a:defRPr sz="1200"/>
            </a:pPr>
            <a:r>
              <a:t>D:/pasar_fix/node_modules/.bun/get-tsconfig@4.14.0/node_modules/get-tsconfig/dist/index.mjs</a:t>
            </a:r>
          </a:p>
          <a:p>
            <a:pPr>
              <a:defRPr sz="1200"/>
            </a:pPr>
            <a:r>
              <a:t>D:/pasar_fix/node_modules/.bun/get-uri@6.0.5/node_modules/get-uri/LICENSE</a:t>
            </a:r>
          </a:p>
          <a:p>
            <a:pPr>
              <a:defRPr sz="1200"/>
            </a:pPr>
            <a:r>
              <a:t>D:/pasar_fix/node_modules/.bun/get-uri@6.0.5/node_modules/get-uri/package.json</a:t>
            </a:r>
          </a:p>
          <a:p>
            <a:pPr>
              <a:defRPr sz="1200"/>
            </a:pPr>
            <a:r>
              <a:t>D:/pasar_fix/node_modules/.bun/get-uri@6.0.5/node_modules/get-uri/README.md</a:t>
            </a:r>
          </a:p>
          <a:p>
            <a:pPr>
              <a:defRPr sz="1200"/>
            </a:pPr>
            <a:r>
              <a:t>D:/pasar_fix/node_modules/.bun/get-uri@6.0.5/node_modules/get-uri/dist/data.d.ts</a:t>
            </a:r>
          </a:p>
          <a:p>
            <a:pPr>
              <a:defRPr sz="1200"/>
            </a:pPr>
            <a:r>
              <a:t>D:/pasar_fix/node_modules/.bun/get-uri@6.0.5/node_modules/get-uri/dist/data.js</a:t>
            </a:r>
          </a:p>
          <a:p>
            <a:pPr>
              <a:defRPr sz="1200"/>
            </a:pPr>
            <a:r>
              <a:t>D:/pasar_fix/node_modules/.bun/get-uri@6.0.5/node_modules/get-uri/dist/data.js.map</a:t>
            </a:r>
          </a:p>
          <a:p>
            <a:pPr>
              <a:defRPr sz="1200"/>
            </a:pPr>
            <a:r>
              <a:t>D:/pasar_fix/node_modules/.bun/get-uri@6.0.5/node_modules/get-uri/dist/file.d.ts</a:t>
            </a:r>
          </a:p>
          <a:p>
            <a:pPr>
              <a:defRPr sz="1200"/>
            </a:pPr>
            <a:r>
              <a:t>D:/pasar_fix/node_modules/.bun/get-uri@6.0.5/node_modules/get-uri/dist/file.js</a:t>
            </a:r>
          </a:p>
          <a:p>
            <a:pPr>
              <a:defRPr sz="1200"/>
            </a:pPr>
            <a:r>
              <a:t>D:/pasar_fix/node_modules/.bun/get-uri@6.0.5/node_modules/get-uri/dist/file.js.map</a:t>
            </a:r>
          </a:p>
          <a:p>
            <a:pPr>
              <a:defRPr sz="1200"/>
            </a:pPr>
            <a:r>
              <a:t>D:/pasar_fix/node_modules/.bun/get-uri@6.0.5/node_modules/get-uri/dist/ftp.d.ts</a:t>
            </a:r>
          </a:p>
          <a:p>
            <a:pPr>
              <a:defRPr sz="1200"/>
            </a:pPr>
            <a:r>
              <a:t>D:/pasar_fix/node_modules/.bun/get-uri@6.0.5/node_modules/get-uri/dist/ftp.js</a:t>
            </a:r>
          </a:p>
          <a:p>
            <a:pPr>
              <a:defRPr sz="1200"/>
            </a:pPr>
            <a:r>
              <a:t>D:/pasar_fix/node_modules/.bun/get-uri@6.0.5/node_modules/get-uri/dist/ftp.js.map</a:t>
            </a:r>
          </a:p>
          <a:p>
            <a:pPr>
              <a:defRPr sz="1200"/>
            </a:pPr>
            <a:r>
              <a:t>D:/pasar_fix/node_modules/.bun/get-uri@6.0.5/node_modules/get-uri/dist/http-error.d.ts</a:t>
            </a:r>
          </a:p>
          <a:p>
            <a:pPr>
              <a:defRPr sz="1200"/>
            </a:pPr>
            <a:r>
              <a:t>D:/pasar_fix/node_modules/.bun/get-uri@6.0.5/node_modules/get-uri/dist/http-error.js</a:t>
            </a:r>
          </a:p>
          <a:p>
            <a:pPr>
              <a:defRPr sz="1200"/>
            </a:pPr>
            <a:r>
              <a:t>D:/pasar_fix/node_modules/.bun/get-uri@6.0.5/node_modules/get-uri/dist/http-error.js.map</a:t>
            </a:r>
          </a:p>
          <a:p>
            <a:pPr>
              <a:defRPr sz="1200"/>
            </a:pPr>
            <a:r>
              <a:t>D:/pasar_fix/node_modules/.bun/get-uri@6.0.5/node_modules/get-uri/dist/http.d.ts</a:t>
            </a:r>
          </a:p>
          <a:p>
            <a:pPr>
              <a:defRPr sz="1200"/>
            </a:pPr>
            <a:r>
              <a:t>D:/pasar_fix/node_modules/.bun/get-uri@6.0.5/node_modules/get-uri/dist/http.js</a:t>
            </a:r>
          </a:p>
          <a:p>
            <a:pPr>
              <a:defRPr sz="1200"/>
            </a:pPr>
            <a:r>
              <a:t>D:/pasar_fix/node_modules/.bun/get-uri@6.0.5/node_modules/get-uri/dist/http.js.map</a:t>
            </a:r>
          </a:p>
          <a:p>
            <a:pPr>
              <a:defRPr sz="1200"/>
            </a:pPr>
            <a:r>
              <a:t>D:/pasar_fix/node_modules/.bun/get-uri@6.0.5/node_modules/get-uri/dist/https.d.ts</a:t>
            </a:r>
          </a:p>
          <a:p>
            <a:pPr>
              <a:defRPr sz="1200"/>
            </a:pPr>
            <a:r>
              <a:t>D:/pasar_fix/node_modules/.bun/get-uri@6.0.5/node_modules/get-uri/dist/https.js</a:t>
            </a:r>
          </a:p>
          <a:p>
            <a:pPr>
              <a:defRPr sz="1200"/>
            </a:pPr>
            <a:r>
              <a:t>D:/pasar_fix/node_modules/.bun/get-uri@6.0.5/node_modules/get-uri/dist/https.js.map</a:t>
            </a:r>
          </a:p>
          <a:p>
            <a:pPr>
              <a:defRPr sz="1200"/>
            </a:pPr>
            <a:r>
              <a:t>D:/pasar_fix/node_modules/.bun/get-uri@6.0.5/node_modules/get-uri/dist/index.d.ts</a:t>
            </a:r>
          </a:p>
          <a:p>
            <a:pPr>
              <a:defRPr sz="1200"/>
            </a:pPr>
            <a:r>
              <a:t>D:/pasar_fix/node_modules/.bun/get-uri@6.0.5/node_modules/get-uri/dist/index.js</a:t>
            </a:r>
          </a:p>
          <a:p>
            <a:pPr>
              <a:defRPr sz="1200"/>
            </a:pPr>
            <a:r>
              <a:t>D:/pasar_fix/node_modules/.bun/get-uri@6.0.5/node_modules/get-uri/dist/index.js.map</a:t>
            </a:r>
          </a:p>
          <a:p>
            <a:pPr>
              <a:defRPr sz="1200"/>
            </a:pPr>
            <a:r>
              <a:t>D:/pasar_fix/node_modules/.bun/get-uri@6.0.5/node_modules/get-uri/dist/notfound.d.ts</a:t>
            </a:r>
          </a:p>
          <a:p>
            <a:pPr>
              <a:defRPr sz="1200"/>
            </a:pPr>
            <a:r>
              <a:t>D:/pasar_fix/node_modules/.bun/get-uri@6.0.5/node_modules/get-uri/dist/notfound.js</a:t>
            </a:r>
          </a:p>
          <a:p>
            <a:pPr>
              <a:defRPr sz="1200"/>
            </a:pPr>
            <a:r>
              <a:t>D:/pasar_fix/node_modules/.bun/get-uri@6.0.5/node_modules/get-uri/dist/notfound.js.map</a:t>
            </a:r>
          </a:p>
          <a:p>
            <a:pPr>
              <a:defRPr sz="1200"/>
            </a:pPr>
            <a:r>
              <a:t>D:/pasar_fix/node_modules/.bun/get-uri@6.0.5/node_modules/get-uri/dist/notmodified.d.ts</a:t>
            </a:r>
          </a:p>
          <a:p>
            <a:pPr>
              <a:defRPr sz="1200"/>
            </a:pPr>
            <a:r>
              <a:t>D:/pasar_fix/node_modules/.bun/get-uri@6.0.5/node_modules/get-uri/dist/notmodified.js</a:t>
            </a:r>
          </a:p>
          <a:p>
            <a:pPr>
              <a:defRPr sz="1200"/>
            </a:pPr>
            <a:r>
              <a:t>D:/pasar_fix/node_modules/.bun/get-uri@6.0.5/node_modules/get-uri/dist/notmodified.js.map</a:t>
            </a:r>
          </a:p>
          <a:p>
            <a:pPr>
              <a:defRPr sz="1200"/>
            </a:pPr>
            <a:r>
              <a:t>D:/pasar_fix/node_modules/.bun/giget@3.2.0/node_modules/.bin/giget.bunx</a:t>
            </a:r>
          </a:p>
          <a:p>
            <a:pPr>
              <a:defRPr sz="1200"/>
            </a:pPr>
            <a:r>
              <a:t>D:/pasar_fix/node_modules/.bun/giget@3.2.0/node_modules/.bin/giget.exe</a:t>
            </a:r>
          </a:p>
          <a:p>
            <a:pPr>
              <a:defRPr sz="1200"/>
            </a:pPr>
            <a:r>
              <a:t>D:/pasar_fix/node_modules/.bun/giget@3.2.0/node_modules/giget/LICENSE</a:t>
            </a:r>
          </a:p>
          <a:p>
            <a:pPr>
              <a:defRPr sz="1200"/>
            </a:pPr>
            <a:r>
              <a:t>D:/pasar_fix/node_modules/.bun/giget@3.2.0/node_modules/giget/package.json</a:t>
            </a:r>
          </a:p>
          <a:p>
            <a:pPr>
              <a:defRPr sz="1200"/>
            </a:pPr>
            <a:r>
              <a:t>D:/pasar_fix/node_modules/.bun/giget@3.2.0/node_modules/giget/README.md</a:t>
            </a:r>
          </a:p>
          <a:p>
            <a:pPr>
              <a:defRPr sz="1200"/>
            </a:pPr>
            <a:r>
              <a:t>D:/pasar_fix/node_modules/.bun/giget@3.2.0/node_modules/giget/dist/cli.d.mts</a:t>
            </a:r>
          </a:p>
          <a:p>
            <a:pPr>
              <a:defRPr sz="1200"/>
            </a:pPr>
            <a:r>
              <a:t>D:/pasar_fix/node_modules/.bun/giget@3.2.0/node_modules/giget/dist/cli.mjs</a:t>
            </a:r>
          </a:p>
          <a:p>
            <a:pPr>
              <a:defRPr sz="1200"/>
            </a:pPr>
            <a:r>
              <a:t>D:/pasar_fix/node_modules/.bun/giget@3.2.0/node_modules/giget/dist/index.d.mts</a:t>
            </a:r>
          </a:p>
          <a:p>
            <a:pPr>
              <a:defRPr sz="1200"/>
            </a:pPr>
            <a:r>
              <a:t>D:/pasar_fix/node_modules/.bun/giget@3.2.0/node_modules/giget/dist/index.mjs</a:t>
            </a:r>
          </a:p>
          <a:p>
            <a:pPr>
              <a:defRPr sz="1200"/>
            </a:pPr>
            <a:r>
              <a:t>D:/pasar_fix/node_modules/.bun/giget@3.2.0/node_modules/giget/dist/THIRD-PARTY-LICENSES.md</a:t>
            </a:r>
          </a:p>
          <a:p>
            <a:pPr>
              <a:defRPr sz="1200"/>
            </a:pPr>
            <a:r>
              <a:t>D:/pasar_fix/node_modules/.bun/giget@3.2.0/node_modules/giget/dist/_chunks/giget.mjs</a:t>
            </a:r>
          </a:p>
          <a:p>
            <a:pPr>
              <a:defRPr sz="1200"/>
            </a:pPr>
            <a:r>
              <a:t>D:/pasar_fix/node_modules/.bun/giget@3.2.0/node_modules/giget/dist/_chunks/rolldown-runtime.mjs</a:t>
            </a:r>
          </a:p>
          <a:p>
            <a:pPr>
              <a:defRPr sz="1200"/>
            </a:pPr>
            <a:r>
              <a:t>D:/pasar_fix/node_modules/.bun/giget@3.2.0/node_modules/giget/dist/_chunks/libs/citty.mjs</a:t>
            </a:r>
          </a:p>
          <a:p>
            <a:pPr>
              <a:defRPr sz="1200"/>
            </a:pPr>
            <a:r>
              <a:t>D:/pasar_fix/node_modules/.bun/giget@3.2.0/node_modules/giget/dist/_chunks/libs/nypm.d.mts</a:t>
            </a:r>
          </a:p>
          <a:p>
            <a:pPr>
              <a:defRPr sz="1200"/>
            </a:pPr>
            <a:r>
              <a:t>D:/pasar_fix/node_modules/.bun/giget@3.2.0/node_modules/giget/dist/_chunks/libs/nypm.mjs</a:t>
            </a:r>
          </a:p>
          <a:p>
            <a:pPr>
              <a:defRPr sz="1200"/>
            </a:pPr>
            <a:r>
              <a:t>D:/pasar_fix/node_modules/.bun/giget@3.2.0/node_modules/giget/dist/_chunks/libs/tar.mjs</a:t>
            </a:r>
          </a:p>
          <a:p>
            <a:pPr>
              <a:defRPr sz="1200"/>
            </a:pPr>
            <a:r>
              <a:t>D:/pasar_fix/node_modules/.bun/glob-parent@5.1.2/node_modules/glob-parent/CHANGELOG.md</a:t>
            </a:r>
          </a:p>
          <a:p>
            <a:pPr>
              <a:defRPr sz="1200"/>
            </a:pPr>
            <a:r>
              <a:t>D:/pasar_fix/node_modules/.bun/glob-parent@5.1.2/node_modules/glob-parent/index.js</a:t>
            </a:r>
          </a:p>
          <a:p>
            <a:pPr>
              <a:defRPr sz="1200"/>
            </a:pPr>
            <a:r>
              <a:t>D:/pasar_fix/node_modules/.bun/glob-parent@5.1.2/node_modules/glob-parent/LICENSE</a:t>
            </a:r>
          </a:p>
          <a:p>
            <a:pPr>
              <a:defRPr sz="1200"/>
            </a:pPr>
            <a:r>
              <a:t>D:/pasar_fix/node_modules/.bun/glob-parent@5.1.2/node_modules/glob-parent/package.json</a:t>
            </a:r>
          </a:p>
          <a:p>
            <a:pPr>
              <a:defRPr sz="1200"/>
            </a:pPr>
            <a:r>
              <a:t>D:/pasar_fix/node_modules/.bun/glob-parent@5.1.2/node_modules/glob-parent/README.md</a:t>
            </a:r>
          </a:p>
          <a:p>
            <a:pPr>
              <a:defRPr sz="1200"/>
            </a:pPr>
            <a:r>
              <a:t>D:/pasar_fix/node_modules/.bun/glob@10.5.0/node_modules/.bin/glob.bunx</a:t>
            </a:r>
          </a:p>
          <a:p>
            <a:pPr>
              <a:defRPr sz="1200"/>
            </a:pPr>
            <a:r>
              <a:t>D:/pasar_fix/node_modules/.bun/glob@10.5.0/node_modules/.bin/glob.exe</a:t>
            </a:r>
          </a:p>
          <a:p>
            <a:pPr>
              <a:defRPr sz="1200"/>
            </a:pPr>
            <a:r>
              <a:t>D:/pasar_fix/node_modules/.bun/glob@10.5.0/node_modules/glob/LICENSE</a:t>
            </a:r>
          </a:p>
          <a:p>
            <a:pPr>
              <a:defRPr sz="1200"/>
            </a:pPr>
            <a:r>
              <a:t>D:/pasar_fix/node_modules/.bun/glob@10.5.0/node_modules/glob/package.json</a:t>
            </a:r>
          </a:p>
          <a:p>
            <a:pPr>
              <a:defRPr sz="1200"/>
            </a:pPr>
            <a:r>
              <a:t>D:/pasar_fix/node_modules/.bun/glob@10.5.0/node_modules/glob/README.md</a:t>
            </a:r>
          </a:p>
          <a:p>
            <a:pPr>
              <a:defRPr sz="1200"/>
            </a:pPr>
            <a:r>
              <a:t>D:/pasar_fix/node_modules/.bun/glob@10.5.0/node_modules/glob/dist/commonjs/glob.d.ts</a:t>
            </a:r>
          </a:p>
          <a:p>
            <a:pPr>
              <a:defRPr sz="1200"/>
            </a:pPr>
            <a:r>
              <a:t>D:/pasar_fix/node_modules/.bun/glob@10.5.0/node_modules/glob/dist/commonjs/glob.d.ts.map</a:t>
            </a:r>
          </a:p>
          <a:p>
            <a:pPr>
              <a:defRPr sz="1200"/>
            </a:pPr>
            <a:r>
              <a:t>D:/pasar_fix/node_modules/.bun/glob@10.5.0/node_modules/glob/dist/commonjs/glob.js</a:t>
            </a:r>
          </a:p>
          <a:p>
            <a:pPr>
              <a:defRPr sz="1200"/>
            </a:pPr>
            <a:r>
              <a:t>D:/pasar_fix/node_modules/.bun/glob@10.5.0/node_modules/glob/dist/commonjs/glob.js.map</a:t>
            </a:r>
          </a:p>
          <a:p>
            <a:pPr>
              <a:defRPr sz="1200"/>
            </a:pPr>
            <a:r>
              <a:t>D:/pasar_fix/node_modules/.bun/glob@10.5.0/node_modules/glob/dist/commonjs/has-magic.d.ts</a:t>
            </a:r>
          </a:p>
          <a:p>
            <a:pPr>
              <a:defRPr sz="1200"/>
            </a:pPr>
            <a:r>
              <a:t>D:/pasar_fix/node_modules/.bun/glob@10.5.0/node_modules/glob/dist/commonjs/has-magic.d.ts.map</a:t>
            </a:r>
          </a:p>
          <a:p>
            <a:pPr>
              <a:defRPr sz="1200"/>
            </a:pPr>
            <a:r>
              <a:t>D:/pasar_fix/node_modules/.bun/glob@10.5.0/node_modules/glob/dist/commonjs/has-magic.js</a:t>
            </a:r>
          </a:p>
          <a:p>
            <a:pPr>
              <a:defRPr sz="1200"/>
            </a:pPr>
            <a:r>
              <a:t>D:/pasar_fix/node_modules/.bun/glob@10.5.0/node_modules/glob/dist/commonjs/has-magic.js.map</a:t>
            </a:r>
          </a:p>
          <a:p>
            <a:pPr>
              <a:defRPr sz="1200"/>
            </a:pPr>
            <a:r>
              <a:t>D:/pasar_fix/node_modules/.bun/glob@10.5.0/node_modules/glob/dist/commonjs/ignore.d.ts</a:t>
            </a:r>
          </a:p>
          <a:p>
            <a:pPr>
              <a:defRPr sz="1200"/>
            </a:pPr>
            <a:r>
              <a:t>D:/pasar_fix/node_modules/.bun/glob@10.5.0/node_modules/glob/dist/commonjs/ignore.d.ts.map</a:t>
            </a:r>
          </a:p>
          <a:p>
            <a:pPr>
              <a:defRPr sz="1200"/>
            </a:pPr>
            <a:r>
              <a:t>D:/pasar_fix/node_modules/.bun/glob@10.5.0/node_modules/glob/dist/commonjs/ignore.js</a:t>
            </a:r>
          </a:p>
          <a:p>
            <a:pPr>
              <a:defRPr sz="1200"/>
            </a:pPr>
            <a:r>
              <a:t>D:/pasar_fix/node_modules/.bun/glob@10.5.0/node_modules/glob/dist/commonjs/ignore.js.map</a:t>
            </a:r>
          </a:p>
          <a:p>
            <a:pPr>
              <a:defRPr sz="1200"/>
            </a:pPr>
            <a:r>
              <a:t>D:/pasar_fix/node_modules/.bun/glob@10.5.0/node_modules/glob/dist/commonjs/index.d.ts</a:t>
            </a:r>
          </a:p>
          <a:p>
            <a:pPr>
              <a:defRPr sz="1200"/>
            </a:pPr>
            <a:r>
              <a:t>D:/pasar_fix/node_modules/.bun/glob@10.5.0/node_modules/glob/dist/commonjs/index.d.ts.map</a:t>
            </a:r>
          </a:p>
          <a:p>
            <a:pPr>
              <a:defRPr sz="1200"/>
            </a:pPr>
            <a:r>
              <a:t>D:/pasar_fix/node_modules/.bun/glob@10.5.0/node_modules/glob/dist/commonjs/index.js</a:t>
            </a:r>
          </a:p>
          <a:p>
            <a:pPr>
              <a:defRPr sz="1200"/>
            </a:pPr>
            <a:r>
              <a:t>D:/pasar_fix/node_modules/.bun/glob@10.5.0/node_modules/glob/dist/commonjs/index.js.map</a:t>
            </a:r>
          </a:p>
          <a:p>
            <a:pPr>
              <a:defRPr sz="1200"/>
            </a:pPr>
            <a:r>
              <a:t>D:/pasar_fix/node_modules/.bun/glob@10.5.0/node_modules/glob/dist/commonjs/package.json</a:t>
            </a:r>
          </a:p>
          <a:p>
            <a:pPr>
              <a:defRPr sz="1200"/>
            </a:pPr>
            <a:r>
              <a:t>D:/pasar_fix/node_modules/.bun/glob@10.5.0/node_modules/glob/dist/commonjs/pattern.d.ts</a:t>
            </a:r>
          </a:p>
          <a:p>
            <a:pPr>
              <a:defRPr sz="1200"/>
            </a:pPr>
            <a:r>
              <a:t>D:/pasar_fix/node_modules/.bun/glob@10.5.0/node_modules/glob/dist/commonjs/pattern.d.ts.map</a:t>
            </a:r>
          </a:p>
          <a:p>
            <a:pPr>
              <a:defRPr sz="1200"/>
            </a:pPr>
            <a:r>
              <a:t>D:/pasar_fix/node_modules/.bun/glob@10.5.0/node_modules/glob/dist/commonjs/pattern.js</a:t>
            </a:r>
          </a:p>
          <a:p>
            <a:pPr>
              <a:defRPr sz="1200"/>
            </a:pPr>
            <a:r>
              <a:t>D:/pasar_fix/node_modules/.bun/glob@10.5.0/node_modules/glob/dist/commonjs/pattern.js.map</a:t>
            </a:r>
          </a:p>
          <a:p>
            <a:pPr>
              <a:defRPr sz="1200"/>
            </a:pPr>
            <a:r>
              <a:t>D:/pasar_fix/node_modules/.bun/glob@10.5.0/node_modules/glob/dist/commonjs/processor.d.ts</a:t>
            </a:r>
          </a:p>
          <a:p>
            <a:pPr>
              <a:defRPr sz="1200"/>
            </a:pPr>
            <a:r>
              <a:t>D:/pasar_fix/node_modules/.bun/glob@10.5.0/node_modules/glob/dist/commonjs/processor.d.ts.map</a:t>
            </a:r>
          </a:p>
          <a:p>
            <a:pPr>
              <a:defRPr sz="1200"/>
            </a:pPr>
            <a:r>
              <a:t>D:/pasar_fix/node_modules/.bun/glob@10.5.0/node_modules/glob/dist/commonjs/processor.js</a:t>
            </a:r>
          </a:p>
          <a:p>
            <a:pPr>
              <a:defRPr sz="1200"/>
            </a:pPr>
            <a:r>
              <a:t>D:/pasar_fix/node_modules/.bun/glob@10.5.0/node_modules/glob/dist/commonjs/processor.js.map</a:t>
            </a:r>
          </a:p>
          <a:p>
            <a:pPr>
              <a:defRPr sz="1200"/>
            </a:pPr>
            <a:r>
              <a:t>D:/pasar_fix/node_modules/.bun/glob@10.5.0/node_modules/glob/dist/commonjs/walker.d.ts</a:t>
            </a:r>
          </a:p>
          <a:p>
            <a:pPr>
              <a:defRPr sz="1200"/>
            </a:pPr>
            <a:r>
              <a:t>D:/pasar_fix/node_modules/.bun/glob@10.5.0/node_modules/glob/dist/commonjs/walker.d.ts.map</a:t>
            </a:r>
          </a:p>
          <a:p>
            <a:pPr>
              <a:defRPr sz="1200"/>
            </a:pPr>
            <a:r>
              <a:t>D:/pasar_fix/node_modules/.bun/glob@10.5.0/node_modules/glob/dist/commonjs/walker.js</a:t>
            </a:r>
          </a:p>
          <a:p>
            <a:pPr>
              <a:defRPr sz="1200"/>
            </a:pPr>
            <a:r>
              <a:t>D:/pasar_fix/node_modules/.bun/glob@10.5.0/node_modules/glob/dist/commonjs/walker.js.map</a:t>
            </a:r>
          </a:p>
          <a:p>
            <a:pPr>
              <a:defRPr sz="1200"/>
            </a:pPr>
            <a:r>
              <a:t>D:/pasar_fix/node_modules/.bun/glob@10.5.0/node_modules/glob/dist/esm/bin.d.mts</a:t>
            </a:r>
          </a:p>
          <a:p>
            <a:pPr>
              <a:defRPr sz="1200"/>
            </a:pPr>
            <a:r>
              <a:t>D:/pasar_fix/node_modules/.bun/glob@10.5.0/node_modules/glob/dist/esm/bin.d.mts.map</a:t>
            </a:r>
          </a:p>
          <a:p>
            <a:pPr>
              <a:defRPr sz="1200"/>
            </a:pPr>
            <a:r>
              <a:t>D:/pasar_fix/node_modules/.bun/glob@10.5.0/node_modules/glob/dist/esm/bin.mjs</a:t>
            </a:r>
          </a:p>
          <a:p>
            <a:pPr>
              <a:defRPr sz="1200"/>
            </a:pPr>
            <a:r>
              <a:t>D:/pasar_fix/node_modules/.bun/glob@10.5.0/node_modules/glob/dist/esm/bin.mjs.map</a:t>
            </a:r>
          </a:p>
          <a:p>
            <a:pPr>
              <a:defRPr sz="1200"/>
            </a:pPr>
            <a:r>
              <a:t>D:/pasar_fix/node_modules/.bun/glob@10.5.0/node_modules/glob/dist/esm/glob.d.ts</a:t>
            </a:r>
          </a:p>
          <a:p>
            <a:pPr>
              <a:defRPr sz="1200"/>
            </a:pPr>
            <a:r>
              <a:t>D:/pasar_fix/node_modules/.bun/glob@10.5.0/node_modules/glob/dist/esm/glob.d.ts.map</a:t>
            </a:r>
          </a:p>
          <a:p>
            <a:pPr>
              <a:defRPr sz="1200"/>
            </a:pPr>
            <a:r>
              <a:t>D:/pasar_fix/node_modules/.bun/glob@10.5.0/node_modules/glob/dist/esm/glob.js</a:t>
            </a:r>
          </a:p>
          <a:p>
            <a:pPr>
              <a:defRPr sz="1200"/>
            </a:pPr>
            <a:r>
              <a:t>D:/pasar_fix/node_modules/.bun/glob@10.5.0/node_modules/glob/dist/esm/glob.js.map</a:t>
            </a:r>
          </a:p>
          <a:p>
            <a:pPr>
              <a:defRPr sz="1200"/>
            </a:pPr>
            <a:r>
              <a:t>D:/pasar_fix/node_modules/.bun/glob@10.5.0/node_modules/glob/dist/esm/has-magic.d.ts</a:t>
            </a:r>
          </a:p>
          <a:p>
            <a:pPr>
              <a:defRPr sz="1200"/>
            </a:pPr>
            <a:r>
              <a:t>D:/pasar_fix/node_modules/.bun/glob@10.5.0/node_modules/glob/dist/esm/has-magic.d.ts.map</a:t>
            </a:r>
          </a:p>
          <a:p>
            <a:pPr>
              <a:defRPr sz="1200"/>
            </a:pPr>
            <a:r>
              <a:t>D:/pasar_fix/node_modules/.bun/glob@10.5.0/node_modules/glob/dist/esm/has-magic.js</a:t>
            </a:r>
          </a:p>
          <a:p>
            <a:pPr>
              <a:defRPr sz="1200"/>
            </a:pPr>
            <a:r>
              <a:t>D:/pasar_fix/node_modules/.bun/glob@10.5.0/node_modules/glob/dist/esm/has-magic.js.map</a:t>
            </a:r>
          </a:p>
          <a:p>
            <a:pPr>
              <a:defRPr sz="1200"/>
            </a:pPr>
            <a:r>
              <a:t>D:/pasar_fix/node_modules/.bun/glob@10.5.0/node_modules/glob/dist/esm/ignore.d.ts</a:t>
            </a:r>
          </a:p>
          <a:p>
            <a:pPr>
              <a:defRPr sz="1200"/>
            </a:pPr>
            <a:r>
              <a:t>D:/pasar_fix/node_modules/.bun/glob@10.5.0/node_modules/glob/dist/esm/ignore.d.ts.map</a:t>
            </a:r>
          </a:p>
          <a:p>
            <a:pPr>
              <a:defRPr sz="1200"/>
            </a:pPr>
            <a:r>
              <a:t>D:/pasar_fix/node_modules/.bun/glob@10.5.0/node_modules/glob/dist/esm/ignore.js</a:t>
            </a:r>
          </a:p>
          <a:p>
            <a:pPr>
              <a:defRPr sz="1200"/>
            </a:pPr>
            <a:r>
              <a:t>D:/pasar_fix/node_modules/.bun/glob@10.5.0/node_modules/glob/dist/esm/ignore.js.map</a:t>
            </a:r>
          </a:p>
          <a:p>
            <a:pPr>
              <a:defRPr sz="1200"/>
            </a:pPr>
            <a:r>
              <a:t>D:/pasar_fix/node_modules/.bun/glob@10.5.0/node_modules/glob/dist/esm/index.d.ts</a:t>
            </a:r>
          </a:p>
          <a:p>
            <a:pPr>
              <a:defRPr sz="1200"/>
            </a:pPr>
            <a:r>
              <a:t>D:/pasar_fix/node_modules/.bun/glob@10.5.0/node_modules/glob/dist/esm/index.d.ts.map</a:t>
            </a:r>
          </a:p>
          <a:p>
            <a:pPr>
              <a:defRPr sz="1200"/>
            </a:pPr>
            <a:r>
              <a:t>D:/pasar_fix/node_modules/.bun/glob@10.5.0/node_modules/glob/dist/esm/index.js</a:t>
            </a:r>
          </a:p>
          <a:p>
            <a:pPr>
              <a:defRPr sz="1200"/>
            </a:pPr>
            <a:r>
              <a:t>D:/pasar_fix/node_modules/.bun/glob@10.5.0/node_modules/glob/dist/esm/index.js.map</a:t>
            </a:r>
          </a:p>
          <a:p>
            <a:pPr>
              <a:defRPr sz="1200"/>
            </a:pPr>
            <a:r>
              <a:t>D:/pasar_fix/node_modules/.bun/glob@10.5.0/node_modules/glob/dist/esm/package.json</a:t>
            </a:r>
          </a:p>
          <a:p>
            <a:pPr>
              <a:defRPr sz="1200"/>
            </a:pPr>
            <a:r>
              <a:t>D:/pasar_fix/node_modules/.bun/glob@10.5.0/node_modules/glob/dist/esm/pattern.d.ts</a:t>
            </a:r>
          </a:p>
          <a:p>
            <a:pPr>
              <a:defRPr sz="1200"/>
            </a:pPr>
            <a:r>
              <a:t>D:/pasar_fix/node_modules/.bun/glob@10.5.0/node_modules/glob/dist/esm/pattern.d.ts.map</a:t>
            </a:r>
          </a:p>
          <a:p>
            <a:pPr>
              <a:defRPr sz="1200"/>
            </a:pPr>
            <a:r>
              <a:t>D:/pasar_fix/node_modules/.bun/glob@10.5.0/node_modules/glob/dist/esm/pattern.js</a:t>
            </a:r>
          </a:p>
          <a:p>
            <a:pPr>
              <a:defRPr sz="1200"/>
            </a:pPr>
            <a:r>
              <a:t>D:/pasar_fix/node_modules/.bun/glob@10.5.0/node_modules/glob/dist/esm/pattern.js.map</a:t>
            </a:r>
          </a:p>
          <a:p>
            <a:pPr>
              <a:defRPr sz="1200"/>
            </a:pPr>
            <a:r>
              <a:t>D:/pasar_fix/node_modules/.bun/glob@10.5.0/node_modules/glob/dist/esm/processor.d.ts</a:t>
            </a:r>
          </a:p>
          <a:p>
            <a:pPr>
              <a:defRPr sz="1200"/>
            </a:pPr>
            <a:r>
              <a:t>D:/pasar_fix/node_modules/.bun/glob@10.5.0/node_modules/glob/dist/esm/processor.d.ts.map</a:t>
            </a:r>
          </a:p>
          <a:p>
            <a:pPr>
              <a:defRPr sz="1200"/>
            </a:pPr>
            <a:r>
              <a:t>D:/pasar_fix/node_modules/.bun/glob@10.5.0/node_modules/glob/dist/esm/processor.js</a:t>
            </a:r>
          </a:p>
          <a:p>
            <a:pPr>
              <a:defRPr sz="1200"/>
            </a:pPr>
            <a:r>
              <a:t>D:/pasar_fix/node_modules/.bun/glob@10.5.0/node_modules/glob/dist/esm/processor.js.map</a:t>
            </a:r>
          </a:p>
          <a:p>
            <a:pPr>
              <a:defRPr sz="1200"/>
            </a:pPr>
            <a:r>
              <a:t>D:/pasar_fix/node_modules/.bun/glob@10.5.0/node_modules/glob/dist/esm/walker.d.ts</a:t>
            </a:r>
          </a:p>
          <a:p>
            <a:pPr>
              <a:defRPr sz="1200"/>
            </a:pPr>
            <a:r>
              <a:t>D:/pasar_fix/node_modules/.bun/glob@10.5.0/node_modules/glob/dist/esm/walker.d.ts.map</a:t>
            </a:r>
          </a:p>
          <a:p>
            <a:pPr>
              <a:defRPr sz="1200"/>
            </a:pPr>
            <a:r>
              <a:t>D:/pasar_fix/node_modules/.bun/glob@10.5.0/node_modules/glob/dist/esm/walker.js</a:t>
            </a:r>
          </a:p>
          <a:p>
            <a:pPr>
              <a:defRPr sz="1200"/>
            </a:pPr>
            <a:r>
              <a:t>D:/pasar_fix/node_modules/.bun/glob@10.5.0/node_modules/glob/dist/esm/walker.js.map</a:t>
            </a:r>
          </a:p>
          <a:p>
            <a:pPr>
              <a:defRPr sz="1200"/>
            </a:pPr>
            <a:r>
              <a:t>D:/pasar_fix/node_modules/.bun/glob@11.1.0/node_modules/.bin/glob.bunx</a:t>
            </a:r>
          </a:p>
          <a:p>
            <a:pPr>
              <a:defRPr sz="1200"/>
            </a:pPr>
            <a:r>
              <a:t>D:/pasar_fix/node_modules/.bun/glob@11.1.0/node_modules/.bin/glob.exe</a:t>
            </a:r>
          </a:p>
          <a:p>
            <a:pPr>
              <a:defRPr sz="1200"/>
            </a:pPr>
            <a:r>
              <a:t>D:/pasar_fix/node_modules/.bun/glob@11.1.0/node_modules/glob/LICENSE.md</a:t>
            </a:r>
          </a:p>
          <a:p>
            <a:pPr>
              <a:defRPr sz="1200"/>
            </a:pPr>
            <a:r>
              <a:t>D:/pasar_fix/node_modules/.bun/glob@11.1.0/node_modules/glob/package.json</a:t>
            </a:r>
          </a:p>
          <a:p>
            <a:pPr>
              <a:defRPr sz="1200"/>
            </a:pPr>
            <a:r>
              <a:t>D:/pasar_fix/node_modules/.bun/glob@11.1.0/node_modules/glob/README.md</a:t>
            </a:r>
          </a:p>
          <a:p>
            <a:pPr>
              <a:defRPr sz="1200"/>
            </a:pPr>
            <a:r>
              <a:t>D:/pasar_fix/node_modules/.bun/glob@11.1.0/node_modules/glob/dist/commonjs/glob.d.ts</a:t>
            </a:r>
          </a:p>
          <a:p>
            <a:pPr>
              <a:defRPr sz="1200"/>
            </a:pPr>
            <a:r>
              <a:t>D:/pasar_fix/node_modules/.bun/glob@11.1.0/node_modules/glob/dist/commonjs/glob.d.ts.map</a:t>
            </a:r>
          </a:p>
          <a:p>
            <a:pPr>
              <a:defRPr sz="1200"/>
            </a:pPr>
            <a:r>
              <a:t>D:/pasar_fix/node_modules/.bun/glob@11.1.0/node_modules/glob/dist/commonjs/glob.js</a:t>
            </a:r>
          </a:p>
          <a:p>
            <a:pPr>
              <a:defRPr sz="1200"/>
            </a:pPr>
            <a:r>
              <a:t>D:/pasar_fix/node_modules/.bun/glob@11.1.0/node_modules/glob/dist/commonjs/glob.js.map</a:t>
            </a:r>
          </a:p>
          <a:p>
            <a:pPr>
              <a:defRPr sz="1200"/>
            </a:pPr>
            <a:r>
              <a:t>D:/pasar_fix/node_modules/.bun/glob@11.1.0/node_modules/glob/dist/commonjs/has-magic.d.ts</a:t>
            </a:r>
          </a:p>
          <a:p>
            <a:pPr>
              <a:defRPr sz="1200"/>
            </a:pPr>
            <a:r>
              <a:t>D:/pasar_fix/node_modules/.bun/glob@11.1.0/node_modules/glob/dist/commonjs/has-magic.d.ts.map</a:t>
            </a:r>
          </a:p>
          <a:p>
            <a:pPr>
              <a:defRPr sz="1200"/>
            </a:pPr>
            <a:r>
              <a:t>D:/pasar_fix/node_modules/.bun/glob@11.1.0/node_modules/glob/dist/commonjs/has-magic.js</a:t>
            </a:r>
          </a:p>
          <a:p>
            <a:pPr>
              <a:defRPr sz="1200"/>
            </a:pPr>
            <a:r>
              <a:t>D:/pasar_fix/node_modules/.bun/glob@11.1.0/node_modules/glob/dist/commonjs/has-magic.js.map</a:t>
            </a:r>
          </a:p>
          <a:p>
            <a:pPr>
              <a:defRPr sz="1200"/>
            </a:pPr>
            <a:r>
              <a:t>D:/pasar_fix/node_modules/.bun/glob@11.1.0/node_modules/glob/dist/commonjs/ignore.d.ts</a:t>
            </a:r>
          </a:p>
          <a:p>
            <a:pPr>
              <a:defRPr sz="1200"/>
            </a:pPr>
            <a:r>
              <a:t>D:/pasar_fix/node_modules/.bun/glob@11.1.0/node_modules/glob/dist/commonjs/ignore.d.ts.map</a:t>
            </a:r>
          </a:p>
          <a:p>
            <a:pPr>
              <a:defRPr sz="1200"/>
            </a:pPr>
            <a:r>
              <a:t>D:/pasar_fix/node_modules/.bun/glob@11.1.0/node_modules/glob/dist/commonjs/ignore.js</a:t>
            </a:r>
          </a:p>
          <a:p>
            <a:pPr>
              <a:defRPr sz="1200"/>
            </a:pPr>
            <a:r>
              <a:t>D:/pasar_fix/node_modules/.bun/glob@11.1.0/node_modules/glob/dist/commonjs/ignore.js.map</a:t>
            </a:r>
          </a:p>
          <a:p>
            <a:pPr>
              <a:defRPr sz="1200"/>
            </a:pPr>
            <a:r>
              <a:t>D:/pasar_fix/node_modules/.bun/glob@11.1.0/node_modules/glob/dist/commonjs/index.d.ts</a:t>
            </a:r>
          </a:p>
          <a:p>
            <a:pPr>
              <a:defRPr sz="1200"/>
            </a:pPr>
            <a:r>
              <a:t>D:/pasar_fix/node_modules/.bun/glob@11.1.0/node_modules/glob/dist/commonjs/index.d.ts.map</a:t>
            </a:r>
          </a:p>
          <a:p>
            <a:pPr>
              <a:defRPr sz="1200"/>
            </a:pPr>
            <a:r>
              <a:t>D:/pasar_fix/node_modules/.bun/glob@11.1.0/node_modules/glob/dist/commonjs/index.js</a:t>
            </a:r>
          </a:p>
          <a:p>
            <a:pPr>
              <a:defRPr sz="1200"/>
            </a:pPr>
            <a:r>
              <a:t>D:/pasar_fix/node_modules/.bun/glob@11.1.0/node_modules/glob/dist/commonjs/index.js.map</a:t>
            </a:r>
          </a:p>
          <a:p>
            <a:pPr>
              <a:defRPr sz="1200"/>
            </a:pPr>
            <a:r>
              <a:t>D:/pasar_fix/node_modules/.bun/glob@11.1.0/node_modules/glob/dist/commonjs/package.json</a:t>
            </a:r>
          </a:p>
          <a:p>
            <a:pPr>
              <a:defRPr sz="1200"/>
            </a:pPr>
            <a:r>
              <a:t>D:/pasar_fix/node_modules/.bun/glob@11.1.0/node_modules/glob/dist/commonjs/pattern.d.ts</a:t>
            </a:r>
          </a:p>
          <a:p>
            <a:pPr>
              <a:defRPr sz="1200"/>
            </a:pPr>
            <a:r>
              <a:t>D:/pasar_fix/node_modules/.bun/glob@11.1.0/node_modules/glob/dist/commonjs/pattern.d.ts.map</a:t>
            </a:r>
          </a:p>
          <a:p>
            <a:pPr>
              <a:defRPr sz="1200"/>
            </a:pPr>
            <a:r>
              <a:t>D:/pasar_fix/node_modules/.bun/glob@11.1.0/node_modules/glob/dist/commonjs/pattern.js</a:t>
            </a:r>
          </a:p>
          <a:p>
            <a:pPr>
              <a:defRPr sz="1200"/>
            </a:pPr>
            <a:r>
              <a:t>D:/pasar_fix/node_modules/.bun/glob@11.1.0/node_modules/glob/dist/commonjs/pattern.js.map</a:t>
            </a:r>
          </a:p>
          <a:p>
            <a:pPr>
              <a:defRPr sz="1200"/>
            </a:pPr>
            <a:r>
              <a:t>D:/pasar_fix/node_modules/.bun/glob@11.1.0/node_modules/glob/dist/commonjs/processor.d.ts</a:t>
            </a:r>
          </a:p>
          <a:p>
            <a:pPr>
              <a:defRPr sz="1200"/>
            </a:pPr>
            <a:r>
              <a:t>D:/pasar_fix/node_modules/.bun/glob@11.1.0/node_modules/glob/dist/commonjs/processor.d.ts.map</a:t>
            </a:r>
          </a:p>
          <a:p>
            <a:pPr>
              <a:defRPr sz="1200"/>
            </a:pPr>
            <a:r>
              <a:t>D:/pasar_fix/node_modules/.bun/glob@11.1.0/node_modules/glob/dist/commonjs/processor.js</a:t>
            </a:r>
          </a:p>
          <a:p>
            <a:pPr>
              <a:defRPr sz="1200"/>
            </a:pPr>
            <a:r>
              <a:t>D:/pasar_fix/node_modules/.bun/glob@11.1.0/node_modules/glob/dist/commonjs/processor.js.map</a:t>
            </a:r>
          </a:p>
          <a:p>
            <a:pPr>
              <a:defRPr sz="1200"/>
            </a:pPr>
            <a:r>
              <a:t>D:/pasar_fix/node_modules/.bun/glob@11.1.0/node_modules/glob/dist/commonjs/walker.d.ts</a:t>
            </a:r>
          </a:p>
          <a:p>
            <a:pPr>
              <a:defRPr sz="1200"/>
            </a:pPr>
            <a:r>
              <a:t>D:/pasar_fix/node_modules/.bun/glob@11.1.0/node_modules/glob/dist/commonjs/walker.d.ts.map</a:t>
            </a:r>
          </a:p>
          <a:p>
            <a:pPr>
              <a:defRPr sz="1200"/>
            </a:pPr>
            <a:r>
              <a:t>D:/pasar_fix/node_modules/.bun/glob@11.1.0/node_modules/glob/dist/commonjs/walker.js</a:t>
            </a:r>
          </a:p>
          <a:p>
            <a:pPr>
              <a:defRPr sz="1200"/>
            </a:pPr>
            <a:r>
              <a:t>D:/pasar_fix/node_modules/.bun/glob@11.1.0/node_modules/glob/dist/commonjs/walker.js.map</a:t>
            </a:r>
          </a:p>
          <a:p>
            <a:pPr>
              <a:defRPr sz="1200"/>
            </a:pPr>
            <a:r>
              <a:t>D:/pasar_fix/node_modules/.bun/glob@11.1.0/node_modules/glob/dist/esm/bin.d.mts</a:t>
            </a:r>
          </a:p>
          <a:p>
            <a:pPr>
              <a:defRPr sz="1200"/>
            </a:pPr>
            <a:r>
              <a:t>D:/pasar_fix/node_modules/.bun/glob@11.1.0/node_modules/glob/dist/esm/bin.d.mts.map</a:t>
            </a:r>
          </a:p>
          <a:p>
            <a:pPr>
              <a:defRPr sz="1200"/>
            </a:pPr>
            <a:r>
              <a:t>D:/pasar_fix/node_modules/.bun/glob@11.1.0/node_modules/glob/dist/esm/bin.mjs</a:t>
            </a:r>
          </a:p>
          <a:p>
            <a:pPr>
              <a:defRPr sz="1200"/>
            </a:pPr>
            <a:r>
              <a:t>D:/pasar_fix/node_modules/.bun/glob@11.1.0/node_modules/glob/dist/esm/bin.mjs.map</a:t>
            </a:r>
          </a:p>
          <a:p>
            <a:pPr>
              <a:defRPr sz="1200"/>
            </a:pPr>
            <a:r>
              <a:t>D:/pasar_fix/node_modules/.bun/glob@11.1.0/node_modules/glob/dist/esm/glob.d.ts</a:t>
            </a:r>
          </a:p>
          <a:p>
            <a:pPr>
              <a:defRPr sz="1200"/>
            </a:pPr>
            <a:r>
              <a:t>D:/pasar_fix/node_modules/.bun/glob@11.1.0/node_modules/glob/dist/esm/glob.d.ts.map</a:t>
            </a:r>
          </a:p>
          <a:p>
            <a:pPr>
              <a:defRPr sz="1200"/>
            </a:pPr>
            <a:r>
              <a:t>D:/pasar_fix/node_modules/.bun/glob@11.1.0/node_modules/glob/dist/esm/glob.js</a:t>
            </a:r>
          </a:p>
          <a:p>
            <a:pPr>
              <a:defRPr sz="1200"/>
            </a:pPr>
            <a:r>
              <a:t>D:/pasar_fix/node_modules/.bun/glob@11.1.0/node_modules/glob/dist/esm/glob.js.map</a:t>
            </a:r>
          </a:p>
          <a:p>
            <a:pPr>
              <a:defRPr sz="1200"/>
            </a:pPr>
            <a:r>
              <a:t>D:/pasar_fix/node_modules/.bun/glob@11.1.0/node_modules/glob/dist/esm/has-magic.d.ts</a:t>
            </a:r>
          </a:p>
          <a:p>
            <a:pPr>
              <a:defRPr sz="1200"/>
            </a:pPr>
            <a:r>
              <a:t>D:/pasar_fix/node_modules/.bun/glob@11.1.0/node_modules/glob/dist/esm/has-magic.d.ts.map</a:t>
            </a:r>
          </a:p>
          <a:p>
            <a:pPr>
              <a:defRPr sz="1200"/>
            </a:pPr>
            <a:r>
              <a:t>D:/pasar_fix/node_modules/.bun/glob@11.1.0/node_modules/glob/dist/esm/has-magic.js</a:t>
            </a:r>
          </a:p>
          <a:p>
            <a:pPr>
              <a:defRPr sz="1200"/>
            </a:pPr>
            <a:r>
              <a:t>D:/pasar_fix/node_modules/.bun/glob@11.1.0/node_modules/glob/dist/esm/has-magic.js.map</a:t>
            </a:r>
          </a:p>
          <a:p>
            <a:pPr>
              <a:defRPr sz="1200"/>
            </a:pPr>
            <a:r>
              <a:t>D:/pasar_fix/node_modules/.bun/glob@11.1.0/node_modules/glob/dist/esm/ignore.d.ts</a:t>
            </a:r>
          </a:p>
          <a:p>
            <a:pPr>
              <a:defRPr sz="1200"/>
            </a:pPr>
            <a:r>
              <a:t>D:/pasar_fix/node_modules/.bun/glob@11.1.0/node_modules/glob/dist/esm/ignore.d.ts.map</a:t>
            </a:r>
          </a:p>
          <a:p>
            <a:pPr>
              <a:defRPr sz="1200"/>
            </a:pPr>
            <a:r>
              <a:t>D:/pasar_fix/node_modules/.bun/glob@11.1.0/node_modules/glob/dist/esm/ignore.js</a:t>
            </a:r>
          </a:p>
          <a:p>
            <a:pPr>
              <a:defRPr sz="1200"/>
            </a:pPr>
            <a:r>
              <a:t>D:/pasar_fix/node_modules/.bun/glob@11.1.0/node_modules/glob/dist/esm/ignore.js.map</a:t>
            </a:r>
          </a:p>
          <a:p>
            <a:pPr>
              <a:defRPr sz="1200"/>
            </a:pPr>
            <a:r>
              <a:t>D:/pasar_fix/node_modules/.bun/glob@11.1.0/node_modules/glob/dist/esm/index.d.ts</a:t>
            </a:r>
          </a:p>
          <a:p>
            <a:pPr>
              <a:defRPr sz="1200"/>
            </a:pPr>
            <a:r>
              <a:t>D:/pasar_fix/node_modules/.bun/glob@11.1.0/node_modules/glob/dist/esm/index.d.ts.map</a:t>
            </a:r>
          </a:p>
          <a:p>
            <a:pPr>
              <a:defRPr sz="1200"/>
            </a:pPr>
            <a:r>
              <a:t>D:/pasar_fix/node_modules/.bun/glob@11.1.0/node_modules/glob/dist/esm/index.js</a:t>
            </a:r>
          </a:p>
          <a:p>
            <a:pPr>
              <a:defRPr sz="1200"/>
            </a:pPr>
            <a:r>
              <a:t>D:/pasar_fix/node_modules/.bun/glob@11.1.0/node_modules/glob/dist/esm/index.js.map</a:t>
            </a:r>
          </a:p>
          <a:p>
            <a:pPr>
              <a:defRPr sz="1200"/>
            </a:pPr>
            <a:r>
              <a:t>D:/pasar_fix/node_modules/.bun/glob@11.1.0/node_modules/glob/dist/esm/package.json</a:t>
            </a:r>
          </a:p>
          <a:p>
            <a:pPr>
              <a:defRPr sz="1200"/>
            </a:pPr>
            <a:r>
              <a:t>D:/pasar_fix/node_modules/.bun/glob@11.1.0/node_modules/glob/dist/esm/pattern.d.ts</a:t>
            </a:r>
          </a:p>
          <a:p>
            <a:pPr>
              <a:defRPr sz="1200"/>
            </a:pPr>
            <a:r>
              <a:t>D:/pasar_fix/node_modules/.bun/glob@11.1.0/node_modules/glob/dist/esm/pattern.d.ts.map</a:t>
            </a:r>
          </a:p>
          <a:p>
            <a:pPr>
              <a:defRPr sz="1200"/>
            </a:pPr>
            <a:r>
              <a:t>D:/pasar_fix/node_modules/.bun/glob@11.1.0/node_modules/glob/dist/esm/pattern.js</a:t>
            </a:r>
          </a:p>
          <a:p>
            <a:pPr>
              <a:defRPr sz="1200"/>
            </a:pPr>
            <a:r>
              <a:t>D:/pasar_fix/node_modules/.bun/glob@11.1.0/node_modules/glob/dist/esm/pattern.js.map</a:t>
            </a:r>
          </a:p>
          <a:p>
            <a:pPr>
              <a:defRPr sz="1200"/>
            </a:pPr>
            <a:r>
              <a:t>D:/pasar_fix/node_modules/.bun/glob@11.1.0/node_modules/glob/dist/esm/processor.d.ts</a:t>
            </a:r>
          </a:p>
          <a:p>
            <a:pPr>
              <a:defRPr sz="1200"/>
            </a:pPr>
            <a:r>
              <a:t>D:/pasar_fix/node_modules/.bun/glob@11.1.0/node_modules/glob/dist/esm/processor.d.ts.map</a:t>
            </a:r>
          </a:p>
          <a:p>
            <a:pPr>
              <a:defRPr sz="1200"/>
            </a:pPr>
            <a:r>
              <a:t>D:/pasar_fix/node_modules/.bun/glob@11.1.0/node_modules/glob/dist/esm/processor.js</a:t>
            </a:r>
          </a:p>
          <a:p>
            <a:pPr>
              <a:defRPr sz="1200"/>
            </a:pPr>
            <a:r>
              <a:t>D:/pasar_fix/node_modules/.bun/glob@11.1.0/node_modules/glob/dist/esm/processor.js.map</a:t>
            </a:r>
          </a:p>
          <a:p>
            <a:pPr>
              <a:defRPr sz="1200"/>
            </a:pPr>
            <a:r>
              <a:t>D:/pasar_fix/node_modules/.bun/glob@11.1.0/node_modules/glob/dist/esm/walker.d.ts</a:t>
            </a:r>
          </a:p>
          <a:p>
            <a:pPr>
              <a:defRPr sz="1200"/>
            </a:pPr>
            <a:r>
              <a:t>D:/pasar_fix/node_modules/.bun/glob@11.1.0/node_modules/glob/dist/esm/walker.d.ts.map</a:t>
            </a:r>
          </a:p>
          <a:p>
            <a:pPr>
              <a:defRPr sz="1200"/>
            </a:pPr>
            <a:r>
              <a:t>D:/pasar_fix/node_modules/.bun/glob@11.1.0/node_modules/glob/dist/esm/walker.js</a:t>
            </a:r>
          </a:p>
          <a:p>
            <a:pPr>
              <a:defRPr sz="1200"/>
            </a:pPr>
            <a:r>
              <a:t>D:/pasar_fix/node_modules/.bun/glob@11.1.0/node_modules/glob/dist/esm/walker.js.map</a:t>
            </a:r>
          </a:p>
          <a:p>
            <a:pPr>
              <a:defRPr sz="1200"/>
            </a:pPr>
            <a:r>
              <a:t>D:/pasar_fix/node_modules/.bun/glob@13.0.6/node_modules/glob/LICENSE.md</a:t>
            </a:r>
          </a:p>
          <a:p>
            <a:pPr>
              <a:defRPr sz="1200"/>
            </a:pPr>
            <a:r>
              <a:t>D:/pasar_fix/node_modules/.bun/glob@13.0.6/node_modules/glob/package.json</a:t>
            </a:r>
          </a:p>
          <a:p>
            <a:pPr>
              <a:defRPr sz="1200"/>
            </a:pPr>
            <a:r>
              <a:t>D:/pasar_fix/node_modules/.bun/glob@13.0.6/node_modules/glob/README.md</a:t>
            </a:r>
          </a:p>
          <a:p>
            <a:pPr>
              <a:defRPr sz="1200"/>
            </a:pPr>
            <a:r>
              <a:t>D:/pasar_fix/node_modules/.bun/glob@13.0.6/node_modules/glob/dist/commonjs/glob.d.ts</a:t>
            </a:r>
          </a:p>
          <a:p>
            <a:pPr>
              <a:defRPr sz="1200"/>
            </a:pPr>
            <a:r>
              <a:t>D:/pasar_fix/node_modules/.bun/glob@13.0.6/node_modules/glob/dist/commonjs/glob.d.ts.map</a:t>
            </a:r>
          </a:p>
          <a:p>
            <a:pPr>
              <a:defRPr sz="1200"/>
            </a:pPr>
            <a:r>
              <a:t>D:/pasar_fix/node_modules/.bun/glob@13.0.6/node_modules/glob/dist/commonjs/glob.js</a:t>
            </a:r>
          </a:p>
          <a:p>
            <a:pPr>
              <a:defRPr sz="1200"/>
            </a:pPr>
            <a:r>
              <a:t>D:/pasar_fix/node_modules/.bun/glob@13.0.6/node_modules/glob/dist/commonjs/glob.js.map</a:t>
            </a:r>
          </a:p>
          <a:p>
            <a:pPr>
              <a:defRPr sz="1200"/>
            </a:pPr>
            <a:r>
              <a:t>D:/pasar_fix/node_modules/.bun/glob@13.0.6/node_modules/glob/dist/commonjs/has-magic.d.ts</a:t>
            </a:r>
          </a:p>
          <a:p>
            <a:pPr>
              <a:defRPr sz="1200"/>
            </a:pPr>
            <a:r>
              <a:t>D:/pasar_fix/node_modules/.bun/glob@13.0.6/node_modules/glob/dist/commonjs/has-magic.d.ts.map</a:t>
            </a:r>
          </a:p>
          <a:p>
            <a:pPr>
              <a:defRPr sz="1200"/>
            </a:pPr>
            <a:r>
              <a:t>D:/pasar_fix/node_modules/.bun/glob@13.0.6/node_modules/glob/dist/commonjs/has-magic.js</a:t>
            </a:r>
          </a:p>
          <a:p>
            <a:pPr>
              <a:defRPr sz="1200"/>
            </a:pPr>
            <a:r>
              <a:t>D:/pasar_fix/node_modules/.bun/glob@13.0.6/node_modules/glob/dist/commonjs/has-magic.js.map</a:t>
            </a:r>
          </a:p>
          <a:p>
            <a:pPr>
              <a:defRPr sz="1200"/>
            </a:pPr>
            <a:r>
              <a:t>D:/pasar_fix/node_modules/.bun/glob@13.0.6/node_modules/glob/dist/commonjs/ignore.d.ts</a:t>
            </a:r>
          </a:p>
          <a:p>
            <a:pPr>
              <a:defRPr sz="1200"/>
            </a:pPr>
            <a:r>
              <a:t>D:/pasar_fix/node_modules/.bun/glob@13.0.6/node_modules/glob/dist/commonjs/ignore.d.ts.map</a:t>
            </a:r>
          </a:p>
          <a:p>
            <a:pPr>
              <a:defRPr sz="1200"/>
            </a:pPr>
            <a:r>
              <a:t>D:/pasar_fix/node_modules/.bun/glob@13.0.6/node_modules/glob/dist/commonjs/ignore.js</a:t>
            </a:r>
          </a:p>
          <a:p>
            <a:pPr>
              <a:defRPr sz="1200"/>
            </a:pPr>
            <a:r>
              <a:t>D:/pasar_fix/node_modules/.bun/glob@13.0.6/node_modules/glob/dist/commonjs/ignore.js.map</a:t>
            </a:r>
          </a:p>
          <a:p>
            <a:pPr>
              <a:defRPr sz="1200"/>
            </a:pPr>
            <a:r>
              <a:t>D:/pasar_fix/node_modules/.bun/glob@13.0.6/node_modules/glob/dist/commonjs/index.d.ts</a:t>
            </a:r>
          </a:p>
          <a:p>
            <a:pPr>
              <a:defRPr sz="1200"/>
            </a:pPr>
            <a:r>
              <a:t>D:/pasar_fix/node_modules/.bun/glob@13.0.6/node_modules/glob/dist/commonjs/index.d.ts.map</a:t>
            </a:r>
          </a:p>
          <a:p>
            <a:pPr>
              <a:defRPr sz="1200"/>
            </a:pPr>
            <a:r>
              <a:t>D:/pasar_fix/node_modules/.bun/glob@13.0.6/node_modules/glob/dist/commonjs/index.js</a:t>
            </a:r>
          </a:p>
          <a:p>
            <a:pPr>
              <a:defRPr sz="1200"/>
            </a:pPr>
            <a:r>
              <a:t>D:/pasar_fix/node_modules/.bun/glob@13.0.6/node_modules/glob/dist/commonjs/index.js.map</a:t>
            </a:r>
          </a:p>
          <a:p>
            <a:pPr>
              <a:defRPr sz="1200"/>
            </a:pPr>
            <a:r>
              <a:t>D:/pasar_fix/node_modules/.bun/glob@13.0.6/node_modules/glob/dist/commonjs/index.min.js</a:t>
            </a:r>
          </a:p>
          <a:p>
            <a:pPr>
              <a:defRPr sz="1200"/>
            </a:pPr>
            <a:r>
              <a:t>D:/pasar_fix/node_modules/.bun/glob@13.0.6/node_modules/glob/dist/commonjs/index.min.js.map</a:t>
            </a:r>
          </a:p>
          <a:p>
            <a:pPr>
              <a:defRPr sz="1200"/>
            </a:pPr>
            <a:r>
              <a:t>D:/pasar_fix/node_modules/.bun/glob@13.0.6/node_modules/glob/dist/commonjs/package.json</a:t>
            </a:r>
          </a:p>
          <a:p>
            <a:pPr>
              <a:defRPr sz="1200"/>
            </a:pPr>
            <a:r>
              <a:t>D:/pasar_fix/node_modules/.bun/glob@13.0.6/node_modules/glob/dist/commonjs/pattern.d.ts</a:t>
            </a:r>
          </a:p>
          <a:p>
            <a:pPr>
              <a:defRPr sz="1200"/>
            </a:pPr>
            <a:r>
              <a:t>D:/pasar_fix/node_modules/.bun/glob@13.0.6/node_modules/glob/dist/commonjs/pattern.d.ts.map</a:t>
            </a:r>
          </a:p>
          <a:p>
            <a:pPr>
              <a:defRPr sz="1200"/>
            </a:pPr>
            <a:r>
              <a:t>D:/pasar_fix/node_modules/.bun/glob@13.0.6/node_modules/glob/dist/commonjs/pattern.js</a:t>
            </a:r>
          </a:p>
          <a:p>
            <a:pPr>
              <a:defRPr sz="1200"/>
            </a:pPr>
            <a:r>
              <a:t>D:/pasar_fix/node_modules/.bun/glob@13.0.6/node_modules/glob/dist/commonjs/pattern.js.map</a:t>
            </a:r>
          </a:p>
          <a:p>
            <a:pPr>
              <a:defRPr sz="1200"/>
            </a:pPr>
            <a:r>
              <a:t>D:/pasar_fix/node_modules/.bun/glob@13.0.6/node_modules/glob/dist/commonjs/processor.d.ts</a:t>
            </a:r>
          </a:p>
          <a:p>
            <a:pPr>
              <a:defRPr sz="1200"/>
            </a:pPr>
            <a:r>
              <a:t>D:/pasar_fix/node_modules/.bun/glob@13.0.6/node_modules/glob/dist/commonjs/processor.d.ts.map</a:t>
            </a:r>
          </a:p>
          <a:p>
            <a:pPr>
              <a:defRPr sz="1200"/>
            </a:pPr>
            <a:r>
              <a:t>D:/pasar_fix/node_modules/.bun/glob@13.0.6/node_modules/glob/dist/commonjs/processor.js</a:t>
            </a:r>
          </a:p>
          <a:p>
            <a:pPr>
              <a:defRPr sz="1200"/>
            </a:pPr>
            <a:r>
              <a:t>D:/pasar_fix/node_modules/.bun/glob@13.0.6/node_modules/glob/dist/commonjs/processor.js.map</a:t>
            </a:r>
          </a:p>
          <a:p>
            <a:pPr>
              <a:defRPr sz="1200"/>
            </a:pPr>
            <a:r>
              <a:t>D:/pasar_fix/node_modules/.bun/glob@13.0.6/node_modules/glob/dist/commonjs/walker.d.ts</a:t>
            </a:r>
          </a:p>
          <a:p>
            <a:pPr>
              <a:defRPr sz="1200"/>
            </a:pPr>
            <a:r>
              <a:t>D:/pasar_fix/node_modules/.bun/glob@13.0.6/node_modules/glob/dist/commonjs/walker.d.ts.map</a:t>
            </a:r>
          </a:p>
          <a:p>
            <a:pPr>
              <a:defRPr sz="1200"/>
            </a:pPr>
            <a:r>
              <a:t>D:/pasar_fix/node_modules/.bun/glob@13.0.6/node_modules/glob/dist/commonjs/walker.js</a:t>
            </a:r>
          </a:p>
          <a:p>
            <a:pPr>
              <a:defRPr sz="1200"/>
            </a:pPr>
            <a:r>
              <a:t>D:/pasar_fix/node_modules/.bun/glob@13.0.6/node_modules/glob/dist/commonjs/walker.js.map</a:t>
            </a:r>
          </a:p>
          <a:p>
            <a:pPr>
              <a:defRPr sz="1200"/>
            </a:pPr>
            <a:r>
              <a:t>D:/pasar_fix/node_modules/.bun/glob@13.0.6/node_modules/glob/dist/esm/glob.d.ts</a:t>
            </a:r>
          </a:p>
          <a:p>
            <a:pPr>
              <a:defRPr sz="1200"/>
            </a:pPr>
            <a:r>
              <a:t>D:/pasar_fix/node_modules/.bun/glob@13.0.6/node_modules/glob/dist/esm/glob.d.ts.map</a:t>
            </a:r>
          </a:p>
          <a:p>
            <a:pPr>
              <a:defRPr sz="1200"/>
            </a:pPr>
            <a:r>
              <a:t>D:/pasar_fix/node_modules/.bun/glob@13.0.6/node_modules/glob/dist/esm/glob.js</a:t>
            </a:r>
          </a:p>
          <a:p>
            <a:pPr>
              <a:defRPr sz="1200"/>
            </a:pPr>
            <a:r>
              <a:t>D:/pasar_fix/node_modules/.bun/glob@13.0.6/node_modules/glob/dist/esm/glob.js.map</a:t>
            </a:r>
          </a:p>
          <a:p>
            <a:pPr>
              <a:defRPr sz="1200"/>
            </a:pPr>
            <a:r>
              <a:t>D:/pasar_fix/node_modules/.bun/glob@13.0.6/node_modules/glob/dist/esm/has-magic.d.ts</a:t>
            </a:r>
          </a:p>
          <a:p>
            <a:pPr>
              <a:defRPr sz="1200"/>
            </a:pPr>
            <a:r>
              <a:t>D:/pasar_fix/node_modules/.bun/glob@13.0.6/node_modules/glob/dist/esm/has-magic.d.ts.map</a:t>
            </a:r>
          </a:p>
          <a:p>
            <a:pPr>
              <a:defRPr sz="1200"/>
            </a:pPr>
            <a:r>
              <a:t>D:/pasar_fix/node_modules/.bun/glob@13.0.6/node_modules/glob/dist/esm/has-magic.js</a:t>
            </a:r>
          </a:p>
          <a:p>
            <a:pPr>
              <a:defRPr sz="1200"/>
            </a:pPr>
            <a:r>
              <a:t>D:/pasar_fix/node_modules/.bun/glob@13.0.6/node_modules/glob/dist/esm/has-magic.js.map</a:t>
            </a:r>
          </a:p>
          <a:p>
            <a:pPr>
              <a:defRPr sz="1200"/>
            </a:pPr>
            <a:r>
              <a:t>D:/pasar_fix/node_modules/.bun/glob@13.0.6/node_modules/glob/dist/esm/ignore.d.ts</a:t>
            </a:r>
          </a:p>
          <a:p>
            <a:pPr>
              <a:defRPr sz="1200"/>
            </a:pPr>
            <a:r>
              <a:t>D:/pasar_fix/node_modules/.bun/glob@13.0.6/node_modules/glob/dist/esm/ignore.d.ts.map</a:t>
            </a:r>
          </a:p>
          <a:p>
            <a:pPr>
              <a:defRPr sz="1200"/>
            </a:pPr>
            <a:r>
              <a:t>D:/pasar_fix/node_modules/.bun/glob@13.0.6/node_modules/glob/dist/esm/ignore.js</a:t>
            </a:r>
          </a:p>
          <a:p>
            <a:pPr>
              <a:defRPr sz="1200"/>
            </a:pPr>
            <a:r>
              <a:t>D:/pasar_fix/node_modules/.bun/glob@13.0.6/node_modules/glob/dist/esm/ignore.js.map</a:t>
            </a:r>
          </a:p>
          <a:p>
            <a:pPr>
              <a:defRPr sz="1200"/>
            </a:pPr>
            <a:r>
              <a:t>D:/pasar_fix/node_modules/.bun/glob@13.0.6/node_modules/glob/dist/esm/index.d.ts</a:t>
            </a:r>
          </a:p>
          <a:p>
            <a:pPr>
              <a:defRPr sz="1200"/>
            </a:pPr>
            <a:r>
              <a:t>D:/pasar_fix/node_modules/.bun/glob@13.0.6/node_modules/glob/dist/esm/index.d.ts.map</a:t>
            </a:r>
          </a:p>
          <a:p>
            <a:pPr>
              <a:defRPr sz="1200"/>
            </a:pPr>
            <a:r>
              <a:t>D:/pasar_fix/node_modules/.bun/glob@13.0.6/node_modules/glob/dist/esm/index.js</a:t>
            </a:r>
          </a:p>
          <a:p>
            <a:pPr>
              <a:defRPr sz="1200"/>
            </a:pPr>
            <a:r>
              <a:t>D:/pasar_fix/node_modules/.bun/glob@13.0.6/node_modules/glob/dist/esm/index.js.map</a:t>
            </a:r>
          </a:p>
          <a:p>
            <a:pPr>
              <a:defRPr sz="1200"/>
            </a:pPr>
            <a:r>
              <a:t>D:/pasar_fix/node_modules/.bun/glob@13.0.6/node_modules/glob/dist/esm/index.min.js</a:t>
            </a:r>
          </a:p>
          <a:p>
            <a:pPr>
              <a:defRPr sz="1200"/>
            </a:pPr>
            <a:r>
              <a:t>D:/pasar_fix/node_modules/.bun/glob@13.0.6/node_modules/glob/dist/esm/index.min.js.map</a:t>
            </a:r>
          </a:p>
          <a:p>
            <a:pPr>
              <a:defRPr sz="1200"/>
            </a:pPr>
            <a:r>
              <a:t>D:/pasar_fix/node_modules/.bun/glob@13.0.6/node_modules/glob/dist/esm/package.json</a:t>
            </a:r>
          </a:p>
          <a:p>
            <a:pPr>
              <a:defRPr sz="1200"/>
            </a:pPr>
            <a:r>
              <a:t>D:/pasar_fix/node_modules/.bun/glob@13.0.6/node_modules/glob/dist/esm/pattern.d.ts</a:t>
            </a:r>
          </a:p>
          <a:p>
            <a:pPr>
              <a:defRPr sz="1200"/>
            </a:pPr>
            <a:r>
              <a:t>D:/pasar_fix/node_modules/.bun/glob@13.0.6/node_modules/glob/dist/esm/pattern.d.ts.map</a:t>
            </a:r>
          </a:p>
          <a:p>
            <a:pPr>
              <a:defRPr sz="1200"/>
            </a:pPr>
            <a:r>
              <a:t>D:/pasar_fix/node_modules/.bun/glob@13.0.6/node_modules/glob/dist/esm/pattern.js</a:t>
            </a:r>
          </a:p>
          <a:p>
            <a:pPr>
              <a:defRPr sz="1200"/>
            </a:pPr>
            <a:r>
              <a:t>D:/pasar_fix/node_modules/.bun/glob@13.0.6/node_modules/glob/dist/esm/pattern.js.map</a:t>
            </a:r>
          </a:p>
          <a:p>
            <a:pPr>
              <a:defRPr sz="1200"/>
            </a:pPr>
            <a:r>
              <a:t>D:/pasar_fix/node_modules/.bun/glob@13.0.6/node_modules/glob/dist/esm/processor.d.ts</a:t>
            </a:r>
          </a:p>
          <a:p>
            <a:pPr>
              <a:defRPr sz="1200"/>
            </a:pPr>
            <a:r>
              <a:t>D:/pasar_fix/node_modules/.bun/glob@13.0.6/node_modules/glob/dist/esm/processor.d.ts.map</a:t>
            </a:r>
          </a:p>
          <a:p>
            <a:pPr>
              <a:defRPr sz="1200"/>
            </a:pPr>
            <a:r>
              <a:t>D:/pasar_fix/node_modules/.bun/glob@13.0.6/node_modules/glob/dist/esm/processor.js</a:t>
            </a:r>
          </a:p>
          <a:p>
            <a:pPr>
              <a:defRPr sz="1200"/>
            </a:pPr>
            <a:r>
              <a:t>D:/pasar_fix/node_modules/.bun/glob@13.0.6/node_modules/glob/dist/esm/processor.js.map</a:t>
            </a:r>
          </a:p>
          <a:p>
            <a:pPr>
              <a:defRPr sz="1200"/>
            </a:pPr>
            <a:r>
              <a:t>D:/pasar_fix/node_modules/.bun/glob@13.0.6/node_modules/glob/dist/esm/walker.d.ts</a:t>
            </a:r>
          </a:p>
          <a:p>
            <a:pPr>
              <a:defRPr sz="1200"/>
            </a:pPr>
            <a:r>
              <a:t>D:/pasar_fix/node_modules/.bun/glob@13.0.6/node_modules/glob/dist/esm/walker.d.ts.map</a:t>
            </a:r>
          </a:p>
          <a:p>
            <a:pPr>
              <a:defRPr sz="1200"/>
            </a:pPr>
            <a:r>
              <a:t>D:/pasar_fix/node_modules/.bun/glob@13.0.6/node_modules/glob/dist/esm/walker.js</a:t>
            </a:r>
          </a:p>
          <a:p>
            <a:pPr>
              <a:defRPr sz="1200"/>
            </a:pPr>
            <a:r>
              <a:t>D:/pasar_fix/node_modules/.bun/glob@13.0.6/node_modules/glob/dist/esm/walker.js.map</a:t>
            </a:r>
          </a:p>
          <a:p>
            <a:pPr>
              <a:defRPr sz="1200"/>
            </a:pPr>
            <a:r>
              <a:t>D:/pasar_fix/node_modules/.bun/globby@16.2.0/node_modules/globby/ignore.js</a:t>
            </a:r>
          </a:p>
          <a:p>
            <a:pPr>
              <a:defRPr sz="1200"/>
            </a:pPr>
            <a:r>
              <a:t>D:/pasar_fix/node_modules/.bun/globby@16.2.0/node_modules/globby/index.d.ts</a:t>
            </a:r>
          </a:p>
          <a:p>
            <a:pPr>
              <a:defRPr sz="1200"/>
            </a:pPr>
            <a:r>
              <a:t>D:/pasar_fix/node_modules/.bun/globby@16.2.0/node_modules/globby/index.js</a:t>
            </a:r>
          </a:p>
          <a:p>
            <a:pPr>
              <a:defRPr sz="1200"/>
            </a:pPr>
            <a:r>
              <a:t>D:/pasar_fix/node_modules/.bun/globby@16.2.0/node_modules/globby/license</a:t>
            </a:r>
          </a:p>
          <a:p>
            <a:pPr>
              <a:defRPr sz="1200"/>
            </a:pPr>
            <a:r>
              <a:t>D:/pasar_fix/node_modules/.bun/globby@16.2.0/node_modules/globby/package.json</a:t>
            </a:r>
          </a:p>
          <a:p>
            <a:pPr>
              <a:defRPr sz="1200"/>
            </a:pPr>
            <a:r>
              <a:t>D:/pasar_fix/node_modules/.bun/globby@16.2.0/node_modules/globby/readme.md</a:t>
            </a:r>
          </a:p>
          <a:p>
            <a:pPr>
              <a:defRPr sz="1200"/>
            </a:pPr>
            <a:r>
              <a:t>D:/pasar_fix/node_modules/.bun/globby@16.2.0/node_modules/globby/utilities.js</a:t>
            </a:r>
          </a:p>
          <a:p>
            <a:pPr>
              <a:defRPr sz="1200"/>
            </a:pPr>
            <a:r>
              <a:t>D:/pasar_fix/node_modules/.bun/globrex@0.1.2/node_modules/globrex/index.js</a:t>
            </a:r>
          </a:p>
          <a:p>
            <a:pPr>
              <a:defRPr sz="1200"/>
            </a:pPr>
            <a:r>
              <a:t>D:/pasar_fix/node_modules/.bun/globrex@0.1.2/node_modules/globrex/license</a:t>
            </a:r>
          </a:p>
          <a:p>
            <a:pPr>
              <a:defRPr sz="1200"/>
            </a:pPr>
            <a:r>
              <a:t>D:/pasar_fix/node_modules/.bun/globrex@0.1.2/node_modules/globrex/package.json</a:t>
            </a:r>
          </a:p>
          <a:p>
            <a:pPr>
              <a:defRPr sz="1200"/>
            </a:pPr>
            <a:r>
              <a:t>D:/pasar_fix/node_modules/.bun/globrex@0.1.2/node_modules/globrex/readme.md</a:t>
            </a:r>
          </a:p>
          <a:p>
            <a:pPr>
              <a:defRPr sz="1200"/>
            </a:pPr>
            <a:r>
              <a:t>D:/pasar_fix/node_modules/.bun/goober@2.1.19+0f41441494533184/node_modules/goober/goober.d.ts</a:t>
            </a:r>
          </a:p>
          <a:p>
            <a:pPr>
              <a:defRPr sz="1200"/>
            </a:pPr>
            <a:r>
              <a:t>D:/pasar_fix/node_modules/.bun/goober@2.1.19+0f41441494533184/node_modules/goober/LICENSE</a:t>
            </a:r>
          </a:p>
          <a:p>
            <a:pPr>
              <a:defRPr sz="1200"/>
            </a:pPr>
            <a:r>
              <a:t>D:/pasar_fix/node_modules/.bun/goober@2.1.19+0f41441494533184/node_modules/goober/package.json</a:t>
            </a:r>
          </a:p>
          <a:p>
            <a:pPr>
              <a:defRPr sz="1200"/>
            </a:pPr>
            <a:r>
              <a:t>D:/pasar_fix/node_modules/.bun/goober@2.1.19+0f41441494533184/node_modules/goober/README.md</a:t>
            </a:r>
          </a:p>
          <a:p>
            <a:pPr>
              <a:defRPr sz="1200"/>
            </a:pPr>
            <a:r>
              <a:t>D:/pasar_fix/node_modules/.bun/goober@2.1.19+0f41441494533184/node_modules/goober/typings.json</a:t>
            </a:r>
          </a:p>
          <a:p>
            <a:pPr>
              <a:defRPr sz="1200"/>
            </a:pPr>
            <a:r>
              <a:t>D:/pasar_fix/node_modules/.bun/goober@2.1.19+0f41441494533184/node_modules/goober/dist/goober.cjs</a:t>
            </a:r>
          </a:p>
          <a:p>
            <a:pPr>
              <a:defRPr sz="1200"/>
            </a:pPr>
            <a:r>
              <a:t>D:/pasar_fix/node_modules/.bun/goober@2.1.19+0f41441494533184/node_modules/goober/dist/goober.esm.js</a:t>
            </a:r>
          </a:p>
          <a:p>
            <a:pPr>
              <a:defRPr sz="1200"/>
            </a:pPr>
            <a:r>
              <a:t>D:/pasar_fix/node_modules/.bun/goober@2.1.19+0f41441494533184/node_modules/goober/dist/goober.modern.js</a:t>
            </a:r>
          </a:p>
          <a:p>
            <a:pPr>
              <a:defRPr sz="1200"/>
            </a:pPr>
            <a:r>
              <a:t>D:/pasar_fix/node_modules/.bun/goober@2.1.19+0f41441494533184/node_modules/goober/dist/goober.umd.js</a:t>
            </a:r>
          </a:p>
          <a:p>
            <a:pPr>
              <a:defRPr sz="1200"/>
            </a:pPr>
            <a:r>
              <a:t>D:/pasar_fix/node_modules/.bun/goober@2.1.19+0f41441494533184/node_modules/goober/global/global.d.ts</a:t>
            </a:r>
          </a:p>
          <a:p>
            <a:pPr>
              <a:defRPr sz="1200"/>
            </a:pPr>
            <a:r>
              <a:t>D:/pasar_fix/node_modules/.bun/goober@2.1.19+0f41441494533184/node_modules/goober/global/package.json</a:t>
            </a:r>
          </a:p>
          <a:p>
            <a:pPr>
              <a:defRPr sz="1200"/>
            </a:pPr>
            <a:r>
              <a:t>D:/pasar_fix/node_modules/.bun/goober@2.1.19+0f41441494533184/node_modules/goober/global/dist/goober-global.cjs</a:t>
            </a:r>
          </a:p>
          <a:p>
            <a:pPr>
              <a:defRPr sz="1200"/>
            </a:pPr>
            <a:r>
              <a:t>D:/pasar_fix/node_modules/.bun/goober@2.1.19+0f41441494533184/node_modules/goober/global/dist/goober-global.esm.js</a:t>
            </a:r>
          </a:p>
          <a:p>
            <a:pPr>
              <a:defRPr sz="1200"/>
            </a:pPr>
            <a:r>
              <a:t>D:/pasar_fix/node_modules/.bun/goober@2.1.19+0f41441494533184/node_modules/goober/global/dist/goober-global.modern.js</a:t>
            </a:r>
          </a:p>
          <a:p>
            <a:pPr>
              <a:defRPr sz="1200"/>
            </a:pPr>
            <a:r>
              <a:t>D:/pasar_fix/node_modules/.bun/goober@2.1.19+0f41441494533184/node_modules/goober/global/dist/goober-global.umd.js</a:t>
            </a:r>
          </a:p>
          <a:p>
            <a:pPr>
              <a:defRPr sz="1200"/>
            </a:pPr>
            <a:r>
              <a:t>D:/pasar_fix/node_modules/.bun/goober@2.1.19+0f41441494533184/node_modules/goober/global/src/index.js</a:t>
            </a:r>
          </a:p>
          <a:p>
            <a:pPr>
              <a:defRPr sz="1200"/>
            </a:pPr>
            <a:r>
              <a:t>D:/pasar_fix/node_modules/.bun/goober@2.1.19+0f41441494533184/node_modules/goober/global/src/__tests__/global.test.js</a:t>
            </a:r>
          </a:p>
          <a:p>
            <a:pPr>
              <a:defRPr sz="1200"/>
            </a:pPr>
            <a:r>
              <a:t>D:/pasar_fix/node_modules/.bun/goober@2.1.19+0f41441494533184/node_modules/goober/global/src/__tests__/integration.test.js</a:t>
            </a:r>
          </a:p>
          <a:p>
            <a:pPr>
              <a:defRPr sz="1200"/>
            </a:pPr>
            <a:r>
              <a:t>D:/pasar_fix/node_modules/.bun/goober@2.1.19+0f41441494533184/node_modules/goober/global/src/__tests__/__snapshots__/integration.test.js.snap</a:t>
            </a:r>
          </a:p>
          <a:p>
            <a:pPr>
              <a:defRPr sz="1200"/>
            </a:pPr>
            <a:r>
              <a:t>D:/pasar_fix/node_modules/.bun/goober@2.1.19+0f41441494533184/node_modules/goober/macro/index.js</a:t>
            </a:r>
          </a:p>
          <a:p>
            <a:pPr>
              <a:defRPr sz="1200"/>
            </a:pPr>
            <a:r>
              <a:t>D:/pasar_fix/node_modules/.bun/goober@2.1.19+0f41441494533184/node_modules/goober/macro/package.json</a:t>
            </a:r>
          </a:p>
          <a:p>
            <a:pPr>
              <a:defRPr sz="1200"/>
            </a:pPr>
            <a:r>
              <a:t>D:/pasar_fix/node_modules/.bun/goober@2.1.19+0f41441494533184/node_modules/goober/prefixer/autoprefixer.d.ts</a:t>
            </a:r>
          </a:p>
          <a:p>
            <a:pPr>
              <a:defRPr sz="1200"/>
            </a:pPr>
            <a:r>
              <a:t>D:/pasar_fix/node_modules/.bun/goober@2.1.19+0f41441494533184/node_modules/goober/prefixer/package.json</a:t>
            </a:r>
          </a:p>
          <a:p>
            <a:pPr>
              <a:defRPr sz="1200"/>
            </a:pPr>
            <a:r>
              <a:t>D:/pasar_fix/node_modules/.bun/goober@2.1.19+0f41441494533184/node_modules/goober/prefixer/README.md</a:t>
            </a:r>
          </a:p>
          <a:p>
            <a:pPr>
              <a:defRPr sz="1200"/>
            </a:pPr>
            <a:r>
              <a:t>D:/pasar_fix/node_modules/.bun/goober@2.1.19+0f41441494533184/node_modules/goober/prefixer/dist/goober-autoprefixer.cjs</a:t>
            </a:r>
          </a:p>
          <a:p>
            <a:pPr>
              <a:defRPr sz="1200"/>
            </a:pPr>
            <a:r>
              <a:t>D:/pasar_fix/node_modules/.bun/goober@2.1.19+0f41441494533184/node_modules/goober/prefixer/dist/goober-autoprefixer.esm.js</a:t>
            </a:r>
          </a:p>
          <a:p>
            <a:pPr>
              <a:defRPr sz="1200"/>
            </a:pPr>
            <a:r>
              <a:t>D:/pasar_fix/node_modules/.bun/goober@2.1.19+0f41441494533184/node_modules/goober/prefixer/dist/goober-autoprefixer.modern.js</a:t>
            </a:r>
          </a:p>
          <a:p>
            <a:pPr>
              <a:defRPr sz="1200"/>
            </a:pPr>
            <a:r>
              <a:t>D:/pasar_fix/node_modules/.bun/goober@2.1.19+0f41441494533184/node_modules/goober/prefixer/dist/goober-autoprefixer.umd.js</a:t>
            </a:r>
          </a:p>
          <a:p>
            <a:pPr>
              <a:defRPr sz="1200"/>
            </a:pPr>
            <a:r>
              <a:t>D:/pasar_fix/node_modules/.bun/goober@2.1.19+0f41441494533184/node_modules/goober/prefixer/src/index.js</a:t>
            </a:r>
          </a:p>
          <a:p>
            <a:pPr>
              <a:defRPr sz="1200"/>
            </a:pPr>
            <a:r>
              <a:t>D:/pasar_fix/node_modules/.bun/goober@2.1.19+0f41441494533184/node_modules/goober/should-forward-prop/package.json</a:t>
            </a:r>
          </a:p>
          <a:p>
            <a:pPr>
              <a:defRPr sz="1200"/>
            </a:pPr>
            <a:r>
              <a:t>D:/pasar_fix/node_modules/.bun/goober@2.1.19+0f41441494533184/node_modules/goober/should-forward-prop/should-forward-prop.d.ts</a:t>
            </a:r>
          </a:p>
          <a:p>
            <a:pPr>
              <a:defRPr sz="1200"/>
            </a:pPr>
            <a:r>
              <a:t>D:/pasar_fix/node_modules/.bun/goober@2.1.19+0f41441494533184/node_modules/goober/should-forward-prop/dist/goober-should-forward-prop.cjs</a:t>
            </a:r>
          </a:p>
          <a:p>
            <a:pPr>
              <a:defRPr sz="1200"/>
            </a:pPr>
            <a:r>
              <a:t>D:/pasar_fix/node_modules/.bun/goober@2.1.19+0f41441494533184/node_modules/goober/should-forward-prop/dist/goober-should-forward-prop.esm.js</a:t>
            </a:r>
          </a:p>
          <a:p>
            <a:pPr>
              <a:defRPr sz="1200"/>
            </a:pPr>
            <a:r>
              <a:t>D:/pasar_fix/node_modules/.bun/goober@2.1.19+0f41441494533184/node_modules/goober/should-forward-prop/dist/goober-should-forward-prop.modern.js</a:t>
            </a:r>
          </a:p>
          <a:p>
            <a:pPr>
              <a:defRPr sz="1200"/>
            </a:pPr>
            <a:r>
              <a:t>D:/pasar_fix/node_modules/.bun/goober@2.1.19+0f41441494533184/node_modules/goober/should-forward-prop/dist/goober-should-forward-prop.umd.js</a:t>
            </a:r>
          </a:p>
          <a:p>
            <a:pPr>
              <a:defRPr sz="1200"/>
            </a:pPr>
            <a:r>
              <a:t>D:/pasar_fix/node_modules/.bun/goober@2.1.19+0f41441494533184/node_modules/goober/should-forward-prop/src/index.js</a:t>
            </a:r>
          </a:p>
          <a:p>
            <a:pPr>
              <a:defRPr sz="1200"/>
            </a:pPr>
            <a:r>
              <a:t>D:/pasar_fix/node_modules/.bun/goober@2.1.19+0f41441494533184/node_modules/goober/should-forward-prop/src/__tests__/shouldForwardProp.js</a:t>
            </a:r>
          </a:p>
          <a:p>
            <a:pPr>
              <a:defRPr sz="1200"/>
            </a:pPr>
            <a:r>
              <a:t>D:/pasar_fix/node_modules/.bun/goober@2.1.19+0f41441494533184/node_modules/goober/src/css.js</a:t>
            </a:r>
          </a:p>
          <a:p>
            <a:pPr>
              <a:defRPr sz="1200"/>
            </a:pPr>
            <a:r>
              <a:t>D:/pasar_fix/node_modules/.bun/goober@2.1.19+0f41441494533184/node_modules/goober/src/index.js</a:t>
            </a:r>
          </a:p>
          <a:p>
            <a:pPr>
              <a:defRPr sz="1200"/>
            </a:pPr>
            <a:r>
              <a:t>D:/pasar_fix/node_modules/.bun/goober@2.1.19+0f41441494533184/node_modules/goober/src/styled.js</a:t>
            </a:r>
          </a:p>
          <a:p>
            <a:pPr>
              <a:defRPr sz="1200"/>
            </a:pPr>
            <a:r>
              <a:t>D:/pasar_fix/node_modules/.bun/goober@2.1.19+0f41441494533184/node_modules/goober/src/core/astish.js</a:t>
            </a:r>
          </a:p>
          <a:p>
            <a:pPr>
              <a:defRPr sz="1200"/>
            </a:pPr>
            <a:r>
              <a:t>D:/pasar_fix/node_modules/.bun/goober@2.1.19+0f41441494533184/node_modules/goober/src/core/compile.js</a:t>
            </a:r>
          </a:p>
          <a:p>
            <a:pPr>
              <a:defRPr sz="1200"/>
            </a:pPr>
            <a:r>
              <a:t>D:/pasar_fix/node_modules/.bun/goober@2.1.19+0f41441494533184/node_modules/goober/src/core/get-sheet.js</a:t>
            </a:r>
          </a:p>
          <a:p>
            <a:pPr>
              <a:defRPr sz="1200"/>
            </a:pPr>
            <a:r>
              <a:t>D:/pasar_fix/node_modules/.bun/goober@2.1.19+0f41441494533184/node_modules/goober/src/core/hash.js</a:t>
            </a:r>
          </a:p>
          <a:p>
            <a:pPr>
              <a:defRPr sz="1200"/>
            </a:pPr>
            <a:r>
              <a:t>D:/pasar_fix/node_modules/.bun/goober@2.1.19+0f41441494533184/node_modules/goober/src/core/parse.js</a:t>
            </a:r>
          </a:p>
          <a:p>
            <a:pPr>
              <a:defRPr sz="1200"/>
            </a:pPr>
            <a:r>
              <a:t>D:/pasar_fix/node_modules/.bun/goober@2.1.19+0f41441494533184/node_modules/goober/src/core/to-hash.js</a:t>
            </a:r>
          </a:p>
          <a:p>
            <a:pPr>
              <a:defRPr sz="1200"/>
            </a:pPr>
            <a:r>
              <a:t>D:/pasar_fix/node_modules/.bun/goober@2.1.19+0f41441494533184/node_modules/goober/src/core/update.js</a:t>
            </a:r>
          </a:p>
          <a:p>
            <a:pPr>
              <a:defRPr sz="1200"/>
            </a:pPr>
            <a:r>
              <a:t>D:/pasar_fix/node_modules/.bun/goober@2.1.19+0f41441494533184/node_modules/goober/src/core/__tests__/astish.test.js</a:t>
            </a:r>
          </a:p>
          <a:p>
            <a:pPr>
              <a:defRPr sz="1200"/>
            </a:pPr>
            <a:r>
              <a:t>D:/pasar_fix/node_modules/.bun/goober@2.1.19+0f41441494533184/node_modules/goober/src/core/__tests__/compile.test.js</a:t>
            </a:r>
          </a:p>
          <a:p>
            <a:pPr>
              <a:defRPr sz="1200"/>
            </a:pPr>
            <a:r>
              <a:t>D:/pasar_fix/node_modules/.bun/goober@2.1.19+0f41441494533184/node_modules/goober/src/core/__tests__/get-sheet.test.js</a:t>
            </a:r>
          </a:p>
          <a:p>
            <a:pPr>
              <a:defRPr sz="1200"/>
            </a:pPr>
            <a:r>
              <a:t>D:/pasar_fix/node_modules/.bun/goober@2.1.19+0f41441494533184/node_modules/goober/src/core/__tests__/hash.test.js</a:t>
            </a:r>
          </a:p>
          <a:p>
            <a:pPr>
              <a:defRPr sz="1200"/>
            </a:pPr>
            <a:r>
              <a:t>D:/pasar_fix/node_modules/.bun/goober@2.1.19+0f41441494533184/node_modules/goober/src/core/__tests__/parse.test.js</a:t>
            </a:r>
          </a:p>
          <a:p>
            <a:pPr>
              <a:defRPr sz="1200"/>
            </a:pPr>
            <a:r>
              <a:t>D:/pasar_fix/node_modules/.bun/goober@2.1.19+0f41441494533184/node_modules/goober/src/core/__tests__/to-hash.test.js</a:t>
            </a:r>
          </a:p>
          <a:p>
            <a:pPr>
              <a:defRPr sz="1200"/>
            </a:pPr>
            <a:r>
              <a:t>D:/pasar_fix/node_modules/.bun/goober@2.1.19+0f41441494533184/node_modules/goober/src/core/__tests__/update.test.js</a:t>
            </a:r>
          </a:p>
          <a:p>
            <a:pPr>
              <a:defRPr sz="1200"/>
            </a:pPr>
            <a:r>
              <a:t>D:/pasar_fix/node_modules/.bun/goober@2.1.19+0f41441494533184/node_modules/goober/src/__tests__/css.test.js</a:t>
            </a:r>
          </a:p>
          <a:p>
            <a:pPr>
              <a:defRPr sz="1200"/>
            </a:pPr>
            <a:r>
              <a:t>D:/pasar_fix/node_modules/.bun/goober@2.1.19+0f41441494533184/node_modules/goober/src/__tests__/index.test.js</a:t>
            </a:r>
          </a:p>
          <a:p>
            <a:pPr>
              <a:defRPr sz="1200"/>
            </a:pPr>
            <a:r>
              <a:t>D:/pasar_fix/node_modules/.bun/goober@2.1.19+0f41441494533184/node_modules/goober/src/__tests__/integrations.test.js</a:t>
            </a:r>
          </a:p>
          <a:p>
            <a:pPr>
              <a:defRPr sz="1200"/>
            </a:pPr>
            <a:r>
              <a:t>D:/pasar_fix/node_modules/.bun/goober@2.1.19+0f41441494533184/node_modules/goober/src/__tests__/styled.test.js</a:t>
            </a:r>
          </a:p>
          <a:p>
            <a:pPr>
              <a:defRPr sz="1200"/>
            </a:pPr>
            <a:r>
              <a:t>D:/pasar_fix/node_modules/.bun/graceful-fs@4.2.11/node_modules/graceful-fs/clone.js</a:t>
            </a:r>
          </a:p>
          <a:p>
            <a:pPr>
              <a:defRPr sz="1200"/>
            </a:pPr>
            <a:r>
              <a:t>D:/pasar_fix/node_modules/.bun/graceful-fs@4.2.11/node_modules/graceful-fs/graceful-fs.js</a:t>
            </a:r>
          </a:p>
          <a:p>
            <a:pPr>
              <a:defRPr sz="1200"/>
            </a:pPr>
            <a:r>
              <a:t>D:/pasar_fix/node_modules/.bun/graceful-fs@4.2.11/node_modules/graceful-fs/legacy-streams.js</a:t>
            </a:r>
          </a:p>
          <a:p>
            <a:pPr>
              <a:defRPr sz="1200"/>
            </a:pPr>
            <a:r>
              <a:t>D:/pasar_fix/node_modules/.bun/graceful-fs@4.2.11/node_modules/graceful-fs/LICENSE</a:t>
            </a:r>
          </a:p>
          <a:p>
            <a:pPr>
              <a:defRPr sz="1200"/>
            </a:pPr>
            <a:r>
              <a:t>D:/pasar_fix/node_modules/.bun/graceful-fs@4.2.11/node_modules/graceful-fs/package.json</a:t>
            </a:r>
          </a:p>
          <a:p>
            <a:pPr>
              <a:defRPr sz="1200"/>
            </a:pPr>
            <a:r>
              <a:t>D:/pasar_fix/node_modules/.bun/graceful-fs@4.2.11/node_modules/graceful-fs/polyfills.js</a:t>
            </a:r>
          </a:p>
          <a:p>
            <a:pPr>
              <a:defRPr sz="1200"/>
            </a:pPr>
            <a:r>
              <a:t>D:/pasar_fix/node_modules/.bun/graceful-fs@4.2.11/node_modules/graceful-fs/README.md</a:t>
            </a:r>
          </a:p>
          <a:p>
            <a:pPr>
              <a:defRPr sz="1200"/>
            </a:pPr>
            <a:r>
              <a:t>D:/pasar_fix/node_modules/.bun/gzip-size@7.0.0/node_modules/gzip-size/index.d.ts</a:t>
            </a:r>
          </a:p>
          <a:p>
            <a:pPr>
              <a:defRPr sz="1200"/>
            </a:pPr>
            <a:r>
              <a:t>D:/pasar_fix/node_modules/.bun/gzip-size@7.0.0/node_modules/gzip-size/index.js</a:t>
            </a:r>
          </a:p>
          <a:p>
            <a:pPr>
              <a:defRPr sz="1200"/>
            </a:pPr>
            <a:r>
              <a:t>D:/pasar_fix/node_modules/.bun/gzip-size@7.0.0/node_modules/gzip-size/license</a:t>
            </a:r>
          </a:p>
          <a:p>
            <a:pPr>
              <a:defRPr sz="1200"/>
            </a:pPr>
            <a:r>
              <a:t>D:/pasar_fix/node_modules/.bun/gzip-size@7.0.0/node_modules/gzip-size/package.json</a:t>
            </a:r>
          </a:p>
          <a:p>
            <a:pPr>
              <a:defRPr sz="1200"/>
            </a:pPr>
            <a:r>
              <a:t>D:/pasar_fix/node_modules/.bun/gzip-size@7.0.0/node_modules/gzip-size/readme.md</a:t>
            </a:r>
          </a:p>
          <a:p>
            <a:pPr>
              <a:defRPr sz="1200"/>
            </a:pPr>
            <a:r>
              <a:t>D:/pasar_fix/node_modules/.bun/h3@1.13.0/node_modules/h3/LICENSE</a:t>
            </a:r>
          </a:p>
          <a:p>
            <a:pPr>
              <a:defRPr sz="1200"/>
            </a:pPr>
            <a:r>
              <a:t>D:/pasar_fix/node_modules/.bun/h3@1.13.0/node_modules/h3/package.json</a:t>
            </a:r>
          </a:p>
          <a:p>
            <a:pPr>
              <a:defRPr sz="1200"/>
            </a:pPr>
            <a:r>
              <a:t>D:/pasar_fix/node_modules/.bun/h3@1.13.0/node_modules/h3/README.md</a:t>
            </a:r>
          </a:p>
          <a:p>
            <a:pPr>
              <a:defRPr sz="1200"/>
            </a:pPr>
            <a:r>
              <a:t>D:/pasar_fix/node_modules/.bun/h3@1.13.0/node_modules/h3/dist/index.cjs</a:t>
            </a:r>
          </a:p>
          <a:p>
            <a:pPr>
              <a:defRPr sz="1200"/>
            </a:pPr>
            <a:r>
              <a:t>D:/pasar_fix/node_modules/.bun/h3@1.13.0/node_modules/h3/dist/index.d.cts</a:t>
            </a:r>
          </a:p>
          <a:p>
            <a:pPr>
              <a:defRPr sz="1200"/>
            </a:pPr>
            <a:r>
              <a:t>D:/pasar_fix/node_modules/.bun/h3@1.13.0/node_modules/h3/dist/index.d.mts</a:t>
            </a:r>
          </a:p>
          <a:p>
            <a:pPr>
              <a:defRPr sz="1200"/>
            </a:pPr>
            <a:r>
              <a:t>D:/pasar_fix/node_modules/.bun/h3@1.13.0/node_modules/h3/dist/index.d.ts</a:t>
            </a:r>
          </a:p>
          <a:p>
            <a:pPr>
              <a:defRPr sz="1200"/>
            </a:pPr>
            <a:r>
              <a:t>D:/pasar_fix/node_modules/.bun/h3@1.13.0/node_modules/h3/dist/index.mjs</a:t>
            </a:r>
          </a:p>
          <a:p>
            <a:pPr>
              <a:defRPr sz="1200"/>
            </a:pPr>
            <a:r>
              <a:t>D:/pasar_fix/node_modules/.bun/h3@1.15.11/node_modules/h3/LICENSE</a:t>
            </a:r>
          </a:p>
          <a:p>
            <a:pPr>
              <a:defRPr sz="1200"/>
            </a:pPr>
            <a:r>
              <a:t>D:/pasar_fix/node_modules/.bun/h3@1.15.11/node_modules/h3/package.json</a:t>
            </a:r>
          </a:p>
          <a:p>
            <a:pPr>
              <a:defRPr sz="1200"/>
            </a:pPr>
            <a:r>
              <a:t>D:/pasar_fix/node_modules/.bun/h3@1.15.11/node_modules/h3/README.md</a:t>
            </a:r>
          </a:p>
          <a:p>
            <a:pPr>
              <a:defRPr sz="1200"/>
            </a:pPr>
            <a:r>
              <a:t>D:/pasar_fix/node_modules/.bun/h3@1.15.11/node_modules/h3/dist/index.cjs</a:t>
            </a:r>
          </a:p>
          <a:p>
            <a:pPr>
              <a:defRPr sz="1200"/>
            </a:pPr>
            <a:r>
              <a:t>D:/pasar_fix/node_modules/.bun/h3@1.15.11/node_modules/h3/dist/index.d.cts</a:t>
            </a:r>
          </a:p>
          <a:p>
            <a:pPr>
              <a:defRPr sz="1200"/>
            </a:pPr>
            <a:r>
              <a:t>D:/pasar_fix/node_modules/.bun/h3@1.15.11/node_modules/h3/dist/index.d.mts</a:t>
            </a:r>
          </a:p>
          <a:p>
            <a:pPr>
              <a:defRPr sz="1200"/>
            </a:pPr>
            <a:r>
              <a:t>D:/pasar_fix/node_modules/.bun/h3@1.15.11/node_modules/h3/dist/index.d.ts</a:t>
            </a:r>
          </a:p>
          <a:p>
            <a:pPr>
              <a:defRPr sz="1200"/>
            </a:pPr>
            <a:r>
              <a:t>D:/pasar_fix/node_modules/.bun/h3@1.15.11/node_modules/h3/dist/index.mjs</a:t>
            </a:r>
          </a:p>
          <a:p>
            <a:pPr>
              <a:defRPr sz="1200"/>
            </a:pPr>
            <a:r>
              <a:t>D:/pasar_fix/node_modules/.bun/hachure-fill@0.5.2/node_modules/hachure-fill/index.d.ts</a:t>
            </a:r>
          </a:p>
          <a:p>
            <a:pPr>
              <a:defRPr sz="1200"/>
            </a:pPr>
            <a:r>
              <a:t>D:/pasar_fix/node_modules/.bun/hachure-fill@0.5.2/node_modules/hachure-fill/LICENSE</a:t>
            </a:r>
          </a:p>
          <a:p>
            <a:pPr>
              <a:defRPr sz="1200"/>
            </a:pPr>
            <a:r>
              <a:t>D:/pasar_fix/node_modules/.bun/hachure-fill@0.5.2/node_modules/hachure-fill/package.json</a:t>
            </a:r>
          </a:p>
          <a:p>
            <a:pPr>
              <a:defRPr sz="1200"/>
            </a:pPr>
            <a:r>
              <a:t>D:/pasar_fix/node_modules/.bun/hachure-fill@0.5.2/node_modules/hachure-fill/README.md</a:t>
            </a:r>
          </a:p>
          <a:p>
            <a:pPr>
              <a:defRPr sz="1200"/>
            </a:pPr>
            <a:r>
              <a:t>D:/pasar_fix/node_modules/.bun/hachure-fill@0.5.2/node_modules/hachure-fill/bin/hachure.d.ts</a:t>
            </a:r>
          </a:p>
          <a:p>
            <a:pPr>
              <a:defRPr sz="1200"/>
            </a:pPr>
            <a:r>
              <a:t>D:/pasar_fix/node_modules/.bun/hachure-fill@0.5.2/node_modules/hachure-fill/bin/hachure.js</a:t>
            </a:r>
          </a:p>
          <a:p>
            <a:pPr>
              <a:defRPr sz="1200"/>
            </a:pPr>
            <a:r>
              <a:t>D:/pasar_fix/node_modules/.bun/has-flag@4.0.0/node_modules/has-flag/index.d.ts</a:t>
            </a:r>
          </a:p>
          <a:p>
            <a:pPr>
              <a:defRPr sz="1200"/>
            </a:pPr>
            <a:r>
              <a:t>D:/pasar_fix/node_modules/.bun/has-flag@4.0.0/node_modules/has-flag/index.js</a:t>
            </a:r>
          </a:p>
          <a:p>
            <a:pPr>
              <a:defRPr sz="1200"/>
            </a:pPr>
            <a:r>
              <a:t>D:/pasar_fix/node_modules/.bun/has-flag@4.0.0/node_modules/has-flag/license</a:t>
            </a:r>
          </a:p>
          <a:p>
            <a:pPr>
              <a:defRPr sz="1200"/>
            </a:pPr>
            <a:r>
              <a:t>D:/pasar_fix/node_modules/.bun/has-flag@4.0.0/node_modules/has-flag/package.json</a:t>
            </a:r>
          </a:p>
          <a:p>
            <a:pPr>
              <a:defRPr sz="1200"/>
            </a:pPr>
            <a:r>
              <a:t>D:/pasar_fix/node_modules/.bun/has-flag@4.0.0/node_modules/has-flag/readme.md</a:t>
            </a:r>
          </a:p>
          <a:p>
            <a:pPr>
              <a:defRPr sz="1200"/>
            </a:pPr>
            <a:r>
              <a:t>D:/pasar_fix/node_modules/.bun/hasown@2.0.3/node_modules/hasown/.nycrc</a:t>
            </a:r>
          </a:p>
          <a:p>
            <a:pPr>
              <a:defRPr sz="1200"/>
            </a:pPr>
            <a:r>
              <a:t>D:/pasar_fix/node_modules/.bun/hasown@2.0.3/node_modules/hasown/CHANGELOG.md</a:t>
            </a:r>
          </a:p>
          <a:p>
            <a:pPr>
              <a:defRPr sz="1200"/>
            </a:pPr>
            <a:r>
              <a:t>D:/pasar_fix/node_modules/.bun/hasown@2.0.3/node_modules/hasown/eslint.config.mjs</a:t>
            </a:r>
          </a:p>
          <a:p>
            <a:pPr>
              <a:defRPr sz="1200"/>
            </a:pPr>
            <a:r>
              <a:t>D:/pasar_fix/node_modules/.bun/hasown@2.0.3/node_modules/hasown/index.d.ts</a:t>
            </a:r>
          </a:p>
          <a:p>
            <a:pPr>
              <a:defRPr sz="1200"/>
            </a:pPr>
            <a:r>
              <a:t>D:/pasar_fix/node_modules/.bun/hasown@2.0.3/node_modules/hasown/index.js</a:t>
            </a:r>
          </a:p>
          <a:p>
            <a:pPr>
              <a:defRPr sz="1200"/>
            </a:pPr>
            <a:r>
              <a:t>D:/pasar_fix/node_modules/.bun/hasown@2.0.3/node_modules/hasown/LICENSE</a:t>
            </a:r>
          </a:p>
          <a:p>
            <a:pPr>
              <a:defRPr sz="1200"/>
            </a:pPr>
            <a:r>
              <a:t>D:/pasar_fix/node_modules/.bun/hasown@2.0.3/node_modules/hasown/package.json</a:t>
            </a:r>
          </a:p>
          <a:p>
            <a:pPr>
              <a:defRPr sz="1200"/>
            </a:pPr>
            <a:r>
              <a:t>D:/pasar_fix/node_modules/.bun/hasown@2.0.3/node_modules/hasown/README.md</a:t>
            </a:r>
          </a:p>
          <a:p>
            <a:pPr>
              <a:defRPr sz="1200"/>
            </a:pPr>
            <a:r>
              <a:t>D:/pasar_fix/node_modules/.bun/hasown@2.0.3/node_modules/hasown/tsconfig.json</a:t>
            </a:r>
          </a:p>
          <a:p>
            <a:pPr>
              <a:defRPr sz="1200"/>
            </a:pPr>
            <a:r>
              <a:t>D:/pasar_fix/node_modules/.bun/hasown@2.0.3/node_modules/hasown/.github/FUNDING.yml</a:t>
            </a:r>
          </a:p>
          <a:p>
            <a:pPr>
              <a:defRPr sz="1200"/>
            </a:pPr>
            <a:r>
              <a:t>D:/pasar_fix/node_modules/.bun/highlight.js@11.11.1/node_modules/highlight.js/CHANGES.md</a:t>
            </a:r>
          </a:p>
          <a:p>
            <a:pPr>
              <a:defRPr sz="1200"/>
            </a:pPr>
            <a:r>
              <a:t>D:/pasar_fix/node_modules/.bun/highlight.js@11.11.1/node_modules/highlight.js/LICENSE</a:t>
            </a:r>
          </a:p>
          <a:p>
            <a:pPr>
              <a:defRPr sz="1200"/>
            </a:pPr>
            <a:r>
              <a:t>D:/pasar_fix/node_modules/.bun/highlight.js@11.11.1/node_modules/highlight.js/package.json</a:t>
            </a:r>
          </a:p>
          <a:p>
            <a:pPr>
              <a:defRPr sz="1200"/>
            </a:pPr>
            <a:r>
              <a:t>D:/pasar_fix/node_modules/.bun/highlight.js@11.11.1/node_modules/highlight.js/README.md</a:t>
            </a:r>
          </a:p>
          <a:p>
            <a:pPr>
              <a:defRPr sz="1200"/>
            </a:pPr>
            <a:r>
              <a:t>D:/pasar_fix/node_modules/.bun/highlight.js@11.11.1/node_modules/highlight.js/SECURITY.md</a:t>
            </a:r>
          </a:p>
          <a:p>
            <a:pPr>
              <a:defRPr sz="1200"/>
            </a:pPr>
            <a:r>
              <a:t>D:/pasar_fix/node_modules/.bun/highlight.js@11.11.1/node_modules/highlight.js/SUPPORTED_LANGUAGES.md</a:t>
            </a:r>
          </a:p>
          <a:p>
            <a:pPr>
              <a:defRPr sz="1200"/>
            </a:pPr>
            <a:r>
              <a:t>D:/pasar_fix/node_modules/.bun/highlight.js@11.11.1/node_modules/highlight.js/VERSION_10_UPGRADE.md</a:t>
            </a:r>
          </a:p>
          <a:p>
            <a:pPr>
              <a:defRPr sz="1200"/>
            </a:pPr>
            <a:r>
              <a:t>D:/pasar_fix/node_modules/.bun/highlight.js@11.11.1/node_modules/highlight.js/VERSION_11_UPGRADE.md</a:t>
            </a:r>
          </a:p>
          <a:p>
            <a:pPr>
              <a:defRPr sz="1200"/>
            </a:pPr>
            <a:r>
              <a:t>D:/pasar_fix/node_modules/.bun/highlight.js@11.11.1/node_modules/highlight.js/es/common.d.ts</a:t>
            </a:r>
          </a:p>
          <a:p>
            <a:pPr>
              <a:defRPr sz="1200"/>
            </a:pPr>
            <a:r>
              <a:t>D:/pasar_fix/node_modules/.bun/highlight.js@11.11.1/node_modules/highlight.js/es/common.js</a:t>
            </a:r>
          </a:p>
          <a:p>
            <a:pPr>
              <a:defRPr sz="1200"/>
            </a:pPr>
            <a:r>
              <a:t>D:/pasar_fix/node_modules/.bun/highlight.js@11.11.1/node_modules/highlight.js/es/core.d.ts</a:t>
            </a:r>
          </a:p>
          <a:p>
            <a:pPr>
              <a:defRPr sz="1200"/>
            </a:pPr>
            <a:r>
              <a:t>D:/pasar_fix/node_modules/.bun/highlight.js@11.11.1/node_modules/highlight.js/es/core.js</a:t>
            </a:r>
          </a:p>
          <a:p>
            <a:pPr>
              <a:defRPr sz="1200"/>
            </a:pPr>
            <a:r>
              <a:t>D:/pasar_fix/node_modules/.bun/highlight.js@11.11.1/node_modules/highlight.js/es/index.js</a:t>
            </a:r>
          </a:p>
          <a:p>
            <a:pPr>
              <a:defRPr sz="1200"/>
            </a:pPr>
            <a:r>
              <a:t>D:/pasar_fix/node_modules/.bun/highlight.js@11.11.1/node_modules/highlight.js/es/package.json</a:t>
            </a:r>
          </a:p>
          <a:p>
            <a:pPr>
              <a:defRPr sz="1200"/>
            </a:pPr>
            <a:r>
              <a:t>D:/pasar_fix/node_modules/.bun/highlight.js@11.11.1/node_modules/highlight.js/es/languages/1c.js</a:t>
            </a:r>
          </a:p>
          <a:p>
            <a:pPr>
              <a:defRPr sz="1200"/>
            </a:pPr>
            <a:r>
              <a:t>D:/pasar_fix/node_modules/.bun/highlight.js@11.11.1/node_modules/highlight.js/es/languages/1c.js.js</a:t>
            </a:r>
          </a:p>
          <a:p>
            <a:pPr>
              <a:defRPr sz="1200"/>
            </a:pPr>
            <a:r>
              <a:t>D:/pasar_fix/node_modules/.bun/highlight.js@11.11.1/node_modules/highlight.js/es/languages/abnf.js</a:t>
            </a:r>
          </a:p>
          <a:p>
            <a:pPr>
              <a:defRPr sz="1200"/>
            </a:pPr>
            <a:r>
              <a:t>D:/pasar_fix/node_modules/.bun/highlight.js@11.11.1/node_modules/highlight.js/es/languages/abnf.js.js</a:t>
            </a:r>
          </a:p>
          <a:p>
            <a:pPr>
              <a:defRPr sz="1200"/>
            </a:pPr>
            <a:r>
              <a:t>D:/pasar_fix/node_modules/.bun/highlight.js@11.11.1/node_modules/highlight.js/es/languages/accesslog.js</a:t>
            </a:r>
          </a:p>
          <a:p>
            <a:pPr>
              <a:defRPr sz="1200"/>
            </a:pPr>
            <a:r>
              <a:t>D:/pasar_fix/node_modules/.bun/highlight.js@11.11.1/node_modules/highlight.js/es/languages/accesslog.js.js</a:t>
            </a:r>
          </a:p>
          <a:p>
            <a:pPr>
              <a:defRPr sz="1200"/>
            </a:pPr>
            <a:r>
              <a:t>D:/pasar_fix/node_modules/.bun/highlight.js@11.11.1/node_modules/highlight.js/es/languages/actionscript.js</a:t>
            </a:r>
          </a:p>
          <a:p>
            <a:pPr>
              <a:defRPr sz="1200"/>
            </a:pPr>
            <a:r>
              <a:t>D:/pasar_fix/node_modules/.bun/highlight.js@11.11.1/node_modules/highlight.js/es/languages/actionscript.js.js</a:t>
            </a:r>
          </a:p>
          <a:p>
            <a:pPr>
              <a:defRPr sz="1200"/>
            </a:pPr>
            <a:r>
              <a:t>D:/pasar_fix/node_modules/.bun/highlight.js@11.11.1/node_modules/highlight.js/es/languages/ada.js</a:t>
            </a:r>
          </a:p>
          <a:p>
            <a:pPr>
              <a:defRPr sz="1200"/>
            </a:pPr>
            <a:r>
              <a:t>D:/pasar_fix/node_modules/.bun/highlight.js@11.11.1/node_modules/highlight.js/es/languages/ada.js.js</a:t>
            </a:r>
          </a:p>
          <a:p>
            <a:pPr>
              <a:defRPr sz="1200"/>
            </a:pPr>
            <a:r>
              <a:t>D:/pasar_fix/node_modules/.bun/highlight.js@11.11.1/node_modules/highlight.js/es/languages/angelscript.js</a:t>
            </a:r>
          </a:p>
          <a:p>
            <a:pPr>
              <a:defRPr sz="1200"/>
            </a:pPr>
            <a:r>
              <a:t>D:/pasar_fix/node_modules/.bun/highlight.js@11.11.1/node_modules/highlight.js/es/languages/angelscript.js.js</a:t>
            </a:r>
          </a:p>
          <a:p>
            <a:pPr>
              <a:defRPr sz="1200"/>
            </a:pPr>
            <a:r>
              <a:t>D:/pasar_fix/node_modules/.bun/highlight.js@11.11.1/node_modules/highlight.js/es/languages/apache.js</a:t>
            </a:r>
          </a:p>
          <a:p>
            <a:pPr>
              <a:defRPr sz="1200"/>
            </a:pPr>
            <a:r>
              <a:t>D:/pasar_fix/node_modules/.bun/highlight.js@11.11.1/node_modules/highlight.js/es/languages/apache.js.js</a:t>
            </a:r>
          </a:p>
          <a:p>
            <a:pPr>
              <a:defRPr sz="1200"/>
            </a:pPr>
            <a:r>
              <a:t>D:/pasar_fix/node_modules/.bun/highlight.js@11.11.1/node_modules/highlight.js/es/languages/applescript.js</a:t>
            </a:r>
          </a:p>
          <a:p>
            <a:pPr>
              <a:defRPr sz="1200"/>
            </a:pPr>
            <a:r>
              <a:t>D:/pasar_fix/node_modules/.bun/highlight.js@11.11.1/node_modules/highlight.js/es/languages/applescript.js.js</a:t>
            </a:r>
          </a:p>
          <a:p>
            <a:pPr>
              <a:defRPr sz="1200"/>
            </a:pPr>
            <a:r>
              <a:t>D:/pasar_fix/node_modules/.bun/highlight.js@11.11.1/node_modules/highlight.js/es/languages/arcade.js</a:t>
            </a:r>
          </a:p>
          <a:p>
            <a:pPr>
              <a:defRPr sz="1200"/>
            </a:pPr>
            <a:r>
              <a:t>D:/pasar_fix/node_modules/.bun/highlight.js@11.11.1/node_modules/highlight.js/es/languages/arcade.js.js</a:t>
            </a:r>
          </a:p>
          <a:p>
            <a:pPr>
              <a:defRPr sz="1200"/>
            </a:pPr>
            <a:r>
              <a:t>D:/pasar_fix/node_modules/.bun/highlight.js@11.11.1/node_modules/highlight.js/es/languages/arduino.js</a:t>
            </a:r>
          </a:p>
          <a:p>
            <a:pPr>
              <a:defRPr sz="1200"/>
            </a:pPr>
            <a:r>
              <a:t>D:/pasar_fix/node_modules/.bun/highlight.js@11.11.1/node_modules/highlight.js/es/languages/arduino.js.js</a:t>
            </a:r>
          </a:p>
          <a:p>
            <a:pPr>
              <a:defRPr sz="1200"/>
            </a:pPr>
            <a:r>
              <a:t>D:/pasar_fix/node_modules/.bun/highlight.js@11.11.1/node_modules/highlight.js/es/languages/armasm.js</a:t>
            </a:r>
          </a:p>
          <a:p>
            <a:pPr>
              <a:defRPr sz="1200"/>
            </a:pPr>
            <a:r>
              <a:t>D:/pasar_fix/node_modules/.bun/highlight.js@11.11.1/node_modules/highlight.js/es/languages/armasm.js.js</a:t>
            </a:r>
          </a:p>
          <a:p>
            <a:pPr>
              <a:defRPr sz="1200"/>
            </a:pPr>
            <a:r>
              <a:t>D:/pasar_fix/node_modules/.bun/highlight.js@11.11.1/node_modules/highlight.js/es/languages/asciidoc.js</a:t>
            </a:r>
          </a:p>
          <a:p>
            <a:pPr>
              <a:defRPr sz="1200"/>
            </a:pPr>
            <a:r>
              <a:t>D:/pasar_fix/node_modules/.bun/highlight.js@11.11.1/node_modules/highlight.js/es/languages/asciidoc.js.js</a:t>
            </a:r>
          </a:p>
          <a:p>
            <a:pPr>
              <a:defRPr sz="1200"/>
            </a:pPr>
            <a:r>
              <a:t>D:/pasar_fix/node_modules/.bun/highlight.js@11.11.1/node_modules/highlight.js/es/languages/aspectj.js</a:t>
            </a:r>
          </a:p>
          <a:p>
            <a:pPr>
              <a:defRPr sz="1200"/>
            </a:pPr>
            <a:r>
              <a:t>D:/pasar_fix/node_modules/.bun/highlight.js@11.11.1/node_modules/highlight.js/es/languages/aspectj.js.js</a:t>
            </a:r>
          </a:p>
          <a:p>
            <a:pPr>
              <a:defRPr sz="1200"/>
            </a:pPr>
            <a:r>
              <a:t>D:/pasar_fix/node_modules/.bun/highlight.js@11.11.1/node_modules/highlight.js/es/languages/autohotkey.js</a:t>
            </a:r>
          </a:p>
          <a:p>
            <a:pPr>
              <a:defRPr sz="1200"/>
            </a:pPr>
            <a:r>
              <a:t>D:/pasar_fix/node_modules/.bun/highlight.js@11.11.1/node_modules/highlight.js/es/languages/autohotkey.js.js</a:t>
            </a:r>
          </a:p>
          <a:p>
            <a:pPr>
              <a:defRPr sz="1200"/>
            </a:pPr>
            <a:r>
              <a:t>D:/pasar_fix/node_modules/.bun/highlight.js@11.11.1/node_modules/highlight.js/es/languages/autoit.js</a:t>
            </a:r>
          </a:p>
          <a:p>
            <a:pPr>
              <a:defRPr sz="1200"/>
            </a:pPr>
            <a:r>
              <a:t>D:/pasar_fix/node_modules/.bun/highlight.js@11.11.1/node_modules/highlight.js/es/languages/autoit.js.js</a:t>
            </a:r>
          </a:p>
          <a:p>
            <a:pPr>
              <a:defRPr sz="1200"/>
            </a:pPr>
            <a:r>
              <a:t>D:/pasar_fix/node_modules/.bun/highlight.js@11.11.1/node_modules/highlight.js/es/languages/avrasm.js</a:t>
            </a:r>
          </a:p>
          <a:p>
            <a:pPr>
              <a:defRPr sz="1200"/>
            </a:pPr>
            <a:r>
              <a:t>D:/pasar_fix/node_modules/.bun/highlight.js@11.11.1/node_modules/highlight.js/es/languages/avrasm.js.js</a:t>
            </a:r>
          </a:p>
          <a:p>
            <a:pPr>
              <a:defRPr sz="1200"/>
            </a:pPr>
            <a:r>
              <a:t>D:/pasar_fix/node_modules/.bun/highlight.js@11.11.1/node_modules/highlight.js/es/languages/awk.js</a:t>
            </a:r>
          </a:p>
          <a:p>
            <a:pPr>
              <a:defRPr sz="1200"/>
            </a:pPr>
            <a:r>
              <a:t>D:/pasar_fix/node_modules/.bun/highlight.js@11.11.1/node_modules/highlight.js/es/languages/awk.js.js</a:t>
            </a:r>
          </a:p>
          <a:p>
            <a:pPr>
              <a:defRPr sz="1200"/>
            </a:pPr>
            <a:r>
              <a:t>D:/pasar_fix/node_modules/.bun/highlight.js@11.11.1/node_modules/highlight.js/es/languages/axapta.js</a:t>
            </a:r>
          </a:p>
          <a:p>
            <a:pPr>
              <a:defRPr sz="1200"/>
            </a:pPr>
            <a:r>
              <a:t>D:/pasar_fix/node_modules/.bun/highlight.js@11.11.1/node_modules/highlight.js/es/languages/axapta.js.js</a:t>
            </a:r>
          </a:p>
          <a:p>
            <a:pPr>
              <a:defRPr sz="1200"/>
            </a:pPr>
            <a:r>
              <a:t>D:/pasar_fix/node_modules/.bun/highlight.js@11.11.1/node_modules/highlight.js/es/languages/bash.js</a:t>
            </a:r>
          </a:p>
          <a:p>
            <a:pPr>
              <a:defRPr sz="1200"/>
            </a:pPr>
            <a:r>
              <a:t>D:/pasar_fix/node_modules/.bun/highlight.js@11.11.1/node_modules/highlight.js/es/languages/bash.js.js</a:t>
            </a:r>
          </a:p>
          <a:p>
            <a:pPr>
              <a:defRPr sz="1200"/>
            </a:pPr>
            <a:r>
              <a:t>D:/pasar_fix/node_modules/.bun/highlight.js@11.11.1/node_modules/highlight.js/es/languages/basic.js</a:t>
            </a:r>
          </a:p>
          <a:p>
            <a:pPr>
              <a:defRPr sz="1200"/>
            </a:pPr>
            <a:r>
              <a:t>D:/pasar_fix/node_modules/.bun/highlight.js@11.11.1/node_modules/highlight.js/es/languages/basic.js.js</a:t>
            </a:r>
          </a:p>
          <a:p>
            <a:pPr>
              <a:defRPr sz="1200"/>
            </a:pPr>
            <a:r>
              <a:t>D:/pasar_fix/node_modules/.bun/highlight.js@11.11.1/node_modules/highlight.js/es/languages/bnf.js</a:t>
            </a:r>
          </a:p>
          <a:p>
            <a:pPr>
              <a:defRPr sz="1200"/>
            </a:pPr>
            <a:r>
              <a:t>D:/pasar_fix/node_modules/.bun/highlight.js@11.11.1/node_modules/highlight.js/es/languages/bnf.js.js</a:t>
            </a:r>
          </a:p>
          <a:p>
            <a:pPr>
              <a:defRPr sz="1200"/>
            </a:pPr>
            <a:r>
              <a:t>D:/pasar_fix/node_modules/.bun/highlight.js@11.11.1/node_modules/highlight.js/es/languages/brainfuck.js</a:t>
            </a:r>
          </a:p>
          <a:p>
            <a:pPr>
              <a:defRPr sz="1200"/>
            </a:pPr>
            <a:r>
              <a:t>D:/pasar_fix/node_modules/.bun/highlight.js@11.11.1/node_modules/highlight.js/es/languages/brainfuck.js.js</a:t>
            </a:r>
          </a:p>
          <a:p>
            <a:pPr>
              <a:defRPr sz="1200"/>
            </a:pPr>
            <a:r>
              <a:t>D:/pasar_fix/node_modules/.bun/highlight.js@11.11.1/node_modules/highlight.js/es/languages/c.js</a:t>
            </a:r>
          </a:p>
          <a:p>
            <a:pPr>
              <a:defRPr sz="1200"/>
            </a:pPr>
            <a:r>
              <a:t>D:/pasar_fix/node_modules/.bun/highlight.js@11.11.1/node_modules/highlight.js/es/languages/c.js.js</a:t>
            </a:r>
          </a:p>
          <a:p>
            <a:pPr>
              <a:defRPr sz="1200"/>
            </a:pPr>
            <a:r>
              <a:t>D:/pasar_fix/node_modules/.bun/highlight.js@11.11.1/node_modules/highlight.js/es/languages/cal.js</a:t>
            </a:r>
          </a:p>
          <a:p>
            <a:pPr>
              <a:defRPr sz="1200"/>
            </a:pPr>
            <a:r>
              <a:t>D:/pasar_fix/node_modules/.bun/highlight.js@11.11.1/node_modules/highlight.js/es/languages/cal.js.js</a:t>
            </a:r>
          </a:p>
          <a:p>
            <a:pPr>
              <a:defRPr sz="1200"/>
            </a:pPr>
            <a:r>
              <a:t>D:/pasar_fix/node_modules/.bun/highlight.js@11.11.1/node_modules/highlight.js/es/languages/capnproto.js</a:t>
            </a:r>
          </a:p>
          <a:p>
            <a:pPr>
              <a:defRPr sz="1200"/>
            </a:pPr>
            <a:r>
              <a:t>D:/pasar_fix/node_modules/.bun/highlight.js@11.11.1/node_modules/highlight.js/es/languages/capnproto.js.js</a:t>
            </a:r>
          </a:p>
          <a:p>
            <a:pPr>
              <a:defRPr sz="1200"/>
            </a:pPr>
            <a:r>
              <a:t>D:/pasar_fix/node_modules/.bun/highlight.js@11.11.1/node_modules/highlight.js/es/languages/ceylon.js</a:t>
            </a:r>
          </a:p>
          <a:p>
            <a:pPr>
              <a:defRPr sz="1200"/>
            </a:pPr>
            <a:r>
              <a:t>D:/pasar_fix/node_modules/.bun/highlight.js@11.11.1/node_modules/highlight.js/es/languages/ceylon.js.js</a:t>
            </a:r>
          </a:p>
          <a:p>
            <a:pPr>
              <a:defRPr sz="1200"/>
            </a:pPr>
            <a:r>
              <a:t>D:/pasar_fix/node_modules/.bun/highlight.js@11.11.1/node_modules/highlight.js/es/languages/clean.js</a:t>
            </a:r>
          </a:p>
          <a:p>
            <a:pPr>
              <a:defRPr sz="1200"/>
            </a:pPr>
            <a:r>
              <a:t>D:/pasar_fix/node_modules/.bun/highlight.js@11.11.1/node_modules/highlight.js/es/languages/clean.js.js</a:t>
            </a:r>
          </a:p>
          <a:p>
            <a:pPr>
              <a:defRPr sz="1200"/>
            </a:pPr>
            <a:r>
              <a:t>D:/pasar_fix/node_modules/.bun/highlight.js@11.11.1/node_modules/highlight.js/es/languages/clojure-repl.js</a:t>
            </a:r>
          </a:p>
          <a:p>
            <a:pPr>
              <a:defRPr sz="1200"/>
            </a:pPr>
            <a:r>
              <a:t>D:/pasar_fix/node_modules/.bun/highlight.js@11.11.1/node_modules/highlight.js/es/languages/clojure-repl.js.js</a:t>
            </a:r>
          </a:p>
          <a:p>
            <a:pPr>
              <a:defRPr sz="1200"/>
            </a:pPr>
            <a:r>
              <a:t>D:/pasar_fix/node_modules/.bun/highlight.js@11.11.1/node_modules/highlight.js/es/languages/clojure.js</a:t>
            </a:r>
          </a:p>
          <a:p>
            <a:pPr>
              <a:defRPr sz="1200"/>
            </a:pPr>
            <a:r>
              <a:t>D:/pasar_fix/node_modules/.bun/highlight.js@11.11.1/node_modules/highlight.js/es/languages/clojure.js.js</a:t>
            </a:r>
          </a:p>
          <a:p>
            <a:pPr>
              <a:defRPr sz="1200"/>
            </a:pPr>
            <a:r>
              <a:t>D:/pasar_fix/node_modules/.bun/highlight.js@11.11.1/node_modules/highlight.js/es/languages/cmake.js</a:t>
            </a:r>
          </a:p>
          <a:p>
            <a:pPr>
              <a:defRPr sz="1200"/>
            </a:pPr>
            <a:r>
              <a:t>D:/pasar_fix/node_modules/.bun/highlight.js@11.11.1/node_modules/highlight.js/es/languages/cmake.js.js</a:t>
            </a:r>
          </a:p>
          <a:p>
            <a:pPr>
              <a:defRPr sz="1200"/>
            </a:pPr>
            <a:r>
              <a:t>D:/pasar_fix/node_modules/.bun/highlight.js@11.11.1/node_modules/highlight.js/es/languages/coffeescript.js</a:t>
            </a:r>
          </a:p>
          <a:p>
            <a:pPr>
              <a:defRPr sz="1200"/>
            </a:pPr>
            <a:r>
              <a:t>D:/pasar_fix/node_modules/.bun/highlight.js@11.11.1/node_modules/highlight.js/es/languages/coffeescript.js.js</a:t>
            </a:r>
          </a:p>
          <a:p>
            <a:pPr>
              <a:defRPr sz="1200"/>
            </a:pPr>
            <a:r>
              <a:t>D:/pasar_fix/node_modules/.bun/highlight.js@11.11.1/node_modules/highlight.js/es/languages/coq.js</a:t>
            </a:r>
          </a:p>
          <a:p>
            <a:pPr>
              <a:defRPr sz="1200"/>
            </a:pPr>
            <a:r>
              <a:t>D:/pasar_fix/node_modules/.bun/highlight.js@11.11.1/node_modules/highlight.js/es/languages/coq.js.js</a:t>
            </a:r>
          </a:p>
          <a:p>
            <a:pPr>
              <a:defRPr sz="1200"/>
            </a:pPr>
            <a:r>
              <a:t>D:/pasar_fix/node_modules/.bun/highlight.js@11.11.1/node_modules/highlight.js/es/languages/cos.js</a:t>
            </a:r>
          </a:p>
          <a:p>
            <a:pPr>
              <a:defRPr sz="1200"/>
            </a:pPr>
            <a:r>
              <a:t>D:/pasar_fix/node_modules/.bun/highlight.js@11.11.1/node_modules/highlight.js/es/languages/cos.js.js</a:t>
            </a:r>
          </a:p>
          <a:p>
            <a:pPr>
              <a:defRPr sz="1200"/>
            </a:pPr>
            <a:r>
              <a:t>D:/pasar_fix/node_modules/.bun/highlight.js@11.11.1/node_modules/highlight.js/es/languages/cpp.js</a:t>
            </a:r>
          </a:p>
          <a:p>
            <a:pPr>
              <a:defRPr sz="1200"/>
            </a:pPr>
            <a:r>
              <a:t>D:/pasar_fix/node_modules/.bun/highlight.js@11.11.1/node_modules/highlight.js/es/languages/cpp.js.js</a:t>
            </a:r>
          </a:p>
          <a:p>
            <a:pPr>
              <a:defRPr sz="1200"/>
            </a:pPr>
            <a:r>
              <a:t>D:/pasar_fix/node_modules/.bun/highlight.js@11.11.1/node_modules/highlight.js/es/languages/crmsh.js</a:t>
            </a:r>
          </a:p>
          <a:p>
            <a:pPr>
              <a:defRPr sz="1200"/>
            </a:pPr>
            <a:r>
              <a:t>D:/pasar_fix/node_modules/.bun/highlight.js@11.11.1/node_modules/highlight.js/es/languages/crmsh.js.js</a:t>
            </a:r>
          </a:p>
          <a:p>
            <a:pPr>
              <a:defRPr sz="1200"/>
            </a:pPr>
            <a:r>
              <a:t>D:/pasar_fix/node_modules/.bun/highlight.js@11.11.1/node_modules/highlight.js/es/languages/crystal.js</a:t>
            </a:r>
          </a:p>
          <a:p>
            <a:pPr>
              <a:defRPr sz="1200"/>
            </a:pPr>
            <a:r>
              <a:t>D:/pasar_fix/node_modules/.bun/highlight.js@11.11.1/node_modules/highlight.js/es/languages/crystal.js.js</a:t>
            </a:r>
          </a:p>
          <a:p>
            <a:pPr>
              <a:defRPr sz="1200"/>
            </a:pPr>
            <a:r>
              <a:t>D:/pasar_fix/node_modules/.bun/highlight.js@11.11.1/node_modules/highlight.js/es/languages/csharp.js</a:t>
            </a:r>
          </a:p>
          <a:p>
            <a:pPr>
              <a:defRPr sz="1200"/>
            </a:pPr>
            <a:r>
              <a:t>D:/pasar_fix/node_modules/.bun/highlight.js@11.11.1/node_modules/highlight.js/es/languages/csharp.js.js</a:t>
            </a:r>
          </a:p>
          <a:p>
            <a:pPr>
              <a:defRPr sz="1200"/>
            </a:pPr>
            <a:r>
              <a:t>D:/pasar_fix/node_modules/.bun/highlight.js@11.11.1/node_modules/highlight.js/es/languages/csp.js</a:t>
            </a:r>
          </a:p>
          <a:p>
            <a:pPr>
              <a:defRPr sz="1200"/>
            </a:pPr>
            <a:r>
              <a:t>D:/pasar_fix/node_modules/.bun/highlight.js@11.11.1/node_modules/highlight.js/es/languages/csp.js.js</a:t>
            </a:r>
          </a:p>
          <a:p>
            <a:pPr>
              <a:defRPr sz="1200"/>
            </a:pPr>
            <a:r>
              <a:t>D:/pasar_fix/node_modules/.bun/highlight.js@11.11.1/node_modules/highlight.js/es/languages/css.js</a:t>
            </a:r>
          </a:p>
          <a:p>
            <a:pPr>
              <a:defRPr sz="1200"/>
            </a:pPr>
            <a:r>
              <a:t>D:/pasar_fix/node_modules/.bun/highlight.js@11.11.1/node_modules/highlight.js/es/languages/css.js.js</a:t>
            </a:r>
          </a:p>
          <a:p>
            <a:pPr>
              <a:defRPr sz="1200"/>
            </a:pPr>
            <a:r>
              <a:t>D:/pasar_fix/node_modules/.bun/highlight.js@11.11.1/node_modules/highlight.js/es/languages/d.js</a:t>
            </a:r>
          </a:p>
          <a:p>
            <a:pPr>
              <a:defRPr sz="1200"/>
            </a:pPr>
            <a:r>
              <a:t>D:/pasar_fix/node_modules/.bun/highlight.js@11.11.1/node_modules/highlight.js/es/languages/d.js.js</a:t>
            </a:r>
          </a:p>
          <a:p>
            <a:pPr>
              <a:defRPr sz="1200"/>
            </a:pPr>
            <a:r>
              <a:t>D:/pasar_fix/node_modules/.bun/highlight.js@11.11.1/node_modules/highlight.js/es/languages/dart.js</a:t>
            </a:r>
          </a:p>
          <a:p>
            <a:pPr>
              <a:defRPr sz="1200"/>
            </a:pPr>
            <a:r>
              <a:t>D:/pasar_fix/node_modules/.bun/highlight.js@11.11.1/node_modules/highlight.js/es/languages/dart.js.js</a:t>
            </a:r>
          </a:p>
          <a:p>
            <a:pPr>
              <a:defRPr sz="1200"/>
            </a:pPr>
            <a:r>
              <a:t>D:/pasar_fix/node_modules/.bun/highlight.js@11.11.1/node_modules/highlight.js/es/languages/delphi.js</a:t>
            </a:r>
          </a:p>
          <a:p>
            <a:pPr>
              <a:defRPr sz="1200"/>
            </a:pPr>
            <a:r>
              <a:t>D:/pasar_fix/node_modules/.bun/highlight.js@11.11.1/node_modules/highlight.js/es/languages/delphi.js.js</a:t>
            </a:r>
          </a:p>
          <a:p>
            <a:pPr>
              <a:defRPr sz="1200"/>
            </a:pPr>
            <a:r>
              <a:t>D:/pasar_fix/node_modules/.bun/highlight.js@11.11.1/node_modules/highlight.js/es/languages/diff.js</a:t>
            </a:r>
          </a:p>
          <a:p>
            <a:pPr>
              <a:defRPr sz="1200"/>
            </a:pPr>
            <a:r>
              <a:t>D:/pasar_fix/node_modules/.bun/highlight.js@11.11.1/node_modules/highlight.js/es/languages/diff.js.js</a:t>
            </a:r>
          </a:p>
          <a:p>
            <a:pPr>
              <a:defRPr sz="1200"/>
            </a:pPr>
            <a:r>
              <a:t>D:/pasar_fix/node_modules/.bun/highlight.js@11.11.1/node_modules/highlight.js/es/languages/django.js</a:t>
            </a:r>
          </a:p>
          <a:p>
            <a:pPr>
              <a:defRPr sz="1200"/>
            </a:pPr>
            <a:r>
              <a:t>D:/pasar_fix/node_modules/.bun/highlight.js@11.11.1/node_modules/highlight.js/es/languages/django.js.js</a:t>
            </a:r>
          </a:p>
          <a:p>
            <a:pPr>
              <a:defRPr sz="1200"/>
            </a:pPr>
            <a:r>
              <a:t>D:/pasar_fix/node_modules/.bun/highlight.js@11.11.1/node_modules/highlight.js/es/languages/dns.js</a:t>
            </a:r>
          </a:p>
          <a:p>
            <a:pPr>
              <a:defRPr sz="1200"/>
            </a:pPr>
            <a:r>
              <a:t>D:/pasar_fix/node_modules/.bun/highlight.js@11.11.1/node_modules/highlight.js/es/languages/dns.js.js</a:t>
            </a:r>
          </a:p>
          <a:p>
            <a:pPr>
              <a:defRPr sz="1200"/>
            </a:pPr>
            <a:r>
              <a:t>D:/pasar_fix/node_modules/.bun/highlight.js@11.11.1/node_modules/highlight.js/es/languages/dockerfile.js</a:t>
            </a:r>
          </a:p>
          <a:p>
            <a:pPr>
              <a:defRPr sz="1200"/>
            </a:pPr>
            <a:r>
              <a:t>D:/pasar_fix/node_modules/.bun/highlight.js@11.11.1/node_modules/highlight.js/es/languages/dockerfile.js.js</a:t>
            </a:r>
          </a:p>
          <a:p>
            <a:pPr>
              <a:defRPr sz="1200"/>
            </a:pPr>
            <a:r>
              <a:t>D:/pasar_fix/node_modules/.bun/highlight.js@11.11.1/node_modules/highlight.js/es/languages/dos.js</a:t>
            </a:r>
          </a:p>
          <a:p>
            <a:pPr>
              <a:defRPr sz="1200"/>
            </a:pPr>
            <a:r>
              <a:t>D:/pasar_fix/node_modules/.bun/highlight.js@11.11.1/node_modules/highlight.js/es/languages/dos.js.js</a:t>
            </a:r>
          </a:p>
          <a:p>
            <a:pPr>
              <a:defRPr sz="1200"/>
            </a:pPr>
            <a:r>
              <a:t>D:/pasar_fix/node_modules/.bun/highlight.js@11.11.1/node_modules/highlight.js/es/languages/dsconfig.js</a:t>
            </a:r>
          </a:p>
          <a:p>
            <a:pPr>
              <a:defRPr sz="1200"/>
            </a:pPr>
            <a:r>
              <a:t>D:/pasar_fix/node_modules/.bun/highlight.js@11.11.1/node_modules/highlight.js/es/languages/dsconfig.js.js</a:t>
            </a:r>
          </a:p>
          <a:p>
            <a:pPr>
              <a:defRPr sz="1200"/>
            </a:pPr>
            <a:r>
              <a:t>D:/pasar_fix/node_modules/.bun/highlight.js@11.11.1/node_modules/highlight.js/es/languages/dts.js</a:t>
            </a:r>
          </a:p>
          <a:p>
            <a:pPr>
              <a:defRPr sz="1200"/>
            </a:pPr>
            <a:r>
              <a:t>D:/pasar_fix/node_modules/.bun/highlight.js@11.11.1/node_modules/highlight.js/es/languages/dts.js.js</a:t>
            </a:r>
          </a:p>
          <a:p>
            <a:pPr>
              <a:defRPr sz="1200"/>
            </a:pPr>
            <a:r>
              <a:t>D:/pasar_fix/node_modules/.bun/highlight.js@11.11.1/node_modules/highlight.js/es/languages/dust.js</a:t>
            </a:r>
          </a:p>
          <a:p>
            <a:pPr>
              <a:defRPr sz="1200"/>
            </a:pPr>
            <a:r>
              <a:t>D:/pasar_fix/node_modules/.bun/highlight.js@11.11.1/node_modules/highlight.js/es/languages/dust.js.js</a:t>
            </a:r>
          </a:p>
          <a:p>
            <a:pPr>
              <a:defRPr sz="1200"/>
            </a:pPr>
            <a:r>
              <a:t>D:/pasar_fix/node_modules/.bun/highlight.js@11.11.1/node_modules/highlight.js/es/languages/ebnf.js</a:t>
            </a:r>
          </a:p>
          <a:p>
            <a:pPr>
              <a:defRPr sz="1200"/>
            </a:pPr>
            <a:r>
              <a:t>D:/pasar_fix/node_modules/.bun/highlight.js@11.11.1/node_modules/highlight.js/es/languages/ebnf.js.js</a:t>
            </a:r>
          </a:p>
          <a:p>
            <a:pPr>
              <a:defRPr sz="1200"/>
            </a:pPr>
            <a:r>
              <a:t>D:/pasar_fix/node_modules/.bun/highlight.js@11.11.1/node_modules/highlight.js/es/languages/elixir.js</a:t>
            </a:r>
          </a:p>
          <a:p>
            <a:pPr>
              <a:defRPr sz="1200"/>
            </a:pPr>
            <a:r>
              <a:t>D:/pasar_fix/node_modules/.bun/highlight.js@11.11.1/node_modules/highlight.js/es/languages/elixir.js.js</a:t>
            </a:r>
          </a:p>
          <a:p>
            <a:pPr>
              <a:defRPr sz="1200"/>
            </a:pPr>
            <a:r>
              <a:t>D:/pasar_fix/node_modules/.bun/highlight.js@11.11.1/node_modules/highlight.js/es/languages/elm.js</a:t>
            </a:r>
          </a:p>
          <a:p>
            <a:pPr>
              <a:defRPr sz="1200"/>
            </a:pPr>
            <a:r>
              <a:t>D:/pasar_fix/node_modules/.bun/highlight.js@11.11.1/node_modules/highlight.js/es/languages/elm.js.js</a:t>
            </a:r>
          </a:p>
          <a:p>
            <a:pPr>
              <a:defRPr sz="1200"/>
            </a:pPr>
            <a:r>
              <a:t>D:/pasar_fix/node_modules/.bun/highlight.js@11.11.1/node_modules/highlight.js/es/languages/erb.js</a:t>
            </a:r>
          </a:p>
          <a:p>
            <a:pPr>
              <a:defRPr sz="1200"/>
            </a:pPr>
            <a:r>
              <a:t>D:/pasar_fix/node_modules/.bun/highlight.js@11.11.1/node_modules/highlight.js/es/languages/erb.js.js</a:t>
            </a:r>
          </a:p>
          <a:p>
            <a:pPr>
              <a:defRPr sz="1200"/>
            </a:pPr>
            <a:r>
              <a:t>D:/pasar_fix/node_modules/.bun/highlight.js@11.11.1/node_modules/highlight.js/es/languages/erlang-repl.js</a:t>
            </a:r>
          </a:p>
          <a:p>
            <a:pPr>
              <a:defRPr sz="1200"/>
            </a:pPr>
            <a:r>
              <a:t>D:/pasar_fix/node_modules/.bun/highlight.js@11.11.1/node_modules/highlight.js/es/languages/erlang-repl.js.js</a:t>
            </a:r>
          </a:p>
          <a:p>
            <a:pPr>
              <a:defRPr sz="1200"/>
            </a:pPr>
            <a:r>
              <a:t>D:/pasar_fix/node_modules/.bun/highlight.js@11.11.1/node_modules/highlight.js/es/languages/erlang.js</a:t>
            </a:r>
          </a:p>
          <a:p>
            <a:pPr>
              <a:defRPr sz="1200"/>
            </a:pPr>
            <a:r>
              <a:t>D:/pasar_fix/node_modules/.bun/highlight.js@11.11.1/node_modules/highlight.js/es/languages/erlang.js.js</a:t>
            </a:r>
          </a:p>
          <a:p>
            <a:pPr>
              <a:defRPr sz="1200"/>
            </a:pPr>
            <a:r>
              <a:t>D:/pasar_fix/node_modules/.bun/highlight.js@11.11.1/node_modules/highlight.js/es/languages/excel.js</a:t>
            </a:r>
          </a:p>
          <a:p>
            <a:pPr>
              <a:defRPr sz="1200"/>
            </a:pPr>
            <a:r>
              <a:t>D:/pasar_fix/node_modules/.bun/highlight.js@11.11.1/node_modules/highlight.js/es/languages/excel.js.js</a:t>
            </a:r>
          </a:p>
          <a:p>
            <a:pPr>
              <a:defRPr sz="1200"/>
            </a:pPr>
            <a:r>
              <a:t>D:/pasar_fix/node_modules/.bun/highlight.js@11.11.1/node_modules/highlight.js/es/languages/fix.js</a:t>
            </a:r>
          </a:p>
          <a:p>
            <a:pPr>
              <a:defRPr sz="1200"/>
            </a:pPr>
            <a:r>
              <a:t>D:/pasar_fix/node_modules/.bun/highlight.js@11.11.1/node_modules/highlight.js/es/languages/fix.js.js</a:t>
            </a:r>
          </a:p>
          <a:p>
            <a:pPr>
              <a:defRPr sz="1200"/>
            </a:pPr>
            <a:r>
              <a:t>D:/pasar_fix/node_modules/.bun/highlight.js@11.11.1/node_modules/highlight.js/es/languages/flix.js</a:t>
            </a:r>
          </a:p>
          <a:p>
            <a:pPr>
              <a:defRPr sz="1200"/>
            </a:pPr>
            <a:r>
              <a:t>D:/pasar_fix/node_modules/.bun/highlight.js@11.11.1/node_modules/highlight.js/es/languages/flix.js.js</a:t>
            </a:r>
          </a:p>
          <a:p>
            <a:pPr>
              <a:defRPr sz="1200"/>
            </a:pPr>
            <a:r>
              <a:t>D:/pasar_fix/node_modules/.bun/highlight.js@11.11.1/node_modules/highlight.js/es/languages/fortran.js</a:t>
            </a:r>
          </a:p>
          <a:p>
            <a:pPr>
              <a:defRPr sz="1200"/>
            </a:pPr>
            <a:r>
              <a:t>D:/pasar_fix/node_modules/.bun/highlight.js@11.11.1/node_modules/highlight.js/es/languages/fortran.js.js</a:t>
            </a:r>
          </a:p>
          <a:p>
            <a:pPr>
              <a:defRPr sz="1200"/>
            </a:pPr>
            <a:r>
              <a:t>D:/pasar_fix/node_modules/.bun/highlight.js@11.11.1/node_modules/highlight.js/es/languages/fsharp.js</a:t>
            </a:r>
          </a:p>
          <a:p>
            <a:pPr>
              <a:defRPr sz="1200"/>
            </a:pPr>
            <a:r>
              <a:t>D:/pasar_fix/node_modules/.bun/highlight.js@11.11.1/node_modules/highlight.js/es/languages/fsharp.js.js</a:t>
            </a:r>
          </a:p>
          <a:p>
            <a:pPr>
              <a:defRPr sz="1200"/>
            </a:pPr>
            <a:r>
              <a:t>D:/pasar_fix/node_modules/.bun/highlight.js@11.11.1/node_modules/highlight.js/es/languages/gams.js</a:t>
            </a:r>
          </a:p>
          <a:p>
            <a:pPr>
              <a:defRPr sz="1200"/>
            </a:pPr>
            <a:r>
              <a:t>D:/pasar_fix/node_modules/.bun/highlight.js@11.11.1/node_modules/highlight.js/es/languages/gams.js.js</a:t>
            </a:r>
          </a:p>
          <a:p>
            <a:pPr>
              <a:defRPr sz="1200"/>
            </a:pPr>
            <a:r>
              <a:t>D:/pasar_fix/node_modules/.bun/highlight.js@11.11.1/node_modules/highlight.js/es/languages/gauss.js</a:t>
            </a:r>
          </a:p>
          <a:p>
            <a:pPr>
              <a:defRPr sz="1200"/>
            </a:pPr>
            <a:r>
              <a:t>D:/pasar_fix/node_modules/.bun/highlight.js@11.11.1/node_modules/highlight.js/es/languages/gauss.js.js</a:t>
            </a:r>
          </a:p>
          <a:p>
            <a:pPr>
              <a:defRPr sz="1200"/>
            </a:pPr>
            <a:r>
              <a:t>D:/pasar_fix/node_modules/.bun/highlight.js@11.11.1/node_modules/highlight.js/es/languages/gcode.js</a:t>
            </a:r>
          </a:p>
          <a:p>
            <a:pPr>
              <a:defRPr sz="1200"/>
            </a:pPr>
            <a:r>
              <a:t>D:/pasar_fix/node_modules/.bun/highlight.js@11.11.1/node_modules/highlight.js/es/languages/gcode.js.js</a:t>
            </a:r>
          </a:p>
          <a:p>
            <a:pPr>
              <a:defRPr sz="1200"/>
            </a:pPr>
            <a:r>
              <a:t>D:/pasar_fix/node_modules/.bun/highlight.js@11.11.1/node_modules/highlight.js/es/languages/gherkin.js</a:t>
            </a:r>
          </a:p>
          <a:p>
            <a:pPr>
              <a:defRPr sz="1200"/>
            </a:pPr>
            <a:r>
              <a:t>D:/pasar_fix/node_modules/.bun/highlight.js@11.11.1/node_modules/highlight.js/es/languages/gherkin.js.js</a:t>
            </a:r>
          </a:p>
          <a:p>
            <a:pPr>
              <a:defRPr sz="1200"/>
            </a:pPr>
            <a:r>
              <a:t>D:/pasar_fix/node_modules/.bun/highlight.js@11.11.1/node_modules/highlight.js/es/languages/glsl.js</a:t>
            </a:r>
          </a:p>
          <a:p>
            <a:pPr>
              <a:defRPr sz="1200"/>
            </a:pPr>
            <a:r>
              <a:t>D:/pasar_fix/node_modules/.bun/highlight.js@11.11.1/node_modules/highlight.js/es/languages/glsl.js.js</a:t>
            </a:r>
          </a:p>
          <a:p>
            <a:pPr>
              <a:defRPr sz="1200"/>
            </a:pPr>
            <a:r>
              <a:t>D:/pasar_fix/node_modules/.bun/highlight.js@11.11.1/node_modules/highlight.js/es/languages/gml.js</a:t>
            </a:r>
          </a:p>
          <a:p>
            <a:pPr>
              <a:defRPr sz="1200"/>
            </a:pPr>
            <a:r>
              <a:t>D:/pasar_fix/node_modules/.bun/highlight.js@11.11.1/node_modules/highlight.js/es/languages/gml.js.js</a:t>
            </a:r>
          </a:p>
          <a:p>
            <a:pPr>
              <a:defRPr sz="1200"/>
            </a:pPr>
            <a:r>
              <a:t>D:/pasar_fix/node_modules/.bun/highlight.js@11.11.1/node_modules/highlight.js/es/languages/go.js</a:t>
            </a:r>
          </a:p>
          <a:p>
            <a:pPr>
              <a:defRPr sz="1200"/>
            </a:pPr>
            <a:r>
              <a:t>D:/pasar_fix/node_modules/.bun/highlight.js@11.11.1/node_modules/highlight.js/es/languages/go.js.js</a:t>
            </a:r>
          </a:p>
          <a:p>
            <a:pPr>
              <a:defRPr sz="1200"/>
            </a:pPr>
            <a:r>
              <a:t>D:/pasar_fix/node_modules/.bun/highlight.js@11.11.1/node_modules/highlight.js/es/languages/golo.js</a:t>
            </a:r>
          </a:p>
          <a:p>
            <a:pPr>
              <a:defRPr sz="1200"/>
            </a:pPr>
            <a:r>
              <a:t>D:/pasar_fix/node_modules/.bun/highlight.js@11.11.1/node_modules/highlight.js/es/languages/golo.js.js</a:t>
            </a:r>
          </a:p>
          <a:p>
            <a:pPr>
              <a:defRPr sz="1200"/>
            </a:pPr>
            <a:r>
              <a:t>D:/pasar_fix/node_modules/.bun/highlight.js@11.11.1/node_modules/highlight.js/es/languages/gradle.js</a:t>
            </a:r>
          </a:p>
          <a:p>
            <a:pPr>
              <a:defRPr sz="1200"/>
            </a:pPr>
            <a:r>
              <a:t>D:/pasar_fix/node_modules/.bun/highlight.js@11.11.1/node_modules/highlight.js/es/languages/gradle.js.js</a:t>
            </a:r>
          </a:p>
          <a:p>
            <a:pPr>
              <a:defRPr sz="1200"/>
            </a:pPr>
            <a:r>
              <a:t>D:/pasar_fix/node_modules/.bun/highlight.js@11.11.1/node_modules/highlight.js/es/languages/graphql.js</a:t>
            </a:r>
          </a:p>
          <a:p>
            <a:pPr>
              <a:defRPr sz="1200"/>
            </a:pPr>
            <a:r>
              <a:t>D:/pasar_fix/node_modules/.bun/highlight.js@11.11.1/node_modules/highlight.js/es/languages/graphql.js.js</a:t>
            </a:r>
          </a:p>
          <a:p>
            <a:pPr>
              <a:defRPr sz="1200"/>
            </a:pPr>
            <a:r>
              <a:t>D:/pasar_fix/node_modules/.bun/highlight.js@11.11.1/node_modules/highlight.js/es/languages/groovy.js</a:t>
            </a:r>
          </a:p>
          <a:p>
            <a:pPr>
              <a:defRPr sz="1200"/>
            </a:pPr>
            <a:r>
              <a:t>D:/pasar_fix/node_modules/.bun/highlight.js@11.11.1/node_modules/highlight.js/es/languages/groovy.js.js</a:t>
            </a:r>
          </a:p>
          <a:p>
            <a:pPr>
              <a:defRPr sz="1200"/>
            </a:pPr>
            <a:r>
              <a:t>D:/pasar_fix/node_modules/.bun/highlight.js@11.11.1/node_modules/highlight.js/es/languages/haml.js</a:t>
            </a:r>
          </a:p>
          <a:p>
            <a:pPr>
              <a:defRPr sz="1200"/>
            </a:pPr>
            <a:r>
              <a:t>D:/pasar_fix/node_modules/.bun/highlight.js@11.11.1/node_modules/highlight.js/es/languages/haml.js.js</a:t>
            </a:r>
          </a:p>
          <a:p>
            <a:pPr>
              <a:defRPr sz="1200"/>
            </a:pPr>
            <a:r>
              <a:t>D:/pasar_fix/node_modules/.bun/highlight.js@11.11.1/node_modules/highlight.js/es/languages/handlebars.js</a:t>
            </a:r>
          </a:p>
          <a:p>
            <a:pPr>
              <a:defRPr sz="1200"/>
            </a:pPr>
            <a:r>
              <a:t>D:/pasar_fix/node_modules/.bun/highlight.js@11.11.1/node_modules/highlight.js/es/languages/handlebars.js.js</a:t>
            </a:r>
          </a:p>
          <a:p>
            <a:pPr>
              <a:defRPr sz="1200"/>
            </a:pPr>
            <a:r>
              <a:t>D:/pasar_fix/node_modules/.bun/highlight.js@11.11.1/node_modules/highlight.js/es/languages/haskell.js</a:t>
            </a:r>
          </a:p>
          <a:p>
            <a:pPr>
              <a:defRPr sz="1200"/>
            </a:pPr>
            <a:r>
              <a:t>D:/pasar_fix/node_modules/.bun/highlight.js@11.11.1/node_modules/highlight.js/es/languages/haskell.js.js</a:t>
            </a:r>
          </a:p>
          <a:p>
            <a:pPr>
              <a:defRPr sz="1200"/>
            </a:pPr>
            <a:r>
              <a:t>D:/pasar_fix/node_modules/.bun/highlight.js@11.11.1/node_modules/highlight.js/es/languages/haxe.js</a:t>
            </a:r>
          </a:p>
          <a:p>
            <a:pPr>
              <a:defRPr sz="1200"/>
            </a:pPr>
            <a:r>
              <a:t>D:/pasar_fix/node_modules/.bun/highlight.js@11.11.1/node_modules/highlight.js/es/languages/haxe.js.js</a:t>
            </a:r>
          </a:p>
          <a:p>
            <a:pPr>
              <a:defRPr sz="1200"/>
            </a:pPr>
            <a:r>
              <a:t>D:/pasar_fix/node_modules/.bun/highlight.js@11.11.1/node_modules/highlight.js/es/languages/hsp.js</a:t>
            </a:r>
          </a:p>
          <a:p>
            <a:pPr>
              <a:defRPr sz="1200"/>
            </a:pPr>
            <a:r>
              <a:t>D:/pasar_fix/node_modules/.bun/highlight.js@11.11.1/node_modules/highlight.js/es/languages/hsp.js.js</a:t>
            </a:r>
          </a:p>
          <a:p>
            <a:pPr>
              <a:defRPr sz="1200"/>
            </a:pPr>
            <a:r>
              <a:t>D:/pasar_fix/node_modules/.bun/highlight.js@11.11.1/node_modules/highlight.js/es/languages/http.js</a:t>
            </a:r>
          </a:p>
          <a:p>
            <a:pPr>
              <a:defRPr sz="1200"/>
            </a:pPr>
            <a:r>
              <a:t>D:/pasar_fix/node_modules/.bun/highlight.js@11.11.1/node_modules/highlight.js/es/languages/http.js.js</a:t>
            </a:r>
          </a:p>
          <a:p>
            <a:pPr>
              <a:defRPr sz="1200"/>
            </a:pPr>
            <a:r>
              <a:t>D:/pasar_fix/node_modules/.bun/highlight.js@11.11.1/node_modules/highlight.js/es/languages/hy.js</a:t>
            </a:r>
          </a:p>
          <a:p>
            <a:pPr>
              <a:defRPr sz="1200"/>
            </a:pPr>
            <a:r>
              <a:t>D:/pasar_fix/node_modules/.bun/highlight.js@11.11.1/node_modules/highlight.js/es/languages/hy.js.js</a:t>
            </a:r>
          </a:p>
          <a:p>
            <a:pPr>
              <a:defRPr sz="1200"/>
            </a:pPr>
            <a:r>
              <a:t>D:/pasar_fix/node_modules/.bun/highlight.js@11.11.1/node_modules/highlight.js/es/languages/inform7.js</a:t>
            </a:r>
          </a:p>
          <a:p>
            <a:pPr>
              <a:defRPr sz="1200"/>
            </a:pPr>
            <a:r>
              <a:t>D:/pasar_fix/node_modules/.bun/highlight.js@11.11.1/node_modules/highlight.js/es/languages/inform7.js.js</a:t>
            </a:r>
          </a:p>
          <a:p>
            <a:pPr>
              <a:defRPr sz="1200"/>
            </a:pPr>
            <a:r>
              <a:t>D:/pasar_fix/node_modules/.bun/highlight.js@11.11.1/node_modules/highlight.js/es/languages/ini.js</a:t>
            </a:r>
          </a:p>
          <a:p>
            <a:pPr>
              <a:defRPr sz="1200"/>
            </a:pPr>
            <a:r>
              <a:t>D:/pasar_fix/node_modules/.bun/highlight.js@11.11.1/node_modules/highlight.js/es/languages/ini.js.js</a:t>
            </a:r>
          </a:p>
          <a:p>
            <a:pPr>
              <a:defRPr sz="1200"/>
            </a:pPr>
            <a:r>
              <a:t>D:/pasar_fix/node_modules/.bun/highlight.js@11.11.1/node_modules/highlight.js/es/languages/irpf90.js</a:t>
            </a:r>
          </a:p>
          <a:p>
            <a:pPr>
              <a:defRPr sz="1200"/>
            </a:pPr>
            <a:r>
              <a:t>D:/pasar_fix/node_modules/.bun/highlight.js@11.11.1/node_modules/highlight.js/es/languages/irpf90.js.js</a:t>
            </a:r>
          </a:p>
          <a:p>
            <a:pPr>
              <a:defRPr sz="1200"/>
            </a:pPr>
            <a:r>
              <a:t>D:/pasar_fix/node_modules/.bun/highlight.js@11.11.1/node_modules/highlight.js/es/languages/isbl.js</a:t>
            </a:r>
          </a:p>
          <a:p>
            <a:pPr>
              <a:defRPr sz="1200"/>
            </a:pPr>
            <a:r>
              <a:t>D:/pasar_fix/node_modules/.bun/highlight.js@11.11.1/node_modules/highlight.js/es/languages/isbl.js.js</a:t>
            </a:r>
          </a:p>
          <a:p>
            <a:pPr>
              <a:defRPr sz="1200"/>
            </a:pPr>
            <a:r>
              <a:t>D:/pasar_fix/node_modules/.bun/highlight.js@11.11.1/node_modules/highlight.js/es/languages/java.js</a:t>
            </a:r>
          </a:p>
          <a:p>
            <a:pPr>
              <a:defRPr sz="1200"/>
            </a:pPr>
            <a:r>
              <a:t>D:/pasar_fix/node_modules/.bun/highlight.js@11.11.1/node_modules/highlight.js/es/languages/java.js.js</a:t>
            </a:r>
          </a:p>
          <a:p>
            <a:pPr>
              <a:defRPr sz="1200"/>
            </a:pPr>
            <a:r>
              <a:t>D:/pasar_fix/node_modules/.bun/highlight.js@11.11.1/node_modules/highlight.js/es/languages/javascript.js</a:t>
            </a:r>
          </a:p>
          <a:p>
            <a:pPr>
              <a:defRPr sz="1200"/>
            </a:pPr>
            <a:r>
              <a:t>D:/pasar_fix/node_modules/.bun/highlight.js@11.11.1/node_modules/highlight.js/es/languages/javascript.js.js</a:t>
            </a:r>
          </a:p>
          <a:p>
            <a:pPr>
              <a:defRPr sz="1200"/>
            </a:pPr>
            <a:r>
              <a:t>D:/pasar_fix/node_modules/.bun/highlight.js@11.11.1/node_modules/highlight.js/es/languages/jboss-cli.js</a:t>
            </a:r>
          </a:p>
          <a:p>
            <a:pPr>
              <a:defRPr sz="1200"/>
            </a:pPr>
            <a:r>
              <a:t>D:/pasar_fix/node_modules/.bun/highlight.js@11.11.1/node_modules/highlight.js/es/languages/jboss-cli.js.js</a:t>
            </a:r>
          </a:p>
          <a:p>
            <a:pPr>
              <a:defRPr sz="1200"/>
            </a:pPr>
            <a:r>
              <a:t>D:/pasar_fix/node_modules/.bun/highlight.js@11.11.1/node_modules/highlight.js/es/languages/json.js</a:t>
            </a:r>
          </a:p>
          <a:p>
            <a:pPr>
              <a:defRPr sz="1200"/>
            </a:pPr>
            <a:r>
              <a:t>D:/pasar_fix/node_modules/.bun/highlight.js@11.11.1/node_modules/highlight.js/es/languages/json.js.js</a:t>
            </a:r>
          </a:p>
          <a:p>
            <a:pPr>
              <a:defRPr sz="1200"/>
            </a:pPr>
            <a:r>
              <a:t>D:/pasar_fix/node_modules/.bun/highlight.js@11.11.1/node_modules/highlight.js/es/languages/julia-repl.js</a:t>
            </a:r>
          </a:p>
          <a:p>
            <a:pPr>
              <a:defRPr sz="1200"/>
            </a:pPr>
            <a:r>
              <a:t>D:/pasar_fix/node_modules/.bun/highlight.js@11.11.1/node_modules/highlight.js/es/languages/julia-repl.js.js</a:t>
            </a:r>
          </a:p>
          <a:p>
            <a:pPr>
              <a:defRPr sz="1200"/>
            </a:pPr>
            <a:r>
              <a:t>D:/pasar_fix/node_modules/.bun/highlight.js@11.11.1/node_modules/highlight.js/es/languages/julia.js</a:t>
            </a:r>
          </a:p>
          <a:p>
            <a:pPr>
              <a:defRPr sz="1200"/>
            </a:pPr>
            <a:r>
              <a:t>D:/pasar_fix/node_modules/.bun/highlight.js@11.11.1/node_modules/highlight.js/es/languages/julia.js.js</a:t>
            </a:r>
          </a:p>
          <a:p>
            <a:pPr>
              <a:defRPr sz="1200"/>
            </a:pPr>
            <a:r>
              <a:t>D:/pasar_fix/node_modules/.bun/highlight.js@11.11.1/node_modules/highlight.js/es/languages/kotlin.js</a:t>
            </a:r>
          </a:p>
          <a:p>
            <a:pPr>
              <a:defRPr sz="1200"/>
            </a:pPr>
            <a:r>
              <a:t>D:/pasar_fix/node_modules/.bun/highlight.js@11.11.1/node_modules/highlight.js/es/languages/kotlin.js.js</a:t>
            </a:r>
          </a:p>
          <a:p>
            <a:pPr>
              <a:defRPr sz="1200"/>
            </a:pPr>
            <a:r>
              <a:t>D:/pasar_fix/node_modules/.bun/highlight.js@11.11.1/node_modules/highlight.js/es/languages/lasso.js</a:t>
            </a:r>
          </a:p>
          <a:p>
            <a:pPr>
              <a:defRPr sz="1200"/>
            </a:pPr>
            <a:r>
              <a:t>D:/pasar_fix/node_modules/.bun/highlight.js@11.11.1/node_modules/highlight.js/es/languages/lasso.js.js</a:t>
            </a:r>
          </a:p>
          <a:p>
            <a:pPr>
              <a:defRPr sz="1200"/>
            </a:pPr>
            <a:r>
              <a:t>D:/pasar_fix/node_modules/.bun/highlight.js@11.11.1/node_modules/highlight.js/es/languages/latex.js</a:t>
            </a:r>
          </a:p>
          <a:p>
            <a:pPr>
              <a:defRPr sz="1200"/>
            </a:pPr>
            <a:r>
              <a:t>D:/pasar_fix/node_modules/.bun/highlight.js@11.11.1/node_modules/highlight.js/es/languages/latex.js.js</a:t>
            </a:r>
          </a:p>
          <a:p>
            <a:pPr>
              <a:defRPr sz="1200"/>
            </a:pPr>
            <a:r>
              <a:t>D:/pasar_fix/node_modules/.bun/highlight.js@11.11.1/node_modules/highlight.js/es/languages/ldif.js</a:t>
            </a:r>
          </a:p>
          <a:p>
            <a:pPr>
              <a:defRPr sz="1200"/>
            </a:pPr>
            <a:r>
              <a:t>D:/pasar_fix/node_modules/.bun/highlight.js@11.11.1/node_modules/highlight.js/es/languages/ldif.js.js</a:t>
            </a:r>
          </a:p>
          <a:p>
            <a:pPr>
              <a:defRPr sz="1200"/>
            </a:pPr>
            <a:r>
              <a:t>D:/pasar_fix/node_modules/.bun/highlight.js@11.11.1/node_modules/highlight.js/es/languages/leaf.js</a:t>
            </a:r>
          </a:p>
          <a:p>
            <a:pPr>
              <a:defRPr sz="1200"/>
            </a:pPr>
            <a:r>
              <a:t>D:/pasar_fix/node_modules/.bun/highlight.js@11.11.1/node_modules/highlight.js/es/languages/leaf.js.js</a:t>
            </a:r>
          </a:p>
          <a:p>
            <a:pPr>
              <a:defRPr sz="1200"/>
            </a:pPr>
            <a:r>
              <a:t>D:/pasar_fix/node_modules/.bun/highlight.js@11.11.1/node_modules/highlight.js/es/languages/less.js</a:t>
            </a:r>
          </a:p>
          <a:p>
            <a:pPr>
              <a:defRPr sz="1200"/>
            </a:pPr>
            <a:r>
              <a:t>D:/pasar_fix/node_modules/.bun/highlight.js@11.11.1/node_modules/highlight.js/es/languages/less.js.js</a:t>
            </a:r>
          </a:p>
          <a:p>
            <a:pPr>
              <a:defRPr sz="1200"/>
            </a:pPr>
            <a:r>
              <a:t>D:/pasar_fix/node_modules/.bun/highlight.js@11.11.1/node_modules/highlight.js/es/languages/lisp.js</a:t>
            </a:r>
          </a:p>
          <a:p>
            <a:pPr>
              <a:defRPr sz="1200"/>
            </a:pPr>
            <a:r>
              <a:t>D:/pasar_fix/node_modules/.bun/highlight.js@11.11.1/node_modules/highlight.js/es/languages/lisp.js.js</a:t>
            </a:r>
          </a:p>
          <a:p>
            <a:pPr>
              <a:defRPr sz="1200"/>
            </a:pPr>
            <a:r>
              <a:t>D:/pasar_fix/node_modules/.bun/highlight.js@11.11.1/node_modules/highlight.js/es/languages/livecodeserver.js</a:t>
            </a:r>
          </a:p>
          <a:p>
            <a:pPr>
              <a:defRPr sz="1200"/>
            </a:pPr>
            <a:r>
              <a:t>D:/pasar_fix/node_modules/.bun/highlight.js@11.11.1/node_modules/highlight.js/es/languages/livecodeserver.js.js</a:t>
            </a:r>
          </a:p>
          <a:p>
            <a:pPr>
              <a:defRPr sz="1200"/>
            </a:pPr>
            <a:r>
              <a:t>D:/pasar_fix/node_modules/.bun/highlight.js@11.11.1/node_modules/highlight.js/es/languages/livescript.js</a:t>
            </a:r>
          </a:p>
          <a:p>
            <a:pPr>
              <a:defRPr sz="1200"/>
            </a:pPr>
            <a:r>
              <a:t>D:/pasar_fix/node_modules/.bun/highlight.js@11.11.1/node_modules/highlight.js/es/languages/livescript.js.js</a:t>
            </a:r>
          </a:p>
          <a:p>
            <a:pPr>
              <a:defRPr sz="1200"/>
            </a:pPr>
            <a:r>
              <a:t>D:/pasar_fix/node_modules/.bun/highlight.js@11.11.1/node_modules/highlight.js/es/languages/llvm.js</a:t>
            </a:r>
          </a:p>
          <a:p>
            <a:pPr>
              <a:defRPr sz="1200"/>
            </a:pPr>
            <a:r>
              <a:t>D:/pasar_fix/node_modules/.bun/highlight.js@11.11.1/node_modules/highlight.js/es/languages/llvm.js.js</a:t>
            </a:r>
          </a:p>
          <a:p>
            <a:pPr>
              <a:defRPr sz="1200"/>
            </a:pPr>
            <a:r>
              <a:t>D:/pasar_fix/node_modules/.bun/highlight.js@11.11.1/node_modules/highlight.js/es/languages/lsl.js</a:t>
            </a:r>
          </a:p>
          <a:p>
            <a:pPr>
              <a:defRPr sz="1200"/>
            </a:pPr>
            <a:r>
              <a:t>D:/pasar_fix/node_modules/.bun/highlight.js@11.11.1/node_modules/highlight.js/es/languages/lsl.js.js</a:t>
            </a:r>
          </a:p>
          <a:p>
            <a:pPr>
              <a:defRPr sz="1200"/>
            </a:pPr>
            <a:r>
              <a:t>D:/pasar_fix/node_modules/.bun/highlight.js@11.11.1/node_modules/highlight.js/es/languages/lua.js</a:t>
            </a:r>
          </a:p>
          <a:p>
            <a:pPr>
              <a:defRPr sz="1200"/>
            </a:pPr>
            <a:r>
              <a:t>D:/pasar_fix/node_modules/.bun/highlight.js@11.11.1/node_modules/highlight.js/es/languages/lua.js.js</a:t>
            </a:r>
          </a:p>
          <a:p>
            <a:pPr>
              <a:defRPr sz="1200"/>
            </a:pPr>
            <a:r>
              <a:t>D:/pasar_fix/node_modules/.bun/highlight.js@11.11.1/node_modules/highlight.js/es/languages/makefile.js</a:t>
            </a:r>
          </a:p>
          <a:p>
            <a:pPr>
              <a:defRPr sz="1200"/>
            </a:pPr>
            <a:r>
              <a:t>D:/pasar_fix/node_modules/.bun/highlight.js@11.11.1/node_modules/highlight.js/es/languages/makefile.js.js</a:t>
            </a:r>
          </a:p>
          <a:p>
            <a:pPr>
              <a:defRPr sz="1200"/>
            </a:pPr>
            <a:r>
              <a:t>D:/pasar_fix/node_modules/.bun/highlight.js@11.11.1/node_modules/highlight.js/es/languages/markdown.js</a:t>
            </a:r>
          </a:p>
          <a:p>
            <a:pPr>
              <a:defRPr sz="1200"/>
            </a:pPr>
            <a:r>
              <a:t>D:/pasar_fix/node_modules/.bun/highlight.js@11.11.1/node_modules/highlight.js/es/languages/markdown.js.js</a:t>
            </a:r>
          </a:p>
          <a:p>
            <a:pPr>
              <a:defRPr sz="1200"/>
            </a:pPr>
            <a:r>
              <a:t>D:/pasar_fix/node_modules/.bun/highlight.js@11.11.1/node_modules/highlight.js/es/languages/mathematica.js</a:t>
            </a:r>
          </a:p>
          <a:p>
            <a:pPr>
              <a:defRPr sz="1200"/>
            </a:pPr>
            <a:r>
              <a:t>D:/pasar_fix/node_modules/.bun/highlight.js@11.11.1/node_modules/highlight.js/es/languages/mathematica.js.js</a:t>
            </a:r>
          </a:p>
          <a:p>
            <a:pPr>
              <a:defRPr sz="1200"/>
            </a:pPr>
            <a:r>
              <a:t>D:/pasar_fix/node_modules/.bun/highlight.js@11.11.1/node_modules/highlight.js/es/languages/matlab.js</a:t>
            </a:r>
          </a:p>
          <a:p>
            <a:pPr>
              <a:defRPr sz="1200"/>
            </a:pPr>
            <a:r>
              <a:t>D:/pasar_fix/node_modules/.bun/highlight.js@11.11.1/node_modules/highlight.js/es/languages/matlab.js.js</a:t>
            </a:r>
          </a:p>
          <a:p>
            <a:pPr>
              <a:defRPr sz="1200"/>
            </a:pPr>
            <a:r>
              <a:t>D:/pasar_fix/node_modules/.bun/highlight.js@11.11.1/node_modules/highlight.js/es/languages/maxima.js</a:t>
            </a:r>
          </a:p>
          <a:p>
            <a:pPr>
              <a:defRPr sz="1200"/>
            </a:pPr>
            <a:r>
              <a:t>D:/pasar_fix/node_modules/.bun/highlight.js@11.11.1/node_modules/highlight.js/es/languages/maxima.js.js</a:t>
            </a:r>
          </a:p>
          <a:p>
            <a:pPr>
              <a:defRPr sz="1200"/>
            </a:pPr>
            <a:r>
              <a:t>D:/pasar_fix/node_modules/.bun/highlight.js@11.11.1/node_modules/highlight.js/es/languages/mel.js</a:t>
            </a:r>
          </a:p>
          <a:p>
            <a:pPr>
              <a:defRPr sz="1200"/>
            </a:pPr>
            <a:r>
              <a:t>D:/pasar_fix/node_modules/.bun/highlight.js@11.11.1/node_modules/highlight.js/es/languages/mel.js.js</a:t>
            </a:r>
          </a:p>
          <a:p>
            <a:pPr>
              <a:defRPr sz="1200"/>
            </a:pPr>
            <a:r>
              <a:t>D:/pasar_fix/node_modules/.bun/highlight.js@11.11.1/node_modules/highlight.js/es/languages/mercury.js</a:t>
            </a:r>
          </a:p>
          <a:p>
            <a:pPr>
              <a:defRPr sz="1200"/>
            </a:pPr>
            <a:r>
              <a:t>D:/pasar_fix/node_modules/.bun/highlight.js@11.11.1/node_modules/highlight.js/es/languages/mercury.js.js</a:t>
            </a:r>
          </a:p>
          <a:p>
            <a:pPr>
              <a:defRPr sz="1200"/>
            </a:pPr>
            <a:r>
              <a:t>D:/pasar_fix/node_modules/.bun/highlight.js@11.11.1/node_modules/highlight.js/es/languages/mipsasm.js</a:t>
            </a:r>
          </a:p>
          <a:p>
            <a:pPr>
              <a:defRPr sz="1200"/>
            </a:pPr>
            <a:r>
              <a:t>D:/pasar_fix/node_modules/.bun/highlight.js@11.11.1/node_modules/highlight.js/es/languages/mipsasm.js.js</a:t>
            </a:r>
          </a:p>
          <a:p>
            <a:pPr>
              <a:defRPr sz="1200"/>
            </a:pPr>
            <a:r>
              <a:t>D:/pasar_fix/node_modules/.bun/highlight.js@11.11.1/node_modules/highlight.js/es/languages/mizar.js</a:t>
            </a:r>
          </a:p>
          <a:p>
            <a:pPr>
              <a:defRPr sz="1200"/>
            </a:pPr>
            <a:r>
              <a:t>D:/pasar_fix/node_modules/.bun/highlight.js@11.11.1/node_modules/highlight.js/es/languages/mizar.js.js</a:t>
            </a:r>
          </a:p>
          <a:p>
            <a:pPr>
              <a:defRPr sz="1200"/>
            </a:pPr>
            <a:r>
              <a:t>D:/pasar_fix/node_modules/.bun/highlight.js@11.11.1/node_modules/highlight.js/es/languages/mojolicious.js</a:t>
            </a:r>
          </a:p>
          <a:p>
            <a:pPr>
              <a:defRPr sz="1200"/>
            </a:pPr>
            <a:r>
              <a:t>D:/pasar_fix/node_modules/.bun/highlight.js@11.11.1/node_modules/highlight.js/es/languages/mojolicious.js.js</a:t>
            </a:r>
          </a:p>
          <a:p>
            <a:pPr>
              <a:defRPr sz="1200"/>
            </a:pPr>
            <a:r>
              <a:t>D:/pasar_fix/node_modules/.bun/highlight.js@11.11.1/node_modules/highlight.js/es/languages/monkey.js</a:t>
            </a:r>
          </a:p>
          <a:p>
            <a:pPr>
              <a:defRPr sz="1200"/>
            </a:pPr>
            <a:r>
              <a:t>D:/pasar_fix/node_modules/.bun/highlight.js@11.11.1/node_modules/highlight.js/es/languages/monkey.js.js</a:t>
            </a:r>
          </a:p>
          <a:p>
            <a:pPr>
              <a:defRPr sz="1200"/>
            </a:pPr>
            <a:r>
              <a:t>D:/pasar_fix/node_modules/.bun/highlight.js@11.11.1/node_modules/highlight.js/es/languages/moonscript.js</a:t>
            </a:r>
          </a:p>
          <a:p>
            <a:pPr>
              <a:defRPr sz="1200"/>
            </a:pPr>
            <a:r>
              <a:t>D:/pasar_fix/node_modules/.bun/highlight.js@11.11.1/node_modules/highlight.js/es/languages/moonscript.js.js</a:t>
            </a:r>
          </a:p>
          <a:p>
            <a:pPr>
              <a:defRPr sz="1200"/>
            </a:pPr>
            <a:r>
              <a:t>D:/pasar_fix/node_modules/.bun/highlight.js@11.11.1/node_modules/highlight.js/es/languages/n1ql.js</a:t>
            </a:r>
          </a:p>
          <a:p>
            <a:pPr>
              <a:defRPr sz="1200"/>
            </a:pPr>
            <a:r>
              <a:t>D:/pasar_fix/node_modules/.bun/highlight.js@11.11.1/node_modules/highlight.js/es/languages/n1ql.js.js</a:t>
            </a:r>
          </a:p>
          <a:p>
            <a:pPr>
              <a:defRPr sz="1200"/>
            </a:pPr>
            <a:r>
              <a:t>D:/pasar_fix/node_modules/.bun/highlight.js@11.11.1/node_modules/highlight.js/es/languages/nestedtext.js</a:t>
            </a:r>
          </a:p>
          <a:p>
            <a:pPr>
              <a:defRPr sz="1200"/>
            </a:pPr>
            <a:r>
              <a:t>D:/pasar_fix/node_modules/.bun/highlight.js@11.11.1/node_modules/highlight.js/es/languages/nestedtext.js.js</a:t>
            </a:r>
          </a:p>
          <a:p>
            <a:pPr>
              <a:defRPr sz="1200"/>
            </a:pPr>
            <a:r>
              <a:t>D:/pasar_fix/node_modules/.bun/highlight.js@11.11.1/node_modules/highlight.js/es/languages/nginx.js</a:t>
            </a:r>
          </a:p>
          <a:p>
            <a:pPr>
              <a:defRPr sz="1200"/>
            </a:pPr>
            <a:r>
              <a:t>D:/pasar_fix/node_modules/.bun/highlight.js@11.11.1/node_modules/highlight.js/es/languages/nginx.js.js</a:t>
            </a:r>
          </a:p>
          <a:p>
            <a:pPr>
              <a:defRPr sz="1200"/>
            </a:pPr>
            <a:r>
              <a:t>D:/pasar_fix/node_modules/.bun/highlight.js@11.11.1/node_modules/highlight.js/es/languages/nim.js</a:t>
            </a:r>
          </a:p>
          <a:p>
            <a:pPr>
              <a:defRPr sz="1200"/>
            </a:pPr>
            <a:r>
              <a:t>D:/pasar_fix/node_modules/.bun/highlight.js@11.11.1/node_modules/highlight.js/es/languages/nim.js.js</a:t>
            </a:r>
          </a:p>
          <a:p>
            <a:pPr>
              <a:defRPr sz="1200"/>
            </a:pPr>
            <a:r>
              <a:t>D:/pasar_fix/node_modules/.bun/highlight.js@11.11.1/node_modules/highlight.js/es/languages/nix.js</a:t>
            </a:r>
          </a:p>
          <a:p>
            <a:pPr>
              <a:defRPr sz="1200"/>
            </a:pPr>
            <a:r>
              <a:t>D:/pasar_fix/node_modules/.bun/highlight.js@11.11.1/node_modules/highlight.js/es/languages/nix.js.js</a:t>
            </a:r>
          </a:p>
          <a:p>
            <a:pPr>
              <a:defRPr sz="1200"/>
            </a:pPr>
            <a:r>
              <a:t>D:/pasar_fix/node_modules/.bun/highlight.js@11.11.1/node_modules/highlight.js/es/languages/node-repl.js</a:t>
            </a:r>
          </a:p>
          <a:p>
            <a:pPr>
              <a:defRPr sz="1200"/>
            </a:pPr>
            <a:r>
              <a:t>D:/pasar_fix/node_modules/.bun/highlight.js@11.11.1/node_modules/highlight.js/es/languages/node-repl.js.js</a:t>
            </a:r>
          </a:p>
          <a:p>
            <a:pPr>
              <a:defRPr sz="1200"/>
            </a:pPr>
            <a:r>
              <a:t>D:/pasar_fix/node_modules/.bun/highlight.js@11.11.1/node_modules/highlight.js/es/languages/nsis.js</a:t>
            </a:r>
          </a:p>
          <a:p>
            <a:pPr>
              <a:defRPr sz="1200"/>
            </a:pPr>
            <a:r>
              <a:t>D:/pasar_fix/node_modules/.bun/highlight.js@11.11.1/node_modules/highlight.js/es/languages/nsis.js.js</a:t>
            </a:r>
          </a:p>
          <a:p>
            <a:pPr>
              <a:defRPr sz="1200"/>
            </a:pPr>
            <a:r>
              <a:t>D:/pasar_fix/node_modules/.bun/highlight.js@11.11.1/node_modules/highlight.js/es/languages/objectivec.js</a:t>
            </a:r>
          </a:p>
          <a:p>
            <a:pPr>
              <a:defRPr sz="1200"/>
            </a:pPr>
            <a:r>
              <a:t>D:/pasar_fix/node_modules/.bun/highlight.js@11.11.1/node_modules/highlight.js/es/languages/objectivec.js.js</a:t>
            </a:r>
          </a:p>
          <a:p>
            <a:pPr>
              <a:defRPr sz="1200"/>
            </a:pPr>
            <a:r>
              <a:t>D:/pasar_fix/node_modules/.bun/highlight.js@11.11.1/node_modules/highlight.js/es/languages/ocaml.js</a:t>
            </a:r>
          </a:p>
          <a:p>
            <a:pPr>
              <a:defRPr sz="1200"/>
            </a:pPr>
            <a:r>
              <a:t>D:/pasar_fix/node_modules/.bun/highlight.js@11.11.1/node_modules/highlight.js/es/languages/ocaml.js.js</a:t>
            </a:r>
          </a:p>
          <a:p>
            <a:pPr>
              <a:defRPr sz="1200"/>
            </a:pPr>
            <a:r>
              <a:t>D:/pasar_fix/node_modules/.bun/highlight.js@11.11.1/node_modules/highlight.js/es/languages/openscad.js</a:t>
            </a:r>
          </a:p>
          <a:p>
            <a:pPr>
              <a:defRPr sz="1200"/>
            </a:pPr>
            <a:r>
              <a:t>D:/pasar_fix/node_modules/.bun/highlight.js@11.11.1/node_modules/highlight.js/es/languages/openscad.js.js</a:t>
            </a:r>
          </a:p>
          <a:p>
            <a:pPr>
              <a:defRPr sz="1200"/>
            </a:pPr>
            <a:r>
              <a:t>D:/pasar_fix/node_modules/.bun/highlight.js@11.11.1/node_modules/highlight.js/es/languages/oxygene.js</a:t>
            </a:r>
          </a:p>
          <a:p>
            <a:pPr>
              <a:defRPr sz="1200"/>
            </a:pPr>
            <a:r>
              <a:t>D:/pasar_fix/node_modules/.bun/highlight.js@11.11.1/node_modules/highlight.js/es/languages/oxygene.js.js</a:t>
            </a:r>
          </a:p>
          <a:p>
            <a:pPr>
              <a:defRPr sz="1200"/>
            </a:pPr>
            <a:r>
              <a:t>D:/pasar_fix/node_modules/.bun/highlight.js@11.11.1/node_modules/highlight.js/es/languages/parser3.js</a:t>
            </a:r>
          </a:p>
          <a:p>
            <a:pPr>
              <a:defRPr sz="1200"/>
            </a:pPr>
            <a:r>
              <a:t>D:/pasar_fix/node_modules/.bun/highlight.js@11.11.1/node_modules/highlight.js/es/languages/parser3.js.js</a:t>
            </a:r>
          </a:p>
          <a:p>
            <a:pPr>
              <a:defRPr sz="1200"/>
            </a:pPr>
            <a:r>
              <a:t>D:/pasar_fix/node_modules/.bun/highlight.js@11.11.1/node_modules/highlight.js/es/languages/perl.js</a:t>
            </a:r>
          </a:p>
          <a:p>
            <a:pPr>
              <a:defRPr sz="1200"/>
            </a:pPr>
            <a:r>
              <a:t>D:/pasar_fix/node_modules/.bun/highlight.js@11.11.1/node_modules/highlight.js/es/languages/perl.js.js</a:t>
            </a:r>
          </a:p>
          <a:p>
            <a:pPr>
              <a:defRPr sz="1200"/>
            </a:pPr>
            <a:r>
              <a:t>D:/pasar_fix/node_modules/.bun/highlight.js@11.11.1/node_modules/highlight.js/es/languages/pf.js</a:t>
            </a:r>
          </a:p>
          <a:p>
            <a:pPr>
              <a:defRPr sz="1200"/>
            </a:pPr>
            <a:r>
              <a:t>D:/pasar_fix/node_modules/.bun/highlight.js@11.11.1/node_modules/highlight.js/es/languages/pf.js.js</a:t>
            </a:r>
          </a:p>
          <a:p>
            <a:pPr>
              <a:defRPr sz="1200"/>
            </a:pPr>
            <a:r>
              <a:t>D:/pasar_fix/node_modules/.bun/highlight.js@11.11.1/node_modules/highlight.js/es/languages/pgsql.js</a:t>
            </a:r>
          </a:p>
          <a:p>
            <a:pPr>
              <a:defRPr sz="1200"/>
            </a:pPr>
            <a:r>
              <a:t>D:/pasar_fix/node_modules/.bun/highlight.js@11.11.1/node_modules/highlight.js/es/languages/pgsql.js.js</a:t>
            </a:r>
          </a:p>
          <a:p>
            <a:pPr>
              <a:defRPr sz="1200"/>
            </a:pPr>
            <a:r>
              <a:t>D:/pasar_fix/node_modules/.bun/highlight.js@11.11.1/node_modules/highlight.js/es/languages/php-template.js</a:t>
            </a:r>
          </a:p>
          <a:p>
            <a:pPr>
              <a:defRPr sz="1200"/>
            </a:pPr>
            <a:r>
              <a:t>D:/pasar_fix/node_modules/.bun/highlight.js@11.11.1/node_modules/highlight.js/es/languages/php-template.js.js</a:t>
            </a:r>
          </a:p>
          <a:p>
            <a:pPr>
              <a:defRPr sz="1200"/>
            </a:pPr>
            <a:r>
              <a:t>D:/pasar_fix/node_modules/.bun/highlight.js@11.11.1/node_modules/highlight.js/es/languages/php.js</a:t>
            </a:r>
          </a:p>
          <a:p>
            <a:pPr>
              <a:defRPr sz="1200"/>
            </a:pPr>
            <a:r>
              <a:t>D:/pasar_fix/node_modules/.bun/highlight.js@11.11.1/node_modules/highlight.js/es/languages/php.js.js</a:t>
            </a:r>
          </a:p>
          <a:p>
            <a:pPr>
              <a:defRPr sz="1200"/>
            </a:pPr>
            <a:r>
              <a:t>D:/pasar_fix/node_modules/.bun/highlight.js@11.11.1/node_modules/highlight.js/es/languages/plaintext.js</a:t>
            </a:r>
          </a:p>
          <a:p>
            <a:pPr>
              <a:defRPr sz="1200"/>
            </a:pPr>
            <a:r>
              <a:t>D:/pasar_fix/node_modules/.bun/highlight.js@11.11.1/node_modules/highlight.js/es/languages/plaintext.js.js</a:t>
            </a:r>
          </a:p>
          <a:p>
            <a:pPr>
              <a:defRPr sz="1200"/>
            </a:pPr>
            <a:r>
              <a:t>D:/pasar_fix/node_modules/.bun/highlight.js@11.11.1/node_modules/highlight.js/es/languages/pony.js</a:t>
            </a:r>
          </a:p>
          <a:p>
            <a:pPr>
              <a:defRPr sz="1200"/>
            </a:pPr>
            <a:r>
              <a:t>D:/pasar_fix/node_modules/.bun/highlight.js@11.11.1/node_modules/highlight.js/es/languages/pony.js.js</a:t>
            </a:r>
          </a:p>
          <a:p>
            <a:pPr>
              <a:defRPr sz="1200"/>
            </a:pPr>
            <a:r>
              <a:t>D:/pasar_fix/node_modules/.bun/highlight.js@11.11.1/node_modules/highlight.js/es/languages/powershell.js</a:t>
            </a:r>
          </a:p>
          <a:p>
            <a:pPr>
              <a:defRPr sz="1200"/>
            </a:pPr>
            <a:r>
              <a:t>D:/pasar_fix/node_modules/.bun/highlight.js@11.11.1/node_modules/highlight.js/es/languages/powershell.js.js</a:t>
            </a:r>
          </a:p>
          <a:p>
            <a:pPr>
              <a:defRPr sz="1200"/>
            </a:pPr>
            <a:r>
              <a:t>D:/pasar_fix/node_modules/.bun/highlight.js@11.11.1/node_modules/highlight.js/es/languages/processing.js</a:t>
            </a:r>
          </a:p>
          <a:p>
            <a:pPr>
              <a:defRPr sz="1200"/>
            </a:pPr>
            <a:r>
              <a:t>D:/pasar_fix/node_modules/.bun/highlight.js@11.11.1/node_modules/highlight.js/es/languages/processing.js.js</a:t>
            </a:r>
          </a:p>
          <a:p>
            <a:pPr>
              <a:defRPr sz="1200"/>
            </a:pPr>
            <a:r>
              <a:t>D:/pasar_fix/node_modules/.bun/highlight.js@11.11.1/node_modules/highlight.js/es/languages/profile.js</a:t>
            </a:r>
          </a:p>
          <a:p>
            <a:pPr>
              <a:defRPr sz="1200"/>
            </a:pPr>
            <a:r>
              <a:t>D:/pasar_fix/node_modules/.bun/highlight.js@11.11.1/node_modules/highlight.js/es/languages/profile.js.js</a:t>
            </a:r>
          </a:p>
          <a:p>
            <a:pPr>
              <a:defRPr sz="1200"/>
            </a:pPr>
            <a:r>
              <a:t>D:/pasar_fix/node_modules/.bun/highlight.js@11.11.1/node_modules/highlight.js/es/languages/prolog.js</a:t>
            </a:r>
          </a:p>
          <a:p>
            <a:pPr>
              <a:defRPr sz="1200"/>
            </a:pPr>
            <a:r>
              <a:t>D:/pasar_fix/node_modules/.bun/highlight.js@11.11.1/node_modules/highlight.js/es/languages/prolog.js.js</a:t>
            </a:r>
          </a:p>
          <a:p>
            <a:pPr>
              <a:defRPr sz="1200"/>
            </a:pPr>
            <a:r>
              <a:t>D:/pasar_fix/node_modules/.bun/highlight.js@11.11.1/node_modules/highlight.js/es/languages/properties.js</a:t>
            </a:r>
          </a:p>
          <a:p>
            <a:pPr>
              <a:defRPr sz="1200"/>
            </a:pPr>
            <a:r>
              <a:t>D:/pasar_fix/node_modules/.bun/highlight.js@11.11.1/node_modules/highlight.js/es/languages/properties.js.js</a:t>
            </a:r>
          </a:p>
          <a:p>
            <a:pPr>
              <a:defRPr sz="1200"/>
            </a:pPr>
            <a:r>
              <a:t>D:/pasar_fix/node_modules/.bun/highlight.js@11.11.1/node_modules/highlight.js/es/languages/protobuf.js</a:t>
            </a:r>
          </a:p>
          <a:p>
            <a:pPr>
              <a:defRPr sz="1200"/>
            </a:pPr>
            <a:r>
              <a:t>D:/pasar_fix/node_modules/.bun/highlight.js@11.11.1/node_modules/highlight.js/es/languages/protobuf.js.js</a:t>
            </a:r>
          </a:p>
          <a:p>
            <a:pPr>
              <a:defRPr sz="1200"/>
            </a:pPr>
            <a:r>
              <a:t>D:/pasar_fix/node_modules/.bun/highlight.js@11.11.1/node_modules/highlight.js/es/languages/puppet.js</a:t>
            </a:r>
          </a:p>
          <a:p>
            <a:pPr>
              <a:defRPr sz="1200"/>
            </a:pPr>
            <a:r>
              <a:t>D:/pasar_fix/node_modules/.bun/highlight.js@11.11.1/node_modules/highlight.js/es/languages/puppet.js.js</a:t>
            </a:r>
          </a:p>
          <a:p>
            <a:pPr>
              <a:defRPr sz="1200"/>
            </a:pPr>
            <a:r>
              <a:t>D:/pasar_fix/node_modules/.bun/highlight.js@11.11.1/node_modules/highlight.js/es/languages/purebasic.js</a:t>
            </a:r>
          </a:p>
          <a:p>
            <a:pPr>
              <a:defRPr sz="1200"/>
            </a:pPr>
            <a:r>
              <a:t>D:/pasar_fix/node_modules/.bun/highlight.js@11.11.1/node_modules/highlight.js/es/languages/purebasic.js.js</a:t>
            </a:r>
          </a:p>
          <a:p>
            <a:pPr>
              <a:defRPr sz="1200"/>
            </a:pPr>
            <a:r>
              <a:t>D:/pasar_fix/node_modules/.bun/highlight.js@11.11.1/node_modules/highlight.js/es/languages/python-repl.js</a:t>
            </a:r>
          </a:p>
          <a:p>
            <a:pPr>
              <a:defRPr sz="1200"/>
            </a:pPr>
            <a:r>
              <a:t>D:/pasar_fix/node_modules/.bun/highlight.js@11.11.1/node_modules/highlight.js/es/languages/python-repl.js.js</a:t>
            </a:r>
          </a:p>
          <a:p>
            <a:pPr>
              <a:defRPr sz="1200"/>
            </a:pPr>
            <a:r>
              <a:t>D:/pasar_fix/node_modules/.bun/highlight.js@11.11.1/node_modules/highlight.js/es/languages/python.js</a:t>
            </a:r>
          </a:p>
          <a:p>
            <a:pPr>
              <a:defRPr sz="1200"/>
            </a:pPr>
            <a:r>
              <a:t>D:/pasar_fix/node_modules/.bun/highlight.js@11.11.1/node_modules/highlight.js/es/languages/python.js.js</a:t>
            </a:r>
          </a:p>
          <a:p>
            <a:pPr>
              <a:defRPr sz="1200"/>
            </a:pPr>
            <a:r>
              <a:t>D:/pasar_fix/node_modules/.bun/highlight.js@11.11.1/node_modules/highlight.js/es/languages/q.js</a:t>
            </a:r>
          </a:p>
          <a:p>
            <a:pPr>
              <a:defRPr sz="1200"/>
            </a:pPr>
            <a:r>
              <a:t>D:/pasar_fix/node_modules/.bun/highlight.js@11.11.1/node_modules/highlight.js/es/languages/q.js.js</a:t>
            </a:r>
          </a:p>
          <a:p>
            <a:pPr>
              <a:defRPr sz="1200"/>
            </a:pPr>
            <a:r>
              <a:t>D:/pasar_fix/node_modules/.bun/highlight.js@11.11.1/node_modules/highlight.js/es/languages/qml.js</a:t>
            </a:r>
          </a:p>
          <a:p>
            <a:pPr>
              <a:defRPr sz="1200"/>
            </a:pPr>
            <a:r>
              <a:t>D:/pasar_fix/node_modules/.bun/highlight.js@11.11.1/node_modules/highlight.js/es/languages/qml.js.js</a:t>
            </a:r>
          </a:p>
          <a:p>
            <a:pPr>
              <a:defRPr sz="1200"/>
            </a:pPr>
            <a:r>
              <a:t>D:/pasar_fix/node_modules/.bun/highlight.js@11.11.1/node_modules/highlight.js/es/languages/r.js</a:t>
            </a:r>
          </a:p>
          <a:p>
            <a:pPr>
              <a:defRPr sz="1200"/>
            </a:pPr>
            <a:r>
              <a:t>D:/pasar_fix/node_modules/.bun/highlight.js@11.11.1/node_modules/highlight.js/es/languages/r.js.js</a:t>
            </a:r>
          </a:p>
          <a:p>
            <a:pPr>
              <a:defRPr sz="1200"/>
            </a:pPr>
            <a:r>
              <a:t>D:/pasar_fix/node_modules/.bun/highlight.js@11.11.1/node_modules/highlight.js/es/languages/reasonml.js</a:t>
            </a:r>
          </a:p>
          <a:p>
            <a:pPr>
              <a:defRPr sz="1200"/>
            </a:pPr>
            <a:r>
              <a:t>D:/pasar_fix/node_modules/.bun/highlight.js@11.11.1/node_modules/highlight.js/es/languages/reasonml.js.js</a:t>
            </a:r>
          </a:p>
          <a:p>
            <a:pPr>
              <a:defRPr sz="1200"/>
            </a:pPr>
            <a:r>
              <a:t>D:/pasar_fix/node_modules/.bun/highlight.js@11.11.1/node_modules/highlight.js/es/languages/rib.js</a:t>
            </a:r>
          </a:p>
          <a:p>
            <a:pPr>
              <a:defRPr sz="1200"/>
            </a:pPr>
            <a:r>
              <a:t>D:/pasar_fix/node_modules/.bun/highlight.js@11.11.1/node_modules/highlight.js/es/languages/rib.js.js</a:t>
            </a:r>
          </a:p>
          <a:p>
            <a:pPr>
              <a:defRPr sz="1200"/>
            </a:pPr>
            <a:r>
              <a:t>D:/pasar_fix/node_modules/.bun/highlight.js@11.11.1/node_modules/highlight.js/es/languages/roboconf.js</a:t>
            </a:r>
          </a:p>
          <a:p>
            <a:pPr>
              <a:defRPr sz="1200"/>
            </a:pPr>
            <a:r>
              <a:t>D:/pasar_fix/node_modules/.bun/highlight.js@11.11.1/node_modules/highlight.js/es/languages/roboconf.js.js</a:t>
            </a:r>
          </a:p>
          <a:p>
            <a:pPr>
              <a:defRPr sz="1200"/>
            </a:pPr>
            <a:r>
              <a:t>D:/pasar_fix/node_modules/.bun/highlight.js@11.11.1/node_modules/highlight.js/es/languages/routeros.js</a:t>
            </a:r>
          </a:p>
          <a:p>
            <a:pPr>
              <a:defRPr sz="1200"/>
            </a:pPr>
            <a:r>
              <a:t>D:/pasar_fix/node_modules/.bun/highlight.js@11.11.1/node_modules/highlight.js/es/languages/routeros.js.js</a:t>
            </a:r>
          </a:p>
          <a:p>
            <a:pPr>
              <a:defRPr sz="1200"/>
            </a:pPr>
            <a:r>
              <a:t>D:/pasar_fix/node_modules/.bun/highlight.js@11.11.1/node_modules/highlight.js/es/languages/rsl.js</a:t>
            </a:r>
          </a:p>
          <a:p>
            <a:pPr>
              <a:defRPr sz="1200"/>
            </a:pPr>
            <a:r>
              <a:t>D:/pasar_fix/node_modules/.bun/highlight.js@11.11.1/node_modules/highlight.js/es/languages/rsl.js.js</a:t>
            </a:r>
          </a:p>
          <a:p>
            <a:pPr>
              <a:defRPr sz="1200"/>
            </a:pPr>
            <a:r>
              <a:t>D:/pasar_fix/node_modules/.bun/highlight.js@11.11.1/node_modules/highlight.js/es/languages/ruby.js</a:t>
            </a:r>
          </a:p>
          <a:p>
            <a:pPr>
              <a:defRPr sz="1200"/>
            </a:pPr>
            <a:r>
              <a:t>D:/pasar_fix/node_modules/.bun/highlight.js@11.11.1/node_modules/highlight.js/es/languages/ruby.js.js</a:t>
            </a:r>
          </a:p>
          <a:p>
            <a:pPr>
              <a:defRPr sz="1200"/>
            </a:pPr>
            <a:r>
              <a:t>D:/pasar_fix/node_modules/.bun/highlight.js@11.11.1/node_modules/highlight.js/es/languages/ruleslanguage.js</a:t>
            </a:r>
          </a:p>
          <a:p>
            <a:pPr>
              <a:defRPr sz="1200"/>
            </a:pPr>
            <a:r>
              <a:t>D:/pasar_fix/node_modules/.bun/highlight.js@11.11.1/node_modules/highlight.js/es/languages/ruleslanguage.js.js</a:t>
            </a:r>
          </a:p>
          <a:p>
            <a:pPr>
              <a:defRPr sz="1200"/>
            </a:pPr>
            <a:r>
              <a:t>D:/pasar_fix/node_modules/.bun/highlight.js@11.11.1/node_modules/highlight.js/es/languages/rust.js</a:t>
            </a:r>
          </a:p>
          <a:p>
            <a:pPr>
              <a:defRPr sz="1200"/>
            </a:pPr>
            <a:r>
              <a:t>D:/pasar_fix/node_modules/.bun/highlight.js@11.11.1/node_modules/highlight.js/es/languages/rust.js.js</a:t>
            </a:r>
          </a:p>
          <a:p>
            <a:pPr>
              <a:defRPr sz="1200"/>
            </a:pPr>
            <a:r>
              <a:t>D:/pasar_fix/node_modules/.bun/highlight.js@11.11.1/node_modules/highlight.js/es/languages/sas.js</a:t>
            </a:r>
          </a:p>
          <a:p>
            <a:pPr>
              <a:defRPr sz="1200"/>
            </a:pPr>
            <a:r>
              <a:t>D:/pasar_fix/node_modules/.bun/highlight.js@11.11.1/node_modules/highlight.js/es/languages/sas.js.js</a:t>
            </a:r>
          </a:p>
          <a:p>
            <a:pPr>
              <a:defRPr sz="1200"/>
            </a:pPr>
            <a:r>
              <a:t>D:/pasar_fix/node_modules/.bun/highlight.js@11.11.1/node_modules/highlight.js/es/languages/scala.js</a:t>
            </a:r>
          </a:p>
          <a:p>
            <a:pPr>
              <a:defRPr sz="1200"/>
            </a:pPr>
            <a:r>
              <a:t>D:/pasar_fix/node_modules/.bun/highlight.js@11.11.1/node_modules/highlight.js/es/languages/scala.js.js</a:t>
            </a:r>
          </a:p>
          <a:p>
            <a:pPr>
              <a:defRPr sz="1200"/>
            </a:pPr>
            <a:r>
              <a:t>D:/pasar_fix/node_modules/.bun/highlight.js@11.11.1/node_modules/highlight.js/es/languages/scheme.js</a:t>
            </a:r>
          </a:p>
          <a:p>
            <a:pPr>
              <a:defRPr sz="1200"/>
            </a:pPr>
            <a:r>
              <a:t>D:/pasar_fix/node_modules/.bun/highlight.js@11.11.1/node_modules/highlight.js/es/languages/scheme.js.js</a:t>
            </a:r>
          </a:p>
          <a:p>
            <a:pPr>
              <a:defRPr sz="1200"/>
            </a:pPr>
            <a:r>
              <a:t>D:/pasar_fix/node_modules/.bun/highlight.js@11.11.1/node_modules/highlight.js/es/languages/scilab.js</a:t>
            </a:r>
          </a:p>
          <a:p>
            <a:pPr>
              <a:defRPr sz="1200"/>
            </a:pPr>
            <a:r>
              <a:t>D:/pasar_fix/node_modules/.bun/highlight.js@11.11.1/node_modules/highlight.js/es/languages/scilab.js.js</a:t>
            </a:r>
          </a:p>
          <a:p>
            <a:pPr>
              <a:defRPr sz="1200"/>
            </a:pPr>
            <a:r>
              <a:t>D:/pasar_fix/node_modules/.bun/highlight.js@11.11.1/node_modules/highlight.js/es/languages/scss.js</a:t>
            </a:r>
          </a:p>
          <a:p>
            <a:pPr>
              <a:defRPr sz="1200"/>
            </a:pPr>
            <a:r>
              <a:t>D:/pasar_fix/node_modules/.bun/highlight.js@11.11.1/node_modules/highlight.js/es/languages/scss.js.js</a:t>
            </a:r>
          </a:p>
          <a:p>
            <a:pPr>
              <a:defRPr sz="1200"/>
            </a:pPr>
            <a:r>
              <a:t>D:/pasar_fix/node_modules/.bun/highlight.js@11.11.1/node_modules/highlight.js/es/languages/shell.js</a:t>
            </a:r>
          </a:p>
          <a:p>
            <a:pPr>
              <a:defRPr sz="1200"/>
            </a:pPr>
            <a:r>
              <a:t>D:/pasar_fix/node_modules/.bun/highlight.js@11.11.1/node_modules/highlight.js/es/languages/shell.js.js</a:t>
            </a:r>
          </a:p>
          <a:p>
            <a:pPr>
              <a:defRPr sz="1200"/>
            </a:pPr>
            <a:r>
              <a:t>D:/pasar_fix/node_modules/.bun/highlight.js@11.11.1/node_modules/highlight.js/es/languages/smali.js</a:t>
            </a:r>
          </a:p>
          <a:p>
            <a:pPr>
              <a:defRPr sz="1200"/>
            </a:pPr>
            <a:r>
              <a:t>D:/pasar_fix/node_modules/.bun/highlight.js@11.11.1/node_modules/highlight.js/es/languages/smali.js.js</a:t>
            </a:r>
          </a:p>
          <a:p>
            <a:pPr>
              <a:defRPr sz="1200"/>
            </a:pPr>
            <a:r>
              <a:t>D:/pasar_fix/node_modules/.bun/highlight.js@11.11.1/node_modules/highlight.js/es/languages/smalltalk.js</a:t>
            </a:r>
          </a:p>
          <a:p>
            <a:pPr>
              <a:defRPr sz="1200"/>
            </a:pPr>
            <a:r>
              <a:t>D:/pasar_fix/node_modules/.bun/highlight.js@11.11.1/node_modules/highlight.js/es/languages/smalltalk.js.js</a:t>
            </a:r>
          </a:p>
          <a:p>
            <a:pPr>
              <a:defRPr sz="1200"/>
            </a:pPr>
            <a:r>
              <a:t>D:/pasar_fix/node_modules/.bun/highlight.js@11.11.1/node_modules/highlight.js/es/languages/sml.js</a:t>
            </a:r>
          </a:p>
          <a:p>
            <a:pPr>
              <a:defRPr sz="1200"/>
            </a:pPr>
            <a:r>
              <a:t>D:/pasar_fix/node_modules/.bun/highlight.js@11.11.1/node_modules/highlight.js/es/languages/sml.js.js</a:t>
            </a:r>
          </a:p>
          <a:p>
            <a:pPr>
              <a:defRPr sz="1200"/>
            </a:pPr>
            <a:r>
              <a:t>D:/pasar_fix/node_modules/.bun/highlight.js@11.11.1/node_modules/highlight.js/es/languages/sqf.js</a:t>
            </a:r>
          </a:p>
          <a:p>
            <a:pPr>
              <a:defRPr sz="1200"/>
            </a:pPr>
            <a:r>
              <a:t>D:/pasar_fix/node_modules/.bun/highlight.js@11.11.1/node_modules/highlight.js/es/languages/sqf.js.js</a:t>
            </a:r>
          </a:p>
          <a:p>
            <a:pPr>
              <a:defRPr sz="1200"/>
            </a:pPr>
            <a:r>
              <a:t>D:/pasar_fix/node_modules/.bun/highlight.js@11.11.1/node_modules/highlight.js/es/languages/sql.js</a:t>
            </a:r>
          </a:p>
          <a:p>
            <a:pPr>
              <a:defRPr sz="1200"/>
            </a:pPr>
            <a:r>
              <a:t>D:/pasar_fix/node_modules/.bun/highlight.js@11.11.1/node_modules/highlight.js/es/languages/sql.js.js</a:t>
            </a:r>
          </a:p>
          <a:p>
            <a:pPr>
              <a:defRPr sz="1200"/>
            </a:pPr>
            <a:r>
              <a:t>D:/pasar_fix/node_modules/.bun/highlight.js@11.11.1/node_modules/highlight.js/es/languages/stan.js</a:t>
            </a:r>
          </a:p>
          <a:p>
            <a:pPr>
              <a:defRPr sz="1200"/>
            </a:pPr>
            <a:r>
              <a:t>D:/pasar_fix/node_modules/.bun/highlight.js@11.11.1/node_modules/highlight.js/es/languages/stan.js.js</a:t>
            </a:r>
          </a:p>
          <a:p>
            <a:pPr>
              <a:defRPr sz="1200"/>
            </a:pPr>
            <a:r>
              <a:t>D:/pasar_fix/node_modules/.bun/highlight.js@11.11.1/node_modules/highlight.js/es/languages/stata.js</a:t>
            </a:r>
          </a:p>
          <a:p>
            <a:pPr>
              <a:defRPr sz="1200"/>
            </a:pPr>
            <a:r>
              <a:t>D:/pasar_fix/node_modules/.bun/highlight.js@11.11.1/node_modules/highlight.js/es/languages/stata.js.js</a:t>
            </a:r>
          </a:p>
          <a:p>
            <a:pPr>
              <a:defRPr sz="1200"/>
            </a:pPr>
            <a:r>
              <a:t>D:/pasar_fix/node_modules/.bun/highlight.js@11.11.1/node_modules/highlight.js/es/languages/step21.js</a:t>
            </a:r>
          </a:p>
          <a:p>
            <a:pPr>
              <a:defRPr sz="1200"/>
            </a:pPr>
            <a:r>
              <a:t>D:/pasar_fix/node_modules/.bun/highlight.js@11.11.1/node_modules/highlight.js/es/languages/step21.js.js</a:t>
            </a:r>
          </a:p>
          <a:p>
            <a:pPr>
              <a:defRPr sz="1200"/>
            </a:pPr>
            <a:r>
              <a:t>D:/pasar_fix/node_modules/.bun/highlight.js@11.11.1/node_modules/highlight.js/es/languages/stylus.js</a:t>
            </a:r>
          </a:p>
          <a:p>
            <a:pPr>
              <a:defRPr sz="1200"/>
            </a:pPr>
            <a:r>
              <a:t>D:/pasar_fix/node_modules/.bun/highlight.js@11.11.1/node_modules/highlight.js/es/languages/stylus.js.js</a:t>
            </a:r>
          </a:p>
          <a:p>
            <a:pPr>
              <a:defRPr sz="1200"/>
            </a:pPr>
            <a:r>
              <a:t>D:/pasar_fix/node_modules/.bun/highlight.js@11.11.1/node_modules/highlight.js/es/languages/subunit.js</a:t>
            </a:r>
          </a:p>
          <a:p>
            <a:pPr>
              <a:defRPr sz="1200"/>
            </a:pPr>
            <a:r>
              <a:t>D:/pasar_fix/node_modules/.bun/highlight.js@11.11.1/node_modules/highlight.js/es/languages/subunit.js.js</a:t>
            </a:r>
          </a:p>
          <a:p>
            <a:pPr>
              <a:defRPr sz="1200"/>
            </a:pPr>
            <a:r>
              <a:t>D:/pasar_fix/node_modules/.bun/highlight.js@11.11.1/node_modules/highlight.js/es/languages/swift.js</a:t>
            </a:r>
          </a:p>
          <a:p>
            <a:pPr>
              <a:defRPr sz="1200"/>
            </a:pPr>
            <a:r>
              <a:t>D:/pasar_fix/node_modules/.bun/highlight.js@11.11.1/node_modules/highlight.js/es/languages/swift.js.js</a:t>
            </a:r>
          </a:p>
          <a:p>
            <a:pPr>
              <a:defRPr sz="1200"/>
            </a:pPr>
            <a:r>
              <a:t>D:/pasar_fix/node_modules/.bun/highlight.js@11.11.1/node_modules/highlight.js/es/languages/taggerscript.js</a:t>
            </a:r>
          </a:p>
          <a:p>
            <a:pPr>
              <a:defRPr sz="1200"/>
            </a:pPr>
            <a:r>
              <a:t>D:/pasar_fix/node_modules/.bun/highlight.js@11.11.1/node_modules/highlight.js/es/languages/taggerscript.js.js</a:t>
            </a:r>
          </a:p>
          <a:p>
            <a:pPr>
              <a:defRPr sz="1200"/>
            </a:pPr>
            <a:r>
              <a:t>D:/pasar_fix/node_modules/.bun/highlight.js@11.11.1/node_modules/highlight.js/es/languages/tap.js</a:t>
            </a:r>
          </a:p>
          <a:p>
            <a:pPr>
              <a:defRPr sz="1200"/>
            </a:pPr>
            <a:r>
              <a:t>D:/pasar_fix/node_modules/.bun/highlight.js@11.11.1/node_modules/highlight.js/es/languages/tap.js.js</a:t>
            </a:r>
          </a:p>
          <a:p>
            <a:pPr>
              <a:defRPr sz="1200"/>
            </a:pPr>
            <a:r>
              <a:t>D:/pasar_fix/node_modules/.bun/highlight.js@11.11.1/node_modules/highlight.js/es/languages/tcl.js</a:t>
            </a:r>
          </a:p>
          <a:p>
            <a:pPr>
              <a:defRPr sz="1200"/>
            </a:pPr>
            <a:r>
              <a:t>D:/pasar_fix/node_modules/.bun/highlight.js@11.11.1/node_modules/highlight.js/es/languages/tcl.js.js</a:t>
            </a:r>
          </a:p>
          <a:p>
            <a:pPr>
              <a:defRPr sz="1200"/>
            </a:pPr>
            <a:r>
              <a:t>D:/pasar_fix/node_modules/.bun/highlight.js@11.11.1/node_modules/highlight.js/es/languages/thrift.js</a:t>
            </a:r>
          </a:p>
          <a:p>
            <a:pPr>
              <a:defRPr sz="1200"/>
            </a:pPr>
            <a:r>
              <a:t>D:/pasar_fix/node_modules/.bun/highlight.js@11.11.1/node_modules/highlight.js/es/languages/thrift.js.js</a:t>
            </a:r>
          </a:p>
          <a:p>
            <a:pPr>
              <a:defRPr sz="1200"/>
            </a:pPr>
            <a:r>
              <a:t>D:/pasar_fix/node_modules/.bun/highlight.js@11.11.1/node_modules/highlight.js/es/languages/tp.js</a:t>
            </a:r>
          </a:p>
          <a:p>
            <a:pPr>
              <a:defRPr sz="1200"/>
            </a:pPr>
            <a:r>
              <a:t>D:/pasar_fix/node_modules/.bun/highlight.js@11.11.1/node_modules/highlight.js/es/languages/tp.js.js</a:t>
            </a:r>
          </a:p>
          <a:p>
            <a:pPr>
              <a:defRPr sz="1200"/>
            </a:pPr>
            <a:r>
              <a:t>D:/pasar_fix/node_modules/.bun/highlight.js@11.11.1/node_modules/highlight.js/es/languages/twig.js</a:t>
            </a:r>
          </a:p>
          <a:p>
            <a:pPr>
              <a:defRPr sz="1200"/>
            </a:pPr>
            <a:r>
              <a:t>D:/pasar_fix/node_modules/.bun/highlight.js@11.11.1/node_modules/highlight.js/es/languages/twig.js.js</a:t>
            </a:r>
          </a:p>
          <a:p>
            <a:pPr>
              <a:defRPr sz="1200"/>
            </a:pPr>
            <a:r>
              <a:t>D:/pasar_fix/node_modules/.bun/highlight.js@11.11.1/node_modules/highlight.js/es/languages/typescript.js</a:t>
            </a:r>
          </a:p>
          <a:p>
            <a:pPr>
              <a:defRPr sz="1200"/>
            </a:pPr>
            <a:r>
              <a:t>D:/pasar_fix/node_modules/.bun/highlight.js@11.11.1/node_modules/highlight.js/es/languages/typescript.js.js</a:t>
            </a:r>
          </a:p>
          <a:p>
            <a:pPr>
              <a:defRPr sz="1200"/>
            </a:pPr>
            <a:r>
              <a:t>D:/pasar_fix/node_modules/.bun/highlight.js@11.11.1/node_modules/highlight.js/es/languages/vala.js</a:t>
            </a:r>
          </a:p>
          <a:p>
            <a:pPr>
              <a:defRPr sz="1200"/>
            </a:pPr>
            <a:r>
              <a:t>D:/pasar_fix/node_modules/.bun/highlight.js@11.11.1/node_modules/highlight.js/es/languages/vala.js.js</a:t>
            </a:r>
          </a:p>
          <a:p>
            <a:pPr>
              <a:defRPr sz="1200"/>
            </a:pPr>
            <a:r>
              <a:t>D:/pasar_fix/node_modules/.bun/highlight.js@11.11.1/node_modules/highlight.js/es/languages/vbnet.js</a:t>
            </a:r>
          </a:p>
          <a:p>
            <a:pPr>
              <a:defRPr sz="1200"/>
            </a:pPr>
            <a:r>
              <a:t>D:/pasar_fix/node_modules/.bun/highlight.js@11.11.1/node_modules/highlight.js/es/languages/vbnet.js.js</a:t>
            </a:r>
          </a:p>
          <a:p>
            <a:pPr>
              <a:defRPr sz="1200"/>
            </a:pPr>
            <a:r>
              <a:t>D:/pasar_fix/node_modules/.bun/highlight.js@11.11.1/node_modules/highlight.js/es/languages/vbscript-html.js</a:t>
            </a:r>
          </a:p>
          <a:p>
            <a:pPr>
              <a:defRPr sz="1200"/>
            </a:pPr>
            <a:r>
              <a:t>D:/pasar_fix/node_modules/.bun/highlight.js@11.11.1/node_modules/highlight.js/es/languages/vbscript-html.js.js</a:t>
            </a:r>
          </a:p>
          <a:p>
            <a:pPr>
              <a:defRPr sz="1200"/>
            </a:pPr>
            <a:r>
              <a:t>D:/pasar_fix/node_modules/.bun/highlight.js@11.11.1/node_modules/highlight.js/es/languages/vbscript.js</a:t>
            </a:r>
          </a:p>
          <a:p>
            <a:pPr>
              <a:defRPr sz="1200"/>
            </a:pPr>
            <a:r>
              <a:t>D:/pasar_fix/node_modules/.bun/highlight.js@11.11.1/node_modules/highlight.js/es/languages/vbscript.js.js</a:t>
            </a:r>
          </a:p>
          <a:p>
            <a:pPr>
              <a:defRPr sz="1200"/>
            </a:pPr>
            <a:r>
              <a:t>D:/pasar_fix/node_modules/.bun/highlight.js@11.11.1/node_modules/highlight.js/es/languages/verilog.js</a:t>
            </a:r>
          </a:p>
          <a:p>
            <a:pPr>
              <a:defRPr sz="1200"/>
            </a:pPr>
            <a:r>
              <a:t>D:/pasar_fix/node_modules/.bun/highlight.js@11.11.1/node_modules/highlight.js/es/languages/verilog.js.js</a:t>
            </a:r>
          </a:p>
          <a:p>
            <a:pPr>
              <a:defRPr sz="1200"/>
            </a:pPr>
            <a:r>
              <a:t>D:/pasar_fix/node_modules/.bun/highlight.js@11.11.1/node_modules/highlight.js/es/languages/vhdl.js</a:t>
            </a:r>
          </a:p>
          <a:p>
            <a:pPr>
              <a:defRPr sz="1200"/>
            </a:pPr>
            <a:r>
              <a:t>D:/pasar_fix/node_modules/.bun/highlight.js@11.11.1/node_modules/highlight.js/es/languages/vhdl.js.js</a:t>
            </a:r>
          </a:p>
          <a:p>
            <a:pPr>
              <a:defRPr sz="1200"/>
            </a:pPr>
            <a:r>
              <a:t>D:/pasar_fix/node_modules/.bun/highlight.js@11.11.1/node_modules/highlight.js/es/languages/vim.js</a:t>
            </a:r>
          </a:p>
          <a:p>
            <a:pPr>
              <a:defRPr sz="1200"/>
            </a:pPr>
            <a:r>
              <a:t>D:/pasar_fix/node_modules/.bun/highlight.js@11.11.1/node_modules/highlight.js/es/languages/vim.js.js</a:t>
            </a:r>
          </a:p>
          <a:p>
            <a:pPr>
              <a:defRPr sz="1200"/>
            </a:pPr>
            <a:r>
              <a:t>D:/pasar_fix/node_modules/.bun/highlight.js@11.11.1/node_modules/highlight.js/es/languages/wasm.js</a:t>
            </a:r>
          </a:p>
          <a:p>
            <a:pPr>
              <a:defRPr sz="1200"/>
            </a:pPr>
            <a:r>
              <a:t>D:/pasar_fix/node_modules/.bun/highlight.js@11.11.1/node_modules/highlight.js/es/languages/wasm.js.js</a:t>
            </a:r>
          </a:p>
          <a:p>
            <a:pPr>
              <a:defRPr sz="1200"/>
            </a:pPr>
            <a:r>
              <a:t>D:/pasar_fix/node_modules/.bun/highlight.js@11.11.1/node_modules/highlight.js/es/languages/wren.js</a:t>
            </a:r>
          </a:p>
          <a:p>
            <a:pPr>
              <a:defRPr sz="1200"/>
            </a:pPr>
            <a:r>
              <a:t>D:/pasar_fix/node_modules/.bun/highlight.js@11.11.1/node_modules/highlight.js/es/languages/wren.js.js</a:t>
            </a:r>
          </a:p>
          <a:p>
            <a:pPr>
              <a:defRPr sz="1200"/>
            </a:pPr>
            <a:r>
              <a:t>D:/pasar_fix/node_modules/.bun/highlight.js@11.11.1/node_modules/highlight.js/es/languages/x86asm.js</a:t>
            </a:r>
          </a:p>
          <a:p>
            <a:pPr>
              <a:defRPr sz="1200"/>
            </a:pPr>
            <a:r>
              <a:t>D:/pasar_fix/node_modules/.bun/highlight.js@11.11.1/node_modules/highlight.js/es/languages/x86asm.js.js</a:t>
            </a:r>
          </a:p>
          <a:p>
            <a:pPr>
              <a:defRPr sz="1200"/>
            </a:pPr>
            <a:r>
              <a:t>D:/pasar_fix/node_modules/.bun/highlight.js@11.11.1/node_modules/highlight.js/es/languages/xl.js</a:t>
            </a:r>
          </a:p>
          <a:p>
            <a:pPr>
              <a:defRPr sz="1200"/>
            </a:pPr>
            <a:r>
              <a:t>D:/pasar_fix/node_modules/.bun/highlight.js@11.11.1/node_modules/highlight.js/es/languages/xl.js.js</a:t>
            </a:r>
          </a:p>
          <a:p>
            <a:pPr>
              <a:defRPr sz="1200"/>
            </a:pPr>
            <a:r>
              <a:t>D:/pasar_fix/node_modules/.bun/highlight.js@11.11.1/node_modules/highlight.js/es/languages/xml.js</a:t>
            </a:r>
          </a:p>
          <a:p>
            <a:pPr>
              <a:defRPr sz="1200"/>
            </a:pPr>
            <a:r>
              <a:t>D:/pasar_fix/node_modules/.bun/highlight.js@11.11.1/node_modules/highlight.js/es/languages/xml.js.js</a:t>
            </a:r>
          </a:p>
          <a:p>
            <a:pPr>
              <a:defRPr sz="1200"/>
            </a:pPr>
            <a:r>
              <a:t>D:/pasar_fix/node_modules/.bun/highlight.js@11.11.1/node_modules/highlight.js/es/languages/xquery.js</a:t>
            </a:r>
          </a:p>
          <a:p>
            <a:pPr>
              <a:defRPr sz="1200"/>
            </a:pPr>
            <a:r>
              <a:t>D:/pasar_fix/node_modules/.bun/highlight.js@11.11.1/node_modules/highlight.js/es/languages/xquery.js.js</a:t>
            </a:r>
          </a:p>
          <a:p>
            <a:pPr>
              <a:defRPr sz="1200"/>
            </a:pPr>
            <a:r>
              <a:t>D:/pasar_fix/node_modules/.bun/highlight.js@11.11.1/node_modules/highlight.js/es/languages/yaml.js</a:t>
            </a:r>
          </a:p>
          <a:p>
            <a:pPr>
              <a:defRPr sz="1200"/>
            </a:pPr>
            <a:r>
              <a:t>D:/pasar_fix/node_modules/.bun/highlight.js@11.11.1/node_modules/highlight.js/es/languages/yaml.js.js</a:t>
            </a:r>
          </a:p>
          <a:p>
            <a:pPr>
              <a:defRPr sz="1200"/>
            </a:pPr>
            <a:r>
              <a:t>D:/pasar_fix/node_modules/.bun/highlight.js@11.11.1/node_modules/highlight.js/es/languages/zephir.js</a:t>
            </a:r>
          </a:p>
          <a:p>
            <a:pPr>
              <a:defRPr sz="1200"/>
            </a:pPr>
            <a:r>
              <a:t>D:/pasar_fix/node_modules/.bun/highlight.js@11.11.1/node_modules/highlight.js/es/languages/zephir.js.js</a:t>
            </a:r>
          </a:p>
          <a:p>
            <a:pPr>
              <a:defRPr sz="1200"/>
            </a:pPr>
            <a:r>
              <a:t>D:/pasar_fix/node_modules/.bun/highlight.js@11.11.1/node_modules/highlight.js/es/utils/regex.js</a:t>
            </a:r>
          </a:p>
          <a:p>
            <a:pPr>
              <a:defRPr sz="1200"/>
            </a:pPr>
            <a:r>
              <a:t>D:/pasar_fix/node_modules/.bun/highlight.js@11.11.1/node_modules/highlight.js/lib/common.d.ts</a:t>
            </a:r>
          </a:p>
          <a:p>
            <a:pPr>
              <a:defRPr sz="1200"/>
            </a:pPr>
            <a:r>
              <a:t>D:/pasar_fix/node_modules/.bun/highlight.js@11.11.1/node_modules/highlight.js/lib/common.js</a:t>
            </a:r>
          </a:p>
          <a:p>
            <a:pPr>
              <a:defRPr sz="1200"/>
            </a:pPr>
            <a:r>
              <a:t>D:/pasar_fix/node_modules/.bun/highlight.js@11.11.1/node_modules/highlight.js/lib/core.d.ts</a:t>
            </a:r>
          </a:p>
          <a:p>
            <a:pPr>
              <a:defRPr sz="1200"/>
            </a:pPr>
            <a:r>
              <a:t>D:/pasar_fix/node_modules/.bun/highlight.js@11.11.1/node_modules/highlight.js/lib/core.js</a:t>
            </a:r>
          </a:p>
          <a:p>
            <a:pPr>
              <a:defRPr sz="1200"/>
            </a:pPr>
            <a:r>
              <a:t>D:/pasar_fix/node_modules/.bun/highlight.js@11.11.1/node_modules/highlight.js/lib/index.js</a:t>
            </a:r>
          </a:p>
          <a:p>
            <a:pPr>
              <a:defRPr sz="1200"/>
            </a:pPr>
            <a:r>
              <a:t>D:/pasar_fix/node_modules/.bun/highlight.js@11.11.1/node_modules/highlight.js/lib/languages/1c.js</a:t>
            </a:r>
          </a:p>
          <a:p>
            <a:pPr>
              <a:defRPr sz="1200"/>
            </a:pPr>
            <a:r>
              <a:t>D:/pasar_fix/node_modules/.bun/highlight.js@11.11.1/node_modules/highlight.js/lib/languages/1c.js.js</a:t>
            </a:r>
          </a:p>
          <a:p>
            <a:pPr>
              <a:defRPr sz="1200"/>
            </a:pPr>
            <a:r>
              <a:t>D:/pasar_fix/node_modules/.bun/highlight.js@11.11.1/node_modules/highlight.js/lib/languages/abnf.js</a:t>
            </a:r>
          </a:p>
          <a:p>
            <a:pPr>
              <a:defRPr sz="1200"/>
            </a:pPr>
            <a:r>
              <a:t>D:/pasar_fix/node_modules/.bun/highlight.js@11.11.1/node_modules/highlight.js/lib/languages/abnf.js.js</a:t>
            </a:r>
          </a:p>
          <a:p>
            <a:pPr>
              <a:defRPr sz="1200"/>
            </a:pPr>
            <a:r>
              <a:t>D:/pasar_fix/node_modules/.bun/highlight.js@11.11.1/node_modules/highlight.js/lib/languages/accesslog.js</a:t>
            </a:r>
          </a:p>
          <a:p>
            <a:pPr>
              <a:defRPr sz="1200"/>
            </a:pPr>
            <a:r>
              <a:t>D:/pasar_fix/node_modules/.bun/highlight.js@11.11.1/node_modules/highlight.js/lib/languages/accesslog.js.js</a:t>
            </a:r>
          </a:p>
          <a:p>
            <a:pPr>
              <a:defRPr sz="1200"/>
            </a:pPr>
            <a:r>
              <a:t>D:/pasar_fix/node_modules/.bun/highlight.js@11.11.1/node_modules/highlight.js/lib/languages/actionscript.js</a:t>
            </a:r>
          </a:p>
          <a:p>
            <a:pPr>
              <a:defRPr sz="1200"/>
            </a:pPr>
            <a:r>
              <a:t>D:/pasar_fix/node_modules/.bun/highlight.js@11.11.1/node_modules/highlight.js/lib/languages/actionscript.js.js</a:t>
            </a:r>
          </a:p>
          <a:p>
            <a:pPr>
              <a:defRPr sz="1200"/>
            </a:pPr>
            <a:r>
              <a:t>D:/pasar_fix/node_modules/.bun/highlight.js@11.11.1/node_modules/highlight.js/lib/languages/ada.js</a:t>
            </a:r>
          </a:p>
          <a:p>
            <a:pPr>
              <a:defRPr sz="1200"/>
            </a:pPr>
            <a:r>
              <a:t>D:/pasar_fix/node_modules/.bun/highlight.js@11.11.1/node_modules/highlight.js/lib/languages/ada.js.js</a:t>
            </a:r>
          </a:p>
          <a:p>
            <a:pPr>
              <a:defRPr sz="1200"/>
            </a:pPr>
            <a:r>
              <a:t>D:/pasar_fix/node_modules/.bun/highlight.js@11.11.1/node_modules/highlight.js/lib/languages/angelscript.js</a:t>
            </a:r>
          </a:p>
          <a:p>
            <a:pPr>
              <a:defRPr sz="1200"/>
            </a:pPr>
            <a:r>
              <a:t>D:/pasar_fix/node_modules/.bun/highlight.js@11.11.1/node_modules/highlight.js/lib/languages/angelscript.js.js</a:t>
            </a:r>
          </a:p>
          <a:p>
            <a:pPr>
              <a:defRPr sz="1200"/>
            </a:pPr>
            <a:r>
              <a:t>D:/pasar_fix/node_modules/.bun/highlight.js@11.11.1/node_modules/highlight.js/lib/languages/apache.js</a:t>
            </a:r>
          </a:p>
          <a:p>
            <a:pPr>
              <a:defRPr sz="1200"/>
            </a:pPr>
            <a:r>
              <a:t>D:/pasar_fix/node_modules/.bun/highlight.js@11.11.1/node_modules/highlight.js/lib/languages/apache.js.js</a:t>
            </a:r>
          </a:p>
          <a:p>
            <a:pPr>
              <a:defRPr sz="1200"/>
            </a:pPr>
            <a:r>
              <a:t>D:/pasar_fix/node_modules/.bun/highlight.js@11.11.1/node_modules/highlight.js/lib/languages/applescript.js</a:t>
            </a:r>
          </a:p>
          <a:p>
            <a:pPr>
              <a:defRPr sz="1200"/>
            </a:pPr>
            <a:r>
              <a:t>D:/pasar_fix/node_modules/.bun/highlight.js@11.11.1/node_modules/highlight.js/lib/languages/applescript.js.js</a:t>
            </a:r>
          </a:p>
          <a:p>
            <a:pPr>
              <a:defRPr sz="1200"/>
            </a:pPr>
            <a:r>
              <a:t>D:/pasar_fix/node_modules/.bun/highlight.js@11.11.1/node_modules/highlight.js/lib/languages/arcade.js</a:t>
            </a:r>
          </a:p>
          <a:p>
            <a:pPr>
              <a:defRPr sz="1200"/>
            </a:pPr>
            <a:r>
              <a:t>D:/pasar_fix/node_modules/.bun/highlight.js@11.11.1/node_modules/highlight.js/lib/languages/arcade.js.js</a:t>
            </a:r>
          </a:p>
          <a:p>
            <a:pPr>
              <a:defRPr sz="1200"/>
            </a:pPr>
            <a:r>
              <a:t>D:/pasar_fix/node_modules/.bun/highlight.js@11.11.1/node_modules/highlight.js/lib/languages/arduino.js</a:t>
            </a:r>
          </a:p>
          <a:p>
            <a:pPr>
              <a:defRPr sz="1200"/>
            </a:pPr>
            <a:r>
              <a:t>D:/pasar_fix/node_modules/.bun/highlight.js@11.11.1/node_modules/highlight.js/lib/languages/arduino.js.js</a:t>
            </a:r>
          </a:p>
          <a:p>
            <a:pPr>
              <a:defRPr sz="1200"/>
            </a:pPr>
            <a:r>
              <a:t>D:/pasar_fix/node_modules/.bun/highlight.js@11.11.1/node_modules/highlight.js/lib/languages/armasm.js</a:t>
            </a:r>
          </a:p>
          <a:p>
            <a:pPr>
              <a:defRPr sz="1200"/>
            </a:pPr>
            <a:r>
              <a:t>D:/pasar_fix/node_modules/.bun/highlight.js@11.11.1/node_modules/highlight.js/lib/languages/armasm.js.js</a:t>
            </a:r>
          </a:p>
          <a:p>
            <a:pPr>
              <a:defRPr sz="1200"/>
            </a:pPr>
            <a:r>
              <a:t>D:/pasar_fix/node_modules/.bun/highlight.js@11.11.1/node_modules/highlight.js/lib/languages/asciidoc.js</a:t>
            </a:r>
          </a:p>
          <a:p>
            <a:pPr>
              <a:defRPr sz="1200"/>
            </a:pPr>
            <a:r>
              <a:t>D:/pasar_fix/node_modules/.bun/highlight.js@11.11.1/node_modules/highlight.js/lib/languages/asciidoc.js.js</a:t>
            </a:r>
          </a:p>
          <a:p>
            <a:pPr>
              <a:defRPr sz="1200"/>
            </a:pPr>
            <a:r>
              <a:t>D:/pasar_fix/node_modules/.bun/highlight.js@11.11.1/node_modules/highlight.js/lib/languages/aspectj.js</a:t>
            </a:r>
          </a:p>
          <a:p>
            <a:pPr>
              <a:defRPr sz="1200"/>
            </a:pPr>
            <a:r>
              <a:t>D:/pasar_fix/node_modules/.bun/highlight.js@11.11.1/node_modules/highlight.js/lib/languages/aspectj.js.js</a:t>
            </a:r>
          </a:p>
          <a:p>
            <a:pPr>
              <a:defRPr sz="1200"/>
            </a:pPr>
            <a:r>
              <a:t>D:/pasar_fix/node_modules/.bun/highlight.js@11.11.1/node_modules/highlight.js/lib/languages/autohotkey.js</a:t>
            </a:r>
          </a:p>
          <a:p>
            <a:pPr>
              <a:defRPr sz="1200"/>
            </a:pPr>
            <a:r>
              <a:t>D:/pasar_fix/node_modules/.bun/highlight.js@11.11.1/node_modules/highlight.js/lib/languages/autohotkey.js.js</a:t>
            </a:r>
          </a:p>
          <a:p>
            <a:pPr>
              <a:defRPr sz="1200"/>
            </a:pPr>
            <a:r>
              <a:t>D:/pasar_fix/node_modules/.bun/highlight.js@11.11.1/node_modules/highlight.js/lib/languages/autoit.js</a:t>
            </a:r>
          </a:p>
          <a:p>
            <a:pPr>
              <a:defRPr sz="1200"/>
            </a:pPr>
            <a:r>
              <a:t>D:/pasar_fix/node_modules/.bun/highlight.js@11.11.1/node_modules/highlight.js/lib/languages/autoit.js.js</a:t>
            </a:r>
          </a:p>
          <a:p>
            <a:pPr>
              <a:defRPr sz="1200"/>
            </a:pPr>
            <a:r>
              <a:t>D:/pasar_fix/node_modules/.bun/highlight.js@11.11.1/node_modules/highlight.js/lib/languages/avrasm.js</a:t>
            </a:r>
          </a:p>
          <a:p>
            <a:pPr>
              <a:defRPr sz="1200"/>
            </a:pPr>
            <a:r>
              <a:t>D:/pasar_fix/node_modules/.bun/highlight.js@11.11.1/node_modules/highlight.js/lib/languages/avrasm.js.js</a:t>
            </a:r>
          </a:p>
          <a:p>
            <a:pPr>
              <a:defRPr sz="1200"/>
            </a:pPr>
            <a:r>
              <a:t>D:/pasar_fix/node_modules/.bun/highlight.js@11.11.1/node_modules/highlight.js/lib/languages/awk.js</a:t>
            </a:r>
          </a:p>
          <a:p>
            <a:pPr>
              <a:defRPr sz="1200"/>
            </a:pPr>
            <a:r>
              <a:t>D:/pasar_fix/node_modules/.bun/highlight.js@11.11.1/node_modules/highlight.js/lib/languages/awk.js.js</a:t>
            </a:r>
          </a:p>
          <a:p>
            <a:pPr>
              <a:defRPr sz="1200"/>
            </a:pPr>
            <a:r>
              <a:t>D:/pasar_fix/node_modules/.bun/highlight.js@11.11.1/node_modules/highlight.js/lib/languages/axapta.js</a:t>
            </a:r>
          </a:p>
          <a:p>
            <a:pPr>
              <a:defRPr sz="1200"/>
            </a:pPr>
            <a:r>
              <a:t>D:/pasar_fix/node_modules/.bun/highlight.js@11.11.1/node_modules/highlight.js/lib/languages/axapta.js.js</a:t>
            </a:r>
          </a:p>
          <a:p>
            <a:pPr>
              <a:defRPr sz="1200"/>
            </a:pPr>
            <a:r>
              <a:t>D:/pasar_fix/node_modules/.bun/highlight.js@11.11.1/node_modules/highlight.js/lib/languages/bash.js</a:t>
            </a:r>
          </a:p>
          <a:p>
            <a:pPr>
              <a:defRPr sz="1200"/>
            </a:pPr>
            <a:r>
              <a:t>D:/pasar_fix/node_modules/.bun/highlight.js@11.11.1/node_modules/highlight.js/lib/languages/bash.js.js</a:t>
            </a:r>
          </a:p>
          <a:p>
            <a:pPr>
              <a:defRPr sz="1200"/>
            </a:pPr>
            <a:r>
              <a:t>D:/pasar_fix/node_modules/.bun/highlight.js@11.11.1/node_modules/highlight.js/lib/languages/basic.js</a:t>
            </a:r>
          </a:p>
          <a:p>
            <a:pPr>
              <a:defRPr sz="1200"/>
            </a:pPr>
            <a:r>
              <a:t>D:/pasar_fix/node_modules/.bun/highlight.js@11.11.1/node_modules/highlight.js/lib/languages/basic.js.js</a:t>
            </a:r>
          </a:p>
          <a:p>
            <a:pPr>
              <a:defRPr sz="1200"/>
            </a:pPr>
            <a:r>
              <a:t>D:/pasar_fix/node_modules/.bun/highlight.js@11.11.1/node_modules/highlight.js/lib/languages/bnf.js</a:t>
            </a:r>
          </a:p>
          <a:p>
            <a:pPr>
              <a:defRPr sz="1200"/>
            </a:pPr>
            <a:r>
              <a:t>D:/pasar_fix/node_modules/.bun/highlight.js@11.11.1/node_modules/highlight.js/lib/languages/bnf.js.js</a:t>
            </a:r>
          </a:p>
          <a:p>
            <a:pPr>
              <a:defRPr sz="1200"/>
            </a:pPr>
            <a:r>
              <a:t>D:/pasar_fix/node_modules/.bun/highlight.js@11.11.1/node_modules/highlight.js/lib/languages/brainfuck.js</a:t>
            </a:r>
          </a:p>
          <a:p>
            <a:pPr>
              <a:defRPr sz="1200"/>
            </a:pPr>
            <a:r>
              <a:t>D:/pasar_fix/node_modules/.bun/highlight.js@11.11.1/node_modules/highlight.js/lib/languages/brainfuck.js.js</a:t>
            </a:r>
          </a:p>
          <a:p>
            <a:pPr>
              <a:defRPr sz="1200"/>
            </a:pPr>
            <a:r>
              <a:t>D:/pasar_fix/node_modules/.bun/highlight.js@11.11.1/node_modules/highlight.js/lib/languages/c.js</a:t>
            </a:r>
          </a:p>
          <a:p>
            <a:pPr>
              <a:defRPr sz="1200"/>
            </a:pPr>
            <a:r>
              <a:t>D:/pasar_fix/node_modules/.bun/highlight.js@11.11.1/node_modules/highlight.js/lib/languages/c.js.js</a:t>
            </a:r>
          </a:p>
          <a:p>
            <a:pPr>
              <a:defRPr sz="1200"/>
            </a:pPr>
            <a:r>
              <a:t>D:/pasar_fix/node_modules/.bun/highlight.js@11.11.1/node_modules/highlight.js/lib/languages/cal.js</a:t>
            </a:r>
          </a:p>
          <a:p>
            <a:pPr>
              <a:defRPr sz="1200"/>
            </a:pPr>
            <a:r>
              <a:t>D:/pasar_fix/node_modules/.bun/highlight.js@11.11.1/node_modules/highlight.js/lib/languages/cal.js.js</a:t>
            </a:r>
          </a:p>
          <a:p>
            <a:pPr>
              <a:defRPr sz="1200"/>
            </a:pPr>
            <a:r>
              <a:t>D:/pasar_fix/node_modules/.bun/highlight.js@11.11.1/node_modules/highlight.js/lib/languages/capnproto.js</a:t>
            </a:r>
          </a:p>
          <a:p>
            <a:pPr>
              <a:defRPr sz="1200"/>
            </a:pPr>
            <a:r>
              <a:t>D:/pasar_fix/node_modules/.bun/highlight.js@11.11.1/node_modules/highlight.js/lib/languages/capnproto.js.js</a:t>
            </a:r>
          </a:p>
          <a:p>
            <a:pPr>
              <a:defRPr sz="1200"/>
            </a:pPr>
            <a:r>
              <a:t>D:/pasar_fix/node_modules/.bun/highlight.js@11.11.1/node_modules/highlight.js/lib/languages/ceylon.js</a:t>
            </a:r>
          </a:p>
          <a:p>
            <a:pPr>
              <a:defRPr sz="1200"/>
            </a:pPr>
            <a:r>
              <a:t>D:/pasar_fix/node_modules/.bun/highlight.js@11.11.1/node_modules/highlight.js/lib/languages/ceylon.js.js</a:t>
            </a:r>
          </a:p>
          <a:p>
            <a:pPr>
              <a:defRPr sz="1200"/>
            </a:pPr>
            <a:r>
              <a:t>D:/pasar_fix/node_modules/.bun/highlight.js@11.11.1/node_modules/highlight.js/lib/languages/clean.js</a:t>
            </a:r>
          </a:p>
          <a:p>
            <a:pPr>
              <a:defRPr sz="1200"/>
            </a:pPr>
            <a:r>
              <a:t>D:/pasar_fix/node_modules/.bun/highlight.js@11.11.1/node_modules/highlight.js/lib/languages/clean.js.js</a:t>
            </a:r>
          </a:p>
          <a:p>
            <a:pPr>
              <a:defRPr sz="1200"/>
            </a:pPr>
            <a:r>
              <a:t>D:/pasar_fix/node_modules/.bun/highlight.js@11.11.1/node_modules/highlight.js/lib/languages/clojure-repl.js</a:t>
            </a:r>
          </a:p>
          <a:p>
            <a:pPr>
              <a:defRPr sz="1200"/>
            </a:pPr>
            <a:r>
              <a:t>D:/pasar_fix/node_modules/.bun/highlight.js@11.11.1/node_modules/highlight.js/lib/languages/clojure-repl.js.js</a:t>
            </a:r>
          </a:p>
          <a:p>
            <a:pPr>
              <a:defRPr sz="1200"/>
            </a:pPr>
            <a:r>
              <a:t>D:/pasar_fix/node_modules/.bun/highlight.js@11.11.1/node_modules/highlight.js/lib/languages/clojure.js</a:t>
            </a:r>
          </a:p>
          <a:p>
            <a:pPr>
              <a:defRPr sz="1200"/>
            </a:pPr>
            <a:r>
              <a:t>D:/pasar_fix/node_modules/.bun/highlight.js@11.11.1/node_modules/highlight.js/lib/languages/clojure.js.js</a:t>
            </a:r>
          </a:p>
          <a:p>
            <a:pPr>
              <a:defRPr sz="1200"/>
            </a:pPr>
            <a:r>
              <a:t>D:/pasar_fix/node_modules/.bun/highlight.js@11.11.1/node_modules/highlight.js/lib/languages/cmake.js</a:t>
            </a:r>
          </a:p>
          <a:p>
            <a:pPr>
              <a:defRPr sz="1200"/>
            </a:pPr>
            <a:r>
              <a:t>D:/pasar_fix/node_modules/.bun/highlight.js@11.11.1/node_modules/highlight.js/lib/languages/cmake.js.js</a:t>
            </a:r>
          </a:p>
          <a:p>
            <a:pPr>
              <a:defRPr sz="1200"/>
            </a:pPr>
            <a:r>
              <a:t>D:/pasar_fix/node_modules/.bun/highlight.js@11.11.1/node_modules/highlight.js/lib/languages/coffeescript.js</a:t>
            </a:r>
          </a:p>
          <a:p>
            <a:pPr>
              <a:defRPr sz="1200"/>
            </a:pPr>
            <a:r>
              <a:t>D:/pasar_fix/node_modules/.bun/highlight.js@11.11.1/node_modules/highlight.js/lib/languages/coffeescript.js.js</a:t>
            </a:r>
          </a:p>
          <a:p>
            <a:pPr>
              <a:defRPr sz="1200"/>
            </a:pPr>
            <a:r>
              <a:t>D:/pasar_fix/node_modules/.bun/highlight.js@11.11.1/node_modules/highlight.js/lib/languages/coq.js</a:t>
            </a:r>
          </a:p>
          <a:p>
            <a:pPr>
              <a:defRPr sz="1200"/>
            </a:pPr>
            <a:r>
              <a:t>D:/pasar_fix/node_modules/.bun/highlight.js@11.11.1/node_modules/highlight.js/lib/languages/coq.js.js</a:t>
            </a:r>
          </a:p>
          <a:p>
            <a:pPr>
              <a:defRPr sz="1200"/>
            </a:pPr>
            <a:r>
              <a:t>D:/pasar_fix/node_modules/.bun/highlight.js@11.11.1/node_modules/highlight.js/lib/languages/cos.js</a:t>
            </a:r>
          </a:p>
          <a:p>
            <a:pPr>
              <a:defRPr sz="1200"/>
            </a:pPr>
            <a:r>
              <a:t>D:/pasar_fix/node_modules/.bun/highlight.js@11.11.1/node_modules/highlight.js/lib/languages/cos.js.js</a:t>
            </a:r>
          </a:p>
          <a:p>
            <a:pPr>
              <a:defRPr sz="1200"/>
            </a:pPr>
            <a:r>
              <a:t>D:/pasar_fix/node_modules/.bun/highlight.js@11.11.1/node_modules/highlight.js/lib/languages/cpp.js</a:t>
            </a:r>
          </a:p>
          <a:p>
            <a:pPr>
              <a:defRPr sz="1200"/>
            </a:pPr>
            <a:r>
              <a:t>D:/pasar_fix/node_modules/.bun/highlight.js@11.11.1/node_modules/highlight.js/lib/languages/cpp.js.js</a:t>
            </a:r>
          </a:p>
          <a:p>
            <a:pPr>
              <a:defRPr sz="1200"/>
            </a:pPr>
            <a:r>
              <a:t>D:/pasar_fix/node_modules/.bun/highlight.js@11.11.1/node_modules/highlight.js/lib/languages/crmsh.js</a:t>
            </a:r>
          </a:p>
          <a:p>
            <a:pPr>
              <a:defRPr sz="1200"/>
            </a:pPr>
            <a:r>
              <a:t>D:/pasar_fix/node_modules/.bun/highlight.js@11.11.1/node_modules/highlight.js/lib/languages/crmsh.js.js</a:t>
            </a:r>
          </a:p>
          <a:p>
            <a:pPr>
              <a:defRPr sz="1200"/>
            </a:pPr>
            <a:r>
              <a:t>D:/pasar_fix/node_modules/.bun/highlight.js@11.11.1/node_modules/highlight.js/lib/languages/crystal.js</a:t>
            </a:r>
          </a:p>
          <a:p>
            <a:pPr>
              <a:defRPr sz="1200"/>
            </a:pPr>
            <a:r>
              <a:t>D:/pasar_fix/node_modules/.bun/highlight.js@11.11.1/node_modules/highlight.js/lib/languages/crystal.js.js</a:t>
            </a:r>
          </a:p>
          <a:p>
            <a:pPr>
              <a:defRPr sz="1200"/>
            </a:pPr>
            <a:r>
              <a:t>D:/pasar_fix/node_modules/.bun/highlight.js@11.11.1/node_modules/highlight.js/lib/languages/csharp.js</a:t>
            </a:r>
          </a:p>
          <a:p>
            <a:pPr>
              <a:defRPr sz="1200"/>
            </a:pPr>
            <a:r>
              <a:t>D:/pasar_fix/node_modules/.bun/highlight.js@11.11.1/node_modules/highlight.js/lib/languages/csharp.js.js</a:t>
            </a:r>
          </a:p>
          <a:p>
            <a:pPr>
              <a:defRPr sz="1200"/>
            </a:pPr>
            <a:r>
              <a:t>D:/pasar_fix/node_modules/.bun/highlight.js@11.11.1/node_modules/highlight.js/lib/languages/csp.js</a:t>
            </a:r>
          </a:p>
          <a:p>
            <a:pPr>
              <a:defRPr sz="1200"/>
            </a:pPr>
            <a:r>
              <a:t>D:/pasar_fix/node_modules/.bun/highlight.js@11.11.1/node_modules/highlight.js/lib/languages/csp.js.js</a:t>
            </a:r>
          </a:p>
          <a:p>
            <a:pPr>
              <a:defRPr sz="1200"/>
            </a:pPr>
            <a:r>
              <a:t>D:/pasar_fix/node_modules/.bun/highlight.js@11.11.1/node_modules/highlight.js/lib/languages/css.js</a:t>
            </a:r>
          </a:p>
          <a:p>
            <a:pPr>
              <a:defRPr sz="1200"/>
            </a:pPr>
            <a:r>
              <a:t>D:/pasar_fix/node_modules/.bun/highlight.js@11.11.1/node_modules/highlight.js/lib/languages/css.js.js</a:t>
            </a:r>
          </a:p>
          <a:p>
            <a:pPr>
              <a:defRPr sz="1200"/>
            </a:pPr>
            <a:r>
              <a:t>D:/pasar_fix/node_modules/.bun/highlight.js@11.11.1/node_modules/highlight.js/lib/languages/d.js</a:t>
            </a:r>
          </a:p>
          <a:p>
            <a:pPr>
              <a:defRPr sz="1200"/>
            </a:pPr>
            <a:r>
              <a:t>D:/pasar_fix/node_modules/.bun/highlight.js@11.11.1/node_modules/highlight.js/lib/languages/d.js.js</a:t>
            </a:r>
          </a:p>
          <a:p>
            <a:pPr>
              <a:defRPr sz="1200"/>
            </a:pPr>
            <a:r>
              <a:t>D:/pasar_fix/node_modules/.bun/highlight.js@11.11.1/node_modules/highlight.js/lib/languages/dart.js</a:t>
            </a:r>
          </a:p>
          <a:p>
            <a:pPr>
              <a:defRPr sz="1200"/>
            </a:pPr>
            <a:r>
              <a:t>D:/pasar_fix/node_modules/.bun/highlight.js@11.11.1/node_modules/highlight.js/lib/languages/dart.js.js</a:t>
            </a:r>
          </a:p>
          <a:p>
            <a:pPr>
              <a:defRPr sz="1200"/>
            </a:pPr>
            <a:r>
              <a:t>D:/pasar_fix/node_modules/.bun/highlight.js@11.11.1/node_modules/highlight.js/lib/languages/delphi.js</a:t>
            </a:r>
          </a:p>
          <a:p>
            <a:pPr>
              <a:defRPr sz="1200"/>
            </a:pPr>
            <a:r>
              <a:t>D:/pasar_fix/node_modules/.bun/highlight.js@11.11.1/node_modules/highlight.js/lib/languages/delphi.js.js</a:t>
            </a:r>
          </a:p>
          <a:p>
            <a:pPr>
              <a:defRPr sz="1200"/>
            </a:pPr>
            <a:r>
              <a:t>D:/pasar_fix/node_modules/.bun/highlight.js@11.11.1/node_modules/highlight.js/lib/languages/diff.js</a:t>
            </a:r>
          </a:p>
          <a:p>
            <a:pPr>
              <a:defRPr sz="1200"/>
            </a:pPr>
            <a:r>
              <a:t>D:/pasar_fix/node_modules/.bun/highlight.js@11.11.1/node_modules/highlight.js/lib/languages/diff.js.js</a:t>
            </a:r>
          </a:p>
          <a:p>
            <a:pPr>
              <a:defRPr sz="1200"/>
            </a:pPr>
            <a:r>
              <a:t>D:/pasar_fix/node_modules/.bun/highlight.js@11.11.1/node_modules/highlight.js/lib/languages/django.js</a:t>
            </a:r>
          </a:p>
          <a:p>
            <a:pPr>
              <a:defRPr sz="1200"/>
            </a:pPr>
            <a:r>
              <a:t>D:/pasar_fix/node_modules/.bun/highlight.js@11.11.1/node_modules/highlight.js/lib/languages/django.js.js</a:t>
            </a:r>
          </a:p>
          <a:p>
            <a:pPr>
              <a:defRPr sz="1200"/>
            </a:pPr>
            <a:r>
              <a:t>D:/pasar_fix/node_modules/.bun/highlight.js@11.11.1/node_modules/highlight.js/lib/languages/dns.js</a:t>
            </a:r>
          </a:p>
          <a:p>
            <a:pPr>
              <a:defRPr sz="1200"/>
            </a:pPr>
            <a:r>
              <a:t>D:/pasar_fix/node_modules/.bun/highlight.js@11.11.1/node_modules/highlight.js/lib/languages/dns.js.js</a:t>
            </a:r>
          </a:p>
          <a:p>
            <a:pPr>
              <a:defRPr sz="1200"/>
            </a:pPr>
            <a:r>
              <a:t>D:/pasar_fix/node_modules/.bun/highlight.js@11.11.1/node_modules/highlight.js/lib/languages/dockerfile.js</a:t>
            </a:r>
          </a:p>
          <a:p>
            <a:pPr>
              <a:defRPr sz="1200"/>
            </a:pPr>
            <a:r>
              <a:t>D:/pasar_fix/node_modules/.bun/highlight.js@11.11.1/node_modules/highlight.js/lib/languages/dockerfile.js.js</a:t>
            </a:r>
          </a:p>
          <a:p>
            <a:pPr>
              <a:defRPr sz="1200"/>
            </a:pPr>
            <a:r>
              <a:t>D:/pasar_fix/node_modules/.bun/highlight.js@11.11.1/node_modules/highlight.js/lib/languages/dos.js</a:t>
            </a:r>
          </a:p>
          <a:p>
            <a:pPr>
              <a:defRPr sz="1200"/>
            </a:pPr>
            <a:r>
              <a:t>D:/pasar_fix/node_modules/.bun/highlight.js@11.11.1/node_modules/highlight.js/lib/languages/dos.js.js</a:t>
            </a:r>
          </a:p>
          <a:p>
            <a:pPr>
              <a:defRPr sz="1200"/>
            </a:pPr>
            <a:r>
              <a:t>D:/pasar_fix/node_modules/.bun/highlight.js@11.11.1/node_modules/highlight.js/lib/languages/dsconfig.js</a:t>
            </a:r>
          </a:p>
          <a:p>
            <a:pPr>
              <a:defRPr sz="1200"/>
            </a:pPr>
            <a:r>
              <a:t>D:/pasar_fix/node_modules/.bun/highlight.js@11.11.1/node_modules/highlight.js/lib/languages/dsconfig.js.js</a:t>
            </a:r>
          </a:p>
          <a:p>
            <a:pPr>
              <a:defRPr sz="1200"/>
            </a:pPr>
            <a:r>
              <a:t>D:/pasar_fix/node_modules/.bun/highlight.js@11.11.1/node_modules/highlight.js/lib/languages/dts.js</a:t>
            </a:r>
          </a:p>
          <a:p>
            <a:pPr>
              <a:defRPr sz="1200"/>
            </a:pPr>
            <a:r>
              <a:t>D:/pasar_fix/node_modules/.bun/highlight.js@11.11.1/node_modules/highlight.js/lib/languages/dts.js.js</a:t>
            </a:r>
          </a:p>
          <a:p>
            <a:pPr>
              <a:defRPr sz="1200"/>
            </a:pPr>
            <a:r>
              <a:t>D:/pasar_fix/node_modules/.bun/highlight.js@11.11.1/node_modules/highlight.js/lib/languages/dust.js</a:t>
            </a:r>
          </a:p>
          <a:p>
            <a:pPr>
              <a:defRPr sz="1200"/>
            </a:pPr>
            <a:r>
              <a:t>D:/pasar_fix/node_modules/.bun/highlight.js@11.11.1/node_modules/highlight.js/lib/languages/dust.js.js</a:t>
            </a:r>
          </a:p>
          <a:p>
            <a:pPr>
              <a:defRPr sz="1200"/>
            </a:pPr>
            <a:r>
              <a:t>D:/pasar_fix/node_modules/.bun/highlight.js@11.11.1/node_modules/highlight.js/lib/languages/ebnf.js</a:t>
            </a:r>
          </a:p>
          <a:p>
            <a:pPr>
              <a:defRPr sz="1200"/>
            </a:pPr>
            <a:r>
              <a:t>D:/pasar_fix/node_modules/.bun/highlight.js@11.11.1/node_modules/highlight.js/lib/languages/ebnf.js.js</a:t>
            </a:r>
          </a:p>
          <a:p>
            <a:pPr>
              <a:defRPr sz="1200"/>
            </a:pPr>
            <a:r>
              <a:t>D:/pasar_fix/node_modules/.bun/highlight.js@11.11.1/node_modules/highlight.js/lib/languages/elixir.js</a:t>
            </a:r>
          </a:p>
          <a:p>
            <a:pPr>
              <a:defRPr sz="1200"/>
            </a:pPr>
            <a:r>
              <a:t>D:/pasar_fix/node_modules/.bun/highlight.js@11.11.1/node_modules/highlight.js/lib/languages/elixir.js.js</a:t>
            </a:r>
          </a:p>
          <a:p>
            <a:pPr>
              <a:defRPr sz="1200"/>
            </a:pPr>
            <a:r>
              <a:t>D:/pasar_fix/node_modules/.bun/highlight.js@11.11.1/node_modules/highlight.js/lib/languages/elm.js</a:t>
            </a:r>
          </a:p>
          <a:p>
            <a:pPr>
              <a:defRPr sz="1200"/>
            </a:pPr>
            <a:r>
              <a:t>D:/pasar_fix/node_modules/.bun/highlight.js@11.11.1/node_modules/highlight.js/lib/languages/elm.js.js</a:t>
            </a:r>
          </a:p>
          <a:p>
            <a:pPr>
              <a:defRPr sz="1200"/>
            </a:pPr>
            <a:r>
              <a:t>D:/pasar_fix/node_modules/.bun/highlight.js@11.11.1/node_modules/highlight.js/lib/languages/erb.js</a:t>
            </a:r>
          </a:p>
          <a:p>
            <a:pPr>
              <a:defRPr sz="1200"/>
            </a:pPr>
            <a:r>
              <a:t>D:/pasar_fix/node_modules/.bun/highlight.js@11.11.1/node_modules/highlight.js/lib/languages/erb.js.js</a:t>
            </a:r>
          </a:p>
          <a:p>
            <a:pPr>
              <a:defRPr sz="1200"/>
            </a:pPr>
            <a:r>
              <a:t>D:/pasar_fix/node_modules/.bun/highlight.js@11.11.1/node_modules/highlight.js/lib/languages/erlang-repl.js</a:t>
            </a:r>
          </a:p>
          <a:p>
            <a:pPr>
              <a:defRPr sz="1200"/>
            </a:pPr>
            <a:r>
              <a:t>D:/pasar_fix/node_modules/.bun/highlight.js@11.11.1/node_modules/highlight.js/lib/languages/erlang-repl.js.js</a:t>
            </a:r>
          </a:p>
          <a:p>
            <a:pPr>
              <a:defRPr sz="1200"/>
            </a:pPr>
            <a:r>
              <a:t>D:/pasar_fix/node_modules/.bun/highlight.js@11.11.1/node_modules/highlight.js/lib/languages/erlang.js</a:t>
            </a:r>
          </a:p>
          <a:p>
            <a:pPr>
              <a:defRPr sz="1200"/>
            </a:pPr>
            <a:r>
              <a:t>D:/pasar_fix/node_modules/.bun/highlight.js@11.11.1/node_modules/highlight.js/lib/languages/erlang.js.js</a:t>
            </a:r>
          </a:p>
          <a:p>
            <a:pPr>
              <a:defRPr sz="1200"/>
            </a:pPr>
            <a:r>
              <a:t>D:/pasar_fix/node_modules/.bun/highlight.js@11.11.1/node_modules/highlight.js/lib/languages/excel.js</a:t>
            </a:r>
          </a:p>
          <a:p>
            <a:pPr>
              <a:defRPr sz="1200"/>
            </a:pPr>
            <a:r>
              <a:t>D:/pasar_fix/node_modules/.bun/highlight.js@11.11.1/node_modules/highlight.js/lib/languages/excel.js.js</a:t>
            </a:r>
          </a:p>
          <a:p>
            <a:pPr>
              <a:defRPr sz="1200"/>
            </a:pPr>
            <a:r>
              <a:t>D:/pasar_fix/node_modules/.bun/highlight.js@11.11.1/node_modules/highlight.js/lib/languages/fix.js</a:t>
            </a:r>
          </a:p>
          <a:p>
            <a:pPr>
              <a:defRPr sz="1200"/>
            </a:pPr>
            <a:r>
              <a:t>D:/pasar_fix/node_modules/.bun/highlight.js@11.11.1/node_modules/highlight.js/lib/languages/fix.js.js</a:t>
            </a:r>
          </a:p>
          <a:p>
            <a:pPr>
              <a:defRPr sz="1200"/>
            </a:pPr>
            <a:r>
              <a:t>D:/pasar_fix/node_modules/.bun/highlight.js@11.11.1/node_modules/highlight.js/lib/languages/flix.js</a:t>
            </a:r>
          </a:p>
          <a:p>
            <a:pPr>
              <a:defRPr sz="1200"/>
            </a:pPr>
            <a:r>
              <a:t>D:/pasar_fix/node_modules/.bun/highlight.js@11.11.1/node_modules/highlight.js/lib/languages/flix.js.js</a:t>
            </a:r>
          </a:p>
          <a:p>
            <a:pPr>
              <a:defRPr sz="1200"/>
            </a:pPr>
            <a:r>
              <a:t>D:/pasar_fix/node_modules/.bun/highlight.js@11.11.1/node_modules/highlight.js/lib/languages/fortran.js</a:t>
            </a:r>
          </a:p>
          <a:p>
            <a:pPr>
              <a:defRPr sz="1200"/>
            </a:pPr>
            <a:r>
              <a:t>D:/pasar_fix/node_modules/.bun/highlight.js@11.11.1/node_modules/highlight.js/lib/languages/fortran.js.js</a:t>
            </a:r>
          </a:p>
          <a:p>
            <a:pPr>
              <a:defRPr sz="1200"/>
            </a:pPr>
            <a:r>
              <a:t>D:/pasar_fix/node_modules/.bun/highlight.js@11.11.1/node_modules/highlight.js/lib/languages/fsharp.js</a:t>
            </a:r>
          </a:p>
          <a:p>
            <a:pPr>
              <a:defRPr sz="1200"/>
            </a:pPr>
            <a:r>
              <a:t>D:/pasar_fix/node_modules/.bun/highlight.js@11.11.1/node_modules/highlight.js/lib/languages/fsharp.js.js</a:t>
            </a:r>
          </a:p>
          <a:p>
            <a:pPr>
              <a:defRPr sz="1200"/>
            </a:pPr>
            <a:r>
              <a:t>D:/pasar_fix/node_modules/.bun/highlight.js@11.11.1/node_modules/highlight.js/lib/languages/gams.js</a:t>
            </a:r>
          </a:p>
          <a:p>
            <a:pPr>
              <a:defRPr sz="1200"/>
            </a:pPr>
            <a:r>
              <a:t>D:/pasar_fix/node_modules/.bun/highlight.js@11.11.1/node_modules/highlight.js/lib/languages/gams.js.js</a:t>
            </a:r>
          </a:p>
          <a:p>
            <a:pPr>
              <a:defRPr sz="1200"/>
            </a:pPr>
            <a:r>
              <a:t>D:/pasar_fix/node_modules/.bun/highlight.js@11.11.1/node_modules/highlight.js/lib/languages/gauss.js</a:t>
            </a:r>
          </a:p>
          <a:p>
            <a:pPr>
              <a:defRPr sz="1200"/>
            </a:pPr>
            <a:r>
              <a:t>D:/pasar_fix/node_modules/.bun/highlight.js@11.11.1/node_modules/highlight.js/lib/languages/gauss.js.js</a:t>
            </a:r>
          </a:p>
          <a:p>
            <a:pPr>
              <a:defRPr sz="1200"/>
            </a:pPr>
            <a:r>
              <a:t>D:/pasar_fix/node_modules/.bun/highlight.js@11.11.1/node_modules/highlight.js/lib/languages/gcode.js</a:t>
            </a:r>
          </a:p>
          <a:p>
            <a:pPr>
              <a:defRPr sz="1200"/>
            </a:pPr>
            <a:r>
              <a:t>D:/pasar_fix/node_modules/.bun/highlight.js@11.11.1/node_modules/highlight.js/lib/languages/gcode.js.js</a:t>
            </a:r>
          </a:p>
          <a:p>
            <a:pPr>
              <a:defRPr sz="1200"/>
            </a:pPr>
            <a:r>
              <a:t>D:/pasar_fix/node_modules/.bun/highlight.js@11.11.1/node_modules/highlight.js/lib/languages/gherkin.js</a:t>
            </a:r>
          </a:p>
          <a:p>
            <a:pPr>
              <a:defRPr sz="1200"/>
            </a:pPr>
            <a:r>
              <a:t>D:/pasar_fix/node_modules/.bun/highlight.js@11.11.1/node_modules/highlight.js/lib/languages/gherkin.js.js</a:t>
            </a:r>
          </a:p>
          <a:p>
            <a:pPr>
              <a:defRPr sz="1200"/>
            </a:pPr>
            <a:r>
              <a:t>D:/pasar_fix/node_modules/.bun/highlight.js@11.11.1/node_modules/highlight.js/lib/languages/glsl.js</a:t>
            </a:r>
          </a:p>
          <a:p>
            <a:pPr>
              <a:defRPr sz="1200"/>
            </a:pPr>
            <a:r>
              <a:t>D:/pasar_fix/node_modules/.bun/highlight.js@11.11.1/node_modules/highlight.js/lib/languages/glsl.js.js</a:t>
            </a:r>
          </a:p>
          <a:p>
            <a:pPr>
              <a:defRPr sz="1200"/>
            </a:pPr>
            <a:r>
              <a:t>D:/pasar_fix/node_modules/.bun/highlight.js@11.11.1/node_modules/highlight.js/lib/languages/gml.js</a:t>
            </a:r>
          </a:p>
          <a:p>
            <a:pPr>
              <a:defRPr sz="1200"/>
            </a:pPr>
            <a:r>
              <a:t>D:/pasar_fix/node_modules/.bun/highlight.js@11.11.1/node_modules/highlight.js/lib/languages/gml.js.js</a:t>
            </a:r>
          </a:p>
          <a:p>
            <a:pPr>
              <a:defRPr sz="1200"/>
            </a:pPr>
            <a:r>
              <a:t>D:/pasar_fix/node_modules/.bun/highlight.js@11.11.1/node_modules/highlight.js/lib/languages/go.js</a:t>
            </a:r>
          </a:p>
          <a:p>
            <a:pPr>
              <a:defRPr sz="1200"/>
            </a:pPr>
            <a:r>
              <a:t>D:/pasar_fix/node_modules/.bun/highlight.js@11.11.1/node_modules/highlight.js/lib/languages/go.js.js</a:t>
            </a:r>
          </a:p>
          <a:p>
            <a:pPr>
              <a:defRPr sz="1200"/>
            </a:pPr>
            <a:r>
              <a:t>D:/pasar_fix/node_modules/.bun/highlight.js@11.11.1/node_modules/highlight.js/lib/languages/golo.js</a:t>
            </a:r>
          </a:p>
          <a:p>
            <a:pPr>
              <a:defRPr sz="1200"/>
            </a:pPr>
            <a:r>
              <a:t>D:/pasar_fix/node_modules/.bun/highlight.js@11.11.1/node_modules/highlight.js/lib/languages/golo.js.js</a:t>
            </a:r>
          </a:p>
          <a:p>
            <a:pPr>
              <a:defRPr sz="1200"/>
            </a:pPr>
            <a:r>
              <a:t>D:/pasar_fix/node_modules/.bun/highlight.js@11.11.1/node_modules/highlight.js/lib/languages/gradle.js</a:t>
            </a:r>
          </a:p>
          <a:p>
            <a:pPr>
              <a:defRPr sz="1200"/>
            </a:pPr>
            <a:r>
              <a:t>D:/pasar_fix/node_modules/.bun/highlight.js@11.11.1/node_modules/highlight.js/lib/languages/gradle.js.js</a:t>
            </a:r>
          </a:p>
          <a:p>
            <a:pPr>
              <a:defRPr sz="1200"/>
            </a:pPr>
            <a:r>
              <a:t>D:/pasar_fix/node_modules/.bun/highlight.js@11.11.1/node_modules/highlight.js/lib/languages/graphql.js</a:t>
            </a:r>
          </a:p>
          <a:p>
            <a:pPr>
              <a:defRPr sz="1200"/>
            </a:pPr>
            <a:r>
              <a:t>D:/pasar_fix/node_modules/.bun/highlight.js@11.11.1/node_modules/highlight.js/lib/languages/graphql.js.js</a:t>
            </a:r>
          </a:p>
          <a:p>
            <a:pPr>
              <a:defRPr sz="1200"/>
            </a:pPr>
            <a:r>
              <a:t>D:/pasar_fix/node_modules/.bun/highlight.js@11.11.1/node_modules/highlight.js/lib/languages/groovy.js</a:t>
            </a:r>
          </a:p>
          <a:p>
            <a:pPr>
              <a:defRPr sz="1200"/>
            </a:pPr>
            <a:r>
              <a:t>D:/pasar_fix/node_modules/.bun/highlight.js@11.11.1/node_modules/highlight.js/lib/languages/groovy.js.js</a:t>
            </a:r>
          </a:p>
          <a:p>
            <a:pPr>
              <a:defRPr sz="1200"/>
            </a:pPr>
            <a:r>
              <a:t>D:/pasar_fix/node_modules/.bun/highlight.js@11.11.1/node_modules/highlight.js/lib/languages/haml.js</a:t>
            </a:r>
          </a:p>
          <a:p>
            <a:pPr>
              <a:defRPr sz="1200"/>
            </a:pPr>
            <a:r>
              <a:t>D:/pasar_fix/node_modules/.bun/highlight.js@11.11.1/node_modules/highlight.js/lib/languages/haml.js.js</a:t>
            </a:r>
          </a:p>
          <a:p>
            <a:pPr>
              <a:defRPr sz="1200"/>
            </a:pPr>
            <a:r>
              <a:t>D:/pasar_fix/node_modules/.bun/highlight.js@11.11.1/node_modules/highlight.js/lib/languages/handlebars.js</a:t>
            </a:r>
          </a:p>
          <a:p>
            <a:pPr>
              <a:defRPr sz="1200"/>
            </a:pPr>
            <a:r>
              <a:t>D:/pasar_fix/node_modules/.bun/highlight.js@11.11.1/node_modules/highlight.js/lib/languages/handlebars.js.js</a:t>
            </a:r>
          </a:p>
          <a:p>
            <a:pPr>
              <a:defRPr sz="1200"/>
            </a:pPr>
            <a:r>
              <a:t>D:/pasar_fix/node_modules/.bun/highlight.js@11.11.1/node_modules/highlight.js/lib/languages/haskell.js</a:t>
            </a:r>
          </a:p>
          <a:p>
            <a:pPr>
              <a:defRPr sz="1200"/>
            </a:pPr>
            <a:r>
              <a:t>D:/pasar_fix/node_modules/.bun/highlight.js@11.11.1/node_modules/highlight.js/lib/languages/haskell.js.js</a:t>
            </a:r>
          </a:p>
          <a:p>
            <a:pPr>
              <a:defRPr sz="1200"/>
            </a:pPr>
            <a:r>
              <a:t>D:/pasar_fix/node_modules/.bun/highlight.js@11.11.1/node_modules/highlight.js/lib/languages/haxe.js</a:t>
            </a:r>
          </a:p>
          <a:p>
            <a:pPr>
              <a:defRPr sz="1200"/>
            </a:pPr>
            <a:r>
              <a:t>D:/pasar_fix/node_modules/.bun/highlight.js@11.11.1/node_modules/highlight.js/lib/languages/haxe.js.js</a:t>
            </a:r>
          </a:p>
          <a:p>
            <a:pPr>
              <a:defRPr sz="1200"/>
            </a:pPr>
            <a:r>
              <a:t>D:/pasar_fix/node_modules/.bun/highlight.js@11.11.1/node_modules/highlight.js/lib/languages/hsp.js</a:t>
            </a:r>
          </a:p>
          <a:p>
            <a:pPr>
              <a:defRPr sz="1200"/>
            </a:pPr>
            <a:r>
              <a:t>D:/pasar_fix/node_modules/.bun/highlight.js@11.11.1/node_modules/highlight.js/lib/languages/hsp.js.js</a:t>
            </a:r>
          </a:p>
          <a:p>
            <a:pPr>
              <a:defRPr sz="1200"/>
            </a:pPr>
            <a:r>
              <a:t>D:/pasar_fix/node_modules/.bun/highlight.js@11.11.1/node_modules/highlight.js/lib/languages/http.js</a:t>
            </a:r>
          </a:p>
          <a:p>
            <a:pPr>
              <a:defRPr sz="1200"/>
            </a:pPr>
            <a:r>
              <a:t>D:/pasar_fix/node_modules/.bun/highlight.js@11.11.1/node_modules/highlight.js/lib/languages/http.js.js</a:t>
            </a:r>
          </a:p>
          <a:p>
            <a:pPr>
              <a:defRPr sz="1200"/>
            </a:pPr>
            <a:r>
              <a:t>D:/pasar_fix/node_modules/.bun/highlight.js@11.11.1/node_modules/highlight.js/lib/languages/hy.js</a:t>
            </a:r>
          </a:p>
          <a:p>
            <a:pPr>
              <a:defRPr sz="1200"/>
            </a:pPr>
            <a:r>
              <a:t>D:/pasar_fix/node_modules/.bun/highlight.js@11.11.1/node_modules/highlight.js/lib/languages/hy.js.js</a:t>
            </a:r>
          </a:p>
          <a:p>
            <a:pPr>
              <a:defRPr sz="1200"/>
            </a:pPr>
            <a:r>
              <a:t>D:/pasar_fix/node_modules/.bun/highlight.js@11.11.1/node_modules/highlight.js/lib/languages/inform7.js</a:t>
            </a:r>
          </a:p>
          <a:p>
            <a:pPr>
              <a:defRPr sz="1200"/>
            </a:pPr>
            <a:r>
              <a:t>D:/pasar_fix/node_modules/.bun/highlight.js@11.11.1/node_modules/highlight.js/lib/languages/inform7.js.js</a:t>
            </a:r>
          </a:p>
          <a:p>
            <a:pPr>
              <a:defRPr sz="1200"/>
            </a:pPr>
            <a:r>
              <a:t>D:/pasar_fix/node_modules/.bun/highlight.js@11.11.1/node_modules/highlight.js/lib/languages/ini.js</a:t>
            </a:r>
          </a:p>
          <a:p>
            <a:pPr>
              <a:defRPr sz="1200"/>
            </a:pPr>
            <a:r>
              <a:t>D:/pasar_fix/node_modules/.bun/highlight.js@11.11.1/node_modules/highlight.js/lib/languages/ini.js.js</a:t>
            </a:r>
          </a:p>
          <a:p>
            <a:pPr>
              <a:defRPr sz="1200"/>
            </a:pPr>
            <a:r>
              <a:t>D:/pasar_fix/node_modules/.bun/highlight.js@11.11.1/node_modules/highlight.js/lib/languages/irpf90.js</a:t>
            </a:r>
          </a:p>
          <a:p>
            <a:pPr>
              <a:defRPr sz="1200"/>
            </a:pPr>
            <a:r>
              <a:t>D:/pasar_fix/node_modules/.bun/highlight.js@11.11.1/node_modules/highlight.js/lib/languages/irpf90.js.js</a:t>
            </a:r>
          </a:p>
          <a:p>
            <a:pPr>
              <a:defRPr sz="1200"/>
            </a:pPr>
            <a:r>
              <a:t>D:/pasar_fix/node_modules/.bun/highlight.js@11.11.1/node_modules/highlight.js/lib/languages/isbl.js</a:t>
            </a:r>
          </a:p>
          <a:p>
            <a:pPr>
              <a:defRPr sz="1200"/>
            </a:pPr>
            <a:r>
              <a:t>D:/pasar_fix/node_modules/.bun/highlight.js@11.11.1/node_modules/highlight.js/lib/languages/isbl.js.js</a:t>
            </a:r>
          </a:p>
          <a:p>
            <a:pPr>
              <a:defRPr sz="1200"/>
            </a:pPr>
            <a:r>
              <a:t>D:/pasar_fix/node_modules/.bun/highlight.js@11.11.1/node_modules/highlight.js/lib/languages/java.js</a:t>
            </a:r>
          </a:p>
          <a:p>
            <a:pPr>
              <a:defRPr sz="1200"/>
            </a:pPr>
            <a:r>
              <a:t>D:/pasar_fix/node_modules/.bun/highlight.js@11.11.1/node_modules/highlight.js/lib/languages/java.js.js</a:t>
            </a:r>
          </a:p>
          <a:p>
            <a:pPr>
              <a:defRPr sz="1200"/>
            </a:pPr>
            <a:r>
              <a:t>D:/pasar_fix/node_modules/.bun/highlight.js@11.11.1/node_modules/highlight.js/lib/languages/javascript.js</a:t>
            </a:r>
          </a:p>
          <a:p>
            <a:pPr>
              <a:defRPr sz="1200"/>
            </a:pPr>
            <a:r>
              <a:t>D:/pasar_fix/node_modules/.bun/highlight.js@11.11.1/node_modules/highlight.js/lib/languages/javascript.js.js</a:t>
            </a:r>
          </a:p>
          <a:p>
            <a:pPr>
              <a:defRPr sz="1200"/>
            </a:pPr>
            <a:r>
              <a:t>D:/pasar_fix/node_modules/.bun/highlight.js@11.11.1/node_modules/highlight.js/lib/languages/jboss-cli.js</a:t>
            </a:r>
          </a:p>
          <a:p>
            <a:pPr>
              <a:defRPr sz="1200"/>
            </a:pPr>
            <a:r>
              <a:t>D:/pasar_fix/node_modules/.bun/highlight.js@11.11.1/node_modules/highlight.js/lib/languages/jboss-cli.js.js</a:t>
            </a:r>
          </a:p>
          <a:p>
            <a:pPr>
              <a:defRPr sz="1200"/>
            </a:pPr>
            <a:r>
              <a:t>D:/pasar_fix/node_modules/.bun/highlight.js@11.11.1/node_modules/highlight.js/lib/languages/json.js</a:t>
            </a:r>
          </a:p>
          <a:p>
            <a:pPr>
              <a:defRPr sz="1200"/>
            </a:pPr>
            <a:r>
              <a:t>D:/pasar_fix/node_modules/.bun/highlight.js@11.11.1/node_modules/highlight.js/lib/languages/json.js.js</a:t>
            </a:r>
          </a:p>
          <a:p>
            <a:pPr>
              <a:defRPr sz="1200"/>
            </a:pPr>
            <a:r>
              <a:t>D:/pasar_fix/node_modules/.bun/highlight.js@11.11.1/node_modules/highlight.js/lib/languages/julia-repl.js</a:t>
            </a:r>
          </a:p>
          <a:p>
            <a:pPr>
              <a:defRPr sz="1200"/>
            </a:pPr>
            <a:r>
              <a:t>D:/pasar_fix/node_modules/.bun/highlight.js@11.11.1/node_modules/highlight.js/lib/languages/julia-repl.js.js</a:t>
            </a:r>
          </a:p>
          <a:p>
            <a:pPr>
              <a:defRPr sz="1200"/>
            </a:pPr>
            <a:r>
              <a:t>D:/pasar_fix/node_modules/.bun/highlight.js@11.11.1/node_modules/highlight.js/lib/languages/julia.js</a:t>
            </a:r>
          </a:p>
          <a:p>
            <a:pPr>
              <a:defRPr sz="1200"/>
            </a:pPr>
            <a:r>
              <a:t>D:/pasar_fix/node_modules/.bun/highlight.js@11.11.1/node_modules/highlight.js/lib/languages/julia.js.js</a:t>
            </a:r>
          </a:p>
          <a:p>
            <a:pPr>
              <a:defRPr sz="1200"/>
            </a:pPr>
            <a:r>
              <a:t>D:/pasar_fix/node_modules/.bun/highlight.js@11.11.1/node_modules/highlight.js/lib/languages/kotlin.js</a:t>
            </a:r>
          </a:p>
          <a:p>
            <a:pPr>
              <a:defRPr sz="1200"/>
            </a:pPr>
            <a:r>
              <a:t>D:/pasar_fix/node_modules/.bun/highlight.js@11.11.1/node_modules/highlight.js/lib/languages/kotlin.js.js</a:t>
            </a:r>
          </a:p>
          <a:p>
            <a:pPr>
              <a:defRPr sz="1200"/>
            </a:pPr>
            <a:r>
              <a:t>D:/pasar_fix/node_modules/.bun/highlight.js@11.11.1/node_modules/highlight.js/lib/languages/lasso.js</a:t>
            </a:r>
          </a:p>
          <a:p>
            <a:pPr>
              <a:defRPr sz="1200"/>
            </a:pPr>
            <a:r>
              <a:t>D:/pasar_fix/node_modules/.bun/highlight.js@11.11.1/node_modules/highlight.js/lib/languages/lasso.js.js</a:t>
            </a:r>
          </a:p>
          <a:p>
            <a:pPr>
              <a:defRPr sz="1200"/>
            </a:pPr>
            <a:r>
              <a:t>D:/pasar_fix/node_modules/.bun/highlight.js@11.11.1/node_modules/highlight.js/lib/languages/latex.js</a:t>
            </a:r>
          </a:p>
          <a:p>
            <a:pPr>
              <a:defRPr sz="1200"/>
            </a:pPr>
            <a:r>
              <a:t>D:/pasar_fix/node_modules/.bun/highlight.js@11.11.1/node_modules/highlight.js/lib/languages/latex.js.js</a:t>
            </a:r>
          </a:p>
          <a:p>
            <a:pPr>
              <a:defRPr sz="1200"/>
            </a:pPr>
            <a:r>
              <a:t>D:/pasar_fix/node_modules/.bun/highlight.js@11.11.1/node_modules/highlight.js/lib/languages/ldif.js</a:t>
            </a:r>
          </a:p>
          <a:p>
            <a:pPr>
              <a:defRPr sz="1200"/>
            </a:pPr>
            <a:r>
              <a:t>D:/pasar_fix/node_modules/.bun/highlight.js@11.11.1/node_modules/highlight.js/lib/languages/ldif.js.js</a:t>
            </a:r>
          </a:p>
          <a:p>
            <a:pPr>
              <a:defRPr sz="1200"/>
            </a:pPr>
            <a:r>
              <a:t>D:/pasar_fix/node_modules/.bun/highlight.js@11.11.1/node_modules/highlight.js/lib/languages/leaf.js</a:t>
            </a:r>
          </a:p>
          <a:p>
            <a:pPr>
              <a:defRPr sz="1200"/>
            </a:pPr>
            <a:r>
              <a:t>D:/pasar_fix/node_modules/.bun/highlight.js@11.11.1/node_modules/highlight.js/lib/languages/leaf.js.js</a:t>
            </a:r>
          </a:p>
          <a:p>
            <a:pPr>
              <a:defRPr sz="1200"/>
            </a:pPr>
            <a:r>
              <a:t>D:/pasar_fix/node_modules/.bun/highlight.js@11.11.1/node_modules/highlight.js/lib/languages/less.js</a:t>
            </a:r>
          </a:p>
          <a:p>
            <a:pPr>
              <a:defRPr sz="1200"/>
            </a:pPr>
            <a:r>
              <a:t>D:/pasar_fix/node_modules/.bun/highlight.js@11.11.1/node_modules/highlight.js/lib/languages/less.js.js</a:t>
            </a:r>
          </a:p>
          <a:p>
            <a:pPr>
              <a:defRPr sz="1200"/>
            </a:pPr>
            <a:r>
              <a:t>D:/pasar_fix/node_modules/.bun/highlight.js@11.11.1/node_modules/highlight.js/lib/languages/lisp.js</a:t>
            </a:r>
          </a:p>
          <a:p>
            <a:pPr>
              <a:defRPr sz="1200"/>
            </a:pPr>
            <a:r>
              <a:t>D:/pasar_fix/node_modules/.bun/highlight.js@11.11.1/node_modules/highlight.js/lib/languages/lisp.js.js</a:t>
            </a:r>
          </a:p>
          <a:p>
            <a:pPr>
              <a:defRPr sz="1200"/>
            </a:pPr>
            <a:r>
              <a:t>D:/pasar_fix/node_modules/.bun/highlight.js@11.11.1/node_modules/highlight.js/lib/languages/livecodeserver.js</a:t>
            </a:r>
          </a:p>
          <a:p>
            <a:pPr>
              <a:defRPr sz="1200"/>
            </a:pPr>
            <a:r>
              <a:t>D:/pasar_fix/node_modules/.bun/highlight.js@11.11.1/node_modules/highlight.js/lib/languages/livecodeserver.js.js</a:t>
            </a:r>
          </a:p>
          <a:p>
            <a:pPr>
              <a:defRPr sz="1200"/>
            </a:pPr>
            <a:r>
              <a:t>D:/pasar_fix/node_modules/.bun/highlight.js@11.11.1/node_modules/highlight.js/lib/languages/livescript.js</a:t>
            </a:r>
          </a:p>
          <a:p>
            <a:pPr>
              <a:defRPr sz="1200"/>
            </a:pPr>
            <a:r>
              <a:t>D:/pasar_fix/node_modules/.bun/highlight.js@11.11.1/node_modules/highlight.js/lib/languages/livescript.js.js</a:t>
            </a:r>
          </a:p>
          <a:p>
            <a:pPr>
              <a:defRPr sz="1200"/>
            </a:pPr>
            <a:r>
              <a:t>D:/pasar_fix/node_modules/.bun/highlight.js@11.11.1/node_modules/highlight.js/lib/languages/llvm.js</a:t>
            </a:r>
          </a:p>
          <a:p>
            <a:pPr>
              <a:defRPr sz="1200"/>
            </a:pPr>
            <a:r>
              <a:t>D:/pasar_fix/node_modules/.bun/highlight.js@11.11.1/node_modules/highlight.js/lib/languages/llvm.js.js</a:t>
            </a:r>
          </a:p>
          <a:p>
            <a:pPr>
              <a:defRPr sz="1200"/>
            </a:pPr>
            <a:r>
              <a:t>D:/pasar_fix/node_modules/.bun/highlight.js@11.11.1/node_modules/highlight.js/lib/languages/lsl.js</a:t>
            </a:r>
          </a:p>
          <a:p>
            <a:pPr>
              <a:defRPr sz="1200"/>
            </a:pPr>
            <a:r>
              <a:t>D:/pasar_fix/node_modules/.bun/highlight.js@11.11.1/node_modules/highlight.js/lib/languages/lsl.js.js</a:t>
            </a:r>
          </a:p>
          <a:p>
            <a:pPr>
              <a:defRPr sz="1200"/>
            </a:pPr>
            <a:r>
              <a:t>D:/pasar_fix/node_modules/.bun/highlight.js@11.11.1/node_modules/highlight.js/lib/languages/lua.js</a:t>
            </a:r>
          </a:p>
          <a:p>
            <a:pPr>
              <a:defRPr sz="1200"/>
            </a:pPr>
            <a:r>
              <a:t>D:/pasar_fix/node_modules/.bun/highlight.js@11.11.1/node_modules/highlight.js/lib/languages/lua.js.js</a:t>
            </a:r>
          </a:p>
          <a:p>
            <a:pPr>
              <a:defRPr sz="1200"/>
            </a:pPr>
            <a:r>
              <a:t>D:/pasar_fix/node_modules/.bun/highlight.js@11.11.1/node_modules/highlight.js/lib/languages/makefile.js</a:t>
            </a:r>
          </a:p>
          <a:p>
            <a:pPr>
              <a:defRPr sz="1200"/>
            </a:pPr>
            <a:r>
              <a:t>D:/pasar_fix/node_modules/.bun/highlight.js@11.11.1/node_modules/highlight.js/lib/languages/makefile.js.js</a:t>
            </a:r>
          </a:p>
          <a:p>
            <a:pPr>
              <a:defRPr sz="1200"/>
            </a:pPr>
            <a:r>
              <a:t>D:/pasar_fix/node_modules/.bun/highlight.js@11.11.1/node_modules/highlight.js/lib/languages/markdown.js</a:t>
            </a:r>
          </a:p>
          <a:p>
            <a:pPr>
              <a:defRPr sz="1200"/>
            </a:pPr>
            <a:r>
              <a:t>D:/pasar_fix/node_modules/.bun/highlight.js@11.11.1/node_modules/highlight.js/lib/languages/markdown.js.js</a:t>
            </a:r>
          </a:p>
          <a:p>
            <a:pPr>
              <a:defRPr sz="1200"/>
            </a:pPr>
            <a:r>
              <a:t>D:/pasar_fix/node_modules/.bun/highlight.js@11.11.1/node_modules/highlight.js/lib/languages/mathematica.js</a:t>
            </a:r>
          </a:p>
          <a:p>
            <a:pPr>
              <a:defRPr sz="1200"/>
            </a:pPr>
            <a:r>
              <a:t>D:/pasar_fix/node_modules/.bun/highlight.js@11.11.1/node_modules/highlight.js/lib/languages/mathematica.js.js</a:t>
            </a:r>
          </a:p>
          <a:p>
            <a:pPr>
              <a:defRPr sz="1200"/>
            </a:pPr>
            <a:r>
              <a:t>D:/pasar_fix/node_modules/.bun/highlight.js@11.11.1/node_modules/highlight.js/lib/languages/matlab.js</a:t>
            </a:r>
          </a:p>
          <a:p>
            <a:pPr>
              <a:defRPr sz="1200"/>
            </a:pPr>
            <a:r>
              <a:t>D:/pasar_fix/node_modules/.bun/highlight.js@11.11.1/node_modules/highlight.js/lib/languages/matlab.js.js</a:t>
            </a:r>
          </a:p>
          <a:p>
            <a:pPr>
              <a:defRPr sz="1200"/>
            </a:pPr>
            <a:r>
              <a:t>D:/pasar_fix/node_modules/.bun/highlight.js@11.11.1/node_modules/highlight.js/lib/languages/maxima.js</a:t>
            </a:r>
          </a:p>
          <a:p>
            <a:pPr>
              <a:defRPr sz="1200"/>
            </a:pPr>
            <a:r>
              <a:t>D:/pasar_fix/node_modules/.bun/highlight.js@11.11.1/node_modules/highlight.js/lib/languages/maxima.js.js</a:t>
            </a:r>
          </a:p>
          <a:p>
            <a:pPr>
              <a:defRPr sz="1200"/>
            </a:pPr>
            <a:r>
              <a:t>D:/pasar_fix/node_modules/.bun/highlight.js@11.11.1/node_modules/highlight.js/lib/languages/mel.js</a:t>
            </a:r>
          </a:p>
          <a:p>
            <a:pPr>
              <a:defRPr sz="1200"/>
            </a:pPr>
            <a:r>
              <a:t>D:/pasar_fix/node_modules/.bun/highlight.js@11.11.1/node_modules/highlight.js/lib/languages/mel.js.js</a:t>
            </a:r>
          </a:p>
          <a:p>
            <a:pPr>
              <a:defRPr sz="1200"/>
            </a:pPr>
            <a:r>
              <a:t>D:/pasar_fix/node_modules/.bun/highlight.js@11.11.1/node_modules/highlight.js/lib/languages/mercury.js</a:t>
            </a:r>
          </a:p>
          <a:p>
            <a:pPr>
              <a:defRPr sz="1200"/>
            </a:pPr>
            <a:r>
              <a:t>D:/pasar_fix/node_modules/.bun/highlight.js@11.11.1/node_modules/highlight.js/lib/languages/mercury.js.js</a:t>
            </a:r>
          </a:p>
          <a:p>
            <a:pPr>
              <a:defRPr sz="1200"/>
            </a:pPr>
            <a:r>
              <a:t>D:/pasar_fix/node_modules/.bun/highlight.js@11.11.1/node_modules/highlight.js/lib/languages/mipsasm.js</a:t>
            </a:r>
          </a:p>
          <a:p>
            <a:pPr>
              <a:defRPr sz="1200"/>
            </a:pPr>
            <a:r>
              <a:t>D:/pasar_fix/node_modules/.bun/highlight.js@11.11.1/node_modules/highlight.js/lib/languages/mipsasm.js.js</a:t>
            </a:r>
          </a:p>
          <a:p>
            <a:pPr>
              <a:defRPr sz="1200"/>
            </a:pPr>
            <a:r>
              <a:t>D:/pasar_fix/node_modules/.bun/highlight.js@11.11.1/node_modules/highlight.js/lib/languages/mizar.js</a:t>
            </a:r>
          </a:p>
          <a:p>
            <a:pPr>
              <a:defRPr sz="1200"/>
            </a:pPr>
            <a:r>
              <a:t>D:/pasar_fix/node_modules/.bun/highlight.js@11.11.1/node_modules/highlight.js/lib/languages/mizar.js.js</a:t>
            </a:r>
          </a:p>
          <a:p>
            <a:pPr>
              <a:defRPr sz="1200"/>
            </a:pPr>
            <a:r>
              <a:t>D:/pasar_fix/node_modules/.bun/highlight.js@11.11.1/node_modules/highlight.js/lib/languages/mojolicious.js</a:t>
            </a:r>
          </a:p>
          <a:p>
            <a:pPr>
              <a:defRPr sz="1200"/>
            </a:pPr>
            <a:r>
              <a:t>D:/pasar_fix/node_modules/.bun/highlight.js@11.11.1/node_modules/highlight.js/lib/languages/mojolicious.js.js</a:t>
            </a:r>
          </a:p>
          <a:p>
            <a:pPr>
              <a:defRPr sz="1200"/>
            </a:pPr>
            <a:r>
              <a:t>D:/pasar_fix/node_modules/.bun/highlight.js@11.11.1/node_modules/highlight.js/lib/languages/monkey.js</a:t>
            </a:r>
          </a:p>
          <a:p>
            <a:pPr>
              <a:defRPr sz="1200"/>
            </a:pPr>
            <a:r>
              <a:t>D:/pasar_fix/node_modules/.bun/highlight.js@11.11.1/node_modules/highlight.js/lib/languages/monkey.js.js</a:t>
            </a:r>
          </a:p>
          <a:p>
            <a:pPr>
              <a:defRPr sz="1200"/>
            </a:pPr>
            <a:r>
              <a:t>D:/pasar_fix/node_modules/.bun/highlight.js@11.11.1/node_modules/highlight.js/lib/languages/moonscript.js</a:t>
            </a:r>
          </a:p>
          <a:p>
            <a:pPr>
              <a:defRPr sz="1200"/>
            </a:pPr>
            <a:r>
              <a:t>D:/pasar_fix/node_modules/.bun/highlight.js@11.11.1/node_modules/highlight.js/lib/languages/moonscript.js.js</a:t>
            </a:r>
          </a:p>
          <a:p>
            <a:pPr>
              <a:defRPr sz="1200"/>
            </a:pPr>
            <a:r>
              <a:t>D:/pasar_fix/node_modules/.bun/highlight.js@11.11.1/node_modules/highlight.js/lib/languages/n1ql.js</a:t>
            </a:r>
          </a:p>
          <a:p>
            <a:pPr>
              <a:defRPr sz="1200"/>
            </a:pPr>
            <a:r>
              <a:t>D:/pasar_fix/node_modules/.bun/highlight.js@11.11.1/node_modules/highlight.js/lib/languages/n1ql.js.js</a:t>
            </a:r>
          </a:p>
          <a:p>
            <a:pPr>
              <a:defRPr sz="1200"/>
            </a:pPr>
            <a:r>
              <a:t>D:/pasar_fix/node_modules/.bun/highlight.js@11.11.1/node_modules/highlight.js/lib/languages/nestedtext.js</a:t>
            </a:r>
          </a:p>
          <a:p>
            <a:pPr>
              <a:defRPr sz="1200"/>
            </a:pPr>
            <a:r>
              <a:t>D:/pasar_fix/node_modules/.bun/highlight.js@11.11.1/node_modules/highlight.js/lib/languages/nestedtext.js.js</a:t>
            </a:r>
          </a:p>
          <a:p>
            <a:pPr>
              <a:defRPr sz="1200"/>
            </a:pPr>
            <a:r>
              <a:t>D:/pasar_fix/node_modules/.bun/highlight.js@11.11.1/node_modules/highlight.js/lib/languages/nginx.js</a:t>
            </a:r>
          </a:p>
          <a:p>
            <a:pPr>
              <a:defRPr sz="1200"/>
            </a:pPr>
            <a:r>
              <a:t>D:/pasar_fix/node_modules/.bun/highlight.js@11.11.1/node_modules/highlight.js/lib/languages/nginx.js.js</a:t>
            </a:r>
          </a:p>
          <a:p>
            <a:pPr>
              <a:defRPr sz="1200"/>
            </a:pPr>
            <a:r>
              <a:t>D:/pasar_fix/node_modules/.bun/highlight.js@11.11.1/node_modules/highlight.js/lib/languages/nim.js</a:t>
            </a:r>
          </a:p>
          <a:p>
            <a:pPr>
              <a:defRPr sz="1200"/>
            </a:pPr>
            <a:r>
              <a:t>D:/pasar_fix/node_modules/.bun/highlight.js@11.11.1/node_modules/highlight.js/lib/languages/nim.js.js</a:t>
            </a:r>
          </a:p>
          <a:p>
            <a:pPr>
              <a:defRPr sz="1200"/>
            </a:pPr>
            <a:r>
              <a:t>D:/pasar_fix/node_modules/.bun/highlight.js@11.11.1/node_modules/highlight.js/lib/languages/nix.js</a:t>
            </a:r>
          </a:p>
          <a:p>
            <a:pPr>
              <a:defRPr sz="1200"/>
            </a:pPr>
            <a:r>
              <a:t>D:/pasar_fix/node_modules/.bun/highlight.js@11.11.1/node_modules/highlight.js/lib/languages/nix.js.js</a:t>
            </a:r>
          </a:p>
          <a:p>
            <a:pPr>
              <a:defRPr sz="1200"/>
            </a:pPr>
            <a:r>
              <a:t>D:/pasar_fix/node_modules/.bun/highlight.js@11.11.1/node_modules/highlight.js/lib/languages/node-repl.js</a:t>
            </a:r>
          </a:p>
          <a:p>
            <a:pPr>
              <a:defRPr sz="1200"/>
            </a:pPr>
            <a:r>
              <a:t>D:/pasar_fix/node_modules/.bun/highlight.js@11.11.1/node_modules/highlight.js/lib/languages/node-repl.js.js</a:t>
            </a:r>
          </a:p>
          <a:p>
            <a:pPr>
              <a:defRPr sz="1200"/>
            </a:pPr>
            <a:r>
              <a:t>D:/pasar_fix/node_modules/.bun/highlight.js@11.11.1/node_modules/highlight.js/lib/languages/nsis.js</a:t>
            </a:r>
          </a:p>
          <a:p>
            <a:pPr>
              <a:defRPr sz="1200"/>
            </a:pPr>
            <a:r>
              <a:t>D:/pasar_fix/node_modules/.bun/highlight.js@11.11.1/node_modules/highlight.js/lib/languages/nsis.js.js</a:t>
            </a:r>
          </a:p>
          <a:p>
            <a:pPr>
              <a:defRPr sz="1200"/>
            </a:pPr>
            <a:r>
              <a:t>D:/pasar_fix/node_modules/.bun/highlight.js@11.11.1/node_modules/highlight.js/lib/languages/objectivec.js</a:t>
            </a:r>
          </a:p>
          <a:p>
            <a:pPr>
              <a:defRPr sz="1200"/>
            </a:pPr>
            <a:r>
              <a:t>D:/pasar_fix/node_modules/.bun/highlight.js@11.11.1/node_modules/highlight.js/lib/languages/objectivec.js.js</a:t>
            </a:r>
          </a:p>
          <a:p>
            <a:pPr>
              <a:defRPr sz="1200"/>
            </a:pPr>
            <a:r>
              <a:t>D:/pasar_fix/node_modules/.bun/highlight.js@11.11.1/node_modules/highlight.js/lib/languages/ocaml.js</a:t>
            </a:r>
          </a:p>
          <a:p>
            <a:pPr>
              <a:defRPr sz="1200"/>
            </a:pPr>
            <a:r>
              <a:t>D:/pasar_fix/node_modules/.bun/highlight.js@11.11.1/node_modules/highlight.js/lib/languages/ocaml.js.js</a:t>
            </a:r>
          </a:p>
          <a:p>
            <a:pPr>
              <a:defRPr sz="1200"/>
            </a:pPr>
            <a:r>
              <a:t>D:/pasar_fix/node_modules/.bun/highlight.js@11.11.1/node_modules/highlight.js/lib/languages/openscad.js</a:t>
            </a:r>
          </a:p>
          <a:p>
            <a:pPr>
              <a:defRPr sz="1200"/>
            </a:pPr>
            <a:r>
              <a:t>D:/pasar_fix/node_modules/.bun/highlight.js@11.11.1/node_modules/highlight.js/lib/languages/openscad.js.js</a:t>
            </a:r>
          </a:p>
          <a:p>
            <a:pPr>
              <a:defRPr sz="1200"/>
            </a:pPr>
            <a:r>
              <a:t>D:/pasar_fix/node_modules/.bun/highlight.js@11.11.1/node_modules/highlight.js/lib/languages/oxygene.js</a:t>
            </a:r>
          </a:p>
          <a:p>
            <a:pPr>
              <a:defRPr sz="1200"/>
            </a:pPr>
            <a:r>
              <a:t>D:/pasar_fix/node_modules/.bun/highlight.js@11.11.1/node_modules/highlight.js/lib/languages/oxygene.js.js</a:t>
            </a:r>
          </a:p>
          <a:p>
            <a:pPr>
              <a:defRPr sz="1200"/>
            </a:pPr>
            <a:r>
              <a:t>D:/pasar_fix/node_modules/.bun/highlight.js@11.11.1/node_modules/highlight.js/lib/languages/parser3.js</a:t>
            </a:r>
          </a:p>
          <a:p>
            <a:pPr>
              <a:defRPr sz="1200"/>
            </a:pPr>
            <a:r>
              <a:t>D:/pasar_fix/node_modules/.bun/highlight.js@11.11.1/node_modules/highlight.js/lib/languages/parser3.js.js</a:t>
            </a:r>
          </a:p>
          <a:p>
            <a:pPr>
              <a:defRPr sz="1200"/>
            </a:pPr>
            <a:r>
              <a:t>D:/pasar_fix/node_modules/.bun/highlight.js@11.11.1/node_modules/highlight.js/lib/languages/perl.js</a:t>
            </a:r>
          </a:p>
          <a:p>
            <a:pPr>
              <a:defRPr sz="1200"/>
            </a:pPr>
            <a:r>
              <a:t>D:/pasar_fix/node_modules/.bun/highlight.js@11.11.1/node_modules/highlight.js/lib/languages/perl.js.js</a:t>
            </a:r>
          </a:p>
          <a:p>
            <a:pPr>
              <a:defRPr sz="1200"/>
            </a:pPr>
            <a:r>
              <a:t>D:/pasar_fix/node_modules/.bun/highlight.js@11.11.1/node_modules/highlight.js/lib/languages/pf.js</a:t>
            </a:r>
          </a:p>
          <a:p>
            <a:pPr>
              <a:defRPr sz="1200"/>
            </a:pPr>
            <a:r>
              <a:t>D:/pasar_fix/node_modules/.bun/highlight.js@11.11.1/node_modules/highlight.js/lib/languages/pf.js.js</a:t>
            </a:r>
          </a:p>
          <a:p>
            <a:pPr>
              <a:defRPr sz="1200"/>
            </a:pPr>
            <a:r>
              <a:t>D:/pasar_fix/node_modules/.bun/highlight.js@11.11.1/node_modules/highlight.js/lib/languages/pgsql.js</a:t>
            </a:r>
          </a:p>
          <a:p>
            <a:pPr>
              <a:defRPr sz="1200"/>
            </a:pPr>
            <a:r>
              <a:t>D:/pasar_fix/node_modules/.bun/highlight.js@11.11.1/node_modules/highlight.js/lib/languages/pgsql.js.js</a:t>
            </a:r>
          </a:p>
          <a:p>
            <a:pPr>
              <a:defRPr sz="1200"/>
            </a:pPr>
            <a:r>
              <a:t>D:/pasar_fix/node_modules/.bun/highlight.js@11.11.1/node_modules/highlight.js/lib/languages/php-template.js</a:t>
            </a:r>
          </a:p>
          <a:p>
            <a:pPr>
              <a:defRPr sz="1200"/>
            </a:pPr>
            <a:r>
              <a:t>D:/pasar_fix/node_modules/.bun/highlight.js@11.11.1/node_modules/highlight.js/lib/languages/php-template.js.js</a:t>
            </a:r>
          </a:p>
          <a:p>
            <a:pPr>
              <a:defRPr sz="1200"/>
            </a:pPr>
            <a:r>
              <a:t>D:/pasar_fix/node_modules/.bun/highlight.js@11.11.1/node_modules/highlight.js/lib/languages/php.js</a:t>
            </a:r>
          </a:p>
          <a:p>
            <a:pPr>
              <a:defRPr sz="1200"/>
            </a:pPr>
            <a:r>
              <a:t>D:/pasar_fix/node_modules/.bun/highlight.js@11.11.1/node_modules/highlight.js/lib/languages/php.js.js</a:t>
            </a:r>
          </a:p>
          <a:p>
            <a:pPr>
              <a:defRPr sz="1200"/>
            </a:pPr>
            <a:r>
              <a:t>D:/pasar_fix/node_modules/.bun/highlight.js@11.11.1/node_modules/highlight.js/lib/languages/plaintext.js</a:t>
            </a:r>
          </a:p>
          <a:p>
            <a:pPr>
              <a:defRPr sz="1200"/>
            </a:pPr>
            <a:r>
              <a:t>D:/pasar_fix/node_modules/.bun/highlight.js@11.11.1/node_modules/highlight.js/lib/languages/plaintext.js.js</a:t>
            </a:r>
          </a:p>
          <a:p>
            <a:pPr>
              <a:defRPr sz="1200"/>
            </a:pPr>
            <a:r>
              <a:t>D:/pasar_fix/node_modules/.bun/highlight.js@11.11.1/node_modules/highlight.js/lib/languages/pony.js</a:t>
            </a:r>
          </a:p>
          <a:p>
            <a:pPr>
              <a:defRPr sz="1200"/>
            </a:pPr>
            <a:r>
              <a:t>D:/pasar_fix/node_modules/.bun/highlight.js@11.11.1/node_modules/highlight.js/lib/languages/pony.js.js</a:t>
            </a:r>
          </a:p>
          <a:p>
            <a:pPr>
              <a:defRPr sz="1200"/>
            </a:pPr>
            <a:r>
              <a:t>D:/pasar_fix/node_modules/.bun/highlight.js@11.11.1/node_modules/highlight.js/lib/languages/powershell.js</a:t>
            </a:r>
          </a:p>
          <a:p>
            <a:pPr>
              <a:defRPr sz="1200"/>
            </a:pPr>
            <a:r>
              <a:t>D:/pasar_fix/node_modules/.bun/highlight.js@11.11.1/node_modules/highlight.js/lib/languages/powershell.js.js</a:t>
            </a:r>
          </a:p>
          <a:p>
            <a:pPr>
              <a:defRPr sz="1200"/>
            </a:pPr>
            <a:r>
              <a:t>D:/pasar_fix/node_modules/.bun/highlight.js@11.11.1/node_modules/highlight.js/lib/languages/processing.js</a:t>
            </a:r>
          </a:p>
          <a:p>
            <a:pPr>
              <a:defRPr sz="1200"/>
            </a:pPr>
            <a:r>
              <a:t>D:/pasar_fix/node_modules/.bun/highlight.js@11.11.1/node_modules/highlight.js/lib/languages/processing.js.js</a:t>
            </a:r>
          </a:p>
          <a:p>
            <a:pPr>
              <a:defRPr sz="1200"/>
            </a:pPr>
            <a:r>
              <a:t>D:/pasar_fix/node_modules/.bun/highlight.js@11.11.1/node_modules/highlight.js/lib/languages/profile.js</a:t>
            </a:r>
          </a:p>
          <a:p>
            <a:pPr>
              <a:defRPr sz="1200"/>
            </a:pPr>
            <a:r>
              <a:t>D:/pasar_fix/node_modules/.bun/highlight.js@11.11.1/node_modules/highlight.js/lib/languages/profile.js.js</a:t>
            </a:r>
          </a:p>
          <a:p>
            <a:pPr>
              <a:defRPr sz="1200"/>
            </a:pPr>
            <a:r>
              <a:t>D:/pasar_fix/node_modules/.bun/highlight.js@11.11.1/node_modules/highlight.js/lib/languages/prolog.js</a:t>
            </a:r>
          </a:p>
          <a:p>
            <a:pPr>
              <a:defRPr sz="1200"/>
            </a:pPr>
            <a:r>
              <a:t>D:/pasar_fix/node_modules/.bun/highlight.js@11.11.1/node_modules/highlight.js/lib/languages/prolog.js.js</a:t>
            </a:r>
          </a:p>
          <a:p>
            <a:pPr>
              <a:defRPr sz="1200"/>
            </a:pPr>
            <a:r>
              <a:t>D:/pasar_fix/node_modules/.bun/highlight.js@11.11.1/node_modules/highlight.js/lib/languages/properties.js</a:t>
            </a:r>
          </a:p>
          <a:p>
            <a:pPr>
              <a:defRPr sz="1200"/>
            </a:pPr>
            <a:r>
              <a:t>D:/pasar_fix/node_modules/.bun/highlight.js@11.11.1/node_modules/highlight.js/lib/languages/properties.js.js</a:t>
            </a:r>
          </a:p>
          <a:p>
            <a:pPr>
              <a:defRPr sz="1200"/>
            </a:pPr>
            <a:r>
              <a:t>D:/pasar_fix/node_modules/.bun/highlight.js@11.11.1/node_modules/highlight.js/lib/languages/protobuf.js</a:t>
            </a:r>
          </a:p>
          <a:p>
            <a:pPr>
              <a:defRPr sz="1200"/>
            </a:pPr>
            <a:r>
              <a:t>D:/pasar_fix/node_modules/.bun/highlight.js@11.11.1/node_modules/highlight.js/lib/languages/protobuf.js.js</a:t>
            </a:r>
          </a:p>
          <a:p>
            <a:pPr>
              <a:defRPr sz="1200"/>
            </a:pPr>
            <a:r>
              <a:t>D:/pasar_fix/node_modules/.bun/highlight.js@11.11.1/node_modules/highlight.js/lib/languages/puppet.js</a:t>
            </a:r>
          </a:p>
          <a:p>
            <a:pPr>
              <a:defRPr sz="1200"/>
            </a:pPr>
            <a:r>
              <a:t>D:/pasar_fix/node_modules/.bun/highlight.js@11.11.1/node_modules/highlight.js/lib/languages/puppet.js.js</a:t>
            </a:r>
          </a:p>
          <a:p>
            <a:pPr>
              <a:defRPr sz="1200"/>
            </a:pPr>
            <a:r>
              <a:t>D:/pasar_fix/node_modules/.bun/highlight.js@11.11.1/node_modules/highlight.js/lib/languages/purebasic.js</a:t>
            </a:r>
          </a:p>
          <a:p>
            <a:pPr>
              <a:defRPr sz="1200"/>
            </a:pPr>
            <a:r>
              <a:t>D:/pasar_fix/node_modules/.bun/highlight.js@11.11.1/node_modules/highlight.js/lib/languages/purebasic.js.js</a:t>
            </a:r>
          </a:p>
          <a:p>
            <a:pPr>
              <a:defRPr sz="1200"/>
            </a:pPr>
            <a:r>
              <a:t>D:/pasar_fix/node_modules/.bun/highlight.js@11.11.1/node_modules/highlight.js/lib/languages/python-repl.js</a:t>
            </a:r>
          </a:p>
          <a:p>
            <a:pPr>
              <a:defRPr sz="1200"/>
            </a:pPr>
            <a:r>
              <a:t>D:/pasar_fix/node_modules/.bun/highlight.js@11.11.1/node_modules/highlight.js/lib/languages/python-repl.js.js</a:t>
            </a:r>
          </a:p>
          <a:p>
            <a:pPr>
              <a:defRPr sz="1200"/>
            </a:pPr>
            <a:r>
              <a:t>D:/pasar_fix/node_modules/.bun/highlight.js@11.11.1/node_modules/highlight.js/lib/languages/python.js</a:t>
            </a:r>
          </a:p>
          <a:p>
            <a:pPr>
              <a:defRPr sz="1200"/>
            </a:pPr>
            <a:r>
              <a:t>D:/pasar_fix/node_modules/.bun/highlight.js@11.11.1/node_modules/highlight.js/lib/languages/python.js.js</a:t>
            </a:r>
          </a:p>
          <a:p>
            <a:pPr>
              <a:defRPr sz="1200"/>
            </a:pPr>
            <a:r>
              <a:t>D:/pasar_fix/node_modules/.bun/highlight.js@11.11.1/node_modules/highlight.js/lib/languages/q.js</a:t>
            </a:r>
          </a:p>
          <a:p>
            <a:pPr>
              <a:defRPr sz="1200"/>
            </a:pPr>
            <a:r>
              <a:t>D:/pasar_fix/node_modules/.bun/highlight.js@11.11.1/node_modules/highlight.js/lib/languages/q.js.js</a:t>
            </a:r>
          </a:p>
          <a:p>
            <a:pPr>
              <a:defRPr sz="1200"/>
            </a:pPr>
            <a:r>
              <a:t>D:/pasar_fix/node_modules/.bun/highlight.js@11.11.1/node_modules/highlight.js/lib/languages/qml.js</a:t>
            </a:r>
          </a:p>
          <a:p>
            <a:pPr>
              <a:defRPr sz="1200"/>
            </a:pPr>
            <a:r>
              <a:t>D:/pasar_fix/node_modules/.bun/highlight.js@11.11.1/node_modules/highlight.js/lib/languages/qml.js.js</a:t>
            </a:r>
          </a:p>
          <a:p>
            <a:pPr>
              <a:defRPr sz="1200"/>
            </a:pPr>
            <a:r>
              <a:t>D:/pasar_fix/node_modules/.bun/highlight.js@11.11.1/node_modules/highlight.js/lib/languages/r.js</a:t>
            </a:r>
          </a:p>
          <a:p>
            <a:pPr>
              <a:defRPr sz="1200"/>
            </a:pPr>
            <a:r>
              <a:t>D:/pasar_fix/node_modules/.bun/highlight.js@11.11.1/node_modules/highlight.js/lib/languages/r.js.js</a:t>
            </a:r>
          </a:p>
          <a:p>
            <a:pPr>
              <a:defRPr sz="1200"/>
            </a:pPr>
            <a:r>
              <a:t>D:/pasar_fix/node_modules/.bun/highlight.js@11.11.1/node_modules/highlight.js/lib/languages/reasonml.js</a:t>
            </a:r>
          </a:p>
          <a:p>
            <a:pPr>
              <a:defRPr sz="1200"/>
            </a:pPr>
            <a:r>
              <a:t>D:/pasar_fix/node_modules/.bun/highlight.js@11.11.1/node_modules/highlight.js/lib/languages/reasonml.js.js</a:t>
            </a:r>
          </a:p>
          <a:p>
            <a:pPr>
              <a:defRPr sz="1200"/>
            </a:pPr>
            <a:r>
              <a:t>D:/pasar_fix/node_modules/.bun/highlight.js@11.11.1/node_modules/highlight.js/lib/languages/rib.js</a:t>
            </a:r>
          </a:p>
          <a:p>
            <a:pPr>
              <a:defRPr sz="1200"/>
            </a:pPr>
            <a:r>
              <a:t>D:/pasar_fix/node_modules/.bun/highlight.js@11.11.1/node_modules/highlight.js/lib/languages/rib.js.js</a:t>
            </a:r>
          </a:p>
          <a:p>
            <a:pPr>
              <a:defRPr sz="1200"/>
            </a:pPr>
            <a:r>
              <a:t>D:/pasar_fix/node_modules/.bun/highlight.js@11.11.1/node_modules/highlight.js/lib/languages/roboconf.js</a:t>
            </a:r>
          </a:p>
          <a:p>
            <a:pPr>
              <a:defRPr sz="1200"/>
            </a:pPr>
            <a:r>
              <a:t>D:/pasar_fix/node_modules/.bun/highlight.js@11.11.1/node_modules/highlight.js/lib/languages/roboconf.js.js</a:t>
            </a:r>
          </a:p>
          <a:p>
            <a:pPr>
              <a:defRPr sz="1200"/>
            </a:pPr>
            <a:r>
              <a:t>D:/pasar_fix/node_modules/.bun/highlight.js@11.11.1/node_modules/highlight.js/lib/languages/routeros.js</a:t>
            </a:r>
          </a:p>
          <a:p>
            <a:pPr>
              <a:defRPr sz="1200"/>
            </a:pPr>
            <a:r>
              <a:t>D:/pasar_fix/node_modules/.bun/highlight.js@11.11.1/node_modules/highlight.js/lib/languages/routeros.js.js</a:t>
            </a:r>
          </a:p>
          <a:p>
            <a:pPr>
              <a:defRPr sz="1200"/>
            </a:pPr>
            <a:r>
              <a:t>D:/pasar_fix/node_modules/.bun/highlight.js@11.11.1/node_modules/highlight.js/lib/languages/rsl.js</a:t>
            </a:r>
          </a:p>
          <a:p>
            <a:pPr>
              <a:defRPr sz="1200"/>
            </a:pPr>
            <a:r>
              <a:t>D:/pasar_fix/node_modules/.bun/highlight.js@11.11.1/node_modules/highlight.js/lib/languages/rsl.js.js</a:t>
            </a:r>
          </a:p>
          <a:p>
            <a:pPr>
              <a:defRPr sz="1200"/>
            </a:pPr>
            <a:r>
              <a:t>D:/pasar_fix/node_modules/.bun/highlight.js@11.11.1/node_modules/highlight.js/lib/languages/ruby.js</a:t>
            </a:r>
          </a:p>
          <a:p>
            <a:pPr>
              <a:defRPr sz="1200"/>
            </a:pPr>
            <a:r>
              <a:t>D:/pasar_fix/node_modules/.bun/highlight.js@11.11.1/node_modules/highlight.js/lib/languages/ruby.js.js</a:t>
            </a:r>
          </a:p>
          <a:p>
            <a:pPr>
              <a:defRPr sz="1200"/>
            </a:pPr>
            <a:r>
              <a:t>D:/pasar_fix/node_modules/.bun/highlight.js@11.11.1/node_modules/highlight.js/lib/languages/ruleslanguage.js</a:t>
            </a:r>
          </a:p>
          <a:p>
            <a:pPr>
              <a:defRPr sz="1200"/>
            </a:pPr>
            <a:r>
              <a:t>D:/pasar_fix/node_modules/.bun/highlight.js@11.11.1/node_modules/highlight.js/lib/languages/ruleslanguage.js.js</a:t>
            </a:r>
          </a:p>
          <a:p>
            <a:pPr>
              <a:defRPr sz="1200"/>
            </a:pPr>
            <a:r>
              <a:t>D:/pasar_fix/node_modules/.bun/highlight.js@11.11.1/node_modules/highlight.js/lib/languages/rust.js</a:t>
            </a:r>
          </a:p>
          <a:p>
            <a:pPr>
              <a:defRPr sz="1200"/>
            </a:pPr>
            <a:r>
              <a:t>D:/pasar_fix/node_modules/.bun/highlight.js@11.11.1/node_modules/highlight.js/lib/languages/rust.js.js</a:t>
            </a:r>
          </a:p>
          <a:p>
            <a:pPr>
              <a:defRPr sz="1200"/>
            </a:pPr>
            <a:r>
              <a:t>D:/pasar_fix/node_modules/.bun/highlight.js@11.11.1/node_modules/highlight.js/lib/languages/sas.js</a:t>
            </a:r>
          </a:p>
          <a:p>
            <a:pPr>
              <a:defRPr sz="1200"/>
            </a:pPr>
            <a:r>
              <a:t>D:/pasar_fix/node_modules/.bun/highlight.js@11.11.1/node_modules/highlight.js/lib/languages/sas.js.js</a:t>
            </a:r>
          </a:p>
          <a:p>
            <a:pPr>
              <a:defRPr sz="1200"/>
            </a:pPr>
            <a:r>
              <a:t>D:/pasar_fix/node_modules/.bun/highlight.js@11.11.1/node_modules/highlight.js/lib/languages/scala.js</a:t>
            </a:r>
          </a:p>
          <a:p>
            <a:pPr>
              <a:defRPr sz="1200"/>
            </a:pPr>
            <a:r>
              <a:t>D:/pasar_fix/node_modules/.bun/highlight.js@11.11.1/node_modules/highlight.js/lib/languages/scala.js.js</a:t>
            </a:r>
          </a:p>
          <a:p>
            <a:pPr>
              <a:defRPr sz="1200"/>
            </a:pPr>
            <a:r>
              <a:t>D:/pasar_fix/node_modules/.bun/highlight.js@11.11.1/node_modules/highlight.js/lib/languages/scheme.js</a:t>
            </a:r>
          </a:p>
          <a:p>
            <a:pPr>
              <a:defRPr sz="1200"/>
            </a:pPr>
            <a:r>
              <a:t>D:/pasar_fix/node_modules/.bun/highlight.js@11.11.1/node_modules/highlight.js/lib/languages/scheme.js.js</a:t>
            </a:r>
          </a:p>
          <a:p>
            <a:pPr>
              <a:defRPr sz="1200"/>
            </a:pPr>
            <a:r>
              <a:t>D:/pasar_fix/node_modules/.bun/highlight.js@11.11.1/node_modules/highlight.js/lib/languages/scilab.js</a:t>
            </a:r>
          </a:p>
          <a:p>
            <a:pPr>
              <a:defRPr sz="1200"/>
            </a:pPr>
            <a:r>
              <a:t>D:/pasar_fix/node_modules/.bun/highlight.js@11.11.1/node_modules/highlight.js/lib/languages/scilab.js.js</a:t>
            </a:r>
          </a:p>
          <a:p>
            <a:pPr>
              <a:defRPr sz="1200"/>
            </a:pPr>
            <a:r>
              <a:t>D:/pasar_fix/node_modules/.bun/highlight.js@11.11.1/node_modules/highlight.js/lib/languages/scss.js</a:t>
            </a:r>
          </a:p>
          <a:p>
            <a:pPr>
              <a:defRPr sz="1200"/>
            </a:pPr>
            <a:r>
              <a:t>D:/pasar_fix/node_modules/.bun/highlight.js@11.11.1/node_modules/highlight.js/lib/languages/scss.js.js</a:t>
            </a:r>
          </a:p>
          <a:p>
            <a:pPr>
              <a:defRPr sz="1200"/>
            </a:pPr>
            <a:r>
              <a:t>D:/pasar_fix/node_modules/.bun/highlight.js@11.11.1/node_modules/highlight.js/lib/languages/shell.js</a:t>
            </a:r>
          </a:p>
          <a:p>
            <a:pPr>
              <a:defRPr sz="1200"/>
            </a:pPr>
            <a:r>
              <a:t>D:/pasar_fix/node_modules/.bun/highlight.js@11.11.1/node_modules/highlight.js/lib/languages/shell.js.js</a:t>
            </a:r>
          </a:p>
          <a:p>
            <a:pPr>
              <a:defRPr sz="1200"/>
            </a:pPr>
            <a:r>
              <a:t>D:/pasar_fix/node_modules/.bun/highlight.js@11.11.1/node_modules/highlight.js/lib/languages/smali.js</a:t>
            </a:r>
          </a:p>
          <a:p>
            <a:pPr>
              <a:defRPr sz="1200"/>
            </a:pPr>
            <a:r>
              <a:t>D:/pasar_fix/node_modules/.bun/highlight.js@11.11.1/node_modules/highlight.js/lib/languages/smali.js.js</a:t>
            </a:r>
          </a:p>
          <a:p>
            <a:pPr>
              <a:defRPr sz="1200"/>
            </a:pPr>
            <a:r>
              <a:t>D:/pasar_fix/node_modules/.bun/highlight.js@11.11.1/node_modules/highlight.js/lib/languages/smalltalk.js</a:t>
            </a:r>
          </a:p>
          <a:p>
            <a:pPr>
              <a:defRPr sz="1200"/>
            </a:pPr>
            <a:r>
              <a:t>D:/pasar_fix/node_modules/.bun/highlight.js@11.11.1/node_modules/highlight.js/lib/languages/smalltalk.js.js</a:t>
            </a:r>
          </a:p>
          <a:p>
            <a:pPr>
              <a:defRPr sz="1200"/>
            </a:pPr>
            <a:r>
              <a:t>D:/pasar_fix/node_modules/.bun/highlight.js@11.11.1/node_modules/highlight.js/lib/languages/sml.js</a:t>
            </a:r>
          </a:p>
          <a:p>
            <a:pPr>
              <a:defRPr sz="1200"/>
            </a:pPr>
            <a:r>
              <a:t>D:/pasar_fix/node_modules/.bun/highlight.js@11.11.1/node_modules/highlight.js/lib/languages/sml.js.js</a:t>
            </a:r>
          </a:p>
          <a:p>
            <a:pPr>
              <a:defRPr sz="1200"/>
            </a:pPr>
            <a:r>
              <a:t>D:/pasar_fix/node_modules/.bun/highlight.js@11.11.1/node_modules/highlight.js/lib/languages/sqf.js</a:t>
            </a:r>
          </a:p>
          <a:p>
            <a:pPr>
              <a:defRPr sz="1200"/>
            </a:pPr>
            <a:r>
              <a:t>D:/pasar_fix/node_modules/.bun/highlight.js@11.11.1/node_modules/highlight.js/lib/languages/sqf.js.js</a:t>
            </a:r>
          </a:p>
          <a:p>
            <a:pPr>
              <a:defRPr sz="1200"/>
            </a:pPr>
            <a:r>
              <a:t>D:/pasar_fix/node_modules/.bun/highlight.js@11.11.1/node_modules/highlight.js/lib/languages/sql.js</a:t>
            </a:r>
          </a:p>
          <a:p>
            <a:pPr>
              <a:defRPr sz="1200"/>
            </a:pPr>
            <a:r>
              <a:t>D:/pasar_fix/node_modules/.bun/highlight.js@11.11.1/node_modules/highlight.js/lib/languages/sql.js.js</a:t>
            </a:r>
          </a:p>
          <a:p>
            <a:pPr>
              <a:defRPr sz="1200"/>
            </a:pPr>
            <a:r>
              <a:t>D:/pasar_fix/node_modules/.bun/highlight.js@11.11.1/node_modules/highlight.js/lib/languages/stan.js</a:t>
            </a:r>
          </a:p>
          <a:p>
            <a:pPr>
              <a:defRPr sz="1200"/>
            </a:pPr>
            <a:r>
              <a:t>D:/pasar_fix/node_modules/.bun/highlight.js@11.11.1/node_modules/highlight.js/lib/languages/stan.js.js</a:t>
            </a:r>
          </a:p>
          <a:p>
            <a:pPr>
              <a:defRPr sz="1200"/>
            </a:pPr>
            <a:r>
              <a:t>D:/pasar_fix/node_modules/.bun/highlight.js@11.11.1/node_modules/highlight.js/lib/languages/stata.js</a:t>
            </a:r>
          </a:p>
          <a:p>
            <a:pPr>
              <a:defRPr sz="1200"/>
            </a:pPr>
            <a:r>
              <a:t>D:/pasar_fix/node_modules/.bun/highlight.js@11.11.1/node_modules/highlight.js/lib/languages/stata.js.js</a:t>
            </a:r>
          </a:p>
          <a:p>
            <a:pPr>
              <a:defRPr sz="1200"/>
            </a:pPr>
            <a:r>
              <a:t>D:/pasar_fix/node_modules/.bun/highlight.js@11.11.1/node_modules/highlight.js/lib/languages/step21.js</a:t>
            </a:r>
          </a:p>
          <a:p>
            <a:pPr>
              <a:defRPr sz="1200"/>
            </a:pPr>
            <a:r>
              <a:t>D:/pasar_fix/node_modules/.bun/highlight.js@11.11.1/node_modules/highlight.js/lib/languages/step21.js.js</a:t>
            </a:r>
          </a:p>
          <a:p>
            <a:pPr>
              <a:defRPr sz="1200"/>
            </a:pPr>
            <a:r>
              <a:t>D:/pasar_fix/node_modules/.bun/highlight.js@11.11.1/node_modules/highlight.js/lib/languages/stylus.js</a:t>
            </a:r>
          </a:p>
          <a:p>
            <a:pPr>
              <a:defRPr sz="1200"/>
            </a:pPr>
            <a:r>
              <a:t>D:/pasar_fix/node_modules/.bun/highlight.js@11.11.1/node_modules/highlight.js/lib/languages/stylus.js.js</a:t>
            </a:r>
          </a:p>
          <a:p>
            <a:pPr>
              <a:defRPr sz="1200"/>
            </a:pPr>
            <a:r>
              <a:t>D:/pasar_fix/node_modules/.bun/highlight.js@11.11.1/node_modules/highlight.js/lib/languages/subunit.js</a:t>
            </a:r>
          </a:p>
          <a:p>
            <a:pPr>
              <a:defRPr sz="1200"/>
            </a:pPr>
            <a:r>
              <a:t>D:/pasar_fix/node_modules/.bun/highlight.js@11.11.1/node_modules/highlight.js/lib/languages/subunit.js.js</a:t>
            </a:r>
          </a:p>
          <a:p>
            <a:pPr>
              <a:defRPr sz="1200"/>
            </a:pPr>
            <a:r>
              <a:t>D:/pasar_fix/node_modules/.bun/highlight.js@11.11.1/node_modules/highlight.js/lib/languages/swift.js</a:t>
            </a:r>
          </a:p>
          <a:p>
            <a:pPr>
              <a:defRPr sz="1200"/>
            </a:pPr>
            <a:r>
              <a:t>D:/pasar_fix/node_modules/.bun/highlight.js@11.11.1/node_modules/highlight.js/lib/languages/swift.js.js</a:t>
            </a:r>
          </a:p>
          <a:p>
            <a:pPr>
              <a:defRPr sz="1200"/>
            </a:pPr>
            <a:r>
              <a:t>D:/pasar_fix/node_modules/.bun/highlight.js@11.11.1/node_modules/highlight.js/lib/languages/taggerscript.js</a:t>
            </a:r>
          </a:p>
          <a:p>
            <a:pPr>
              <a:defRPr sz="1200"/>
            </a:pPr>
            <a:r>
              <a:t>D:/pasar_fix/node_modules/.bun/highlight.js@11.11.1/node_modules/highlight.js/lib/languages/taggerscript.js.js</a:t>
            </a:r>
          </a:p>
          <a:p>
            <a:pPr>
              <a:defRPr sz="1200"/>
            </a:pPr>
            <a:r>
              <a:t>D:/pasar_fix/node_modules/.bun/highlight.js@11.11.1/node_modules/highlight.js/lib/languages/tap.js</a:t>
            </a:r>
          </a:p>
          <a:p>
            <a:pPr>
              <a:defRPr sz="1200"/>
            </a:pPr>
            <a:r>
              <a:t>D:/pasar_fix/node_modules/.bun/highlight.js@11.11.1/node_modules/highlight.js/lib/languages/tap.js.js</a:t>
            </a:r>
          </a:p>
          <a:p>
            <a:pPr>
              <a:defRPr sz="1200"/>
            </a:pPr>
            <a:r>
              <a:t>D:/pasar_fix/node_modules/.bun/highlight.js@11.11.1/node_modules/highlight.js/lib/languages/tcl.js</a:t>
            </a:r>
          </a:p>
          <a:p>
            <a:pPr>
              <a:defRPr sz="1200"/>
            </a:pPr>
            <a:r>
              <a:t>D:/pasar_fix/node_modules/.bun/highlight.js@11.11.1/node_modules/highlight.js/lib/languages/tcl.js.js</a:t>
            </a:r>
          </a:p>
          <a:p>
            <a:pPr>
              <a:defRPr sz="1200"/>
            </a:pPr>
            <a:r>
              <a:t>D:/pasar_fix/node_modules/.bun/highlight.js@11.11.1/node_modules/highlight.js/lib/languages/thrift.js</a:t>
            </a:r>
          </a:p>
          <a:p>
            <a:pPr>
              <a:defRPr sz="1200"/>
            </a:pPr>
            <a:r>
              <a:t>D:/pasar_fix/node_modules/.bun/highlight.js@11.11.1/node_modules/highlight.js/lib/languages/thrift.js.js</a:t>
            </a:r>
          </a:p>
          <a:p>
            <a:pPr>
              <a:defRPr sz="1200"/>
            </a:pPr>
            <a:r>
              <a:t>D:/pasar_fix/node_modules/.bun/highlight.js@11.11.1/node_modules/highlight.js/lib/languages/tp.js</a:t>
            </a:r>
          </a:p>
          <a:p>
            <a:pPr>
              <a:defRPr sz="1200"/>
            </a:pPr>
            <a:r>
              <a:t>D:/pasar_fix/node_modules/.bun/highlight.js@11.11.1/node_modules/highlight.js/lib/languages/tp.js.js</a:t>
            </a:r>
          </a:p>
          <a:p>
            <a:pPr>
              <a:defRPr sz="1200"/>
            </a:pPr>
            <a:r>
              <a:t>D:/pasar_fix/node_modules/.bun/highlight.js@11.11.1/node_modules/highlight.js/lib/languages/twig.js</a:t>
            </a:r>
          </a:p>
          <a:p>
            <a:pPr>
              <a:defRPr sz="1200"/>
            </a:pPr>
            <a:r>
              <a:t>D:/pasar_fix/node_modules/.bun/highlight.js@11.11.1/node_modules/highlight.js/lib/languages/twig.js.js</a:t>
            </a:r>
          </a:p>
          <a:p>
            <a:pPr>
              <a:defRPr sz="1200"/>
            </a:pPr>
            <a:r>
              <a:t>D:/pasar_fix/node_modules/.bun/highlight.js@11.11.1/node_modules/highlight.js/lib/languages/typescript.js</a:t>
            </a:r>
          </a:p>
          <a:p>
            <a:pPr>
              <a:defRPr sz="1200"/>
            </a:pPr>
            <a:r>
              <a:t>D:/pasar_fix/node_modules/.bun/highlight.js@11.11.1/node_modules/highlight.js/lib/languages/typescript.js.js</a:t>
            </a:r>
          </a:p>
          <a:p>
            <a:pPr>
              <a:defRPr sz="1200"/>
            </a:pPr>
            <a:r>
              <a:t>D:/pasar_fix/node_modules/.bun/highlight.js@11.11.1/node_modules/highlight.js/lib/languages/vala.js</a:t>
            </a:r>
          </a:p>
          <a:p>
            <a:pPr>
              <a:defRPr sz="1200"/>
            </a:pPr>
            <a:r>
              <a:t>D:/pasar_fix/node_modules/.bun/highlight.js@11.11.1/node_modules/highlight.js/lib/languages/vala.js.js</a:t>
            </a:r>
          </a:p>
          <a:p>
            <a:pPr>
              <a:defRPr sz="1200"/>
            </a:pPr>
            <a:r>
              <a:t>D:/pasar_fix/node_modules/.bun/highlight.js@11.11.1/node_modules/highlight.js/lib/languages/vbnet.js</a:t>
            </a:r>
          </a:p>
          <a:p>
            <a:pPr>
              <a:defRPr sz="1200"/>
            </a:pPr>
            <a:r>
              <a:t>D:/pasar_fix/node_modules/.bun/highlight.js@11.11.1/node_modules/highlight.js/lib/languages/vbnet.js.js</a:t>
            </a:r>
          </a:p>
          <a:p>
            <a:pPr>
              <a:defRPr sz="1200"/>
            </a:pPr>
            <a:r>
              <a:t>D:/pasar_fix/node_modules/.bun/highlight.js@11.11.1/node_modules/highlight.js/lib/languages/vbscript-html.js</a:t>
            </a:r>
          </a:p>
          <a:p>
            <a:pPr>
              <a:defRPr sz="1200"/>
            </a:pPr>
            <a:r>
              <a:t>D:/pasar_fix/node_modules/.bun/highlight.js@11.11.1/node_modules/highlight.js/lib/languages/vbscript-html.js.js</a:t>
            </a:r>
          </a:p>
          <a:p>
            <a:pPr>
              <a:defRPr sz="1200"/>
            </a:pPr>
            <a:r>
              <a:t>D:/pasar_fix/node_modules/.bun/highlight.js@11.11.1/node_modules/highlight.js/lib/languages/vbscript.js</a:t>
            </a:r>
          </a:p>
          <a:p>
            <a:pPr>
              <a:defRPr sz="1200"/>
            </a:pPr>
            <a:r>
              <a:t>D:/pasar_fix/node_modules/.bun/highlight.js@11.11.1/node_modules/highlight.js/lib/languages/vbscript.js.js</a:t>
            </a:r>
          </a:p>
          <a:p>
            <a:pPr>
              <a:defRPr sz="1200"/>
            </a:pPr>
            <a:r>
              <a:t>D:/pasar_fix/node_modules/.bun/highlight.js@11.11.1/node_modules/highlight.js/lib/languages/verilog.js</a:t>
            </a:r>
          </a:p>
          <a:p>
            <a:pPr>
              <a:defRPr sz="1200"/>
            </a:pPr>
            <a:r>
              <a:t>D:/pasar_fix/node_modules/.bun/highlight.js@11.11.1/node_modules/highlight.js/lib/languages/verilog.js.js</a:t>
            </a:r>
          </a:p>
          <a:p>
            <a:pPr>
              <a:defRPr sz="1200"/>
            </a:pPr>
            <a:r>
              <a:t>D:/pasar_fix/node_modules/.bun/highlight.js@11.11.1/node_modules/highlight.js/lib/languages/vhdl.js</a:t>
            </a:r>
          </a:p>
          <a:p>
            <a:pPr>
              <a:defRPr sz="1200"/>
            </a:pPr>
            <a:r>
              <a:t>D:/pasar_fix/node_modules/.bun/highlight.js@11.11.1/node_modules/highlight.js/lib/languages/vhdl.js.js</a:t>
            </a:r>
          </a:p>
          <a:p>
            <a:pPr>
              <a:defRPr sz="1200"/>
            </a:pPr>
            <a:r>
              <a:t>D:/pasar_fix/node_modules/.bun/highlight.js@11.11.1/node_modules/highlight.js/lib/languages/vim.js</a:t>
            </a:r>
          </a:p>
          <a:p>
            <a:pPr>
              <a:defRPr sz="1200"/>
            </a:pPr>
            <a:r>
              <a:t>D:/pasar_fix/node_modules/.bun/highlight.js@11.11.1/node_modules/highlight.js/lib/languages/vim.js.js</a:t>
            </a:r>
          </a:p>
          <a:p>
            <a:pPr>
              <a:defRPr sz="1200"/>
            </a:pPr>
            <a:r>
              <a:t>D:/pasar_fix/node_modules/.bun/highlight.js@11.11.1/node_modules/highlight.js/lib/languages/wasm.js</a:t>
            </a:r>
          </a:p>
          <a:p>
            <a:pPr>
              <a:defRPr sz="1200"/>
            </a:pPr>
            <a:r>
              <a:t>D:/pasar_fix/node_modules/.bun/highlight.js@11.11.1/node_modules/highlight.js/lib/languages/wasm.js.js</a:t>
            </a:r>
          </a:p>
          <a:p>
            <a:pPr>
              <a:defRPr sz="1200"/>
            </a:pPr>
            <a:r>
              <a:t>D:/pasar_fix/node_modules/.bun/highlight.js@11.11.1/node_modules/highlight.js/lib/languages/wren.js</a:t>
            </a:r>
          </a:p>
          <a:p>
            <a:pPr>
              <a:defRPr sz="1200"/>
            </a:pPr>
            <a:r>
              <a:t>D:/pasar_fix/node_modules/.bun/highlight.js@11.11.1/node_modules/highlight.js/lib/languages/wren.js.js</a:t>
            </a:r>
          </a:p>
          <a:p>
            <a:pPr>
              <a:defRPr sz="1200"/>
            </a:pPr>
            <a:r>
              <a:t>D:/pasar_fix/node_modules/.bun/highlight.js@11.11.1/node_modules/highlight.js/lib/languages/x86asm.js</a:t>
            </a:r>
          </a:p>
          <a:p>
            <a:pPr>
              <a:defRPr sz="1200"/>
            </a:pPr>
            <a:r>
              <a:t>D:/pasar_fix/node_modules/.bun/highlight.js@11.11.1/node_modules/highlight.js/lib/languages/x86asm.js.js</a:t>
            </a:r>
          </a:p>
          <a:p>
            <a:pPr>
              <a:defRPr sz="1200"/>
            </a:pPr>
            <a:r>
              <a:t>D:/pasar_fix/node_modules/.bun/highlight.js@11.11.1/node_modules/highlight.js/lib/languages/xl.js</a:t>
            </a:r>
          </a:p>
          <a:p>
            <a:pPr>
              <a:defRPr sz="1200"/>
            </a:pPr>
            <a:r>
              <a:t>D:/pasar_fix/node_modules/.bun/highlight.js@11.11.1/node_modules/highlight.js/lib/languages/xl.js.js</a:t>
            </a:r>
          </a:p>
          <a:p>
            <a:pPr>
              <a:defRPr sz="1200"/>
            </a:pPr>
            <a:r>
              <a:t>D:/pasar_fix/node_modules/.bun/highlight.js@11.11.1/node_modules/highlight.js/lib/languages/xml.js</a:t>
            </a:r>
          </a:p>
          <a:p>
            <a:pPr>
              <a:defRPr sz="1200"/>
            </a:pPr>
            <a:r>
              <a:t>D:/pasar_fix/node_modules/.bun/highlight.js@11.11.1/node_modules/highlight.js/lib/languages/xml.js.js</a:t>
            </a:r>
          </a:p>
          <a:p>
            <a:pPr>
              <a:defRPr sz="1200"/>
            </a:pPr>
            <a:r>
              <a:t>D:/pasar_fix/node_modules/.bun/highlight.js@11.11.1/node_modules/highlight.js/lib/languages/xquery.js</a:t>
            </a:r>
          </a:p>
          <a:p>
            <a:pPr>
              <a:defRPr sz="1200"/>
            </a:pPr>
            <a:r>
              <a:t>D:/pasar_fix/node_modules/.bun/highlight.js@11.11.1/node_modules/highlight.js/lib/languages/xquery.js.js</a:t>
            </a:r>
          </a:p>
          <a:p>
            <a:pPr>
              <a:defRPr sz="1200"/>
            </a:pPr>
            <a:r>
              <a:t>D:/pasar_fix/node_modules/.bun/highlight.js@11.11.1/node_modules/highlight.js/lib/languages/yaml.js</a:t>
            </a:r>
          </a:p>
          <a:p>
            <a:pPr>
              <a:defRPr sz="1200"/>
            </a:pPr>
            <a:r>
              <a:t>D:/pasar_fix/node_modules/.bun/highlight.js@11.11.1/node_modules/highlight.js/lib/languages/yaml.js.js</a:t>
            </a:r>
          </a:p>
          <a:p>
            <a:pPr>
              <a:defRPr sz="1200"/>
            </a:pPr>
            <a:r>
              <a:t>D:/pasar_fix/node_modules/.bun/highlight.js@11.11.1/node_modules/highlight.js/lib/languages/zephir.js</a:t>
            </a:r>
          </a:p>
          <a:p>
            <a:pPr>
              <a:defRPr sz="1200"/>
            </a:pPr>
            <a:r>
              <a:t>D:/pasar_fix/node_modules/.bun/highlight.js@11.11.1/node_modules/highlight.js/lib/languages/zephir.js.js</a:t>
            </a:r>
          </a:p>
          <a:p>
            <a:pPr>
              <a:defRPr sz="1200"/>
            </a:pPr>
            <a:r>
              <a:t>D:/pasar_fix/node_modules/.bun/highlight.js@11.11.1/node_modules/highlight.js/scss/1c-light.scss</a:t>
            </a:r>
          </a:p>
          <a:p>
            <a:pPr>
              <a:defRPr sz="1200"/>
            </a:pPr>
            <a:r>
              <a:t>D:/pasar_fix/node_modules/.bun/highlight.js@11.11.1/node_modules/highlight.js/scss/a11y-dark.scss</a:t>
            </a:r>
          </a:p>
          <a:p>
            <a:pPr>
              <a:defRPr sz="1200"/>
            </a:pPr>
            <a:r>
              <a:t>D:/pasar_fix/node_modules/.bun/highlight.js@11.11.1/node_modules/highlight.js/scss/a11y-light.scss</a:t>
            </a:r>
          </a:p>
          <a:p>
            <a:pPr>
              <a:defRPr sz="1200"/>
            </a:pPr>
            <a:r>
              <a:t>D:/pasar_fix/node_modules/.bun/highlight.js@11.11.1/node_modules/highlight.js/scss/agate.scss</a:t>
            </a:r>
          </a:p>
          <a:p>
            <a:pPr>
              <a:defRPr sz="1200"/>
            </a:pPr>
            <a:r>
              <a:t>D:/pasar_fix/node_modules/.bun/highlight.js@11.11.1/node_modules/highlight.js/scss/an-old-hope.scss</a:t>
            </a:r>
          </a:p>
          <a:p>
            <a:pPr>
              <a:defRPr sz="1200"/>
            </a:pPr>
            <a:r>
              <a:t>D:/pasar_fix/node_modules/.bun/highlight.js@11.11.1/node_modules/highlight.js/scss/androidstudio.scss</a:t>
            </a:r>
          </a:p>
          <a:p>
            <a:pPr>
              <a:defRPr sz="1200"/>
            </a:pPr>
            <a:r>
              <a:t>D:/pasar_fix/node_modules/.bun/highlight.js@11.11.1/node_modules/highlight.js/scss/arduino-light.scss</a:t>
            </a:r>
          </a:p>
          <a:p>
            <a:pPr>
              <a:defRPr sz="1200"/>
            </a:pPr>
            <a:r>
              <a:t>D:/pasar_fix/node_modules/.bun/highlight.js@11.11.1/node_modules/highlight.js/scss/arta.scss</a:t>
            </a:r>
          </a:p>
          <a:p>
            <a:pPr>
              <a:defRPr sz="1200"/>
            </a:pPr>
            <a:r>
              <a:t>D:/pasar_fix/node_modules/.bun/highlight.js@11.11.1/node_modules/highlight.js/scss/ascetic.scss</a:t>
            </a:r>
          </a:p>
          <a:p>
            <a:pPr>
              <a:defRPr sz="1200"/>
            </a:pPr>
            <a:r>
              <a:t>D:/pasar_fix/node_modules/.bun/highlight.js@11.11.1/node_modules/highlight.js/scss/atom-one-dark-reasonable.scss</a:t>
            </a:r>
          </a:p>
          <a:p>
            <a:pPr>
              <a:defRPr sz="1200"/>
            </a:pPr>
            <a:r>
              <a:t>D:/pasar_fix/node_modules/.bun/highlight.js@11.11.1/node_modules/highlight.js/scss/atom-one-dark.scss</a:t>
            </a:r>
          </a:p>
          <a:p>
            <a:pPr>
              <a:defRPr sz="1200"/>
            </a:pPr>
            <a:r>
              <a:t>D:/pasar_fix/node_modules/.bun/highlight.js@11.11.1/node_modules/highlight.js/scss/atom-one-light.scss</a:t>
            </a:r>
          </a:p>
          <a:p>
            <a:pPr>
              <a:defRPr sz="1200"/>
            </a:pPr>
            <a:r>
              <a:t>D:/pasar_fix/node_modules/.bun/highlight.js@11.11.1/node_modules/highlight.js/scss/brown-paper.scss</a:t>
            </a:r>
          </a:p>
          <a:p>
            <a:pPr>
              <a:defRPr sz="1200"/>
            </a:pPr>
            <a:r>
              <a:t>D:/pasar_fix/node_modules/.bun/highlight.js@11.11.1/node_modules/highlight.js/scss/codepen-embed.scss</a:t>
            </a:r>
          </a:p>
          <a:p>
            <a:pPr>
              <a:defRPr sz="1200"/>
            </a:pPr>
            <a:r>
              <a:t>D:/pasar_fix/node_modules/.bun/highlight.js@11.11.1/node_modules/highlight.js/scss/color-brewer.scss</a:t>
            </a:r>
          </a:p>
          <a:p>
            <a:pPr>
              <a:defRPr sz="1200"/>
            </a:pPr>
            <a:r>
              <a:t>D:/pasar_fix/node_modules/.bun/highlight.js@11.11.1/node_modules/highlight.js/scss/cybertopia-cherry.scss</a:t>
            </a:r>
          </a:p>
          <a:p>
            <a:pPr>
              <a:defRPr sz="1200"/>
            </a:pPr>
            <a:r>
              <a:t>D:/pasar_fix/node_modules/.bun/highlight.js@11.11.1/node_modules/highlight.js/scss/cybertopia-dimmer.scss</a:t>
            </a:r>
          </a:p>
          <a:p>
            <a:pPr>
              <a:defRPr sz="1200"/>
            </a:pPr>
            <a:r>
              <a:t>D:/pasar_fix/node_modules/.bun/highlight.js@11.11.1/node_modules/highlight.js/scss/cybertopia-icecap.scss</a:t>
            </a:r>
          </a:p>
          <a:p>
            <a:pPr>
              <a:defRPr sz="1200"/>
            </a:pPr>
            <a:r>
              <a:t>D:/pasar_fix/node_modules/.bun/highlight.js@11.11.1/node_modules/highlight.js/scss/cybertopia-saturated.scss</a:t>
            </a:r>
          </a:p>
          <a:p>
            <a:pPr>
              <a:defRPr sz="1200"/>
            </a:pPr>
            <a:r>
              <a:t>D:/pasar_fix/node_modules/.bun/highlight.js@11.11.1/node_modules/highlight.js/scss/dark.scss</a:t>
            </a:r>
          </a:p>
          <a:p>
            <a:pPr>
              <a:defRPr sz="1200"/>
            </a:pPr>
            <a:r>
              <a:t>D:/pasar_fix/node_modules/.bun/highlight.js@11.11.1/node_modules/highlight.js/scss/default.scss</a:t>
            </a:r>
          </a:p>
          <a:p>
            <a:pPr>
              <a:defRPr sz="1200"/>
            </a:pPr>
            <a:r>
              <a:t>D:/pasar_fix/node_modules/.bun/highlight.js@11.11.1/node_modules/highlight.js/scss/devibeans.scss</a:t>
            </a:r>
          </a:p>
          <a:p>
            <a:pPr>
              <a:defRPr sz="1200"/>
            </a:pPr>
            <a:r>
              <a:t>D:/pasar_fix/node_modules/.bun/highlight.js@11.11.1/node_modules/highlight.js/scss/docco.scss</a:t>
            </a:r>
          </a:p>
          <a:p>
            <a:pPr>
              <a:defRPr sz="1200"/>
            </a:pPr>
            <a:r>
              <a:t>D:/pasar_fix/node_modules/.bun/highlight.js@11.11.1/node_modules/highlight.js/scss/far.scss</a:t>
            </a:r>
          </a:p>
          <a:p>
            <a:pPr>
              <a:defRPr sz="1200"/>
            </a:pPr>
            <a:r>
              <a:t>D:/pasar_fix/node_modules/.bun/highlight.js@11.11.1/node_modules/highlight.js/scss/felipec.scss</a:t>
            </a:r>
          </a:p>
          <a:p>
            <a:pPr>
              <a:defRPr sz="1200"/>
            </a:pPr>
            <a:r>
              <a:t>D:/pasar_fix/node_modules/.bun/highlight.js@11.11.1/node_modules/highlight.js/scss/foundation.scss</a:t>
            </a:r>
          </a:p>
          <a:p>
            <a:pPr>
              <a:defRPr sz="1200"/>
            </a:pPr>
            <a:r>
              <a:t>D:/pasar_fix/node_modules/.bun/highlight.js@11.11.1/node_modules/highlight.js/scss/github-dark-dimmed.scss</a:t>
            </a:r>
          </a:p>
          <a:p>
            <a:pPr>
              <a:defRPr sz="1200"/>
            </a:pPr>
            <a:r>
              <a:t>D:/pasar_fix/node_modules/.bun/highlight.js@11.11.1/node_modules/highlight.js/scss/github-dark.scss</a:t>
            </a:r>
          </a:p>
          <a:p>
            <a:pPr>
              <a:defRPr sz="1200"/>
            </a:pPr>
            <a:r>
              <a:t>D:/pasar_fix/node_modules/.bun/highlight.js@11.11.1/node_modules/highlight.js/scss/github.scss</a:t>
            </a:r>
          </a:p>
          <a:p>
            <a:pPr>
              <a:defRPr sz="1200"/>
            </a:pPr>
            <a:r>
              <a:t>D:/pasar_fix/node_modules/.bun/highlight.js@11.11.1/node_modules/highlight.js/scss/gml.scss</a:t>
            </a:r>
          </a:p>
          <a:p>
            <a:pPr>
              <a:defRPr sz="1200"/>
            </a:pPr>
            <a:r>
              <a:t>D:/pasar_fix/node_modules/.bun/highlight.js@11.11.1/node_modules/highlight.js/scss/googlecode.scss</a:t>
            </a:r>
          </a:p>
          <a:p>
            <a:pPr>
              <a:defRPr sz="1200"/>
            </a:pPr>
            <a:r>
              <a:t>D:/pasar_fix/node_modules/.bun/highlight.js@11.11.1/node_modules/highlight.js/scss/gradient-dark.scss</a:t>
            </a:r>
          </a:p>
          <a:p>
            <a:pPr>
              <a:defRPr sz="1200"/>
            </a:pPr>
            <a:r>
              <a:t>D:/pasar_fix/node_modules/.bun/highlight.js@11.11.1/node_modules/highlight.js/scss/gradient-light.scss</a:t>
            </a:r>
          </a:p>
          <a:p>
            <a:pPr>
              <a:defRPr sz="1200"/>
            </a:pPr>
            <a:r>
              <a:t>D:/pasar_fix/node_modules/.bun/highlight.js@11.11.1/node_modules/highlight.js/scss/grayscale.scss</a:t>
            </a:r>
          </a:p>
          <a:p>
            <a:pPr>
              <a:defRPr sz="1200"/>
            </a:pPr>
            <a:r>
              <a:t>D:/pasar_fix/node_modules/.bun/highlight.js@11.11.1/node_modules/highlight.js/scss/hybrid.scss</a:t>
            </a:r>
          </a:p>
          <a:p>
            <a:pPr>
              <a:defRPr sz="1200"/>
            </a:pPr>
            <a:r>
              <a:t>D:/pasar_fix/node_modules/.bun/highlight.js@11.11.1/node_modules/highlight.js/scss/idea.scss</a:t>
            </a:r>
          </a:p>
          <a:p>
            <a:pPr>
              <a:defRPr sz="1200"/>
            </a:pPr>
            <a:r>
              <a:t>D:/pasar_fix/node_modules/.bun/highlight.js@11.11.1/node_modules/highlight.js/scss/intellij-light.scss</a:t>
            </a:r>
          </a:p>
          <a:p>
            <a:pPr>
              <a:defRPr sz="1200"/>
            </a:pPr>
            <a:r>
              <a:t>D:/pasar_fix/node_modules/.bun/highlight.js@11.11.1/node_modules/highlight.js/scss/ir-black.scss</a:t>
            </a:r>
          </a:p>
          <a:p>
            <a:pPr>
              <a:defRPr sz="1200"/>
            </a:pPr>
            <a:r>
              <a:t>D:/pasar_fix/node_modules/.bun/highlight.js@11.11.1/node_modules/highlight.js/scss/isbl-editor-dark.scss</a:t>
            </a:r>
          </a:p>
          <a:p>
            <a:pPr>
              <a:defRPr sz="1200"/>
            </a:pPr>
            <a:r>
              <a:t>D:/pasar_fix/node_modules/.bun/highlight.js@11.11.1/node_modules/highlight.js/scss/isbl-editor-light.scss</a:t>
            </a:r>
          </a:p>
          <a:p>
            <a:pPr>
              <a:defRPr sz="1200"/>
            </a:pPr>
            <a:r>
              <a:t>D:/pasar_fix/node_modules/.bun/highlight.js@11.11.1/node_modules/highlight.js/scss/kimbie-dark.scss</a:t>
            </a:r>
          </a:p>
          <a:p>
            <a:pPr>
              <a:defRPr sz="1200"/>
            </a:pPr>
            <a:r>
              <a:t>D:/pasar_fix/node_modules/.bun/highlight.js@11.11.1/node_modules/highlight.js/scss/kimbie-light.scss</a:t>
            </a:r>
          </a:p>
          <a:p>
            <a:pPr>
              <a:defRPr sz="1200"/>
            </a:pPr>
            <a:r>
              <a:t>D:/pasar_fix/node_modules/.bun/highlight.js@11.11.1/node_modules/highlight.js/scss/lightfair.scss</a:t>
            </a:r>
          </a:p>
          <a:p>
            <a:pPr>
              <a:defRPr sz="1200"/>
            </a:pPr>
            <a:r>
              <a:t>D:/pasar_fix/node_modules/.bun/highlight.js@11.11.1/node_modules/highlight.js/scss/lioshi.scss</a:t>
            </a:r>
          </a:p>
          <a:p>
            <a:pPr>
              <a:defRPr sz="1200"/>
            </a:pPr>
            <a:r>
              <a:t>D:/pasar_fix/node_modules/.bun/highlight.js@11.11.1/node_modules/highlight.js/scss/magula.scss</a:t>
            </a:r>
          </a:p>
          <a:p>
            <a:pPr>
              <a:defRPr sz="1200"/>
            </a:pPr>
            <a:r>
              <a:t>D:/pasar_fix/node_modules/.bun/highlight.js@11.11.1/node_modules/highlight.js/scss/mono-blue.scss</a:t>
            </a:r>
          </a:p>
          <a:p>
            <a:pPr>
              <a:defRPr sz="1200"/>
            </a:pPr>
            <a:r>
              <a:t>D:/pasar_fix/node_modules/.bun/highlight.js@11.11.1/node_modules/highlight.js/scss/monokai-sublime.scss</a:t>
            </a:r>
          </a:p>
          <a:p>
            <a:pPr>
              <a:defRPr sz="1200"/>
            </a:pPr>
            <a:r>
              <a:t>D:/pasar_fix/node_modules/.bun/highlight.js@11.11.1/node_modules/highlight.js/scss/monokai.scss</a:t>
            </a:r>
          </a:p>
          <a:p>
            <a:pPr>
              <a:defRPr sz="1200"/>
            </a:pPr>
            <a:r>
              <a:t>D:/pasar_fix/node_modules/.bun/highlight.js@11.11.1/node_modules/highlight.js/scss/night-owl.scss</a:t>
            </a:r>
          </a:p>
          <a:p>
            <a:pPr>
              <a:defRPr sz="1200"/>
            </a:pPr>
            <a:r>
              <a:t>D:/pasar_fix/node_modules/.bun/highlight.js@11.11.1/node_modules/highlight.js/scss/nnfx-dark.scss</a:t>
            </a:r>
          </a:p>
          <a:p>
            <a:pPr>
              <a:defRPr sz="1200"/>
            </a:pPr>
            <a:r>
              <a:t>D:/pasar_fix/node_modules/.bun/highlight.js@11.11.1/node_modules/highlight.js/scss/nnfx-light.scss</a:t>
            </a:r>
          </a:p>
          <a:p>
            <a:pPr>
              <a:defRPr sz="1200"/>
            </a:pPr>
            <a:r>
              <a:t>D:/pasar_fix/node_modules/.bun/highlight.js@11.11.1/node_modules/highlight.js/scss/nord.scss</a:t>
            </a:r>
          </a:p>
          <a:p>
            <a:pPr>
              <a:defRPr sz="1200"/>
            </a:pPr>
            <a:r>
              <a:t>D:/pasar_fix/node_modules/.bun/highlight.js@11.11.1/node_modules/highlight.js/scss/obsidian.scss</a:t>
            </a:r>
          </a:p>
          <a:p>
            <a:pPr>
              <a:defRPr sz="1200"/>
            </a:pPr>
            <a:r>
              <a:t>D:/pasar_fix/node_modules/.bun/highlight.js@11.11.1/node_modules/highlight.js/scss/panda-syntax-dark.scss</a:t>
            </a:r>
          </a:p>
          <a:p>
            <a:pPr>
              <a:defRPr sz="1200"/>
            </a:pPr>
            <a:r>
              <a:t>D:/pasar_fix/node_modules/.bun/highlight.js@11.11.1/node_modules/highlight.js/scss/panda-syntax-light.scss</a:t>
            </a:r>
          </a:p>
          <a:p>
            <a:pPr>
              <a:defRPr sz="1200"/>
            </a:pPr>
            <a:r>
              <a:t>D:/pasar_fix/node_modules/.bun/highlight.js@11.11.1/node_modules/highlight.js/scss/paraiso-dark.scss</a:t>
            </a:r>
          </a:p>
          <a:p>
            <a:pPr>
              <a:defRPr sz="1200"/>
            </a:pPr>
            <a:r>
              <a:t>D:/pasar_fix/node_modules/.bun/highlight.js@11.11.1/node_modules/highlight.js/scss/paraiso-light.scss</a:t>
            </a:r>
          </a:p>
          <a:p>
            <a:pPr>
              <a:defRPr sz="1200"/>
            </a:pPr>
            <a:r>
              <a:t>D:/pasar_fix/node_modules/.bun/highlight.js@11.11.1/node_modules/highlight.js/scss/pojoaque.scss</a:t>
            </a:r>
          </a:p>
          <a:p>
            <a:pPr>
              <a:defRPr sz="1200"/>
            </a:pPr>
            <a:r>
              <a:t>D:/pasar_fix/node_modules/.bun/highlight.js@11.11.1/node_modules/highlight.js/scss/purebasic.scss</a:t>
            </a:r>
          </a:p>
          <a:p>
            <a:pPr>
              <a:defRPr sz="1200"/>
            </a:pPr>
            <a:r>
              <a:t>D:/pasar_fix/node_modules/.bun/highlight.js@11.11.1/node_modules/highlight.js/scss/qtcreator-dark.scss</a:t>
            </a:r>
          </a:p>
          <a:p>
            <a:pPr>
              <a:defRPr sz="1200"/>
            </a:pPr>
            <a:r>
              <a:t>D:/pasar_fix/node_modules/.bun/highlight.js@11.11.1/node_modules/highlight.js/scss/qtcreator-light.scss</a:t>
            </a:r>
          </a:p>
          <a:p>
            <a:pPr>
              <a:defRPr sz="1200"/>
            </a:pPr>
            <a:r>
              <a:t>D:/pasar_fix/node_modules/.bun/highlight.js@11.11.1/node_modules/highlight.js/scss/rainbow.scss</a:t>
            </a:r>
          </a:p>
          <a:p>
            <a:pPr>
              <a:defRPr sz="1200"/>
            </a:pPr>
            <a:r>
              <a:t>D:/pasar_fix/node_modules/.bun/highlight.js@11.11.1/node_modules/highlight.js/scss/rose-pine-dawn.scss</a:t>
            </a:r>
          </a:p>
          <a:p>
            <a:pPr>
              <a:defRPr sz="1200"/>
            </a:pPr>
            <a:r>
              <a:t>D:/pasar_fix/node_modules/.bun/highlight.js@11.11.1/node_modules/highlight.js/scss/rose-pine-moon.scss</a:t>
            </a:r>
          </a:p>
          <a:p>
            <a:pPr>
              <a:defRPr sz="1200"/>
            </a:pPr>
            <a:r>
              <a:t>D:/pasar_fix/node_modules/.bun/highlight.js@11.11.1/node_modules/highlight.js/scss/rose-pine.scss</a:t>
            </a:r>
          </a:p>
          <a:p>
            <a:pPr>
              <a:defRPr sz="1200"/>
            </a:pPr>
            <a:r>
              <a:t>D:/pasar_fix/node_modules/.bun/highlight.js@11.11.1/node_modules/highlight.js/scss/routeros.scss</a:t>
            </a:r>
          </a:p>
          <a:p>
            <a:pPr>
              <a:defRPr sz="1200"/>
            </a:pPr>
            <a:r>
              <a:t>D:/pasar_fix/node_modules/.bun/highlight.js@11.11.1/node_modules/highlight.js/scss/school-book.scss</a:t>
            </a:r>
          </a:p>
          <a:p>
            <a:pPr>
              <a:defRPr sz="1200"/>
            </a:pPr>
            <a:r>
              <a:t>D:/pasar_fix/node_modules/.bun/highlight.js@11.11.1/node_modules/highlight.js/scss/shades-of-purple.scss</a:t>
            </a:r>
          </a:p>
          <a:p>
            <a:pPr>
              <a:defRPr sz="1200"/>
            </a:pPr>
            <a:r>
              <a:t>D:/pasar_fix/node_modules/.bun/highlight.js@11.11.1/node_modules/highlight.js/scss/srcery.scss</a:t>
            </a:r>
          </a:p>
          <a:p>
            <a:pPr>
              <a:defRPr sz="1200"/>
            </a:pPr>
            <a:r>
              <a:t>D:/pasar_fix/node_modules/.bun/highlight.js@11.11.1/node_modules/highlight.js/scss/stackoverflow-dark.scss</a:t>
            </a:r>
          </a:p>
          <a:p>
            <a:pPr>
              <a:defRPr sz="1200"/>
            </a:pPr>
            <a:r>
              <a:t>D:/pasar_fix/node_modules/.bun/highlight.js@11.11.1/node_modules/highlight.js/scss/stackoverflow-light.scss</a:t>
            </a:r>
          </a:p>
          <a:p>
            <a:pPr>
              <a:defRPr sz="1200"/>
            </a:pPr>
            <a:r>
              <a:t>D:/pasar_fix/node_modules/.bun/highlight.js@11.11.1/node_modules/highlight.js/scss/sunburst.scss</a:t>
            </a:r>
          </a:p>
          <a:p>
            <a:pPr>
              <a:defRPr sz="1200"/>
            </a:pPr>
            <a:r>
              <a:t>D:/pasar_fix/node_modules/.bun/highlight.js@11.11.1/node_modules/highlight.js/scss/tokyo-night-dark.scss</a:t>
            </a:r>
          </a:p>
          <a:p>
            <a:pPr>
              <a:defRPr sz="1200"/>
            </a:pPr>
            <a:r>
              <a:t>D:/pasar_fix/node_modules/.bun/highlight.js@11.11.1/node_modules/highlight.js/scss/tokyo-night-light.scss</a:t>
            </a:r>
          </a:p>
          <a:p>
            <a:pPr>
              <a:defRPr sz="1200"/>
            </a:pPr>
            <a:r>
              <a:t>D:/pasar_fix/node_modules/.bun/highlight.js@11.11.1/node_modules/highlight.js/scss/tomorrow-night-blue.scss</a:t>
            </a:r>
          </a:p>
          <a:p>
            <a:pPr>
              <a:defRPr sz="1200"/>
            </a:pPr>
            <a:r>
              <a:t>D:/pasar_fix/node_modules/.bun/highlight.js@11.11.1/node_modules/highlight.js/scss/tomorrow-night-bright.scss</a:t>
            </a:r>
          </a:p>
          <a:p>
            <a:pPr>
              <a:defRPr sz="1200"/>
            </a:pPr>
            <a:r>
              <a:t>D:/pasar_fix/node_modules/.bun/highlight.js@11.11.1/node_modules/highlight.js/scss/vs.scss</a:t>
            </a:r>
          </a:p>
          <a:p>
            <a:pPr>
              <a:defRPr sz="1200"/>
            </a:pPr>
            <a:r>
              <a:t>D:/pasar_fix/node_modules/.bun/highlight.js@11.11.1/node_modules/highlight.js/scss/vs2015.scss</a:t>
            </a:r>
          </a:p>
          <a:p>
            <a:pPr>
              <a:defRPr sz="1200"/>
            </a:pPr>
            <a:r>
              <a:t>D:/pasar_fix/node_modules/.bun/highlight.js@11.11.1/node_modules/highlight.js/scss/xcode.scss</a:t>
            </a:r>
          </a:p>
          <a:p>
            <a:pPr>
              <a:defRPr sz="1200"/>
            </a:pPr>
            <a:r>
              <a:t>D:/pasar_fix/node_modules/.bun/highlight.js@11.11.1/node_modules/highlight.js/scss/xt256.scss</a:t>
            </a:r>
          </a:p>
          <a:p>
            <a:pPr>
              <a:defRPr sz="1200"/>
            </a:pPr>
            <a:r>
              <a:t>D:/pasar_fix/node_modules/.bun/highlight.js@11.11.1/node_modules/highlight.js/scss/base16/3024.scss</a:t>
            </a:r>
          </a:p>
          <a:p>
            <a:pPr>
              <a:defRPr sz="1200"/>
            </a:pPr>
            <a:r>
              <a:t>D:/pasar_fix/node_modules/.bun/highlight.js@11.11.1/node_modules/highlight.js/scss/base16/apathy.scss</a:t>
            </a:r>
          </a:p>
          <a:p>
            <a:pPr>
              <a:defRPr sz="1200"/>
            </a:pPr>
            <a:r>
              <a:t>D:/pasar_fix/node_modules/.bun/highlight.js@11.11.1/node_modules/highlight.js/scss/base16/apprentice.scss</a:t>
            </a:r>
          </a:p>
          <a:p>
            <a:pPr>
              <a:defRPr sz="1200"/>
            </a:pPr>
            <a:r>
              <a:t>D:/pasar_fix/node_modules/.bun/highlight.js@11.11.1/node_modules/highlight.js/scss/base16/ashes.scss</a:t>
            </a:r>
          </a:p>
          <a:p>
            <a:pPr>
              <a:defRPr sz="1200"/>
            </a:pPr>
            <a:r>
              <a:t>D:/pasar_fix/node_modules/.bun/highlight.js@11.11.1/node_modules/highlight.js/scss/base16/atelier-cave-light.scss</a:t>
            </a:r>
          </a:p>
          <a:p>
            <a:pPr>
              <a:defRPr sz="1200"/>
            </a:pPr>
            <a:r>
              <a:t>D:/pasar_fix/node_modules/.bun/highlight.js@11.11.1/node_modules/highlight.js/scss/base16/atelier-cave.scss</a:t>
            </a:r>
          </a:p>
          <a:p>
            <a:pPr>
              <a:defRPr sz="1200"/>
            </a:pPr>
            <a:r>
              <a:t>D:/pasar_fix/node_modules/.bun/highlight.js@11.11.1/node_modules/highlight.js/scss/base16/atelier-dune-light.scss</a:t>
            </a:r>
          </a:p>
          <a:p>
            <a:pPr>
              <a:defRPr sz="1200"/>
            </a:pPr>
            <a:r>
              <a:t>D:/pasar_fix/node_modules/.bun/highlight.js@11.11.1/node_modules/highlight.js/scss/base16/atelier-dune.scss</a:t>
            </a:r>
          </a:p>
          <a:p>
            <a:pPr>
              <a:defRPr sz="1200"/>
            </a:pPr>
            <a:r>
              <a:t>D:/pasar_fix/node_modules/.bun/highlight.js@11.11.1/node_modules/highlight.js/scss/base16/atelier-estuary-light.scss</a:t>
            </a:r>
          </a:p>
          <a:p>
            <a:pPr>
              <a:defRPr sz="1200"/>
            </a:pPr>
            <a:r>
              <a:t>D:/pasar_fix/node_modules/.bun/highlight.js@11.11.1/node_modules/highlight.js/scss/base16/atelier-estuary.scss</a:t>
            </a:r>
          </a:p>
          <a:p>
            <a:pPr>
              <a:defRPr sz="1200"/>
            </a:pPr>
            <a:r>
              <a:t>D:/pasar_fix/node_modules/.bun/highlight.js@11.11.1/node_modules/highlight.js/scss/base16/atelier-forest-light.scss</a:t>
            </a:r>
          </a:p>
          <a:p>
            <a:pPr>
              <a:defRPr sz="1200"/>
            </a:pPr>
            <a:r>
              <a:t>D:/pasar_fix/node_modules/.bun/highlight.js@11.11.1/node_modules/highlight.js/scss/base16/atelier-forest.scss</a:t>
            </a:r>
          </a:p>
          <a:p>
            <a:pPr>
              <a:defRPr sz="1200"/>
            </a:pPr>
            <a:r>
              <a:t>D:/pasar_fix/node_modules/.bun/highlight.js@11.11.1/node_modules/highlight.js/scss/base16/atelier-heath-light.scss</a:t>
            </a:r>
          </a:p>
          <a:p>
            <a:pPr>
              <a:defRPr sz="1200"/>
            </a:pPr>
            <a:r>
              <a:t>D:/pasar_fix/node_modules/.bun/highlight.js@11.11.1/node_modules/highlight.js/scss/base16/atelier-heath.scss</a:t>
            </a:r>
          </a:p>
          <a:p>
            <a:pPr>
              <a:defRPr sz="1200"/>
            </a:pPr>
            <a:r>
              <a:t>D:/pasar_fix/node_modules/.bun/highlight.js@11.11.1/node_modules/highlight.js/scss/base16/atelier-lakeside-light.scss</a:t>
            </a:r>
          </a:p>
          <a:p>
            <a:pPr>
              <a:defRPr sz="1200"/>
            </a:pPr>
            <a:r>
              <a:t>D:/pasar_fix/node_modules/.bun/highlight.js@11.11.1/node_modules/highlight.js/scss/base16/atelier-lakeside.scss</a:t>
            </a:r>
          </a:p>
          <a:p>
            <a:pPr>
              <a:defRPr sz="1200"/>
            </a:pPr>
            <a:r>
              <a:t>D:/pasar_fix/node_modules/.bun/highlight.js@11.11.1/node_modules/highlight.js/scss/base16/atelier-plateau-light.scss</a:t>
            </a:r>
          </a:p>
          <a:p>
            <a:pPr>
              <a:defRPr sz="1200"/>
            </a:pPr>
            <a:r>
              <a:t>D:/pasar_fix/node_modules/.bun/highlight.js@11.11.1/node_modules/highlight.js/scss/base16/atelier-plateau.scss</a:t>
            </a:r>
          </a:p>
          <a:p>
            <a:pPr>
              <a:defRPr sz="1200"/>
            </a:pPr>
            <a:r>
              <a:t>D:/pasar_fix/node_modules/.bun/highlight.js@11.11.1/node_modules/highlight.js/scss/base16/atelier-savanna-light.scss</a:t>
            </a:r>
          </a:p>
          <a:p>
            <a:pPr>
              <a:defRPr sz="1200"/>
            </a:pPr>
            <a:r>
              <a:t>D:/pasar_fix/node_modules/.bun/highlight.js@11.11.1/node_modules/highlight.js/scss/base16/atelier-savanna.scss</a:t>
            </a:r>
          </a:p>
          <a:p>
            <a:pPr>
              <a:defRPr sz="1200"/>
            </a:pPr>
            <a:r>
              <a:t>D:/pasar_fix/node_modules/.bun/highlight.js@11.11.1/node_modules/highlight.js/scss/base16/atelier-seaside-light.scss</a:t>
            </a:r>
          </a:p>
          <a:p>
            <a:pPr>
              <a:defRPr sz="1200"/>
            </a:pPr>
            <a:r>
              <a:t>D:/pasar_fix/node_modules/.bun/highlight.js@11.11.1/node_modules/highlight.js/scss/base16/atelier-seaside.scss</a:t>
            </a:r>
          </a:p>
          <a:p>
            <a:pPr>
              <a:defRPr sz="1200"/>
            </a:pPr>
            <a:r>
              <a:t>D:/pasar_fix/node_modules/.bun/highlight.js@11.11.1/node_modules/highlight.js/scss/base16/atelier-sulphurpool-light.scss</a:t>
            </a:r>
          </a:p>
          <a:p>
            <a:pPr>
              <a:defRPr sz="1200"/>
            </a:pPr>
            <a:r>
              <a:t>D:/pasar_fix/node_modules/.bun/highlight.js@11.11.1/node_modules/highlight.js/scss/base16/atelier-sulphurpool.scss</a:t>
            </a:r>
          </a:p>
          <a:p>
            <a:pPr>
              <a:defRPr sz="1200"/>
            </a:pPr>
            <a:r>
              <a:t>D:/pasar_fix/node_modules/.bun/highlight.js@11.11.1/node_modules/highlight.js/scss/base16/atlas.scss</a:t>
            </a:r>
          </a:p>
          <a:p>
            <a:pPr>
              <a:defRPr sz="1200"/>
            </a:pPr>
            <a:r>
              <a:t>D:/pasar_fix/node_modules/.bun/highlight.js@11.11.1/node_modules/highlight.js/scss/base16/bespin.scss</a:t>
            </a:r>
          </a:p>
          <a:p>
            <a:pPr>
              <a:defRPr sz="1200"/>
            </a:pPr>
            <a:r>
              <a:t>D:/pasar_fix/node_modules/.bun/highlight.js@11.11.1/node_modules/highlight.js/scss/base16/black-metal-bathory.scss</a:t>
            </a:r>
          </a:p>
          <a:p>
            <a:pPr>
              <a:defRPr sz="1200"/>
            </a:pPr>
            <a:r>
              <a:t>D:/pasar_fix/node_modules/.bun/highlight.js@11.11.1/node_modules/highlight.js/scss/base16/black-metal-burzum.scss</a:t>
            </a:r>
          </a:p>
          <a:p>
            <a:pPr>
              <a:defRPr sz="1200"/>
            </a:pPr>
            <a:r>
              <a:t>D:/pasar_fix/node_modules/.bun/highlight.js@11.11.1/node_modules/highlight.js/scss/base16/black-metal-dark-funeral.scss</a:t>
            </a:r>
          </a:p>
          <a:p>
            <a:pPr>
              <a:defRPr sz="1200"/>
            </a:pPr>
            <a:r>
              <a:t>D:/pasar_fix/node_modules/.bun/highlight.js@11.11.1/node_modules/highlight.js/scss/base16/black-metal-gorgoroth.scss</a:t>
            </a:r>
          </a:p>
          <a:p>
            <a:pPr>
              <a:defRPr sz="1200"/>
            </a:pPr>
            <a:r>
              <a:t>D:/pasar_fix/node_modules/.bun/highlight.js@11.11.1/node_modules/highlight.js/scss/base16/black-metal-immortal.scss</a:t>
            </a:r>
          </a:p>
          <a:p>
            <a:pPr>
              <a:defRPr sz="1200"/>
            </a:pPr>
            <a:r>
              <a:t>D:/pasar_fix/node_modules/.bun/highlight.js@11.11.1/node_modules/highlight.js/scss/base16/black-metal-khold.scss</a:t>
            </a:r>
          </a:p>
          <a:p>
            <a:pPr>
              <a:defRPr sz="1200"/>
            </a:pPr>
            <a:r>
              <a:t>D:/pasar_fix/node_modules/.bun/highlight.js@11.11.1/node_modules/highlight.js/scss/base16/black-metal-marduk.scss</a:t>
            </a:r>
          </a:p>
          <a:p>
            <a:pPr>
              <a:defRPr sz="1200"/>
            </a:pPr>
            <a:r>
              <a:t>D:/pasar_fix/node_modules/.bun/highlight.js@11.11.1/node_modules/highlight.js/scss/base16/black-metal-mayhem.scss</a:t>
            </a:r>
          </a:p>
          <a:p>
            <a:pPr>
              <a:defRPr sz="1200"/>
            </a:pPr>
            <a:r>
              <a:t>D:/pasar_fix/node_modules/.bun/highlight.js@11.11.1/node_modules/highlight.js/scss/base16/black-metal-nile.scss</a:t>
            </a:r>
          </a:p>
          <a:p>
            <a:pPr>
              <a:defRPr sz="1200"/>
            </a:pPr>
            <a:r>
              <a:t>D:/pasar_fix/node_modules/.bun/highlight.js@11.11.1/node_modules/highlight.js/scss/base16/black-metal-venom.scss</a:t>
            </a:r>
          </a:p>
          <a:p>
            <a:pPr>
              <a:defRPr sz="1200"/>
            </a:pPr>
            <a:r>
              <a:t>D:/pasar_fix/node_modules/.bun/highlight.js@11.11.1/node_modules/highlight.js/scss/base16/black-metal.scss</a:t>
            </a:r>
          </a:p>
          <a:p>
            <a:pPr>
              <a:defRPr sz="1200"/>
            </a:pPr>
            <a:r>
              <a:t>D:/pasar_fix/node_modules/.bun/highlight.js@11.11.1/node_modules/highlight.js/scss/base16/brewer.scss</a:t>
            </a:r>
          </a:p>
          <a:p>
            <a:pPr>
              <a:defRPr sz="1200"/>
            </a:pPr>
            <a:r>
              <a:t>D:/pasar_fix/node_modules/.bun/highlight.js@11.11.1/node_modules/highlight.js/scss/base16/bright.scss</a:t>
            </a:r>
          </a:p>
          <a:p>
            <a:pPr>
              <a:defRPr sz="1200"/>
            </a:pPr>
            <a:r>
              <a:t>D:/pasar_fix/node_modules/.bun/highlight.js@11.11.1/node_modules/highlight.js/scss/base16/brogrammer.scss</a:t>
            </a:r>
          </a:p>
          <a:p>
            <a:pPr>
              <a:defRPr sz="1200"/>
            </a:pPr>
            <a:r>
              <a:t>D:/pasar_fix/node_modules/.bun/highlight.js@11.11.1/node_modules/highlight.js/scss/base16/brush-trees-dark.scss</a:t>
            </a:r>
          </a:p>
          <a:p>
            <a:pPr>
              <a:defRPr sz="1200"/>
            </a:pPr>
            <a:r>
              <a:t>D:/pasar_fix/node_modules/.bun/highlight.js@11.11.1/node_modules/highlight.js/scss/base16/brush-trees.scss</a:t>
            </a:r>
          </a:p>
          <a:p>
            <a:pPr>
              <a:defRPr sz="1200"/>
            </a:pPr>
            <a:r>
              <a:t>D:/pasar_fix/node_modules/.bun/highlight.js@11.11.1/node_modules/highlight.js/scss/base16/chalk.scss</a:t>
            </a:r>
          </a:p>
          <a:p>
            <a:pPr>
              <a:defRPr sz="1200"/>
            </a:pPr>
            <a:r>
              <a:t>D:/pasar_fix/node_modules/.bun/highlight.js@11.11.1/node_modules/highlight.js/scss/base16/circus.scss</a:t>
            </a:r>
          </a:p>
          <a:p>
            <a:pPr>
              <a:defRPr sz="1200"/>
            </a:pPr>
            <a:r>
              <a:t>D:/pasar_fix/node_modules/.bun/highlight.js@11.11.1/node_modules/highlight.js/scss/base16/classic-dark.scss</a:t>
            </a:r>
          </a:p>
          <a:p>
            <a:pPr>
              <a:defRPr sz="1200"/>
            </a:pPr>
            <a:r>
              <a:t>D:/pasar_fix/node_modules/.bun/highlight.js@11.11.1/node_modules/highlight.js/scss/base16/classic-light.scss</a:t>
            </a:r>
          </a:p>
          <a:p>
            <a:pPr>
              <a:defRPr sz="1200"/>
            </a:pPr>
            <a:r>
              <a:t>D:/pasar_fix/node_modules/.bun/highlight.js@11.11.1/node_modules/highlight.js/scss/base16/codeschool.scss</a:t>
            </a:r>
          </a:p>
          <a:p>
            <a:pPr>
              <a:defRPr sz="1200"/>
            </a:pPr>
            <a:r>
              <a:t>D:/pasar_fix/node_modules/.bun/highlight.js@11.11.1/node_modules/highlight.js/scss/base16/colors.scss</a:t>
            </a:r>
          </a:p>
          <a:p>
            <a:pPr>
              <a:defRPr sz="1200"/>
            </a:pPr>
            <a:r>
              <a:t>D:/pasar_fix/node_modules/.bun/highlight.js@11.11.1/node_modules/highlight.js/scss/base16/cupcake.scss</a:t>
            </a:r>
          </a:p>
          <a:p>
            <a:pPr>
              <a:defRPr sz="1200"/>
            </a:pPr>
            <a:r>
              <a:t>D:/pasar_fix/node_modules/.bun/highlight.js@11.11.1/node_modules/highlight.js/scss/base16/cupertino.scss</a:t>
            </a:r>
          </a:p>
          <a:p>
            <a:pPr>
              <a:defRPr sz="1200"/>
            </a:pPr>
            <a:r>
              <a:t>D:/pasar_fix/node_modules/.bun/highlight.js@11.11.1/node_modules/highlight.js/scss/base16/danqing.scss</a:t>
            </a:r>
          </a:p>
          <a:p>
            <a:pPr>
              <a:defRPr sz="1200"/>
            </a:pPr>
            <a:r>
              <a:t>D:/pasar_fix/node_modules/.bun/highlight.js@11.11.1/node_modules/highlight.js/scss/base16/darcula.scss</a:t>
            </a:r>
          </a:p>
          <a:p>
            <a:pPr>
              <a:defRPr sz="1200"/>
            </a:pPr>
            <a:r>
              <a:t>D:/pasar_fix/node_modules/.bun/highlight.js@11.11.1/node_modules/highlight.js/scss/base16/dark-violet.scss</a:t>
            </a:r>
          </a:p>
          <a:p>
            <a:pPr>
              <a:defRPr sz="1200"/>
            </a:pPr>
            <a:r>
              <a:t>D:/pasar_fix/node_modules/.bun/highlight.js@11.11.1/node_modules/highlight.js/scss/base16/darkmoss.scss</a:t>
            </a:r>
          </a:p>
          <a:p>
            <a:pPr>
              <a:defRPr sz="1200"/>
            </a:pPr>
            <a:r>
              <a:t>D:/pasar_fix/node_modules/.bun/highlight.js@11.11.1/node_modules/highlight.js/scss/base16/darktooth.scss</a:t>
            </a:r>
          </a:p>
          <a:p>
            <a:pPr>
              <a:defRPr sz="1200"/>
            </a:pPr>
            <a:r>
              <a:t>D:/pasar_fix/node_modules/.bun/highlight.js@11.11.1/node_modules/highlight.js/scss/base16/decaf.scss</a:t>
            </a:r>
          </a:p>
          <a:p>
            <a:pPr>
              <a:defRPr sz="1200"/>
            </a:pPr>
            <a:r>
              <a:t>D:/pasar_fix/node_modules/.bun/highlight.js@11.11.1/node_modules/highlight.js/scss/base16/default-dark.scss</a:t>
            </a:r>
          </a:p>
          <a:p>
            <a:pPr>
              <a:defRPr sz="1200"/>
            </a:pPr>
            <a:r>
              <a:t>D:/pasar_fix/node_modules/.bun/highlight.js@11.11.1/node_modules/highlight.js/scss/base16/default-light.scss</a:t>
            </a:r>
          </a:p>
          <a:p>
            <a:pPr>
              <a:defRPr sz="1200"/>
            </a:pPr>
            <a:r>
              <a:t>D:/pasar_fix/node_modules/.bun/highlight.js@11.11.1/node_modules/highlight.js/scss/base16/dirtysea.scss</a:t>
            </a:r>
          </a:p>
          <a:p>
            <a:pPr>
              <a:defRPr sz="1200"/>
            </a:pPr>
            <a:r>
              <a:t>D:/pasar_fix/node_modules/.bun/highlight.js@11.11.1/node_modules/highlight.js/scss/base16/dracula.scss</a:t>
            </a:r>
          </a:p>
          <a:p>
            <a:pPr>
              <a:defRPr sz="1200"/>
            </a:pPr>
            <a:r>
              <a:t>D:/pasar_fix/node_modules/.bun/highlight.js@11.11.1/node_modules/highlight.js/scss/base16/edge-dark.scss</a:t>
            </a:r>
          </a:p>
          <a:p>
            <a:pPr>
              <a:defRPr sz="1200"/>
            </a:pPr>
            <a:r>
              <a:t>D:/pasar_fix/node_modules/.bun/highlight.js@11.11.1/node_modules/highlight.js/scss/base16/edge-light.scss</a:t>
            </a:r>
          </a:p>
          <a:p>
            <a:pPr>
              <a:defRPr sz="1200"/>
            </a:pPr>
            <a:r>
              <a:t>D:/pasar_fix/node_modules/.bun/highlight.js@11.11.1/node_modules/highlight.js/scss/base16/eighties.scss</a:t>
            </a:r>
          </a:p>
          <a:p>
            <a:pPr>
              <a:defRPr sz="1200"/>
            </a:pPr>
            <a:r>
              <a:t>D:/pasar_fix/node_modules/.bun/highlight.js@11.11.1/node_modules/highlight.js/scss/base16/embers.scss</a:t>
            </a:r>
          </a:p>
          <a:p>
            <a:pPr>
              <a:defRPr sz="1200"/>
            </a:pPr>
            <a:r>
              <a:t>D:/pasar_fix/node_modules/.bun/highlight.js@11.11.1/node_modules/highlight.js/scss/base16/equilibrium-dark.scss</a:t>
            </a:r>
          </a:p>
          <a:p>
            <a:pPr>
              <a:defRPr sz="1200"/>
            </a:pPr>
            <a:r>
              <a:t>D:/pasar_fix/node_modules/.bun/highlight.js@11.11.1/node_modules/highlight.js/scss/base16/equilibrium-gray-dark.scss</a:t>
            </a:r>
          </a:p>
          <a:p>
            <a:pPr>
              <a:defRPr sz="1200"/>
            </a:pPr>
            <a:r>
              <a:t>D:/pasar_fix/node_modules/.bun/highlight.js@11.11.1/node_modules/highlight.js/scss/base16/equilibrium-gray-light.scss</a:t>
            </a:r>
          </a:p>
          <a:p>
            <a:pPr>
              <a:defRPr sz="1200"/>
            </a:pPr>
            <a:r>
              <a:t>D:/pasar_fix/node_modules/.bun/highlight.js@11.11.1/node_modules/highlight.js/scss/base16/equilibrium-light.scss</a:t>
            </a:r>
          </a:p>
          <a:p>
            <a:pPr>
              <a:defRPr sz="1200"/>
            </a:pPr>
            <a:r>
              <a:t>D:/pasar_fix/node_modules/.bun/highlight.js@11.11.1/node_modules/highlight.js/scss/base16/espresso.scss</a:t>
            </a:r>
          </a:p>
          <a:p>
            <a:pPr>
              <a:defRPr sz="1200"/>
            </a:pPr>
            <a:r>
              <a:t>D:/pasar_fix/node_modules/.bun/highlight.js@11.11.1/node_modules/highlight.js/scss/base16/eva-dim.scss</a:t>
            </a:r>
          </a:p>
          <a:p>
            <a:pPr>
              <a:defRPr sz="1200"/>
            </a:pPr>
            <a:r>
              <a:t>D:/pasar_fix/node_modules/.bun/highlight.js@11.11.1/node_modules/highlight.js/scss/base16/eva.scss</a:t>
            </a:r>
          </a:p>
          <a:p>
            <a:pPr>
              <a:defRPr sz="1200"/>
            </a:pPr>
            <a:r>
              <a:t>D:/pasar_fix/node_modules/.bun/highlight.js@11.11.1/node_modules/highlight.js/scss/base16/flat.scss</a:t>
            </a:r>
          </a:p>
          <a:p>
            <a:pPr>
              <a:defRPr sz="1200"/>
            </a:pPr>
            <a:r>
              <a:t>D:/pasar_fix/node_modules/.bun/highlight.js@11.11.1/node_modules/highlight.js/scss/base16/framer.scss</a:t>
            </a:r>
          </a:p>
          <a:p>
            <a:pPr>
              <a:defRPr sz="1200"/>
            </a:pPr>
            <a:r>
              <a:t>D:/pasar_fix/node_modules/.bun/highlight.js@11.11.1/node_modules/highlight.js/scss/base16/fruit-soda.scss</a:t>
            </a:r>
          </a:p>
          <a:p>
            <a:pPr>
              <a:defRPr sz="1200"/>
            </a:pPr>
            <a:r>
              <a:t>D:/pasar_fix/node_modules/.bun/highlight.js@11.11.1/node_modules/highlight.js/scss/base16/gigavolt.scss</a:t>
            </a:r>
          </a:p>
          <a:p>
            <a:pPr>
              <a:defRPr sz="1200"/>
            </a:pPr>
            <a:r>
              <a:t>D:/pasar_fix/node_modules/.bun/highlight.js@11.11.1/node_modules/highlight.js/scss/base16/github.scss</a:t>
            </a:r>
          </a:p>
          <a:p>
            <a:pPr>
              <a:defRPr sz="1200"/>
            </a:pPr>
            <a:r>
              <a:t>D:/pasar_fix/node_modules/.bun/highlight.js@11.11.1/node_modules/highlight.js/scss/base16/google-dark.scss</a:t>
            </a:r>
          </a:p>
          <a:p>
            <a:pPr>
              <a:defRPr sz="1200"/>
            </a:pPr>
            <a:r>
              <a:t>D:/pasar_fix/node_modules/.bun/highlight.js@11.11.1/node_modules/highlight.js/scss/base16/google-light.scss</a:t>
            </a:r>
          </a:p>
          <a:p>
            <a:pPr>
              <a:defRPr sz="1200"/>
            </a:pPr>
            <a:r>
              <a:t>D:/pasar_fix/node_modules/.bun/highlight.js@11.11.1/node_modules/highlight.js/scss/base16/grayscale-dark.scss</a:t>
            </a:r>
          </a:p>
          <a:p>
            <a:pPr>
              <a:defRPr sz="1200"/>
            </a:pPr>
            <a:r>
              <a:t>D:/pasar_fix/node_modules/.bun/highlight.js@11.11.1/node_modules/highlight.js/scss/base16/grayscale-light.scss</a:t>
            </a:r>
          </a:p>
          <a:p>
            <a:pPr>
              <a:defRPr sz="1200"/>
            </a:pPr>
            <a:r>
              <a:t>D:/pasar_fix/node_modules/.bun/highlight.js@11.11.1/node_modules/highlight.js/scss/base16/green-screen.scss</a:t>
            </a:r>
          </a:p>
          <a:p>
            <a:pPr>
              <a:defRPr sz="1200"/>
            </a:pPr>
            <a:r>
              <a:t>D:/pasar_fix/node_modules/.bun/highlight.js@11.11.1/node_modules/highlight.js/scss/base16/gruvbox-dark-hard.scss</a:t>
            </a:r>
          </a:p>
          <a:p>
            <a:pPr>
              <a:defRPr sz="1200"/>
            </a:pPr>
            <a:r>
              <a:t>D:/pasar_fix/node_modules/.bun/highlight.js@11.11.1/node_modules/highlight.js/scss/base16/gruvbox-dark-medium.scss</a:t>
            </a:r>
          </a:p>
          <a:p>
            <a:pPr>
              <a:defRPr sz="1200"/>
            </a:pPr>
            <a:r>
              <a:t>D:/pasar_fix/node_modules/.bun/highlight.js@11.11.1/node_modules/highlight.js/scss/base16/gruvbox-dark-pale.scss</a:t>
            </a:r>
          </a:p>
          <a:p>
            <a:pPr>
              <a:defRPr sz="1200"/>
            </a:pPr>
            <a:r>
              <a:t>D:/pasar_fix/node_modules/.bun/highlight.js@11.11.1/node_modules/highlight.js/scss/base16/gruvbox-dark-soft.scss</a:t>
            </a:r>
          </a:p>
          <a:p>
            <a:pPr>
              <a:defRPr sz="1200"/>
            </a:pPr>
            <a:r>
              <a:t>D:/pasar_fix/node_modules/.bun/highlight.js@11.11.1/node_modules/highlight.js/scss/base16/gruvbox-light-hard.scss</a:t>
            </a:r>
          </a:p>
          <a:p>
            <a:pPr>
              <a:defRPr sz="1200"/>
            </a:pPr>
            <a:r>
              <a:t>D:/pasar_fix/node_modules/.bun/highlight.js@11.11.1/node_modules/highlight.js/scss/base16/gruvbox-light-medium.scss</a:t>
            </a:r>
          </a:p>
          <a:p>
            <a:pPr>
              <a:defRPr sz="1200"/>
            </a:pPr>
            <a:r>
              <a:t>D:/pasar_fix/node_modules/.bun/highlight.js@11.11.1/node_modules/highlight.js/scss/base16/gruvbox-light-soft.scss</a:t>
            </a:r>
          </a:p>
          <a:p>
            <a:pPr>
              <a:defRPr sz="1200"/>
            </a:pPr>
            <a:r>
              <a:t>D:/pasar_fix/node_modules/.bun/highlight.js@11.11.1/node_modules/highlight.js/scss/base16/hardcore.scss</a:t>
            </a:r>
          </a:p>
          <a:p>
            <a:pPr>
              <a:defRPr sz="1200"/>
            </a:pPr>
            <a:r>
              <a:t>D:/pasar_fix/node_modules/.bun/highlight.js@11.11.1/node_modules/highlight.js/scss/base16/harmonic16-dark.scss</a:t>
            </a:r>
          </a:p>
          <a:p>
            <a:pPr>
              <a:defRPr sz="1200"/>
            </a:pPr>
            <a:r>
              <a:t>D:/pasar_fix/node_modules/.bun/highlight.js@11.11.1/node_modules/highlight.js/scss/base16/harmonic16-light.scss</a:t>
            </a:r>
          </a:p>
          <a:p>
            <a:pPr>
              <a:defRPr sz="1200"/>
            </a:pPr>
            <a:r>
              <a:t>D:/pasar_fix/node_modules/.bun/highlight.js@11.11.1/node_modules/highlight.js/scss/base16/heetch-dark.scss</a:t>
            </a:r>
          </a:p>
          <a:p>
            <a:pPr>
              <a:defRPr sz="1200"/>
            </a:pPr>
            <a:r>
              <a:t>D:/pasar_fix/node_modules/.bun/highlight.js@11.11.1/node_modules/highlight.js/scss/base16/heetch-light.scss</a:t>
            </a:r>
          </a:p>
          <a:p>
            <a:pPr>
              <a:defRPr sz="1200"/>
            </a:pPr>
            <a:r>
              <a:t>D:/pasar_fix/node_modules/.bun/highlight.js@11.11.1/node_modules/highlight.js/scss/base16/helios.scss</a:t>
            </a:r>
          </a:p>
          <a:p>
            <a:pPr>
              <a:defRPr sz="1200"/>
            </a:pPr>
            <a:r>
              <a:t>D:/pasar_fix/node_modules/.bun/highlight.js@11.11.1/node_modules/highlight.js/scss/base16/hopscotch.scss</a:t>
            </a:r>
          </a:p>
          <a:p>
            <a:pPr>
              <a:defRPr sz="1200"/>
            </a:pPr>
            <a:r>
              <a:t>D:/pasar_fix/node_modules/.bun/highlight.js@11.11.1/node_modules/highlight.js/scss/base16/horizon-dark.scss</a:t>
            </a:r>
          </a:p>
          <a:p>
            <a:pPr>
              <a:defRPr sz="1200"/>
            </a:pPr>
            <a:r>
              <a:t>D:/pasar_fix/node_modules/.bun/highlight.js@11.11.1/node_modules/highlight.js/scss/base16/horizon-light.scss</a:t>
            </a:r>
          </a:p>
          <a:p>
            <a:pPr>
              <a:defRPr sz="1200"/>
            </a:pPr>
            <a:r>
              <a:t>D:/pasar_fix/node_modules/.bun/highlight.js@11.11.1/node_modules/highlight.js/scss/base16/humanoid-dark.scss</a:t>
            </a:r>
          </a:p>
          <a:p>
            <a:pPr>
              <a:defRPr sz="1200"/>
            </a:pPr>
            <a:r>
              <a:t>D:/pasar_fix/node_modules/.bun/highlight.js@11.11.1/node_modules/highlight.js/scss/base16/humanoid-light.scss</a:t>
            </a:r>
          </a:p>
          <a:p>
            <a:pPr>
              <a:defRPr sz="1200"/>
            </a:pPr>
            <a:r>
              <a:t>D:/pasar_fix/node_modules/.bun/highlight.js@11.11.1/node_modules/highlight.js/scss/base16/ia-dark.scss</a:t>
            </a:r>
          </a:p>
          <a:p>
            <a:pPr>
              <a:defRPr sz="1200"/>
            </a:pPr>
            <a:r>
              <a:t>D:/pasar_fix/node_modules/.bun/highlight.js@11.11.1/node_modules/highlight.js/scss/base16/ia-light.scss</a:t>
            </a:r>
          </a:p>
          <a:p>
            <a:pPr>
              <a:defRPr sz="1200"/>
            </a:pPr>
            <a:r>
              <a:t>D:/pasar_fix/node_modules/.bun/highlight.js@11.11.1/node_modules/highlight.js/scss/base16/icy-dark.scss</a:t>
            </a:r>
          </a:p>
          <a:p>
            <a:pPr>
              <a:defRPr sz="1200"/>
            </a:pPr>
            <a:r>
              <a:t>D:/pasar_fix/node_modules/.bun/highlight.js@11.11.1/node_modules/highlight.js/scss/base16/ir-black.scss</a:t>
            </a:r>
          </a:p>
          <a:p>
            <a:pPr>
              <a:defRPr sz="1200"/>
            </a:pPr>
            <a:r>
              <a:t>D:/pasar_fix/node_modules/.bun/highlight.js@11.11.1/node_modules/highlight.js/scss/base16/isotope.scss</a:t>
            </a:r>
          </a:p>
          <a:p>
            <a:pPr>
              <a:defRPr sz="1200"/>
            </a:pPr>
            <a:r>
              <a:t>D:/pasar_fix/node_modules/.bun/highlight.js@11.11.1/node_modules/highlight.js/scss/base16/kimber.scss</a:t>
            </a:r>
          </a:p>
          <a:p>
            <a:pPr>
              <a:defRPr sz="1200"/>
            </a:pPr>
            <a:r>
              <a:t>D:/pasar_fix/node_modules/.bun/highlight.js@11.11.1/node_modules/highlight.js/scss/base16/london-tube.scss</a:t>
            </a:r>
          </a:p>
          <a:p>
            <a:pPr>
              <a:defRPr sz="1200"/>
            </a:pPr>
            <a:r>
              <a:t>D:/pasar_fix/node_modules/.bun/highlight.js@11.11.1/node_modules/highlight.js/scss/base16/macintosh.scss</a:t>
            </a:r>
          </a:p>
          <a:p>
            <a:pPr>
              <a:defRPr sz="1200"/>
            </a:pPr>
            <a:r>
              <a:t>D:/pasar_fix/node_modules/.bun/highlight.js@11.11.1/node_modules/highlight.js/scss/base16/marrakesh.scss</a:t>
            </a:r>
          </a:p>
          <a:p>
            <a:pPr>
              <a:defRPr sz="1200"/>
            </a:pPr>
            <a:r>
              <a:t>D:/pasar_fix/node_modules/.bun/highlight.js@11.11.1/node_modules/highlight.js/scss/base16/materia.scss</a:t>
            </a:r>
          </a:p>
          <a:p>
            <a:pPr>
              <a:defRPr sz="1200"/>
            </a:pPr>
            <a:r>
              <a:t>D:/pasar_fix/node_modules/.bun/highlight.js@11.11.1/node_modules/highlight.js/scss/base16/material-darker.scss</a:t>
            </a:r>
          </a:p>
          <a:p>
            <a:pPr>
              <a:defRPr sz="1200"/>
            </a:pPr>
            <a:r>
              <a:t>D:/pasar_fix/node_modules/.bun/highlight.js@11.11.1/node_modules/highlight.js/scss/base16/material-lighter.scss</a:t>
            </a:r>
          </a:p>
          <a:p>
            <a:pPr>
              <a:defRPr sz="1200"/>
            </a:pPr>
            <a:r>
              <a:t>D:/pasar_fix/node_modules/.bun/highlight.js@11.11.1/node_modules/highlight.js/scss/base16/material-palenight.scss</a:t>
            </a:r>
          </a:p>
          <a:p>
            <a:pPr>
              <a:defRPr sz="1200"/>
            </a:pPr>
            <a:r>
              <a:t>D:/pasar_fix/node_modules/.bun/highlight.js@11.11.1/node_modules/highlight.js/scss/base16/material-vivid.scss</a:t>
            </a:r>
          </a:p>
          <a:p>
            <a:pPr>
              <a:defRPr sz="1200"/>
            </a:pPr>
            <a:r>
              <a:t>D:/pasar_fix/node_modules/.bun/highlight.js@11.11.1/node_modules/highlight.js/scss/base16/material.scss</a:t>
            </a:r>
          </a:p>
          <a:p>
            <a:pPr>
              <a:defRPr sz="1200"/>
            </a:pPr>
            <a:r>
              <a:t>D:/pasar_fix/node_modules/.bun/highlight.js@11.11.1/node_modules/highlight.js/scss/base16/mellow-purple.scss</a:t>
            </a:r>
          </a:p>
          <a:p>
            <a:pPr>
              <a:defRPr sz="1200"/>
            </a:pPr>
            <a:r>
              <a:t>D:/pasar_fix/node_modules/.bun/highlight.js@11.11.1/node_modules/highlight.js/scss/base16/mexico-light.scss</a:t>
            </a:r>
          </a:p>
          <a:p>
            <a:pPr>
              <a:defRPr sz="1200"/>
            </a:pPr>
            <a:r>
              <a:t>D:/pasar_fix/node_modules/.bun/highlight.js@11.11.1/node_modules/highlight.js/scss/base16/mocha.scss</a:t>
            </a:r>
          </a:p>
          <a:p>
            <a:pPr>
              <a:defRPr sz="1200"/>
            </a:pPr>
            <a:r>
              <a:t>D:/pasar_fix/node_modules/.bun/highlight.js@11.11.1/node_modules/highlight.js/scss/base16/monokai.scss</a:t>
            </a:r>
          </a:p>
          <a:p>
            <a:pPr>
              <a:defRPr sz="1200"/>
            </a:pPr>
            <a:r>
              <a:t>D:/pasar_fix/node_modules/.bun/highlight.js@11.11.1/node_modules/highlight.js/scss/base16/nebula.scss</a:t>
            </a:r>
          </a:p>
          <a:p>
            <a:pPr>
              <a:defRPr sz="1200"/>
            </a:pPr>
            <a:r>
              <a:t>D:/pasar_fix/node_modules/.bun/highlight.js@11.11.1/node_modules/highlight.js/scss/base16/nord.scss</a:t>
            </a:r>
          </a:p>
          <a:p>
            <a:pPr>
              <a:defRPr sz="1200"/>
            </a:pPr>
            <a:r>
              <a:t>D:/pasar_fix/node_modules/.bun/highlight.js@11.11.1/node_modules/highlight.js/scss/base16/nova.scss</a:t>
            </a:r>
          </a:p>
          <a:p>
            <a:pPr>
              <a:defRPr sz="1200"/>
            </a:pPr>
            <a:r>
              <a:t>D:/pasar_fix/node_modules/.bun/highlight.js@11.11.1/node_modules/highlight.js/scss/base16/ocean.scss</a:t>
            </a:r>
          </a:p>
          <a:p>
            <a:pPr>
              <a:defRPr sz="1200"/>
            </a:pPr>
            <a:r>
              <a:t>D:/pasar_fix/node_modules/.bun/highlight.js@11.11.1/node_modules/highlight.js/scss/base16/oceanicnext.scss</a:t>
            </a:r>
          </a:p>
          <a:p>
            <a:pPr>
              <a:defRPr sz="1200"/>
            </a:pPr>
            <a:r>
              <a:t>D:/pasar_fix/node_modules/.bun/highlight.js@11.11.1/node_modules/highlight.js/scss/base16/one-light.scss</a:t>
            </a:r>
          </a:p>
          <a:p>
            <a:pPr>
              <a:defRPr sz="1200"/>
            </a:pPr>
            <a:r>
              <a:t>D:/pasar_fix/node_modules/.bun/highlight.js@11.11.1/node_modules/highlight.js/scss/base16/onedark.scss</a:t>
            </a:r>
          </a:p>
          <a:p>
            <a:pPr>
              <a:defRPr sz="1200"/>
            </a:pPr>
            <a:r>
              <a:t>D:/pasar_fix/node_modules/.bun/highlight.js@11.11.1/node_modules/highlight.js/scss/base16/outrun-dark.scss</a:t>
            </a:r>
          </a:p>
          <a:p>
            <a:pPr>
              <a:defRPr sz="1200"/>
            </a:pPr>
            <a:r>
              <a:t>D:/pasar_fix/node_modules/.bun/highlight.js@11.11.1/node_modules/highlight.js/scss/base16/papercolor-dark.scss</a:t>
            </a:r>
          </a:p>
          <a:p>
            <a:pPr>
              <a:defRPr sz="1200"/>
            </a:pPr>
            <a:r>
              <a:t>D:/pasar_fix/node_modules/.bun/highlight.js@11.11.1/node_modules/highlight.js/scss/base16/papercolor-light.scss</a:t>
            </a:r>
          </a:p>
          <a:p>
            <a:pPr>
              <a:defRPr sz="1200"/>
            </a:pPr>
            <a:r>
              <a:t>D:/pasar_fix/node_modules/.bun/highlight.js@11.11.1/node_modules/highlight.js/scss/base16/paraiso.scss</a:t>
            </a:r>
          </a:p>
          <a:p>
            <a:pPr>
              <a:defRPr sz="1200"/>
            </a:pPr>
            <a:r>
              <a:t>D:/pasar_fix/node_modules/.bun/highlight.js@11.11.1/node_modules/highlight.js/scss/base16/pasque.scss</a:t>
            </a:r>
          </a:p>
          <a:p>
            <a:pPr>
              <a:defRPr sz="1200"/>
            </a:pPr>
            <a:r>
              <a:t>D:/pasar_fix/node_modules/.bun/highlight.js@11.11.1/node_modules/highlight.js/scss/base16/phd.scss</a:t>
            </a:r>
          </a:p>
          <a:p>
            <a:pPr>
              <a:defRPr sz="1200"/>
            </a:pPr>
            <a:r>
              <a:t>D:/pasar_fix/node_modules/.bun/highlight.js@11.11.1/node_modules/highlight.js/scss/base16/pico.scss</a:t>
            </a:r>
          </a:p>
          <a:p>
            <a:pPr>
              <a:defRPr sz="1200"/>
            </a:pPr>
            <a:r>
              <a:t>D:/pasar_fix/node_modules/.bun/highlight.js@11.11.1/node_modules/highlight.js/scss/base16/pop.scss</a:t>
            </a:r>
          </a:p>
          <a:p>
            <a:pPr>
              <a:defRPr sz="1200"/>
            </a:pPr>
            <a:r>
              <a:t>D:/pasar_fix/node_modules/.bun/highlight.js@11.11.1/node_modules/highlight.js/scss/base16/porple.scss</a:t>
            </a:r>
          </a:p>
          <a:p>
            <a:pPr>
              <a:defRPr sz="1200"/>
            </a:pPr>
            <a:r>
              <a:t>D:/pasar_fix/node_modules/.bun/highlight.js@11.11.1/node_modules/highlight.js/scss/base16/qualia.scss</a:t>
            </a:r>
          </a:p>
          <a:p>
            <a:pPr>
              <a:defRPr sz="1200"/>
            </a:pPr>
            <a:r>
              <a:t>D:/pasar_fix/node_modules/.bun/highlight.js@11.11.1/node_modules/highlight.js/scss/base16/railscasts.scss</a:t>
            </a:r>
          </a:p>
          <a:p>
            <a:pPr>
              <a:defRPr sz="1200"/>
            </a:pPr>
            <a:r>
              <a:t>D:/pasar_fix/node_modules/.bun/highlight.js@11.11.1/node_modules/highlight.js/scss/base16/rebecca.scss</a:t>
            </a:r>
          </a:p>
          <a:p>
            <a:pPr>
              <a:defRPr sz="1200"/>
            </a:pPr>
            <a:r>
              <a:t>D:/pasar_fix/node_modules/.bun/highlight.js@11.11.1/node_modules/highlight.js/scss/base16/ros-pine-dawn.scss</a:t>
            </a:r>
          </a:p>
          <a:p>
            <a:pPr>
              <a:defRPr sz="1200"/>
            </a:pPr>
            <a:r>
              <a:t>D:/pasar_fix/node_modules/.bun/highlight.js@11.11.1/node_modules/highlight.js/scss/base16/ros-pine-moon.scss</a:t>
            </a:r>
          </a:p>
          <a:p>
            <a:pPr>
              <a:defRPr sz="1200"/>
            </a:pPr>
            <a:r>
              <a:t>D:/pasar_fix/node_modules/.bun/highlight.js@11.11.1/node_modules/highlight.js/scss/base16/ros-pine.scss</a:t>
            </a:r>
          </a:p>
          <a:p>
            <a:pPr>
              <a:defRPr sz="1200"/>
            </a:pPr>
            <a:r>
              <a:t>D:/pasar_fix/node_modules/.bun/highlight.js@11.11.1/node_modules/highlight.js/scss/base16/sagelight.scss</a:t>
            </a:r>
          </a:p>
          <a:p>
            <a:pPr>
              <a:defRPr sz="1200"/>
            </a:pPr>
            <a:r>
              <a:t>D:/pasar_fix/node_modules/.bun/highlight.js@11.11.1/node_modules/highlight.js/scss/base16/sandcastle.scss</a:t>
            </a:r>
          </a:p>
          <a:p>
            <a:pPr>
              <a:defRPr sz="1200"/>
            </a:pPr>
            <a:r>
              <a:t>D:/pasar_fix/node_modules/.bun/highlight.js@11.11.1/node_modules/highlight.js/scss/base16/seti-ui.scss</a:t>
            </a:r>
          </a:p>
          <a:p>
            <a:pPr>
              <a:defRPr sz="1200"/>
            </a:pPr>
            <a:r>
              <a:t>D:/pasar_fix/node_modules/.bun/highlight.js@11.11.1/node_modules/highlight.js/scss/base16/shapeshifter.scss</a:t>
            </a:r>
          </a:p>
          <a:p>
            <a:pPr>
              <a:defRPr sz="1200"/>
            </a:pPr>
            <a:r>
              <a:t>D:/pasar_fix/node_modules/.bun/highlight.js@11.11.1/node_modules/highlight.js/scss/base16/silk-dark.scss</a:t>
            </a:r>
          </a:p>
          <a:p>
            <a:pPr>
              <a:defRPr sz="1200"/>
            </a:pPr>
            <a:r>
              <a:t>D:/pasar_fix/node_modules/.bun/highlight.js@11.11.1/node_modules/highlight.js/scss/base16/silk-light.scss</a:t>
            </a:r>
          </a:p>
          <a:p>
            <a:pPr>
              <a:defRPr sz="1200"/>
            </a:pPr>
            <a:r>
              <a:t>D:/pasar_fix/node_modules/.bun/highlight.js@11.11.1/node_modules/highlight.js/scss/base16/snazzy.scss</a:t>
            </a:r>
          </a:p>
          <a:p>
            <a:pPr>
              <a:defRPr sz="1200"/>
            </a:pPr>
            <a:r>
              <a:t>D:/pasar_fix/node_modules/.bun/highlight.js@11.11.1/node_modules/highlight.js/scss/base16/solar-flare-light.scss</a:t>
            </a:r>
          </a:p>
          <a:p>
            <a:pPr>
              <a:defRPr sz="1200"/>
            </a:pPr>
            <a:r>
              <a:t>D:/pasar_fix/node_modules/.bun/highlight.js@11.11.1/node_modules/highlight.js/scss/base16/solar-flare.scss</a:t>
            </a:r>
          </a:p>
          <a:p>
            <a:pPr>
              <a:defRPr sz="1200"/>
            </a:pPr>
            <a:r>
              <a:t>D:/pasar_fix/node_modules/.bun/highlight.js@11.11.1/node_modules/highlight.js/scss/base16/solarized-dark.scss</a:t>
            </a:r>
          </a:p>
          <a:p>
            <a:pPr>
              <a:defRPr sz="1200"/>
            </a:pPr>
            <a:r>
              <a:t>D:/pasar_fix/node_modules/.bun/highlight.js@11.11.1/node_modules/highlight.js/scss/base16/solarized-light.scss</a:t>
            </a:r>
          </a:p>
          <a:p>
            <a:pPr>
              <a:defRPr sz="1200"/>
            </a:pPr>
            <a:r>
              <a:t>D:/pasar_fix/node_modules/.bun/highlight.js@11.11.1/node_modules/highlight.js/scss/base16/spacemacs.scss</a:t>
            </a:r>
          </a:p>
          <a:p>
            <a:pPr>
              <a:defRPr sz="1200"/>
            </a:pPr>
            <a:r>
              <a:t>D:/pasar_fix/node_modules/.bun/highlight.js@11.11.1/node_modules/highlight.js/scss/base16/summercamp.scss</a:t>
            </a:r>
          </a:p>
          <a:p>
            <a:pPr>
              <a:defRPr sz="1200"/>
            </a:pPr>
            <a:r>
              <a:t>D:/pasar_fix/node_modules/.bun/highlight.js@11.11.1/node_modules/highlight.js/scss/base16/summerfruit-dark.scss</a:t>
            </a:r>
          </a:p>
          <a:p>
            <a:pPr>
              <a:defRPr sz="1200"/>
            </a:pPr>
            <a:r>
              <a:t>D:/pasar_fix/node_modules/.bun/highlight.js@11.11.1/node_modules/highlight.js/scss/base16/summerfruit-light.scss</a:t>
            </a:r>
          </a:p>
          <a:p>
            <a:pPr>
              <a:defRPr sz="1200"/>
            </a:pPr>
            <a:r>
              <a:t>D:/pasar_fix/node_modules/.bun/highlight.js@11.11.1/node_modules/highlight.js/scss/base16/synth-midnight-terminal-dark.scss</a:t>
            </a:r>
          </a:p>
          <a:p>
            <a:pPr>
              <a:defRPr sz="1200"/>
            </a:pPr>
            <a:r>
              <a:t>D:/pasar_fix/node_modules/.bun/highlight.js@11.11.1/node_modules/highlight.js/scss/base16/synth-midnight-terminal-light.scss</a:t>
            </a:r>
          </a:p>
          <a:p>
            <a:pPr>
              <a:defRPr sz="1200"/>
            </a:pPr>
            <a:r>
              <a:t>D:/pasar_fix/node_modules/.bun/highlight.js@11.11.1/node_modules/highlight.js/scss/base16/tango.scss</a:t>
            </a:r>
          </a:p>
          <a:p>
            <a:pPr>
              <a:defRPr sz="1200"/>
            </a:pPr>
            <a:r>
              <a:t>D:/pasar_fix/node_modules/.bun/highlight.js@11.11.1/node_modules/highlight.js/scss/base16/tender.scss</a:t>
            </a:r>
          </a:p>
          <a:p>
            <a:pPr>
              <a:defRPr sz="1200"/>
            </a:pPr>
            <a:r>
              <a:t>D:/pasar_fix/node_modules/.bun/highlight.js@11.11.1/node_modules/highlight.js/scss/base16/tomorrow-night.scss</a:t>
            </a:r>
          </a:p>
          <a:p>
            <a:pPr>
              <a:defRPr sz="1200"/>
            </a:pPr>
            <a:r>
              <a:t>D:/pasar_fix/node_modules/.bun/highlight.js@11.11.1/node_modules/highlight.js/scss/base16/tomorrow.scss</a:t>
            </a:r>
          </a:p>
          <a:p>
            <a:pPr>
              <a:defRPr sz="1200"/>
            </a:pPr>
            <a:r>
              <a:t>D:/pasar_fix/node_modules/.bun/highlight.js@11.11.1/node_modules/highlight.js/scss/base16/twilight.scss</a:t>
            </a:r>
          </a:p>
          <a:p>
            <a:pPr>
              <a:defRPr sz="1200"/>
            </a:pPr>
            <a:r>
              <a:t>D:/pasar_fix/node_modules/.bun/highlight.js@11.11.1/node_modules/highlight.js/scss/base16/unikitty-dark.scss</a:t>
            </a:r>
          </a:p>
          <a:p>
            <a:pPr>
              <a:defRPr sz="1200"/>
            </a:pPr>
            <a:r>
              <a:t>D:/pasar_fix/node_modules/.bun/highlight.js@11.11.1/node_modules/highlight.js/scss/base16/unikitty-light.scss</a:t>
            </a:r>
          </a:p>
          <a:p>
            <a:pPr>
              <a:defRPr sz="1200"/>
            </a:pPr>
            <a:r>
              <a:t>D:/pasar_fix/node_modules/.bun/highlight.js@11.11.1/node_modules/highlight.js/scss/base16/vulcan.scss</a:t>
            </a:r>
          </a:p>
          <a:p>
            <a:pPr>
              <a:defRPr sz="1200"/>
            </a:pPr>
            <a:r>
              <a:t>D:/pasar_fix/node_modules/.bun/highlight.js@11.11.1/node_modules/highlight.js/scss/base16/windows-10-light.scss</a:t>
            </a:r>
          </a:p>
          <a:p>
            <a:pPr>
              <a:defRPr sz="1200"/>
            </a:pPr>
            <a:r>
              <a:t>D:/pasar_fix/node_modules/.bun/highlight.js@11.11.1/node_modules/highlight.js/scss/base16/windows-10.scss</a:t>
            </a:r>
          </a:p>
          <a:p>
            <a:pPr>
              <a:defRPr sz="1200"/>
            </a:pPr>
            <a:r>
              <a:t>D:/pasar_fix/node_modules/.bun/highlight.js@11.11.1/node_modules/highlight.js/scss/base16/windows-95-light.scss</a:t>
            </a:r>
          </a:p>
          <a:p>
            <a:pPr>
              <a:defRPr sz="1200"/>
            </a:pPr>
            <a:r>
              <a:t>D:/pasar_fix/node_modules/.bun/highlight.js@11.11.1/node_modules/highlight.js/scss/base16/windows-95.scss</a:t>
            </a:r>
          </a:p>
          <a:p>
            <a:pPr>
              <a:defRPr sz="1200"/>
            </a:pPr>
            <a:r>
              <a:t>D:/pasar_fix/node_modules/.bun/highlight.js@11.11.1/node_modules/highlight.js/scss/base16/windows-high-contrast-light.scss</a:t>
            </a:r>
          </a:p>
          <a:p>
            <a:pPr>
              <a:defRPr sz="1200"/>
            </a:pPr>
            <a:r>
              <a:t>D:/pasar_fix/node_modules/.bun/highlight.js@11.11.1/node_modules/highlight.js/scss/base16/windows-high-contrast.scss</a:t>
            </a:r>
          </a:p>
          <a:p>
            <a:pPr>
              <a:defRPr sz="1200"/>
            </a:pPr>
            <a:r>
              <a:t>D:/pasar_fix/node_modules/.bun/highlight.js@11.11.1/node_modules/highlight.js/scss/base16/windows-nt-light.scss</a:t>
            </a:r>
          </a:p>
          <a:p>
            <a:pPr>
              <a:defRPr sz="1200"/>
            </a:pPr>
            <a:r>
              <a:t>D:/pasar_fix/node_modules/.bun/highlight.js@11.11.1/node_modules/highlight.js/scss/base16/windows-nt.scss</a:t>
            </a:r>
          </a:p>
          <a:p>
            <a:pPr>
              <a:defRPr sz="1200"/>
            </a:pPr>
            <a:r>
              <a:t>D:/pasar_fix/node_modules/.bun/highlight.js@11.11.1/node_modules/highlight.js/scss/base16/woodland.scss</a:t>
            </a:r>
          </a:p>
          <a:p>
            <a:pPr>
              <a:defRPr sz="1200"/>
            </a:pPr>
            <a:r>
              <a:t>D:/pasar_fix/node_modules/.bun/highlight.js@11.11.1/node_modules/highlight.js/scss/base16/xcode-dusk.scss</a:t>
            </a:r>
          </a:p>
          <a:p>
            <a:pPr>
              <a:defRPr sz="1200"/>
            </a:pPr>
            <a:r>
              <a:t>D:/pasar_fix/node_modules/.bun/highlight.js@11.11.1/node_modules/highlight.js/scss/base16/zenburn.scss</a:t>
            </a:r>
          </a:p>
          <a:p>
            <a:pPr>
              <a:defRPr sz="1200"/>
            </a:pPr>
            <a:r>
              <a:t>D:/pasar_fix/node_modules/.bun/highlight.js@11.11.1/node_modules/highlight.js/styles/1c-light.css</a:t>
            </a:r>
          </a:p>
          <a:p>
            <a:pPr>
              <a:defRPr sz="1200"/>
            </a:pPr>
            <a:r>
              <a:t>D:/pasar_fix/node_modules/.bun/highlight.js@11.11.1/node_modules/highlight.js/styles/1c-light.min.css</a:t>
            </a:r>
          </a:p>
          <a:p>
            <a:pPr>
              <a:defRPr sz="1200"/>
            </a:pPr>
            <a:r>
              <a:t>D:/pasar_fix/node_modules/.bun/highlight.js@11.11.1/node_modules/highlight.js/styles/a11y-dark.css</a:t>
            </a:r>
          </a:p>
          <a:p>
            <a:pPr>
              <a:defRPr sz="1200"/>
            </a:pPr>
            <a:r>
              <a:t>D:/pasar_fix/node_modules/.bun/highlight.js@11.11.1/node_modules/highlight.js/styles/a11y-dark.min.css</a:t>
            </a:r>
          </a:p>
          <a:p>
            <a:pPr>
              <a:defRPr sz="1200"/>
            </a:pPr>
            <a:r>
              <a:t>D:/pasar_fix/node_modules/.bun/highlight.js@11.11.1/node_modules/highlight.js/styles/a11y-light.css</a:t>
            </a:r>
          </a:p>
          <a:p>
            <a:pPr>
              <a:defRPr sz="1200"/>
            </a:pPr>
            <a:r>
              <a:t>D:/pasar_fix/node_modules/.bun/highlight.js@11.11.1/node_modules/highlight.js/styles/a11y-light.min.css</a:t>
            </a:r>
          </a:p>
          <a:p>
            <a:pPr>
              <a:defRPr sz="1200"/>
            </a:pPr>
            <a:r>
              <a:t>D:/pasar_fix/node_modules/.bun/highlight.js@11.11.1/node_modules/highlight.js/styles/agate.css</a:t>
            </a:r>
          </a:p>
          <a:p>
            <a:pPr>
              <a:defRPr sz="1200"/>
            </a:pPr>
            <a:r>
              <a:t>D:/pasar_fix/node_modules/.bun/highlight.js@11.11.1/node_modules/highlight.js/styles/agate.min.css</a:t>
            </a:r>
          </a:p>
          <a:p>
            <a:pPr>
              <a:defRPr sz="1200"/>
            </a:pPr>
            <a:r>
              <a:t>D:/pasar_fix/node_modules/.bun/highlight.js@11.11.1/node_modules/highlight.js/styles/an-old-hope.css</a:t>
            </a:r>
          </a:p>
          <a:p>
            <a:pPr>
              <a:defRPr sz="1200"/>
            </a:pPr>
            <a:r>
              <a:t>D:/pasar_fix/node_modules/.bun/highlight.js@11.11.1/node_modules/highlight.js/styles/an-old-hope.min.css</a:t>
            </a:r>
          </a:p>
          <a:p>
            <a:pPr>
              <a:defRPr sz="1200"/>
            </a:pPr>
            <a:r>
              <a:t>D:/pasar_fix/node_modules/.bun/highlight.js@11.11.1/node_modules/highlight.js/styles/androidstudio.css</a:t>
            </a:r>
          </a:p>
          <a:p>
            <a:pPr>
              <a:defRPr sz="1200"/>
            </a:pPr>
            <a:r>
              <a:t>D:/pasar_fix/node_modules/.bun/highlight.js@11.11.1/node_modules/highlight.js/styles/androidstudio.min.css</a:t>
            </a:r>
          </a:p>
          <a:p>
            <a:pPr>
              <a:defRPr sz="1200"/>
            </a:pPr>
            <a:r>
              <a:t>D:/pasar_fix/node_modules/.bun/highlight.js@11.11.1/node_modules/highlight.js/styles/arduino-light.css</a:t>
            </a:r>
          </a:p>
          <a:p>
            <a:pPr>
              <a:defRPr sz="1200"/>
            </a:pPr>
            <a:r>
              <a:t>D:/pasar_fix/node_modules/.bun/highlight.js@11.11.1/node_modules/highlight.js/styles/arduino-light.min.css</a:t>
            </a:r>
          </a:p>
          <a:p>
            <a:pPr>
              <a:defRPr sz="1200"/>
            </a:pPr>
            <a:r>
              <a:t>D:/pasar_fix/node_modules/.bun/highlight.js@11.11.1/node_modules/highlight.js/styles/arta.css</a:t>
            </a:r>
          </a:p>
          <a:p>
            <a:pPr>
              <a:defRPr sz="1200"/>
            </a:pPr>
            <a:r>
              <a:t>D:/pasar_fix/node_modules/.bun/highlight.js@11.11.1/node_modules/highlight.js/styles/arta.min.css</a:t>
            </a:r>
          </a:p>
          <a:p>
            <a:pPr>
              <a:defRPr sz="1200"/>
            </a:pPr>
            <a:r>
              <a:t>D:/pasar_fix/node_modules/.bun/highlight.js@11.11.1/node_modules/highlight.js/styles/ascetic.css</a:t>
            </a:r>
          </a:p>
          <a:p>
            <a:pPr>
              <a:defRPr sz="1200"/>
            </a:pPr>
            <a:r>
              <a:t>D:/pasar_fix/node_modules/.bun/highlight.js@11.11.1/node_modules/highlight.js/styles/ascetic.min.css</a:t>
            </a:r>
          </a:p>
          <a:p>
            <a:pPr>
              <a:defRPr sz="1200"/>
            </a:pPr>
            <a:r>
              <a:t>D:/pasar_fix/node_modules/.bun/highlight.js@11.11.1/node_modules/highlight.js/styles/atom-one-dark-reasonable.css</a:t>
            </a:r>
          </a:p>
          <a:p>
            <a:pPr>
              <a:defRPr sz="1200"/>
            </a:pPr>
            <a:r>
              <a:t>D:/pasar_fix/node_modules/.bun/highlight.js@11.11.1/node_modules/highlight.js/styles/atom-one-dark-reasonable.min.css</a:t>
            </a:r>
          </a:p>
          <a:p>
            <a:pPr>
              <a:defRPr sz="1200"/>
            </a:pPr>
            <a:r>
              <a:t>D:/pasar_fix/node_modules/.bun/highlight.js@11.11.1/node_modules/highlight.js/styles/atom-one-dark.css</a:t>
            </a:r>
          </a:p>
          <a:p>
            <a:pPr>
              <a:defRPr sz="1200"/>
            </a:pPr>
            <a:r>
              <a:t>D:/pasar_fix/node_modules/.bun/highlight.js@11.11.1/node_modules/highlight.js/styles/atom-one-dark.min.css</a:t>
            </a:r>
          </a:p>
          <a:p>
            <a:pPr>
              <a:defRPr sz="1200"/>
            </a:pPr>
            <a:r>
              <a:t>D:/pasar_fix/node_modules/.bun/highlight.js@11.11.1/node_modules/highlight.js/styles/atom-one-light.css</a:t>
            </a:r>
          </a:p>
          <a:p>
            <a:pPr>
              <a:defRPr sz="1200"/>
            </a:pPr>
            <a:r>
              <a:t>D:/pasar_fix/node_modules/.bun/highlight.js@11.11.1/node_modules/highlight.js/styles/atom-one-light.min.css</a:t>
            </a:r>
          </a:p>
          <a:p>
            <a:pPr>
              <a:defRPr sz="1200"/>
            </a:pPr>
            <a:r>
              <a:t>D:/pasar_fix/node_modules/.bun/highlight.js@11.11.1/node_modules/highlight.js/styles/brown-paper.css</a:t>
            </a:r>
          </a:p>
          <a:p>
            <a:pPr>
              <a:defRPr sz="1200"/>
            </a:pPr>
            <a:r>
              <a:t>D:/pasar_fix/node_modules/.bun/highlight.js@11.11.1/node_modules/highlight.js/styles/brown-paper.min.css</a:t>
            </a:r>
          </a:p>
          <a:p>
            <a:pPr>
              <a:defRPr sz="1200"/>
            </a:pPr>
            <a:r>
              <a:t>D:/pasar_fix/node_modules/.bun/highlight.js@11.11.1/node_modules/highlight.js/styles/brown-papersq.png</a:t>
            </a:r>
          </a:p>
          <a:p>
            <a:pPr>
              <a:defRPr sz="1200"/>
            </a:pPr>
            <a:r>
              <a:t>D:/pasar_fix/node_modules/.bun/highlight.js@11.11.1/node_modules/highlight.js/styles/codepen-embed.css</a:t>
            </a:r>
          </a:p>
          <a:p>
            <a:pPr>
              <a:defRPr sz="1200"/>
            </a:pPr>
            <a:r>
              <a:t>D:/pasar_fix/node_modules/.bun/highlight.js@11.11.1/node_modules/highlight.js/styles/codepen-embed.min.css</a:t>
            </a:r>
          </a:p>
          <a:p>
            <a:pPr>
              <a:defRPr sz="1200"/>
            </a:pPr>
            <a:r>
              <a:t>D:/pasar_fix/node_modules/.bun/highlight.js@11.11.1/node_modules/highlight.js/styles/color-brewer.css</a:t>
            </a:r>
          </a:p>
          <a:p>
            <a:pPr>
              <a:defRPr sz="1200"/>
            </a:pPr>
            <a:r>
              <a:t>D:/pasar_fix/node_modules/.bun/highlight.js@11.11.1/node_modules/highlight.js/styles/color-brewer.min.css</a:t>
            </a:r>
          </a:p>
          <a:p>
            <a:pPr>
              <a:defRPr sz="1200"/>
            </a:pPr>
            <a:r>
              <a:t>D:/pasar_fix/node_modules/.bun/highlight.js@11.11.1/node_modules/highlight.js/styles/cybertopia-cherry.css</a:t>
            </a:r>
          </a:p>
          <a:p>
            <a:pPr>
              <a:defRPr sz="1200"/>
            </a:pPr>
            <a:r>
              <a:t>D:/pasar_fix/node_modules/.bun/highlight.js@11.11.1/node_modules/highlight.js/styles/cybertopia-cherry.min.css</a:t>
            </a:r>
          </a:p>
          <a:p>
            <a:pPr>
              <a:defRPr sz="1200"/>
            </a:pPr>
            <a:r>
              <a:t>D:/pasar_fix/node_modules/.bun/highlight.js@11.11.1/node_modules/highlight.js/styles/cybertopia-dimmer.css</a:t>
            </a:r>
          </a:p>
          <a:p>
            <a:pPr>
              <a:defRPr sz="1200"/>
            </a:pPr>
            <a:r>
              <a:t>D:/pasar_fix/node_modules/.bun/highlight.js@11.11.1/node_modules/highlight.js/styles/cybertopia-dimmer.min.css</a:t>
            </a:r>
          </a:p>
          <a:p>
            <a:pPr>
              <a:defRPr sz="1200"/>
            </a:pPr>
            <a:r>
              <a:t>D:/pasar_fix/node_modules/.bun/highlight.js@11.11.1/node_modules/highlight.js/styles/cybertopia-icecap.css</a:t>
            </a:r>
          </a:p>
          <a:p>
            <a:pPr>
              <a:defRPr sz="1200"/>
            </a:pPr>
            <a:r>
              <a:t>D:/pasar_fix/node_modules/.bun/highlight.js@11.11.1/node_modules/highlight.js/styles/cybertopia-icecap.min.css</a:t>
            </a:r>
          </a:p>
          <a:p>
            <a:pPr>
              <a:defRPr sz="1200"/>
            </a:pPr>
            <a:r>
              <a:t>D:/pasar_fix/node_modules/.bun/highlight.js@11.11.1/node_modules/highlight.js/styles/cybertopia-saturated.css</a:t>
            </a:r>
          </a:p>
          <a:p>
            <a:pPr>
              <a:defRPr sz="1200"/>
            </a:pPr>
            <a:r>
              <a:t>D:/pasar_fix/node_modules/.bun/highlight.js@11.11.1/node_modules/highlight.js/styles/cybertopia-saturated.min.css</a:t>
            </a:r>
          </a:p>
          <a:p>
            <a:pPr>
              <a:defRPr sz="1200"/>
            </a:pPr>
            <a:r>
              <a:t>D:/pasar_fix/node_modules/.bun/highlight.js@11.11.1/node_modules/highlight.js/styles/dark.css</a:t>
            </a:r>
          </a:p>
          <a:p>
            <a:pPr>
              <a:defRPr sz="1200"/>
            </a:pPr>
            <a:r>
              <a:t>D:/pasar_fix/node_modules/.bun/highlight.js@11.11.1/node_modules/highlight.js/styles/dark.min.css</a:t>
            </a:r>
          </a:p>
          <a:p>
            <a:pPr>
              <a:defRPr sz="1200"/>
            </a:pPr>
            <a:r>
              <a:t>D:/pasar_fix/node_modules/.bun/highlight.js@11.11.1/node_modules/highlight.js/styles/default.css</a:t>
            </a:r>
          </a:p>
          <a:p>
            <a:pPr>
              <a:defRPr sz="1200"/>
            </a:pPr>
            <a:r>
              <a:t>D:/pasar_fix/node_modules/.bun/highlight.js@11.11.1/node_modules/highlight.js/styles/default.min.css</a:t>
            </a:r>
          </a:p>
          <a:p>
            <a:pPr>
              <a:defRPr sz="1200"/>
            </a:pPr>
            <a:r>
              <a:t>D:/pasar_fix/node_modules/.bun/highlight.js@11.11.1/node_modules/highlight.js/styles/devibeans.css</a:t>
            </a:r>
          </a:p>
          <a:p>
            <a:pPr>
              <a:defRPr sz="1200"/>
            </a:pPr>
            <a:r>
              <a:t>D:/pasar_fix/node_modules/.bun/highlight.js@11.11.1/node_modules/highlight.js/styles/devibeans.min.css</a:t>
            </a:r>
          </a:p>
          <a:p>
            <a:pPr>
              <a:defRPr sz="1200"/>
            </a:pPr>
            <a:r>
              <a:t>D:/pasar_fix/node_modules/.bun/highlight.js@11.11.1/node_modules/highlight.js/styles/docco.css</a:t>
            </a:r>
          </a:p>
          <a:p>
            <a:pPr>
              <a:defRPr sz="1200"/>
            </a:pPr>
            <a:r>
              <a:t>D:/pasar_fix/node_modules/.bun/highlight.js@11.11.1/node_modules/highlight.js/styles/docco.min.css</a:t>
            </a:r>
          </a:p>
          <a:p>
            <a:pPr>
              <a:defRPr sz="1200"/>
            </a:pPr>
            <a:r>
              <a:t>D:/pasar_fix/node_modules/.bun/highlight.js@11.11.1/node_modules/highlight.js/styles/far.css</a:t>
            </a:r>
          </a:p>
          <a:p>
            <a:pPr>
              <a:defRPr sz="1200"/>
            </a:pPr>
            <a:r>
              <a:t>D:/pasar_fix/node_modules/.bun/highlight.js@11.11.1/node_modules/highlight.js/styles/far.min.css</a:t>
            </a:r>
          </a:p>
          <a:p>
            <a:pPr>
              <a:defRPr sz="1200"/>
            </a:pPr>
            <a:r>
              <a:t>D:/pasar_fix/node_modules/.bun/highlight.js@11.11.1/node_modules/highlight.js/styles/felipec.css</a:t>
            </a:r>
          </a:p>
          <a:p>
            <a:pPr>
              <a:defRPr sz="1200"/>
            </a:pPr>
            <a:r>
              <a:t>D:/pasar_fix/node_modules/.bun/highlight.js@11.11.1/node_modules/highlight.js/styles/felipec.min.css</a:t>
            </a:r>
          </a:p>
          <a:p>
            <a:pPr>
              <a:defRPr sz="1200"/>
            </a:pPr>
            <a:r>
              <a:t>D:/pasar_fix/node_modules/.bun/highlight.js@11.11.1/node_modules/highlight.js/styles/foundation.css</a:t>
            </a:r>
          </a:p>
          <a:p>
            <a:pPr>
              <a:defRPr sz="1200"/>
            </a:pPr>
            <a:r>
              <a:t>D:/pasar_fix/node_modules/.bun/highlight.js@11.11.1/node_modules/highlight.js/styles/foundation.min.css</a:t>
            </a:r>
          </a:p>
          <a:p>
            <a:pPr>
              <a:defRPr sz="1200"/>
            </a:pPr>
            <a:r>
              <a:t>D:/pasar_fix/node_modules/.bun/highlight.js@11.11.1/node_modules/highlight.js/styles/github-dark-dimmed.css</a:t>
            </a:r>
          </a:p>
          <a:p>
            <a:pPr>
              <a:defRPr sz="1200"/>
            </a:pPr>
            <a:r>
              <a:t>D:/pasar_fix/node_modules/.bun/highlight.js@11.11.1/node_modules/highlight.js/styles/github-dark-dimmed.min.css</a:t>
            </a:r>
          </a:p>
          <a:p>
            <a:pPr>
              <a:defRPr sz="1200"/>
            </a:pPr>
            <a:r>
              <a:t>D:/pasar_fix/node_modules/.bun/highlight.js@11.11.1/node_modules/highlight.js/styles/github-dark.css</a:t>
            </a:r>
          </a:p>
          <a:p>
            <a:pPr>
              <a:defRPr sz="1200"/>
            </a:pPr>
            <a:r>
              <a:t>D:/pasar_fix/node_modules/.bun/highlight.js@11.11.1/node_modules/highlight.js/styles/github-dark.min.css</a:t>
            </a:r>
          </a:p>
          <a:p>
            <a:pPr>
              <a:defRPr sz="1200"/>
            </a:pPr>
            <a:r>
              <a:t>D:/pasar_fix/node_modules/.bun/highlight.js@11.11.1/node_modules/highlight.js/styles/github.css</a:t>
            </a:r>
          </a:p>
          <a:p>
            <a:pPr>
              <a:defRPr sz="1200"/>
            </a:pPr>
            <a:r>
              <a:t>D:/pasar_fix/node_modules/.bun/highlight.js@11.11.1/node_modules/highlight.js/styles/github.min.css</a:t>
            </a:r>
          </a:p>
          <a:p>
            <a:pPr>
              <a:defRPr sz="1200"/>
            </a:pPr>
            <a:r>
              <a:t>D:/pasar_fix/node_modules/.bun/highlight.js@11.11.1/node_modules/highlight.js/styles/gml.css</a:t>
            </a:r>
          </a:p>
          <a:p>
            <a:pPr>
              <a:defRPr sz="1200"/>
            </a:pPr>
            <a:r>
              <a:t>D:/pasar_fix/node_modules/.bun/highlight.js@11.11.1/node_modules/highlight.js/styles/gml.min.css</a:t>
            </a:r>
          </a:p>
          <a:p>
            <a:pPr>
              <a:defRPr sz="1200"/>
            </a:pPr>
            <a:r>
              <a:t>D:/pasar_fix/node_modules/.bun/highlight.js@11.11.1/node_modules/highlight.js/styles/googlecode.css</a:t>
            </a:r>
          </a:p>
          <a:p>
            <a:pPr>
              <a:defRPr sz="1200"/>
            </a:pPr>
            <a:r>
              <a:t>D:/pasar_fix/node_modules/.bun/highlight.js@11.11.1/node_modules/highlight.js/styles/googlecode.min.css</a:t>
            </a:r>
          </a:p>
          <a:p>
            <a:pPr>
              <a:defRPr sz="1200"/>
            </a:pPr>
            <a:r>
              <a:t>D:/pasar_fix/node_modules/.bun/highlight.js@11.11.1/node_modules/highlight.js/styles/gradient-dark.css</a:t>
            </a:r>
          </a:p>
          <a:p>
            <a:pPr>
              <a:defRPr sz="1200"/>
            </a:pPr>
            <a:r>
              <a:t>D:/pasar_fix/node_modules/.bun/highlight.js@11.11.1/node_modules/highlight.js/styles/gradient-dark.min.css</a:t>
            </a:r>
          </a:p>
          <a:p>
            <a:pPr>
              <a:defRPr sz="1200"/>
            </a:pPr>
            <a:r>
              <a:t>D:/pasar_fix/node_modules/.bun/highlight.js@11.11.1/node_modules/highlight.js/styles/gradient-light.css</a:t>
            </a:r>
          </a:p>
          <a:p>
            <a:pPr>
              <a:defRPr sz="1200"/>
            </a:pPr>
            <a:r>
              <a:t>D:/pasar_fix/node_modules/.bun/highlight.js@11.11.1/node_modules/highlight.js/styles/gradient-light.min.css</a:t>
            </a:r>
          </a:p>
          <a:p>
            <a:pPr>
              <a:defRPr sz="1200"/>
            </a:pPr>
            <a:r>
              <a:t>D:/pasar_fix/node_modules/.bun/highlight.js@11.11.1/node_modules/highlight.js/styles/grayscale.css</a:t>
            </a:r>
          </a:p>
          <a:p>
            <a:pPr>
              <a:defRPr sz="1200"/>
            </a:pPr>
            <a:r>
              <a:t>D:/pasar_fix/node_modules/.bun/highlight.js@11.11.1/node_modules/highlight.js/styles/grayscale.min.css</a:t>
            </a:r>
          </a:p>
          <a:p>
            <a:pPr>
              <a:defRPr sz="1200"/>
            </a:pPr>
            <a:r>
              <a:t>D:/pasar_fix/node_modules/.bun/highlight.js@11.11.1/node_modules/highlight.js/styles/hybrid.css</a:t>
            </a:r>
          </a:p>
          <a:p>
            <a:pPr>
              <a:defRPr sz="1200"/>
            </a:pPr>
            <a:r>
              <a:t>D:/pasar_fix/node_modules/.bun/highlight.js@11.11.1/node_modules/highlight.js/styles/hybrid.min.css</a:t>
            </a:r>
          </a:p>
          <a:p>
            <a:pPr>
              <a:defRPr sz="1200"/>
            </a:pPr>
            <a:r>
              <a:t>D:/pasar_fix/node_modules/.bun/highlight.js@11.11.1/node_modules/highlight.js/styles/idea.css</a:t>
            </a:r>
          </a:p>
          <a:p>
            <a:pPr>
              <a:defRPr sz="1200"/>
            </a:pPr>
            <a:r>
              <a:t>D:/pasar_fix/node_modules/.bun/highlight.js@11.11.1/node_modules/highlight.js/styles/idea.min.css</a:t>
            </a:r>
          </a:p>
          <a:p>
            <a:pPr>
              <a:defRPr sz="1200"/>
            </a:pPr>
            <a:r>
              <a:t>D:/pasar_fix/node_modules/.bun/highlight.js@11.11.1/node_modules/highlight.js/styles/intellij-light.css</a:t>
            </a:r>
          </a:p>
          <a:p>
            <a:pPr>
              <a:defRPr sz="1200"/>
            </a:pPr>
            <a:r>
              <a:t>D:/pasar_fix/node_modules/.bun/highlight.js@11.11.1/node_modules/highlight.js/styles/intellij-light.min.css</a:t>
            </a:r>
          </a:p>
          <a:p>
            <a:pPr>
              <a:defRPr sz="1200"/>
            </a:pPr>
            <a:r>
              <a:t>D:/pasar_fix/node_modules/.bun/highlight.js@11.11.1/node_modules/highlight.js/styles/ir-black.css</a:t>
            </a:r>
          </a:p>
          <a:p>
            <a:pPr>
              <a:defRPr sz="1200"/>
            </a:pPr>
            <a:r>
              <a:t>D:/pasar_fix/node_modules/.bun/highlight.js@11.11.1/node_modules/highlight.js/styles/ir-black.min.css</a:t>
            </a:r>
          </a:p>
          <a:p>
            <a:pPr>
              <a:defRPr sz="1200"/>
            </a:pPr>
            <a:r>
              <a:t>D:/pasar_fix/node_modules/.bun/highlight.js@11.11.1/node_modules/highlight.js/styles/isbl-editor-dark.css</a:t>
            </a:r>
          </a:p>
          <a:p>
            <a:pPr>
              <a:defRPr sz="1200"/>
            </a:pPr>
            <a:r>
              <a:t>D:/pasar_fix/node_modules/.bun/highlight.js@11.11.1/node_modules/highlight.js/styles/isbl-editor-dark.min.css</a:t>
            </a:r>
          </a:p>
          <a:p>
            <a:pPr>
              <a:defRPr sz="1200"/>
            </a:pPr>
            <a:r>
              <a:t>D:/pasar_fix/node_modules/.bun/highlight.js@11.11.1/node_modules/highlight.js/styles/isbl-editor-light.css</a:t>
            </a:r>
          </a:p>
          <a:p>
            <a:pPr>
              <a:defRPr sz="1200"/>
            </a:pPr>
            <a:r>
              <a:t>D:/pasar_fix/node_modules/.bun/highlight.js@11.11.1/node_modules/highlight.js/styles/isbl-editor-light.min.css</a:t>
            </a:r>
          </a:p>
          <a:p>
            <a:pPr>
              <a:defRPr sz="1200"/>
            </a:pPr>
            <a:r>
              <a:t>D:/pasar_fix/node_modules/.bun/highlight.js@11.11.1/node_modules/highlight.js/styles/kimbie-dark.css</a:t>
            </a:r>
          </a:p>
          <a:p>
            <a:pPr>
              <a:defRPr sz="1200"/>
            </a:pPr>
            <a:r>
              <a:t>D:/pasar_fix/node_modules/.bun/highlight.js@11.11.1/node_modules/highlight.js/styles/kimbie-dark.min.css</a:t>
            </a:r>
          </a:p>
          <a:p>
            <a:pPr>
              <a:defRPr sz="1200"/>
            </a:pPr>
            <a:r>
              <a:t>D:/pasar_fix/node_modules/.bun/highlight.js@11.11.1/node_modules/highlight.js/styles/kimbie-light.css</a:t>
            </a:r>
          </a:p>
          <a:p>
            <a:pPr>
              <a:defRPr sz="1200"/>
            </a:pPr>
            <a:r>
              <a:t>D:/pasar_fix/node_modules/.bun/highlight.js@11.11.1/node_modules/highlight.js/styles/kimbie-light.min.css</a:t>
            </a:r>
          </a:p>
          <a:p>
            <a:pPr>
              <a:defRPr sz="1200"/>
            </a:pPr>
            <a:r>
              <a:t>D:/pasar_fix/node_modules/.bun/highlight.js@11.11.1/node_modules/highlight.js/styles/lightfair.css</a:t>
            </a:r>
          </a:p>
          <a:p>
            <a:pPr>
              <a:defRPr sz="1200"/>
            </a:pPr>
            <a:r>
              <a:t>D:/pasar_fix/node_modules/.bun/highlight.js@11.11.1/node_modules/highlight.js/styles/lightfair.min.css</a:t>
            </a:r>
          </a:p>
          <a:p>
            <a:pPr>
              <a:defRPr sz="1200"/>
            </a:pPr>
            <a:r>
              <a:t>D:/pasar_fix/node_modules/.bun/highlight.js@11.11.1/node_modules/highlight.js/styles/lioshi.css</a:t>
            </a:r>
          </a:p>
          <a:p>
            <a:pPr>
              <a:defRPr sz="1200"/>
            </a:pPr>
            <a:r>
              <a:t>D:/pasar_fix/node_modules/.bun/highlight.js@11.11.1/node_modules/highlight.js/styles/lioshi.min.css</a:t>
            </a:r>
          </a:p>
          <a:p>
            <a:pPr>
              <a:defRPr sz="1200"/>
            </a:pPr>
            <a:r>
              <a:t>D:/pasar_fix/node_modules/.bun/highlight.js@11.11.1/node_modules/highlight.js/styles/magula.css</a:t>
            </a:r>
          </a:p>
          <a:p>
            <a:pPr>
              <a:defRPr sz="1200"/>
            </a:pPr>
            <a:r>
              <a:t>D:/pasar_fix/node_modules/.bun/highlight.js@11.11.1/node_modules/highlight.js/styles/magula.min.css</a:t>
            </a:r>
          </a:p>
          <a:p>
            <a:pPr>
              <a:defRPr sz="1200"/>
            </a:pPr>
            <a:r>
              <a:t>D:/pasar_fix/node_modules/.bun/highlight.js@11.11.1/node_modules/highlight.js/styles/mono-blue.css</a:t>
            </a:r>
          </a:p>
          <a:p>
            <a:pPr>
              <a:defRPr sz="1200"/>
            </a:pPr>
            <a:r>
              <a:t>D:/pasar_fix/node_modules/.bun/highlight.js@11.11.1/node_modules/highlight.js/styles/mono-blue.min.css</a:t>
            </a:r>
          </a:p>
          <a:p>
            <a:pPr>
              <a:defRPr sz="1200"/>
            </a:pPr>
            <a:r>
              <a:t>D:/pasar_fix/node_modules/.bun/highlight.js@11.11.1/node_modules/highlight.js/styles/monokai-sublime.css</a:t>
            </a:r>
          </a:p>
          <a:p>
            <a:pPr>
              <a:defRPr sz="1200"/>
            </a:pPr>
            <a:r>
              <a:t>D:/pasar_fix/node_modules/.bun/highlight.js@11.11.1/node_modules/highlight.js/styles/monokai-sublime.min.css</a:t>
            </a:r>
          </a:p>
          <a:p>
            <a:pPr>
              <a:defRPr sz="1200"/>
            </a:pPr>
            <a:r>
              <a:t>D:/pasar_fix/node_modules/.bun/highlight.js@11.11.1/node_modules/highlight.js/styles/monokai.css</a:t>
            </a:r>
          </a:p>
          <a:p>
            <a:pPr>
              <a:defRPr sz="1200"/>
            </a:pPr>
            <a:r>
              <a:t>D:/pasar_fix/node_modules/.bun/highlight.js@11.11.1/node_modules/highlight.js/styles/monokai.min.css</a:t>
            </a:r>
          </a:p>
          <a:p>
            <a:pPr>
              <a:defRPr sz="1200"/>
            </a:pPr>
            <a:r>
              <a:t>D:/pasar_fix/node_modules/.bun/highlight.js@11.11.1/node_modules/highlight.js/styles/night-owl.css</a:t>
            </a:r>
          </a:p>
          <a:p>
            <a:pPr>
              <a:defRPr sz="1200"/>
            </a:pPr>
            <a:r>
              <a:t>D:/pasar_fix/node_modules/.bun/highlight.js@11.11.1/node_modules/highlight.js/styles/night-owl.min.css</a:t>
            </a:r>
          </a:p>
          <a:p>
            <a:pPr>
              <a:defRPr sz="1200"/>
            </a:pPr>
            <a:r>
              <a:t>D:/pasar_fix/node_modules/.bun/highlight.js@11.11.1/node_modules/highlight.js/styles/nnfx-dark.css</a:t>
            </a:r>
          </a:p>
          <a:p>
            <a:pPr>
              <a:defRPr sz="1200"/>
            </a:pPr>
            <a:r>
              <a:t>D:/pasar_fix/node_modules/.bun/highlight.js@11.11.1/node_modules/highlight.js/styles/nnfx-dark.min.css</a:t>
            </a:r>
          </a:p>
          <a:p>
            <a:pPr>
              <a:defRPr sz="1200"/>
            </a:pPr>
            <a:r>
              <a:t>D:/pasar_fix/node_modules/.bun/highlight.js@11.11.1/node_modules/highlight.js/styles/nnfx-light.css</a:t>
            </a:r>
          </a:p>
          <a:p>
            <a:pPr>
              <a:defRPr sz="1200"/>
            </a:pPr>
            <a:r>
              <a:t>D:/pasar_fix/node_modules/.bun/highlight.js@11.11.1/node_modules/highlight.js/styles/nnfx-light.min.css</a:t>
            </a:r>
          </a:p>
          <a:p>
            <a:pPr>
              <a:defRPr sz="1200"/>
            </a:pPr>
            <a:r>
              <a:t>D:/pasar_fix/node_modules/.bun/highlight.js@11.11.1/node_modules/highlight.js/styles/nord.css</a:t>
            </a:r>
          </a:p>
          <a:p>
            <a:pPr>
              <a:defRPr sz="1200"/>
            </a:pPr>
            <a:r>
              <a:t>D:/pasar_fix/node_modules/.bun/highlight.js@11.11.1/node_modules/highlight.js/styles/nord.min.css</a:t>
            </a:r>
          </a:p>
          <a:p>
            <a:pPr>
              <a:defRPr sz="1200"/>
            </a:pPr>
            <a:r>
              <a:t>D:/pasar_fix/node_modules/.bun/highlight.js@11.11.1/node_modules/highlight.js/styles/obsidian.css</a:t>
            </a:r>
          </a:p>
          <a:p>
            <a:pPr>
              <a:defRPr sz="1200"/>
            </a:pPr>
            <a:r>
              <a:t>D:/pasar_fix/node_modules/.bun/highlight.js@11.11.1/node_modules/highlight.js/styles/obsidian.min.css</a:t>
            </a:r>
          </a:p>
          <a:p>
            <a:pPr>
              <a:defRPr sz="1200"/>
            </a:pPr>
            <a:r>
              <a:t>D:/pasar_fix/node_modules/.bun/highlight.js@11.11.1/node_modules/highlight.js/styles/panda-syntax-dark.css</a:t>
            </a:r>
          </a:p>
          <a:p>
            <a:pPr>
              <a:defRPr sz="1200"/>
            </a:pPr>
            <a:r>
              <a:t>D:/pasar_fix/node_modules/.bun/highlight.js@11.11.1/node_modules/highlight.js/styles/panda-syntax-dark.min.css</a:t>
            </a:r>
          </a:p>
          <a:p>
            <a:pPr>
              <a:defRPr sz="1200"/>
            </a:pPr>
            <a:r>
              <a:t>D:/pasar_fix/node_modules/.bun/highlight.js@11.11.1/node_modules/highlight.js/styles/panda-syntax-light.css</a:t>
            </a:r>
          </a:p>
          <a:p>
            <a:pPr>
              <a:defRPr sz="1200"/>
            </a:pPr>
            <a:r>
              <a:t>D:/pasar_fix/node_modules/.bun/highlight.js@11.11.1/node_modules/highlight.js/styles/panda-syntax-light.min.css</a:t>
            </a:r>
          </a:p>
          <a:p>
            <a:pPr>
              <a:defRPr sz="1200"/>
            </a:pPr>
            <a:r>
              <a:t>D:/pasar_fix/node_modules/.bun/highlight.js@11.11.1/node_modules/highlight.js/styles/paraiso-dark.css</a:t>
            </a:r>
          </a:p>
          <a:p>
            <a:pPr>
              <a:defRPr sz="1200"/>
            </a:pPr>
            <a:r>
              <a:t>D:/pasar_fix/node_modules/.bun/highlight.js@11.11.1/node_modules/highlight.js/styles/paraiso-dark.min.css</a:t>
            </a:r>
          </a:p>
          <a:p>
            <a:pPr>
              <a:defRPr sz="1200"/>
            </a:pPr>
            <a:r>
              <a:t>D:/pasar_fix/node_modules/.bun/highlight.js@11.11.1/node_modules/highlight.js/styles/paraiso-light.css</a:t>
            </a:r>
          </a:p>
          <a:p>
            <a:pPr>
              <a:defRPr sz="1200"/>
            </a:pPr>
            <a:r>
              <a:t>D:/pasar_fix/node_modules/.bun/highlight.js@11.11.1/node_modules/highlight.js/styles/paraiso-light.min.css</a:t>
            </a:r>
          </a:p>
          <a:p>
            <a:pPr>
              <a:defRPr sz="1200"/>
            </a:pPr>
            <a:r>
              <a:t>D:/pasar_fix/node_modules/.bun/highlight.js@11.11.1/node_modules/highlight.js/styles/pojoaque.css</a:t>
            </a:r>
          </a:p>
          <a:p>
            <a:pPr>
              <a:defRPr sz="1200"/>
            </a:pPr>
            <a:r>
              <a:t>D:/pasar_fix/node_modules/.bun/highlight.js@11.11.1/node_modules/highlight.js/styles/pojoaque.jpg</a:t>
            </a:r>
          </a:p>
          <a:p>
            <a:pPr>
              <a:defRPr sz="1200"/>
            </a:pPr>
            <a:r>
              <a:t>D:/pasar_fix/node_modules/.bun/highlight.js@11.11.1/node_modules/highlight.js/styles/pojoaque.min.css</a:t>
            </a:r>
          </a:p>
          <a:p>
            <a:pPr>
              <a:defRPr sz="1200"/>
            </a:pPr>
            <a:r>
              <a:t>D:/pasar_fix/node_modules/.bun/highlight.js@11.11.1/node_modules/highlight.js/styles/purebasic.css</a:t>
            </a:r>
          </a:p>
          <a:p>
            <a:pPr>
              <a:defRPr sz="1200"/>
            </a:pPr>
            <a:r>
              <a:t>D:/pasar_fix/node_modules/.bun/highlight.js@11.11.1/node_modules/highlight.js/styles/purebasic.min.css</a:t>
            </a:r>
          </a:p>
          <a:p>
            <a:pPr>
              <a:defRPr sz="1200"/>
            </a:pPr>
            <a:r>
              <a:t>D:/pasar_fix/node_modules/.bun/highlight.js@11.11.1/node_modules/highlight.js/styles/qtcreator-dark.css</a:t>
            </a:r>
          </a:p>
          <a:p>
            <a:pPr>
              <a:defRPr sz="1200"/>
            </a:pPr>
            <a:r>
              <a:t>D:/pasar_fix/node_modules/.bun/highlight.js@11.11.1/node_modules/highlight.js/styles/qtcreator-dark.min.css</a:t>
            </a:r>
          </a:p>
          <a:p>
            <a:pPr>
              <a:defRPr sz="1200"/>
            </a:pPr>
            <a:r>
              <a:t>D:/pasar_fix/node_modules/.bun/highlight.js@11.11.1/node_modules/highlight.js/styles/qtcreator-light.css</a:t>
            </a:r>
          </a:p>
          <a:p>
            <a:pPr>
              <a:defRPr sz="1200"/>
            </a:pPr>
            <a:r>
              <a:t>D:/pasar_fix/node_modules/.bun/highlight.js@11.11.1/node_modules/highlight.js/styles/qtcreator-light.min.css</a:t>
            </a:r>
          </a:p>
          <a:p>
            <a:pPr>
              <a:defRPr sz="1200"/>
            </a:pPr>
            <a:r>
              <a:t>D:/pasar_fix/node_modules/.bun/highlight.js@11.11.1/node_modules/highlight.js/styles/rainbow.css</a:t>
            </a:r>
          </a:p>
          <a:p>
            <a:pPr>
              <a:defRPr sz="1200"/>
            </a:pPr>
            <a:r>
              <a:t>D:/pasar_fix/node_modules/.bun/highlight.js@11.11.1/node_modules/highlight.js/styles/rainbow.min.css</a:t>
            </a:r>
          </a:p>
          <a:p>
            <a:pPr>
              <a:defRPr sz="1200"/>
            </a:pPr>
            <a:r>
              <a:t>D:/pasar_fix/node_modules/.bun/highlight.js@11.11.1/node_modules/highlight.js/styles/rose-pine-dawn.css</a:t>
            </a:r>
          </a:p>
          <a:p>
            <a:pPr>
              <a:defRPr sz="1200"/>
            </a:pPr>
            <a:r>
              <a:t>D:/pasar_fix/node_modules/.bun/highlight.js@11.11.1/node_modules/highlight.js/styles/rose-pine-dawn.min.css</a:t>
            </a:r>
          </a:p>
          <a:p>
            <a:pPr>
              <a:defRPr sz="1200"/>
            </a:pPr>
            <a:r>
              <a:t>D:/pasar_fix/node_modules/.bun/highlight.js@11.11.1/node_modules/highlight.js/styles/rose-pine-moon.css</a:t>
            </a:r>
          </a:p>
          <a:p>
            <a:pPr>
              <a:defRPr sz="1200"/>
            </a:pPr>
            <a:r>
              <a:t>D:/pasar_fix/node_modules/.bun/highlight.js@11.11.1/node_modules/highlight.js/styles/rose-pine-moon.min.css</a:t>
            </a:r>
          </a:p>
          <a:p>
            <a:pPr>
              <a:defRPr sz="1200"/>
            </a:pPr>
            <a:r>
              <a:t>D:/pasar_fix/node_modules/.bun/highlight.js@11.11.1/node_modules/highlight.js/styles/rose-pine.css</a:t>
            </a:r>
          </a:p>
          <a:p>
            <a:pPr>
              <a:defRPr sz="1200"/>
            </a:pPr>
            <a:r>
              <a:t>D:/pasar_fix/node_modules/.bun/highlight.js@11.11.1/node_modules/highlight.js/styles/rose-pine.min.css</a:t>
            </a:r>
          </a:p>
          <a:p>
            <a:pPr>
              <a:defRPr sz="1200"/>
            </a:pPr>
            <a:r>
              <a:t>D:/pasar_fix/node_modules/.bun/highlight.js@11.11.1/node_modules/highlight.js/styles/routeros.css</a:t>
            </a:r>
          </a:p>
          <a:p>
            <a:pPr>
              <a:defRPr sz="1200"/>
            </a:pPr>
            <a:r>
              <a:t>D:/pasar_fix/node_modules/.bun/highlight.js@11.11.1/node_modules/highlight.js/styles/routeros.min.css</a:t>
            </a:r>
          </a:p>
          <a:p>
            <a:pPr>
              <a:defRPr sz="1200"/>
            </a:pPr>
            <a:r>
              <a:t>D:/pasar_fix/node_modules/.bun/highlight.js@11.11.1/node_modules/highlight.js/styles/school-book.css</a:t>
            </a:r>
          </a:p>
          <a:p>
            <a:pPr>
              <a:defRPr sz="1200"/>
            </a:pPr>
            <a:r>
              <a:t>D:/pasar_fix/node_modules/.bun/highlight.js@11.11.1/node_modules/highlight.js/styles/school-book.min.css</a:t>
            </a:r>
          </a:p>
          <a:p>
            <a:pPr>
              <a:defRPr sz="1200"/>
            </a:pPr>
            <a:r>
              <a:t>D:/pasar_fix/node_modules/.bun/highlight.js@11.11.1/node_modules/highlight.js/styles/shades-of-purple.css</a:t>
            </a:r>
          </a:p>
          <a:p>
            <a:pPr>
              <a:defRPr sz="1200"/>
            </a:pPr>
            <a:r>
              <a:t>D:/pasar_fix/node_modules/.bun/highlight.js@11.11.1/node_modules/highlight.js/styles/shades-of-purple.min.css</a:t>
            </a:r>
          </a:p>
          <a:p>
            <a:pPr>
              <a:defRPr sz="1200"/>
            </a:pPr>
            <a:r>
              <a:t>D:/pasar_fix/node_modules/.bun/highlight.js@11.11.1/node_modules/highlight.js/styles/srcery.css</a:t>
            </a:r>
          </a:p>
          <a:p>
            <a:pPr>
              <a:defRPr sz="1200"/>
            </a:pPr>
            <a:r>
              <a:t>D:/pasar_fix/node_modules/.bun/highlight.js@11.11.1/node_modules/highlight.js/styles/srcery.min.css</a:t>
            </a:r>
          </a:p>
          <a:p>
            <a:pPr>
              <a:defRPr sz="1200"/>
            </a:pPr>
            <a:r>
              <a:t>D:/pasar_fix/node_modules/.bun/highlight.js@11.11.1/node_modules/highlight.js/styles/stackoverflow-dark.css</a:t>
            </a:r>
          </a:p>
          <a:p>
            <a:pPr>
              <a:defRPr sz="1200"/>
            </a:pPr>
            <a:r>
              <a:t>D:/pasar_fix/node_modules/.bun/highlight.js@11.11.1/node_modules/highlight.js/styles/stackoverflow-dark.min.css</a:t>
            </a:r>
          </a:p>
          <a:p>
            <a:pPr>
              <a:defRPr sz="1200"/>
            </a:pPr>
            <a:r>
              <a:t>D:/pasar_fix/node_modules/.bun/highlight.js@11.11.1/node_modules/highlight.js/styles/stackoverflow-light.css</a:t>
            </a:r>
          </a:p>
          <a:p>
            <a:pPr>
              <a:defRPr sz="1200"/>
            </a:pPr>
            <a:r>
              <a:t>D:/pasar_fix/node_modules/.bun/highlight.js@11.11.1/node_modules/highlight.js/styles/stackoverflow-light.min.css</a:t>
            </a:r>
          </a:p>
          <a:p>
            <a:pPr>
              <a:defRPr sz="1200"/>
            </a:pPr>
            <a:r>
              <a:t>D:/pasar_fix/node_modules/.bun/highlight.js@11.11.1/node_modules/highlight.js/styles/sunburst.css</a:t>
            </a:r>
          </a:p>
          <a:p>
            <a:pPr>
              <a:defRPr sz="1200"/>
            </a:pPr>
            <a:r>
              <a:t>D:/pasar_fix/node_modules/.bun/highlight.js@11.11.1/node_modules/highlight.js/styles/sunburst.min.css</a:t>
            </a:r>
          </a:p>
          <a:p>
            <a:pPr>
              <a:defRPr sz="1200"/>
            </a:pPr>
            <a:r>
              <a:t>D:/pasar_fix/node_modules/.bun/highlight.js@11.11.1/node_modules/highlight.js/styles/tokyo-night-dark.css</a:t>
            </a:r>
          </a:p>
          <a:p>
            <a:pPr>
              <a:defRPr sz="1200"/>
            </a:pPr>
            <a:r>
              <a:t>D:/pasar_fix/node_modules/.bun/highlight.js@11.11.1/node_modules/highlight.js/styles/tokyo-night-dark.min.css</a:t>
            </a:r>
          </a:p>
          <a:p>
            <a:pPr>
              <a:defRPr sz="1200"/>
            </a:pPr>
            <a:r>
              <a:t>D:/pasar_fix/node_modules/.bun/highlight.js@11.11.1/node_modules/highlight.js/styles/tokyo-night-light.css</a:t>
            </a:r>
          </a:p>
          <a:p>
            <a:pPr>
              <a:defRPr sz="1200"/>
            </a:pPr>
            <a:r>
              <a:t>D:/pasar_fix/node_modules/.bun/highlight.js@11.11.1/node_modules/highlight.js/styles/tokyo-night-light.min.css</a:t>
            </a:r>
          </a:p>
          <a:p>
            <a:pPr>
              <a:defRPr sz="1200"/>
            </a:pPr>
            <a:r>
              <a:t>D:/pasar_fix/node_modules/.bun/highlight.js@11.11.1/node_modules/highlight.js/styles/tomorrow-night-blue.css</a:t>
            </a:r>
          </a:p>
          <a:p>
            <a:pPr>
              <a:defRPr sz="1200"/>
            </a:pPr>
            <a:r>
              <a:t>D:/pasar_fix/node_modules/.bun/highlight.js@11.11.1/node_modules/highlight.js/styles/tomorrow-night-blue.min.css</a:t>
            </a:r>
          </a:p>
          <a:p>
            <a:pPr>
              <a:defRPr sz="1200"/>
            </a:pPr>
            <a:r>
              <a:t>D:/pasar_fix/node_modules/.bun/highlight.js@11.11.1/node_modules/highlight.js/styles/tomorrow-night-bright.css</a:t>
            </a:r>
          </a:p>
          <a:p>
            <a:pPr>
              <a:defRPr sz="1200"/>
            </a:pPr>
            <a:r>
              <a:t>D:/pasar_fix/node_modules/.bun/highlight.js@11.11.1/node_modules/highlight.js/styles/tomorrow-night-bright.min.css</a:t>
            </a:r>
          </a:p>
          <a:p>
            <a:pPr>
              <a:defRPr sz="1200"/>
            </a:pPr>
            <a:r>
              <a:t>D:/pasar_fix/node_modules/.bun/highlight.js@11.11.1/node_modules/highlight.js/styles/vs.css</a:t>
            </a:r>
          </a:p>
          <a:p>
            <a:pPr>
              <a:defRPr sz="1200"/>
            </a:pPr>
            <a:r>
              <a:t>D:/pasar_fix/node_modules/.bun/highlight.js@11.11.1/node_modules/highlight.js/styles/vs.min.css</a:t>
            </a:r>
          </a:p>
          <a:p>
            <a:pPr>
              <a:defRPr sz="1200"/>
            </a:pPr>
            <a:r>
              <a:t>D:/pasar_fix/node_modules/.bun/highlight.js@11.11.1/node_modules/highlight.js/styles/vs2015.css</a:t>
            </a:r>
          </a:p>
          <a:p>
            <a:pPr>
              <a:defRPr sz="1200"/>
            </a:pPr>
            <a:r>
              <a:t>D:/pasar_fix/node_modules/.bun/highlight.js@11.11.1/node_modules/highlight.js/styles/vs2015.min.css</a:t>
            </a:r>
          </a:p>
          <a:p>
            <a:pPr>
              <a:defRPr sz="1200"/>
            </a:pPr>
            <a:r>
              <a:t>D:/pasar_fix/node_modules/.bun/highlight.js@11.11.1/node_modules/highlight.js/styles/xcode.css</a:t>
            </a:r>
          </a:p>
          <a:p>
            <a:pPr>
              <a:defRPr sz="1200"/>
            </a:pPr>
            <a:r>
              <a:t>D:/pasar_fix/node_modules/.bun/highlight.js@11.11.1/node_modules/highlight.js/styles/xcode.min.css</a:t>
            </a:r>
          </a:p>
          <a:p>
            <a:pPr>
              <a:defRPr sz="1200"/>
            </a:pPr>
            <a:r>
              <a:t>D:/pasar_fix/node_modules/.bun/highlight.js@11.11.1/node_modules/highlight.js/styles/xt256.css</a:t>
            </a:r>
          </a:p>
          <a:p>
            <a:pPr>
              <a:defRPr sz="1200"/>
            </a:pPr>
            <a:r>
              <a:t>D:/pasar_fix/node_modules/.bun/highlight.js@11.11.1/node_modules/highlight.js/styles/xt256.min.css</a:t>
            </a:r>
          </a:p>
          <a:p>
            <a:pPr>
              <a:defRPr sz="1200"/>
            </a:pPr>
            <a:r>
              <a:t>D:/pasar_fix/node_modules/.bun/highlight.js@11.11.1/node_modules/highlight.js/styles/base16/3024.css</a:t>
            </a:r>
          </a:p>
          <a:p>
            <a:pPr>
              <a:defRPr sz="1200"/>
            </a:pPr>
            <a:r>
              <a:t>D:/pasar_fix/node_modules/.bun/highlight.js@11.11.1/node_modules/highlight.js/styles/base16/3024.min.css</a:t>
            </a:r>
          </a:p>
          <a:p>
            <a:pPr>
              <a:defRPr sz="1200"/>
            </a:pPr>
            <a:r>
              <a:t>D:/pasar_fix/node_modules/.bun/highlight.js@11.11.1/node_modules/highlight.js/styles/base16/apathy.css</a:t>
            </a:r>
          </a:p>
          <a:p>
            <a:pPr>
              <a:defRPr sz="1200"/>
            </a:pPr>
            <a:r>
              <a:t>D:/pasar_fix/node_modules/.bun/highlight.js@11.11.1/node_modules/highlight.js/styles/base16/apathy.min.css</a:t>
            </a:r>
          </a:p>
          <a:p>
            <a:pPr>
              <a:defRPr sz="1200"/>
            </a:pPr>
            <a:r>
              <a:t>D:/pasar_fix/node_modules/.bun/highlight.js@11.11.1/node_modules/highlight.js/styles/base16/apprentice.css</a:t>
            </a:r>
          </a:p>
          <a:p>
            <a:pPr>
              <a:defRPr sz="1200"/>
            </a:pPr>
            <a:r>
              <a:t>D:/pasar_fix/node_modules/.bun/highlight.js@11.11.1/node_modules/highlight.js/styles/base16/apprentice.min.css</a:t>
            </a:r>
          </a:p>
          <a:p>
            <a:pPr>
              <a:defRPr sz="1200"/>
            </a:pPr>
            <a:r>
              <a:t>D:/pasar_fix/node_modules/.bun/highlight.js@11.11.1/node_modules/highlight.js/styles/base16/ashes.css</a:t>
            </a:r>
          </a:p>
          <a:p>
            <a:pPr>
              <a:defRPr sz="1200"/>
            </a:pPr>
            <a:r>
              <a:t>D:/pasar_fix/node_modules/.bun/highlight.js@11.11.1/node_modules/highlight.js/styles/base16/ashes.min.css</a:t>
            </a:r>
          </a:p>
          <a:p>
            <a:pPr>
              <a:defRPr sz="1200"/>
            </a:pPr>
            <a:r>
              <a:t>D:/pasar_fix/node_modules/.bun/highlight.js@11.11.1/node_modules/highlight.js/styles/base16/atelier-cave-light.css</a:t>
            </a:r>
          </a:p>
          <a:p>
            <a:pPr>
              <a:defRPr sz="1200"/>
            </a:pPr>
            <a:r>
              <a:t>D:/pasar_fix/node_modules/.bun/highlight.js@11.11.1/node_modules/highlight.js/styles/base16/atelier-cave-light.min.css</a:t>
            </a:r>
          </a:p>
          <a:p>
            <a:pPr>
              <a:defRPr sz="1200"/>
            </a:pPr>
            <a:r>
              <a:t>D:/pasar_fix/node_modules/.bun/highlight.js@11.11.1/node_modules/highlight.js/styles/base16/atelier-cave.css</a:t>
            </a:r>
          </a:p>
          <a:p>
            <a:pPr>
              <a:defRPr sz="1200"/>
            </a:pPr>
            <a:r>
              <a:t>D:/pasar_fix/node_modules/.bun/highlight.js@11.11.1/node_modules/highlight.js/styles/base16/atelier-cave.min.css</a:t>
            </a:r>
          </a:p>
          <a:p>
            <a:pPr>
              <a:defRPr sz="1200"/>
            </a:pPr>
            <a:r>
              <a:t>D:/pasar_fix/node_modules/.bun/highlight.js@11.11.1/node_modules/highlight.js/styles/base16/atelier-dune-light.css</a:t>
            </a:r>
          </a:p>
          <a:p>
            <a:pPr>
              <a:defRPr sz="1200"/>
            </a:pPr>
            <a:r>
              <a:t>D:/pasar_fix/node_modules/.bun/highlight.js@11.11.1/node_modules/highlight.js/styles/base16/atelier-dune-light.min.css</a:t>
            </a:r>
          </a:p>
          <a:p>
            <a:pPr>
              <a:defRPr sz="1200"/>
            </a:pPr>
            <a:r>
              <a:t>D:/pasar_fix/node_modules/.bun/highlight.js@11.11.1/node_modules/highlight.js/styles/base16/atelier-dune.css</a:t>
            </a:r>
          </a:p>
          <a:p>
            <a:pPr>
              <a:defRPr sz="1200"/>
            </a:pPr>
            <a:r>
              <a:t>D:/pasar_fix/node_modules/.bun/highlight.js@11.11.1/node_modules/highlight.js/styles/base16/atelier-dune.min.css</a:t>
            </a:r>
          </a:p>
          <a:p>
            <a:pPr>
              <a:defRPr sz="1200"/>
            </a:pPr>
            <a:r>
              <a:t>D:/pasar_fix/node_modules/.bun/highlight.js@11.11.1/node_modules/highlight.js/styles/base16/atelier-estuary-light.css</a:t>
            </a:r>
          </a:p>
          <a:p>
            <a:pPr>
              <a:defRPr sz="1200"/>
            </a:pPr>
            <a:r>
              <a:t>D:/pasar_fix/node_modules/.bun/highlight.js@11.11.1/node_modules/highlight.js/styles/base16/atelier-estuary-light.min.css</a:t>
            </a:r>
          </a:p>
          <a:p>
            <a:pPr>
              <a:defRPr sz="1200"/>
            </a:pPr>
            <a:r>
              <a:t>D:/pasar_fix/node_modules/.bun/highlight.js@11.11.1/node_modules/highlight.js/styles/base16/atelier-estuary.css</a:t>
            </a:r>
          </a:p>
          <a:p>
            <a:pPr>
              <a:defRPr sz="1200"/>
            </a:pPr>
            <a:r>
              <a:t>D:/pasar_fix/node_modules/.bun/highlight.js@11.11.1/node_modules/highlight.js/styles/base16/atelier-estuary.min.css</a:t>
            </a:r>
          </a:p>
          <a:p>
            <a:pPr>
              <a:defRPr sz="1200"/>
            </a:pPr>
            <a:r>
              <a:t>D:/pasar_fix/node_modules/.bun/highlight.js@11.11.1/node_modules/highlight.js/styles/base16/atelier-forest-light.css</a:t>
            </a:r>
          </a:p>
          <a:p>
            <a:pPr>
              <a:defRPr sz="1200"/>
            </a:pPr>
            <a:r>
              <a:t>D:/pasar_fix/node_modules/.bun/highlight.js@11.11.1/node_modules/highlight.js/styles/base16/atelier-forest-light.min.css</a:t>
            </a:r>
          </a:p>
          <a:p>
            <a:pPr>
              <a:defRPr sz="1200"/>
            </a:pPr>
            <a:r>
              <a:t>D:/pasar_fix/node_modules/.bun/highlight.js@11.11.1/node_modules/highlight.js/styles/base16/atelier-forest.css</a:t>
            </a:r>
          </a:p>
          <a:p>
            <a:pPr>
              <a:defRPr sz="1200"/>
            </a:pPr>
            <a:r>
              <a:t>D:/pasar_fix/node_modules/.bun/highlight.js@11.11.1/node_modules/highlight.js/styles/base16/atelier-forest.min.css</a:t>
            </a:r>
          </a:p>
          <a:p>
            <a:pPr>
              <a:defRPr sz="1200"/>
            </a:pPr>
            <a:r>
              <a:t>D:/pasar_fix/node_modules/.bun/highlight.js@11.11.1/node_modules/highlight.js/styles/base16/atelier-heath-light.css</a:t>
            </a:r>
          </a:p>
          <a:p>
            <a:pPr>
              <a:defRPr sz="1200"/>
            </a:pPr>
            <a:r>
              <a:t>D:/pasar_fix/node_modules/.bun/highlight.js@11.11.1/node_modules/highlight.js/styles/base16/atelier-heath-light.min.css</a:t>
            </a:r>
          </a:p>
          <a:p>
            <a:pPr>
              <a:defRPr sz="1200"/>
            </a:pPr>
            <a:r>
              <a:t>D:/pasar_fix/node_modules/.bun/highlight.js@11.11.1/node_modules/highlight.js/styles/base16/atelier-heath.css</a:t>
            </a:r>
          </a:p>
          <a:p>
            <a:pPr>
              <a:defRPr sz="1200"/>
            </a:pPr>
            <a:r>
              <a:t>D:/pasar_fix/node_modules/.bun/highlight.js@11.11.1/node_modules/highlight.js/styles/base16/atelier-heath.min.css</a:t>
            </a:r>
          </a:p>
          <a:p>
            <a:pPr>
              <a:defRPr sz="1200"/>
            </a:pPr>
            <a:r>
              <a:t>D:/pasar_fix/node_modules/.bun/highlight.js@11.11.1/node_modules/highlight.js/styles/base16/atelier-lakeside-light.css</a:t>
            </a:r>
          </a:p>
          <a:p>
            <a:pPr>
              <a:defRPr sz="1200"/>
            </a:pPr>
            <a:r>
              <a:t>D:/pasar_fix/node_modules/.bun/highlight.js@11.11.1/node_modules/highlight.js/styles/base16/atelier-lakeside-light.min.css</a:t>
            </a:r>
          </a:p>
          <a:p>
            <a:pPr>
              <a:defRPr sz="1200"/>
            </a:pPr>
            <a:r>
              <a:t>D:/pasar_fix/node_modules/.bun/highlight.js@11.11.1/node_modules/highlight.js/styles/base16/atelier-lakeside.css</a:t>
            </a:r>
          </a:p>
          <a:p>
            <a:pPr>
              <a:defRPr sz="1200"/>
            </a:pPr>
            <a:r>
              <a:t>D:/pasar_fix/node_modules/.bun/highlight.js@11.11.1/node_modules/highlight.js/styles/base16/atelier-lakeside.min.css</a:t>
            </a:r>
          </a:p>
          <a:p>
            <a:pPr>
              <a:defRPr sz="1200"/>
            </a:pPr>
            <a:r>
              <a:t>D:/pasar_fix/node_modules/.bun/highlight.js@11.11.1/node_modules/highlight.js/styles/base16/atelier-plateau-light.css</a:t>
            </a:r>
          </a:p>
          <a:p>
            <a:pPr>
              <a:defRPr sz="1200"/>
            </a:pPr>
            <a:r>
              <a:t>D:/pasar_fix/node_modules/.bun/highlight.js@11.11.1/node_modules/highlight.js/styles/base16/atelier-plateau-light.min.css</a:t>
            </a:r>
          </a:p>
          <a:p>
            <a:pPr>
              <a:defRPr sz="1200"/>
            </a:pPr>
            <a:r>
              <a:t>D:/pasar_fix/node_modules/.bun/highlight.js@11.11.1/node_modules/highlight.js/styles/base16/atelier-plateau.css</a:t>
            </a:r>
          </a:p>
          <a:p>
            <a:pPr>
              <a:defRPr sz="1200"/>
            </a:pPr>
            <a:r>
              <a:t>D:/pasar_fix/node_modules/.bun/highlight.js@11.11.1/node_modules/highlight.js/styles/base16/atelier-plateau.min.css</a:t>
            </a:r>
          </a:p>
          <a:p>
            <a:pPr>
              <a:defRPr sz="1200"/>
            </a:pPr>
            <a:r>
              <a:t>D:/pasar_fix/node_modules/.bun/highlight.js@11.11.1/node_modules/highlight.js/styles/base16/atelier-savanna-light.css</a:t>
            </a:r>
          </a:p>
          <a:p>
            <a:pPr>
              <a:defRPr sz="1200"/>
            </a:pPr>
            <a:r>
              <a:t>D:/pasar_fix/node_modules/.bun/highlight.js@11.11.1/node_modules/highlight.js/styles/base16/atelier-savanna-light.min.css</a:t>
            </a:r>
          </a:p>
          <a:p>
            <a:pPr>
              <a:defRPr sz="1200"/>
            </a:pPr>
            <a:r>
              <a:t>D:/pasar_fix/node_modules/.bun/highlight.js@11.11.1/node_modules/highlight.js/styles/base16/atelier-savanna.css</a:t>
            </a:r>
          </a:p>
          <a:p>
            <a:pPr>
              <a:defRPr sz="1200"/>
            </a:pPr>
            <a:r>
              <a:t>D:/pasar_fix/node_modules/.bun/highlight.js@11.11.1/node_modules/highlight.js/styles/base16/atelier-savanna.min.css</a:t>
            </a:r>
          </a:p>
          <a:p>
            <a:pPr>
              <a:defRPr sz="1200"/>
            </a:pPr>
            <a:r>
              <a:t>D:/pasar_fix/node_modules/.bun/highlight.js@11.11.1/node_modules/highlight.js/styles/base16/atelier-seaside-light.css</a:t>
            </a:r>
          </a:p>
          <a:p>
            <a:pPr>
              <a:defRPr sz="1200"/>
            </a:pPr>
            <a:r>
              <a:t>D:/pasar_fix/node_modules/.bun/highlight.js@11.11.1/node_modules/highlight.js/styles/base16/atelier-seaside-light.min.css</a:t>
            </a:r>
          </a:p>
          <a:p>
            <a:pPr>
              <a:defRPr sz="1200"/>
            </a:pPr>
            <a:r>
              <a:t>D:/pasar_fix/node_modules/.bun/highlight.js@11.11.1/node_modules/highlight.js/styles/base16/atelier-seaside.css</a:t>
            </a:r>
          </a:p>
          <a:p>
            <a:pPr>
              <a:defRPr sz="1200"/>
            </a:pPr>
            <a:r>
              <a:t>D:/pasar_fix/node_modules/.bun/highlight.js@11.11.1/node_modules/highlight.js/styles/base16/atelier-seaside.min.css</a:t>
            </a:r>
          </a:p>
          <a:p>
            <a:pPr>
              <a:defRPr sz="1200"/>
            </a:pPr>
            <a:r>
              <a:t>D:/pasar_fix/node_modules/.bun/highlight.js@11.11.1/node_modules/highlight.js/styles/base16/atelier-sulphurpool-light.css</a:t>
            </a:r>
          </a:p>
          <a:p>
            <a:pPr>
              <a:defRPr sz="1200"/>
            </a:pPr>
            <a:r>
              <a:t>D:/pasar_fix/node_modules/.bun/highlight.js@11.11.1/node_modules/highlight.js/styles/base16/atelier-sulphurpool-light.min.css</a:t>
            </a:r>
          </a:p>
          <a:p>
            <a:pPr>
              <a:defRPr sz="1200"/>
            </a:pPr>
            <a:r>
              <a:t>D:/pasar_fix/node_modules/.bun/highlight.js@11.11.1/node_modules/highlight.js/styles/base16/atelier-sulphurpool.css</a:t>
            </a:r>
          </a:p>
          <a:p>
            <a:pPr>
              <a:defRPr sz="1200"/>
            </a:pPr>
            <a:r>
              <a:t>D:/pasar_fix/node_modules/.bun/highlight.js@11.11.1/node_modules/highlight.js/styles/base16/atelier-sulphurpool.min.css</a:t>
            </a:r>
          </a:p>
          <a:p>
            <a:pPr>
              <a:defRPr sz="1200"/>
            </a:pPr>
            <a:r>
              <a:t>D:/pasar_fix/node_modules/.bun/highlight.js@11.11.1/node_modules/highlight.js/styles/base16/atlas.css</a:t>
            </a:r>
          </a:p>
          <a:p>
            <a:pPr>
              <a:defRPr sz="1200"/>
            </a:pPr>
            <a:r>
              <a:t>D:/pasar_fix/node_modules/.bun/highlight.js@11.11.1/node_modules/highlight.js/styles/base16/atlas.min.css</a:t>
            </a:r>
          </a:p>
          <a:p>
            <a:pPr>
              <a:defRPr sz="1200"/>
            </a:pPr>
            <a:r>
              <a:t>D:/pasar_fix/node_modules/.bun/highlight.js@11.11.1/node_modules/highlight.js/styles/base16/bespin.css</a:t>
            </a:r>
          </a:p>
          <a:p>
            <a:pPr>
              <a:defRPr sz="1200"/>
            </a:pPr>
            <a:r>
              <a:t>D:/pasar_fix/node_modules/.bun/highlight.js@11.11.1/node_modules/highlight.js/styles/base16/bespin.min.css</a:t>
            </a:r>
          </a:p>
          <a:p>
            <a:pPr>
              <a:defRPr sz="1200"/>
            </a:pPr>
            <a:r>
              <a:t>D:/pasar_fix/node_modules/.bun/highlight.js@11.11.1/node_modules/highlight.js/styles/base16/black-metal-bathory.css</a:t>
            </a:r>
          </a:p>
          <a:p>
            <a:pPr>
              <a:defRPr sz="1200"/>
            </a:pPr>
            <a:r>
              <a:t>D:/pasar_fix/node_modules/.bun/highlight.js@11.11.1/node_modules/highlight.js/styles/base16/black-metal-bathory.min.css</a:t>
            </a:r>
          </a:p>
          <a:p>
            <a:pPr>
              <a:defRPr sz="1200"/>
            </a:pPr>
            <a:r>
              <a:t>D:/pasar_fix/node_modules/.bun/highlight.js@11.11.1/node_modules/highlight.js/styles/base16/black-metal-burzum.css</a:t>
            </a:r>
          </a:p>
          <a:p>
            <a:pPr>
              <a:defRPr sz="1200"/>
            </a:pPr>
            <a:r>
              <a:t>D:/pasar_fix/node_modules/.bun/highlight.js@11.11.1/node_modules/highlight.js/styles/base16/black-metal-burzum.min.css</a:t>
            </a:r>
          </a:p>
          <a:p>
            <a:pPr>
              <a:defRPr sz="1200"/>
            </a:pPr>
            <a:r>
              <a:t>D:/pasar_fix/node_modules/.bun/highlight.js@11.11.1/node_modules/highlight.js/styles/base16/black-metal-dark-funeral.css</a:t>
            </a:r>
          </a:p>
          <a:p>
            <a:pPr>
              <a:defRPr sz="1200"/>
            </a:pPr>
            <a:r>
              <a:t>D:/pasar_fix/node_modules/.bun/highlight.js@11.11.1/node_modules/highlight.js/styles/base16/black-metal-dark-funeral.min.css</a:t>
            </a:r>
          </a:p>
          <a:p>
            <a:pPr>
              <a:defRPr sz="1200"/>
            </a:pPr>
            <a:r>
              <a:t>D:/pasar_fix/node_modules/.bun/highlight.js@11.11.1/node_modules/highlight.js/styles/base16/black-metal-gorgoroth.css</a:t>
            </a:r>
          </a:p>
          <a:p>
            <a:pPr>
              <a:defRPr sz="1200"/>
            </a:pPr>
            <a:r>
              <a:t>D:/pasar_fix/node_modules/.bun/highlight.js@11.11.1/node_modules/highlight.js/styles/base16/black-metal-gorgoroth.min.css</a:t>
            </a:r>
          </a:p>
          <a:p>
            <a:pPr>
              <a:defRPr sz="1200"/>
            </a:pPr>
            <a:r>
              <a:t>D:/pasar_fix/node_modules/.bun/highlight.js@11.11.1/node_modules/highlight.js/styles/base16/black-metal-immortal.css</a:t>
            </a:r>
          </a:p>
          <a:p>
            <a:pPr>
              <a:defRPr sz="1200"/>
            </a:pPr>
            <a:r>
              <a:t>D:/pasar_fix/node_modules/.bun/highlight.js@11.11.1/node_modules/highlight.js/styles/base16/black-metal-immortal.min.css</a:t>
            </a:r>
          </a:p>
          <a:p>
            <a:pPr>
              <a:defRPr sz="1200"/>
            </a:pPr>
            <a:r>
              <a:t>D:/pasar_fix/node_modules/.bun/highlight.js@11.11.1/node_modules/highlight.js/styles/base16/black-metal-khold.css</a:t>
            </a:r>
          </a:p>
          <a:p>
            <a:pPr>
              <a:defRPr sz="1200"/>
            </a:pPr>
            <a:r>
              <a:t>D:/pasar_fix/node_modules/.bun/highlight.js@11.11.1/node_modules/highlight.js/styles/base16/black-metal-khold.min.css</a:t>
            </a:r>
          </a:p>
          <a:p>
            <a:pPr>
              <a:defRPr sz="1200"/>
            </a:pPr>
            <a:r>
              <a:t>D:/pasar_fix/node_modules/.bun/highlight.js@11.11.1/node_modules/highlight.js/styles/base16/black-metal-marduk.css</a:t>
            </a:r>
          </a:p>
          <a:p>
            <a:pPr>
              <a:defRPr sz="1200"/>
            </a:pPr>
            <a:r>
              <a:t>D:/pasar_fix/node_modules/.bun/highlight.js@11.11.1/node_modules/highlight.js/styles/base16/black-metal-marduk.min.css</a:t>
            </a:r>
          </a:p>
          <a:p>
            <a:pPr>
              <a:defRPr sz="1200"/>
            </a:pPr>
            <a:r>
              <a:t>D:/pasar_fix/node_modules/.bun/highlight.js@11.11.1/node_modules/highlight.js/styles/base16/black-metal-mayhem.css</a:t>
            </a:r>
          </a:p>
          <a:p>
            <a:pPr>
              <a:defRPr sz="1200"/>
            </a:pPr>
            <a:r>
              <a:t>D:/pasar_fix/node_modules/.bun/highlight.js@11.11.1/node_modules/highlight.js/styles/base16/black-metal-mayhem.min.css</a:t>
            </a:r>
          </a:p>
          <a:p>
            <a:pPr>
              <a:defRPr sz="1200"/>
            </a:pPr>
            <a:r>
              <a:t>D:/pasar_fix/node_modules/.bun/highlight.js@11.11.1/node_modules/highlight.js/styles/base16/black-metal-nile.css</a:t>
            </a:r>
          </a:p>
          <a:p>
            <a:pPr>
              <a:defRPr sz="1200"/>
            </a:pPr>
            <a:r>
              <a:t>D:/pasar_fix/node_modules/.bun/highlight.js@11.11.1/node_modules/highlight.js/styles/base16/black-metal-nile.min.css</a:t>
            </a:r>
          </a:p>
          <a:p>
            <a:pPr>
              <a:defRPr sz="1200"/>
            </a:pPr>
            <a:r>
              <a:t>D:/pasar_fix/node_modules/.bun/highlight.js@11.11.1/node_modules/highlight.js/styles/base16/black-metal-venom.css</a:t>
            </a:r>
          </a:p>
          <a:p>
            <a:pPr>
              <a:defRPr sz="1200"/>
            </a:pPr>
            <a:r>
              <a:t>D:/pasar_fix/node_modules/.bun/highlight.js@11.11.1/node_modules/highlight.js/styles/base16/black-metal-venom.min.css</a:t>
            </a:r>
          </a:p>
          <a:p>
            <a:pPr>
              <a:defRPr sz="1200"/>
            </a:pPr>
            <a:r>
              <a:t>D:/pasar_fix/node_modules/.bun/highlight.js@11.11.1/node_modules/highlight.js/styles/base16/black-metal.css</a:t>
            </a:r>
          </a:p>
          <a:p>
            <a:pPr>
              <a:defRPr sz="1200"/>
            </a:pPr>
            <a:r>
              <a:t>D:/pasar_fix/node_modules/.bun/highlight.js@11.11.1/node_modules/highlight.js/styles/base16/black-metal.min.css</a:t>
            </a:r>
          </a:p>
          <a:p>
            <a:pPr>
              <a:defRPr sz="1200"/>
            </a:pPr>
            <a:r>
              <a:t>D:/pasar_fix/node_modules/.bun/highlight.js@11.11.1/node_modules/highlight.js/styles/base16/brewer.css</a:t>
            </a:r>
          </a:p>
          <a:p>
            <a:pPr>
              <a:defRPr sz="1200"/>
            </a:pPr>
            <a:r>
              <a:t>D:/pasar_fix/node_modules/.bun/highlight.js@11.11.1/node_modules/highlight.js/styles/base16/brewer.min.css</a:t>
            </a:r>
          </a:p>
          <a:p>
            <a:pPr>
              <a:defRPr sz="1200"/>
            </a:pPr>
            <a:r>
              <a:t>D:/pasar_fix/node_modules/.bun/highlight.js@11.11.1/node_modules/highlight.js/styles/base16/bright.css</a:t>
            </a:r>
          </a:p>
          <a:p>
            <a:pPr>
              <a:defRPr sz="1200"/>
            </a:pPr>
            <a:r>
              <a:t>D:/pasar_fix/node_modules/.bun/highlight.js@11.11.1/node_modules/highlight.js/styles/base16/bright.min.css</a:t>
            </a:r>
          </a:p>
          <a:p>
            <a:pPr>
              <a:defRPr sz="1200"/>
            </a:pPr>
            <a:r>
              <a:t>D:/pasar_fix/node_modules/.bun/highlight.js@11.11.1/node_modules/highlight.js/styles/base16/brogrammer.css</a:t>
            </a:r>
          </a:p>
          <a:p>
            <a:pPr>
              <a:defRPr sz="1200"/>
            </a:pPr>
            <a:r>
              <a:t>D:/pasar_fix/node_modules/.bun/highlight.js@11.11.1/node_modules/highlight.js/styles/base16/brogrammer.min.css</a:t>
            </a:r>
          </a:p>
          <a:p>
            <a:pPr>
              <a:defRPr sz="1200"/>
            </a:pPr>
            <a:r>
              <a:t>D:/pasar_fix/node_modules/.bun/highlight.js@11.11.1/node_modules/highlight.js/styles/base16/brush-trees-dark.css</a:t>
            </a:r>
          </a:p>
          <a:p>
            <a:pPr>
              <a:defRPr sz="1200"/>
            </a:pPr>
            <a:r>
              <a:t>D:/pasar_fix/node_modules/.bun/highlight.js@11.11.1/node_modules/highlight.js/styles/base16/brush-trees-dark.min.css</a:t>
            </a:r>
          </a:p>
          <a:p>
            <a:pPr>
              <a:defRPr sz="1200"/>
            </a:pPr>
            <a:r>
              <a:t>D:/pasar_fix/node_modules/.bun/highlight.js@11.11.1/node_modules/highlight.js/styles/base16/brush-trees.css</a:t>
            </a:r>
          </a:p>
          <a:p>
            <a:pPr>
              <a:defRPr sz="1200"/>
            </a:pPr>
            <a:r>
              <a:t>D:/pasar_fix/node_modules/.bun/highlight.js@11.11.1/node_modules/highlight.js/styles/base16/brush-trees.min.css</a:t>
            </a:r>
          </a:p>
          <a:p>
            <a:pPr>
              <a:defRPr sz="1200"/>
            </a:pPr>
            <a:r>
              <a:t>D:/pasar_fix/node_modules/.bun/highlight.js@11.11.1/node_modules/highlight.js/styles/base16/chalk.css</a:t>
            </a:r>
          </a:p>
          <a:p>
            <a:pPr>
              <a:defRPr sz="1200"/>
            </a:pPr>
            <a:r>
              <a:t>D:/pasar_fix/node_modules/.bun/highlight.js@11.11.1/node_modules/highlight.js/styles/base16/chalk.min.css</a:t>
            </a:r>
          </a:p>
          <a:p>
            <a:pPr>
              <a:defRPr sz="1200"/>
            </a:pPr>
            <a:r>
              <a:t>D:/pasar_fix/node_modules/.bun/highlight.js@11.11.1/node_modules/highlight.js/styles/base16/circus.css</a:t>
            </a:r>
          </a:p>
          <a:p>
            <a:pPr>
              <a:defRPr sz="1200"/>
            </a:pPr>
            <a:r>
              <a:t>D:/pasar_fix/node_modules/.bun/highlight.js@11.11.1/node_modules/highlight.js/styles/base16/circus.min.css</a:t>
            </a:r>
          </a:p>
          <a:p>
            <a:pPr>
              <a:defRPr sz="1200"/>
            </a:pPr>
            <a:r>
              <a:t>D:/pasar_fix/node_modules/.bun/highlight.js@11.11.1/node_modules/highlight.js/styles/base16/classic-dark.css</a:t>
            </a:r>
          </a:p>
          <a:p>
            <a:pPr>
              <a:defRPr sz="1200"/>
            </a:pPr>
            <a:r>
              <a:t>D:/pasar_fix/node_modules/.bun/highlight.js@11.11.1/node_modules/highlight.js/styles/base16/classic-dark.min.css</a:t>
            </a:r>
          </a:p>
          <a:p>
            <a:pPr>
              <a:defRPr sz="1200"/>
            </a:pPr>
            <a:r>
              <a:t>D:/pasar_fix/node_modules/.bun/highlight.js@11.11.1/node_modules/highlight.js/styles/base16/classic-light.css</a:t>
            </a:r>
          </a:p>
          <a:p>
            <a:pPr>
              <a:defRPr sz="1200"/>
            </a:pPr>
            <a:r>
              <a:t>D:/pasar_fix/node_modules/.bun/highlight.js@11.11.1/node_modules/highlight.js/styles/base16/classic-light.min.css</a:t>
            </a:r>
          </a:p>
          <a:p>
            <a:pPr>
              <a:defRPr sz="1200"/>
            </a:pPr>
            <a:r>
              <a:t>D:/pasar_fix/node_modules/.bun/highlight.js@11.11.1/node_modules/highlight.js/styles/base16/codeschool.css</a:t>
            </a:r>
          </a:p>
          <a:p>
            <a:pPr>
              <a:defRPr sz="1200"/>
            </a:pPr>
            <a:r>
              <a:t>D:/pasar_fix/node_modules/.bun/highlight.js@11.11.1/node_modules/highlight.js/styles/base16/codeschool.min.css</a:t>
            </a:r>
          </a:p>
          <a:p>
            <a:pPr>
              <a:defRPr sz="1200"/>
            </a:pPr>
            <a:r>
              <a:t>D:/pasar_fix/node_modules/.bun/highlight.js@11.11.1/node_modules/highlight.js/styles/base16/colors.css</a:t>
            </a:r>
          </a:p>
          <a:p>
            <a:pPr>
              <a:defRPr sz="1200"/>
            </a:pPr>
            <a:r>
              <a:t>D:/pasar_fix/node_modules/.bun/highlight.js@11.11.1/node_modules/highlight.js/styles/base16/colors.min.css</a:t>
            </a:r>
          </a:p>
          <a:p>
            <a:pPr>
              <a:defRPr sz="1200"/>
            </a:pPr>
            <a:r>
              <a:t>D:/pasar_fix/node_modules/.bun/highlight.js@11.11.1/node_modules/highlight.js/styles/base16/cupcake.css</a:t>
            </a:r>
          </a:p>
          <a:p>
            <a:pPr>
              <a:defRPr sz="1200"/>
            </a:pPr>
            <a:r>
              <a:t>D:/pasar_fix/node_modules/.bun/highlight.js@11.11.1/node_modules/highlight.js/styles/base16/cupcake.min.css</a:t>
            </a:r>
          </a:p>
          <a:p>
            <a:pPr>
              <a:defRPr sz="1200"/>
            </a:pPr>
            <a:r>
              <a:t>D:/pasar_fix/node_modules/.bun/highlight.js@11.11.1/node_modules/highlight.js/styles/base16/cupertino.css</a:t>
            </a:r>
          </a:p>
          <a:p>
            <a:pPr>
              <a:defRPr sz="1200"/>
            </a:pPr>
            <a:r>
              <a:t>D:/pasar_fix/node_modules/.bun/highlight.js@11.11.1/node_modules/highlight.js/styles/base16/cupertino.min.css</a:t>
            </a:r>
          </a:p>
          <a:p>
            <a:pPr>
              <a:defRPr sz="1200"/>
            </a:pPr>
            <a:r>
              <a:t>D:/pasar_fix/node_modules/.bun/highlight.js@11.11.1/node_modules/highlight.js/styles/base16/danqing.css</a:t>
            </a:r>
          </a:p>
          <a:p>
            <a:pPr>
              <a:defRPr sz="1200"/>
            </a:pPr>
            <a:r>
              <a:t>D:/pasar_fix/node_modules/.bun/highlight.js@11.11.1/node_modules/highlight.js/styles/base16/danqing.min.css</a:t>
            </a:r>
          </a:p>
          <a:p>
            <a:pPr>
              <a:defRPr sz="1200"/>
            </a:pPr>
            <a:r>
              <a:t>D:/pasar_fix/node_modules/.bun/highlight.js@11.11.1/node_modules/highlight.js/styles/base16/darcula.css</a:t>
            </a:r>
          </a:p>
          <a:p>
            <a:pPr>
              <a:defRPr sz="1200"/>
            </a:pPr>
            <a:r>
              <a:t>D:/pasar_fix/node_modules/.bun/highlight.js@11.11.1/node_modules/highlight.js/styles/base16/darcula.min.css</a:t>
            </a:r>
          </a:p>
          <a:p>
            <a:pPr>
              <a:defRPr sz="1200"/>
            </a:pPr>
            <a:r>
              <a:t>D:/pasar_fix/node_modules/.bun/highlight.js@11.11.1/node_modules/highlight.js/styles/base16/dark-violet.css</a:t>
            </a:r>
          </a:p>
          <a:p>
            <a:pPr>
              <a:defRPr sz="1200"/>
            </a:pPr>
            <a:r>
              <a:t>D:/pasar_fix/node_modules/.bun/highlight.js@11.11.1/node_modules/highlight.js/styles/base16/dark-violet.min.css</a:t>
            </a:r>
          </a:p>
          <a:p>
            <a:pPr>
              <a:defRPr sz="1200"/>
            </a:pPr>
            <a:r>
              <a:t>D:/pasar_fix/node_modules/.bun/highlight.js@11.11.1/node_modules/highlight.js/styles/base16/darkmoss.css</a:t>
            </a:r>
          </a:p>
          <a:p>
            <a:pPr>
              <a:defRPr sz="1200"/>
            </a:pPr>
            <a:r>
              <a:t>D:/pasar_fix/node_modules/.bun/highlight.js@11.11.1/node_modules/highlight.js/styles/base16/darkmoss.min.css</a:t>
            </a:r>
          </a:p>
          <a:p>
            <a:pPr>
              <a:defRPr sz="1200"/>
            </a:pPr>
            <a:r>
              <a:t>D:/pasar_fix/node_modules/.bun/highlight.js@11.11.1/node_modules/highlight.js/styles/base16/darktooth.css</a:t>
            </a:r>
          </a:p>
          <a:p>
            <a:pPr>
              <a:defRPr sz="1200"/>
            </a:pPr>
            <a:r>
              <a:t>D:/pasar_fix/node_modules/.bun/highlight.js@11.11.1/node_modules/highlight.js/styles/base16/darktooth.min.css</a:t>
            </a:r>
          </a:p>
          <a:p>
            <a:pPr>
              <a:defRPr sz="1200"/>
            </a:pPr>
            <a:r>
              <a:t>D:/pasar_fix/node_modules/.bun/highlight.js@11.11.1/node_modules/highlight.js/styles/base16/decaf.css</a:t>
            </a:r>
          </a:p>
          <a:p>
            <a:pPr>
              <a:defRPr sz="1200"/>
            </a:pPr>
            <a:r>
              <a:t>D:/pasar_fix/node_modules/.bun/highlight.js@11.11.1/node_modules/highlight.js/styles/base16/decaf.min.css</a:t>
            </a:r>
          </a:p>
          <a:p>
            <a:pPr>
              <a:defRPr sz="1200"/>
            </a:pPr>
            <a:r>
              <a:t>D:/pasar_fix/node_modules/.bun/highlight.js@11.11.1/node_modules/highlight.js/styles/base16/default-dark.css</a:t>
            </a:r>
          </a:p>
          <a:p>
            <a:pPr>
              <a:defRPr sz="1200"/>
            </a:pPr>
            <a:r>
              <a:t>D:/pasar_fix/node_modules/.bun/highlight.js@11.11.1/node_modules/highlight.js/styles/base16/default-dark.min.css</a:t>
            </a:r>
          </a:p>
          <a:p>
            <a:pPr>
              <a:defRPr sz="1200"/>
            </a:pPr>
            <a:r>
              <a:t>D:/pasar_fix/node_modules/.bun/highlight.js@11.11.1/node_modules/highlight.js/styles/base16/default-light.css</a:t>
            </a:r>
          </a:p>
          <a:p>
            <a:pPr>
              <a:defRPr sz="1200"/>
            </a:pPr>
            <a:r>
              <a:t>D:/pasar_fix/node_modules/.bun/highlight.js@11.11.1/node_modules/highlight.js/styles/base16/default-light.min.css</a:t>
            </a:r>
          </a:p>
          <a:p>
            <a:pPr>
              <a:defRPr sz="1200"/>
            </a:pPr>
            <a:r>
              <a:t>D:/pasar_fix/node_modules/.bun/highlight.js@11.11.1/node_modules/highlight.js/styles/base16/dirtysea.css</a:t>
            </a:r>
          </a:p>
          <a:p>
            <a:pPr>
              <a:defRPr sz="1200"/>
            </a:pPr>
            <a:r>
              <a:t>D:/pasar_fix/node_modules/.bun/highlight.js@11.11.1/node_modules/highlight.js/styles/base16/dirtysea.min.css</a:t>
            </a:r>
          </a:p>
          <a:p>
            <a:pPr>
              <a:defRPr sz="1200"/>
            </a:pPr>
            <a:r>
              <a:t>D:/pasar_fix/node_modules/.bun/highlight.js@11.11.1/node_modules/highlight.js/styles/base16/dracula.css</a:t>
            </a:r>
          </a:p>
          <a:p>
            <a:pPr>
              <a:defRPr sz="1200"/>
            </a:pPr>
            <a:r>
              <a:t>D:/pasar_fix/node_modules/.bun/highlight.js@11.11.1/node_modules/highlight.js/styles/base16/dracula.min.css</a:t>
            </a:r>
          </a:p>
          <a:p>
            <a:pPr>
              <a:defRPr sz="1200"/>
            </a:pPr>
            <a:r>
              <a:t>D:/pasar_fix/node_modules/.bun/highlight.js@11.11.1/node_modules/highlight.js/styles/base16/edge-dark.css</a:t>
            </a:r>
          </a:p>
          <a:p>
            <a:pPr>
              <a:defRPr sz="1200"/>
            </a:pPr>
            <a:r>
              <a:t>D:/pasar_fix/node_modules/.bun/highlight.js@11.11.1/node_modules/highlight.js/styles/base16/edge-dark.min.css</a:t>
            </a:r>
          </a:p>
          <a:p>
            <a:pPr>
              <a:defRPr sz="1200"/>
            </a:pPr>
            <a:r>
              <a:t>D:/pasar_fix/node_modules/.bun/highlight.js@11.11.1/node_modules/highlight.js/styles/base16/edge-light.css</a:t>
            </a:r>
          </a:p>
          <a:p>
            <a:pPr>
              <a:defRPr sz="1200"/>
            </a:pPr>
            <a:r>
              <a:t>D:/pasar_fix/node_modules/.bun/highlight.js@11.11.1/node_modules/highlight.js/styles/base16/edge-light.min.css</a:t>
            </a:r>
          </a:p>
          <a:p>
            <a:pPr>
              <a:defRPr sz="1200"/>
            </a:pPr>
            <a:r>
              <a:t>D:/pasar_fix/node_modules/.bun/highlight.js@11.11.1/node_modules/highlight.js/styles/base16/eighties.css</a:t>
            </a:r>
          </a:p>
          <a:p>
            <a:pPr>
              <a:defRPr sz="1200"/>
            </a:pPr>
            <a:r>
              <a:t>D:/pasar_fix/node_modules/.bun/highlight.js@11.11.1/node_modules/highlight.js/styles/base16/eighties.min.css</a:t>
            </a:r>
          </a:p>
          <a:p>
            <a:pPr>
              <a:defRPr sz="1200"/>
            </a:pPr>
            <a:r>
              <a:t>D:/pasar_fix/node_modules/.bun/highlight.js@11.11.1/node_modules/highlight.js/styles/base16/embers.css</a:t>
            </a:r>
          </a:p>
          <a:p>
            <a:pPr>
              <a:defRPr sz="1200"/>
            </a:pPr>
            <a:r>
              <a:t>D:/pasar_fix/node_modules/.bun/highlight.js@11.11.1/node_modules/highlight.js/styles/base16/embers.min.css</a:t>
            </a:r>
          </a:p>
          <a:p>
            <a:pPr>
              <a:defRPr sz="1200"/>
            </a:pPr>
            <a:r>
              <a:t>D:/pasar_fix/node_modules/.bun/highlight.js@11.11.1/node_modules/highlight.js/styles/base16/equilibrium-dark.css</a:t>
            </a:r>
          </a:p>
          <a:p>
            <a:pPr>
              <a:defRPr sz="1200"/>
            </a:pPr>
            <a:r>
              <a:t>D:/pasar_fix/node_modules/.bun/highlight.js@11.11.1/node_modules/highlight.js/styles/base16/equilibrium-dark.min.css</a:t>
            </a:r>
          </a:p>
          <a:p>
            <a:pPr>
              <a:defRPr sz="1200"/>
            </a:pPr>
            <a:r>
              <a:t>D:/pasar_fix/node_modules/.bun/highlight.js@11.11.1/node_modules/highlight.js/styles/base16/equilibrium-gray-dark.css</a:t>
            </a:r>
          </a:p>
          <a:p>
            <a:pPr>
              <a:defRPr sz="1200"/>
            </a:pPr>
            <a:r>
              <a:t>D:/pasar_fix/node_modules/.bun/highlight.js@11.11.1/node_modules/highlight.js/styles/base16/equilibrium-gray-dark.min.css</a:t>
            </a:r>
          </a:p>
          <a:p>
            <a:pPr>
              <a:defRPr sz="1200"/>
            </a:pPr>
            <a:r>
              <a:t>D:/pasar_fix/node_modules/.bun/highlight.js@11.11.1/node_modules/highlight.js/styles/base16/equilibrium-gray-light.css</a:t>
            </a:r>
          </a:p>
          <a:p>
            <a:pPr>
              <a:defRPr sz="1200"/>
            </a:pPr>
            <a:r>
              <a:t>D:/pasar_fix/node_modules/.bun/highlight.js@11.11.1/node_modules/highlight.js/styles/base16/equilibrium-gray-light.min.css</a:t>
            </a:r>
          </a:p>
          <a:p>
            <a:pPr>
              <a:defRPr sz="1200"/>
            </a:pPr>
            <a:r>
              <a:t>D:/pasar_fix/node_modules/.bun/highlight.js@11.11.1/node_modules/highlight.js/styles/base16/equilibrium-light.css</a:t>
            </a:r>
          </a:p>
          <a:p>
            <a:pPr>
              <a:defRPr sz="1200"/>
            </a:pPr>
            <a:r>
              <a:t>D:/pasar_fix/node_modules/.bun/highlight.js@11.11.1/node_modules/highlight.js/styles/base16/equilibrium-light.min.css</a:t>
            </a:r>
          </a:p>
          <a:p>
            <a:pPr>
              <a:defRPr sz="1200"/>
            </a:pPr>
            <a:r>
              <a:t>D:/pasar_fix/node_modules/.bun/highlight.js@11.11.1/node_modules/highlight.js/styles/base16/espresso.css</a:t>
            </a:r>
          </a:p>
          <a:p>
            <a:pPr>
              <a:defRPr sz="1200"/>
            </a:pPr>
            <a:r>
              <a:t>D:/pasar_fix/node_modules/.bun/highlight.js@11.11.1/node_modules/highlight.js/styles/base16/espresso.min.css</a:t>
            </a:r>
          </a:p>
          <a:p>
            <a:pPr>
              <a:defRPr sz="1200"/>
            </a:pPr>
            <a:r>
              <a:t>D:/pasar_fix/node_modules/.bun/highlight.js@11.11.1/node_modules/highlight.js/styles/base16/eva-dim.css</a:t>
            </a:r>
          </a:p>
          <a:p>
            <a:pPr>
              <a:defRPr sz="1200"/>
            </a:pPr>
            <a:r>
              <a:t>D:/pasar_fix/node_modules/.bun/highlight.js@11.11.1/node_modules/highlight.js/styles/base16/eva-dim.min.css</a:t>
            </a:r>
          </a:p>
          <a:p>
            <a:pPr>
              <a:defRPr sz="1200"/>
            </a:pPr>
            <a:r>
              <a:t>D:/pasar_fix/node_modules/.bun/highlight.js@11.11.1/node_modules/highlight.js/styles/base16/eva.css</a:t>
            </a:r>
          </a:p>
          <a:p>
            <a:pPr>
              <a:defRPr sz="1200"/>
            </a:pPr>
            <a:r>
              <a:t>D:/pasar_fix/node_modules/.bun/highlight.js@11.11.1/node_modules/highlight.js/styles/base16/eva.min.css</a:t>
            </a:r>
          </a:p>
          <a:p>
            <a:pPr>
              <a:defRPr sz="1200"/>
            </a:pPr>
            <a:r>
              <a:t>D:/pasar_fix/node_modules/.bun/highlight.js@11.11.1/node_modules/highlight.js/styles/base16/flat.css</a:t>
            </a:r>
          </a:p>
          <a:p>
            <a:pPr>
              <a:defRPr sz="1200"/>
            </a:pPr>
            <a:r>
              <a:t>D:/pasar_fix/node_modules/.bun/highlight.js@11.11.1/node_modules/highlight.js/styles/base16/flat.min.css</a:t>
            </a:r>
          </a:p>
          <a:p>
            <a:pPr>
              <a:defRPr sz="1200"/>
            </a:pPr>
            <a:r>
              <a:t>D:/pasar_fix/node_modules/.bun/highlight.js@11.11.1/node_modules/highlight.js/styles/base16/framer.css</a:t>
            </a:r>
          </a:p>
          <a:p>
            <a:pPr>
              <a:defRPr sz="1200"/>
            </a:pPr>
            <a:r>
              <a:t>D:/pasar_fix/node_modules/.bun/highlight.js@11.11.1/node_modules/highlight.js/styles/base16/framer.min.css</a:t>
            </a:r>
          </a:p>
          <a:p>
            <a:pPr>
              <a:defRPr sz="1200"/>
            </a:pPr>
            <a:r>
              <a:t>D:/pasar_fix/node_modules/.bun/highlight.js@11.11.1/node_modules/highlight.js/styles/base16/fruit-soda.css</a:t>
            </a:r>
          </a:p>
          <a:p>
            <a:pPr>
              <a:defRPr sz="1200"/>
            </a:pPr>
            <a:r>
              <a:t>D:/pasar_fix/node_modules/.bun/highlight.js@11.11.1/node_modules/highlight.js/styles/base16/fruit-soda.min.css</a:t>
            </a:r>
          </a:p>
          <a:p>
            <a:pPr>
              <a:defRPr sz="1200"/>
            </a:pPr>
            <a:r>
              <a:t>D:/pasar_fix/node_modules/.bun/highlight.js@11.11.1/node_modules/highlight.js/styles/base16/gigavolt.css</a:t>
            </a:r>
          </a:p>
          <a:p>
            <a:pPr>
              <a:defRPr sz="1200"/>
            </a:pPr>
            <a:r>
              <a:t>D:/pasar_fix/node_modules/.bun/highlight.js@11.11.1/node_modules/highlight.js/styles/base16/gigavolt.min.css</a:t>
            </a:r>
          </a:p>
          <a:p>
            <a:pPr>
              <a:defRPr sz="1200"/>
            </a:pPr>
            <a:r>
              <a:t>D:/pasar_fix/node_modules/.bun/highlight.js@11.11.1/node_modules/highlight.js/styles/base16/github.css</a:t>
            </a:r>
          </a:p>
          <a:p>
            <a:pPr>
              <a:defRPr sz="1200"/>
            </a:pPr>
            <a:r>
              <a:t>D:/pasar_fix/node_modules/.bun/highlight.js@11.11.1/node_modules/highlight.js/styles/base16/github.min.css</a:t>
            </a:r>
          </a:p>
          <a:p>
            <a:pPr>
              <a:defRPr sz="1200"/>
            </a:pPr>
            <a:r>
              <a:t>D:/pasar_fix/node_modules/.bun/highlight.js@11.11.1/node_modules/highlight.js/styles/base16/google-dark.css</a:t>
            </a:r>
          </a:p>
          <a:p>
            <a:pPr>
              <a:defRPr sz="1200"/>
            </a:pPr>
            <a:r>
              <a:t>D:/pasar_fix/node_modules/.bun/highlight.js@11.11.1/node_modules/highlight.js/styles/base16/google-dark.min.css</a:t>
            </a:r>
          </a:p>
          <a:p>
            <a:pPr>
              <a:defRPr sz="1200"/>
            </a:pPr>
            <a:r>
              <a:t>D:/pasar_fix/node_modules/.bun/highlight.js@11.11.1/node_modules/highlight.js/styles/base16/google-light.css</a:t>
            </a:r>
          </a:p>
          <a:p>
            <a:pPr>
              <a:defRPr sz="1200"/>
            </a:pPr>
            <a:r>
              <a:t>D:/pasar_fix/node_modules/.bun/highlight.js@11.11.1/node_modules/highlight.js/styles/base16/google-light.min.css</a:t>
            </a:r>
          </a:p>
          <a:p>
            <a:pPr>
              <a:defRPr sz="1200"/>
            </a:pPr>
            <a:r>
              <a:t>D:/pasar_fix/node_modules/.bun/highlight.js@11.11.1/node_modules/highlight.js/styles/base16/grayscale-dark.css</a:t>
            </a:r>
          </a:p>
          <a:p>
            <a:pPr>
              <a:defRPr sz="1200"/>
            </a:pPr>
            <a:r>
              <a:t>D:/pasar_fix/node_modules/.bun/highlight.js@11.11.1/node_modules/highlight.js/styles/base16/grayscale-dark.min.css</a:t>
            </a:r>
          </a:p>
          <a:p>
            <a:pPr>
              <a:defRPr sz="1200"/>
            </a:pPr>
            <a:r>
              <a:t>D:/pasar_fix/node_modules/.bun/highlight.js@11.11.1/node_modules/highlight.js/styles/base16/grayscale-light.css</a:t>
            </a:r>
          </a:p>
          <a:p>
            <a:pPr>
              <a:defRPr sz="1200"/>
            </a:pPr>
            <a:r>
              <a:t>D:/pasar_fix/node_modules/.bun/highlight.js@11.11.1/node_modules/highlight.js/styles/base16/grayscale-light.min.css</a:t>
            </a:r>
          </a:p>
          <a:p>
            <a:pPr>
              <a:defRPr sz="1200"/>
            </a:pPr>
            <a:r>
              <a:t>D:/pasar_fix/node_modules/.bun/highlight.js@11.11.1/node_modules/highlight.js/styles/base16/green-screen.css</a:t>
            </a:r>
          </a:p>
          <a:p>
            <a:pPr>
              <a:defRPr sz="1200"/>
            </a:pPr>
            <a:r>
              <a:t>D:/pasar_fix/node_modules/.bun/highlight.js@11.11.1/node_modules/highlight.js/styles/base16/green-screen.min.css</a:t>
            </a:r>
          </a:p>
          <a:p>
            <a:pPr>
              <a:defRPr sz="1200"/>
            </a:pPr>
            <a:r>
              <a:t>D:/pasar_fix/node_modules/.bun/highlight.js@11.11.1/node_modules/highlight.js/styles/base16/gruvbox-dark-hard.css</a:t>
            </a:r>
          </a:p>
          <a:p>
            <a:pPr>
              <a:defRPr sz="1200"/>
            </a:pPr>
            <a:r>
              <a:t>D:/pasar_fix/node_modules/.bun/highlight.js@11.11.1/node_modules/highlight.js/styles/base16/gruvbox-dark-hard.min.css</a:t>
            </a:r>
          </a:p>
          <a:p>
            <a:pPr>
              <a:defRPr sz="1200"/>
            </a:pPr>
            <a:r>
              <a:t>D:/pasar_fix/node_modules/.bun/highlight.js@11.11.1/node_modules/highlight.js/styles/base16/gruvbox-dark-medium.css</a:t>
            </a:r>
          </a:p>
          <a:p>
            <a:pPr>
              <a:defRPr sz="1200"/>
            </a:pPr>
            <a:r>
              <a:t>D:/pasar_fix/node_modules/.bun/highlight.js@11.11.1/node_modules/highlight.js/styles/base16/gruvbox-dark-medium.min.css</a:t>
            </a:r>
          </a:p>
          <a:p>
            <a:pPr>
              <a:defRPr sz="1200"/>
            </a:pPr>
            <a:r>
              <a:t>D:/pasar_fix/node_modules/.bun/highlight.js@11.11.1/node_modules/highlight.js/styles/base16/gruvbox-dark-pale.css</a:t>
            </a:r>
          </a:p>
          <a:p>
            <a:pPr>
              <a:defRPr sz="1200"/>
            </a:pPr>
            <a:r>
              <a:t>D:/pasar_fix/node_modules/.bun/highlight.js@11.11.1/node_modules/highlight.js/styles/base16/gruvbox-dark-pale.min.css</a:t>
            </a:r>
          </a:p>
          <a:p>
            <a:pPr>
              <a:defRPr sz="1200"/>
            </a:pPr>
            <a:r>
              <a:t>D:/pasar_fix/node_modules/.bun/highlight.js@11.11.1/node_modules/highlight.js/styles/base16/gruvbox-dark-soft.css</a:t>
            </a:r>
          </a:p>
          <a:p>
            <a:pPr>
              <a:defRPr sz="1200"/>
            </a:pPr>
            <a:r>
              <a:t>D:/pasar_fix/node_modules/.bun/highlight.js@11.11.1/node_modules/highlight.js/styles/base16/gruvbox-dark-soft.min.css</a:t>
            </a:r>
          </a:p>
          <a:p>
            <a:pPr>
              <a:defRPr sz="1200"/>
            </a:pPr>
            <a:r>
              <a:t>D:/pasar_fix/node_modules/.bun/highlight.js@11.11.1/node_modules/highlight.js/styles/base16/gruvbox-light-hard.css</a:t>
            </a:r>
          </a:p>
          <a:p>
            <a:pPr>
              <a:defRPr sz="1200"/>
            </a:pPr>
            <a:r>
              <a:t>D:/pasar_fix/node_modules/.bun/highlight.js@11.11.1/node_modules/highlight.js/styles/base16/gruvbox-light-hard.min.css</a:t>
            </a:r>
          </a:p>
          <a:p>
            <a:pPr>
              <a:defRPr sz="1200"/>
            </a:pPr>
            <a:r>
              <a:t>D:/pasar_fix/node_modules/.bun/highlight.js@11.11.1/node_modules/highlight.js/styles/base16/gruvbox-light-medium.css</a:t>
            </a:r>
          </a:p>
          <a:p>
            <a:pPr>
              <a:defRPr sz="1200"/>
            </a:pPr>
            <a:r>
              <a:t>D:/pasar_fix/node_modules/.bun/highlight.js@11.11.1/node_modules/highlight.js/styles/base16/gruvbox-light-medium.min.css</a:t>
            </a:r>
          </a:p>
          <a:p>
            <a:pPr>
              <a:defRPr sz="1200"/>
            </a:pPr>
            <a:r>
              <a:t>D:/pasar_fix/node_modules/.bun/highlight.js@11.11.1/node_modules/highlight.js/styles/base16/gruvbox-light-soft.css</a:t>
            </a:r>
          </a:p>
          <a:p>
            <a:pPr>
              <a:defRPr sz="1200"/>
            </a:pPr>
            <a:r>
              <a:t>D:/pasar_fix/node_modules/.bun/highlight.js@11.11.1/node_modules/highlight.js/styles/base16/gruvbox-light-soft.min.css</a:t>
            </a:r>
          </a:p>
          <a:p>
            <a:pPr>
              <a:defRPr sz="1200"/>
            </a:pPr>
            <a:r>
              <a:t>D:/pasar_fix/node_modules/.bun/highlight.js@11.11.1/node_modules/highlight.js/styles/base16/hardcore.css</a:t>
            </a:r>
          </a:p>
          <a:p>
            <a:pPr>
              <a:defRPr sz="1200"/>
            </a:pPr>
            <a:r>
              <a:t>D:/pasar_fix/node_modules/.bun/highlight.js@11.11.1/node_modules/highlight.js/styles/base16/hardcore.min.css</a:t>
            </a:r>
          </a:p>
          <a:p>
            <a:pPr>
              <a:defRPr sz="1200"/>
            </a:pPr>
            <a:r>
              <a:t>D:/pasar_fix/node_modules/.bun/highlight.js@11.11.1/node_modules/highlight.js/styles/base16/harmonic16-dark.css</a:t>
            </a:r>
          </a:p>
          <a:p>
            <a:pPr>
              <a:defRPr sz="1200"/>
            </a:pPr>
            <a:r>
              <a:t>D:/pasar_fix/node_modules/.bun/highlight.js@11.11.1/node_modules/highlight.js/styles/base16/harmonic16-dark.min.css</a:t>
            </a:r>
          </a:p>
          <a:p>
            <a:pPr>
              <a:defRPr sz="1200"/>
            </a:pPr>
            <a:r>
              <a:t>D:/pasar_fix/node_modules/.bun/highlight.js@11.11.1/node_modules/highlight.js/styles/base16/harmonic16-light.css</a:t>
            </a:r>
          </a:p>
          <a:p>
            <a:pPr>
              <a:defRPr sz="1200"/>
            </a:pPr>
            <a:r>
              <a:t>D:/pasar_fix/node_modules/.bun/highlight.js@11.11.1/node_modules/highlight.js/styles/base16/harmonic16-light.min.css</a:t>
            </a:r>
          </a:p>
          <a:p>
            <a:pPr>
              <a:defRPr sz="1200"/>
            </a:pPr>
            <a:r>
              <a:t>D:/pasar_fix/node_modules/.bun/highlight.js@11.11.1/node_modules/highlight.js/styles/base16/heetch-dark.css</a:t>
            </a:r>
          </a:p>
          <a:p>
            <a:pPr>
              <a:defRPr sz="1200"/>
            </a:pPr>
            <a:r>
              <a:t>D:/pasar_fix/node_modules/.bun/highlight.js@11.11.1/node_modules/highlight.js/styles/base16/heetch-dark.min.css</a:t>
            </a:r>
          </a:p>
          <a:p>
            <a:pPr>
              <a:defRPr sz="1200"/>
            </a:pPr>
            <a:r>
              <a:t>D:/pasar_fix/node_modules/.bun/highlight.js@11.11.1/node_modules/highlight.js/styles/base16/heetch-light.css</a:t>
            </a:r>
          </a:p>
          <a:p>
            <a:pPr>
              <a:defRPr sz="1200"/>
            </a:pPr>
            <a:r>
              <a:t>D:/pasar_fix/node_modules/.bun/highlight.js@11.11.1/node_modules/highlight.js/styles/base16/heetch-light.min.css</a:t>
            </a:r>
          </a:p>
          <a:p>
            <a:pPr>
              <a:defRPr sz="1200"/>
            </a:pPr>
            <a:r>
              <a:t>D:/pasar_fix/node_modules/.bun/highlight.js@11.11.1/node_modules/highlight.js/styles/base16/helios.css</a:t>
            </a:r>
          </a:p>
          <a:p>
            <a:pPr>
              <a:defRPr sz="1200"/>
            </a:pPr>
            <a:r>
              <a:t>D:/pasar_fix/node_modules/.bun/highlight.js@11.11.1/node_modules/highlight.js/styles/base16/helios.min.css</a:t>
            </a:r>
          </a:p>
          <a:p>
            <a:pPr>
              <a:defRPr sz="1200"/>
            </a:pPr>
            <a:r>
              <a:t>D:/pasar_fix/node_modules/.bun/highlight.js@11.11.1/node_modules/highlight.js/styles/base16/hopscotch.css</a:t>
            </a:r>
          </a:p>
          <a:p>
            <a:pPr>
              <a:defRPr sz="1200"/>
            </a:pPr>
            <a:r>
              <a:t>D:/pasar_fix/node_modules/.bun/highlight.js@11.11.1/node_modules/highlight.js/styles/base16/hopscotch.min.css</a:t>
            </a:r>
          </a:p>
          <a:p>
            <a:pPr>
              <a:defRPr sz="1200"/>
            </a:pPr>
            <a:r>
              <a:t>D:/pasar_fix/node_modules/.bun/highlight.js@11.11.1/node_modules/highlight.js/styles/base16/horizon-dark.css</a:t>
            </a:r>
          </a:p>
          <a:p>
            <a:pPr>
              <a:defRPr sz="1200"/>
            </a:pPr>
            <a:r>
              <a:t>D:/pasar_fix/node_modules/.bun/highlight.js@11.11.1/node_modules/highlight.js/styles/base16/horizon-dark.min.css</a:t>
            </a:r>
          </a:p>
          <a:p>
            <a:pPr>
              <a:defRPr sz="1200"/>
            </a:pPr>
            <a:r>
              <a:t>D:/pasar_fix/node_modules/.bun/highlight.js@11.11.1/node_modules/highlight.js/styles/base16/horizon-light.css</a:t>
            </a:r>
          </a:p>
          <a:p>
            <a:pPr>
              <a:defRPr sz="1200"/>
            </a:pPr>
            <a:r>
              <a:t>D:/pasar_fix/node_modules/.bun/highlight.js@11.11.1/node_modules/highlight.js/styles/base16/horizon-light.min.css</a:t>
            </a:r>
          </a:p>
          <a:p>
            <a:pPr>
              <a:defRPr sz="1200"/>
            </a:pPr>
            <a:r>
              <a:t>D:/pasar_fix/node_modules/.bun/highlight.js@11.11.1/node_modules/highlight.js/styles/base16/humanoid-dark.css</a:t>
            </a:r>
          </a:p>
          <a:p>
            <a:pPr>
              <a:defRPr sz="1200"/>
            </a:pPr>
            <a:r>
              <a:t>D:/pasar_fix/node_modules/.bun/highlight.js@11.11.1/node_modules/highlight.js/styles/base16/humanoid-dark.min.css</a:t>
            </a:r>
          </a:p>
          <a:p>
            <a:pPr>
              <a:defRPr sz="1200"/>
            </a:pPr>
            <a:r>
              <a:t>D:/pasar_fix/node_modules/.bun/highlight.js@11.11.1/node_modules/highlight.js/styles/base16/humanoid-light.css</a:t>
            </a:r>
          </a:p>
          <a:p>
            <a:pPr>
              <a:defRPr sz="1200"/>
            </a:pPr>
            <a:r>
              <a:t>D:/pasar_fix/node_modules/.bun/highlight.js@11.11.1/node_modules/highlight.js/styles/base16/humanoid-light.min.css</a:t>
            </a:r>
          </a:p>
          <a:p>
            <a:pPr>
              <a:defRPr sz="1200"/>
            </a:pPr>
            <a:r>
              <a:t>D:/pasar_fix/node_modules/.bun/highlight.js@11.11.1/node_modules/highlight.js/styles/base16/ia-dark.css</a:t>
            </a:r>
          </a:p>
          <a:p>
            <a:pPr>
              <a:defRPr sz="1200"/>
            </a:pPr>
            <a:r>
              <a:t>D:/pasar_fix/node_modules/.bun/highlight.js@11.11.1/node_modules/highlight.js/styles/base16/ia-dark.min.css</a:t>
            </a:r>
          </a:p>
          <a:p>
            <a:pPr>
              <a:defRPr sz="1200"/>
            </a:pPr>
            <a:r>
              <a:t>D:/pasar_fix/node_modules/.bun/highlight.js@11.11.1/node_modules/highlight.js/styles/base16/ia-light.css</a:t>
            </a:r>
          </a:p>
          <a:p>
            <a:pPr>
              <a:defRPr sz="1200"/>
            </a:pPr>
            <a:r>
              <a:t>D:/pasar_fix/node_modules/.bun/highlight.js@11.11.1/node_modules/highlight.js/styles/base16/ia-light.min.css</a:t>
            </a:r>
          </a:p>
          <a:p>
            <a:pPr>
              <a:defRPr sz="1200"/>
            </a:pPr>
            <a:r>
              <a:t>D:/pasar_fix/node_modules/.bun/highlight.js@11.11.1/node_modules/highlight.js/styles/base16/icy-dark.css</a:t>
            </a:r>
          </a:p>
          <a:p>
            <a:pPr>
              <a:defRPr sz="1200"/>
            </a:pPr>
            <a:r>
              <a:t>D:/pasar_fix/node_modules/.bun/highlight.js@11.11.1/node_modules/highlight.js/styles/base16/icy-dark.min.css</a:t>
            </a:r>
          </a:p>
          <a:p>
            <a:pPr>
              <a:defRPr sz="1200"/>
            </a:pPr>
            <a:r>
              <a:t>D:/pasar_fix/node_modules/.bun/highlight.js@11.11.1/node_modules/highlight.js/styles/base16/ir-black.css</a:t>
            </a:r>
          </a:p>
          <a:p>
            <a:pPr>
              <a:defRPr sz="1200"/>
            </a:pPr>
            <a:r>
              <a:t>D:/pasar_fix/node_modules/.bun/highlight.js@11.11.1/node_modules/highlight.js/styles/base16/ir-black.min.css</a:t>
            </a:r>
          </a:p>
          <a:p>
            <a:pPr>
              <a:defRPr sz="1200"/>
            </a:pPr>
            <a:r>
              <a:t>D:/pasar_fix/node_modules/.bun/highlight.js@11.11.1/node_modules/highlight.js/styles/base16/isotope.css</a:t>
            </a:r>
          </a:p>
          <a:p>
            <a:pPr>
              <a:defRPr sz="1200"/>
            </a:pPr>
            <a:r>
              <a:t>D:/pasar_fix/node_modules/.bun/highlight.js@11.11.1/node_modules/highlight.js/styles/base16/isotope.min.css</a:t>
            </a:r>
          </a:p>
          <a:p>
            <a:pPr>
              <a:defRPr sz="1200"/>
            </a:pPr>
            <a:r>
              <a:t>D:/pasar_fix/node_modules/.bun/highlight.js@11.11.1/node_modules/highlight.js/styles/base16/kimber.css</a:t>
            </a:r>
          </a:p>
          <a:p>
            <a:pPr>
              <a:defRPr sz="1200"/>
            </a:pPr>
            <a:r>
              <a:t>D:/pasar_fix/node_modules/.bun/highlight.js@11.11.1/node_modules/highlight.js/styles/base16/kimber.min.css</a:t>
            </a:r>
          </a:p>
          <a:p>
            <a:pPr>
              <a:defRPr sz="1200"/>
            </a:pPr>
            <a:r>
              <a:t>D:/pasar_fix/node_modules/.bun/highlight.js@11.11.1/node_modules/highlight.js/styles/base16/london-tube.css</a:t>
            </a:r>
          </a:p>
          <a:p>
            <a:pPr>
              <a:defRPr sz="1200"/>
            </a:pPr>
            <a:r>
              <a:t>D:/pasar_fix/node_modules/.bun/highlight.js@11.11.1/node_modules/highlight.js/styles/base16/london-tube.min.css</a:t>
            </a:r>
          </a:p>
          <a:p>
            <a:pPr>
              <a:defRPr sz="1200"/>
            </a:pPr>
            <a:r>
              <a:t>D:/pasar_fix/node_modules/.bun/highlight.js@11.11.1/node_modules/highlight.js/styles/base16/macintosh.css</a:t>
            </a:r>
          </a:p>
          <a:p>
            <a:pPr>
              <a:defRPr sz="1200"/>
            </a:pPr>
            <a:r>
              <a:t>D:/pasar_fix/node_modules/.bun/highlight.js@11.11.1/node_modules/highlight.js/styles/base16/macintosh.min.css</a:t>
            </a:r>
          </a:p>
          <a:p>
            <a:pPr>
              <a:defRPr sz="1200"/>
            </a:pPr>
            <a:r>
              <a:t>D:/pasar_fix/node_modules/.bun/highlight.js@11.11.1/node_modules/highlight.js/styles/base16/marrakesh.css</a:t>
            </a:r>
          </a:p>
          <a:p>
            <a:pPr>
              <a:defRPr sz="1200"/>
            </a:pPr>
            <a:r>
              <a:t>D:/pasar_fix/node_modules/.bun/highlight.js@11.11.1/node_modules/highlight.js/styles/base16/marrakesh.min.css</a:t>
            </a:r>
          </a:p>
          <a:p>
            <a:pPr>
              <a:defRPr sz="1200"/>
            </a:pPr>
            <a:r>
              <a:t>D:/pasar_fix/node_modules/.bun/highlight.js@11.11.1/node_modules/highlight.js/styles/base16/materia.css</a:t>
            </a:r>
          </a:p>
          <a:p>
            <a:pPr>
              <a:defRPr sz="1200"/>
            </a:pPr>
            <a:r>
              <a:t>D:/pasar_fix/node_modules/.bun/highlight.js@11.11.1/node_modules/highlight.js/styles/base16/materia.min.css</a:t>
            </a:r>
          </a:p>
          <a:p>
            <a:pPr>
              <a:defRPr sz="1200"/>
            </a:pPr>
            <a:r>
              <a:t>D:/pasar_fix/node_modules/.bun/highlight.js@11.11.1/node_modules/highlight.js/styles/base16/material-darker.css</a:t>
            </a:r>
          </a:p>
          <a:p>
            <a:pPr>
              <a:defRPr sz="1200"/>
            </a:pPr>
            <a:r>
              <a:t>D:/pasar_fix/node_modules/.bun/highlight.js@11.11.1/node_modules/highlight.js/styles/base16/material-darker.min.css</a:t>
            </a:r>
          </a:p>
          <a:p>
            <a:pPr>
              <a:defRPr sz="1200"/>
            </a:pPr>
            <a:r>
              <a:t>D:/pasar_fix/node_modules/.bun/highlight.js@11.11.1/node_modules/highlight.js/styles/base16/material-lighter.css</a:t>
            </a:r>
          </a:p>
          <a:p>
            <a:pPr>
              <a:defRPr sz="1200"/>
            </a:pPr>
            <a:r>
              <a:t>D:/pasar_fix/node_modules/.bun/highlight.js@11.11.1/node_modules/highlight.js/styles/base16/material-lighter.min.css</a:t>
            </a:r>
          </a:p>
          <a:p>
            <a:pPr>
              <a:defRPr sz="1200"/>
            </a:pPr>
            <a:r>
              <a:t>D:/pasar_fix/node_modules/.bun/highlight.js@11.11.1/node_modules/highlight.js/styles/base16/material-palenight.css</a:t>
            </a:r>
          </a:p>
          <a:p>
            <a:pPr>
              <a:defRPr sz="1200"/>
            </a:pPr>
            <a:r>
              <a:t>D:/pasar_fix/node_modules/.bun/highlight.js@11.11.1/node_modules/highlight.js/styles/base16/material-palenight.min.css</a:t>
            </a:r>
          </a:p>
          <a:p>
            <a:pPr>
              <a:defRPr sz="1200"/>
            </a:pPr>
            <a:r>
              <a:t>D:/pasar_fix/node_modules/.bun/highlight.js@11.11.1/node_modules/highlight.js/styles/base16/material-vivid.css</a:t>
            </a:r>
          </a:p>
          <a:p>
            <a:pPr>
              <a:defRPr sz="1200"/>
            </a:pPr>
            <a:r>
              <a:t>D:/pasar_fix/node_modules/.bun/highlight.js@11.11.1/node_modules/highlight.js/styles/base16/material-vivid.min.css</a:t>
            </a:r>
          </a:p>
          <a:p>
            <a:pPr>
              <a:defRPr sz="1200"/>
            </a:pPr>
            <a:r>
              <a:t>D:/pasar_fix/node_modules/.bun/highlight.js@11.11.1/node_modules/highlight.js/styles/base16/material.css</a:t>
            </a:r>
          </a:p>
          <a:p>
            <a:pPr>
              <a:defRPr sz="1200"/>
            </a:pPr>
            <a:r>
              <a:t>D:/pasar_fix/node_modules/.bun/highlight.js@11.11.1/node_modules/highlight.js/styles/base16/material.min.css</a:t>
            </a:r>
          </a:p>
          <a:p>
            <a:pPr>
              <a:defRPr sz="1200"/>
            </a:pPr>
            <a:r>
              <a:t>D:/pasar_fix/node_modules/.bun/highlight.js@11.11.1/node_modules/highlight.js/styles/base16/mellow-purple.css</a:t>
            </a:r>
          </a:p>
          <a:p>
            <a:pPr>
              <a:defRPr sz="1200"/>
            </a:pPr>
            <a:r>
              <a:t>D:/pasar_fix/node_modules/.bun/highlight.js@11.11.1/node_modules/highlight.js/styles/base16/mellow-purple.min.css</a:t>
            </a:r>
          </a:p>
          <a:p>
            <a:pPr>
              <a:defRPr sz="1200"/>
            </a:pPr>
            <a:r>
              <a:t>D:/pasar_fix/node_modules/.bun/highlight.js@11.11.1/node_modules/highlight.js/styles/base16/mexico-light.css</a:t>
            </a:r>
          </a:p>
          <a:p>
            <a:pPr>
              <a:defRPr sz="1200"/>
            </a:pPr>
            <a:r>
              <a:t>D:/pasar_fix/node_modules/.bun/highlight.js@11.11.1/node_modules/highlight.js/styles/base16/mexico-light.min.css</a:t>
            </a:r>
          </a:p>
          <a:p>
            <a:pPr>
              <a:defRPr sz="1200"/>
            </a:pPr>
            <a:r>
              <a:t>D:/pasar_fix/node_modules/.bun/highlight.js@11.11.1/node_modules/highlight.js/styles/base16/mocha.css</a:t>
            </a:r>
          </a:p>
          <a:p>
            <a:pPr>
              <a:defRPr sz="1200"/>
            </a:pPr>
            <a:r>
              <a:t>D:/pasar_fix/node_modules/.bun/highlight.js@11.11.1/node_modules/highlight.js/styles/base16/mocha.min.css</a:t>
            </a:r>
          </a:p>
          <a:p>
            <a:pPr>
              <a:defRPr sz="1200"/>
            </a:pPr>
            <a:r>
              <a:t>D:/pasar_fix/node_modules/.bun/highlight.js@11.11.1/node_modules/highlight.js/styles/base16/monokai.css</a:t>
            </a:r>
          </a:p>
          <a:p>
            <a:pPr>
              <a:defRPr sz="1200"/>
            </a:pPr>
            <a:r>
              <a:t>D:/pasar_fix/node_modules/.bun/highlight.js@11.11.1/node_modules/highlight.js/styles/base16/monokai.min.css</a:t>
            </a:r>
          </a:p>
          <a:p>
            <a:pPr>
              <a:defRPr sz="1200"/>
            </a:pPr>
            <a:r>
              <a:t>D:/pasar_fix/node_modules/.bun/highlight.js@11.11.1/node_modules/highlight.js/styles/base16/nebula.css</a:t>
            </a:r>
          </a:p>
          <a:p>
            <a:pPr>
              <a:defRPr sz="1200"/>
            </a:pPr>
            <a:r>
              <a:t>D:/pasar_fix/node_modules/.bun/highlight.js@11.11.1/node_modules/highlight.js/styles/base16/nebula.min.css</a:t>
            </a:r>
          </a:p>
          <a:p>
            <a:pPr>
              <a:defRPr sz="1200"/>
            </a:pPr>
            <a:r>
              <a:t>D:/pasar_fix/node_modules/.bun/highlight.js@11.11.1/node_modules/highlight.js/styles/base16/nord.css</a:t>
            </a:r>
          </a:p>
          <a:p>
            <a:pPr>
              <a:defRPr sz="1200"/>
            </a:pPr>
            <a:r>
              <a:t>D:/pasar_fix/node_modules/.bun/highlight.js@11.11.1/node_modules/highlight.js/styles/base16/nord.min.css</a:t>
            </a:r>
          </a:p>
          <a:p>
            <a:pPr>
              <a:defRPr sz="1200"/>
            </a:pPr>
            <a:r>
              <a:t>D:/pasar_fix/node_modules/.bun/highlight.js@11.11.1/node_modules/highlight.js/styles/base16/nova.css</a:t>
            </a:r>
          </a:p>
          <a:p>
            <a:pPr>
              <a:defRPr sz="1200"/>
            </a:pPr>
            <a:r>
              <a:t>D:/pasar_fix/node_modules/.bun/highlight.js@11.11.1/node_modules/highlight.js/styles/base16/nova.min.css</a:t>
            </a:r>
          </a:p>
          <a:p>
            <a:pPr>
              <a:defRPr sz="1200"/>
            </a:pPr>
            <a:r>
              <a:t>D:/pasar_fix/node_modules/.bun/highlight.js@11.11.1/node_modules/highlight.js/styles/base16/ocean.css</a:t>
            </a:r>
          </a:p>
          <a:p>
            <a:pPr>
              <a:defRPr sz="1200"/>
            </a:pPr>
            <a:r>
              <a:t>D:/pasar_fix/node_modules/.bun/highlight.js@11.11.1/node_modules/highlight.js/styles/base16/ocean.min.css</a:t>
            </a:r>
          </a:p>
          <a:p>
            <a:pPr>
              <a:defRPr sz="1200"/>
            </a:pPr>
            <a:r>
              <a:t>D:/pasar_fix/node_modules/.bun/highlight.js@11.11.1/node_modules/highlight.js/styles/base16/oceanicnext.css</a:t>
            </a:r>
          </a:p>
          <a:p>
            <a:pPr>
              <a:defRPr sz="1200"/>
            </a:pPr>
            <a:r>
              <a:t>D:/pasar_fix/node_modules/.bun/highlight.js@11.11.1/node_modules/highlight.js/styles/base16/oceanicnext.min.css</a:t>
            </a:r>
          </a:p>
          <a:p>
            <a:pPr>
              <a:defRPr sz="1200"/>
            </a:pPr>
            <a:r>
              <a:t>D:/pasar_fix/node_modules/.bun/highlight.js@11.11.1/node_modules/highlight.js/styles/base16/one-light.css</a:t>
            </a:r>
          </a:p>
          <a:p>
            <a:pPr>
              <a:defRPr sz="1200"/>
            </a:pPr>
            <a:r>
              <a:t>D:/pasar_fix/node_modules/.bun/highlight.js@11.11.1/node_modules/highlight.js/styles/base16/one-light.min.css</a:t>
            </a:r>
          </a:p>
          <a:p>
            <a:pPr>
              <a:defRPr sz="1200"/>
            </a:pPr>
            <a:r>
              <a:t>D:/pasar_fix/node_modules/.bun/highlight.js@11.11.1/node_modules/highlight.js/styles/base16/onedark.css</a:t>
            </a:r>
          </a:p>
          <a:p>
            <a:pPr>
              <a:defRPr sz="1200"/>
            </a:pPr>
            <a:r>
              <a:t>D:/pasar_fix/node_modules/.bun/highlight.js@11.11.1/node_modules/highlight.js/styles/base16/onedark.min.css</a:t>
            </a:r>
          </a:p>
          <a:p>
            <a:pPr>
              <a:defRPr sz="1200"/>
            </a:pPr>
            <a:r>
              <a:t>D:/pasar_fix/node_modules/.bun/highlight.js@11.11.1/node_modules/highlight.js/styles/base16/outrun-dark.css</a:t>
            </a:r>
          </a:p>
          <a:p>
            <a:pPr>
              <a:defRPr sz="1200"/>
            </a:pPr>
            <a:r>
              <a:t>D:/pasar_fix/node_modules/.bun/highlight.js@11.11.1/node_modules/highlight.js/styles/base16/outrun-dark.min.css</a:t>
            </a:r>
          </a:p>
          <a:p>
            <a:pPr>
              <a:defRPr sz="1200"/>
            </a:pPr>
            <a:r>
              <a:t>D:/pasar_fix/node_modules/.bun/highlight.js@11.11.1/node_modules/highlight.js/styles/base16/papercolor-dark.css</a:t>
            </a:r>
          </a:p>
          <a:p>
            <a:pPr>
              <a:defRPr sz="1200"/>
            </a:pPr>
            <a:r>
              <a:t>D:/pasar_fix/node_modules/.bun/highlight.js@11.11.1/node_modules/highlight.js/styles/base16/papercolor-dark.min.css</a:t>
            </a:r>
          </a:p>
          <a:p>
            <a:pPr>
              <a:defRPr sz="1200"/>
            </a:pPr>
            <a:r>
              <a:t>D:/pasar_fix/node_modules/.bun/highlight.js@11.11.1/node_modules/highlight.js/styles/base16/papercolor-light.css</a:t>
            </a:r>
          </a:p>
          <a:p>
            <a:pPr>
              <a:defRPr sz="1200"/>
            </a:pPr>
            <a:r>
              <a:t>D:/pasar_fix/node_modules/.bun/highlight.js@11.11.1/node_modules/highlight.js/styles/base16/papercolor-light.min.css</a:t>
            </a:r>
          </a:p>
          <a:p>
            <a:pPr>
              <a:defRPr sz="1200"/>
            </a:pPr>
            <a:r>
              <a:t>D:/pasar_fix/node_modules/.bun/highlight.js@11.11.1/node_modules/highlight.js/styles/base16/paraiso.css</a:t>
            </a:r>
          </a:p>
          <a:p>
            <a:pPr>
              <a:defRPr sz="1200"/>
            </a:pPr>
            <a:r>
              <a:t>D:/pasar_fix/node_modules/.bun/highlight.js@11.11.1/node_modules/highlight.js/styles/base16/paraiso.min.css</a:t>
            </a:r>
          </a:p>
          <a:p>
            <a:pPr>
              <a:defRPr sz="1200"/>
            </a:pPr>
            <a:r>
              <a:t>D:/pasar_fix/node_modules/.bun/highlight.js@11.11.1/node_modules/highlight.js/styles/base16/pasque.css</a:t>
            </a:r>
          </a:p>
          <a:p>
            <a:pPr>
              <a:defRPr sz="1200"/>
            </a:pPr>
            <a:r>
              <a:t>D:/pasar_fix/node_modules/.bun/highlight.js@11.11.1/node_modules/highlight.js/styles/base16/pasque.min.css</a:t>
            </a:r>
          </a:p>
          <a:p>
            <a:pPr>
              <a:defRPr sz="1200"/>
            </a:pPr>
            <a:r>
              <a:t>D:/pasar_fix/node_modules/.bun/highlight.js@11.11.1/node_modules/highlight.js/styles/base16/phd.css</a:t>
            </a:r>
          </a:p>
          <a:p>
            <a:pPr>
              <a:defRPr sz="1200"/>
            </a:pPr>
            <a:r>
              <a:t>D:/pasar_fix/node_modules/.bun/highlight.js@11.11.1/node_modules/highlight.js/styles/base16/phd.min.css</a:t>
            </a:r>
          </a:p>
          <a:p>
            <a:pPr>
              <a:defRPr sz="1200"/>
            </a:pPr>
            <a:r>
              <a:t>D:/pasar_fix/node_modules/.bun/highlight.js@11.11.1/node_modules/highlight.js/styles/base16/pico.css</a:t>
            </a:r>
          </a:p>
          <a:p>
            <a:pPr>
              <a:defRPr sz="1200"/>
            </a:pPr>
            <a:r>
              <a:t>D:/pasar_fix/node_modules/.bun/highlight.js@11.11.1/node_modules/highlight.js/styles/base16/pico.min.css</a:t>
            </a:r>
          </a:p>
          <a:p>
            <a:pPr>
              <a:defRPr sz="1200"/>
            </a:pPr>
            <a:r>
              <a:t>D:/pasar_fix/node_modules/.bun/highlight.js@11.11.1/node_modules/highlight.js/styles/base16/pop.css</a:t>
            </a:r>
          </a:p>
          <a:p>
            <a:pPr>
              <a:defRPr sz="1200"/>
            </a:pPr>
            <a:r>
              <a:t>D:/pasar_fix/node_modules/.bun/highlight.js@11.11.1/node_modules/highlight.js/styles/base16/pop.min.css</a:t>
            </a:r>
          </a:p>
          <a:p>
            <a:pPr>
              <a:defRPr sz="1200"/>
            </a:pPr>
            <a:r>
              <a:t>D:/pasar_fix/node_modules/.bun/highlight.js@11.11.1/node_modules/highlight.js/styles/base16/porple.css</a:t>
            </a:r>
          </a:p>
          <a:p>
            <a:pPr>
              <a:defRPr sz="1200"/>
            </a:pPr>
            <a:r>
              <a:t>D:/pasar_fix/node_modules/.bun/highlight.js@11.11.1/node_modules/highlight.js/styles/base16/porple.min.css</a:t>
            </a:r>
          </a:p>
          <a:p>
            <a:pPr>
              <a:defRPr sz="1200"/>
            </a:pPr>
            <a:r>
              <a:t>D:/pasar_fix/node_modules/.bun/highlight.js@11.11.1/node_modules/highlight.js/styles/base16/qualia.css</a:t>
            </a:r>
          </a:p>
          <a:p>
            <a:pPr>
              <a:defRPr sz="1200"/>
            </a:pPr>
            <a:r>
              <a:t>D:/pasar_fix/node_modules/.bun/highlight.js@11.11.1/node_modules/highlight.js/styles/base16/qualia.min.css</a:t>
            </a:r>
          </a:p>
          <a:p>
            <a:pPr>
              <a:defRPr sz="1200"/>
            </a:pPr>
            <a:r>
              <a:t>D:/pasar_fix/node_modules/.bun/highlight.js@11.11.1/node_modules/highlight.js/styles/base16/railscasts.css</a:t>
            </a:r>
          </a:p>
          <a:p>
            <a:pPr>
              <a:defRPr sz="1200"/>
            </a:pPr>
            <a:r>
              <a:t>D:/pasar_fix/node_modules/.bun/highlight.js@11.11.1/node_modules/highlight.js/styles/base16/railscasts.min.css</a:t>
            </a:r>
          </a:p>
          <a:p>
            <a:pPr>
              <a:defRPr sz="1200"/>
            </a:pPr>
            <a:r>
              <a:t>D:/pasar_fix/node_modules/.bun/highlight.js@11.11.1/node_modules/highlight.js/styles/base16/rebecca.css</a:t>
            </a:r>
          </a:p>
          <a:p>
            <a:pPr>
              <a:defRPr sz="1200"/>
            </a:pPr>
            <a:r>
              <a:t>D:/pasar_fix/node_modules/.bun/highlight.js@11.11.1/node_modules/highlight.js/styles/base16/rebecca.min.css</a:t>
            </a:r>
          </a:p>
          <a:p>
            <a:pPr>
              <a:defRPr sz="1200"/>
            </a:pPr>
            <a:r>
              <a:t>D:/pasar_fix/node_modules/.bun/highlight.js@11.11.1/node_modules/highlight.js/styles/base16/ros-pine-dawn.css</a:t>
            </a:r>
          </a:p>
          <a:p>
            <a:pPr>
              <a:defRPr sz="1200"/>
            </a:pPr>
            <a:r>
              <a:t>D:/pasar_fix/node_modules/.bun/highlight.js@11.11.1/node_modules/highlight.js/styles/base16/ros-pine-dawn.min.css</a:t>
            </a:r>
          </a:p>
          <a:p>
            <a:pPr>
              <a:defRPr sz="1200"/>
            </a:pPr>
            <a:r>
              <a:t>D:/pasar_fix/node_modules/.bun/highlight.js@11.11.1/node_modules/highlight.js/styles/base16/ros-pine-moon.css</a:t>
            </a:r>
          </a:p>
          <a:p>
            <a:pPr>
              <a:defRPr sz="1200"/>
            </a:pPr>
            <a:r>
              <a:t>D:/pasar_fix/node_modules/.bun/highlight.js@11.11.1/node_modules/highlight.js/styles/base16/ros-pine-moon.min.css</a:t>
            </a:r>
          </a:p>
          <a:p>
            <a:pPr>
              <a:defRPr sz="1200"/>
            </a:pPr>
            <a:r>
              <a:t>D:/pasar_fix/node_modules/.bun/highlight.js@11.11.1/node_modules/highlight.js/styles/base16/ros-pine.css</a:t>
            </a:r>
          </a:p>
          <a:p>
            <a:pPr>
              <a:defRPr sz="1200"/>
            </a:pPr>
            <a:r>
              <a:t>D:/pasar_fix/node_modules/.bun/highlight.js@11.11.1/node_modules/highlight.js/styles/base16/ros-pine.min.css</a:t>
            </a:r>
          </a:p>
          <a:p>
            <a:pPr>
              <a:defRPr sz="1200"/>
            </a:pPr>
            <a:r>
              <a:t>D:/pasar_fix/node_modules/.bun/highlight.js@11.11.1/node_modules/highlight.js/styles/base16/sagelight.css</a:t>
            </a:r>
          </a:p>
          <a:p>
            <a:pPr>
              <a:defRPr sz="1200"/>
            </a:pPr>
            <a:r>
              <a:t>D:/pasar_fix/node_modules/.bun/highlight.js@11.11.1/node_modules/highlight.js/styles/base16/sagelight.min.css</a:t>
            </a:r>
          </a:p>
          <a:p>
            <a:pPr>
              <a:defRPr sz="1200"/>
            </a:pPr>
            <a:r>
              <a:t>D:/pasar_fix/node_modules/.bun/highlight.js@11.11.1/node_modules/highlight.js/styles/base16/sandcastle.css</a:t>
            </a:r>
          </a:p>
          <a:p>
            <a:pPr>
              <a:defRPr sz="1200"/>
            </a:pPr>
            <a:r>
              <a:t>D:/pasar_fix/node_modules/.bun/highlight.js@11.11.1/node_modules/highlight.js/styles/base16/sandcastle.min.css</a:t>
            </a:r>
          </a:p>
          <a:p>
            <a:pPr>
              <a:defRPr sz="1200"/>
            </a:pPr>
            <a:r>
              <a:t>D:/pasar_fix/node_modules/.bun/highlight.js@11.11.1/node_modules/highlight.js/styles/base16/seti-ui.css</a:t>
            </a:r>
          </a:p>
          <a:p>
            <a:pPr>
              <a:defRPr sz="1200"/>
            </a:pPr>
            <a:r>
              <a:t>D:/pasar_fix/node_modules/.bun/highlight.js@11.11.1/node_modules/highlight.js/styles/base16/seti-ui.min.css</a:t>
            </a:r>
          </a:p>
          <a:p>
            <a:pPr>
              <a:defRPr sz="1200"/>
            </a:pPr>
            <a:r>
              <a:t>D:/pasar_fix/node_modules/.bun/highlight.js@11.11.1/node_modules/highlight.js/styles/base16/shapeshifter.css</a:t>
            </a:r>
          </a:p>
          <a:p>
            <a:pPr>
              <a:defRPr sz="1200"/>
            </a:pPr>
            <a:r>
              <a:t>D:/pasar_fix/node_modules/.bun/highlight.js@11.11.1/node_modules/highlight.js/styles/base16/shapeshifter.min.css</a:t>
            </a:r>
          </a:p>
          <a:p>
            <a:pPr>
              <a:defRPr sz="1200"/>
            </a:pPr>
            <a:r>
              <a:t>D:/pasar_fix/node_modules/.bun/highlight.js@11.11.1/node_modules/highlight.js/styles/base16/silk-dark.css</a:t>
            </a:r>
          </a:p>
          <a:p>
            <a:pPr>
              <a:defRPr sz="1200"/>
            </a:pPr>
            <a:r>
              <a:t>D:/pasar_fix/node_modules/.bun/highlight.js@11.11.1/node_modules/highlight.js/styles/base16/silk-dark.min.css</a:t>
            </a:r>
          </a:p>
          <a:p>
            <a:pPr>
              <a:defRPr sz="1200"/>
            </a:pPr>
            <a:r>
              <a:t>D:/pasar_fix/node_modules/.bun/highlight.js@11.11.1/node_modules/highlight.js/styles/base16/silk-light.css</a:t>
            </a:r>
          </a:p>
          <a:p>
            <a:pPr>
              <a:defRPr sz="1200"/>
            </a:pPr>
            <a:r>
              <a:t>D:/pasar_fix/node_modules/.bun/highlight.js@11.11.1/node_modules/highlight.js/styles/base16/silk-light.min.css</a:t>
            </a:r>
          </a:p>
          <a:p>
            <a:pPr>
              <a:defRPr sz="1200"/>
            </a:pPr>
            <a:r>
              <a:t>D:/pasar_fix/node_modules/.bun/highlight.js@11.11.1/node_modules/highlight.js/styles/base16/snazzy.css</a:t>
            </a:r>
          </a:p>
          <a:p>
            <a:pPr>
              <a:defRPr sz="1200"/>
            </a:pPr>
            <a:r>
              <a:t>D:/pasar_fix/node_modules/.bun/highlight.js@11.11.1/node_modules/highlight.js/styles/base16/snazzy.min.css</a:t>
            </a:r>
          </a:p>
          <a:p>
            <a:pPr>
              <a:defRPr sz="1200"/>
            </a:pPr>
            <a:r>
              <a:t>D:/pasar_fix/node_modules/.bun/highlight.js@11.11.1/node_modules/highlight.js/styles/base16/solar-flare-light.css</a:t>
            </a:r>
          </a:p>
          <a:p>
            <a:pPr>
              <a:defRPr sz="1200"/>
            </a:pPr>
            <a:r>
              <a:t>D:/pasar_fix/node_modules/.bun/highlight.js@11.11.1/node_modules/highlight.js/styles/base16/solar-flare-light.min.css</a:t>
            </a:r>
          </a:p>
          <a:p>
            <a:pPr>
              <a:defRPr sz="1200"/>
            </a:pPr>
            <a:r>
              <a:t>D:/pasar_fix/node_modules/.bun/highlight.js@11.11.1/node_modules/highlight.js/styles/base16/solar-flare.css</a:t>
            </a:r>
          </a:p>
          <a:p>
            <a:pPr>
              <a:defRPr sz="1200"/>
            </a:pPr>
            <a:r>
              <a:t>D:/pasar_fix/node_modules/.bun/highlight.js@11.11.1/node_modules/highlight.js/styles/base16/solar-flare.min.css</a:t>
            </a:r>
          </a:p>
          <a:p>
            <a:pPr>
              <a:defRPr sz="1200"/>
            </a:pPr>
            <a:r>
              <a:t>D:/pasar_fix/node_modules/.bun/highlight.js@11.11.1/node_modules/highlight.js/styles/base16/solarized-dark.css</a:t>
            </a:r>
          </a:p>
          <a:p>
            <a:pPr>
              <a:defRPr sz="1200"/>
            </a:pPr>
            <a:r>
              <a:t>D:/pasar_fix/node_modules/.bun/highlight.js@11.11.1/node_modules/highlight.js/styles/base16/solarized-dark.min.css</a:t>
            </a:r>
          </a:p>
          <a:p>
            <a:pPr>
              <a:defRPr sz="1200"/>
            </a:pPr>
            <a:r>
              <a:t>D:/pasar_fix/node_modules/.bun/highlight.js@11.11.1/node_modules/highlight.js/styles/base16/solarized-light.css</a:t>
            </a:r>
          </a:p>
          <a:p>
            <a:pPr>
              <a:defRPr sz="1200"/>
            </a:pPr>
            <a:r>
              <a:t>D:/pasar_fix/node_modules/.bun/highlight.js@11.11.1/node_modules/highlight.js/styles/base16/solarized-light.min.css</a:t>
            </a:r>
          </a:p>
          <a:p>
            <a:pPr>
              <a:defRPr sz="1200"/>
            </a:pPr>
            <a:r>
              <a:t>D:/pasar_fix/node_modules/.bun/highlight.js@11.11.1/node_modules/highlight.js/styles/base16/spacemacs.css</a:t>
            </a:r>
          </a:p>
          <a:p>
            <a:pPr>
              <a:defRPr sz="1200"/>
            </a:pPr>
            <a:r>
              <a:t>D:/pasar_fix/node_modules/.bun/highlight.js@11.11.1/node_modules/highlight.js/styles/base16/spacemacs.min.css</a:t>
            </a:r>
          </a:p>
          <a:p>
            <a:pPr>
              <a:defRPr sz="1200"/>
            </a:pPr>
            <a:r>
              <a:t>D:/pasar_fix/node_modules/.bun/highlight.js@11.11.1/node_modules/highlight.js/styles/base16/summercamp.css</a:t>
            </a:r>
          </a:p>
          <a:p>
            <a:pPr>
              <a:defRPr sz="1200"/>
            </a:pPr>
            <a:r>
              <a:t>D:/pasar_fix/node_modules/.bun/highlight.js@11.11.1/node_modules/highlight.js/styles/base16/summercamp.min.css</a:t>
            </a:r>
          </a:p>
          <a:p>
            <a:pPr>
              <a:defRPr sz="1200"/>
            </a:pPr>
            <a:r>
              <a:t>D:/pasar_fix/node_modules/.bun/highlight.js@11.11.1/node_modules/highlight.js/styles/base16/summerfruit-dark.css</a:t>
            </a:r>
          </a:p>
          <a:p>
            <a:pPr>
              <a:defRPr sz="1200"/>
            </a:pPr>
            <a:r>
              <a:t>D:/pasar_fix/node_modules/.bun/highlight.js@11.11.1/node_modules/highlight.js/styles/base16/summerfruit-dark.min.css</a:t>
            </a:r>
          </a:p>
          <a:p>
            <a:pPr>
              <a:defRPr sz="1200"/>
            </a:pPr>
            <a:r>
              <a:t>D:/pasar_fix/node_modules/.bun/highlight.js@11.11.1/node_modules/highlight.js/styles/base16/summerfruit-light.css</a:t>
            </a:r>
          </a:p>
          <a:p>
            <a:pPr>
              <a:defRPr sz="1200"/>
            </a:pPr>
            <a:r>
              <a:t>D:/pasar_fix/node_modules/.bun/highlight.js@11.11.1/node_modules/highlight.js/styles/base16/summerfruit-light.min.css</a:t>
            </a:r>
          </a:p>
          <a:p>
            <a:pPr>
              <a:defRPr sz="1200"/>
            </a:pPr>
            <a:r>
              <a:t>D:/pasar_fix/node_modules/.bun/highlight.js@11.11.1/node_modules/highlight.js/styles/base16/synth-midnight-terminal-dark.css</a:t>
            </a:r>
          </a:p>
          <a:p>
            <a:pPr>
              <a:defRPr sz="1200"/>
            </a:pPr>
            <a:r>
              <a:t>D:/pasar_fix/node_modules/.bun/highlight.js@11.11.1/node_modules/highlight.js/styles/base16/synth-midnight-terminal-dark.min.css</a:t>
            </a:r>
          </a:p>
          <a:p>
            <a:pPr>
              <a:defRPr sz="1200"/>
            </a:pPr>
            <a:r>
              <a:t>D:/pasar_fix/node_modules/.bun/highlight.js@11.11.1/node_modules/highlight.js/styles/base16/synth-midnight-terminal-light.css</a:t>
            </a:r>
          </a:p>
          <a:p>
            <a:pPr>
              <a:defRPr sz="1200"/>
            </a:pPr>
            <a:r>
              <a:t>D:/pasar_fix/node_modules/.bun/highlight.js@11.11.1/node_modules/highlight.js/styles/base16/synth-midnight-terminal-light.min.css</a:t>
            </a:r>
          </a:p>
          <a:p>
            <a:pPr>
              <a:defRPr sz="1200"/>
            </a:pPr>
            <a:r>
              <a:t>D:/pasar_fix/node_modules/.bun/highlight.js@11.11.1/node_modules/highlight.js/styles/base16/tango.css</a:t>
            </a:r>
          </a:p>
          <a:p>
            <a:pPr>
              <a:defRPr sz="1200"/>
            </a:pPr>
            <a:r>
              <a:t>D:/pasar_fix/node_modules/.bun/highlight.js@11.11.1/node_modules/highlight.js/styles/base16/tango.min.css</a:t>
            </a:r>
          </a:p>
          <a:p>
            <a:pPr>
              <a:defRPr sz="1200"/>
            </a:pPr>
            <a:r>
              <a:t>D:/pasar_fix/node_modules/.bun/highlight.js@11.11.1/node_modules/highlight.js/styles/base16/tender.css</a:t>
            </a:r>
          </a:p>
          <a:p>
            <a:pPr>
              <a:defRPr sz="1200"/>
            </a:pPr>
            <a:r>
              <a:t>D:/pasar_fix/node_modules/.bun/highlight.js@11.11.1/node_modules/highlight.js/styles/base16/tender.min.css</a:t>
            </a:r>
          </a:p>
          <a:p>
            <a:pPr>
              <a:defRPr sz="1200"/>
            </a:pPr>
            <a:r>
              <a:t>D:/pasar_fix/node_modules/.bun/highlight.js@11.11.1/node_modules/highlight.js/styles/base16/tomorrow-night.css</a:t>
            </a:r>
          </a:p>
          <a:p>
            <a:pPr>
              <a:defRPr sz="1200"/>
            </a:pPr>
            <a:r>
              <a:t>D:/pasar_fix/node_modules/.bun/highlight.js@11.11.1/node_modules/highlight.js/styles/base16/tomorrow-night.min.css</a:t>
            </a:r>
          </a:p>
          <a:p>
            <a:pPr>
              <a:defRPr sz="1200"/>
            </a:pPr>
            <a:r>
              <a:t>D:/pasar_fix/node_modules/.bun/highlight.js@11.11.1/node_modules/highlight.js/styles/base16/tomorrow.css</a:t>
            </a:r>
          </a:p>
          <a:p>
            <a:pPr>
              <a:defRPr sz="1200"/>
            </a:pPr>
            <a:r>
              <a:t>D:/pasar_fix/node_modules/.bun/highlight.js@11.11.1/node_modules/highlight.js/styles/base16/tomorrow.min.css</a:t>
            </a:r>
          </a:p>
          <a:p>
            <a:pPr>
              <a:defRPr sz="1200"/>
            </a:pPr>
            <a:r>
              <a:t>D:/pasar_fix/node_modules/.bun/highlight.js@11.11.1/node_modules/highlight.js/styles/base16/twilight.css</a:t>
            </a:r>
          </a:p>
          <a:p>
            <a:pPr>
              <a:defRPr sz="1200"/>
            </a:pPr>
            <a:r>
              <a:t>D:/pasar_fix/node_modules/.bun/highlight.js@11.11.1/node_modules/highlight.js/styles/base16/twilight.min.css</a:t>
            </a:r>
          </a:p>
          <a:p>
            <a:pPr>
              <a:defRPr sz="1200"/>
            </a:pPr>
            <a:r>
              <a:t>D:/pasar_fix/node_modules/.bun/highlight.js@11.11.1/node_modules/highlight.js/styles/base16/unikitty-dark.css</a:t>
            </a:r>
          </a:p>
          <a:p>
            <a:pPr>
              <a:defRPr sz="1200"/>
            </a:pPr>
            <a:r>
              <a:t>D:/pasar_fix/node_modules/.bun/highlight.js@11.11.1/node_modules/highlight.js/styles/base16/unikitty-dark.min.css</a:t>
            </a:r>
          </a:p>
          <a:p>
            <a:pPr>
              <a:defRPr sz="1200"/>
            </a:pPr>
            <a:r>
              <a:t>D:/pasar_fix/node_modules/.bun/highlight.js@11.11.1/node_modules/highlight.js/styles/base16/unikitty-light.css</a:t>
            </a:r>
          </a:p>
          <a:p>
            <a:pPr>
              <a:defRPr sz="1200"/>
            </a:pPr>
            <a:r>
              <a:t>D:/pasar_fix/node_modules/.bun/highlight.js@11.11.1/node_modules/highlight.js/styles/base16/unikitty-light.min.css</a:t>
            </a:r>
          </a:p>
          <a:p>
            <a:pPr>
              <a:defRPr sz="1200"/>
            </a:pPr>
            <a:r>
              <a:t>D:/pasar_fix/node_modules/.bun/highlight.js@11.11.1/node_modules/highlight.js/styles/base16/vulcan.css</a:t>
            </a:r>
          </a:p>
          <a:p>
            <a:pPr>
              <a:defRPr sz="1200"/>
            </a:pPr>
            <a:r>
              <a:t>D:/pasar_fix/node_modules/.bun/highlight.js@11.11.1/node_modules/highlight.js/styles/base16/vulcan.min.css</a:t>
            </a:r>
          </a:p>
          <a:p>
            <a:pPr>
              <a:defRPr sz="1200"/>
            </a:pPr>
            <a:r>
              <a:t>D:/pasar_fix/node_modules/.bun/highlight.js@11.11.1/node_modules/highlight.js/styles/base16/windows-10-light.css</a:t>
            </a:r>
          </a:p>
          <a:p>
            <a:pPr>
              <a:defRPr sz="1200"/>
            </a:pPr>
            <a:r>
              <a:t>D:/pasar_fix/node_modules/.bun/highlight.js@11.11.1/node_modules/highlight.js/styles/base16/windows-10-light.min.css</a:t>
            </a:r>
          </a:p>
          <a:p>
            <a:pPr>
              <a:defRPr sz="1200"/>
            </a:pPr>
            <a:r>
              <a:t>D:/pasar_fix/node_modules/.bun/highlight.js@11.11.1/node_modules/highlight.js/styles/base16/windows-10.css</a:t>
            </a:r>
          </a:p>
          <a:p>
            <a:pPr>
              <a:defRPr sz="1200"/>
            </a:pPr>
            <a:r>
              <a:t>D:/pasar_fix/node_modules/.bun/highlight.js@11.11.1/node_modules/highlight.js/styles/base16/windows-10.min.css</a:t>
            </a:r>
          </a:p>
          <a:p>
            <a:pPr>
              <a:defRPr sz="1200"/>
            </a:pPr>
            <a:r>
              <a:t>D:/pasar_fix/node_modules/.bun/highlight.js@11.11.1/node_modules/highlight.js/styles/base16/windows-95-light.css</a:t>
            </a:r>
          </a:p>
          <a:p>
            <a:pPr>
              <a:defRPr sz="1200"/>
            </a:pPr>
            <a:r>
              <a:t>D:/pasar_fix/node_modules/.bun/highlight.js@11.11.1/node_modules/highlight.js/styles/base16/windows-95-light.min.css</a:t>
            </a:r>
          </a:p>
          <a:p>
            <a:pPr>
              <a:defRPr sz="1200"/>
            </a:pPr>
            <a:r>
              <a:t>D:/pasar_fix/node_modules/.bun/highlight.js@11.11.1/node_modules/highlight.js/styles/base16/windows-95.css</a:t>
            </a:r>
          </a:p>
          <a:p>
            <a:pPr>
              <a:defRPr sz="1200"/>
            </a:pPr>
            <a:r>
              <a:t>D:/pasar_fix/node_modules/.bun/highlight.js@11.11.1/node_modules/highlight.js/styles/base16/windows-95.min.css</a:t>
            </a:r>
          </a:p>
          <a:p>
            <a:pPr>
              <a:defRPr sz="1200"/>
            </a:pPr>
            <a:r>
              <a:t>D:/pasar_fix/node_modules/.bun/highlight.js@11.11.1/node_modules/highlight.js/styles/base16/windows-high-contrast-light.css</a:t>
            </a:r>
          </a:p>
          <a:p>
            <a:pPr>
              <a:defRPr sz="1200"/>
            </a:pPr>
            <a:r>
              <a:t>D:/pasar_fix/node_modules/.bun/highlight.js@11.11.1/node_modules/highlight.js/styles/base16/windows-high-contrast-light.min.css</a:t>
            </a:r>
          </a:p>
          <a:p>
            <a:pPr>
              <a:defRPr sz="1200"/>
            </a:pPr>
            <a:r>
              <a:t>D:/pasar_fix/node_modules/.bun/highlight.js@11.11.1/node_modules/highlight.js/styles/base16/windows-high-contrast.css</a:t>
            </a:r>
          </a:p>
          <a:p>
            <a:pPr>
              <a:defRPr sz="1200"/>
            </a:pPr>
            <a:r>
              <a:t>D:/pasar_fix/node_modules/.bun/highlight.js@11.11.1/node_modules/highlight.js/styles/base16/windows-high-contrast.min.css</a:t>
            </a:r>
          </a:p>
          <a:p>
            <a:pPr>
              <a:defRPr sz="1200"/>
            </a:pPr>
            <a:r>
              <a:t>D:/pasar_fix/node_modules/.bun/highlight.js@11.11.1/node_modules/highlight.js/styles/base16/windows-nt-light.css</a:t>
            </a:r>
          </a:p>
          <a:p>
            <a:pPr>
              <a:defRPr sz="1200"/>
            </a:pPr>
            <a:r>
              <a:t>D:/pasar_fix/node_modules/.bun/highlight.js@11.11.1/node_modules/highlight.js/styles/base16/windows-nt-light.min.css</a:t>
            </a:r>
          </a:p>
          <a:p>
            <a:pPr>
              <a:defRPr sz="1200"/>
            </a:pPr>
            <a:r>
              <a:t>D:/pasar_fix/node_modules/.bun/highlight.js@11.11.1/node_modules/highlight.js/styles/base16/windows-nt.css</a:t>
            </a:r>
          </a:p>
          <a:p>
            <a:pPr>
              <a:defRPr sz="1200"/>
            </a:pPr>
            <a:r>
              <a:t>D:/pasar_fix/node_modules/.bun/highlight.js@11.11.1/node_modules/highlight.js/styles/base16/windows-nt.min.css</a:t>
            </a:r>
          </a:p>
          <a:p>
            <a:pPr>
              <a:defRPr sz="1200"/>
            </a:pPr>
            <a:r>
              <a:t>D:/pasar_fix/node_modules/.bun/highlight.js@11.11.1/node_modules/highlight.js/styles/base16/woodland.css</a:t>
            </a:r>
          </a:p>
          <a:p>
            <a:pPr>
              <a:defRPr sz="1200"/>
            </a:pPr>
            <a:r>
              <a:t>D:/pasar_fix/node_modules/.bun/highlight.js@11.11.1/node_modules/highlight.js/styles/base16/woodland.min.css</a:t>
            </a:r>
          </a:p>
          <a:p>
            <a:pPr>
              <a:defRPr sz="1200"/>
            </a:pPr>
            <a:r>
              <a:t>D:/pasar_fix/node_modules/.bun/highlight.js@11.11.1/node_modules/highlight.js/styles/base16/xcode-dusk.css</a:t>
            </a:r>
          </a:p>
          <a:p>
            <a:pPr>
              <a:defRPr sz="1200"/>
            </a:pPr>
            <a:r>
              <a:t>D:/pasar_fix/node_modules/.bun/highlight.js@11.11.1/node_modules/highlight.js/styles/base16/xcode-dusk.min.css</a:t>
            </a:r>
          </a:p>
          <a:p>
            <a:pPr>
              <a:defRPr sz="1200"/>
            </a:pPr>
            <a:r>
              <a:t>D:/pasar_fix/node_modules/.bun/highlight.js@11.11.1/node_modules/highlight.js/styles/base16/zenburn.css</a:t>
            </a:r>
          </a:p>
          <a:p>
            <a:pPr>
              <a:defRPr sz="1200"/>
            </a:pPr>
            <a:r>
              <a:t>D:/pasar_fix/node_modules/.bun/highlight.js@11.11.1/node_modules/highlight.js/styles/base16/zenburn.min.css</a:t>
            </a:r>
          </a:p>
          <a:p>
            <a:pPr>
              <a:defRPr sz="1200"/>
            </a:pPr>
            <a:r>
              <a:t>D:/pasar_fix/node_modules/.bun/highlight.js@11.11.1/node_modules/highlight.js/types/index.d.ts</a:t>
            </a:r>
          </a:p>
          <a:p>
            <a:pPr>
              <a:defRPr sz="1200"/>
            </a:pPr>
            <a:r>
              <a:t>D:/pasar_fix/node_modules/.bun/hookable@5.5.3/node_modules/hookable/LICENSE.md</a:t>
            </a:r>
          </a:p>
          <a:p>
            <a:pPr>
              <a:defRPr sz="1200"/>
            </a:pPr>
            <a:r>
              <a:t>D:/pasar_fix/node_modules/.bun/hookable@5.5.3/node_modules/hookable/package.json</a:t>
            </a:r>
          </a:p>
          <a:p>
            <a:pPr>
              <a:defRPr sz="1200"/>
            </a:pPr>
            <a:r>
              <a:t>D:/pasar_fix/node_modules/.bun/hookable@5.5.3/node_modules/hookable/README.md</a:t>
            </a:r>
          </a:p>
          <a:p>
            <a:pPr>
              <a:defRPr sz="1200"/>
            </a:pPr>
            <a:r>
              <a:t>D:/pasar_fix/node_modules/.bun/hookable@5.5.3/node_modules/hookable/dist/index.cjs</a:t>
            </a:r>
          </a:p>
          <a:p>
            <a:pPr>
              <a:defRPr sz="1200"/>
            </a:pPr>
            <a:r>
              <a:t>D:/pasar_fix/node_modules/.bun/hookable@5.5.3/node_modules/hookable/dist/index.d.ts</a:t>
            </a:r>
          </a:p>
          <a:p>
            <a:pPr>
              <a:defRPr sz="1200"/>
            </a:pPr>
            <a:r>
              <a:t>D:/pasar_fix/node_modules/.bun/hookable@5.5.3/node_modules/hookable/dist/index.mjs</a:t>
            </a:r>
          </a:p>
          <a:p>
            <a:pPr>
              <a:defRPr sz="1200"/>
            </a:pPr>
            <a:r>
              <a:t>D:/pasar_fix/node_modules/.bun/html-encoding-sniffer@4.0.0/node_modules/html-encoding-sniffer/LICENSE.txt</a:t>
            </a:r>
          </a:p>
          <a:p>
            <a:pPr>
              <a:defRPr sz="1200"/>
            </a:pPr>
            <a:r>
              <a:t>D:/pasar_fix/node_modules/.bun/html-encoding-sniffer@4.0.0/node_modules/html-encoding-sniffer/package.json</a:t>
            </a:r>
          </a:p>
          <a:p>
            <a:pPr>
              <a:defRPr sz="1200"/>
            </a:pPr>
            <a:r>
              <a:t>D:/pasar_fix/node_modules/.bun/html-encoding-sniffer@4.0.0/node_modules/html-encoding-sniffer/README.md</a:t>
            </a:r>
          </a:p>
          <a:p>
            <a:pPr>
              <a:defRPr sz="1200"/>
            </a:pPr>
            <a:r>
              <a:t>D:/pasar_fix/node_modules/.bun/html-encoding-sniffer@4.0.0/node_modules/html-encoding-sniffer/lib/html-encoding-sniffer.js</a:t>
            </a:r>
          </a:p>
          <a:p>
            <a:pPr>
              <a:defRPr sz="1200"/>
            </a:pPr>
            <a:r>
              <a:t>D:/pasar_fix/node_modules/.bun/html-to-image@1.11.13/node_modules/html-to-image/LICENSE</a:t>
            </a:r>
          </a:p>
          <a:p>
            <a:pPr>
              <a:defRPr sz="1200"/>
            </a:pPr>
            <a:r>
              <a:t>D:/pasar_fix/node_modules/.bun/html-to-image@1.11.13/node_modules/html-to-image/package.json</a:t>
            </a:r>
          </a:p>
          <a:p>
            <a:pPr>
              <a:defRPr sz="1200"/>
            </a:pPr>
            <a:r>
              <a:t>D:/pasar_fix/node_modules/.bun/html-to-image@1.11.13/node_modules/html-to-image/README.md</a:t>
            </a:r>
          </a:p>
          <a:p>
            <a:pPr>
              <a:defRPr sz="1200"/>
            </a:pPr>
            <a:r>
              <a:t>D:/pasar_fix/node_modules/.bun/html-to-image@1.11.13/node_modules/html-to-image/dist/html-to-image.js</a:t>
            </a:r>
          </a:p>
          <a:p>
            <a:pPr>
              <a:defRPr sz="1200"/>
            </a:pPr>
            <a:r>
              <a:t>D:/pasar_fix/node_modules/.bun/html-to-image@1.11.13/node_modules/html-to-image/dist/html-to-image.js.map</a:t>
            </a:r>
          </a:p>
          <a:p>
            <a:pPr>
              <a:defRPr sz="1200"/>
            </a:pPr>
            <a:r>
              <a:t>D:/pasar_fix/node_modules/.bun/html-to-image@1.11.13/node_modules/html-to-image/es/apply-style.d.ts</a:t>
            </a:r>
          </a:p>
          <a:p>
            <a:pPr>
              <a:defRPr sz="1200"/>
            </a:pPr>
            <a:r>
              <a:t>D:/pasar_fix/node_modules/.bun/html-to-image@1.11.13/node_modules/html-to-image/es/apply-style.js</a:t>
            </a:r>
          </a:p>
          <a:p>
            <a:pPr>
              <a:defRPr sz="1200"/>
            </a:pPr>
            <a:r>
              <a:t>D:/pasar_fix/node_modules/.bun/html-to-image@1.11.13/node_modules/html-to-image/es/apply-style.js.map</a:t>
            </a:r>
          </a:p>
          <a:p>
            <a:pPr>
              <a:defRPr sz="1200"/>
            </a:pPr>
            <a:r>
              <a:t>D:/pasar_fix/node_modules/.bun/html-to-image@1.11.13/node_modules/html-to-image/es/clone-node.d.ts</a:t>
            </a:r>
          </a:p>
          <a:p>
            <a:pPr>
              <a:defRPr sz="1200"/>
            </a:pPr>
            <a:r>
              <a:t>D:/pasar_fix/node_modules/.bun/html-to-image@1.11.13/node_modules/html-to-image/es/clone-node.js</a:t>
            </a:r>
          </a:p>
          <a:p>
            <a:pPr>
              <a:defRPr sz="1200"/>
            </a:pPr>
            <a:r>
              <a:t>D:/pasar_fix/node_modules/.bun/html-to-image@1.11.13/node_modules/html-to-image/es/clone-node.js.map</a:t>
            </a:r>
          </a:p>
          <a:p>
            <a:pPr>
              <a:defRPr sz="1200"/>
            </a:pPr>
            <a:r>
              <a:t>D:/pasar_fix/node_modules/.bun/html-to-image@1.11.13/node_modules/html-to-image/es/clone-pseudos.d.ts</a:t>
            </a:r>
          </a:p>
          <a:p>
            <a:pPr>
              <a:defRPr sz="1200"/>
            </a:pPr>
            <a:r>
              <a:t>D:/pasar_fix/node_modules/.bun/html-to-image@1.11.13/node_modules/html-to-image/es/clone-pseudos.js</a:t>
            </a:r>
          </a:p>
          <a:p>
            <a:pPr>
              <a:defRPr sz="1200"/>
            </a:pPr>
            <a:r>
              <a:t>D:/pasar_fix/node_modules/.bun/html-to-image@1.11.13/node_modules/html-to-image/es/clone-pseudos.js.map</a:t>
            </a:r>
          </a:p>
          <a:p>
            <a:pPr>
              <a:defRPr sz="1200"/>
            </a:pPr>
            <a:r>
              <a:t>D:/pasar_fix/node_modules/.bun/html-to-image@1.11.13/node_modules/html-to-image/es/dataurl.d.ts</a:t>
            </a:r>
          </a:p>
          <a:p>
            <a:pPr>
              <a:defRPr sz="1200"/>
            </a:pPr>
            <a:r>
              <a:t>D:/pasar_fix/node_modules/.bun/html-to-image@1.11.13/node_modules/html-to-image/es/dataurl.js</a:t>
            </a:r>
          </a:p>
          <a:p>
            <a:pPr>
              <a:defRPr sz="1200"/>
            </a:pPr>
            <a:r>
              <a:t>D:/pasar_fix/node_modules/.bun/html-to-image@1.11.13/node_modules/html-to-image/es/dataurl.js.map</a:t>
            </a:r>
          </a:p>
          <a:p>
            <a:pPr>
              <a:defRPr sz="1200"/>
            </a:pPr>
            <a:r>
              <a:t>D:/pasar_fix/node_modules/.bun/html-to-image@1.11.13/node_modules/html-to-image/es/embed-images.d.ts</a:t>
            </a:r>
          </a:p>
          <a:p>
            <a:pPr>
              <a:defRPr sz="1200"/>
            </a:pPr>
            <a:r>
              <a:t>D:/pasar_fix/node_modules/.bun/html-to-image@1.11.13/node_modules/html-to-image/es/embed-images.js</a:t>
            </a:r>
          </a:p>
          <a:p>
            <a:pPr>
              <a:defRPr sz="1200"/>
            </a:pPr>
            <a:r>
              <a:t>D:/pasar_fix/node_modules/.bun/html-to-image@1.11.13/node_modules/html-to-image/es/embed-images.js.map</a:t>
            </a:r>
          </a:p>
          <a:p>
            <a:pPr>
              <a:defRPr sz="1200"/>
            </a:pPr>
            <a:r>
              <a:t>D:/pasar_fix/node_modules/.bun/html-to-image@1.11.13/node_modules/html-to-image/es/embed-resources.d.ts</a:t>
            </a:r>
          </a:p>
          <a:p>
            <a:pPr>
              <a:defRPr sz="1200"/>
            </a:pPr>
            <a:r>
              <a:t>D:/pasar_fix/node_modules/.bun/html-to-image@1.11.13/node_modules/html-to-image/es/embed-resources.js</a:t>
            </a:r>
          </a:p>
          <a:p>
            <a:pPr>
              <a:defRPr sz="1200"/>
            </a:pPr>
            <a:r>
              <a:t>D:/pasar_fix/node_modules/.bun/html-to-image@1.11.13/node_modules/html-to-image/es/embed-resources.js.map</a:t>
            </a:r>
          </a:p>
          <a:p>
            <a:pPr>
              <a:defRPr sz="1200"/>
            </a:pPr>
            <a:r>
              <a:t>D:/pasar_fix/node_modules/.bun/html-to-image@1.11.13/node_modules/html-to-image/es/embed-webfonts.d.ts</a:t>
            </a:r>
          </a:p>
          <a:p>
            <a:pPr>
              <a:defRPr sz="1200"/>
            </a:pPr>
            <a:r>
              <a:t>D:/pasar_fix/node_modules/.bun/html-to-image@1.11.13/node_modules/html-to-image/es/embed-webfonts.js</a:t>
            </a:r>
          </a:p>
          <a:p>
            <a:pPr>
              <a:defRPr sz="1200"/>
            </a:pPr>
            <a:r>
              <a:t>D:/pasar_fix/node_modules/.bun/html-to-image@1.11.13/node_modules/html-to-image/es/embed-webfonts.js.map</a:t>
            </a:r>
          </a:p>
          <a:p>
            <a:pPr>
              <a:defRPr sz="1200"/>
            </a:pPr>
            <a:r>
              <a:t>D:/pasar_fix/node_modules/.bun/html-to-image@1.11.13/node_modules/html-to-image/es/index.d.ts</a:t>
            </a:r>
          </a:p>
          <a:p>
            <a:pPr>
              <a:defRPr sz="1200"/>
            </a:pPr>
            <a:r>
              <a:t>D:/pasar_fix/node_modules/.bun/html-to-image@1.11.13/node_modules/html-to-image/es/index.js</a:t>
            </a:r>
          </a:p>
          <a:p>
            <a:pPr>
              <a:defRPr sz="1200"/>
            </a:pPr>
            <a:r>
              <a:t>D:/pasar_fix/node_modules/.bun/html-to-image@1.11.13/node_modules/html-to-image/es/index.js.map</a:t>
            </a:r>
          </a:p>
          <a:p>
            <a:pPr>
              <a:defRPr sz="1200"/>
            </a:pPr>
            <a:r>
              <a:t>D:/pasar_fix/node_modules/.bun/html-to-image@1.11.13/node_modules/html-to-image/es/mimes.d.ts</a:t>
            </a:r>
          </a:p>
          <a:p>
            <a:pPr>
              <a:defRPr sz="1200"/>
            </a:pPr>
            <a:r>
              <a:t>D:/pasar_fix/node_modules/.bun/html-to-image@1.11.13/node_modules/html-to-image/es/mimes.js</a:t>
            </a:r>
          </a:p>
          <a:p>
            <a:pPr>
              <a:defRPr sz="1200"/>
            </a:pPr>
            <a:r>
              <a:t>D:/pasar_fix/node_modules/.bun/html-to-image@1.11.13/node_modules/html-to-image/es/mimes.js.map</a:t>
            </a:r>
          </a:p>
          <a:p>
            <a:pPr>
              <a:defRPr sz="1200"/>
            </a:pPr>
            <a:r>
              <a:t>D:/pasar_fix/node_modules/.bun/html-to-image@1.11.13/node_modules/html-to-image/es/types.d.ts</a:t>
            </a:r>
          </a:p>
          <a:p>
            <a:pPr>
              <a:defRPr sz="1200"/>
            </a:pPr>
            <a:r>
              <a:t>D:/pasar_fix/node_modules/.bun/html-to-image@1.11.13/node_modules/html-to-image/es/types.js</a:t>
            </a:r>
          </a:p>
          <a:p>
            <a:pPr>
              <a:defRPr sz="1200"/>
            </a:pPr>
            <a:r>
              <a:t>D:/pasar_fix/node_modules/.bun/html-to-image@1.11.13/node_modules/html-to-image/es/types.js.map</a:t>
            </a:r>
          </a:p>
          <a:p>
            <a:pPr>
              <a:defRPr sz="1200"/>
            </a:pPr>
            <a:r>
              <a:t>D:/pasar_fix/node_modules/.bun/html-to-image@1.11.13/node_modules/html-to-image/es/util.d.ts</a:t>
            </a:r>
          </a:p>
          <a:p>
            <a:pPr>
              <a:defRPr sz="1200"/>
            </a:pPr>
            <a:r>
              <a:t>D:/pasar_fix/node_modules/.bun/html-to-image@1.11.13/node_modules/html-to-image/es/util.js</a:t>
            </a:r>
          </a:p>
          <a:p>
            <a:pPr>
              <a:defRPr sz="1200"/>
            </a:pPr>
            <a:r>
              <a:t>D:/pasar_fix/node_modules/.bun/html-to-image@1.11.13/node_modules/html-to-image/es/util.js.map</a:t>
            </a:r>
          </a:p>
          <a:p>
            <a:pPr>
              <a:defRPr sz="1200"/>
            </a:pPr>
            <a:r>
              <a:t>D:/pasar_fix/node_modules/.bun/html-to-image@1.11.13/node_modules/html-to-image/lib/apply-style.d.ts</a:t>
            </a:r>
          </a:p>
          <a:p>
            <a:pPr>
              <a:defRPr sz="1200"/>
            </a:pPr>
            <a:r>
              <a:t>D:/pasar_fix/node_modules/.bun/html-to-image@1.11.13/node_modules/html-to-image/lib/apply-style.js</a:t>
            </a:r>
          </a:p>
          <a:p>
            <a:pPr>
              <a:defRPr sz="1200"/>
            </a:pPr>
            <a:r>
              <a:t>D:/pasar_fix/node_modules/.bun/html-to-image@1.11.13/node_modules/html-to-image/lib/apply-style.js.map</a:t>
            </a:r>
          </a:p>
          <a:p>
            <a:pPr>
              <a:defRPr sz="1200"/>
            </a:pPr>
            <a:r>
              <a:t>D:/pasar_fix/node_modules/.bun/html-to-image@1.11.13/node_modules/html-to-image/lib/clone-node.d.ts</a:t>
            </a:r>
          </a:p>
          <a:p>
            <a:pPr>
              <a:defRPr sz="1200"/>
            </a:pPr>
            <a:r>
              <a:t>D:/pasar_fix/node_modules/.bun/html-to-image@1.11.13/node_modules/html-to-image/lib/clone-node.js</a:t>
            </a:r>
          </a:p>
          <a:p>
            <a:pPr>
              <a:defRPr sz="1200"/>
            </a:pPr>
            <a:r>
              <a:t>D:/pasar_fix/node_modules/.bun/html-to-image@1.11.13/node_modules/html-to-image/lib/clone-node.js.map</a:t>
            </a:r>
          </a:p>
          <a:p>
            <a:pPr>
              <a:defRPr sz="1200"/>
            </a:pPr>
            <a:r>
              <a:t>D:/pasar_fix/node_modules/.bun/html-to-image@1.11.13/node_modules/html-to-image/lib/clone-pseudos.d.ts</a:t>
            </a:r>
          </a:p>
          <a:p>
            <a:pPr>
              <a:defRPr sz="1200"/>
            </a:pPr>
            <a:r>
              <a:t>D:/pasar_fix/node_modules/.bun/html-to-image@1.11.13/node_modules/html-to-image/lib/clone-pseudos.js</a:t>
            </a:r>
          </a:p>
          <a:p>
            <a:pPr>
              <a:defRPr sz="1200"/>
            </a:pPr>
            <a:r>
              <a:t>D:/pasar_fix/node_modules/.bun/html-to-image@1.11.13/node_modules/html-to-image/lib/clone-pseudos.js.map</a:t>
            </a:r>
          </a:p>
          <a:p>
            <a:pPr>
              <a:defRPr sz="1200"/>
            </a:pPr>
            <a:r>
              <a:t>D:/pasar_fix/node_modules/.bun/html-to-image@1.11.13/node_modules/html-to-image/lib/dataurl.d.ts</a:t>
            </a:r>
          </a:p>
          <a:p>
            <a:pPr>
              <a:defRPr sz="1200"/>
            </a:pPr>
            <a:r>
              <a:t>D:/pasar_fix/node_modules/.bun/html-to-image@1.11.13/node_modules/html-to-image/lib/dataurl.js</a:t>
            </a:r>
          </a:p>
          <a:p>
            <a:pPr>
              <a:defRPr sz="1200"/>
            </a:pPr>
            <a:r>
              <a:t>D:/pasar_fix/node_modules/.bun/html-to-image@1.11.13/node_modules/html-to-image/lib/dataurl.js.map</a:t>
            </a:r>
          </a:p>
          <a:p>
            <a:pPr>
              <a:defRPr sz="1200"/>
            </a:pPr>
            <a:r>
              <a:t>D:/pasar_fix/node_modules/.bun/html-to-image@1.11.13/node_modules/html-to-image/lib/embed-images.d.ts</a:t>
            </a:r>
          </a:p>
          <a:p>
            <a:pPr>
              <a:defRPr sz="1200"/>
            </a:pPr>
            <a:r>
              <a:t>D:/pasar_fix/node_modules/.bun/html-to-image@1.11.13/node_modules/html-to-image/lib/embed-images.js</a:t>
            </a:r>
          </a:p>
          <a:p>
            <a:pPr>
              <a:defRPr sz="1200"/>
            </a:pPr>
            <a:r>
              <a:t>D:/pasar_fix/node_modules/.bun/html-to-image@1.11.13/node_modules/html-to-image/lib/embed-images.js.map</a:t>
            </a:r>
          </a:p>
          <a:p>
            <a:pPr>
              <a:defRPr sz="1200"/>
            </a:pPr>
            <a:r>
              <a:t>D:/pasar_fix/node_modules/.bun/html-to-image@1.11.13/node_modules/html-to-image/lib/embed-resources.d.ts</a:t>
            </a:r>
          </a:p>
          <a:p>
            <a:pPr>
              <a:defRPr sz="1200"/>
            </a:pPr>
            <a:r>
              <a:t>D:/pasar_fix/node_modules/.bun/html-to-image@1.11.13/node_modules/html-to-image/lib/embed-resources.js</a:t>
            </a:r>
          </a:p>
          <a:p>
            <a:pPr>
              <a:defRPr sz="1200"/>
            </a:pPr>
            <a:r>
              <a:t>D:/pasar_fix/node_modules/.bun/html-to-image@1.11.13/node_modules/html-to-image/lib/embed-resources.js.map</a:t>
            </a:r>
          </a:p>
          <a:p>
            <a:pPr>
              <a:defRPr sz="1200"/>
            </a:pPr>
            <a:r>
              <a:t>D:/pasar_fix/node_modules/.bun/html-to-image@1.11.13/node_modules/html-to-image/lib/embed-webfonts.d.ts</a:t>
            </a:r>
          </a:p>
          <a:p>
            <a:pPr>
              <a:defRPr sz="1200"/>
            </a:pPr>
            <a:r>
              <a:t>D:/pasar_fix/node_modules/.bun/html-to-image@1.11.13/node_modules/html-to-image/lib/embed-webfonts.js</a:t>
            </a:r>
          </a:p>
          <a:p>
            <a:pPr>
              <a:defRPr sz="1200"/>
            </a:pPr>
            <a:r>
              <a:t>D:/pasar_fix/node_modules/.bun/html-to-image@1.11.13/node_modules/html-to-image/lib/embed-webfonts.js.map</a:t>
            </a:r>
          </a:p>
          <a:p>
            <a:pPr>
              <a:defRPr sz="1200"/>
            </a:pPr>
            <a:r>
              <a:t>D:/pasar_fix/node_modules/.bun/html-to-image@1.11.13/node_modules/html-to-image/lib/index.d.ts</a:t>
            </a:r>
          </a:p>
          <a:p>
            <a:pPr>
              <a:defRPr sz="1200"/>
            </a:pPr>
            <a:r>
              <a:t>D:/pasar_fix/node_modules/.bun/html-to-image@1.11.13/node_modules/html-to-image/lib/index.js</a:t>
            </a:r>
          </a:p>
          <a:p>
            <a:pPr>
              <a:defRPr sz="1200"/>
            </a:pPr>
            <a:r>
              <a:t>D:/pasar_fix/node_modules/.bun/html-to-image@1.11.13/node_modules/html-to-image/lib/index.js.map</a:t>
            </a:r>
          </a:p>
          <a:p>
            <a:pPr>
              <a:defRPr sz="1200"/>
            </a:pPr>
            <a:r>
              <a:t>D:/pasar_fix/node_modules/.bun/html-to-image@1.11.13/node_modules/html-to-image/lib/mimes.d.ts</a:t>
            </a:r>
          </a:p>
          <a:p>
            <a:pPr>
              <a:defRPr sz="1200"/>
            </a:pPr>
            <a:r>
              <a:t>D:/pasar_fix/node_modules/.bun/html-to-image@1.11.13/node_modules/html-to-image/lib/mimes.js</a:t>
            </a:r>
          </a:p>
          <a:p>
            <a:pPr>
              <a:defRPr sz="1200"/>
            </a:pPr>
            <a:r>
              <a:t>D:/pasar_fix/node_modules/.bun/html-to-image@1.11.13/node_modules/html-to-image/lib/mimes.js.map</a:t>
            </a:r>
          </a:p>
          <a:p>
            <a:pPr>
              <a:defRPr sz="1200"/>
            </a:pPr>
            <a:r>
              <a:t>D:/pasar_fix/node_modules/.bun/html-to-image@1.11.13/node_modules/html-to-image/lib/types.d.ts</a:t>
            </a:r>
          </a:p>
          <a:p>
            <a:pPr>
              <a:defRPr sz="1200"/>
            </a:pPr>
            <a:r>
              <a:t>D:/pasar_fix/node_modules/.bun/html-to-image@1.11.13/node_modules/html-to-image/lib/types.js</a:t>
            </a:r>
          </a:p>
          <a:p>
            <a:pPr>
              <a:defRPr sz="1200"/>
            </a:pPr>
            <a:r>
              <a:t>D:/pasar_fix/node_modules/.bun/html-to-image@1.11.13/node_modules/html-to-image/lib/types.js.map</a:t>
            </a:r>
          </a:p>
          <a:p>
            <a:pPr>
              <a:defRPr sz="1200"/>
            </a:pPr>
            <a:r>
              <a:t>D:/pasar_fix/node_modules/.bun/html-to-image@1.11.13/node_modules/html-to-image/lib/util.d.ts</a:t>
            </a:r>
          </a:p>
          <a:p>
            <a:pPr>
              <a:defRPr sz="1200"/>
            </a:pPr>
            <a:r>
              <a:t>D:/pasar_fix/node_modules/.bun/html-to-image@1.11.13/node_modules/html-to-image/lib/util.js</a:t>
            </a:r>
          </a:p>
          <a:p>
            <a:pPr>
              <a:defRPr sz="1200"/>
            </a:pPr>
            <a:r>
              <a:t>D:/pasar_fix/node_modules/.bun/html-to-image@1.11.13/node_modules/html-to-image/lib/util.js.map</a:t>
            </a:r>
          </a:p>
          <a:p>
            <a:pPr>
              <a:defRPr sz="1200"/>
            </a:pPr>
            <a:r>
              <a:t>D:/pasar_fix/node_modules/.bun/html-to-image@1.11.13/node_modules/html-to-image/src/apply-style.ts</a:t>
            </a:r>
          </a:p>
          <a:p>
            <a:pPr>
              <a:defRPr sz="1200"/>
            </a:pPr>
            <a:r>
              <a:t>D:/pasar_fix/node_modules/.bun/html-to-image@1.11.13/node_modules/html-to-image/src/clone-node.ts</a:t>
            </a:r>
          </a:p>
          <a:p>
            <a:pPr>
              <a:defRPr sz="1200"/>
            </a:pPr>
            <a:r>
              <a:t>D:/pasar_fix/node_modules/.bun/html-to-image@1.11.13/node_modules/html-to-image/src/clone-pseudos.ts</a:t>
            </a:r>
          </a:p>
          <a:p>
            <a:pPr>
              <a:defRPr sz="1200"/>
            </a:pPr>
            <a:r>
              <a:t>D:/pasar_fix/node_modules/.bun/html-to-image@1.11.13/node_modules/html-to-image/src/dataurl.ts</a:t>
            </a:r>
          </a:p>
          <a:p>
            <a:pPr>
              <a:defRPr sz="1200"/>
            </a:pPr>
            <a:r>
              <a:t>D:/pasar_fix/node_modules/.bun/html-to-image@1.11.13/node_modules/html-to-image/src/embed-images.ts</a:t>
            </a:r>
          </a:p>
          <a:p>
            <a:pPr>
              <a:defRPr sz="1200"/>
            </a:pPr>
            <a:r>
              <a:t>D:/pasar_fix/node_modules/.bun/html-to-image@1.11.13/node_modules/html-to-image/src/embed-resources.ts</a:t>
            </a:r>
          </a:p>
          <a:p>
            <a:pPr>
              <a:defRPr sz="1200"/>
            </a:pPr>
            <a:r>
              <a:t>D:/pasar_fix/node_modules/.bun/html-to-image@1.11.13/node_modules/html-to-image/src/embed-webfonts.ts</a:t>
            </a:r>
          </a:p>
          <a:p>
            <a:pPr>
              <a:defRPr sz="1200"/>
            </a:pPr>
            <a:r>
              <a:t>D:/pasar_fix/node_modules/.bun/html-to-image@1.11.13/node_modules/html-to-image/src/index.ts</a:t>
            </a:r>
          </a:p>
          <a:p>
            <a:pPr>
              <a:defRPr sz="1200"/>
            </a:pPr>
            <a:r>
              <a:t>D:/pasar_fix/node_modules/.bun/html-to-image@1.11.13/node_modules/html-to-image/src/mimes.ts</a:t>
            </a:r>
          </a:p>
          <a:p>
            <a:pPr>
              <a:defRPr sz="1200"/>
            </a:pPr>
            <a:r>
              <a:t>D:/pasar_fix/node_modules/.bun/html-to-image@1.11.13/node_modules/html-to-image/src/types.ts</a:t>
            </a:r>
          </a:p>
          <a:p>
            <a:pPr>
              <a:defRPr sz="1200"/>
            </a:pPr>
            <a:r>
              <a:t>D:/pasar_fix/node_modules/.bun/html-to-image@1.11.13/node_modules/html-to-image/src/util.ts</a:t>
            </a:r>
          </a:p>
          <a:p>
            <a:pPr>
              <a:defRPr sz="1200"/>
            </a:pPr>
            <a:r>
              <a:t>D:/pasar_fix/node_modules/.bun/htmlparser2@10.1.0/node_modules/htmlparser2/LICENSE</a:t>
            </a:r>
          </a:p>
          <a:p>
            <a:pPr>
              <a:defRPr sz="1200"/>
            </a:pPr>
            <a:r>
              <a:t>D:/pasar_fix/node_modules/.bun/htmlparser2@10.1.0/node_modules/htmlparser2/package.json</a:t>
            </a:r>
          </a:p>
          <a:p>
            <a:pPr>
              <a:defRPr sz="1200"/>
            </a:pPr>
            <a:r>
              <a:t>D:/pasar_fix/node_modules/.bun/htmlparser2@10.1.0/node_modules/htmlparser2/README.md</a:t>
            </a:r>
          </a:p>
          <a:p>
            <a:pPr>
              <a:defRPr sz="1200"/>
            </a:pPr>
            <a:r>
              <a:t>D:/pasar_fix/node_modules/.bun/htmlparser2@10.1.0/node_modules/htmlparser2/WritableStream.js</a:t>
            </a:r>
          </a:p>
          <a:p>
            <a:pPr>
              <a:defRPr sz="1200"/>
            </a:pPr>
            <a:r>
              <a:t>D:/pasar_fix/node_modules/.bun/htmlparser2@10.1.0/node_modules/htmlparser2/dist/commonjs/index.d.ts</a:t>
            </a:r>
          </a:p>
          <a:p>
            <a:pPr>
              <a:defRPr sz="1200"/>
            </a:pPr>
            <a:r>
              <a:t>D:/pasar_fix/node_modules/.bun/htmlparser2@10.1.0/node_modules/htmlparser2/dist/commonjs/index.d.ts.map</a:t>
            </a:r>
          </a:p>
          <a:p>
            <a:pPr>
              <a:defRPr sz="1200"/>
            </a:pPr>
            <a:r>
              <a:t>D:/pasar_fix/node_modules/.bun/htmlparser2@10.1.0/node_modules/htmlparser2/dist/commonjs/index.js</a:t>
            </a:r>
          </a:p>
          <a:p>
            <a:pPr>
              <a:defRPr sz="1200"/>
            </a:pPr>
            <a:r>
              <a:t>D:/pasar_fix/node_modules/.bun/htmlparser2@10.1.0/node_modules/htmlparser2/dist/commonjs/index.js.map</a:t>
            </a:r>
          </a:p>
          <a:p>
            <a:pPr>
              <a:defRPr sz="1200"/>
            </a:pPr>
            <a:r>
              <a:t>D:/pasar_fix/node_modules/.bun/htmlparser2@10.1.0/node_modules/htmlparser2/dist/commonjs/package.json</a:t>
            </a:r>
          </a:p>
          <a:p>
            <a:pPr>
              <a:defRPr sz="1200"/>
            </a:pPr>
            <a:r>
              <a:t>D:/pasar_fix/node_modules/.bun/htmlparser2@10.1.0/node_modules/htmlparser2/dist/commonjs/Parser.d.ts</a:t>
            </a:r>
          </a:p>
          <a:p>
            <a:pPr>
              <a:defRPr sz="1200"/>
            </a:pPr>
            <a:r>
              <a:t>D:/pasar_fix/node_modules/.bun/htmlparser2@10.1.0/node_modules/htmlparser2/dist/commonjs/Parser.d.ts.map</a:t>
            </a:r>
          </a:p>
          <a:p>
            <a:pPr>
              <a:defRPr sz="1200"/>
            </a:pPr>
            <a:r>
              <a:t>D:/pasar_fix/node_modules/.bun/htmlparser2@10.1.0/node_modules/htmlparser2/dist/commonjs/Parser.js</a:t>
            </a:r>
          </a:p>
          <a:p>
            <a:pPr>
              <a:defRPr sz="1200"/>
            </a:pPr>
            <a:r>
              <a:t>D:/pasar_fix/node_modules/.bun/htmlparser2@10.1.0/node_modules/htmlparser2/dist/commonjs/Parser.js.map</a:t>
            </a:r>
          </a:p>
          <a:p>
            <a:pPr>
              <a:defRPr sz="1200"/>
            </a:pPr>
            <a:r>
              <a:t>D:/pasar_fix/node_modules/.bun/htmlparser2@10.1.0/node_modules/htmlparser2/dist/commonjs/Tokenizer.d.ts</a:t>
            </a:r>
          </a:p>
          <a:p>
            <a:pPr>
              <a:defRPr sz="1200"/>
            </a:pPr>
            <a:r>
              <a:t>D:/pasar_fix/node_modules/.bun/htmlparser2@10.1.0/node_modules/htmlparser2/dist/commonjs/Tokenizer.d.ts.map</a:t>
            </a:r>
          </a:p>
          <a:p>
            <a:pPr>
              <a:defRPr sz="1200"/>
            </a:pPr>
            <a:r>
              <a:t>D:/pasar_fix/node_modules/.bun/htmlparser2@10.1.0/node_modules/htmlparser2/dist/commonjs/Tokenizer.js</a:t>
            </a:r>
          </a:p>
          <a:p>
            <a:pPr>
              <a:defRPr sz="1200"/>
            </a:pPr>
            <a:r>
              <a:t>D:/pasar_fix/node_modules/.bun/htmlparser2@10.1.0/node_modules/htmlparser2/dist/commonjs/Tokenizer.js.map</a:t>
            </a:r>
          </a:p>
          <a:p>
            <a:pPr>
              <a:defRPr sz="1200"/>
            </a:pPr>
            <a:r>
              <a:t>D:/pasar_fix/node_modules/.bun/htmlparser2@10.1.0/node_modules/htmlparser2/dist/commonjs/WritableStream.d.ts</a:t>
            </a:r>
          </a:p>
          <a:p>
            <a:pPr>
              <a:defRPr sz="1200"/>
            </a:pPr>
            <a:r>
              <a:t>D:/pasar_fix/node_modules/.bun/htmlparser2@10.1.0/node_modules/htmlparser2/dist/commonjs/WritableStream.d.ts.map</a:t>
            </a:r>
          </a:p>
          <a:p>
            <a:pPr>
              <a:defRPr sz="1200"/>
            </a:pPr>
            <a:r>
              <a:t>D:/pasar_fix/node_modules/.bun/htmlparser2@10.1.0/node_modules/htmlparser2/dist/commonjs/WritableStream.js</a:t>
            </a:r>
          </a:p>
          <a:p>
            <a:pPr>
              <a:defRPr sz="1200"/>
            </a:pPr>
            <a:r>
              <a:t>D:/pasar_fix/node_modules/.bun/htmlparser2@10.1.0/node_modules/htmlparser2/dist/commonjs/WritableStream.js.map</a:t>
            </a:r>
          </a:p>
          <a:p>
            <a:pPr>
              <a:defRPr sz="1200"/>
            </a:pPr>
            <a:r>
              <a:t>D:/pasar_fix/node_modules/.bun/htmlparser2@10.1.0/node_modules/htmlparser2/dist/esm/index.d.ts</a:t>
            </a:r>
          </a:p>
          <a:p>
            <a:pPr>
              <a:defRPr sz="1200"/>
            </a:pPr>
            <a:r>
              <a:t>D:/pasar_fix/node_modules/.bun/htmlparser2@10.1.0/node_modules/htmlparser2/dist/esm/index.d.ts.map</a:t>
            </a:r>
          </a:p>
          <a:p>
            <a:pPr>
              <a:defRPr sz="1200"/>
            </a:pPr>
            <a:r>
              <a:t>D:/pasar_fix/node_modules/.bun/htmlparser2@10.1.0/node_modules/htmlparser2/dist/esm/index.js</a:t>
            </a:r>
          </a:p>
          <a:p>
            <a:pPr>
              <a:defRPr sz="1200"/>
            </a:pPr>
            <a:r>
              <a:t>D:/pasar_fix/node_modules/.bun/htmlparser2@10.1.0/node_modules/htmlparser2/dist/esm/index.js.map</a:t>
            </a:r>
          </a:p>
          <a:p>
            <a:pPr>
              <a:defRPr sz="1200"/>
            </a:pPr>
            <a:r>
              <a:t>D:/pasar_fix/node_modules/.bun/htmlparser2@10.1.0/node_modules/htmlparser2/dist/esm/package.json</a:t>
            </a:r>
          </a:p>
          <a:p>
            <a:pPr>
              <a:defRPr sz="1200"/>
            </a:pPr>
            <a:r>
              <a:t>D:/pasar_fix/node_modules/.bun/htmlparser2@10.1.0/node_modules/htmlparser2/dist/esm/Parser.d.ts</a:t>
            </a:r>
          </a:p>
          <a:p>
            <a:pPr>
              <a:defRPr sz="1200"/>
            </a:pPr>
            <a:r>
              <a:t>D:/pasar_fix/node_modules/.bun/htmlparser2@10.1.0/node_modules/htmlparser2/dist/esm/Parser.d.ts.map</a:t>
            </a:r>
          </a:p>
          <a:p>
            <a:pPr>
              <a:defRPr sz="1200"/>
            </a:pPr>
            <a:r>
              <a:t>D:/pasar_fix/node_modules/.bun/htmlparser2@10.1.0/node_modules/htmlparser2/dist/esm/Parser.js</a:t>
            </a:r>
          </a:p>
          <a:p>
            <a:pPr>
              <a:defRPr sz="1200"/>
            </a:pPr>
            <a:r>
              <a:t>D:/pasar_fix/node_modules/.bun/htmlparser2@10.1.0/node_modules/htmlparser2/dist/esm/Parser.js.map</a:t>
            </a:r>
          </a:p>
          <a:p>
            <a:pPr>
              <a:defRPr sz="1200"/>
            </a:pPr>
            <a:r>
              <a:t>D:/pasar_fix/node_modules/.bun/htmlparser2@10.1.0/node_modules/htmlparser2/dist/esm/Tokenizer.d.ts</a:t>
            </a:r>
          </a:p>
          <a:p>
            <a:pPr>
              <a:defRPr sz="1200"/>
            </a:pPr>
            <a:r>
              <a:t>D:/pasar_fix/node_modules/.bun/htmlparser2@10.1.0/node_modules/htmlparser2/dist/esm/Tokenizer.d.ts.map</a:t>
            </a:r>
          </a:p>
          <a:p>
            <a:pPr>
              <a:defRPr sz="1200"/>
            </a:pPr>
            <a:r>
              <a:t>D:/pasar_fix/node_modules/.bun/htmlparser2@10.1.0/node_modules/htmlparser2/dist/esm/Tokenizer.js</a:t>
            </a:r>
          </a:p>
          <a:p>
            <a:pPr>
              <a:defRPr sz="1200"/>
            </a:pPr>
            <a:r>
              <a:t>D:/pasar_fix/node_modules/.bun/htmlparser2@10.1.0/node_modules/htmlparser2/dist/esm/Tokenizer.js.map</a:t>
            </a:r>
          </a:p>
          <a:p>
            <a:pPr>
              <a:defRPr sz="1200"/>
            </a:pPr>
            <a:r>
              <a:t>D:/pasar_fix/node_modules/.bun/htmlparser2@10.1.0/node_modules/htmlparser2/dist/esm/WritableStream.d.ts</a:t>
            </a:r>
          </a:p>
          <a:p>
            <a:pPr>
              <a:defRPr sz="1200"/>
            </a:pPr>
            <a:r>
              <a:t>D:/pasar_fix/node_modules/.bun/htmlparser2@10.1.0/node_modules/htmlparser2/dist/esm/WritableStream.d.ts.map</a:t>
            </a:r>
          </a:p>
          <a:p>
            <a:pPr>
              <a:defRPr sz="1200"/>
            </a:pPr>
            <a:r>
              <a:t>D:/pasar_fix/node_modules/.bun/htmlparser2@10.1.0/node_modules/htmlparser2/dist/esm/WritableStream.js</a:t>
            </a:r>
          </a:p>
          <a:p>
            <a:pPr>
              <a:defRPr sz="1200"/>
            </a:pPr>
            <a:r>
              <a:t>D:/pasar_fix/node_modules/.bun/htmlparser2@10.1.0/node_modules/htmlparser2/dist/esm/WritableStream.js.map</a:t>
            </a:r>
          </a:p>
          <a:p>
            <a:pPr>
              <a:defRPr sz="1200"/>
            </a:pPr>
            <a:r>
              <a:t>D:/pasar_fix/node_modules/.bun/htmlparser2@10.1.0/node_modules/htmlparser2/src/index.ts</a:t>
            </a:r>
          </a:p>
          <a:p>
            <a:pPr>
              <a:defRPr sz="1200"/>
            </a:pPr>
            <a:r>
              <a:t>D:/pasar_fix/node_modules/.bun/htmlparser2@10.1.0/node_modules/htmlparser2/src/Parser.ts</a:t>
            </a:r>
          </a:p>
          <a:p>
            <a:pPr>
              <a:defRPr sz="1200"/>
            </a:pPr>
            <a:r>
              <a:t>D:/pasar_fix/node_modules/.bun/htmlparser2@10.1.0/node_modules/htmlparser2/src/Tokenizer.ts</a:t>
            </a:r>
          </a:p>
          <a:p>
            <a:pPr>
              <a:defRPr sz="1200"/>
            </a:pPr>
            <a:r>
              <a:t>D:/pasar_fix/node_modules/.bun/htmlparser2@10.1.0/node_modules/htmlparser2/src/WritableStream.ts</a:t>
            </a:r>
          </a:p>
          <a:p>
            <a:pPr>
              <a:defRPr sz="1200"/>
            </a:pPr>
            <a:r>
              <a:t>D:/pasar_fix/node_modules/.bun/http-errors@2.0.1/node_modules/http-errors/HISTORY.md</a:t>
            </a:r>
          </a:p>
          <a:p>
            <a:pPr>
              <a:defRPr sz="1200"/>
            </a:pPr>
            <a:r>
              <a:t>D:/pasar_fix/node_modules/.bun/http-errors@2.0.1/node_modules/http-errors/index.js</a:t>
            </a:r>
          </a:p>
          <a:p>
            <a:pPr>
              <a:defRPr sz="1200"/>
            </a:pPr>
            <a:r>
              <a:t>D:/pasar_fix/node_modules/.bun/http-errors@2.0.1/node_modules/http-errors/LICENSE</a:t>
            </a:r>
          </a:p>
          <a:p>
            <a:pPr>
              <a:defRPr sz="1200"/>
            </a:pPr>
            <a:r>
              <a:t>D:/pasar_fix/node_modules/.bun/http-errors@2.0.1/node_modules/http-errors/package.json</a:t>
            </a:r>
          </a:p>
          <a:p>
            <a:pPr>
              <a:defRPr sz="1200"/>
            </a:pPr>
            <a:r>
              <a:t>D:/pasar_fix/node_modules/.bun/http-errors@2.0.1/node_modules/http-errors/README.md</a:t>
            </a:r>
          </a:p>
          <a:p>
            <a:pPr>
              <a:defRPr sz="1200"/>
            </a:pPr>
            <a:r>
              <a:t>D:/pasar_fix/node_modules/.bun/http-proxy-agent@7.0.2/node_modules/http-proxy-agent/LICENSE</a:t>
            </a:r>
          </a:p>
          <a:p>
            <a:pPr>
              <a:defRPr sz="1200"/>
            </a:pPr>
            <a:r>
              <a:t>D:/pasar_fix/node_modules/.bun/http-proxy-agent@7.0.2/node_modules/http-proxy-agent/package.json</a:t>
            </a:r>
          </a:p>
          <a:p>
            <a:pPr>
              <a:defRPr sz="1200"/>
            </a:pPr>
            <a:r>
              <a:t>D:/pasar_fix/node_modules/.bun/http-proxy-agent@7.0.2/node_modules/http-proxy-agent/README.md</a:t>
            </a:r>
          </a:p>
          <a:p>
            <a:pPr>
              <a:defRPr sz="1200"/>
            </a:pPr>
            <a:r>
              <a:t>D:/pasar_fix/node_modules/.bun/http-proxy-agent@7.0.2/node_modules/http-proxy-agent/dist/index.d.ts</a:t>
            </a:r>
          </a:p>
          <a:p>
            <a:pPr>
              <a:defRPr sz="1200"/>
            </a:pPr>
            <a:r>
              <a:t>D:/pasar_fix/node_modules/.bun/http-proxy-agent@7.0.2/node_modules/http-proxy-agent/dist/index.d.ts.map</a:t>
            </a:r>
          </a:p>
          <a:p>
            <a:pPr>
              <a:defRPr sz="1200"/>
            </a:pPr>
            <a:r>
              <a:t>D:/pasar_fix/node_modules/.bun/http-proxy-agent@7.0.2/node_modules/http-proxy-agent/dist/index.js</a:t>
            </a:r>
          </a:p>
          <a:p>
            <a:pPr>
              <a:defRPr sz="1200"/>
            </a:pPr>
            <a:r>
              <a:t>D:/pasar_fix/node_modules/.bun/http-proxy-agent@7.0.2/node_modules/http-proxy-agent/dist/index.js.map</a:t>
            </a:r>
          </a:p>
          <a:p>
            <a:pPr>
              <a:defRPr sz="1200"/>
            </a:pPr>
            <a:r>
              <a:t>D:/pasar_fix/node_modules/.bun/http-shutdown@1.2.2/node_modules/http-shutdown/.travis.yml</a:t>
            </a:r>
          </a:p>
          <a:p>
            <a:pPr>
              <a:defRPr sz="1200"/>
            </a:pPr>
            <a:r>
              <a:t>D:/pasar_fix/node_modules/.bun/http-shutdown@1.2.2/node_modules/http-shutdown/index.d.ts</a:t>
            </a:r>
          </a:p>
          <a:p>
            <a:pPr>
              <a:defRPr sz="1200"/>
            </a:pPr>
            <a:r>
              <a:t>D:/pasar_fix/node_modules/.bun/http-shutdown@1.2.2/node_modules/http-shutdown/index.js</a:t>
            </a:r>
          </a:p>
          <a:p>
            <a:pPr>
              <a:defRPr sz="1200"/>
            </a:pPr>
            <a:r>
              <a:t>D:/pasar_fix/node_modules/.bun/http-shutdown@1.2.2/node_modules/http-shutdown/LICENSE</a:t>
            </a:r>
          </a:p>
          <a:p>
            <a:pPr>
              <a:defRPr sz="1200"/>
            </a:pPr>
            <a:r>
              <a:t>D:/pasar_fix/node_modules/.bun/http-shutdown@1.2.2/node_modules/http-shutdown/package.json</a:t>
            </a:r>
          </a:p>
          <a:p>
            <a:pPr>
              <a:defRPr sz="1200"/>
            </a:pPr>
            <a:r>
              <a:t>D:/pasar_fix/node_modules/.bun/http-shutdown@1.2.2/node_modules/http-shutdown/readme.md</a:t>
            </a:r>
          </a:p>
          <a:p>
            <a:pPr>
              <a:defRPr sz="1200"/>
            </a:pPr>
            <a:r>
              <a:t>D:/pasar_fix/node_modules/.bun/http-shutdown@1.2.2/node_modules/http-shutdown/test.js</a:t>
            </a:r>
          </a:p>
          <a:p>
            <a:pPr>
              <a:defRPr sz="1200"/>
            </a:pPr>
            <a:r>
              <a:t>D:/pasar_fix/node_modules/.bun/https-proxy-agent@7.0.6/node_modules/https-proxy-agent/LICENSE</a:t>
            </a:r>
          </a:p>
          <a:p>
            <a:pPr>
              <a:defRPr sz="1200"/>
            </a:pPr>
            <a:r>
              <a:t>D:/pasar_fix/node_modules/.bun/https-proxy-agent@7.0.6/node_modules/https-proxy-agent/package.json</a:t>
            </a:r>
          </a:p>
          <a:p>
            <a:pPr>
              <a:defRPr sz="1200"/>
            </a:pPr>
            <a:r>
              <a:t>D:/pasar_fix/node_modules/.bun/https-proxy-agent@7.0.6/node_modules/https-proxy-agent/README.md</a:t>
            </a:r>
          </a:p>
          <a:p>
            <a:pPr>
              <a:defRPr sz="1200"/>
            </a:pPr>
            <a:r>
              <a:t>D:/pasar_fix/node_modules/.bun/https-proxy-agent@7.0.6/node_modules/https-proxy-agent/dist/index.d.ts</a:t>
            </a:r>
          </a:p>
          <a:p>
            <a:pPr>
              <a:defRPr sz="1200"/>
            </a:pPr>
            <a:r>
              <a:t>D:/pasar_fix/node_modules/.bun/https-proxy-agent@7.0.6/node_modules/https-proxy-agent/dist/index.d.ts.map</a:t>
            </a:r>
          </a:p>
          <a:p>
            <a:pPr>
              <a:defRPr sz="1200"/>
            </a:pPr>
            <a:r>
              <a:t>D:/pasar_fix/node_modules/.bun/https-proxy-agent@7.0.6/node_modules/https-proxy-agent/dist/index.js</a:t>
            </a:r>
          </a:p>
          <a:p>
            <a:pPr>
              <a:defRPr sz="1200"/>
            </a:pPr>
            <a:r>
              <a:t>D:/pasar_fix/node_modules/.bun/https-proxy-agent@7.0.6/node_modules/https-proxy-agent/dist/index.js.map</a:t>
            </a:r>
          </a:p>
          <a:p>
            <a:pPr>
              <a:defRPr sz="1200"/>
            </a:pPr>
            <a:r>
              <a:t>D:/pasar_fix/node_modules/.bun/https-proxy-agent@7.0.6/node_modules/https-proxy-agent/dist/parse-proxy-response.d.ts</a:t>
            </a:r>
          </a:p>
          <a:p>
            <a:pPr>
              <a:defRPr sz="1200"/>
            </a:pPr>
            <a:r>
              <a:t>D:/pasar_fix/node_modules/.bun/https-proxy-agent@7.0.6/node_modules/https-proxy-agent/dist/parse-proxy-response.d.ts.map</a:t>
            </a:r>
          </a:p>
          <a:p>
            <a:pPr>
              <a:defRPr sz="1200"/>
            </a:pPr>
            <a:r>
              <a:t>D:/pasar_fix/node_modules/.bun/https-proxy-agent@7.0.6/node_modules/https-proxy-agent/dist/parse-proxy-response.js</a:t>
            </a:r>
          </a:p>
          <a:p>
            <a:pPr>
              <a:defRPr sz="1200"/>
            </a:pPr>
            <a:r>
              <a:t>D:/pasar_fix/node_modules/.bun/https-proxy-agent@7.0.6/node_modules/https-proxy-agent/dist/parse-proxy-response.js.map</a:t>
            </a:r>
          </a:p>
          <a:p>
            <a:pPr>
              <a:defRPr sz="1200"/>
            </a:pPr>
            <a:r>
              <a:t>D:/pasar_fix/node_modules/.bun/httpxy@0.5.1/node_modules/httpxy/LICENSE</a:t>
            </a:r>
          </a:p>
          <a:p>
            <a:pPr>
              <a:defRPr sz="1200"/>
            </a:pPr>
            <a:r>
              <a:t>D:/pasar_fix/node_modules/.bun/httpxy@0.5.1/node_modules/httpxy/package.json</a:t>
            </a:r>
          </a:p>
          <a:p>
            <a:pPr>
              <a:defRPr sz="1200"/>
            </a:pPr>
            <a:r>
              <a:t>D:/pasar_fix/node_modules/.bun/httpxy@0.5.1/node_modules/httpxy/README.md</a:t>
            </a:r>
          </a:p>
          <a:p>
            <a:pPr>
              <a:defRPr sz="1200"/>
            </a:pPr>
            <a:r>
              <a:t>D:/pasar_fix/node_modules/.bun/httpxy@0.5.1/node_modules/httpxy/dist/index.d.mts</a:t>
            </a:r>
          </a:p>
          <a:p>
            <a:pPr>
              <a:defRPr sz="1200"/>
            </a:pPr>
            <a:r>
              <a:t>D:/pasar_fix/node_modules/.bun/httpxy@0.5.1/node_modules/httpxy/dist/index.mjs</a:t>
            </a:r>
          </a:p>
          <a:p>
            <a:pPr>
              <a:defRPr sz="1200"/>
            </a:pPr>
            <a:r>
              <a:t>D:/pasar_fix/node_modules/.bun/iconv-lite@0.6.3/node_modules/iconv-lite/Changelog.md</a:t>
            </a:r>
          </a:p>
          <a:p>
            <a:pPr>
              <a:defRPr sz="1200"/>
            </a:pPr>
            <a:r>
              <a:t>D:/pasar_fix/node_modules/.bun/iconv-lite@0.6.3/node_modules/iconv-lite/LICENSE</a:t>
            </a:r>
          </a:p>
          <a:p>
            <a:pPr>
              <a:defRPr sz="1200"/>
            </a:pPr>
            <a:r>
              <a:t>D:/pasar_fix/node_modules/.bun/iconv-lite@0.6.3/node_modules/iconv-lite/package.json</a:t>
            </a:r>
          </a:p>
          <a:p>
            <a:pPr>
              <a:defRPr sz="1200"/>
            </a:pPr>
            <a:r>
              <a:t>D:/pasar_fix/node_modules/.bun/iconv-lite@0.6.3/node_modules/iconv-lite/README.md</a:t>
            </a:r>
          </a:p>
          <a:p>
            <a:pPr>
              <a:defRPr sz="1200"/>
            </a:pPr>
            <a:r>
              <a:t>D:/pasar_fix/node_modules/.bun/iconv-lite@0.6.3/node_modules/iconv-lite/.github/dependabot.yml</a:t>
            </a:r>
          </a:p>
          <a:p>
            <a:pPr>
              <a:defRPr sz="1200"/>
            </a:pPr>
            <a:r>
              <a:t>D:/pasar_fix/node_modules/.bun/iconv-lite@0.6.3/node_modules/iconv-lite/.idea/iconv-lite.iml</a:t>
            </a:r>
          </a:p>
          <a:p>
            <a:pPr>
              <a:defRPr sz="1200"/>
            </a:pPr>
            <a:r>
              <a:t>D:/pasar_fix/node_modules/.bun/iconv-lite@0.6.3/node_modules/iconv-lite/.idea/modules.xml</a:t>
            </a:r>
          </a:p>
          <a:p>
            <a:pPr>
              <a:defRPr sz="1200"/>
            </a:pPr>
            <a:r>
              <a:t>D:/pasar_fix/node_modules/.bun/iconv-lite@0.6.3/node_modules/iconv-lite/.idea/vcs.xml</a:t>
            </a:r>
          </a:p>
          <a:p>
            <a:pPr>
              <a:defRPr sz="1200"/>
            </a:pPr>
            <a:r>
              <a:t>D:/pasar_fix/node_modules/.bun/iconv-lite@0.6.3/node_modules/iconv-lite/.idea/codeStyles/codeStyleConfig.xml</a:t>
            </a:r>
          </a:p>
          <a:p>
            <a:pPr>
              <a:defRPr sz="1200"/>
            </a:pPr>
            <a:r>
              <a:t>D:/pasar_fix/node_modules/.bun/iconv-lite@0.6.3/node_modules/iconv-lite/.idea/codeStyles/Project.xml</a:t>
            </a:r>
          </a:p>
          <a:p>
            <a:pPr>
              <a:defRPr sz="1200"/>
            </a:pPr>
            <a:r>
              <a:t>D:/pasar_fix/node_modules/.bun/iconv-lite@0.6.3/node_modules/iconv-lite/.idea/inspectionProfiles/Project_Default.xml</a:t>
            </a:r>
          </a:p>
          <a:p>
            <a:pPr>
              <a:defRPr sz="1200"/>
            </a:pPr>
            <a:r>
              <a:t>D:/pasar_fix/node_modules/.bun/iconv-lite@0.6.3/node_modules/iconv-lite/encodings/dbcs-codec.js</a:t>
            </a:r>
          </a:p>
          <a:p>
            <a:pPr>
              <a:defRPr sz="1200"/>
            </a:pPr>
            <a:r>
              <a:t>D:/pasar_fix/node_modules/.bun/iconv-lite@0.6.3/node_modules/iconv-lite/encodings/dbcs-data.js</a:t>
            </a:r>
          </a:p>
          <a:p>
            <a:pPr>
              <a:defRPr sz="1200"/>
            </a:pPr>
            <a:r>
              <a:t>D:/pasar_fix/node_modules/.bun/iconv-lite@0.6.3/node_modules/iconv-lite/encodings/index.js</a:t>
            </a:r>
          </a:p>
          <a:p>
            <a:pPr>
              <a:defRPr sz="1200"/>
            </a:pPr>
            <a:r>
              <a:t>D:/pasar_fix/node_modules/.bun/iconv-lite@0.6.3/node_modules/iconv-lite/encodings/internal.js</a:t>
            </a:r>
          </a:p>
          <a:p>
            <a:pPr>
              <a:defRPr sz="1200"/>
            </a:pPr>
            <a:r>
              <a:t>D:/pasar_fix/node_modules/.bun/iconv-lite@0.6.3/node_modules/iconv-lite/encodings/sbcs-codec.js</a:t>
            </a:r>
          </a:p>
          <a:p>
            <a:pPr>
              <a:defRPr sz="1200"/>
            </a:pPr>
            <a:r>
              <a:t>D:/pasar_fix/node_modules/.bun/iconv-lite@0.6.3/node_modules/iconv-lite/encodings/sbcs-data-generated.js</a:t>
            </a:r>
          </a:p>
          <a:p>
            <a:pPr>
              <a:defRPr sz="1200"/>
            </a:pPr>
            <a:r>
              <a:t>D:/pasar_fix/node_modules/.bun/iconv-lite@0.6.3/node_modules/iconv-lite/encodings/sbcs-data.js</a:t>
            </a:r>
          </a:p>
          <a:p>
            <a:pPr>
              <a:defRPr sz="1200"/>
            </a:pPr>
            <a:r>
              <a:t>D:/pasar_fix/node_modules/.bun/iconv-lite@0.6.3/node_modules/iconv-lite/encodings/utf16.js</a:t>
            </a:r>
          </a:p>
          <a:p>
            <a:pPr>
              <a:defRPr sz="1200"/>
            </a:pPr>
            <a:r>
              <a:t>D:/pasar_fix/node_modules/.bun/iconv-lite@0.6.3/node_modules/iconv-lite/encodings/utf32.js</a:t>
            </a:r>
          </a:p>
          <a:p>
            <a:pPr>
              <a:defRPr sz="1200"/>
            </a:pPr>
            <a:r>
              <a:t>D:/pasar_fix/node_modules/.bun/iconv-lite@0.6.3/node_modules/iconv-lite/encodings/utf7.js</a:t>
            </a:r>
          </a:p>
          <a:p>
            <a:pPr>
              <a:defRPr sz="1200"/>
            </a:pPr>
            <a:r>
              <a:t>D:/pasar_fix/node_modules/.bun/iconv-lite@0.6.3/node_modules/iconv-lite/encodings/tables/big5-added.json</a:t>
            </a:r>
          </a:p>
          <a:p>
            <a:pPr>
              <a:defRPr sz="1200"/>
            </a:pPr>
            <a:r>
              <a:t>D:/pasar_fix/node_modules/.bun/iconv-lite@0.6.3/node_modules/iconv-lite/encodings/tables/cp936.json</a:t>
            </a:r>
          </a:p>
          <a:p>
            <a:pPr>
              <a:defRPr sz="1200"/>
            </a:pPr>
            <a:r>
              <a:t>D:/pasar_fix/node_modules/.bun/iconv-lite@0.6.3/node_modules/iconv-lite/encodings/tables/cp949.json</a:t>
            </a:r>
          </a:p>
          <a:p>
            <a:pPr>
              <a:defRPr sz="1200"/>
            </a:pPr>
            <a:r>
              <a:t>D:/pasar_fix/node_modules/.bun/iconv-lite@0.6.3/node_modules/iconv-lite/encodings/tables/cp950.json</a:t>
            </a:r>
          </a:p>
          <a:p>
            <a:pPr>
              <a:defRPr sz="1200"/>
            </a:pPr>
            <a:r>
              <a:t>D:/pasar_fix/node_modules/.bun/iconv-lite@0.6.3/node_modules/iconv-lite/encodings/tables/eucjp.json</a:t>
            </a:r>
          </a:p>
          <a:p>
            <a:pPr>
              <a:defRPr sz="1200"/>
            </a:pPr>
            <a:r>
              <a:t>D:/pasar_fix/node_modules/.bun/iconv-lite@0.6.3/node_modules/iconv-lite/encodings/tables/gb18030-ranges.json</a:t>
            </a:r>
          </a:p>
          <a:p>
            <a:pPr>
              <a:defRPr sz="1200"/>
            </a:pPr>
            <a:r>
              <a:t>D:/pasar_fix/node_modules/.bun/iconv-lite@0.6.3/node_modules/iconv-lite/encodings/tables/gbk-added.json</a:t>
            </a:r>
          </a:p>
          <a:p>
            <a:pPr>
              <a:defRPr sz="1200"/>
            </a:pPr>
            <a:r>
              <a:t>D:/pasar_fix/node_modules/.bun/iconv-lite@0.6.3/node_modules/iconv-lite/encodings/tables/shiftjis.json</a:t>
            </a:r>
          </a:p>
          <a:p>
            <a:pPr>
              <a:defRPr sz="1200"/>
            </a:pPr>
            <a:r>
              <a:t>D:/pasar_fix/node_modules/.bun/iconv-lite@0.6.3/node_modules/iconv-lite/lib/bom-handling.js</a:t>
            </a:r>
          </a:p>
          <a:p>
            <a:pPr>
              <a:defRPr sz="1200"/>
            </a:pPr>
            <a:r>
              <a:t>D:/pasar_fix/node_modules/.bun/iconv-lite@0.6.3/node_modules/iconv-lite/lib/index.d.ts</a:t>
            </a:r>
          </a:p>
          <a:p>
            <a:pPr>
              <a:defRPr sz="1200"/>
            </a:pPr>
            <a:r>
              <a:t>D:/pasar_fix/node_modules/.bun/iconv-lite@0.6.3/node_modules/iconv-lite/lib/index.js</a:t>
            </a:r>
          </a:p>
          <a:p>
            <a:pPr>
              <a:defRPr sz="1200"/>
            </a:pPr>
            <a:r>
              <a:t>D:/pasar_fix/node_modules/.bun/iconv-lite@0.6.3/node_modules/iconv-lite/lib/streams.js</a:t>
            </a:r>
          </a:p>
          <a:p>
            <a:pPr>
              <a:defRPr sz="1200"/>
            </a:pPr>
            <a:r>
              <a:t>D:/pasar_fix/node_modules/.bun/ieee754@1.2.1/node_modules/ieee754/index.d.ts</a:t>
            </a:r>
          </a:p>
          <a:p>
            <a:pPr>
              <a:defRPr sz="1200"/>
            </a:pPr>
            <a:r>
              <a:t>D:/pasar_fix/node_modules/.bun/ieee754@1.2.1/node_modules/ieee754/index.js</a:t>
            </a:r>
          </a:p>
          <a:p>
            <a:pPr>
              <a:defRPr sz="1200"/>
            </a:pPr>
            <a:r>
              <a:t>D:/pasar_fix/node_modules/.bun/ieee754@1.2.1/node_modules/ieee754/LICENSE</a:t>
            </a:r>
          </a:p>
          <a:p>
            <a:pPr>
              <a:defRPr sz="1200"/>
            </a:pPr>
            <a:r>
              <a:t>D:/pasar_fix/node_modules/.bun/ieee754@1.2.1/node_modules/ieee754/package.json</a:t>
            </a:r>
          </a:p>
          <a:p>
            <a:pPr>
              <a:defRPr sz="1200"/>
            </a:pPr>
            <a:r>
              <a:t>D:/pasar_fix/node_modules/.bun/ieee754@1.2.1/node_modules/ieee754/README.md</a:t>
            </a:r>
          </a:p>
          <a:p>
            <a:pPr>
              <a:defRPr sz="1200"/>
            </a:pPr>
            <a:r>
              <a:t>D:/pasar_fix/node_modules/.bun/ignore@7.0.5/node_modules/ignore/index.d.ts</a:t>
            </a:r>
          </a:p>
          <a:p>
            <a:pPr>
              <a:defRPr sz="1200"/>
            </a:pPr>
            <a:r>
              <a:t>D:/pasar_fix/node_modules/.bun/ignore@7.0.5/node_modules/ignore/index.js</a:t>
            </a:r>
          </a:p>
          <a:p>
            <a:pPr>
              <a:defRPr sz="1200"/>
            </a:pPr>
            <a:r>
              <a:t>D:/pasar_fix/node_modules/.bun/ignore@7.0.5/node_modules/ignore/legacy.js</a:t>
            </a:r>
          </a:p>
          <a:p>
            <a:pPr>
              <a:defRPr sz="1200"/>
            </a:pPr>
            <a:r>
              <a:t>D:/pasar_fix/node_modules/.bun/ignore@7.0.5/node_modules/ignore/LICENSE-MIT</a:t>
            </a:r>
          </a:p>
          <a:p>
            <a:pPr>
              <a:defRPr sz="1200"/>
            </a:pPr>
            <a:r>
              <a:t>D:/pasar_fix/node_modules/.bun/ignore@7.0.5/node_modules/ignore/package.json</a:t>
            </a:r>
          </a:p>
          <a:p>
            <a:pPr>
              <a:defRPr sz="1200"/>
            </a:pPr>
            <a:r>
              <a:t>D:/pasar_fix/node_modules/.bun/ignore@7.0.5/node_modules/ignore/README.md</a:t>
            </a:r>
          </a:p>
          <a:p>
            <a:pPr>
              <a:defRPr sz="1200"/>
            </a:pPr>
            <a:r>
              <a:t>D:/pasar_fix/node_modules/.bun/immer@10.2.0/node_modules/immer/LICENSE</a:t>
            </a:r>
          </a:p>
          <a:p>
            <a:pPr>
              <a:defRPr sz="1200"/>
            </a:pPr>
            <a:r>
              <a:t>D:/pasar_fix/node_modules/.bun/immer@10.2.0/node_modules/immer/package.json</a:t>
            </a:r>
          </a:p>
          <a:p>
            <a:pPr>
              <a:defRPr sz="1200"/>
            </a:pPr>
            <a:r>
              <a:t>D:/pasar_fix/node_modules/.bun/immer@10.2.0/node_modules/immer/readme.md</a:t>
            </a:r>
          </a:p>
          <a:p>
            <a:pPr>
              <a:defRPr sz="1200"/>
            </a:pPr>
            <a:r>
              <a:t>D:/pasar_fix/node_modules/.bun/immer@10.2.0/node_modules/immer/dist/immer.d.ts</a:t>
            </a:r>
          </a:p>
          <a:p>
            <a:pPr>
              <a:defRPr sz="1200"/>
            </a:pPr>
            <a:r>
              <a:t>D:/pasar_fix/node_modules/.bun/immer@10.2.0/node_modules/immer/dist/immer.legacy-esm.js</a:t>
            </a:r>
          </a:p>
          <a:p>
            <a:pPr>
              <a:defRPr sz="1200"/>
            </a:pPr>
            <a:r>
              <a:t>D:/pasar_fix/node_modules/.bun/immer@10.2.0/node_modules/immer/dist/immer.legacy-esm.js.map</a:t>
            </a:r>
          </a:p>
          <a:p>
            <a:pPr>
              <a:defRPr sz="1200"/>
            </a:pPr>
            <a:r>
              <a:t>D:/pasar_fix/node_modules/.bun/immer@10.2.0/node_modules/immer/dist/immer.mjs</a:t>
            </a:r>
          </a:p>
          <a:p>
            <a:pPr>
              <a:defRPr sz="1200"/>
            </a:pPr>
            <a:r>
              <a:t>D:/pasar_fix/node_modules/.bun/immer@10.2.0/node_modules/immer/dist/immer.mjs.map</a:t>
            </a:r>
          </a:p>
          <a:p>
            <a:pPr>
              <a:defRPr sz="1200"/>
            </a:pPr>
            <a:r>
              <a:t>D:/pasar_fix/node_modules/.bun/immer@10.2.0/node_modules/immer/dist/immer.production.mjs</a:t>
            </a:r>
          </a:p>
          <a:p>
            <a:pPr>
              <a:defRPr sz="1200"/>
            </a:pPr>
            <a:r>
              <a:t>D:/pasar_fix/node_modules/.bun/immer@10.2.0/node_modules/immer/dist/immer.production.mjs.map</a:t>
            </a:r>
          </a:p>
          <a:p>
            <a:pPr>
              <a:defRPr sz="1200"/>
            </a:pPr>
            <a:r>
              <a:t>D:/pasar_fix/node_modules/.bun/immer@10.2.0/node_modules/immer/dist/cjs/immer.cjs.development.js</a:t>
            </a:r>
          </a:p>
          <a:p>
            <a:pPr>
              <a:defRPr sz="1200"/>
            </a:pPr>
            <a:r>
              <a:t>D:/pasar_fix/node_modules/.bun/immer@10.2.0/node_modules/immer/dist/cjs/immer.cjs.development.js.map</a:t>
            </a:r>
          </a:p>
          <a:p>
            <a:pPr>
              <a:defRPr sz="1200"/>
            </a:pPr>
            <a:r>
              <a:t>D:/pasar_fix/node_modules/.bun/immer@10.2.0/node_modules/immer/dist/cjs/immer.cjs.production.js</a:t>
            </a:r>
          </a:p>
          <a:p>
            <a:pPr>
              <a:defRPr sz="1200"/>
            </a:pPr>
            <a:r>
              <a:t>D:/pasar_fix/node_modules/.bun/immer@10.2.0/node_modules/immer/dist/cjs/immer.cjs.production.js.map</a:t>
            </a:r>
          </a:p>
          <a:p>
            <a:pPr>
              <a:defRPr sz="1200"/>
            </a:pPr>
            <a:r>
              <a:t>D:/pasar_fix/node_modules/.bun/immer@10.2.0/node_modules/immer/dist/cjs/index.js</a:t>
            </a:r>
          </a:p>
          <a:p>
            <a:pPr>
              <a:defRPr sz="1200"/>
            </a:pPr>
            <a:r>
              <a:t>D:/pasar_fix/node_modules/.bun/immer@10.2.0/node_modules/immer/dist/cjs/index.js.flow</a:t>
            </a:r>
          </a:p>
          <a:p>
            <a:pPr>
              <a:defRPr sz="1200"/>
            </a:pPr>
            <a:r>
              <a:t>D:/pasar_fix/node_modules/.bun/immer@10.2.0/node_modules/immer/src/immer.ts</a:t>
            </a:r>
          </a:p>
          <a:p>
            <a:pPr>
              <a:defRPr sz="1200"/>
            </a:pPr>
            <a:r>
              <a:t>D:/pasar_fix/node_modules/.bun/immer@10.2.0/node_modules/immer/src/internal.ts</a:t>
            </a:r>
          </a:p>
          <a:p>
            <a:pPr>
              <a:defRPr sz="1200"/>
            </a:pPr>
            <a:r>
              <a:t>D:/pasar_fix/node_modules/.bun/immer@10.2.0/node_modules/immer/src/core/current.ts</a:t>
            </a:r>
          </a:p>
          <a:p>
            <a:pPr>
              <a:defRPr sz="1200"/>
            </a:pPr>
            <a:r>
              <a:t>D:/pasar_fix/node_modules/.bun/immer@10.2.0/node_modules/immer/src/core/finalize.ts</a:t>
            </a:r>
          </a:p>
          <a:p>
            <a:pPr>
              <a:defRPr sz="1200"/>
            </a:pPr>
            <a:r>
              <a:t>D:/pasar_fix/node_modules/.bun/immer@10.2.0/node_modules/immer/src/core/immerClass.ts</a:t>
            </a:r>
          </a:p>
          <a:p>
            <a:pPr>
              <a:defRPr sz="1200"/>
            </a:pPr>
            <a:r>
              <a:t>D:/pasar_fix/node_modules/.bun/immer@10.2.0/node_modules/immer/src/core/proxy.ts</a:t>
            </a:r>
          </a:p>
          <a:p>
            <a:pPr>
              <a:defRPr sz="1200"/>
            </a:pPr>
            <a:r>
              <a:t>D:/pasar_fix/node_modules/.bun/immer@10.2.0/node_modules/immer/src/core/scope.ts</a:t>
            </a:r>
          </a:p>
          <a:p>
            <a:pPr>
              <a:defRPr sz="1200"/>
            </a:pPr>
            <a:r>
              <a:t>D:/pasar_fix/node_modules/.bun/immer@10.2.0/node_modules/immer/src/plugins/mapset.ts</a:t>
            </a:r>
          </a:p>
          <a:p>
            <a:pPr>
              <a:defRPr sz="1200"/>
            </a:pPr>
            <a:r>
              <a:t>D:/pasar_fix/node_modules/.bun/immer@10.2.0/node_modules/immer/src/plugins/patches.ts</a:t>
            </a:r>
          </a:p>
          <a:p>
            <a:pPr>
              <a:defRPr sz="1200"/>
            </a:pPr>
            <a:r>
              <a:t>D:/pasar_fix/node_modules/.bun/immer@10.2.0/node_modules/immer/src/types/globals.d.ts</a:t>
            </a:r>
          </a:p>
          <a:p>
            <a:pPr>
              <a:defRPr sz="1200"/>
            </a:pPr>
            <a:r>
              <a:t>D:/pasar_fix/node_modules/.bun/immer@10.2.0/node_modules/immer/src/types/index.js.flow</a:t>
            </a:r>
          </a:p>
          <a:p>
            <a:pPr>
              <a:defRPr sz="1200"/>
            </a:pPr>
            <a:r>
              <a:t>D:/pasar_fix/node_modules/.bun/immer@10.2.0/node_modules/immer/src/types/types-external.ts</a:t>
            </a:r>
          </a:p>
          <a:p>
            <a:pPr>
              <a:defRPr sz="1200"/>
            </a:pPr>
            <a:r>
              <a:t>D:/pasar_fix/node_modules/.bun/immer@10.2.0/node_modules/immer/src/types/types-internal.ts</a:t>
            </a:r>
          </a:p>
          <a:p>
            <a:pPr>
              <a:defRPr sz="1200"/>
            </a:pPr>
            <a:r>
              <a:t>D:/pasar_fix/node_modules/.bun/immer@10.2.0/node_modules/immer/src/utils/common.ts</a:t>
            </a:r>
          </a:p>
          <a:p>
            <a:pPr>
              <a:defRPr sz="1200"/>
            </a:pPr>
            <a:r>
              <a:t>D:/pasar_fix/node_modules/.bun/immer@10.2.0/node_modules/immer/src/utils/env.ts</a:t>
            </a:r>
          </a:p>
          <a:p>
            <a:pPr>
              <a:defRPr sz="1200"/>
            </a:pPr>
            <a:r>
              <a:t>D:/pasar_fix/node_modules/.bun/immer@10.2.0/node_modules/immer/src/utils/errors.ts</a:t>
            </a:r>
          </a:p>
          <a:p>
            <a:pPr>
              <a:defRPr sz="1200"/>
            </a:pPr>
            <a:r>
              <a:t>D:/pasar_fix/node_modules/.bun/immer@10.2.0/node_modules/immer/src/utils/plugins.ts</a:t>
            </a:r>
          </a:p>
          <a:p>
            <a:pPr>
              <a:defRPr sz="1200"/>
            </a:pPr>
            <a:r>
              <a:t>D:/pasar_fix/node_modules/.bun/immer@11.1.8/node_modules/immer/LICENSE</a:t>
            </a:r>
          </a:p>
          <a:p>
            <a:pPr>
              <a:defRPr sz="1200"/>
            </a:pPr>
            <a:r>
              <a:t>D:/pasar_fix/node_modules/.bun/immer@11.1.8/node_modules/immer/package.json</a:t>
            </a:r>
          </a:p>
          <a:p>
            <a:pPr>
              <a:defRPr sz="1200"/>
            </a:pPr>
            <a:r>
              <a:t>D:/pasar_fix/node_modules/.bun/immer@11.1.8/node_modules/immer/readme.md</a:t>
            </a:r>
          </a:p>
          <a:p>
            <a:pPr>
              <a:defRPr sz="1200"/>
            </a:pPr>
            <a:r>
              <a:t>D:/pasar_fix/node_modules/.bun/immer@11.1.8/node_modules/immer/dist/immer.d.ts</a:t>
            </a:r>
          </a:p>
          <a:p>
            <a:pPr>
              <a:defRPr sz="1200"/>
            </a:pPr>
            <a:r>
              <a:t>D:/pasar_fix/node_modules/.bun/immer@11.1.8/node_modules/immer/dist/immer.legacy-esm.js</a:t>
            </a:r>
          </a:p>
          <a:p>
            <a:pPr>
              <a:defRPr sz="1200"/>
            </a:pPr>
            <a:r>
              <a:t>D:/pasar_fix/node_modules/.bun/immer@11.1.8/node_modules/immer/dist/immer.legacy-esm.js.map</a:t>
            </a:r>
          </a:p>
          <a:p>
            <a:pPr>
              <a:defRPr sz="1200"/>
            </a:pPr>
            <a:r>
              <a:t>D:/pasar_fix/node_modules/.bun/immer@11.1.8/node_modules/immer/dist/immer.mjs</a:t>
            </a:r>
          </a:p>
          <a:p>
            <a:pPr>
              <a:defRPr sz="1200"/>
            </a:pPr>
            <a:r>
              <a:t>D:/pasar_fix/node_modules/.bun/immer@11.1.8/node_modules/immer/dist/immer.mjs.map</a:t>
            </a:r>
          </a:p>
          <a:p>
            <a:pPr>
              <a:defRPr sz="1200"/>
            </a:pPr>
            <a:r>
              <a:t>D:/pasar_fix/node_modules/.bun/immer@11.1.8/node_modules/immer/dist/immer.production.mjs</a:t>
            </a:r>
          </a:p>
          <a:p>
            <a:pPr>
              <a:defRPr sz="1200"/>
            </a:pPr>
            <a:r>
              <a:t>D:/pasar_fix/node_modules/.bun/immer@11.1.8/node_modules/immer/dist/immer.production.mjs.map</a:t>
            </a:r>
          </a:p>
          <a:p>
            <a:pPr>
              <a:defRPr sz="1200"/>
            </a:pPr>
            <a:r>
              <a:t>D:/pasar_fix/node_modules/.bun/immer@11.1.8/node_modules/immer/dist/cjs/immer.cjs.development.js</a:t>
            </a:r>
          </a:p>
          <a:p>
            <a:pPr>
              <a:defRPr sz="1200"/>
            </a:pPr>
            <a:r>
              <a:t>D:/pasar_fix/node_modules/.bun/immer@11.1.8/node_modules/immer/dist/cjs/immer.cjs.development.js.map</a:t>
            </a:r>
          </a:p>
          <a:p>
            <a:pPr>
              <a:defRPr sz="1200"/>
            </a:pPr>
            <a:r>
              <a:t>D:/pasar_fix/node_modules/.bun/immer@11.1.8/node_modules/immer/dist/cjs/immer.cjs.production.js</a:t>
            </a:r>
          </a:p>
          <a:p>
            <a:pPr>
              <a:defRPr sz="1200"/>
            </a:pPr>
            <a:r>
              <a:t>D:/pasar_fix/node_modules/.bun/immer@11.1.8/node_modules/immer/dist/cjs/immer.cjs.production.js.map</a:t>
            </a:r>
          </a:p>
          <a:p>
            <a:pPr>
              <a:defRPr sz="1200"/>
            </a:pPr>
            <a:r>
              <a:t>D:/pasar_fix/node_modules/.bun/immer@11.1.8/node_modules/immer/dist/cjs/index.js</a:t>
            </a:r>
          </a:p>
          <a:p>
            <a:pPr>
              <a:defRPr sz="1200"/>
            </a:pPr>
            <a:r>
              <a:t>D:/pasar_fix/node_modules/.bun/immer@11.1.8/node_modules/immer/dist/cjs/index.js.flow</a:t>
            </a:r>
          </a:p>
          <a:p>
            <a:pPr>
              <a:defRPr sz="1200"/>
            </a:pPr>
            <a:r>
              <a:t>D:/pasar_fix/node_modules/.bun/immer@11.1.8/node_modules/immer/src/immer.ts</a:t>
            </a:r>
          </a:p>
          <a:p>
            <a:pPr>
              <a:defRPr sz="1200"/>
            </a:pPr>
            <a:r>
              <a:t>D:/pasar_fix/node_modules/.bun/immer@11.1.8/node_modules/immer/src/internal.ts</a:t>
            </a:r>
          </a:p>
          <a:p>
            <a:pPr>
              <a:defRPr sz="1200"/>
            </a:pPr>
            <a:r>
              <a:t>D:/pasar_fix/node_modules/.bun/immer@11.1.8/node_modules/immer/src/core/current.ts</a:t>
            </a:r>
          </a:p>
          <a:p>
            <a:pPr>
              <a:defRPr sz="1200"/>
            </a:pPr>
            <a:r>
              <a:t>D:/pasar_fix/node_modules/.bun/immer@11.1.8/node_modules/immer/src/core/finalize.ts</a:t>
            </a:r>
          </a:p>
          <a:p>
            <a:pPr>
              <a:defRPr sz="1200"/>
            </a:pPr>
            <a:r>
              <a:t>D:/pasar_fix/node_modules/.bun/immer@11.1.8/node_modules/immer/src/core/immerClass.ts</a:t>
            </a:r>
          </a:p>
          <a:p>
            <a:pPr>
              <a:defRPr sz="1200"/>
            </a:pPr>
            <a:r>
              <a:t>D:/pasar_fix/node_modules/.bun/immer@11.1.8/node_modules/immer/src/core/proxy.ts</a:t>
            </a:r>
          </a:p>
          <a:p>
            <a:pPr>
              <a:defRPr sz="1200"/>
            </a:pPr>
            <a:r>
              <a:t>D:/pasar_fix/node_modules/.bun/immer@11.1.8/node_modules/immer/src/core/scope.ts</a:t>
            </a:r>
          </a:p>
          <a:p>
            <a:pPr>
              <a:defRPr sz="1200"/>
            </a:pPr>
            <a:r>
              <a:t>D:/pasar_fix/node_modules/.bun/immer@11.1.8/node_modules/immer/src/plugins/arrayMethods.ts</a:t>
            </a:r>
          </a:p>
          <a:p>
            <a:pPr>
              <a:defRPr sz="1200"/>
            </a:pPr>
            <a:r>
              <a:t>D:/pasar_fix/node_modules/.bun/immer@11.1.8/node_modules/immer/src/plugins/mapset.ts</a:t>
            </a:r>
          </a:p>
          <a:p>
            <a:pPr>
              <a:defRPr sz="1200"/>
            </a:pPr>
            <a:r>
              <a:t>D:/pasar_fix/node_modules/.bun/immer@11.1.8/node_modules/immer/src/plugins/patches.ts</a:t>
            </a:r>
          </a:p>
          <a:p>
            <a:pPr>
              <a:defRPr sz="1200"/>
            </a:pPr>
            <a:r>
              <a:t>D:/pasar_fix/node_modules/.bun/immer@11.1.8/node_modules/immer/src/types/globals.d.ts</a:t>
            </a:r>
          </a:p>
          <a:p>
            <a:pPr>
              <a:defRPr sz="1200"/>
            </a:pPr>
            <a:r>
              <a:t>D:/pasar_fix/node_modules/.bun/immer@11.1.8/node_modules/immer/src/types/index.js.flow</a:t>
            </a:r>
          </a:p>
          <a:p>
            <a:pPr>
              <a:defRPr sz="1200"/>
            </a:pPr>
            <a:r>
              <a:t>D:/pasar_fix/node_modules/.bun/immer@11.1.8/node_modules/immer/src/types/types-external.ts</a:t>
            </a:r>
          </a:p>
          <a:p>
            <a:pPr>
              <a:defRPr sz="1200"/>
            </a:pPr>
            <a:r>
              <a:t>D:/pasar_fix/node_modules/.bun/immer@11.1.8/node_modules/immer/src/types/types-internal.ts</a:t>
            </a:r>
          </a:p>
          <a:p>
            <a:pPr>
              <a:defRPr sz="1200"/>
            </a:pPr>
            <a:r>
              <a:t>D:/pasar_fix/node_modules/.bun/immer@11.1.8/node_modules/immer/src/utils/common.ts</a:t>
            </a:r>
          </a:p>
          <a:p>
            <a:pPr>
              <a:defRPr sz="1200"/>
            </a:pPr>
            <a:r>
              <a:t>D:/pasar_fix/node_modules/.bun/immer@11.1.8/node_modules/immer/src/utils/env.ts</a:t>
            </a:r>
          </a:p>
          <a:p>
            <a:pPr>
              <a:defRPr sz="1200"/>
            </a:pPr>
            <a:r>
              <a:t>D:/pasar_fix/node_modules/.bun/immer@11.1.8/node_modules/immer/src/utils/errors.ts</a:t>
            </a:r>
          </a:p>
          <a:p>
            <a:pPr>
              <a:defRPr sz="1200"/>
            </a:pPr>
            <a:r>
              <a:t>D:/pasar_fix/node_modules/.bun/immer@11.1.8/node_modules/immer/src/utils/plugins.ts</a:t>
            </a:r>
          </a:p>
          <a:p>
            <a:pPr>
              <a:defRPr sz="1200"/>
            </a:pPr>
            <a:r>
              <a:t>D:/pasar_fix/node_modules/.bun/import-fresh@3.3.1/node_modules/import-fresh/index.d.ts</a:t>
            </a:r>
          </a:p>
          <a:p>
            <a:pPr>
              <a:defRPr sz="1200"/>
            </a:pPr>
            <a:r>
              <a:t>D:/pasar_fix/node_modules/.bun/import-fresh@3.3.1/node_modules/import-fresh/index.js</a:t>
            </a:r>
          </a:p>
          <a:p>
            <a:pPr>
              <a:defRPr sz="1200"/>
            </a:pPr>
            <a:r>
              <a:t>D:/pasar_fix/node_modules/.bun/import-fresh@3.3.1/node_modules/import-fresh/license</a:t>
            </a:r>
          </a:p>
          <a:p>
            <a:pPr>
              <a:defRPr sz="1200"/>
            </a:pPr>
            <a:r>
              <a:t>D:/pasar_fix/node_modules/.bun/import-fresh@3.3.1/node_modules/import-fresh/package.json</a:t>
            </a:r>
          </a:p>
          <a:p>
            <a:pPr>
              <a:defRPr sz="1200"/>
            </a:pPr>
            <a:r>
              <a:t>D:/pasar_fix/node_modules/.bun/import-fresh@3.3.1/node_modules/import-fresh/readme.md</a:t>
            </a:r>
          </a:p>
          <a:p>
            <a:pPr>
              <a:defRPr sz="1200"/>
            </a:pPr>
            <a:r>
              <a:t>D:/pasar_fix/node_modules/.bun/import-meta-resolve@4.2.0/node_modules/import-meta-resolve/index.d.ts</a:t>
            </a:r>
          </a:p>
          <a:p>
            <a:pPr>
              <a:defRPr sz="1200"/>
            </a:pPr>
            <a:r>
              <a:t>D:/pasar_fix/node_modules/.bun/import-meta-resolve@4.2.0/node_modules/import-meta-resolve/index.d.ts.map</a:t>
            </a:r>
          </a:p>
          <a:p>
            <a:pPr>
              <a:defRPr sz="1200"/>
            </a:pPr>
            <a:r>
              <a:t>D:/pasar_fix/node_modules/.bun/import-meta-resolve@4.2.0/node_modules/import-meta-resolve/index.js</a:t>
            </a:r>
          </a:p>
          <a:p>
            <a:pPr>
              <a:defRPr sz="1200"/>
            </a:pPr>
            <a:r>
              <a:t>D:/pasar_fix/node_modules/.bun/import-meta-resolve@4.2.0/node_modules/import-meta-resolve/license</a:t>
            </a:r>
          </a:p>
          <a:p>
            <a:pPr>
              <a:defRPr sz="1200"/>
            </a:pPr>
            <a:r>
              <a:t>D:/pasar_fix/node_modules/.bun/import-meta-resolve@4.2.0/node_modules/import-meta-resolve/package.json</a:t>
            </a:r>
          </a:p>
          <a:p>
            <a:pPr>
              <a:defRPr sz="1200"/>
            </a:pPr>
            <a:r>
              <a:t>D:/pasar_fix/node_modules/.bun/import-meta-resolve@4.2.0/node_modules/import-meta-resolve/readme.md</a:t>
            </a:r>
          </a:p>
          <a:p>
            <a:pPr>
              <a:defRPr sz="1200"/>
            </a:pPr>
            <a:r>
              <a:t>D:/pasar_fix/node_modules/.bun/import-meta-resolve@4.2.0/node_modules/import-meta-resolve/lib/errors.d.ts</a:t>
            </a:r>
          </a:p>
          <a:p>
            <a:pPr>
              <a:defRPr sz="1200"/>
            </a:pPr>
            <a:r>
              <a:t>D:/pasar_fix/node_modules/.bun/import-meta-resolve@4.2.0/node_modules/import-meta-resolve/lib/errors.d.ts.map</a:t>
            </a:r>
          </a:p>
          <a:p>
            <a:pPr>
              <a:defRPr sz="1200"/>
            </a:pPr>
            <a:r>
              <a:t>D:/pasar_fix/node_modules/.bun/import-meta-resolve@4.2.0/node_modules/import-meta-resolve/lib/errors.js</a:t>
            </a:r>
          </a:p>
          <a:p>
            <a:pPr>
              <a:defRPr sz="1200"/>
            </a:pPr>
            <a:r>
              <a:t>D:/pasar_fix/node_modules/.bun/import-meta-resolve@4.2.0/node_modules/import-meta-resolve/lib/get-format.d.ts</a:t>
            </a:r>
          </a:p>
          <a:p>
            <a:pPr>
              <a:defRPr sz="1200"/>
            </a:pPr>
            <a:r>
              <a:t>D:/pasar_fix/node_modules/.bun/import-meta-resolve@4.2.0/node_modules/import-meta-resolve/lib/get-format.d.ts.map</a:t>
            </a:r>
          </a:p>
          <a:p>
            <a:pPr>
              <a:defRPr sz="1200"/>
            </a:pPr>
            <a:r>
              <a:t>D:/pasar_fix/node_modules/.bun/import-meta-resolve@4.2.0/node_modules/import-meta-resolve/lib/get-format.js</a:t>
            </a:r>
          </a:p>
          <a:p>
            <a:pPr>
              <a:defRPr sz="1200"/>
            </a:pPr>
            <a:r>
              <a:t>D:/pasar_fix/node_modules/.bun/import-meta-resolve@4.2.0/node_modules/import-meta-resolve/lib/package-json-reader.d.ts</a:t>
            </a:r>
          </a:p>
          <a:p>
            <a:pPr>
              <a:defRPr sz="1200"/>
            </a:pPr>
            <a:r>
              <a:t>D:/pasar_fix/node_modules/.bun/import-meta-resolve@4.2.0/node_modules/import-meta-resolve/lib/package-json-reader.d.ts.map</a:t>
            </a:r>
          </a:p>
          <a:p>
            <a:pPr>
              <a:defRPr sz="1200"/>
            </a:pPr>
            <a:r>
              <a:t>D:/pasar_fix/node_modules/.bun/import-meta-resolve@4.2.0/node_modules/import-meta-resolve/lib/package-json-reader.js</a:t>
            </a:r>
          </a:p>
          <a:p>
            <a:pPr>
              <a:defRPr sz="1200"/>
            </a:pPr>
            <a:r>
              <a:t>D:/pasar_fix/node_modules/.bun/import-meta-resolve@4.2.0/node_modules/import-meta-resolve/lib/resolve.d.ts</a:t>
            </a:r>
          </a:p>
          <a:p>
            <a:pPr>
              <a:defRPr sz="1200"/>
            </a:pPr>
            <a:r>
              <a:t>D:/pasar_fix/node_modules/.bun/import-meta-resolve@4.2.0/node_modules/import-meta-resolve/lib/resolve.d.ts.map</a:t>
            </a:r>
          </a:p>
          <a:p>
            <a:pPr>
              <a:defRPr sz="1200"/>
            </a:pPr>
            <a:r>
              <a:t>D:/pasar_fix/node_modules/.bun/import-meta-resolve@4.2.0/node_modules/import-meta-resolve/lib/resolve.js</a:t>
            </a:r>
          </a:p>
          <a:p>
            <a:pPr>
              <a:defRPr sz="1200"/>
            </a:pPr>
            <a:r>
              <a:t>D:/pasar_fix/node_modules/.bun/import-meta-resolve@4.2.0/node_modules/import-meta-resolve/lib/utils.d.ts</a:t>
            </a:r>
          </a:p>
          <a:p>
            <a:pPr>
              <a:defRPr sz="1200"/>
            </a:pPr>
            <a:r>
              <a:t>D:/pasar_fix/node_modules/.bun/import-meta-resolve@4.2.0/node_modules/import-meta-resolve/lib/utils.d.ts.map</a:t>
            </a:r>
          </a:p>
          <a:p>
            <a:pPr>
              <a:defRPr sz="1200"/>
            </a:pPr>
            <a:r>
              <a:t>D:/pasar_fix/node_modules/.bun/import-meta-resolve@4.2.0/node_modules/import-meta-resolve/lib/utils.js</a:t>
            </a:r>
          </a:p>
          <a:p>
            <a:pPr>
              <a:defRPr sz="1200"/>
            </a:pPr>
            <a:r>
              <a:t>D:/pasar_fix/node_modules/.bun/inherits@2.0.4/node_modules/inherits/inherits.js</a:t>
            </a:r>
          </a:p>
          <a:p>
            <a:pPr>
              <a:defRPr sz="1200"/>
            </a:pPr>
            <a:r>
              <a:t>D:/pasar_fix/node_modules/.bun/inherits@2.0.4/node_modules/inherits/inherits_browser.js</a:t>
            </a:r>
          </a:p>
          <a:p>
            <a:pPr>
              <a:defRPr sz="1200"/>
            </a:pPr>
            <a:r>
              <a:t>D:/pasar_fix/node_modules/.bun/inherits@2.0.4/node_modules/inherits/LICENSE</a:t>
            </a:r>
          </a:p>
          <a:p>
            <a:pPr>
              <a:defRPr sz="1200"/>
            </a:pPr>
            <a:r>
              <a:t>D:/pasar_fix/node_modules/.bun/inherits@2.0.4/node_modules/inherits/package.json</a:t>
            </a:r>
          </a:p>
          <a:p>
            <a:pPr>
              <a:defRPr sz="1200"/>
            </a:pPr>
            <a:r>
              <a:t>D:/pasar_fix/node_modules/.bun/inherits@2.0.4/node_modules/inherits/README.md</a:t>
            </a:r>
          </a:p>
          <a:p>
            <a:pPr>
              <a:defRPr sz="1200"/>
            </a:pPr>
            <a:r>
              <a:t>D:/pasar_fix/node_modules/.bun/internmap@1.0.1/node_modules/internmap/LICENSE</a:t>
            </a:r>
          </a:p>
          <a:p>
            <a:pPr>
              <a:defRPr sz="1200"/>
            </a:pPr>
            <a:r>
              <a:t>D:/pasar_fix/node_modules/.bun/internmap@1.0.1/node_modules/internmap/package.json</a:t>
            </a:r>
          </a:p>
          <a:p>
            <a:pPr>
              <a:defRPr sz="1200"/>
            </a:pPr>
            <a:r>
              <a:t>D:/pasar_fix/node_modules/.bun/internmap@1.0.1/node_modules/internmap/README.md</a:t>
            </a:r>
          </a:p>
          <a:p>
            <a:pPr>
              <a:defRPr sz="1200"/>
            </a:pPr>
            <a:r>
              <a:t>D:/pasar_fix/node_modules/.bun/internmap@1.0.1/node_modules/internmap/dist/internmap.js</a:t>
            </a:r>
          </a:p>
          <a:p>
            <a:pPr>
              <a:defRPr sz="1200"/>
            </a:pPr>
            <a:r>
              <a:t>D:/pasar_fix/node_modules/.bun/internmap@1.0.1/node_modules/internmap/dist/internmap.min.js</a:t>
            </a:r>
          </a:p>
          <a:p>
            <a:pPr>
              <a:defRPr sz="1200"/>
            </a:pPr>
            <a:r>
              <a:t>D:/pasar_fix/node_modules/.bun/internmap@1.0.1/node_modules/internmap/src/index.js</a:t>
            </a:r>
          </a:p>
          <a:p>
            <a:pPr>
              <a:defRPr sz="1200"/>
            </a:pPr>
            <a:r>
              <a:t>D:/pasar_fix/node_modules/.bun/internmap@2.0.3/node_modules/internmap/LICENSE</a:t>
            </a:r>
          </a:p>
          <a:p>
            <a:pPr>
              <a:defRPr sz="1200"/>
            </a:pPr>
            <a:r>
              <a:t>D:/pasar_fix/node_modules/.bun/internmap@2.0.3/node_modules/internmap/package.json</a:t>
            </a:r>
          </a:p>
          <a:p>
            <a:pPr>
              <a:defRPr sz="1200"/>
            </a:pPr>
            <a:r>
              <a:t>D:/pasar_fix/node_modules/.bun/internmap@2.0.3/node_modules/internmap/README.md</a:t>
            </a:r>
          </a:p>
          <a:p>
            <a:pPr>
              <a:defRPr sz="1200"/>
            </a:pPr>
            <a:r>
              <a:t>D:/pasar_fix/node_modules/.bun/internmap@2.0.3/node_modules/internmap/dist/internmap.js</a:t>
            </a:r>
          </a:p>
          <a:p>
            <a:pPr>
              <a:defRPr sz="1200"/>
            </a:pPr>
            <a:r>
              <a:t>D:/pasar_fix/node_modules/.bun/internmap@2.0.3/node_modules/internmap/dist/internmap.min.js</a:t>
            </a:r>
          </a:p>
          <a:p>
            <a:pPr>
              <a:defRPr sz="1200"/>
            </a:pPr>
            <a:r>
              <a:t>D:/pasar_fix/node_modules/.bun/internmap@2.0.3/node_modules/internmap/src/index.js</a:t>
            </a:r>
          </a:p>
          <a:p>
            <a:pPr>
              <a:defRPr sz="1200"/>
            </a:pPr>
            <a:r>
              <a:t>D:/pasar_fix/node_modules/.bun/ioredis@5.10.1/node_modules/ioredis/LICENSE</a:t>
            </a:r>
          </a:p>
          <a:p>
            <a:pPr>
              <a:defRPr sz="1200"/>
            </a:pPr>
            <a:r>
              <a:t>D:/pasar_fix/node_modules/.bun/ioredis@5.10.1/node_modules/ioredis/package.json</a:t>
            </a:r>
          </a:p>
          <a:p>
            <a:pPr>
              <a:defRPr sz="1200"/>
            </a:pPr>
            <a:r>
              <a:t>D:/pasar_fix/node_modules/.bun/ioredis@5.10.1/node_modules/ioredis/README.md</a:t>
            </a:r>
          </a:p>
          <a:p>
            <a:pPr>
              <a:defRPr sz="1200"/>
            </a:pPr>
            <a:r>
              <a:t>D:/pasar_fix/node_modules/.bun/ioredis@5.10.1/node_modules/ioredis/built/autoPipelining.d.ts</a:t>
            </a:r>
          </a:p>
          <a:p>
            <a:pPr>
              <a:defRPr sz="1200"/>
            </a:pPr>
            <a:r>
              <a:t>D:/pasar_fix/node_modules/.bun/ioredis@5.10.1/node_modules/ioredis/built/autoPipelining.js</a:t>
            </a:r>
          </a:p>
          <a:p>
            <a:pPr>
              <a:defRPr sz="1200"/>
            </a:pPr>
            <a:r>
              <a:t>D:/pasar_fix/node_modules/.bun/ioredis@5.10.1/node_modules/ioredis/built/Command.d.ts</a:t>
            </a:r>
          </a:p>
          <a:p>
            <a:pPr>
              <a:defRPr sz="1200"/>
            </a:pPr>
            <a:r>
              <a:t>D:/pasar_fix/node_modules/.bun/ioredis@5.10.1/node_modules/ioredis/built/Command.js</a:t>
            </a:r>
          </a:p>
          <a:p>
            <a:pPr>
              <a:defRPr sz="1200"/>
            </a:pPr>
            <a:r>
              <a:t>D:/pasar_fix/node_modules/.bun/ioredis@5.10.1/node_modules/ioredis/built/DataHandler.d.ts</a:t>
            </a:r>
          </a:p>
          <a:p>
            <a:pPr>
              <a:defRPr sz="1200"/>
            </a:pPr>
            <a:r>
              <a:t>D:/pasar_fix/node_modules/.bun/ioredis@5.10.1/node_modules/ioredis/built/DataHandler.js</a:t>
            </a:r>
          </a:p>
          <a:p>
            <a:pPr>
              <a:defRPr sz="1200"/>
            </a:pPr>
            <a:r>
              <a:t>D:/pasar_fix/node_modules/.bun/ioredis@5.10.1/node_modules/ioredis/built/index.d.ts</a:t>
            </a:r>
          </a:p>
          <a:p>
            <a:pPr>
              <a:defRPr sz="1200"/>
            </a:pPr>
            <a:r>
              <a:t>D:/pasar_fix/node_modules/.bun/ioredis@5.10.1/node_modules/ioredis/built/index.js</a:t>
            </a:r>
          </a:p>
          <a:p>
            <a:pPr>
              <a:defRPr sz="1200"/>
            </a:pPr>
            <a:r>
              <a:t>D:/pasar_fix/node_modules/.bun/ioredis@5.10.1/node_modules/ioredis/built/Pipeline.d.ts</a:t>
            </a:r>
          </a:p>
          <a:p>
            <a:pPr>
              <a:defRPr sz="1200"/>
            </a:pPr>
            <a:r>
              <a:t>D:/pasar_fix/node_modules/.bun/ioredis@5.10.1/node_modules/ioredis/built/Pipeline.js</a:t>
            </a:r>
          </a:p>
          <a:p>
            <a:pPr>
              <a:defRPr sz="1200"/>
            </a:pPr>
            <a:r>
              <a:t>D:/pasar_fix/node_modules/.bun/ioredis@5.10.1/node_modules/ioredis/built/Redis.d.ts</a:t>
            </a:r>
          </a:p>
          <a:p>
            <a:pPr>
              <a:defRPr sz="1200"/>
            </a:pPr>
            <a:r>
              <a:t>D:/pasar_fix/node_modules/.bun/ioredis@5.10.1/node_modules/ioredis/built/Redis.js</a:t>
            </a:r>
          </a:p>
          <a:p>
            <a:pPr>
              <a:defRPr sz="1200"/>
            </a:pPr>
            <a:r>
              <a:t>D:/pasar_fix/node_modules/.bun/ioredis@5.10.1/node_modules/ioredis/built/ScanStream.d.ts</a:t>
            </a:r>
          </a:p>
          <a:p>
            <a:pPr>
              <a:defRPr sz="1200"/>
            </a:pPr>
            <a:r>
              <a:t>D:/pasar_fix/node_modules/.bun/ioredis@5.10.1/node_modules/ioredis/built/ScanStream.js</a:t>
            </a:r>
          </a:p>
          <a:p>
            <a:pPr>
              <a:defRPr sz="1200"/>
            </a:pPr>
            <a:r>
              <a:t>D:/pasar_fix/node_modules/.bun/ioredis@5.10.1/node_modules/ioredis/built/Script.d.ts</a:t>
            </a:r>
          </a:p>
          <a:p>
            <a:pPr>
              <a:defRPr sz="1200"/>
            </a:pPr>
            <a:r>
              <a:t>D:/pasar_fix/node_modules/.bun/ioredis@5.10.1/node_modules/ioredis/built/Script.js</a:t>
            </a:r>
          </a:p>
          <a:p>
            <a:pPr>
              <a:defRPr sz="1200"/>
            </a:pPr>
            <a:r>
              <a:t>D:/pasar_fix/node_modules/.bun/ioredis@5.10.1/node_modules/ioredis/built/SubscriptionSet.d.ts</a:t>
            </a:r>
          </a:p>
          <a:p>
            <a:pPr>
              <a:defRPr sz="1200"/>
            </a:pPr>
            <a:r>
              <a:t>D:/pasar_fix/node_modules/.bun/ioredis@5.10.1/node_modules/ioredis/built/SubscriptionSet.js</a:t>
            </a:r>
          </a:p>
          <a:p>
            <a:pPr>
              <a:defRPr sz="1200"/>
            </a:pPr>
            <a:r>
              <a:t>D:/pasar_fix/node_modules/.bun/ioredis@5.10.1/node_modules/ioredis/built/transaction.d.ts</a:t>
            </a:r>
          </a:p>
          <a:p>
            <a:pPr>
              <a:defRPr sz="1200"/>
            </a:pPr>
            <a:r>
              <a:t>D:/pasar_fix/node_modules/.bun/ioredis@5.10.1/node_modules/ioredis/built/transaction.js</a:t>
            </a:r>
          </a:p>
          <a:p>
            <a:pPr>
              <a:defRPr sz="1200"/>
            </a:pPr>
            <a:r>
              <a:t>D:/pasar_fix/node_modules/.bun/ioredis@5.10.1/node_modules/ioredis/built/types.d.ts</a:t>
            </a:r>
          </a:p>
          <a:p>
            <a:pPr>
              <a:defRPr sz="1200"/>
            </a:pPr>
            <a:r>
              <a:t>D:/pasar_fix/node_modules/.bun/ioredis@5.10.1/node_modules/ioredis/built/types.js</a:t>
            </a:r>
          </a:p>
          <a:p>
            <a:pPr>
              <a:defRPr sz="1200"/>
            </a:pPr>
            <a:r>
              <a:t>D:/pasar_fix/node_modules/.bun/ioredis@5.10.1/node_modules/ioredis/built/cluster/ClusterOptions.d.ts</a:t>
            </a:r>
          </a:p>
          <a:p>
            <a:pPr>
              <a:defRPr sz="1200"/>
            </a:pPr>
            <a:r>
              <a:t>D:/pasar_fix/node_modules/.bun/ioredis@5.10.1/node_modules/ioredis/built/cluster/ClusterOptions.js</a:t>
            </a:r>
          </a:p>
          <a:p>
            <a:pPr>
              <a:defRPr sz="1200"/>
            </a:pPr>
            <a:r>
              <a:t>D:/pasar_fix/node_modules/.bun/ioredis@5.10.1/node_modules/ioredis/built/cluster/ClusterSubscriber.d.ts</a:t>
            </a:r>
          </a:p>
          <a:p>
            <a:pPr>
              <a:defRPr sz="1200"/>
            </a:pPr>
            <a:r>
              <a:t>D:/pasar_fix/node_modules/.bun/ioredis@5.10.1/node_modules/ioredis/built/cluster/ClusterSubscriber.js</a:t>
            </a:r>
          </a:p>
          <a:p>
            <a:pPr>
              <a:defRPr sz="1200"/>
            </a:pPr>
            <a:r>
              <a:t>D:/pasar_fix/node_modules/.bun/ioredis@5.10.1/node_modules/ioredis/built/cluster/ClusterSubscriberGroup.d.ts</a:t>
            </a:r>
          </a:p>
          <a:p>
            <a:pPr>
              <a:defRPr sz="1200"/>
            </a:pPr>
            <a:r>
              <a:t>D:/pasar_fix/node_modules/.bun/ioredis@5.10.1/node_modules/ioredis/built/cluster/ClusterSubscriberGroup.js</a:t>
            </a:r>
          </a:p>
          <a:p>
            <a:pPr>
              <a:defRPr sz="1200"/>
            </a:pPr>
            <a:r>
              <a:t>D:/pasar_fix/node_modules/.bun/ioredis@5.10.1/node_modules/ioredis/built/cluster/ConnectionPool.d.ts</a:t>
            </a:r>
          </a:p>
          <a:p>
            <a:pPr>
              <a:defRPr sz="1200"/>
            </a:pPr>
            <a:r>
              <a:t>D:/pasar_fix/node_modules/.bun/ioredis@5.10.1/node_modules/ioredis/built/cluster/ConnectionPool.js</a:t>
            </a:r>
          </a:p>
          <a:p>
            <a:pPr>
              <a:defRPr sz="1200"/>
            </a:pPr>
            <a:r>
              <a:t>D:/pasar_fix/node_modules/.bun/ioredis@5.10.1/node_modules/ioredis/built/cluster/DelayQueue.d.ts</a:t>
            </a:r>
          </a:p>
          <a:p>
            <a:pPr>
              <a:defRPr sz="1200"/>
            </a:pPr>
            <a:r>
              <a:t>D:/pasar_fix/node_modules/.bun/ioredis@5.10.1/node_modules/ioredis/built/cluster/DelayQueue.js</a:t>
            </a:r>
          </a:p>
          <a:p>
            <a:pPr>
              <a:defRPr sz="1200"/>
            </a:pPr>
            <a:r>
              <a:t>D:/pasar_fix/node_modules/.bun/ioredis@5.10.1/node_modules/ioredis/built/cluster/index.d.ts</a:t>
            </a:r>
          </a:p>
          <a:p>
            <a:pPr>
              <a:defRPr sz="1200"/>
            </a:pPr>
            <a:r>
              <a:t>D:/pasar_fix/node_modules/.bun/ioredis@5.10.1/node_modules/ioredis/built/cluster/index.js</a:t>
            </a:r>
          </a:p>
          <a:p>
            <a:pPr>
              <a:defRPr sz="1200"/>
            </a:pPr>
            <a:r>
              <a:t>D:/pasar_fix/node_modules/.bun/ioredis@5.10.1/node_modules/ioredis/built/cluster/ShardedSubscriber.d.ts</a:t>
            </a:r>
          </a:p>
          <a:p>
            <a:pPr>
              <a:defRPr sz="1200"/>
            </a:pPr>
            <a:r>
              <a:t>D:/pasar_fix/node_modules/.bun/ioredis@5.10.1/node_modules/ioredis/built/cluster/ShardedSubscriber.js</a:t>
            </a:r>
          </a:p>
          <a:p>
            <a:pPr>
              <a:defRPr sz="1200"/>
            </a:pPr>
            <a:r>
              <a:t>D:/pasar_fix/node_modules/.bun/ioredis@5.10.1/node_modules/ioredis/built/cluster/util.d.ts</a:t>
            </a:r>
          </a:p>
          <a:p>
            <a:pPr>
              <a:defRPr sz="1200"/>
            </a:pPr>
            <a:r>
              <a:t>D:/pasar_fix/node_modules/.bun/ioredis@5.10.1/node_modules/ioredis/built/cluster/util.js</a:t>
            </a:r>
          </a:p>
          <a:p>
            <a:pPr>
              <a:defRPr sz="1200"/>
            </a:pPr>
            <a:r>
              <a:t>D:/pasar_fix/node_modules/.bun/ioredis@5.10.1/node_modules/ioredis/built/connectors/AbstractConnector.d.ts</a:t>
            </a:r>
          </a:p>
          <a:p>
            <a:pPr>
              <a:defRPr sz="1200"/>
            </a:pPr>
            <a:r>
              <a:t>D:/pasar_fix/node_modules/.bun/ioredis@5.10.1/node_modules/ioredis/built/connectors/AbstractConnector.js</a:t>
            </a:r>
          </a:p>
          <a:p>
            <a:pPr>
              <a:defRPr sz="1200"/>
            </a:pPr>
            <a:r>
              <a:t>D:/pasar_fix/node_modules/.bun/ioredis@5.10.1/node_modules/ioredis/built/connectors/ConnectorConstructor.d.ts</a:t>
            </a:r>
          </a:p>
          <a:p>
            <a:pPr>
              <a:defRPr sz="1200"/>
            </a:pPr>
            <a:r>
              <a:t>D:/pasar_fix/node_modules/.bun/ioredis@5.10.1/node_modules/ioredis/built/connectors/ConnectorConstructor.js</a:t>
            </a:r>
          </a:p>
          <a:p>
            <a:pPr>
              <a:defRPr sz="1200"/>
            </a:pPr>
            <a:r>
              <a:t>D:/pasar_fix/node_modules/.bun/ioredis@5.10.1/node_modules/ioredis/built/connectors/index.d.ts</a:t>
            </a:r>
          </a:p>
          <a:p>
            <a:pPr>
              <a:defRPr sz="1200"/>
            </a:pPr>
            <a:r>
              <a:t>D:/pasar_fix/node_modules/.bun/ioredis@5.10.1/node_modules/ioredis/built/connectors/index.js</a:t>
            </a:r>
          </a:p>
          <a:p>
            <a:pPr>
              <a:defRPr sz="1200"/>
            </a:pPr>
            <a:r>
              <a:t>D:/pasar_fix/node_modules/.bun/ioredis@5.10.1/node_modules/ioredis/built/connectors/StandaloneConnector.d.ts</a:t>
            </a:r>
          </a:p>
          <a:p>
            <a:pPr>
              <a:defRPr sz="1200"/>
            </a:pPr>
            <a:r>
              <a:t>D:/pasar_fix/node_modules/.bun/ioredis@5.10.1/node_modules/ioredis/built/connectors/StandaloneConnector.js</a:t>
            </a:r>
          </a:p>
          <a:p>
            <a:pPr>
              <a:defRPr sz="1200"/>
            </a:pPr>
            <a:r>
              <a:t>D:/pasar_fix/node_modules/.bun/ioredis@5.10.1/node_modules/ioredis/built/connectors/SentinelConnector/FailoverDetector.d.ts</a:t>
            </a:r>
          </a:p>
          <a:p>
            <a:pPr>
              <a:defRPr sz="1200"/>
            </a:pPr>
            <a:r>
              <a:t>D:/pasar_fix/node_modules/.bun/ioredis@5.10.1/node_modules/ioredis/built/connectors/SentinelConnector/FailoverDetector.js</a:t>
            </a:r>
          </a:p>
          <a:p>
            <a:pPr>
              <a:defRPr sz="1200"/>
            </a:pPr>
            <a:r>
              <a:t>D:/pasar_fix/node_modules/.bun/ioredis@5.10.1/node_modules/ioredis/built/connectors/SentinelConnector/index.d.ts</a:t>
            </a:r>
          </a:p>
          <a:p>
            <a:pPr>
              <a:defRPr sz="1200"/>
            </a:pPr>
            <a:r>
              <a:t>D:/pasar_fix/node_modules/.bun/ioredis@5.10.1/node_modules/ioredis/built/connectors/SentinelConnector/index.js</a:t>
            </a:r>
          </a:p>
          <a:p>
            <a:pPr>
              <a:defRPr sz="1200"/>
            </a:pPr>
            <a:r>
              <a:t>D:/pasar_fix/node_modules/.bun/ioredis@5.10.1/node_modules/ioredis/built/connectors/SentinelConnector/SentinelIterator.d.ts</a:t>
            </a:r>
          </a:p>
          <a:p>
            <a:pPr>
              <a:defRPr sz="1200"/>
            </a:pPr>
            <a:r>
              <a:t>D:/pasar_fix/node_modules/.bun/ioredis@5.10.1/node_modules/ioredis/built/connectors/SentinelConnector/SentinelIterator.js</a:t>
            </a:r>
          </a:p>
          <a:p>
            <a:pPr>
              <a:defRPr sz="1200"/>
            </a:pPr>
            <a:r>
              <a:t>D:/pasar_fix/node_modules/.bun/ioredis@5.10.1/node_modules/ioredis/built/connectors/SentinelConnector/types.d.ts</a:t>
            </a:r>
          </a:p>
          <a:p>
            <a:pPr>
              <a:defRPr sz="1200"/>
            </a:pPr>
            <a:r>
              <a:t>D:/pasar_fix/node_modules/.bun/ioredis@5.10.1/node_modules/ioredis/built/connectors/SentinelConnector/types.js</a:t>
            </a:r>
          </a:p>
          <a:p>
            <a:pPr>
              <a:defRPr sz="1200"/>
            </a:pPr>
            <a:r>
              <a:t>D:/pasar_fix/node_modules/.bun/ioredis@5.10.1/node_modules/ioredis/built/constants/TLSProfiles.d.ts</a:t>
            </a:r>
          </a:p>
          <a:p>
            <a:pPr>
              <a:defRPr sz="1200"/>
            </a:pPr>
            <a:r>
              <a:t>D:/pasar_fix/node_modules/.bun/ioredis@5.10.1/node_modules/ioredis/built/constants/TLSProfiles.js</a:t>
            </a:r>
          </a:p>
          <a:p>
            <a:pPr>
              <a:defRPr sz="1200"/>
            </a:pPr>
            <a:r>
              <a:t>D:/pasar_fix/node_modules/.bun/ioredis@5.10.1/node_modules/ioredis/built/errors/ClusterAllFailedError.d.ts</a:t>
            </a:r>
          </a:p>
          <a:p>
            <a:pPr>
              <a:defRPr sz="1200"/>
            </a:pPr>
            <a:r>
              <a:t>D:/pasar_fix/node_modules/.bun/ioredis@5.10.1/node_modules/ioredis/built/errors/ClusterAllFailedError.js</a:t>
            </a:r>
          </a:p>
          <a:p>
            <a:pPr>
              <a:defRPr sz="1200"/>
            </a:pPr>
            <a:r>
              <a:t>D:/pasar_fix/node_modules/.bun/ioredis@5.10.1/node_modules/ioredis/built/errors/index.d.ts</a:t>
            </a:r>
          </a:p>
          <a:p>
            <a:pPr>
              <a:defRPr sz="1200"/>
            </a:pPr>
            <a:r>
              <a:t>D:/pasar_fix/node_modules/.bun/ioredis@5.10.1/node_modules/ioredis/built/errors/index.js</a:t>
            </a:r>
          </a:p>
          <a:p>
            <a:pPr>
              <a:defRPr sz="1200"/>
            </a:pPr>
            <a:r>
              <a:t>D:/pasar_fix/node_modules/.bun/ioredis@5.10.1/node_modules/ioredis/built/errors/MaxRetriesPerRequestError.d.ts</a:t>
            </a:r>
          </a:p>
          <a:p>
            <a:pPr>
              <a:defRPr sz="1200"/>
            </a:pPr>
            <a:r>
              <a:t>D:/pasar_fix/node_modules/.bun/ioredis@5.10.1/node_modules/ioredis/built/errors/MaxRetriesPerRequestError.js</a:t>
            </a:r>
          </a:p>
          <a:p>
            <a:pPr>
              <a:defRPr sz="1200"/>
            </a:pPr>
            <a:r>
              <a:t>D:/pasar_fix/node_modules/.bun/ioredis@5.10.1/node_modules/ioredis/built/redis/event_handler.d.ts</a:t>
            </a:r>
          </a:p>
          <a:p>
            <a:pPr>
              <a:defRPr sz="1200"/>
            </a:pPr>
            <a:r>
              <a:t>D:/pasar_fix/node_modules/.bun/ioredis@5.10.1/node_modules/ioredis/built/redis/event_handler.js</a:t>
            </a:r>
          </a:p>
          <a:p>
            <a:pPr>
              <a:defRPr sz="1200"/>
            </a:pPr>
            <a:r>
              <a:t>D:/pasar_fix/node_modules/.bun/ioredis@5.10.1/node_modules/ioredis/built/redis/RedisOptions.d.ts</a:t>
            </a:r>
          </a:p>
          <a:p>
            <a:pPr>
              <a:defRPr sz="1200"/>
            </a:pPr>
            <a:r>
              <a:t>D:/pasar_fix/node_modules/.bun/ioredis@5.10.1/node_modules/ioredis/built/redis/RedisOptions.js</a:t>
            </a:r>
          </a:p>
          <a:p>
            <a:pPr>
              <a:defRPr sz="1200"/>
            </a:pPr>
            <a:r>
              <a:t>D:/pasar_fix/node_modules/.bun/ioredis@5.10.1/node_modules/ioredis/built/utils/applyMixin.d.ts</a:t>
            </a:r>
          </a:p>
          <a:p>
            <a:pPr>
              <a:defRPr sz="1200"/>
            </a:pPr>
            <a:r>
              <a:t>D:/pasar_fix/node_modules/.bun/ioredis@5.10.1/node_modules/ioredis/built/utils/applyMixin.js</a:t>
            </a:r>
          </a:p>
          <a:p>
            <a:pPr>
              <a:defRPr sz="1200"/>
            </a:pPr>
            <a:r>
              <a:t>D:/pasar_fix/node_modules/.bun/ioredis@5.10.1/node_modules/ioredis/built/utils/argumentParsers.d.ts</a:t>
            </a:r>
          </a:p>
          <a:p>
            <a:pPr>
              <a:defRPr sz="1200"/>
            </a:pPr>
            <a:r>
              <a:t>D:/pasar_fix/node_modules/.bun/ioredis@5.10.1/node_modules/ioredis/built/utils/argumentParsers.js</a:t>
            </a:r>
          </a:p>
          <a:p>
            <a:pPr>
              <a:defRPr sz="1200"/>
            </a:pPr>
            <a:r>
              <a:t>D:/pasar_fix/node_modules/.bun/ioredis@5.10.1/node_modules/ioredis/built/utils/Commander.d.ts</a:t>
            </a:r>
          </a:p>
          <a:p>
            <a:pPr>
              <a:defRPr sz="1200"/>
            </a:pPr>
            <a:r>
              <a:t>D:/pasar_fix/node_modules/.bun/ioredis@5.10.1/node_modules/ioredis/built/utils/Commander.js</a:t>
            </a:r>
          </a:p>
          <a:p>
            <a:pPr>
              <a:defRPr sz="1200"/>
            </a:pPr>
            <a:r>
              <a:t>D:/pasar_fix/node_modules/.bun/ioredis@5.10.1/node_modules/ioredis/built/utils/debug.d.ts</a:t>
            </a:r>
          </a:p>
          <a:p>
            <a:pPr>
              <a:defRPr sz="1200"/>
            </a:pPr>
            <a:r>
              <a:t>D:/pasar_fix/node_modules/.bun/ioredis@5.10.1/node_modules/ioredis/built/utils/debug.js</a:t>
            </a:r>
          </a:p>
          <a:p>
            <a:pPr>
              <a:defRPr sz="1200"/>
            </a:pPr>
            <a:r>
              <a:t>D:/pasar_fix/node_modules/.bun/ioredis@5.10.1/node_modules/ioredis/built/utils/index.d.ts</a:t>
            </a:r>
          </a:p>
          <a:p>
            <a:pPr>
              <a:defRPr sz="1200"/>
            </a:pPr>
            <a:r>
              <a:t>D:/pasar_fix/node_modules/.bun/ioredis@5.10.1/node_modules/ioredis/built/utils/index.js</a:t>
            </a:r>
          </a:p>
          <a:p>
            <a:pPr>
              <a:defRPr sz="1200"/>
            </a:pPr>
            <a:r>
              <a:t>D:/pasar_fix/node_modules/.bun/ioredis@5.10.1/node_modules/ioredis/built/utils/lodash.d.ts</a:t>
            </a:r>
          </a:p>
          <a:p>
            <a:pPr>
              <a:defRPr sz="1200"/>
            </a:pPr>
            <a:r>
              <a:t>D:/pasar_fix/node_modules/.bun/ioredis@5.10.1/node_modules/ioredis/built/utils/lodash.js</a:t>
            </a:r>
          </a:p>
          <a:p>
            <a:pPr>
              <a:defRPr sz="1200"/>
            </a:pPr>
            <a:r>
              <a:t>D:/pasar_fix/node_modules/.bun/ioredis@5.10.1/node_modules/ioredis/built/utils/RedisCommander.d.ts</a:t>
            </a:r>
          </a:p>
          <a:p>
            <a:pPr>
              <a:defRPr sz="1200"/>
            </a:pPr>
            <a:r>
              <a:t>D:/pasar_fix/node_modules/.bun/ioredis@5.10.1/node_modules/ioredis/built/utils/RedisCommander.js</a:t>
            </a:r>
          </a:p>
          <a:p>
            <a:pPr>
              <a:defRPr sz="1200"/>
            </a:pPr>
            <a:r>
              <a:t>D:/pasar_fix/node_modules/.bun/ip-address@10.2.0/node_modules/ip-address/LICENSE</a:t>
            </a:r>
          </a:p>
          <a:p>
            <a:pPr>
              <a:defRPr sz="1200"/>
            </a:pPr>
            <a:r>
              <a:t>D:/pasar_fix/node_modules/.bun/ip-address@10.2.0/node_modules/ip-address/package.json</a:t>
            </a:r>
          </a:p>
          <a:p>
            <a:pPr>
              <a:defRPr sz="1200"/>
            </a:pPr>
            <a:r>
              <a:t>D:/pasar_fix/node_modules/.bun/ip-address@10.2.0/node_modules/ip-address/README.md</a:t>
            </a:r>
          </a:p>
          <a:p>
            <a:pPr>
              <a:defRPr sz="1200"/>
            </a:pPr>
            <a:r>
              <a:t>D:/pasar_fix/node_modules/.bun/ip-address@10.2.0/node_modules/ip-address/dist/address-error.d.ts</a:t>
            </a:r>
          </a:p>
          <a:p>
            <a:pPr>
              <a:defRPr sz="1200"/>
            </a:pPr>
            <a:r>
              <a:t>D:/pasar_fix/node_modules/.bun/ip-address@10.2.0/node_modules/ip-address/dist/address-error.js</a:t>
            </a:r>
          </a:p>
          <a:p>
            <a:pPr>
              <a:defRPr sz="1200"/>
            </a:pPr>
            <a:r>
              <a:t>D:/pasar_fix/node_modules/.bun/ip-address@10.2.0/node_modules/ip-address/dist/address-error.js.map</a:t>
            </a:r>
          </a:p>
          <a:p>
            <a:pPr>
              <a:defRPr sz="1200"/>
            </a:pPr>
            <a:r>
              <a:t>D:/pasar_fix/node_modules/.bun/ip-address@10.2.0/node_modules/ip-address/dist/common.d.ts</a:t>
            </a:r>
          </a:p>
          <a:p>
            <a:pPr>
              <a:defRPr sz="1200"/>
            </a:pPr>
            <a:r>
              <a:t>D:/pasar_fix/node_modules/.bun/ip-address@10.2.0/node_modules/ip-address/dist/common.js</a:t>
            </a:r>
          </a:p>
          <a:p>
            <a:pPr>
              <a:defRPr sz="1200"/>
            </a:pPr>
            <a:r>
              <a:t>D:/pasar_fix/node_modules/.bun/ip-address@10.2.0/node_modules/ip-address/dist/common.js.map</a:t>
            </a:r>
          </a:p>
          <a:p>
            <a:pPr>
              <a:defRPr sz="1200"/>
            </a:pPr>
            <a:r>
              <a:t>D:/pasar_fix/node_modules/.bun/ip-address@10.2.0/node_modules/ip-address/dist/ip-address.d.ts</a:t>
            </a:r>
          </a:p>
          <a:p>
            <a:pPr>
              <a:defRPr sz="1200"/>
            </a:pPr>
            <a:r>
              <a:t>D:/pasar_fix/node_modules/.bun/ip-address@10.2.0/node_modules/ip-address/dist/ip-address.js</a:t>
            </a:r>
          </a:p>
          <a:p>
            <a:pPr>
              <a:defRPr sz="1200"/>
            </a:pPr>
            <a:r>
              <a:t>D:/pasar_fix/node_modules/.bun/ip-address@10.2.0/node_modules/ip-address/dist/ip-address.js.map</a:t>
            </a:r>
          </a:p>
          <a:p>
            <a:pPr>
              <a:defRPr sz="1200"/>
            </a:pPr>
            <a:r>
              <a:t>D:/pasar_fix/node_modules/.bun/ip-address@10.2.0/node_modules/ip-address/dist/ipv4.d.ts</a:t>
            </a:r>
          </a:p>
          <a:p>
            <a:pPr>
              <a:defRPr sz="1200"/>
            </a:pPr>
            <a:r>
              <a:t>D:/pasar_fix/node_modules/.bun/ip-address@10.2.0/node_modules/ip-address/dist/ipv4.js</a:t>
            </a:r>
          </a:p>
          <a:p>
            <a:pPr>
              <a:defRPr sz="1200"/>
            </a:pPr>
            <a:r>
              <a:t>D:/pasar_fix/node_modules/.bun/ip-address@10.2.0/node_modules/ip-address/dist/ipv4.js.map</a:t>
            </a:r>
          </a:p>
          <a:p>
            <a:pPr>
              <a:defRPr sz="1200"/>
            </a:pPr>
            <a:r>
              <a:t>D:/pasar_fix/node_modules/.bun/ip-address@10.2.0/node_modules/ip-address/dist/ipv6.d.ts</a:t>
            </a:r>
          </a:p>
          <a:p>
            <a:pPr>
              <a:defRPr sz="1200"/>
            </a:pPr>
            <a:r>
              <a:t>D:/pasar_fix/node_modules/.bun/ip-address@10.2.0/node_modules/ip-address/dist/ipv6.js</a:t>
            </a:r>
          </a:p>
          <a:p>
            <a:pPr>
              <a:defRPr sz="1200"/>
            </a:pPr>
            <a:r>
              <a:t>D:/pasar_fix/node_modules/.bun/ip-address@10.2.0/node_modules/ip-address/dist/ipv6.js.map</a:t>
            </a:r>
          </a:p>
          <a:p>
            <a:pPr>
              <a:defRPr sz="1200"/>
            </a:pPr>
            <a:r>
              <a:t>D:/pasar_fix/node_modules/.bun/ip-address@10.2.0/node_modules/ip-address/dist/v4/constants.d.ts</a:t>
            </a:r>
          </a:p>
          <a:p>
            <a:pPr>
              <a:defRPr sz="1200"/>
            </a:pPr>
            <a:r>
              <a:t>D:/pasar_fix/node_modules/.bun/ip-address@10.2.0/node_modules/ip-address/dist/v4/constants.js</a:t>
            </a:r>
          </a:p>
          <a:p>
            <a:pPr>
              <a:defRPr sz="1200"/>
            </a:pPr>
            <a:r>
              <a:t>D:/pasar_fix/node_modules/.bun/ip-address@10.2.0/node_modules/ip-address/dist/v4/constants.js.map</a:t>
            </a:r>
          </a:p>
          <a:p>
            <a:pPr>
              <a:defRPr sz="1200"/>
            </a:pPr>
            <a:r>
              <a:t>D:/pasar_fix/node_modules/.bun/ip-address@10.2.0/node_modules/ip-address/dist/v6/constants.d.ts</a:t>
            </a:r>
          </a:p>
          <a:p>
            <a:pPr>
              <a:defRPr sz="1200"/>
            </a:pPr>
            <a:r>
              <a:t>D:/pasar_fix/node_modules/.bun/ip-address@10.2.0/node_modules/ip-address/dist/v6/constants.js</a:t>
            </a:r>
          </a:p>
          <a:p>
            <a:pPr>
              <a:defRPr sz="1200"/>
            </a:pPr>
            <a:r>
              <a:t>D:/pasar_fix/node_modules/.bun/ip-address@10.2.0/node_modules/ip-address/dist/v6/constants.js.map</a:t>
            </a:r>
          </a:p>
          <a:p>
            <a:pPr>
              <a:defRPr sz="1200"/>
            </a:pPr>
            <a:r>
              <a:t>D:/pasar_fix/node_modules/.bun/ip-address@10.2.0/node_modules/ip-address/dist/v6/helpers.d.ts</a:t>
            </a:r>
          </a:p>
          <a:p>
            <a:pPr>
              <a:defRPr sz="1200"/>
            </a:pPr>
            <a:r>
              <a:t>D:/pasar_fix/node_modules/.bun/ip-address@10.2.0/node_modules/ip-address/dist/v6/helpers.js</a:t>
            </a:r>
          </a:p>
          <a:p>
            <a:pPr>
              <a:defRPr sz="1200"/>
            </a:pPr>
            <a:r>
              <a:t>D:/pasar_fix/node_modules/.bun/ip-address@10.2.0/node_modules/ip-address/dist/v6/helpers.js.map</a:t>
            </a:r>
          </a:p>
          <a:p>
            <a:pPr>
              <a:defRPr sz="1200"/>
            </a:pPr>
            <a:r>
              <a:t>D:/pasar_fix/node_modules/.bun/ip-address@10.2.0/node_modules/ip-address/dist/v6/regular-expressions.d.ts</a:t>
            </a:r>
          </a:p>
          <a:p>
            <a:pPr>
              <a:defRPr sz="1200"/>
            </a:pPr>
            <a:r>
              <a:t>D:/pasar_fix/node_modules/.bun/ip-address@10.2.0/node_modules/ip-address/dist/v6/regular-expressions.js</a:t>
            </a:r>
          </a:p>
          <a:p>
            <a:pPr>
              <a:defRPr sz="1200"/>
            </a:pPr>
            <a:r>
              <a:t>D:/pasar_fix/node_modules/.bun/ip-address@10.2.0/node_modules/ip-address/dist/v6/regular-expressions.js.map</a:t>
            </a:r>
          </a:p>
          <a:p>
            <a:pPr>
              <a:defRPr sz="1200"/>
            </a:pPr>
            <a:r>
              <a:t>D:/pasar_fix/node_modules/.bun/iron-webcrypto@1.2.1/node_modules/iron-webcrypto/LICENSE.md</a:t>
            </a:r>
          </a:p>
          <a:p>
            <a:pPr>
              <a:defRPr sz="1200"/>
            </a:pPr>
            <a:r>
              <a:t>D:/pasar_fix/node_modules/.bun/iron-webcrypto@1.2.1/node_modules/iron-webcrypto/package.json</a:t>
            </a:r>
          </a:p>
          <a:p>
            <a:pPr>
              <a:defRPr sz="1200"/>
            </a:pPr>
            <a:r>
              <a:t>D:/pasar_fix/node_modules/.bun/iron-webcrypto@1.2.1/node_modules/iron-webcrypto/README.md</a:t>
            </a:r>
          </a:p>
          <a:p>
            <a:pPr>
              <a:defRPr sz="1200"/>
            </a:pPr>
            <a:r>
              <a:t>D:/pasar_fix/node_modules/.bun/iron-webcrypto@1.2.1/node_modules/iron-webcrypto/dist/example.js</a:t>
            </a:r>
          </a:p>
          <a:p>
            <a:pPr>
              <a:defRPr sz="1200"/>
            </a:pPr>
            <a:r>
              <a:t>D:/pasar_fix/node_modules/.bun/iron-webcrypto@1.2.1/node_modules/iron-webcrypto/dist/index.cjs</a:t>
            </a:r>
          </a:p>
          <a:p>
            <a:pPr>
              <a:defRPr sz="1200"/>
            </a:pPr>
            <a:r>
              <a:t>D:/pasar_fix/node_modules/.bun/iron-webcrypto@1.2.1/node_modules/iron-webcrypto/dist/index.d.cts</a:t>
            </a:r>
          </a:p>
          <a:p>
            <a:pPr>
              <a:defRPr sz="1200"/>
            </a:pPr>
            <a:r>
              <a:t>D:/pasar_fix/node_modules/.bun/iron-webcrypto@1.2.1/node_modules/iron-webcrypto/dist/index.d.ts</a:t>
            </a:r>
          </a:p>
          <a:p>
            <a:pPr>
              <a:defRPr sz="1200"/>
            </a:pPr>
            <a:r>
              <a:t>D:/pasar_fix/node_modules/.bun/iron-webcrypto@1.2.1/node_modules/iron-webcrypto/dist/index.js</a:t>
            </a:r>
          </a:p>
          <a:p>
            <a:pPr>
              <a:defRPr sz="1200"/>
            </a:pPr>
            <a:r>
              <a:t>D:/pasar_fix/node_modules/.bun/is-arrayish@0.2.1/node_modules/is-arrayish/.editorconfig</a:t>
            </a:r>
          </a:p>
          <a:p>
            <a:pPr>
              <a:defRPr sz="1200"/>
            </a:pPr>
            <a:r>
              <a:t>D:/pasar_fix/node_modules/.bun/is-arrayish@0.2.1/node_modules/is-arrayish/.istanbul.yml</a:t>
            </a:r>
          </a:p>
          <a:p>
            <a:pPr>
              <a:defRPr sz="1200"/>
            </a:pPr>
            <a:r>
              <a:t>D:/pasar_fix/node_modules/.bun/is-arrayish@0.2.1/node_modules/is-arrayish/.npmignore</a:t>
            </a:r>
          </a:p>
          <a:p>
            <a:pPr>
              <a:defRPr sz="1200"/>
            </a:pPr>
            <a:r>
              <a:t>D:/pasar_fix/node_modules/.bun/is-arrayish@0.2.1/node_modules/is-arrayish/.travis.yml</a:t>
            </a:r>
          </a:p>
          <a:p>
            <a:pPr>
              <a:defRPr sz="1200"/>
            </a:pPr>
            <a:r>
              <a:t>D:/pasar_fix/node_modules/.bun/is-arrayish@0.2.1/node_modules/is-arrayish/index.js</a:t>
            </a:r>
          </a:p>
          <a:p>
            <a:pPr>
              <a:defRPr sz="1200"/>
            </a:pPr>
            <a:r>
              <a:t>D:/pasar_fix/node_modules/.bun/is-arrayish@0.2.1/node_modules/is-arrayish/LICENSE</a:t>
            </a:r>
          </a:p>
          <a:p>
            <a:pPr>
              <a:defRPr sz="1200"/>
            </a:pPr>
            <a:r>
              <a:t>D:/pasar_fix/node_modules/.bun/is-arrayish@0.2.1/node_modules/is-arrayish/package.json</a:t>
            </a:r>
          </a:p>
          <a:p>
            <a:pPr>
              <a:defRPr sz="1200"/>
            </a:pPr>
            <a:r>
              <a:t>D:/pasar_fix/node_modules/.bun/is-arrayish@0.2.1/node_modules/is-arrayish/README.md</a:t>
            </a:r>
          </a:p>
          <a:p>
            <a:pPr>
              <a:defRPr sz="1200"/>
            </a:pPr>
            <a:r>
              <a:t>D:/pasar_fix/node_modules/.bun/is-binary-path@2.1.0/node_modules/is-binary-path/index.d.ts</a:t>
            </a:r>
          </a:p>
          <a:p>
            <a:pPr>
              <a:defRPr sz="1200"/>
            </a:pPr>
            <a:r>
              <a:t>D:/pasar_fix/node_modules/.bun/is-binary-path@2.1.0/node_modules/is-binary-path/index.js</a:t>
            </a:r>
          </a:p>
          <a:p>
            <a:pPr>
              <a:defRPr sz="1200"/>
            </a:pPr>
            <a:r>
              <a:t>D:/pasar_fix/node_modules/.bun/is-binary-path@2.1.0/node_modules/is-binary-path/license</a:t>
            </a:r>
          </a:p>
          <a:p>
            <a:pPr>
              <a:defRPr sz="1200"/>
            </a:pPr>
            <a:r>
              <a:t>D:/pasar_fix/node_modules/.bun/is-binary-path@2.1.0/node_modules/is-binary-path/package.json</a:t>
            </a:r>
          </a:p>
          <a:p>
            <a:pPr>
              <a:defRPr sz="1200"/>
            </a:pPr>
            <a:r>
              <a:t>D:/pasar_fix/node_modules/.bun/is-binary-path@2.1.0/node_modules/is-binary-path/readme.md</a:t>
            </a:r>
          </a:p>
          <a:p>
            <a:pPr>
              <a:defRPr sz="1200"/>
            </a:pPr>
            <a:r>
              <a:t>D:/pasar_fix/node_modules/.bun/is-core-module@2.16.2/node_modules/is-core-module/.eslintrc</a:t>
            </a:r>
          </a:p>
          <a:p>
            <a:pPr>
              <a:defRPr sz="1200"/>
            </a:pPr>
            <a:r>
              <a:t>D:/pasar_fix/node_modules/.bun/is-core-module@2.16.2/node_modules/is-core-module/.nycrc</a:t>
            </a:r>
          </a:p>
          <a:p>
            <a:pPr>
              <a:defRPr sz="1200"/>
            </a:pPr>
            <a:r>
              <a:t>D:/pasar_fix/node_modules/.bun/is-core-module@2.16.2/node_modules/is-core-module/CHANGELOG.md</a:t>
            </a:r>
          </a:p>
          <a:p>
            <a:pPr>
              <a:defRPr sz="1200"/>
            </a:pPr>
            <a:r>
              <a:t>D:/pasar_fix/node_modules/.bun/is-core-module@2.16.2/node_modules/is-core-module/core.json</a:t>
            </a:r>
          </a:p>
          <a:p>
            <a:pPr>
              <a:defRPr sz="1200"/>
            </a:pPr>
            <a:r>
              <a:t>D:/pasar_fix/node_modules/.bun/is-core-module@2.16.2/node_modules/is-core-module/index.js</a:t>
            </a:r>
          </a:p>
          <a:p>
            <a:pPr>
              <a:defRPr sz="1200"/>
            </a:pPr>
            <a:r>
              <a:t>D:/pasar_fix/node_modules/.bun/is-core-module@2.16.2/node_modules/is-core-module/LICENSE</a:t>
            </a:r>
          </a:p>
          <a:p>
            <a:pPr>
              <a:defRPr sz="1200"/>
            </a:pPr>
            <a:r>
              <a:t>D:/pasar_fix/node_modules/.bun/is-core-module@2.16.2/node_modules/is-core-module/package.json</a:t>
            </a:r>
          </a:p>
          <a:p>
            <a:pPr>
              <a:defRPr sz="1200"/>
            </a:pPr>
            <a:r>
              <a:t>D:/pasar_fix/node_modules/.bun/is-core-module@2.16.2/node_modules/is-core-module/README.md</a:t>
            </a:r>
          </a:p>
          <a:p>
            <a:pPr>
              <a:defRPr sz="1200"/>
            </a:pPr>
            <a:r>
              <a:t>D:/pasar_fix/node_modules/.bun/is-core-module@2.16.2/node_modules/is-core-module/test/index.js</a:t>
            </a:r>
          </a:p>
          <a:p>
            <a:pPr>
              <a:defRPr sz="1200"/>
            </a:pPr>
            <a:r>
              <a:t>D:/pasar_fix/node_modules/.bun/is-docker@3.0.0/node_modules/.bin/is-docker.bunx</a:t>
            </a:r>
          </a:p>
          <a:p>
            <a:pPr>
              <a:defRPr sz="1200"/>
            </a:pPr>
            <a:r>
              <a:t>D:/pasar_fix/node_modules/.bun/is-docker@3.0.0/node_modules/.bin/is-docker.exe</a:t>
            </a:r>
          </a:p>
          <a:p>
            <a:pPr>
              <a:defRPr sz="1200"/>
            </a:pPr>
            <a:r>
              <a:t>D:/pasar_fix/node_modules/.bun/is-docker@3.0.0/node_modules/is-docker/cli.js</a:t>
            </a:r>
          </a:p>
          <a:p>
            <a:pPr>
              <a:defRPr sz="1200"/>
            </a:pPr>
            <a:r>
              <a:t>D:/pasar_fix/node_modules/.bun/is-docker@3.0.0/node_modules/is-docker/index.d.ts</a:t>
            </a:r>
          </a:p>
          <a:p>
            <a:pPr>
              <a:defRPr sz="1200"/>
            </a:pPr>
            <a:r>
              <a:t>D:/pasar_fix/node_modules/.bun/is-docker@3.0.0/node_modules/is-docker/index.js</a:t>
            </a:r>
          </a:p>
          <a:p>
            <a:pPr>
              <a:defRPr sz="1200"/>
            </a:pPr>
            <a:r>
              <a:t>D:/pasar_fix/node_modules/.bun/is-docker@3.0.0/node_modules/is-docker/license</a:t>
            </a:r>
          </a:p>
          <a:p>
            <a:pPr>
              <a:defRPr sz="1200"/>
            </a:pPr>
            <a:r>
              <a:t>D:/pasar_fix/node_modules/.bun/is-docker@3.0.0/node_modules/is-docker/package.json</a:t>
            </a:r>
          </a:p>
          <a:p>
            <a:pPr>
              <a:defRPr sz="1200"/>
            </a:pPr>
            <a:r>
              <a:t>D:/pasar_fix/node_modules/.bun/is-docker@3.0.0/node_modules/is-docker/readme.md</a:t>
            </a:r>
          </a:p>
          <a:p>
            <a:pPr>
              <a:defRPr sz="1200"/>
            </a:pPr>
            <a:r>
              <a:t>D:/pasar_fix/node_modules/.bun/is-extglob@2.1.1/node_modules/is-extglob/index.js</a:t>
            </a:r>
          </a:p>
          <a:p>
            <a:pPr>
              <a:defRPr sz="1200"/>
            </a:pPr>
            <a:r>
              <a:t>D:/pasar_fix/node_modules/.bun/is-extglob@2.1.1/node_modules/is-extglob/LICENSE</a:t>
            </a:r>
          </a:p>
          <a:p>
            <a:pPr>
              <a:defRPr sz="1200"/>
            </a:pPr>
            <a:r>
              <a:t>D:/pasar_fix/node_modules/.bun/is-extglob@2.1.1/node_modules/is-extglob/package.json</a:t>
            </a:r>
          </a:p>
          <a:p>
            <a:pPr>
              <a:defRPr sz="1200"/>
            </a:pPr>
            <a:r>
              <a:t>D:/pasar_fix/node_modules/.bun/is-extglob@2.1.1/node_modules/is-extglob/README.md</a:t>
            </a:r>
          </a:p>
          <a:p>
            <a:pPr>
              <a:defRPr sz="1200"/>
            </a:pPr>
            <a:r>
              <a:t>D:/pasar_fix/node_modules/.bun/is-fullwidth-code-point@3.0.0/node_modules/is-fullwidth-code-point/index.d.ts</a:t>
            </a:r>
          </a:p>
          <a:p>
            <a:pPr>
              <a:defRPr sz="1200"/>
            </a:pPr>
            <a:r>
              <a:t>D:/pasar_fix/node_modules/.bun/is-fullwidth-code-point@3.0.0/node_modules/is-fullwidth-code-point/index.js</a:t>
            </a:r>
          </a:p>
          <a:p>
            <a:pPr>
              <a:defRPr sz="1200"/>
            </a:pPr>
            <a:r>
              <a:t>D:/pasar_fix/node_modules/.bun/is-fullwidth-code-point@3.0.0/node_modules/is-fullwidth-code-point/license</a:t>
            </a:r>
          </a:p>
          <a:p>
            <a:pPr>
              <a:defRPr sz="1200"/>
            </a:pPr>
            <a:r>
              <a:t>D:/pasar_fix/node_modules/.bun/is-fullwidth-code-point@3.0.0/node_modules/is-fullwidth-code-point/package.json</a:t>
            </a:r>
          </a:p>
          <a:p>
            <a:pPr>
              <a:defRPr sz="1200"/>
            </a:pPr>
            <a:r>
              <a:t>D:/pasar_fix/node_modules/.bun/is-fullwidth-code-point@3.0.0/node_modules/is-fullwidth-code-point/readme.md</a:t>
            </a:r>
          </a:p>
          <a:p>
            <a:pPr>
              <a:defRPr sz="1200"/>
            </a:pPr>
            <a:r>
              <a:t>D:/pasar_fix/node_modules/.bun/is-glob@4.0.3/node_modules/is-glob/index.js</a:t>
            </a:r>
          </a:p>
          <a:p>
            <a:pPr>
              <a:defRPr sz="1200"/>
            </a:pPr>
            <a:r>
              <a:t>D:/pasar_fix/node_modules/.bun/is-glob@4.0.3/node_modules/is-glob/LICENSE</a:t>
            </a:r>
          </a:p>
          <a:p>
            <a:pPr>
              <a:defRPr sz="1200"/>
            </a:pPr>
            <a:r>
              <a:t>D:/pasar_fix/node_modules/.bun/is-glob@4.0.3/node_modules/is-glob/package.json</a:t>
            </a:r>
          </a:p>
          <a:p>
            <a:pPr>
              <a:defRPr sz="1200"/>
            </a:pPr>
            <a:r>
              <a:t>D:/pasar_fix/node_modules/.bun/is-glob@4.0.3/node_modules/is-glob/README.md</a:t>
            </a:r>
          </a:p>
          <a:p>
            <a:pPr>
              <a:defRPr sz="1200"/>
            </a:pPr>
            <a:r>
              <a:t>D:/pasar_fix/node_modules/.bun/is-in-ssh@1.0.0/node_modules/is-in-ssh/index.d.ts</a:t>
            </a:r>
          </a:p>
          <a:p>
            <a:pPr>
              <a:defRPr sz="1200"/>
            </a:pPr>
            <a:r>
              <a:t>D:/pasar_fix/node_modules/.bun/is-in-ssh@1.0.0/node_modules/is-in-ssh/index.js</a:t>
            </a:r>
          </a:p>
          <a:p>
            <a:pPr>
              <a:defRPr sz="1200"/>
            </a:pPr>
            <a:r>
              <a:t>D:/pasar_fix/node_modules/.bun/is-in-ssh@1.0.0/node_modules/is-in-ssh/license</a:t>
            </a:r>
          </a:p>
          <a:p>
            <a:pPr>
              <a:defRPr sz="1200"/>
            </a:pPr>
            <a:r>
              <a:t>D:/pasar_fix/node_modules/.bun/is-in-ssh@1.0.0/node_modules/is-in-ssh/package.json</a:t>
            </a:r>
          </a:p>
          <a:p>
            <a:pPr>
              <a:defRPr sz="1200"/>
            </a:pPr>
            <a:r>
              <a:t>D:/pasar_fix/node_modules/.bun/is-in-ssh@1.0.0/node_modules/is-in-ssh/readme.md</a:t>
            </a:r>
          </a:p>
          <a:p>
            <a:pPr>
              <a:defRPr sz="1200"/>
            </a:pPr>
            <a:r>
              <a:t>D:/pasar_fix/node_modules/.bun/is-inside-container@1.0.0/node_modules/.bin/is-docker.bunx</a:t>
            </a:r>
          </a:p>
          <a:p>
            <a:pPr>
              <a:defRPr sz="1200"/>
            </a:pPr>
            <a:r>
              <a:t>D:/pasar_fix/node_modules/.bun/is-inside-container@1.0.0/node_modules/.bin/is-docker.exe</a:t>
            </a:r>
          </a:p>
          <a:p>
            <a:pPr>
              <a:defRPr sz="1200"/>
            </a:pPr>
            <a:r>
              <a:t>D:/pasar_fix/node_modules/.bun/is-inside-container@1.0.0/node_modules/.bin/is-inside-container.bunx</a:t>
            </a:r>
          </a:p>
          <a:p>
            <a:pPr>
              <a:defRPr sz="1200"/>
            </a:pPr>
            <a:r>
              <a:t>D:/pasar_fix/node_modules/.bun/is-inside-container@1.0.0/node_modules/.bin/is-inside-container.exe</a:t>
            </a:r>
          </a:p>
          <a:p>
            <a:pPr>
              <a:defRPr sz="1200"/>
            </a:pPr>
            <a:r>
              <a:t>D:/pasar_fix/node_modules/.bun/is-inside-container@1.0.0/node_modules/is-inside-container/cli.js</a:t>
            </a:r>
          </a:p>
          <a:p>
            <a:pPr>
              <a:defRPr sz="1200"/>
            </a:pPr>
            <a:r>
              <a:t>D:/pasar_fix/node_modules/.bun/is-inside-container@1.0.0/node_modules/is-inside-container/index.d.ts</a:t>
            </a:r>
          </a:p>
          <a:p>
            <a:pPr>
              <a:defRPr sz="1200"/>
            </a:pPr>
            <a:r>
              <a:t>D:/pasar_fix/node_modules/.bun/is-inside-container@1.0.0/node_modules/is-inside-container/index.js</a:t>
            </a:r>
          </a:p>
          <a:p>
            <a:pPr>
              <a:defRPr sz="1200"/>
            </a:pPr>
            <a:r>
              <a:t>D:/pasar_fix/node_modules/.bun/is-inside-container@1.0.0/node_modules/is-inside-container/license</a:t>
            </a:r>
          </a:p>
          <a:p>
            <a:pPr>
              <a:defRPr sz="1200"/>
            </a:pPr>
            <a:r>
              <a:t>D:/pasar_fix/node_modules/.bun/is-inside-container@1.0.0/node_modules/is-inside-container/package.json</a:t>
            </a:r>
          </a:p>
          <a:p>
            <a:pPr>
              <a:defRPr sz="1200"/>
            </a:pPr>
            <a:r>
              <a:t>D:/pasar_fix/node_modules/.bun/is-inside-container@1.0.0/node_modules/is-inside-container/readme.md</a:t>
            </a:r>
          </a:p>
          <a:p>
            <a:pPr>
              <a:defRPr sz="1200"/>
            </a:pPr>
            <a:r>
              <a:t>D:/pasar_fix/node_modules/.bun/is-interactive@1.0.0/node_modules/is-interactive/index.d.ts</a:t>
            </a:r>
          </a:p>
          <a:p>
            <a:pPr>
              <a:defRPr sz="1200"/>
            </a:pPr>
            <a:r>
              <a:t>D:/pasar_fix/node_modules/.bun/is-interactive@1.0.0/node_modules/is-interactive/index.js</a:t>
            </a:r>
          </a:p>
          <a:p>
            <a:pPr>
              <a:defRPr sz="1200"/>
            </a:pPr>
            <a:r>
              <a:t>D:/pasar_fix/node_modules/.bun/is-interactive@1.0.0/node_modules/is-interactive/license</a:t>
            </a:r>
          </a:p>
          <a:p>
            <a:pPr>
              <a:defRPr sz="1200"/>
            </a:pPr>
            <a:r>
              <a:t>D:/pasar_fix/node_modules/.bun/is-interactive@1.0.0/node_modules/is-interactive/package.json</a:t>
            </a:r>
          </a:p>
          <a:p>
            <a:pPr>
              <a:defRPr sz="1200"/>
            </a:pPr>
            <a:r>
              <a:t>D:/pasar_fix/node_modules/.bun/is-interactive@1.0.0/node_modules/is-interactive/readme.md</a:t>
            </a:r>
          </a:p>
          <a:p>
            <a:pPr>
              <a:defRPr sz="1200"/>
            </a:pPr>
            <a:r>
              <a:t>D:/pasar_fix/node_modules/.bun/is-module@1.0.0/node_modules/is-module/.npmignore</a:t>
            </a:r>
          </a:p>
          <a:p>
            <a:pPr>
              <a:defRPr sz="1200"/>
            </a:pPr>
            <a:r>
              <a:t>D:/pasar_fix/node_modules/.bun/is-module@1.0.0/node_modules/is-module/component.json</a:t>
            </a:r>
          </a:p>
          <a:p>
            <a:pPr>
              <a:defRPr sz="1200"/>
            </a:pPr>
            <a:r>
              <a:t>D:/pasar_fix/node_modules/.bun/is-module@1.0.0/node_modules/is-module/index.js</a:t>
            </a:r>
          </a:p>
          <a:p>
            <a:pPr>
              <a:defRPr sz="1200"/>
            </a:pPr>
            <a:r>
              <a:t>D:/pasar_fix/node_modules/.bun/is-module@1.0.0/node_modules/is-module/package.json</a:t>
            </a:r>
          </a:p>
          <a:p>
            <a:pPr>
              <a:defRPr sz="1200"/>
            </a:pPr>
            <a:r>
              <a:t>D:/pasar_fix/node_modules/.bun/is-module@1.0.0/node_modules/is-module/README.md</a:t>
            </a:r>
          </a:p>
          <a:p>
            <a:pPr>
              <a:defRPr sz="1200"/>
            </a:pPr>
            <a:r>
              <a:t>D:/pasar_fix/node_modules/.bun/is-number@7.0.0/node_modules/is-number/index.js</a:t>
            </a:r>
          </a:p>
          <a:p>
            <a:pPr>
              <a:defRPr sz="1200"/>
            </a:pPr>
            <a:r>
              <a:t>D:/pasar_fix/node_modules/.bun/is-number@7.0.0/node_modules/is-number/LICENSE</a:t>
            </a:r>
          </a:p>
          <a:p>
            <a:pPr>
              <a:defRPr sz="1200"/>
            </a:pPr>
            <a:r>
              <a:t>D:/pasar_fix/node_modules/.bun/is-number@7.0.0/node_modules/is-number/package.json</a:t>
            </a:r>
          </a:p>
          <a:p>
            <a:pPr>
              <a:defRPr sz="1200"/>
            </a:pPr>
            <a:r>
              <a:t>D:/pasar_fix/node_modules/.bun/is-number@7.0.0/node_modules/is-number/README.md</a:t>
            </a:r>
          </a:p>
          <a:p>
            <a:pPr>
              <a:defRPr sz="1200"/>
            </a:pPr>
            <a:r>
              <a:t>D:/pasar_fix/node_modules/.bun/is-path-inside@4.0.0/node_modules/is-path-inside/index.d.ts</a:t>
            </a:r>
          </a:p>
          <a:p>
            <a:pPr>
              <a:defRPr sz="1200"/>
            </a:pPr>
            <a:r>
              <a:t>D:/pasar_fix/node_modules/.bun/is-path-inside@4.0.0/node_modules/is-path-inside/index.js</a:t>
            </a:r>
          </a:p>
          <a:p>
            <a:pPr>
              <a:defRPr sz="1200"/>
            </a:pPr>
            <a:r>
              <a:t>D:/pasar_fix/node_modules/.bun/is-path-inside@4.0.0/node_modules/is-path-inside/license</a:t>
            </a:r>
          </a:p>
          <a:p>
            <a:pPr>
              <a:defRPr sz="1200"/>
            </a:pPr>
            <a:r>
              <a:t>D:/pasar_fix/node_modules/.bun/is-path-inside@4.0.0/node_modules/is-path-inside/package.json</a:t>
            </a:r>
          </a:p>
          <a:p>
            <a:pPr>
              <a:defRPr sz="1200"/>
            </a:pPr>
            <a:r>
              <a:t>D:/pasar_fix/node_modules/.bun/is-path-inside@4.0.0/node_modules/is-path-inside/readme.md</a:t>
            </a:r>
          </a:p>
          <a:p>
            <a:pPr>
              <a:defRPr sz="1200"/>
            </a:pPr>
            <a:r>
              <a:t>D:/pasar_fix/node_modules/.bun/is-potential-custom-element-name@1.0.1/node_modules/is-potential-custom-element-name/index.js</a:t>
            </a:r>
          </a:p>
          <a:p>
            <a:pPr>
              <a:defRPr sz="1200"/>
            </a:pPr>
            <a:r>
              <a:t>D:/pasar_fix/node_modules/.bun/is-potential-custom-element-name@1.0.1/node_modules/is-potential-custom-element-name/LICENSE-MIT.txt</a:t>
            </a:r>
          </a:p>
          <a:p>
            <a:pPr>
              <a:defRPr sz="1200"/>
            </a:pPr>
            <a:r>
              <a:t>D:/pasar_fix/node_modules/.bun/is-potential-custom-element-name@1.0.1/node_modules/is-potential-custom-element-name/package.json</a:t>
            </a:r>
          </a:p>
          <a:p>
            <a:pPr>
              <a:defRPr sz="1200"/>
            </a:pPr>
            <a:r>
              <a:t>D:/pasar_fix/node_modules/.bun/is-potential-custom-element-name@1.0.1/node_modules/is-potential-custom-element-name/README.md</a:t>
            </a:r>
          </a:p>
          <a:p>
            <a:pPr>
              <a:defRPr sz="1200"/>
            </a:pPr>
            <a:r>
              <a:t>D:/pasar_fix/node_modules/.bun/is-reference@1.2.1/node_modules/is-reference/CHANGELOG.md</a:t>
            </a:r>
          </a:p>
          <a:p>
            <a:pPr>
              <a:defRPr sz="1200"/>
            </a:pPr>
            <a:r>
              <a:t>D:/pasar_fix/node_modules/.bun/is-reference@1.2.1/node_modules/is-reference/package.json</a:t>
            </a:r>
          </a:p>
          <a:p>
            <a:pPr>
              <a:defRPr sz="1200"/>
            </a:pPr>
            <a:r>
              <a:t>D:/pasar_fix/node_modules/.bun/is-reference@1.2.1/node_modules/is-reference/README.md</a:t>
            </a:r>
          </a:p>
          <a:p>
            <a:pPr>
              <a:defRPr sz="1200"/>
            </a:pPr>
            <a:r>
              <a:t>D:/pasar_fix/node_modules/.bun/is-reference@1.2.1/node_modules/is-reference/dist/is-reference.es.js</a:t>
            </a:r>
          </a:p>
          <a:p>
            <a:pPr>
              <a:defRPr sz="1200"/>
            </a:pPr>
            <a:r>
              <a:t>D:/pasar_fix/node_modules/.bun/is-reference@1.2.1/node_modules/is-reference/dist/is-reference.js</a:t>
            </a:r>
          </a:p>
          <a:p>
            <a:pPr>
              <a:defRPr sz="1200"/>
            </a:pPr>
            <a:r>
              <a:t>D:/pasar_fix/node_modules/.bun/is-reference@1.2.1/node_modules/is-reference/dist/types/index.d.ts</a:t>
            </a:r>
          </a:p>
          <a:p>
            <a:pPr>
              <a:defRPr sz="1200"/>
            </a:pPr>
            <a:r>
              <a:t>D:/pasar_fix/node_modules/.bun/is-stream@2.0.1/node_modules/is-stream/index.d.ts</a:t>
            </a:r>
          </a:p>
          <a:p>
            <a:pPr>
              <a:defRPr sz="1200"/>
            </a:pPr>
            <a:r>
              <a:t>D:/pasar_fix/node_modules/.bun/is-stream@2.0.1/node_modules/is-stream/index.js</a:t>
            </a:r>
          </a:p>
          <a:p>
            <a:pPr>
              <a:defRPr sz="1200"/>
            </a:pPr>
            <a:r>
              <a:t>D:/pasar_fix/node_modules/.bun/is-stream@2.0.1/node_modules/is-stream/license</a:t>
            </a:r>
          </a:p>
          <a:p>
            <a:pPr>
              <a:defRPr sz="1200"/>
            </a:pPr>
            <a:r>
              <a:t>D:/pasar_fix/node_modules/.bun/is-stream@2.0.1/node_modules/is-stream/package.json</a:t>
            </a:r>
          </a:p>
          <a:p>
            <a:pPr>
              <a:defRPr sz="1200"/>
            </a:pPr>
            <a:r>
              <a:t>D:/pasar_fix/node_modules/.bun/is-stream@2.0.1/node_modules/is-stream/readme.md</a:t>
            </a:r>
          </a:p>
          <a:p>
            <a:pPr>
              <a:defRPr sz="1200"/>
            </a:pPr>
            <a:r>
              <a:t>D:/pasar_fix/node_modules/.bun/is-unicode-supported@0.1.0/node_modules/is-unicode-supported/index.d.ts</a:t>
            </a:r>
          </a:p>
          <a:p>
            <a:pPr>
              <a:defRPr sz="1200"/>
            </a:pPr>
            <a:r>
              <a:t>D:/pasar_fix/node_modules/.bun/is-unicode-supported@0.1.0/node_modules/is-unicode-supported/index.js</a:t>
            </a:r>
          </a:p>
          <a:p>
            <a:pPr>
              <a:defRPr sz="1200"/>
            </a:pPr>
            <a:r>
              <a:t>D:/pasar_fix/node_modules/.bun/is-unicode-supported@0.1.0/node_modules/is-unicode-supported/license</a:t>
            </a:r>
          </a:p>
          <a:p>
            <a:pPr>
              <a:defRPr sz="1200"/>
            </a:pPr>
            <a:r>
              <a:t>D:/pasar_fix/node_modules/.bun/is-unicode-supported@0.1.0/node_modules/is-unicode-supported/package.json</a:t>
            </a:r>
          </a:p>
          <a:p>
            <a:pPr>
              <a:defRPr sz="1200"/>
            </a:pPr>
            <a:r>
              <a:t>D:/pasar_fix/node_modules/.bun/is-unicode-supported@0.1.0/node_modules/is-unicode-supported/readme.md</a:t>
            </a:r>
          </a:p>
          <a:p>
            <a:pPr>
              <a:defRPr sz="1200"/>
            </a:pPr>
            <a:r>
              <a:t>D:/pasar_fix/node_modules/.bun/is-wsl@3.1.1/node_modules/.bin/is-inside-container.bunx</a:t>
            </a:r>
          </a:p>
          <a:p>
            <a:pPr>
              <a:defRPr sz="1200"/>
            </a:pPr>
            <a:r>
              <a:t>D:/pasar_fix/node_modules/.bun/is-wsl@3.1.1/node_modules/.bin/is-inside-container.exe</a:t>
            </a:r>
          </a:p>
          <a:p>
            <a:pPr>
              <a:defRPr sz="1200"/>
            </a:pPr>
            <a:r>
              <a:t>D:/pasar_fix/node_modules/.bun/is-wsl@3.1.1/node_modules/is-wsl/index.d.ts</a:t>
            </a:r>
          </a:p>
          <a:p>
            <a:pPr>
              <a:defRPr sz="1200"/>
            </a:pPr>
            <a:r>
              <a:t>D:/pasar_fix/node_modules/.bun/is-wsl@3.1.1/node_modules/is-wsl/index.js</a:t>
            </a:r>
          </a:p>
          <a:p>
            <a:pPr>
              <a:defRPr sz="1200"/>
            </a:pPr>
            <a:r>
              <a:t>D:/pasar_fix/node_modules/.bun/is-wsl@3.1.1/node_modules/is-wsl/license</a:t>
            </a:r>
          </a:p>
          <a:p>
            <a:pPr>
              <a:defRPr sz="1200"/>
            </a:pPr>
            <a:r>
              <a:t>D:/pasar_fix/node_modules/.bun/is-wsl@3.1.1/node_modules/is-wsl/package.json</a:t>
            </a:r>
          </a:p>
          <a:p>
            <a:pPr>
              <a:defRPr sz="1200"/>
            </a:pPr>
            <a:r>
              <a:t>D:/pasar_fix/node_modules/.bun/is-wsl@3.1.1/node_modules/is-wsl/readme.md</a:t>
            </a:r>
          </a:p>
          <a:p>
            <a:pPr>
              <a:defRPr sz="1200"/>
            </a:pPr>
            <a:r>
              <a:t>D:/pasar_fix/node_modules/.bun/isarray@1.0.0/node_modules/isarray/.npmignore</a:t>
            </a:r>
          </a:p>
          <a:p>
            <a:pPr>
              <a:defRPr sz="1200"/>
            </a:pPr>
            <a:r>
              <a:t>D:/pasar_fix/node_modules/.bun/isarray@1.0.0/node_modules/isarray/.travis.yml</a:t>
            </a:r>
          </a:p>
          <a:p>
            <a:pPr>
              <a:defRPr sz="1200"/>
            </a:pPr>
            <a:r>
              <a:t>D:/pasar_fix/node_modules/.bun/isarray@1.0.0/node_modules/isarray/component.json</a:t>
            </a:r>
          </a:p>
          <a:p>
            <a:pPr>
              <a:defRPr sz="1200"/>
            </a:pPr>
            <a:r>
              <a:t>D:/pasar_fix/node_modules/.bun/isarray@1.0.0/node_modules/isarray/index.js</a:t>
            </a:r>
          </a:p>
          <a:p>
            <a:pPr>
              <a:defRPr sz="1200"/>
            </a:pPr>
            <a:r>
              <a:t>D:/pasar_fix/node_modules/.bun/isarray@1.0.0/node_modules/isarray/Makefile</a:t>
            </a:r>
          </a:p>
          <a:p>
            <a:pPr>
              <a:defRPr sz="1200"/>
            </a:pPr>
            <a:r>
              <a:t>D:/pasar_fix/node_modules/.bun/isarray@1.0.0/node_modules/isarray/package.json</a:t>
            </a:r>
          </a:p>
          <a:p>
            <a:pPr>
              <a:defRPr sz="1200"/>
            </a:pPr>
            <a:r>
              <a:t>D:/pasar_fix/node_modules/.bun/isarray@1.0.0/node_modules/isarray/README.md</a:t>
            </a:r>
          </a:p>
          <a:p>
            <a:pPr>
              <a:defRPr sz="1200"/>
            </a:pPr>
            <a:r>
              <a:t>D:/pasar_fix/node_modules/.bun/isarray@1.0.0/node_modules/isarray/test.js</a:t>
            </a:r>
          </a:p>
          <a:p>
            <a:pPr>
              <a:defRPr sz="1200"/>
            </a:pPr>
            <a:r>
              <a:t>D:/pasar_fix/node_modules/.bun/isbot@5.1.40/node_modules/isbot/AUTHORS</a:t>
            </a:r>
          </a:p>
          <a:p>
            <a:pPr>
              <a:defRPr sz="1200"/>
            </a:pPr>
            <a:r>
              <a:t>D:/pasar_fix/node_modules/.bun/isbot@5.1.40/node_modules/isbot/index.d.mts</a:t>
            </a:r>
          </a:p>
          <a:p>
            <a:pPr>
              <a:defRPr sz="1200"/>
            </a:pPr>
            <a:r>
              <a:t>D:/pasar_fix/node_modules/.bun/isbot@5.1.40/node_modules/isbot/index.d.ts</a:t>
            </a:r>
          </a:p>
          <a:p>
            <a:pPr>
              <a:defRPr sz="1200"/>
            </a:pPr>
            <a:r>
              <a:t>D:/pasar_fix/node_modules/.bun/isbot@5.1.40/node_modules/isbot/index.js</a:t>
            </a:r>
          </a:p>
          <a:p>
            <a:pPr>
              <a:defRPr sz="1200"/>
            </a:pPr>
            <a:r>
              <a:t>D:/pasar_fix/node_modules/.bun/isbot@5.1.40/node_modules/isbot/index.mjs</a:t>
            </a:r>
          </a:p>
          <a:p>
            <a:pPr>
              <a:defRPr sz="1200"/>
            </a:pPr>
            <a:r>
              <a:t>D:/pasar_fix/node_modules/.bun/isbot@5.1.40/node_modules/isbot/LICENSE</a:t>
            </a:r>
          </a:p>
          <a:p>
            <a:pPr>
              <a:defRPr sz="1200"/>
            </a:pPr>
            <a:r>
              <a:t>D:/pasar_fix/node_modules/.bun/isbot@5.1.40/node_modules/isbot/package.json</a:t>
            </a:r>
          </a:p>
          <a:p>
            <a:pPr>
              <a:defRPr sz="1200"/>
            </a:pPr>
            <a:r>
              <a:t>D:/pasar_fix/node_modules/.bun/isbot@5.1.40/node_modules/isbot/README.md</a:t>
            </a:r>
          </a:p>
          <a:p>
            <a:pPr>
              <a:defRPr sz="1200"/>
            </a:pPr>
            <a:r>
              <a:t>D:/pasar_fix/node_modules/.bun/isexe@2.0.0/node_modules/isexe/.npmignore</a:t>
            </a:r>
          </a:p>
          <a:p>
            <a:pPr>
              <a:defRPr sz="1200"/>
            </a:pPr>
            <a:r>
              <a:t>D:/pasar_fix/node_modules/.bun/isexe@2.0.0/node_modules/isexe/index.js</a:t>
            </a:r>
          </a:p>
          <a:p>
            <a:pPr>
              <a:defRPr sz="1200"/>
            </a:pPr>
            <a:r>
              <a:t>D:/pasar_fix/node_modules/.bun/isexe@2.0.0/node_modules/isexe/LICENSE</a:t>
            </a:r>
          </a:p>
          <a:p>
            <a:pPr>
              <a:defRPr sz="1200"/>
            </a:pPr>
            <a:r>
              <a:t>D:/pasar_fix/node_modules/.bun/isexe@2.0.0/node_modules/isexe/mode.js</a:t>
            </a:r>
          </a:p>
          <a:p>
            <a:pPr>
              <a:defRPr sz="1200"/>
            </a:pPr>
            <a:r>
              <a:t>D:/pasar_fix/node_modules/.bun/isexe@2.0.0/node_modules/isexe/package.json</a:t>
            </a:r>
          </a:p>
          <a:p>
            <a:pPr>
              <a:defRPr sz="1200"/>
            </a:pPr>
            <a:r>
              <a:t>D:/pasar_fix/node_modules/.bun/isexe@2.0.0/node_modules/isexe/README.md</a:t>
            </a:r>
          </a:p>
          <a:p>
            <a:pPr>
              <a:defRPr sz="1200"/>
            </a:pPr>
            <a:r>
              <a:t>D:/pasar_fix/node_modules/.bun/isexe@2.0.0/node_modules/isexe/windows.js</a:t>
            </a:r>
          </a:p>
          <a:p>
            <a:pPr>
              <a:defRPr sz="1200"/>
            </a:pPr>
            <a:r>
              <a:t>D:/pasar_fix/node_modules/.bun/isexe@2.0.0/node_modules/isexe/test/basic.js</a:t>
            </a:r>
          </a:p>
          <a:p>
            <a:pPr>
              <a:defRPr sz="1200"/>
            </a:pPr>
            <a:r>
              <a:t>D:/pasar_fix/node_modules/.bun/jackspeak@3.4.3/node_modules/jackspeak/LICENSE.md</a:t>
            </a:r>
          </a:p>
          <a:p>
            <a:pPr>
              <a:defRPr sz="1200"/>
            </a:pPr>
            <a:r>
              <a:t>D:/pasar_fix/node_modules/.bun/jackspeak@3.4.3/node_modules/jackspeak/package.json</a:t>
            </a:r>
          </a:p>
          <a:p>
            <a:pPr>
              <a:defRPr sz="1200"/>
            </a:pPr>
            <a:r>
              <a:t>D:/pasar_fix/node_modules/.bun/jackspeak@3.4.3/node_modules/jackspeak/README.md</a:t>
            </a:r>
          </a:p>
          <a:p>
            <a:pPr>
              <a:defRPr sz="1200"/>
            </a:pPr>
            <a:r>
              <a:t>D:/pasar_fix/node_modules/.bun/jackspeak@3.4.3/node_modules/jackspeak/dist/commonjs/index.d.ts</a:t>
            </a:r>
          </a:p>
          <a:p>
            <a:pPr>
              <a:defRPr sz="1200"/>
            </a:pPr>
            <a:r>
              <a:t>D:/pasar_fix/node_modules/.bun/jackspeak@3.4.3/node_modules/jackspeak/dist/commonjs/index.d.ts.map</a:t>
            </a:r>
          </a:p>
          <a:p>
            <a:pPr>
              <a:defRPr sz="1200"/>
            </a:pPr>
            <a:r>
              <a:t>D:/pasar_fix/node_modules/.bun/jackspeak@3.4.3/node_modules/jackspeak/dist/commonjs/index.js</a:t>
            </a:r>
          </a:p>
          <a:p>
            <a:pPr>
              <a:defRPr sz="1200"/>
            </a:pPr>
            <a:r>
              <a:t>D:/pasar_fix/node_modules/.bun/jackspeak@3.4.3/node_modules/jackspeak/dist/commonjs/index.js.map</a:t>
            </a:r>
          </a:p>
          <a:p>
            <a:pPr>
              <a:defRPr sz="1200"/>
            </a:pPr>
            <a:r>
              <a:t>D:/pasar_fix/node_modules/.bun/jackspeak@3.4.3/node_modules/jackspeak/dist/commonjs/package.json</a:t>
            </a:r>
          </a:p>
          <a:p>
            <a:pPr>
              <a:defRPr sz="1200"/>
            </a:pPr>
            <a:r>
              <a:t>D:/pasar_fix/node_modules/.bun/jackspeak@3.4.3/node_modules/jackspeak/dist/commonjs/parse-args-cjs.cjs.map</a:t>
            </a:r>
          </a:p>
          <a:p>
            <a:pPr>
              <a:defRPr sz="1200"/>
            </a:pPr>
            <a:r>
              <a:t>D:/pasar_fix/node_modules/.bun/jackspeak@3.4.3/node_modules/jackspeak/dist/commonjs/parse-args-cjs.d.cts.map</a:t>
            </a:r>
          </a:p>
          <a:p>
            <a:pPr>
              <a:defRPr sz="1200"/>
            </a:pPr>
            <a:r>
              <a:t>D:/pasar_fix/node_modules/.bun/jackspeak@3.4.3/node_modules/jackspeak/dist/commonjs/parse-args.d.ts</a:t>
            </a:r>
          </a:p>
          <a:p>
            <a:pPr>
              <a:defRPr sz="1200"/>
            </a:pPr>
            <a:r>
              <a:t>D:/pasar_fix/node_modules/.bun/jackspeak@3.4.3/node_modules/jackspeak/dist/commonjs/parse-args.js</a:t>
            </a:r>
          </a:p>
          <a:p>
            <a:pPr>
              <a:defRPr sz="1200"/>
            </a:pPr>
            <a:r>
              <a:t>D:/pasar_fix/node_modules/.bun/jackspeak@3.4.3/node_modules/jackspeak/dist/esm/index.d.ts</a:t>
            </a:r>
          </a:p>
          <a:p>
            <a:pPr>
              <a:defRPr sz="1200"/>
            </a:pPr>
            <a:r>
              <a:t>D:/pasar_fix/node_modules/.bun/jackspeak@3.4.3/node_modules/jackspeak/dist/esm/index.d.ts.map</a:t>
            </a:r>
          </a:p>
          <a:p>
            <a:pPr>
              <a:defRPr sz="1200"/>
            </a:pPr>
            <a:r>
              <a:t>D:/pasar_fix/node_modules/.bun/jackspeak@3.4.3/node_modules/jackspeak/dist/esm/index.js</a:t>
            </a:r>
          </a:p>
          <a:p>
            <a:pPr>
              <a:defRPr sz="1200"/>
            </a:pPr>
            <a:r>
              <a:t>D:/pasar_fix/node_modules/.bun/jackspeak@3.4.3/node_modules/jackspeak/dist/esm/index.js.map</a:t>
            </a:r>
          </a:p>
          <a:p>
            <a:pPr>
              <a:defRPr sz="1200"/>
            </a:pPr>
            <a:r>
              <a:t>D:/pasar_fix/node_modules/.bun/jackspeak@3.4.3/node_modules/jackspeak/dist/esm/package.json</a:t>
            </a:r>
          </a:p>
          <a:p>
            <a:pPr>
              <a:defRPr sz="1200"/>
            </a:pPr>
            <a:r>
              <a:t>D:/pasar_fix/node_modules/.bun/jackspeak@3.4.3/node_modules/jackspeak/dist/esm/parse-args.d.ts</a:t>
            </a:r>
          </a:p>
          <a:p>
            <a:pPr>
              <a:defRPr sz="1200"/>
            </a:pPr>
            <a:r>
              <a:t>D:/pasar_fix/node_modules/.bun/jackspeak@3.4.3/node_modules/jackspeak/dist/esm/parse-args.d.ts.map</a:t>
            </a:r>
          </a:p>
          <a:p>
            <a:pPr>
              <a:defRPr sz="1200"/>
            </a:pPr>
            <a:r>
              <a:t>D:/pasar_fix/node_modules/.bun/jackspeak@3.4.3/node_modules/jackspeak/dist/esm/parse-args.js</a:t>
            </a:r>
          </a:p>
          <a:p>
            <a:pPr>
              <a:defRPr sz="1200"/>
            </a:pPr>
            <a:r>
              <a:t>D:/pasar_fix/node_modules/.bun/jackspeak@3.4.3/node_modules/jackspeak/dist/esm/parse-args.js.map</a:t>
            </a:r>
          </a:p>
          <a:p>
            <a:pPr>
              <a:defRPr sz="1200"/>
            </a:pPr>
            <a:r>
              <a:t>D:/pasar_fix/node_modules/.bun/jackspeak@4.2.3/node_modules/jackspeak/LICENSE.md</a:t>
            </a:r>
          </a:p>
          <a:p>
            <a:pPr>
              <a:defRPr sz="1200"/>
            </a:pPr>
            <a:r>
              <a:t>D:/pasar_fix/node_modules/.bun/jackspeak@4.2.3/node_modules/jackspeak/package.json</a:t>
            </a:r>
          </a:p>
          <a:p>
            <a:pPr>
              <a:defRPr sz="1200"/>
            </a:pPr>
            <a:r>
              <a:t>D:/pasar_fix/node_modules/.bun/jackspeak@4.2.3/node_modules/jackspeak/README.md</a:t>
            </a:r>
          </a:p>
          <a:p>
            <a:pPr>
              <a:defRPr sz="1200"/>
            </a:pPr>
            <a:r>
              <a:t>D:/pasar_fix/node_modules/.bun/jackspeak@4.2.3/node_modules/jackspeak/dist/commonjs/index.d.ts</a:t>
            </a:r>
          </a:p>
          <a:p>
            <a:pPr>
              <a:defRPr sz="1200"/>
            </a:pPr>
            <a:r>
              <a:t>D:/pasar_fix/node_modules/.bun/jackspeak@4.2.3/node_modules/jackspeak/dist/commonjs/index.d.ts.map</a:t>
            </a:r>
          </a:p>
          <a:p>
            <a:pPr>
              <a:defRPr sz="1200"/>
            </a:pPr>
            <a:r>
              <a:t>D:/pasar_fix/node_modules/.bun/jackspeak@4.2.3/node_modules/jackspeak/dist/commonjs/index.js</a:t>
            </a:r>
          </a:p>
          <a:p>
            <a:pPr>
              <a:defRPr sz="1200"/>
            </a:pPr>
            <a:r>
              <a:t>D:/pasar_fix/node_modules/.bun/jackspeak@4.2.3/node_modules/jackspeak/dist/commonjs/index.js.map</a:t>
            </a:r>
          </a:p>
          <a:p>
            <a:pPr>
              <a:defRPr sz="1200"/>
            </a:pPr>
            <a:r>
              <a:t>D:/pasar_fix/node_modules/.bun/jackspeak@4.2.3/node_modules/jackspeak/dist/commonjs/index.min.js</a:t>
            </a:r>
          </a:p>
          <a:p>
            <a:pPr>
              <a:defRPr sz="1200"/>
            </a:pPr>
            <a:r>
              <a:t>D:/pasar_fix/node_modules/.bun/jackspeak@4.2.3/node_modules/jackspeak/dist/commonjs/index.min.js.map</a:t>
            </a:r>
          </a:p>
          <a:p>
            <a:pPr>
              <a:defRPr sz="1200"/>
            </a:pPr>
            <a:r>
              <a:t>D:/pasar_fix/node_modules/.bun/jackspeak@4.2.3/node_modules/jackspeak/dist/commonjs/package.json</a:t>
            </a:r>
          </a:p>
          <a:p>
            <a:pPr>
              <a:defRPr sz="1200"/>
            </a:pPr>
            <a:r>
              <a:t>D:/pasar_fix/node_modules/.bun/jackspeak@4.2.3/node_modules/jackspeak/dist/esm/index.d.ts</a:t>
            </a:r>
          </a:p>
          <a:p>
            <a:pPr>
              <a:defRPr sz="1200"/>
            </a:pPr>
            <a:r>
              <a:t>D:/pasar_fix/node_modules/.bun/jackspeak@4.2.3/node_modules/jackspeak/dist/esm/index.d.ts.map</a:t>
            </a:r>
          </a:p>
          <a:p>
            <a:pPr>
              <a:defRPr sz="1200"/>
            </a:pPr>
            <a:r>
              <a:t>D:/pasar_fix/node_modules/.bun/jackspeak@4.2.3/node_modules/jackspeak/dist/esm/index.js</a:t>
            </a:r>
          </a:p>
          <a:p>
            <a:pPr>
              <a:defRPr sz="1200"/>
            </a:pPr>
            <a:r>
              <a:t>D:/pasar_fix/node_modules/.bun/jackspeak@4.2.3/node_modules/jackspeak/dist/esm/index.js.map</a:t>
            </a:r>
          </a:p>
          <a:p>
            <a:pPr>
              <a:defRPr sz="1200"/>
            </a:pPr>
            <a:r>
              <a:t>D:/pasar_fix/node_modules/.bun/jackspeak@4.2.3/node_modules/jackspeak/dist/esm/index.min.js</a:t>
            </a:r>
          </a:p>
          <a:p>
            <a:pPr>
              <a:defRPr sz="1200"/>
            </a:pPr>
            <a:r>
              <a:t>D:/pasar_fix/node_modules/.bun/jackspeak@4.2.3/node_modules/jackspeak/dist/esm/index.min.js.map</a:t>
            </a:r>
          </a:p>
          <a:p>
            <a:pPr>
              <a:defRPr sz="1200"/>
            </a:pPr>
            <a:r>
              <a:t>D:/pasar_fix/node_modules/.bun/jackspeak@4.2.3/node_modules/jackspeak/dist/esm/package.json</a:t>
            </a:r>
          </a:p>
          <a:p>
            <a:pPr>
              <a:defRPr sz="1200"/>
            </a:pPr>
            <a:r>
              <a:t>D:/pasar_fix/node_modules/.bun/jest-get-type@29.6.3/node_modules/jest-get-type/LICENSE</a:t>
            </a:r>
          </a:p>
          <a:p>
            <a:pPr>
              <a:defRPr sz="1200"/>
            </a:pPr>
            <a:r>
              <a:t>D:/pasar_fix/node_modules/.bun/jest-get-type@29.6.3/node_modules/jest-get-type/package.json</a:t>
            </a:r>
          </a:p>
          <a:p>
            <a:pPr>
              <a:defRPr sz="1200"/>
            </a:pPr>
            <a:r>
              <a:t>D:/pasar_fix/node_modules/.bun/jest-get-type@29.6.3/node_modules/jest-get-type/build/index.d.ts</a:t>
            </a:r>
          </a:p>
          <a:p>
            <a:pPr>
              <a:defRPr sz="1200"/>
            </a:pPr>
            <a:r>
              <a:t>D:/pasar_fix/node_modules/.bun/jest-get-type@29.6.3/node_modules/jest-get-type/build/index.js</a:t>
            </a:r>
          </a:p>
          <a:p>
            <a:pPr>
              <a:defRPr sz="1200"/>
            </a:pPr>
            <a:r>
              <a:t>D:/pasar_fix/node_modules/.bun/jest-validate@29.7.0/node_modules/jest-validate/LICENSE</a:t>
            </a:r>
          </a:p>
          <a:p>
            <a:pPr>
              <a:defRPr sz="1200"/>
            </a:pPr>
            <a:r>
              <a:t>D:/pasar_fix/node_modules/.bun/jest-validate@29.7.0/node_modules/jest-validate/package.json</a:t>
            </a:r>
          </a:p>
          <a:p>
            <a:pPr>
              <a:defRPr sz="1200"/>
            </a:pPr>
            <a:r>
              <a:t>D:/pasar_fix/node_modules/.bun/jest-validate@29.7.0/node_modules/jest-validate/README.md</a:t>
            </a:r>
          </a:p>
          <a:p>
            <a:pPr>
              <a:defRPr sz="1200"/>
            </a:pPr>
            <a:r>
              <a:t>D:/pasar_fix/node_modules/.bun/jest-validate@29.7.0/node_modules/jest-validate/build/condition.js</a:t>
            </a:r>
          </a:p>
          <a:p>
            <a:pPr>
              <a:defRPr sz="1200"/>
            </a:pPr>
            <a:r>
              <a:t>D:/pasar_fix/node_modules/.bun/jest-validate@29.7.0/node_modules/jest-validate/build/defaultConfig.js</a:t>
            </a:r>
          </a:p>
          <a:p>
            <a:pPr>
              <a:defRPr sz="1200"/>
            </a:pPr>
            <a:r>
              <a:t>D:/pasar_fix/node_modules/.bun/jest-validate@29.7.0/node_modules/jest-validate/build/deprecated.js</a:t>
            </a:r>
          </a:p>
          <a:p>
            <a:pPr>
              <a:defRPr sz="1200"/>
            </a:pPr>
            <a:r>
              <a:t>D:/pasar_fix/node_modules/.bun/jest-validate@29.7.0/node_modules/jest-validate/build/errors.js</a:t>
            </a:r>
          </a:p>
          <a:p>
            <a:pPr>
              <a:defRPr sz="1200"/>
            </a:pPr>
            <a:r>
              <a:t>D:/pasar_fix/node_modules/.bun/jest-validate@29.7.0/node_modules/jest-validate/build/exampleConfig.js</a:t>
            </a:r>
          </a:p>
          <a:p>
            <a:pPr>
              <a:defRPr sz="1200"/>
            </a:pPr>
            <a:r>
              <a:t>D:/pasar_fix/node_modules/.bun/jest-validate@29.7.0/node_modules/jest-validate/build/index.d.ts</a:t>
            </a:r>
          </a:p>
          <a:p>
            <a:pPr>
              <a:defRPr sz="1200"/>
            </a:pPr>
            <a:r>
              <a:t>D:/pasar_fix/node_modules/.bun/jest-validate@29.7.0/node_modules/jest-validate/build/index.js</a:t>
            </a:r>
          </a:p>
          <a:p>
            <a:pPr>
              <a:defRPr sz="1200"/>
            </a:pPr>
            <a:r>
              <a:t>D:/pasar_fix/node_modules/.bun/jest-validate@29.7.0/node_modules/jest-validate/build/types.js</a:t>
            </a:r>
          </a:p>
          <a:p>
            <a:pPr>
              <a:defRPr sz="1200"/>
            </a:pPr>
            <a:r>
              <a:t>D:/pasar_fix/node_modules/.bun/jest-validate@29.7.0/node_modules/jest-validate/build/utils.js</a:t>
            </a:r>
          </a:p>
          <a:p>
            <a:pPr>
              <a:defRPr sz="1200"/>
            </a:pPr>
            <a:r>
              <a:t>D:/pasar_fix/node_modules/.bun/jest-validate@29.7.0/node_modules/jest-validate/build/validate.js</a:t>
            </a:r>
          </a:p>
          <a:p>
            <a:pPr>
              <a:defRPr sz="1200"/>
            </a:pPr>
            <a:r>
              <a:t>D:/pasar_fix/node_modules/.bun/jest-validate@29.7.0/node_modules/jest-validate/build/validateCLIOptions.js</a:t>
            </a:r>
          </a:p>
          <a:p>
            <a:pPr>
              <a:defRPr sz="1200"/>
            </a:pPr>
            <a:r>
              <a:t>D:/pasar_fix/node_modules/.bun/jest-validate@29.7.0/node_modules/jest-validate/build/warnings.js</a:t>
            </a:r>
          </a:p>
          <a:p>
            <a:pPr>
              <a:defRPr sz="1200"/>
            </a:pPr>
            <a:r>
              <a:t>D:/pasar_fix/node_modules/.bun/jiti@1.21.7/node_modules/.bin/jiti.bunx</a:t>
            </a:r>
          </a:p>
          <a:p>
            <a:pPr>
              <a:defRPr sz="1200"/>
            </a:pPr>
            <a:r>
              <a:t>D:/pasar_fix/node_modules/.bun/jiti@1.21.7/node_modules/.bin/jiti.exe</a:t>
            </a:r>
          </a:p>
          <a:p>
            <a:pPr>
              <a:defRPr sz="1200"/>
            </a:pPr>
            <a:r>
              <a:t>D:/pasar_fix/node_modules/.bun/jiti@1.21.7/node_modules/jiti/LICENSE</a:t>
            </a:r>
          </a:p>
          <a:p>
            <a:pPr>
              <a:defRPr sz="1200"/>
            </a:pPr>
            <a:r>
              <a:t>D:/pasar_fix/node_modules/.bun/jiti@1.21.7/node_modules/jiti/package.json</a:t>
            </a:r>
          </a:p>
          <a:p>
            <a:pPr>
              <a:defRPr sz="1200"/>
            </a:pPr>
            <a:r>
              <a:t>D:/pasar_fix/node_modules/.bun/jiti@1.21.7/node_modules/jiti/README.md</a:t>
            </a:r>
          </a:p>
          <a:p>
            <a:pPr>
              <a:defRPr sz="1200"/>
            </a:pPr>
            <a:r>
              <a:t>D:/pasar_fix/node_modules/.bun/jiti@1.21.7/node_modules/jiti/register.js</a:t>
            </a:r>
          </a:p>
          <a:p>
            <a:pPr>
              <a:defRPr sz="1200"/>
            </a:pPr>
            <a:r>
              <a:t>D:/pasar_fix/node_modules/.bun/jiti@1.21.7/node_modules/jiti/bin/jiti.js</a:t>
            </a:r>
          </a:p>
          <a:p>
            <a:pPr>
              <a:defRPr sz="1200"/>
            </a:pPr>
            <a:r>
              <a:t>D:/pasar_fix/node_modules/.bun/jiti@1.21.7/node_modules/jiti/dist/babel.d.ts</a:t>
            </a:r>
          </a:p>
          <a:p>
            <a:pPr>
              <a:defRPr sz="1200"/>
            </a:pPr>
            <a:r>
              <a:t>D:/pasar_fix/node_modules/.bun/jiti@1.21.7/node_modules/jiti/dist/babel.js</a:t>
            </a:r>
          </a:p>
          <a:p>
            <a:pPr>
              <a:defRPr sz="1200"/>
            </a:pPr>
            <a:r>
              <a:t>D:/pasar_fix/node_modules/.bun/jiti@1.21.7/node_modules/jiti/dist/jiti.d.ts</a:t>
            </a:r>
          </a:p>
          <a:p>
            <a:pPr>
              <a:defRPr sz="1200"/>
            </a:pPr>
            <a:r>
              <a:t>D:/pasar_fix/node_modules/.bun/jiti@1.21.7/node_modules/jiti/dist/jiti.js</a:t>
            </a:r>
          </a:p>
          <a:p>
            <a:pPr>
              <a:defRPr sz="1200"/>
            </a:pPr>
            <a:r>
              <a:t>D:/pasar_fix/node_modules/.bun/jiti@1.21.7/node_modules/jiti/dist/types.d.ts</a:t>
            </a:r>
          </a:p>
          <a:p>
            <a:pPr>
              <a:defRPr sz="1200"/>
            </a:pPr>
            <a:r>
              <a:t>D:/pasar_fix/node_modules/.bun/jiti@1.21.7/node_modules/jiti/dist/utils.d.ts</a:t>
            </a:r>
          </a:p>
          <a:p>
            <a:pPr>
              <a:defRPr sz="1200"/>
            </a:pPr>
            <a:r>
              <a:t>D:/pasar_fix/node_modules/.bun/jiti@1.21.7/node_modules/jiti/dist/plugins/babel-plugin-transform-import-meta.d.ts</a:t>
            </a:r>
          </a:p>
          <a:p>
            <a:pPr>
              <a:defRPr sz="1200"/>
            </a:pPr>
            <a:r>
              <a:t>D:/pasar_fix/node_modules/.bun/jiti@1.21.7/node_modules/jiti/dist/plugins/import-meta-env.d.ts</a:t>
            </a:r>
          </a:p>
          <a:p>
            <a:pPr>
              <a:defRPr sz="1200"/>
            </a:pPr>
            <a:r>
              <a:t>D:/pasar_fix/node_modules/.bun/jiti@1.21.7/node_modules/jiti/lib/index.js</a:t>
            </a:r>
          </a:p>
          <a:p>
            <a:pPr>
              <a:defRPr sz="1200"/>
            </a:pPr>
            <a:r>
              <a:t>D:/pasar_fix/node_modules/.bun/jiti@2.7.0/node_modules/.bin/jiti.bunx</a:t>
            </a:r>
          </a:p>
          <a:p>
            <a:pPr>
              <a:defRPr sz="1200"/>
            </a:pPr>
            <a:r>
              <a:t>D:/pasar_fix/node_modules/.bun/jiti@2.7.0/node_modules/.bin/jiti.exe</a:t>
            </a:r>
          </a:p>
          <a:p>
            <a:pPr>
              <a:defRPr sz="1200"/>
            </a:pPr>
            <a:r>
              <a:t>D:/pasar_fix/node_modules/.bun/jiti@2.7.0/node_modules/jiti/LICENSE</a:t>
            </a:r>
          </a:p>
          <a:p>
            <a:pPr>
              <a:defRPr sz="1200"/>
            </a:pPr>
            <a:r>
              <a:t>D:/pasar_fix/node_modules/.bun/jiti@2.7.0/node_modules/jiti/package.json</a:t>
            </a:r>
          </a:p>
          <a:p>
            <a:pPr>
              <a:defRPr sz="1200"/>
            </a:pPr>
            <a:r>
              <a:t>D:/pasar_fix/node_modules/.bun/jiti@2.7.0/node_modules/jiti/README.md</a:t>
            </a:r>
          </a:p>
          <a:p>
            <a:pPr>
              <a:defRPr sz="1200"/>
            </a:pPr>
            <a:r>
              <a:t>D:/pasar_fix/node_modules/.bun/jiti@2.7.0/node_modules/jiti/dist/babel.cjs</a:t>
            </a:r>
          </a:p>
          <a:p>
            <a:pPr>
              <a:defRPr sz="1200"/>
            </a:pPr>
            <a:r>
              <a:t>D:/pasar_fix/node_modules/.bun/jiti@2.7.0/node_modules/jiti/dist/jiti.cjs</a:t>
            </a:r>
          </a:p>
          <a:p>
            <a:pPr>
              <a:defRPr sz="1200"/>
            </a:pPr>
            <a:r>
              <a:t>D:/pasar_fix/node_modules/.bun/jiti@2.7.0/node_modules/jiti/lib/jiti-cli.mjs</a:t>
            </a:r>
          </a:p>
          <a:p>
            <a:pPr>
              <a:defRPr sz="1200"/>
            </a:pPr>
            <a:r>
              <a:t>D:/pasar_fix/node_modules/.bun/jiti@2.7.0/node_modules/jiti/lib/jiti-hooks.mjs</a:t>
            </a:r>
          </a:p>
          <a:p>
            <a:pPr>
              <a:defRPr sz="1200"/>
            </a:pPr>
            <a:r>
              <a:t>D:/pasar_fix/node_modules/.bun/jiti@2.7.0/node_modules/jiti/lib/jiti-native.mjs</a:t>
            </a:r>
          </a:p>
          <a:p>
            <a:pPr>
              <a:defRPr sz="1200"/>
            </a:pPr>
            <a:r>
              <a:t>D:/pasar_fix/node_modules/.bun/jiti@2.7.0/node_modules/jiti/lib/jiti-register.d.mts</a:t>
            </a:r>
          </a:p>
          <a:p>
            <a:pPr>
              <a:defRPr sz="1200"/>
            </a:pPr>
            <a:r>
              <a:t>D:/pasar_fix/node_modules/.bun/jiti@2.7.0/node_modules/jiti/lib/jiti-register.mjs</a:t>
            </a:r>
          </a:p>
          <a:p>
            <a:pPr>
              <a:defRPr sz="1200"/>
            </a:pPr>
            <a:r>
              <a:t>D:/pasar_fix/node_modules/.bun/jiti@2.7.0/node_modules/jiti/lib/jiti-static.mjs</a:t>
            </a:r>
          </a:p>
          <a:p>
            <a:pPr>
              <a:defRPr sz="1200"/>
            </a:pPr>
            <a:r>
              <a:t>D:/pasar_fix/node_modules/.bun/jiti@2.7.0/node_modules/jiti/lib/jiti.cjs</a:t>
            </a:r>
          </a:p>
          <a:p>
            <a:pPr>
              <a:defRPr sz="1200"/>
            </a:pPr>
            <a:r>
              <a:t>D:/pasar_fix/node_modules/.bun/jiti@2.7.0/node_modules/jiti/lib/jiti.d.cts</a:t>
            </a:r>
          </a:p>
          <a:p>
            <a:pPr>
              <a:defRPr sz="1200"/>
            </a:pPr>
            <a:r>
              <a:t>D:/pasar_fix/node_modules/.bun/jiti@2.7.0/node_modules/jiti/lib/jiti.d.mts</a:t>
            </a:r>
          </a:p>
          <a:p>
            <a:pPr>
              <a:defRPr sz="1200"/>
            </a:pPr>
            <a:r>
              <a:t>D:/pasar_fix/node_modules/.bun/jiti@2.7.0/node_modules/jiti/lib/jiti.mjs</a:t>
            </a:r>
          </a:p>
          <a:p>
            <a:pPr>
              <a:defRPr sz="1200"/>
            </a:pPr>
            <a:r>
              <a:t>D:/pasar_fix/node_modules/.bun/jiti@2.7.0/node_modules/jiti/lib/types.d.ts</a:t>
            </a:r>
          </a:p>
          <a:p>
            <a:pPr>
              <a:defRPr sz="1200"/>
            </a:pPr>
            <a:r>
              <a:t>D:/pasar_fix/node_modules/.bun/jose@5.10.0/node_modules/jose/LICENSE.md</a:t>
            </a:r>
          </a:p>
          <a:p>
            <a:pPr>
              <a:defRPr sz="1200"/>
            </a:pPr>
            <a:r>
              <a:t>D:/pasar_fix/node_modules/.bun/jose@5.10.0/node_modules/jose/package.json</a:t>
            </a:r>
          </a:p>
          <a:p>
            <a:pPr>
              <a:defRPr sz="1200"/>
            </a:pPr>
            <a:r>
              <a:t>D:/pasar_fix/node_modules/.bun/jose@5.10.0/node_modules/jose/README.md</a:t>
            </a:r>
          </a:p>
          <a:p>
            <a:pPr>
              <a:defRPr sz="1200"/>
            </a:pPr>
            <a:r>
              <a:t>D:/pasar_fix/node_modules/.bun/jose@5.10.0/node_modules/jose/dist/browser/index.js</a:t>
            </a:r>
          </a:p>
          <a:p>
            <a:pPr>
              <a:defRPr sz="1200"/>
            </a:pPr>
            <a:r>
              <a:t>D:/pasar_fix/node_modules/.bun/jose@5.10.0/node_modules/jose/dist/browser/package.json</a:t>
            </a:r>
          </a:p>
          <a:p>
            <a:pPr>
              <a:defRPr sz="1200"/>
            </a:pPr>
            <a:r>
              <a:t>D:/pasar_fix/node_modules/.bun/jose@5.10.0/node_modules/jose/dist/browser/jwe/compact/decrypt.js</a:t>
            </a:r>
          </a:p>
          <a:p>
            <a:pPr>
              <a:defRPr sz="1200"/>
            </a:pPr>
            <a:r>
              <a:t>D:/pasar_fix/node_modules/.bun/jose@5.10.0/node_modules/jose/dist/browser/jwe/compact/encrypt.js</a:t>
            </a:r>
          </a:p>
          <a:p>
            <a:pPr>
              <a:defRPr sz="1200"/>
            </a:pPr>
            <a:r>
              <a:t>D:/pasar_fix/node_modules/.bun/jose@5.10.0/node_modules/jose/dist/browser/jwe/flattened/decrypt.js</a:t>
            </a:r>
          </a:p>
          <a:p>
            <a:pPr>
              <a:defRPr sz="1200"/>
            </a:pPr>
            <a:r>
              <a:t>D:/pasar_fix/node_modules/.bun/jose@5.10.0/node_modules/jose/dist/browser/jwe/flattened/encrypt.js</a:t>
            </a:r>
          </a:p>
          <a:p>
            <a:pPr>
              <a:defRPr sz="1200"/>
            </a:pPr>
            <a:r>
              <a:t>D:/pasar_fix/node_modules/.bun/jose@5.10.0/node_modules/jose/dist/browser/jwe/general/decrypt.js</a:t>
            </a:r>
          </a:p>
          <a:p>
            <a:pPr>
              <a:defRPr sz="1200"/>
            </a:pPr>
            <a:r>
              <a:t>D:/pasar_fix/node_modules/.bun/jose@5.10.0/node_modules/jose/dist/browser/jwe/general/encrypt.js</a:t>
            </a:r>
          </a:p>
          <a:p>
            <a:pPr>
              <a:defRPr sz="1200"/>
            </a:pPr>
            <a:r>
              <a:t>D:/pasar_fix/node_modules/.bun/jose@5.10.0/node_modules/jose/dist/browser/jwk/embedded.js</a:t>
            </a:r>
          </a:p>
          <a:p>
            <a:pPr>
              <a:defRPr sz="1200"/>
            </a:pPr>
            <a:r>
              <a:t>D:/pasar_fix/node_modules/.bun/jose@5.10.0/node_modules/jose/dist/browser/jwk/thumbprint.js</a:t>
            </a:r>
          </a:p>
          <a:p>
            <a:pPr>
              <a:defRPr sz="1200"/>
            </a:pPr>
            <a:r>
              <a:t>D:/pasar_fix/node_modules/.bun/jose@5.10.0/node_modules/jose/dist/browser/jwks/local.js</a:t>
            </a:r>
          </a:p>
          <a:p>
            <a:pPr>
              <a:defRPr sz="1200"/>
            </a:pPr>
            <a:r>
              <a:t>D:/pasar_fix/node_modules/.bun/jose@5.10.0/node_modules/jose/dist/browser/jwks/remote.js</a:t>
            </a:r>
          </a:p>
          <a:p>
            <a:pPr>
              <a:defRPr sz="1200"/>
            </a:pPr>
            <a:r>
              <a:t>D:/pasar_fix/node_modules/.bun/jose@5.10.0/node_modules/jose/dist/browser/jws/compact/sign.js</a:t>
            </a:r>
          </a:p>
          <a:p>
            <a:pPr>
              <a:defRPr sz="1200"/>
            </a:pPr>
            <a:r>
              <a:t>D:/pasar_fix/node_modules/.bun/jose@5.10.0/node_modules/jose/dist/browser/jws/compact/verify.js</a:t>
            </a:r>
          </a:p>
          <a:p>
            <a:pPr>
              <a:defRPr sz="1200"/>
            </a:pPr>
            <a:r>
              <a:t>D:/pasar_fix/node_modules/.bun/jose@5.10.0/node_modules/jose/dist/browser/jws/flattened/sign.js</a:t>
            </a:r>
          </a:p>
          <a:p>
            <a:pPr>
              <a:defRPr sz="1200"/>
            </a:pPr>
            <a:r>
              <a:t>D:/pasar_fix/node_modules/.bun/jose@5.10.0/node_modules/jose/dist/browser/jws/flattened/verify.js</a:t>
            </a:r>
          </a:p>
          <a:p>
            <a:pPr>
              <a:defRPr sz="1200"/>
            </a:pPr>
            <a:r>
              <a:t>D:/pasar_fix/node_modules/.bun/jose@5.10.0/node_modules/jose/dist/browser/jws/general/sign.js</a:t>
            </a:r>
          </a:p>
          <a:p>
            <a:pPr>
              <a:defRPr sz="1200"/>
            </a:pPr>
            <a:r>
              <a:t>D:/pasar_fix/node_modules/.bun/jose@5.10.0/node_modules/jose/dist/browser/jws/general/verify.js</a:t>
            </a:r>
          </a:p>
          <a:p>
            <a:pPr>
              <a:defRPr sz="1200"/>
            </a:pPr>
            <a:r>
              <a:t>D:/pasar_fix/node_modules/.bun/jose@5.10.0/node_modules/jose/dist/browser/jwt/decrypt.js</a:t>
            </a:r>
          </a:p>
          <a:p>
            <a:pPr>
              <a:defRPr sz="1200"/>
            </a:pPr>
            <a:r>
              <a:t>D:/pasar_fix/node_modules/.bun/jose@5.10.0/node_modules/jose/dist/browser/jwt/encrypt.js</a:t>
            </a:r>
          </a:p>
          <a:p>
            <a:pPr>
              <a:defRPr sz="1200"/>
            </a:pPr>
            <a:r>
              <a:t>D:/pasar_fix/node_modules/.bun/jose@5.10.0/node_modules/jose/dist/browser/jwt/produce.js</a:t>
            </a:r>
          </a:p>
          <a:p>
            <a:pPr>
              <a:defRPr sz="1200"/>
            </a:pPr>
            <a:r>
              <a:t>D:/pasar_fix/node_modules/.bun/jose@5.10.0/node_modules/jose/dist/browser/jwt/sign.js</a:t>
            </a:r>
          </a:p>
          <a:p>
            <a:pPr>
              <a:defRPr sz="1200"/>
            </a:pPr>
            <a:r>
              <a:t>D:/pasar_fix/node_modules/.bun/jose@5.10.0/node_modules/jose/dist/browser/jwt/unsecured.js</a:t>
            </a:r>
          </a:p>
          <a:p>
            <a:pPr>
              <a:defRPr sz="1200"/>
            </a:pPr>
            <a:r>
              <a:t>D:/pasar_fix/node_modules/.bun/jose@5.10.0/node_modules/jose/dist/browser/jwt/verify.js</a:t>
            </a:r>
          </a:p>
          <a:p>
            <a:pPr>
              <a:defRPr sz="1200"/>
            </a:pPr>
            <a:r>
              <a:t>D:/pasar_fix/node_modules/.bun/jose@5.10.0/node_modules/jose/dist/browser/key/export.js</a:t>
            </a:r>
          </a:p>
          <a:p>
            <a:pPr>
              <a:defRPr sz="1200"/>
            </a:pPr>
            <a:r>
              <a:t>D:/pasar_fix/node_modules/.bun/jose@5.10.0/node_modules/jose/dist/browser/key/generate_key_pair.js</a:t>
            </a:r>
          </a:p>
          <a:p>
            <a:pPr>
              <a:defRPr sz="1200"/>
            </a:pPr>
            <a:r>
              <a:t>D:/pasar_fix/node_modules/.bun/jose@5.10.0/node_modules/jose/dist/browser/key/generate_secret.js</a:t>
            </a:r>
          </a:p>
          <a:p>
            <a:pPr>
              <a:defRPr sz="1200"/>
            </a:pPr>
            <a:r>
              <a:t>D:/pasar_fix/node_modules/.bun/jose@5.10.0/node_modules/jose/dist/browser/key/import.js</a:t>
            </a:r>
          </a:p>
          <a:p>
            <a:pPr>
              <a:defRPr sz="1200"/>
            </a:pPr>
            <a:r>
              <a:t>D:/pasar_fix/node_modules/.bun/jose@5.10.0/node_modules/jose/dist/browser/lib/aesgcmkw.js</a:t>
            </a:r>
          </a:p>
          <a:p>
            <a:pPr>
              <a:defRPr sz="1200"/>
            </a:pPr>
            <a:r>
              <a:t>D:/pasar_fix/node_modules/.bun/jose@5.10.0/node_modules/jose/dist/browser/lib/buffer_utils.js</a:t>
            </a:r>
          </a:p>
          <a:p>
            <a:pPr>
              <a:defRPr sz="1200"/>
            </a:pPr>
            <a:r>
              <a:t>D:/pasar_fix/node_modules/.bun/jose@5.10.0/node_modules/jose/dist/browser/lib/cek.js</a:t>
            </a:r>
          </a:p>
          <a:p>
            <a:pPr>
              <a:defRPr sz="1200"/>
            </a:pPr>
            <a:r>
              <a:t>D:/pasar_fix/node_modules/.bun/jose@5.10.0/node_modules/jose/dist/browser/lib/check_iv_length.js</a:t>
            </a:r>
          </a:p>
          <a:p>
            <a:pPr>
              <a:defRPr sz="1200"/>
            </a:pPr>
            <a:r>
              <a:t>D:/pasar_fix/node_modules/.bun/jose@5.10.0/node_modules/jose/dist/browser/lib/check_key_type.js</a:t>
            </a:r>
          </a:p>
          <a:p>
            <a:pPr>
              <a:defRPr sz="1200"/>
            </a:pPr>
            <a:r>
              <a:t>D:/pasar_fix/node_modules/.bun/jose@5.10.0/node_modules/jose/dist/browser/lib/check_p2s.js</a:t>
            </a:r>
          </a:p>
          <a:p>
            <a:pPr>
              <a:defRPr sz="1200"/>
            </a:pPr>
            <a:r>
              <a:t>D:/pasar_fix/node_modules/.bun/jose@5.10.0/node_modules/jose/dist/browser/lib/crypto_key.js</a:t>
            </a:r>
          </a:p>
          <a:p>
            <a:pPr>
              <a:defRPr sz="1200"/>
            </a:pPr>
            <a:r>
              <a:t>D:/pasar_fix/node_modules/.bun/jose@5.10.0/node_modules/jose/dist/browser/lib/decrypt_key_management.js</a:t>
            </a:r>
          </a:p>
          <a:p>
            <a:pPr>
              <a:defRPr sz="1200"/>
            </a:pPr>
            <a:r>
              <a:t>D:/pasar_fix/node_modules/.bun/jose@5.10.0/node_modules/jose/dist/browser/lib/encrypt_key_management.js</a:t>
            </a:r>
          </a:p>
          <a:p>
            <a:pPr>
              <a:defRPr sz="1200"/>
            </a:pPr>
            <a:r>
              <a:t>D:/pasar_fix/node_modules/.bun/jose@5.10.0/node_modules/jose/dist/browser/lib/epoch.js</a:t>
            </a:r>
          </a:p>
          <a:p>
            <a:pPr>
              <a:defRPr sz="1200"/>
            </a:pPr>
            <a:r>
              <a:t>D:/pasar_fix/node_modules/.bun/jose@5.10.0/node_modules/jose/dist/browser/lib/format_pem.js</a:t>
            </a:r>
          </a:p>
          <a:p>
            <a:pPr>
              <a:defRPr sz="1200"/>
            </a:pPr>
            <a:r>
              <a:t>D:/pasar_fix/node_modules/.bun/jose@5.10.0/node_modules/jose/dist/browser/lib/invalid_key_input.js</a:t>
            </a:r>
          </a:p>
          <a:p>
            <a:pPr>
              <a:defRPr sz="1200"/>
            </a:pPr>
            <a:r>
              <a:t>D:/pasar_fix/node_modules/.bun/jose@5.10.0/node_modules/jose/dist/browser/lib/is_disjoint.js</a:t>
            </a:r>
          </a:p>
          <a:p>
            <a:pPr>
              <a:defRPr sz="1200"/>
            </a:pPr>
            <a:r>
              <a:t>D:/pasar_fix/node_modules/.bun/jose@5.10.0/node_modules/jose/dist/browser/lib/is_jwk.js</a:t>
            </a:r>
          </a:p>
          <a:p>
            <a:pPr>
              <a:defRPr sz="1200"/>
            </a:pPr>
            <a:r>
              <a:t>D:/pasar_fix/node_modules/.bun/jose@5.10.0/node_modules/jose/dist/browser/lib/is_object.js</a:t>
            </a:r>
          </a:p>
          <a:p>
            <a:pPr>
              <a:defRPr sz="1200"/>
            </a:pPr>
            <a:r>
              <a:t>D:/pasar_fix/node_modules/.bun/jose@5.10.0/node_modules/jose/dist/browser/lib/iv.js</a:t>
            </a:r>
          </a:p>
          <a:p>
            <a:pPr>
              <a:defRPr sz="1200"/>
            </a:pPr>
            <a:r>
              <a:t>D:/pasar_fix/node_modules/.bun/jose@5.10.0/node_modules/jose/dist/browser/lib/jwt_claims_set.js</a:t>
            </a:r>
          </a:p>
          <a:p>
            <a:pPr>
              <a:defRPr sz="1200"/>
            </a:pPr>
            <a:r>
              <a:t>D:/pasar_fix/node_modules/.bun/jose@5.10.0/node_modules/jose/dist/browser/lib/private_symbols.js</a:t>
            </a:r>
          </a:p>
          <a:p>
            <a:pPr>
              <a:defRPr sz="1200"/>
            </a:pPr>
            <a:r>
              <a:t>D:/pasar_fix/node_modules/.bun/jose@5.10.0/node_modules/jose/dist/browser/lib/secs.js</a:t>
            </a:r>
          </a:p>
          <a:p>
            <a:pPr>
              <a:defRPr sz="1200"/>
            </a:pPr>
            <a:r>
              <a:t>D:/pasar_fix/node_modules/.bun/jose@5.10.0/node_modules/jose/dist/browser/lib/validate_algorithms.js</a:t>
            </a:r>
          </a:p>
          <a:p>
            <a:pPr>
              <a:defRPr sz="1200"/>
            </a:pPr>
            <a:r>
              <a:t>D:/pasar_fix/node_modules/.bun/jose@5.10.0/node_modules/jose/dist/browser/lib/validate_crit.js</a:t>
            </a:r>
          </a:p>
          <a:p>
            <a:pPr>
              <a:defRPr sz="1200"/>
            </a:pPr>
            <a:r>
              <a:t>D:/pasar_fix/node_modules/.bun/jose@5.10.0/node_modules/jose/dist/browser/runtime/aeskw.js</a:t>
            </a:r>
          </a:p>
          <a:p>
            <a:pPr>
              <a:defRPr sz="1200"/>
            </a:pPr>
            <a:r>
              <a:t>D:/pasar_fix/node_modules/.bun/jose@5.10.0/node_modules/jose/dist/browser/runtime/asn1.js</a:t>
            </a:r>
          </a:p>
          <a:p>
            <a:pPr>
              <a:defRPr sz="1200"/>
            </a:pPr>
            <a:r>
              <a:t>D:/pasar_fix/node_modules/.bun/jose@5.10.0/node_modules/jose/dist/browser/runtime/base64url.js</a:t>
            </a:r>
          </a:p>
          <a:p>
            <a:pPr>
              <a:defRPr sz="1200"/>
            </a:pPr>
            <a:r>
              <a:t>D:/pasar_fix/node_modules/.bun/jose@5.10.0/node_modules/jose/dist/browser/runtime/bogus.js</a:t>
            </a:r>
          </a:p>
          <a:p>
            <a:pPr>
              <a:defRPr sz="1200"/>
            </a:pPr>
            <a:r>
              <a:t>D:/pasar_fix/node_modules/.bun/jose@5.10.0/node_modules/jose/dist/browser/runtime/check_cek_length.js</a:t>
            </a:r>
          </a:p>
          <a:p>
            <a:pPr>
              <a:defRPr sz="1200"/>
            </a:pPr>
            <a:r>
              <a:t>D:/pasar_fix/node_modules/.bun/jose@5.10.0/node_modules/jose/dist/browser/runtime/check_key_length.js</a:t>
            </a:r>
          </a:p>
          <a:p>
            <a:pPr>
              <a:defRPr sz="1200"/>
            </a:pPr>
            <a:r>
              <a:t>D:/pasar_fix/node_modules/.bun/jose@5.10.0/node_modules/jose/dist/browser/runtime/decrypt.js</a:t>
            </a:r>
          </a:p>
          <a:p>
            <a:pPr>
              <a:defRPr sz="1200"/>
            </a:pPr>
            <a:r>
              <a:t>D:/pasar_fix/node_modules/.bun/jose@5.10.0/node_modules/jose/dist/browser/runtime/digest.js</a:t>
            </a:r>
          </a:p>
          <a:p>
            <a:pPr>
              <a:defRPr sz="1200"/>
            </a:pPr>
            <a:r>
              <a:t>D:/pasar_fix/node_modules/.bun/jose@5.10.0/node_modules/jose/dist/browser/runtime/ecdhes.js</a:t>
            </a:r>
          </a:p>
          <a:p>
            <a:pPr>
              <a:defRPr sz="1200"/>
            </a:pPr>
            <a:r>
              <a:t>D:/pasar_fix/node_modules/.bun/jose@5.10.0/node_modules/jose/dist/browser/runtime/encrypt.js</a:t>
            </a:r>
          </a:p>
          <a:p>
            <a:pPr>
              <a:defRPr sz="1200"/>
            </a:pPr>
            <a:r>
              <a:t>D:/pasar_fix/node_modules/.bun/jose@5.10.0/node_modules/jose/dist/browser/runtime/fetch_jwks.js</a:t>
            </a:r>
          </a:p>
          <a:p>
            <a:pPr>
              <a:defRPr sz="1200"/>
            </a:pPr>
            <a:r>
              <a:t>D:/pasar_fix/node_modules/.bun/jose@5.10.0/node_modules/jose/dist/browser/runtime/generate.js</a:t>
            </a:r>
          </a:p>
          <a:p>
            <a:pPr>
              <a:defRPr sz="1200"/>
            </a:pPr>
            <a:r>
              <a:t>D:/pasar_fix/node_modules/.bun/jose@5.10.0/node_modules/jose/dist/browser/runtime/get_sign_verify_key.js</a:t>
            </a:r>
          </a:p>
          <a:p>
            <a:pPr>
              <a:defRPr sz="1200"/>
            </a:pPr>
            <a:r>
              <a:t>D:/pasar_fix/node_modules/.bun/jose@5.10.0/node_modules/jose/dist/browser/runtime/is_key_like.js</a:t>
            </a:r>
          </a:p>
          <a:p>
            <a:pPr>
              <a:defRPr sz="1200"/>
            </a:pPr>
            <a:r>
              <a:t>D:/pasar_fix/node_modules/.bun/jose@5.10.0/node_modules/jose/dist/browser/runtime/jwk_to_key.js</a:t>
            </a:r>
          </a:p>
          <a:p>
            <a:pPr>
              <a:defRPr sz="1200"/>
            </a:pPr>
            <a:r>
              <a:t>D:/pasar_fix/node_modules/.bun/jose@5.10.0/node_modules/jose/dist/browser/runtime/key_to_jwk.js</a:t>
            </a:r>
          </a:p>
          <a:p>
            <a:pPr>
              <a:defRPr sz="1200"/>
            </a:pPr>
            <a:r>
              <a:t>D:/pasar_fix/node_modules/.bun/jose@5.10.0/node_modules/jose/dist/browser/runtime/normalize_key.js</a:t>
            </a:r>
          </a:p>
          <a:p>
            <a:pPr>
              <a:defRPr sz="1200"/>
            </a:pPr>
            <a:r>
              <a:t>D:/pasar_fix/node_modules/.bun/jose@5.10.0/node_modules/jose/dist/browser/runtime/pbes2kw.js</a:t>
            </a:r>
          </a:p>
          <a:p>
            <a:pPr>
              <a:defRPr sz="1200"/>
            </a:pPr>
            <a:r>
              <a:t>D:/pasar_fix/node_modules/.bun/jose@5.10.0/node_modules/jose/dist/browser/runtime/random.js</a:t>
            </a:r>
          </a:p>
          <a:p>
            <a:pPr>
              <a:defRPr sz="1200"/>
            </a:pPr>
            <a:r>
              <a:t>D:/pasar_fix/node_modules/.bun/jose@5.10.0/node_modules/jose/dist/browser/runtime/rsaes.js</a:t>
            </a:r>
          </a:p>
          <a:p>
            <a:pPr>
              <a:defRPr sz="1200"/>
            </a:pPr>
            <a:r>
              <a:t>D:/pasar_fix/node_modules/.bun/jose@5.10.0/node_modules/jose/dist/browser/runtime/runtime.js</a:t>
            </a:r>
          </a:p>
          <a:p>
            <a:pPr>
              <a:defRPr sz="1200"/>
            </a:pPr>
            <a:r>
              <a:t>D:/pasar_fix/node_modules/.bun/jose@5.10.0/node_modules/jose/dist/browser/runtime/sign.js</a:t>
            </a:r>
          </a:p>
          <a:p>
            <a:pPr>
              <a:defRPr sz="1200"/>
            </a:pPr>
            <a:r>
              <a:t>D:/pasar_fix/node_modules/.bun/jose@5.10.0/node_modules/jose/dist/browser/runtime/subtle_dsa.js</a:t>
            </a:r>
          </a:p>
          <a:p>
            <a:pPr>
              <a:defRPr sz="1200"/>
            </a:pPr>
            <a:r>
              <a:t>D:/pasar_fix/node_modules/.bun/jose@5.10.0/node_modules/jose/dist/browser/runtime/subtle_rsaes.js</a:t>
            </a:r>
          </a:p>
          <a:p>
            <a:pPr>
              <a:defRPr sz="1200"/>
            </a:pPr>
            <a:r>
              <a:t>D:/pasar_fix/node_modules/.bun/jose@5.10.0/node_modules/jose/dist/browser/runtime/timing_safe_equal.js</a:t>
            </a:r>
          </a:p>
          <a:p>
            <a:pPr>
              <a:defRPr sz="1200"/>
            </a:pPr>
            <a:r>
              <a:t>D:/pasar_fix/node_modules/.bun/jose@5.10.0/node_modules/jose/dist/browser/runtime/verify.js</a:t>
            </a:r>
          </a:p>
          <a:p>
            <a:pPr>
              <a:defRPr sz="1200"/>
            </a:pPr>
            <a:r>
              <a:t>D:/pasar_fix/node_modules/.bun/jose@5.10.0/node_modules/jose/dist/browser/runtime/webcrypto.js</a:t>
            </a:r>
          </a:p>
          <a:p>
            <a:pPr>
              <a:defRPr sz="1200"/>
            </a:pPr>
            <a:r>
              <a:t>D:/pasar_fix/node_modules/.bun/jose@5.10.0/node_modules/jose/dist/browser/util/base64url.js</a:t>
            </a:r>
          </a:p>
          <a:p>
            <a:pPr>
              <a:defRPr sz="1200"/>
            </a:pPr>
            <a:r>
              <a:t>D:/pasar_fix/node_modules/.bun/jose@5.10.0/node_modules/jose/dist/browser/util/decode_jwt.js</a:t>
            </a:r>
          </a:p>
          <a:p>
            <a:pPr>
              <a:defRPr sz="1200"/>
            </a:pPr>
            <a:r>
              <a:t>D:/pasar_fix/node_modules/.bun/jose@5.10.0/node_modules/jose/dist/browser/util/decode_protected_header.js</a:t>
            </a:r>
          </a:p>
          <a:p>
            <a:pPr>
              <a:defRPr sz="1200"/>
            </a:pPr>
            <a:r>
              <a:t>D:/pasar_fix/node_modules/.bun/jose@5.10.0/node_modules/jose/dist/browser/util/errors.js</a:t>
            </a:r>
          </a:p>
          <a:p>
            <a:pPr>
              <a:defRPr sz="1200"/>
            </a:pPr>
            <a:r>
              <a:t>D:/pasar_fix/node_modules/.bun/jose@5.10.0/node_modules/jose/dist/browser/util/runtime.js</a:t>
            </a:r>
          </a:p>
          <a:p>
            <a:pPr>
              <a:defRPr sz="1200"/>
            </a:pPr>
            <a:r>
              <a:t>D:/pasar_fix/node_modules/.bun/jose@5.10.0/node_modules/jose/dist/node/cjs/index.js</a:t>
            </a:r>
          </a:p>
          <a:p>
            <a:pPr>
              <a:defRPr sz="1200"/>
            </a:pPr>
            <a:r>
              <a:t>D:/pasar_fix/node_modules/.bun/jose@5.10.0/node_modules/jose/dist/node/cjs/jwe/compact/decrypt.js</a:t>
            </a:r>
          </a:p>
          <a:p>
            <a:pPr>
              <a:defRPr sz="1200"/>
            </a:pPr>
            <a:r>
              <a:t>D:/pasar_fix/node_modules/.bun/jose@5.10.0/node_modules/jose/dist/node/cjs/jwe/compact/encrypt.js</a:t>
            </a:r>
          </a:p>
          <a:p>
            <a:pPr>
              <a:defRPr sz="1200"/>
            </a:pPr>
            <a:r>
              <a:t>D:/pasar_fix/node_modules/.bun/jose@5.10.0/node_modules/jose/dist/node/cjs/jwe/flattened/decrypt.js</a:t>
            </a:r>
          </a:p>
          <a:p>
            <a:pPr>
              <a:defRPr sz="1200"/>
            </a:pPr>
            <a:r>
              <a:t>D:/pasar_fix/node_modules/.bun/jose@5.10.0/node_modules/jose/dist/node/cjs/jwe/flattened/encrypt.js</a:t>
            </a:r>
          </a:p>
          <a:p>
            <a:pPr>
              <a:defRPr sz="1200"/>
            </a:pPr>
            <a:r>
              <a:t>D:/pasar_fix/node_modules/.bun/jose@5.10.0/node_modules/jose/dist/node/cjs/jwe/general/decrypt.js</a:t>
            </a:r>
          </a:p>
          <a:p>
            <a:pPr>
              <a:defRPr sz="1200"/>
            </a:pPr>
            <a:r>
              <a:t>D:/pasar_fix/node_modules/.bun/jose@5.10.0/node_modules/jose/dist/node/cjs/jwe/general/encrypt.js</a:t>
            </a:r>
          </a:p>
          <a:p>
            <a:pPr>
              <a:defRPr sz="1200"/>
            </a:pPr>
            <a:r>
              <a:t>D:/pasar_fix/node_modules/.bun/jose@5.10.0/node_modules/jose/dist/node/cjs/jwk/embedded.js</a:t>
            </a:r>
          </a:p>
          <a:p>
            <a:pPr>
              <a:defRPr sz="1200"/>
            </a:pPr>
            <a:r>
              <a:t>D:/pasar_fix/node_modules/.bun/jose@5.10.0/node_modules/jose/dist/node/cjs/jwk/thumbprint.js</a:t>
            </a:r>
          </a:p>
          <a:p>
            <a:pPr>
              <a:defRPr sz="1200"/>
            </a:pPr>
            <a:r>
              <a:t>D:/pasar_fix/node_modules/.bun/jose@5.10.0/node_modules/jose/dist/node/cjs/jwks/local.js</a:t>
            </a:r>
          </a:p>
          <a:p>
            <a:pPr>
              <a:defRPr sz="1200"/>
            </a:pPr>
            <a:r>
              <a:t>D:/pasar_fix/node_modules/.bun/jose@5.10.0/node_modules/jose/dist/node/cjs/jwks/remote.js</a:t>
            </a:r>
          </a:p>
          <a:p>
            <a:pPr>
              <a:defRPr sz="1200"/>
            </a:pPr>
            <a:r>
              <a:t>D:/pasar_fix/node_modules/.bun/jose@5.10.0/node_modules/jose/dist/node/cjs/jws/compact/sign.js</a:t>
            </a:r>
          </a:p>
          <a:p>
            <a:pPr>
              <a:defRPr sz="1200"/>
            </a:pPr>
            <a:r>
              <a:t>D:/pasar_fix/node_modules/.bun/jose@5.10.0/node_modules/jose/dist/node/cjs/jws/compact/verify.js</a:t>
            </a:r>
          </a:p>
          <a:p>
            <a:pPr>
              <a:defRPr sz="1200"/>
            </a:pPr>
            <a:r>
              <a:t>D:/pasar_fix/node_modules/.bun/jose@5.10.0/node_modules/jose/dist/node/cjs/jws/flattened/sign.js</a:t>
            </a:r>
          </a:p>
          <a:p>
            <a:pPr>
              <a:defRPr sz="1200"/>
            </a:pPr>
            <a:r>
              <a:t>D:/pasar_fix/node_modules/.bun/jose@5.10.0/node_modules/jose/dist/node/cjs/jws/flattened/verify.js</a:t>
            </a:r>
          </a:p>
          <a:p>
            <a:pPr>
              <a:defRPr sz="1200"/>
            </a:pPr>
            <a:r>
              <a:t>D:/pasar_fix/node_modules/.bun/jose@5.10.0/node_modules/jose/dist/node/cjs/jws/general/sign.js</a:t>
            </a:r>
          </a:p>
          <a:p>
            <a:pPr>
              <a:defRPr sz="1200"/>
            </a:pPr>
            <a:r>
              <a:t>D:/pasar_fix/node_modules/.bun/jose@5.10.0/node_modules/jose/dist/node/cjs/jws/general/verify.js</a:t>
            </a:r>
          </a:p>
          <a:p>
            <a:pPr>
              <a:defRPr sz="1200"/>
            </a:pPr>
            <a:r>
              <a:t>D:/pasar_fix/node_modules/.bun/jose@5.10.0/node_modules/jose/dist/node/cjs/jwt/decrypt.js</a:t>
            </a:r>
          </a:p>
          <a:p>
            <a:pPr>
              <a:defRPr sz="1200"/>
            </a:pPr>
            <a:r>
              <a:t>D:/pasar_fix/node_modules/.bun/jose@5.10.0/node_modules/jose/dist/node/cjs/jwt/encrypt.js</a:t>
            </a:r>
          </a:p>
          <a:p>
            <a:pPr>
              <a:defRPr sz="1200"/>
            </a:pPr>
            <a:r>
              <a:t>D:/pasar_fix/node_modules/.bun/jose@5.10.0/node_modules/jose/dist/node/cjs/jwt/produce.js</a:t>
            </a:r>
          </a:p>
          <a:p>
            <a:pPr>
              <a:defRPr sz="1200"/>
            </a:pPr>
            <a:r>
              <a:t>D:/pasar_fix/node_modules/.bun/jose@5.10.0/node_modules/jose/dist/node/cjs/jwt/sign.js</a:t>
            </a:r>
          </a:p>
          <a:p>
            <a:pPr>
              <a:defRPr sz="1200"/>
            </a:pPr>
            <a:r>
              <a:t>D:/pasar_fix/node_modules/.bun/jose@5.10.0/node_modules/jose/dist/node/cjs/jwt/unsecured.js</a:t>
            </a:r>
          </a:p>
          <a:p>
            <a:pPr>
              <a:defRPr sz="1200"/>
            </a:pPr>
            <a:r>
              <a:t>D:/pasar_fix/node_modules/.bun/jose@5.10.0/node_modules/jose/dist/node/cjs/jwt/verify.js</a:t>
            </a:r>
          </a:p>
          <a:p>
            <a:pPr>
              <a:defRPr sz="1200"/>
            </a:pPr>
            <a:r>
              <a:t>D:/pasar_fix/node_modules/.bun/jose@5.10.0/node_modules/jose/dist/node/cjs/key/export.js</a:t>
            </a:r>
          </a:p>
          <a:p>
            <a:pPr>
              <a:defRPr sz="1200"/>
            </a:pPr>
            <a:r>
              <a:t>D:/pasar_fix/node_modules/.bun/jose@5.10.0/node_modules/jose/dist/node/cjs/key/generate_key_pair.js</a:t>
            </a:r>
          </a:p>
          <a:p>
            <a:pPr>
              <a:defRPr sz="1200"/>
            </a:pPr>
            <a:r>
              <a:t>D:/pasar_fix/node_modules/.bun/jose@5.10.0/node_modules/jose/dist/node/cjs/key/generate_secret.js</a:t>
            </a:r>
          </a:p>
          <a:p>
            <a:pPr>
              <a:defRPr sz="1200"/>
            </a:pPr>
            <a:r>
              <a:t>D:/pasar_fix/node_modules/.bun/jose@5.10.0/node_modules/jose/dist/node/cjs/key/import.js</a:t>
            </a:r>
          </a:p>
          <a:p>
            <a:pPr>
              <a:defRPr sz="1200"/>
            </a:pPr>
            <a:r>
              <a:t>D:/pasar_fix/node_modules/.bun/jose@5.10.0/node_modules/jose/dist/node/cjs/lib/aesgcmkw.js</a:t>
            </a:r>
          </a:p>
          <a:p>
            <a:pPr>
              <a:defRPr sz="1200"/>
            </a:pPr>
            <a:r>
              <a:t>D:/pasar_fix/node_modules/.bun/jose@5.10.0/node_modules/jose/dist/node/cjs/lib/buffer_utils.js</a:t>
            </a:r>
          </a:p>
          <a:p>
            <a:pPr>
              <a:defRPr sz="1200"/>
            </a:pPr>
            <a:r>
              <a:t>D:/pasar_fix/node_modules/.bun/jose@5.10.0/node_modules/jose/dist/node/cjs/lib/cek.js</a:t>
            </a:r>
          </a:p>
          <a:p>
            <a:pPr>
              <a:defRPr sz="1200"/>
            </a:pPr>
            <a:r>
              <a:t>D:/pasar_fix/node_modules/.bun/jose@5.10.0/node_modules/jose/dist/node/cjs/lib/check_iv_length.js</a:t>
            </a:r>
          </a:p>
          <a:p>
            <a:pPr>
              <a:defRPr sz="1200"/>
            </a:pPr>
            <a:r>
              <a:t>D:/pasar_fix/node_modules/.bun/jose@5.10.0/node_modules/jose/dist/node/cjs/lib/check_key_type.js</a:t>
            </a:r>
          </a:p>
          <a:p>
            <a:pPr>
              <a:defRPr sz="1200"/>
            </a:pPr>
            <a:r>
              <a:t>D:/pasar_fix/node_modules/.bun/jose@5.10.0/node_modules/jose/dist/node/cjs/lib/check_p2s.js</a:t>
            </a:r>
          </a:p>
          <a:p>
            <a:pPr>
              <a:defRPr sz="1200"/>
            </a:pPr>
            <a:r>
              <a:t>D:/pasar_fix/node_modules/.bun/jose@5.10.0/node_modules/jose/dist/node/cjs/lib/crypto_key.js</a:t>
            </a:r>
          </a:p>
          <a:p>
            <a:pPr>
              <a:defRPr sz="1200"/>
            </a:pPr>
            <a:r>
              <a:t>D:/pasar_fix/node_modules/.bun/jose@5.10.0/node_modules/jose/dist/node/cjs/lib/decrypt_key_management.js</a:t>
            </a:r>
          </a:p>
          <a:p>
            <a:pPr>
              <a:defRPr sz="1200"/>
            </a:pPr>
            <a:r>
              <a:t>D:/pasar_fix/node_modules/.bun/jose@5.10.0/node_modules/jose/dist/node/cjs/lib/encrypt_key_management.js</a:t>
            </a:r>
          </a:p>
          <a:p>
            <a:pPr>
              <a:defRPr sz="1200"/>
            </a:pPr>
            <a:r>
              <a:t>D:/pasar_fix/node_modules/.bun/jose@5.10.0/node_modules/jose/dist/node/cjs/lib/epoch.js</a:t>
            </a:r>
          </a:p>
          <a:p>
            <a:pPr>
              <a:defRPr sz="1200"/>
            </a:pPr>
            <a:r>
              <a:t>D:/pasar_fix/node_modules/.bun/jose@5.10.0/node_modules/jose/dist/node/cjs/lib/invalid_key_input.js</a:t>
            </a:r>
          </a:p>
          <a:p>
            <a:pPr>
              <a:defRPr sz="1200"/>
            </a:pPr>
            <a:r>
              <a:t>D:/pasar_fix/node_modules/.bun/jose@5.10.0/node_modules/jose/dist/node/cjs/lib/is_disjoint.js</a:t>
            </a:r>
          </a:p>
          <a:p>
            <a:pPr>
              <a:defRPr sz="1200"/>
            </a:pPr>
            <a:r>
              <a:t>D:/pasar_fix/node_modules/.bun/jose@5.10.0/node_modules/jose/dist/node/cjs/lib/is_jwk.js</a:t>
            </a:r>
          </a:p>
          <a:p>
            <a:pPr>
              <a:defRPr sz="1200"/>
            </a:pPr>
            <a:r>
              <a:t>D:/pasar_fix/node_modules/.bun/jose@5.10.0/node_modules/jose/dist/node/cjs/lib/is_object.js</a:t>
            </a:r>
          </a:p>
          <a:p>
            <a:pPr>
              <a:defRPr sz="1200"/>
            </a:pPr>
            <a:r>
              <a:t>D:/pasar_fix/node_modules/.bun/jose@5.10.0/node_modules/jose/dist/node/cjs/lib/iv.js</a:t>
            </a:r>
          </a:p>
          <a:p>
            <a:pPr>
              <a:defRPr sz="1200"/>
            </a:pPr>
            <a:r>
              <a:t>D:/pasar_fix/node_modules/.bun/jose@5.10.0/node_modules/jose/dist/node/cjs/lib/jwt_claims_set.js</a:t>
            </a:r>
          </a:p>
          <a:p>
            <a:pPr>
              <a:defRPr sz="1200"/>
            </a:pPr>
            <a:r>
              <a:t>D:/pasar_fix/node_modules/.bun/jose@5.10.0/node_modules/jose/dist/node/cjs/lib/private_symbols.js</a:t>
            </a:r>
          </a:p>
          <a:p>
            <a:pPr>
              <a:defRPr sz="1200"/>
            </a:pPr>
            <a:r>
              <a:t>D:/pasar_fix/node_modules/.bun/jose@5.10.0/node_modules/jose/dist/node/cjs/lib/secs.js</a:t>
            </a:r>
          </a:p>
          <a:p>
            <a:pPr>
              <a:defRPr sz="1200"/>
            </a:pPr>
            <a:r>
              <a:t>D:/pasar_fix/node_modules/.bun/jose@5.10.0/node_modules/jose/dist/node/cjs/lib/validate_algorithms.js</a:t>
            </a:r>
          </a:p>
          <a:p>
            <a:pPr>
              <a:defRPr sz="1200"/>
            </a:pPr>
            <a:r>
              <a:t>D:/pasar_fix/node_modules/.bun/jose@5.10.0/node_modules/jose/dist/node/cjs/lib/validate_crit.js</a:t>
            </a:r>
          </a:p>
          <a:p>
            <a:pPr>
              <a:defRPr sz="1200"/>
            </a:pPr>
            <a:r>
              <a:t>D:/pasar_fix/node_modules/.bun/jose@5.10.0/node_modules/jose/dist/node/cjs/runtime/aeskw.js</a:t>
            </a:r>
          </a:p>
          <a:p>
            <a:pPr>
              <a:defRPr sz="1200"/>
            </a:pPr>
            <a:r>
              <a:t>D:/pasar_fix/node_modules/.bun/jose@5.10.0/node_modules/jose/dist/node/cjs/runtime/asn1.js</a:t>
            </a:r>
          </a:p>
          <a:p>
            <a:pPr>
              <a:defRPr sz="1200"/>
            </a:pPr>
            <a:r>
              <a:t>D:/pasar_fix/node_modules/.bun/jose@5.10.0/node_modules/jose/dist/node/cjs/runtime/base64url.js</a:t>
            </a:r>
          </a:p>
          <a:p>
            <a:pPr>
              <a:defRPr sz="1200"/>
            </a:pPr>
            <a:r>
              <a:t>D:/pasar_fix/node_modules/.bun/jose@5.10.0/node_modules/jose/dist/node/cjs/runtime/cbc_tag.js</a:t>
            </a:r>
          </a:p>
          <a:p>
            <a:pPr>
              <a:defRPr sz="1200"/>
            </a:pPr>
            <a:r>
              <a:t>D:/pasar_fix/node_modules/.bun/jose@5.10.0/node_modules/jose/dist/node/cjs/runtime/check_cek_length.js</a:t>
            </a:r>
          </a:p>
          <a:p>
            <a:pPr>
              <a:defRPr sz="1200"/>
            </a:pPr>
            <a:r>
              <a:t>D:/pasar_fix/node_modules/.bun/jose@5.10.0/node_modules/jose/dist/node/cjs/runtime/check_key_length.js</a:t>
            </a:r>
          </a:p>
          <a:p>
            <a:pPr>
              <a:defRPr sz="1200"/>
            </a:pPr>
            <a:r>
              <a:t>D:/pasar_fix/node_modules/.bun/jose@5.10.0/node_modules/jose/dist/node/cjs/runtime/ciphers.js</a:t>
            </a:r>
          </a:p>
          <a:p>
            <a:pPr>
              <a:defRPr sz="1200"/>
            </a:pPr>
            <a:r>
              <a:t>D:/pasar_fix/node_modules/.bun/jose@5.10.0/node_modules/jose/dist/node/cjs/runtime/decrypt.js</a:t>
            </a:r>
          </a:p>
          <a:p>
            <a:pPr>
              <a:defRPr sz="1200"/>
            </a:pPr>
            <a:r>
              <a:t>D:/pasar_fix/node_modules/.bun/jose@5.10.0/node_modules/jose/dist/node/cjs/runtime/digest.js</a:t>
            </a:r>
          </a:p>
          <a:p>
            <a:pPr>
              <a:defRPr sz="1200"/>
            </a:pPr>
            <a:r>
              <a:t>D:/pasar_fix/node_modules/.bun/jose@5.10.0/node_modules/jose/dist/node/cjs/runtime/dsa_digest.js</a:t>
            </a:r>
          </a:p>
          <a:p>
            <a:pPr>
              <a:defRPr sz="1200"/>
            </a:pPr>
            <a:r>
              <a:t>D:/pasar_fix/node_modules/.bun/jose@5.10.0/node_modules/jose/dist/node/cjs/runtime/ecdhes.js</a:t>
            </a:r>
          </a:p>
          <a:p>
            <a:pPr>
              <a:defRPr sz="1200"/>
            </a:pPr>
            <a:r>
              <a:t>D:/pasar_fix/node_modules/.bun/jose@5.10.0/node_modules/jose/dist/node/cjs/runtime/encrypt.js</a:t>
            </a:r>
          </a:p>
          <a:p>
            <a:pPr>
              <a:defRPr sz="1200"/>
            </a:pPr>
            <a:r>
              <a:t>D:/pasar_fix/node_modules/.bun/jose@5.10.0/node_modules/jose/dist/node/cjs/runtime/fetch_jwks.js</a:t>
            </a:r>
          </a:p>
          <a:p>
            <a:pPr>
              <a:defRPr sz="1200"/>
            </a:pPr>
            <a:r>
              <a:t>D:/pasar_fix/node_modules/.bun/jose@5.10.0/node_modules/jose/dist/node/cjs/runtime/generate.js</a:t>
            </a:r>
          </a:p>
          <a:p>
            <a:pPr>
              <a:defRPr sz="1200"/>
            </a:pPr>
            <a:r>
              <a:t>D:/pasar_fix/node_modules/.bun/jose@5.10.0/node_modules/jose/dist/node/cjs/runtime/get_named_curve.js</a:t>
            </a:r>
          </a:p>
          <a:p>
            <a:pPr>
              <a:defRPr sz="1200"/>
            </a:pPr>
            <a:r>
              <a:t>D:/pasar_fix/node_modules/.bun/jose@5.10.0/node_modules/jose/dist/node/cjs/runtime/get_sign_verify_key.js</a:t>
            </a:r>
          </a:p>
          <a:p>
            <a:pPr>
              <a:defRPr sz="1200"/>
            </a:pPr>
            <a:r>
              <a:t>D:/pasar_fix/node_modules/.bun/jose@5.10.0/node_modules/jose/dist/node/cjs/runtime/hmac_digest.js</a:t>
            </a:r>
          </a:p>
          <a:p>
            <a:pPr>
              <a:defRPr sz="1200"/>
            </a:pPr>
            <a:r>
              <a:t>D:/pasar_fix/node_modules/.bun/jose@5.10.0/node_modules/jose/dist/node/cjs/runtime/is_key_like.js</a:t>
            </a:r>
          </a:p>
          <a:p>
            <a:pPr>
              <a:defRPr sz="1200"/>
            </a:pPr>
            <a:r>
              <a:t>D:/pasar_fix/node_modules/.bun/jose@5.10.0/node_modules/jose/dist/node/cjs/runtime/is_key_object.js</a:t>
            </a:r>
          </a:p>
          <a:p>
            <a:pPr>
              <a:defRPr sz="1200"/>
            </a:pPr>
            <a:r>
              <a:t>D:/pasar_fix/node_modules/.bun/jose@5.10.0/node_modules/jose/dist/node/cjs/runtime/jwk_to_key.js</a:t>
            </a:r>
          </a:p>
          <a:p>
            <a:pPr>
              <a:defRPr sz="1200"/>
            </a:pPr>
            <a:r>
              <a:t>D:/pasar_fix/node_modules/.bun/jose@5.10.0/node_modules/jose/dist/node/cjs/runtime/key_to_jwk.js</a:t>
            </a:r>
          </a:p>
          <a:p>
            <a:pPr>
              <a:defRPr sz="1200"/>
            </a:pPr>
            <a:r>
              <a:t>D:/pasar_fix/node_modules/.bun/jose@5.10.0/node_modules/jose/dist/node/cjs/runtime/node_key.js</a:t>
            </a:r>
          </a:p>
          <a:p>
            <a:pPr>
              <a:defRPr sz="1200"/>
            </a:pPr>
            <a:r>
              <a:t>D:/pasar_fix/node_modules/.bun/jose@5.10.0/node_modules/jose/dist/node/cjs/runtime/normalize_key.js</a:t>
            </a:r>
          </a:p>
          <a:p>
            <a:pPr>
              <a:defRPr sz="1200"/>
            </a:pPr>
            <a:r>
              <a:t>D:/pasar_fix/node_modules/.bun/jose@5.10.0/node_modules/jose/dist/node/cjs/runtime/pbes2kw.js</a:t>
            </a:r>
          </a:p>
          <a:p>
            <a:pPr>
              <a:defRPr sz="1200"/>
            </a:pPr>
            <a:r>
              <a:t>D:/pasar_fix/node_modules/.bun/jose@5.10.0/node_modules/jose/dist/node/cjs/runtime/random.js</a:t>
            </a:r>
          </a:p>
          <a:p>
            <a:pPr>
              <a:defRPr sz="1200"/>
            </a:pPr>
            <a:r>
              <a:t>D:/pasar_fix/node_modules/.bun/jose@5.10.0/node_modules/jose/dist/node/cjs/runtime/rsaes.js</a:t>
            </a:r>
          </a:p>
          <a:p>
            <a:pPr>
              <a:defRPr sz="1200"/>
            </a:pPr>
            <a:r>
              <a:t>D:/pasar_fix/node_modules/.bun/jose@5.10.0/node_modules/jose/dist/node/cjs/runtime/runtime.js</a:t>
            </a:r>
          </a:p>
          <a:p>
            <a:pPr>
              <a:defRPr sz="1200"/>
            </a:pPr>
            <a:r>
              <a:t>D:/pasar_fix/node_modules/.bun/jose@5.10.0/node_modules/jose/dist/node/cjs/runtime/sign.js</a:t>
            </a:r>
          </a:p>
          <a:p>
            <a:pPr>
              <a:defRPr sz="1200"/>
            </a:pPr>
            <a:r>
              <a:t>D:/pasar_fix/node_modules/.bun/jose@5.10.0/node_modules/jose/dist/node/cjs/runtime/timing_safe_equal.js</a:t>
            </a:r>
          </a:p>
          <a:p>
            <a:pPr>
              <a:defRPr sz="1200"/>
            </a:pPr>
            <a:r>
              <a:t>D:/pasar_fix/node_modules/.bun/jose@5.10.0/node_modules/jose/dist/node/cjs/runtime/verify.js</a:t>
            </a:r>
          </a:p>
          <a:p>
            <a:pPr>
              <a:defRPr sz="1200"/>
            </a:pPr>
            <a:r>
              <a:t>D:/pasar_fix/node_modules/.bun/jose@5.10.0/node_modules/jose/dist/node/cjs/runtime/webcrypto.js</a:t>
            </a:r>
          </a:p>
          <a:p>
            <a:pPr>
              <a:defRPr sz="1200"/>
            </a:pPr>
            <a:r>
              <a:t>D:/pasar_fix/node_modules/.bun/jose@5.10.0/node_modules/jose/dist/node/cjs/util/base64url.js</a:t>
            </a:r>
          </a:p>
          <a:p>
            <a:pPr>
              <a:defRPr sz="1200"/>
            </a:pPr>
            <a:r>
              <a:t>D:/pasar_fix/node_modules/.bun/jose@5.10.0/node_modules/jose/dist/node/cjs/util/decode_jwt.js</a:t>
            </a:r>
          </a:p>
          <a:p>
            <a:pPr>
              <a:defRPr sz="1200"/>
            </a:pPr>
            <a:r>
              <a:t>D:/pasar_fix/node_modules/.bun/jose@5.10.0/node_modules/jose/dist/node/cjs/util/decode_protected_header.js</a:t>
            </a:r>
          </a:p>
          <a:p>
            <a:pPr>
              <a:defRPr sz="1200"/>
            </a:pPr>
            <a:r>
              <a:t>D:/pasar_fix/node_modules/.bun/jose@5.10.0/node_modules/jose/dist/node/cjs/util/errors.js</a:t>
            </a:r>
          </a:p>
          <a:p>
            <a:pPr>
              <a:defRPr sz="1200"/>
            </a:pPr>
            <a:r>
              <a:t>D:/pasar_fix/node_modules/.bun/jose@5.10.0/node_modules/jose/dist/node/cjs/util/runtime.js</a:t>
            </a:r>
          </a:p>
          <a:p>
            <a:pPr>
              <a:defRPr sz="1200"/>
            </a:pPr>
            <a:r>
              <a:t>D:/pasar_fix/node_modules/.bun/jose@5.10.0/node_modules/jose/dist/node/esm/index.js</a:t>
            </a:r>
          </a:p>
          <a:p>
            <a:pPr>
              <a:defRPr sz="1200"/>
            </a:pPr>
            <a:r>
              <a:t>D:/pasar_fix/node_modules/.bun/jose@5.10.0/node_modules/jose/dist/node/esm/package.json</a:t>
            </a:r>
          </a:p>
          <a:p>
            <a:pPr>
              <a:defRPr sz="1200"/>
            </a:pPr>
            <a:r>
              <a:t>D:/pasar_fix/node_modules/.bun/jose@5.10.0/node_modules/jose/dist/node/esm/jwe/compact/decrypt.js</a:t>
            </a:r>
          </a:p>
          <a:p>
            <a:pPr>
              <a:defRPr sz="1200"/>
            </a:pPr>
            <a:r>
              <a:t>D:/pasar_fix/node_modules/.bun/jose@5.10.0/node_modules/jose/dist/node/esm/jwe/compact/encrypt.js</a:t>
            </a:r>
          </a:p>
          <a:p>
            <a:pPr>
              <a:defRPr sz="1200"/>
            </a:pPr>
            <a:r>
              <a:t>D:/pasar_fix/node_modules/.bun/jose@5.10.0/node_modules/jose/dist/node/esm/jwe/flattened/decrypt.js</a:t>
            </a:r>
          </a:p>
          <a:p>
            <a:pPr>
              <a:defRPr sz="1200"/>
            </a:pPr>
            <a:r>
              <a:t>D:/pasar_fix/node_modules/.bun/jose@5.10.0/node_modules/jose/dist/node/esm/jwe/flattened/encrypt.js</a:t>
            </a:r>
          </a:p>
          <a:p>
            <a:pPr>
              <a:defRPr sz="1200"/>
            </a:pPr>
            <a:r>
              <a:t>D:/pasar_fix/node_modules/.bun/jose@5.10.0/node_modules/jose/dist/node/esm/jwe/general/decrypt.js</a:t>
            </a:r>
          </a:p>
          <a:p>
            <a:pPr>
              <a:defRPr sz="1200"/>
            </a:pPr>
            <a:r>
              <a:t>D:/pasar_fix/node_modules/.bun/jose@5.10.0/node_modules/jose/dist/node/esm/jwe/general/encrypt.js</a:t>
            </a:r>
          </a:p>
          <a:p>
            <a:pPr>
              <a:defRPr sz="1200"/>
            </a:pPr>
            <a:r>
              <a:t>D:/pasar_fix/node_modules/.bun/jose@5.10.0/node_modules/jose/dist/node/esm/jwk/embedded.js</a:t>
            </a:r>
          </a:p>
          <a:p>
            <a:pPr>
              <a:defRPr sz="1200"/>
            </a:pPr>
            <a:r>
              <a:t>D:/pasar_fix/node_modules/.bun/jose@5.10.0/node_modules/jose/dist/node/esm/jwk/thumbprint.js</a:t>
            </a:r>
          </a:p>
          <a:p>
            <a:pPr>
              <a:defRPr sz="1200"/>
            </a:pPr>
            <a:r>
              <a:t>D:/pasar_fix/node_modules/.bun/jose@5.10.0/node_modules/jose/dist/node/esm/jwks/local.js</a:t>
            </a:r>
          </a:p>
          <a:p>
            <a:pPr>
              <a:defRPr sz="1200"/>
            </a:pPr>
            <a:r>
              <a:t>D:/pasar_fix/node_modules/.bun/jose@5.10.0/node_modules/jose/dist/node/esm/jwks/remote.js</a:t>
            </a:r>
          </a:p>
          <a:p>
            <a:pPr>
              <a:defRPr sz="1200"/>
            </a:pPr>
            <a:r>
              <a:t>D:/pasar_fix/node_modules/.bun/jose@5.10.0/node_modules/jose/dist/node/esm/jws/compact/sign.js</a:t>
            </a:r>
          </a:p>
          <a:p>
            <a:pPr>
              <a:defRPr sz="1200"/>
            </a:pPr>
            <a:r>
              <a:t>D:/pasar_fix/node_modules/.bun/jose@5.10.0/node_modules/jose/dist/node/esm/jws/compact/verify.js</a:t>
            </a:r>
          </a:p>
          <a:p>
            <a:pPr>
              <a:defRPr sz="1200"/>
            </a:pPr>
            <a:r>
              <a:t>D:/pasar_fix/node_modules/.bun/jose@5.10.0/node_modules/jose/dist/node/esm/jws/flattened/sign.js</a:t>
            </a:r>
          </a:p>
          <a:p>
            <a:pPr>
              <a:defRPr sz="1200"/>
            </a:pPr>
            <a:r>
              <a:t>D:/pasar_fix/node_modules/.bun/jose@5.10.0/node_modules/jose/dist/node/esm/jws/flattened/verify.js</a:t>
            </a:r>
          </a:p>
          <a:p>
            <a:pPr>
              <a:defRPr sz="1200"/>
            </a:pPr>
            <a:r>
              <a:t>D:/pasar_fix/node_modules/.bun/jose@5.10.0/node_modules/jose/dist/node/esm/jws/general/sign.js</a:t>
            </a:r>
          </a:p>
          <a:p>
            <a:pPr>
              <a:defRPr sz="1200"/>
            </a:pPr>
            <a:r>
              <a:t>D:/pasar_fix/node_modules/.bun/jose@5.10.0/node_modules/jose/dist/node/esm/jws/general/verify.js</a:t>
            </a:r>
          </a:p>
          <a:p>
            <a:pPr>
              <a:defRPr sz="1200"/>
            </a:pPr>
            <a:r>
              <a:t>D:/pasar_fix/node_modules/.bun/jose@5.10.0/node_modules/jose/dist/node/esm/jwt/decrypt.js</a:t>
            </a:r>
          </a:p>
          <a:p>
            <a:pPr>
              <a:defRPr sz="1200"/>
            </a:pPr>
            <a:r>
              <a:t>D:/pasar_fix/node_modules/.bun/jose@5.10.0/node_modules/jose/dist/node/esm/jwt/encrypt.js</a:t>
            </a:r>
          </a:p>
          <a:p>
            <a:pPr>
              <a:defRPr sz="1200"/>
            </a:pPr>
            <a:r>
              <a:t>D:/pasar_fix/node_modules/.bun/jose@5.10.0/node_modules/jose/dist/node/esm/jwt/produce.js</a:t>
            </a:r>
          </a:p>
          <a:p>
            <a:pPr>
              <a:defRPr sz="1200"/>
            </a:pPr>
            <a:r>
              <a:t>D:/pasar_fix/node_modules/.bun/jose@5.10.0/node_modules/jose/dist/node/esm/jwt/sign.js</a:t>
            </a:r>
          </a:p>
          <a:p>
            <a:pPr>
              <a:defRPr sz="1200"/>
            </a:pPr>
            <a:r>
              <a:t>D:/pasar_fix/node_modules/.bun/jose@5.10.0/node_modules/jose/dist/node/esm/jwt/unsecured.js</a:t>
            </a:r>
          </a:p>
          <a:p>
            <a:pPr>
              <a:defRPr sz="1200"/>
            </a:pPr>
            <a:r>
              <a:t>D:/pasar_fix/node_modules/.bun/jose@5.10.0/node_modules/jose/dist/node/esm/jwt/verify.js</a:t>
            </a:r>
          </a:p>
          <a:p>
            <a:pPr>
              <a:defRPr sz="1200"/>
            </a:pPr>
            <a:r>
              <a:t>D:/pasar_fix/node_modules/.bun/jose@5.10.0/node_modules/jose/dist/node/esm/key/export.js</a:t>
            </a:r>
          </a:p>
          <a:p>
            <a:pPr>
              <a:defRPr sz="1200"/>
            </a:pPr>
            <a:r>
              <a:t>D:/pasar_fix/node_modules/.bun/jose@5.10.0/node_modules/jose/dist/node/esm/key/generate_key_pair.js</a:t>
            </a:r>
          </a:p>
          <a:p>
            <a:pPr>
              <a:defRPr sz="1200"/>
            </a:pPr>
            <a:r>
              <a:t>D:/pasar_fix/node_modules/.bun/jose@5.10.0/node_modules/jose/dist/node/esm/key/generate_secret.js</a:t>
            </a:r>
          </a:p>
          <a:p>
            <a:pPr>
              <a:defRPr sz="1200"/>
            </a:pPr>
            <a:r>
              <a:t>D:/pasar_fix/node_modules/.bun/jose@5.10.0/node_modules/jose/dist/node/esm/key/import.js</a:t>
            </a:r>
          </a:p>
          <a:p>
            <a:pPr>
              <a:defRPr sz="1200"/>
            </a:pPr>
            <a:r>
              <a:t>D:/pasar_fix/node_modules/.bun/jose@5.10.0/node_modules/jose/dist/node/esm/lib/aesgcmkw.js</a:t>
            </a:r>
          </a:p>
          <a:p>
            <a:pPr>
              <a:defRPr sz="1200"/>
            </a:pPr>
            <a:r>
              <a:t>D:/pasar_fix/node_modules/.bun/jose@5.10.0/node_modules/jose/dist/node/esm/lib/buffer_utils.js</a:t>
            </a:r>
          </a:p>
          <a:p>
            <a:pPr>
              <a:defRPr sz="1200"/>
            </a:pPr>
            <a:r>
              <a:t>D:/pasar_fix/node_modules/.bun/jose@5.10.0/node_modules/jose/dist/node/esm/lib/cek.js</a:t>
            </a:r>
          </a:p>
          <a:p>
            <a:pPr>
              <a:defRPr sz="1200"/>
            </a:pPr>
            <a:r>
              <a:t>D:/pasar_fix/node_modules/.bun/jose@5.10.0/node_modules/jose/dist/node/esm/lib/check_iv_length.js</a:t>
            </a:r>
          </a:p>
          <a:p>
            <a:pPr>
              <a:defRPr sz="1200"/>
            </a:pPr>
            <a:r>
              <a:t>D:/pasar_fix/node_modules/.bun/jose@5.10.0/node_modules/jose/dist/node/esm/lib/check_key_type.js</a:t>
            </a:r>
          </a:p>
          <a:p>
            <a:pPr>
              <a:defRPr sz="1200"/>
            </a:pPr>
            <a:r>
              <a:t>D:/pasar_fix/node_modules/.bun/jose@5.10.0/node_modules/jose/dist/node/esm/lib/check_p2s.js</a:t>
            </a:r>
          </a:p>
          <a:p>
            <a:pPr>
              <a:defRPr sz="1200"/>
            </a:pPr>
            <a:r>
              <a:t>D:/pasar_fix/node_modules/.bun/jose@5.10.0/node_modules/jose/dist/node/esm/lib/crypto_key.js</a:t>
            </a:r>
          </a:p>
          <a:p>
            <a:pPr>
              <a:defRPr sz="1200"/>
            </a:pPr>
            <a:r>
              <a:t>D:/pasar_fix/node_modules/.bun/jose@5.10.0/node_modules/jose/dist/node/esm/lib/decrypt_key_management.js</a:t>
            </a:r>
          </a:p>
          <a:p>
            <a:pPr>
              <a:defRPr sz="1200"/>
            </a:pPr>
            <a:r>
              <a:t>D:/pasar_fix/node_modules/.bun/jose@5.10.0/node_modules/jose/dist/node/esm/lib/encrypt_key_management.js</a:t>
            </a:r>
          </a:p>
          <a:p>
            <a:pPr>
              <a:defRPr sz="1200"/>
            </a:pPr>
            <a:r>
              <a:t>D:/pasar_fix/node_modules/.bun/jose@5.10.0/node_modules/jose/dist/node/esm/lib/epoch.js</a:t>
            </a:r>
          </a:p>
          <a:p>
            <a:pPr>
              <a:defRPr sz="1200"/>
            </a:pPr>
            <a:r>
              <a:t>D:/pasar_fix/node_modules/.bun/jose@5.10.0/node_modules/jose/dist/node/esm/lib/invalid_key_input.js</a:t>
            </a:r>
          </a:p>
          <a:p>
            <a:pPr>
              <a:defRPr sz="1200"/>
            </a:pPr>
            <a:r>
              <a:t>D:/pasar_fix/node_modules/.bun/jose@5.10.0/node_modules/jose/dist/node/esm/lib/is_disjoint.js</a:t>
            </a:r>
          </a:p>
          <a:p>
            <a:pPr>
              <a:defRPr sz="1200"/>
            </a:pPr>
            <a:r>
              <a:t>D:/pasar_fix/node_modules/.bun/jose@5.10.0/node_modules/jose/dist/node/esm/lib/is_jwk.js</a:t>
            </a:r>
          </a:p>
          <a:p>
            <a:pPr>
              <a:defRPr sz="1200"/>
            </a:pPr>
            <a:r>
              <a:t>D:/pasar_fix/node_modules/.bun/jose@5.10.0/node_modules/jose/dist/node/esm/lib/is_object.js</a:t>
            </a:r>
          </a:p>
          <a:p>
            <a:pPr>
              <a:defRPr sz="1200"/>
            </a:pPr>
            <a:r>
              <a:t>D:/pasar_fix/node_modules/.bun/jose@5.10.0/node_modules/jose/dist/node/esm/lib/iv.js</a:t>
            </a:r>
          </a:p>
          <a:p>
            <a:pPr>
              <a:defRPr sz="1200"/>
            </a:pPr>
            <a:r>
              <a:t>D:/pasar_fix/node_modules/.bun/jose@5.10.0/node_modules/jose/dist/node/esm/lib/jwt_claims_set.js</a:t>
            </a:r>
          </a:p>
          <a:p>
            <a:pPr>
              <a:defRPr sz="1200"/>
            </a:pPr>
            <a:r>
              <a:t>D:/pasar_fix/node_modules/.bun/jose@5.10.0/node_modules/jose/dist/node/esm/lib/private_symbols.js</a:t>
            </a:r>
          </a:p>
          <a:p>
            <a:pPr>
              <a:defRPr sz="1200"/>
            </a:pPr>
            <a:r>
              <a:t>D:/pasar_fix/node_modules/.bun/jose@5.10.0/node_modules/jose/dist/node/esm/lib/secs.js</a:t>
            </a:r>
          </a:p>
          <a:p>
            <a:pPr>
              <a:defRPr sz="1200"/>
            </a:pPr>
            <a:r>
              <a:t>D:/pasar_fix/node_modules/.bun/jose@5.10.0/node_modules/jose/dist/node/esm/lib/validate_algorithms.js</a:t>
            </a:r>
          </a:p>
          <a:p>
            <a:pPr>
              <a:defRPr sz="1200"/>
            </a:pPr>
            <a:r>
              <a:t>D:/pasar_fix/node_modules/.bun/jose@5.10.0/node_modules/jose/dist/node/esm/lib/validate_crit.js</a:t>
            </a:r>
          </a:p>
          <a:p>
            <a:pPr>
              <a:defRPr sz="1200"/>
            </a:pPr>
            <a:r>
              <a:t>D:/pasar_fix/node_modules/.bun/jose@5.10.0/node_modules/jose/dist/node/esm/runtime/aeskw.js</a:t>
            </a:r>
          </a:p>
          <a:p>
            <a:pPr>
              <a:defRPr sz="1200"/>
            </a:pPr>
            <a:r>
              <a:t>D:/pasar_fix/node_modules/.bun/jose@5.10.0/node_modules/jose/dist/node/esm/runtime/asn1.js</a:t>
            </a:r>
          </a:p>
          <a:p>
            <a:pPr>
              <a:defRPr sz="1200"/>
            </a:pPr>
            <a:r>
              <a:t>D:/pasar_fix/node_modules/.bun/jose@5.10.0/node_modules/jose/dist/node/esm/runtime/base64url.js</a:t>
            </a:r>
          </a:p>
          <a:p>
            <a:pPr>
              <a:defRPr sz="1200"/>
            </a:pPr>
            <a:r>
              <a:t>D:/pasar_fix/node_modules/.bun/jose@5.10.0/node_modules/jose/dist/node/esm/runtime/cbc_tag.js</a:t>
            </a:r>
          </a:p>
          <a:p>
            <a:pPr>
              <a:defRPr sz="1200"/>
            </a:pPr>
            <a:r>
              <a:t>D:/pasar_fix/node_modules/.bun/jose@5.10.0/node_modules/jose/dist/node/esm/runtime/check_cek_length.js</a:t>
            </a:r>
          </a:p>
          <a:p>
            <a:pPr>
              <a:defRPr sz="1200"/>
            </a:pPr>
            <a:r>
              <a:t>D:/pasar_fix/node_modules/.bun/jose@5.10.0/node_modules/jose/dist/node/esm/runtime/check_key_length.js</a:t>
            </a:r>
          </a:p>
          <a:p>
            <a:pPr>
              <a:defRPr sz="1200"/>
            </a:pPr>
            <a:r>
              <a:t>D:/pasar_fix/node_modules/.bun/jose@5.10.0/node_modules/jose/dist/node/esm/runtime/ciphers.js</a:t>
            </a:r>
          </a:p>
          <a:p>
            <a:pPr>
              <a:defRPr sz="1200"/>
            </a:pPr>
            <a:r>
              <a:t>D:/pasar_fix/node_modules/.bun/jose@5.10.0/node_modules/jose/dist/node/esm/runtime/decrypt.js</a:t>
            </a:r>
          </a:p>
          <a:p>
            <a:pPr>
              <a:defRPr sz="1200"/>
            </a:pPr>
            <a:r>
              <a:t>D:/pasar_fix/node_modules/.bun/jose@5.10.0/node_modules/jose/dist/node/esm/runtime/digest.js</a:t>
            </a:r>
          </a:p>
          <a:p>
            <a:pPr>
              <a:defRPr sz="1200"/>
            </a:pPr>
            <a:r>
              <a:t>D:/pasar_fix/node_modules/.bun/jose@5.10.0/node_modules/jose/dist/node/esm/runtime/dsa_digest.js</a:t>
            </a:r>
          </a:p>
          <a:p>
            <a:pPr>
              <a:defRPr sz="1200"/>
            </a:pPr>
            <a:r>
              <a:t>D:/pasar_fix/node_modules/.bun/jose@5.10.0/node_modules/jose/dist/node/esm/runtime/ecdhes.js</a:t>
            </a:r>
          </a:p>
          <a:p>
            <a:pPr>
              <a:defRPr sz="1200"/>
            </a:pPr>
            <a:r>
              <a:t>D:/pasar_fix/node_modules/.bun/jose@5.10.0/node_modules/jose/dist/node/esm/runtime/encrypt.js</a:t>
            </a:r>
          </a:p>
          <a:p>
            <a:pPr>
              <a:defRPr sz="1200"/>
            </a:pPr>
            <a:r>
              <a:t>D:/pasar_fix/node_modules/.bun/jose@5.10.0/node_modules/jose/dist/node/esm/runtime/fetch_jwks.js</a:t>
            </a:r>
          </a:p>
          <a:p>
            <a:pPr>
              <a:defRPr sz="1200"/>
            </a:pPr>
            <a:r>
              <a:t>D:/pasar_fix/node_modules/.bun/jose@5.10.0/node_modules/jose/dist/node/esm/runtime/generate.js</a:t>
            </a:r>
          </a:p>
          <a:p>
            <a:pPr>
              <a:defRPr sz="1200"/>
            </a:pPr>
            <a:r>
              <a:t>D:/pasar_fix/node_modules/.bun/jose@5.10.0/node_modules/jose/dist/node/esm/runtime/get_named_curve.js</a:t>
            </a:r>
          </a:p>
          <a:p>
            <a:pPr>
              <a:defRPr sz="1200"/>
            </a:pPr>
            <a:r>
              <a:t>D:/pasar_fix/node_modules/.bun/jose@5.10.0/node_modules/jose/dist/node/esm/runtime/get_sign_verify_key.js</a:t>
            </a:r>
          </a:p>
          <a:p>
            <a:pPr>
              <a:defRPr sz="1200"/>
            </a:pPr>
            <a:r>
              <a:t>D:/pasar_fix/node_modules/.bun/jose@5.10.0/node_modules/jose/dist/node/esm/runtime/hmac_digest.js</a:t>
            </a:r>
          </a:p>
          <a:p>
            <a:pPr>
              <a:defRPr sz="1200"/>
            </a:pPr>
            <a:r>
              <a:t>D:/pasar_fix/node_modules/.bun/jose@5.10.0/node_modules/jose/dist/node/esm/runtime/is_key_like.js</a:t>
            </a:r>
          </a:p>
          <a:p>
            <a:pPr>
              <a:defRPr sz="1200"/>
            </a:pPr>
            <a:r>
              <a:t>D:/pasar_fix/node_modules/.bun/jose@5.10.0/node_modules/jose/dist/node/esm/runtime/is_key_object.js</a:t>
            </a:r>
          </a:p>
          <a:p>
            <a:pPr>
              <a:defRPr sz="1200"/>
            </a:pPr>
            <a:r>
              <a:t>D:/pasar_fix/node_modules/.bun/jose@5.10.0/node_modules/jose/dist/node/esm/runtime/jwk_to_key.js</a:t>
            </a:r>
          </a:p>
          <a:p>
            <a:pPr>
              <a:defRPr sz="1200"/>
            </a:pPr>
            <a:r>
              <a:t>D:/pasar_fix/node_modules/.bun/jose@5.10.0/node_modules/jose/dist/node/esm/runtime/key_to_jwk.js</a:t>
            </a:r>
          </a:p>
          <a:p>
            <a:pPr>
              <a:defRPr sz="1200"/>
            </a:pPr>
            <a:r>
              <a:t>D:/pasar_fix/node_modules/.bun/jose@5.10.0/node_modules/jose/dist/node/esm/runtime/node_key.js</a:t>
            </a:r>
          </a:p>
          <a:p>
            <a:pPr>
              <a:defRPr sz="1200"/>
            </a:pPr>
            <a:r>
              <a:t>D:/pasar_fix/node_modules/.bun/jose@5.10.0/node_modules/jose/dist/node/esm/runtime/normalize_key.js</a:t>
            </a:r>
          </a:p>
          <a:p>
            <a:pPr>
              <a:defRPr sz="1200"/>
            </a:pPr>
            <a:r>
              <a:t>D:/pasar_fix/node_modules/.bun/jose@5.10.0/node_modules/jose/dist/node/esm/runtime/pbes2kw.js</a:t>
            </a:r>
          </a:p>
          <a:p>
            <a:pPr>
              <a:defRPr sz="1200"/>
            </a:pPr>
            <a:r>
              <a:t>D:/pasar_fix/node_modules/.bun/jose@5.10.0/node_modules/jose/dist/node/esm/runtime/random.js</a:t>
            </a:r>
          </a:p>
          <a:p>
            <a:pPr>
              <a:defRPr sz="1200"/>
            </a:pPr>
            <a:r>
              <a:t>D:/pasar_fix/node_modules/.bun/jose@5.10.0/node_modules/jose/dist/node/esm/runtime/rsaes.js</a:t>
            </a:r>
          </a:p>
          <a:p>
            <a:pPr>
              <a:defRPr sz="1200"/>
            </a:pPr>
            <a:r>
              <a:t>D:/pasar_fix/node_modules/.bun/jose@5.10.0/node_modules/jose/dist/node/esm/runtime/runtime.js</a:t>
            </a:r>
          </a:p>
          <a:p>
            <a:pPr>
              <a:defRPr sz="1200"/>
            </a:pPr>
            <a:r>
              <a:t>D:/pasar_fix/node_modules/.bun/jose@5.10.0/node_modules/jose/dist/node/esm/runtime/sign.js</a:t>
            </a:r>
          </a:p>
          <a:p>
            <a:pPr>
              <a:defRPr sz="1200"/>
            </a:pPr>
            <a:r>
              <a:t>D:/pasar_fix/node_modules/.bun/jose@5.10.0/node_modules/jose/dist/node/esm/runtime/timing_safe_equal.js</a:t>
            </a:r>
          </a:p>
          <a:p>
            <a:pPr>
              <a:defRPr sz="1200"/>
            </a:pPr>
            <a:r>
              <a:t>D:/pasar_fix/node_modules/.bun/jose@5.10.0/node_modules/jose/dist/node/esm/runtime/verify.js</a:t>
            </a:r>
          </a:p>
          <a:p>
            <a:pPr>
              <a:defRPr sz="1200"/>
            </a:pPr>
            <a:r>
              <a:t>D:/pasar_fix/node_modules/.bun/jose@5.10.0/node_modules/jose/dist/node/esm/runtime/webcrypto.js</a:t>
            </a:r>
          </a:p>
          <a:p>
            <a:pPr>
              <a:defRPr sz="1200"/>
            </a:pPr>
            <a:r>
              <a:t>D:/pasar_fix/node_modules/.bun/jose@5.10.0/node_modules/jose/dist/node/esm/util/base64url.js</a:t>
            </a:r>
          </a:p>
          <a:p>
            <a:pPr>
              <a:defRPr sz="1200"/>
            </a:pPr>
            <a:r>
              <a:t>D:/pasar_fix/node_modules/.bun/jose@5.10.0/node_modules/jose/dist/node/esm/util/decode_jwt.js</a:t>
            </a:r>
          </a:p>
          <a:p>
            <a:pPr>
              <a:defRPr sz="1200"/>
            </a:pPr>
            <a:r>
              <a:t>D:/pasar_fix/node_modules/.bun/jose@5.10.0/node_modules/jose/dist/node/esm/util/decode_protected_header.js</a:t>
            </a:r>
          </a:p>
          <a:p>
            <a:pPr>
              <a:defRPr sz="1200"/>
            </a:pPr>
            <a:r>
              <a:t>D:/pasar_fix/node_modules/.bun/jose@5.10.0/node_modules/jose/dist/node/esm/util/errors.js</a:t>
            </a:r>
          </a:p>
          <a:p>
            <a:pPr>
              <a:defRPr sz="1200"/>
            </a:pPr>
            <a:r>
              <a:t>D:/pasar_fix/node_modules/.bun/jose@5.10.0/node_modules/jose/dist/node/esm/util/runtime.js</a:t>
            </a:r>
          </a:p>
          <a:p>
            <a:pPr>
              <a:defRPr sz="1200"/>
            </a:pPr>
            <a:r>
              <a:t>D:/pasar_fix/node_modules/.bun/jose@5.10.0/node_modules/jose/dist/types/index.d.ts</a:t>
            </a:r>
          </a:p>
          <a:p>
            <a:pPr>
              <a:defRPr sz="1200"/>
            </a:pPr>
            <a:r>
              <a:t>D:/pasar_fix/node_modules/.bun/jose@5.10.0/node_modules/jose/dist/types/types.d.ts</a:t>
            </a:r>
          </a:p>
          <a:p>
            <a:pPr>
              <a:defRPr sz="1200"/>
            </a:pPr>
            <a:r>
              <a:t>D:/pasar_fix/node_modules/.bun/jose@5.10.0/node_modules/jose/dist/types/jwe/compact/decrypt.d.ts</a:t>
            </a:r>
          </a:p>
          <a:p>
            <a:pPr>
              <a:defRPr sz="1200"/>
            </a:pPr>
            <a:r>
              <a:t>D:/pasar_fix/node_modules/.bun/jose@5.10.0/node_modules/jose/dist/types/jwe/compact/encrypt.d.ts</a:t>
            </a:r>
          </a:p>
          <a:p>
            <a:pPr>
              <a:defRPr sz="1200"/>
            </a:pPr>
            <a:r>
              <a:t>D:/pasar_fix/node_modules/.bun/jose@5.10.0/node_modules/jose/dist/types/jwe/flattened/decrypt.d.ts</a:t>
            </a:r>
          </a:p>
          <a:p>
            <a:pPr>
              <a:defRPr sz="1200"/>
            </a:pPr>
            <a:r>
              <a:t>D:/pasar_fix/node_modules/.bun/jose@5.10.0/node_modules/jose/dist/types/jwe/flattened/encrypt.d.ts</a:t>
            </a:r>
          </a:p>
          <a:p>
            <a:pPr>
              <a:defRPr sz="1200"/>
            </a:pPr>
            <a:r>
              <a:t>D:/pasar_fix/node_modules/.bun/jose@5.10.0/node_modules/jose/dist/types/jwe/general/decrypt.d.ts</a:t>
            </a:r>
          </a:p>
          <a:p>
            <a:pPr>
              <a:defRPr sz="1200"/>
            </a:pPr>
            <a:r>
              <a:t>D:/pasar_fix/node_modules/.bun/jose@5.10.0/node_modules/jose/dist/types/jwe/general/encrypt.d.ts</a:t>
            </a:r>
          </a:p>
          <a:p>
            <a:pPr>
              <a:defRPr sz="1200"/>
            </a:pPr>
            <a:r>
              <a:t>D:/pasar_fix/node_modules/.bun/jose@5.10.0/node_modules/jose/dist/types/jwk/embedded.d.ts</a:t>
            </a:r>
          </a:p>
          <a:p>
            <a:pPr>
              <a:defRPr sz="1200"/>
            </a:pPr>
            <a:r>
              <a:t>D:/pasar_fix/node_modules/.bun/jose@5.10.0/node_modules/jose/dist/types/jwk/thumbprint.d.ts</a:t>
            </a:r>
          </a:p>
          <a:p>
            <a:pPr>
              <a:defRPr sz="1200"/>
            </a:pPr>
            <a:r>
              <a:t>D:/pasar_fix/node_modules/.bun/jose@5.10.0/node_modules/jose/dist/types/jwks/local.d.ts</a:t>
            </a:r>
          </a:p>
          <a:p>
            <a:pPr>
              <a:defRPr sz="1200"/>
            </a:pPr>
            <a:r>
              <a:t>D:/pasar_fix/node_modules/.bun/jose@5.10.0/node_modules/jose/dist/types/jwks/remote.d.ts</a:t>
            </a:r>
          </a:p>
          <a:p>
            <a:pPr>
              <a:defRPr sz="1200"/>
            </a:pPr>
            <a:r>
              <a:t>D:/pasar_fix/node_modules/.bun/jose@5.10.0/node_modules/jose/dist/types/jws/compact/sign.d.ts</a:t>
            </a:r>
          </a:p>
          <a:p>
            <a:pPr>
              <a:defRPr sz="1200"/>
            </a:pPr>
            <a:r>
              <a:t>D:/pasar_fix/node_modules/.bun/jose@5.10.0/node_modules/jose/dist/types/jws/compact/verify.d.ts</a:t>
            </a:r>
          </a:p>
          <a:p>
            <a:pPr>
              <a:defRPr sz="1200"/>
            </a:pPr>
            <a:r>
              <a:t>D:/pasar_fix/node_modules/.bun/jose@5.10.0/node_modules/jose/dist/types/jws/flattened/sign.d.ts</a:t>
            </a:r>
          </a:p>
          <a:p>
            <a:pPr>
              <a:defRPr sz="1200"/>
            </a:pPr>
            <a:r>
              <a:t>D:/pasar_fix/node_modules/.bun/jose@5.10.0/node_modules/jose/dist/types/jws/flattened/verify.d.ts</a:t>
            </a:r>
          </a:p>
          <a:p>
            <a:pPr>
              <a:defRPr sz="1200"/>
            </a:pPr>
            <a:r>
              <a:t>D:/pasar_fix/node_modules/.bun/jose@5.10.0/node_modules/jose/dist/types/jws/general/sign.d.ts</a:t>
            </a:r>
          </a:p>
          <a:p>
            <a:pPr>
              <a:defRPr sz="1200"/>
            </a:pPr>
            <a:r>
              <a:t>D:/pasar_fix/node_modules/.bun/jose@5.10.0/node_modules/jose/dist/types/jws/general/verify.d.ts</a:t>
            </a:r>
          </a:p>
          <a:p>
            <a:pPr>
              <a:defRPr sz="1200"/>
            </a:pPr>
            <a:r>
              <a:t>D:/pasar_fix/node_modules/.bun/jose@5.10.0/node_modules/jose/dist/types/jwt/decrypt.d.ts</a:t>
            </a:r>
          </a:p>
          <a:p>
            <a:pPr>
              <a:defRPr sz="1200"/>
            </a:pPr>
            <a:r>
              <a:t>D:/pasar_fix/node_modules/.bun/jose@5.10.0/node_modules/jose/dist/types/jwt/encrypt.d.ts</a:t>
            </a:r>
          </a:p>
          <a:p>
            <a:pPr>
              <a:defRPr sz="1200"/>
            </a:pPr>
            <a:r>
              <a:t>D:/pasar_fix/node_modules/.bun/jose@5.10.0/node_modules/jose/dist/types/jwt/produce.d.ts</a:t>
            </a:r>
          </a:p>
          <a:p>
            <a:pPr>
              <a:defRPr sz="1200"/>
            </a:pPr>
            <a:r>
              <a:t>D:/pasar_fix/node_modules/.bun/jose@5.10.0/node_modules/jose/dist/types/jwt/sign.d.ts</a:t>
            </a:r>
          </a:p>
          <a:p>
            <a:pPr>
              <a:defRPr sz="1200"/>
            </a:pPr>
            <a:r>
              <a:t>D:/pasar_fix/node_modules/.bun/jose@5.10.0/node_modules/jose/dist/types/jwt/unsecured.d.ts</a:t>
            </a:r>
          </a:p>
          <a:p>
            <a:pPr>
              <a:defRPr sz="1200"/>
            </a:pPr>
            <a:r>
              <a:t>D:/pasar_fix/node_modules/.bun/jose@5.10.0/node_modules/jose/dist/types/jwt/verify.d.ts</a:t>
            </a:r>
          </a:p>
          <a:p>
            <a:pPr>
              <a:defRPr sz="1200"/>
            </a:pPr>
            <a:r>
              <a:t>D:/pasar_fix/node_modules/.bun/jose@5.10.0/node_modules/jose/dist/types/key/export.d.ts</a:t>
            </a:r>
          </a:p>
          <a:p>
            <a:pPr>
              <a:defRPr sz="1200"/>
            </a:pPr>
            <a:r>
              <a:t>D:/pasar_fix/node_modules/.bun/jose@5.10.0/node_modules/jose/dist/types/key/generate_key_pair.d.ts</a:t>
            </a:r>
          </a:p>
          <a:p>
            <a:pPr>
              <a:defRPr sz="1200"/>
            </a:pPr>
            <a:r>
              <a:t>D:/pasar_fix/node_modules/.bun/jose@5.10.0/node_modules/jose/dist/types/key/generate_secret.d.ts</a:t>
            </a:r>
          </a:p>
          <a:p>
            <a:pPr>
              <a:defRPr sz="1200"/>
            </a:pPr>
            <a:r>
              <a:t>D:/pasar_fix/node_modules/.bun/jose@5.10.0/node_modules/jose/dist/types/key/import.d.ts</a:t>
            </a:r>
          </a:p>
          <a:p>
            <a:pPr>
              <a:defRPr sz="1200"/>
            </a:pPr>
            <a:r>
              <a:t>D:/pasar_fix/node_modules/.bun/jose@5.10.0/node_modules/jose/dist/types/util/base64url.d.ts</a:t>
            </a:r>
          </a:p>
          <a:p>
            <a:pPr>
              <a:defRPr sz="1200"/>
            </a:pPr>
            <a:r>
              <a:t>D:/pasar_fix/node_modules/.bun/jose@5.10.0/node_modules/jose/dist/types/util/decode_jwt.d.ts</a:t>
            </a:r>
          </a:p>
          <a:p>
            <a:pPr>
              <a:defRPr sz="1200"/>
            </a:pPr>
            <a:r>
              <a:t>D:/pasar_fix/node_modules/.bun/jose@5.10.0/node_modules/jose/dist/types/util/decode_protected_header.d.ts</a:t>
            </a:r>
          </a:p>
          <a:p>
            <a:pPr>
              <a:defRPr sz="1200"/>
            </a:pPr>
            <a:r>
              <a:t>D:/pasar_fix/node_modules/.bun/jose@5.10.0/node_modules/jose/dist/types/util/errors.d.ts</a:t>
            </a:r>
          </a:p>
          <a:p>
            <a:pPr>
              <a:defRPr sz="1200"/>
            </a:pPr>
            <a:r>
              <a:t>D:/pasar_fix/node_modules/.bun/jose@5.10.0/node_modules/jose/dist/types/util/runtime.d.ts</a:t>
            </a:r>
          </a:p>
          <a:p>
            <a:pPr>
              <a:defRPr sz="1200"/>
            </a:pPr>
            <a:r>
              <a:t>D:/pasar_fix/node_modules/.bun/jotai@2.20.0+7bd8d8a9e00c79d7/node_modules/jotai/index.d.ts</a:t>
            </a:r>
          </a:p>
          <a:p>
            <a:pPr>
              <a:defRPr sz="1200"/>
            </a:pPr>
            <a:r>
              <a:t>D:/pasar_fix/node_modules/.bun/jotai@2.20.0+7bd8d8a9e00c79d7/node_modules/jotai/index.js</a:t>
            </a:r>
          </a:p>
          <a:p>
            <a:pPr>
              <a:defRPr sz="1200"/>
            </a:pPr>
            <a:r>
              <a:t>D:/pasar_fix/node_modules/.bun/jotai@2.20.0+7bd8d8a9e00c79d7/node_modules/jotai/LICENSE</a:t>
            </a:r>
          </a:p>
          <a:p>
            <a:pPr>
              <a:defRPr sz="1200"/>
            </a:pPr>
            <a:r>
              <a:t>D:/pasar_fix/node_modules/.bun/jotai@2.20.0+7bd8d8a9e00c79d7/node_modules/jotai/package.json</a:t>
            </a:r>
          </a:p>
          <a:p>
            <a:pPr>
              <a:defRPr sz="1200"/>
            </a:pPr>
            <a:r>
              <a:t>D:/pasar_fix/node_modules/.bun/jotai@2.20.0+7bd8d8a9e00c79d7/node_modules/jotai/react.d.ts</a:t>
            </a:r>
          </a:p>
          <a:p>
            <a:pPr>
              <a:defRPr sz="1200"/>
            </a:pPr>
            <a:r>
              <a:t>D:/pasar_fix/node_modules/.bun/jotai@2.20.0+7bd8d8a9e00c79d7/node_modules/jotai/react.js</a:t>
            </a:r>
          </a:p>
          <a:p>
            <a:pPr>
              <a:defRPr sz="1200"/>
            </a:pPr>
            <a:r>
              <a:t>D:/pasar_fix/node_modules/.bun/jotai@2.20.0+7bd8d8a9e00c79d7/node_modules/jotai/README.md</a:t>
            </a:r>
          </a:p>
          <a:p>
            <a:pPr>
              <a:defRPr sz="1200"/>
            </a:pPr>
            <a:r>
              <a:t>D:/pasar_fix/node_modules/.bun/jotai@2.20.0+7bd8d8a9e00c79d7/node_modules/jotai/ts_version_3.8_and_above_is_required.d.ts</a:t>
            </a:r>
          </a:p>
          <a:p>
            <a:pPr>
              <a:defRPr sz="1200"/>
            </a:pPr>
            <a:r>
              <a:t>D:/pasar_fix/node_modules/.bun/jotai@2.20.0+7bd8d8a9e00c79d7/node_modules/jotai/utils.d.ts</a:t>
            </a:r>
          </a:p>
          <a:p>
            <a:pPr>
              <a:defRPr sz="1200"/>
            </a:pPr>
            <a:r>
              <a:t>D:/pasar_fix/node_modules/.bun/jotai@2.20.0+7bd8d8a9e00c79d7/node_modules/jotai/utils.js</a:t>
            </a:r>
          </a:p>
          <a:p>
            <a:pPr>
              <a:defRPr sz="1200"/>
            </a:pPr>
            <a:r>
              <a:t>D:/pasar_fix/node_modules/.bun/jotai@2.20.0+7bd8d8a9e00c79d7/node_modules/jotai/vanilla.d.ts</a:t>
            </a:r>
          </a:p>
          <a:p>
            <a:pPr>
              <a:defRPr sz="1200"/>
            </a:pPr>
            <a:r>
              <a:t>D:/pasar_fix/node_modules/.bun/jotai@2.20.0+7bd8d8a9e00c79d7/node_modules/jotai/vanilla.js</a:t>
            </a:r>
          </a:p>
          <a:p>
            <a:pPr>
              <a:defRPr sz="1200"/>
            </a:pPr>
            <a:r>
              <a:t>D:/pasar_fix/node_modules/.bun/jotai@2.20.0+7bd8d8a9e00c79d7/node_modules/jotai/babel/plugin-debug-label.d.ts</a:t>
            </a:r>
          </a:p>
          <a:p>
            <a:pPr>
              <a:defRPr sz="1200"/>
            </a:pPr>
            <a:r>
              <a:t>D:/pasar_fix/node_modules/.bun/jotai@2.20.0+7bd8d8a9e00c79d7/node_modules/jotai/babel/plugin-debug-label.js</a:t>
            </a:r>
          </a:p>
          <a:p>
            <a:pPr>
              <a:defRPr sz="1200"/>
            </a:pPr>
            <a:r>
              <a:t>D:/pasar_fix/node_modules/.bun/jotai@2.20.0+7bd8d8a9e00c79d7/node_modules/jotai/babel/plugin-react-refresh.d.ts</a:t>
            </a:r>
          </a:p>
          <a:p>
            <a:pPr>
              <a:defRPr sz="1200"/>
            </a:pPr>
            <a:r>
              <a:t>D:/pasar_fix/node_modules/.bun/jotai@2.20.0+7bd8d8a9e00c79d7/node_modules/jotai/babel/plugin-react-refresh.js</a:t>
            </a:r>
          </a:p>
          <a:p>
            <a:pPr>
              <a:defRPr sz="1200"/>
            </a:pPr>
            <a:r>
              <a:t>D:/pasar_fix/node_modules/.bun/jotai@2.20.0+7bd8d8a9e00c79d7/node_modules/jotai/babel/preset.d.ts</a:t>
            </a:r>
          </a:p>
          <a:p>
            <a:pPr>
              <a:defRPr sz="1200"/>
            </a:pPr>
            <a:r>
              <a:t>D:/pasar_fix/node_modules/.bun/jotai@2.20.0+7bd8d8a9e00c79d7/node_modules/jotai/babel/preset.js</a:t>
            </a:r>
          </a:p>
          <a:p>
            <a:pPr>
              <a:defRPr sz="1200"/>
            </a:pPr>
            <a:r>
              <a:t>D:/pasar_fix/node_modules/.bun/jotai@2.20.0+7bd8d8a9e00c79d7/node_modules/jotai/babel/utils.d.ts</a:t>
            </a:r>
          </a:p>
          <a:p>
            <a:pPr>
              <a:defRPr sz="1200"/>
            </a:pPr>
            <a:r>
              <a:t>D:/pasar_fix/node_modules/.bun/jotai@2.20.0+7bd8d8a9e00c79d7/node_modules/jotai/benchmarks/atom-creation.d.ts</a:t>
            </a:r>
          </a:p>
          <a:p>
            <a:pPr>
              <a:defRPr sz="1200"/>
            </a:pPr>
            <a:r>
              <a:t>D:/pasar_fix/node_modules/.bun/jotai@2.20.0+7bd8d8a9e00c79d7/node_modules/jotai/benchmarks/computed-read.d.ts</a:t>
            </a:r>
          </a:p>
          <a:p>
            <a:pPr>
              <a:defRPr sz="1200"/>
            </a:pPr>
            <a:r>
              <a:t>D:/pasar_fix/node_modules/.bun/jotai@2.20.0+7bd8d8a9e00c79d7/node_modules/jotai/benchmarks/derived-chain.d.ts</a:t>
            </a:r>
          </a:p>
          <a:p>
            <a:pPr>
              <a:defRPr sz="1200"/>
            </a:pPr>
            <a:r>
              <a:t>D:/pasar_fix/node_modules/.bun/jotai@2.20.0+7bd8d8a9e00c79d7/node_modules/jotai/benchmarks/diamond.d.ts</a:t>
            </a:r>
          </a:p>
          <a:p>
            <a:pPr>
              <a:defRPr sz="1200"/>
            </a:pPr>
            <a:r>
              <a:t>D:/pasar_fix/node_modules/.bun/jotai@2.20.0+7bd8d8a9e00c79d7/node_modules/jotai/benchmarks/read-write.d.ts</a:t>
            </a:r>
          </a:p>
          <a:p>
            <a:pPr>
              <a:defRPr sz="1200"/>
            </a:pPr>
            <a:r>
              <a:t>D:/pasar_fix/node_modules/.bun/jotai@2.20.0+7bd8d8a9e00c79d7/node_modules/jotai/benchmarks/run-all.d.ts</a:t>
            </a:r>
          </a:p>
          <a:p>
            <a:pPr>
              <a:defRPr sz="1200"/>
            </a:pPr>
            <a:r>
              <a:t>D:/pasar_fix/node_modules/.bun/jotai@2.20.0+7bd8d8a9e00c79d7/node_modules/jotai/benchmarks/select-atom.d.ts</a:t>
            </a:r>
          </a:p>
          <a:p>
            <a:pPr>
              <a:defRPr sz="1200"/>
            </a:pPr>
            <a:r>
              <a:t>D:/pasar_fix/node_modules/.bun/jotai@2.20.0+7bd8d8a9e00c79d7/node_modules/jotai/benchmarks/subscription.d.ts</a:t>
            </a:r>
          </a:p>
          <a:p>
            <a:pPr>
              <a:defRPr sz="1200"/>
            </a:pPr>
            <a:r>
              <a:t>D:/pasar_fix/node_modules/.bun/jotai@2.20.0+7bd8d8a9e00c79d7/node_modules/jotai/benchmarks/wide-fan-out.d.ts</a:t>
            </a:r>
          </a:p>
          <a:p>
            <a:pPr>
              <a:defRPr sz="1200"/>
            </a:pPr>
            <a:r>
              <a:t>D:/pasar_fix/node_modules/.bun/jotai@2.20.0+7bd8d8a9e00c79d7/node_modules/jotai/esm/index.d.mts</a:t>
            </a:r>
          </a:p>
          <a:p>
            <a:pPr>
              <a:defRPr sz="1200"/>
            </a:pPr>
            <a:r>
              <a:t>D:/pasar_fix/node_modules/.bun/jotai@2.20.0+7bd8d8a9e00c79d7/node_modules/jotai/esm/index.mjs</a:t>
            </a:r>
          </a:p>
          <a:p>
            <a:pPr>
              <a:defRPr sz="1200"/>
            </a:pPr>
            <a:r>
              <a:t>D:/pasar_fix/node_modules/.bun/jotai@2.20.0+7bd8d8a9e00c79d7/node_modules/jotai/esm/react.d.mts</a:t>
            </a:r>
          </a:p>
          <a:p>
            <a:pPr>
              <a:defRPr sz="1200"/>
            </a:pPr>
            <a:r>
              <a:t>D:/pasar_fix/node_modules/.bun/jotai@2.20.0+7bd8d8a9e00c79d7/node_modules/jotai/esm/react.mjs</a:t>
            </a:r>
          </a:p>
          <a:p>
            <a:pPr>
              <a:defRPr sz="1200"/>
            </a:pPr>
            <a:r>
              <a:t>D:/pasar_fix/node_modules/.bun/jotai@2.20.0+7bd8d8a9e00c79d7/node_modules/jotai/esm/utils.d.mts</a:t>
            </a:r>
          </a:p>
          <a:p>
            <a:pPr>
              <a:defRPr sz="1200"/>
            </a:pPr>
            <a:r>
              <a:t>D:/pasar_fix/node_modules/.bun/jotai@2.20.0+7bd8d8a9e00c79d7/node_modules/jotai/esm/utils.mjs</a:t>
            </a:r>
          </a:p>
          <a:p>
            <a:pPr>
              <a:defRPr sz="1200"/>
            </a:pPr>
            <a:r>
              <a:t>D:/pasar_fix/node_modules/.bun/jotai@2.20.0+7bd8d8a9e00c79d7/node_modules/jotai/esm/vanilla.d.mts</a:t>
            </a:r>
          </a:p>
          <a:p>
            <a:pPr>
              <a:defRPr sz="1200"/>
            </a:pPr>
            <a:r>
              <a:t>D:/pasar_fix/node_modules/.bun/jotai@2.20.0+7bd8d8a9e00c79d7/node_modules/jotai/esm/vanilla.mjs</a:t>
            </a:r>
          </a:p>
          <a:p>
            <a:pPr>
              <a:defRPr sz="1200"/>
            </a:pPr>
            <a:r>
              <a:t>D:/pasar_fix/node_modules/.bun/jotai@2.20.0+7bd8d8a9e00c79d7/node_modules/jotai/esm/babel/plugin-debug-label.d.mts</a:t>
            </a:r>
          </a:p>
          <a:p>
            <a:pPr>
              <a:defRPr sz="1200"/>
            </a:pPr>
            <a:r>
              <a:t>D:/pasar_fix/node_modules/.bun/jotai@2.20.0+7bd8d8a9e00c79d7/node_modules/jotai/esm/babel/plugin-debug-label.mjs</a:t>
            </a:r>
          </a:p>
          <a:p>
            <a:pPr>
              <a:defRPr sz="1200"/>
            </a:pPr>
            <a:r>
              <a:t>D:/pasar_fix/node_modules/.bun/jotai@2.20.0+7bd8d8a9e00c79d7/node_modules/jotai/esm/babel/plugin-react-refresh.d.mts</a:t>
            </a:r>
          </a:p>
          <a:p>
            <a:pPr>
              <a:defRPr sz="1200"/>
            </a:pPr>
            <a:r>
              <a:t>D:/pasar_fix/node_modules/.bun/jotai@2.20.0+7bd8d8a9e00c79d7/node_modules/jotai/esm/babel/plugin-react-refresh.mjs</a:t>
            </a:r>
          </a:p>
          <a:p>
            <a:pPr>
              <a:defRPr sz="1200"/>
            </a:pPr>
            <a:r>
              <a:t>D:/pasar_fix/node_modules/.bun/jotai@2.20.0+7bd8d8a9e00c79d7/node_modules/jotai/esm/babel/preset.d.mts</a:t>
            </a:r>
          </a:p>
          <a:p>
            <a:pPr>
              <a:defRPr sz="1200"/>
            </a:pPr>
            <a:r>
              <a:t>D:/pasar_fix/node_modules/.bun/jotai@2.20.0+7bd8d8a9e00c79d7/node_modules/jotai/esm/babel/preset.mjs</a:t>
            </a:r>
          </a:p>
          <a:p>
            <a:pPr>
              <a:defRPr sz="1200"/>
            </a:pPr>
            <a:r>
              <a:t>D:/pasar_fix/node_modules/.bun/jotai@2.20.0+7bd8d8a9e00c79d7/node_modules/jotai/esm/babel/utils.d.mts</a:t>
            </a:r>
          </a:p>
          <a:p>
            <a:pPr>
              <a:defRPr sz="1200"/>
            </a:pPr>
            <a:r>
              <a:t>D:/pasar_fix/node_modules/.bun/jotai@2.20.0+7bd8d8a9e00c79d7/node_modules/jotai/esm/react/Provider.d.mts</a:t>
            </a:r>
          </a:p>
          <a:p>
            <a:pPr>
              <a:defRPr sz="1200"/>
            </a:pPr>
            <a:r>
              <a:t>D:/pasar_fix/node_modules/.bun/jotai@2.20.0+7bd8d8a9e00c79d7/node_modules/jotai/esm/react/useAtom.d.mts</a:t>
            </a:r>
          </a:p>
          <a:p>
            <a:pPr>
              <a:defRPr sz="1200"/>
            </a:pPr>
            <a:r>
              <a:t>D:/pasar_fix/node_modules/.bun/jotai@2.20.0+7bd8d8a9e00c79d7/node_modules/jotai/esm/react/useAtomValue.d.mts</a:t>
            </a:r>
          </a:p>
          <a:p>
            <a:pPr>
              <a:defRPr sz="1200"/>
            </a:pPr>
            <a:r>
              <a:t>D:/pasar_fix/node_modules/.bun/jotai@2.20.0+7bd8d8a9e00c79d7/node_modules/jotai/esm/react/useSetAtom.d.mts</a:t>
            </a:r>
          </a:p>
          <a:p>
            <a:pPr>
              <a:defRPr sz="1200"/>
            </a:pPr>
            <a:r>
              <a:t>D:/pasar_fix/node_modules/.bun/jotai@2.20.0+7bd8d8a9e00c79d7/node_modules/jotai/esm/react/utils.d.mts</a:t>
            </a:r>
          </a:p>
          <a:p>
            <a:pPr>
              <a:defRPr sz="1200"/>
            </a:pPr>
            <a:r>
              <a:t>D:/pasar_fix/node_modules/.bun/jotai@2.20.0+7bd8d8a9e00c79d7/node_modules/jotai/esm/react/utils.mjs</a:t>
            </a:r>
          </a:p>
          <a:p>
            <a:pPr>
              <a:defRPr sz="1200"/>
            </a:pPr>
            <a:r>
              <a:t>D:/pasar_fix/node_modules/.bun/jotai@2.20.0+7bd8d8a9e00c79d7/node_modules/jotai/esm/react/utils/useAtomCallback.d.mts</a:t>
            </a:r>
          </a:p>
          <a:p>
            <a:pPr>
              <a:defRPr sz="1200"/>
            </a:pPr>
            <a:r>
              <a:t>D:/pasar_fix/node_modules/.bun/jotai@2.20.0+7bd8d8a9e00c79d7/node_modules/jotai/esm/react/utils/useHydrateAtoms.d.mts</a:t>
            </a:r>
          </a:p>
          <a:p>
            <a:pPr>
              <a:defRPr sz="1200"/>
            </a:pPr>
            <a:r>
              <a:t>D:/pasar_fix/node_modules/.bun/jotai@2.20.0+7bd8d8a9e00c79d7/node_modules/jotai/esm/react/utils/useReducerAtom.d.mts</a:t>
            </a:r>
          </a:p>
          <a:p>
            <a:pPr>
              <a:defRPr sz="1200"/>
            </a:pPr>
            <a:r>
              <a:t>D:/pasar_fix/node_modules/.bun/jotai@2.20.0+7bd8d8a9e00c79d7/node_modules/jotai/esm/react/utils/useResetAtom.d.mts</a:t>
            </a:r>
          </a:p>
          <a:p>
            <a:pPr>
              <a:defRPr sz="1200"/>
            </a:pPr>
            <a:r>
              <a:t>D:/pasar_fix/node_modules/.bun/jotai@2.20.0+7bd8d8a9e00c79d7/node_modules/jotai/esm/vanilla/atom.d.mts</a:t>
            </a:r>
          </a:p>
          <a:p>
            <a:pPr>
              <a:defRPr sz="1200"/>
            </a:pPr>
            <a:r>
              <a:t>D:/pasar_fix/node_modules/.bun/jotai@2.20.0+7bd8d8a9e00c79d7/node_modules/jotai/esm/vanilla/internals.d.mts</a:t>
            </a:r>
          </a:p>
          <a:p>
            <a:pPr>
              <a:defRPr sz="1200"/>
            </a:pPr>
            <a:r>
              <a:t>D:/pasar_fix/node_modules/.bun/jotai@2.20.0+7bd8d8a9e00c79d7/node_modules/jotai/esm/vanilla/internals.mjs</a:t>
            </a:r>
          </a:p>
          <a:p>
            <a:pPr>
              <a:defRPr sz="1200"/>
            </a:pPr>
            <a:r>
              <a:t>D:/pasar_fix/node_modules/.bun/jotai@2.20.0+7bd8d8a9e00c79d7/node_modules/jotai/esm/vanilla/store.d.mts</a:t>
            </a:r>
          </a:p>
          <a:p>
            <a:pPr>
              <a:defRPr sz="1200"/>
            </a:pPr>
            <a:r>
              <a:t>D:/pasar_fix/node_modules/.bun/jotai@2.20.0+7bd8d8a9e00c79d7/node_modules/jotai/esm/vanilla/typeUtils.d.mts</a:t>
            </a:r>
          </a:p>
          <a:p>
            <a:pPr>
              <a:defRPr sz="1200"/>
            </a:pPr>
            <a:r>
              <a:t>D:/pasar_fix/node_modules/.bun/jotai@2.20.0+7bd8d8a9e00c79d7/node_modules/jotai/esm/vanilla/utils.d.mts</a:t>
            </a:r>
          </a:p>
          <a:p>
            <a:pPr>
              <a:defRPr sz="1200"/>
            </a:pPr>
            <a:r>
              <a:t>D:/pasar_fix/node_modules/.bun/jotai@2.20.0+7bd8d8a9e00c79d7/node_modules/jotai/esm/vanilla/utils.mjs</a:t>
            </a:r>
          </a:p>
          <a:p>
            <a:pPr>
              <a:defRPr sz="1200"/>
            </a:pPr>
            <a:r>
              <a:t>D:/pasar_fix/node_modules/.bun/jotai@2.20.0+7bd8d8a9e00c79d7/node_modules/jotai/esm/vanilla/utils/atomFamily.d.mts</a:t>
            </a:r>
          </a:p>
          <a:p>
            <a:pPr>
              <a:defRPr sz="1200"/>
            </a:pPr>
            <a:r>
              <a:t>D:/pasar_fix/node_modules/.bun/jotai@2.20.0+7bd8d8a9e00c79d7/node_modules/jotai/esm/vanilla/utils/atomWithDefault.d.mts</a:t>
            </a:r>
          </a:p>
          <a:p>
            <a:pPr>
              <a:defRPr sz="1200"/>
            </a:pPr>
            <a:r>
              <a:t>D:/pasar_fix/node_modules/.bun/jotai@2.20.0+7bd8d8a9e00c79d7/node_modules/jotai/esm/vanilla/utils/atomWithLazy.d.mts</a:t>
            </a:r>
          </a:p>
          <a:p>
            <a:pPr>
              <a:defRPr sz="1200"/>
            </a:pPr>
            <a:r>
              <a:t>D:/pasar_fix/node_modules/.bun/jotai@2.20.0+7bd8d8a9e00c79d7/node_modules/jotai/esm/vanilla/utils/atomWithObservable.d.mts</a:t>
            </a:r>
          </a:p>
          <a:p>
            <a:pPr>
              <a:defRPr sz="1200"/>
            </a:pPr>
            <a:r>
              <a:t>D:/pasar_fix/node_modules/.bun/jotai@2.20.0+7bd8d8a9e00c79d7/node_modules/jotai/esm/vanilla/utils/atomWithReducer.d.mts</a:t>
            </a:r>
          </a:p>
          <a:p>
            <a:pPr>
              <a:defRPr sz="1200"/>
            </a:pPr>
            <a:r>
              <a:t>D:/pasar_fix/node_modules/.bun/jotai@2.20.0+7bd8d8a9e00c79d7/node_modules/jotai/esm/vanilla/utils/atomWithRefresh.d.mts</a:t>
            </a:r>
          </a:p>
          <a:p>
            <a:pPr>
              <a:defRPr sz="1200"/>
            </a:pPr>
            <a:r>
              <a:t>D:/pasar_fix/node_modules/.bun/jotai@2.20.0+7bd8d8a9e00c79d7/node_modules/jotai/esm/vanilla/utils/atomWithReset.d.mts</a:t>
            </a:r>
          </a:p>
          <a:p>
            <a:pPr>
              <a:defRPr sz="1200"/>
            </a:pPr>
            <a:r>
              <a:t>D:/pasar_fix/node_modules/.bun/jotai@2.20.0+7bd8d8a9e00c79d7/node_modules/jotai/esm/vanilla/utils/atomWithStorage.d.mts</a:t>
            </a:r>
          </a:p>
          <a:p>
            <a:pPr>
              <a:defRPr sz="1200"/>
            </a:pPr>
            <a:r>
              <a:t>D:/pasar_fix/node_modules/.bun/jotai@2.20.0+7bd8d8a9e00c79d7/node_modules/jotai/esm/vanilla/utils/constants.d.mts</a:t>
            </a:r>
          </a:p>
          <a:p>
            <a:pPr>
              <a:defRPr sz="1200"/>
            </a:pPr>
            <a:r>
              <a:t>D:/pasar_fix/node_modules/.bun/jotai@2.20.0+7bd8d8a9e00c79d7/node_modules/jotai/esm/vanilla/utils/freezeAtom.d.mts</a:t>
            </a:r>
          </a:p>
          <a:p>
            <a:pPr>
              <a:defRPr sz="1200"/>
            </a:pPr>
            <a:r>
              <a:t>D:/pasar_fix/node_modules/.bun/jotai@2.20.0+7bd8d8a9e00c79d7/node_modules/jotai/esm/vanilla/utils/loadable.d.mts</a:t>
            </a:r>
          </a:p>
          <a:p>
            <a:pPr>
              <a:defRPr sz="1200"/>
            </a:pPr>
            <a:r>
              <a:t>D:/pasar_fix/node_modules/.bun/jotai@2.20.0+7bd8d8a9e00c79d7/node_modules/jotai/esm/vanilla/utils/selectAtom.d.mts</a:t>
            </a:r>
          </a:p>
          <a:p>
            <a:pPr>
              <a:defRPr sz="1200"/>
            </a:pPr>
            <a:r>
              <a:t>D:/pasar_fix/node_modules/.bun/jotai@2.20.0+7bd8d8a9e00c79d7/node_modules/jotai/esm/vanilla/utils/splitAtom.d.mts</a:t>
            </a:r>
          </a:p>
          <a:p>
            <a:pPr>
              <a:defRPr sz="1200"/>
            </a:pPr>
            <a:r>
              <a:t>D:/pasar_fix/node_modules/.bun/jotai@2.20.0+7bd8d8a9e00c79d7/node_modules/jotai/esm/vanilla/utils/unwrap.d.mts</a:t>
            </a:r>
          </a:p>
          <a:p>
            <a:pPr>
              <a:defRPr sz="1200"/>
            </a:pPr>
            <a:r>
              <a:t>D:/pasar_fix/node_modules/.bun/jotai@2.20.0+7bd8d8a9e00c79d7/node_modules/jotai/react/Provider.d.ts</a:t>
            </a:r>
          </a:p>
          <a:p>
            <a:pPr>
              <a:defRPr sz="1200"/>
            </a:pPr>
            <a:r>
              <a:t>D:/pasar_fix/node_modules/.bun/jotai@2.20.0+7bd8d8a9e00c79d7/node_modules/jotai/react/useAtom.d.ts</a:t>
            </a:r>
          </a:p>
          <a:p>
            <a:pPr>
              <a:defRPr sz="1200"/>
            </a:pPr>
            <a:r>
              <a:t>D:/pasar_fix/node_modules/.bun/jotai@2.20.0+7bd8d8a9e00c79d7/node_modules/jotai/react/useAtomValue.d.ts</a:t>
            </a:r>
          </a:p>
          <a:p>
            <a:pPr>
              <a:defRPr sz="1200"/>
            </a:pPr>
            <a:r>
              <a:t>D:/pasar_fix/node_modules/.bun/jotai@2.20.0+7bd8d8a9e00c79d7/node_modules/jotai/react/useSetAtom.d.ts</a:t>
            </a:r>
          </a:p>
          <a:p>
            <a:pPr>
              <a:defRPr sz="1200"/>
            </a:pPr>
            <a:r>
              <a:t>D:/pasar_fix/node_modules/.bun/jotai@2.20.0+7bd8d8a9e00c79d7/node_modules/jotai/react/utils.d.ts</a:t>
            </a:r>
          </a:p>
          <a:p>
            <a:pPr>
              <a:defRPr sz="1200"/>
            </a:pPr>
            <a:r>
              <a:t>D:/pasar_fix/node_modules/.bun/jotai@2.20.0+7bd8d8a9e00c79d7/node_modules/jotai/react/utils.js</a:t>
            </a:r>
          </a:p>
          <a:p>
            <a:pPr>
              <a:defRPr sz="1200"/>
            </a:pPr>
            <a:r>
              <a:t>D:/pasar_fix/node_modules/.bun/jotai@2.20.0+7bd8d8a9e00c79d7/node_modules/jotai/react/utils/useAtomCallback.d.ts</a:t>
            </a:r>
          </a:p>
          <a:p>
            <a:pPr>
              <a:defRPr sz="1200"/>
            </a:pPr>
            <a:r>
              <a:t>D:/pasar_fix/node_modules/.bun/jotai@2.20.0+7bd8d8a9e00c79d7/node_modules/jotai/react/utils/useHydrateAtoms.d.ts</a:t>
            </a:r>
          </a:p>
          <a:p>
            <a:pPr>
              <a:defRPr sz="1200"/>
            </a:pPr>
            <a:r>
              <a:t>D:/pasar_fix/node_modules/.bun/jotai@2.20.0+7bd8d8a9e00c79d7/node_modules/jotai/react/utils/useReducerAtom.d.ts</a:t>
            </a:r>
          </a:p>
          <a:p>
            <a:pPr>
              <a:defRPr sz="1200"/>
            </a:pPr>
            <a:r>
              <a:t>D:/pasar_fix/node_modules/.bun/jotai@2.20.0+7bd8d8a9e00c79d7/node_modules/jotai/react/utils/useResetAtom.d.ts</a:t>
            </a:r>
          </a:p>
          <a:p>
            <a:pPr>
              <a:defRPr sz="1200"/>
            </a:pPr>
            <a:r>
              <a:t>D:/pasar_fix/node_modules/.bun/jotai@2.20.0+7bd8d8a9e00c79d7/node_modules/jotai/system/index.development.js</a:t>
            </a:r>
          </a:p>
          <a:p>
            <a:pPr>
              <a:defRPr sz="1200"/>
            </a:pPr>
            <a:r>
              <a:t>D:/pasar_fix/node_modules/.bun/jotai@2.20.0+7bd8d8a9e00c79d7/node_modules/jotai/system/index.production.js</a:t>
            </a:r>
          </a:p>
          <a:p>
            <a:pPr>
              <a:defRPr sz="1200"/>
            </a:pPr>
            <a:r>
              <a:t>D:/pasar_fix/node_modules/.bun/jotai@2.20.0+7bd8d8a9e00c79d7/node_modules/jotai/system/react.development.js</a:t>
            </a:r>
          </a:p>
          <a:p>
            <a:pPr>
              <a:defRPr sz="1200"/>
            </a:pPr>
            <a:r>
              <a:t>D:/pasar_fix/node_modules/.bun/jotai@2.20.0+7bd8d8a9e00c79d7/node_modules/jotai/system/react.production.js</a:t>
            </a:r>
          </a:p>
          <a:p>
            <a:pPr>
              <a:defRPr sz="1200"/>
            </a:pPr>
            <a:r>
              <a:t>D:/pasar_fix/node_modules/.bun/jotai@2.20.0+7bd8d8a9e00c79d7/node_modules/jotai/system/utils.development.js</a:t>
            </a:r>
          </a:p>
          <a:p>
            <a:pPr>
              <a:defRPr sz="1200"/>
            </a:pPr>
            <a:r>
              <a:t>D:/pasar_fix/node_modules/.bun/jotai@2.20.0+7bd8d8a9e00c79d7/node_modules/jotai/system/utils.production.js</a:t>
            </a:r>
          </a:p>
          <a:p>
            <a:pPr>
              <a:defRPr sz="1200"/>
            </a:pPr>
            <a:r>
              <a:t>D:/pasar_fix/node_modules/.bun/jotai@2.20.0+7bd8d8a9e00c79d7/node_modules/jotai/system/vanilla.development.js</a:t>
            </a:r>
          </a:p>
          <a:p>
            <a:pPr>
              <a:defRPr sz="1200"/>
            </a:pPr>
            <a:r>
              <a:t>D:/pasar_fix/node_modules/.bun/jotai@2.20.0+7bd8d8a9e00c79d7/node_modules/jotai/system/vanilla.production.js</a:t>
            </a:r>
          </a:p>
          <a:p>
            <a:pPr>
              <a:defRPr sz="1200"/>
            </a:pPr>
            <a:r>
              <a:t>D:/pasar_fix/node_modules/.bun/jotai@2.20.0+7bd8d8a9e00c79d7/node_modules/jotai/system/babel/plugin-debug-label.development.js</a:t>
            </a:r>
          </a:p>
          <a:p>
            <a:pPr>
              <a:defRPr sz="1200"/>
            </a:pPr>
            <a:r>
              <a:t>D:/pasar_fix/node_modules/.bun/jotai@2.20.0+7bd8d8a9e00c79d7/node_modules/jotai/system/babel/plugin-debug-label.production.js</a:t>
            </a:r>
          </a:p>
          <a:p>
            <a:pPr>
              <a:defRPr sz="1200"/>
            </a:pPr>
            <a:r>
              <a:t>D:/pasar_fix/node_modules/.bun/jotai@2.20.0+7bd8d8a9e00c79d7/node_modules/jotai/system/babel/plugin-react-refresh.development.js</a:t>
            </a:r>
          </a:p>
          <a:p>
            <a:pPr>
              <a:defRPr sz="1200"/>
            </a:pPr>
            <a:r>
              <a:t>D:/pasar_fix/node_modules/.bun/jotai@2.20.0+7bd8d8a9e00c79d7/node_modules/jotai/system/babel/plugin-react-refresh.production.js</a:t>
            </a:r>
          </a:p>
          <a:p>
            <a:pPr>
              <a:defRPr sz="1200"/>
            </a:pPr>
            <a:r>
              <a:t>D:/pasar_fix/node_modules/.bun/jotai@2.20.0+7bd8d8a9e00c79d7/node_modules/jotai/system/babel/preset.development.js</a:t>
            </a:r>
          </a:p>
          <a:p>
            <a:pPr>
              <a:defRPr sz="1200"/>
            </a:pPr>
            <a:r>
              <a:t>D:/pasar_fix/node_modules/.bun/jotai@2.20.0+7bd8d8a9e00c79d7/node_modules/jotai/system/babel/preset.production.js</a:t>
            </a:r>
          </a:p>
          <a:p>
            <a:pPr>
              <a:defRPr sz="1200"/>
            </a:pPr>
            <a:r>
              <a:t>D:/pasar_fix/node_modules/.bun/jotai@2.20.0+7bd8d8a9e00c79d7/node_modules/jotai/system/react/utils.development.js</a:t>
            </a:r>
          </a:p>
          <a:p>
            <a:pPr>
              <a:defRPr sz="1200"/>
            </a:pPr>
            <a:r>
              <a:t>D:/pasar_fix/node_modules/.bun/jotai@2.20.0+7bd8d8a9e00c79d7/node_modules/jotai/system/react/utils.production.js</a:t>
            </a:r>
          </a:p>
          <a:p>
            <a:pPr>
              <a:defRPr sz="1200"/>
            </a:pPr>
            <a:r>
              <a:t>D:/pasar_fix/node_modules/.bun/jotai@2.20.0+7bd8d8a9e00c79d7/node_modules/jotai/system/vanilla/internals.development.js</a:t>
            </a:r>
          </a:p>
          <a:p>
            <a:pPr>
              <a:defRPr sz="1200"/>
            </a:pPr>
            <a:r>
              <a:t>D:/pasar_fix/node_modules/.bun/jotai@2.20.0+7bd8d8a9e00c79d7/node_modules/jotai/system/vanilla/internals.production.js</a:t>
            </a:r>
          </a:p>
          <a:p>
            <a:pPr>
              <a:defRPr sz="1200"/>
            </a:pPr>
            <a:r>
              <a:t>D:/pasar_fix/node_modules/.bun/jotai@2.20.0+7bd8d8a9e00c79d7/node_modules/jotai/system/vanilla/utils.development.js</a:t>
            </a:r>
          </a:p>
          <a:p>
            <a:pPr>
              <a:defRPr sz="1200"/>
            </a:pPr>
            <a:r>
              <a:t>D:/pasar_fix/node_modules/.bun/jotai@2.20.0+7bd8d8a9e00c79d7/node_modules/jotai/system/vanilla/utils.production.js</a:t>
            </a:r>
          </a:p>
          <a:p>
            <a:pPr>
              <a:defRPr sz="1200"/>
            </a:pPr>
            <a:r>
              <a:t>D:/pasar_fix/node_modules/.bun/jotai@2.20.0+7bd8d8a9e00c79d7/node_modules/jotai/ts3.8/index.d.ts</a:t>
            </a:r>
          </a:p>
          <a:p>
            <a:pPr>
              <a:defRPr sz="1200"/>
            </a:pPr>
            <a:r>
              <a:t>D:/pasar_fix/node_modules/.bun/jotai@2.20.0+7bd8d8a9e00c79d7/node_modules/jotai/ts3.8/react.d.ts</a:t>
            </a:r>
          </a:p>
          <a:p>
            <a:pPr>
              <a:defRPr sz="1200"/>
            </a:pPr>
            <a:r>
              <a:t>D:/pasar_fix/node_modules/.bun/jotai@2.20.0+7bd8d8a9e00c79d7/node_modules/jotai/ts3.8/utils.d.ts</a:t>
            </a:r>
          </a:p>
          <a:p>
            <a:pPr>
              <a:defRPr sz="1200"/>
            </a:pPr>
            <a:r>
              <a:t>D:/pasar_fix/node_modules/.bun/jotai@2.20.0+7bd8d8a9e00c79d7/node_modules/jotai/ts3.8/vanilla.d.ts</a:t>
            </a:r>
          </a:p>
          <a:p>
            <a:pPr>
              <a:defRPr sz="1200"/>
            </a:pPr>
            <a:r>
              <a:t>D:/pasar_fix/node_modules/.bun/jotai@2.20.0+7bd8d8a9e00c79d7/node_modules/jotai/ts3.8/babel/plugin-debug-label.d.ts</a:t>
            </a:r>
          </a:p>
          <a:p>
            <a:pPr>
              <a:defRPr sz="1200"/>
            </a:pPr>
            <a:r>
              <a:t>D:/pasar_fix/node_modules/.bun/jotai@2.20.0+7bd8d8a9e00c79d7/node_modules/jotai/ts3.8/babel/plugin-react-refresh.d.ts</a:t>
            </a:r>
          </a:p>
          <a:p>
            <a:pPr>
              <a:defRPr sz="1200"/>
            </a:pPr>
            <a:r>
              <a:t>D:/pasar_fix/node_modules/.bun/jotai@2.20.0+7bd8d8a9e00c79d7/node_modules/jotai/ts3.8/babel/preset.d.ts</a:t>
            </a:r>
          </a:p>
          <a:p>
            <a:pPr>
              <a:defRPr sz="1200"/>
            </a:pPr>
            <a:r>
              <a:t>D:/pasar_fix/node_modules/.bun/jotai@2.20.0+7bd8d8a9e00c79d7/node_modules/jotai/ts3.8/babel/utils.d.ts</a:t>
            </a:r>
          </a:p>
          <a:p>
            <a:pPr>
              <a:defRPr sz="1200"/>
            </a:pPr>
            <a:r>
              <a:t>D:/pasar_fix/node_modules/.bun/jotai@2.20.0+7bd8d8a9e00c79d7/node_modules/jotai/ts3.8/benchmarks/atom-creation.d.ts</a:t>
            </a:r>
          </a:p>
          <a:p>
            <a:pPr>
              <a:defRPr sz="1200"/>
            </a:pPr>
            <a:r>
              <a:t>D:/pasar_fix/node_modules/.bun/jotai@2.20.0+7bd8d8a9e00c79d7/node_modules/jotai/ts3.8/benchmarks/computed-read.d.ts</a:t>
            </a:r>
          </a:p>
          <a:p>
            <a:pPr>
              <a:defRPr sz="1200"/>
            </a:pPr>
            <a:r>
              <a:t>D:/pasar_fix/node_modules/.bun/jotai@2.20.0+7bd8d8a9e00c79d7/node_modules/jotai/ts3.8/benchmarks/derived-chain.d.ts</a:t>
            </a:r>
          </a:p>
          <a:p>
            <a:pPr>
              <a:defRPr sz="1200"/>
            </a:pPr>
            <a:r>
              <a:t>D:/pasar_fix/node_modules/.bun/jotai@2.20.0+7bd8d8a9e00c79d7/node_modules/jotai/ts3.8/benchmarks/diamond.d.ts</a:t>
            </a:r>
          </a:p>
          <a:p>
            <a:pPr>
              <a:defRPr sz="1200"/>
            </a:pPr>
            <a:r>
              <a:t>D:/pasar_fix/node_modules/.bun/jotai@2.20.0+7bd8d8a9e00c79d7/node_modules/jotai/ts3.8/benchmarks/read-write.d.ts</a:t>
            </a:r>
          </a:p>
          <a:p>
            <a:pPr>
              <a:defRPr sz="1200"/>
            </a:pPr>
            <a:r>
              <a:t>D:/pasar_fix/node_modules/.bun/jotai@2.20.0+7bd8d8a9e00c79d7/node_modules/jotai/ts3.8/benchmarks/run-all.d.ts</a:t>
            </a:r>
          </a:p>
          <a:p>
            <a:pPr>
              <a:defRPr sz="1200"/>
            </a:pPr>
            <a:r>
              <a:t>D:/pasar_fix/node_modules/.bun/jotai@2.20.0+7bd8d8a9e00c79d7/node_modules/jotai/ts3.8/benchmarks/select-atom.d.ts</a:t>
            </a:r>
          </a:p>
          <a:p>
            <a:pPr>
              <a:defRPr sz="1200"/>
            </a:pPr>
            <a:r>
              <a:t>D:/pasar_fix/node_modules/.bun/jotai@2.20.0+7bd8d8a9e00c79d7/node_modules/jotai/ts3.8/benchmarks/subscription.d.ts</a:t>
            </a:r>
          </a:p>
          <a:p>
            <a:pPr>
              <a:defRPr sz="1200"/>
            </a:pPr>
            <a:r>
              <a:t>D:/pasar_fix/node_modules/.bun/jotai@2.20.0+7bd8d8a9e00c79d7/node_modules/jotai/ts3.8/benchmarks/wide-fan-out.d.ts</a:t>
            </a:r>
          </a:p>
          <a:p>
            <a:pPr>
              <a:defRPr sz="1200"/>
            </a:pPr>
            <a:r>
              <a:t>D:/pasar_fix/node_modules/.bun/jotai@2.20.0+7bd8d8a9e00c79d7/node_modules/jotai/ts3.8/esm/index.d.ts</a:t>
            </a:r>
          </a:p>
          <a:p>
            <a:pPr>
              <a:defRPr sz="1200"/>
            </a:pPr>
            <a:r>
              <a:t>D:/pasar_fix/node_modules/.bun/jotai@2.20.0+7bd8d8a9e00c79d7/node_modules/jotai/ts3.8/esm/react.d.ts</a:t>
            </a:r>
          </a:p>
          <a:p>
            <a:pPr>
              <a:defRPr sz="1200"/>
            </a:pPr>
            <a:r>
              <a:t>D:/pasar_fix/node_modules/.bun/jotai@2.20.0+7bd8d8a9e00c79d7/node_modules/jotai/ts3.8/esm/utils.d.ts</a:t>
            </a:r>
          </a:p>
          <a:p>
            <a:pPr>
              <a:defRPr sz="1200"/>
            </a:pPr>
            <a:r>
              <a:t>D:/pasar_fix/node_modules/.bun/jotai@2.20.0+7bd8d8a9e00c79d7/node_modules/jotai/ts3.8/esm/vanilla.d.ts</a:t>
            </a:r>
          </a:p>
          <a:p>
            <a:pPr>
              <a:defRPr sz="1200"/>
            </a:pPr>
            <a:r>
              <a:t>D:/pasar_fix/node_modules/.bun/jotai@2.20.0+7bd8d8a9e00c79d7/node_modules/jotai/ts3.8/esm/babel/plugin-debug-label.d.ts</a:t>
            </a:r>
          </a:p>
          <a:p>
            <a:pPr>
              <a:defRPr sz="1200"/>
            </a:pPr>
            <a:r>
              <a:t>D:/pasar_fix/node_modules/.bun/jotai@2.20.0+7bd8d8a9e00c79d7/node_modules/jotai/ts3.8/esm/babel/plugin-react-refresh.d.ts</a:t>
            </a:r>
          </a:p>
          <a:p>
            <a:pPr>
              <a:defRPr sz="1200"/>
            </a:pPr>
            <a:r>
              <a:t>D:/pasar_fix/node_modules/.bun/jotai@2.20.0+7bd8d8a9e00c79d7/node_modules/jotai/ts3.8/esm/babel/preset.d.ts</a:t>
            </a:r>
          </a:p>
          <a:p>
            <a:pPr>
              <a:defRPr sz="1200"/>
            </a:pPr>
            <a:r>
              <a:t>D:/pasar_fix/node_modules/.bun/jotai@2.20.0+7bd8d8a9e00c79d7/node_modules/jotai/ts3.8/esm/babel/utils.d.ts</a:t>
            </a:r>
          </a:p>
          <a:p>
            <a:pPr>
              <a:defRPr sz="1200"/>
            </a:pPr>
            <a:r>
              <a:t>D:/pasar_fix/node_modules/.bun/jotai@2.20.0+7bd8d8a9e00c79d7/node_modules/jotai/ts3.8/esm/react/Provider.d.ts</a:t>
            </a:r>
          </a:p>
          <a:p>
            <a:pPr>
              <a:defRPr sz="1200"/>
            </a:pPr>
            <a:r>
              <a:t>D:/pasar_fix/node_modules/.bun/jotai@2.20.0+7bd8d8a9e00c79d7/node_modules/jotai/ts3.8/esm/react/useAtom.d.ts</a:t>
            </a:r>
          </a:p>
          <a:p>
            <a:pPr>
              <a:defRPr sz="1200"/>
            </a:pPr>
            <a:r>
              <a:t>D:/pasar_fix/node_modules/.bun/jotai@2.20.0+7bd8d8a9e00c79d7/node_modules/jotai/ts3.8/esm/react/useAtomValue.d.ts</a:t>
            </a:r>
          </a:p>
          <a:p>
            <a:pPr>
              <a:defRPr sz="1200"/>
            </a:pPr>
            <a:r>
              <a:t>D:/pasar_fix/node_modules/.bun/jotai@2.20.0+7bd8d8a9e00c79d7/node_modules/jotai/ts3.8/esm/react/useSetAtom.d.ts</a:t>
            </a:r>
          </a:p>
          <a:p>
            <a:pPr>
              <a:defRPr sz="1200"/>
            </a:pPr>
            <a:r>
              <a:t>D:/pasar_fix/node_modules/.bun/jotai@2.20.0+7bd8d8a9e00c79d7/node_modules/jotai/ts3.8/esm/react/utils.d.ts</a:t>
            </a:r>
          </a:p>
          <a:p>
            <a:pPr>
              <a:defRPr sz="1200"/>
            </a:pPr>
            <a:r>
              <a:t>D:/pasar_fix/node_modules/.bun/jotai@2.20.0+7bd8d8a9e00c79d7/node_modules/jotai/ts3.8/esm/react/utils/useAtomCallback.d.ts</a:t>
            </a:r>
          </a:p>
          <a:p>
            <a:pPr>
              <a:defRPr sz="1200"/>
            </a:pPr>
            <a:r>
              <a:t>D:/pasar_fix/node_modules/.bun/jotai@2.20.0+7bd8d8a9e00c79d7/node_modules/jotai/ts3.8/esm/react/utils/useHydrateAtoms.d.ts</a:t>
            </a:r>
          </a:p>
          <a:p>
            <a:pPr>
              <a:defRPr sz="1200"/>
            </a:pPr>
            <a:r>
              <a:t>D:/pasar_fix/node_modules/.bun/jotai@2.20.0+7bd8d8a9e00c79d7/node_modules/jotai/ts3.8/esm/react/utils/useReducerAtom.d.ts</a:t>
            </a:r>
          </a:p>
          <a:p>
            <a:pPr>
              <a:defRPr sz="1200"/>
            </a:pPr>
            <a:r>
              <a:t>D:/pasar_fix/node_modules/.bun/jotai@2.20.0+7bd8d8a9e00c79d7/node_modules/jotai/ts3.8/esm/react/utils/useResetAtom.d.ts</a:t>
            </a:r>
          </a:p>
          <a:p>
            <a:pPr>
              <a:defRPr sz="1200"/>
            </a:pPr>
            <a:r>
              <a:t>D:/pasar_fix/node_modules/.bun/jotai@2.20.0+7bd8d8a9e00c79d7/node_modules/jotai/ts3.8/esm/vanilla/atom.d.ts</a:t>
            </a:r>
          </a:p>
          <a:p>
            <a:pPr>
              <a:defRPr sz="1200"/>
            </a:pPr>
            <a:r>
              <a:t>D:/pasar_fix/node_modules/.bun/jotai@2.20.0+7bd8d8a9e00c79d7/node_modules/jotai/ts3.8/esm/vanilla/internals.d.ts</a:t>
            </a:r>
          </a:p>
          <a:p>
            <a:pPr>
              <a:defRPr sz="1200"/>
            </a:pPr>
            <a:r>
              <a:t>D:/pasar_fix/node_modules/.bun/jotai@2.20.0+7bd8d8a9e00c79d7/node_modules/jotai/ts3.8/esm/vanilla/store.d.ts</a:t>
            </a:r>
          </a:p>
          <a:p>
            <a:pPr>
              <a:defRPr sz="1200"/>
            </a:pPr>
            <a:r>
              <a:t>D:/pasar_fix/node_modules/.bun/jotai@2.20.0+7bd8d8a9e00c79d7/node_modules/jotai/ts3.8/esm/vanilla/typeUtils.d.ts</a:t>
            </a:r>
          </a:p>
          <a:p>
            <a:pPr>
              <a:defRPr sz="1200"/>
            </a:pPr>
            <a:r>
              <a:t>D:/pasar_fix/node_modules/.bun/jotai@2.20.0+7bd8d8a9e00c79d7/node_modules/jotai/ts3.8/esm/vanilla/utils.d.ts</a:t>
            </a:r>
          </a:p>
          <a:p>
            <a:pPr>
              <a:defRPr sz="1200"/>
            </a:pPr>
            <a:r>
              <a:t>D:/pasar_fix/node_modules/.bun/jotai@2.20.0+7bd8d8a9e00c79d7/node_modules/jotai/ts3.8/esm/vanilla/utils/atomFamily.d.ts</a:t>
            </a:r>
          </a:p>
          <a:p>
            <a:pPr>
              <a:defRPr sz="1200"/>
            </a:pPr>
            <a:r>
              <a:t>D:/pasar_fix/node_modules/.bun/jotai@2.20.0+7bd8d8a9e00c79d7/node_modules/jotai/ts3.8/esm/vanilla/utils/atomWithDefault.d.ts</a:t>
            </a:r>
          </a:p>
          <a:p>
            <a:pPr>
              <a:defRPr sz="1200"/>
            </a:pPr>
            <a:r>
              <a:t>D:/pasar_fix/node_modules/.bun/jotai@2.20.0+7bd8d8a9e00c79d7/node_modules/jotai/ts3.8/esm/vanilla/utils/atomWithLazy.d.ts</a:t>
            </a:r>
          </a:p>
          <a:p>
            <a:pPr>
              <a:defRPr sz="1200"/>
            </a:pPr>
            <a:r>
              <a:t>D:/pasar_fix/node_modules/.bun/jotai@2.20.0+7bd8d8a9e00c79d7/node_modules/jotai/ts3.8/esm/vanilla/utils/atomWithObservable.d.ts</a:t>
            </a:r>
          </a:p>
          <a:p>
            <a:pPr>
              <a:defRPr sz="1200"/>
            </a:pPr>
            <a:r>
              <a:t>D:/pasar_fix/node_modules/.bun/jotai@2.20.0+7bd8d8a9e00c79d7/node_modules/jotai/ts3.8/esm/vanilla/utils/atomWithReducer.d.ts</a:t>
            </a:r>
          </a:p>
          <a:p>
            <a:pPr>
              <a:defRPr sz="1200"/>
            </a:pPr>
            <a:r>
              <a:t>D:/pasar_fix/node_modules/.bun/jotai@2.20.0+7bd8d8a9e00c79d7/node_modules/jotai/ts3.8/esm/vanilla/utils/atomWithRefresh.d.ts</a:t>
            </a:r>
          </a:p>
          <a:p>
            <a:pPr>
              <a:defRPr sz="1200"/>
            </a:pPr>
            <a:r>
              <a:t>D:/pasar_fix/node_modules/.bun/jotai@2.20.0+7bd8d8a9e00c79d7/node_modules/jotai/ts3.8/esm/vanilla/utils/atomWithReset.d.ts</a:t>
            </a:r>
          </a:p>
          <a:p>
            <a:pPr>
              <a:defRPr sz="1200"/>
            </a:pPr>
            <a:r>
              <a:t>D:/pasar_fix/node_modules/.bun/jotai@2.20.0+7bd8d8a9e00c79d7/node_modules/jotai/ts3.8/esm/vanilla/utils/atomWithStorage.d.ts</a:t>
            </a:r>
          </a:p>
          <a:p>
            <a:pPr>
              <a:defRPr sz="1200"/>
            </a:pPr>
            <a:r>
              <a:t>D:/pasar_fix/node_modules/.bun/jotai@2.20.0+7bd8d8a9e00c79d7/node_modules/jotai/ts3.8/esm/vanilla/utils/constants.d.ts</a:t>
            </a:r>
          </a:p>
          <a:p>
            <a:pPr>
              <a:defRPr sz="1200"/>
            </a:pPr>
            <a:r>
              <a:t>D:/pasar_fix/node_modules/.bun/jotai@2.20.0+7bd8d8a9e00c79d7/node_modules/jotai/ts3.8/esm/vanilla/utils/freezeAtom.d.ts</a:t>
            </a:r>
          </a:p>
          <a:p>
            <a:pPr>
              <a:defRPr sz="1200"/>
            </a:pPr>
            <a:r>
              <a:t>D:/pasar_fix/node_modules/.bun/jotai@2.20.0+7bd8d8a9e00c79d7/node_modules/jotai/ts3.8/esm/vanilla/utils/loadable.d.ts</a:t>
            </a:r>
          </a:p>
          <a:p>
            <a:pPr>
              <a:defRPr sz="1200"/>
            </a:pPr>
            <a:r>
              <a:t>D:/pasar_fix/node_modules/.bun/jotai@2.20.0+7bd8d8a9e00c79d7/node_modules/jotai/ts3.8/esm/vanilla/utils/selectAtom.d.ts</a:t>
            </a:r>
          </a:p>
          <a:p>
            <a:pPr>
              <a:defRPr sz="1200"/>
            </a:pPr>
            <a:r>
              <a:t>D:/pasar_fix/node_modules/.bun/jotai@2.20.0+7bd8d8a9e00c79d7/node_modules/jotai/ts3.8/esm/vanilla/utils/splitAtom.d.ts</a:t>
            </a:r>
          </a:p>
          <a:p>
            <a:pPr>
              <a:defRPr sz="1200"/>
            </a:pPr>
            <a:r>
              <a:t>D:/pasar_fix/node_modules/.bun/jotai@2.20.0+7bd8d8a9e00c79d7/node_modules/jotai/ts3.8/esm/vanilla/utils/unwrap.d.ts</a:t>
            </a:r>
          </a:p>
          <a:p>
            <a:pPr>
              <a:defRPr sz="1200"/>
            </a:pPr>
            <a:r>
              <a:t>D:/pasar_fix/node_modules/.bun/jotai@2.20.0+7bd8d8a9e00c79d7/node_modules/jotai/ts3.8/react/Provider.d.ts</a:t>
            </a:r>
          </a:p>
          <a:p>
            <a:pPr>
              <a:defRPr sz="1200"/>
            </a:pPr>
            <a:r>
              <a:t>D:/pasar_fix/node_modules/.bun/jotai@2.20.0+7bd8d8a9e00c79d7/node_modules/jotai/ts3.8/react/useAtom.d.ts</a:t>
            </a:r>
          </a:p>
          <a:p>
            <a:pPr>
              <a:defRPr sz="1200"/>
            </a:pPr>
            <a:r>
              <a:t>D:/pasar_fix/node_modules/.bun/jotai@2.20.0+7bd8d8a9e00c79d7/node_modules/jotai/ts3.8/react/useAtomValue.d.ts</a:t>
            </a:r>
          </a:p>
          <a:p>
            <a:pPr>
              <a:defRPr sz="1200"/>
            </a:pPr>
            <a:r>
              <a:t>D:/pasar_fix/node_modules/.bun/jotai@2.20.0+7bd8d8a9e00c79d7/node_modules/jotai/ts3.8/react/useSetAtom.d.ts</a:t>
            </a:r>
          </a:p>
          <a:p>
            <a:pPr>
              <a:defRPr sz="1200"/>
            </a:pPr>
            <a:r>
              <a:t>D:/pasar_fix/node_modules/.bun/jotai@2.20.0+7bd8d8a9e00c79d7/node_modules/jotai/ts3.8/react/utils.d.ts</a:t>
            </a:r>
          </a:p>
          <a:p>
            <a:pPr>
              <a:defRPr sz="1200"/>
            </a:pPr>
            <a:r>
              <a:t>D:/pasar_fix/node_modules/.bun/jotai@2.20.0+7bd8d8a9e00c79d7/node_modules/jotai/ts3.8/react/utils/useAtomCallback.d.ts</a:t>
            </a:r>
          </a:p>
          <a:p>
            <a:pPr>
              <a:defRPr sz="1200"/>
            </a:pPr>
            <a:r>
              <a:t>D:/pasar_fix/node_modules/.bun/jotai@2.20.0+7bd8d8a9e00c79d7/node_modules/jotai/ts3.8/react/utils/useHydrateAtoms.d.ts</a:t>
            </a:r>
          </a:p>
          <a:p>
            <a:pPr>
              <a:defRPr sz="1200"/>
            </a:pPr>
            <a:r>
              <a:t>D:/pasar_fix/node_modules/.bun/jotai@2.20.0+7bd8d8a9e00c79d7/node_modules/jotai/ts3.8/react/utils/useReducerAtom.d.ts</a:t>
            </a:r>
          </a:p>
          <a:p>
            <a:pPr>
              <a:defRPr sz="1200"/>
            </a:pPr>
            <a:r>
              <a:t>D:/pasar_fix/node_modules/.bun/jotai@2.20.0+7bd8d8a9e00c79d7/node_modules/jotai/ts3.8/react/utils/useResetAtom.d.ts</a:t>
            </a:r>
          </a:p>
          <a:p>
            <a:pPr>
              <a:defRPr sz="1200"/>
            </a:pPr>
            <a:r>
              <a:t>D:/pasar_fix/node_modules/.bun/jotai@2.20.0+7bd8d8a9e00c79d7/node_modules/jotai/ts3.8/vanilla/atom.d.ts</a:t>
            </a:r>
          </a:p>
          <a:p>
            <a:pPr>
              <a:defRPr sz="1200"/>
            </a:pPr>
            <a:r>
              <a:t>D:/pasar_fix/node_modules/.bun/jotai@2.20.0+7bd8d8a9e00c79d7/node_modules/jotai/ts3.8/vanilla/internals.d.ts</a:t>
            </a:r>
          </a:p>
          <a:p>
            <a:pPr>
              <a:defRPr sz="1200"/>
            </a:pPr>
            <a:r>
              <a:t>D:/pasar_fix/node_modules/.bun/jotai@2.20.0+7bd8d8a9e00c79d7/node_modules/jotai/ts3.8/vanilla/store.d.ts</a:t>
            </a:r>
          </a:p>
          <a:p>
            <a:pPr>
              <a:defRPr sz="1200"/>
            </a:pPr>
            <a:r>
              <a:t>D:/pasar_fix/node_modules/.bun/jotai@2.20.0+7bd8d8a9e00c79d7/node_modules/jotai/ts3.8/vanilla/typeUtils.d.ts</a:t>
            </a:r>
          </a:p>
          <a:p>
            <a:pPr>
              <a:defRPr sz="1200"/>
            </a:pPr>
            <a:r>
              <a:t>D:/pasar_fix/node_modules/.bun/jotai@2.20.0+7bd8d8a9e00c79d7/node_modules/jotai/ts3.8/vanilla/utils.d.ts</a:t>
            </a:r>
          </a:p>
          <a:p>
            <a:pPr>
              <a:defRPr sz="1200"/>
            </a:pPr>
            <a:r>
              <a:t>D:/pasar_fix/node_modules/.bun/jotai@2.20.0+7bd8d8a9e00c79d7/node_modules/jotai/ts3.8/vanilla/utils/atomFamily.d.ts</a:t>
            </a:r>
          </a:p>
          <a:p>
            <a:pPr>
              <a:defRPr sz="1200"/>
            </a:pPr>
            <a:r>
              <a:t>D:/pasar_fix/node_modules/.bun/jotai@2.20.0+7bd8d8a9e00c79d7/node_modules/jotai/ts3.8/vanilla/utils/atomWithDefault.d.ts</a:t>
            </a:r>
          </a:p>
          <a:p>
            <a:pPr>
              <a:defRPr sz="1200"/>
            </a:pPr>
            <a:r>
              <a:t>D:/pasar_fix/node_modules/.bun/jotai@2.20.0+7bd8d8a9e00c79d7/node_modules/jotai/ts3.8/vanilla/utils/atomWithLazy.d.ts</a:t>
            </a:r>
          </a:p>
          <a:p>
            <a:pPr>
              <a:defRPr sz="1200"/>
            </a:pPr>
            <a:r>
              <a:t>D:/pasar_fix/node_modules/.bun/jotai@2.20.0+7bd8d8a9e00c79d7/node_modules/jotai/ts3.8/vanilla/utils/atomWithObservable.d.ts</a:t>
            </a:r>
          </a:p>
          <a:p>
            <a:pPr>
              <a:defRPr sz="1200"/>
            </a:pPr>
            <a:r>
              <a:t>D:/pasar_fix/node_modules/.bun/jotai@2.20.0+7bd8d8a9e00c79d7/node_modules/jotai/ts3.8/vanilla/utils/atomWithReducer.d.ts</a:t>
            </a:r>
          </a:p>
          <a:p>
            <a:pPr>
              <a:defRPr sz="1200"/>
            </a:pPr>
            <a:r>
              <a:t>D:/pasar_fix/node_modules/.bun/jotai@2.20.0+7bd8d8a9e00c79d7/node_modules/jotai/ts3.8/vanilla/utils/atomWithRefresh.d.ts</a:t>
            </a:r>
          </a:p>
          <a:p>
            <a:pPr>
              <a:defRPr sz="1200"/>
            </a:pPr>
            <a:r>
              <a:t>D:/pasar_fix/node_modules/.bun/jotai@2.20.0+7bd8d8a9e00c79d7/node_modules/jotai/ts3.8/vanilla/utils/atomWithReset.d.ts</a:t>
            </a:r>
          </a:p>
          <a:p>
            <a:pPr>
              <a:defRPr sz="1200"/>
            </a:pPr>
            <a:r>
              <a:t>D:/pasar_fix/node_modules/.bun/jotai@2.20.0+7bd8d8a9e00c79d7/node_modules/jotai/ts3.8/vanilla/utils/atomWithStorage.d.ts</a:t>
            </a:r>
          </a:p>
          <a:p>
            <a:pPr>
              <a:defRPr sz="1200"/>
            </a:pPr>
            <a:r>
              <a:t>D:/pasar_fix/node_modules/.bun/jotai@2.20.0+7bd8d8a9e00c79d7/node_modules/jotai/ts3.8/vanilla/utils/constants.d.ts</a:t>
            </a:r>
          </a:p>
          <a:p>
            <a:pPr>
              <a:defRPr sz="1200"/>
            </a:pPr>
            <a:r>
              <a:t>D:/pasar_fix/node_modules/.bun/jotai@2.20.0+7bd8d8a9e00c79d7/node_modules/jotai/ts3.8/vanilla/utils/freezeAtom.d.ts</a:t>
            </a:r>
          </a:p>
          <a:p>
            <a:pPr>
              <a:defRPr sz="1200"/>
            </a:pPr>
            <a:r>
              <a:t>D:/pasar_fix/node_modules/.bun/jotai@2.20.0+7bd8d8a9e00c79d7/node_modules/jotai/ts3.8/vanilla/utils/loadable.d.ts</a:t>
            </a:r>
          </a:p>
          <a:p>
            <a:pPr>
              <a:defRPr sz="1200"/>
            </a:pPr>
            <a:r>
              <a:t>D:/pasar_fix/node_modules/.bun/jotai@2.20.0+7bd8d8a9e00c79d7/node_modules/jotai/ts3.8/vanilla/utils/selectAtom.d.ts</a:t>
            </a:r>
          </a:p>
          <a:p>
            <a:pPr>
              <a:defRPr sz="1200"/>
            </a:pPr>
            <a:r>
              <a:t>D:/pasar_fix/node_modules/.bun/jotai@2.20.0+7bd8d8a9e00c79d7/node_modules/jotai/ts3.8/vanilla/utils/splitAtom.d.ts</a:t>
            </a:r>
          </a:p>
          <a:p>
            <a:pPr>
              <a:defRPr sz="1200"/>
            </a:pPr>
            <a:r>
              <a:t>D:/pasar_fix/node_modules/.bun/jotai@2.20.0+7bd8d8a9e00c79d7/node_modules/jotai/ts3.8/vanilla/utils/unwrap.d.ts</a:t>
            </a:r>
          </a:p>
          <a:p>
            <a:pPr>
              <a:defRPr sz="1200"/>
            </a:pPr>
            <a:r>
              <a:t>D:/pasar_fix/node_modules/.bun/jotai@2.20.0+7bd8d8a9e00c79d7/node_modules/jotai/umd/index.development.js</a:t>
            </a:r>
          </a:p>
          <a:p>
            <a:pPr>
              <a:defRPr sz="1200"/>
            </a:pPr>
            <a:r>
              <a:t>D:/pasar_fix/node_modules/.bun/jotai@2.20.0+7bd8d8a9e00c79d7/node_modules/jotai/umd/index.production.js</a:t>
            </a:r>
          </a:p>
          <a:p>
            <a:pPr>
              <a:defRPr sz="1200"/>
            </a:pPr>
            <a:r>
              <a:t>D:/pasar_fix/node_modules/.bun/jotai@2.20.0+7bd8d8a9e00c79d7/node_modules/jotai/umd/react.development.js</a:t>
            </a:r>
          </a:p>
          <a:p>
            <a:pPr>
              <a:defRPr sz="1200"/>
            </a:pPr>
            <a:r>
              <a:t>D:/pasar_fix/node_modules/.bun/jotai@2.20.0+7bd8d8a9e00c79d7/node_modules/jotai/umd/react.production.js</a:t>
            </a:r>
          </a:p>
          <a:p>
            <a:pPr>
              <a:defRPr sz="1200"/>
            </a:pPr>
            <a:r>
              <a:t>D:/pasar_fix/node_modules/.bun/jotai@2.20.0+7bd8d8a9e00c79d7/node_modules/jotai/umd/utils.development.js</a:t>
            </a:r>
          </a:p>
          <a:p>
            <a:pPr>
              <a:defRPr sz="1200"/>
            </a:pPr>
            <a:r>
              <a:t>D:/pasar_fix/node_modules/.bun/jotai@2.20.0+7bd8d8a9e00c79d7/node_modules/jotai/umd/utils.production.js</a:t>
            </a:r>
          </a:p>
          <a:p>
            <a:pPr>
              <a:defRPr sz="1200"/>
            </a:pPr>
            <a:r>
              <a:t>D:/pasar_fix/node_modules/.bun/jotai@2.20.0+7bd8d8a9e00c79d7/node_modules/jotai/umd/vanilla.development.js</a:t>
            </a:r>
          </a:p>
          <a:p>
            <a:pPr>
              <a:defRPr sz="1200"/>
            </a:pPr>
            <a:r>
              <a:t>D:/pasar_fix/node_modules/.bun/jotai@2.20.0+7bd8d8a9e00c79d7/node_modules/jotai/umd/vanilla.production.js</a:t>
            </a:r>
          </a:p>
          <a:p>
            <a:pPr>
              <a:defRPr sz="1200"/>
            </a:pPr>
            <a:r>
              <a:t>D:/pasar_fix/node_modules/.bun/jotai@2.20.0+7bd8d8a9e00c79d7/node_modules/jotai/umd/babel/plugin-debug-label.development.js</a:t>
            </a:r>
          </a:p>
          <a:p>
            <a:pPr>
              <a:defRPr sz="1200"/>
            </a:pPr>
            <a:r>
              <a:t>D:/pasar_fix/node_modules/.bun/jotai@2.20.0+7bd8d8a9e00c79d7/node_modules/jotai/umd/babel/plugin-debug-label.production.js</a:t>
            </a:r>
          </a:p>
          <a:p>
            <a:pPr>
              <a:defRPr sz="1200"/>
            </a:pPr>
            <a:r>
              <a:t>D:/pasar_fix/node_modules/.bun/jotai@2.20.0+7bd8d8a9e00c79d7/node_modules/jotai/umd/babel/plugin-react-refresh.development.js</a:t>
            </a:r>
          </a:p>
          <a:p>
            <a:pPr>
              <a:defRPr sz="1200"/>
            </a:pPr>
            <a:r>
              <a:t>D:/pasar_fix/node_modules/.bun/jotai@2.20.0+7bd8d8a9e00c79d7/node_modules/jotai/umd/babel/plugin-react-refresh.production.js</a:t>
            </a:r>
          </a:p>
          <a:p>
            <a:pPr>
              <a:defRPr sz="1200"/>
            </a:pPr>
            <a:r>
              <a:t>D:/pasar_fix/node_modules/.bun/jotai@2.20.0+7bd8d8a9e00c79d7/node_modules/jotai/umd/babel/preset.development.js</a:t>
            </a:r>
          </a:p>
          <a:p>
            <a:pPr>
              <a:defRPr sz="1200"/>
            </a:pPr>
            <a:r>
              <a:t>D:/pasar_fix/node_modules/.bun/jotai@2.20.0+7bd8d8a9e00c79d7/node_modules/jotai/umd/babel/preset.production.js</a:t>
            </a:r>
          </a:p>
          <a:p>
            <a:pPr>
              <a:defRPr sz="1200"/>
            </a:pPr>
            <a:r>
              <a:t>D:/pasar_fix/node_modules/.bun/jotai@2.20.0+7bd8d8a9e00c79d7/node_modules/jotai/umd/react/utils.development.js</a:t>
            </a:r>
          </a:p>
          <a:p>
            <a:pPr>
              <a:defRPr sz="1200"/>
            </a:pPr>
            <a:r>
              <a:t>D:/pasar_fix/node_modules/.bun/jotai@2.20.0+7bd8d8a9e00c79d7/node_modules/jotai/umd/react/utils.production.js</a:t>
            </a:r>
          </a:p>
          <a:p>
            <a:pPr>
              <a:defRPr sz="1200"/>
            </a:pPr>
            <a:r>
              <a:t>D:/pasar_fix/node_modules/.bun/jotai@2.20.0+7bd8d8a9e00c79d7/node_modules/jotai/umd/vanilla/internals.development.js</a:t>
            </a:r>
          </a:p>
          <a:p>
            <a:pPr>
              <a:defRPr sz="1200"/>
            </a:pPr>
            <a:r>
              <a:t>D:/pasar_fix/node_modules/.bun/jotai@2.20.0+7bd8d8a9e00c79d7/node_modules/jotai/umd/vanilla/internals.production.js</a:t>
            </a:r>
          </a:p>
          <a:p>
            <a:pPr>
              <a:defRPr sz="1200"/>
            </a:pPr>
            <a:r>
              <a:t>D:/pasar_fix/node_modules/.bun/jotai@2.20.0+7bd8d8a9e00c79d7/node_modules/jotai/umd/vanilla/utils.development.js</a:t>
            </a:r>
          </a:p>
          <a:p>
            <a:pPr>
              <a:defRPr sz="1200"/>
            </a:pPr>
            <a:r>
              <a:t>D:/pasar_fix/node_modules/.bun/jotai@2.20.0+7bd8d8a9e00c79d7/node_modules/jotai/umd/vanilla/utils.production.js</a:t>
            </a:r>
          </a:p>
          <a:p>
            <a:pPr>
              <a:defRPr sz="1200"/>
            </a:pPr>
            <a:r>
              <a:t>D:/pasar_fix/node_modules/.bun/jotai@2.20.0+7bd8d8a9e00c79d7/node_modules/jotai/vanilla/atom.d.ts</a:t>
            </a:r>
          </a:p>
          <a:p>
            <a:pPr>
              <a:defRPr sz="1200"/>
            </a:pPr>
            <a:r>
              <a:t>D:/pasar_fix/node_modules/.bun/jotai@2.20.0+7bd8d8a9e00c79d7/node_modules/jotai/vanilla/internals.d.ts</a:t>
            </a:r>
          </a:p>
          <a:p>
            <a:pPr>
              <a:defRPr sz="1200"/>
            </a:pPr>
            <a:r>
              <a:t>D:/pasar_fix/node_modules/.bun/jotai@2.20.0+7bd8d8a9e00c79d7/node_modules/jotai/vanilla/internals.js</a:t>
            </a:r>
          </a:p>
          <a:p>
            <a:pPr>
              <a:defRPr sz="1200"/>
            </a:pPr>
            <a:r>
              <a:t>D:/pasar_fix/node_modules/.bun/jotai@2.20.0+7bd8d8a9e00c79d7/node_modules/jotai/vanilla/store.d.ts</a:t>
            </a:r>
          </a:p>
          <a:p>
            <a:pPr>
              <a:defRPr sz="1200"/>
            </a:pPr>
            <a:r>
              <a:t>D:/pasar_fix/node_modules/.bun/jotai@2.20.0+7bd8d8a9e00c79d7/node_modules/jotai/vanilla/typeUtils.d.ts</a:t>
            </a:r>
          </a:p>
          <a:p>
            <a:pPr>
              <a:defRPr sz="1200"/>
            </a:pPr>
            <a:r>
              <a:t>D:/pasar_fix/node_modules/.bun/jotai@2.20.0+7bd8d8a9e00c79d7/node_modules/jotai/vanilla/utils.d.ts</a:t>
            </a:r>
          </a:p>
          <a:p>
            <a:pPr>
              <a:defRPr sz="1200"/>
            </a:pPr>
            <a:r>
              <a:t>D:/pasar_fix/node_modules/.bun/jotai@2.20.0+7bd8d8a9e00c79d7/node_modules/jotai/vanilla/utils.js</a:t>
            </a:r>
          </a:p>
          <a:p>
            <a:pPr>
              <a:defRPr sz="1200"/>
            </a:pPr>
            <a:r>
              <a:t>D:/pasar_fix/node_modules/.bun/jotai@2.20.0+7bd8d8a9e00c79d7/node_modules/jotai/vanilla/utils/atomFamily.d.ts</a:t>
            </a:r>
          </a:p>
          <a:p>
            <a:pPr>
              <a:defRPr sz="1200"/>
            </a:pPr>
            <a:r>
              <a:t>D:/pasar_fix/node_modules/.bun/jotai@2.20.0+7bd8d8a9e00c79d7/node_modules/jotai/vanilla/utils/atomWithDefault.d.ts</a:t>
            </a:r>
          </a:p>
          <a:p>
            <a:pPr>
              <a:defRPr sz="1200"/>
            </a:pPr>
            <a:r>
              <a:t>D:/pasar_fix/node_modules/.bun/jotai@2.20.0+7bd8d8a9e00c79d7/node_modules/jotai/vanilla/utils/atomWithLazy.d.ts</a:t>
            </a:r>
          </a:p>
          <a:p>
            <a:pPr>
              <a:defRPr sz="1200"/>
            </a:pPr>
            <a:r>
              <a:t>D:/pasar_fix/node_modules/.bun/jotai@2.20.0+7bd8d8a9e00c79d7/node_modules/jotai/vanilla/utils/atomWithObservable.d.ts</a:t>
            </a:r>
          </a:p>
          <a:p>
            <a:pPr>
              <a:defRPr sz="1200"/>
            </a:pPr>
            <a:r>
              <a:t>D:/pasar_fix/node_modules/.bun/jotai@2.20.0+7bd8d8a9e00c79d7/node_modules/jotai/vanilla/utils/atomWithReducer.d.ts</a:t>
            </a:r>
          </a:p>
          <a:p>
            <a:pPr>
              <a:defRPr sz="1200"/>
            </a:pPr>
            <a:r>
              <a:t>D:/pasar_fix/node_modules/.bun/jotai@2.20.0+7bd8d8a9e00c79d7/node_modules/jotai/vanilla/utils/atomWithRefresh.d.ts</a:t>
            </a:r>
          </a:p>
          <a:p>
            <a:pPr>
              <a:defRPr sz="1200"/>
            </a:pPr>
            <a:r>
              <a:t>D:/pasar_fix/node_modules/.bun/jotai@2.20.0+7bd8d8a9e00c79d7/node_modules/jotai/vanilla/utils/atomWithReset.d.ts</a:t>
            </a:r>
          </a:p>
          <a:p>
            <a:pPr>
              <a:defRPr sz="1200"/>
            </a:pPr>
            <a:r>
              <a:t>D:/pasar_fix/node_modules/.bun/jotai@2.20.0+7bd8d8a9e00c79d7/node_modules/jotai/vanilla/utils/atomWithStorage.d.ts</a:t>
            </a:r>
          </a:p>
          <a:p>
            <a:pPr>
              <a:defRPr sz="1200"/>
            </a:pPr>
            <a:r>
              <a:t>D:/pasar_fix/node_modules/.bun/jotai@2.20.0+7bd8d8a9e00c79d7/node_modules/jotai/vanilla/utils/constants.d.ts</a:t>
            </a:r>
          </a:p>
          <a:p>
            <a:pPr>
              <a:defRPr sz="1200"/>
            </a:pPr>
            <a:r>
              <a:t>D:/pasar_fix/node_modules/.bun/jotai@2.20.0+7bd8d8a9e00c79d7/node_modules/jotai/vanilla/utils/freezeAtom.d.ts</a:t>
            </a:r>
          </a:p>
          <a:p>
            <a:pPr>
              <a:defRPr sz="1200"/>
            </a:pPr>
            <a:r>
              <a:t>D:/pasar_fix/node_modules/.bun/jotai@2.20.0+7bd8d8a9e00c79d7/node_modules/jotai/vanilla/utils/loadable.d.ts</a:t>
            </a:r>
          </a:p>
          <a:p>
            <a:pPr>
              <a:defRPr sz="1200"/>
            </a:pPr>
            <a:r>
              <a:t>D:/pasar_fix/node_modules/.bun/jotai@2.20.0+7bd8d8a9e00c79d7/node_modules/jotai/vanilla/utils/selectAtom.d.ts</a:t>
            </a:r>
          </a:p>
          <a:p>
            <a:pPr>
              <a:defRPr sz="1200"/>
            </a:pPr>
            <a:r>
              <a:t>D:/pasar_fix/node_modules/.bun/jotai@2.20.0+7bd8d8a9e00c79d7/node_modules/jotai/vanilla/utils/splitAtom.d.ts</a:t>
            </a:r>
          </a:p>
          <a:p>
            <a:pPr>
              <a:defRPr sz="1200"/>
            </a:pPr>
            <a:r>
              <a:t>D:/pasar_fix/node_modules/.bun/jotai@2.20.0+7bd8d8a9e00c79d7/node_modules/jotai/vanilla/utils/unwrap.d.ts</a:t>
            </a:r>
          </a:p>
          <a:p>
            <a:pPr>
              <a:defRPr sz="1200"/>
            </a:pPr>
            <a:r>
              <a:t>D:/pasar_fix/node_modules/.bun/js-sha256@0.10.1/node_modules/js-sha256/CHANGELOG.md</a:t>
            </a:r>
          </a:p>
          <a:p>
            <a:pPr>
              <a:defRPr sz="1200"/>
            </a:pPr>
            <a:r>
              <a:t>D:/pasar_fix/node_modules/.bun/js-sha256@0.10.1/node_modules/js-sha256/index.d.ts</a:t>
            </a:r>
          </a:p>
          <a:p>
            <a:pPr>
              <a:defRPr sz="1200"/>
            </a:pPr>
            <a:r>
              <a:t>D:/pasar_fix/node_modules/.bun/js-sha256@0.10.1/node_modules/js-sha256/LICENSE.txt</a:t>
            </a:r>
          </a:p>
          <a:p>
            <a:pPr>
              <a:defRPr sz="1200"/>
            </a:pPr>
            <a:r>
              <a:t>D:/pasar_fix/node_modules/.bun/js-sha256@0.10.1/node_modules/js-sha256/package.json</a:t>
            </a:r>
          </a:p>
          <a:p>
            <a:pPr>
              <a:defRPr sz="1200"/>
            </a:pPr>
            <a:r>
              <a:t>D:/pasar_fix/node_modules/.bun/js-sha256@0.10.1/node_modules/js-sha256/README.md</a:t>
            </a:r>
          </a:p>
          <a:p>
            <a:pPr>
              <a:defRPr sz="1200"/>
            </a:pPr>
            <a:r>
              <a:t>D:/pasar_fix/node_modules/.bun/js-sha256@0.10.1/node_modules/js-sha256/build/sha256.min.js</a:t>
            </a:r>
          </a:p>
          <a:p>
            <a:pPr>
              <a:defRPr sz="1200"/>
            </a:pPr>
            <a:r>
              <a:t>D:/pasar_fix/node_modules/.bun/js-sha256@0.10.1/node_modules/js-sha256/src/sha256.js</a:t>
            </a:r>
          </a:p>
          <a:p>
            <a:pPr>
              <a:defRPr sz="1200"/>
            </a:pPr>
            <a:r>
              <a:t>D:/pasar_fix/node_modules/.bun/js-tokens@4.0.0/node_modules/js-tokens/CHANGELOG.md</a:t>
            </a:r>
          </a:p>
          <a:p>
            <a:pPr>
              <a:defRPr sz="1200"/>
            </a:pPr>
            <a:r>
              <a:t>D:/pasar_fix/node_modules/.bun/js-tokens@4.0.0/node_modules/js-tokens/index.js</a:t>
            </a:r>
          </a:p>
          <a:p>
            <a:pPr>
              <a:defRPr sz="1200"/>
            </a:pPr>
            <a:r>
              <a:t>D:/pasar_fix/node_modules/.bun/js-tokens@4.0.0/node_modules/js-tokens/LICENSE</a:t>
            </a:r>
          </a:p>
          <a:p>
            <a:pPr>
              <a:defRPr sz="1200"/>
            </a:pPr>
            <a:r>
              <a:t>D:/pasar_fix/node_modules/.bun/js-tokens@4.0.0/node_modules/js-tokens/package.json</a:t>
            </a:r>
          </a:p>
          <a:p>
            <a:pPr>
              <a:defRPr sz="1200"/>
            </a:pPr>
            <a:r>
              <a:t>D:/pasar_fix/node_modules/.bun/js-tokens@4.0.0/node_modules/js-tokens/README.md</a:t>
            </a:r>
          </a:p>
          <a:p>
            <a:pPr>
              <a:defRPr sz="1200"/>
            </a:pPr>
            <a:r>
              <a:t>D:/pasar_fix/node_modules/.bun/js-tokens@9.0.1/node_modules/js-tokens/index.d.ts</a:t>
            </a:r>
          </a:p>
          <a:p>
            <a:pPr>
              <a:defRPr sz="1200"/>
            </a:pPr>
            <a:r>
              <a:t>D:/pasar_fix/node_modules/.bun/js-tokens@9.0.1/node_modules/js-tokens/index.js</a:t>
            </a:r>
          </a:p>
          <a:p>
            <a:pPr>
              <a:defRPr sz="1200"/>
            </a:pPr>
            <a:r>
              <a:t>D:/pasar_fix/node_modules/.bun/js-tokens@9.0.1/node_modules/js-tokens/LICENSE</a:t>
            </a:r>
          </a:p>
          <a:p>
            <a:pPr>
              <a:defRPr sz="1200"/>
            </a:pPr>
            <a:r>
              <a:t>D:/pasar_fix/node_modules/.bun/js-tokens@9.0.1/node_modules/js-tokens/package.json</a:t>
            </a:r>
          </a:p>
          <a:p>
            <a:pPr>
              <a:defRPr sz="1200"/>
            </a:pPr>
            <a:r>
              <a:t>D:/pasar_fix/node_modules/.bun/js-tokens@9.0.1/node_modules/js-tokens/README.md</a:t>
            </a:r>
          </a:p>
          <a:p>
            <a:pPr>
              <a:defRPr sz="1200"/>
            </a:pPr>
            <a:r>
              <a:t>D:/pasar_fix/node_modules/.bun/js-yaml@3.14.1/node_modules/.bin/esparse.bunx</a:t>
            </a:r>
          </a:p>
          <a:p>
            <a:pPr>
              <a:defRPr sz="1200"/>
            </a:pPr>
            <a:r>
              <a:t>D:/pasar_fix/node_modules/.bun/js-yaml@3.14.1/node_modules/.bin/esparse.exe</a:t>
            </a:r>
          </a:p>
          <a:p>
            <a:pPr>
              <a:defRPr sz="1200"/>
            </a:pPr>
            <a:r>
              <a:t>D:/pasar_fix/node_modules/.bun/js-yaml@3.14.1/node_modules/.bin/esvalidate.bunx</a:t>
            </a:r>
          </a:p>
          <a:p>
            <a:pPr>
              <a:defRPr sz="1200"/>
            </a:pPr>
            <a:r>
              <a:t>D:/pasar_fix/node_modules/.bun/js-yaml@3.14.1/node_modules/.bin/esvalidate.exe</a:t>
            </a:r>
          </a:p>
          <a:p>
            <a:pPr>
              <a:defRPr sz="1200"/>
            </a:pPr>
            <a:r>
              <a:t>D:/pasar_fix/node_modules/.bun/js-yaml@3.14.1/node_modules/.bin/js-yaml.bunx</a:t>
            </a:r>
          </a:p>
          <a:p>
            <a:pPr>
              <a:defRPr sz="1200"/>
            </a:pPr>
            <a:r>
              <a:t>D:/pasar_fix/node_modules/.bun/js-yaml@3.14.1/node_modules/.bin/js-yaml.exe</a:t>
            </a:r>
          </a:p>
          <a:p>
            <a:pPr>
              <a:defRPr sz="1200"/>
            </a:pPr>
            <a:r>
              <a:t>D:/pasar_fix/node_modules/.bun/js-yaml@3.14.1/node_modules/js-yaml/CHANGELOG.md</a:t>
            </a:r>
          </a:p>
          <a:p>
            <a:pPr>
              <a:defRPr sz="1200"/>
            </a:pPr>
            <a:r>
              <a:t>D:/pasar_fix/node_modules/.bun/js-yaml@3.14.1/node_modules/js-yaml/index.js</a:t>
            </a:r>
          </a:p>
          <a:p>
            <a:pPr>
              <a:defRPr sz="1200"/>
            </a:pPr>
            <a:r>
              <a:t>D:/pasar_fix/node_modules/.bun/js-yaml@3.14.1/node_modules/js-yaml/LICENSE</a:t>
            </a:r>
          </a:p>
          <a:p>
            <a:pPr>
              <a:defRPr sz="1200"/>
            </a:pPr>
            <a:r>
              <a:t>D:/pasar_fix/node_modules/.bun/js-yaml@3.14.1/node_modules/js-yaml/package.json</a:t>
            </a:r>
          </a:p>
          <a:p>
            <a:pPr>
              <a:defRPr sz="1200"/>
            </a:pPr>
            <a:r>
              <a:t>D:/pasar_fix/node_modules/.bun/js-yaml@3.14.1/node_modules/js-yaml/README.md</a:t>
            </a:r>
          </a:p>
          <a:p>
            <a:pPr>
              <a:defRPr sz="1200"/>
            </a:pPr>
            <a:r>
              <a:t>D:/pasar_fix/node_modules/.bun/js-yaml@3.14.1/node_modules/js-yaml/bin/js-yaml.js</a:t>
            </a:r>
          </a:p>
          <a:p>
            <a:pPr>
              <a:defRPr sz="1200"/>
            </a:pPr>
            <a:r>
              <a:t>D:/pasar_fix/node_modules/.bun/js-yaml@3.14.1/node_modules/js-yaml/dist/js-yaml.js</a:t>
            </a:r>
          </a:p>
          <a:p>
            <a:pPr>
              <a:defRPr sz="1200"/>
            </a:pPr>
            <a:r>
              <a:t>D:/pasar_fix/node_modules/.bun/js-yaml@3.14.1/node_modules/js-yaml/dist/js-yaml.min.js</a:t>
            </a:r>
          </a:p>
          <a:p>
            <a:pPr>
              <a:defRPr sz="1200"/>
            </a:pPr>
            <a:r>
              <a:t>D:/pasar_fix/node_modules/.bun/js-yaml@3.14.1/node_modules/js-yaml/lib/js-yaml.js</a:t>
            </a:r>
          </a:p>
          <a:p>
            <a:pPr>
              <a:defRPr sz="1200"/>
            </a:pPr>
            <a:r>
              <a:t>D:/pasar_fix/node_modules/.bun/js-yaml@3.14.1/node_modules/js-yaml/lib/js-yaml/common.js</a:t>
            </a:r>
          </a:p>
          <a:p>
            <a:pPr>
              <a:defRPr sz="1200"/>
            </a:pPr>
            <a:r>
              <a:t>D:/pasar_fix/node_modules/.bun/js-yaml@3.14.1/node_modules/js-yaml/lib/js-yaml/dumper.js</a:t>
            </a:r>
          </a:p>
          <a:p>
            <a:pPr>
              <a:defRPr sz="1200"/>
            </a:pPr>
            <a:r>
              <a:t>D:/pasar_fix/node_modules/.bun/js-yaml@3.14.1/node_modules/js-yaml/lib/js-yaml/exception.js</a:t>
            </a:r>
          </a:p>
          <a:p>
            <a:pPr>
              <a:defRPr sz="1200"/>
            </a:pPr>
            <a:r>
              <a:t>D:/pasar_fix/node_modules/.bun/js-yaml@3.14.1/node_modules/js-yaml/lib/js-yaml/loader.js</a:t>
            </a:r>
          </a:p>
          <a:p>
            <a:pPr>
              <a:defRPr sz="1200"/>
            </a:pPr>
            <a:r>
              <a:t>D:/pasar_fix/node_modules/.bun/js-yaml@3.14.1/node_modules/js-yaml/lib/js-yaml/mark.js</a:t>
            </a:r>
          </a:p>
          <a:p>
            <a:pPr>
              <a:defRPr sz="1200"/>
            </a:pPr>
            <a:r>
              <a:t>D:/pasar_fix/node_modules/.bun/js-yaml@3.14.1/node_modules/js-yaml/lib/js-yaml/schema.js</a:t>
            </a:r>
          </a:p>
          <a:p>
            <a:pPr>
              <a:defRPr sz="1200"/>
            </a:pPr>
            <a:r>
              <a:t>D:/pasar_fix/node_modules/.bun/js-yaml@3.14.1/node_modules/js-yaml/lib/js-yaml/type.js</a:t>
            </a:r>
          </a:p>
          <a:p>
            <a:pPr>
              <a:defRPr sz="1200"/>
            </a:pPr>
            <a:r>
              <a:t>D:/pasar_fix/node_modules/.bun/js-yaml@3.14.1/node_modules/js-yaml/lib/js-yaml/schema/core.js</a:t>
            </a:r>
          </a:p>
          <a:p>
            <a:pPr>
              <a:defRPr sz="1200"/>
            </a:pPr>
            <a:r>
              <a:t>D:/pasar_fix/node_modules/.bun/js-yaml@3.14.1/node_modules/js-yaml/lib/js-yaml/schema/default_full.js</a:t>
            </a:r>
          </a:p>
          <a:p>
            <a:pPr>
              <a:defRPr sz="1200"/>
            </a:pPr>
            <a:r>
              <a:t>D:/pasar_fix/node_modules/.bun/js-yaml@3.14.1/node_modules/js-yaml/lib/js-yaml/schema/default_safe.js</a:t>
            </a:r>
          </a:p>
          <a:p>
            <a:pPr>
              <a:defRPr sz="1200"/>
            </a:pPr>
            <a:r>
              <a:t>D:/pasar_fix/node_modules/.bun/js-yaml@3.14.1/node_modules/js-yaml/lib/js-yaml/schema/failsafe.js</a:t>
            </a:r>
          </a:p>
          <a:p>
            <a:pPr>
              <a:defRPr sz="1200"/>
            </a:pPr>
            <a:r>
              <a:t>D:/pasar_fix/node_modules/.bun/js-yaml@3.14.1/node_modules/js-yaml/lib/js-yaml/schema/json.js</a:t>
            </a:r>
          </a:p>
          <a:p>
            <a:pPr>
              <a:defRPr sz="1200"/>
            </a:pPr>
            <a:r>
              <a:t>D:/pasar_fix/node_modules/.bun/js-yaml@3.14.1/node_modules/js-yaml/lib/js-yaml/type/binary.js</a:t>
            </a:r>
          </a:p>
          <a:p>
            <a:pPr>
              <a:defRPr sz="1200"/>
            </a:pPr>
            <a:r>
              <a:t>D:/pasar_fix/node_modules/.bun/js-yaml@3.14.1/node_modules/js-yaml/lib/js-yaml/type/bool.js</a:t>
            </a:r>
          </a:p>
          <a:p>
            <a:pPr>
              <a:defRPr sz="1200"/>
            </a:pPr>
            <a:r>
              <a:t>D:/pasar_fix/node_modules/.bun/js-yaml@3.14.1/node_modules/js-yaml/lib/js-yaml/type/float.js</a:t>
            </a:r>
          </a:p>
          <a:p>
            <a:pPr>
              <a:defRPr sz="1200"/>
            </a:pPr>
            <a:r>
              <a:t>D:/pasar_fix/node_modules/.bun/js-yaml@3.14.1/node_modules/js-yaml/lib/js-yaml/type/int.js</a:t>
            </a:r>
          </a:p>
          <a:p>
            <a:pPr>
              <a:defRPr sz="1200"/>
            </a:pPr>
            <a:r>
              <a:t>D:/pasar_fix/node_modules/.bun/js-yaml@3.14.1/node_modules/js-yaml/lib/js-yaml/type/map.js</a:t>
            </a:r>
          </a:p>
          <a:p>
            <a:pPr>
              <a:defRPr sz="1200"/>
            </a:pPr>
            <a:r>
              <a:t>D:/pasar_fix/node_modules/.bun/js-yaml@3.14.1/node_modules/js-yaml/lib/js-yaml/type/merge.js</a:t>
            </a:r>
          </a:p>
          <a:p>
            <a:pPr>
              <a:defRPr sz="1200"/>
            </a:pPr>
            <a:r>
              <a:t>D:/pasar_fix/node_modules/.bun/js-yaml@3.14.1/node_modules/js-yaml/lib/js-yaml/type/null.js</a:t>
            </a:r>
          </a:p>
          <a:p>
            <a:pPr>
              <a:defRPr sz="1200"/>
            </a:pPr>
            <a:r>
              <a:t>D:/pasar_fix/node_modules/.bun/js-yaml@3.14.1/node_modules/js-yaml/lib/js-yaml/type/omap.js</a:t>
            </a:r>
          </a:p>
          <a:p>
            <a:pPr>
              <a:defRPr sz="1200"/>
            </a:pPr>
            <a:r>
              <a:t>D:/pasar_fix/node_modules/.bun/js-yaml@3.14.1/node_modules/js-yaml/lib/js-yaml/type/pairs.js</a:t>
            </a:r>
          </a:p>
          <a:p>
            <a:pPr>
              <a:defRPr sz="1200"/>
            </a:pPr>
            <a:r>
              <a:t>D:/pasar_fix/node_modules/.bun/js-yaml@3.14.1/node_modules/js-yaml/lib/js-yaml/type/seq.js</a:t>
            </a:r>
          </a:p>
          <a:p>
            <a:pPr>
              <a:defRPr sz="1200"/>
            </a:pPr>
            <a:r>
              <a:t>D:/pasar_fix/node_modules/.bun/js-yaml@3.14.1/node_modules/js-yaml/lib/js-yaml/type/set.js</a:t>
            </a:r>
          </a:p>
          <a:p>
            <a:pPr>
              <a:defRPr sz="1200"/>
            </a:pPr>
            <a:r>
              <a:t>D:/pasar_fix/node_modules/.bun/js-yaml@3.14.1/node_modules/js-yaml/lib/js-yaml/type/str.js</a:t>
            </a:r>
          </a:p>
          <a:p>
            <a:pPr>
              <a:defRPr sz="1200"/>
            </a:pPr>
            <a:r>
              <a:t>D:/pasar_fix/node_modules/.bun/js-yaml@3.14.1/node_modules/js-yaml/lib/js-yaml/type/timestamp.js</a:t>
            </a:r>
          </a:p>
          <a:p>
            <a:pPr>
              <a:defRPr sz="1200"/>
            </a:pPr>
            <a:r>
              <a:t>D:/pasar_fix/node_modules/.bun/js-yaml@3.14.1/node_modules/js-yaml/lib/js-yaml/type/js/function.js</a:t>
            </a:r>
          </a:p>
          <a:p>
            <a:pPr>
              <a:defRPr sz="1200"/>
            </a:pPr>
            <a:r>
              <a:t>D:/pasar_fix/node_modules/.bun/js-yaml@3.14.1/node_modules/js-yaml/lib/js-yaml/type/js/regexp.js</a:t>
            </a:r>
          </a:p>
          <a:p>
            <a:pPr>
              <a:defRPr sz="1200"/>
            </a:pPr>
            <a:r>
              <a:t>D:/pasar_fix/node_modules/.bun/js-yaml@3.14.1/node_modules/js-yaml/lib/js-yaml/type/js/undefined.js</a:t>
            </a:r>
          </a:p>
          <a:p>
            <a:pPr>
              <a:defRPr sz="1200"/>
            </a:pPr>
            <a:r>
              <a:t>D:/pasar_fix/node_modules/.bun/js-yaml@4.1.1/node_modules/.bin/js-yaml.bunx</a:t>
            </a:r>
          </a:p>
          <a:p>
            <a:pPr>
              <a:defRPr sz="1200"/>
            </a:pPr>
            <a:r>
              <a:t>D:/pasar_fix/node_modules/.bun/js-yaml@4.1.1/node_modules/.bin/js-yaml.exe</a:t>
            </a:r>
          </a:p>
          <a:p>
            <a:pPr>
              <a:defRPr sz="1200"/>
            </a:pPr>
            <a:r>
              <a:t>D:/pasar_fix/node_modules/.bun/js-yaml@4.1.1/node_modules/js-yaml/index.js</a:t>
            </a:r>
          </a:p>
          <a:p>
            <a:pPr>
              <a:defRPr sz="1200"/>
            </a:pPr>
            <a:r>
              <a:t>D:/pasar_fix/node_modules/.bun/js-yaml@4.1.1/node_modules/js-yaml/LICENSE</a:t>
            </a:r>
          </a:p>
          <a:p>
            <a:pPr>
              <a:defRPr sz="1200"/>
            </a:pPr>
            <a:r>
              <a:t>D:/pasar_fix/node_modules/.bun/js-yaml@4.1.1/node_modules/js-yaml/package.json</a:t>
            </a:r>
          </a:p>
          <a:p>
            <a:pPr>
              <a:defRPr sz="1200"/>
            </a:pPr>
            <a:r>
              <a:t>D:/pasar_fix/node_modules/.bun/js-yaml@4.1.1/node_modules/js-yaml/README.md</a:t>
            </a:r>
          </a:p>
          <a:p>
            <a:pPr>
              <a:defRPr sz="1200"/>
            </a:pPr>
            <a:r>
              <a:t>D:/pasar_fix/node_modules/.bun/js-yaml@4.1.1/node_modules/js-yaml/bin/js-yaml.js</a:t>
            </a:r>
          </a:p>
          <a:p>
            <a:pPr>
              <a:defRPr sz="1200"/>
            </a:pPr>
            <a:r>
              <a:t>D:/pasar_fix/node_modules/.bun/js-yaml@4.1.1/node_modules/js-yaml/dist/js-yaml.js</a:t>
            </a:r>
          </a:p>
          <a:p>
            <a:pPr>
              <a:defRPr sz="1200"/>
            </a:pPr>
            <a:r>
              <a:t>D:/pasar_fix/node_modules/.bun/js-yaml@4.1.1/node_modules/js-yaml/dist/js-yaml.min.js</a:t>
            </a:r>
          </a:p>
          <a:p>
            <a:pPr>
              <a:defRPr sz="1200"/>
            </a:pPr>
            <a:r>
              <a:t>D:/pasar_fix/node_modules/.bun/js-yaml@4.1.1/node_modules/js-yaml/dist/js-yaml.mjs</a:t>
            </a:r>
          </a:p>
          <a:p>
            <a:pPr>
              <a:defRPr sz="1200"/>
            </a:pPr>
            <a:r>
              <a:t>D:/pasar_fix/node_modules/.bun/js-yaml@4.1.1/node_modules/js-yaml/lib/common.js</a:t>
            </a:r>
          </a:p>
          <a:p>
            <a:pPr>
              <a:defRPr sz="1200"/>
            </a:pPr>
            <a:r>
              <a:t>D:/pasar_fix/node_modules/.bun/js-yaml@4.1.1/node_modules/js-yaml/lib/dumper.js</a:t>
            </a:r>
          </a:p>
          <a:p>
            <a:pPr>
              <a:defRPr sz="1200"/>
            </a:pPr>
            <a:r>
              <a:t>D:/pasar_fix/node_modules/.bun/js-yaml@4.1.1/node_modules/js-yaml/lib/exception.js</a:t>
            </a:r>
          </a:p>
          <a:p>
            <a:pPr>
              <a:defRPr sz="1200"/>
            </a:pPr>
            <a:r>
              <a:t>D:/pasar_fix/node_modules/.bun/js-yaml@4.1.1/node_modules/js-yaml/lib/loader.js</a:t>
            </a:r>
          </a:p>
          <a:p>
            <a:pPr>
              <a:defRPr sz="1200"/>
            </a:pPr>
            <a:r>
              <a:t>D:/pasar_fix/node_modules/.bun/js-yaml@4.1.1/node_modules/js-yaml/lib/schema.js</a:t>
            </a:r>
          </a:p>
          <a:p>
            <a:pPr>
              <a:defRPr sz="1200"/>
            </a:pPr>
            <a:r>
              <a:t>D:/pasar_fix/node_modules/.bun/js-yaml@4.1.1/node_modules/js-yaml/lib/snippet.js</a:t>
            </a:r>
          </a:p>
          <a:p>
            <a:pPr>
              <a:defRPr sz="1200"/>
            </a:pPr>
            <a:r>
              <a:t>D:/pasar_fix/node_modules/.bun/js-yaml@4.1.1/node_modules/js-yaml/lib/type.js</a:t>
            </a:r>
          </a:p>
          <a:p>
            <a:pPr>
              <a:defRPr sz="1200"/>
            </a:pPr>
            <a:r>
              <a:t>D:/pasar_fix/node_modules/.bun/js-yaml@4.1.1/node_modules/js-yaml/lib/schema/core.js</a:t>
            </a:r>
          </a:p>
          <a:p>
            <a:pPr>
              <a:defRPr sz="1200"/>
            </a:pPr>
            <a:r>
              <a:t>D:/pasar_fix/node_modules/.bun/js-yaml@4.1.1/node_modules/js-yaml/lib/schema/default.js</a:t>
            </a:r>
          </a:p>
          <a:p>
            <a:pPr>
              <a:defRPr sz="1200"/>
            </a:pPr>
            <a:r>
              <a:t>D:/pasar_fix/node_modules/.bun/js-yaml@4.1.1/node_modules/js-yaml/lib/schema/failsafe.js</a:t>
            </a:r>
          </a:p>
          <a:p>
            <a:pPr>
              <a:defRPr sz="1200"/>
            </a:pPr>
            <a:r>
              <a:t>D:/pasar_fix/node_modules/.bun/js-yaml@4.1.1/node_modules/js-yaml/lib/schema/json.js</a:t>
            </a:r>
          </a:p>
          <a:p>
            <a:pPr>
              <a:defRPr sz="1200"/>
            </a:pPr>
            <a:r>
              <a:t>D:/pasar_fix/node_modules/.bun/js-yaml@4.1.1/node_modules/js-yaml/lib/type/binary.js</a:t>
            </a:r>
          </a:p>
          <a:p>
            <a:pPr>
              <a:defRPr sz="1200"/>
            </a:pPr>
            <a:r>
              <a:t>D:/pasar_fix/node_modules/.bun/js-yaml@4.1.1/node_modules/js-yaml/lib/type/bool.js</a:t>
            </a:r>
          </a:p>
          <a:p>
            <a:pPr>
              <a:defRPr sz="1200"/>
            </a:pPr>
            <a:r>
              <a:t>D:/pasar_fix/node_modules/.bun/js-yaml@4.1.1/node_modules/js-yaml/lib/type/float.js</a:t>
            </a:r>
          </a:p>
          <a:p>
            <a:pPr>
              <a:defRPr sz="1200"/>
            </a:pPr>
            <a:r>
              <a:t>D:/pasar_fix/node_modules/.bun/js-yaml@4.1.1/node_modules/js-yaml/lib/type/int.js</a:t>
            </a:r>
          </a:p>
          <a:p>
            <a:pPr>
              <a:defRPr sz="1200"/>
            </a:pPr>
            <a:r>
              <a:t>D:/pasar_fix/node_modules/.bun/js-yaml@4.1.1/node_modules/js-yaml/lib/type/map.js</a:t>
            </a:r>
          </a:p>
          <a:p>
            <a:pPr>
              <a:defRPr sz="1200"/>
            </a:pPr>
            <a:r>
              <a:t>D:/pasar_fix/node_modules/.bun/js-yaml@4.1.1/node_modules/js-yaml/lib/type/merge.js</a:t>
            </a:r>
          </a:p>
          <a:p>
            <a:pPr>
              <a:defRPr sz="1200"/>
            </a:pPr>
            <a:r>
              <a:t>D:/pasar_fix/node_modules/.bun/js-yaml@4.1.1/node_modules/js-yaml/lib/type/null.js</a:t>
            </a:r>
          </a:p>
          <a:p>
            <a:pPr>
              <a:defRPr sz="1200"/>
            </a:pPr>
            <a:r>
              <a:t>D:/pasar_fix/node_modules/.bun/js-yaml@4.1.1/node_modules/js-yaml/lib/type/omap.js</a:t>
            </a:r>
          </a:p>
          <a:p>
            <a:pPr>
              <a:defRPr sz="1200"/>
            </a:pPr>
            <a:r>
              <a:t>D:/pasar_fix/node_modules/.bun/js-yaml@4.1.1/node_modules/js-yaml/lib/type/pairs.js</a:t>
            </a:r>
          </a:p>
          <a:p>
            <a:pPr>
              <a:defRPr sz="1200"/>
            </a:pPr>
            <a:r>
              <a:t>D:/pasar_fix/node_modules/.bun/js-yaml@4.1.1/node_modules/js-yaml/lib/type/seq.js</a:t>
            </a:r>
          </a:p>
          <a:p>
            <a:pPr>
              <a:defRPr sz="1200"/>
            </a:pPr>
            <a:r>
              <a:t>D:/pasar_fix/node_modules/.bun/js-yaml@4.1.1/node_modules/js-yaml/lib/type/set.js</a:t>
            </a:r>
          </a:p>
          <a:p>
            <a:pPr>
              <a:defRPr sz="1200"/>
            </a:pPr>
            <a:r>
              <a:t>D:/pasar_fix/node_modules/.bun/js-yaml@4.1.1/node_modules/js-yaml/lib/type/str.js</a:t>
            </a:r>
          </a:p>
          <a:p>
            <a:pPr>
              <a:defRPr sz="1200"/>
            </a:pPr>
            <a:r>
              <a:t>D:/pasar_fix/node_modules/.bun/js-yaml@4.1.1/node_modules/js-yaml/lib/type/timestamp.js</a:t>
            </a:r>
          </a:p>
          <a:p>
            <a:pPr>
              <a:defRPr sz="1200"/>
            </a:pPr>
            <a:r>
              <a:t>D:/pasar_fix/node_modules/.bun/jsdom@26.1.0/node_modules/jsdom/LICENSE.txt</a:t>
            </a:r>
          </a:p>
          <a:p>
            <a:pPr>
              <a:defRPr sz="1200"/>
            </a:pPr>
            <a:r>
              <a:t>D:/pasar_fix/node_modules/.bun/jsdom@26.1.0/node_modules/jsdom/package.json</a:t>
            </a:r>
          </a:p>
          <a:p>
            <a:pPr>
              <a:defRPr sz="1200"/>
            </a:pPr>
            <a:r>
              <a:t>D:/pasar_fix/node_modules/.bun/jsdom@26.1.0/node_modules/jsdom/README.md</a:t>
            </a:r>
          </a:p>
          <a:p>
            <a:pPr>
              <a:defRPr sz="1200"/>
            </a:pPr>
            <a:r>
              <a:t>D:/pasar_fix/node_modules/.bun/jsdom@26.1.0/node_modules/jsdom/lib/api.js</a:t>
            </a:r>
          </a:p>
          <a:p>
            <a:pPr>
              <a:defRPr sz="1200"/>
            </a:pPr>
            <a:r>
              <a:t>D:/pasar_fix/node_modules/.bun/jsdom@26.1.0/node_modules/jsdom/lib/jsdom/named-properties-tracker.js</a:t>
            </a:r>
          </a:p>
          <a:p>
            <a:pPr>
              <a:defRPr sz="1200"/>
            </a:pPr>
            <a:r>
              <a:t>D:/pasar_fix/node_modules/.bun/jsdom@26.1.0/node_modules/jsdom/lib/jsdom/utils.js</a:t>
            </a:r>
          </a:p>
          <a:p>
            <a:pPr>
              <a:defRPr sz="1200"/>
            </a:pPr>
            <a:r>
              <a:t>D:/pasar_fix/node_modules/.bun/jsdom@26.1.0/node_modules/jsdom/lib/jsdom/virtual-console.js</a:t>
            </a:r>
          </a:p>
          <a:p>
            <a:pPr>
              <a:defRPr sz="1200"/>
            </a:pPr>
            <a:r>
              <a:t>D:/pasar_fix/node_modules/.bun/jsdom@26.1.0/node_modules/jsdom/lib/jsdom/browser/default-stylesheet.js</a:t>
            </a:r>
          </a:p>
          <a:p>
            <a:pPr>
              <a:defRPr sz="1200"/>
            </a:pPr>
            <a:r>
              <a:t>D:/pasar_fix/node_modules/.bun/jsdom@26.1.0/node_modules/jsdom/lib/jsdom/browser/js-globals.json</a:t>
            </a:r>
          </a:p>
          <a:p>
            <a:pPr>
              <a:defRPr sz="1200"/>
            </a:pPr>
            <a:r>
              <a:t>D:/pasar_fix/node_modules/.bun/jsdom@26.1.0/node_modules/jsdom/lib/jsdom/browser/not-implemented.js</a:t>
            </a:r>
          </a:p>
          <a:p>
            <a:pPr>
              <a:defRPr sz="1200"/>
            </a:pPr>
            <a:r>
              <a:t>D:/pasar_fix/node_modules/.bun/jsdom@26.1.0/node_modules/jsdom/lib/jsdom/browser/Window.js</a:t>
            </a:r>
          </a:p>
          <a:p>
            <a:pPr>
              <a:defRPr sz="1200"/>
            </a:pPr>
            <a:r>
              <a:t>D:/pasar_fix/node_modules/.bun/jsdom@26.1.0/node_modules/jsdom/lib/jsdom/browser/parser/html.js</a:t>
            </a:r>
          </a:p>
          <a:p>
            <a:pPr>
              <a:defRPr sz="1200"/>
            </a:pPr>
            <a:r>
              <a:t>D:/pasar_fix/node_modules/.bun/jsdom@26.1.0/node_modules/jsdom/lib/jsdom/browser/parser/index.js</a:t>
            </a:r>
          </a:p>
          <a:p>
            <a:pPr>
              <a:defRPr sz="1200"/>
            </a:pPr>
            <a:r>
              <a:t>D:/pasar_fix/node_modules/.bun/jsdom@26.1.0/node_modules/jsdom/lib/jsdom/browser/parser/xml.js</a:t>
            </a:r>
          </a:p>
          <a:p>
            <a:pPr>
              <a:defRPr sz="1200"/>
            </a:pPr>
            <a:r>
              <a:t>D:/pasar_fix/node_modules/.bun/jsdom@26.1.0/node_modules/jsdom/lib/jsdom/browser/resources/async-resource-queue.js</a:t>
            </a:r>
          </a:p>
          <a:p>
            <a:pPr>
              <a:defRPr sz="1200"/>
            </a:pPr>
            <a:r>
              <a:t>D:/pasar_fix/node_modules/.bun/jsdom@26.1.0/node_modules/jsdom/lib/jsdom/browser/resources/no-op-resource-loader.js</a:t>
            </a:r>
          </a:p>
          <a:p>
            <a:pPr>
              <a:defRPr sz="1200"/>
            </a:pPr>
            <a:r>
              <a:t>D:/pasar_fix/node_modules/.bun/jsdom@26.1.0/node_modules/jsdom/lib/jsdom/browser/resources/per-document-resource-loader.js</a:t>
            </a:r>
          </a:p>
          <a:p>
            <a:pPr>
              <a:defRPr sz="1200"/>
            </a:pPr>
            <a:r>
              <a:t>D:/pasar_fix/node_modules/.bun/jsdom@26.1.0/node_modules/jsdom/lib/jsdom/browser/resources/request-manager.js</a:t>
            </a:r>
          </a:p>
          <a:p>
            <a:pPr>
              <a:defRPr sz="1200"/>
            </a:pPr>
            <a:r>
              <a:t>D:/pasar_fix/node_modules/.bun/jsdom@26.1.0/node_modules/jsdom/lib/jsdom/browser/resources/resource-loader.js</a:t>
            </a:r>
          </a:p>
          <a:p>
            <a:pPr>
              <a:defRPr sz="1200"/>
            </a:pPr>
            <a:r>
              <a:t>D:/pasar_fix/node_modules/.bun/jsdom@26.1.0/node_modules/jsdom/lib/jsdom/browser/resources/resource-queue.js</a:t>
            </a:r>
          </a:p>
          <a:p>
            <a:pPr>
              <a:defRPr sz="1200"/>
            </a:pPr>
            <a:r>
              <a:t>D:/pasar_fix/node_modules/.bun/jsdom@26.1.0/node_modules/jsdom/lib/jsdom/level2/style.js</a:t>
            </a:r>
          </a:p>
          <a:p>
            <a:pPr>
              <a:defRPr sz="1200"/>
            </a:pPr>
            <a:r>
              <a:t>D:/pasar_fix/node_modules/.bun/jsdom@26.1.0/node_modules/jsdom/lib/jsdom/level3/xpath.js</a:t>
            </a:r>
          </a:p>
          <a:p>
            <a:pPr>
              <a:defRPr sz="1200"/>
            </a:pPr>
            <a:r>
              <a:t>D:/pasar_fix/node_modules/.bun/jsdom@26.1.0/node_modules/jsdom/lib/jsdom/living/attributes.js</a:t>
            </a:r>
          </a:p>
          <a:p>
            <a:pPr>
              <a:defRPr sz="1200"/>
            </a:pPr>
            <a:r>
              <a:t>D:/pasar_fix/node_modules/.bun/jsdom@26.1.0/node_modules/jsdom/lib/jsdom/living/documents.js</a:t>
            </a:r>
          </a:p>
          <a:p>
            <a:pPr>
              <a:defRPr sz="1200"/>
            </a:pPr>
            <a:r>
              <a:t>D:/pasar_fix/node_modules/.bun/jsdom@26.1.0/node_modules/jsdom/lib/jsdom/living/interfaces.js</a:t>
            </a:r>
          </a:p>
          <a:p>
            <a:pPr>
              <a:defRPr sz="1200"/>
            </a:pPr>
            <a:r>
              <a:t>D:/pasar_fix/node_modules/.bun/jsdom@26.1.0/node_modules/jsdom/lib/jsdom/living/named-properties-window.js</a:t>
            </a:r>
          </a:p>
          <a:p>
            <a:pPr>
              <a:defRPr sz="1200"/>
            </a:pPr>
            <a:r>
              <a:t>D:/pasar_fix/node_modules/.bun/jsdom@26.1.0/node_modules/jsdom/lib/jsdom/living/node-document-position.js</a:t>
            </a:r>
          </a:p>
          <a:p>
            <a:pPr>
              <a:defRPr sz="1200"/>
            </a:pPr>
            <a:r>
              <a:t>D:/pasar_fix/node_modules/.bun/jsdom@26.1.0/node_modules/jsdom/lib/jsdom/living/node-type.js</a:t>
            </a:r>
          </a:p>
          <a:p>
            <a:pPr>
              <a:defRPr sz="1200"/>
            </a:pPr>
            <a:r>
              <a:t>D:/pasar_fix/node_modules/.bun/jsdom@26.1.0/node_modules/jsdom/lib/jsdom/living/node.js</a:t>
            </a:r>
          </a:p>
          <a:p>
            <a:pPr>
              <a:defRPr sz="1200"/>
            </a:pPr>
            <a:r>
              <a:t>D:/pasar_fix/node_modules/.bun/jsdom@26.1.0/node_modules/jsdom/lib/jsdom/living/aborting/AbortController-impl.js</a:t>
            </a:r>
          </a:p>
          <a:p>
            <a:pPr>
              <a:defRPr sz="1200"/>
            </a:pPr>
            <a:r>
              <a:t>D:/pasar_fix/node_modules/.bun/jsdom@26.1.0/node_modules/jsdom/lib/jsdom/living/aborting/AbortSignal-impl.js</a:t>
            </a:r>
          </a:p>
          <a:p>
            <a:pPr>
              <a:defRPr sz="1200"/>
            </a:pPr>
            <a:r>
              <a:t>D:/pasar_fix/node_modules/.bun/jsdom@26.1.0/node_modules/jsdom/lib/jsdom/living/attributes/Attr-impl.js</a:t>
            </a:r>
          </a:p>
          <a:p>
            <a:pPr>
              <a:defRPr sz="1200"/>
            </a:pPr>
            <a:r>
              <a:t>D:/pasar_fix/node_modules/.bun/jsdom@26.1.0/node_modules/jsdom/lib/jsdom/living/attributes/NamedNodeMap-impl.js</a:t>
            </a:r>
          </a:p>
          <a:p>
            <a:pPr>
              <a:defRPr sz="1200"/>
            </a:pPr>
            <a:r>
              <a:t>D:/pasar_fix/node_modules/.bun/jsdom@26.1.0/node_modules/jsdom/lib/jsdom/living/constraint-validation/DefaultConstraintValidation-impl.js</a:t>
            </a:r>
          </a:p>
          <a:p>
            <a:pPr>
              <a:defRPr sz="1200"/>
            </a:pPr>
            <a:r>
              <a:t>D:/pasar_fix/node_modules/.bun/jsdom@26.1.0/node_modules/jsdom/lib/jsdom/living/constraint-validation/ValidityState-impl.js</a:t>
            </a:r>
          </a:p>
          <a:p>
            <a:pPr>
              <a:defRPr sz="1200"/>
            </a:pPr>
            <a:r>
              <a:t>D:/pasar_fix/node_modules/.bun/jsdom@26.1.0/node_modules/jsdom/lib/jsdom/living/crypto/Crypto-impl.js</a:t>
            </a:r>
          </a:p>
          <a:p>
            <a:pPr>
              <a:defRPr sz="1200"/>
            </a:pPr>
            <a:r>
              <a:t>D:/pasar_fix/node_modules/.bun/jsdom@26.1.0/node_modules/jsdom/lib/jsdom/living/cssom/StyleSheetList-impl.js</a:t>
            </a:r>
          </a:p>
          <a:p>
            <a:pPr>
              <a:defRPr sz="1200"/>
            </a:pPr>
            <a:r>
              <a:t>D:/pasar_fix/node_modules/.bun/jsdom@26.1.0/node_modules/jsdom/lib/jsdom/living/custom-elements/CustomElementRegistry-impl.js</a:t>
            </a:r>
          </a:p>
          <a:p>
            <a:pPr>
              <a:defRPr sz="1200"/>
            </a:pPr>
            <a:r>
              <a:t>D:/pasar_fix/node_modules/.bun/jsdom@26.1.0/node_modules/jsdom/lib/jsdom/living/custom-elements/ElementInternals-impl.js</a:t>
            </a:r>
          </a:p>
          <a:p>
            <a:pPr>
              <a:defRPr sz="1200"/>
            </a:pPr>
            <a:r>
              <a:t>D:/pasar_fix/node_modules/.bun/jsdom@26.1.0/node_modules/jsdom/lib/jsdom/living/domparsing/DOMParser-impl.js</a:t>
            </a:r>
          </a:p>
          <a:p>
            <a:pPr>
              <a:defRPr sz="1200"/>
            </a:pPr>
            <a:r>
              <a:t>D:/pasar_fix/node_modules/.bun/jsdom@26.1.0/node_modules/jsdom/lib/jsdom/living/domparsing/InnerHTML-impl.js</a:t>
            </a:r>
          </a:p>
          <a:p>
            <a:pPr>
              <a:defRPr sz="1200"/>
            </a:pPr>
            <a:r>
              <a:t>D:/pasar_fix/node_modules/.bun/jsdom@26.1.0/node_modules/jsdom/lib/jsdom/living/domparsing/parse5-adapter-serialization.js</a:t>
            </a:r>
          </a:p>
          <a:p>
            <a:pPr>
              <a:defRPr sz="1200"/>
            </a:pPr>
            <a:r>
              <a:t>D:/pasar_fix/node_modules/.bun/jsdom@26.1.0/node_modules/jsdom/lib/jsdom/living/domparsing/serialization.js</a:t>
            </a:r>
          </a:p>
          <a:p>
            <a:pPr>
              <a:defRPr sz="1200"/>
            </a:pPr>
            <a:r>
              <a:t>D:/pasar_fix/node_modules/.bun/jsdom@26.1.0/node_modules/jsdom/lib/jsdom/living/domparsing/XMLSerializer-impl.js</a:t>
            </a:r>
          </a:p>
          <a:p>
            <a:pPr>
              <a:defRPr sz="1200"/>
            </a:pPr>
            <a:r>
              <a:t>D:/pasar_fix/node_modules/.bun/jsdom@26.1.0/node_modules/jsdom/lib/jsdom/living/events/CloseEvent-impl.js</a:t>
            </a:r>
          </a:p>
          <a:p>
            <a:pPr>
              <a:defRPr sz="1200"/>
            </a:pPr>
            <a:r>
              <a:t>D:/pasar_fix/node_modules/.bun/jsdom@26.1.0/node_modules/jsdom/lib/jsdom/living/events/CompositionEvent-impl.js</a:t>
            </a:r>
          </a:p>
          <a:p>
            <a:pPr>
              <a:defRPr sz="1200"/>
            </a:pPr>
            <a:r>
              <a:t>D:/pasar_fix/node_modules/.bun/jsdom@26.1.0/node_modules/jsdom/lib/jsdom/living/events/CustomEvent-impl.js</a:t>
            </a:r>
          </a:p>
          <a:p>
            <a:pPr>
              <a:defRPr sz="1200"/>
            </a:pPr>
            <a:r>
              <a:t>D:/pasar_fix/node_modules/.bun/jsdom@26.1.0/node_modules/jsdom/lib/jsdom/living/events/ErrorEvent-impl.js</a:t>
            </a:r>
          </a:p>
          <a:p>
            <a:pPr>
              <a:defRPr sz="1200"/>
            </a:pPr>
            <a:r>
              <a:t>D:/pasar_fix/node_modules/.bun/jsdom@26.1.0/node_modules/jsdom/lib/jsdom/living/events/Event-impl.js</a:t>
            </a:r>
          </a:p>
          <a:p>
            <a:pPr>
              <a:defRPr sz="1200"/>
            </a:pPr>
            <a:r>
              <a:t>D:/pasar_fix/node_modules/.bun/jsdom@26.1.0/node_modules/jsdom/lib/jsdom/living/events/EventModifierMixin-impl.js</a:t>
            </a:r>
          </a:p>
          <a:p>
            <a:pPr>
              <a:defRPr sz="1200"/>
            </a:pPr>
            <a:r>
              <a:t>D:/pasar_fix/node_modules/.bun/jsdom@26.1.0/node_modules/jsdom/lib/jsdom/living/events/EventTarget-impl.js</a:t>
            </a:r>
          </a:p>
          <a:p>
            <a:pPr>
              <a:defRPr sz="1200"/>
            </a:pPr>
            <a:r>
              <a:t>D:/pasar_fix/node_modules/.bun/jsdom@26.1.0/node_modules/jsdom/lib/jsdom/living/events/FocusEvent-impl.js</a:t>
            </a:r>
          </a:p>
          <a:p>
            <a:pPr>
              <a:defRPr sz="1200"/>
            </a:pPr>
            <a:r>
              <a:t>D:/pasar_fix/node_modules/.bun/jsdom@26.1.0/node_modules/jsdom/lib/jsdom/living/events/HashChangeEvent-impl.js</a:t>
            </a:r>
          </a:p>
          <a:p>
            <a:pPr>
              <a:defRPr sz="1200"/>
            </a:pPr>
            <a:r>
              <a:t>D:/pasar_fix/node_modules/.bun/jsdom@26.1.0/node_modules/jsdom/lib/jsdom/living/events/InputEvent-impl.js</a:t>
            </a:r>
          </a:p>
          <a:p>
            <a:pPr>
              <a:defRPr sz="1200"/>
            </a:pPr>
            <a:r>
              <a:t>D:/pasar_fix/node_modules/.bun/jsdom@26.1.0/node_modules/jsdom/lib/jsdom/living/events/KeyboardEvent-impl.js</a:t>
            </a:r>
          </a:p>
          <a:p>
            <a:pPr>
              <a:defRPr sz="1200"/>
            </a:pPr>
            <a:r>
              <a:t>D:/pasar_fix/node_modules/.bun/jsdom@26.1.0/node_modules/jsdom/lib/jsdom/living/events/MessageEvent-impl.js</a:t>
            </a:r>
          </a:p>
          <a:p>
            <a:pPr>
              <a:defRPr sz="1200"/>
            </a:pPr>
            <a:r>
              <a:t>D:/pasar_fix/node_modules/.bun/jsdom@26.1.0/node_modules/jsdom/lib/jsdom/living/events/MouseEvent-impl.js</a:t>
            </a:r>
          </a:p>
          <a:p>
            <a:pPr>
              <a:defRPr sz="1200"/>
            </a:pPr>
            <a:r>
              <a:t>D:/pasar_fix/node_modules/.bun/jsdom@26.1.0/node_modules/jsdom/lib/jsdom/living/events/PageTransitionEvent-impl.js</a:t>
            </a:r>
          </a:p>
          <a:p>
            <a:pPr>
              <a:defRPr sz="1200"/>
            </a:pPr>
            <a:r>
              <a:t>D:/pasar_fix/node_modules/.bun/jsdom@26.1.0/node_modules/jsdom/lib/jsdom/living/events/PopStateEvent-impl.js</a:t>
            </a:r>
          </a:p>
          <a:p>
            <a:pPr>
              <a:defRPr sz="1200"/>
            </a:pPr>
            <a:r>
              <a:t>D:/pasar_fix/node_modules/.bun/jsdom@26.1.0/node_modules/jsdom/lib/jsdom/living/events/ProgressEvent-impl.js</a:t>
            </a:r>
          </a:p>
          <a:p>
            <a:pPr>
              <a:defRPr sz="1200"/>
            </a:pPr>
            <a:r>
              <a:t>D:/pasar_fix/node_modules/.bun/jsdom@26.1.0/node_modules/jsdom/lib/jsdom/living/events/StorageEvent-impl.js</a:t>
            </a:r>
          </a:p>
          <a:p>
            <a:pPr>
              <a:defRPr sz="1200"/>
            </a:pPr>
            <a:r>
              <a:t>D:/pasar_fix/node_modules/.bun/jsdom@26.1.0/node_modules/jsdom/lib/jsdom/living/events/SubmitEvent-impl.js</a:t>
            </a:r>
          </a:p>
          <a:p>
            <a:pPr>
              <a:defRPr sz="1200"/>
            </a:pPr>
            <a:r>
              <a:t>D:/pasar_fix/node_modules/.bun/jsdom@26.1.0/node_modules/jsdom/lib/jsdom/living/events/TouchEvent-impl.js</a:t>
            </a:r>
          </a:p>
          <a:p>
            <a:pPr>
              <a:defRPr sz="1200"/>
            </a:pPr>
            <a:r>
              <a:t>D:/pasar_fix/node_modules/.bun/jsdom@26.1.0/node_modules/jsdom/lib/jsdom/living/events/UIEvent-impl.js</a:t>
            </a:r>
          </a:p>
          <a:p>
            <a:pPr>
              <a:defRPr sz="1200"/>
            </a:pPr>
            <a:r>
              <a:t>D:/pasar_fix/node_modules/.bun/jsdom@26.1.0/node_modules/jsdom/lib/jsdom/living/events/WheelEvent-impl.js</a:t>
            </a:r>
          </a:p>
          <a:p>
            <a:pPr>
              <a:defRPr sz="1200"/>
            </a:pPr>
            <a:r>
              <a:t>D:/pasar_fix/node_modules/.bun/jsdom@26.1.0/node_modules/jsdom/lib/jsdom/living/fetch/header-list.js</a:t>
            </a:r>
          </a:p>
          <a:p>
            <a:pPr>
              <a:defRPr sz="1200"/>
            </a:pPr>
            <a:r>
              <a:t>D:/pasar_fix/node_modules/.bun/jsdom@26.1.0/node_modules/jsdom/lib/jsdom/living/fetch/header-types.js</a:t>
            </a:r>
          </a:p>
          <a:p>
            <a:pPr>
              <a:defRPr sz="1200"/>
            </a:pPr>
            <a:r>
              <a:t>D:/pasar_fix/node_modules/.bun/jsdom@26.1.0/node_modules/jsdom/lib/jsdom/living/fetch/Headers-impl.js</a:t>
            </a:r>
          </a:p>
          <a:p>
            <a:pPr>
              <a:defRPr sz="1200"/>
            </a:pPr>
            <a:r>
              <a:t>D:/pasar_fix/node_modules/.bun/jsdom@26.1.0/node_modules/jsdom/lib/jsdom/living/file-api/Blob-impl.js</a:t>
            </a:r>
          </a:p>
          <a:p>
            <a:pPr>
              <a:defRPr sz="1200"/>
            </a:pPr>
            <a:r>
              <a:t>D:/pasar_fix/node_modules/.bun/jsdom@26.1.0/node_modules/jsdom/lib/jsdom/living/file-api/File-impl.js</a:t>
            </a:r>
          </a:p>
          <a:p>
            <a:pPr>
              <a:defRPr sz="1200"/>
            </a:pPr>
            <a:r>
              <a:t>D:/pasar_fix/node_modules/.bun/jsdom@26.1.0/node_modules/jsdom/lib/jsdom/living/file-api/FileList-impl.js</a:t>
            </a:r>
          </a:p>
          <a:p>
            <a:pPr>
              <a:defRPr sz="1200"/>
            </a:pPr>
            <a:r>
              <a:t>D:/pasar_fix/node_modules/.bun/jsdom@26.1.0/node_modules/jsdom/lib/jsdom/living/file-api/FileReader-impl.js</a:t>
            </a:r>
          </a:p>
          <a:p>
            <a:pPr>
              <a:defRPr sz="1200"/>
            </a:pPr>
            <a:r>
              <a:t>D:/pasar_fix/node_modules/.bun/jsdom@26.1.0/node_modules/jsdom/lib/jsdom/living/generated/AbortController.js</a:t>
            </a:r>
          </a:p>
          <a:p>
            <a:pPr>
              <a:defRPr sz="1200"/>
            </a:pPr>
            <a:r>
              <a:t>D:/pasar_fix/node_modules/.bun/jsdom@26.1.0/node_modules/jsdom/lib/jsdom/living/generated/AbortSignal.js</a:t>
            </a:r>
          </a:p>
          <a:p>
            <a:pPr>
              <a:defRPr sz="1200"/>
            </a:pPr>
            <a:r>
              <a:t>D:/pasar_fix/node_modules/.bun/jsdom@26.1.0/node_modules/jsdom/lib/jsdom/living/generated/AbstractRange.js</a:t>
            </a:r>
          </a:p>
          <a:p>
            <a:pPr>
              <a:defRPr sz="1200"/>
            </a:pPr>
            <a:r>
              <a:t>D:/pasar_fix/node_modules/.bun/jsdom@26.1.0/node_modules/jsdom/lib/jsdom/living/generated/AddEventListenerOptions.js</a:t>
            </a:r>
          </a:p>
          <a:p>
            <a:pPr>
              <a:defRPr sz="1200"/>
            </a:pPr>
            <a:r>
              <a:t>D:/pasar_fix/node_modules/.bun/jsdom@26.1.0/node_modules/jsdom/lib/jsdom/living/generated/AssignedNodesOptions.js</a:t>
            </a:r>
          </a:p>
          <a:p>
            <a:pPr>
              <a:defRPr sz="1200"/>
            </a:pPr>
            <a:r>
              <a:t>D:/pasar_fix/node_modules/.bun/jsdom@26.1.0/node_modules/jsdom/lib/jsdom/living/generated/Attr.js</a:t>
            </a:r>
          </a:p>
          <a:p>
            <a:pPr>
              <a:defRPr sz="1200"/>
            </a:pPr>
            <a:r>
              <a:t>D:/pasar_fix/node_modules/.bun/jsdom@26.1.0/node_modules/jsdom/lib/jsdom/living/generated/BarProp.js</a:t>
            </a:r>
          </a:p>
          <a:p>
            <a:pPr>
              <a:defRPr sz="1200"/>
            </a:pPr>
            <a:r>
              <a:t>D:/pasar_fix/node_modules/.bun/jsdom@26.1.0/node_modules/jsdom/lib/jsdom/living/generated/BinaryType.js</a:t>
            </a:r>
          </a:p>
          <a:p>
            <a:pPr>
              <a:defRPr sz="1200"/>
            </a:pPr>
            <a:r>
              <a:t>D:/pasar_fix/node_modules/.bun/jsdom@26.1.0/node_modules/jsdom/lib/jsdom/living/generated/Blob.js</a:t>
            </a:r>
          </a:p>
          <a:p>
            <a:pPr>
              <a:defRPr sz="1200"/>
            </a:pPr>
            <a:r>
              <a:t>D:/pasar_fix/node_modules/.bun/jsdom@26.1.0/node_modules/jsdom/lib/jsdom/living/generated/BlobCallback.js</a:t>
            </a:r>
          </a:p>
          <a:p>
            <a:pPr>
              <a:defRPr sz="1200"/>
            </a:pPr>
            <a:r>
              <a:t>D:/pasar_fix/node_modules/.bun/jsdom@26.1.0/node_modules/jsdom/lib/jsdom/living/generated/BlobPropertyBag.js</a:t>
            </a:r>
          </a:p>
          <a:p>
            <a:pPr>
              <a:defRPr sz="1200"/>
            </a:pPr>
            <a:r>
              <a:t>D:/pasar_fix/node_modules/.bun/jsdom@26.1.0/node_modules/jsdom/lib/jsdom/living/generated/CanPlayTypeResult.js</a:t>
            </a:r>
          </a:p>
          <a:p>
            <a:pPr>
              <a:defRPr sz="1200"/>
            </a:pPr>
            <a:r>
              <a:t>D:/pasar_fix/node_modules/.bun/jsdom@26.1.0/node_modules/jsdom/lib/jsdom/living/generated/CDATASection.js</a:t>
            </a:r>
          </a:p>
          <a:p>
            <a:pPr>
              <a:defRPr sz="1200"/>
            </a:pPr>
            <a:r>
              <a:t>D:/pasar_fix/node_modules/.bun/jsdom@26.1.0/node_modules/jsdom/lib/jsdom/living/generated/CharacterData.js</a:t>
            </a:r>
          </a:p>
          <a:p>
            <a:pPr>
              <a:defRPr sz="1200"/>
            </a:pPr>
            <a:r>
              <a:t>D:/pasar_fix/node_modules/.bun/jsdom@26.1.0/node_modules/jsdom/lib/jsdom/living/generated/CloseEvent.js</a:t>
            </a:r>
          </a:p>
          <a:p>
            <a:pPr>
              <a:defRPr sz="1200"/>
            </a:pPr>
            <a:r>
              <a:t>D:/pasar_fix/node_modules/.bun/jsdom@26.1.0/node_modules/jsdom/lib/jsdom/living/generated/CloseEventInit.js</a:t>
            </a:r>
          </a:p>
          <a:p>
            <a:pPr>
              <a:defRPr sz="1200"/>
            </a:pPr>
            <a:r>
              <a:t>D:/pasar_fix/node_modules/.bun/jsdom@26.1.0/node_modules/jsdom/lib/jsdom/living/generated/Comment.js</a:t>
            </a:r>
          </a:p>
          <a:p>
            <a:pPr>
              <a:defRPr sz="1200"/>
            </a:pPr>
            <a:r>
              <a:t>D:/pasar_fix/node_modules/.bun/jsdom@26.1.0/node_modules/jsdom/lib/jsdom/living/generated/CompositionEvent.js</a:t>
            </a:r>
          </a:p>
          <a:p>
            <a:pPr>
              <a:defRPr sz="1200"/>
            </a:pPr>
            <a:r>
              <a:t>D:/pasar_fix/node_modules/.bun/jsdom@26.1.0/node_modules/jsdom/lib/jsdom/living/generated/CompositionEventInit.js</a:t>
            </a:r>
          </a:p>
          <a:p>
            <a:pPr>
              <a:defRPr sz="1200"/>
            </a:pPr>
            <a:r>
              <a:t>D:/pasar_fix/node_modules/.bun/jsdom@26.1.0/node_modules/jsdom/lib/jsdom/living/generated/Crypto.js</a:t>
            </a:r>
          </a:p>
          <a:p>
            <a:pPr>
              <a:defRPr sz="1200"/>
            </a:pPr>
            <a:r>
              <a:t>D:/pasar_fix/node_modules/.bun/jsdom@26.1.0/node_modules/jsdom/lib/jsdom/living/generated/CustomElementConstructor.js</a:t>
            </a:r>
          </a:p>
          <a:p>
            <a:pPr>
              <a:defRPr sz="1200"/>
            </a:pPr>
            <a:r>
              <a:t>D:/pasar_fix/node_modules/.bun/jsdom@26.1.0/node_modules/jsdom/lib/jsdom/living/generated/CustomElementRegistry.js</a:t>
            </a:r>
          </a:p>
          <a:p>
            <a:pPr>
              <a:defRPr sz="1200"/>
            </a:pPr>
            <a:r>
              <a:t>D:/pasar_fix/node_modules/.bun/jsdom@26.1.0/node_modules/jsdom/lib/jsdom/living/generated/CustomEvent.js</a:t>
            </a:r>
          </a:p>
          <a:p>
            <a:pPr>
              <a:defRPr sz="1200"/>
            </a:pPr>
            <a:r>
              <a:t>D:/pasar_fix/node_modules/.bun/jsdom@26.1.0/node_modules/jsdom/lib/jsdom/living/generated/CustomEventInit.js</a:t>
            </a:r>
          </a:p>
          <a:p>
            <a:pPr>
              <a:defRPr sz="1200"/>
            </a:pPr>
            <a:r>
              <a:t>D:/pasar_fix/node_modules/.bun/jsdom@26.1.0/node_modules/jsdom/lib/jsdom/living/generated/Document.js</a:t>
            </a:r>
          </a:p>
          <a:p>
            <a:pPr>
              <a:defRPr sz="1200"/>
            </a:pPr>
            <a:r>
              <a:t>D:/pasar_fix/node_modules/.bun/jsdom@26.1.0/node_modules/jsdom/lib/jsdom/living/generated/DocumentFragment.js</a:t>
            </a:r>
          </a:p>
          <a:p>
            <a:pPr>
              <a:defRPr sz="1200"/>
            </a:pPr>
            <a:r>
              <a:t>D:/pasar_fix/node_modules/.bun/jsdom@26.1.0/node_modules/jsdom/lib/jsdom/living/generated/DocumentReadyState.js</a:t>
            </a:r>
          </a:p>
          <a:p>
            <a:pPr>
              <a:defRPr sz="1200"/>
            </a:pPr>
            <a:r>
              <a:t>D:/pasar_fix/node_modules/.bun/jsdom@26.1.0/node_modules/jsdom/lib/jsdom/living/generated/DocumentType.js</a:t>
            </a:r>
          </a:p>
          <a:p>
            <a:pPr>
              <a:defRPr sz="1200"/>
            </a:pPr>
            <a:r>
              <a:t>D:/pasar_fix/node_modules/.bun/jsdom@26.1.0/node_modules/jsdom/lib/jsdom/living/generated/DOMException.js</a:t>
            </a:r>
          </a:p>
          <a:p>
            <a:pPr>
              <a:defRPr sz="1200"/>
            </a:pPr>
            <a:r>
              <a:t>D:/pasar_fix/node_modules/.bun/jsdom@26.1.0/node_modules/jsdom/lib/jsdom/living/generated/DOMImplementation.js</a:t>
            </a:r>
          </a:p>
          <a:p>
            <a:pPr>
              <a:defRPr sz="1200"/>
            </a:pPr>
            <a:r>
              <a:t>D:/pasar_fix/node_modules/.bun/jsdom@26.1.0/node_modules/jsdom/lib/jsdom/living/generated/DOMParser.js</a:t>
            </a:r>
          </a:p>
          <a:p>
            <a:pPr>
              <a:defRPr sz="1200"/>
            </a:pPr>
            <a:r>
              <a:t>D:/pasar_fix/node_modules/.bun/jsdom@26.1.0/node_modules/jsdom/lib/jsdom/living/generated/DOMRect.js</a:t>
            </a:r>
          </a:p>
          <a:p>
            <a:pPr>
              <a:defRPr sz="1200"/>
            </a:pPr>
            <a:r>
              <a:t>D:/pasar_fix/node_modules/.bun/jsdom@26.1.0/node_modules/jsdom/lib/jsdom/living/generated/DOMRectInit.js</a:t>
            </a:r>
          </a:p>
          <a:p>
            <a:pPr>
              <a:defRPr sz="1200"/>
            </a:pPr>
            <a:r>
              <a:t>D:/pasar_fix/node_modules/.bun/jsdom@26.1.0/node_modules/jsdom/lib/jsdom/living/generated/DOMRectReadOnly.js</a:t>
            </a:r>
          </a:p>
          <a:p>
            <a:pPr>
              <a:defRPr sz="1200"/>
            </a:pPr>
            <a:r>
              <a:t>D:/pasar_fix/node_modules/.bun/jsdom@26.1.0/node_modules/jsdom/lib/jsdom/living/generated/DOMStringMap.js</a:t>
            </a:r>
          </a:p>
          <a:p>
            <a:pPr>
              <a:defRPr sz="1200"/>
            </a:pPr>
            <a:r>
              <a:t>D:/pasar_fix/node_modules/.bun/jsdom@26.1.0/node_modules/jsdom/lib/jsdom/living/generated/DOMTokenList.js</a:t>
            </a:r>
          </a:p>
          <a:p>
            <a:pPr>
              <a:defRPr sz="1200"/>
            </a:pPr>
            <a:r>
              <a:t>D:/pasar_fix/node_modules/.bun/jsdom@26.1.0/node_modules/jsdom/lib/jsdom/living/generated/Element.js</a:t>
            </a:r>
          </a:p>
          <a:p>
            <a:pPr>
              <a:defRPr sz="1200"/>
            </a:pPr>
            <a:r>
              <a:t>D:/pasar_fix/node_modules/.bun/jsdom@26.1.0/node_modules/jsdom/lib/jsdom/living/generated/ElementCreationOptions.js</a:t>
            </a:r>
          </a:p>
          <a:p>
            <a:pPr>
              <a:defRPr sz="1200"/>
            </a:pPr>
            <a:r>
              <a:t>D:/pasar_fix/node_modules/.bun/jsdom@26.1.0/node_modules/jsdom/lib/jsdom/living/generated/ElementDefinitionOptions.js</a:t>
            </a:r>
          </a:p>
          <a:p>
            <a:pPr>
              <a:defRPr sz="1200"/>
            </a:pPr>
            <a:r>
              <a:t>D:/pasar_fix/node_modules/.bun/jsdom@26.1.0/node_modules/jsdom/lib/jsdom/living/generated/ElementInternals.js</a:t>
            </a:r>
          </a:p>
          <a:p>
            <a:pPr>
              <a:defRPr sz="1200"/>
            </a:pPr>
            <a:r>
              <a:t>D:/pasar_fix/node_modules/.bun/jsdom@26.1.0/node_modules/jsdom/lib/jsdom/living/generated/EndingType.js</a:t>
            </a:r>
          </a:p>
          <a:p>
            <a:pPr>
              <a:defRPr sz="1200"/>
            </a:pPr>
            <a:r>
              <a:t>D:/pasar_fix/node_modules/.bun/jsdom@26.1.0/node_modules/jsdom/lib/jsdom/living/generated/ErrorEvent.js</a:t>
            </a:r>
          </a:p>
          <a:p>
            <a:pPr>
              <a:defRPr sz="1200"/>
            </a:pPr>
            <a:r>
              <a:t>D:/pasar_fix/node_modules/.bun/jsdom@26.1.0/node_modules/jsdom/lib/jsdom/living/generated/ErrorEventInit.js</a:t>
            </a:r>
          </a:p>
          <a:p>
            <a:pPr>
              <a:defRPr sz="1200"/>
            </a:pPr>
            <a:r>
              <a:t>D:/pasar_fix/node_modules/.bun/jsdom@26.1.0/node_modules/jsdom/lib/jsdom/living/generated/Event.js</a:t>
            </a:r>
          </a:p>
          <a:p>
            <a:pPr>
              <a:defRPr sz="1200"/>
            </a:pPr>
            <a:r>
              <a:t>D:/pasar_fix/node_modules/.bun/jsdom@26.1.0/node_modules/jsdom/lib/jsdom/living/generated/EventHandlerNonNull.js</a:t>
            </a:r>
          </a:p>
          <a:p>
            <a:pPr>
              <a:defRPr sz="1200"/>
            </a:pPr>
            <a:r>
              <a:t>D:/pasar_fix/node_modules/.bun/jsdom@26.1.0/node_modules/jsdom/lib/jsdom/living/generated/EventInit.js</a:t>
            </a:r>
          </a:p>
          <a:p>
            <a:pPr>
              <a:defRPr sz="1200"/>
            </a:pPr>
            <a:r>
              <a:t>D:/pasar_fix/node_modules/.bun/jsdom@26.1.0/node_modules/jsdom/lib/jsdom/living/generated/EventListener.js</a:t>
            </a:r>
          </a:p>
          <a:p>
            <a:pPr>
              <a:defRPr sz="1200"/>
            </a:pPr>
            <a:r>
              <a:t>D:/pasar_fix/node_modules/.bun/jsdom@26.1.0/node_modules/jsdom/lib/jsdom/living/generated/EventListenerOptions.js</a:t>
            </a:r>
          </a:p>
          <a:p>
            <a:pPr>
              <a:defRPr sz="1200"/>
            </a:pPr>
            <a:r>
              <a:t>D:/pasar_fix/node_modules/.bun/jsdom@26.1.0/node_modules/jsdom/lib/jsdom/living/generated/EventModifierInit.js</a:t>
            </a:r>
          </a:p>
          <a:p>
            <a:pPr>
              <a:defRPr sz="1200"/>
            </a:pPr>
            <a:r>
              <a:t>D:/pasar_fix/node_modules/.bun/jsdom@26.1.0/node_modules/jsdom/lib/jsdom/living/generated/EventTarget.js</a:t>
            </a:r>
          </a:p>
          <a:p>
            <a:pPr>
              <a:defRPr sz="1200"/>
            </a:pPr>
            <a:r>
              <a:t>D:/pasar_fix/node_modules/.bun/jsdom@26.1.0/node_modules/jsdom/lib/jsdom/living/generated/External.js</a:t>
            </a:r>
          </a:p>
          <a:p>
            <a:pPr>
              <a:defRPr sz="1200"/>
            </a:pPr>
            <a:r>
              <a:t>D:/pasar_fix/node_modules/.bun/jsdom@26.1.0/node_modules/jsdom/lib/jsdom/living/generated/File.js</a:t>
            </a:r>
          </a:p>
          <a:p>
            <a:pPr>
              <a:defRPr sz="1200"/>
            </a:pPr>
            <a:r>
              <a:t>D:/pasar_fix/node_modules/.bun/jsdom@26.1.0/node_modules/jsdom/lib/jsdom/living/generated/FileList.js</a:t>
            </a:r>
          </a:p>
          <a:p>
            <a:pPr>
              <a:defRPr sz="1200"/>
            </a:pPr>
            <a:r>
              <a:t>D:/pasar_fix/node_modules/.bun/jsdom@26.1.0/node_modules/jsdom/lib/jsdom/living/generated/FilePropertyBag.js</a:t>
            </a:r>
          </a:p>
          <a:p>
            <a:pPr>
              <a:defRPr sz="1200"/>
            </a:pPr>
            <a:r>
              <a:t>D:/pasar_fix/node_modules/.bun/jsdom@26.1.0/node_modules/jsdom/lib/jsdom/living/generated/FileReader.js</a:t>
            </a:r>
          </a:p>
          <a:p>
            <a:pPr>
              <a:defRPr sz="1200"/>
            </a:pPr>
            <a:r>
              <a:t>D:/pasar_fix/node_modules/.bun/jsdom@26.1.0/node_modules/jsdom/lib/jsdom/living/generated/FocusEvent.js</a:t>
            </a:r>
          </a:p>
          <a:p>
            <a:pPr>
              <a:defRPr sz="1200"/>
            </a:pPr>
            <a:r>
              <a:t>D:/pasar_fix/node_modules/.bun/jsdom@26.1.0/node_modules/jsdom/lib/jsdom/living/generated/FocusEventInit.js</a:t>
            </a:r>
          </a:p>
          <a:p>
            <a:pPr>
              <a:defRPr sz="1200"/>
            </a:pPr>
            <a:r>
              <a:t>D:/pasar_fix/node_modules/.bun/jsdom@26.1.0/node_modules/jsdom/lib/jsdom/living/generated/FormData.js</a:t>
            </a:r>
          </a:p>
          <a:p>
            <a:pPr>
              <a:defRPr sz="1200"/>
            </a:pPr>
            <a:r>
              <a:t>D:/pasar_fix/node_modules/.bun/jsdom@26.1.0/node_modules/jsdom/lib/jsdom/living/generated/Function.js</a:t>
            </a:r>
          </a:p>
          <a:p>
            <a:pPr>
              <a:defRPr sz="1200"/>
            </a:pPr>
            <a:r>
              <a:t>D:/pasar_fix/node_modules/.bun/jsdom@26.1.0/node_modules/jsdom/lib/jsdom/living/generated/GetRootNodeOptions.js</a:t>
            </a:r>
          </a:p>
          <a:p>
            <a:pPr>
              <a:defRPr sz="1200"/>
            </a:pPr>
            <a:r>
              <a:t>D:/pasar_fix/node_modules/.bun/jsdom@26.1.0/node_modules/jsdom/lib/jsdom/living/generated/HashChangeEvent.js</a:t>
            </a:r>
          </a:p>
          <a:p>
            <a:pPr>
              <a:defRPr sz="1200"/>
            </a:pPr>
            <a:r>
              <a:t>D:/pasar_fix/node_modules/.bun/jsdom@26.1.0/node_modules/jsdom/lib/jsdom/living/generated/HashChangeEventInit.js</a:t>
            </a:r>
          </a:p>
          <a:p>
            <a:pPr>
              <a:defRPr sz="1200"/>
            </a:pPr>
            <a:r>
              <a:t>D:/pasar_fix/node_modules/.bun/jsdom@26.1.0/node_modules/jsdom/lib/jsdom/living/generated/Headers.js</a:t>
            </a:r>
          </a:p>
          <a:p>
            <a:pPr>
              <a:defRPr sz="1200"/>
            </a:pPr>
            <a:r>
              <a:t>D:/pasar_fix/node_modules/.bun/jsdom@26.1.0/node_modules/jsdom/lib/jsdom/living/generated/History.js</a:t>
            </a:r>
          </a:p>
          <a:p>
            <a:pPr>
              <a:defRPr sz="1200"/>
            </a:pPr>
            <a:r>
              <a:t>D:/pasar_fix/node_modules/.bun/jsdom@26.1.0/node_modules/jsdom/lib/jsdom/living/generated/HTMLAnchorElement.js</a:t>
            </a:r>
          </a:p>
          <a:p>
            <a:pPr>
              <a:defRPr sz="1200"/>
            </a:pPr>
            <a:r>
              <a:t>D:/pasar_fix/node_modules/.bun/jsdom@26.1.0/node_modules/jsdom/lib/jsdom/living/generated/HTMLAreaElement.js</a:t>
            </a:r>
          </a:p>
          <a:p>
            <a:pPr>
              <a:defRPr sz="1200"/>
            </a:pPr>
            <a:r>
              <a:t>D:/pasar_fix/node_modules/.bun/jsdom@26.1.0/node_modules/jsdom/lib/jsdom/living/generated/HTMLAudioElement.js</a:t>
            </a:r>
          </a:p>
          <a:p>
            <a:pPr>
              <a:defRPr sz="1200"/>
            </a:pPr>
            <a:r>
              <a:t>D:/pasar_fix/node_modules/.bun/jsdom@26.1.0/node_modules/jsdom/lib/jsdom/living/generated/HTMLBaseElement.js</a:t>
            </a:r>
          </a:p>
          <a:p>
            <a:pPr>
              <a:defRPr sz="1200"/>
            </a:pPr>
            <a:r>
              <a:t>D:/pasar_fix/node_modules/.bun/jsdom@26.1.0/node_modules/jsdom/lib/jsdom/living/generated/HTMLBodyElement.js</a:t>
            </a:r>
          </a:p>
          <a:p>
            <a:pPr>
              <a:defRPr sz="1200"/>
            </a:pPr>
            <a:r>
              <a:t>D:/pasar_fix/node_modules/.bun/jsdom@26.1.0/node_modules/jsdom/lib/jsdom/living/generated/HTMLBRElement.js</a:t>
            </a:r>
          </a:p>
          <a:p>
            <a:pPr>
              <a:defRPr sz="1200"/>
            </a:pPr>
            <a:r>
              <a:t>D:/pasar_fix/node_modules/.bun/jsdom@26.1.0/node_modules/jsdom/lib/jsdom/living/generated/HTMLButtonElement.js</a:t>
            </a:r>
          </a:p>
          <a:p>
            <a:pPr>
              <a:defRPr sz="1200"/>
            </a:pPr>
            <a:r>
              <a:t>D:/pasar_fix/node_modules/.bun/jsdom@26.1.0/node_modules/jsdom/lib/jsdom/living/generated/HTMLCanvasElement.js</a:t>
            </a:r>
          </a:p>
          <a:p>
            <a:pPr>
              <a:defRPr sz="1200"/>
            </a:pPr>
            <a:r>
              <a:t>D:/pasar_fix/node_modules/.bun/jsdom@26.1.0/node_modules/jsdom/lib/jsdom/living/generated/HTMLCollection.js</a:t>
            </a:r>
          </a:p>
          <a:p>
            <a:pPr>
              <a:defRPr sz="1200"/>
            </a:pPr>
            <a:r>
              <a:t>D:/pasar_fix/node_modules/.bun/jsdom@26.1.0/node_modules/jsdom/lib/jsdom/living/generated/HTMLDataElement.js</a:t>
            </a:r>
          </a:p>
          <a:p>
            <a:pPr>
              <a:defRPr sz="1200"/>
            </a:pPr>
            <a:r>
              <a:t>D:/pasar_fix/node_modules/.bun/jsdom@26.1.0/node_modules/jsdom/lib/jsdom/living/generated/HTMLDataListElement.js</a:t>
            </a:r>
          </a:p>
          <a:p>
            <a:pPr>
              <a:defRPr sz="1200"/>
            </a:pPr>
            <a:r>
              <a:t>D:/pasar_fix/node_modules/.bun/jsdom@26.1.0/node_modules/jsdom/lib/jsdom/living/generated/HTMLDetailsElement.js</a:t>
            </a:r>
          </a:p>
          <a:p>
            <a:pPr>
              <a:defRPr sz="1200"/>
            </a:pPr>
            <a:r>
              <a:t>D:/pasar_fix/node_modules/.bun/jsdom@26.1.0/node_modules/jsdom/lib/jsdom/living/generated/HTMLDialogElement.js</a:t>
            </a:r>
          </a:p>
          <a:p>
            <a:pPr>
              <a:defRPr sz="1200"/>
            </a:pPr>
            <a:r>
              <a:t>D:/pasar_fix/node_modules/.bun/jsdom@26.1.0/node_modules/jsdom/lib/jsdom/living/generated/HTMLDirectoryElement.js</a:t>
            </a:r>
          </a:p>
          <a:p>
            <a:pPr>
              <a:defRPr sz="1200"/>
            </a:pPr>
            <a:r>
              <a:t>D:/pasar_fix/node_modules/.bun/jsdom@26.1.0/node_modules/jsdom/lib/jsdom/living/generated/HTMLDivElement.js</a:t>
            </a:r>
          </a:p>
          <a:p>
            <a:pPr>
              <a:defRPr sz="1200"/>
            </a:pPr>
            <a:r>
              <a:t>D:/pasar_fix/node_modules/.bun/jsdom@26.1.0/node_modules/jsdom/lib/jsdom/living/generated/HTMLDListElement.js</a:t>
            </a:r>
          </a:p>
          <a:p>
            <a:pPr>
              <a:defRPr sz="1200"/>
            </a:pPr>
            <a:r>
              <a:t>D:/pasar_fix/node_modules/.bun/jsdom@26.1.0/node_modules/jsdom/lib/jsdom/living/generated/HTMLElement.js</a:t>
            </a:r>
          </a:p>
          <a:p>
            <a:pPr>
              <a:defRPr sz="1200"/>
            </a:pPr>
            <a:r>
              <a:t>D:/pasar_fix/node_modules/.bun/jsdom@26.1.0/node_modules/jsdom/lib/jsdom/living/generated/HTMLEmbedElement.js</a:t>
            </a:r>
          </a:p>
          <a:p>
            <a:pPr>
              <a:defRPr sz="1200"/>
            </a:pPr>
            <a:r>
              <a:t>D:/pasar_fix/node_modules/.bun/jsdom@26.1.0/node_modules/jsdom/lib/jsdom/living/generated/HTMLFieldSetElement.js</a:t>
            </a:r>
          </a:p>
          <a:p>
            <a:pPr>
              <a:defRPr sz="1200"/>
            </a:pPr>
            <a:r>
              <a:t>D:/pasar_fix/node_modules/.bun/jsdom@26.1.0/node_modules/jsdom/lib/jsdom/living/generated/HTMLFontElement.js</a:t>
            </a:r>
          </a:p>
          <a:p>
            <a:pPr>
              <a:defRPr sz="1200"/>
            </a:pPr>
            <a:r>
              <a:t>D:/pasar_fix/node_modules/.bun/jsdom@26.1.0/node_modules/jsdom/lib/jsdom/living/generated/HTMLFormControlsCollection.js</a:t>
            </a:r>
          </a:p>
          <a:p>
            <a:pPr>
              <a:defRPr sz="1200"/>
            </a:pPr>
            <a:r>
              <a:t>D:/pasar_fix/node_modules/.bun/jsdom@26.1.0/node_modules/jsdom/lib/jsdom/living/generated/HTMLFormElement.js</a:t>
            </a:r>
          </a:p>
          <a:p>
            <a:pPr>
              <a:defRPr sz="1200"/>
            </a:pPr>
            <a:r>
              <a:t>D:/pasar_fix/node_modules/.bun/jsdom@26.1.0/node_modules/jsdom/lib/jsdom/living/generated/HTMLFrameElement.js</a:t>
            </a:r>
          </a:p>
          <a:p>
            <a:pPr>
              <a:defRPr sz="1200"/>
            </a:pPr>
            <a:r>
              <a:t>D:/pasar_fix/node_modules/.bun/jsdom@26.1.0/node_modules/jsdom/lib/jsdom/living/generated/HTMLFrameSetElement.js</a:t>
            </a:r>
          </a:p>
          <a:p>
            <a:pPr>
              <a:defRPr sz="1200"/>
            </a:pPr>
            <a:r>
              <a:t>D:/pasar_fix/node_modules/.bun/jsdom@26.1.0/node_modules/jsdom/lib/jsdom/living/generated/HTMLHeadElement.js</a:t>
            </a:r>
          </a:p>
          <a:p>
            <a:pPr>
              <a:defRPr sz="1200"/>
            </a:pPr>
            <a:r>
              <a:t>D:/pasar_fix/node_modules/.bun/jsdom@26.1.0/node_modules/jsdom/lib/jsdom/living/generated/HTMLHeadingElement.js</a:t>
            </a:r>
          </a:p>
          <a:p>
            <a:pPr>
              <a:defRPr sz="1200"/>
            </a:pPr>
            <a:r>
              <a:t>D:/pasar_fix/node_modules/.bun/jsdom@26.1.0/node_modules/jsdom/lib/jsdom/living/generated/HTMLHRElement.js</a:t>
            </a:r>
          </a:p>
          <a:p>
            <a:pPr>
              <a:defRPr sz="1200"/>
            </a:pPr>
            <a:r>
              <a:t>D:/pasar_fix/node_modules/.bun/jsdom@26.1.0/node_modules/jsdom/lib/jsdom/living/generated/HTMLHtmlElement.js</a:t>
            </a:r>
          </a:p>
          <a:p>
            <a:pPr>
              <a:defRPr sz="1200"/>
            </a:pPr>
            <a:r>
              <a:t>D:/pasar_fix/node_modules/.bun/jsdom@26.1.0/node_modules/jsdom/lib/jsdom/living/generated/HTMLIFrameElement.js</a:t>
            </a:r>
          </a:p>
          <a:p>
            <a:pPr>
              <a:defRPr sz="1200"/>
            </a:pPr>
            <a:r>
              <a:t>D:/pasar_fix/node_modules/.bun/jsdom@26.1.0/node_modules/jsdom/lib/jsdom/living/generated/HTMLImageElement.js</a:t>
            </a:r>
          </a:p>
          <a:p>
            <a:pPr>
              <a:defRPr sz="1200"/>
            </a:pPr>
            <a:r>
              <a:t>D:/pasar_fix/node_modules/.bun/jsdom@26.1.0/node_modules/jsdom/lib/jsdom/living/generated/HTMLInputElement.js</a:t>
            </a:r>
          </a:p>
          <a:p>
            <a:pPr>
              <a:defRPr sz="1200"/>
            </a:pPr>
            <a:r>
              <a:t>D:/pasar_fix/node_modules/.bun/jsdom@26.1.0/node_modules/jsdom/lib/jsdom/living/generated/HTMLLabelElement.js</a:t>
            </a:r>
          </a:p>
          <a:p>
            <a:pPr>
              <a:defRPr sz="1200"/>
            </a:pPr>
            <a:r>
              <a:t>D:/pasar_fix/node_modules/.bun/jsdom@26.1.0/node_modules/jsdom/lib/jsdom/living/generated/HTMLLegendElement.js</a:t>
            </a:r>
          </a:p>
          <a:p>
            <a:pPr>
              <a:defRPr sz="1200"/>
            </a:pPr>
            <a:r>
              <a:t>D:/pasar_fix/node_modules/.bun/jsdom@26.1.0/node_modules/jsdom/lib/jsdom/living/generated/HTMLLIElement.js</a:t>
            </a:r>
          </a:p>
          <a:p>
            <a:pPr>
              <a:defRPr sz="1200"/>
            </a:pPr>
            <a:r>
              <a:t>D:/pasar_fix/node_modules/.bun/jsdom@26.1.0/node_modules/jsdom/lib/jsdom/living/generated/HTMLLinkElement.js</a:t>
            </a:r>
          </a:p>
          <a:p>
            <a:pPr>
              <a:defRPr sz="1200"/>
            </a:pPr>
            <a:r>
              <a:t>D:/pasar_fix/node_modules/.bun/jsdom@26.1.0/node_modules/jsdom/lib/jsdom/living/generated/HTMLMapElement.js</a:t>
            </a:r>
          </a:p>
          <a:p>
            <a:pPr>
              <a:defRPr sz="1200"/>
            </a:pPr>
            <a:r>
              <a:t>D:/pasar_fix/node_modules/.bun/jsdom@26.1.0/node_modules/jsdom/lib/jsdom/living/generated/HTMLMarqueeElement.js</a:t>
            </a:r>
          </a:p>
          <a:p>
            <a:pPr>
              <a:defRPr sz="1200"/>
            </a:pPr>
            <a:r>
              <a:t>D:/pasar_fix/node_modules/.bun/jsdom@26.1.0/node_modules/jsdom/lib/jsdom/living/generated/HTMLMediaElement.js</a:t>
            </a:r>
          </a:p>
          <a:p>
            <a:pPr>
              <a:defRPr sz="1200"/>
            </a:pPr>
            <a:r>
              <a:t>D:/pasar_fix/node_modules/.bun/jsdom@26.1.0/node_modules/jsdom/lib/jsdom/living/generated/HTMLMenuElement.js</a:t>
            </a:r>
          </a:p>
          <a:p>
            <a:pPr>
              <a:defRPr sz="1200"/>
            </a:pPr>
            <a:r>
              <a:t>D:/pasar_fix/node_modules/.bun/jsdom@26.1.0/node_modules/jsdom/lib/jsdom/living/generated/HTMLMetaElement.js</a:t>
            </a:r>
          </a:p>
          <a:p>
            <a:pPr>
              <a:defRPr sz="1200"/>
            </a:pPr>
            <a:r>
              <a:t>D:/pasar_fix/node_modules/.bun/jsdom@26.1.0/node_modules/jsdom/lib/jsdom/living/generated/HTMLMeterElement.js</a:t>
            </a:r>
          </a:p>
          <a:p>
            <a:pPr>
              <a:defRPr sz="1200"/>
            </a:pPr>
            <a:r>
              <a:t>D:/pasar_fix/node_modules/.bun/jsdom@26.1.0/node_modules/jsdom/lib/jsdom/living/generated/HTMLModElement.js</a:t>
            </a:r>
          </a:p>
          <a:p>
            <a:pPr>
              <a:defRPr sz="1200"/>
            </a:pPr>
            <a:r>
              <a:t>D:/pasar_fix/node_modules/.bun/jsdom@26.1.0/node_modules/jsdom/lib/jsdom/living/generated/HTMLObjectElement.js</a:t>
            </a:r>
          </a:p>
          <a:p>
            <a:pPr>
              <a:defRPr sz="1200"/>
            </a:pPr>
            <a:r>
              <a:t>D:/pasar_fix/node_modules/.bun/jsdom@26.1.0/node_modules/jsdom/lib/jsdom/living/generated/HTMLOListElement.js</a:t>
            </a:r>
          </a:p>
          <a:p>
            <a:pPr>
              <a:defRPr sz="1200"/>
            </a:pPr>
            <a:r>
              <a:t>D:/pasar_fix/node_modules/.bun/jsdom@26.1.0/node_modules/jsdom/lib/jsdom/living/generated/HTMLOptGroupElement.js</a:t>
            </a:r>
          </a:p>
          <a:p>
            <a:pPr>
              <a:defRPr sz="1200"/>
            </a:pPr>
            <a:r>
              <a:t>D:/pasar_fix/node_modules/.bun/jsdom@26.1.0/node_modules/jsdom/lib/jsdom/living/generated/HTMLOptionElement.js</a:t>
            </a:r>
          </a:p>
          <a:p>
            <a:pPr>
              <a:defRPr sz="1200"/>
            </a:pPr>
            <a:r>
              <a:t>D:/pasar_fix/node_modules/.bun/jsdom@26.1.0/node_modules/jsdom/lib/jsdom/living/generated/HTMLOptionsCollection.js</a:t>
            </a:r>
          </a:p>
          <a:p>
            <a:pPr>
              <a:defRPr sz="1200"/>
            </a:pPr>
            <a:r>
              <a:t>D:/pasar_fix/node_modules/.bun/jsdom@26.1.0/node_modules/jsdom/lib/jsdom/living/generated/HTMLOutputElement.js</a:t>
            </a:r>
          </a:p>
          <a:p>
            <a:pPr>
              <a:defRPr sz="1200"/>
            </a:pPr>
            <a:r>
              <a:t>D:/pasar_fix/node_modules/.bun/jsdom@26.1.0/node_modules/jsdom/lib/jsdom/living/generated/HTMLParagraphElement.js</a:t>
            </a:r>
          </a:p>
          <a:p>
            <a:pPr>
              <a:defRPr sz="1200"/>
            </a:pPr>
            <a:r>
              <a:t>D:/pasar_fix/node_modules/.bun/jsdom@26.1.0/node_modules/jsdom/lib/jsdom/living/generated/HTMLParamElement.js</a:t>
            </a:r>
          </a:p>
          <a:p>
            <a:pPr>
              <a:defRPr sz="1200"/>
            </a:pPr>
            <a:r>
              <a:t>D:/pasar_fix/node_modules/.bun/jsdom@26.1.0/node_modules/jsdom/lib/jsdom/living/generated/HTMLPictureElement.js</a:t>
            </a:r>
          </a:p>
          <a:p>
            <a:pPr>
              <a:defRPr sz="1200"/>
            </a:pPr>
            <a:r>
              <a:t>D:/pasar_fix/node_modules/.bun/jsdom@26.1.0/node_modules/jsdom/lib/jsdom/living/generated/HTMLPreElement.js</a:t>
            </a:r>
          </a:p>
          <a:p>
            <a:pPr>
              <a:defRPr sz="1200"/>
            </a:pPr>
            <a:r>
              <a:t>D:/pasar_fix/node_modules/.bun/jsdom@26.1.0/node_modules/jsdom/lib/jsdom/living/generated/HTMLProgressElement.js</a:t>
            </a:r>
          </a:p>
          <a:p>
            <a:pPr>
              <a:defRPr sz="1200"/>
            </a:pPr>
            <a:r>
              <a:t>D:/pasar_fix/node_modules/.bun/jsdom@26.1.0/node_modules/jsdom/lib/jsdom/living/generated/HTMLQuoteElement.js</a:t>
            </a:r>
          </a:p>
          <a:p>
            <a:pPr>
              <a:defRPr sz="1200"/>
            </a:pPr>
            <a:r>
              <a:t>D:/pasar_fix/node_modules/.bun/jsdom@26.1.0/node_modules/jsdom/lib/jsdom/living/generated/HTMLScriptElement.js</a:t>
            </a:r>
          </a:p>
          <a:p>
            <a:pPr>
              <a:defRPr sz="1200"/>
            </a:pPr>
            <a:r>
              <a:t>D:/pasar_fix/node_modules/.bun/jsdom@26.1.0/node_modules/jsdom/lib/jsdom/living/generated/HTMLSelectElement.js</a:t>
            </a:r>
          </a:p>
          <a:p>
            <a:pPr>
              <a:defRPr sz="1200"/>
            </a:pPr>
            <a:r>
              <a:t>D:/pasar_fix/node_modules/.bun/jsdom@26.1.0/node_modules/jsdom/lib/jsdom/living/generated/HTMLSlotElement.js</a:t>
            </a:r>
          </a:p>
          <a:p>
            <a:pPr>
              <a:defRPr sz="1200"/>
            </a:pPr>
            <a:r>
              <a:t>D:/pasar_fix/node_modules/.bun/jsdom@26.1.0/node_modules/jsdom/lib/jsdom/living/generated/HTMLSourceElement.js</a:t>
            </a:r>
          </a:p>
          <a:p>
            <a:pPr>
              <a:defRPr sz="1200"/>
            </a:pPr>
            <a:r>
              <a:t>D:/pasar_fix/node_modules/.bun/jsdom@26.1.0/node_modules/jsdom/lib/jsdom/living/generated/HTMLSpanElement.js</a:t>
            </a:r>
          </a:p>
          <a:p>
            <a:pPr>
              <a:defRPr sz="1200"/>
            </a:pPr>
            <a:r>
              <a:t>D:/pasar_fix/node_modules/.bun/jsdom@26.1.0/node_modules/jsdom/lib/jsdom/living/generated/HTMLStyleElement.js</a:t>
            </a:r>
          </a:p>
          <a:p>
            <a:pPr>
              <a:defRPr sz="1200"/>
            </a:pPr>
            <a:r>
              <a:t>D:/pasar_fix/node_modules/.bun/jsdom@26.1.0/node_modules/jsdom/lib/jsdom/living/generated/HTMLTableCaptionElement.js</a:t>
            </a:r>
          </a:p>
          <a:p>
            <a:pPr>
              <a:defRPr sz="1200"/>
            </a:pPr>
            <a:r>
              <a:t>D:/pasar_fix/node_modules/.bun/jsdom@26.1.0/node_modules/jsdom/lib/jsdom/living/generated/HTMLTableCellElement.js</a:t>
            </a:r>
          </a:p>
          <a:p>
            <a:pPr>
              <a:defRPr sz="1200"/>
            </a:pPr>
            <a:r>
              <a:t>D:/pasar_fix/node_modules/.bun/jsdom@26.1.0/node_modules/jsdom/lib/jsdom/living/generated/HTMLTableColElement.js</a:t>
            </a:r>
          </a:p>
          <a:p>
            <a:pPr>
              <a:defRPr sz="1200"/>
            </a:pPr>
            <a:r>
              <a:t>D:/pasar_fix/node_modules/.bun/jsdom@26.1.0/node_modules/jsdom/lib/jsdom/living/generated/HTMLTableElement.js</a:t>
            </a:r>
          </a:p>
          <a:p>
            <a:pPr>
              <a:defRPr sz="1200"/>
            </a:pPr>
            <a:r>
              <a:t>D:/pasar_fix/node_modules/.bun/jsdom@26.1.0/node_modules/jsdom/lib/jsdom/living/generated/HTMLTableRowElement.js</a:t>
            </a:r>
          </a:p>
          <a:p>
            <a:pPr>
              <a:defRPr sz="1200"/>
            </a:pPr>
            <a:r>
              <a:t>D:/pasar_fix/node_modules/.bun/jsdom@26.1.0/node_modules/jsdom/lib/jsdom/living/generated/HTMLTableSectionElement.js</a:t>
            </a:r>
          </a:p>
          <a:p>
            <a:pPr>
              <a:defRPr sz="1200"/>
            </a:pPr>
            <a:r>
              <a:t>D:/pasar_fix/node_modules/.bun/jsdom@26.1.0/node_modules/jsdom/lib/jsdom/living/generated/HTMLTemplateElement.js</a:t>
            </a:r>
          </a:p>
          <a:p>
            <a:pPr>
              <a:defRPr sz="1200"/>
            </a:pPr>
            <a:r>
              <a:t>D:/pasar_fix/node_modules/.bun/jsdom@26.1.0/node_modules/jsdom/lib/jsdom/living/generated/HTMLTextAreaElement.js</a:t>
            </a:r>
          </a:p>
          <a:p>
            <a:pPr>
              <a:defRPr sz="1200"/>
            </a:pPr>
            <a:r>
              <a:t>D:/pasar_fix/node_modules/.bun/jsdom@26.1.0/node_modules/jsdom/lib/jsdom/living/generated/HTMLTimeElement.js</a:t>
            </a:r>
          </a:p>
          <a:p>
            <a:pPr>
              <a:defRPr sz="1200"/>
            </a:pPr>
            <a:r>
              <a:t>D:/pasar_fix/node_modules/.bun/jsdom@26.1.0/node_modules/jsdom/lib/jsdom/living/generated/HTMLTitleElement.js</a:t>
            </a:r>
          </a:p>
          <a:p>
            <a:pPr>
              <a:defRPr sz="1200"/>
            </a:pPr>
            <a:r>
              <a:t>D:/pasar_fix/node_modules/.bun/jsdom@26.1.0/node_modules/jsdom/lib/jsdom/living/generated/HTMLTrackElement.js</a:t>
            </a:r>
          </a:p>
          <a:p>
            <a:pPr>
              <a:defRPr sz="1200"/>
            </a:pPr>
            <a:r>
              <a:t>D:/pasar_fix/node_modules/.bun/jsdom@26.1.0/node_modules/jsdom/lib/jsdom/living/generated/HTMLUListElement.js</a:t>
            </a:r>
          </a:p>
          <a:p>
            <a:pPr>
              <a:defRPr sz="1200"/>
            </a:pPr>
            <a:r>
              <a:t>D:/pasar_fix/node_modules/.bun/jsdom@26.1.0/node_modules/jsdom/lib/jsdom/living/generated/HTMLUnknownElement.js</a:t>
            </a:r>
          </a:p>
          <a:p>
            <a:pPr>
              <a:defRPr sz="1200"/>
            </a:pPr>
            <a:r>
              <a:t>D:/pasar_fix/node_modules/.bun/jsdom@26.1.0/node_modules/jsdom/lib/jsdom/living/generated/HTMLVideoElement.js</a:t>
            </a:r>
          </a:p>
          <a:p>
            <a:pPr>
              <a:defRPr sz="1200"/>
            </a:pPr>
            <a:r>
              <a:t>D:/pasar_fix/node_modules/.bun/jsdom@26.1.0/node_modules/jsdom/lib/jsdom/living/generated/InputEvent.js</a:t>
            </a:r>
          </a:p>
          <a:p>
            <a:pPr>
              <a:defRPr sz="1200"/>
            </a:pPr>
            <a:r>
              <a:t>D:/pasar_fix/node_modules/.bun/jsdom@26.1.0/node_modules/jsdom/lib/jsdom/living/generated/InputEventInit.js</a:t>
            </a:r>
          </a:p>
          <a:p>
            <a:pPr>
              <a:defRPr sz="1200"/>
            </a:pPr>
            <a:r>
              <a:t>D:/pasar_fix/node_modules/.bun/jsdom@26.1.0/node_modules/jsdom/lib/jsdom/living/generated/KeyboardEvent.js</a:t>
            </a:r>
          </a:p>
          <a:p>
            <a:pPr>
              <a:defRPr sz="1200"/>
            </a:pPr>
            <a:r>
              <a:t>D:/pasar_fix/node_modules/.bun/jsdom@26.1.0/node_modules/jsdom/lib/jsdom/living/generated/KeyboardEventInit.js</a:t>
            </a:r>
          </a:p>
          <a:p>
            <a:pPr>
              <a:defRPr sz="1200"/>
            </a:pPr>
            <a:r>
              <a:t>D:/pasar_fix/node_modules/.bun/jsdom@26.1.0/node_modules/jsdom/lib/jsdom/living/generated/Location.js</a:t>
            </a:r>
          </a:p>
          <a:p>
            <a:pPr>
              <a:defRPr sz="1200"/>
            </a:pPr>
            <a:r>
              <a:t>D:/pasar_fix/node_modules/.bun/jsdom@26.1.0/node_modules/jsdom/lib/jsdom/living/generated/MessageEvent.js</a:t>
            </a:r>
          </a:p>
          <a:p>
            <a:pPr>
              <a:defRPr sz="1200"/>
            </a:pPr>
            <a:r>
              <a:t>D:/pasar_fix/node_modules/.bun/jsdom@26.1.0/node_modules/jsdom/lib/jsdom/living/generated/MessageEventInit.js</a:t>
            </a:r>
          </a:p>
          <a:p>
            <a:pPr>
              <a:defRPr sz="1200"/>
            </a:pPr>
            <a:r>
              <a:t>D:/pasar_fix/node_modules/.bun/jsdom@26.1.0/node_modules/jsdom/lib/jsdom/living/generated/MimeType.js</a:t>
            </a:r>
          </a:p>
          <a:p>
            <a:pPr>
              <a:defRPr sz="1200"/>
            </a:pPr>
            <a:r>
              <a:t>D:/pasar_fix/node_modules/.bun/jsdom@26.1.0/node_modules/jsdom/lib/jsdom/living/generated/MimeTypeArray.js</a:t>
            </a:r>
          </a:p>
          <a:p>
            <a:pPr>
              <a:defRPr sz="1200"/>
            </a:pPr>
            <a:r>
              <a:t>D:/pasar_fix/node_modules/.bun/jsdom@26.1.0/node_modules/jsdom/lib/jsdom/living/generated/MouseEvent.js</a:t>
            </a:r>
          </a:p>
          <a:p>
            <a:pPr>
              <a:defRPr sz="1200"/>
            </a:pPr>
            <a:r>
              <a:t>D:/pasar_fix/node_modules/.bun/jsdom@26.1.0/node_modules/jsdom/lib/jsdom/living/generated/MouseEventInit.js</a:t>
            </a:r>
          </a:p>
          <a:p>
            <a:pPr>
              <a:defRPr sz="1200"/>
            </a:pPr>
            <a:r>
              <a:t>D:/pasar_fix/node_modules/.bun/jsdom@26.1.0/node_modules/jsdom/lib/jsdom/living/generated/MutationCallback.js</a:t>
            </a:r>
          </a:p>
          <a:p>
            <a:pPr>
              <a:defRPr sz="1200"/>
            </a:pPr>
            <a:r>
              <a:t>D:/pasar_fix/node_modules/.bun/jsdom@26.1.0/node_modules/jsdom/lib/jsdom/living/generated/MutationObserver.js</a:t>
            </a:r>
          </a:p>
          <a:p>
            <a:pPr>
              <a:defRPr sz="1200"/>
            </a:pPr>
            <a:r>
              <a:t>D:/pasar_fix/node_modules/.bun/jsdom@26.1.0/node_modules/jsdom/lib/jsdom/living/generated/MutationObserverInit.js</a:t>
            </a:r>
          </a:p>
          <a:p>
            <a:pPr>
              <a:defRPr sz="1200"/>
            </a:pPr>
            <a:r>
              <a:t>D:/pasar_fix/node_modules/.bun/jsdom@26.1.0/node_modules/jsdom/lib/jsdom/living/generated/MutationRecord.js</a:t>
            </a:r>
          </a:p>
          <a:p>
            <a:pPr>
              <a:defRPr sz="1200"/>
            </a:pPr>
            <a:r>
              <a:t>D:/pasar_fix/node_modules/.bun/jsdom@26.1.0/node_modules/jsdom/lib/jsdom/living/generated/NamedNodeMap.js</a:t>
            </a:r>
          </a:p>
          <a:p>
            <a:pPr>
              <a:defRPr sz="1200"/>
            </a:pPr>
            <a:r>
              <a:t>D:/pasar_fix/node_modules/.bun/jsdom@26.1.0/node_modules/jsdom/lib/jsdom/living/generated/Navigator.js</a:t>
            </a:r>
          </a:p>
          <a:p>
            <a:pPr>
              <a:defRPr sz="1200"/>
            </a:pPr>
            <a:r>
              <a:t>D:/pasar_fix/node_modules/.bun/jsdom@26.1.0/node_modules/jsdom/lib/jsdom/living/generated/Node.js</a:t>
            </a:r>
          </a:p>
          <a:p>
            <a:pPr>
              <a:defRPr sz="1200"/>
            </a:pPr>
            <a:r>
              <a:t>D:/pasar_fix/node_modules/.bun/jsdom@26.1.0/node_modules/jsdom/lib/jsdom/living/generated/NodeFilter.js</a:t>
            </a:r>
          </a:p>
          <a:p>
            <a:pPr>
              <a:defRPr sz="1200"/>
            </a:pPr>
            <a:r>
              <a:t>D:/pasar_fix/node_modules/.bun/jsdom@26.1.0/node_modules/jsdom/lib/jsdom/living/generated/NodeIterator.js</a:t>
            </a:r>
          </a:p>
          <a:p>
            <a:pPr>
              <a:defRPr sz="1200"/>
            </a:pPr>
            <a:r>
              <a:t>D:/pasar_fix/node_modules/.bun/jsdom@26.1.0/node_modules/jsdom/lib/jsdom/living/generated/NodeList.js</a:t>
            </a:r>
          </a:p>
          <a:p>
            <a:pPr>
              <a:defRPr sz="1200"/>
            </a:pPr>
            <a:r>
              <a:t>D:/pasar_fix/node_modules/.bun/jsdom@26.1.0/node_modules/jsdom/lib/jsdom/living/generated/OnBeforeUnloadEventHandlerNonNull.js</a:t>
            </a:r>
          </a:p>
          <a:p>
            <a:pPr>
              <a:defRPr sz="1200"/>
            </a:pPr>
            <a:r>
              <a:t>D:/pasar_fix/node_modules/.bun/jsdom@26.1.0/node_modules/jsdom/lib/jsdom/living/generated/OnErrorEventHandlerNonNull.js</a:t>
            </a:r>
          </a:p>
          <a:p>
            <a:pPr>
              <a:defRPr sz="1200"/>
            </a:pPr>
            <a:r>
              <a:t>D:/pasar_fix/node_modules/.bun/jsdom@26.1.0/node_modules/jsdom/lib/jsdom/living/generated/PageTransitionEvent.js</a:t>
            </a:r>
          </a:p>
          <a:p>
            <a:pPr>
              <a:defRPr sz="1200"/>
            </a:pPr>
            <a:r>
              <a:t>D:/pasar_fix/node_modules/.bun/jsdom@26.1.0/node_modules/jsdom/lib/jsdom/living/generated/PageTransitionEventInit.js</a:t>
            </a:r>
          </a:p>
          <a:p>
            <a:pPr>
              <a:defRPr sz="1200"/>
            </a:pPr>
            <a:r>
              <a:t>D:/pasar_fix/node_modules/.bun/jsdom@26.1.0/node_modules/jsdom/lib/jsdom/living/generated/Performance.js</a:t>
            </a:r>
          </a:p>
          <a:p>
            <a:pPr>
              <a:defRPr sz="1200"/>
            </a:pPr>
            <a:r>
              <a:t>D:/pasar_fix/node_modules/.bun/jsdom@26.1.0/node_modules/jsdom/lib/jsdom/living/generated/Plugin.js</a:t>
            </a:r>
          </a:p>
          <a:p>
            <a:pPr>
              <a:defRPr sz="1200"/>
            </a:pPr>
            <a:r>
              <a:t>D:/pasar_fix/node_modules/.bun/jsdom@26.1.0/node_modules/jsdom/lib/jsdom/living/generated/PluginArray.js</a:t>
            </a:r>
          </a:p>
          <a:p>
            <a:pPr>
              <a:defRPr sz="1200"/>
            </a:pPr>
            <a:r>
              <a:t>D:/pasar_fix/node_modules/.bun/jsdom@26.1.0/node_modules/jsdom/lib/jsdom/living/generated/PopStateEvent.js</a:t>
            </a:r>
          </a:p>
          <a:p>
            <a:pPr>
              <a:defRPr sz="1200"/>
            </a:pPr>
            <a:r>
              <a:t>D:/pasar_fix/node_modules/.bun/jsdom@26.1.0/node_modules/jsdom/lib/jsdom/living/generated/PopStateEventInit.js</a:t>
            </a:r>
          </a:p>
          <a:p>
            <a:pPr>
              <a:defRPr sz="1200"/>
            </a:pPr>
            <a:r>
              <a:t>D:/pasar_fix/node_modules/.bun/jsdom@26.1.0/node_modules/jsdom/lib/jsdom/living/generated/ProcessingInstruction.js</a:t>
            </a:r>
          </a:p>
          <a:p>
            <a:pPr>
              <a:defRPr sz="1200"/>
            </a:pPr>
            <a:r>
              <a:t>D:/pasar_fix/node_modules/.bun/jsdom@26.1.0/node_modules/jsdom/lib/jsdom/living/generated/ProgressEvent.js</a:t>
            </a:r>
          </a:p>
          <a:p>
            <a:pPr>
              <a:defRPr sz="1200"/>
            </a:pPr>
            <a:r>
              <a:t>D:/pasar_fix/node_modules/.bun/jsdom@26.1.0/node_modules/jsdom/lib/jsdom/living/generated/ProgressEventInit.js</a:t>
            </a:r>
          </a:p>
          <a:p>
            <a:pPr>
              <a:defRPr sz="1200"/>
            </a:pPr>
            <a:r>
              <a:t>D:/pasar_fix/node_modules/.bun/jsdom@26.1.0/node_modules/jsdom/lib/jsdom/living/generated/RadioNodeList.js</a:t>
            </a:r>
          </a:p>
          <a:p>
            <a:pPr>
              <a:defRPr sz="1200"/>
            </a:pPr>
            <a:r>
              <a:t>D:/pasar_fix/node_modules/.bun/jsdom@26.1.0/node_modules/jsdom/lib/jsdom/living/generated/Range.js</a:t>
            </a:r>
          </a:p>
          <a:p>
            <a:pPr>
              <a:defRPr sz="1200"/>
            </a:pPr>
            <a:r>
              <a:t>D:/pasar_fix/node_modules/.bun/jsdom@26.1.0/node_modules/jsdom/lib/jsdom/living/generated/Screen.js</a:t>
            </a:r>
          </a:p>
          <a:p>
            <a:pPr>
              <a:defRPr sz="1200"/>
            </a:pPr>
            <a:r>
              <a:t>D:/pasar_fix/node_modules/.bun/jsdom@26.1.0/node_modules/jsdom/lib/jsdom/living/generated/ScrollBehavior.js</a:t>
            </a:r>
          </a:p>
          <a:p>
            <a:pPr>
              <a:defRPr sz="1200"/>
            </a:pPr>
            <a:r>
              <a:t>D:/pasar_fix/node_modules/.bun/jsdom@26.1.0/node_modules/jsdom/lib/jsdom/living/generated/ScrollIntoViewOptions.js</a:t>
            </a:r>
          </a:p>
          <a:p>
            <a:pPr>
              <a:defRPr sz="1200"/>
            </a:pPr>
            <a:r>
              <a:t>D:/pasar_fix/node_modules/.bun/jsdom@26.1.0/node_modules/jsdom/lib/jsdom/living/generated/ScrollLogicalPosition.js</a:t>
            </a:r>
          </a:p>
          <a:p>
            <a:pPr>
              <a:defRPr sz="1200"/>
            </a:pPr>
            <a:r>
              <a:t>D:/pasar_fix/node_modules/.bun/jsdom@26.1.0/node_modules/jsdom/lib/jsdom/living/generated/ScrollOptions.js</a:t>
            </a:r>
          </a:p>
          <a:p>
            <a:pPr>
              <a:defRPr sz="1200"/>
            </a:pPr>
            <a:r>
              <a:t>D:/pasar_fix/node_modules/.bun/jsdom@26.1.0/node_modules/jsdom/lib/jsdom/living/generated/ScrollRestoration.js</a:t>
            </a:r>
          </a:p>
          <a:p>
            <a:pPr>
              <a:defRPr sz="1200"/>
            </a:pPr>
            <a:r>
              <a:t>D:/pasar_fix/node_modules/.bun/jsdom@26.1.0/node_modules/jsdom/lib/jsdom/living/generated/Selection.js</a:t>
            </a:r>
          </a:p>
          <a:p>
            <a:pPr>
              <a:defRPr sz="1200"/>
            </a:pPr>
            <a:r>
              <a:t>D:/pasar_fix/node_modules/.bun/jsdom@26.1.0/node_modules/jsdom/lib/jsdom/living/generated/SelectionMode.js</a:t>
            </a:r>
          </a:p>
          <a:p>
            <a:pPr>
              <a:defRPr sz="1200"/>
            </a:pPr>
            <a:r>
              <a:t>D:/pasar_fix/node_modules/.bun/jsdom@26.1.0/node_modules/jsdom/lib/jsdom/living/generated/ShadowRoot.js</a:t>
            </a:r>
          </a:p>
          <a:p>
            <a:pPr>
              <a:defRPr sz="1200"/>
            </a:pPr>
            <a:r>
              <a:t>D:/pasar_fix/node_modules/.bun/jsdom@26.1.0/node_modules/jsdom/lib/jsdom/living/generated/ShadowRootInit.js</a:t>
            </a:r>
          </a:p>
          <a:p>
            <a:pPr>
              <a:defRPr sz="1200"/>
            </a:pPr>
            <a:r>
              <a:t>D:/pasar_fix/node_modules/.bun/jsdom@26.1.0/node_modules/jsdom/lib/jsdom/living/generated/ShadowRootMode.js</a:t>
            </a:r>
          </a:p>
          <a:p>
            <a:pPr>
              <a:defRPr sz="1200"/>
            </a:pPr>
            <a:r>
              <a:t>D:/pasar_fix/node_modules/.bun/jsdom@26.1.0/node_modules/jsdom/lib/jsdom/living/generated/StaticRange.js</a:t>
            </a:r>
          </a:p>
          <a:p>
            <a:pPr>
              <a:defRPr sz="1200"/>
            </a:pPr>
            <a:r>
              <a:t>D:/pasar_fix/node_modules/.bun/jsdom@26.1.0/node_modules/jsdom/lib/jsdom/living/generated/StaticRangeInit.js</a:t>
            </a:r>
          </a:p>
          <a:p>
            <a:pPr>
              <a:defRPr sz="1200"/>
            </a:pPr>
            <a:r>
              <a:t>D:/pasar_fix/node_modules/.bun/jsdom@26.1.0/node_modules/jsdom/lib/jsdom/living/generated/Storage.js</a:t>
            </a:r>
          </a:p>
          <a:p>
            <a:pPr>
              <a:defRPr sz="1200"/>
            </a:pPr>
            <a:r>
              <a:t>D:/pasar_fix/node_modules/.bun/jsdom@26.1.0/node_modules/jsdom/lib/jsdom/living/generated/StorageEvent.js</a:t>
            </a:r>
          </a:p>
          <a:p>
            <a:pPr>
              <a:defRPr sz="1200"/>
            </a:pPr>
            <a:r>
              <a:t>D:/pasar_fix/node_modules/.bun/jsdom@26.1.0/node_modules/jsdom/lib/jsdom/living/generated/StorageEventInit.js</a:t>
            </a:r>
          </a:p>
          <a:p>
            <a:pPr>
              <a:defRPr sz="1200"/>
            </a:pPr>
            <a:r>
              <a:t>D:/pasar_fix/node_modules/.bun/jsdom@26.1.0/node_modules/jsdom/lib/jsdom/living/generated/StyleSheetList.js</a:t>
            </a:r>
          </a:p>
          <a:p>
            <a:pPr>
              <a:defRPr sz="1200"/>
            </a:pPr>
            <a:r>
              <a:t>D:/pasar_fix/node_modules/.bun/jsdom@26.1.0/node_modules/jsdom/lib/jsdom/living/generated/SubmitEvent.js</a:t>
            </a:r>
          </a:p>
          <a:p>
            <a:pPr>
              <a:defRPr sz="1200"/>
            </a:pPr>
            <a:r>
              <a:t>D:/pasar_fix/node_modules/.bun/jsdom@26.1.0/node_modules/jsdom/lib/jsdom/living/generated/SubmitEventInit.js</a:t>
            </a:r>
          </a:p>
          <a:p>
            <a:pPr>
              <a:defRPr sz="1200"/>
            </a:pPr>
            <a:r>
              <a:t>D:/pasar_fix/node_modules/.bun/jsdom@26.1.0/node_modules/jsdom/lib/jsdom/living/generated/SupportedType.js</a:t>
            </a:r>
          </a:p>
          <a:p>
            <a:pPr>
              <a:defRPr sz="1200"/>
            </a:pPr>
            <a:r>
              <a:t>D:/pasar_fix/node_modules/.bun/jsdom@26.1.0/node_modules/jsdom/lib/jsdom/living/generated/SVGAnimatedPreserveAspectRatio.js</a:t>
            </a:r>
          </a:p>
          <a:p>
            <a:pPr>
              <a:defRPr sz="1200"/>
            </a:pPr>
            <a:r>
              <a:t>D:/pasar_fix/node_modules/.bun/jsdom@26.1.0/node_modules/jsdom/lib/jsdom/living/generated/SVGAnimatedRect.js</a:t>
            </a:r>
          </a:p>
          <a:p>
            <a:pPr>
              <a:defRPr sz="1200"/>
            </a:pPr>
            <a:r>
              <a:t>D:/pasar_fix/node_modules/.bun/jsdom@26.1.0/node_modules/jsdom/lib/jsdom/living/generated/SVGAnimatedString.js</a:t>
            </a:r>
          </a:p>
          <a:p>
            <a:pPr>
              <a:defRPr sz="1200"/>
            </a:pPr>
            <a:r>
              <a:t>D:/pasar_fix/node_modules/.bun/jsdom@26.1.0/node_modules/jsdom/lib/jsdom/living/generated/SVGBoundingBoxOptions.js</a:t>
            </a:r>
          </a:p>
          <a:p>
            <a:pPr>
              <a:defRPr sz="1200"/>
            </a:pPr>
            <a:r>
              <a:t>D:/pasar_fix/node_modules/.bun/jsdom@26.1.0/node_modules/jsdom/lib/jsdom/living/generated/SVGDefsElement.js</a:t>
            </a:r>
          </a:p>
          <a:p>
            <a:pPr>
              <a:defRPr sz="1200"/>
            </a:pPr>
            <a:r>
              <a:t>D:/pasar_fix/node_modules/.bun/jsdom@26.1.0/node_modules/jsdom/lib/jsdom/living/generated/SVGDescElement.js</a:t>
            </a:r>
          </a:p>
          <a:p>
            <a:pPr>
              <a:defRPr sz="1200"/>
            </a:pPr>
            <a:r>
              <a:t>D:/pasar_fix/node_modules/.bun/jsdom@26.1.0/node_modules/jsdom/lib/jsdom/living/generated/SVGElement.js</a:t>
            </a:r>
          </a:p>
          <a:p>
            <a:pPr>
              <a:defRPr sz="1200"/>
            </a:pPr>
            <a:r>
              <a:t>D:/pasar_fix/node_modules/.bun/jsdom@26.1.0/node_modules/jsdom/lib/jsdom/living/generated/SVGGElement.js</a:t>
            </a:r>
          </a:p>
          <a:p>
            <a:pPr>
              <a:defRPr sz="1200"/>
            </a:pPr>
            <a:r>
              <a:t>D:/pasar_fix/node_modules/.bun/jsdom@26.1.0/node_modules/jsdom/lib/jsdom/living/generated/SVGGraphicsElement.js</a:t>
            </a:r>
          </a:p>
          <a:p>
            <a:pPr>
              <a:defRPr sz="1200"/>
            </a:pPr>
            <a:r>
              <a:t>D:/pasar_fix/node_modules/.bun/jsdom@26.1.0/node_modules/jsdom/lib/jsdom/living/generated/SVGMetadataElement.js</a:t>
            </a:r>
          </a:p>
          <a:p>
            <a:pPr>
              <a:defRPr sz="1200"/>
            </a:pPr>
            <a:r>
              <a:t>D:/pasar_fix/node_modules/.bun/jsdom@26.1.0/node_modules/jsdom/lib/jsdom/living/generated/SVGNumber.js</a:t>
            </a:r>
          </a:p>
          <a:p>
            <a:pPr>
              <a:defRPr sz="1200"/>
            </a:pPr>
            <a:r>
              <a:t>D:/pasar_fix/node_modules/.bun/jsdom@26.1.0/node_modules/jsdom/lib/jsdom/living/generated/SVGPreserveAspectRatio.js</a:t>
            </a:r>
          </a:p>
          <a:p>
            <a:pPr>
              <a:defRPr sz="1200"/>
            </a:pPr>
            <a:r>
              <a:t>D:/pasar_fix/node_modules/.bun/jsdom@26.1.0/node_modules/jsdom/lib/jsdom/living/generated/SVGRect.js</a:t>
            </a:r>
          </a:p>
          <a:p>
            <a:pPr>
              <a:defRPr sz="1200"/>
            </a:pPr>
            <a:r>
              <a:t>D:/pasar_fix/node_modules/.bun/jsdom@26.1.0/node_modules/jsdom/lib/jsdom/living/generated/SVGStringList.js</a:t>
            </a:r>
          </a:p>
          <a:p>
            <a:pPr>
              <a:defRPr sz="1200"/>
            </a:pPr>
            <a:r>
              <a:t>D:/pasar_fix/node_modules/.bun/jsdom@26.1.0/node_modules/jsdom/lib/jsdom/living/generated/SVGSVGElement.js</a:t>
            </a:r>
          </a:p>
          <a:p>
            <a:pPr>
              <a:defRPr sz="1200"/>
            </a:pPr>
            <a:r>
              <a:t>D:/pasar_fix/node_modules/.bun/jsdom@26.1.0/node_modules/jsdom/lib/jsdom/living/generated/SVGSwitchElement.js</a:t>
            </a:r>
          </a:p>
          <a:p>
            <a:pPr>
              <a:defRPr sz="1200"/>
            </a:pPr>
            <a:r>
              <a:t>D:/pasar_fix/node_modules/.bun/jsdom@26.1.0/node_modules/jsdom/lib/jsdom/living/generated/SVGSymbolElement.js</a:t>
            </a:r>
          </a:p>
          <a:p>
            <a:pPr>
              <a:defRPr sz="1200"/>
            </a:pPr>
            <a:r>
              <a:t>D:/pasar_fix/node_modules/.bun/jsdom@26.1.0/node_modules/jsdom/lib/jsdom/living/generated/SVGTitleElement.js</a:t>
            </a:r>
          </a:p>
          <a:p>
            <a:pPr>
              <a:defRPr sz="1200"/>
            </a:pPr>
            <a:r>
              <a:t>D:/pasar_fix/node_modules/.bun/jsdom@26.1.0/node_modules/jsdom/lib/jsdom/living/generated/Text.js</a:t>
            </a:r>
          </a:p>
          <a:p>
            <a:pPr>
              <a:defRPr sz="1200"/>
            </a:pPr>
            <a:r>
              <a:t>D:/pasar_fix/node_modules/.bun/jsdom@26.1.0/node_modules/jsdom/lib/jsdom/living/generated/TextTrackKind.js</a:t>
            </a:r>
          </a:p>
          <a:p>
            <a:pPr>
              <a:defRPr sz="1200"/>
            </a:pPr>
            <a:r>
              <a:t>D:/pasar_fix/node_modules/.bun/jsdom@26.1.0/node_modules/jsdom/lib/jsdom/living/generated/TouchEvent.js</a:t>
            </a:r>
          </a:p>
          <a:p>
            <a:pPr>
              <a:defRPr sz="1200"/>
            </a:pPr>
            <a:r>
              <a:t>D:/pasar_fix/node_modules/.bun/jsdom@26.1.0/node_modules/jsdom/lib/jsdom/living/generated/TouchEventInit.js</a:t>
            </a:r>
          </a:p>
          <a:p>
            <a:pPr>
              <a:defRPr sz="1200"/>
            </a:pPr>
            <a:r>
              <a:t>D:/pasar_fix/node_modules/.bun/jsdom@26.1.0/node_modules/jsdom/lib/jsdom/living/generated/TreeWalker.js</a:t>
            </a:r>
          </a:p>
          <a:p>
            <a:pPr>
              <a:defRPr sz="1200"/>
            </a:pPr>
            <a:r>
              <a:t>D:/pasar_fix/node_modules/.bun/jsdom@26.1.0/node_modules/jsdom/lib/jsdom/living/generated/UIEvent.js</a:t>
            </a:r>
          </a:p>
          <a:p>
            <a:pPr>
              <a:defRPr sz="1200"/>
            </a:pPr>
            <a:r>
              <a:t>D:/pasar_fix/node_modules/.bun/jsdom@26.1.0/node_modules/jsdom/lib/jsdom/living/generated/UIEventInit.js</a:t>
            </a:r>
          </a:p>
          <a:p>
            <a:pPr>
              <a:defRPr sz="1200"/>
            </a:pPr>
            <a:r>
              <a:t>D:/pasar_fix/node_modules/.bun/jsdom@26.1.0/node_modules/jsdom/lib/jsdom/living/generated/utils.js</a:t>
            </a:r>
          </a:p>
          <a:p>
            <a:pPr>
              <a:defRPr sz="1200"/>
            </a:pPr>
            <a:r>
              <a:t>D:/pasar_fix/node_modules/.bun/jsdom@26.1.0/node_modules/jsdom/lib/jsdom/living/generated/ValidityState.js</a:t>
            </a:r>
          </a:p>
          <a:p>
            <a:pPr>
              <a:defRPr sz="1200"/>
            </a:pPr>
            <a:r>
              <a:t>D:/pasar_fix/node_modules/.bun/jsdom@26.1.0/node_modules/jsdom/lib/jsdom/living/generated/VisibilityState.js</a:t>
            </a:r>
          </a:p>
          <a:p>
            <a:pPr>
              <a:defRPr sz="1200"/>
            </a:pPr>
            <a:r>
              <a:t>D:/pasar_fix/node_modules/.bun/jsdom@26.1.0/node_modules/jsdom/lib/jsdom/living/generated/VoidFunction.js</a:t>
            </a:r>
          </a:p>
          <a:p>
            <a:pPr>
              <a:defRPr sz="1200"/>
            </a:pPr>
            <a:r>
              <a:t>D:/pasar_fix/node_modules/.bun/jsdom@26.1.0/node_modules/jsdom/lib/jsdom/living/generated/WebSocket.js</a:t>
            </a:r>
          </a:p>
          <a:p>
            <a:pPr>
              <a:defRPr sz="1200"/>
            </a:pPr>
            <a:r>
              <a:t>D:/pasar_fix/node_modules/.bun/jsdom@26.1.0/node_modules/jsdom/lib/jsdom/living/generated/WheelEvent.js</a:t>
            </a:r>
          </a:p>
          <a:p>
            <a:pPr>
              <a:defRPr sz="1200"/>
            </a:pPr>
            <a:r>
              <a:t>D:/pasar_fix/node_modules/.bun/jsdom@26.1.0/node_modules/jsdom/lib/jsdom/living/generated/WheelEventInit.js</a:t>
            </a:r>
          </a:p>
          <a:p>
            <a:pPr>
              <a:defRPr sz="1200"/>
            </a:pPr>
            <a:r>
              <a:t>D:/pasar_fix/node_modules/.bun/jsdom@26.1.0/node_modules/jsdom/lib/jsdom/living/generated/XMLDocument.js</a:t>
            </a:r>
          </a:p>
          <a:p>
            <a:pPr>
              <a:defRPr sz="1200"/>
            </a:pPr>
            <a:r>
              <a:t>D:/pasar_fix/node_modules/.bun/jsdom@26.1.0/node_modules/jsdom/lib/jsdom/living/generated/XMLHttpRequest.js</a:t>
            </a:r>
          </a:p>
          <a:p>
            <a:pPr>
              <a:defRPr sz="1200"/>
            </a:pPr>
            <a:r>
              <a:t>D:/pasar_fix/node_modules/.bun/jsdom@26.1.0/node_modules/jsdom/lib/jsdom/living/generated/XMLHttpRequestEventTarget.js</a:t>
            </a:r>
          </a:p>
          <a:p>
            <a:pPr>
              <a:defRPr sz="1200"/>
            </a:pPr>
            <a:r>
              <a:t>D:/pasar_fix/node_modules/.bun/jsdom@26.1.0/node_modules/jsdom/lib/jsdom/living/generated/XMLHttpRequestResponseType.js</a:t>
            </a:r>
          </a:p>
          <a:p>
            <a:pPr>
              <a:defRPr sz="1200"/>
            </a:pPr>
            <a:r>
              <a:t>D:/pasar_fix/node_modules/.bun/jsdom@26.1.0/node_modules/jsdom/lib/jsdom/living/generated/XMLHttpRequestUpload.js</a:t>
            </a:r>
          </a:p>
          <a:p>
            <a:pPr>
              <a:defRPr sz="1200"/>
            </a:pPr>
            <a:r>
              <a:t>D:/pasar_fix/node_modules/.bun/jsdom@26.1.0/node_modules/jsdom/lib/jsdom/living/generated/XMLSerializer.js</a:t>
            </a:r>
          </a:p>
          <a:p>
            <a:pPr>
              <a:defRPr sz="1200"/>
            </a:pPr>
            <a:r>
              <a:t>D:/pasar_fix/node_modules/.bun/jsdom@26.1.0/node_modules/jsdom/lib/jsdom/living/geometry/DOMRect-impl.js</a:t>
            </a:r>
          </a:p>
          <a:p>
            <a:pPr>
              <a:defRPr sz="1200"/>
            </a:pPr>
            <a:r>
              <a:t>D:/pasar_fix/node_modules/.bun/jsdom@26.1.0/node_modules/jsdom/lib/jsdom/living/geometry/DOMRectReadOnly-impl.js</a:t>
            </a:r>
          </a:p>
          <a:p>
            <a:pPr>
              <a:defRPr sz="1200"/>
            </a:pPr>
            <a:r>
              <a:t>D:/pasar_fix/node_modules/.bun/jsdom@26.1.0/node_modules/jsdom/lib/jsdom/living/helpers/agent-factory.js</a:t>
            </a:r>
          </a:p>
          <a:p>
            <a:pPr>
              <a:defRPr sz="1200"/>
            </a:pPr>
            <a:r>
              <a:t>D:/pasar_fix/node_modules/.bun/jsdom@26.1.0/node_modules/jsdom/lib/jsdom/living/helpers/binary-data.js</a:t>
            </a:r>
          </a:p>
          <a:p>
            <a:pPr>
              <a:defRPr sz="1200"/>
            </a:pPr>
            <a:r>
              <a:t>D:/pasar_fix/node_modules/.bun/jsdom@26.1.0/node_modules/jsdom/lib/jsdom/living/helpers/colors.js</a:t>
            </a:r>
          </a:p>
          <a:p>
            <a:pPr>
              <a:defRPr sz="1200"/>
            </a:pPr>
            <a:r>
              <a:t>D:/pasar_fix/node_modules/.bun/jsdom@26.1.0/node_modules/jsdom/lib/jsdom/living/helpers/create-element.js</a:t>
            </a:r>
          </a:p>
          <a:p>
            <a:pPr>
              <a:defRPr sz="1200"/>
            </a:pPr>
            <a:r>
              <a:t>D:/pasar_fix/node_modules/.bun/jsdom@26.1.0/node_modules/jsdom/lib/jsdom/living/helpers/create-event-accessor.js</a:t>
            </a:r>
          </a:p>
          <a:p>
            <a:pPr>
              <a:defRPr sz="1200"/>
            </a:pPr>
            <a:r>
              <a:t>D:/pasar_fix/node_modules/.bun/jsdom@26.1.0/node_modules/jsdom/lib/jsdom/living/helpers/custom-elements.js</a:t>
            </a:r>
          </a:p>
          <a:p>
            <a:pPr>
              <a:defRPr sz="1200"/>
            </a:pPr>
            <a:r>
              <a:t>D:/pasar_fix/node_modules/.bun/jsdom@26.1.0/node_modules/jsdom/lib/jsdom/living/helpers/dates-and-times.js</a:t>
            </a:r>
          </a:p>
          <a:p>
            <a:pPr>
              <a:defRPr sz="1200"/>
            </a:pPr>
            <a:r>
              <a:t>D:/pasar_fix/node_modules/.bun/jsdom@26.1.0/node_modules/jsdom/lib/jsdom/living/helpers/details.js</a:t>
            </a:r>
          </a:p>
          <a:p>
            <a:pPr>
              <a:defRPr sz="1200"/>
            </a:pPr>
            <a:r>
              <a:t>D:/pasar_fix/node_modules/.bun/jsdom@26.1.0/node_modules/jsdom/lib/jsdom/living/helpers/events.js</a:t>
            </a:r>
          </a:p>
          <a:p>
            <a:pPr>
              <a:defRPr sz="1200"/>
            </a:pPr>
            <a:r>
              <a:t>D:/pasar_fix/node_modules/.bun/jsdom@26.1.0/node_modules/jsdom/lib/jsdom/living/helpers/focusing.js</a:t>
            </a:r>
          </a:p>
          <a:p>
            <a:pPr>
              <a:defRPr sz="1200"/>
            </a:pPr>
            <a:r>
              <a:t>D:/pasar_fix/node_modules/.bun/jsdom@26.1.0/node_modules/jsdom/lib/jsdom/living/helpers/form-controls.js</a:t>
            </a:r>
          </a:p>
          <a:p>
            <a:pPr>
              <a:defRPr sz="1200"/>
            </a:pPr>
            <a:r>
              <a:t>D:/pasar_fix/node_modules/.bun/jsdom@26.1.0/node_modules/jsdom/lib/jsdom/living/helpers/html-constructor.js</a:t>
            </a:r>
          </a:p>
          <a:p>
            <a:pPr>
              <a:defRPr sz="1200"/>
            </a:pPr>
            <a:r>
              <a:t>D:/pasar_fix/node_modules/.bun/jsdom@26.1.0/node_modules/jsdom/lib/jsdom/living/helpers/http-request.js</a:t>
            </a:r>
          </a:p>
          <a:p>
            <a:pPr>
              <a:defRPr sz="1200"/>
            </a:pPr>
            <a:r>
              <a:t>D:/pasar_fix/node_modules/.bun/jsdom@26.1.0/node_modules/jsdom/lib/jsdom/living/helpers/internal-constants.js</a:t>
            </a:r>
          </a:p>
          <a:p>
            <a:pPr>
              <a:defRPr sz="1200"/>
            </a:pPr>
            <a:r>
              <a:t>D:/pasar_fix/node_modules/.bun/jsdom@26.1.0/node_modules/jsdom/lib/jsdom/living/helpers/iterable-weak-set.js</a:t>
            </a:r>
          </a:p>
          <a:p>
            <a:pPr>
              <a:defRPr sz="1200"/>
            </a:pPr>
            <a:r>
              <a:t>D:/pasar_fix/node_modules/.bun/jsdom@26.1.0/node_modules/jsdom/lib/jsdom/living/helpers/json.js</a:t>
            </a:r>
          </a:p>
          <a:p>
            <a:pPr>
              <a:defRPr sz="1200"/>
            </a:pPr>
            <a:r>
              <a:t>D:/pasar_fix/node_modules/.bun/jsdom@26.1.0/node_modules/jsdom/lib/jsdom/living/helpers/mutation-observers.js</a:t>
            </a:r>
          </a:p>
          <a:p>
            <a:pPr>
              <a:defRPr sz="1200"/>
            </a:pPr>
            <a:r>
              <a:t>D:/pasar_fix/node_modules/.bun/jsdom@26.1.0/node_modules/jsdom/lib/jsdom/living/helpers/namespaces.js</a:t>
            </a:r>
          </a:p>
          <a:p>
            <a:pPr>
              <a:defRPr sz="1200"/>
            </a:pPr>
            <a:r>
              <a:t>D:/pasar_fix/node_modules/.bun/jsdom@26.1.0/node_modules/jsdom/lib/jsdom/living/helpers/node.js</a:t>
            </a:r>
          </a:p>
          <a:p>
            <a:pPr>
              <a:defRPr sz="1200"/>
            </a:pPr>
            <a:r>
              <a:t>D:/pasar_fix/node_modules/.bun/jsdom@26.1.0/node_modules/jsdom/lib/jsdom/living/helpers/number-and-date-inputs.js</a:t>
            </a:r>
          </a:p>
          <a:p>
            <a:pPr>
              <a:defRPr sz="1200"/>
            </a:pPr>
            <a:r>
              <a:t>D:/pasar_fix/node_modules/.bun/jsdom@26.1.0/node_modules/jsdom/lib/jsdom/living/helpers/ordered-set.js</a:t>
            </a:r>
          </a:p>
          <a:p>
            <a:pPr>
              <a:defRPr sz="1200"/>
            </a:pPr>
            <a:r>
              <a:t>D:/pasar_fix/node_modules/.bun/jsdom@26.1.0/node_modules/jsdom/lib/jsdom/living/helpers/page-transition-event.js</a:t>
            </a:r>
          </a:p>
          <a:p>
            <a:pPr>
              <a:defRPr sz="1200"/>
            </a:pPr>
            <a:r>
              <a:t>D:/pasar_fix/node_modules/.bun/jsdom@26.1.0/node_modules/jsdom/lib/jsdom/living/helpers/runtime-script-errors.js</a:t>
            </a:r>
          </a:p>
          <a:p>
            <a:pPr>
              <a:defRPr sz="1200"/>
            </a:pPr>
            <a:r>
              <a:t>D:/pasar_fix/node_modules/.bun/jsdom@26.1.0/node_modules/jsdom/lib/jsdom/living/helpers/selectors.js</a:t>
            </a:r>
          </a:p>
          <a:p>
            <a:pPr>
              <a:defRPr sz="1200"/>
            </a:pPr>
            <a:r>
              <a:t>D:/pasar_fix/node_modules/.bun/jsdom@26.1.0/node_modules/jsdom/lib/jsdom/living/helpers/shadow-dom.js</a:t>
            </a:r>
          </a:p>
          <a:p>
            <a:pPr>
              <a:defRPr sz="1200"/>
            </a:pPr>
            <a:r>
              <a:t>D:/pasar_fix/node_modules/.bun/jsdom@26.1.0/node_modules/jsdom/lib/jsdom/living/helpers/strings.js</a:t>
            </a:r>
          </a:p>
          <a:p>
            <a:pPr>
              <a:defRPr sz="1200"/>
            </a:pPr>
            <a:r>
              <a:t>D:/pasar_fix/node_modules/.bun/jsdom@26.1.0/node_modules/jsdom/lib/jsdom/living/helpers/style-rules.js</a:t>
            </a:r>
          </a:p>
          <a:p>
            <a:pPr>
              <a:defRPr sz="1200"/>
            </a:pPr>
            <a:r>
              <a:t>D:/pasar_fix/node_modules/.bun/jsdom@26.1.0/node_modules/jsdom/lib/jsdom/living/helpers/stylesheets.js</a:t>
            </a:r>
          </a:p>
          <a:p>
            <a:pPr>
              <a:defRPr sz="1200"/>
            </a:pPr>
            <a:r>
              <a:t>D:/pasar_fix/node_modules/.bun/jsdom@26.1.0/node_modules/jsdom/lib/jsdom/living/helpers/text.js</a:t>
            </a:r>
          </a:p>
          <a:p>
            <a:pPr>
              <a:defRPr sz="1200"/>
            </a:pPr>
            <a:r>
              <a:t>D:/pasar_fix/node_modules/.bun/jsdom@26.1.0/node_modules/jsdom/lib/jsdom/living/helpers/traversal.js</a:t>
            </a:r>
          </a:p>
          <a:p>
            <a:pPr>
              <a:defRPr sz="1200"/>
            </a:pPr>
            <a:r>
              <a:t>D:/pasar_fix/node_modules/.bun/jsdom@26.1.0/node_modules/jsdom/lib/jsdom/living/helpers/validate-names.js</a:t>
            </a:r>
          </a:p>
          <a:p>
            <a:pPr>
              <a:defRPr sz="1200"/>
            </a:pPr>
            <a:r>
              <a:t>D:/pasar_fix/node_modules/.bun/jsdom@26.1.0/node_modules/jsdom/lib/jsdom/living/helpers/svg/basic-types.js</a:t>
            </a:r>
          </a:p>
          <a:p>
            <a:pPr>
              <a:defRPr sz="1200"/>
            </a:pPr>
            <a:r>
              <a:t>D:/pasar_fix/node_modules/.bun/jsdom@26.1.0/node_modules/jsdom/lib/jsdom/living/helpers/svg/render.js</a:t>
            </a:r>
          </a:p>
          <a:p>
            <a:pPr>
              <a:defRPr sz="1200"/>
            </a:pPr>
            <a:r>
              <a:t>D:/pasar_fix/node_modules/.bun/jsdom@26.1.0/node_modules/jsdom/lib/jsdom/living/hr-time/Performance-impl.js</a:t>
            </a:r>
          </a:p>
          <a:p>
            <a:pPr>
              <a:defRPr sz="1200"/>
            </a:pPr>
            <a:r>
              <a:t>D:/pasar_fix/node_modules/.bun/jsdom@26.1.0/node_modules/jsdom/lib/jsdom/living/mutation-observer/MutationObserver-impl.js</a:t>
            </a:r>
          </a:p>
          <a:p>
            <a:pPr>
              <a:defRPr sz="1200"/>
            </a:pPr>
            <a:r>
              <a:t>D:/pasar_fix/node_modules/.bun/jsdom@26.1.0/node_modules/jsdom/lib/jsdom/living/mutation-observer/MutationRecord-impl.js</a:t>
            </a:r>
          </a:p>
          <a:p>
            <a:pPr>
              <a:defRPr sz="1200"/>
            </a:pPr>
            <a:r>
              <a:t>D:/pasar_fix/node_modules/.bun/jsdom@26.1.0/node_modules/jsdom/lib/jsdom/living/navigator/MimeType-impl.js</a:t>
            </a:r>
          </a:p>
          <a:p>
            <a:pPr>
              <a:defRPr sz="1200"/>
            </a:pPr>
            <a:r>
              <a:t>D:/pasar_fix/node_modules/.bun/jsdom@26.1.0/node_modules/jsdom/lib/jsdom/living/navigator/MimeTypeArray-impl.js</a:t>
            </a:r>
          </a:p>
          <a:p>
            <a:pPr>
              <a:defRPr sz="1200"/>
            </a:pPr>
            <a:r>
              <a:t>D:/pasar_fix/node_modules/.bun/jsdom@26.1.0/node_modules/jsdom/lib/jsdom/living/navigator/Navigator-impl.js</a:t>
            </a:r>
          </a:p>
          <a:p>
            <a:pPr>
              <a:defRPr sz="1200"/>
            </a:pPr>
            <a:r>
              <a:t>D:/pasar_fix/node_modules/.bun/jsdom@26.1.0/node_modules/jsdom/lib/jsdom/living/navigator/NavigatorConcurrentHardware-impl.js</a:t>
            </a:r>
          </a:p>
          <a:p>
            <a:pPr>
              <a:defRPr sz="1200"/>
            </a:pPr>
            <a:r>
              <a:t>D:/pasar_fix/node_modules/.bun/jsdom@26.1.0/node_modules/jsdom/lib/jsdom/living/navigator/NavigatorCookies-impl.js</a:t>
            </a:r>
          </a:p>
          <a:p>
            <a:pPr>
              <a:defRPr sz="1200"/>
            </a:pPr>
            <a:r>
              <a:t>D:/pasar_fix/node_modules/.bun/jsdom@26.1.0/node_modules/jsdom/lib/jsdom/living/navigator/NavigatorID-impl.js</a:t>
            </a:r>
          </a:p>
          <a:p>
            <a:pPr>
              <a:defRPr sz="1200"/>
            </a:pPr>
            <a:r>
              <a:t>D:/pasar_fix/node_modules/.bun/jsdom@26.1.0/node_modules/jsdom/lib/jsdom/living/navigator/NavigatorLanguage-impl.js</a:t>
            </a:r>
          </a:p>
          <a:p>
            <a:pPr>
              <a:defRPr sz="1200"/>
            </a:pPr>
            <a:r>
              <a:t>D:/pasar_fix/node_modules/.bun/jsdom@26.1.0/node_modules/jsdom/lib/jsdom/living/navigator/NavigatorOnLine-impl.js</a:t>
            </a:r>
          </a:p>
          <a:p>
            <a:pPr>
              <a:defRPr sz="1200"/>
            </a:pPr>
            <a:r>
              <a:t>D:/pasar_fix/node_modules/.bun/jsdom@26.1.0/node_modules/jsdom/lib/jsdom/living/navigator/NavigatorPlugins-impl.js</a:t>
            </a:r>
          </a:p>
          <a:p>
            <a:pPr>
              <a:defRPr sz="1200"/>
            </a:pPr>
            <a:r>
              <a:t>D:/pasar_fix/node_modules/.bun/jsdom@26.1.0/node_modules/jsdom/lib/jsdom/living/navigator/Plugin-impl.js</a:t>
            </a:r>
          </a:p>
          <a:p>
            <a:pPr>
              <a:defRPr sz="1200"/>
            </a:pPr>
            <a:r>
              <a:t>D:/pasar_fix/node_modules/.bun/jsdom@26.1.0/node_modules/jsdom/lib/jsdom/living/navigator/PluginArray-impl.js</a:t>
            </a:r>
          </a:p>
          <a:p>
            <a:pPr>
              <a:defRPr sz="1200"/>
            </a:pPr>
            <a:r>
              <a:t>D:/pasar_fix/node_modules/.bun/jsdom@26.1.0/node_modules/jsdom/lib/jsdom/living/nodes/CDATASection-impl.js</a:t>
            </a:r>
          </a:p>
          <a:p>
            <a:pPr>
              <a:defRPr sz="1200"/>
            </a:pPr>
            <a:r>
              <a:t>D:/pasar_fix/node_modules/.bun/jsdom@26.1.0/node_modules/jsdom/lib/jsdom/living/nodes/CharacterData-impl.js</a:t>
            </a:r>
          </a:p>
          <a:p>
            <a:pPr>
              <a:defRPr sz="1200"/>
            </a:pPr>
            <a:r>
              <a:t>D:/pasar_fix/node_modules/.bun/jsdom@26.1.0/node_modules/jsdom/lib/jsdom/living/nodes/ChildNode-impl.js</a:t>
            </a:r>
          </a:p>
          <a:p>
            <a:pPr>
              <a:defRPr sz="1200"/>
            </a:pPr>
            <a:r>
              <a:t>D:/pasar_fix/node_modules/.bun/jsdom@26.1.0/node_modules/jsdom/lib/jsdom/living/nodes/Comment-impl.js</a:t>
            </a:r>
          </a:p>
          <a:p>
            <a:pPr>
              <a:defRPr sz="1200"/>
            </a:pPr>
            <a:r>
              <a:t>D:/pasar_fix/node_modules/.bun/jsdom@26.1.0/node_modules/jsdom/lib/jsdom/living/nodes/Document-impl.js</a:t>
            </a:r>
          </a:p>
          <a:p>
            <a:pPr>
              <a:defRPr sz="1200"/>
            </a:pPr>
            <a:r>
              <a:t>D:/pasar_fix/node_modules/.bun/jsdom@26.1.0/node_modules/jsdom/lib/jsdom/living/nodes/DocumentFragment-impl.js</a:t>
            </a:r>
          </a:p>
          <a:p>
            <a:pPr>
              <a:defRPr sz="1200"/>
            </a:pPr>
            <a:r>
              <a:t>D:/pasar_fix/node_modules/.bun/jsdom@26.1.0/node_modules/jsdom/lib/jsdom/living/nodes/DocumentOrShadowRoot-impl.js</a:t>
            </a:r>
          </a:p>
          <a:p>
            <a:pPr>
              <a:defRPr sz="1200"/>
            </a:pPr>
            <a:r>
              <a:t>D:/pasar_fix/node_modules/.bun/jsdom@26.1.0/node_modules/jsdom/lib/jsdom/living/nodes/DocumentType-impl.js</a:t>
            </a:r>
          </a:p>
          <a:p>
            <a:pPr>
              <a:defRPr sz="1200"/>
            </a:pPr>
            <a:r>
              <a:t>D:/pasar_fix/node_modules/.bun/jsdom@26.1.0/node_modules/jsdom/lib/jsdom/living/nodes/DOMImplementation-impl.js</a:t>
            </a:r>
          </a:p>
          <a:p>
            <a:pPr>
              <a:defRPr sz="1200"/>
            </a:pPr>
            <a:r>
              <a:t>D:/pasar_fix/node_modules/.bun/jsdom@26.1.0/node_modules/jsdom/lib/jsdom/living/nodes/DOMStringMap-impl.js</a:t>
            </a:r>
          </a:p>
          <a:p>
            <a:pPr>
              <a:defRPr sz="1200"/>
            </a:pPr>
            <a:r>
              <a:t>D:/pasar_fix/node_modules/.bun/jsdom@26.1.0/node_modules/jsdom/lib/jsdom/living/nodes/DOMTokenList-impl.js</a:t>
            </a:r>
          </a:p>
          <a:p>
            <a:pPr>
              <a:defRPr sz="1200"/>
            </a:pPr>
            <a:r>
              <a:t>D:/pasar_fix/node_modules/.bun/jsdom@26.1.0/node_modules/jsdom/lib/jsdom/living/nodes/Element-impl.js</a:t>
            </a:r>
          </a:p>
          <a:p>
            <a:pPr>
              <a:defRPr sz="1200"/>
            </a:pPr>
            <a:r>
              <a:t>D:/pasar_fix/node_modules/.bun/jsdom@26.1.0/node_modules/jsdom/lib/jsdom/living/nodes/ElementContentEditable-impl.js</a:t>
            </a:r>
          </a:p>
          <a:p>
            <a:pPr>
              <a:defRPr sz="1200"/>
            </a:pPr>
            <a:r>
              <a:t>D:/pasar_fix/node_modules/.bun/jsdom@26.1.0/node_modules/jsdom/lib/jsdom/living/nodes/ElementCSSInlineStyle-impl.js</a:t>
            </a:r>
          </a:p>
          <a:p>
            <a:pPr>
              <a:defRPr sz="1200"/>
            </a:pPr>
            <a:r>
              <a:t>D:/pasar_fix/node_modules/.bun/jsdom@26.1.0/node_modules/jsdom/lib/jsdom/living/nodes/GlobalEventHandlers-impl.js</a:t>
            </a:r>
          </a:p>
          <a:p>
            <a:pPr>
              <a:defRPr sz="1200"/>
            </a:pPr>
            <a:r>
              <a:t>D:/pasar_fix/node_modules/.bun/jsdom@26.1.0/node_modules/jsdom/lib/jsdom/living/nodes/HTMLAnchorElement-impl.js</a:t>
            </a:r>
          </a:p>
          <a:p>
            <a:pPr>
              <a:defRPr sz="1200"/>
            </a:pPr>
            <a:r>
              <a:t>D:/pasar_fix/node_modules/.bun/jsdom@26.1.0/node_modules/jsdom/lib/jsdom/living/nodes/HTMLAreaElement-impl.js</a:t>
            </a:r>
          </a:p>
          <a:p>
            <a:pPr>
              <a:defRPr sz="1200"/>
            </a:pPr>
            <a:r>
              <a:t>D:/pasar_fix/node_modules/.bun/jsdom@26.1.0/node_modules/jsdom/lib/jsdom/living/nodes/HTMLAudioElement-impl.js</a:t>
            </a:r>
          </a:p>
          <a:p>
            <a:pPr>
              <a:defRPr sz="1200"/>
            </a:pPr>
            <a:r>
              <a:t>D:/pasar_fix/node_modules/.bun/jsdom@26.1.0/node_modules/jsdom/lib/jsdom/living/nodes/HTMLBaseElement-impl.js</a:t>
            </a:r>
          </a:p>
          <a:p>
            <a:pPr>
              <a:defRPr sz="1200"/>
            </a:pPr>
            <a:r>
              <a:t>D:/pasar_fix/node_modules/.bun/jsdom@26.1.0/node_modules/jsdom/lib/jsdom/living/nodes/HTMLBodyElement-impl.js</a:t>
            </a:r>
          </a:p>
          <a:p>
            <a:pPr>
              <a:defRPr sz="1200"/>
            </a:pPr>
            <a:r>
              <a:t>D:/pasar_fix/node_modules/.bun/jsdom@26.1.0/node_modules/jsdom/lib/jsdom/living/nodes/HTMLBRElement-impl.js</a:t>
            </a:r>
          </a:p>
          <a:p>
            <a:pPr>
              <a:defRPr sz="1200"/>
            </a:pPr>
            <a:r>
              <a:t>D:/pasar_fix/node_modules/.bun/jsdom@26.1.0/node_modules/jsdom/lib/jsdom/living/nodes/HTMLButtonElement-impl.js</a:t>
            </a:r>
          </a:p>
          <a:p>
            <a:pPr>
              <a:defRPr sz="1200"/>
            </a:pPr>
            <a:r>
              <a:t>D:/pasar_fix/node_modules/.bun/jsdom@26.1.0/node_modules/jsdom/lib/jsdom/living/nodes/HTMLCanvasElement-impl.js</a:t>
            </a:r>
          </a:p>
          <a:p>
            <a:pPr>
              <a:defRPr sz="1200"/>
            </a:pPr>
            <a:r>
              <a:t>D:/pasar_fix/node_modules/.bun/jsdom@26.1.0/node_modules/jsdom/lib/jsdom/living/nodes/HTMLCollection-impl.js</a:t>
            </a:r>
          </a:p>
          <a:p>
            <a:pPr>
              <a:defRPr sz="1200"/>
            </a:pPr>
            <a:r>
              <a:t>D:/pasar_fix/node_modules/.bun/jsdom@26.1.0/node_modules/jsdom/lib/jsdom/living/nodes/HTMLDataElement-impl.js</a:t>
            </a:r>
          </a:p>
          <a:p>
            <a:pPr>
              <a:defRPr sz="1200"/>
            </a:pPr>
            <a:r>
              <a:t>D:/pasar_fix/node_modules/.bun/jsdom@26.1.0/node_modules/jsdom/lib/jsdom/living/nodes/HTMLDataListElement-impl.js</a:t>
            </a:r>
          </a:p>
          <a:p>
            <a:pPr>
              <a:defRPr sz="1200"/>
            </a:pPr>
            <a:r>
              <a:t>D:/pasar_fix/node_modules/.bun/jsdom@26.1.0/node_modules/jsdom/lib/jsdom/living/nodes/HTMLDetailsElement-impl.js</a:t>
            </a:r>
          </a:p>
          <a:p>
            <a:pPr>
              <a:defRPr sz="1200"/>
            </a:pPr>
            <a:r>
              <a:t>D:/pasar_fix/node_modules/.bun/jsdom@26.1.0/node_modules/jsdom/lib/jsdom/living/nodes/HTMLDialogElement-impl.js</a:t>
            </a:r>
          </a:p>
          <a:p>
            <a:pPr>
              <a:defRPr sz="1200"/>
            </a:pPr>
            <a:r>
              <a:t>D:/pasar_fix/node_modules/.bun/jsdom@26.1.0/node_modules/jsdom/lib/jsdom/living/nodes/HTMLDirectoryElement-impl.js</a:t>
            </a:r>
          </a:p>
          <a:p>
            <a:pPr>
              <a:defRPr sz="1200"/>
            </a:pPr>
            <a:r>
              <a:t>D:/pasar_fix/node_modules/.bun/jsdom@26.1.0/node_modules/jsdom/lib/jsdom/living/nodes/HTMLDivElement-impl.js</a:t>
            </a:r>
          </a:p>
          <a:p>
            <a:pPr>
              <a:defRPr sz="1200"/>
            </a:pPr>
            <a:r>
              <a:t>D:/pasar_fix/node_modules/.bun/jsdom@26.1.0/node_modules/jsdom/lib/jsdom/living/nodes/HTMLDListElement-impl.js</a:t>
            </a:r>
          </a:p>
          <a:p>
            <a:pPr>
              <a:defRPr sz="1200"/>
            </a:pPr>
            <a:r>
              <a:t>D:/pasar_fix/node_modules/.bun/jsdom@26.1.0/node_modules/jsdom/lib/jsdom/living/nodes/HTMLElement-impl.js</a:t>
            </a:r>
          </a:p>
          <a:p>
            <a:pPr>
              <a:defRPr sz="1200"/>
            </a:pPr>
            <a:r>
              <a:t>D:/pasar_fix/node_modules/.bun/jsdom@26.1.0/node_modules/jsdom/lib/jsdom/living/nodes/HTMLEmbedElement-impl.js</a:t>
            </a:r>
          </a:p>
          <a:p>
            <a:pPr>
              <a:defRPr sz="1200"/>
            </a:pPr>
            <a:r>
              <a:t>D:/pasar_fix/node_modules/.bun/jsdom@26.1.0/node_modules/jsdom/lib/jsdom/living/nodes/HTMLFieldSetElement-impl.js</a:t>
            </a:r>
          </a:p>
          <a:p>
            <a:pPr>
              <a:defRPr sz="1200"/>
            </a:pPr>
            <a:r>
              <a:t>D:/pasar_fix/node_modules/.bun/jsdom@26.1.0/node_modules/jsdom/lib/jsdom/living/nodes/HTMLFontElement-impl.js</a:t>
            </a:r>
          </a:p>
          <a:p>
            <a:pPr>
              <a:defRPr sz="1200"/>
            </a:pPr>
            <a:r>
              <a:t>D:/pasar_fix/node_modules/.bun/jsdom@26.1.0/node_modules/jsdom/lib/jsdom/living/nodes/HTMLFormControlsCollection-impl.js</a:t>
            </a:r>
          </a:p>
          <a:p>
            <a:pPr>
              <a:defRPr sz="1200"/>
            </a:pPr>
            <a:r>
              <a:t>D:/pasar_fix/node_modules/.bun/jsdom@26.1.0/node_modules/jsdom/lib/jsdom/living/nodes/HTMLFormElement-impl.js</a:t>
            </a:r>
          </a:p>
          <a:p>
            <a:pPr>
              <a:defRPr sz="1200"/>
            </a:pPr>
            <a:r>
              <a:t>D:/pasar_fix/node_modules/.bun/jsdom@26.1.0/node_modules/jsdom/lib/jsdom/living/nodes/HTMLFrameElement-impl.js</a:t>
            </a:r>
          </a:p>
          <a:p>
            <a:pPr>
              <a:defRPr sz="1200"/>
            </a:pPr>
            <a:r>
              <a:t>D:/pasar_fix/node_modules/.bun/jsdom@26.1.0/node_modules/jsdom/lib/jsdom/living/nodes/HTMLFrameSetElement-impl.js</a:t>
            </a:r>
          </a:p>
          <a:p>
            <a:pPr>
              <a:defRPr sz="1200"/>
            </a:pPr>
            <a:r>
              <a:t>D:/pasar_fix/node_modules/.bun/jsdom@26.1.0/node_modules/jsdom/lib/jsdom/living/nodes/HTMLHeadElement-impl.js</a:t>
            </a:r>
          </a:p>
          <a:p>
            <a:pPr>
              <a:defRPr sz="1200"/>
            </a:pPr>
            <a:r>
              <a:t>D:/pasar_fix/node_modules/.bun/jsdom@26.1.0/node_modules/jsdom/lib/jsdom/living/nodes/HTMLHeadingElement-impl.js</a:t>
            </a:r>
          </a:p>
          <a:p>
            <a:pPr>
              <a:defRPr sz="1200"/>
            </a:pPr>
            <a:r>
              <a:t>D:/pasar_fix/node_modules/.bun/jsdom@26.1.0/node_modules/jsdom/lib/jsdom/living/nodes/HTMLHRElement-impl.js</a:t>
            </a:r>
          </a:p>
          <a:p>
            <a:pPr>
              <a:defRPr sz="1200"/>
            </a:pPr>
            <a:r>
              <a:t>D:/pasar_fix/node_modules/.bun/jsdom@26.1.0/node_modules/jsdom/lib/jsdom/living/nodes/HTMLHtmlElement-impl.js</a:t>
            </a:r>
          </a:p>
          <a:p>
            <a:pPr>
              <a:defRPr sz="1200"/>
            </a:pPr>
            <a:r>
              <a:t>D:/pasar_fix/node_modules/.bun/jsdom@26.1.0/node_modules/jsdom/lib/jsdom/living/nodes/HTMLHyperlinkElementUtils-impl.js</a:t>
            </a:r>
          </a:p>
          <a:p>
            <a:pPr>
              <a:defRPr sz="1200"/>
            </a:pPr>
            <a:r>
              <a:t>D:/pasar_fix/node_modules/.bun/jsdom@26.1.0/node_modules/jsdom/lib/jsdom/living/nodes/HTMLIFrameElement-impl.js</a:t>
            </a:r>
          </a:p>
          <a:p>
            <a:pPr>
              <a:defRPr sz="1200"/>
            </a:pPr>
            <a:r>
              <a:t>D:/pasar_fix/node_modules/.bun/jsdom@26.1.0/node_modules/jsdom/lib/jsdom/living/nodes/HTMLImageElement-impl.js</a:t>
            </a:r>
          </a:p>
          <a:p>
            <a:pPr>
              <a:defRPr sz="1200"/>
            </a:pPr>
            <a:r>
              <a:t>D:/pasar_fix/node_modules/.bun/jsdom@26.1.0/node_modules/jsdom/lib/jsdom/living/nodes/HTMLInputElement-impl.js</a:t>
            </a:r>
          </a:p>
          <a:p>
            <a:pPr>
              <a:defRPr sz="1200"/>
            </a:pPr>
            <a:r>
              <a:t>D:/pasar_fix/node_modules/.bun/jsdom@26.1.0/node_modules/jsdom/lib/jsdom/living/nodes/HTMLLabelElement-impl.js</a:t>
            </a:r>
          </a:p>
          <a:p>
            <a:pPr>
              <a:defRPr sz="1200"/>
            </a:pPr>
            <a:r>
              <a:t>D:/pasar_fix/node_modules/.bun/jsdom@26.1.0/node_modules/jsdom/lib/jsdom/living/nodes/HTMLLegendElement-impl.js</a:t>
            </a:r>
          </a:p>
          <a:p>
            <a:pPr>
              <a:defRPr sz="1200"/>
            </a:pPr>
            <a:r>
              <a:t>D:/pasar_fix/node_modules/.bun/jsdom@26.1.0/node_modules/jsdom/lib/jsdom/living/nodes/HTMLLIElement-impl.js</a:t>
            </a:r>
          </a:p>
          <a:p>
            <a:pPr>
              <a:defRPr sz="1200"/>
            </a:pPr>
            <a:r>
              <a:t>D:/pasar_fix/node_modules/.bun/jsdom@26.1.0/node_modules/jsdom/lib/jsdom/living/nodes/HTMLLinkElement-impl.js</a:t>
            </a:r>
          </a:p>
          <a:p>
            <a:pPr>
              <a:defRPr sz="1200"/>
            </a:pPr>
            <a:r>
              <a:t>D:/pasar_fix/node_modules/.bun/jsdom@26.1.0/node_modules/jsdom/lib/jsdom/living/nodes/HTMLMapElement-impl.js</a:t>
            </a:r>
          </a:p>
          <a:p>
            <a:pPr>
              <a:defRPr sz="1200"/>
            </a:pPr>
            <a:r>
              <a:t>D:/pasar_fix/node_modules/.bun/jsdom@26.1.0/node_modules/jsdom/lib/jsdom/living/nodes/HTMLMarqueeElement-impl.js</a:t>
            </a:r>
          </a:p>
          <a:p>
            <a:pPr>
              <a:defRPr sz="1200"/>
            </a:pPr>
            <a:r>
              <a:t>D:/pasar_fix/node_modules/.bun/jsdom@26.1.0/node_modules/jsdom/lib/jsdom/living/nodes/HTMLMediaElement-impl.js</a:t>
            </a:r>
          </a:p>
          <a:p>
            <a:pPr>
              <a:defRPr sz="1200"/>
            </a:pPr>
            <a:r>
              <a:t>D:/pasar_fix/node_modules/.bun/jsdom@26.1.0/node_modules/jsdom/lib/jsdom/living/nodes/HTMLMenuElement-impl.js</a:t>
            </a:r>
          </a:p>
          <a:p>
            <a:pPr>
              <a:defRPr sz="1200"/>
            </a:pPr>
            <a:r>
              <a:t>D:/pasar_fix/node_modules/.bun/jsdom@26.1.0/node_modules/jsdom/lib/jsdom/living/nodes/HTMLMetaElement-impl.js</a:t>
            </a:r>
          </a:p>
          <a:p>
            <a:pPr>
              <a:defRPr sz="1200"/>
            </a:pPr>
            <a:r>
              <a:t>D:/pasar_fix/node_modules/.bun/jsdom@26.1.0/node_modules/jsdom/lib/jsdom/living/nodes/HTMLMeterElement-impl.js</a:t>
            </a:r>
          </a:p>
          <a:p>
            <a:pPr>
              <a:defRPr sz="1200"/>
            </a:pPr>
            <a:r>
              <a:t>D:/pasar_fix/node_modules/.bun/jsdom@26.1.0/node_modules/jsdom/lib/jsdom/living/nodes/HTMLModElement-impl.js</a:t>
            </a:r>
          </a:p>
          <a:p>
            <a:pPr>
              <a:defRPr sz="1200"/>
            </a:pPr>
            <a:r>
              <a:t>D:/pasar_fix/node_modules/.bun/jsdom@26.1.0/node_modules/jsdom/lib/jsdom/living/nodes/HTMLObjectElement-impl.js</a:t>
            </a:r>
          </a:p>
          <a:p>
            <a:pPr>
              <a:defRPr sz="1200"/>
            </a:pPr>
            <a:r>
              <a:t>D:/pasar_fix/node_modules/.bun/jsdom@26.1.0/node_modules/jsdom/lib/jsdom/living/nodes/HTMLOListElement-impl.js</a:t>
            </a:r>
          </a:p>
          <a:p>
            <a:pPr>
              <a:defRPr sz="1200"/>
            </a:pPr>
            <a:r>
              <a:t>D:/pasar_fix/node_modules/.bun/jsdom@26.1.0/node_modules/jsdom/lib/jsdom/living/nodes/HTMLOptGroupElement-impl.js</a:t>
            </a:r>
          </a:p>
          <a:p>
            <a:pPr>
              <a:defRPr sz="1200"/>
            </a:pPr>
            <a:r>
              <a:t>D:/pasar_fix/node_modules/.bun/jsdom@26.1.0/node_modules/jsdom/lib/jsdom/living/nodes/HTMLOptionElement-impl.js</a:t>
            </a:r>
          </a:p>
          <a:p>
            <a:pPr>
              <a:defRPr sz="1200"/>
            </a:pPr>
            <a:r>
              <a:t>D:/pasar_fix/node_modules/.bun/jsdom@26.1.0/node_modules/jsdom/lib/jsdom/living/nodes/HTMLOptionsCollection-impl.js</a:t>
            </a:r>
          </a:p>
          <a:p>
            <a:pPr>
              <a:defRPr sz="1200"/>
            </a:pPr>
            <a:r>
              <a:t>D:/pasar_fix/node_modules/.bun/jsdom@26.1.0/node_modules/jsdom/lib/jsdom/living/nodes/HTMLOrSVGElement-impl.js</a:t>
            </a:r>
          </a:p>
          <a:p>
            <a:pPr>
              <a:defRPr sz="1200"/>
            </a:pPr>
            <a:r>
              <a:t>D:/pasar_fix/node_modules/.bun/jsdom@26.1.0/node_modules/jsdom/lib/jsdom/living/nodes/HTMLOutputElement-impl.js</a:t>
            </a:r>
          </a:p>
          <a:p>
            <a:pPr>
              <a:defRPr sz="1200"/>
            </a:pPr>
            <a:r>
              <a:t>D:/pasar_fix/node_modules/.bun/jsdom@26.1.0/node_modules/jsdom/lib/jsdom/living/nodes/HTMLParagraphElement-impl.js</a:t>
            </a:r>
          </a:p>
          <a:p>
            <a:pPr>
              <a:defRPr sz="1200"/>
            </a:pPr>
            <a:r>
              <a:t>D:/pasar_fix/node_modules/.bun/jsdom@26.1.0/node_modules/jsdom/lib/jsdom/living/nodes/HTMLParamElement-impl.js</a:t>
            </a:r>
          </a:p>
          <a:p>
            <a:pPr>
              <a:defRPr sz="1200"/>
            </a:pPr>
            <a:r>
              <a:t>D:/pasar_fix/node_modules/.bun/jsdom@26.1.0/node_modules/jsdom/lib/jsdom/living/nodes/HTMLPictureElement-impl.js</a:t>
            </a:r>
          </a:p>
          <a:p>
            <a:pPr>
              <a:defRPr sz="1200"/>
            </a:pPr>
            <a:r>
              <a:t>D:/pasar_fix/node_modules/.bun/jsdom@26.1.0/node_modules/jsdom/lib/jsdom/living/nodes/HTMLPreElement-impl.js</a:t>
            </a:r>
          </a:p>
          <a:p>
            <a:pPr>
              <a:defRPr sz="1200"/>
            </a:pPr>
            <a:r>
              <a:t>D:/pasar_fix/node_modules/.bun/jsdom@26.1.0/node_modules/jsdom/lib/jsdom/living/nodes/HTMLProgressElement-impl.js</a:t>
            </a:r>
          </a:p>
          <a:p>
            <a:pPr>
              <a:defRPr sz="1200"/>
            </a:pPr>
            <a:r>
              <a:t>D:/pasar_fix/node_modules/.bun/jsdom@26.1.0/node_modules/jsdom/lib/jsdom/living/nodes/HTMLQuoteElement-impl.js</a:t>
            </a:r>
          </a:p>
          <a:p>
            <a:pPr>
              <a:defRPr sz="1200"/>
            </a:pPr>
            <a:r>
              <a:t>D:/pasar_fix/node_modules/.bun/jsdom@26.1.0/node_modules/jsdom/lib/jsdom/living/nodes/HTMLScriptElement-impl.js</a:t>
            </a:r>
          </a:p>
          <a:p>
            <a:pPr>
              <a:defRPr sz="1200"/>
            </a:pPr>
            <a:r>
              <a:t>D:/pasar_fix/node_modules/.bun/jsdom@26.1.0/node_modules/jsdom/lib/jsdom/living/nodes/HTMLSelectElement-impl.js</a:t>
            </a:r>
          </a:p>
          <a:p>
            <a:pPr>
              <a:defRPr sz="1200"/>
            </a:pPr>
            <a:r>
              <a:t>D:/pasar_fix/node_modules/.bun/jsdom@26.1.0/node_modules/jsdom/lib/jsdom/living/nodes/HTMLSlotElement-impl.js</a:t>
            </a:r>
          </a:p>
          <a:p>
            <a:pPr>
              <a:defRPr sz="1200"/>
            </a:pPr>
            <a:r>
              <a:t>D:/pasar_fix/node_modules/.bun/jsdom@26.1.0/node_modules/jsdom/lib/jsdom/living/nodes/HTMLSourceElement-impl.js</a:t>
            </a:r>
          </a:p>
          <a:p>
            <a:pPr>
              <a:defRPr sz="1200"/>
            </a:pPr>
            <a:r>
              <a:t>D:/pasar_fix/node_modules/.bun/jsdom@26.1.0/node_modules/jsdom/lib/jsdom/living/nodes/HTMLSpanElement-impl.js</a:t>
            </a:r>
          </a:p>
          <a:p>
            <a:pPr>
              <a:defRPr sz="1200"/>
            </a:pPr>
            <a:r>
              <a:t>D:/pasar_fix/node_modules/.bun/jsdom@26.1.0/node_modules/jsdom/lib/jsdom/living/nodes/HTMLStyleElement-impl.js</a:t>
            </a:r>
          </a:p>
          <a:p>
            <a:pPr>
              <a:defRPr sz="1200"/>
            </a:pPr>
            <a:r>
              <a:t>D:/pasar_fix/node_modules/.bun/jsdom@26.1.0/node_modules/jsdom/lib/jsdom/living/nodes/HTMLTableCaptionElement-impl.js</a:t>
            </a:r>
          </a:p>
          <a:p>
            <a:pPr>
              <a:defRPr sz="1200"/>
            </a:pPr>
            <a:r>
              <a:t>D:/pasar_fix/node_modules/.bun/jsdom@26.1.0/node_modules/jsdom/lib/jsdom/living/nodes/HTMLTableCellElement-impl.js</a:t>
            </a:r>
          </a:p>
          <a:p>
            <a:pPr>
              <a:defRPr sz="1200"/>
            </a:pPr>
            <a:r>
              <a:t>D:/pasar_fix/node_modules/.bun/jsdom@26.1.0/node_modules/jsdom/lib/jsdom/living/nodes/HTMLTableColElement-impl.js</a:t>
            </a:r>
          </a:p>
          <a:p>
            <a:pPr>
              <a:defRPr sz="1200"/>
            </a:pPr>
            <a:r>
              <a:t>D:/pasar_fix/node_modules/.bun/jsdom@26.1.0/node_modules/jsdom/lib/jsdom/living/nodes/HTMLTableElement-impl.js</a:t>
            </a:r>
          </a:p>
          <a:p>
            <a:pPr>
              <a:defRPr sz="1200"/>
            </a:pPr>
            <a:r>
              <a:t>D:/pasar_fix/node_modules/.bun/jsdom@26.1.0/node_modules/jsdom/lib/jsdom/living/nodes/HTMLTableRowElement-impl.js</a:t>
            </a:r>
          </a:p>
          <a:p>
            <a:pPr>
              <a:defRPr sz="1200"/>
            </a:pPr>
            <a:r>
              <a:t>D:/pasar_fix/node_modules/.bun/jsdom@26.1.0/node_modules/jsdom/lib/jsdom/living/nodes/HTMLTableSectionElement-impl.js</a:t>
            </a:r>
          </a:p>
          <a:p>
            <a:pPr>
              <a:defRPr sz="1200"/>
            </a:pPr>
            <a:r>
              <a:t>D:/pasar_fix/node_modules/.bun/jsdom@26.1.0/node_modules/jsdom/lib/jsdom/living/nodes/HTMLTemplateElement-impl.js</a:t>
            </a:r>
          </a:p>
          <a:p>
            <a:pPr>
              <a:defRPr sz="1200"/>
            </a:pPr>
            <a:r>
              <a:t>D:/pasar_fix/node_modules/.bun/jsdom@26.1.0/node_modules/jsdom/lib/jsdom/living/nodes/HTMLTextAreaElement-impl.js</a:t>
            </a:r>
          </a:p>
          <a:p>
            <a:pPr>
              <a:defRPr sz="1200"/>
            </a:pPr>
            <a:r>
              <a:t>D:/pasar_fix/node_modules/.bun/jsdom@26.1.0/node_modules/jsdom/lib/jsdom/living/nodes/HTMLTimeElement-impl.js</a:t>
            </a:r>
          </a:p>
          <a:p>
            <a:pPr>
              <a:defRPr sz="1200"/>
            </a:pPr>
            <a:r>
              <a:t>D:/pasar_fix/node_modules/.bun/jsdom@26.1.0/node_modules/jsdom/lib/jsdom/living/nodes/HTMLTitleElement-impl.js</a:t>
            </a:r>
          </a:p>
          <a:p>
            <a:pPr>
              <a:defRPr sz="1200"/>
            </a:pPr>
            <a:r>
              <a:t>D:/pasar_fix/node_modules/.bun/jsdom@26.1.0/node_modules/jsdom/lib/jsdom/living/nodes/HTMLTrackElement-impl.js</a:t>
            </a:r>
          </a:p>
          <a:p>
            <a:pPr>
              <a:defRPr sz="1200"/>
            </a:pPr>
            <a:r>
              <a:t>D:/pasar_fix/node_modules/.bun/jsdom@26.1.0/node_modules/jsdom/lib/jsdom/living/nodes/HTMLUListElement-impl.js</a:t>
            </a:r>
          </a:p>
          <a:p>
            <a:pPr>
              <a:defRPr sz="1200"/>
            </a:pPr>
            <a:r>
              <a:t>D:/pasar_fix/node_modules/.bun/jsdom@26.1.0/node_modules/jsdom/lib/jsdom/living/nodes/HTMLUnknownElement-impl.js</a:t>
            </a:r>
          </a:p>
          <a:p>
            <a:pPr>
              <a:defRPr sz="1200"/>
            </a:pPr>
            <a:r>
              <a:t>D:/pasar_fix/node_modules/.bun/jsdom@26.1.0/node_modules/jsdom/lib/jsdom/living/nodes/HTMLVideoElement-impl.js</a:t>
            </a:r>
          </a:p>
          <a:p>
            <a:pPr>
              <a:defRPr sz="1200"/>
            </a:pPr>
            <a:r>
              <a:t>D:/pasar_fix/node_modules/.bun/jsdom@26.1.0/node_modules/jsdom/lib/jsdom/living/nodes/LinkStyle-impl.js</a:t>
            </a:r>
          </a:p>
          <a:p>
            <a:pPr>
              <a:defRPr sz="1200"/>
            </a:pPr>
            <a:r>
              <a:t>D:/pasar_fix/node_modules/.bun/jsdom@26.1.0/node_modules/jsdom/lib/jsdom/living/nodes/Node-impl.js</a:t>
            </a:r>
          </a:p>
          <a:p>
            <a:pPr>
              <a:defRPr sz="1200"/>
            </a:pPr>
            <a:r>
              <a:t>D:/pasar_fix/node_modules/.bun/jsdom@26.1.0/node_modules/jsdom/lib/jsdom/living/nodes/NodeList-impl.js</a:t>
            </a:r>
          </a:p>
          <a:p>
            <a:pPr>
              <a:defRPr sz="1200"/>
            </a:pPr>
            <a:r>
              <a:t>D:/pasar_fix/node_modules/.bun/jsdom@26.1.0/node_modules/jsdom/lib/jsdom/living/nodes/NonDocumentTypeChildNode-impl.js</a:t>
            </a:r>
          </a:p>
          <a:p>
            <a:pPr>
              <a:defRPr sz="1200"/>
            </a:pPr>
            <a:r>
              <a:t>D:/pasar_fix/node_modules/.bun/jsdom@26.1.0/node_modules/jsdom/lib/jsdom/living/nodes/NonElementParentNode-impl.js</a:t>
            </a:r>
          </a:p>
          <a:p>
            <a:pPr>
              <a:defRPr sz="1200"/>
            </a:pPr>
            <a:r>
              <a:t>D:/pasar_fix/node_modules/.bun/jsdom@26.1.0/node_modules/jsdom/lib/jsdom/living/nodes/ParentNode-impl.js</a:t>
            </a:r>
          </a:p>
          <a:p>
            <a:pPr>
              <a:defRPr sz="1200"/>
            </a:pPr>
            <a:r>
              <a:t>D:/pasar_fix/node_modules/.bun/jsdom@26.1.0/node_modules/jsdom/lib/jsdom/living/nodes/ProcessingInstruction-impl.js</a:t>
            </a:r>
          </a:p>
          <a:p>
            <a:pPr>
              <a:defRPr sz="1200"/>
            </a:pPr>
            <a:r>
              <a:t>D:/pasar_fix/node_modules/.bun/jsdom@26.1.0/node_modules/jsdom/lib/jsdom/living/nodes/RadioNodeList-impl.js</a:t>
            </a:r>
          </a:p>
          <a:p>
            <a:pPr>
              <a:defRPr sz="1200"/>
            </a:pPr>
            <a:r>
              <a:t>D:/pasar_fix/node_modules/.bun/jsdom@26.1.0/node_modules/jsdom/lib/jsdom/living/nodes/ShadowRoot-impl.js</a:t>
            </a:r>
          </a:p>
          <a:p>
            <a:pPr>
              <a:defRPr sz="1200"/>
            </a:pPr>
            <a:r>
              <a:t>D:/pasar_fix/node_modules/.bun/jsdom@26.1.0/node_modules/jsdom/lib/jsdom/living/nodes/Slotable-impl.js</a:t>
            </a:r>
          </a:p>
          <a:p>
            <a:pPr>
              <a:defRPr sz="1200"/>
            </a:pPr>
            <a:r>
              <a:t>D:/pasar_fix/node_modules/.bun/jsdom@26.1.0/node_modules/jsdom/lib/jsdom/living/nodes/SVGDefsElement-impl.js</a:t>
            </a:r>
          </a:p>
          <a:p>
            <a:pPr>
              <a:defRPr sz="1200"/>
            </a:pPr>
            <a:r>
              <a:t>D:/pasar_fix/node_modules/.bun/jsdom@26.1.0/node_modules/jsdom/lib/jsdom/living/nodes/SVGDescElement-impl.js</a:t>
            </a:r>
          </a:p>
          <a:p>
            <a:pPr>
              <a:defRPr sz="1200"/>
            </a:pPr>
            <a:r>
              <a:t>D:/pasar_fix/node_modules/.bun/jsdom@26.1.0/node_modules/jsdom/lib/jsdom/living/nodes/SVGElement-impl.js</a:t>
            </a:r>
          </a:p>
          <a:p>
            <a:pPr>
              <a:defRPr sz="1200"/>
            </a:pPr>
            <a:r>
              <a:t>D:/pasar_fix/node_modules/.bun/jsdom@26.1.0/node_modules/jsdom/lib/jsdom/living/nodes/SVGGElement-impl.js</a:t>
            </a:r>
          </a:p>
          <a:p>
            <a:pPr>
              <a:defRPr sz="1200"/>
            </a:pPr>
            <a:r>
              <a:t>D:/pasar_fix/node_modules/.bun/jsdom@26.1.0/node_modules/jsdom/lib/jsdom/living/nodes/SVGGraphicsElement-impl.js</a:t>
            </a:r>
          </a:p>
          <a:p>
            <a:pPr>
              <a:defRPr sz="1200"/>
            </a:pPr>
            <a:r>
              <a:t>D:/pasar_fix/node_modules/.bun/jsdom@26.1.0/node_modules/jsdom/lib/jsdom/living/nodes/SVGMetadataElement-impl.js</a:t>
            </a:r>
          </a:p>
          <a:p>
            <a:pPr>
              <a:defRPr sz="1200"/>
            </a:pPr>
            <a:r>
              <a:t>D:/pasar_fix/node_modules/.bun/jsdom@26.1.0/node_modules/jsdom/lib/jsdom/living/nodes/SVGSVGElement-impl.js</a:t>
            </a:r>
          </a:p>
          <a:p>
            <a:pPr>
              <a:defRPr sz="1200"/>
            </a:pPr>
            <a:r>
              <a:t>D:/pasar_fix/node_modules/.bun/jsdom@26.1.0/node_modules/jsdom/lib/jsdom/living/nodes/SVGSwitchElement-impl.js</a:t>
            </a:r>
          </a:p>
          <a:p>
            <a:pPr>
              <a:defRPr sz="1200"/>
            </a:pPr>
            <a:r>
              <a:t>D:/pasar_fix/node_modules/.bun/jsdom@26.1.0/node_modules/jsdom/lib/jsdom/living/nodes/SVGSymbolElement-impl.js</a:t>
            </a:r>
          </a:p>
          <a:p>
            <a:pPr>
              <a:defRPr sz="1200"/>
            </a:pPr>
            <a:r>
              <a:t>D:/pasar_fix/node_modules/.bun/jsdom@26.1.0/node_modules/jsdom/lib/jsdom/living/nodes/SVGTests-impl.js</a:t>
            </a:r>
          </a:p>
          <a:p>
            <a:pPr>
              <a:defRPr sz="1200"/>
            </a:pPr>
            <a:r>
              <a:t>D:/pasar_fix/node_modules/.bun/jsdom@26.1.0/node_modules/jsdom/lib/jsdom/living/nodes/SVGTitleElement-impl.js</a:t>
            </a:r>
          </a:p>
          <a:p>
            <a:pPr>
              <a:defRPr sz="1200"/>
            </a:pPr>
            <a:r>
              <a:t>D:/pasar_fix/node_modules/.bun/jsdom@26.1.0/node_modules/jsdom/lib/jsdom/living/nodes/Text-impl.js</a:t>
            </a:r>
          </a:p>
          <a:p>
            <a:pPr>
              <a:defRPr sz="1200"/>
            </a:pPr>
            <a:r>
              <a:t>D:/pasar_fix/node_modules/.bun/jsdom@26.1.0/node_modules/jsdom/lib/jsdom/living/nodes/WindowEventHandlers-impl.js</a:t>
            </a:r>
          </a:p>
          <a:p>
            <a:pPr>
              <a:defRPr sz="1200"/>
            </a:pPr>
            <a:r>
              <a:t>D:/pasar_fix/node_modules/.bun/jsdom@26.1.0/node_modules/jsdom/lib/jsdom/living/nodes/XMLDocument-impl.js</a:t>
            </a:r>
          </a:p>
          <a:p>
            <a:pPr>
              <a:defRPr sz="1200"/>
            </a:pPr>
            <a:r>
              <a:t>D:/pasar_fix/node_modules/.bun/jsdom@26.1.0/node_modules/jsdom/lib/jsdom/living/range/AbstractRange-impl.js</a:t>
            </a:r>
          </a:p>
          <a:p>
            <a:pPr>
              <a:defRPr sz="1200"/>
            </a:pPr>
            <a:r>
              <a:t>D:/pasar_fix/node_modules/.bun/jsdom@26.1.0/node_modules/jsdom/lib/jsdom/living/range/boundary-point.js</a:t>
            </a:r>
          </a:p>
          <a:p>
            <a:pPr>
              <a:defRPr sz="1200"/>
            </a:pPr>
            <a:r>
              <a:t>D:/pasar_fix/node_modules/.bun/jsdom@26.1.0/node_modules/jsdom/lib/jsdom/living/range/Range-impl.js</a:t>
            </a:r>
          </a:p>
          <a:p>
            <a:pPr>
              <a:defRPr sz="1200"/>
            </a:pPr>
            <a:r>
              <a:t>D:/pasar_fix/node_modules/.bun/jsdom@26.1.0/node_modules/jsdom/lib/jsdom/living/range/StaticRange-impl.js</a:t>
            </a:r>
          </a:p>
          <a:p>
            <a:pPr>
              <a:defRPr sz="1200"/>
            </a:pPr>
            <a:r>
              <a:t>D:/pasar_fix/node_modules/.bun/jsdom@26.1.0/node_modules/jsdom/lib/jsdom/living/selection/Selection-impl.js</a:t>
            </a:r>
          </a:p>
          <a:p>
            <a:pPr>
              <a:defRPr sz="1200"/>
            </a:pPr>
            <a:r>
              <a:t>D:/pasar_fix/node_modules/.bun/jsdom@26.1.0/node_modules/jsdom/lib/jsdom/living/svg/SVGAnimatedPreserveAspectRatio-impl.js</a:t>
            </a:r>
          </a:p>
          <a:p>
            <a:pPr>
              <a:defRPr sz="1200"/>
            </a:pPr>
            <a:r>
              <a:t>D:/pasar_fix/node_modules/.bun/jsdom@26.1.0/node_modules/jsdom/lib/jsdom/living/svg/SVGAnimatedRect-impl.js</a:t>
            </a:r>
          </a:p>
          <a:p>
            <a:pPr>
              <a:defRPr sz="1200"/>
            </a:pPr>
            <a:r>
              <a:t>D:/pasar_fix/node_modules/.bun/jsdom@26.1.0/node_modules/jsdom/lib/jsdom/living/svg/SVGAnimatedString-impl.js</a:t>
            </a:r>
          </a:p>
          <a:p>
            <a:pPr>
              <a:defRPr sz="1200"/>
            </a:pPr>
            <a:r>
              <a:t>D:/pasar_fix/node_modules/.bun/jsdom@26.1.0/node_modules/jsdom/lib/jsdom/living/svg/SVGListBase.js</a:t>
            </a:r>
          </a:p>
          <a:p>
            <a:pPr>
              <a:defRPr sz="1200"/>
            </a:pPr>
            <a:r>
              <a:t>D:/pasar_fix/node_modules/.bun/jsdom@26.1.0/node_modules/jsdom/lib/jsdom/living/svg/SVGNumber-impl.js</a:t>
            </a:r>
          </a:p>
          <a:p>
            <a:pPr>
              <a:defRPr sz="1200"/>
            </a:pPr>
            <a:r>
              <a:t>D:/pasar_fix/node_modules/.bun/jsdom@26.1.0/node_modules/jsdom/lib/jsdom/living/svg/SVGPreserveAspectRatio-impl.js</a:t>
            </a:r>
          </a:p>
          <a:p>
            <a:pPr>
              <a:defRPr sz="1200"/>
            </a:pPr>
            <a:r>
              <a:t>D:/pasar_fix/node_modules/.bun/jsdom@26.1.0/node_modules/jsdom/lib/jsdom/living/svg/SVGRect-impl.js</a:t>
            </a:r>
          </a:p>
          <a:p>
            <a:pPr>
              <a:defRPr sz="1200"/>
            </a:pPr>
            <a:r>
              <a:t>D:/pasar_fix/node_modules/.bun/jsdom@26.1.0/node_modules/jsdom/lib/jsdom/living/svg/SVGStringList-impl.js</a:t>
            </a:r>
          </a:p>
          <a:p>
            <a:pPr>
              <a:defRPr sz="1200"/>
            </a:pPr>
            <a:r>
              <a:t>D:/pasar_fix/node_modules/.bun/jsdom@26.1.0/node_modules/jsdom/lib/jsdom/living/traversal/helpers.js</a:t>
            </a:r>
          </a:p>
          <a:p>
            <a:pPr>
              <a:defRPr sz="1200"/>
            </a:pPr>
            <a:r>
              <a:t>D:/pasar_fix/node_modules/.bun/jsdom@26.1.0/node_modules/jsdom/lib/jsdom/living/traversal/NodeIterator-impl.js</a:t>
            </a:r>
          </a:p>
          <a:p>
            <a:pPr>
              <a:defRPr sz="1200"/>
            </a:pPr>
            <a:r>
              <a:t>D:/pasar_fix/node_modules/.bun/jsdom@26.1.0/node_modules/jsdom/lib/jsdom/living/traversal/TreeWalker-impl.js</a:t>
            </a:r>
          </a:p>
          <a:p>
            <a:pPr>
              <a:defRPr sz="1200"/>
            </a:pPr>
            <a:r>
              <a:t>D:/pasar_fix/node_modules/.bun/jsdom@26.1.0/node_modules/jsdom/lib/jsdom/living/webidl/DOMException-impl.js</a:t>
            </a:r>
          </a:p>
          <a:p>
            <a:pPr>
              <a:defRPr sz="1200"/>
            </a:pPr>
            <a:r>
              <a:t>D:/pasar_fix/node_modules/.bun/jsdom@26.1.0/node_modules/jsdom/lib/jsdom/living/websockets/WebSocket-impl.js</a:t>
            </a:r>
          </a:p>
          <a:p>
            <a:pPr>
              <a:defRPr sz="1200"/>
            </a:pPr>
            <a:r>
              <a:t>D:/pasar_fix/node_modules/.bun/jsdom@26.1.0/node_modules/jsdom/lib/jsdom/living/webstorage/Storage-impl.js</a:t>
            </a:r>
          </a:p>
          <a:p>
            <a:pPr>
              <a:defRPr sz="1200"/>
            </a:pPr>
            <a:r>
              <a:t>D:/pasar_fix/node_modules/.bun/jsdom@26.1.0/node_modules/jsdom/lib/jsdom/living/window/BarProp-impl.js</a:t>
            </a:r>
          </a:p>
          <a:p>
            <a:pPr>
              <a:defRPr sz="1200"/>
            </a:pPr>
            <a:r>
              <a:t>D:/pasar_fix/node_modules/.bun/jsdom@26.1.0/node_modules/jsdom/lib/jsdom/living/window/External-impl.js</a:t>
            </a:r>
          </a:p>
          <a:p>
            <a:pPr>
              <a:defRPr sz="1200"/>
            </a:pPr>
            <a:r>
              <a:t>D:/pasar_fix/node_modules/.bun/jsdom@26.1.0/node_modules/jsdom/lib/jsdom/living/window/History-impl.js</a:t>
            </a:r>
          </a:p>
          <a:p>
            <a:pPr>
              <a:defRPr sz="1200"/>
            </a:pPr>
            <a:r>
              <a:t>D:/pasar_fix/node_modules/.bun/jsdom@26.1.0/node_modules/jsdom/lib/jsdom/living/window/Location-impl.js</a:t>
            </a:r>
          </a:p>
          <a:p>
            <a:pPr>
              <a:defRPr sz="1200"/>
            </a:pPr>
            <a:r>
              <a:t>D:/pasar_fix/node_modules/.bun/jsdom@26.1.0/node_modules/jsdom/lib/jsdom/living/window/navigation.js</a:t>
            </a:r>
          </a:p>
          <a:p>
            <a:pPr>
              <a:defRPr sz="1200"/>
            </a:pPr>
            <a:r>
              <a:t>D:/pasar_fix/node_modules/.bun/jsdom@26.1.0/node_modules/jsdom/lib/jsdom/living/window/Screen-impl.js</a:t>
            </a:r>
          </a:p>
          <a:p>
            <a:pPr>
              <a:defRPr sz="1200"/>
            </a:pPr>
            <a:r>
              <a:t>D:/pasar_fix/node_modules/.bun/jsdom@26.1.0/node_modules/jsdom/lib/jsdom/living/window/SessionHistory.js</a:t>
            </a:r>
          </a:p>
          <a:p>
            <a:pPr>
              <a:defRPr sz="1200"/>
            </a:pPr>
            <a:r>
              <a:t>D:/pasar_fix/node_modules/.bun/jsdom@26.1.0/node_modules/jsdom/lib/jsdom/living/xhr/FormData-impl.js</a:t>
            </a:r>
          </a:p>
          <a:p>
            <a:pPr>
              <a:defRPr sz="1200"/>
            </a:pPr>
            <a:r>
              <a:t>D:/pasar_fix/node_modules/.bun/jsdom@26.1.0/node_modules/jsdom/lib/jsdom/living/xhr/multipart-form-data.js</a:t>
            </a:r>
          </a:p>
          <a:p>
            <a:pPr>
              <a:defRPr sz="1200"/>
            </a:pPr>
            <a:r>
              <a:t>D:/pasar_fix/node_modules/.bun/jsdom@26.1.0/node_modules/jsdom/lib/jsdom/living/xhr/xhr-sync-worker.js</a:t>
            </a:r>
          </a:p>
          <a:p>
            <a:pPr>
              <a:defRPr sz="1200"/>
            </a:pPr>
            <a:r>
              <a:t>D:/pasar_fix/node_modules/.bun/jsdom@26.1.0/node_modules/jsdom/lib/jsdom/living/xhr/xhr-utils.js</a:t>
            </a:r>
          </a:p>
          <a:p>
            <a:pPr>
              <a:defRPr sz="1200"/>
            </a:pPr>
            <a:r>
              <a:t>D:/pasar_fix/node_modules/.bun/jsdom@26.1.0/node_modules/jsdom/lib/jsdom/living/xhr/XMLHttpRequest-impl.js</a:t>
            </a:r>
          </a:p>
          <a:p>
            <a:pPr>
              <a:defRPr sz="1200"/>
            </a:pPr>
            <a:r>
              <a:t>D:/pasar_fix/node_modules/.bun/jsdom@26.1.0/node_modules/jsdom/lib/jsdom/living/xhr/XMLHttpRequestEventTarget-impl.js</a:t>
            </a:r>
          </a:p>
          <a:p>
            <a:pPr>
              <a:defRPr sz="1200"/>
            </a:pPr>
            <a:r>
              <a:t>D:/pasar_fix/node_modules/.bun/jsdom@26.1.0/node_modules/jsdom/lib/jsdom/living/xhr/XMLHttpRequestUpload-impl.js</a:t>
            </a:r>
          </a:p>
          <a:p>
            <a:pPr>
              <a:defRPr sz="1200"/>
            </a:pPr>
            <a:r>
              <a:t>D:/pasar_fix/node_modules/.bun/jsesc@3.1.0/node_modules/.bin/jsesc.bunx</a:t>
            </a:r>
          </a:p>
          <a:p>
            <a:pPr>
              <a:defRPr sz="1200"/>
            </a:pPr>
            <a:r>
              <a:t>D:/pasar_fix/node_modules/.bun/jsesc@3.1.0/node_modules/.bin/jsesc.exe</a:t>
            </a:r>
          </a:p>
          <a:p>
            <a:pPr>
              <a:defRPr sz="1200"/>
            </a:pPr>
            <a:r>
              <a:t>D:/pasar_fix/node_modules/.bun/jsesc@3.1.0/node_modules/jsesc/jsesc.js</a:t>
            </a:r>
          </a:p>
          <a:p>
            <a:pPr>
              <a:defRPr sz="1200"/>
            </a:pPr>
            <a:r>
              <a:t>D:/pasar_fix/node_modules/.bun/jsesc@3.1.0/node_modules/jsesc/LICENSE-MIT.txt</a:t>
            </a:r>
          </a:p>
          <a:p>
            <a:pPr>
              <a:defRPr sz="1200"/>
            </a:pPr>
            <a:r>
              <a:t>D:/pasar_fix/node_modules/.bun/jsesc@3.1.0/node_modules/jsesc/package.json</a:t>
            </a:r>
          </a:p>
          <a:p>
            <a:pPr>
              <a:defRPr sz="1200"/>
            </a:pPr>
            <a:r>
              <a:t>D:/pasar_fix/node_modules/.bun/jsesc@3.1.0/node_modules/jsesc/README.md</a:t>
            </a:r>
          </a:p>
          <a:p>
            <a:pPr>
              <a:defRPr sz="1200"/>
            </a:pPr>
            <a:r>
              <a:t>D:/pasar_fix/node_modules/.bun/jsesc@3.1.0/node_modules/jsesc/bin/jsesc</a:t>
            </a:r>
          </a:p>
          <a:p>
            <a:pPr>
              <a:defRPr sz="1200"/>
            </a:pPr>
            <a:r>
              <a:t>D:/pasar_fix/node_modules/.bun/jsesc@3.1.0/node_modules/jsesc/man/jsesc.1</a:t>
            </a:r>
          </a:p>
          <a:p>
            <a:pPr>
              <a:defRPr sz="1200"/>
            </a:pPr>
            <a:r>
              <a:t>D:/pasar_fix/node_modules/.bun/json-parse-even-better-errors@2.3.1/node_modules/json-parse-even-better-errors/CHANGELOG.md</a:t>
            </a:r>
          </a:p>
          <a:p>
            <a:pPr>
              <a:defRPr sz="1200"/>
            </a:pPr>
            <a:r>
              <a:t>D:/pasar_fix/node_modules/.bun/json-parse-even-better-errors@2.3.1/node_modules/json-parse-even-better-errors/index.js</a:t>
            </a:r>
          </a:p>
          <a:p>
            <a:pPr>
              <a:defRPr sz="1200"/>
            </a:pPr>
            <a:r>
              <a:t>D:/pasar_fix/node_modules/.bun/json-parse-even-better-errors@2.3.1/node_modules/json-parse-even-better-errors/LICENSE.md</a:t>
            </a:r>
          </a:p>
          <a:p>
            <a:pPr>
              <a:defRPr sz="1200"/>
            </a:pPr>
            <a:r>
              <a:t>D:/pasar_fix/node_modules/.bun/json-parse-even-better-errors@2.3.1/node_modules/json-parse-even-better-errors/package.json</a:t>
            </a:r>
          </a:p>
          <a:p>
            <a:pPr>
              <a:defRPr sz="1200"/>
            </a:pPr>
            <a:r>
              <a:t>D:/pasar_fix/node_modules/.bun/json-parse-even-better-errors@2.3.1/node_modules/json-parse-even-better-errors/README.md</a:t>
            </a:r>
          </a:p>
          <a:p>
            <a:pPr>
              <a:defRPr sz="1200"/>
            </a:pPr>
            <a:r>
              <a:t>D:/pasar_fix/node_modules/.bun/json-schema-typed@8.0.2/node_modules/json-schema-typed/draft_07.d.ts</a:t>
            </a:r>
          </a:p>
          <a:p>
            <a:pPr>
              <a:defRPr sz="1200"/>
            </a:pPr>
            <a:r>
              <a:t>D:/pasar_fix/node_modules/.bun/json-schema-typed@8.0.2/node_modules/json-schema-typed/draft_07.js</a:t>
            </a:r>
          </a:p>
          <a:p>
            <a:pPr>
              <a:defRPr sz="1200"/>
            </a:pPr>
            <a:r>
              <a:t>D:/pasar_fix/node_modules/.bun/json-schema-typed@8.0.2/node_modules/json-schema-typed/draft_2019_09.d.ts</a:t>
            </a:r>
          </a:p>
          <a:p>
            <a:pPr>
              <a:defRPr sz="1200"/>
            </a:pPr>
            <a:r>
              <a:t>D:/pasar_fix/node_modules/.bun/json-schema-typed@8.0.2/node_modules/json-schema-typed/draft_2019_09.js</a:t>
            </a:r>
          </a:p>
          <a:p>
            <a:pPr>
              <a:defRPr sz="1200"/>
            </a:pPr>
            <a:r>
              <a:t>D:/pasar_fix/node_modules/.bun/json-schema-typed@8.0.2/node_modules/json-schema-typed/draft_2020_12.d.ts</a:t>
            </a:r>
          </a:p>
          <a:p>
            <a:pPr>
              <a:defRPr sz="1200"/>
            </a:pPr>
            <a:r>
              <a:t>D:/pasar_fix/node_modules/.bun/json-schema-typed@8.0.2/node_modules/json-schema-typed/draft_2020_12.js</a:t>
            </a:r>
          </a:p>
          <a:p>
            <a:pPr>
              <a:defRPr sz="1200"/>
            </a:pPr>
            <a:r>
              <a:t>D:/pasar_fix/node_modules/.bun/json-schema-typed@8.0.2/node_modules/json-schema-typed/LICENSE.md</a:t>
            </a:r>
          </a:p>
          <a:p>
            <a:pPr>
              <a:defRPr sz="1200"/>
            </a:pPr>
            <a:r>
              <a:t>D:/pasar_fix/node_modules/.bun/json-schema-typed@8.0.2/node_modules/json-schema-typed/package.json</a:t>
            </a:r>
          </a:p>
          <a:p>
            <a:pPr>
              <a:defRPr sz="1200"/>
            </a:pPr>
            <a:r>
              <a:t>D:/pasar_fix/node_modules/.bun/json-schema-typed@8.0.2/node_modules/json-schema-typed/README.md</a:t>
            </a:r>
          </a:p>
          <a:p>
            <a:pPr>
              <a:defRPr sz="1200"/>
            </a:pPr>
            <a:r>
              <a:t>D:/pasar_fix/node_modules/.bun/json5@2.2.3/node_modules/.bin/json5.bunx</a:t>
            </a:r>
          </a:p>
          <a:p>
            <a:pPr>
              <a:defRPr sz="1200"/>
            </a:pPr>
            <a:r>
              <a:t>D:/pasar_fix/node_modules/.bun/json5@2.2.3/node_modules/.bin/json5.exe</a:t>
            </a:r>
          </a:p>
          <a:p>
            <a:pPr>
              <a:defRPr sz="1200"/>
            </a:pPr>
            <a:r>
              <a:t>D:/pasar_fix/node_modules/.bun/json5@2.2.3/node_modules/json5/LICENSE.md</a:t>
            </a:r>
          </a:p>
          <a:p>
            <a:pPr>
              <a:defRPr sz="1200"/>
            </a:pPr>
            <a:r>
              <a:t>D:/pasar_fix/node_modules/.bun/json5@2.2.3/node_modules/json5/package.json</a:t>
            </a:r>
          </a:p>
          <a:p>
            <a:pPr>
              <a:defRPr sz="1200"/>
            </a:pPr>
            <a:r>
              <a:t>D:/pasar_fix/node_modules/.bun/json5@2.2.3/node_modules/json5/README.md</a:t>
            </a:r>
          </a:p>
          <a:p>
            <a:pPr>
              <a:defRPr sz="1200"/>
            </a:pPr>
            <a:r>
              <a:t>D:/pasar_fix/node_modules/.bun/json5@2.2.3/node_modules/json5/dist/index.js</a:t>
            </a:r>
          </a:p>
          <a:p>
            <a:pPr>
              <a:defRPr sz="1200"/>
            </a:pPr>
            <a:r>
              <a:t>D:/pasar_fix/node_modules/.bun/json5@2.2.3/node_modules/json5/dist/index.min.js</a:t>
            </a:r>
          </a:p>
          <a:p>
            <a:pPr>
              <a:defRPr sz="1200"/>
            </a:pPr>
            <a:r>
              <a:t>D:/pasar_fix/node_modules/.bun/json5@2.2.3/node_modules/json5/dist/index.min.mjs</a:t>
            </a:r>
          </a:p>
          <a:p>
            <a:pPr>
              <a:defRPr sz="1200"/>
            </a:pPr>
            <a:r>
              <a:t>D:/pasar_fix/node_modules/.bun/json5@2.2.3/node_modules/json5/dist/index.mjs</a:t>
            </a:r>
          </a:p>
          <a:p>
            <a:pPr>
              <a:defRPr sz="1200"/>
            </a:pPr>
            <a:r>
              <a:t>D:/pasar_fix/node_modules/.bun/json5@2.2.3/node_modules/json5/lib/cli.js</a:t>
            </a:r>
          </a:p>
          <a:p>
            <a:pPr>
              <a:defRPr sz="1200"/>
            </a:pPr>
            <a:r>
              <a:t>D:/pasar_fix/node_modules/.bun/json5@2.2.3/node_modules/json5/lib/index.d.ts</a:t>
            </a:r>
          </a:p>
          <a:p>
            <a:pPr>
              <a:defRPr sz="1200"/>
            </a:pPr>
            <a:r>
              <a:t>D:/pasar_fix/node_modules/.bun/json5@2.2.3/node_modules/json5/lib/index.js</a:t>
            </a:r>
          </a:p>
          <a:p>
            <a:pPr>
              <a:defRPr sz="1200"/>
            </a:pPr>
            <a:r>
              <a:t>D:/pasar_fix/node_modules/.bun/json5@2.2.3/node_modules/json5/lib/parse.d.ts</a:t>
            </a:r>
          </a:p>
          <a:p>
            <a:pPr>
              <a:defRPr sz="1200"/>
            </a:pPr>
            <a:r>
              <a:t>D:/pasar_fix/node_modules/.bun/json5@2.2.3/node_modules/json5/lib/parse.js</a:t>
            </a:r>
          </a:p>
          <a:p>
            <a:pPr>
              <a:defRPr sz="1200"/>
            </a:pPr>
            <a:r>
              <a:t>D:/pasar_fix/node_modules/.bun/json5@2.2.3/node_modules/json5/lib/register.js</a:t>
            </a:r>
          </a:p>
          <a:p>
            <a:pPr>
              <a:defRPr sz="1200"/>
            </a:pPr>
            <a:r>
              <a:t>D:/pasar_fix/node_modules/.bun/json5@2.2.3/node_modules/json5/lib/require.js</a:t>
            </a:r>
          </a:p>
          <a:p>
            <a:pPr>
              <a:defRPr sz="1200"/>
            </a:pPr>
            <a:r>
              <a:t>D:/pasar_fix/node_modules/.bun/json5@2.2.3/node_modules/json5/lib/stringify.d.ts</a:t>
            </a:r>
          </a:p>
          <a:p>
            <a:pPr>
              <a:defRPr sz="1200"/>
            </a:pPr>
            <a:r>
              <a:t>D:/pasar_fix/node_modules/.bun/json5@2.2.3/node_modules/json5/lib/stringify.js</a:t>
            </a:r>
          </a:p>
          <a:p>
            <a:pPr>
              <a:defRPr sz="1200"/>
            </a:pPr>
            <a:r>
              <a:t>D:/pasar_fix/node_modules/.bun/json5@2.2.3/node_modules/json5/lib/unicode.d.ts</a:t>
            </a:r>
          </a:p>
          <a:p>
            <a:pPr>
              <a:defRPr sz="1200"/>
            </a:pPr>
            <a:r>
              <a:t>D:/pasar_fix/node_modules/.bun/json5@2.2.3/node_modules/json5/lib/unicode.js</a:t>
            </a:r>
          </a:p>
          <a:p>
            <a:pPr>
              <a:defRPr sz="1200"/>
            </a:pPr>
            <a:r>
              <a:t>D:/pasar_fix/node_modules/.bun/json5@2.2.3/node_modules/json5/lib/util.d.ts</a:t>
            </a:r>
          </a:p>
          <a:p>
            <a:pPr>
              <a:defRPr sz="1200"/>
            </a:pPr>
            <a:r>
              <a:t>D:/pasar_fix/node_modules/.bun/json5@2.2.3/node_modules/json5/lib/util.js</a:t>
            </a:r>
          </a:p>
          <a:p>
            <a:pPr>
              <a:defRPr sz="1200"/>
            </a:pPr>
            <a:r>
              <a:t>D:/pasar_fix/node_modules/.bun/jsonc-parser@3.3.1/node_modules/jsonc-parser/CHANGELOG.md</a:t>
            </a:r>
          </a:p>
          <a:p>
            <a:pPr>
              <a:defRPr sz="1200"/>
            </a:pPr>
            <a:r>
              <a:t>D:/pasar_fix/node_modules/.bun/jsonc-parser@3.3.1/node_modules/jsonc-parser/LICENSE.md</a:t>
            </a:r>
          </a:p>
          <a:p>
            <a:pPr>
              <a:defRPr sz="1200"/>
            </a:pPr>
            <a:r>
              <a:t>D:/pasar_fix/node_modules/.bun/jsonc-parser@3.3.1/node_modules/jsonc-parser/package.json</a:t>
            </a:r>
          </a:p>
          <a:p>
            <a:pPr>
              <a:defRPr sz="1200"/>
            </a:pPr>
            <a:r>
              <a:t>D:/pasar_fix/node_modules/.bun/jsonc-parser@3.3.1/node_modules/jsonc-parser/README.md</a:t>
            </a:r>
          </a:p>
          <a:p>
            <a:pPr>
              <a:defRPr sz="1200"/>
            </a:pPr>
            <a:r>
              <a:t>D:/pasar_fix/node_modules/.bun/jsonc-parser@3.3.1/node_modules/jsonc-parser/SECURITY.md</a:t>
            </a:r>
          </a:p>
          <a:p>
            <a:pPr>
              <a:defRPr sz="1200"/>
            </a:pPr>
            <a:r>
              <a:t>D:/pasar_fix/node_modules/.bun/jsonc-parser@3.3.1/node_modules/jsonc-parser/lib/esm/main.d.ts</a:t>
            </a:r>
          </a:p>
          <a:p>
            <a:pPr>
              <a:defRPr sz="1200"/>
            </a:pPr>
            <a:r>
              <a:t>D:/pasar_fix/node_modules/.bun/jsonc-parser@3.3.1/node_modules/jsonc-parser/lib/esm/main.js</a:t>
            </a:r>
          </a:p>
          <a:p>
            <a:pPr>
              <a:defRPr sz="1200"/>
            </a:pPr>
            <a:r>
              <a:t>D:/pasar_fix/node_modules/.bun/jsonc-parser@3.3.1/node_modules/jsonc-parser/lib/esm/impl/edit.js</a:t>
            </a:r>
          </a:p>
          <a:p>
            <a:pPr>
              <a:defRPr sz="1200"/>
            </a:pPr>
            <a:r>
              <a:t>D:/pasar_fix/node_modules/.bun/jsonc-parser@3.3.1/node_modules/jsonc-parser/lib/esm/impl/format.js</a:t>
            </a:r>
          </a:p>
          <a:p>
            <a:pPr>
              <a:defRPr sz="1200"/>
            </a:pPr>
            <a:r>
              <a:t>D:/pasar_fix/node_modules/.bun/jsonc-parser@3.3.1/node_modules/jsonc-parser/lib/esm/impl/parser.js</a:t>
            </a:r>
          </a:p>
          <a:p>
            <a:pPr>
              <a:defRPr sz="1200"/>
            </a:pPr>
            <a:r>
              <a:t>D:/pasar_fix/node_modules/.bun/jsonc-parser@3.3.1/node_modules/jsonc-parser/lib/esm/impl/scanner.js</a:t>
            </a:r>
          </a:p>
          <a:p>
            <a:pPr>
              <a:defRPr sz="1200"/>
            </a:pPr>
            <a:r>
              <a:t>D:/pasar_fix/node_modules/.bun/jsonc-parser@3.3.1/node_modules/jsonc-parser/lib/esm/impl/string-intern.js</a:t>
            </a:r>
          </a:p>
          <a:p>
            <a:pPr>
              <a:defRPr sz="1200"/>
            </a:pPr>
            <a:r>
              <a:t>D:/pasar_fix/node_modules/.bun/jsonc-parser@3.3.1/node_modules/jsonc-parser/lib/umd/main.d.ts</a:t>
            </a:r>
          </a:p>
          <a:p>
            <a:pPr>
              <a:defRPr sz="1200"/>
            </a:pPr>
            <a:r>
              <a:t>D:/pasar_fix/node_modules/.bun/jsonc-parser@3.3.1/node_modules/jsonc-parser/lib/umd/main.js</a:t>
            </a:r>
          </a:p>
          <a:p>
            <a:pPr>
              <a:defRPr sz="1200"/>
            </a:pPr>
            <a:r>
              <a:t>D:/pasar_fix/node_modules/.bun/jsonc-parser@3.3.1/node_modules/jsonc-parser/lib/umd/impl/edit.js</a:t>
            </a:r>
          </a:p>
          <a:p>
            <a:pPr>
              <a:defRPr sz="1200"/>
            </a:pPr>
            <a:r>
              <a:t>D:/pasar_fix/node_modules/.bun/jsonc-parser@3.3.1/node_modules/jsonc-parser/lib/umd/impl/format.js</a:t>
            </a:r>
          </a:p>
          <a:p>
            <a:pPr>
              <a:defRPr sz="1200"/>
            </a:pPr>
            <a:r>
              <a:t>D:/pasar_fix/node_modules/.bun/jsonc-parser@3.3.1/node_modules/jsonc-parser/lib/umd/impl/parser.js</a:t>
            </a:r>
          </a:p>
          <a:p>
            <a:pPr>
              <a:defRPr sz="1200"/>
            </a:pPr>
            <a:r>
              <a:t>D:/pasar_fix/node_modules/.bun/jsonc-parser@3.3.1/node_modules/jsonc-parser/lib/umd/impl/scanner.js</a:t>
            </a:r>
          </a:p>
          <a:p>
            <a:pPr>
              <a:defRPr sz="1200"/>
            </a:pPr>
            <a:r>
              <a:t>D:/pasar_fix/node_modules/.bun/jsonc-parser@3.3.1/node_modules/jsonc-parser/lib/umd/impl/string-intern.js</a:t>
            </a:r>
          </a:p>
          <a:p>
            <a:pPr>
              <a:defRPr sz="1200"/>
            </a:pPr>
            <a:r>
              <a:t>D:/pasar_fix/node_modules/.bun/katex@0.16.47/node_modules/.bin/katex.bunx</a:t>
            </a:r>
          </a:p>
          <a:p>
            <a:pPr>
              <a:defRPr sz="1200"/>
            </a:pPr>
            <a:r>
              <a:t>D:/pasar_fix/node_modules/.bun/katex@0.16.47/node_modules/.bin/katex.exe</a:t>
            </a:r>
          </a:p>
          <a:p>
            <a:pPr>
              <a:defRPr sz="1200"/>
            </a:pPr>
            <a:r>
              <a:t>D:/pasar_fix/node_modules/.bun/katex@0.16.47/node_modules/katex/cli.js</a:t>
            </a:r>
          </a:p>
          <a:p>
            <a:pPr>
              <a:defRPr sz="1200"/>
            </a:pPr>
            <a:r>
              <a:t>D:/pasar_fix/node_modules/.bun/katex@0.16.47/node_modules/katex/katex.ts</a:t>
            </a:r>
          </a:p>
          <a:p>
            <a:pPr>
              <a:defRPr sz="1200"/>
            </a:pPr>
            <a:r>
              <a:t>D:/pasar_fix/node_modules/.bun/katex@0.16.47/node_modules/katex/LICENSE</a:t>
            </a:r>
          </a:p>
          <a:p>
            <a:pPr>
              <a:defRPr sz="1200"/>
            </a:pPr>
            <a:r>
              <a:t>D:/pasar_fix/node_modules/.bun/katex@0.16.47/node_modules/katex/package.json</a:t>
            </a:r>
          </a:p>
          <a:p>
            <a:pPr>
              <a:defRPr sz="1200"/>
            </a:pPr>
            <a:r>
              <a:t>D:/pasar_fix/node_modules/.bun/katex@0.16.47/node_modules/katex/README.md</a:t>
            </a:r>
          </a:p>
          <a:p>
            <a:pPr>
              <a:defRPr sz="1200"/>
            </a:pPr>
            <a:r>
              <a:t>D:/pasar_fix/node_modules/.bun/katex@0.16.47/node_modules/katex/contrib/auto-render/auto-render.ts</a:t>
            </a:r>
          </a:p>
          <a:p>
            <a:pPr>
              <a:defRPr sz="1200"/>
            </a:pPr>
            <a:r>
              <a:t>D:/pasar_fix/node_modules/.bun/katex@0.16.47/node_modules/katex/contrib/auto-render/index.html</a:t>
            </a:r>
          </a:p>
          <a:p>
            <a:pPr>
              <a:defRPr sz="1200"/>
            </a:pPr>
            <a:r>
              <a:t>D:/pasar_fix/node_modules/.bun/katex@0.16.47/node_modules/katex/contrib/auto-render/README.md</a:t>
            </a:r>
          </a:p>
          <a:p>
            <a:pPr>
              <a:defRPr sz="1200"/>
            </a:pPr>
            <a:r>
              <a:t>D:/pasar_fix/node_modules/.bun/katex@0.16.47/node_modules/katex/contrib/auto-render/splitAtDelimiters.ts</a:t>
            </a:r>
          </a:p>
          <a:p>
            <a:pPr>
              <a:defRPr sz="1200"/>
            </a:pPr>
            <a:r>
              <a:t>D:/pasar_fix/node_modules/.bun/katex@0.16.47/node_modules/katex/contrib/auto-render/test/auto-render-spec.ts</a:t>
            </a:r>
          </a:p>
          <a:p>
            <a:pPr>
              <a:defRPr sz="1200"/>
            </a:pPr>
            <a:r>
              <a:t>D:/pasar_fix/node_modules/.bun/katex@0.16.47/node_modules/katex/contrib/copy-tex/copy-tex.ts</a:t>
            </a:r>
          </a:p>
          <a:p>
            <a:pPr>
              <a:defRPr sz="1200"/>
            </a:pPr>
            <a:r>
              <a:t>D:/pasar_fix/node_modules/.bun/katex@0.16.47/node_modules/katex/contrib/copy-tex/index.html</a:t>
            </a:r>
          </a:p>
          <a:p>
            <a:pPr>
              <a:defRPr sz="1200"/>
            </a:pPr>
            <a:r>
              <a:t>D:/pasar_fix/node_modules/.bun/katex@0.16.47/node_modules/katex/contrib/copy-tex/katex2tex.ts</a:t>
            </a:r>
          </a:p>
          <a:p>
            <a:pPr>
              <a:defRPr sz="1200"/>
            </a:pPr>
            <a:r>
              <a:t>D:/pasar_fix/node_modules/.bun/katex@0.16.47/node_modules/katex/contrib/copy-tex/README.md</a:t>
            </a:r>
          </a:p>
          <a:p>
            <a:pPr>
              <a:defRPr sz="1200"/>
            </a:pPr>
            <a:r>
              <a:t>D:/pasar_fix/node_modules/.bun/katex@0.16.47/node_modules/katex/contrib/mathtex-script-type/mathtex-script-type.js</a:t>
            </a:r>
          </a:p>
          <a:p>
            <a:pPr>
              <a:defRPr sz="1200"/>
            </a:pPr>
            <a:r>
              <a:t>D:/pasar_fix/node_modules/.bun/katex@0.16.47/node_modules/katex/contrib/mathtex-script-type/README.md</a:t>
            </a:r>
          </a:p>
          <a:p>
            <a:pPr>
              <a:defRPr sz="1200"/>
            </a:pPr>
            <a:r>
              <a:t>D:/pasar_fix/node_modules/.bun/katex@0.16.47/node_modules/katex/contrib/mhchem/mhchem.js</a:t>
            </a:r>
          </a:p>
          <a:p>
            <a:pPr>
              <a:defRPr sz="1200"/>
            </a:pPr>
            <a:r>
              <a:t>D:/pasar_fix/node_modules/.bun/katex@0.16.47/node_modules/katex/contrib/mhchem/README.md</a:t>
            </a:r>
          </a:p>
          <a:p>
            <a:pPr>
              <a:defRPr sz="1200"/>
            </a:pPr>
            <a:r>
              <a:t>D:/pasar_fix/node_modules/.bun/katex@0.16.47/node_modules/katex/contrib/render-a11y-string/render-a11y-string.ts</a:t>
            </a:r>
          </a:p>
          <a:p>
            <a:pPr>
              <a:defRPr sz="1200"/>
            </a:pPr>
            <a:r>
              <a:t>D:/pasar_fix/node_modules/.bun/katex@0.16.47/node_modules/katex/contrib/render-a11y-string/test/render-a11y-string-spec.ts</a:t>
            </a:r>
          </a:p>
          <a:p>
            <a:pPr>
              <a:defRPr sz="1200"/>
            </a:pPr>
            <a:r>
              <a:t>D:/pasar_fix/node_modules/.bun/katex@0.16.47/node_modules/katex/dist/katex-swap.css</a:t>
            </a:r>
          </a:p>
          <a:p>
            <a:pPr>
              <a:defRPr sz="1200"/>
            </a:pPr>
            <a:r>
              <a:t>D:/pasar_fix/node_modules/.bun/katex@0.16.47/node_modules/katex/dist/katex-swap.min.css</a:t>
            </a:r>
          </a:p>
          <a:p>
            <a:pPr>
              <a:defRPr sz="1200"/>
            </a:pPr>
            <a:r>
              <a:t>D:/pasar_fix/node_modules/.bun/katex@0.16.47/node_modules/katex/dist/katex.css</a:t>
            </a:r>
          </a:p>
          <a:p>
            <a:pPr>
              <a:defRPr sz="1200"/>
            </a:pPr>
            <a:r>
              <a:t>D:/pasar_fix/node_modules/.bun/katex@0.16.47/node_modules/katex/dist/katex.js</a:t>
            </a:r>
          </a:p>
          <a:p>
            <a:pPr>
              <a:defRPr sz="1200"/>
            </a:pPr>
            <a:r>
              <a:t>D:/pasar_fix/node_modules/.bun/katex@0.16.47/node_modules/katex/dist/katex.min.css</a:t>
            </a:r>
          </a:p>
          <a:p>
            <a:pPr>
              <a:defRPr sz="1200"/>
            </a:pPr>
            <a:r>
              <a:t>D:/pasar_fix/node_modules/.bun/katex@0.16.47/node_modules/katex/dist/katex.min.js</a:t>
            </a:r>
          </a:p>
          <a:p>
            <a:pPr>
              <a:defRPr sz="1200"/>
            </a:pPr>
            <a:r>
              <a:t>D:/pasar_fix/node_modules/.bun/katex@0.16.47/node_modules/katex/dist/katex.mjs</a:t>
            </a:r>
          </a:p>
          <a:p>
            <a:pPr>
              <a:defRPr sz="1200"/>
            </a:pPr>
            <a:r>
              <a:t>D:/pasar_fix/node_modules/.bun/katex@0.16.47/node_modules/katex/dist/README.md</a:t>
            </a:r>
          </a:p>
          <a:p>
            <a:pPr>
              <a:defRPr sz="1200"/>
            </a:pPr>
            <a:r>
              <a:t>D:/pasar_fix/node_modules/.bun/katex@0.16.47/node_modules/katex/dist/contrib/auto-render.js</a:t>
            </a:r>
          </a:p>
          <a:p>
            <a:pPr>
              <a:defRPr sz="1200"/>
            </a:pPr>
            <a:r>
              <a:t>D:/pasar_fix/node_modules/.bun/katex@0.16.47/node_modules/katex/dist/contrib/auto-render.min.js</a:t>
            </a:r>
          </a:p>
          <a:p>
            <a:pPr>
              <a:defRPr sz="1200"/>
            </a:pPr>
            <a:r>
              <a:t>D:/pasar_fix/node_modules/.bun/katex@0.16.47/node_modules/katex/dist/contrib/auto-render.mjs</a:t>
            </a:r>
          </a:p>
          <a:p>
            <a:pPr>
              <a:defRPr sz="1200"/>
            </a:pPr>
            <a:r>
              <a:t>D:/pasar_fix/node_modules/.bun/katex@0.16.47/node_modules/katex/dist/contrib/copy-tex.js</a:t>
            </a:r>
          </a:p>
          <a:p>
            <a:pPr>
              <a:defRPr sz="1200"/>
            </a:pPr>
            <a:r>
              <a:t>D:/pasar_fix/node_modules/.bun/katex@0.16.47/node_modules/katex/dist/contrib/copy-tex.min.js</a:t>
            </a:r>
          </a:p>
          <a:p>
            <a:pPr>
              <a:defRPr sz="1200"/>
            </a:pPr>
            <a:r>
              <a:t>D:/pasar_fix/node_modules/.bun/katex@0.16.47/node_modules/katex/dist/contrib/copy-tex.mjs</a:t>
            </a:r>
          </a:p>
          <a:p>
            <a:pPr>
              <a:defRPr sz="1200"/>
            </a:pPr>
            <a:r>
              <a:t>D:/pasar_fix/node_modules/.bun/katex@0.16.47/node_modules/katex/dist/contrib/mathtex-script-type.js</a:t>
            </a:r>
          </a:p>
          <a:p>
            <a:pPr>
              <a:defRPr sz="1200"/>
            </a:pPr>
            <a:r>
              <a:t>D:/pasar_fix/node_modules/.bun/katex@0.16.47/node_modules/katex/dist/contrib/mathtex-script-type.min.js</a:t>
            </a:r>
          </a:p>
          <a:p>
            <a:pPr>
              <a:defRPr sz="1200"/>
            </a:pPr>
            <a:r>
              <a:t>D:/pasar_fix/node_modules/.bun/katex@0.16.47/node_modules/katex/dist/contrib/mathtex-script-type.mjs</a:t>
            </a:r>
          </a:p>
          <a:p>
            <a:pPr>
              <a:defRPr sz="1200"/>
            </a:pPr>
            <a:r>
              <a:t>D:/pasar_fix/node_modules/.bun/katex@0.16.47/node_modules/katex/dist/contrib/mhchem.js</a:t>
            </a:r>
          </a:p>
          <a:p>
            <a:pPr>
              <a:defRPr sz="1200"/>
            </a:pPr>
            <a:r>
              <a:t>D:/pasar_fix/node_modules/.bun/katex@0.16.47/node_modules/katex/dist/contrib/mhchem.min.js</a:t>
            </a:r>
          </a:p>
          <a:p>
            <a:pPr>
              <a:defRPr sz="1200"/>
            </a:pPr>
            <a:r>
              <a:t>D:/pasar_fix/node_modules/.bun/katex@0.16.47/node_modules/katex/dist/contrib/mhchem.mjs</a:t>
            </a:r>
          </a:p>
          <a:p>
            <a:pPr>
              <a:defRPr sz="1200"/>
            </a:pPr>
            <a:r>
              <a:t>D:/pasar_fix/node_modules/.bun/katex@0.16.47/node_modules/katex/dist/contrib/render-a11y-string.js</a:t>
            </a:r>
          </a:p>
          <a:p>
            <a:pPr>
              <a:defRPr sz="1200"/>
            </a:pPr>
            <a:r>
              <a:t>D:/pasar_fix/node_modules/.bun/katex@0.16.47/node_modules/katex/dist/contrib/render-a11y-string.min.js</a:t>
            </a:r>
          </a:p>
          <a:p>
            <a:pPr>
              <a:defRPr sz="1200"/>
            </a:pPr>
            <a:r>
              <a:t>D:/pasar_fix/node_modules/.bun/katex@0.16.47/node_modules/katex/dist/contrib/render-a11y-string.mjs</a:t>
            </a:r>
          </a:p>
          <a:p>
            <a:pPr>
              <a:defRPr sz="1200"/>
            </a:pPr>
            <a:r>
              <a:t>D:/pasar_fix/node_modules/.bun/katex@0.16.47/node_modules/katex/dist/fonts/KaTeX_AMS-Regular.ttf</a:t>
            </a:r>
          </a:p>
          <a:p>
            <a:pPr>
              <a:defRPr sz="1200"/>
            </a:pPr>
            <a:r>
              <a:t>D:/pasar_fix/node_modules/.bun/katex@0.16.47/node_modules/katex/dist/fonts/KaTeX_AMS-Regular.woff</a:t>
            </a:r>
          </a:p>
          <a:p>
            <a:pPr>
              <a:defRPr sz="1200"/>
            </a:pPr>
            <a:r>
              <a:t>D:/pasar_fix/node_modules/.bun/katex@0.16.47/node_modules/katex/dist/fonts/KaTeX_AMS-Regular.woff2</a:t>
            </a:r>
          </a:p>
          <a:p>
            <a:pPr>
              <a:defRPr sz="1200"/>
            </a:pPr>
            <a:r>
              <a:t>D:/pasar_fix/node_modules/.bun/katex@0.16.47/node_modules/katex/dist/fonts/KaTeX_Caligraphic-Bold.ttf</a:t>
            </a:r>
          </a:p>
          <a:p>
            <a:pPr>
              <a:defRPr sz="1200"/>
            </a:pPr>
            <a:r>
              <a:t>D:/pasar_fix/node_modules/.bun/katex@0.16.47/node_modules/katex/dist/fonts/KaTeX_Caligraphic-Bold.woff</a:t>
            </a:r>
          </a:p>
          <a:p>
            <a:pPr>
              <a:defRPr sz="1200"/>
            </a:pPr>
            <a:r>
              <a:t>D:/pasar_fix/node_modules/.bun/katex@0.16.47/node_modules/katex/dist/fonts/KaTeX_Caligraphic-Bold.woff2</a:t>
            </a:r>
          </a:p>
          <a:p>
            <a:pPr>
              <a:defRPr sz="1200"/>
            </a:pPr>
            <a:r>
              <a:t>D:/pasar_fix/node_modules/.bun/katex@0.16.47/node_modules/katex/dist/fonts/KaTeX_Caligraphic-Regular.ttf</a:t>
            </a:r>
          </a:p>
          <a:p>
            <a:pPr>
              <a:defRPr sz="1200"/>
            </a:pPr>
            <a:r>
              <a:t>D:/pasar_fix/node_modules/.bun/katex@0.16.47/node_modules/katex/dist/fonts/KaTeX_Caligraphic-Regular.woff</a:t>
            </a:r>
          </a:p>
          <a:p>
            <a:pPr>
              <a:defRPr sz="1200"/>
            </a:pPr>
            <a:r>
              <a:t>D:/pasar_fix/node_modules/.bun/katex@0.16.47/node_modules/katex/dist/fonts/KaTeX_Caligraphic-Regular.woff2</a:t>
            </a:r>
          </a:p>
          <a:p>
            <a:pPr>
              <a:defRPr sz="1200"/>
            </a:pPr>
            <a:r>
              <a:t>D:/pasar_fix/node_modules/.bun/katex@0.16.47/node_modules/katex/dist/fonts/KaTeX_Fraktur-Bold.ttf</a:t>
            </a:r>
          </a:p>
          <a:p>
            <a:pPr>
              <a:defRPr sz="1200"/>
            </a:pPr>
            <a:r>
              <a:t>D:/pasar_fix/node_modules/.bun/katex@0.16.47/node_modules/katex/dist/fonts/KaTeX_Fraktur-Bold.woff</a:t>
            </a:r>
          </a:p>
          <a:p>
            <a:pPr>
              <a:defRPr sz="1200"/>
            </a:pPr>
            <a:r>
              <a:t>D:/pasar_fix/node_modules/.bun/katex@0.16.47/node_modules/katex/dist/fonts/KaTeX_Fraktur-Bold.woff2</a:t>
            </a:r>
          </a:p>
          <a:p>
            <a:pPr>
              <a:defRPr sz="1200"/>
            </a:pPr>
            <a:r>
              <a:t>D:/pasar_fix/node_modules/.bun/katex@0.16.47/node_modules/katex/dist/fonts/KaTeX_Fraktur-Regular.ttf</a:t>
            </a:r>
          </a:p>
          <a:p>
            <a:pPr>
              <a:defRPr sz="1200"/>
            </a:pPr>
            <a:r>
              <a:t>D:/pasar_fix/node_modules/.bun/katex@0.16.47/node_modules/katex/dist/fonts/KaTeX_Fraktur-Regular.woff</a:t>
            </a:r>
          </a:p>
          <a:p>
            <a:pPr>
              <a:defRPr sz="1200"/>
            </a:pPr>
            <a:r>
              <a:t>D:/pasar_fix/node_modules/.bun/katex@0.16.47/node_modules/katex/dist/fonts/KaTeX_Fraktur-Regular.woff2</a:t>
            </a:r>
          </a:p>
          <a:p>
            <a:pPr>
              <a:defRPr sz="1200"/>
            </a:pPr>
            <a:r>
              <a:t>D:/pasar_fix/node_modules/.bun/katex@0.16.47/node_modules/katex/dist/fonts/KaTeX_Main-Bold.ttf</a:t>
            </a:r>
          </a:p>
          <a:p>
            <a:pPr>
              <a:defRPr sz="1200"/>
            </a:pPr>
            <a:r>
              <a:t>D:/pasar_fix/node_modules/.bun/katex@0.16.47/node_modules/katex/dist/fonts/KaTeX_Main-Bold.woff</a:t>
            </a:r>
          </a:p>
          <a:p>
            <a:pPr>
              <a:defRPr sz="1200"/>
            </a:pPr>
            <a:r>
              <a:t>D:/pasar_fix/node_modules/.bun/katex@0.16.47/node_modules/katex/dist/fonts/KaTeX_Main-Bold.woff2</a:t>
            </a:r>
          </a:p>
          <a:p>
            <a:pPr>
              <a:defRPr sz="1200"/>
            </a:pPr>
            <a:r>
              <a:t>D:/pasar_fix/node_modules/.bun/katex@0.16.47/node_modules/katex/dist/fonts/KaTeX_Main-BoldItalic.ttf</a:t>
            </a:r>
          </a:p>
          <a:p>
            <a:pPr>
              <a:defRPr sz="1200"/>
            </a:pPr>
            <a:r>
              <a:t>D:/pasar_fix/node_modules/.bun/katex@0.16.47/node_modules/katex/dist/fonts/KaTeX_Main-BoldItalic.woff</a:t>
            </a:r>
          </a:p>
          <a:p>
            <a:pPr>
              <a:defRPr sz="1200"/>
            </a:pPr>
            <a:r>
              <a:t>D:/pasar_fix/node_modules/.bun/katex@0.16.47/node_modules/katex/dist/fonts/KaTeX_Main-BoldItalic.woff2</a:t>
            </a:r>
          </a:p>
          <a:p>
            <a:pPr>
              <a:defRPr sz="1200"/>
            </a:pPr>
            <a:r>
              <a:t>D:/pasar_fix/node_modules/.bun/katex@0.16.47/node_modules/katex/dist/fonts/KaTeX_Main-Italic.ttf</a:t>
            </a:r>
          </a:p>
          <a:p>
            <a:pPr>
              <a:defRPr sz="1200"/>
            </a:pPr>
            <a:r>
              <a:t>D:/pasar_fix/node_modules/.bun/katex@0.16.47/node_modules/katex/dist/fonts/KaTeX_Main-Italic.woff</a:t>
            </a:r>
          </a:p>
          <a:p>
            <a:pPr>
              <a:defRPr sz="1200"/>
            </a:pPr>
            <a:r>
              <a:t>D:/pasar_fix/node_modules/.bun/katex@0.16.47/node_modules/katex/dist/fonts/KaTeX_Main-Italic.woff2</a:t>
            </a:r>
          </a:p>
          <a:p>
            <a:pPr>
              <a:defRPr sz="1200"/>
            </a:pPr>
            <a:r>
              <a:t>D:/pasar_fix/node_modules/.bun/katex@0.16.47/node_modules/katex/dist/fonts/KaTeX_Main-Regular.ttf</a:t>
            </a:r>
          </a:p>
          <a:p>
            <a:pPr>
              <a:defRPr sz="1200"/>
            </a:pPr>
            <a:r>
              <a:t>D:/pasar_fix/node_modules/.bun/katex@0.16.47/node_modules/katex/dist/fonts/KaTeX_Main-Regular.woff</a:t>
            </a:r>
          </a:p>
          <a:p>
            <a:pPr>
              <a:defRPr sz="1200"/>
            </a:pPr>
            <a:r>
              <a:t>D:/pasar_fix/node_modules/.bun/katex@0.16.47/node_modules/katex/dist/fonts/KaTeX_Main-Regular.woff2</a:t>
            </a:r>
          </a:p>
          <a:p>
            <a:pPr>
              <a:defRPr sz="1200"/>
            </a:pPr>
            <a:r>
              <a:t>D:/pasar_fix/node_modules/.bun/katex@0.16.47/node_modules/katex/dist/fonts/KaTeX_Math-BoldItalic.ttf</a:t>
            </a:r>
          </a:p>
          <a:p>
            <a:pPr>
              <a:defRPr sz="1200"/>
            </a:pPr>
            <a:r>
              <a:t>D:/pasar_fix/node_modules/.bun/katex@0.16.47/node_modules/katex/dist/fonts/KaTeX_Math-BoldItalic.woff</a:t>
            </a:r>
          </a:p>
          <a:p>
            <a:pPr>
              <a:defRPr sz="1200"/>
            </a:pPr>
            <a:r>
              <a:t>D:/pasar_fix/node_modules/.bun/katex@0.16.47/node_modules/katex/dist/fonts/KaTeX_Math-BoldItalic.woff2</a:t>
            </a:r>
          </a:p>
          <a:p>
            <a:pPr>
              <a:defRPr sz="1200"/>
            </a:pPr>
            <a:r>
              <a:t>D:/pasar_fix/node_modules/.bun/katex@0.16.47/node_modules/katex/dist/fonts/KaTeX_Math-Italic.ttf</a:t>
            </a:r>
          </a:p>
          <a:p>
            <a:pPr>
              <a:defRPr sz="1200"/>
            </a:pPr>
            <a:r>
              <a:t>D:/pasar_fix/node_modules/.bun/katex@0.16.47/node_modules/katex/dist/fonts/KaTeX_Math-Italic.woff</a:t>
            </a:r>
          </a:p>
          <a:p>
            <a:pPr>
              <a:defRPr sz="1200"/>
            </a:pPr>
            <a:r>
              <a:t>D:/pasar_fix/node_modules/.bun/katex@0.16.47/node_modules/katex/dist/fonts/KaTeX_Math-Italic.woff2</a:t>
            </a:r>
          </a:p>
          <a:p>
            <a:pPr>
              <a:defRPr sz="1200"/>
            </a:pPr>
            <a:r>
              <a:t>D:/pasar_fix/node_modules/.bun/katex@0.16.47/node_modules/katex/dist/fonts/KaTeX_SansSerif-Bold.ttf</a:t>
            </a:r>
          </a:p>
          <a:p>
            <a:pPr>
              <a:defRPr sz="1200"/>
            </a:pPr>
            <a:r>
              <a:t>D:/pasar_fix/node_modules/.bun/katex@0.16.47/node_modules/katex/dist/fonts/KaTeX_SansSerif-Bold.woff</a:t>
            </a:r>
          </a:p>
          <a:p>
            <a:pPr>
              <a:defRPr sz="1200"/>
            </a:pPr>
            <a:r>
              <a:t>D:/pasar_fix/node_modules/.bun/katex@0.16.47/node_modules/katex/dist/fonts/KaTeX_SansSerif-Bold.woff2</a:t>
            </a:r>
          </a:p>
          <a:p>
            <a:pPr>
              <a:defRPr sz="1200"/>
            </a:pPr>
            <a:r>
              <a:t>D:/pasar_fix/node_modules/.bun/katex@0.16.47/node_modules/katex/dist/fonts/KaTeX_SansSerif-Italic.ttf</a:t>
            </a:r>
          </a:p>
          <a:p>
            <a:pPr>
              <a:defRPr sz="1200"/>
            </a:pPr>
            <a:r>
              <a:t>D:/pasar_fix/node_modules/.bun/katex@0.16.47/node_modules/katex/dist/fonts/KaTeX_SansSerif-Italic.woff</a:t>
            </a:r>
          </a:p>
          <a:p>
            <a:pPr>
              <a:defRPr sz="1200"/>
            </a:pPr>
            <a:r>
              <a:t>D:/pasar_fix/node_modules/.bun/katex@0.16.47/node_modules/katex/dist/fonts/KaTeX_SansSerif-Italic.woff2</a:t>
            </a:r>
          </a:p>
          <a:p>
            <a:pPr>
              <a:defRPr sz="1200"/>
            </a:pPr>
            <a:r>
              <a:t>D:/pasar_fix/node_modules/.bun/katex@0.16.47/node_modules/katex/dist/fonts/KaTeX_SansSerif-Regular.ttf</a:t>
            </a:r>
          </a:p>
          <a:p>
            <a:pPr>
              <a:defRPr sz="1200"/>
            </a:pPr>
            <a:r>
              <a:t>D:/pasar_fix/node_modules/.bun/katex@0.16.47/node_modules/katex/dist/fonts/KaTeX_SansSerif-Regular.woff</a:t>
            </a:r>
          </a:p>
          <a:p>
            <a:pPr>
              <a:defRPr sz="1200"/>
            </a:pPr>
            <a:r>
              <a:t>D:/pasar_fix/node_modules/.bun/katex@0.16.47/node_modules/katex/dist/fonts/KaTeX_SansSerif-Regular.woff2</a:t>
            </a:r>
          </a:p>
          <a:p>
            <a:pPr>
              <a:defRPr sz="1200"/>
            </a:pPr>
            <a:r>
              <a:t>D:/pasar_fix/node_modules/.bun/katex@0.16.47/node_modules/katex/dist/fonts/KaTeX_Script-Regular.ttf</a:t>
            </a:r>
          </a:p>
          <a:p>
            <a:pPr>
              <a:defRPr sz="1200"/>
            </a:pPr>
            <a:r>
              <a:t>D:/pasar_fix/node_modules/.bun/katex@0.16.47/node_modules/katex/dist/fonts/KaTeX_Script-Regular.woff</a:t>
            </a:r>
          </a:p>
          <a:p>
            <a:pPr>
              <a:defRPr sz="1200"/>
            </a:pPr>
            <a:r>
              <a:t>D:/pasar_fix/node_modules/.bun/katex@0.16.47/node_modules/katex/dist/fonts/KaTeX_Script-Regular.woff2</a:t>
            </a:r>
          </a:p>
          <a:p>
            <a:pPr>
              <a:defRPr sz="1200"/>
            </a:pPr>
            <a:r>
              <a:t>D:/pasar_fix/node_modules/.bun/katex@0.16.47/node_modules/katex/dist/fonts/KaTeX_Size1-Regular.ttf</a:t>
            </a:r>
          </a:p>
          <a:p>
            <a:pPr>
              <a:defRPr sz="1200"/>
            </a:pPr>
            <a:r>
              <a:t>D:/pasar_fix/node_modules/.bun/katex@0.16.47/node_modules/katex/dist/fonts/KaTeX_Size1-Regular.woff</a:t>
            </a:r>
          </a:p>
          <a:p>
            <a:pPr>
              <a:defRPr sz="1200"/>
            </a:pPr>
            <a:r>
              <a:t>D:/pasar_fix/node_modules/.bun/katex@0.16.47/node_modules/katex/dist/fonts/KaTeX_Size1-Regular.woff2</a:t>
            </a:r>
          </a:p>
          <a:p>
            <a:pPr>
              <a:defRPr sz="1200"/>
            </a:pPr>
            <a:r>
              <a:t>D:/pasar_fix/node_modules/.bun/katex@0.16.47/node_modules/katex/dist/fonts/KaTeX_Size2-Regular.ttf</a:t>
            </a:r>
          </a:p>
          <a:p>
            <a:pPr>
              <a:defRPr sz="1200"/>
            </a:pPr>
            <a:r>
              <a:t>D:/pasar_fix/node_modules/.bun/katex@0.16.47/node_modules/katex/dist/fonts/KaTeX_Size2-Regular.woff</a:t>
            </a:r>
          </a:p>
          <a:p>
            <a:pPr>
              <a:defRPr sz="1200"/>
            </a:pPr>
            <a:r>
              <a:t>D:/pasar_fix/node_modules/.bun/katex@0.16.47/node_modules/katex/dist/fonts/KaTeX_Size2-Regular.woff2</a:t>
            </a:r>
          </a:p>
          <a:p>
            <a:pPr>
              <a:defRPr sz="1200"/>
            </a:pPr>
            <a:r>
              <a:t>D:/pasar_fix/node_modules/.bun/katex@0.16.47/node_modules/katex/dist/fonts/KaTeX_Size3-Regular.ttf</a:t>
            </a:r>
          </a:p>
          <a:p>
            <a:pPr>
              <a:defRPr sz="1200"/>
            </a:pPr>
            <a:r>
              <a:t>D:/pasar_fix/node_modules/.bun/katex@0.16.47/node_modules/katex/dist/fonts/KaTeX_Size3-Regular.woff</a:t>
            </a:r>
          </a:p>
          <a:p>
            <a:pPr>
              <a:defRPr sz="1200"/>
            </a:pPr>
            <a:r>
              <a:t>D:/pasar_fix/node_modules/.bun/katex@0.16.47/node_modules/katex/dist/fonts/KaTeX_Size3-Regular.woff2</a:t>
            </a:r>
          </a:p>
          <a:p>
            <a:pPr>
              <a:defRPr sz="1200"/>
            </a:pPr>
            <a:r>
              <a:t>D:/pasar_fix/node_modules/.bun/katex@0.16.47/node_modules/katex/dist/fonts/KaTeX_Size4-Regular.ttf</a:t>
            </a:r>
          </a:p>
          <a:p>
            <a:pPr>
              <a:defRPr sz="1200"/>
            </a:pPr>
            <a:r>
              <a:t>D:/pasar_fix/node_modules/.bun/katex@0.16.47/node_modules/katex/dist/fonts/KaTeX_Size4-Regular.woff</a:t>
            </a:r>
          </a:p>
          <a:p>
            <a:pPr>
              <a:defRPr sz="1200"/>
            </a:pPr>
            <a:r>
              <a:t>D:/pasar_fix/node_modules/.bun/katex@0.16.47/node_modules/katex/dist/fonts/KaTeX_Size4-Regular.woff2</a:t>
            </a:r>
          </a:p>
          <a:p>
            <a:pPr>
              <a:defRPr sz="1200"/>
            </a:pPr>
            <a:r>
              <a:t>D:/pasar_fix/node_modules/.bun/katex@0.16.47/node_modules/katex/dist/fonts/KaTeX_Typewriter-Regular.ttf</a:t>
            </a:r>
          </a:p>
          <a:p>
            <a:pPr>
              <a:defRPr sz="1200"/>
            </a:pPr>
            <a:r>
              <a:t>D:/pasar_fix/node_modules/.bun/katex@0.16.47/node_modules/katex/dist/fonts/KaTeX_Typewriter-Regular.woff</a:t>
            </a:r>
          </a:p>
          <a:p>
            <a:pPr>
              <a:defRPr sz="1200"/>
            </a:pPr>
            <a:r>
              <a:t>D:/pasar_fix/node_modules/.bun/katex@0.16.47/node_modules/katex/dist/fonts/KaTeX_Typewriter-Regular.woff2</a:t>
            </a:r>
          </a:p>
          <a:p>
            <a:pPr>
              <a:defRPr sz="1200"/>
            </a:pPr>
            <a:r>
              <a:t>D:/pasar_fix/node_modules/.bun/katex@0.16.47/node_modules/katex/src/atoms.ts</a:t>
            </a:r>
          </a:p>
          <a:p>
            <a:pPr>
              <a:defRPr sz="1200"/>
            </a:pPr>
            <a:r>
              <a:t>D:/pasar_fix/node_modules/.bun/katex@0.16.47/node_modules/katex/src/buildCommon.ts</a:t>
            </a:r>
          </a:p>
          <a:p>
            <a:pPr>
              <a:defRPr sz="1200"/>
            </a:pPr>
            <a:r>
              <a:t>D:/pasar_fix/node_modules/.bun/katex@0.16.47/node_modules/katex/src/buildHTML.ts</a:t>
            </a:r>
          </a:p>
          <a:p>
            <a:pPr>
              <a:defRPr sz="1200"/>
            </a:pPr>
            <a:r>
              <a:t>D:/pasar_fix/node_modules/.bun/katex@0.16.47/node_modules/katex/src/buildMathML.ts</a:t>
            </a:r>
          </a:p>
          <a:p>
            <a:pPr>
              <a:defRPr sz="1200"/>
            </a:pPr>
            <a:r>
              <a:t>D:/pasar_fix/node_modules/.bun/katex@0.16.47/node_modules/katex/src/buildTree.ts</a:t>
            </a:r>
          </a:p>
          <a:p>
            <a:pPr>
              <a:defRPr sz="1200"/>
            </a:pPr>
            <a:r>
              <a:t>D:/pasar_fix/node_modules/.bun/katex@0.16.47/node_modules/katex/src/defineEnvironment.ts</a:t>
            </a:r>
          </a:p>
          <a:p>
            <a:pPr>
              <a:defRPr sz="1200"/>
            </a:pPr>
            <a:r>
              <a:t>D:/pasar_fix/node_modules/.bun/katex@0.16.47/node_modules/katex/src/defineFunction.ts</a:t>
            </a:r>
          </a:p>
          <a:p>
            <a:pPr>
              <a:defRPr sz="1200"/>
            </a:pPr>
            <a:r>
              <a:t>D:/pasar_fix/node_modules/.bun/katex@0.16.47/node_modules/katex/src/defineMacro.ts</a:t>
            </a:r>
          </a:p>
          <a:p>
            <a:pPr>
              <a:defRPr sz="1200"/>
            </a:pPr>
            <a:r>
              <a:t>D:/pasar_fix/node_modules/.bun/katex@0.16.47/node_modules/katex/src/delimiter.ts</a:t>
            </a:r>
          </a:p>
          <a:p>
            <a:pPr>
              <a:defRPr sz="1200"/>
            </a:pPr>
            <a:r>
              <a:t>D:/pasar_fix/node_modules/.bun/katex@0.16.47/node_modules/katex/src/domTree.ts</a:t>
            </a:r>
          </a:p>
          <a:p>
            <a:pPr>
              <a:defRPr sz="1200"/>
            </a:pPr>
            <a:r>
              <a:t>D:/pasar_fix/node_modules/.bun/katex@0.16.47/node_modules/katex/src/environments.ts</a:t>
            </a:r>
          </a:p>
          <a:p>
            <a:pPr>
              <a:defRPr sz="1200"/>
            </a:pPr>
            <a:r>
              <a:t>D:/pasar_fix/node_modules/.bun/katex@0.16.47/node_modules/katex/src/fontMetrics.ts</a:t>
            </a:r>
          </a:p>
          <a:p>
            <a:pPr>
              <a:defRPr sz="1200"/>
            </a:pPr>
            <a:r>
              <a:t>D:/pasar_fix/node_modules/.bun/katex@0.16.47/node_modules/katex/src/fontMetricsData.d.ts</a:t>
            </a:r>
          </a:p>
          <a:p>
            <a:pPr>
              <a:defRPr sz="1200"/>
            </a:pPr>
            <a:r>
              <a:t>D:/pasar_fix/node_modules/.bun/katex@0.16.47/node_modules/katex/src/fontMetricsData.js</a:t>
            </a:r>
          </a:p>
          <a:p>
            <a:pPr>
              <a:defRPr sz="1200"/>
            </a:pPr>
            <a:r>
              <a:t>D:/pasar_fix/node_modules/.bun/katex@0.16.47/node_modules/katex/src/functions.ts</a:t>
            </a:r>
          </a:p>
          <a:p>
            <a:pPr>
              <a:defRPr sz="1200"/>
            </a:pPr>
            <a:r>
              <a:t>D:/pasar_fix/node_modules/.bun/katex@0.16.47/node_modules/katex/src/Lexer.ts</a:t>
            </a:r>
          </a:p>
          <a:p>
            <a:pPr>
              <a:defRPr sz="1200"/>
            </a:pPr>
            <a:r>
              <a:t>D:/pasar_fix/node_modules/.bun/katex@0.16.47/node_modules/katex/src/MacroExpander.ts</a:t>
            </a:r>
          </a:p>
          <a:p>
            <a:pPr>
              <a:defRPr sz="1200"/>
            </a:pPr>
            <a:r>
              <a:t>D:/pasar_fix/node_modules/.bun/katex@0.16.47/node_modules/katex/src/macros.ts</a:t>
            </a:r>
          </a:p>
          <a:p>
            <a:pPr>
              <a:defRPr sz="1200"/>
            </a:pPr>
            <a:r>
              <a:t>D:/pasar_fix/node_modules/.bun/katex@0.16.47/node_modules/katex/src/mathMLTree.ts</a:t>
            </a:r>
          </a:p>
          <a:p>
            <a:pPr>
              <a:defRPr sz="1200"/>
            </a:pPr>
            <a:r>
              <a:t>D:/pasar_fix/node_modules/.bun/katex@0.16.47/node_modules/katex/src/Namespace.ts</a:t>
            </a:r>
          </a:p>
          <a:p>
            <a:pPr>
              <a:defRPr sz="1200"/>
            </a:pPr>
            <a:r>
              <a:t>D:/pasar_fix/node_modules/.bun/katex@0.16.47/node_modules/katex/src/Options.ts</a:t>
            </a:r>
          </a:p>
          <a:p>
            <a:pPr>
              <a:defRPr sz="1200"/>
            </a:pPr>
            <a:r>
              <a:t>D:/pasar_fix/node_modules/.bun/katex@0.16.47/node_modules/katex/src/ParseError.ts</a:t>
            </a:r>
          </a:p>
          <a:p>
            <a:pPr>
              <a:defRPr sz="1200"/>
            </a:pPr>
            <a:r>
              <a:t>D:/pasar_fix/node_modules/.bun/katex@0.16.47/node_modules/katex/src/parseNode.ts</a:t>
            </a:r>
          </a:p>
          <a:p>
            <a:pPr>
              <a:defRPr sz="1200"/>
            </a:pPr>
            <a:r>
              <a:t>D:/pasar_fix/node_modules/.bun/katex@0.16.47/node_modules/katex/src/Parser.ts</a:t>
            </a:r>
          </a:p>
          <a:p>
            <a:pPr>
              <a:defRPr sz="1200"/>
            </a:pPr>
            <a:r>
              <a:t>D:/pasar_fix/node_modules/.bun/katex@0.16.47/node_modules/katex/src/parseTree.ts</a:t>
            </a:r>
          </a:p>
          <a:p>
            <a:pPr>
              <a:defRPr sz="1200"/>
            </a:pPr>
            <a:r>
              <a:t>D:/pasar_fix/node_modules/.bun/katex@0.16.47/node_modules/katex/src/Settings.ts</a:t>
            </a:r>
          </a:p>
          <a:p>
            <a:pPr>
              <a:defRPr sz="1200"/>
            </a:pPr>
            <a:r>
              <a:t>D:/pasar_fix/node_modules/.bun/katex@0.16.47/node_modules/katex/src/SourceLocation.ts</a:t>
            </a:r>
          </a:p>
          <a:p>
            <a:pPr>
              <a:defRPr sz="1200"/>
            </a:pPr>
            <a:r>
              <a:t>D:/pasar_fix/node_modules/.bun/katex@0.16.47/node_modules/katex/src/spacingData.ts</a:t>
            </a:r>
          </a:p>
          <a:p>
            <a:pPr>
              <a:defRPr sz="1200"/>
            </a:pPr>
            <a:r>
              <a:t>D:/pasar_fix/node_modules/.bun/katex@0.16.47/node_modules/katex/src/stretchy.ts</a:t>
            </a:r>
          </a:p>
          <a:p>
            <a:pPr>
              <a:defRPr sz="1200"/>
            </a:pPr>
            <a:r>
              <a:t>D:/pasar_fix/node_modules/.bun/katex@0.16.47/node_modules/katex/src/Style.ts</a:t>
            </a:r>
          </a:p>
          <a:p>
            <a:pPr>
              <a:defRPr sz="1200"/>
            </a:pPr>
            <a:r>
              <a:t>D:/pasar_fix/node_modules/.bun/katex@0.16.47/node_modules/katex/src/svgGeometry.ts</a:t>
            </a:r>
          </a:p>
          <a:p>
            <a:pPr>
              <a:defRPr sz="1200"/>
            </a:pPr>
            <a:r>
              <a:t>D:/pasar_fix/node_modules/.bun/katex@0.16.47/node_modules/katex/src/symbols.ts</a:t>
            </a:r>
          </a:p>
          <a:p>
            <a:pPr>
              <a:defRPr sz="1200"/>
            </a:pPr>
            <a:r>
              <a:t>D:/pasar_fix/node_modules/.bun/katex@0.16.47/node_modules/katex/src/Token.ts</a:t>
            </a:r>
          </a:p>
          <a:p>
            <a:pPr>
              <a:defRPr sz="1200"/>
            </a:pPr>
            <a:r>
              <a:t>D:/pasar_fix/node_modules/.bun/katex@0.16.47/node_modules/katex/src/tree.ts</a:t>
            </a:r>
          </a:p>
          <a:p>
            <a:pPr>
              <a:defRPr sz="1200"/>
            </a:pPr>
            <a:r>
              <a:t>D:/pasar_fix/node_modules/.bun/katex@0.16.47/node_modules/katex/src/unicodeAccents.js</a:t>
            </a:r>
          </a:p>
          <a:p>
            <a:pPr>
              <a:defRPr sz="1200"/>
            </a:pPr>
            <a:r>
              <a:t>D:/pasar_fix/node_modules/.bun/katex@0.16.47/node_modules/katex/src/unicodeScripts.ts</a:t>
            </a:r>
          </a:p>
          <a:p>
            <a:pPr>
              <a:defRPr sz="1200"/>
            </a:pPr>
            <a:r>
              <a:t>D:/pasar_fix/node_modules/.bun/katex@0.16.47/node_modules/katex/src/unicodeSupOrSub.ts</a:t>
            </a:r>
          </a:p>
          <a:p>
            <a:pPr>
              <a:defRPr sz="1200"/>
            </a:pPr>
            <a:r>
              <a:t>D:/pasar_fix/node_modules/.bun/katex@0.16.47/node_modules/katex/src/unicodeSymbols.js</a:t>
            </a:r>
          </a:p>
          <a:p>
            <a:pPr>
              <a:defRPr sz="1200"/>
            </a:pPr>
            <a:r>
              <a:t>D:/pasar_fix/node_modules/.bun/katex@0.16.47/node_modules/katex/src/units.ts</a:t>
            </a:r>
          </a:p>
          <a:p>
            <a:pPr>
              <a:defRPr sz="1200"/>
            </a:pPr>
            <a:r>
              <a:t>D:/pasar_fix/node_modules/.bun/katex@0.16.47/node_modules/katex/src/utils.ts</a:t>
            </a:r>
          </a:p>
          <a:p>
            <a:pPr>
              <a:defRPr sz="1200"/>
            </a:pPr>
            <a:r>
              <a:t>D:/pasar_fix/node_modules/.bun/katex@0.16.47/node_modules/katex/src/wide-character.ts</a:t>
            </a:r>
          </a:p>
          <a:p>
            <a:pPr>
              <a:defRPr sz="1200"/>
            </a:pPr>
            <a:r>
              <a:t>D:/pasar_fix/node_modules/.bun/katex@0.16.47/node_modules/katex/src/environments/array.ts</a:t>
            </a:r>
          </a:p>
          <a:p>
            <a:pPr>
              <a:defRPr sz="1200"/>
            </a:pPr>
            <a:r>
              <a:t>D:/pasar_fix/node_modules/.bun/katex@0.16.47/node_modules/katex/src/environments/cd.ts</a:t>
            </a:r>
          </a:p>
          <a:p>
            <a:pPr>
              <a:defRPr sz="1200"/>
            </a:pPr>
            <a:r>
              <a:t>D:/pasar_fix/node_modules/.bun/katex@0.16.47/node_modules/katex/src/fonts/default.cfg</a:t>
            </a:r>
          </a:p>
          <a:p>
            <a:pPr>
              <a:defRPr sz="1200"/>
            </a:pPr>
            <a:r>
              <a:t>D:/pasar_fix/node_modules/.bun/katex@0.16.47/node_modules/katex/src/fonts/generate_fonts.py</a:t>
            </a:r>
          </a:p>
          <a:p>
            <a:pPr>
              <a:defRPr sz="1200"/>
            </a:pPr>
            <a:r>
              <a:t>D:/pasar_fix/node_modules/.bun/katex@0.16.47/node_modules/katex/src/fonts/makeBlacker</a:t>
            </a:r>
          </a:p>
          <a:p>
            <a:pPr>
              <a:defRPr sz="1200"/>
            </a:pPr>
            <a:r>
              <a:t>D:/pasar_fix/node_modules/.bun/katex@0.16.47/node_modules/katex/src/fonts/makeFF</a:t>
            </a:r>
          </a:p>
          <a:p>
            <a:pPr>
              <a:defRPr sz="1200"/>
            </a:pPr>
            <a:r>
              <a:t>D:/pasar_fix/node_modules/.bun/katex@0.16.47/node_modules/katex/src/fonts/Makefile</a:t>
            </a:r>
          </a:p>
          <a:p>
            <a:pPr>
              <a:defRPr sz="1200"/>
            </a:pPr>
            <a:r>
              <a:t>D:/pasar_fix/node_modules/.bun/katex@0.16.47/node_modules/katex/src/fonts/xbbold.mf</a:t>
            </a:r>
          </a:p>
          <a:p>
            <a:pPr>
              <a:defRPr sz="1200"/>
            </a:pPr>
            <a:r>
              <a:t>D:/pasar_fix/node_modules/.bun/katex@0.16.47/node_modules/katex/src/fonts/lib/Extra.otf</a:t>
            </a:r>
          </a:p>
          <a:p>
            <a:pPr>
              <a:defRPr sz="1200"/>
            </a:pPr>
            <a:r>
              <a:t>D:/pasar_fix/node_modules/.bun/katex@0.16.47/node_modules/katex/src/fonts/lib/Space.ttx</a:t>
            </a:r>
          </a:p>
          <a:p>
            <a:pPr>
              <a:defRPr sz="1200"/>
            </a:pPr>
            <a:r>
              <a:t>D:/pasar_fix/node_modules/.bun/katex@0.16.47/node_modules/katex/src/functions/accent.ts</a:t>
            </a:r>
          </a:p>
          <a:p>
            <a:pPr>
              <a:defRPr sz="1200"/>
            </a:pPr>
            <a:r>
              <a:t>D:/pasar_fix/node_modules/.bun/katex@0.16.47/node_modules/katex/src/functions/accentunder.ts</a:t>
            </a:r>
          </a:p>
          <a:p>
            <a:pPr>
              <a:defRPr sz="1200"/>
            </a:pPr>
            <a:r>
              <a:t>D:/pasar_fix/node_modules/.bun/katex@0.16.47/node_modules/katex/src/functions/arrow.ts</a:t>
            </a:r>
          </a:p>
          <a:p>
            <a:pPr>
              <a:defRPr sz="1200"/>
            </a:pPr>
            <a:r>
              <a:t>D:/pasar_fix/node_modules/.bun/katex@0.16.47/node_modules/katex/src/functions/char.ts</a:t>
            </a:r>
          </a:p>
          <a:p>
            <a:pPr>
              <a:defRPr sz="1200"/>
            </a:pPr>
            <a:r>
              <a:t>D:/pasar_fix/node_modules/.bun/katex@0.16.47/node_modules/katex/src/functions/color.ts</a:t>
            </a:r>
          </a:p>
          <a:p>
            <a:pPr>
              <a:defRPr sz="1200"/>
            </a:pPr>
            <a:r>
              <a:t>D:/pasar_fix/node_modules/.bun/katex@0.16.47/node_modules/katex/src/functions/cr.ts</a:t>
            </a:r>
          </a:p>
          <a:p>
            <a:pPr>
              <a:defRPr sz="1200"/>
            </a:pPr>
            <a:r>
              <a:t>D:/pasar_fix/node_modules/.bun/katex@0.16.47/node_modules/katex/src/functions/def.ts</a:t>
            </a:r>
          </a:p>
          <a:p>
            <a:pPr>
              <a:defRPr sz="1200"/>
            </a:pPr>
            <a:r>
              <a:t>D:/pasar_fix/node_modules/.bun/katex@0.16.47/node_modules/katex/src/functions/delimsizing.ts</a:t>
            </a:r>
          </a:p>
          <a:p>
            <a:pPr>
              <a:defRPr sz="1200"/>
            </a:pPr>
            <a:r>
              <a:t>D:/pasar_fix/node_modules/.bun/katex@0.16.47/node_modules/katex/src/functions/enclose.ts</a:t>
            </a:r>
          </a:p>
          <a:p>
            <a:pPr>
              <a:defRPr sz="1200"/>
            </a:pPr>
            <a:r>
              <a:t>D:/pasar_fix/node_modules/.bun/katex@0.16.47/node_modules/katex/src/functions/environment.ts</a:t>
            </a:r>
          </a:p>
          <a:p>
            <a:pPr>
              <a:defRPr sz="1200"/>
            </a:pPr>
            <a:r>
              <a:t>D:/pasar_fix/node_modules/.bun/katex@0.16.47/node_modules/katex/src/functions/font.ts</a:t>
            </a:r>
          </a:p>
          <a:p>
            <a:pPr>
              <a:defRPr sz="1200"/>
            </a:pPr>
            <a:r>
              <a:t>D:/pasar_fix/node_modules/.bun/katex@0.16.47/node_modules/katex/src/functions/genfrac.ts</a:t>
            </a:r>
          </a:p>
          <a:p>
            <a:pPr>
              <a:defRPr sz="1200"/>
            </a:pPr>
            <a:r>
              <a:t>D:/pasar_fix/node_modules/.bun/katex@0.16.47/node_modules/katex/src/functions/hbox.ts</a:t>
            </a:r>
          </a:p>
          <a:p>
            <a:pPr>
              <a:defRPr sz="1200"/>
            </a:pPr>
            <a:r>
              <a:t>D:/pasar_fix/node_modules/.bun/katex@0.16.47/node_modules/katex/src/functions/horizBrace.ts</a:t>
            </a:r>
          </a:p>
          <a:p>
            <a:pPr>
              <a:defRPr sz="1200"/>
            </a:pPr>
            <a:r>
              <a:t>D:/pasar_fix/node_modules/.bun/katex@0.16.47/node_modules/katex/src/functions/href.ts</a:t>
            </a:r>
          </a:p>
          <a:p>
            <a:pPr>
              <a:defRPr sz="1200"/>
            </a:pPr>
            <a:r>
              <a:t>D:/pasar_fix/node_modules/.bun/katex@0.16.47/node_modules/katex/src/functions/html.ts</a:t>
            </a:r>
          </a:p>
          <a:p>
            <a:pPr>
              <a:defRPr sz="1200"/>
            </a:pPr>
            <a:r>
              <a:t>D:/pasar_fix/node_modules/.bun/katex@0.16.47/node_modules/katex/src/functions/htmlmathml.ts</a:t>
            </a:r>
          </a:p>
          <a:p>
            <a:pPr>
              <a:defRPr sz="1200"/>
            </a:pPr>
            <a:r>
              <a:t>D:/pasar_fix/node_modules/.bun/katex@0.16.47/node_modules/katex/src/functions/includegraphics.ts</a:t>
            </a:r>
          </a:p>
          <a:p>
            <a:pPr>
              <a:defRPr sz="1200"/>
            </a:pPr>
            <a:r>
              <a:t>D:/pasar_fix/node_modules/.bun/katex@0.16.47/node_modules/katex/src/functions/kern.ts</a:t>
            </a:r>
          </a:p>
          <a:p>
            <a:pPr>
              <a:defRPr sz="1200"/>
            </a:pPr>
            <a:r>
              <a:t>D:/pasar_fix/node_modules/.bun/katex@0.16.47/node_modules/katex/src/functions/lap.ts</a:t>
            </a:r>
          </a:p>
          <a:p>
            <a:pPr>
              <a:defRPr sz="1200"/>
            </a:pPr>
            <a:r>
              <a:t>D:/pasar_fix/node_modules/.bun/katex@0.16.47/node_modules/katex/src/functions/math.ts</a:t>
            </a:r>
          </a:p>
          <a:p>
            <a:pPr>
              <a:defRPr sz="1200"/>
            </a:pPr>
            <a:r>
              <a:t>D:/pasar_fix/node_modules/.bun/katex@0.16.47/node_modules/katex/src/functions/mathchoice.ts</a:t>
            </a:r>
          </a:p>
          <a:p>
            <a:pPr>
              <a:defRPr sz="1200"/>
            </a:pPr>
            <a:r>
              <a:t>D:/pasar_fix/node_modules/.bun/katex@0.16.47/node_modules/katex/src/functions/mclass.ts</a:t>
            </a:r>
          </a:p>
          <a:p>
            <a:pPr>
              <a:defRPr sz="1200"/>
            </a:pPr>
            <a:r>
              <a:t>D:/pasar_fix/node_modules/.bun/katex@0.16.47/node_modules/katex/src/functions/op.ts</a:t>
            </a:r>
          </a:p>
          <a:p>
            <a:pPr>
              <a:defRPr sz="1200"/>
            </a:pPr>
            <a:r>
              <a:t>D:/pasar_fix/node_modules/.bun/katex@0.16.47/node_modules/katex/src/functions/operatorname.ts</a:t>
            </a:r>
          </a:p>
          <a:p>
            <a:pPr>
              <a:defRPr sz="1200"/>
            </a:pPr>
            <a:r>
              <a:t>D:/pasar_fix/node_modules/.bun/katex@0.16.47/node_modules/katex/src/functions/ordgroup.ts</a:t>
            </a:r>
          </a:p>
          <a:p>
            <a:pPr>
              <a:defRPr sz="1200"/>
            </a:pPr>
            <a:r>
              <a:t>D:/pasar_fix/node_modules/.bun/katex@0.16.47/node_modules/katex/src/functions/overline.ts</a:t>
            </a:r>
          </a:p>
          <a:p>
            <a:pPr>
              <a:defRPr sz="1200"/>
            </a:pPr>
            <a:r>
              <a:t>D:/pasar_fix/node_modules/.bun/katex@0.16.47/node_modules/katex/src/functions/phantom.ts</a:t>
            </a:r>
          </a:p>
          <a:p>
            <a:pPr>
              <a:defRPr sz="1200"/>
            </a:pPr>
            <a:r>
              <a:t>D:/pasar_fix/node_modules/.bun/katex@0.16.47/node_modules/katex/src/functions/pmb.ts</a:t>
            </a:r>
          </a:p>
          <a:p>
            <a:pPr>
              <a:defRPr sz="1200"/>
            </a:pPr>
            <a:r>
              <a:t>D:/pasar_fix/node_modules/.bun/katex@0.16.47/node_modules/katex/src/functions/raisebox.ts</a:t>
            </a:r>
          </a:p>
          <a:p>
            <a:pPr>
              <a:defRPr sz="1200"/>
            </a:pPr>
            <a:r>
              <a:t>D:/pasar_fix/node_modules/.bun/katex@0.16.47/node_modules/katex/src/functions/relax.ts</a:t>
            </a:r>
          </a:p>
          <a:p>
            <a:pPr>
              <a:defRPr sz="1200"/>
            </a:pPr>
            <a:r>
              <a:t>D:/pasar_fix/node_modules/.bun/katex@0.16.47/node_modules/katex/src/functions/rule.ts</a:t>
            </a:r>
          </a:p>
          <a:p>
            <a:pPr>
              <a:defRPr sz="1200"/>
            </a:pPr>
            <a:r>
              <a:t>D:/pasar_fix/node_modules/.bun/katex@0.16.47/node_modules/katex/src/functions/sizing.ts</a:t>
            </a:r>
          </a:p>
          <a:p>
            <a:pPr>
              <a:defRPr sz="1200"/>
            </a:pPr>
            <a:r>
              <a:t>D:/pasar_fix/node_modules/.bun/katex@0.16.47/node_modules/katex/src/functions/smash.ts</a:t>
            </a:r>
          </a:p>
          <a:p>
            <a:pPr>
              <a:defRPr sz="1200"/>
            </a:pPr>
            <a:r>
              <a:t>D:/pasar_fix/node_modules/.bun/katex@0.16.47/node_modules/katex/src/functions/sqrt.ts</a:t>
            </a:r>
          </a:p>
          <a:p>
            <a:pPr>
              <a:defRPr sz="1200"/>
            </a:pPr>
            <a:r>
              <a:t>D:/pasar_fix/node_modules/.bun/katex@0.16.47/node_modules/katex/src/functions/styling.ts</a:t>
            </a:r>
          </a:p>
          <a:p>
            <a:pPr>
              <a:defRPr sz="1200"/>
            </a:pPr>
            <a:r>
              <a:t>D:/pasar_fix/node_modules/.bun/katex@0.16.47/node_modules/katex/src/functions/supsub.ts</a:t>
            </a:r>
          </a:p>
          <a:p>
            <a:pPr>
              <a:defRPr sz="1200"/>
            </a:pPr>
            <a:r>
              <a:t>D:/pasar_fix/node_modules/.bun/katex@0.16.47/node_modules/katex/src/functions/symbolsOp.ts</a:t>
            </a:r>
          </a:p>
          <a:p>
            <a:pPr>
              <a:defRPr sz="1200"/>
            </a:pPr>
            <a:r>
              <a:t>D:/pasar_fix/node_modules/.bun/katex@0.16.47/node_modules/katex/src/functions/symbolsOrd.ts</a:t>
            </a:r>
          </a:p>
          <a:p>
            <a:pPr>
              <a:defRPr sz="1200"/>
            </a:pPr>
            <a:r>
              <a:t>D:/pasar_fix/node_modules/.bun/katex@0.16.47/node_modules/katex/src/functions/symbolsSpacing.ts</a:t>
            </a:r>
          </a:p>
          <a:p>
            <a:pPr>
              <a:defRPr sz="1200"/>
            </a:pPr>
            <a:r>
              <a:t>D:/pasar_fix/node_modules/.bun/katex@0.16.47/node_modules/katex/src/functions/tag.ts</a:t>
            </a:r>
          </a:p>
          <a:p>
            <a:pPr>
              <a:defRPr sz="1200"/>
            </a:pPr>
            <a:r>
              <a:t>D:/pasar_fix/node_modules/.bun/katex@0.16.47/node_modules/katex/src/functions/text.ts</a:t>
            </a:r>
          </a:p>
          <a:p>
            <a:pPr>
              <a:defRPr sz="1200"/>
            </a:pPr>
            <a:r>
              <a:t>D:/pasar_fix/node_modules/.bun/katex@0.16.47/node_modules/katex/src/functions/underline.ts</a:t>
            </a:r>
          </a:p>
          <a:p>
            <a:pPr>
              <a:defRPr sz="1200"/>
            </a:pPr>
            <a:r>
              <a:t>D:/pasar_fix/node_modules/.bun/katex@0.16.47/node_modules/katex/src/functions/vcenter.ts</a:t>
            </a:r>
          </a:p>
          <a:p>
            <a:pPr>
              <a:defRPr sz="1200"/>
            </a:pPr>
            <a:r>
              <a:t>D:/pasar_fix/node_modules/.bun/katex@0.16.47/node_modules/katex/src/functions/verb.ts</a:t>
            </a:r>
          </a:p>
          <a:p>
            <a:pPr>
              <a:defRPr sz="1200"/>
            </a:pPr>
            <a:r>
              <a:t>D:/pasar_fix/node_modules/.bun/katex@0.16.47/node_modules/katex/src/functions/utils/assembleSupSub.ts</a:t>
            </a:r>
          </a:p>
          <a:p>
            <a:pPr>
              <a:defRPr sz="1200"/>
            </a:pPr>
            <a:r>
              <a:t>D:/pasar_fix/node_modules/.bun/katex@0.16.47/node_modules/katex/src/metrics/extract_tfms.py</a:t>
            </a:r>
          </a:p>
          <a:p>
            <a:pPr>
              <a:defRPr sz="1200"/>
            </a:pPr>
            <a:r>
              <a:t>D:/pasar_fix/node_modules/.bun/katex@0.16.47/node_modules/katex/src/metrics/extract_ttfs.py</a:t>
            </a:r>
          </a:p>
          <a:p>
            <a:pPr>
              <a:defRPr sz="1200"/>
            </a:pPr>
            <a:r>
              <a:t>D:/pasar_fix/node_modules/.bun/katex@0.16.47/node_modules/katex/src/metrics/format_json.py</a:t>
            </a:r>
          </a:p>
          <a:p>
            <a:pPr>
              <a:defRPr sz="1200"/>
            </a:pPr>
            <a:r>
              <a:t>D:/pasar_fix/node_modules/.bun/katex@0.16.47/node_modules/katex/src/metrics/mapping.pl</a:t>
            </a:r>
          </a:p>
          <a:p>
            <a:pPr>
              <a:defRPr sz="1200"/>
            </a:pPr>
            <a:r>
              <a:t>D:/pasar_fix/node_modules/.bun/katex@0.16.47/node_modules/katex/src/metrics/parse_tfm.py</a:t>
            </a:r>
          </a:p>
          <a:p>
            <a:pPr>
              <a:defRPr sz="1200"/>
            </a:pPr>
            <a:r>
              <a:t>D:/pasar_fix/node_modules/.bun/katex@0.16.47/node_modules/katex/src/metrics/README.md</a:t>
            </a:r>
          </a:p>
          <a:p>
            <a:pPr>
              <a:defRPr sz="1200"/>
            </a:pPr>
            <a:r>
              <a:t>D:/pasar_fix/node_modules/.bun/katex@0.16.47/node_modules/katex/src/styles/fonts.scss</a:t>
            </a:r>
          </a:p>
          <a:p>
            <a:pPr>
              <a:defRPr sz="1200"/>
            </a:pPr>
            <a:r>
              <a:t>D:/pasar_fix/node_modules/.bun/katex@0.16.47/node_modules/katex/src/styles/katex-swap.scss</a:t>
            </a:r>
          </a:p>
          <a:p>
            <a:pPr>
              <a:defRPr sz="1200"/>
            </a:pPr>
            <a:r>
              <a:t>D:/pasar_fix/node_modules/.bun/katex@0.16.47/node_modules/katex/src/styles/katex.scss</a:t>
            </a:r>
          </a:p>
          <a:p>
            <a:pPr>
              <a:defRPr sz="1200"/>
            </a:pPr>
            <a:r>
              <a:t>D:/pasar_fix/node_modules/.bun/katex@0.16.47/node_modules/katex/src/types/fonts.ts</a:t>
            </a:r>
          </a:p>
          <a:p>
            <a:pPr>
              <a:defRPr sz="1200"/>
            </a:pPr>
            <a:r>
              <a:t>D:/pasar_fix/node_modules/.bun/katex@0.16.47/node_modules/katex/src/types/index.ts</a:t>
            </a:r>
          </a:p>
          <a:p>
            <a:pPr>
              <a:defRPr sz="1200"/>
            </a:pPr>
            <a:r>
              <a:t>D:/pasar_fix/node_modules/.bun/katex@0.16.47/node_modules/katex/types/katex.d.ts</a:t>
            </a:r>
          </a:p>
          <a:p>
            <a:pPr>
              <a:defRPr sz="1200"/>
            </a:pPr>
            <a:r>
              <a:t>D:/pasar_fix/node_modules/.bun/khroma@2.1.0/node_modules/khroma/.editorconfig</a:t>
            </a:r>
          </a:p>
          <a:p>
            <a:pPr>
              <a:defRPr sz="1200"/>
            </a:pPr>
            <a:r>
              <a:t>D:/pasar_fix/node_modules/.bun/khroma@2.1.0/node_modules/khroma/license</a:t>
            </a:r>
          </a:p>
          <a:p>
            <a:pPr>
              <a:defRPr sz="1200"/>
            </a:pPr>
            <a:r>
              <a:t>D:/pasar_fix/node_modules/.bun/khroma@2.1.0/node_modules/khroma/package.json</a:t>
            </a:r>
          </a:p>
          <a:p>
            <a:pPr>
              <a:defRPr sz="1200"/>
            </a:pPr>
            <a:r>
              <a:t>D:/pasar_fix/node_modules/.bun/khroma@2.1.0/node_modules/khroma/readme.md</a:t>
            </a:r>
          </a:p>
          <a:p>
            <a:pPr>
              <a:defRPr sz="1200"/>
            </a:pPr>
            <a:r>
              <a:t>D:/pasar_fix/node_modules/.bun/khroma@2.1.0/node_modules/khroma/tsconfig.json</a:t>
            </a:r>
          </a:p>
          <a:p>
            <a:pPr>
              <a:defRPr sz="1200"/>
            </a:pPr>
            <a:r>
              <a:t>D:/pasar_fix/node_modules/.bun/khroma@2.1.0/node_modules/khroma/dist/constants.d.ts</a:t>
            </a:r>
          </a:p>
          <a:p>
            <a:pPr>
              <a:defRPr sz="1200"/>
            </a:pPr>
            <a:r>
              <a:t>D:/pasar_fix/node_modules/.bun/khroma@2.1.0/node_modules/khroma/dist/constants.js</a:t>
            </a:r>
          </a:p>
          <a:p>
            <a:pPr>
              <a:defRPr sz="1200"/>
            </a:pPr>
            <a:r>
              <a:t>D:/pasar_fix/node_modules/.bun/khroma@2.1.0/node_modules/khroma/dist/index.d.ts</a:t>
            </a:r>
          </a:p>
          <a:p>
            <a:pPr>
              <a:defRPr sz="1200"/>
            </a:pPr>
            <a:r>
              <a:t>D:/pasar_fix/node_modules/.bun/khroma@2.1.0/node_modules/khroma/dist/index.js</a:t>
            </a:r>
          </a:p>
          <a:p>
            <a:pPr>
              <a:defRPr sz="1200"/>
            </a:pPr>
            <a:r>
              <a:t>D:/pasar_fix/node_modules/.bun/khroma@2.1.0/node_modules/khroma/dist/types.d.ts</a:t>
            </a:r>
          </a:p>
          <a:p>
            <a:pPr>
              <a:defRPr sz="1200"/>
            </a:pPr>
            <a:r>
              <a:t>D:/pasar_fix/node_modules/.bun/khroma@2.1.0/node_modules/khroma/dist/types.js</a:t>
            </a:r>
          </a:p>
          <a:p>
            <a:pPr>
              <a:defRPr sz="1200"/>
            </a:pPr>
            <a:r>
              <a:t>D:/pasar_fix/node_modules/.bun/khroma@2.1.0/node_modules/khroma/dist/channels/index.d.ts</a:t>
            </a:r>
          </a:p>
          <a:p>
            <a:pPr>
              <a:defRPr sz="1200"/>
            </a:pPr>
            <a:r>
              <a:t>D:/pasar_fix/node_modules/.bun/khroma@2.1.0/node_modules/khroma/dist/channels/index.js</a:t>
            </a:r>
          </a:p>
          <a:p>
            <a:pPr>
              <a:defRPr sz="1200"/>
            </a:pPr>
            <a:r>
              <a:t>D:/pasar_fix/node_modules/.bun/khroma@2.1.0/node_modules/khroma/dist/channels/reusable.d.ts</a:t>
            </a:r>
          </a:p>
          <a:p>
            <a:pPr>
              <a:defRPr sz="1200"/>
            </a:pPr>
            <a:r>
              <a:t>D:/pasar_fix/node_modules/.bun/khroma@2.1.0/node_modules/khroma/dist/channels/reusable.js</a:t>
            </a:r>
          </a:p>
          <a:p>
            <a:pPr>
              <a:defRPr sz="1200"/>
            </a:pPr>
            <a:r>
              <a:t>D:/pasar_fix/node_modules/.bun/khroma@2.1.0/node_modules/khroma/dist/channels/type.d.ts</a:t>
            </a:r>
          </a:p>
          <a:p>
            <a:pPr>
              <a:defRPr sz="1200"/>
            </a:pPr>
            <a:r>
              <a:t>D:/pasar_fix/node_modules/.bun/khroma@2.1.0/node_modules/khroma/dist/channels/type.js</a:t>
            </a:r>
          </a:p>
          <a:p>
            <a:pPr>
              <a:defRPr sz="1200"/>
            </a:pPr>
            <a:r>
              <a:t>D:/pasar_fix/node_modules/.bun/khroma@2.1.0/node_modules/khroma/dist/color/hex.d.ts</a:t>
            </a:r>
          </a:p>
          <a:p>
            <a:pPr>
              <a:defRPr sz="1200"/>
            </a:pPr>
            <a:r>
              <a:t>D:/pasar_fix/node_modules/.bun/khroma@2.1.0/node_modules/khroma/dist/color/hex.js</a:t>
            </a:r>
          </a:p>
          <a:p>
            <a:pPr>
              <a:defRPr sz="1200"/>
            </a:pPr>
            <a:r>
              <a:t>D:/pasar_fix/node_modules/.bun/khroma@2.1.0/node_modules/khroma/dist/color/hsl.d.ts</a:t>
            </a:r>
          </a:p>
          <a:p>
            <a:pPr>
              <a:defRPr sz="1200"/>
            </a:pPr>
            <a:r>
              <a:t>D:/pasar_fix/node_modules/.bun/khroma@2.1.0/node_modules/khroma/dist/color/hsl.js</a:t>
            </a:r>
          </a:p>
          <a:p>
            <a:pPr>
              <a:defRPr sz="1200"/>
            </a:pPr>
            <a:r>
              <a:t>D:/pasar_fix/node_modules/.bun/khroma@2.1.0/node_modules/khroma/dist/color/index.d.ts</a:t>
            </a:r>
          </a:p>
          <a:p>
            <a:pPr>
              <a:defRPr sz="1200"/>
            </a:pPr>
            <a:r>
              <a:t>D:/pasar_fix/node_modules/.bun/khroma@2.1.0/node_modules/khroma/dist/color/index.js</a:t>
            </a:r>
          </a:p>
          <a:p>
            <a:pPr>
              <a:defRPr sz="1200"/>
            </a:pPr>
            <a:r>
              <a:t>D:/pasar_fix/node_modules/.bun/khroma@2.1.0/node_modules/khroma/dist/color/keyword.d.ts</a:t>
            </a:r>
          </a:p>
          <a:p>
            <a:pPr>
              <a:defRPr sz="1200"/>
            </a:pPr>
            <a:r>
              <a:t>D:/pasar_fix/node_modules/.bun/khroma@2.1.0/node_modules/khroma/dist/color/keyword.js</a:t>
            </a:r>
          </a:p>
          <a:p>
            <a:pPr>
              <a:defRPr sz="1200"/>
            </a:pPr>
            <a:r>
              <a:t>D:/pasar_fix/node_modules/.bun/khroma@2.1.0/node_modules/khroma/dist/color/rgb.d.ts</a:t>
            </a:r>
          </a:p>
          <a:p>
            <a:pPr>
              <a:defRPr sz="1200"/>
            </a:pPr>
            <a:r>
              <a:t>D:/pasar_fix/node_modules/.bun/khroma@2.1.0/node_modules/khroma/dist/color/rgb.js</a:t>
            </a:r>
          </a:p>
          <a:p>
            <a:pPr>
              <a:defRPr sz="1200"/>
            </a:pPr>
            <a:r>
              <a:t>D:/pasar_fix/node_modules/.bun/khroma@2.1.0/node_modules/khroma/dist/methods/adjust.d.ts</a:t>
            </a:r>
          </a:p>
          <a:p>
            <a:pPr>
              <a:defRPr sz="1200"/>
            </a:pPr>
            <a:r>
              <a:t>D:/pasar_fix/node_modules/.bun/khroma@2.1.0/node_modules/khroma/dist/methods/adjust.js</a:t>
            </a:r>
          </a:p>
          <a:p>
            <a:pPr>
              <a:defRPr sz="1200"/>
            </a:pPr>
            <a:r>
              <a:t>D:/pasar_fix/node_modules/.bun/khroma@2.1.0/node_modules/khroma/dist/methods/adjust_channel.d.ts</a:t>
            </a:r>
          </a:p>
          <a:p>
            <a:pPr>
              <a:defRPr sz="1200"/>
            </a:pPr>
            <a:r>
              <a:t>D:/pasar_fix/node_modules/.bun/khroma@2.1.0/node_modules/khroma/dist/methods/adjust_channel.js</a:t>
            </a:r>
          </a:p>
          <a:p>
            <a:pPr>
              <a:defRPr sz="1200"/>
            </a:pPr>
            <a:r>
              <a:t>D:/pasar_fix/node_modules/.bun/khroma@2.1.0/node_modules/khroma/dist/methods/alpha.d.ts</a:t>
            </a:r>
          </a:p>
          <a:p>
            <a:pPr>
              <a:defRPr sz="1200"/>
            </a:pPr>
            <a:r>
              <a:t>D:/pasar_fix/node_modules/.bun/khroma@2.1.0/node_modules/khroma/dist/methods/alpha.js</a:t>
            </a:r>
          </a:p>
          <a:p>
            <a:pPr>
              <a:defRPr sz="1200"/>
            </a:pPr>
            <a:r>
              <a:t>D:/pasar_fix/node_modules/.bun/khroma@2.1.0/node_modules/khroma/dist/methods/blue.d.ts</a:t>
            </a:r>
          </a:p>
          <a:p>
            <a:pPr>
              <a:defRPr sz="1200"/>
            </a:pPr>
            <a:r>
              <a:t>D:/pasar_fix/node_modules/.bun/khroma@2.1.0/node_modules/khroma/dist/methods/blue.js</a:t>
            </a:r>
          </a:p>
          <a:p>
            <a:pPr>
              <a:defRPr sz="1200"/>
            </a:pPr>
            <a:r>
              <a:t>D:/pasar_fix/node_modules/.bun/khroma@2.1.0/node_modules/khroma/dist/methods/change.d.ts</a:t>
            </a:r>
          </a:p>
          <a:p>
            <a:pPr>
              <a:defRPr sz="1200"/>
            </a:pPr>
            <a:r>
              <a:t>D:/pasar_fix/node_modules/.bun/khroma@2.1.0/node_modules/khroma/dist/methods/change.js</a:t>
            </a:r>
          </a:p>
          <a:p>
            <a:pPr>
              <a:defRPr sz="1200"/>
            </a:pPr>
            <a:r>
              <a:t>D:/pasar_fix/node_modules/.bun/khroma@2.1.0/node_modules/khroma/dist/methods/channel.d.ts</a:t>
            </a:r>
          </a:p>
          <a:p>
            <a:pPr>
              <a:defRPr sz="1200"/>
            </a:pPr>
            <a:r>
              <a:t>D:/pasar_fix/node_modules/.bun/khroma@2.1.0/node_modules/khroma/dist/methods/channel.js</a:t>
            </a:r>
          </a:p>
          <a:p>
            <a:pPr>
              <a:defRPr sz="1200"/>
            </a:pPr>
            <a:r>
              <a:t>D:/pasar_fix/node_modules/.bun/khroma@2.1.0/node_modules/khroma/dist/methods/complement.d.ts</a:t>
            </a:r>
          </a:p>
          <a:p>
            <a:pPr>
              <a:defRPr sz="1200"/>
            </a:pPr>
            <a:r>
              <a:t>D:/pasar_fix/node_modules/.bun/khroma@2.1.0/node_modules/khroma/dist/methods/complement.js</a:t>
            </a:r>
          </a:p>
          <a:p>
            <a:pPr>
              <a:defRPr sz="1200"/>
            </a:pPr>
            <a:r>
              <a:t>D:/pasar_fix/node_modules/.bun/khroma@2.1.0/node_modules/khroma/dist/methods/contrast.d.ts</a:t>
            </a:r>
          </a:p>
          <a:p>
            <a:pPr>
              <a:defRPr sz="1200"/>
            </a:pPr>
            <a:r>
              <a:t>D:/pasar_fix/node_modules/.bun/khroma@2.1.0/node_modules/khroma/dist/methods/contrast.js</a:t>
            </a:r>
          </a:p>
          <a:p>
            <a:pPr>
              <a:defRPr sz="1200"/>
            </a:pPr>
            <a:r>
              <a:t>D:/pasar_fix/node_modules/.bun/khroma@2.1.0/node_modules/khroma/dist/methods/darken.d.ts</a:t>
            </a:r>
          </a:p>
          <a:p>
            <a:pPr>
              <a:defRPr sz="1200"/>
            </a:pPr>
            <a:r>
              <a:t>D:/pasar_fix/node_modules/.bun/khroma@2.1.0/node_modules/khroma/dist/methods/darken.js</a:t>
            </a:r>
          </a:p>
          <a:p>
            <a:pPr>
              <a:defRPr sz="1200"/>
            </a:pPr>
            <a:r>
              <a:t>D:/pasar_fix/node_modules/.bun/khroma@2.1.0/node_modules/khroma/dist/methods/desaturate.d.ts</a:t>
            </a:r>
          </a:p>
          <a:p>
            <a:pPr>
              <a:defRPr sz="1200"/>
            </a:pPr>
            <a:r>
              <a:t>D:/pasar_fix/node_modules/.bun/khroma@2.1.0/node_modules/khroma/dist/methods/desaturate.js</a:t>
            </a:r>
          </a:p>
          <a:p>
            <a:pPr>
              <a:defRPr sz="1200"/>
            </a:pPr>
            <a:r>
              <a:t>D:/pasar_fix/node_modules/.bun/khroma@2.1.0/node_modules/khroma/dist/methods/grayscale.d.ts</a:t>
            </a:r>
          </a:p>
          <a:p>
            <a:pPr>
              <a:defRPr sz="1200"/>
            </a:pPr>
            <a:r>
              <a:t>D:/pasar_fix/node_modules/.bun/khroma@2.1.0/node_modules/khroma/dist/methods/grayscale.js</a:t>
            </a:r>
          </a:p>
          <a:p>
            <a:pPr>
              <a:defRPr sz="1200"/>
            </a:pPr>
            <a:r>
              <a:t>D:/pasar_fix/node_modules/.bun/khroma@2.1.0/node_modules/khroma/dist/methods/green.d.ts</a:t>
            </a:r>
          </a:p>
          <a:p>
            <a:pPr>
              <a:defRPr sz="1200"/>
            </a:pPr>
            <a:r>
              <a:t>D:/pasar_fix/node_modules/.bun/khroma@2.1.0/node_modules/khroma/dist/methods/green.js</a:t>
            </a:r>
          </a:p>
          <a:p>
            <a:pPr>
              <a:defRPr sz="1200"/>
            </a:pPr>
            <a:r>
              <a:t>D:/pasar_fix/node_modules/.bun/khroma@2.1.0/node_modules/khroma/dist/methods/hsla.d.ts</a:t>
            </a:r>
          </a:p>
          <a:p>
            <a:pPr>
              <a:defRPr sz="1200"/>
            </a:pPr>
            <a:r>
              <a:t>D:/pasar_fix/node_modules/.bun/khroma@2.1.0/node_modules/khroma/dist/methods/hsla.js</a:t>
            </a:r>
          </a:p>
          <a:p>
            <a:pPr>
              <a:defRPr sz="1200"/>
            </a:pPr>
            <a:r>
              <a:t>D:/pasar_fix/node_modules/.bun/khroma@2.1.0/node_modules/khroma/dist/methods/hue.d.ts</a:t>
            </a:r>
          </a:p>
          <a:p>
            <a:pPr>
              <a:defRPr sz="1200"/>
            </a:pPr>
            <a:r>
              <a:t>D:/pasar_fix/node_modules/.bun/khroma@2.1.0/node_modules/khroma/dist/methods/hue.js</a:t>
            </a:r>
          </a:p>
          <a:p>
            <a:pPr>
              <a:defRPr sz="1200"/>
            </a:pPr>
            <a:r>
              <a:t>D:/pasar_fix/node_modules/.bun/khroma@2.1.0/node_modules/khroma/dist/methods/index.d.ts</a:t>
            </a:r>
          </a:p>
          <a:p>
            <a:pPr>
              <a:defRPr sz="1200"/>
            </a:pPr>
            <a:r>
              <a:t>D:/pasar_fix/node_modules/.bun/khroma@2.1.0/node_modules/khroma/dist/methods/index.js</a:t>
            </a:r>
          </a:p>
          <a:p>
            <a:pPr>
              <a:defRPr sz="1200"/>
            </a:pPr>
            <a:r>
              <a:t>D:/pasar_fix/node_modules/.bun/khroma@2.1.0/node_modules/khroma/dist/methods/invert.d.ts</a:t>
            </a:r>
          </a:p>
          <a:p>
            <a:pPr>
              <a:defRPr sz="1200"/>
            </a:pPr>
            <a:r>
              <a:t>D:/pasar_fix/node_modules/.bun/khroma@2.1.0/node_modules/khroma/dist/methods/invert.js</a:t>
            </a:r>
          </a:p>
          <a:p>
            <a:pPr>
              <a:defRPr sz="1200"/>
            </a:pPr>
            <a:r>
              <a:t>D:/pasar_fix/node_modules/.bun/khroma@2.1.0/node_modules/khroma/dist/methods/is_dark.d.ts</a:t>
            </a:r>
          </a:p>
          <a:p>
            <a:pPr>
              <a:defRPr sz="1200"/>
            </a:pPr>
            <a:r>
              <a:t>D:/pasar_fix/node_modules/.bun/khroma@2.1.0/node_modules/khroma/dist/methods/is_dark.js</a:t>
            </a:r>
          </a:p>
          <a:p>
            <a:pPr>
              <a:defRPr sz="1200"/>
            </a:pPr>
            <a:r>
              <a:t>D:/pasar_fix/node_modules/.bun/khroma@2.1.0/node_modules/khroma/dist/methods/is_light.d.ts</a:t>
            </a:r>
          </a:p>
          <a:p>
            <a:pPr>
              <a:defRPr sz="1200"/>
            </a:pPr>
            <a:r>
              <a:t>D:/pasar_fix/node_modules/.bun/khroma@2.1.0/node_modules/khroma/dist/methods/is_light.js</a:t>
            </a:r>
          </a:p>
          <a:p>
            <a:pPr>
              <a:defRPr sz="1200"/>
            </a:pPr>
            <a:r>
              <a:t>D:/pasar_fix/node_modules/.bun/khroma@2.1.0/node_modules/khroma/dist/methods/is_transparent.d.ts</a:t>
            </a:r>
          </a:p>
          <a:p>
            <a:pPr>
              <a:defRPr sz="1200"/>
            </a:pPr>
            <a:r>
              <a:t>D:/pasar_fix/node_modules/.bun/khroma@2.1.0/node_modules/khroma/dist/methods/is_transparent.js</a:t>
            </a:r>
          </a:p>
          <a:p>
            <a:pPr>
              <a:defRPr sz="1200"/>
            </a:pPr>
            <a:r>
              <a:t>D:/pasar_fix/node_modules/.bun/khroma@2.1.0/node_modules/khroma/dist/methods/is_valid.d.ts</a:t>
            </a:r>
          </a:p>
          <a:p>
            <a:pPr>
              <a:defRPr sz="1200"/>
            </a:pPr>
            <a:r>
              <a:t>D:/pasar_fix/node_modules/.bun/khroma@2.1.0/node_modules/khroma/dist/methods/is_valid.js</a:t>
            </a:r>
          </a:p>
          <a:p>
            <a:pPr>
              <a:defRPr sz="1200"/>
            </a:pPr>
            <a:r>
              <a:t>D:/pasar_fix/node_modules/.bun/khroma@2.1.0/node_modules/khroma/dist/methods/lighten.d.ts</a:t>
            </a:r>
          </a:p>
          <a:p>
            <a:pPr>
              <a:defRPr sz="1200"/>
            </a:pPr>
            <a:r>
              <a:t>D:/pasar_fix/node_modules/.bun/khroma@2.1.0/node_modules/khroma/dist/methods/lighten.js</a:t>
            </a:r>
          </a:p>
          <a:p>
            <a:pPr>
              <a:defRPr sz="1200"/>
            </a:pPr>
            <a:r>
              <a:t>D:/pasar_fix/node_modules/.bun/khroma@2.1.0/node_modules/khroma/dist/methods/lightness.d.ts</a:t>
            </a:r>
          </a:p>
          <a:p>
            <a:pPr>
              <a:defRPr sz="1200"/>
            </a:pPr>
            <a:r>
              <a:t>D:/pasar_fix/node_modules/.bun/khroma@2.1.0/node_modules/khroma/dist/methods/lightness.js</a:t>
            </a:r>
          </a:p>
          <a:p>
            <a:pPr>
              <a:defRPr sz="1200"/>
            </a:pPr>
            <a:r>
              <a:t>D:/pasar_fix/node_modules/.bun/khroma@2.1.0/node_modules/khroma/dist/methods/luminance.d.ts</a:t>
            </a:r>
          </a:p>
          <a:p>
            <a:pPr>
              <a:defRPr sz="1200"/>
            </a:pPr>
            <a:r>
              <a:t>D:/pasar_fix/node_modules/.bun/khroma@2.1.0/node_modules/khroma/dist/methods/luminance.js</a:t>
            </a:r>
          </a:p>
          <a:p>
            <a:pPr>
              <a:defRPr sz="1200"/>
            </a:pPr>
            <a:r>
              <a:t>D:/pasar_fix/node_modules/.bun/khroma@2.1.0/node_modules/khroma/dist/methods/mix.d.ts</a:t>
            </a:r>
          </a:p>
          <a:p>
            <a:pPr>
              <a:defRPr sz="1200"/>
            </a:pPr>
            <a:r>
              <a:t>D:/pasar_fix/node_modules/.bun/khroma@2.1.0/node_modules/khroma/dist/methods/mix.js</a:t>
            </a:r>
          </a:p>
          <a:p>
            <a:pPr>
              <a:defRPr sz="1200"/>
            </a:pPr>
            <a:r>
              <a:t>D:/pasar_fix/node_modules/.bun/khroma@2.1.0/node_modules/khroma/dist/methods/opacify.d.ts</a:t>
            </a:r>
          </a:p>
          <a:p>
            <a:pPr>
              <a:defRPr sz="1200"/>
            </a:pPr>
            <a:r>
              <a:t>D:/pasar_fix/node_modules/.bun/khroma@2.1.0/node_modules/khroma/dist/methods/opacify.js</a:t>
            </a:r>
          </a:p>
          <a:p>
            <a:pPr>
              <a:defRPr sz="1200"/>
            </a:pPr>
            <a:r>
              <a:t>D:/pasar_fix/node_modules/.bun/khroma@2.1.0/node_modules/khroma/dist/methods/red.d.ts</a:t>
            </a:r>
          </a:p>
          <a:p>
            <a:pPr>
              <a:defRPr sz="1200"/>
            </a:pPr>
            <a:r>
              <a:t>D:/pasar_fix/node_modules/.bun/khroma@2.1.0/node_modules/khroma/dist/methods/red.js</a:t>
            </a:r>
          </a:p>
          <a:p>
            <a:pPr>
              <a:defRPr sz="1200"/>
            </a:pPr>
            <a:r>
              <a:t>D:/pasar_fix/node_modules/.bun/khroma@2.1.0/node_modules/khroma/dist/methods/rgba.d.ts</a:t>
            </a:r>
          </a:p>
          <a:p>
            <a:pPr>
              <a:defRPr sz="1200"/>
            </a:pPr>
            <a:r>
              <a:t>D:/pasar_fix/node_modules/.bun/khroma@2.1.0/node_modules/khroma/dist/methods/rgba.js</a:t>
            </a:r>
          </a:p>
          <a:p>
            <a:pPr>
              <a:defRPr sz="1200"/>
            </a:pPr>
            <a:r>
              <a:t>D:/pasar_fix/node_modules/.bun/khroma@2.1.0/node_modules/khroma/dist/methods/saturate.d.ts</a:t>
            </a:r>
          </a:p>
          <a:p>
            <a:pPr>
              <a:defRPr sz="1200"/>
            </a:pPr>
            <a:r>
              <a:t>D:/pasar_fix/node_modules/.bun/khroma@2.1.0/node_modules/khroma/dist/methods/saturate.js</a:t>
            </a:r>
          </a:p>
          <a:p>
            <a:pPr>
              <a:defRPr sz="1200"/>
            </a:pPr>
            <a:r>
              <a:t>D:/pasar_fix/node_modules/.bun/khroma@2.1.0/node_modules/khroma/dist/methods/saturation.d.ts</a:t>
            </a:r>
          </a:p>
          <a:p>
            <a:pPr>
              <a:defRPr sz="1200"/>
            </a:pPr>
            <a:r>
              <a:t>D:/pasar_fix/node_modules/.bun/khroma@2.1.0/node_modules/khroma/dist/methods/saturation.js</a:t>
            </a:r>
          </a:p>
          <a:p>
            <a:pPr>
              <a:defRPr sz="1200"/>
            </a:pPr>
            <a:r>
              <a:t>D:/pasar_fix/node_modules/.bun/khroma@2.1.0/node_modules/khroma/dist/methods/scale.d.ts</a:t>
            </a:r>
          </a:p>
          <a:p>
            <a:pPr>
              <a:defRPr sz="1200"/>
            </a:pPr>
            <a:r>
              <a:t>D:/pasar_fix/node_modules/.bun/khroma@2.1.0/node_modules/khroma/dist/methods/scale.js</a:t>
            </a:r>
          </a:p>
          <a:p>
            <a:pPr>
              <a:defRPr sz="1200"/>
            </a:pPr>
            <a:r>
              <a:t>D:/pasar_fix/node_modules/.bun/khroma@2.1.0/node_modules/khroma/dist/methods/to_hex.d.ts</a:t>
            </a:r>
          </a:p>
          <a:p>
            <a:pPr>
              <a:defRPr sz="1200"/>
            </a:pPr>
            <a:r>
              <a:t>D:/pasar_fix/node_modules/.bun/khroma@2.1.0/node_modules/khroma/dist/methods/to_hex.js</a:t>
            </a:r>
          </a:p>
          <a:p>
            <a:pPr>
              <a:defRPr sz="1200"/>
            </a:pPr>
            <a:r>
              <a:t>D:/pasar_fix/node_modules/.bun/khroma@2.1.0/node_modules/khroma/dist/methods/to_hsla.d.ts</a:t>
            </a:r>
          </a:p>
          <a:p>
            <a:pPr>
              <a:defRPr sz="1200"/>
            </a:pPr>
            <a:r>
              <a:t>D:/pasar_fix/node_modules/.bun/khroma@2.1.0/node_modules/khroma/dist/methods/to_hsla.js</a:t>
            </a:r>
          </a:p>
          <a:p>
            <a:pPr>
              <a:defRPr sz="1200"/>
            </a:pPr>
            <a:r>
              <a:t>D:/pasar_fix/node_modules/.bun/khroma@2.1.0/node_modules/khroma/dist/methods/to_keyword.d.ts</a:t>
            </a:r>
          </a:p>
          <a:p>
            <a:pPr>
              <a:defRPr sz="1200"/>
            </a:pPr>
            <a:r>
              <a:t>D:/pasar_fix/node_modules/.bun/khroma@2.1.0/node_modules/khroma/dist/methods/to_keyword.js</a:t>
            </a:r>
          </a:p>
          <a:p>
            <a:pPr>
              <a:defRPr sz="1200"/>
            </a:pPr>
            <a:r>
              <a:t>D:/pasar_fix/node_modules/.bun/khroma@2.1.0/node_modules/khroma/dist/methods/to_rgba.d.ts</a:t>
            </a:r>
          </a:p>
          <a:p>
            <a:pPr>
              <a:defRPr sz="1200"/>
            </a:pPr>
            <a:r>
              <a:t>D:/pasar_fix/node_modules/.bun/khroma@2.1.0/node_modules/khroma/dist/methods/to_rgba.js</a:t>
            </a:r>
          </a:p>
          <a:p>
            <a:pPr>
              <a:defRPr sz="1200"/>
            </a:pPr>
            <a:r>
              <a:t>D:/pasar_fix/node_modules/.bun/khroma@2.1.0/node_modules/khroma/dist/methods/transparentize.d.ts</a:t>
            </a:r>
          </a:p>
          <a:p>
            <a:pPr>
              <a:defRPr sz="1200"/>
            </a:pPr>
            <a:r>
              <a:t>D:/pasar_fix/node_modules/.bun/khroma@2.1.0/node_modules/khroma/dist/methods/transparentize.js</a:t>
            </a:r>
          </a:p>
          <a:p>
            <a:pPr>
              <a:defRPr sz="1200"/>
            </a:pPr>
            <a:r>
              <a:t>D:/pasar_fix/node_modules/.bun/khroma@2.1.0/node_modules/khroma/dist/utils/channel.d.ts</a:t>
            </a:r>
          </a:p>
          <a:p>
            <a:pPr>
              <a:defRPr sz="1200"/>
            </a:pPr>
            <a:r>
              <a:t>D:/pasar_fix/node_modules/.bun/khroma@2.1.0/node_modules/khroma/dist/utils/channel.js</a:t>
            </a:r>
          </a:p>
          <a:p>
            <a:pPr>
              <a:defRPr sz="1200"/>
            </a:pPr>
            <a:r>
              <a:t>D:/pasar_fix/node_modules/.bun/khroma@2.1.0/node_modules/khroma/dist/utils/index.d.ts</a:t>
            </a:r>
          </a:p>
          <a:p>
            <a:pPr>
              <a:defRPr sz="1200"/>
            </a:pPr>
            <a:r>
              <a:t>D:/pasar_fix/node_modules/.bun/khroma@2.1.0/node_modules/khroma/dist/utils/index.js</a:t>
            </a:r>
          </a:p>
          <a:p>
            <a:pPr>
              <a:defRPr sz="1200"/>
            </a:pPr>
            <a:r>
              <a:t>D:/pasar_fix/node_modules/.bun/khroma@2.1.0/node_modules/khroma/dist/utils/lang.d.ts</a:t>
            </a:r>
          </a:p>
          <a:p>
            <a:pPr>
              <a:defRPr sz="1200"/>
            </a:pPr>
            <a:r>
              <a:t>D:/pasar_fix/node_modules/.bun/khroma@2.1.0/node_modules/khroma/dist/utils/lang.js</a:t>
            </a:r>
          </a:p>
          <a:p>
            <a:pPr>
              <a:defRPr sz="1200"/>
            </a:pPr>
            <a:r>
              <a:t>D:/pasar_fix/node_modules/.bun/khroma@2.1.0/node_modules/khroma/dist/utils/unit.d.ts</a:t>
            </a:r>
          </a:p>
          <a:p>
            <a:pPr>
              <a:defRPr sz="1200"/>
            </a:pPr>
            <a:r>
              <a:t>D:/pasar_fix/node_modules/.bun/khroma@2.1.0/node_modules/khroma/dist/utils/unit.js</a:t>
            </a:r>
          </a:p>
          <a:p>
            <a:pPr>
              <a:defRPr sz="1200"/>
            </a:pPr>
            <a:r>
              <a:t>D:/pasar_fix/node_modules/.bun/khroma@2.1.0/node_modules/khroma/src/constants.ts</a:t>
            </a:r>
          </a:p>
          <a:p>
            <a:pPr>
              <a:defRPr sz="1200"/>
            </a:pPr>
            <a:r>
              <a:t>D:/pasar_fix/node_modules/.bun/khroma@2.1.0/node_modules/khroma/src/index.ts</a:t>
            </a:r>
          </a:p>
          <a:p>
            <a:pPr>
              <a:defRPr sz="1200"/>
            </a:pPr>
            <a:r>
              <a:t>D:/pasar_fix/node_modules/.bun/khroma@2.1.0/node_modules/khroma/src/types.ts</a:t>
            </a:r>
          </a:p>
          <a:p>
            <a:pPr>
              <a:defRPr sz="1200"/>
            </a:pPr>
            <a:r>
              <a:t>D:/pasar_fix/node_modules/.bun/khroma@2.1.0/node_modules/khroma/src/channels/index.ts</a:t>
            </a:r>
          </a:p>
          <a:p>
            <a:pPr>
              <a:defRPr sz="1200"/>
            </a:pPr>
            <a:r>
              <a:t>D:/pasar_fix/node_modules/.bun/khroma@2.1.0/node_modules/khroma/src/channels/reusable.ts</a:t>
            </a:r>
          </a:p>
          <a:p>
            <a:pPr>
              <a:defRPr sz="1200"/>
            </a:pPr>
            <a:r>
              <a:t>D:/pasar_fix/node_modules/.bun/khroma@2.1.0/node_modules/khroma/src/channels/type.ts</a:t>
            </a:r>
          </a:p>
          <a:p>
            <a:pPr>
              <a:defRPr sz="1200"/>
            </a:pPr>
            <a:r>
              <a:t>D:/pasar_fix/node_modules/.bun/khroma@2.1.0/node_modules/khroma/src/color/hex.ts</a:t>
            </a:r>
          </a:p>
          <a:p>
            <a:pPr>
              <a:defRPr sz="1200"/>
            </a:pPr>
            <a:r>
              <a:t>D:/pasar_fix/node_modules/.bun/khroma@2.1.0/node_modules/khroma/src/color/hsl.ts</a:t>
            </a:r>
          </a:p>
          <a:p>
            <a:pPr>
              <a:defRPr sz="1200"/>
            </a:pPr>
            <a:r>
              <a:t>D:/pasar_fix/node_modules/.bun/khroma@2.1.0/node_modules/khroma/src/color/index.ts</a:t>
            </a:r>
          </a:p>
          <a:p>
            <a:pPr>
              <a:defRPr sz="1200"/>
            </a:pPr>
            <a:r>
              <a:t>D:/pasar_fix/node_modules/.bun/khroma@2.1.0/node_modules/khroma/src/color/keyword.ts</a:t>
            </a:r>
          </a:p>
          <a:p>
            <a:pPr>
              <a:defRPr sz="1200"/>
            </a:pPr>
            <a:r>
              <a:t>D:/pasar_fix/node_modules/.bun/khroma@2.1.0/node_modules/khroma/src/color/rgb.ts</a:t>
            </a:r>
          </a:p>
          <a:p>
            <a:pPr>
              <a:defRPr sz="1200"/>
            </a:pPr>
            <a:r>
              <a:t>D:/pasar_fix/node_modules/.bun/khroma@2.1.0/node_modules/khroma/src/methods/adjust.ts</a:t>
            </a:r>
          </a:p>
          <a:p>
            <a:pPr>
              <a:defRPr sz="1200"/>
            </a:pPr>
            <a:r>
              <a:t>D:/pasar_fix/node_modules/.bun/khroma@2.1.0/node_modules/khroma/src/methods/adjust_channel.ts</a:t>
            </a:r>
          </a:p>
          <a:p>
            <a:pPr>
              <a:defRPr sz="1200"/>
            </a:pPr>
            <a:r>
              <a:t>D:/pasar_fix/node_modules/.bun/khroma@2.1.0/node_modules/khroma/src/methods/alpha.ts</a:t>
            </a:r>
          </a:p>
          <a:p>
            <a:pPr>
              <a:defRPr sz="1200"/>
            </a:pPr>
            <a:r>
              <a:t>D:/pasar_fix/node_modules/.bun/khroma@2.1.0/node_modules/khroma/src/methods/blue.ts</a:t>
            </a:r>
          </a:p>
          <a:p>
            <a:pPr>
              <a:defRPr sz="1200"/>
            </a:pPr>
            <a:r>
              <a:t>D:/pasar_fix/node_modules/.bun/khroma@2.1.0/node_modules/khroma/src/methods/change.ts</a:t>
            </a:r>
          </a:p>
          <a:p>
            <a:pPr>
              <a:defRPr sz="1200"/>
            </a:pPr>
            <a:r>
              <a:t>D:/pasar_fix/node_modules/.bun/khroma@2.1.0/node_modules/khroma/src/methods/channel.ts</a:t>
            </a:r>
          </a:p>
          <a:p>
            <a:pPr>
              <a:defRPr sz="1200"/>
            </a:pPr>
            <a:r>
              <a:t>D:/pasar_fix/node_modules/.bun/khroma@2.1.0/node_modules/khroma/src/methods/complement.ts</a:t>
            </a:r>
          </a:p>
          <a:p>
            <a:pPr>
              <a:defRPr sz="1200"/>
            </a:pPr>
            <a:r>
              <a:t>D:/pasar_fix/node_modules/.bun/khroma@2.1.0/node_modules/khroma/src/methods/contrast.ts</a:t>
            </a:r>
          </a:p>
          <a:p>
            <a:pPr>
              <a:defRPr sz="1200"/>
            </a:pPr>
            <a:r>
              <a:t>D:/pasar_fix/node_modules/.bun/khroma@2.1.0/node_modules/khroma/src/methods/darken.ts</a:t>
            </a:r>
          </a:p>
          <a:p>
            <a:pPr>
              <a:defRPr sz="1200"/>
            </a:pPr>
            <a:r>
              <a:t>D:/pasar_fix/node_modules/.bun/khroma@2.1.0/node_modules/khroma/src/methods/desaturate.ts</a:t>
            </a:r>
          </a:p>
          <a:p>
            <a:pPr>
              <a:defRPr sz="1200"/>
            </a:pPr>
            <a:r>
              <a:t>D:/pasar_fix/node_modules/.bun/khroma@2.1.0/node_modules/khroma/src/methods/grayscale.ts</a:t>
            </a:r>
          </a:p>
          <a:p>
            <a:pPr>
              <a:defRPr sz="1200"/>
            </a:pPr>
            <a:r>
              <a:t>D:/pasar_fix/node_modules/.bun/khroma@2.1.0/node_modules/khroma/src/methods/green.ts</a:t>
            </a:r>
          </a:p>
          <a:p>
            <a:pPr>
              <a:defRPr sz="1200"/>
            </a:pPr>
            <a:r>
              <a:t>D:/pasar_fix/node_modules/.bun/khroma@2.1.0/node_modules/khroma/src/methods/hsla.ts</a:t>
            </a:r>
          </a:p>
          <a:p>
            <a:pPr>
              <a:defRPr sz="1200"/>
            </a:pPr>
            <a:r>
              <a:t>D:/pasar_fix/node_modules/.bun/khroma@2.1.0/node_modules/khroma/src/methods/hue.ts</a:t>
            </a:r>
          </a:p>
          <a:p>
            <a:pPr>
              <a:defRPr sz="1200"/>
            </a:pPr>
            <a:r>
              <a:t>D:/pasar_fix/node_modules/.bun/khroma@2.1.0/node_modules/khroma/src/methods/index.ts</a:t>
            </a:r>
          </a:p>
          <a:p>
            <a:pPr>
              <a:defRPr sz="1200"/>
            </a:pPr>
            <a:r>
              <a:t>D:/pasar_fix/node_modules/.bun/khroma@2.1.0/node_modules/khroma/src/methods/invert.ts</a:t>
            </a:r>
          </a:p>
          <a:p>
            <a:pPr>
              <a:defRPr sz="1200"/>
            </a:pPr>
            <a:r>
              <a:t>D:/pasar_fix/node_modules/.bun/khroma@2.1.0/node_modules/khroma/src/methods/is_dark.ts</a:t>
            </a:r>
          </a:p>
          <a:p>
            <a:pPr>
              <a:defRPr sz="1200"/>
            </a:pPr>
            <a:r>
              <a:t>D:/pasar_fix/node_modules/.bun/khroma@2.1.0/node_modules/khroma/src/methods/is_light.ts</a:t>
            </a:r>
          </a:p>
          <a:p>
            <a:pPr>
              <a:defRPr sz="1200"/>
            </a:pPr>
            <a:r>
              <a:t>D:/pasar_fix/node_modules/.bun/khroma@2.1.0/node_modules/khroma/src/methods/is_transparent.ts</a:t>
            </a:r>
          </a:p>
          <a:p>
            <a:pPr>
              <a:defRPr sz="1200"/>
            </a:pPr>
            <a:r>
              <a:t>D:/pasar_fix/node_modules/.bun/khroma@2.1.0/node_modules/khroma/src/methods/is_valid.ts</a:t>
            </a:r>
          </a:p>
          <a:p>
            <a:pPr>
              <a:defRPr sz="1200"/>
            </a:pPr>
            <a:r>
              <a:t>D:/pasar_fix/node_modules/.bun/khroma@2.1.0/node_modules/khroma/src/methods/lighten.ts</a:t>
            </a:r>
          </a:p>
          <a:p>
            <a:pPr>
              <a:defRPr sz="1200"/>
            </a:pPr>
            <a:r>
              <a:t>D:/pasar_fix/node_modules/.bun/khroma@2.1.0/node_modules/khroma/src/methods/lightness.ts</a:t>
            </a:r>
          </a:p>
          <a:p>
            <a:pPr>
              <a:defRPr sz="1200"/>
            </a:pPr>
            <a:r>
              <a:t>D:/pasar_fix/node_modules/.bun/khroma@2.1.0/node_modules/khroma/src/methods/luminance.ts</a:t>
            </a:r>
          </a:p>
          <a:p>
            <a:pPr>
              <a:defRPr sz="1200"/>
            </a:pPr>
            <a:r>
              <a:t>D:/pasar_fix/node_modules/.bun/khroma@2.1.0/node_modules/khroma/src/methods/mix.ts</a:t>
            </a:r>
          </a:p>
          <a:p>
            <a:pPr>
              <a:defRPr sz="1200"/>
            </a:pPr>
            <a:r>
              <a:t>D:/pasar_fix/node_modules/.bun/khroma@2.1.0/node_modules/khroma/src/methods/opacify.ts</a:t>
            </a:r>
          </a:p>
          <a:p>
            <a:pPr>
              <a:defRPr sz="1200"/>
            </a:pPr>
            <a:r>
              <a:t>D:/pasar_fix/node_modules/.bun/khroma@2.1.0/node_modules/khroma/src/methods/red.ts</a:t>
            </a:r>
          </a:p>
          <a:p>
            <a:pPr>
              <a:defRPr sz="1200"/>
            </a:pPr>
            <a:r>
              <a:t>D:/pasar_fix/node_modules/.bun/khroma@2.1.0/node_modules/khroma/src/methods/rgba.ts</a:t>
            </a:r>
          </a:p>
          <a:p>
            <a:pPr>
              <a:defRPr sz="1200"/>
            </a:pPr>
            <a:r>
              <a:t>D:/pasar_fix/node_modules/.bun/khroma@2.1.0/node_modules/khroma/src/methods/saturate.ts</a:t>
            </a:r>
          </a:p>
          <a:p>
            <a:pPr>
              <a:defRPr sz="1200"/>
            </a:pPr>
            <a:r>
              <a:t>D:/pasar_fix/node_modules/.bun/khroma@2.1.0/node_modules/khroma/src/methods/saturation.ts</a:t>
            </a:r>
          </a:p>
          <a:p>
            <a:pPr>
              <a:defRPr sz="1200"/>
            </a:pPr>
            <a:r>
              <a:t>D:/pasar_fix/node_modules/.bun/khroma@2.1.0/node_modules/khroma/src/methods/scale.ts</a:t>
            </a:r>
          </a:p>
          <a:p>
            <a:pPr>
              <a:defRPr sz="1200"/>
            </a:pPr>
            <a:r>
              <a:t>D:/pasar_fix/node_modules/.bun/khroma@2.1.0/node_modules/khroma/src/methods/to_hex.ts</a:t>
            </a:r>
          </a:p>
          <a:p>
            <a:pPr>
              <a:defRPr sz="1200"/>
            </a:pPr>
            <a:r>
              <a:t>D:/pasar_fix/node_modules/.bun/khroma@2.1.0/node_modules/khroma/src/methods/to_hsla.ts</a:t>
            </a:r>
          </a:p>
          <a:p>
            <a:pPr>
              <a:defRPr sz="1200"/>
            </a:pPr>
            <a:r>
              <a:t>D:/pasar_fix/node_modules/.bun/khroma@2.1.0/node_modules/khroma/src/methods/to_keyword.ts</a:t>
            </a:r>
          </a:p>
          <a:p>
            <a:pPr>
              <a:defRPr sz="1200"/>
            </a:pPr>
            <a:r>
              <a:t>D:/pasar_fix/node_modules/.bun/khroma@2.1.0/node_modules/khroma/src/methods/to_rgba.ts</a:t>
            </a:r>
          </a:p>
          <a:p>
            <a:pPr>
              <a:defRPr sz="1200"/>
            </a:pPr>
            <a:r>
              <a:t>D:/pasar_fix/node_modules/.bun/khroma@2.1.0/node_modules/khroma/src/methods/transparentize.ts</a:t>
            </a:r>
          </a:p>
          <a:p>
            <a:pPr>
              <a:defRPr sz="1200"/>
            </a:pPr>
            <a:r>
              <a:t>D:/pasar_fix/node_modules/.bun/khroma@2.1.0/node_modules/khroma/src/utils/channel.ts</a:t>
            </a:r>
          </a:p>
          <a:p>
            <a:pPr>
              <a:defRPr sz="1200"/>
            </a:pPr>
            <a:r>
              <a:t>D:/pasar_fix/node_modules/.bun/khroma@2.1.0/node_modules/khroma/src/utils/index.ts</a:t>
            </a:r>
          </a:p>
          <a:p>
            <a:pPr>
              <a:defRPr sz="1200"/>
            </a:pPr>
            <a:r>
              <a:t>D:/pasar_fix/node_modules/.bun/khroma@2.1.0/node_modules/khroma/src/utils/lang.ts</a:t>
            </a:r>
          </a:p>
          <a:p>
            <a:pPr>
              <a:defRPr sz="1200"/>
            </a:pPr>
            <a:r>
              <a:t>D:/pasar_fix/node_modules/.bun/khroma@2.1.0/node_modules/khroma/src/utils/unit.ts</a:t>
            </a:r>
          </a:p>
          <a:p>
            <a:pPr>
              <a:defRPr sz="1200"/>
            </a:pPr>
            <a:r>
              <a:t>D:/pasar_fix/node_modules/.bun/khroma@2.1.0/node_modules/khroma/tasks/benchmark.js</a:t>
            </a:r>
          </a:p>
          <a:p>
            <a:pPr>
              <a:defRPr sz="1200"/>
            </a:pPr>
            <a:r>
              <a:t>D:/pasar_fix/node_modules/.bun/khroma@2.1.0/node_modules/khroma/test/color/hex.js</a:t>
            </a:r>
          </a:p>
          <a:p>
            <a:pPr>
              <a:defRPr sz="1200"/>
            </a:pPr>
            <a:r>
              <a:t>D:/pasar_fix/node_modules/.bun/khroma@2.1.0/node_modules/khroma/test/color/hsl.js</a:t>
            </a:r>
          </a:p>
          <a:p>
            <a:pPr>
              <a:defRPr sz="1200"/>
            </a:pPr>
            <a:r>
              <a:t>D:/pasar_fix/node_modules/.bun/khroma@2.1.0/node_modules/khroma/test/color/hsla.js</a:t>
            </a:r>
          </a:p>
          <a:p>
            <a:pPr>
              <a:defRPr sz="1200"/>
            </a:pPr>
            <a:r>
              <a:t>D:/pasar_fix/node_modules/.bun/khroma@2.1.0/node_modules/khroma/test/color/keyword.js</a:t>
            </a:r>
          </a:p>
          <a:p>
            <a:pPr>
              <a:defRPr sz="1200"/>
            </a:pPr>
            <a:r>
              <a:t>D:/pasar_fix/node_modules/.bun/khroma@2.1.0/node_modules/khroma/test/color/rgb.js</a:t>
            </a:r>
          </a:p>
          <a:p>
            <a:pPr>
              <a:defRPr sz="1200"/>
            </a:pPr>
            <a:r>
              <a:t>D:/pasar_fix/node_modules/.bun/khroma@2.1.0/node_modules/khroma/test/color/rgba.js</a:t>
            </a:r>
          </a:p>
          <a:p>
            <a:pPr>
              <a:defRPr sz="1200"/>
            </a:pPr>
            <a:r>
              <a:t>D:/pasar_fix/node_modules/.bun/khroma@2.1.0/node_modules/khroma/test/methods/adjust.js</a:t>
            </a:r>
          </a:p>
          <a:p>
            <a:pPr>
              <a:defRPr sz="1200"/>
            </a:pPr>
            <a:r>
              <a:t>D:/pasar_fix/node_modules/.bun/khroma@2.1.0/node_modules/khroma/test/methods/alpha.js</a:t>
            </a:r>
          </a:p>
          <a:p>
            <a:pPr>
              <a:defRPr sz="1200"/>
            </a:pPr>
            <a:r>
              <a:t>D:/pasar_fix/node_modules/.bun/khroma@2.1.0/node_modules/khroma/test/methods/blue.js</a:t>
            </a:r>
          </a:p>
          <a:p>
            <a:pPr>
              <a:defRPr sz="1200"/>
            </a:pPr>
            <a:r>
              <a:t>D:/pasar_fix/node_modules/.bun/khroma@2.1.0/node_modules/khroma/test/methods/change.js</a:t>
            </a:r>
          </a:p>
          <a:p>
            <a:pPr>
              <a:defRPr sz="1200"/>
            </a:pPr>
            <a:r>
              <a:t>D:/pasar_fix/node_modules/.bun/khroma@2.1.0/node_modules/khroma/test/methods/complement.js</a:t>
            </a:r>
          </a:p>
          <a:p>
            <a:pPr>
              <a:defRPr sz="1200"/>
            </a:pPr>
            <a:r>
              <a:t>D:/pasar_fix/node_modules/.bun/khroma@2.1.0/node_modules/khroma/test/methods/contrast.js</a:t>
            </a:r>
          </a:p>
          <a:p>
            <a:pPr>
              <a:defRPr sz="1200"/>
            </a:pPr>
            <a:r>
              <a:t>D:/pasar_fix/node_modules/.bun/khroma@2.1.0/node_modules/khroma/test/methods/darken.js</a:t>
            </a:r>
          </a:p>
          <a:p>
            <a:pPr>
              <a:defRPr sz="1200"/>
            </a:pPr>
            <a:r>
              <a:t>D:/pasar_fix/node_modules/.bun/khroma@2.1.0/node_modules/khroma/test/methods/desaturate.js</a:t>
            </a:r>
          </a:p>
          <a:p>
            <a:pPr>
              <a:defRPr sz="1200"/>
            </a:pPr>
            <a:r>
              <a:t>D:/pasar_fix/node_modules/.bun/khroma@2.1.0/node_modules/khroma/test/methods/grayscale.js</a:t>
            </a:r>
          </a:p>
          <a:p>
            <a:pPr>
              <a:defRPr sz="1200"/>
            </a:pPr>
            <a:r>
              <a:t>D:/pasar_fix/node_modules/.bun/khroma@2.1.0/node_modules/khroma/test/methods/green.js</a:t>
            </a:r>
          </a:p>
          <a:p>
            <a:pPr>
              <a:defRPr sz="1200"/>
            </a:pPr>
            <a:r>
              <a:t>D:/pasar_fix/node_modules/.bun/khroma@2.1.0/node_modules/khroma/test/methods/hex.js</a:t>
            </a:r>
          </a:p>
          <a:p>
            <a:pPr>
              <a:defRPr sz="1200"/>
            </a:pPr>
            <a:r>
              <a:t>D:/pasar_fix/node_modules/.bun/khroma@2.1.0/node_modules/khroma/test/methods/hsla.js</a:t>
            </a:r>
          </a:p>
          <a:p>
            <a:pPr>
              <a:defRPr sz="1200"/>
            </a:pPr>
            <a:r>
              <a:t>D:/pasar_fix/node_modules/.bun/khroma@2.1.0/node_modules/khroma/test/methods/hue.js</a:t>
            </a:r>
          </a:p>
          <a:p>
            <a:pPr>
              <a:defRPr sz="1200"/>
            </a:pPr>
            <a:r>
              <a:t>D:/pasar_fix/node_modules/.bun/khroma@2.1.0/node_modules/khroma/test/methods/invert.js</a:t>
            </a:r>
          </a:p>
          <a:p>
            <a:pPr>
              <a:defRPr sz="1200"/>
            </a:pPr>
            <a:r>
              <a:t>D:/pasar_fix/node_modules/.bun/khroma@2.1.0/node_modules/khroma/test/methods/is_dark.js</a:t>
            </a:r>
          </a:p>
          <a:p>
            <a:pPr>
              <a:defRPr sz="1200"/>
            </a:pPr>
            <a:r>
              <a:t>D:/pasar_fix/node_modules/.bun/khroma@2.1.0/node_modules/khroma/test/methods/is_light.js</a:t>
            </a:r>
          </a:p>
          <a:p>
            <a:pPr>
              <a:defRPr sz="1200"/>
            </a:pPr>
            <a:r>
              <a:t>D:/pasar_fix/node_modules/.bun/khroma@2.1.0/node_modules/khroma/test/methods/is_transparent.js</a:t>
            </a:r>
          </a:p>
          <a:p>
            <a:pPr>
              <a:defRPr sz="1200"/>
            </a:pPr>
            <a:r>
              <a:t>D:/pasar_fix/node_modules/.bun/khroma@2.1.0/node_modules/khroma/test/methods/is_valid.js</a:t>
            </a:r>
          </a:p>
          <a:p>
            <a:pPr>
              <a:defRPr sz="1200"/>
            </a:pPr>
            <a:r>
              <a:t>D:/pasar_fix/node_modules/.bun/khroma@2.1.0/node_modules/khroma/test/methods/lighten.js</a:t>
            </a:r>
          </a:p>
          <a:p>
            <a:pPr>
              <a:defRPr sz="1200"/>
            </a:pPr>
            <a:r>
              <a:t>D:/pasar_fix/node_modules/.bun/khroma@2.1.0/node_modules/khroma/test/methods/lightness.js</a:t>
            </a:r>
          </a:p>
          <a:p>
            <a:pPr>
              <a:defRPr sz="1200"/>
            </a:pPr>
            <a:r>
              <a:t>D:/pasar_fix/node_modules/.bun/khroma@2.1.0/node_modules/khroma/test/methods/luminance.js</a:t>
            </a:r>
          </a:p>
          <a:p>
            <a:pPr>
              <a:defRPr sz="1200"/>
            </a:pPr>
            <a:r>
              <a:t>D:/pasar_fix/node_modules/.bun/khroma@2.1.0/node_modules/khroma/test/methods/mix.js</a:t>
            </a:r>
          </a:p>
          <a:p>
            <a:pPr>
              <a:defRPr sz="1200"/>
            </a:pPr>
            <a:r>
              <a:t>D:/pasar_fix/node_modules/.bun/khroma@2.1.0/node_modules/khroma/test/methods/opacify.js</a:t>
            </a:r>
          </a:p>
          <a:p>
            <a:pPr>
              <a:defRPr sz="1200"/>
            </a:pPr>
            <a:r>
              <a:t>D:/pasar_fix/node_modules/.bun/khroma@2.1.0/node_modules/khroma/test/methods/red.js</a:t>
            </a:r>
          </a:p>
          <a:p>
            <a:pPr>
              <a:defRPr sz="1200"/>
            </a:pPr>
            <a:r>
              <a:t>D:/pasar_fix/node_modules/.bun/khroma@2.1.0/node_modules/khroma/test/methods/rgba.js</a:t>
            </a:r>
          </a:p>
          <a:p>
            <a:pPr>
              <a:defRPr sz="1200"/>
            </a:pPr>
            <a:r>
              <a:t>D:/pasar_fix/node_modules/.bun/khroma@2.1.0/node_modules/khroma/test/methods/saturate.js</a:t>
            </a:r>
          </a:p>
          <a:p>
            <a:pPr>
              <a:defRPr sz="1200"/>
            </a:pPr>
            <a:r>
              <a:t>D:/pasar_fix/node_modules/.bun/khroma@2.1.0/node_modules/khroma/test/methods/saturation.js</a:t>
            </a:r>
          </a:p>
          <a:p>
            <a:pPr>
              <a:defRPr sz="1200"/>
            </a:pPr>
            <a:r>
              <a:t>D:/pasar_fix/node_modules/.bun/khroma@2.1.0/node_modules/khroma/test/methods/scale.js</a:t>
            </a:r>
          </a:p>
          <a:p>
            <a:pPr>
              <a:defRPr sz="1200"/>
            </a:pPr>
            <a:r>
              <a:t>D:/pasar_fix/node_modules/.bun/khroma@2.1.0/node_modules/khroma/test/methods/transparentize.js</a:t>
            </a:r>
          </a:p>
          <a:p>
            <a:pPr>
              <a:defRPr sz="1200"/>
            </a:pPr>
            <a:r>
              <a:t>D:/pasar_fix/node_modules/.bun/kleur@4.1.5/node_modules/kleur/colors.d.ts</a:t>
            </a:r>
          </a:p>
          <a:p>
            <a:pPr>
              <a:defRPr sz="1200"/>
            </a:pPr>
            <a:r>
              <a:t>D:/pasar_fix/node_modules/.bun/kleur@4.1.5/node_modules/kleur/colors.js</a:t>
            </a:r>
          </a:p>
          <a:p>
            <a:pPr>
              <a:defRPr sz="1200"/>
            </a:pPr>
            <a:r>
              <a:t>D:/pasar_fix/node_modules/.bun/kleur@4.1.5/node_modules/kleur/colors.mjs</a:t>
            </a:r>
          </a:p>
          <a:p>
            <a:pPr>
              <a:defRPr sz="1200"/>
            </a:pPr>
            <a:r>
              <a:t>D:/pasar_fix/node_modules/.bun/kleur@4.1.5/node_modules/kleur/index.d.ts</a:t>
            </a:r>
          </a:p>
          <a:p>
            <a:pPr>
              <a:defRPr sz="1200"/>
            </a:pPr>
            <a:r>
              <a:t>D:/pasar_fix/node_modules/.bun/kleur@4.1.5/node_modules/kleur/index.js</a:t>
            </a:r>
          </a:p>
          <a:p>
            <a:pPr>
              <a:defRPr sz="1200"/>
            </a:pPr>
            <a:r>
              <a:t>D:/pasar_fix/node_modules/.bun/kleur@4.1.5/node_modules/kleur/index.mjs</a:t>
            </a:r>
          </a:p>
          <a:p>
            <a:pPr>
              <a:defRPr sz="1200"/>
            </a:pPr>
            <a:r>
              <a:t>D:/pasar_fix/node_modules/.bun/kleur@4.1.5/node_modules/kleur/license</a:t>
            </a:r>
          </a:p>
          <a:p>
            <a:pPr>
              <a:defRPr sz="1200"/>
            </a:pPr>
            <a:r>
              <a:t>D:/pasar_fix/node_modules/.bun/kleur@4.1.5/node_modules/kleur/package.json</a:t>
            </a:r>
          </a:p>
          <a:p>
            <a:pPr>
              <a:defRPr sz="1200"/>
            </a:pPr>
            <a:r>
              <a:t>D:/pasar_fix/node_modules/.bun/kleur@4.1.5/node_modules/kleur/readme.md</a:t>
            </a:r>
          </a:p>
          <a:p>
            <a:pPr>
              <a:defRPr sz="1200"/>
            </a:pPr>
            <a:r>
              <a:t>D:/pasar_fix/node_modules/.bun/klona@2.0.6/node_modules/klona/index.d.ts</a:t>
            </a:r>
          </a:p>
          <a:p>
            <a:pPr>
              <a:defRPr sz="1200"/>
            </a:pPr>
            <a:r>
              <a:t>D:/pasar_fix/node_modules/.bun/klona@2.0.6/node_modules/klona/license</a:t>
            </a:r>
          </a:p>
          <a:p>
            <a:pPr>
              <a:defRPr sz="1200"/>
            </a:pPr>
            <a:r>
              <a:t>D:/pasar_fix/node_modules/.bun/klona@2.0.6/node_modules/klona/package.json</a:t>
            </a:r>
          </a:p>
          <a:p>
            <a:pPr>
              <a:defRPr sz="1200"/>
            </a:pPr>
            <a:r>
              <a:t>D:/pasar_fix/node_modules/.bun/klona@2.0.6/node_modules/klona/readme.md</a:t>
            </a:r>
          </a:p>
          <a:p>
            <a:pPr>
              <a:defRPr sz="1200"/>
            </a:pPr>
            <a:r>
              <a:t>D:/pasar_fix/node_modules/.bun/klona@2.0.6/node_modules/klona/dist/index.js</a:t>
            </a:r>
          </a:p>
          <a:p>
            <a:pPr>
              <a:defRPr sz="1200"/>
            </a:pPr>
            <a:r>
              <a:t>D:/pasar_fix/node_modules/.bun/klona@2.0.6/node_modules/klona/dist/index.min.js</a:t>
            </a:r>
          </a:p>
          <a:p>
            <a:pPr>
              <a:defRPr sz="1200"/>
            </a:pPr>
            <a:r>
              <a:t>D:/pasar_fix/node_modules/.bun/klona@2.0.6/node_modules/klona/dist/index.mjs</a:t>
            </a:r>
          </a:p>
          <a:p>
            <a:pPr>
              <a:defRPr sz="1200"/>
            </a:pPr>
            <a:r>
              <a:t>D:/pasar_fix/node_modules/.bun/klona@2.0.6/node_modules/klona/full/index.d.ts</a:t>
            </a:r>
          </a:p>
          <a:p>
            <a:pPr>
              <a:defRPr sz="1200"/>
            </a:pPr>
            <a:r>
              <a:t>D:/pasar_fix/node_modules/.bun/klona@2.0.6/node_modules/klona/full/index.js</a:t>
            </a:r>
          </a:p>
          <a:p>
            <a:pPr>
              <a:defRPr sz="1200"/>
            </a:pPr>
            <a:r>
              <a:t>D:/pasar_fix/node_modules/.bun/klona@2.0.6/node_modules/klona/full/index.min.js</a:t>
            </a:r>
          </a:p>
          <a:p>
            <a:pPr>
              <a:defRPr sz="1200"/>
            </a:pPr>
            <a:r>
              <a:t>D:/pasar_fix/node_modules/.bun/klona@2.0.6/node_modules/klona/full/index.mjs</a:t>
            </a:r>
          </a:p>
          <a:p>
            <a:pPr>
              <a:defRPr sz="1200"/>
            </a:pPr>
            <a:r>
              <a:t>D:/pasar_fix/node_modules/.bun/klona@2.0.6/node_modules/klona/json/index.d.ts</a:t>
            </a:r>
          </a:p>
          <a:p>
            <a:pPr>
              <a:defRPr sz="1200"/>
            </a:pPr>
            <a:r>
              <a:t>D:/pasar_fix/node_modules/.bun/klona@2.0.6/node_modules/klona/json/index.js</a:t>
            </a:r>
          </a:p>
          <a:p>
            <a:pPr>
              <a:defRPr sz="1200"/>
            </a:pPr>
            <a:r>
              <a:t>D:/pasar_fix/node_modules/.bun/klona@2.0.6/node_modules/klona/json/index.min.js</a:t>
            </a:r>
          </a:p>
          <a:p>
            <a:pPr>
              <a:defRPr sz="1200"/>
            </a:pPr>
            <a:r>
              <a:t>D:/pasar_fix/node_modules/.bun/klona@2.0.6/node_modules/klona/json/index.mjs</a:t>
            </a:r>
          </a:p>
          <a:p>
            <a:pPr>
              <a:defRPr sz="1200"/>
            </a:pPr>
            <a:r>
              <a:t>D:/pasar_fix/node_modules/.bun/klona@2.0.6/node_modules/klona/lite/index.d.ts</a:t>
            </a:r>
          </a:p>
          <a:p>
            <a:pPr>
              <a:defRPr sz="1200"/>
            </a:pPr>
            <a:r>
              <a:t>D:/pasar_fix/node_modules/.bun/klona@2.0.6/node_modules/klona/lite/index.js</a:t>
            </a:r>
          </a:p>
          <a:p>
            <a:pPr>
              <a:defRPr sz="1200"/>
            </a:pPr>
            <a:r>
              <a:t>D:/pasar_fix/node_modules/.bun/klona@2.0.6/node_modules/klona/lite/index.min.js</a:t>
            </a:r>
          </a:p>
          <a:p>
            <a:pPr>
              <a:defRPr sz="1200"/>
            </a:pPr>
            <a:r>
              <a:t>D:/pasar_fix/node_modules/.bun/klona@2.0.6/node_modules/klona/lite/index.mjs</a:t>
            </a:r>
          </a:p>
          <a:p>
            <a:pPr>
              <a:defRPr sz="1200"/>
            </a:pPr>
            <a:r>
              <a:t>D:/pasar_fix/node_modules/.bun/knitwork@1.3.0/node_modules/knitwork/LICENSE</a:t>
            </a:r>
          </a:p>
          <a:p>
            <a:pPr>
              <a:defRPr sz="1200"/>
            </a:pPr>
            <a:r>
              <a:t>D:/pasar_fix/node_modules/.bun/knitwork@1.3.0/node_modules/knitwork/package.json</a:t>
            </a:r>
          </a:p>
          <a:p>
            <a:pPr>
              <a:defRPr sz="1200"/>
            </a:pPr>
            <a:r>
              <a:t>D:/pasar_fix/node_modules/.bun/knitwork@1.3.0/node_modules/knitwork/README.md</a:t>
            </a:r>
          </a:p>
          <a:p>
            <a:pPr>
              <a:defRPr sz="1200"/>
            </a:pPr>
            <a:r>
              <a:t>D:/pasar_fix/node_modules/.bun/knitwork@1.3.0/node_modules/knitwork/dist/index.cjs</a:t>
            </a:r>
          </a:p>
          <a:p>
            <a:pPr>
              <a:defRPr sz="1200"/>
            </a:pPr>
            <a:r>
              <a:t>D:/pasar_fix/node_modules/.bun/knitwork@1.3.0/node_modules/knitwork/dist/index.d.cts</a:t>
            </a:r>
          </a:p>
          <a:p>
            <a:pPr>
              <a:defRPr sz="1200"/>
            </a:pPr>
            <a:r>
              <a:t>D:/pasar_fix/node_modules/.bun/knitwork@1.3.0/node_modules/knitwork/dist/index.d.mts</a:t>
            </a:r>
          </a:p>
          <a:p>
            <a:pPr>
              <a:defRPr sz="1200"/>
            </a:pPr>
            <a:r>
              <a:t>D:/pasar_fix/node_modules/.bun/knitwork@1.3.0/node_modules/knitwork/dist/index.d.ts</a:t>
            </a:r>
          </a:p>
          <a:p>
            <a:pPr>
              <a:defRPr sz="1200"/>
            </a:pPr>
            <a:r>
              <a:t>D:/pasar_fix/node_modules/.bun/knitwork@1.3.0/node_modules/knitwork/dist/index.mjs</a:t>
            </a:r>
          </a:p>
          <a:p>
            <a:pPr>
              <a:defRPr sz="1200"/>
            </a:pPr>
            <a:r>
              <a:t>D:/pasar_fix/node_modules/.bun/kysely@0.28.17/node_modules/kysely/LICENSE</a:t>
            </a:r>
          </a:p>
          <a:p>
            <a:pPr>
              <a:defRPr sz="1200"/>
            </a:pPr>
            <a:r>
              <a:t>D:/pasar_fix/node_modules/.bun/kysely@0.28.17/node_modules/kysely/outdated-typescript.d.ts</a:t>
            </a:r>
          </a:p>
          <a:p>
            <a:pPr>
              <a:defRPr sz="1200"/>
            </a:pPr>
            <a:r>
              <a:t>D:/pasar_fix/node_modules/.bun/kysely@0.28.17/node_modules/kysely/package.json</a:t>
            </a:r>
          </a:p>
          <a:p>
            <a:pPr>
              <a:defRPr sz="1200"/>
            </a:pPr>
            <a:r>
              <a:t>D:/pasar_fix/node_modules/.bun/kysely@0.28.17/node_modules/kysely/README.md</a:t>
            </a:r>
          </a:p>
          <a:p>
            <a:pPr>
              <a:defRPr sz="1200"/>
            </a:pPr>
            <a:r>
              <a:t>D:/pasar_fix/node_modules/.bun/kysely@0.28.17/node_modules/kysely/dist/cjs/index.d.ts</a:t>
            </a:r>
          </a:p>
          <a:p>
            <a:pPr>
              <a:defRPr sz="1200"/>
            </a:pPr>
            <a:r>
              <a:t>D:/pasar_fix/node_modules/.bun/kysely@0.28.17/node_modules/kysely/dist/cjs/index.js</a:t>
            </a:r>
          </a:p>
          <a:p>
            <a:pPr>
              <a:defRPr sz="1200"/>
            </a:pPr>
            <a:r>
              <a:t>D:/pasar_fix/node_modules/.bun/kysely@0.28.17/node_modules/kysely/dist/cjs/kysely.d.ts</a:t>
            </a:r>
          </a:p>
          <a:p>
            <a:pPr>
              <a:defRPr sz="1200"/>
            </a:pPr>
            <a:r>
              <a:t>D:/pasar_fix/node_modules/.bun/kysely@0.28.17/node_modules/kysely/dist/cjs/kysely.js</a:t>
            </a:r>
          </a:p>
          <a:p>
            <a:pPr>
              <a:defRPr sz="1200"/>
            </a:pPr>
            <a:r>
              <a:t>D:/pasar_fix/node_modules/.bun/kysely@0.28.17/node_modules/kysely/dist/cjs/package.json</a:t>
            </a:r>
          </a:p>
          <a:p>
            <a:pPr>
              <a:defRPr sz="1200"/>
            </a:pPr>
            <a:r>
              <a:t>D:/pasar_fix/node_modules/.bun/kysely@0.28.17/node_modules/kysely/dist/cjs/query-creator.d.ts</a:t>
            </a:r>
          </a:p>
          <a:p>
            <a:pPr>
              <a:defRPr sz="1200"/>
            </a:pPr>
            <a:r>
              <a:t>D:/pasar_fix/node_modules/.bun/kysely@0.28.17/node_modules/kysely/dist/cjs/query-creator.js</a:t>
            </a:r>
          </a:p>
          <a:p>
            <a:pPr>
              <a:defRPr sz="1200"/>
            </a:pPr>
            <a:r>
              <a:t>D:/pasar_fix/node_modules/.bun/kysely@0.28.17/node_modules/kysely/dist/cjs/dialect/database-introspector.d.ts</a:t>
            </a:r>
          </a:p>
          <a:p>
            <a:pPr>
              <a:defRPr sz="1200"/>
            </a:pPr>
            <a:r>
              <a:t>D:/pasar_fix/node_modules/.bun/kysely@0.28.17/node_modules/kysely/dist/cjs/dialect/database-introspector.js</a:t>
            </a:r>
          </a:p>
          <a:p>
            <a:pPr>
              <a:defRPr sz="1200"/>
            </a:pPr>
            <a:r>
              <a:t>D:/pasar_fix/node_modules/.bun/kysely@0.28.17/node_modules/kysely/dist/cjs/dialect/dialect-adapter-base.d.ts</a:t>
            </a:r>
          </a:p>
          <a:p>
            <a:pPr>
              <a:defRPr sz="1200"/>
            </a:pPr>
            <a:r>
              <a:t>D:/pasar_fix/node_modules/.bun/kysely@0.28.17/node_modules/kysely/dist/cjs/dialect/dialect-adapter-base.js</a:t>
            </a:r>
          </a:p>
          <a:p>
            <a:pPr>
              <a:defRPr sz="1200"/>
            </a:pPr>
            <a:r>
              <a:t>D:/pasar_fix/node_modules/.bun/kysely@0.28.17/node_modules/kysely/dist/cjs/dialect/dialect-adapter.d.ts</a:t>
            </a:r>
          </a:p>
          <a:p>
            <a:pPr>
              <a:defRPr sz="1200"/>
            </a:pPr>
            <a:r>
              <a:t>D:/pasar_fix/node_modules/.bun/kysely@0.28.17/node_modules/kysely/dist/cjs/dialect/dialect-adapter.js</a:t>
            </a:r>
          </a:p>
          <a:p>
            <a:pPr>
              <a:defRPr sz="1200"/>
            </a:pPr>
            <a:r>
              <a:t>D:/pasar_fix/node_modules/.bun/kysely@0.28.17/node_modules/kysely/dist/cjs/dialect/dialect.d.ts</a:t>
            </a:r>
          </a:p>
          <a:p>
            <a:pPr>
              <a:defRPr sz="1200"/>
            </a:pPr>
            <a:r>
              <a:t>D:/pasar_fix/node_modules/.bun/kysely@0.28.17/node_modules/kysely/dist/cjs/dialect/dialect.js</a:t>
            </a:r>
          </a:p>
          <a:p>
            <a:pPr>
              <a:defRPr sz="1200"/>
            </a:pPr>
            <a:r>
              <a:t>D:/pasar_fix/node_modules/.bun/kysely@0.28.17/node_modules/kysely/dist/cjs/dialect/mssql/mssql-adapter.d.ts</a:t>
            </a:r>
          </a:p>
          <a:p>
            <a:pPr>
              <a:defRPr sz="1200"/>
            </a:pPr>
            <a:r>
              <a:t>D:/pasar_fix/node_modules/.bun/kysely@0.28.17/node_modules/kysely/dist/cjs/dialect/mssql/mssql-adapter.js</a:t>
            </a:r>
          </a:p>
          <a:p>
            <a:pPr>
              <a:defRPr sz="1200"/>
            </a:pPr>
            <a:r>
              <a:t>D:/pasar_fix/node_modules/.bun/kysely@0.28.17/node_modules/kysely/dist/cjs/dialect/mssql/mssql-dialect-config.d.ts</a:t>
            </a:r>
          </a:p>
          <a:p>
            <a:pPr>
              <a:defRPr sz="1200"/>
            </a:pPr>
            <a:r>
              <a:t>D:/pasar_fix/node_modules/.bun/kysely@0.28.17/node_modules/kysely/dist/cjs/dialect/mssql/mssql-dialect-config.js</a:t>
            </a:r>
          </a:p>
          <a:p>
            <a:pPr>
              <a:defRPr sz="1200"/>
            </a:pPr>
            <a:r>
              <a:t>D:/pasar_fix/node_modules/.bun/kysely@0.28.17/node_modules/kysely/dist/cjs/dialect/mssql/mssql-dialect.d.ts</a:t>
            </a:r>
          </a:p>
          <a:p>
            <a:pPr>
              <a:defRPr sz="1200"/>
            </a:pPr>
            <a:r>
              <a:t>D:/pasar_fix/node_modules/.bun/kysely@0.28.17/node_modules/kysely/dist/cjs/dialect/mssql/mssql-dialect.js</a:t>
            </a:r>
          </a:p>
          <a:p>
            <a:pPr>
              <a:defRPr sz="1200"/>
            </a:pPr>
            <a:r>
              <a:t>D:/pasar_fix/node_modules/.bun/kysely@0.28.17/node_modules/kysely/dist/cjs/dialect/mssql/mssql-driver.d.ts</a:t>
            </a:r>
          </a:p>
          <a:p>
            <a:pPr>
              <a:defRPr sz="1200"/>
            </a:pPr>
            <a:r>
              <a:t>D:/pasar_fix/node_modules/.bun/kysely@0.28.17/node_modules/kysely/dist/cjs/dialect/mssql/mssql-driver.js</a:t>
            </a:r>
          </a:p>
          <a:p>
            <a:pPr>
              <a:defRPr sz="1200"/>
            </a:pPr>
            <a:r>
              <a:t>D:/pasar_fix/node_modules/.bun/kysely@0.28.17/node_modules/kysely/dist/cjs/dialect/mssql/mssql-introspector.d.ts</a:t>
            </a:r>
          </a:p>
          <a:p>
            <a:pPr>
              <a:defRPr sz="1200"/>
            </a:pPr>
            <a:r>
              <a:t>D:/pasar_fix/node_modules/.bun/kysely@0.28.17/node_modules/kysely/dist/cjs/dialect/mssql/mssql-introspector.js</a:t>
            </a:r>
          </a:p>
          <a:p>
            <a:pPr>
              <a:defRPr sz="1200"/>
            </a:pPr>
            <a:r>
              <a:t>D:/pasar_fix/node_modules/.bun/kysely@0.28.17/node_modules/kysely/dist/cjs/dialect/mssql/mssql-query-compiler.d.ts</a:t>
            </a:r>
          </a:p>
          <a:p>
            <a:pPr>
              <a:defRPr sz="1200"/>
            </a:pPr>
            <a:r>
              <a:t>D:/pasar_fix/node_modules/.bun/kysely@0.28.17/node_modules/kysely/dist/cjs/dialect/mssql/mssql-query-compiler.js</a:t>
            </a:r>
          </a:p>
          <a:p>
            <a:pPr>
              <a:defRPr sz="1200"/>
            </a:pPr>
            <a:r>
              <a:t>D:/pasar_fix/node_modules/.bun/kysely@0.28.17/node_modules/kysely/dist/cjs/dialect/mysql/mysql-adapter.d.ts</a:t>
            </a:r>
          </a:p>
          <a:p>
            <a:pPr>
              <a:defRPr sz="1200"/>
            </a:pPr>
            <a:r>
              <a:t>D:/pasar_fix/node_modules/.bun/kysely@0.28.17/node_modules/kysely/dist/cjs/dialect/mysql/mysql-adapter.js</a:t>
            </a:r>
          </a:p>
          <a:p>
            <a:pPr>
              <a:defRPr sz="1200"/>
            </a:pPr>
            <a:r>
              <a:t>D:/pasar_fix/node_modules/.bun/kysely@0.28.17/node_modules/kysely/dist/cjs/dialect/mysql/mysql-dialect-config.d.ts</a:t>
            </a:r>
          </a:p>
          <a:p>
            <a:pPr>
              <a:defRPr sz="1200"/>
            </a:pPr>
            <a:r>
              <a:t>D:/pasar_fix/node_modules/.bun/kysely@0.28.17/node_modules/kysely/dist/cjs/dialect/mysql/mysql-dialect-config.js</a:t>
            </a:r>
          </a:p>
          <a:p>
            <a:pPr>
              <a:defRPr sz="1200"/>
            </a:pPr>
            <a:r>
              <a:t>D:/pasar_fix/node_modules/.bun/kysely@0.28.17/node_modules/kysely/dist/cjs/dialect/mysql/mysql-dialect.d.ts</a:t>
            </a:r>
          </a:p>
          <a:p>
            <a:pPr>
              <a:defRPr sz="1200"/>
            </a:pPr>
            <a:r>
              <a:t>D:/pasar_fix/node_modules/.bun/kysely@0.28.17/node_modules/kysely/dist/cjs/dialect/mysql/mysql-dialect.js</a:t>
            </a:r>
          </a:p>
          <a:p>
            <a:pPr>
              <a:defRPr sz="1200"/>
            </a:pPr>
            <a:r>
              <a:t>D:/pasar_fix/node_modules/.bun/kysely@0.28.17/node_modules/kysely/dist/cjs/dialect/mysql/mysql-driver.d.ts</a:t>
            </a:r>
          </a:p>
          <a:p>
            <a:pPr>
              <a:defRPr sz="1200"/>
            </a:pPr>
            <a:r>
              <a:t>D:/pasar_fix/node_modules/.bun/kysely@0.28.17/node_modules/kysely/dist/cjs/dialect/mysql/mysql-driver.js</a:t>
            </a:r>
          </a:p>
          <a:p>
            <a:pPr>
              <a:defRPr sz="1200"/>
            </a:pPr>
            <a:r>
              <a:t>D:/pasar_fix/node_modules/.bun/kysely@0.28.17/node_modules/kysely/dist/cjs/dialect/mysql/mysql-introspector.d.ts</a:t>
            </a:r>
          </a:p>
          <a:p>
            <a:pPr>
              <a:defRPr sz="1200"/>
            </a:pPr>
            <a:r>
              <a:t>D:/pasar_fix/node_modules/.bun/kysely@0.28.17/node_modules/kysely/dist/cjs/dialect/mysql/mysql-introspector.js</a:t>
            </a:r>
          </a:p>
          <a:p>
            <a:pPr>
              <a:defRPr sz="1200"/>
            </a:pPr>
            <a:r>
              <a:t>D:/pasar_fix/node_modules/.bun/kysely@0.28.17/node_modules/kysely/dist/cjs/dialect/mysql/mysql-query-compiler.d.ts</a:t>
            </a:r>
          </a:p>
          <a:p>
            <a:pPr>
              <a:defRPr sz="1200"/>
            </a:pPr>
            <a:r>
              <a:t>D:/pasar_fix/node_modules/.bun/kysely@0.28.17/node_modules/kysely/dist/cjs/dialect/mysql/mysql-query-compiler.js</a:t>
            </a:r>
          </a:p>
          <a:p>
            <a:pPr>
              <a:defRPr sz="1200"/>
            </a:pPr>
            <a:r>
              <a:t>D:/pasar_fix/node_modules/.bun/kysely@0.28.17/node_modules/kysely/dist/cjs/dialect/postgres/postgres-adapter.d.ts</a:t>
            </a:r>
          </a:p>
          <a:p>
            <a:pPr>
              <a:defRPr sz="1200"/>
            </a:pPr>
            <a:r>
              <a:t>D:/pasar_fix/node_modules/.bun/kysely@0.28.17/node_modules/kysely/dist/cjs/dialect/postgres/postgres-adapter.js</a:t>
            </a:r>
          </a:p>
          <a:p>
            <a:pPr>
              <a:defRPr sz="1200"/>
            </a:pPr>
            <a:r>
              <a:t>D:/pasar_fix/node_modules/.bun/kysely@0.28.17/node_modules/kysely/dist/cjs/dialect/postgres/postgres-dialect-config.d.ts</a:t>
            </a:r>
          </a:p>
          <a:p>
            <a:pPr>
              <a:defRPr sz="1200"/>
            </a:pPr>
            <a:r>
              <a:t>D:/pasar_fix/node_modules/.bun/kysely@0.28.17/node_modules/kysely/dist/cjs/dialect/postgres/postgres-dialect-config.js</a:t>
            </a:r>
          </a:p>
          <a:p>
            <a:pPr>
              <a:defRPr sz="1200"/>
            </a:pPr>
            <a:r>
              <a:t>D:/pasar_fix/node_modules/.bun/kysely@0.28.17/node_modules/kysely/dist/cjs/dialect/postgres/postgres-dialect.d.ts</a:t>
            </a:r>
          </a:p>
          <a:p>
            <a:pPr>
              <a:defRPr sz="1200"/>
            </a:pPr>
            <a:r>
              <a:t>D:/pasar_fix/node_modules/.bun/kysely@0.28.17/node_modules/kysely/dist/cjs/dialect/postgres/postgres-dialect.js</a:t>
            </a:r>
          </a:p>
          <a:p>
            <a:pPr>
              <a:defRPr sz="1200"/>
            </a:pPr>
            <a:r>
              <a:t>D:/pasar_fix/node_modules/.bun/kysely@0.28.17/node_modules/kysely/dist/cjs/dialect/postgres/postgres-driver.d.ts</a:t>
            </a:r>
          </a:p>
          <a:p>
            <a:pPr>
              <a:defRPr sz="1200"/>
            </a:pPr>
            <a:r>
              <a:t>D:/pasar_fix/node_modules/.bun/kysely@0.28.17/node_modules/kysely/dist/cjs/dialect/postgres/postgres-driver.js</a:t>
            </a:r>
          </a:p>
          <a:p>
            <a:pPr>
              <a:defRPr sz="1200"/>
            </a:pPr>
            <a:r>
              <a:t>D:/pasar_fix/node_modules/.bun/kysely@0.28.17/node_modules/kysely/dist/cjs/dialect/postgres/postgres-introspector.d.ts</a:t>
            </a:r>
          </a:p>
          <a:p>
            <a:pPr>
              <a:defRPr sz="1200"/>
            </a:pPr>
            <a:r>
              <a:t>D:/pasar_fix/node_modules/.bun/kysely@0.28.17/node_modules/kysely/dist/cjs/dialect/postgres/postgres-introspector.js</a:t>
            </a:r>
          </a:p>
          <a:p>
            <a:pPr>
              <a:defRPr sz="1200"/>
            </a:pPr>
            <a:r>
              <a:t>D:/pasar_fix/node_modules/.bun/kysely@0.28.17/node_modules/kysely/dist/cjs/dialect/postgres/postgres-query-compiler.d.ts</a:t>
            </a:r>
          </a:p>
          <a:p>
            <a:pPr>
              <a:defRPr sz="1200"/>
            </a:pPr>
            <a:r>
              <a:t>D:/pasar_fix/node_modules/.bun/kysely@0.28.17/node_modules/kysely/dist/cjs/dialect/postgres/postgres-query-compiler.js</a:t>
            </a:r>
          </a:p>
          <a:p>
            <a:pPr>
              <a:defRPr sz="1200"/>
            </a:pPr>
            <a:r>
              <a:t>D:/pasar_fix/node_modules/.bun/kysely@0.28.17/node_modules/kysely/dist/cjs/dialect/sqlite/sqlite-adapter.d.ts</a:t>
            </a:r>
          </a:p>
          <a:p>
            <a:pPr>
              <a:defRPr sz="1200"/>
            </a:pPr>
            <a:r>
              <a:t>D:/pasar_fix/node_modules/.bun/kysely@0.28.17/node_modules/kysely/dist/cjs/dialect/sqlite/sqlite-adapter.js</a:t>
            </a:r>
          </a:p>
          <a:p>
            <a:pPr>
              <a:defRPr sz="1200"/>
            </a:pPr>
            <a:r>
              <a:t>D:/pasar_fix/node_modules/.bun/kysely@0.28.17/node_modules/kysely/dist/cjs/dialect/sqlite/sqlite-dialect-config.d.ts</a:t>
            </a:r>
          </a:p>
          <a:p>
            <a:pPr>
              <a:defRPr sz="1200"/>
            </a:pPr>
            <a:r>
              <a:t>D:/pasar_fix/node_modules/.bun/kysely@0.28.17/node_modules/kysely/dist/cjs/dialect/sqlite/sqlite-dialect-config.js</a:t>
            </a:r>
          </a:p>
          <a:p>
            <a:pPr>
              <a:defRPr sz="1200"/>
            </a:pPr>
            <a:r>
              <a:t>D:/pasar_fix/node_modules/.bun/kysely@0.28.17/node_modules/kysely/dist/cjs/dialect/sqlite/sqlite-dialect.d.ts</a:t>
            </a:r>
          </a:p>
          <a:p>
            <a:pPr>
              <a:defRPr sz="1200"/>
            </a:pPr>
            <a:r>
              <a:t>D:/pasar_fix/node_modules/.bun/kysely@0.28.17/node_modules/kysely/dist/cjs/dialect/sqlite/sqlite-dialect.js</a:t>
            </a:r>
          </a:p>
          <a:p>
            <a:pPr>
              <a:defRPr sz="1200"/>
            </a:pPr>
            <a:r>
              <a:t>D:/pasar_fix/node_modules/.bun/kysely@0.28.17/node_modules/kysely/dist/cjs/dialect/sqlite/sqlite-driver.d.ts</a:t>
            </a:r>
          </a:p>
          <a:p>
            <a:pPr>
              <a:defRPr sz="1200"/>
            </a:pPr>
            <a:r>
              <a:t>D:/pasar_fix/node_modules/.bun/kysely@0.28.17/node_modules/kysely/dist/cjs/dialect/sqlite/sqlite-driver.js</a:t>
            </a:r>
          </a:p>
          <a:p>
            <a:pPr>
              <a:defRPr sz="1200"/>
            </a:pPr>
            <a:r>
              <a:t>D:/pasar_fix/node_modules/.bun/kysely@0.28.17/node_modules/kysely/dist/cjs/dialect/sqlite/sqlite-introspector.d.ts</a:t>
            </a:r>
          </a:p>
          <a:p>
            <a:pPr>
              <a:defRPr sz="1200"/>
            </a:pPr>
            <a:r>
              <a:t>D:/pasar_fix/node_modules/.bun/kysely@0.28.17/node_modules/kysely/dist/cjs/dialect/sqlite/sqlite-introspector.js</a:t>
            </a:r>
          </a:p>
          <a:p>
            <a:pPr>
              <a:defRPr sz="1200"/>
            </a:pPr>
            <a:r>
              <a:t>D:/pasar_fix/node_modules/.bun/kysely@0.28.17/node_modules/kysely/dist/cjs/dialect/sqlite/sqlite-query-compiler.d.ts</a:t>
            </a:r>
          </a:p>
          <a:p>
            <a:pPr>
              <a:defRPr sz="1200"/>
            </a:pPr>
            <a:r>
              <a:t>D:/pasar_fix/node_modules/.bun/kysely@0.28.17/node_modules/kysely/dist/cjs/dialect/sqlite/sqlite-query-compiler.js</a:t>
            </a:r>
          </a:p>
          <a:p>
            <a:pPr>
              <a:defRPr sz="1200"/>
            </a:pPr>
            <a:r>
              <a:t>D:/pasar_fix/node_modules/.bun/kysely@0.28.17/node_modules/kysely/dist/cjs/driver/connection-provider.d.ts</a:t>
            </a:r>
          </a:p>
          <a:p>
            <a:pPr>
              <a:defRPr sz="1200"/>
            </a:pPr>
            <a:r>
              <a:t>D:/pasar_fix/node_modules/.bun/kysely@0.28.17/node_modules/kysely/dist/cjs/driver/connection-provider.js</a:t>
            </a:r>
          </a:p>
          <a:p>
            <a:pPr>
              <a:defRPr sz="1200"/>
            </a:pPr>
            <a:r>
              <a:t>D:/pasar_fix/node_modules/.bun/kysely@0.28.17/node_modules/kysely/dist/cjs/driver/database-connection.d.ts</a:t>
            </a:r>
          </a:p>
          <a:p>
            <a:pPr>
              <a:defRPr sz="1200"/>
            </a:pPr>
            <a:r>
              <a:t>D:/pasar_fix/node_modules/.bun/kysely@0.28.17/node_modules/kysely/dist/cjs/driver/database-connection.js</a:t>
            </a:r>
          </a:p>
          <a:p>
            <a:pPr>
              <a:defRPr sz="1200"/>
            </a:pPr>
            <a:r>
              <a:t>D:/pasar_fix/node_modules/.bun/kysely@0.28.17/node_modules/kysely/dist/cjs/driver/default-connection-provider.d.ts</a:t>
            </a:r>
          </a:p>
          <a:p>
            <a:pPr>
              <a:defRPr sz="1200"/>
            </a:pPr>
            <a:r>
              <a:t>D:/pasar_fix/node_modules/.bun/kysely@0.28.17/node_modules/kysely/dist/cjs/driver/default-connection-provider.js</a:t>
            </a:r>
          </a:p>
          <a:p>
            <a:pPr>
              <a:defRPr sz="1200"/>
            </a:pPr>
            <a:r>
              <a:t>D:/pasar_fix/node_modules/.bun/kysely@0.28.17/node_modules/kysely/dist/cjs/driver/driver.d.ts</a:t>
            </a:r>
          </a:p>
          <a:p>
            <a:pPr>
              <a:defRPr sz="1200"/>
            </a:pPr>
            <a:r>
              <a:t>D:/pasar_fix/node_modules/.bun/kysely@0.28.17/node_modules/kysely/dist/cjs/driver/driver.js</a:t>
            </a:r>
          </a:p>
          <a:p>
            <a:pPr>
              <a:defRPr sz="1200"/>
            </a:pPr>
            <a:r>
              <a:t>D:/pasar_fix/node_modules/.bun/kysely@0.28.17/node_modules/kysely/dist/cjs/driver/dummy-driver.d.ts</a:t>
            </a:r>
          </a:p>
          <a:p>
            <a:pPr>
              <a:defRPr sz="1200"/>
            </a:pPr>
            <a:r>
              <a:t>D:/pasar_fix/node_modules/.bun/kysely@0.28.17/node_modules/kysely/dist/cjs/driver/dummy-driver.js</a:t>
            </a:r>
          </a:p>
          <a:p>
            <a:pPr>
              <a:defRPr sz="1200"/>
            </a:pPr>
            <a:r>
              <a:t>D:/pasar_fix/node_modules/.bun/kysely@0.28.17/node_modules/kysely/dist/cjs/driver/runtime-driver.d.ts</a:t>
            </a:r>
          </a:p>
          <a:p>
            <a:pPr>
              <a:defRPr sz="1200"/>
            </a:pPr>
            <a:r>
              <a:t>D:/pasar_fix/node_modules/.bun/kysely@0.28.17/node_modules/kysely/dist/cjs/driver/runtime-driver.js</a:t>
            </a:r>
          </a:p>
          <a:p>
            <a:pPr>
              <a:defRPr sz="1200"/>
            </a:pPr>
            <a:r>
              <a:t>D:/pasar_fix/node_modules/.bun/kysely@0.28.17/node_modules/kysely/dist/cjs/driver/single-connection-provider.d.ts</a:t>
            </a:r>
          </a:p>
          <a:p>
            <a:pPr>
              <a:defRPr sz="1200"/>
            </a:pPr>
            <a:r>
              <a:t>D:/pasar_fix/node_modules/.bun/kysely@0.28.17/node_modules/kysely/dist/cjs/driver/single-connection-provider.js</a:t>
            </a:r>
          </a:p>
          <a:p>
            <a:pPr>
              <a:defRPr sz="1200"/>
            </a:pPr>
            <a:r>
              <a:t>D:/pasar_fix/node_modules/.bun/kysely@0.28.17/node_modules/kysely/dist/cjs/dynamic/dynamic-reference-builder.d.ts</a:t>
            </a:r>
          </a:p>
          <a:p>
            <a:pPr>
              <a:defRPr sz="1200"/>
            </a:pPr>
            <a:r>
              <a:t>D:/pasar_fix/node_modules/.bun/kysely@0.28.17/node_modules/kysely/dist/cjs/dynamic/dynamic-reference-builder.js</a:t>
            </a:r>
          </a:p>
          <a:p>
            <a:pPr>
              <a:defRPr sz="1200"/>
            </a:pPr>
            <a:r>
              <a:t>D:/pasar_fix/node_modules/.bun/kysely@0.28.17/node_modules/kysely/dist/cjs/dynamic/dynamic-table-builder.d.ts</a:t>
            </a:r>
          </a:p>
          <a:p>
            <a:pPr>
              <a:defRPr sz="1200"/>
            </a:pPr>
            <a:r>
              <a:t>D:/pasar_fix/node_modules/.bun/kysely@0.28.17/node_modules/kysely/dist/cjs/dynamic/dynamic-table-builder.js</a:t>
            </a:r>
          </a:p>
          <a:p>
            <a:pPr>
              <a:defRPr sz="1200"/>
            </a:pPr>
            <a:r>
              <a:t>D:/pasar_fix/node_modules/.bun/kysely@0.28.17/node_modules/kysely/dist/cjs/dynamic/dynamic.d.ts</a:t>
            </a:r>
          </a:p>
          <a:p>
            <a:pPr>
              <a:defRPr sz="1200"/>
            </a:pPr>
            <a:r>
              <a:t>D:/pasar_fix/node_modules/.bun/kysely@0.28.17/node_modules/kysely/dist/cjs/dynamic/dynamic.js</a:t>
            </a:r>
          </a:p>
          <a:p>
            <a:pPr>
              <a:defRPr sz="1200"/>
            </a:pPr>
            <a:r>
              <a:t>D:/pasar_fix/node_modules/.bun/kysely@0.28.17/node_modules/kysely/dist/cjs/expression/expression-builder.d.ts</a:t>
            </a:r>
          </a:p>
          <a:p>
            <a:pPr>
              <a:defRPr sz="1200"/>
            </a:pPr>
            <a:r>
              <a:t>D:/pasar_fix/node_modules/.bun/kysely@0.28.17/node_modules/kysely/dist/cjs/expression/expression-builder.js</a:t>
            </a:r>
          </a:p>
          <a:p>
            <a:pPr>
              <a:defRPr sz="1200"/>
            </a:pPr>
            <a:r>
              <a:t>D:/pasar_fix/node_modules/.bun/kysely@0.28.17/node_modules/kysely/dist/cjs/expression/expression-wrapper.d.ts</a:t>
            </a:r>
          </a:p>
          <a:p>
            <a:pPr>
              <a:defRPr sz="1200"/>
            </a:pPr>
            <a:r>
              <a:t>D:/pasar_fix/node_modules/.bun/kysely@0.28.17/node_modules/kysely/dist/cjs/expression/expression-wrapper.js</a:t>
            </a:r>
          </a:p>
          <a:p>
            <a:pPr>
              <a:defRPr sz="1200"/>
            </a:pPr>
            <a:r>
              <a:t>D:/pasar_fix/node_modules/.bun/kysely@0.28.17/node_modules/kysely/dist/cjs/expression/expression.d.ts</a:t>
            </a:r>
          </a:p>
          <a:p>
            <a:pPr>
              <a:defRPr sz="1200"/>
            </a:pPr>
            <a:r>
              <a:t>D:/pasar_fix/node_modules/.bun/kysely@0.28.17/node_modules/kysely/dist/cjs/expression/expression.js</a:t>
            </a:r>
          </a:p>
          <a:p>
            <a:pPr>
              <a:defRPr sz="1200"/>
            </a:pPr>
            <a:r>
              <a:t>D:/pasar_fix/node_modules/.bun/kysely@0.28.17/node_modules/kysely/dist/cjs/helpers/mssql.d.ts</a:t>
            </a:r>
          </a:p>
          <a:p>
            <a:pPr>
              <a:defRPr sz="1200"/>
            </a:pPr>
            <a:r>
              <a:t>D:/pasar_fix/node_modules/.bun/kysely@0.28.17/node_modules/kysely/dist/cjs/helpers/mssql.js</a:t>
            </a:r>
          </a:p>
          <a:p>
            <a:pPr>
              <a:defRPr sz="1200"/>
            </a:pPr>
            <a:r>
              <a:t>D:/pasar_fix/node_modules/.bun/kysely@0.28.17/node_modules/kysely/dist/cjs/helpers/mysql.d.ts</a:t>
            </a:r>
          </a:p>
          <a:p>
            <a:pPr>
              <a:defRPr sz="1200"/>
            </a:pPr>
            <a:r>
              <a:t>D:/pasar_fix/node_modules/.bun/kysely@0.28.17/node_modules/kysely/dist/cjs/helpers/mysql.js</a:t>
            </a:r>
          </a:p>
          <a:p>
            <a:pPr>
              <a:defRPr sz="1200"/>
            </a:pPr>
            <a:r>
              <a:t>D:/pasar_fix/node_modules/.bun/kysely@0.28.17/node_modules/kysely/dist/cjs/helpers/postgres.d.ts</a:t>
            </a:r>
          </a:p>
          <a:p>
            <a:pPr>
              <a:defRPr sz="1200"/>
            </a:pPr>
            <a:r>
              <a:t>D:/pasar_fix/node_modules/.bun/kysely@0.28.17/node_modules/kysely/dist/cjs/helpers/postgres.js</a:t>
            </a:r>
          </a:p>
          <a:p>
            <a:pPr>
              <a:defRPr sz="1200"/>
            </a:pPr>
            <a:r>
              <a:t>D:/pasar_fix/node_modules/.bun/kysely@0.28.17/node_modules/kysely/dist/cjs/helpers/sqlite.d.ts</a:t>
            </a:r>
          </a:p>
          <a:p>
            <a:pPr>
              <a:defRPr sz="1200"/>
            </a:pPr>
            <a:r>
              <a:t>D:/pasar_fix/node_modules/.bun/kysely@0.28.17/node_modules/kysely/dist/cjs/helpers/sqlite.js</a:t>
            </a:r>
          </a:p>
          <a:p>
            <a:pPr>
              <a:defRPr sz="1200"/>
            </a:pPr>
            <a:r>
              <a:t>D:/pasar_fix/node_modules/.bun/kysely@0.28.17/node_modules/kysely/dist/cjs/migration/file-migration-provider.d.ts</a:t>
            </a:r>
          </a:p>
          <a:p>
            <a:pPr>
              <a:defRPr sz="1200"/>
            </a:pPr>
            <a:r>
              <a:t>D:/pasar_fix/node_modules/.bun/kysely@0.28.17/node_modules/kysely/dist/cjs/migration/file-migration-provider.js</a:t>
            </a:r>
          </a:p>
          <a:p>
            <a:pPr>
              <a:defRPr sz="1200"/>
            </a:pPr>
            <a:r>
              <a:t>D:/pasar_fix/node_modules/.bun/kysely@0.28.17/node_modules/kysely/dist/cjs/migration/migrator.d.ts</a:t>
            </a:r>
          </a:p>
          <a:p>
            <a:pPr>
              <a:defRPr sz="1200"/>
            </a:pPr>
            <a:r>
              <a:t>D:/pasar_fix/node_modules/.bun/kysely@0.28.17/node_modules/kysely/dist/cjs/migration/migrator.js</a:t>
            </a:r>
          </a:p>
          <a:p>
            <a:pPr>
              <a:defRPr sz="1200"/>
            </a:pPr>
            <a:r>
              <a:t>D:/pasar_fix/node_modules/.bun/kysely@0.28.17/node_modules/kysely/dist/cjs/operation-node/add-column-node.d.ts</a:t>
            </a:r>
          </a:p>
          <a:p>
            <a:pPr>
              <a:defRPr sz="1200"/>
            </a:pPr>
            <a:r>
              <a:t>D:/pasar_fix/node_modules/.bun/kysely@0.28.17/node_modules/kysely/dist/cjs/operation-node/add-column-node.js</a:t>
            </a:r>
          </a:p>
          <a:p>
            <a:pPr>
              <a:defRPr sz="1200"/>
            </a:pPr>
            <a:r>
              <a:t>D:/pasar_fix/node_modules/.bun/kysely@0.28.17/node_modules/kysely/dist/cjs/operation-node/add-constraint-node.d.ts</a:t>
            </a:r>
          </a:p>
          <a:p>
            <a:pPr>
              <a:defRPr sz="1200"/>
            </a:pPr>
            <a:r>
              <a:t>D:/pasar_fix/node_modules/.bun/kysely@0.28.17/node_modules/kysely/dist/cjs/operation-node/add-constraint-node.js</a:t>
            </a:r>
          </a:p>
          <a:p>
            <a:pPr>
              <a:defRPr sz="1200"/>
            </a:pPr>
            <a:r>
              <a:t>D:/pasar_fix/node_modules/.bun/kysely@0.28.17/node_modules/kysely/dist/cjs/operation-node/add-index-node.d.ts</a:t>
            </a:r>
          </a:p>
          <a:p>
            <a:pPr>
              <a:defRPr sz="1200"/>
            </a:pPr>
            <a:r>
              <a:t>D:/pasar_fix/node_modules/.bun/kysely@0.28.17/node_modules/kysely/dist/cjs/operation-node/add-index-node.js</a:t>
            </a:r>
          </a:p>
          <a:p>
            <a:pPr>
              <a:defRPr sz="1200"/>
            </a:pPr>
            <a:r>
              <a:t>D:/pasar_fix/node_modules/.bun/kysely@0.28.17/node_modules/kysely/dist/cjs/operation-node/aggregate-function-node.d.ts</a:t>
            </a:r>
          </a:p>
          <a:p>
            <a:pPr>
              <a:defRPr sz="1200"/>
            </a:pPr>
            <a:r>
              <a:t>D:/pasar_fix/node_modules/.bun/kysely@0.28.17/node_modules/kysely/dist/cjs/operation-node/aggregate-function-node.js</a:t>
            </a:r>
          </a:p>
          <a:p>
            <a:pPr>
              <a:defRPr sz="1200"/>
            </a:pPr>
            <a:r>
              <a:t>D:/pasar_fix/node_modules/.bun/kysely@0.28.17/node_modules/kysely/dist/cjs/operation-node/alias-node.d.ts</a:t>
            </a:r>
          </a:p>
          <a:p>
            <a:pPr>
              <a:defRPr sz="1200"/>
            </a:pPr>
            <a:r>
              <a:t>D:/pasar_fix/node_modules/.bun/kysely@0.28.17/node_modules/kysely/dist/cjs/operation-node/alias-node.js</a:t>
            </a:r>
          </a:p>
          <a:p>
            <a:pPr>
              <a:defRPr sz="1200"/>
            </a:pPr>
            <a:r>
              <a:t>D:/pasar_fix/node_modules/.bun/kysely@0.28.17/node_modules/kysely/dist/cjs/operation-node/alter-column-node.d.ts</a:t>
            </a:r>
          </a:p>
          <a:p>
            <a:pPr>
              <a:defRPr sz="1200"/>
            </a:pPr>
            <a:r>
              <a:t>D:/pasar_fix/node_modules/.bun/kysely@0.28.17/node_modules/kysely/dist/cjs/operation-node/alter-column-node.js</a:t>
            </a:r>
          </a:p>
          <a:p>
            <a:pPr>
              <a:defRPr sz="1200"/>
            </a:pPr>
            <a:r>
              <a:t>D:/pasar_fix/node_modules/.bun/kysely@0.28.17/node_modules/kysely/dist/cjs/operation-node/alter-table-node.d.ts</a:t>
            </a:r>
          </a:p>
          <a:p>
            <a:pPr>
              <a:defRPr sz="1200"/>
            </a:pPr>
            <a:r>
              <a:t>D:/pasar_fix/node_modules/.bun/kysely@0.28.17/node_modules/kysely/dist/cjs/operation-node/alter-table-node.js</a:t>
            </a:r>
          </a:p>
          <a:p>
            <a:pPr>
              <a:defRPr sz="1200"/>
            </a:pPr>
            <a:r>
              <a:t>D:/pasar_fix/node_modules/.bun/kysely@0.28.17/node_modules/kysely/dist/cjs/operation-node/and-node.d.ts</a:t>
            </a:r>
          </a:p>
          <a:p>
            <a:pPr>
              <a:defRPr sz="1200"/>
            </a:pPr>
            <a:r>
              <a:t>D:/pasar_fix/node_modules/.bun/kysely@0.28.17/node_modules/kysely/dist/cjs/operation-node/and-node.js</a:t>
            </a:r>
          </a:p>
          <a:p>
            <a:pPr>
              <a:defRPr sz="1200"/>
            </a:pPr>
            <a:r>
              <a:t>D:/pasar_fix/node_modules/.bun/kysely@0.28.17/node_modules/kysely/dist/cjs/operation-node/binary-operation-node.d.ts</a:t>
            </a:r>
          </a:p>
          <a:p>
            <a:pPr>
              <a:defRPr sz="1200"/>
            </a:pPr>
            <a:r>
              <a:t>D:/pasar_fix/node_modules/.bun/kysely@0.28.17/node_modules/kysely/dist/cjs/operation-node/binary-operation-node.js</a:t>
            </a:r>
          </a:p>
          <a:p>
            <a:pPr>
              <a:defRPr sz="1200"/>
            </a:pPr>
            <a:r>
              <a:t>D:/pasar_fix/node_modules/.bun/kysely@0.28.17/node_modules/kysely/dist/cjs/operation-node/case-node.d.ts</a:t>
            </a:r>
          </a:p>
          <a:p>
            <a:pPr>
              <a:defRPr sz="1200"/>
            </a:pPr>
            <a:r>
              <a:t>D:/pasar_fix/node_modules/.bun/kysely@0.28.17/node_modules/kysely/dist/cjs/operation-node/case-node.js</a:t>
            </a:r>
          </a:p>
          <a:p>
            <a:pPr>
              <a:defRPr sz="1200"/>
            </a:pPr>
            <a:r>
              <a:t>D:/pasar_fix/node_modules/.bun/kysely@0.28.17/node_modules/kysely/dist/cjs/operation-node/cast-node.d.ts</a:t>
            </a:r>
          </a:p>
          <a:p>
            <a:pPr>
              <a:defRPr sz="1200"/>
            </a:pPr>
            <a:r>
              <a:t>D:/pasar_fix/node_modules/.bun/kysely@0.28.17/node_modules/kysely/dist/cjs/operation-node/cast-node.js</a:t>
            </a:r>
          </a:p>
          <a:p>
            <a:pPr>
              <a:defRPr sz="1200"/>
            </a:pPr>
            <a:r>
              <a:t>D:/pasar_fix/node_modules/.bun/kysely@0.28.17/node_modules/kysely/dist/cjs/operation-node/check-constraint-node.d.ts</a:t>
            </a:r>
          </a:p>
          <a:p>
            <a:pPr>
              <a:defRPr sz="1200"/>
            </a:pPr>
            <a:r>
              <a:t>D:/pasar_fix/node_modules/.bun/kysely@0.28.17/node_modules/kysely/dist/cjs/operation-node/check-constraint-node.js</a:t>
            </a:r>
          </a:p>
          <a:p>
            <a:pPr>
              <a:defRPr sz="1200"/>
            </a:pPr>
            <a:r>
              <a:t>D:/pasar_fix/node_modules/.bun/kysely@0.28.17/node_modules/kysely/dist/cjs/operation-node/collate-node.d.ts</a:t>
            </a:r>
          </a:p>
          <a:p>
            <a:pPr>
              <a:defRPr sz="1200"/>
            </a:pPr>
            <a:r>
              <a:t>D:/pasar_fix/node_modules/.bun/kysely@0.28.17/node_modules/kysely/dist/cjs/operation-node/collate-node.js</a:t>
            </a:r>
          </a:p>
          <a:p>
            <a:pPr>
              <a:defRPr sz="1200"/>
            </a:pPr>
            <a:r>
              <a:t>D:/pasar_fix/node_modules/.bun/kysely@0.28.17/node_modules/kysely/dist/cjs/operation-node/column-definition-node.d.ts</a:t>
            </a:r>
          </a:p>
          <a:p>
            <a:pPr>
              <a:defRPr sz="1200"/>
            </a:pPr>
            <a:r>
              <a:t>D:/pasar_fix/node_modules/.bun/kysely@0.28.17/node_modules/kysely/dist/cjs/operation-node/column-definition-node.js</a:t>
            </a:r>
          </a:p>
          <a:p>
            <a:pPr>
              <a:defRPr sz="1200"/>
            </a:pPr>
            <a:r>
              <a:t>D:/pasar_fix/node_modules/.bun/kysely@0.28.17/node_modules/kysely/dist/cjs/operation-node/column-node.d.ts</a:t>
            </a:r>
          </a:p>
          <a:p>
            <a:pPr>
              <a:defRPr sz="1200"/>
            </a:pPr>
            <a:r>
              <a:t>D:/pasar_fix/node_modules/.bun/kysely@0.28.17/node_modules/kysely/dist/cjs/operation-node/column-node.js</a:t>
            </a:r>
          </a:p>
          <a:p>
            <a:pPr>
              <a:defRPr sz="1200"/>
            </a:pPr>
            <a:r>
              <a:t>D:/pasar_fix/node_modules/.bun/kysely@0.28.17/node_modules/kysely/dist/cjs/operation-node/column-update-node.d.ts</a:t>
            </a:r>
          </a:p>
          <a:p>
            <a:pPr>
              <a:defRPr sz="1200"/>
            </a:pPr>
            <a:r>
              <a:t>D:/pasar_fix/node_modules/.bun/kysely@0.28.17/node_modules/kysely/dist/cjs/operation-node/column-update-node.js</a:t>
            </a:r>
          </a:p>
          <a:p>
            <a:pPr>
              <a:defRPr sz="1200"/>
            </a:pPr>
            <a:r>
              <a:t>D:/pasar_fix/node_modules/.bun/kysely@0.28.17/node_modules/kysely/dist/cjs/operation-node/common-table-expression-name-node.d.ts</a:t>
            </a:r>
          </a:p>
          <a:p>
            <a:pPr>
              <a:defRPr sz="1200"/>
            </a:pPr>
            <a:r>
              <a:t>D:/pasar_fix/node_modules/.bun/kysely@0.28.17/node_modules/kysely/dist/cjs/operation-node/common-table-expression-name-node.js</a:t>
            </a:r>
          </a:p>
          <a:p>
            <a:pPr>
              <a:defRPr sz="1200"/>
            </a:pPr>
            <a:r>
              <a:t>D:/pasar_fix/node_modules/.bun/kysely@0.28.17/node_modules/kysely/dist/cjs/operation-node/common-table-expression-node.d.ts</a:t>
            </a:r>
          </a:p>
          <a:p>
            <a:pPr>
              <a:defRPr sz="1200"/>
            </a:pPr>
            <a:r>
              <a:t>D:/pasar_fix/node_modules/.bun/kysely@0.28.17/node_modules/kysely/dist/cjs/operation-node/common-table-expression-node.js</a:t>
            </a:r>
          </a:p>
          <a:p>
            <a:pPr>
              <a:defRPr sz="1200"/>
            </a:pPr>
            <a:r>
              <a:t>D:/pasar_fix/node_modules/.bun/kysely@0.28.17/node_modules/kysely/dist/cjs/operation-node/constraint-node.d.ts</a:t>
            </a:r>
          </a:p>
          <a:p>
            <a:pPr>
              <a:defRPr sz="1200"/>
            </a:pPr>
            <a:r>
              <a:t>D:/pasar_fix/node_modules/.bun/kysely@0.28.17/node_modules/kysely/dist/cjs/operation-node/constraint-node.js</a:t>
            </a:r>
          </a:p>
          <a:p>
            <a:pPr>
              <a:defRPr sz="1200"/>
            </a:pPr>
            <a:r>
              <a:t>D:/pasar_fix/node_modules/.bun/kysely@0.28.17/node_modules/kysely/dist/cjs/operation-node/create-index-node.d.ts</a:t>
            </a:r>
          </a:p>
          <a:p>
            <a:pPr>
              <a:defRPr sz="1200"/>
            </a:pPr>
            <a:r>
              <a:t>D:/pasar_fix/node_modules/.bun/kysely@0.28.17/node_modules/kysely/dist/cjs/operation-node/create-index-node.js</a:t>
            </a:r>
          </a:p>
          <a:p>
            <a:pPr>
              <a:defRPr sz="1200"/>
            </a:pPr>
            <a:r>
              <a:t>D:/pasar_fix/node_modules/.bun/kysely@0.28.17/node_modules/kysely/dist/cjs/operation-node/create-schema-node.d.ts</a:t>
            </a:r>
          </a:p>
          <a:p>
            <a:pPr>
              <a:defRPr sz="1200"/>
            </a:pPr>
            <a:r>
              <a:t>D:/pasar_fix/node_modules/.bun/kysely@0.28.17/node_modules/kysely/dist/cjs/operation-node/create-schema-node.js</a:t>
            </a:r>
          </a:p>
          <a:p>
            <a:pPr>
              <a:defRPr sz="1200"/>
            </a:pPr>
            <a:r>
              <a:t>D:/pasar_fix/node_modules/.bun/kysely@0.28.17/node_modules/kysely/dist/cjs/operation-node/create-table-node.d.ts</a:t>
            </a:r>
          </a:p>
          <a:p>
            <a:pPr>
              <a:defRPr sz="1200"/>
            </a:pPr>
            <a:r>
              <a:t>D:/pasar_fix/node_modules/.bun/kysely@0.28.17/node_modules/kysely/dist/cjs/operation-node/create-table-node.js</a:t>
            </a:r>
          </a:p>
          <a:p>
            <a:pPr>
              <a:defRPr sz="1200"/>
            </a:pPr>
            <a:r>
              <a:t>D:/pasar_fix/node_modules/.bun/kysely@0.28.17/node_modules/kysely/dist/cjs/operation-node/create-type-node.d.ts</a:t>
            </a:r>
          </a:p>
          <a:p>
            <a:pPr>
              <a:defRPr sz="1200"/>
            </a:pPr>
            <a:r>
              <a:t>D:/pasar_fix/node_modules/.bun/kysely@0.28.17/node_modules/kysely/dist/cjs/operation-node/create-type-node.js</a:t>
            </a:r>
          </a:p>
          <a:p>
            <a:pPr>
              <a:defRPr sz="1200"/>
            </a:pPr>
            <a:r>
              <a:t>D:/pasar_fix/node_modules/.bun/kysely@0.28.17/node_modules/kysely/dist/cjs/operation-node/create-view-node.d.ts</a:t>
            </a:r>
          </a:p>
          <a:p>
            <a:pPr>
              <a:defRPr sz="1200"/>
            </a:pPr>
            <a:r>
              <a:t>D:/pasar_fix/node_modules/.bun/kysely@0.28.17/node_modules/kysely/dist/cjs/operation-node/create-view-node.js</a:t>
            </a:r>
          </a:p>
          <a:p>
            <a:pPr>
              <a:defRPr sz="1200"/>
            </a:pPr>
            <a:r>
              <a:t>D:/pasar_fix/node_modules/.bun/kysely@0.28.17/node_modules/kysely/dist/cjs/operation-node/data-type-node.d.ts</a:t>
            </a:r>
          </a:p>
          <a:p>
            <a:pPr>
              <a:defRPr sz="1200"/>
            </a:pPr>
            <a:r>
              <a:t>D:/pasar_fix/node_modules/.bun/kysely@0.28.17/node_modules/kysely/dist/cjs/operation-node/data-type-node.js</a:t>
            </a:r>
          </a:p>
          <a:p>
            <a:pPr>
              <a:defRPr sz="1200"/>
            </a:pPr>
            <a:r>
              <a:t>D:/pasar_fix/node_modules/.bun/kysely@0.28.17/node_modules/kysely/dist/cjs/operation-node/default-insert-value-node.d.ts</a:t>
            </a:r>
          </a:p>
          <a:p>
            <a:pPr>
              <a:defRPr sz="1200"/>
            </a:pPr>
            <a:r>
              <a:t>D:/pasar_fix/node_modules/.bun/kysely@0.28.17/node_modules/kysely/dist/cjs/operation-node/default-insert-value-node.js</a:t>
            </a:r>
          </a:p>
          <a:p>
            <a:pPr>
              <a:defRPr sz="1200"/>
            </a:pPr>
            <a:r>
              <a:t>D:/pasar_fix/node_modules/.bun/kysely@0.28.17/node_modules/kysely/dist/cjs/operation-node/default-value-node.d.ts</a:t>
            </a:r>
          </a:p>
          <a:p>
            <a:pPr>
              <a:defRPr sz="1200"/>
            </a:pPr>
            <a:r>
              <a:t>D:/pasar_fix/node_modules/.bun/kysely@0.28.17/node_modules/kysely/dist/cjs/operation-node/default-value-node.js</a:t>
            </a:r>
          </a:p>
          <a:p>
            <a:pPr>
              <a:defRPr sz="1200"/>
            </a:pPr>
            <a:r>
              <a:t>D:/pasar_fix/node_modules/.bun/kysely@0.28.17/node_modules/kysely/dist/cjs/operation-node/delete-query-node.d.ts</a:t>
            </a:r>
          </a:p>
          <a:p>
            <a:pPr>
              <a:defRPr sz="1200"/>
            </a:pPr>
            <a:r>
              <a:t>D:/pasar_fix/node_modules/.bun/kysely@0.28.17/node_modules/kysely/dist/cjs/operation-node/delete-query-node.js</a:t>
            </a:r>
          </a:p>
          <a:p>
            <a:pPr>
              <a:defRPr sz="1200"/>
            </a:pPr>
            <a:r>
              <a:t>D:/pasar_fix/node_modules/.bun/kysely@0.28.17/node_modules/kysely/dist/cjs/operation-node/drop-column-node.d.ts</a:t>
            </a:r>
          </a:p>
          <a:p>
            <a:pPr>
              <a:defRPr sz="1200"/>
            </a:pPr>
            <a:r>
              <a:t>D:/pasar_fix/node_modules/.bun/kysely@0.28.17/node_modules/kysely/dist/cjs/operation-node/drop-column-node.js</a:t>
            </a:r>
          </a:p>
          <a:p>
            <a:pPr>
              <a:defRPr sz="1200"/>
            </a:pPr>
            <a:r>
              <a:t>D:/pasar_fix/node_modules/.bun/kysely@0.28.17/node_modules/kysely/dist/cjs/operation-node/drop-constraint-node.d.ts</a:t>
            </a:r>
          </a:p>
          <a:p>
            <a:pPr>
              <a:defRPr sz="1200"/>
            </a:pPr>
            <a:r>
              <a:t>D:/pasar_fix/node_modules/.bun/kysely@0.28.17/node_modules/kysely/dist/cjs/operation-node/drop-constraint-node.js</a:t>
            </a:r>
          </a:p>
          <a:p>
            <a:pPr>
              <a:defRPr sz="1200"/>
            </a:pPr>
            <a:r>
              <a:t>D:/pasar_fix/node_modules/.bun/kysely@0.28.17/node_modules/kysely/dist/cjs/operation-node/drop-index-node.d.ts</a:t>
            </a:r>
          </a:p>
          <a:p>
            <a:pPr>
              <a:defRPr sz="1200"/>
            </a:pPr>
            <a:r>
              <a:t>D:/pasar_fix/node_modules/.bun/kysely@0.28.17/node_modules/kysely/dist/cjs/operation-node/drop-index-node.js</a:t>
            </a:r>
          </a:p>
          <a:p>
            <a:pPr>
              <a:defRPr sz="1200"/>
            </a:pPr>
            <a:r>
              <a:t>D:/pasar_fix/node_modules/.bun/kysely@0.28.17/node_modules/kysely/dist/cjs/operation-node/drop-schema-node.d.ts</a:t>
            </a:r>
          </a:p>
          <a:p>
            <a:pPr>
              <a:defRPr sz="1200"/>
            </a:pPr>
            <a:r>
              <a:t>D:/pasar_fix/node_modules/.bun/kysely@0.28.17/node_modules/kysely/dist/cjs/operation-node/drop-schema-node.js</a:t>
            </a:r>
          </a:p>
          <a:p>
            <a:pPr>
              <a:defRPr sz="1200"/>
            </a:pPr>
            <a:r>
              <a:t>D:/pasar_fix/node_modules/.bun/kysely@0.28.17/node_modules/kysely/dist/cjs/operation-node/drop-table-node.d.ts</a:t>
            </a:r>
          </a:p>
          <a:p>
            <a:pPr>
              <a:defRPr sz="1200"/>
            </a:pPr>
            <a:r>
              <a:t>D:/pasar_fix/node_modules/.bun/kysely@0.28.17/node_modules/kysely/dist/cjs/operation-node/drop-table-node.js</a:t>
            </a:r>
          </a:p>
          <a:p>
            <a:pPr>
              <a:defRPr sz="1200"/>
            </a:pPr>
            <a:r>
              <a:t>D:/pasar_fix/node_modules/.bun/kysely@0.28.17/node_modules/kysely/dist/cjs/operation-node/drop-type-node.d.ts</a:t>
            </a:r>
          </a:p>
          <a:p>
            <a:pPr>
              <a:defRPr sz="1200"/>
            </a:pPr>
            <a:r>
              <a:t>D:/pasar_fix/node_modules/.bun/kysely@0.28.17/node_modules/kysely/dist/cjs/operation-node/drop-type-node.js</a:t>
            </a:r>
          </a:p>
          <a:p>
            <a:pPr>
              <a:defRPr sz="1200"/>
            </a:pPr>
            <a:r>
              <a:t>D:/pasar_fix/node_modules/.bun/kysely@0.28.17/node_modules/kysely/dist/cjs/operation-node/drop-view-node.d.ts</a:t>
            </a:r>
          </a:p>
          <a:p>
            <a:pPr>
              <a:defRPr sz="1200"/>
            </a:pPr>
            <a:r>
              <a:t>D:/pasar_fix/node_modules/.bun/kysely@0.28.17/node_modules/kysely/dist/cjs/operation-node/drop-view-node.js</a:t>
            </a:r>
          </a:p>
          <a:p>
            <a:pPr>
              <a:defRPr sz="1200"/>
            </a:pPr>
            <a:r>
              <a:t>D:/pasar_fix/node_modules/.bun/kysely@0.28.17/node_modules/kysely/dist/cjs/operation-node/explain-node.d.ts</a:t>
            </a:r>
          </a:p>
          <a:p>
            <a:pPr>
              <a:defRPr sz="1200"/>
            </a:pPr>
            <a:r>
              <a:t>D:/pasar_fix/node_modules/.bun/kysely@0.28.17/node_modules/kysely/dist/cjs/operation-node/explain-node.js</a:t>
            </a:r>
          </a:p>
          <a:p>
            <a:pPr>
              <a:defRPr sz="1200"/>
            </a:pPr>
            <a:r>
              <a:t>D:/pasar_fix/node_modules/.bun/kysely@0.28.17/node_modules/kysely/dist/cjs/operation-node/fetch-node.d.ts</a:t>
            </a:r>
          </a:p>
          <a:p>
            <a:pPr>
              <a:defRPr sz="1200"/>
            </a:pPr>
            <a:r>
              <a:t>D:/pasar_fix/node_modules/.bun/kysely@0.28.17/node_modules/kysely/dist/cjs/operation-node/fetch-node.js</a:t>
            </a:r>
          </a:p>
          <a:p>
            <a:pPr>
              <a:defRPr sz="1200"/>
            </a:pPr>
            <a:r>
              <a:t>D:/pasar_fix/node_modules/.bun/kysely@0.28.17/node_modules/kysely/dist/cjs/operation-node/foreign-key-constraint-node.d.ts</a:t>
            </a:r>
          </a:p>
          <a:p>
            <a:pPr>
              <a:defRPr sz="1200"/>
            </a:pPr>
            <a:r>
              <a:t>D:/pasar_fix/node_modules/.bun/kysely@0.28.17/node_modules/kysely/dist/cjs/operation-node/foreign-key-constraint-node.js</a:t>
            </a:r>
          </a:p>
          <a:p>
            <a:pPr>
              <a:defRPr sz="1200"/>
            </a:pPr>
            <a:r>
              <a:t>D:/pasar_fix/node_modules/.bun/kysely@0.28.17/node_modules/kysely/dist/cjs/operation-node/from-node.d.ts</a:t>
            </a:r>
          </a:p>
          <a:p>
            <a:pPr>
              <a:defRPr sz="1200"/>
            </a:pPr>
            <a:r>
              <a:t>D:/pasar_fix/node_modules/.bun/kysely@0.28.17/node_modules/kysely/dist/cjs/operation-node/from-node.js</a:t>
            </a:r>
          </a:p>
          <a:p>
            <a:pPr>
              <a:defRPr sz="1200"/>
            </a:pPr>
            <a:r>
              <a:t>D:/pasar_fix/node_modules/.bun/kysely@0.28.17/node_modules/kysely/dist/cjs/operation-node/function-node.d.ts</a:t>
            </a:r>
          </a:p>
          <a:p>
            <a:pPr>
              <a:defRPr sz="1200"/>
            </a:pPr>
            <a:r>
              <a:t>D:/pasar_fix/node_modules/.bun/kysely@0.28.17/node_modules/kysely/dist/cjs/operation-node/function-node.js</a:t>
            </a:r>
          </a:p>
          <a:p>
            <a:pPr>
              <a:defRPr sz="1200"/>
            </a:pPr>
            <a:r>
              <a:t>D:/pasar_fix/node_modules/.bun/kysely@0.28.17/node_modules/kysely/dist/cjs/operation-node/generated-node.d.ts</a:t>
            </a:r>
          </a:p>
          <a:p>
            <a:pPr>
              <a:defRPr sz="1200"/>
            </a:pPr>
            <a:r>
              <a:t>D:/pasar_fix/node_modules/.bun/kysely@0.28.17/node_modules/kysely/dist/cjs/operation-node/generated-node.js</a:t>
            </a:r>
          </a:p>
          <a:p>
            <a:pPr>
              <a:defRPr sz="1200"/>
            </a:pPr>
            <a:r>
              <a:t>D:/pasar_fix/node_modules/.bun/kysely@0.28.17/node_modules/kysely/dist/cjs/operation-node/group-by-item-node.d.ts</a:t>
            </a:r>
          </a:p>
          <a:p>
            <a:pPr>
              <a:defRPr sz="1200"/>
            </a:pPr>
            <a:r>
              <a:t>D:/pasar_fix/node_modules/.bun/kysely@0.28.17/node_modules/kysely/dist/cjs/operation-node/group-by-item-node.js</a:t>
            </a:r>
          </a:p>
          <a:p>
            <a:pPr>
              <a:defRPr sz="1200"/>
            </a:pPr>
            <a:r>
              <a:t>D:/pasar_fix/node_modules/.bun/kysely@0.28.17/node_modules/kysely/dist/cjs/operation-node/group-by-node.d.ts</a:t>
            </a:r>
          </a:p>
          <a:p>
            <a:pPr>
              <a:defRPr sz="1200"/>
            </a:pPr>
            <a:r>
              <a:t>D:/pasar_fix/node_modules/.bun/kysely@0.28.17/node_modules/kysely/dist/cjs/operation-node/group-by-node.js</a:t>
            </a:r>
          </a:p>
          <a:p>
            <a:pPr>
              <a:defRPr sz="1200"/>
            </a:pPr>
            <a:r>
              <a:t>D:/pasar_fix/node_modules/.bun/kysely@0.28.17/node_modules/kysely/dist/cjs/operation-node/having-node.d.ts</a:t>
            </a:r>
          </a:p>
          <a:p>
            <a:pPr>
              <a:defRPr sz="1200"/>
            </a:pPr>
            <a:r>
              <a:t>D:/pasar_fix/node_modules/.bun/kysely@0.28.17/node_modules/kysely/dist/cjs/operation-node/having-node.js</a:t>
            </a:r>
          </a:p>
          <a:p>
            <a:pPr>
              <a:defRPr sz="1200"/>
            </a:pPr>
            <a:r>
              <a:t>D:/pasar_fix/node_modules/.bun/kysely@0.28.17/node_modules/kysely/dist/cjs/operation-node/identifier-node.d.ts</a:t>
            </a:r>
          </a:p>
          <a:p>
            <a:pPr>
              <a:defRPr sz="1200"/>
            </a:pPr>
            <a:r>
              <a:t>D:/pasar_fix/node_modules/.bun/kysely@0.28.17/node_modules/kysely/dist/cjs/operation-node/identifier-node.js</a:t>
            </a:r>
          </a:p>
          <a:p>
            <a:pPr>
              <a:defRPr sz="1200"/>
            </a:pPr>
            <a:r>
              <a:t>D:/pasar_fix/node_modules/.bun/kysely@0.28.17/node_modules/kysely/dist/cjs/operation-node/insert-query-node.d.ts</a:t>
            </a:r>
          </a:p>
          <a:p>
            <a:pPr>
              <a:defRPr sz="1200"/>
            </a:pPr>
            <a:r>
              <a:t>D:/pasar_fix/node_modules/.bun/kysely@0.28.17/node_modules/kysely/dist/cjs/operation-node/insert-query-node.js</a:t>
            </a:r>
          </a:p>
          <a:p>
            <a:pPr>
              <a:defRPr sz="1200"/>
            </a:pPr>
            <a:r>
              <a:t>D:/pasar_fix/node_modules/.bun/kysely@0.28.17/node_modules/kysely/dist/cjs/operation-node/join-node.d.ts</a:t>
            </a:r>
          </a:p>
          <a:p>
            <a:pPr>
              <a:defRPr sz="1200"/>
            </a:pPr>
            <a:r>
              <a:t>D:/pasar_fix/node_modules/.bun/kysely@0.28.17/node_modules/kysely/dist/cjs/operation-node/join-node.js</a:t>
            </a:r>
          </a:p>
          <a:p>
            <a:pPr>
              <a:defRPr sz="1200"/>
            </a:pPr>
            <a:r>
              <a:t>D:/pasar_fix/node_modules/.bun/kysely@0.28.17/node_modules/kysely/dist/cjs/operation-node/json-operator-chain-node.d.ts</a:t>
            </a:r>
          </a:p>
          <a:p>
            <a:pPr>
              <a:defRPr sz="1200"/>
            </a:pPr>
            <a:r>
              <a:t>D:/pasar_fix/node_modules/.bun/kysely@0.28.17/node_modules/kysely/dist/cjs/operation-node/json-operator-chain-node.js</a:t>
            </a:r>
          </a:p>
          <a:p>
            <a:pPr>
              <a:defRPr sz="1200"/>
            </a:pPr>
            <a:r>
              <a:t>D:/pasar_fix/node_modules/.bun/kysely@0.28.17/node_modules/kysely/dist/cjs/operation-node/json-path-leg-node.d.ts</a:t>
            </a:r>
          </a:p>
          <a:p>
            <a:pPr>
              <a:defRPr sz="1200"/>
            </a:pPr>
            <a:r>
              <a:t>D:/pasar_fix/node_modules/.bun/kysely@0.28.17/node_modules/kysely/dist/cjs/operation-node/json-path-leg-node.js</a:t>
            </a:r>
          </a:p>
          <a:p>
            <a:pPr>
              <a:defRPr sz="1200"/>
            </a:pPr>
            <a:r>
              <a:t>D:/pasar_fix/node_modules/.bun/kysely@0.28.17/node_modules/kysely/dist/cjs/operation-node/json-path-node.d.ts</a:t>
            </a:r>
          </a:p>
          <a:p>
            <a:pPr>
              <a:defRPr sz="1200"/>
            </a:pPr>
            <a:r>
              <a:t>D:/pasar_fix/node_modules/.bun/kysely@0.28.17/node_modules/kysely/dist/cjs/operation-node/json-path-node.js</a:t>
            </a:r>
          </a:p>
          <a:p>
            <a:pPr>
              <a:defRPr sz="1200"/>
            </a:pPr>
            <a:r>
              <a:t>D:/pasar_fix/node_modules/.bun/kysely@0.28.17/node_modules/kysely/dist/cjs/operation-node/json-reference-node.d.ts</a:t>
            </a:r>
          </a:p>
          <a:p>
            <a:pPr>
              <a:defRPr sz="1200"/>
            </a:pPr>
            <a:r>
              <a:t>D:/pasar_fix/node_modules/.bun/kysely@0.28.17/node_modules/kysely/dist/cjs/operation-node/json-reference-node.js</a:t>
            </a:r>
          </a:p>
          <a:p>
            <a:pPr>
              <a:defRPr sz="1200"/>
            </a:pPr>
            <a:r>
              <a:t>D:/pasar_fix/node_modules/.bun/kysely@0.28.17/node_modules/kysely/dist/cjs/operation-node/limit-node.d.ts</a:t>
            </a:r>
          </a:p>
          <a:p>
            <a:pPr>
              <a:defRPr sz="1200"/>
            </a:pPr>
            <a:r>
              <a:t>D:/pasar_fix/node_modules/.bun/kysely@0.28.17/node_modules/kysely/dist/cjs/operation-node/limit-node.js</a:t>
            </a:r>
          </a:p>
          <a:p>
            <a:pPr>
              <a:defRPr sz="1200"/>
            </a:pPr>
            <a:r>
              <a:t>D:/pasar_fix/node_modules/.bun/kysely@0.28.17/node_modules/kysely/dist/cjs/operation-node/list-node.d.ts</a:t>
            </a:r>
          </a:p>
          <a:p>
            <a:pPr>
              <a:defRPr sz="1200"/>
            </a:pPr>
            <a:r>
              <a:t>D:/pasar_fix/node_modules/.bun/kysely@0.28.17/node_modules/kysely/dist/cjs/operation-node/list-node.js</a:t>
            </a:r>
          </a:p>
          <a:p>
            <a:pPr>
              <a:defRPr sz="1200"/>
            </a:pPr>
            <a:r>
              <a:t>D:/pasar_fix/node_modules/.bun/kysely@0.28.17/node_modules/kysely/dist/cjs/operation-node/matched-node.d.ts</a:t>
            </a:r>
          </a:p>
          <a:p>
            <a:pPr>
              <a:defRPr sz="1200"/>
            </a:pPr>
            <a:r>
              <a:t>D:/pasar_fix/node_modules/.bun/kysely@0.28.17/node_modules/kysely/dist/cjs/operation-node/matched-node.js</a:t>
            </a:r>
          </a:p>
          <a:p>
            <a:pPr>
              <a:defRPr sz="1200"/>
            </a:pPr>
            <a:r>
              <a:t>D:/pasar_fix/node_modules/.bun/kysely@0.28.17/node_modules/kysely/dist/cjs/operation-node/merge-query-node.d.ts</a:t>
            </a:r>
          </a:p>
          <a:p>
            <a:pPr>
              <a:defRPr sz="1200"/>
            </a:pPr>
            <a:r>
              <a:t>D:/pasar_fix/node_modules/.bun/kysely@0.28.17/node_modules/kysely/dist/cjs/operation-node/merge-query-node.js</a:t>
            </a:r>
          </a:p>
          <a:p>
            <a:pPr>
              <a:defRPr sz="1200"/>
            </a:pPr>
            <a:r>
              <a:t>D:/pasar_fix/node_modules/.bun/kysely@0.28.17/node_modules/kysely/dist/cjs/operation-node/modify-column-node.d.ts</a:t>
            </a:r>
          </a:p>
          <a:p>
            <a:pPr>
              <a:defRPr sz="1200"/>
            </a:pPr>
            <a:r>
              <a:t>D:/pasar_fix/node_modules/.bun/kysely@0.28.17/node_modules/kysely/dist/cjs/operation-node/modify-column-node.js</a:t>
            </a:r>
          </a:p>
          <a:p>
            <a:pPr>
              <a:defRPr sz="1200"/>
            </a:pPr>
            <a:r>
              <a:t>D:/pasar_fix/node_modules/.bun/kysely@0.28.17/node_modules/kysely/dist/cjs/operation-node/offset-node.d.ts</a:t>
            </a:r>
          </a:p>
          <a:p>
            <a:pPr>
              <a:defRPr sz="1200"/>
            </a:pPr>
            <a:r>
              <a:t>D:/pasar_fix/node_modules/.bun/kysely@0.28.17/node_modules/kysely/dist/cjs/operation-node/offset-node.js</a:t>
            </a:r>
          </a:p>
          <a:p>
            <a:pPr>
              <a:defRPr sz="1200"/>
            </a:pPr>
            <a:r>
              <a:t>D:/pasar_fix/node_modules/.bun/kysely@0.28.17/node_modules/kysely/dist/cjs/operation-node/on-conflict-node.d.ts</a:t>
            </a:r>
          </a:p>
          <a:p>
            <a:pPr>
              <a:defRPr sz="1200"/>
            </a:pPr>
            <a:r>
              <a:t>D:/pasar_fix/node_modules/.bun/kysely@0.28.17/node_modules/kysely/dist/cjs/operation-node/on-conflict-node.js</a:t>
            </a:r>
          </a:p>
          <a:p>
            <a:pPr>
              <a:defRPr sz="1200"/>
            </a:pPr>
            <a:r>
              <a:t>D:/pasar_fix/node_modules/.bun/kysely@0.28.17/node_modules/kysely/dist/cjs/operation-node/on-duplicate-key-node.d.ts</a:t>
            </a:r>
          </a:p>
          <a:p>
            <a:pPr>
              <a:defRPr sz="1200"/>
            </a:pPr>
            <a:r>
              <a:t>D:/pasar_fix/node_modules/.bun/kysely@0.28.17/node_modules/kysely/dist/cjs/operation-node/on-duplicate-key-node.js</a:t>
            </a:r>
          </a:p>
          <a:p>
            <a:pPr>
              <a:defRPr sz="1200"/>
            </a:pPr>
            <a:r>
              <a:t>D:/pasar_fix/node_modules/.bun/kysely@0.28.17/node_modules/kysely/dist/cjs/operation-node/on-node.d.ts</a:t>
            </a:r>
          </a:p>
          <a:p>
            <a:pPr>
              <a:defRPr sz="1200"/>
            </a:pPr>
            <a:r>
              <a:t>D:/pasar_fix/node_modules/.bun/kysely@0.28.17/node_modules/kysely/dist/cjs/operation-node/on-node.js</a:t>
            </a:r>
          </a:p>
          <a:p>
            <a:pPr>
              <a:defRPr sz="1200"/>
            </a:pPr>
            <a:r>
              <a:t>D:/pasar_fix/node_modules/.bun/kysely@0.28.17/node_modules/kysely/dist/cjs/operation-node/operation-node-source.d.ts</a:t>
            </a:r>
          </a:p>
          <a:p>
            <a:pPr>
              <a:defRPr sz="1200"/>
            </a:pPr>
            <a:r>
              <a:t>D:/pasar_fix/node_modules/.bun/kysely@0.28.17/node_modules/kysely/dist/cjs/operation-node/operation-node-source.js</a:t>
            </a:r>
          </a:p>
          <a:p>
            <a:pPr>
              <a:defRPr sz="1200"/>
            </a:pPr>
            <a:r>
              <a:t>D:/pasar_fix/node_modules/.bun/kysely@0.28.17/node_modules/kysely/dist/cjs/operation-node/operation-node-transformer.d.ts</a:t>
            </a:r>
          </a:p>
          <a:p>
            <a:pPr>
              <a:defRPr sz="1200"/>
            </a:pPr>
            <a:r>
              <a:t>D:/pasar_fix/node_modules/.bun/kysely@0.28.17/node_modules/kysely/dist/cjs/operation-node/operation-node-transformer.js</a:t>
            </a:r>
          </a:p>
          <a:p>
            <a:pPr>
              <a:defRPr sz="1200"/>
            </a:pPr>
            <a:r>
              <a:t>D:/pasar_fix/node_modules/.bun/kysely@0.28.17/node_modules/kysely/dist/cjs/operation-node/operation-node-visitor.d.ts</a:t>
            </a:r>
          </a:p>
          <a:p>
            <a:pPr>
              <a:defRPr sz="1200"/>
            </a:pPr>
            <a:r>
              <a:t>D:/pasar_fix/node_modules/.bun/kysely@0.28.17/node_modules/kysely/dist/cjs/operation-node/operation-node-visitor.js</a:t>
            </a:r>
          </a:p>
          <a:p>
            <a:pPr>
              <a:defRPr sz="1200"/>
            </a:pPr>
            <a:r>
              <a:t>D:/pasar_fix/node_modules/.bun/kysely@0.28.17/node_modules/kysely/dist/cjs/operation-node/operation-node.d.ts</a:t>
            </a:r>
          </a:p>
          <a:p>
            <a:pPr>
              <a:defRPr sz="1200"/>
            </a:pPr>
            <a:r>
              <a:t>D:/pasar_fix/node_modules/.bun/kysely@0.28.17/node_modules/kysely/dist/cjs/operation-node/operation-node.js</a:t>
            </a:r>
          </a:p>
          <a:p>
            <a:pPr>
              <a:defRPr sz="1200"/>
            </a:pPr>
            <a:r>
              <a:t>D:/pasar_fix/node_modules/.bun/kysely@0.28.17/node_modules/kysely/dist/cjs/operation-node/operator-node.d.ts</a:t>
            </a:r>
          </a:p>
          <a:p>
            <a:pPr>
              <a:defRPr sz="1200"/>
            </a:pPr>
            <a:r>
              <a:t>D:/pasar_fix/node_modules/.bun/kysely@0.28.17/node_modules/kysely/dist/cjs/operation-node/operator-node.js</a:t>
            </a:r>
          </a:p>
          <a:p>
            <a:pPr>
              <a:defRPr sz="1200"/>
            </a:pPr>
            <a:r>
              <a:t>D:/pasar_fix/node_modules/.bun/kysely@0.28.17/node_modules/kysely/dist/cjs/operation-node/or-action-node.d.ts</a:t>
            </a:r>
          </a:p>
          <a:p>
            <a:pPr>
              <a:defRPr sz="1200"/>
            </a:pPr>
            <a:r>
              <a:t>D:/pasar_fix/node_modules/.bun/kysely@0.28.17/node_modules/kysely/dist/cjs/operation-node/or-action-node.js</a:t>
            </a:r>
          </a:p>
          <a:p>
            <a:pPr>
              <a:defRPr sz="1200"/>
            </a:pPr>
            <a:r>
              <a:t>D:/pasar_fix/node_modules/.bun/kysely@0.28.17/node_modules/kysely/dist/cjs/operation-node/or-node.d.ts</a:t>
            </a:r>
          </a:p>
          <a:p>
            <a:pPr>
              <a:defRPr sz="1200"/>
            </a:pPr>
            <a:r>
              <a:t>D:/pasar_fix/node_modules/.bun/kysely@0.28.17/node_modules/kysely/dist/cjs/operation-node/or-node.js</a:t>
            </a:r>
          </a:p>
          <a:p>
            <a:pPr>
              <a:defRPr sz="1200"/>
            </a:pPr>
            <a:r>
              <a:t>D:/pasar_fix/node_modules/.bun/kysely@0.28.17/node_modules/kysely/dist/cjs/operation-node/order-by-item-node.d.ts</a:t>
            </a:r>
          </a:p>
          <a:p>
            <a:pPr>
              <a:defRPr sz="1200"/>
            </a:pPr>
            <a:r>
              <a:t>D:/pasar_fix/node_modules/.bun/kysely@0.28.17/node_modules/kysely/dist/cjs/operation-node/order-by-item-node.js</a:t>
            </a:r>
          </a:p>
          <a:p>
            <a:pPr>
              <a:defRPr sz="1200"/>
            </a:pPr>
            <a:r>
              <a:t>D:/pasar_fix/node_modules/.bun/kysely@0.28.17/node_modules/kysely/dist/cjs/operation-node/order-by-node.d.ts</a:t>
            </a:r>
          </a:p>
          <a:p>
            <a:pPr>
              <a:defRPr sz="1200"/>
            </a:pPr>
            <a:r>
              <a:t>D:/pasar_fix/node_modules/.bun/kysely@0.28.17/node_modules/kysely/dist/cjs/operation-node/order-by-node.js</a:t>
            </a:r>
          </a:p>
          <a:p>
            <a:pPr>
              <a:defRPr sz="1200"/>
            </a:pPr>
            <a:r>
              <a:t>D:/pasar_fix/node_modules/.bun/kysely@0.28.17/node_modules/kysely/dist/cjs/operation-node/output-node.d.ts</a:t>
            </a:r>
          </a:p>
          <a:p>
            <a:pPr>
              <a:defRPr sz="1200"/>
            </a:pPr>
            <a:r>
              <a:t>D:/pasar_fix/node_modules/.bun/kysely@0.28.17/node_modules/kysely/dist/cjs/operation-node/output-node.js</a:t>
            </a:r>
          </a:p>
          <a:p>
            <a:pPr>
              <a:defRPr sz="1200"/>
            </a:pPr>
            <a:r>
              <a:t>D:/pasar_fix/node_modules/.bun/kysely@0.28.17/node_modules/kysely/dist/cjs/operation-node/over-node.d.ts</a:t>
            </a:r>
          </a:p>
          <a:p>
            <a:pPr>
              <a:defRPr sz="1200"/>
            </a:pPr>
            <a:r>
              <a:t>D:/pasar_fix/node_modules/.bun/kysely@0.28.17/node_modules/kysely/dist/cjs/operation-node/over-node.js</a:t>
            </a:r>
          </a:p>
          <a:p>
            <a:pPr>
              <a:defRPr sz="1200"/>
            </a:pPr>
            <a:r>
              <a:t>D:/pasar_fix/node_modules/.bun/kysely@0.28.17/node_modules/kysely/dist/cjs/operation-node/parens-node.d.ts</a:t>
            </a:r>
          </a:p>
          <a:p>
            <a:pPr>
              <a:defRPr sz="1200"/>
            </a:pPr>
            <a:r>
              <a:t>D:/pasar_fix/node_modules/.bun/kysely@0.28.17/node_modules/kysely/dist/cjs/operation-node/parens-node.js</a:t>
            </a:r>
          </a:p>
          <a:p>
            <a:pPr>
              <a:defRPr sz="1200"/>
            </a:pPr>
            <a:r>
              <a:t>D:/pasar_fix/node_modules/.bun/kysely@0.28.17/node_modules/kysely/dist/cjs/operation-node/partition-by-item-node.d.ts</a:t>
            </a:r>
          </a:p>
          <a:p>
            <a:pPr>
              <a:defRPr sz="1200"/>
            </a:pPr>
            <a:r>
              <a:t>D:/pasar_fix/node_modules/.bun/kysely@0.28.17/node_modules/kysely/dist/cjs/operation-node/partition-by-item-node.js</a:t>
            </a:r>
          </a:p>
          <a:p>
            <a:pPr>
              <a:defRPr sz="1200"/>
            </a:pPr>
            <a:r>
              <a:t>D:/pasar_fix/node_modules/.bun/kysely@0.28.17/node_modules/kysely/dist/cjs/operation-node/partition-by-node.d.ts</a:t>
            </a:r>
          </a:p>
          <a:p>
            <a:pPr>
              <a:defRPr sz="1200"/>
            </a:pPr>
            <a:r>
              <a:t>D:/pasar_fix/node_modules/.bun/kysely@0.28.17/node_modules/kysely/dist/cjs/operation-node/partition-by-node.js</a:t>
            </a:r>
          </a:p>
          <a:p>
            <a:pPr>
              <a:defRPr sz="1200"/>
            </a:pPr>
            <a:r>
              <a:t>D:/pasar_fix/node_modules/.bun/kysely@0.28.17/node_modules/kysely/dist/cjs/operation-node/primary-key-constraint-node.d.ts</a:t>
            </a:r>
          </a:p>
          <a:p>
            <a:pPr>
              <a:defRPr sz="1200"/>
            </a:pPr>
            <a:r>
              <a:t>D:/pasar_fix/node_modules/.bun/kysely@0.28.17/node_modules/kysely/dist/cjs/operation-node/primary-key-constraint-node.js</a:t>
            </a:r>
          </a:p>
          <a:p>
            <a:pPr>
              <a:defRPr sz="1200"/>
            </a:pPr>
            <a:r>
              <a:t>D:/pasar_fix/node_modules/.bun/kysely@0.28.17/node_modules/kysely/dist/cjs/operation-node/primitive-value-list-node.d.ts</a:t>
            </a:r>
          </a:p>
          <a:p>
            <a:pPr>
              <a:defRPr sz="1200"/>
            </a:pPr>
            <a:r>
              <a:t>D:/pasar_fix/node_modules/.bun/kysely@0.28.17/node_modules/kysely/dist/cjs/operation-node/primitive-value-list-node.js</a:t>
            </a:r>
          </a:p>
          <a:p>
            <a:pPr>
              <a:defRPr sz="1200"/>
            </a:pPr>
            <a:r>
              <a:t>D:/pasar_fix/node_modules/.bun/kysely@0.28.17/node_modules/kysely/dist/cjs/operation-node/query-node.d.ts</a:t>
            </a:r>
          </a:p>
          <a:p>
            <a:pPr>
              <a:defRPr sz="1200"/>
            </a:pPr>
            <a:r>
              <a:t>D:/pasar_fix/node_modules/.bun/kysely@0.28.17/node_modules/kysely/dist/cjs/operation-node/query-node.js</a:t>
            </a:r>
          </a:p>
          <a:p>
            <a:pPr>
              <a:defRPr sz="1200"/>
            </a:pPr>
            <a:r>
              <a:t>D:/pasar_fix/node_modules/.bun/kysely@0.28.17/node_modules/kysely/dist/cjs/operation-node/raw-node.d.ts</a:t>
            </a:r>
          </a:p>
          <a:p>
            <a:pPr>
              <a:defRPr sz="1200"/>
            </a:pPr>
            <a:r>
              <a:t>D:/pasar_fix/node_modules/.bun/kysely@0.28.17/node_modules/kysely/dist/cjs/operation-node/raw-node.js</a:t>
            </a:r>
          </a:p>
          <a:p>
            <a:pPr>
              <a:defRPr sz="1200"/>
            </a:pPr>
            <a:r>
              <a:t>D:/pasar_fix/node_modules/.bun/kysely@0.28.17/node_modules/kysely/dist/cjs/operation-node/reference-node.d.ts</a:t>
            </a:r>
          </a:p>
          <a:p>
            <a:pPr>
              <a:defRPr sz="1200"/>
            </a:pPr>
            <a:r>
              <a:t>D:/pasar_fix/node_modules/.bun/kysely@0.28.17/node_modules/kysely/dist/cjs/operation-node/reference-node.js</a:t>
            </a:r>
          </a:p>
          <a:p>
            <a:pPr>
              <a:defRPr sz="1200"/>
            </a:pPr>
            <a:r>
              <a:t>D:/pasar_fix/node_modules/.bun/kysely@0.28.17/node_modules/kysely/dist/cjs/operation-node/references-node.d.ts</a:t>
            </a:r>
          </a:p>
          <a:p>
            <a:pPr>
              <a:defRPr sz="1200"/>
            </a:pPr>
            <a:r>
              <a:t>D:/pasar_fix/node_modules/.bun/kysely@0.28.17/node_modules/kysely/dist/cjs/operation-node/references-node.js</a:t>
            </a:r>
          </a:p>
          <a:p>
            <a:pPr>
              <a:defRPr sz="1200"/>
            </a:pPr>
            <a:r>
              <a:t>D:/pasar_fix/node_modules/.bun/kysely@0.28.17/node_modules/kysely/dist/cjs/operation-node/refresh-materialized-view-node.d.ts</a:t>
            </a:r>
          </a:p>
          <a:p>
            <a:pPr>
              <a:defRPr sz="1200"/>
            </a:pPr>
            <a:r>
              <a:t>D:/pasar_fix/node_modules/.bun/kysely@0.28.17/node_modules/kysely/dist/cjs/operation-node/refresh-materialized-view-node.js</a:t>
            </a:r>
          </a:p>
          <a:p>
            <a:pPr>
              <a:defRPr sz="1200"/>
            </a:pPr>
            <a:r>
              <a:t>D:/pasar_fix/node_modules/.bun/kysely@0.28.17/node_modules/kysely/dist/cjs/operation-node/rename-column-node.d.ts</a:t>
            </a:r>
          </a:p>
          <a:p>
            <a:pPr>
              <a:defRPr sz="1200"/>
            </a:pPr>
            <a:r>
              <a:t>D:/pasar_fix/node_modules/.bun/kysely@0.28.17/node_modules/kysely/dist/cjs/operation-node/rename-column-node.js</a:t>
            </a:r>
          </a:p>
          <a:p>
            <a:pPr>
              <a:defRPr sz="1200"/>
            </a:pPr>
            <a:r>
              <a:t>D:/pasar_fix/node_modules/.bun/kysely@0.28.17/node_modules/kysely/dist/cjs/operation-node/rename-constraint-node.d.ts</a:t>
            </a:r>
          </a:p>
          <a:p>
            <a:pPr>
              <a:defRPr sz="1200"/>
            </a:pPr>
            <a:r>
              <a:t>D:/pasar_fix/node_modules/.bun/kysely@0.28.17/node_modules/kysely/dist/cjs/operation-node/rename-constraint-node.js</a:t>
            </a:r>
          </a:p>
          <a:p>
            <a:pPr>
              <a:defRPr sz="1200"/>
            </a:pPr>
            <a:r>
              <a:t>D:/pasar_fix/node_modules/.bun/kysely@0.28.17/node_modules/kysely/dist/cjs/operation-node/returning-node.d.ts</a:t>
            </a:r>
          </a:p>
          <a:p>
            <a:pPr>
              <a:defRPr sz="1200"/>
            </a:pPr>
            <a:r>
              <a:t>D:/pasar_fix/node_modules/.bun/kysely@0.28.17/node_modules/kysely/dist/cjs/operation-node/returning-node.js</a:t>
            </a:r>
          </a:p>
          <a:p>
            <a:pPr>
              <a:defRPr sz="1200"/>
            </a:pPr>
            <a:r>
              <a:t>D:/pasar_fix/node_modules/.bun/kysely@0.28.17/node_modules/kysely/dist/cjs/operation-node/schemable-identifier-node.d.ts</a:t>
            </a:r>
          </a:p>
          <a:p>
            <a:pPr>
              <a:defRPr sz="1200"/>
            </a:pPr>
            <a:r>
              <a:t>D:/pasar_fix/node_modules/.bun/kysely@0.28.17/node_modules/kysely/dist/cjs/operation-node/schemable-identifier-node.js</a:t>
            </a:r>
          </a:p>
          <a:p>
            <a:pPr>
              <a:defRPr sz="1200"/>
            </a:pPr>
            <a:r>
              <a:t>D:/pasar_fix/node_modules/.bun/kysely@0.28.17/node_modules/kysely/dist/cjs/operation-node/select-all-node.d.ts</a:t>
            </a:r>
          </a:p>
          <a:p>
            <a:pPr>
              <a:defRPr sz="1200"/>
            </a:pPr>
            <a:r>
              <a:t>D:/pasar_fix/node_modules/.bun/kysely@0.28.17/node_modules/kysely/dist/cjs/operation-node/select-all-node.js</a:t>
            </a:r>
          </a:p>
          <a:p>
            <a:pPr>
              <a:defRPr sz="1200"/>
            </a:pPr>
            <a:r>
              <a:t>D:/pasar_fix/node_modules/.bun/kysely@0.28.17/node_modules/kysely/dist/cjs/operation-node/select-modifier-node.d.ts</a:t>
            </a:r>
          </a:p>
          <a:p>
            <a:pPr>
              <a:defRPr sz="1200"/>
            </a:pPr>
            <a:r>
              <a:t>D:/pasar_fix/node_modules/.bun/kysely@0.28.17/node_modules/kysely/dist/cjs/operation-node/select-modifier-node.js</a:t>
            </a:r>
          </a:p>
          <a:p>
            <a:pPr>
              <a:defRPr sz="1200"/>
            </a:pPr>
            <a:r>
              <a:t>D:/pasar_fix/node_modules/.bun/kysely@0.28.17/node_modules/kysely/dist/cjs/operation-node/select-query-node.d.ts</a:t>
            </a:r>
          </a:p>
          <a:p>
            <a:pPr>
              <a:defRPr sz="1200"/>
            </a:pPr>
            <a:r>
              <a:t>D:/pasar_fix/node_modules/.bun/kysely@0.28.17/node_modules/kysely/dist/cjs/operation-node/select-query-node.js</a:t>
            </a:r>
          </a:p>
          <a:p>
            <a:pPr>
              <a:defRPr sz="1200"/>
            </a:pPr>
            <a:r>
              <a:t>D:/pasar_fix/node_modules/.bun/kysely@0.28.17/node_modules/kysely/dist/cjs/operation-node/selection-node.d.ts</a:t>
            </a:r>
          </a:p>
          <a:p>
            <a:pPr>
              <a:defRPr sz="1200"/>
            </a:pPr>
            <a:r>
              <a:t>D:/pasar_fix/node_modules/.bun/kysely@0.28.17/node_modules/kysely/dist/cjs/operation-node/selection-node.js</a:t>
            </a:r>
          </a:p>
          <a:p>
            <a:pPr>
              <a:defRPr sz="1200"/>
            </a:pPr>
            <a:r>
              <a:t>D:/pasar_fix/node_modules/.bun/kysely@0.28.17/node_modules/kysely/dist/cjs/operation-node/set-operation-node.d.ts</a:t>
            </a:r>
          </a:p>
          <a:p>
            <a:pPr>
              <a:defRPr sz="1200"/>
            </a:pPr>
            <a:r>
              <a:t>D:/pasar_fix/node_modules/.bun/kysely@0.28.17/node_modules/kysely/dist/cjs/operation-node/set-operation-node.js</a:t>
            </a:r>
          </a:p>
          <a:p>
            <a:pPr>
              <a:defRPr sz="1200"/>
            </a:pPr>
            <a:r>
              <a:t>D:/pasar_fix/node_modules/.bun/kysely@0.28.17/node_modules/kysely/dist/cjs/operation-node/simple-reference-expression-node.d.ts</a:t>
            </a:r>
          </a:p>
          <a:p>
            <a:pPr>
              <a:defRPr sz="1200"/>
            </a:pPr>
            <a:r>
              <a:t>D:/pasar_fix/node_modules/.bun/kysely@0.28.17/node_modules/kysely/dist/cjs/operation-node/simple-reference-expression-node.js</a:t>
            </a:r>
          </a:p>
          <a:p>
            <a:pPr>
              <a:defRPr sz="1200"/>
            </a:pPr>
            <a:r>
              <a:t>D:/pasar_fix/node_modules/.bun/kysely@0.28.17/node_modules/kysely/dist/cjs/operation-node/table-node.d.ts</a:t>
            </a:r>
          </a:p>
          <a:p>
            <a:pPr>
              <a:defRPr sz="1200"/>
            </a:pPr>
            <a:r>
              <a:t>D:/pasar_fix/node_modules/.bun/kysely@0.28.17/node_modules/kysely/dist/cjs/operation-node/table-node.js</a:t>
            </a:r>
          </a:p>
          <a:p>
            <a:pPr>
              <a:defRPr sz="1200"/>
            </a:pPr>
            <a:r>
              <a:t>D:/pasar_fix/node_modules/.bun/kysely@0.28.17/node_modules/kysely/dist/cjs/operation-node/top-node.d.ts</a:t>
            </a:r>
          </a:p>
          <a:p>
            <a:pPr>
              <a:defRPr sz="1200"/>
            </a:pPr>
            <a:r>
              <a:t>D:/pasar_fix/node_modules/.bun/kysely@0.28.17/node_modules/kysely/dist/cjs/operation-node/top-node.js</a:t>
            </a:r>
          </a:p>
          <a:p>
            <a:pPr>
              <a:defRPr sz="1200"/>
            </a:pPr>
            <a:r>
              <a:t>D:/pasar_fix/node_modules/.bun/kysely@0.28.17/node_modules/kysely/dist/cjs/operation-node/tuple-node.d.ts</a:t>
            </a:r>
          </a:p>
          <a:p>
            <a:pPr>
              <a:defRPr sz="1200"/>
            </a:pPr>
            <a:r>
              <a:t>D:/pasar_fix/node_modules/.bun/kysely@0.28.17/node_modules/kysely/dist/cjs/operation-node/tuple-node.js</a:t>
            </a:r>
          </a:p>
          <a:p>
            <a:pPr>
              <a:defRPr sz="1200"/>
            </a:pPr>
            <a:r>
              <a:t>D:/pasar_fix/node_modules/.bun/kysely@0.28.17/node_modules/kysely/dist/cjs/operation-node/unary-operation-node.d.ts</a:t>
            </a:r>
          </a:p>
          <a:p>
            <a:pPr>
              <a:defRPr sz="1200"/>
            </a:pPr>
            <a:r>
              <a:t>D:/pasar_fix/node_modules/.bun/kysely@0.28.17/node_modules/kysely/dist/cjs/operation-node/unary-operation-node.js</a:t>
            </a:r>
          </a:p>
          <a:p>
            <a:pPr>
              <a:defRPr sz="1200"/>
            </a:pPr>
            <a:r>
              <a:t>D:/pasar_fix/node_modules/.bun/kysely@0.28.17/node_modules/kysely/dist/cjs/operation-node/unique-constraint-node.d.ts</a:t>
            </a:r>
          </a:p>
          <a:p>
            <a:pPr>
              <a:defRPr sz="1200"/>
            </a:pPr>
            <a:r>
              <a:t>D:/pasar_fix/node_modules/.bun/kysely@0.28.17/node_modules/kysely/dist/cjs/operation-node/unique-constraint-node.js</a:t>
            </a:r>
          </a:p>
          <a:p>
            <a:pPr>
              <a:defRPr sz="1200"/>
            </a:pPr>
            <a:r>
              <a:t>D:/pasar_fix/node_modules/.bun/kysely@0.28.17/node_modules/kysely/dist/cjs/operation-node/update-query-node.d.ts</a:t>
            </a:r>
          </a:p>
          <a:p>
            <a:pPr>
              <a:defRPr sz="1200"/>
            </a:pPr>
            <a:r>
              <a:t>D:/pasar_fix/node_modules/.bun/kysely@0.28.17/node_modules/kysely/dist/cjs/operation-node/update-query-node.js</a:t>
            </a:r>
          </a:p>
          <a:p>
            <a:pPr>
              <a:defRPr sz="1200"/>
            </a:pPr>
            <a:r>
              <a:t>D:/pasar_fix/node_modules/.bun/kysely@0.28.17/node_modules/kysely/dist/cjs/operation-node/using-node.d.ts</a:t>
            </a:r>
          </a:p>
          <a:p>
            <a:pPr>
              <a:defRPr sz="1200"/>
            </a:pPr>
            <a:r>
              <a:t>D:/pasar_fix/node_modules/.bun/kysely@0.28.17/node_modules/kysely/dist/cjs/operation-node/using-node.js</a:t>
            </a:r>
          </a:p>
          <a:p>
            <a:pPr>
              <a:defRPr sz="1200"/>
            </a:pPr>
            <a:r>
              <a:t>D:/pasar_fix/node_modules/.bun/kysely@0.28.17/node_modules/kysely/dist/cjs/operation-node/value-list-node.d.ts</a:t>
            </a:r>
          </a:p>
          <a:p>
            <a:pPr>
              <a:defRPr sz="1200"/>
            </a:pPr>
            <a:r>
              <a:t>D:/pasar_fix/node_modules/.bun/kysely@0.28.17/node_modules/kysely/dist/cjs/operation-node/value-list-node.js</a:t>
            </a:r>
          </a:p>
          <a:p>
            <a:pPr>
              <a:defRPr sz="1200"/>
            </a:pPr>
            <a:r>
              <a:t>D:/pasar_fix/node_modules/.bun/kysely@0.28.17/node_modules/kysely/dist/cjs/operation-node/value-node.d.ts</a:t>
            </a:r>
          </a:p>
          <a:p>
            <a:pPr>
              <a:defRPr sz="1200"/>
            </a:pPr>
            <a:r>
              <a:t>D:/pasar_fix/node_modules/.bun/kysely@0.28.17/node_modules/kysely/dist/cjs/operation-node/value-node.js</a:t>
            </a:r>
          </a:p>
          <a:p>
            <a:pPr>
              <a:defRPr sz="1200"/>
            </a:pPr>
            <a:r>
              <a:t>D:/pasar_fix/node_modules/.bun/kysely@0.28.17/node_modules/kysely/dist/cjs/operation-node/values-node.d.ts</a:t>
            </a:r>
          </a:p>
          <a:p>
            <a:pPr>
              <a:defRPr sz="1200"/>
            </a:pPr>
            <a:r>
              <a:t>D:/pasar_fix/node_modules/.bun/kysely@0.28.17/node_modules/kysely/dist/cjs/operation-node/values-node.js</a:t>
            </a:r>
          </a:p>
          <a:p>
            <a:pPr>
              <a:defRPr sz="1200"/>
            </a:pPr>
            <a:r>
              <a:t>D:/pasar_fix/node_modules/.bun/kysely@0.28.17/node_modules/kysely/dist/cjs/operation-node/when-node.d.ts</a:t>
            </a:r>
          </a:p>
          <a:p>
            <a:pPr>
              <a:defRPr sz="1200"/>
            </a:pPr>
            <a:r>
              <a:t>D:/pasar_fix/node_modules/.bun/kysely@0.28.17/node_modules/kysely/dist/cjs/operation-node/when-node.js</a:t>
            </a:r>
          </a:p>
          <a:p>
            <a:pPr>
              <a:defRPr sz="1200"/>
            </a:pPr>
            <a:r>
              <a:t>D:/pasar_fix/node_modules/.bun/kysely@0.28.17/node_modules/kysely/dist/cjs/operation-node/where-node.d.ts</a:t>
            </a:r>
          </a:p>
          <a:p>
            <a:pPr>
              <a:defRPr sz="1200"/>
            </a:pPr>
            <a:r>
              <a:t>D:/pasar_fix/node_modules/.bun/kysely@0.28.17/node_modules/kysely/dist/cjs/operation-node/where-node.js</a:t>
            </a:r>
          </a:p>
          <a:p>
            <a:pPr>
              <a:defRPr sz="1200"/>
            </a:pPr>
            <a:r>
              <a:t>D:/pasar_fix/node_modules/.bun/kysely@0.28.17/node_modules/kysely/dist/cjs/operation-node/with-node.d.ts</a:t>
            </a:r>
          </a:p>
          <a:p>
            <a:pPr>
              <a:defRPr sz="1200"/>
            </a:pPr>
            <a:r>
              <a:t>D:/pasar_fix/node_modules/.bun/kysely@0.28.17/node_modules/kysely/dist/cjs/operation-node/with-node.js</a:t>
            </a:r>
          </a:p>
          <a:p>
            <a:pPr>
              <a:defRPr sz="1200"/>
            </a:pPr>
            <a:r>
              <a:t>D:/pasar_fix/node_modules/.bun/kysely@0.28.17/node_modules/kysely/dist/cjs/parser/binary-operation-parser.d.ts</a:t>
            </a:r>
          </a:p>
          <a:p>
            <a:pPr>
              <a:defRPr sz="1200"/>
            </a:pPr>
            <a:r>
              <a:t>D:/pasar_fix/node_modules/.bun/kysely@0.28.17/node_modules/kysely/dist/cjs/parser/binary-operation-parser.js</a:t>
            </a:r>
          </a:p>
          <a:p>
            <a:pPr>
              <a:defRPr sz="1200"/>
            </a:pPr>
            <a:r>
              <a:t>D:/pasar_fix/node_modules/.bun/kysely@0.28.17/node_modules/kysely/dist/cjs/parser/coalesce-parser.d.ts</a:t>
            </a:r>
          </a:p>
          <a:p>
            <a:pPr>
              <a:defRPr sz="1200"/>
            </a:pPr>
            <a:r>
              <a:t>D:/pasar_fix/node_modules/.bun/kysely@0.28.17/node_modules/kysely/dist/cjs/parser/coalesce-parser.js</a:t>
            </a:r>
          </a:p>
          <a:p>
            <a:pPr>
              <a:defRPr sz="1200"/>
            </a:pPr>
            <a:r>
              <a:t>D:/pasar_fix/node_modules/.bun/kysely@0.28.17/node_modules/kysely/dist/cjs/parser/collate-parser.d.ts</a:t>
            </a:r>
          </a:p>
          <a:p>
            <a:pPr>
              <a:defRPr sz="1200"/>
            </a:pPr>
            <a:r>
              <a:t>D:/pasar_fix/node_modules/.bun/kysely@0.28.17/node_modules/kysely/dist/cjs/parser/collate-parser.js</a:t>
            </a:r>
          </a:p>
          <a:p>
            <a:pPr>
              <a:defRPr sz="1200"/>
            </a:pPr>
            <a:r>
              <a:t>D:/pasar_fix/node_modules/.bun/kysely@0.28.17/node_modules/kysely/dist/cjs/parser/data-type-parser.d.ts</a:t>
            </a:r>
          </a:p>
          <a:p>
            <a:pPr>
              <a:defRPr sz="1200"/>
            </a:pPr>
            <a:r>
              <a:t>D:/pasar_fix/node_modules/.bun/kysely@0.28.17/node_modules/kysely/dist/cjs/parser/data-type-parser.js</a:t>
            </a:r>
          </a:p>
          <a:p>
            <a:pPr>
              <a:defRPr sz="1200"/>
            </a:pPr>
            <a:r>
              <a:t>D:/pasar_fix/node_modules/.bun/kysely@0.28.17/node_modules/kysely/dist/cjs/parser/default-value-parser.d.ts</a:t>
            </a:r>
          </a:p>
          <a:p>
            <a:pPr>
              <a:defRPr sz="1200"/>
            </a:pPr>
            <a:r>
              <a:t>D:/pasar_fix/node_modules/.bun/kysely@0.28.17/node_modules/kysely/dist/cjs/parser/default-value-parser.js</a:t>
            </a:r>
          </a:p>
          <a:p>
            <a:pPr>
              <a:defRPr sz="1200"/>
            </a:pPr>
            <a:r>
              <a:t>D:/pasar_fix/node_modules/.bun/kysely@0.28.17/node_modules/kysely/dist/cjs/parser/delete-from-parser.d.ts</a:t>
            </a:r>
          </a:p>
          <a:p>
            <a:pPr>
              <a:defRPr sz="1200"/>
            </a:pPr>
            <a:r>
              <a:t>D:/pasar_fix/node_modules/.bun/kysely@0.28.17/node_modules/kysely/dist/cjs/parser/delete-from-parser.js</a:t>
            </a:r>
          </a:p>
          <a:p>
            <a:pPr>
              <a:defRPr sz="1200"/>
            </a:pPr>
            <a:r>
              <a:t>D:/pasar_fix/node_modules/.bun/kysely@0.28.17/node_modules/kysely/dist/cjs/parser/expression-parser.d.ts</a:t>
            </a:r>
          </a:p>
          <a:p>
            <a:pPr>
              <a:defRPr sz="1200"/>
            </a:pPr>
            <a:r>
              <a:t>D:/pasar_fix/node_modules/.bun/kysely@0.28.17/node_modules/kysely/dist/cjs/parser/expression-parser.js</a:t>
            </a:r>
          </a:p>
          <a:p>
            <a:pPr>
              <a:defRPr sz="1200"/>
            </a:pPr>
            <a:r>
              <a:t>D:/pasar_fix/node_modules/.bun/kysely@0.28.17/node_modules/kysely/dist/cjs/parser/fetch-parser.d.ts</a:t>
            </a:r>
          </a:p>
          <a:p>
            <a:pPr>
              <a:defRPr sz="1200"/>
            </a:pPr>
            <a:r>
              <a:t>D:/pasar_fix/node_modules/.bun/kysely@0.28.17/node_modules/kysely/dist/cjs/parser/fetch-parser.js</a:t>
            </a:r>
          </a:p>
          <a:p>
            <a:pPr>
              <a:defRPr sz="1200"/>
            </a:pPr>
            <a:r>
              <a:t>D:/pasar_fix/node_modules/.bun/kysely@0.28.17/node_modules/kysely/dist/cjs/parser/group-by-parser.d.ts</a:t>
            </a:r>
          </a:p>
          <a:p>
            <a:pPr>
              <a:defRPr sz="1200"/>
            </a:pPr>
            <a:r>
              <a:t>D:/pasar_fix/node_modules/.bun/kysely@0.28.17/node_modules/kysely/dist/cjs/parser/group-by-parser.js</a:t>
            </a:r>
          </a:p>
          <a:p>
            <a:pPr>
              <a:defRPr sz="1200"/>
            </a:pPr>
            <a:r>
              <a:t>D:/pasar_fix/node_modules/.bun/kysely@0.28.17/node_modules/kysely/dist/cjs/parser/identifier-parser.d.ts</a:t>
            </a:r>
          </a:p>
          <a:p>
            <a:pPr>
              <a:defRPr sz="1200"/>
            </a:pPr>
            <a:r>
              <a:t>D:/pasar_fix/node_modules/.bun/kysely@0.28.17/node_modules/kysely/dist/cjs/parser/identifier-parser.js</a:t>
            </a:r>
          </a:p>
          <a:p>
            <a:pPr>
              <a:defRPr sz="1200"/>
            </a:pPr>
            <a:r>
              <a:t>D:/pasar_fix/node_modules/.bun/kysely@0.28.17/node_modules/kysely/dist/cjs/parser/insert-values-parser.d.ts</a:t>
            </a:r>
          </a:p>
          <a:p>
            <a:pPr>
              <a:defRPr sz="1200"/>
            </a:pPr>
            <a:r>
              <a:t>D:/pasar_fix/node_modules/.bun/kysely@0.28.17/node_modules/kysely/dist/cjs/parser/insert-values-parser.js</a:t>
            </a:r>
          </a:p>
          <a:p>
            <a:pPr>
              <a:defRPr sz="1200"/>
            </a:pPr>
            <a:r>
              <a:t>D:/pasar_fix/node_modules/.bun/kysely@0.28.17/node_modules/kysely/dist/cjs/parser/join-parser.d.ts</a:t>
            </a:r>
          </a:p>
          <a:p>
            <a:pPr>
              <a:defRPr sz="1200"/>
            </a:pPr>
            <a:r>
              <a:t>D:/pasar_fix/node_modules/.bun/kysely@0.28.17/node_modules/kysely/dist/cjs/parser/join-parser.js</a:t>
            </a:r>
          </a:p>
          <a:p>
            <a:pPr>
              <a:defRPr sz="1200"/>
            </a:pPr>
            <a:r>
              <a:t>D:/pasar_fix/node_modules/.bun/kysely@0.28.17/node_modules/kysely/dist/cjs/parser/merge-into-parser.d.ts</a:t>
            </a:r>
          </a:p>
          <a:p>
            <a:pPr>
              <a:defRPr sz="1200"/>
            </a:pPr>
            <a:r>
              <a:t>D:/pasar_fix/node_modules/.bun/kysely@0.28.17/node_modules/kysely/dist/cjs/parser/merge-into-parser.js</a:t>
            </a:r>
          </a:p>
          <a:p>
            <a:pPr>
              <a:defRPr sz="1200"/>
            </a:pPr>
            <a:r>
              <a:t>D:/pasar_fix/node_modules/.bun/kysely@0.28.17/node_modules/kysely/dist/cjs/parser/merge-parser.d.ts</a:t>
            </a:r>
          </a:p>
          <a:p>
            <a:pPr>
              <a:defRPr sz="1200"/>
            </a:pPr>
            <a:r>
              <a:t>D:/pasar_fix/node_modules/.bun/kysely@0.28.17/node_modules/kysely/dist/cjs/parser/merge-parser.js</a:t>
            </a:r>
          </a:p>
          <a:p>
            <a:pPr>
              <a:defRPr sz="1200"/>
            </a:pPr>
            <a:r>
              <a:t>D:/pasar_fix/node_modules/.bun/kysely@0.28.17/node_modules/kysely/dist/cjs/parser/on-commit-action-parse.d.ts</a:t>
            </a:r>
          </a:p>
          <a:p>
            <a:pPr>
              <a:defRPr sz="1200"/>
            </a:pPr>
            <a:r>
              <a:t>D:/pasar_fix/node_modules/.bun/kysely@0.28.17/node_modules/kysely/dist/cjs/parser/on-commit-action-parse.js</a:t>
            </a:r>
          </a:p>
          <a:p>
            <a:pPr>
              <a:defRPr sz="1200"/>
            </a:pPr>
            <a:r>
              <a:t>D:/pasar_fix/node_modules/.bun/kysely@0.28.17/node_modules/kysely/dist/cjs/parser/on-modify-action-parser.d.ts</a:t>
            </a:r>
          </a:p>
          <a:p>
            <a:pPr>
              <a:defRPr sz="1200"/>
            </a:pPr>
            <a:r>
              <a:t>D:/pasar_fix/node_modules/.bun/kysely@0.28.17/node_modules/kysely/dist/cjs/parser/on-modify-action-parser.js</a:t>
            </a:r>
          </a:p>
          <a:p>
            <a:pPr>
              <a:defRPr sz="1200"/>
            </a:pPr>
            <a:r>
              <a:t>D:/pasar_fix/node_modules/.bun/kysely@0.28.17/node_modules/kysely/dist/cjs/parser/order-by-parser.d.ts</a:t>
            </a:r>
          </a:p>
          <a:p>
            <a:pPr>
              <a:defRPr sz="1200"/>
            </a:pPr>
            <a:r>
              <a:t>D:/pasar_fix/node_modules/.bun/kysely@0.28.17/node_modules/kysely/dist/cjs/parser/order-by-parser.js</a:t>
            </a:r>
          </a:p>
          <a:p>
            <a:pPr>
              <a:defRPr sz="1200"/>
            </a:pPr>
            <a:r>
              <a:t>D:/pasar_fix/node_modules/.bun/kysely@0.28.17/node_modules/kysely/dist/cjs/parser/parse-utils.d.ts</a:t>
            </a:r>
          </a:p>
          <a:p>
            <a:pPr>
              <a:defRPr sz="1200"/>
            </a:pPr>
            <a:r>
              <a:t>D:/pasar_fix/node_modules/.bun/kysely@0.28.17/node_modules/kysely/dist/cjs/parser/parse-utils.js</a:t>
            </a:r>
          </a:p>
          <a:p>
            <a:pPr>
              <a:defRPr sz="1200"/>
            </a:pPr>
            <a:r>
              <a:t>D:/pasar_fix/node_modules/.bun/kysely@0.28.17/node_modules/kysely/dist/cjs/parser/partition-by-parser.d.ts</a:t>
            </a:r>
          </a:p>
          <a:p>
            <a:pPr>
              <a:defRPr sz="1200"/>
            </a:pPr>
            <a:r>
              <a:t>D:/pasar_fix/node_modules/.bun/kysely@0.28.17/node_modules/kysely/dist/cjs/parser/partition-by-parser.js</a:t>
            </a:r>
          </a:p>
          <a:p>
            <a:pPr>
              <a:defRPr sz="1200"/>
            </a:pPr>
            <a:r>
              <a:t>D:/pasar_fix/node_modules/.bun/kysely@0.28.17/node_modules/kysely/dist/cjs/parser/reference-parser.d.ts</a:t>
            </a:r>
          </a:p>
          <a:p>
            <a:pPr>
              <a:defRPr sz="1200"/>
            </a:pPr>
            <a:r>
              <a:t>D:/pasar_fix/node_modules/.bun/kysely@0.28.17/node_modules/kysely/dist/cjs/parser/reference-parser.js</a:t>
            </a:r>
          </a:p>
          <a:p>
            <a:pPr>
              <a:defRPr sz="1200"/>
            </a:pPr>
            <a:r>
              <a:t>D:/pasar_fix/node_modules/.bun/kysely@0.28.17/node_modules/kysely/dist/cjs/parser/returning-parser.d.ts</a:t>
            </a:r>
          </a:p>
          <a:p>
            <a:pPr>
              <a:defRPr sz="1200"/>
            </a:pPr>
            <a:r>
              <a:t>D:/pasar_fix/node_modules/.bun/kysely@0.28.17/node_modules/kysely/dist/cjs/parser/returning-parser.js</a:t>
            </a:r>
          </a:p>
          <a:p>
            <a:pPr>
              <a:defRPr sz="1200"/>
            </a:pPr>
            <a:r>
              <a:t>D:/pasar_fix/node_modules/.bun/kysely@0.28.17/node_modules/kysely/dist/cjs/parser/savepoint-parser.d.ts</a:t>
            </a:r>
          </a:p>
          <a:p>
            <a:pPr>
              <a:defRPr sz="1200"/>
            </a:pPr>
            <a:r>
              <a:t>D:/pasar_fix/node_modules/.bun/kysely@0.28.17/node_modules/kysely/dist/cjs/parser/savepoint-parser.js</a:t>
            </a:r>
          </a:p>
          <a:p>
            <a:pPr>
              <a:defRPr sz="1200"/>
            </a:pPr>
            <a:r>
              <a:t>D:/pasar_fix/node_modules/.bun/kysely@0.28.17/node_modules/kysely/dist/cjs/parser/select-from-parser.d.ts</a:t>
            </a:r>
          </a:p>
          <a:p>
            <a:pPr>
              <a:defRPr sz="1200"/>
            </a:pPr>
            <a:r>
              <a:t>D:/pasar_fix/node_modules/.bun/kysely@0.28.17/node_modules/kysely/dist/cjs/parser/select-from-parser.js</a:t>
            </a:r>
          </a:p>
          <a:p>
            <a:pPr>
              <a:defRPr sz="1200"/>
            </a:pPr>
            <a:r>
              <a:t>D:/pasar_fix/node_modules/.bun/kysely@0.28.17/node_modules/kysely/dist/cjs/parser/select-parser.d.ts</a:t>
            </a:r>
          </a:p>
          <a:p>
            <a:pPr>
              <a:defRPr sz="1200"/>
            </a:pPr>
            <a:r>
              <a:t>D:/pasar_fix/node_modules/.bun/kysely@0.28.17/node_modules/kysely/dist/cjs/parser/select-parser.js</a:t>
            </a:r>
          </a:p>
          <a:p>
            <a:pPr>
              <a:defRPr sz="1200"/>
            </a:pPr>
            <a:r>
              <a:t>D:/pasar_fix/node_modules/.bun/kysely@0.28.17/node_modules/kysely/dist/cjs/parser/set-operation-parser.d.ts</a:t>
            </a:r>
          </a:p>
          <a:p>
            <a:pPr>
              <a:defRPr sz="1200"/>
            </a:pPr>
            <a:r>
              <a:t>D:/pasar_fix/node_modules/.bun/kysely@0.28.17/node_modules/kysely/dist/cjs/parser/set-operation-parser.js</a:t>
            </a:r>
          </a:p>
          <a:p>
            <a:pPr>
              <a:defRPr sz="1200"/>
            </a:pPr>
            <a:r>
              <a:t>D:/pasar_fix/node_modules/.bun/kysely@0.28.17/node_modules/kysely/dist/cjs/parser/table-parser.d.ts</a:t>
            </a:r>
          </a:p>
          <a:p>
            <a:pPr>
              <a:defRPr sz="1200"/>
            </a:pPr>
            <a:r>
              <a:t>D:/pasar_fix/node_modules/.bun/kysely@0.28.17/node_modules/kysely/dist/cjs/parser/table-parser.js</a:t>
            </a:r>
          </a:p>
          <a:p>
            <a:pPr>
              <a:defRPr sz="1200"/>
            </a:pPr>
            <a:r>
              <a:t>D:/pasar_fix/node_modules/.bun/kysely@0.28.17/node_modules/kysely/dist/cjs/parser/top-parser.d.ts</a:t>
            </a:r>
          </a:p>
          <a:p>
            <a:pPr>
              <a:defRPr sz="1200"/>
            </a:pPr>
            <a:r>
              <a:t>D:/pasar_fix/node_modules/.bun/kysely@0.28.17/node_modules/kysely/dist/cjs/parser/top-parser.js</a:t>
            </a:r>
          </a:p>
          <a:p>
            <a:pPr>
              <a:defRPr sz="1200"/>
            </a:pPr>
            <a:r>
              <a:t>D:/pasar_fix/node_modules/.bun/kysely@0.28.17/node_modules/kysely/dist/cjs/parser/tuple-parser.d.ts</a:t>
            </a:r>
          </a:p>
          <a:p>
            <a:pPr>
              <a:defRPr sz="1200"/>
            </a:pPr>
            <a:r>
              <a:t>D:/pasar_fix/node_modules/.bun/kysely@0.28.17/node_modules/kysely/dist/cjs/parser/tuple-parser.js</a:t>
            </a:r>
          </a:p>
          <a:p>
            <a:pPr>
              <a:defRPr sz="1200"/>
            </a:pPr>
            <a:r>
              <a:t>D:/pasar_fix/node_modules/.bun/kysely@0.28.17/node_modules/kysely/dist/cjs/parser/unary-operation-parser.d.ts</a:t>
            </a:r>
          </a:p>
          <a:p>
            <a:pPr>
              <a:defRPr sz="1200"/>
            </a:pPr>
            <a:r>
              <a:t>D:/pasar_fix/node_modules/.bun/kysely@0.28.17/node_modules/kysely/dist/cjs/parser/unary-operation-parser.js</a:t>
            </a:r>
          </a:p>
          <a:p>
            <a:pPr>
              <a:defRPr sz="1200"/>
            </a:pPr>
            <a:r>
              <a:t>D:/pasar_fix/node_modules/.bun/kysely@0.28.17/node_modules/kysely/dist/cjs/parser/update-parser.d.ts</a:t>
            </a:r>
          </a:p>
          <a:p>
            <a:pPr>
              <a:defRPr sz="1200"/>
            </a:pPr>
            <a:r>
              <a:t>D:/pasar_fix/node_modules/.bun/kysely@0.28.17/node_modules/kysely/dist/cjs/parser/update-parser.js</a:t>
            </a:r>
          </a:p>
          <a:p>
            <a:pPr>
              <a:defRPr sz="1200"/>
            </a:pPr>
            <a:r>
              <a:t>D:/pasar_fix/node_modules/.bun/kysely@0.28.17/node_modules/kysely/dist/cjs/parser/update-set-parser.d.ts</a:t>
            </a:r>
          </a:p>
          <a:p>
            <a:pPr>
              <a:defRPr sz="1200"/>
            </a:pPr>
            <a:r>
              <a:t>D:/pasar_fix/node_modules/.bun/kysely@0.28.17/node_modules/kysely/dist/cjs/parser/update-set-parser.js</a:t>
            </a:r>
          </a:p>
          <a:p>
            <a:pPr>
              <a:defRPr sz="1200"/>
            </a:pPr>
            <a:r>
              <a:t>D:/pasar_fix/node_modules/.bun/kysely@0.28.17/node_modules/kysely/dist/cjs/parser/value-parser.d.ts</a:t>
            </a:r>
          </a:p>
          <a:p>
            <a:pPr>
              <a:defRPr sz="1200"/>
            </a:pPr>
            <a:r>
              <a:t>D:/pasar_fix/node_modules/.bun/kysely@0.28.17/node_modules/kysely/dist/cjs/parser/value-parser.js</a:t>
            </a:r>
          </a:p>
          <a:p>
            <a:pPr>
              <a:defRPr sz="1200"/>
            </a:pPr>
            <a:r>
              <a:t>D:/pasar_fix/node_modules/.bun/kysely@0.28.17/node_modules/kysely/dist/cjs/parser/with-parser.d.ts</a:t>
            </a:r>
          </a:p>
          <a:p>
            <a:pPr>
              <a:defRPr sz="1200"/>
            </a:pPr>
            <a:r>
              <a:t>D:/pasar_fix/node_modules/.bun/kysely@0.28.17/node_modules/kysely/dist/cjs/parser/with-parser.js</a:t>
            </a:r>
          </a:p>
          <a:p>
            <a:pPr>
              <a:defRPr sz="1200"/>
            </a:pPr>
            <a:r>
              <a:t>D:/pasar_fix/node_modules/.bun/kysely@0.28.17/node_modules/kysely/dist/cjs/plugin/kysely-plugin.d.ts</a:t>
            </a:r>
          </a:p>
          <a:p>
            <a:pPr>
              <a:defRPr sz="1200"/>
            </a:pPr>
            <a:r>
              <a:t>D:/pasar_fix/node_modules/.bun/kysely@0.28.17/node_modules/kysely/dist/cjs/plugin/kysely-plugin.js</a:t>
            </a:r>
          </a:p>
          <a:p>
            <a:pPr>
              <a:defRPr sz="1200"/>
            </a:pPr>
            <a:r>
              <a:t>D:/pasar_fix/node_modules/.bun/kysely@0.28.17/node_modules/kysely/dist/cjs/plugin/noop-plugin.d.ts</a:t>
            </a:r>
          </a:p>
          <a:p>
            <a:pPr>
              <a:defRPr sz="1200"/>
            </a:pPr>
            <a:r>
              <a:t>D:/pasar_fix/node_modules/.bun/kysely@0.28.17/node_modules/kysely/dist/cjs/plugin/noop-plugin.js</a:t>
            </a:r>
          </a:p>
          <a:p>
            <a:pPr>
              <a:defRPr sz="1200"/>
            </a:pPr>
            <a:r>
              <a:t>D:/pasar_fix/node_modules/.bun/kysely@0.28.17/node_modules/kysely/dist/cjs/plugin/camel-case/camel-case-plugin.d.ts</a:t>
            </a:r>
          </a:p>
          <a:p>
            <a:pPr>
              <a:defRPr sz="1200"/>
            </a:pPr>
            <a:r>
              <a:t>D:/pasar_fix/node_modules/.bun/kysely@0.28.17/node_modules/kysely/dist/cjs/plugin/camel-case/camel-case-plugin.js</a:t>
            </a:r>
          </a:p>
          <a:p>
            <a:pPr>
              <a:defRPr sz="1200"/>
            </a:pPr>
            <a:r>
              <a:t>D:/pasar_fix/node_modules/.bun/kysely@0.28.17/node_modules/kysely/dist/cjs/plugin/camel-case/camel-case-transformer.d.ts</a:t>
            </a:r>
          </a:p>
          <a:p>
            <a:pPr>
              <a:defRPr sz="1200"/>
            </a:pPr>
            <a:r>
              <a:t>D:/pasar_fix/node_modules/.bun/kysely@0.28.17/node_modules/kysely/dist/cjs/plugin/camel-case/camel-case-transformer.js</a:t>
            </a:r>
          </a:p>
          <a:p>
            <a:pPr>
              <a:defRPr sz="1200"/>
            </a:pPr>
            <a:r>
              <a:t>D:/pasar_fix/node_modules/.bun/kysely@0.28.17/node_modules/kysely/dist/cjs/plugin/camel-case/camel-case.d.ts</a:t>
            </a:r>
          </a:p>
          <a:p>
            <a:pPr>
              <a:defRPr sz="1200"/>
            </a:pPr>
            <a:r>
              <a:t>D:/pasar_fix/node_modules/.bun/kysely@0.28.17/node_modules/kysely/dist/cjs/plugin/camel-case/camel-case.js</a:t>
            </a:r>
          </a:p>
          <a:p>
            <a:pPr>
              <a:defRPr sz="1200"/>
            </a:pPr>
            <a:r>
              <a:t>D:/pasar_fix/node_modules/.bun/kysely@0.28.17/node_modules/kysely/dist/cjs/plugin/deduplicate-joins/deduplicate-joins-plugin.d.ts</a:t>
            </a:r>
          </a:p>
          <a:p>
            <a:pPr>
              <a:defRPr sz="1200"/>
            </a:pPr>
            <a:r>
              <a:t>D:/pasar_fix/node_modules/.bun/kysely@0.28.17/node_modules/kysely/dist/cjs/plugin/deduplicate-joins/deduplicate-joins-plugin.js</a:t>
            </a:r>
          </a:p>
          <a:p>
            <a:pPr>
              <a:defRPr sz="1200"/>
            </a:pPr>
            <a:r>
              <a:t>D:/pasar_fix/node_modules/.bun/kysely@0.28.17/node_modules/kysely/dist/cjs/plugin/deduplicate-joins/deduplicate-joins-transformer.d.ts</a:t>
            </a:r>
          </a:p>
          <a:p>
            <a:pPr>
              <a:defRPr sz="1200"/>
            </a:pPr>
            <a:r>
              <a:t>D:/pasar_fix/node_modules/.bun/kysely@0.28.17/node_modules/kysely/dist/cjs/plugin/deduplicate-joins/deduplicate-joins-transformer.js</a:t>
            </a:r>
          </a:p>
          <a:p>
            <a:pPr>
              <a:defRPr sz="1200"/>
            </a:pPr>
            <a:r>
              <a:t>D:/pasar_fix/node_modules/.bun/kysely@0.28.17/node_modules/kysely/dist/cjs/plugin/handle-empty-in-lists/handle-empty-in-lists-plugin.d.ts</a:t>
            </a:r>
          </a:p>
          <a:p>
            <a:pPr>
              <a:defRPr sz="1200"/>
            </a:pPr>
            <a:r>
              <a:t>D:/pasar_fix/node_modules/.bun/kysely@0.28.17/node_modules/kysely/dist/cjs/plugin/handle-empty-in-lists/handle-empty-in-lists-plugin.js</a:t>
            </a:r>
          </a:p>
          <a:p>
            <a:pPr>
              <a:defRPr sz="1200"/>
            </a:pPr>
            <a:r>
              <a:t>D:/pasar_fix/node_modules/.bun/kysely@0.28.17/node_modules/kysely/dist/cjs/plugin/handle-empty-in-lists/handle-empty-in-lists-transformer.d.ts</a:t>
            </a:r>
          </a:p>
          <a:p>
            <a:pPr>
              <a:defRPr sz="1200"/>
            </a:pPr>
            <a:r>
              <a:t>D:/pasar_fix/node_modules/.bun/kysely@0.28.17/node_modules/kysely/dist/cjs/plugin/handle-empty-in-lists/handle-empty-in-lists-transformer.js</a:t>
            </a:r>
          </a:p>
          <a:p>
            <a:pPr>
              <a:defRPr sz="1200"/>
            </a:pPr>
            <a:r>
              <a:t>D:/pasar_fix/node_modules/.bun/kysely@0.28.17/node_modules/kysely/dist/cjs/plugin/handle-empty-in-lists/handle-empty-in-lists.d.ts</a:t>
            </a:r>
          </a:p>
          <a:p>
            <a:pPr>
              <a:defRPr sz="1200"/>
            </a:pPr>
            <a:r>
              <a:t>D:/pasar_fix/node_modules/.bun/kysely@0.28.17/node_modules/kysely/dist/cjs/plugin/handle-empty-in-lists/handle-empty-in-lists.js</a:t>
            </a:r>
          </a:p>
          <a:p>
            <a:pPr>
              <a:defRPr sz="1200"/>
            </a:pPr>
            <a:r>
              <a:t>D:/pasar_fix/node_modules/.bun/kysely@0.28.17/node_modules/kysely/dist/cjs/plugin/immediate-value/immediate-value-plugin.d.ts</a:t>
            </a:r>
          </a:p>
          <a:p>
            <a:pPr>
              <a:defRPr sz="1200"/>
            </a:pPr>
            <a:r>
              <a:t>D:/pasar_fix/node_modules/.bun/kysely@0.28.17/node_modules/kysely/dist/cjs/plugin/immediate-value/immediate-value-plugin.js</a:t>
            </a:r>
          </a:p>
          <a:p>
            <a:pPr>
              <a:defRPr sz="1200"/>
            </a:pPr>
            <a:r>
              <a:t>D:/pasar_fix/node_modules/.bun/kysely@0.28.17/node_modules/kysely/dist/cjs/plugin/immediate-value/immediate-value-transformer.d.ts</a:t>
            </a:r>
          </a:p>
          <a:p>
            <a:pPr>
              <a:defRPr sz="1200"/>
            </a:pPr>
            <a:r>
              <a:t>D:/pasar_fix/node_modules/.bun/kysely@0.28.17/node_modules/kysely/dist/cjs/plugin/immediate-value/immediate-value-transformer.js</a:t>
            </a:r>
          </a:p>
          <a:p>
            <a:pPr>
              <a:defRPr sz="1200"/>
            </a:pPr>
            <a:r>
              <a:t>D:/pasar_fix/node_modules/.bun/kysely@0.28.17/node_modules/kysely/dist/cjs/plugin/parse-json-results/parse-json-results-plugin.d.ts</a:t>
            </a:r>
          </a:p>
          <a:p>
            <a:pPr>
              <a:defRPr sz="1200"/>
            </a:pPr>
            <a:r>
              <a:t>D:/pasar_fix/node_modules/.bun/kysely@0.28.17/node_modules/kysely/dist/cjs/plugin/parse-json-results/parse-json-results-plugin.js</a:t>
            </a:r>
          </a:p>
          <a:p>
            <a:pPr>
              <a:defRPr sz="1200"/>
            </a:pPr>
            <a:r>
              <a:t>D:/pasar_fix/node_modules/.bun/kysely@0.28.17/node_modules/kysely/dist/cjs/plugin/with-schema/with-schema-plugin.d.ts</a:t>
            </a:r>
          </a:p>
          <a:p>
            <a:pPr>
              <a:defRPr sz="1200"/>
            </a:pPr>
            <a:r>
              <a:t>D:/pasar_fix/node_modules/.bun/kysely@0.28.17/node_modules/kysely/dist/cjs/plugin/with-schema/with-schema-plugin.js</a:t>
            </a:r>
          </a:p>
          <a:p>
            <a:pPr>
              <a:defRPr sz="1200"/>
            </a:pPr>
            <a:r>
              <a:t>D:/pasar_fix/node_modules/.bun/kysely@0.28.17/node_modules/kysely/dist/cjs/plugin/with-schema/with-schema-transformer.d.ts</a:t>
            </a:r>
          </a:p>
          <a:p>
            <a:pPr>
              <a:defRPr sz="1200"/>
            </a:pPr>
            <a:r>
              <a:t>D:/pasar_fix/node_modules/.bun/kysely@0.28.17/node_modules/kysely/dist/cjs/plugin/with-schema/with-schema-transformer.js</a:t>
            </a:r>
          </a:p>
          <a:p>
            <a:pPr>
              <a:defRPr sz="1200"/>
            </a:pPr>
            <a:r>
              <a:t>D:/pasar_fix/node_modules/.bun/kysely@0.28.17/node_modules/kysely/dist/cjs/query-builder/aggregate-function-builder.d.ts</a:t>
            </a:r>
          </a:p>
          <a:p>
            <a:pPr>
              <a:defRPr sz="1200"/>
            </a:pPr>
            <a:r>
              <a:t>D:/pasar_fix/node_modules/.bun/kysely@0.28.17/node_modules/kysely/dist/cjs/query-builder/aggregate-function-builder.js</a:t>
            </a:r>
          </a:p>
          <a:p>
            <a:pPr>
              <a:defRPr sz="1200"/>
            </a:pPr>
            <a:r>
              <a:t>D:/pasar_fix/node_modules/.bun/kysely@0.28.17/node_modules/kysely/dist/cjs/query-builder/case-builder.d.ts</a:t>
            </a:r>
          </a:p>
          <a:p>
            <a:pPr>
              <a:defRPr sz="1200"/>
            </a:pPr>
            <a:r>
              <a:t>D:/pasar_fix/node_modules/.bun/kysely@0.28.17/node_modules/kysely/dist/cjs/query-builder/case-builder.js</a:t>
            </a:r>
          </a:p>
          <a:p>
            <a:pPr>
              <a:defRPr sz="1200"/>
            </a:pPr>
            <a:r>
              <a:t>D:/pasar_fix/node_modules/.bun/kysely@0.28.17/node_modules/kysely/dist/cjs/query-builder/cte-builder.d.ts</a:t>
            </a:r>
          </a:p>
          <a:p>
            <a:pPr>
              <a:defRPr sz="1200"/>
            </a:pPr>
            <a:r>
              <a:t>D:/pasar_fix/node_modules/.bun/kysely@0.28.17/node_modules/kysely/dist/cjs/query-builder/cte-builder.js</a:t>
            </a:r>
          </a:p>
          <a:p>
            <a:pPr>
              <a:defRPr sz="1200"/>
            </a:pPr>
            <a:r>
              <a:t>D:/pasar_fix/node_modules/.bun/kysely@0.28.17/node_modules/kysely/dist/cjs/query-builder/delete-query-builder.d.ts</a:t>
            </a:r>
          </a:p>
          <a:p>
            <a:pPr>
              <a:defRPr sz="1200"/>
            </a:pPr>
            <a:r>
              <a:t>D:/pasar_fix/node_modules/.bun/kysely@0.28.17/node_modules/kysely/dist/cjs/query-builder/delete-query-builder.js</a:t>
            </a:r>
          </a:p>
          <a:p>
            <a:pPr>
              <a:defRPr sz="1200"/>
            </a:pPr>
            <a:r>
              <a:t>D:/pasar_fix/node_modules/.bun/kysely@0.28.17/node_modules/kysely/dist/cjs/query-builder/delete-result.d.ts</a:t>
            </a:r>
          </a:p>
          <a:p>
            <a:pPr>
              <a:defRPr sz="1200"/>
            </a:pPr>
            <a:r>
              <a:t>D:/pasar_fix/node_modules/.bun/kysely@0.28.17/node_modules/kysely/dist/cjs/query-builder/delete-result.js</a:t>
            </a:r>
          </a:p>
          <a:p>
            <a:pPr>
              <a:defRPr sz="1200"/>
            </a:pPr>
            <a:r>
              <a:t>D:/pasar_fix/node_modules/.bun/kysely@0.28.17/node_modules/kysely/dist/cjs/query-builder/function-module.d.ts</a:t>
            </a:r>
          </a:p>
          <a:p>
            <a:pPr>
              <a:defRPr sz="1200"/>
            </a:pPr>
            <a:r>
              <a:t>D:/pasar_fix/node_modules/.bun/kysely@0.28.17/node_modules/kysely/dist/cjs/query-builder/function-module.js</a:t>
            </a:r>
          </a:p>
          <a:p>
            <a:pPr>
              <a:defRPr sz="1200"/>
            </a:pPr>
            <a:r>
              <a:t>D:/pasar_fix/node_modules/.bun/kysely@0.28.17/node_modules/kysely/dist/cjs/query-builder/having-interface.d.ts</a:t>
            </a:r>
          </a:p>
          <a:p>
            <a:pPr>
              <a:defRPr sz="1200"/>
            </a:pPr>
            <a:r>
              <a:t>D:/pasar_fix/node_modules/.bun/kysely@0.28.17/node_modules/kysely/dist/cjs/query-builder/having-interface.js</a:t>
            </a:r>
          </a:p>
          <a:p>
            <a:pPr>
              <a:defRPr sz="1200"/>
            </a:pPr>
            <a:r>
              <a:t>D:/pasar_fix/node_modules/.bun/kysely@0.28.17/node_modules/kysely/dist/cjs/query-builder/insert-query-builder.d.ts</a:t>
            </a:r>
          </a:p>
          <a:p>
            <a:pPr>
              <a:defRPr sz="1200"/>
            </a:pPr>
            <a:r>
              <a:t>D:/pasar_fix/node_modules/.bun/kysely@0.28.17/node_modules/kysely/dist/cjs/query-builder/insert-query-builder.js</a:t>
            </a:r>
          </a:p>
          <a:p>
            <a:pPr>
              <a:defRPr sz="1200"/>
            </a:pPr>
            <a:r>
              <a:t>D:/pasar_fix/node_modules/.bun/kysely@0.28.17/node_modules/kysely/dist/cjs/query-builder/insert-result.d.ts</a:t>
            </a:r>
          </a:p>
          <a:p>
            <a:pPr>
              <a:defRPr sz="1200"/>
            </a:pPr>
            <a:r>
              <a:t>D:/pasar_fix/node_modules/.bun/kysely@0.28.17/node_modules/kysely/dist/cjs/query-builder/insert-result.js</a:t>
            </a:r>
          </a:p>
          <a:p>
            <a:pPr>
              <a:defRPr sz="1200"/>
            </a:pPr>
            <a:r>
              <a:t>D:/pasar_fix/node_modules/.bun/kysely@0.28.17/node_modules/kysely/dist/cjs/query-builder/join-builder.d.ts</a:t>
            </a:r>
          </a:p>
          <a:p>
            <a:pPr>
              <a:defRPr sz="1200"/>
            </a:pPr>
            <a:r>
              <a:t>D:/pasar_fix/node_modules/.bun/kysely@0.28.17/node_modules/kysely/dist/cjs/query-builder/join-builder.js</a:t>
            </a:r>
          </a:p>
          <a:p>
            <a:pPr>
              <a:defRPr sz="1200"/>
            </a:pPr>
            <a:r>
              <a:t>D:/pasar_fix/node_modules/.bun/kysely@0.28.17/node_modules/kysely/dist/cjs/query-builder/json-path-builder.d.ts</a:t>
            </a:r>
          </a:p>
          <a:p>
            <a:pPr>
              <a:defRPr sz="1200"/>
            </a:pPr>
            <a:r>
              <a:t>D:/pasar_fix/node_modules/.bun/kysely@0.28.17/node_modules/kysely/dist/cjs/query-builder/json-path-builder.js</a:t>
            </a:r>
          </a:p>
          <a:p>
            <a:pPr>
              <a:defRPr sz="1200"/>
            </a:pPr>
            <a:r>
              <a:t>D:/pasar_fix/node_modules/.bun/kysely@0.28.17/node_modules/kysely/dist/cjs/query-builder/merge-query-builder.d.ts</a:t>
            </a:r>
          </a:p>
          <a:p>
            <a:pPr>
              <a:defRPr sz="1200"/>
            </a:pPr>
            <a:r>
              <a:t>D:/pasar_fix/node_modules/.bun/kysely@0.28.17/node_modules/kysely/dist/cjs/query-builder/merge-query-builder.js</a:t>
            </a:r>
          </a:p>
          <a:p>
            <a:pPr>
              <a:defRPr sz="1200"/>
            </a:pPr>
            <a:r>
              <a:t>D:/pasar_fix/node_modules/.bun/kysely@0.28.17/node_modules/kysely/dist/cjs/query-builder/merge-result.d.ts</a:t>
            </a:r>
          </a:p>
          <a:p>
            <a:pPr>
              <a:defRPr sz="1200"/>
            </a:pPr>
            <a:r>
              <a:t>D:/pasar_fix/node_modules/.bun/kysely@0.28.17/node_modules/kysely/dist/cjs/query-builder/merge-result.js</a:t>
            </a:r>
          </a:p>
          <a:p>
            <a:pPr>
              <a:defRPr sz="1200"/>
            </a:pPr>
            <a:r>
              <a:t>D:/pasar_fix/node_modules/.bun/kysely@0.28.17/node_modules/kysely/dist/cjs/query-builder/no-result-error.d.ts</a:t>
            </a:r>
          </a:p>
          <a:p>
            <a:pPr>
              <a:defRPr sz="1200"/>
            </a:pPr>
            <a:r>
              <a:t>D:/pasar_fix/node_modules/.bun/kysely@0.28.17/node_modules/kysely/dist/cjs/query-builder/no-result-error.js</a:t>
            </a:r>
          </a:p>
          <a:p>
            <a:pPr>
              <a:defRPr sz="1200"/>
            </a:pPr>
            <a:r>
              <a:t>D:/pasar_fix/node_modules/.bun/kysely@0.28.17/node_modules/kysely/dist/cjs/query-builder/on-conflict-builder.d.ts</a:t>
            </a:r>
          </a:p>
          <a:p>
            <a:pPr>
              <a:defRPr sz="1200"/>
            </a:pPr>
            <a:r>
              <a:t>D:/pasar_fix/node_modules/.bun/kysely@0.28.17/node_modules/kysely/dist/cjs/query-builder/on-conflict-builder.js</a:t>
            </a:r>
          </a:p>
          <a:p>
            <a:pPr>
              <a:defRPr sz="1200"/>
            </a:pPr>
            <a:r>
              <a:t>D:/pasar_fix/node_modules/.bun/kysely@0.28.17/node_modules/kysely/dist/cjs/query-builder/order-by-interface.d.ts</a:t>
            </a:r>
          </a:p>
          <a:p>
            <a:pPr>
              <a:defRPr sz="1200"/>
            </a:pPr>
            <a:r>
              <a:t>D:/pasar_fix/node_modules/.bun/kysely@0.28.17/node_modules/kysely/dist/cjs/query-builder/order-by-interface.js</a:t>
            </a:r>
          </a:p>
          <a:p>
            <a:pPr>
              <a:defRPr sz="1200"/>
            </a:pPr>
            <a:r>
              <a:t>D:/pasar_fix/node_modules/.bun/kysely@0.28.17/node_modules/kysely/dist/cjs/query-builder/order-by-item-builder.d.ts</a:t>
            </a:r>
          </a:p>
          <a:p>
            <a:pPr>
              <a:defRPr sz="1200"/>
            </a:pPr>
            <a:r>
              <a:t>D:/pasar_fix/node_modules/.bun/kysely@0.28.17/node_modules/kysely/dist/cjs/query-builder/order-by-item-builder.js</a:t>
            </a:r>
          </a:p>
          <a:p>
            <a:pPr>
              <a:defRPr sz="1200"/>
            </a:pPr>
            <a:r>
              <a:t>D:/pasar_fix/node_modules/.bun/kysely@0.28.17/node_modules/kysely/dist/cjs/query-builder/output-interface.d.ts</a:t>
            </a:r>
          </a:p>
          <a:p>
            <a:pPr>
              <a:defRPr sz="1200"/>
            </a:pPr>
            <a:r>
              <a:t>D:/pasar_fix/node_modules/.bun/kysely@0.28.17/node_modules/kysely/dist/cjs/query-builder/output-interface.js</a:t>
            </a:r>
          </a:p>
          <a:p>
            <a:pPr>
              <a:defRPr sz="1200"/>
            </a:pPr>
            <a:r>
              <a:t>D:/pasar_fix/node_modules/.bun/kysely@0.28.17/node_modules/kysely/dist/cjs/query-builder/over-builder.d.ts</a:t>
            </a:r>
          </a:p>
          <a:p>
            <a:pPr>
              <a:defRPr sz="1200"/>
            </a:pPr>
            <a:r>
              <a:t>D:/pasar_fix/node_modules/.bun/kysely@0.28.17/node_modules/kysely/dist/cjs/query-builder/over-builder.js</a:t>
            </a:r>
          </a:p>
          <a:p>
            <a:pPr>
              <a:defRPr sz="1200"/>
            </a:pPr>
            <a:r>
              <a:t>D:/pasar_fix/node_modules/.bun/kysely@0.28.17/node_modules/kysely/dist/cjs/query-builder/returning-interface.d.ts</a:t>
            </a:r>
          </a:p>
          <a:p>
            <a:pPr>
              <a:defRPr sz="1200"/>
            </a:pPr>
            <a:r>
              <a:t>D:/pasar_fix/node_modules/.bun/kysely@0.28.17/node_modules/kysely/dist/cjs/query-builder/returning-interface.js</a:t>
            </a:r>
          </a:p>
          <a:p>
            <a:pPr>
              <a:defRPr sz="1200"/>
            </a:pPr>
            <a:r>
              <a:t>D:/pasar_fix/node_modules/.bun/kysely@0.28.17/node_modules/kysely/dist/cjs/query-builder/select-query-builder-expression.d.ts</a:t>
            </a:r>
          </a:p>
          <a:p>
            <a:pPr>
              <a:defRPr sz="1200"/>
            </a:pPr>
            <a:r>
              <a:t>D:/pasar_fix/node_modules/.bun/kysely@0.28.17/node_modules/kysely/dist/cjs/query-builder/select-query-builder-expression.js</a:t>
            </a:r>
          </a:p>
          <a:p>
            <a:pPr>
              <a:defRPr sz="1200"/>
            </a:pPr>
            <a:r>
              <a:t>D:/pasar_fix/node_modules/.bun/kysely@0.28.17/node_modules/kysely/dist/cjs/query-builder/select-query-builder.d.ts</a:t>
            </a:r>
          </a:p>
          <a:p>
            <a:pPr>
              <a:defRPr sz="1200"/>
            </a:pPr>
            <a:r>
              <a:t>D:/pasar_fix/node_modules/.bun/kysely@0.28.17/node_modules/kysely/dist/cjs/query-builder/select-query-builder.js</a:t>
            </a:r>
          </a:p>
          <a:p>
            <a:pPr>
              <a:defRPr sz="1200"/>
            </a:pPr>
            <a:r>
              <a:t>D:/pasar_fix/node_modules/.bun/kysely@0.28.17/node_modules/kysely/dist/cjs/query-builder/update-query-builder.d.ts</a:t>
            </a:r>
          </a:p>
          <a:p>
            <a:pPr>
              <a:defRPr sz="1200"/>
            </a:pPr>
            <a:r>
              <a:t>D:/pasar_fix/node_modules/.bun/kysely@0.28.17/node_modules/kysely/dist/cjs/query-builder/update-query-builder.js</a:t>
            </a:r>
          </a:p>
          <a:p>
            <a:pPr>
              <a:defRPr sz="1200"/>
            </a:pPr>
            <a:r>
              <a:t>D:/pasar_fix/node_modules/.bun/kysely@0.28.17/node_modules/kysely/dist/cjs/query-builder/update-result.d.ts</a:t>
            </a:r>
          </a:p>
          <a:p>
            <a:pPr>
              <a:defRPr sz="1200"/>
            </a:pPr>
            <a:r>
              <a:t>D:/pasar_fix/node_modules/.bun/kysely@0.28.17/node_modules/kysely/dist/cjs/query-builder/update-result.js</a:t>
            </a:r>
          </a:p>
          <a:p>
            <a:pPr>
              <a:defRPr sz="1200"/>
            </a:pPr>
            <a:r>
              <a:t>D:/pasar_fix/node_modules/.bun/kysely@0.28.17/node_modules/kysely/dist/cjs/query-builder/where-interface.d.ts</a:t>
            </a:r>
          </a:p>
          <a:p>
            <a:pPr>
              <a:defRPr sz="1200"/>
            </a:pPr>
            <a:r>
              <a:t>D:/pasar_fix/node_modules/.bun/kysely@0.28.17/node_modules/kysely/dist/cjs/query-builder/where-interface.js</a:t>
            </a:r>
          </a:p>
          <a:p>
            <a:pPr>
              <a:defRPr sz="1200"/>
            </a:pPr>
            <a:r>
              <a:t>D:/pasar_fix/node_modules/.bun/kysely@0.28.17/node_modules/kysely/dist/cjs/query-compiler/compiled-query.d.ts</a:t>
            </a:r>
          </a:p>
          <a:p>
            <a:pPr>
              <a:defRPr sz="1200"/>
            </a:pPr>
            <a:r>
              <a:t>D:/pasar_fix/node_modules/.bun/kysely@0.28.17/node_modules/kysely/dist/cjs/query-compiler/compiled-query.js</a:t>
            </a:r>
          </a:p>
          <a:p>
            <a:pPr>
              <a:defRPr sz="1200"/>
            </a:pPr>
            <a:r>
              <a:t>D:/pasar_fix/node_modules/.bun/kysely@0.28.17/node_modules/kysely/dist/cjs/query-compiler/default-query-compiler.d.ts</a:t>
            </a:r>
          </a:p>
          <a:p>
            <a:pPr>
              <a:defRPr sz="1200"/>
            </a:pPr>
            <a:r>
              <a:t>D:/pasar_fix/node_modules/.bun/kysely@0.28.17/node_modules/kysely/dist/cjs/query-compiler/default-query-compiler.js</a:t>
            </a:r>
          </a:p>
          <a:p>
            <a:pPr>
              <a:defRPr sz="1200"/>
            </a:pPr>
            <a:r>
              <a:t>D:/pasar_fix/node_modules/.bun/kysely@0.28.17/node_modules/kysely/dist/cjs/query-compiler/query-compiler.d.ts</a:t>
            </a:r>
          </a:p>
          <a:p>
            <a:pPr>
              <a:defRPr sz="1200"/>
            </a:pPr>
            <a:r>
              <a:t>D:/pasar_fix/node_modules/.bun/kysely@0.28.17/node_modules/kysely/dist/cjs/query-compiler/query-compiler.js</a:t>
            </a:r>
          </a:p>
          <a:p>
            <a:pPr>
              <a:defRPr sz="1200"/>
            </a:pPr>
            <a:r>
              <a:t>D:/pasar_fix/node_modules/.bun/kysely@0.28.17/node_modules/kysely/dist/cjs/query-executor/default-query-executor.d.ts</a:t>
            </a:r>
          </a:p>
          <a:p>
            <a:pPr>
              <a:defRPr sz="1200"/>
            </a:pPr>
            <a:r>
              <a:t>D:/pasar_fix/node_modules/.bun/kysely@0.28.17/node_modules/kysely/dist/cjs/query-executor/default-query-executor.js</a:t>
            </a:r>
          </a:p>
          <a:p>
            <a:pPr>
              <a:defRPr sz="1200"/>
            </a:pPr>
            <a:r>
              <a:t>D:/pasar_fix/node_modules/.bun/kysely@0.28.17/node_modules/kysely/dist/cjs/query-executor/noop-query-executor.d.ts</a:t>
            </a:r>
          </a:p>
          <a:p>
            <a:pPr>
              <a:defRPr sz="1200"/>
            </a:pPr>
            <a:r>
              <a:t>D:/pasar_fix/node_modules/.bun/kysely@0.28.17/node_modules/kysely/dist/cjs/query-executor/noop-query-executor.js</a:t>
            </a:r>
          </a:p>
          <a:p>
            <a:pPr>
              <a:defRPr sz="1200"/>
            </a:pPr>
            <a:r>
              <a:t>D:/pasar_fix/node_modules/.bun/kysely@0.28.17/node_modules/kysely/dist/cjs/query-executor/query-executor-base.d.ts</a:t>
            </a:r>
          </a:p>
          <a:p>
            <a:pPr>
              <a:defRPr sz="1200"/>
            </a:pPr>
            <a:r>
              <a:t>D:/pasar_fix/node_modules/.bun/kysely@0.28.17/node_modules/kysely/dist/cjs/query-executor/query-executor-base.js</a:t>
            </a:r>
          </a:p>
          <a:p>
            <a:pPr>
              <a:defRPr sz="1200"/>
            </a:pPr>
            <a:r>
              <a:t>D:/pasar_fix/node_modules/.bun/kysely@0.28.17/node_modules/kysely/dist/cjs/query-executor/query-executor-provider.d.ts</a:t>
            </a:r>
          </a:p>
          <a:p>
            <a:pPr>
              <a:defRPr sz="1200"/>
            </a:pPr>
            <a:r>
              <a:t>D:/pasar_fix/node_modules/.bun/kysely@0.28.17/node_modules/kysely/dist/cjs/query-executor/query-executor-provider.js</a:t>
            </a:r>
          </a:p>
          <a:p>
            <a:pPr>
              <a:defRPr sz="1200"/>
            </a:pPr>
            <a:r>
              <a:t>D:/pasar_fix/node_modules/.bun/kysely@0.28.17/node_modules/kysely/dist/cjs/query-executor/query-executor.d.ts</a:t>
            </a:r>
          </a:p>
          <a:p>
            <a:pPr>
              <a:defRPr sz="1200"/>
            </a:pPr>
            <a:r>
              <a:t>D:/pasar_fix/node_modules/.bun/kysely@0.28.17/node_modules/kysely/dist/cjs/query-executor/query-executor.js</a:t>
            </a:r>
          </a:p>
          <a:p>
            <a:pPr>
              <a:defRPr sz="1200"/>
            </a:pPr>
            <a:r>
              <a:t>D:/pasar_fix/node_modules/.bun/kysely@0.28.17/node_modules/kysely/dist/cjs/raw-builder/raw-builder.d.ts</a:t>
            </a:r>
          </a:p>
          <a:p>
            <a:pPr>
              <a:defRPr sz="1200"/>
            </a:pPr>
            <a:r>
              <a:t>D:/pasar_fix/node_modules/.bun/kysely@0.28.17/node_modules/kysely/dist/cjs/raw-builder/raw-builder.js</a:t>
            </a:r>
          </a:p>
          <a:p>
            <a:pPr>
              <a:defRPr sz="1200"/>
            </a:pPr>
            <a:r>
              <a:t>D:/pasar_fix/node_modules/.bun/kysely@0.28.17/node_modules/kysely/dist/cjs/raw-builder/sql.d.ts</a:t>
            </a:r>
          </a:p>
          <a:p>
            <a:pPr>
              <a:defRPr sz="1200"/>
            </a:pPr>
            <a:r>
              <a:t>D:/pasar_fix/node_modules/.bun/kysely@0.28.17/node_modules/kysely/dist/cjs/raw-builder/sql.js</a:t>
            </a:r>
          </a:p>
          <a:p>
            <a:pPr>
              <a:defRPr sz="1200"/>
            </a:pPr>
            <a:r>
              <a:t>D:/pasar_fix/node_modules/.bun/kysely@0.28.17/node_modules/kysely/dist/cjs/schema/alter-column-builder.d.ts</a:t>
            </a:r>
          </a:p>
          <a:p>
            <a:pPr>
              <a:defRPr sz="1200"/>
            </a:pPr>
            <a:r>
              <a:t>D:/pasar_fix/node_modules/.bun/kysely@0.28.17/node_modules/kysely/dist/cjs/schema/alter-column-builder.js</a:t>
            </a:r>
          </a:p>
          <a:p>
            <a:pPr>
              <a:defRPr sz="1200"/>
            </a:pPr>
            <a:r>
              <a:t>D:/pasar_fix/node_modules/.bun/kysely@0.28.17/node_modules/kysely/dist/cjs/schema/alter-table-add-foreign-key-constraint-builder.d.ts</a:t>
            </a:r>
          </a:p>
          <a:p>
            <a:pPr>
              <a:defRPr sz="1200"/>
            </a:pPr>
            <a:r>
              <a:t>D:/pasar_fix/node_modules/.bun/kysely@0.28.17/node_modules/kysely/dist/cjs/schema/alter-table-add-foreign-key-constraint-builder.js</a:t>
            </a:r>
          </a:p>
          <a:p>
            <a:pPr>
              <a:defRPr sz="1200"/>
            </a:pPr>
            <a:r>
              <a:t>D:/pasar_fix/node_modules/.bun/kysely@0.28.17/node_modules/kysely/dist/cjs/schema/alter-table-add-index-builder.d.ts</a:t>
            </a:r>
          </a:p>
          <a:p>
            <a:pPr>
              <a:defRPr sz="1200"/>
            </a:pPr>
            <a:r>
              <a:t>D:/pasar_fix/node_modules/.bun/kysely@0.28.17/node_modules/kysely/dist/cjs/schema/alter-table-add-index-builder.js</a:t>
            </a:r>
          </a:p>
          <a:p>
            <a:pPr>
              <a:defRPr sz="1200"/>
            </a:pPr>
            <a:r>
              <a:t>D:/pasar_fix/node_modules/.bun/kysely@0.28.17/node_modules/kysely/dist/cjs/schema/alter-table-builder.d.ts</a:t>
            </a:r>
          </a:p>
          <a:p>
            <a:pPr>
              <a:defRPr sz="1200"/>
            </a:pPr>
            <a:r>
              <a:t>D:/pasar_fix/node_modules/.bun/kysely@0.28.17/node_modules/kysely/dist/cjs/schema/alter-table-builder.js</a:t>
            </a:r>
          </a:p>
          <a:p>
            <a:pPr>
              <a:defRPr sz="1200"/>
            </a:pPr>
            <a:r>
              <a:t>D:/pasar_fix/node_modules/.bun/kysely@0.28.17/node_modules/kysely/dist/cjs/schema/alter-table-drop-constraint-builder.d.ts</a:t>
            </a:r>
          </a:p>
          <a:p>
            <a:pPr>
              <a:defRPr sz="1200"/>
            </a:pPr>
            <a:r>
              <a:t>D:/pasar_fix/node_modules/.bun/kysely@0.28.17/node_modules/kysely/dist/cjs/schema/alter-table-drop-constraint-builder.js</a:t>
            </a:r>
          </a:p>
          <a:p>
            <a:pPr>
              <a:defRPr sz="1200"/>
            </a:pPr>
            <a:r>
              <a:t>D:/pasar_fix/node_modules/.bun/kysely@0.28.17/node_modules/kysely/dist/cjs/schema/alter-table-executor.d.ts</a:t>
            </a:r>
          </a:p>
          <a:p>
            <a:pPr>
              <a:defRPr sz="1200"/>
            </a:pPr>
            <a:r>
              <a:t>D:/pasar_fix/node_modules/.bun/kysely@0.28.17/node_modules/kysely/dist/cjs/schema/alter-table-executor.js</a:t>
            </a:r>
          </a:p>
          <a:p>
            <a:pPr>
              <a:defRPr sz="1200"/>
            </a:pPr>
            <a:r>
              <a:t>D:/pasar_fix/node_modules/.bun/kysely@0.28.17/node_modules/kysely/dist/cjs/schema/check-constraint-builder.d.ts</a:t>
            </a:r>
          </a:p>
          <a:p>
            <a:pPr>
              <a:defRPr sz="1200"/>
            </a:pPr>
            <a:r>
              <a:t>D:/pasar_fix/node_modules/.bun/kysely@0.28.17/node_modules/kysely/dist/cjs/schema/check-constraint-builder.js</a:t>
            </a:r>
          </a:p>
          <a:p>
            <a:pPr>
              <a:defRPr sz="1200"/>
            </a:pPr>
            <a:r>
              <a:t>D:/pasar_fix/node_modules/.bun/kysely@0.28.17/node_modules/kysely/dist/cjs/schema/column-definition-builder.d.ts</a:t>
            </a:r>
          </a:p>
          <a:p>
            <a:pPr>
              <a:defRPr sz="1200"/>
            </a:pPr>
            <a:r>
              <a:t>D:/pasar_fix/node_modules/.bun/kysely@0.28.17/node_modules/kysely/dist/cjs/schema/column-definition-builder.js</a:t>
            </a:r>
          </a:p>
          <a:p>
            <a:pPr>
              <a:defRPr sz="1200"/>
            </a:pPr>
            <a:r>
              <a:t>D:/pasar_fix/node_modules/.bun/kysely@0.28.17/node_modules/kysely/dist/cjs/schema/create-index-builder.d.ts</a:t>
            </a:r>
          </a:p>
          <a:p>
            <a:pPr>
              <a:defRPr sz="1200"/>
            </a:pPr>
            <a:r>
              <a:t>D:/pasar_fix/node_modules/.bun/kysely@0.28.17/node_modules/kysely/dist/cjs/schema/create-index-builder.js</a:t>
            </a:r>
          </a:p>
          <a:p>
            <a:pPr>
              <a:defRPr sz="1200"/>
            </a:pPr>
            <a:r>
              <a:t>D:/pasar_fix/node_modules/.bun/kysely@0.28.17/node_modules/kysely/dist/cjs/schema/create-schema-builder.d.ts</a:t>
            </a:r>
          </a:p>
          <a:p>
            <a:pPr>
              <a:defRPr sz="1200"/>
            </a:pPr>
            <a:r>
              <a:t>D:/pasar_fix/node_modules/.bun/kysely@0.28.17/node_modules/kysely/dist/cjs/schema/create-schema-builder.js</a:t>
            </a:r>
          </a:p>
          <a:p>
            <a:pPr>
              <a:defRPr sz="1200"/>
            </a:pPr>
            <a:r>
              <a:t>D:/pasar_fix/node_modules/.bun/kysely@0.28.17/node_modules/kysely/dist/cjs/schema/create-table-builder.d.ts</a:t>
            </a:r>
          </a:p>
          <a:p>
            <a:pPr>
              <a:defRPr sz="1200"/>
            </a:pPr>
            <a:r>
              <a:t>D:/pasar_fix/node_modules/.bun/kysely@0.28.17/node_modules/kysely/dist/cjs/schema/create-table-builder.js</a:t>
            </a:r>
          </a:p>
          <a:p>
            <a:pPr>
              <a:defRPr sz="1200"/>
            </a:pPr>
            <a:r>
              <a:t>D:/pasar_fix/node_modules/.bun/kysely@0.28.17/node_modules/kysely/dist/cjs/schema/create-type-builder.d.ts</a:t>
            </a:r>
          </a:p>
          <a:p>
            <a:pPr>
              <a:defRPr sz="1200"/>
            </a:pPr>
            <a:r>
              <a:t>D:/pasar_fix/node_modules/.bun/kysely@0.28.17/node_modules/kysely/dist/cjs/schema/create-type-builder.js</a:t>
            </a:r>
          </a:p>
          <a:p>
            <a:pPr>
              <a:defRPr sz="1200"/>
            </a:pPr>
            <a:r>
              <a:t>D:/pasar_fix/node_modules/.bun/kysely@0.28.17/node_modules/kysely/dist/cjs/schema/create-view-builder.d.ts</a:t>
            </a:r>
          </a:p>
          <a:p>
            <a:pPr>
              <a:defRPr sz="1200"/>
            </a:pPr>
            <a:r>
              <a:t>D:/pasar_fix/node_modules/.bun/kysely@0.28.17/node_modules/kysely/dist/cjs/schema/create-view-builder.js</a:t>
            </a:r>
          </a:p>
          <a:p>
            <a:pPr>
              <a:defRPr sz="1200"/>
            </a:pPr>
            <a:r>
              <a:t>D:/pasar_fix/node_modules/.bun/kysely@0.28.17/node_modules/kysely/dist/cjs/schema/drop-index-builder.d.ts</a:t>
            </a:r>
          </a:p>
          <a:p>
            <a:pPr>
              <a:defRPr sz="1200"/>
            </a:pPr>
            <a:r>
              <a:t>D:/pasar_fix/node_modules/.bun/kysely@0.28.17/node_modules/kysely/dist/cjs/schema/drop-index-builder.js</a:t>
            </a:r>
          </a:p>
          <a:p>
            <a:pPr>
              <a:defRPr sz="1200"/>
            </a:pPr>
            <a:r>
              <a:t>D:/pasar_fix/node_modules/.bun/kysely@0.28.17/node_modules/kysely/dist/cjs/schema/drop-schema-builder.d.ts</a:t>
            </a:r>
          </a:p>
          <a:p>
            <a:pPr>
              <a:defRPr sz="1200"/>
            </a:pPr>
            <a:r>
              <a:t>D:/pasar_fix/node_modules/.bun/kysely@0.28.17/node_modules/kysely/dist/cjs/schema/drop-schema-builder.js</a:t>
            </a:r>
          </a:p>
          <a:p>
            <a:pPr>
              <a:defRPr sz="1200"/>
            </a:pPr>
            <a:r>
              <a:t>D:/pasar_fix/node_modules/.bun/kysely@0.28.17/node_modules/kysely/dist/cjs/schema/drop-table-builder.d.ts</a:t>
            </a:r>
          </a:p>
          <a:p>
            <a:pPr>
              <a:defRPr sz="1200"/>
            </a:pPr>
            <a:r>
              <a:t>D:/pasar_fix/node_modules/.bun/kysely@0.28.17/node_modules/kysely/dist/cjs/schema/drop-table-builder.js</a:t>
            </a:r>
          </a:p>
          <a:p>
            <a:pPr>
              <a:defRPr sz="1200"/>
            </a:pPr>
            <a:r>
              <a:t>D:/pasar_fix/node_modules/.bun/kysely@0.28.17/node_modules/kysely/dist/cjs/schema/drop-type-builder.d.ts</a:t>
            </a:r>
          </a:p>
          <a:p>
            <a:pPr>
              <a:defRPr sz="1200"/>
            </a:pPr>
            <a:r>
              <a:t>D:/pasar_fix/node_modules/.bun/kysely@0.28.17/node_modules/kysely/dist/cjs/schema/drop-type-builder.js</a:t>
            </a:r>
          </a:p>
          <a:p>
            <a:pPr>
              <a:defRPr sz="1200"/>
            </a:pPr>
            <a:r>
              <a:t>D:/pasar_fix/node_modules/.bun/kysely@0.28.17/node_modules/kysely/dist/cjs/schema/drop-view-builder.d.ts</a:t>
            </a:r>
          </a:p>
          <a:p>
            <a:pPr>
              <a:defRPr sz="1200"/>
            </a:pPr>
            <a:r>
              <a:t>D:/pasar_fix/node_modules/.bun/kysely@0.28.17/node_modules/kysely/dist/cjs/schema/drop-view-builder.js</a:t>
            </a:r>
          </a:p>
          <a:p>
            <a:pPr>
              <a:defRPr sz="1200"/>
            </a:pPr>
            <a:r>
              <a:t>D:/pasar_fix/node_modules/.bun/kysely@0.28.17/node_modules/kysely/dist/cjs/schema/foreign-key-constraint-builder.d.ts</a:t>
            </a:r>
          </a:p>
          <a:p>
            <a:pPr>
              <a:defRPr sz="1200"/>
            </a:pPr>
            <a:r>
              <a:t>D:/pasar_fix/node_modules/.bun/kysely@0.28.17/node_modules/kysely/dist/cjs/schema/foreign-key-constraint-builder.js</a:t>
            </a:r>
          </a:p>
          <a:p>
            <a:pPr>
              <a:defRPr sz="1200"/>
            </a:pPr>
            <a:r>
              <a:t>D:/pasar_fix/node_modules/.bun/kysely@0.28.17/node_modules/kysely/dist/cjs/schema/primary-key-constraint-builder.d.ts</a:t>
            </a:r>
          </a:p>
          <a:p>
            <a:pPr>
              <a:defRPr sz="1200"/>
            </a:pPr>
            <a:r>
              <a:t>D:/pasar_fix/node_modules/.bun/kysely@0.28.17/node_modules/kysely/dist/cjs/schema/primary-key-constraint-builder.js</a:t>
            </a:r>
          </a:p>
          <a:p>
            <a:pPr>
              <a:defRPr sz="1200"/>
            </a:pPr>
            <a:r>
              <a:t>D:/pasar_fix/node_modules/.bun/kysely@0.28.17/node_modules/kysely/dist/cjs/schema/refresh-materialized-view-builder.d.ts</a:t>
            </a:r>
          </a:p>
          <a:p>
            <a:pPr>
              <a:defRPr sz="1200"/>
            </a:pPr>
            <a:r>
              <a:t>D:/pasar_fix/node_modules/.bun/kysely@0.28.17/node_modules/kysely/dist/cjs/schema/refresh-materialized-view-builder.js</a:t>
            </a:r>
          </a:p>
          <a:p>
            <a:pPr>
              <a:defRPr sz="1200"/>
            </a:pPr>
            <a:r>
              <a:t>D:/pasar_fix/node_modules/.bun/kysely@0.28.17/node_modules/kysely/dist/cjs/schema/schema.d.ts</a:t>
            </a:r>
          </a:p>
          <a:p>
            <a:pPr>
              <a:defRPr sz="1200"/>
            </a:pPr>
            <a:r>
              <a:t>D:/pasar_fix/node_modules/.bun/kysely@0.28.17/node_modules/kysely/dist/cjs/schema/schema.js</a:t>
            </a:r>
          </a:p>
          <a:p>
            <a:pPr>
              <a:defRPr sz="1200"/>
            </a:pPr>
            <a:r>
              <a:t>D:/pasar_fix/node_modules/.bun/kysely@0.28.17/node_modules/kysely/dist/cjs/schema/unique-constraint-builder.d.ts</a:t>
            </a:r>
          </a:p>
          <a:p>
            <a:pPr>
              <a:defRPr sz="1200"/>
            </a:pPr>
            <a:r>
              <a:t>D:/pasar_fix/node_modules/.bun/kysely@0.28.17/node_modules/kysely/dist/cjs/schema/unique-constraint-builder.js</a:t>
            </a:r>
          </a:p>
          <a:p>
            <a:pPr>
              <a:defRPr sz="1200"/>
            </a:pPr>
            <a:r>
              <a:t>D:/pasar_fix/node_modules/.bun/kysely@0.28.17/node_modules/kysely/dist/cjs/util/assert.d.ts</a:t>
            </a:r>
          </a:p>
          <a:p>
            <a:pPr>
              <a:defRPr sz="1200"/>
            </a:pPr>
            <a:r>
              <a:t>D:/pasar_fix/node_modules/.bun/kysely@0.28.17/node_modules/kysely/dist/cjs/util/assert.js</a:t>
            </a:r>
          </a:p>
          <a:p>
            <a:pPr>
              <a:defRPr sz="1200"/>
            </a:pPr>
            <a:r>
              <a:t>D:/pasar_fix/node_modules/.bun/kysely@0.28.17/node_modules/kysely/dist/cjs/util/column-type.d.ts</a:t>
            </a:r>
          </a:p>
          <a:p>
            <a:pPr>
              <a:defRPr sz="1200"/>
            </a:pPr>
            <a:r>
              <a:t>D:/pasar_fix/node_modules/.bun/kysely@0.28.17/node_modules/kysely/dist/cjs/util/column-type.js</a:t>
            </a:r>
          </a:p>
          <a:p>
            <a:pPr>
              <a:defRPr sz="1200"/>
            </a:pPr>
            <a:r>
              <a:t>D:/pasar_fix/node_modules/.bun/kysely@0.28.17/node_modules/kysely/dist/cjs/util/compilable.d.ts</a:t>
            </a:r>
          </a:p>
          <a:p>
            <a:pPr>
              <a:defRPr sz="1200"/>
            </a:pPr>
            <a:r>
              <a:t>D:/pasar_fix/node_modules/.bun/kysely@0.28.17/node_modules/kysely/dist/cjs/util/compilable.js</a:t>
            </a:r>
          </a:p>
          <a:p>
            <a:pPr>
              <a:defRPr sz="1200"/>
            </a:pPr>
            <a:r>
              <a:t>D:/pasar_fix/node_modules/.bun/kysely@0.28.17/node_modules/kysely/dist/cjs/util/deferred.d.ts</a:t>
            </a:r>
          </a:p>
          <a:p>
            <a:pPr>
              <a:defRPr sz="1200"/>
            </a:pPr>
            <a:r>
              <a:t>D:/pasar_fix/node_modules/.bun/kysely@0.28.17/node_modules/kysely/dist/cjs/util/deferred.js</a:t>
            </a:r>
          </a:p>
          <a:p>
            <a:pPr>
              <a:defRPr sz="1200"/>
            </a:pPr>
            <a:r>
              <a:t>D:/pasar_fix/node_modules/.bun/kysely@0.28.17/node_modules/kysely/dist/cjs/util/explainable.d.ts</a:t>
            </a:r>
          </a:p>
          <a:p>
            <a:pPr>
              <a:defRPr sz="1200"/>
            </a:pPr>
            <a:r>
              <a:t>D:/pasar_fix/node_modules/.bun/kysely@0.28.17/node_modules/kysely/dist/cjs/util/explainable.js</a:t>
            </a:r>
          </a:p>
          <a:p>
            <a:pPr>
              <a:defRPr sz="1200"/>
            </a:pPr>
            <a:r>
              <a:t>D:/pasar_fix/node_modules/.bun/kysely@0.28.17/node_modules/kysely/dist/cjs/util/infer-result.d.ts</a:t>
            </a:r>
          </a:p>
          <a:p>
            <a:pPr>
              <a:defRPr sz="1200"/>
            </a:pPr>
            <a:r>
              <a:t>D:/pasar_fix/node_modules/.bun/kysely@0.28.17/node_modules/kysely/dist/cjs/util/infer-result.js</a:t>
            </a:r>
          </a:p>
          <a:p>
            <a:pPr>
              <a:defRPr sz="1200"/>
            </a:pPr>
            <a:r>
              <a:t>D:/pasar_fix/node_modules/.bun/kysely@0.28.17/node_modules/kysely/dist/cjs/util/json-object-args.d.ts</a:t>
            </a:r>
          </a:p>
          <a:p>
            <a:pPr>
              <a:defRPr sz="1200"/>
            </a:pPr>
            <a:r>
              <a:t>D:/pasar_fix/node_modules/.bun/kysely@0.28.17/node_modules/kysely/dist/cjs/util/json-object-args.js</a:t>
            </a:r>
          </a:p>
          <a:p>
            <a:pPr>
              <a:defRPr sz="1200"/>
            </a:pPr>
            <a:r>
              <a:t>D:/pasar_fix/node_modules/.bun/kysely@0.28.17/node_modules/kysely/dist/cjs/util/log-once.d.ts</a:t>
            </a:r>
          </a:p>
          <a:p>
            <a:pPr>
              <a:defRPr sz="1200"/>
            </a:pPr>
            <a:r>
              <a:t>D:/pasar_fix/node_modules/.bun/kysely@0.28.17/node_modules/kysely/dist/cjs/util/log-once.js</a:t>
            </a:r>
          </a:p>
          <a:p>
            <a:pPr>
              <a:defRPr sz="1200"/>
            </a:pPr>
            <a:r>
              <a:t>D:/pasar_fix/node_modules/.bun/kysely@0.28.17/node_modules/kysely/dist/cjs/util/log.d.ts</a:t>
            </a:r>
          </a:p>
          <a:p>
            <a:pPr>
              <a:defRPr sz="1200"/>
            </a:pPr>
            <a:r>
              <a:t>D:/pasar_fix/node_modules/.bun/kysely@0.28.17/node_modules/kysely/dist/cjs/util/log.js</a:t>
            </a:r>
          </a:p>
          <a:p>
            <a:pPr>
              <a:defRPr sz="1200"/>
            </a:pPr>
            <a:r>
              <a:t>D:/pasar_fix/node_modules/.bun/kysely@0.28.17/node_modules/kysely/dist/cjs/util/object-utils.d.ts</a:t>
            </a:r>
          </a:p>
          <a:p>
            <a:pPr>
              <a:defRPr sz="1200"/>
            </a:pPr>
            <a:r>
              <a:t>D:/pasar_fix/node_modules/.bun/kysely@0.28.17/node_modules/kysely/dist/cjs/util/object-utils.js</a:t>
            </a:r>
          </a:p>
          <a:p>
            <a:pPr>
              <a:defRPr sz="1200"/>
            </a:pPr>
            <a:r>
              <a:t>D:/pasar_fix/node_modules/.bun/kysely@0.28.17/node_modules/kysely/dist/cjs/util/performance-now.d.ts</a:t>
            </a:r>
          </a:p>
          <a:p>
            <a:pPr>
              <a:defRPr sz="1200"/>
            </a:pPr>
            <a:r>
              <a:t>D:/pasar_fix/node_modules/.bun/kysely@0.28.17/node_modules/kysely/dist/cjs/util/performance-now.js</a:t>
            </a:r>
          </a:p>
          <a:p>
            <a:pPr>
              <a:defRPr sz="1200"/>
            </a:pPr>
            <a:r>
              <a:t>D:/pasar_fix/node_modules/.bun/kysely@0.28.17/node_modules/kysely/dist/cjs/util/provide-controlled-connection.d.ts</a:t>
            </a:r>
          </a:p>
          <a:p>
            <a:pPr>
              <a:defRPr sz="1200"/>
            </a:pPr>
            <a:r>
              <a:t>D:/pasar_fix/node_modules/.bun/kysely@0.28.17/node_modules/kysely/dist/cjs/util/provide-controlled-connection.js</a:t>
            </a:r>
          </a:p>
          <a:p>
            <a:pPr>
              <a:defRPr sz="1200"/>
            </a:pPr>
            <a:r>
              <a:t>D:/pasar_fix/node_modules/.bun/kysely@0.28.17/node_modules/kysely/dist/cjs/util/query-id.d.ts</a:t>
            </a:r>
          </a:p>
          <a:p>
            <a:pPr>
              <a:defRPr sz="1200"/>
            </a:pPr>
            <a:r>
              <a:t>D:/pasar_fix/node_modules/.bun/kysely@0.28.17/node_modules/kysely/dist/cjs/util/query-id.js</a:t>
            </a:r>
          </a:p>
          <a:p>
            <a:pPr>
              <a:defRPr sz="1200"/>
            </a:pPr>
            <a:r>
              <a:t>D:/pasar_fix/node_modules/.bun/kysely@0.28.17/node_modules/kysely/dist/cjs/util/random-string.d.ts</a:t>
            </a:r>
          </a:p>
          <a:p>
            <a:pPr>
              <a:defRPr sz="1200"/>
            </a:pPr>
            <a:r>
              <a:t>D:/pasar_fix/node_modules/.bun/kysely@0.28.17/node_modules/kysely/dist/cjs/util/random-string.js</a:t>
            </a:r>
          </a:p>
          <a:p>
            <a:pPr>
              <a:defRPr sz="1200"/>
            </a:pPr>
            <a:r>
              <a:t>D:/pasar_fix/node_modules/.bun/kysely@0.28.17/node_modules/kysely/dist/cjs/util/require-all-props.d.ts</a:t>
            </a:r>
          </a:p>
          <a:p>
            <a:pPr>
              <a:defRPr sz="1200"/>
            </a:pPr>
            <a:r>
              <a:t>D:/pasar_fix/node_modules/.bun/kysely@0.28.17/node_modules/kysely/dist/cjs/util/require-all-props.js</a:t>
            </a:r>
          </a:p>
          <a:p>
            <a:pPr>
              <a:defRPr sz="1200"/>
            </a:pPr>
            <a:r>
              <a:t>D:/pasar_fix/node_modules/.bun/kysely@0.28.17/node_modules/kysely/dist/cjs/util/stack-trace-utils.d.ts</a:t>
            </a:r>
          </a:p>
          <a:p>
            <a:pPr>
              <a:defRPr sz="1200"/>
            </a:pPr>
            <a:r>
              <a:t>D:/pasar_fix/node_modules/.bun/kysely@0.28.17/node_modules/kysely/dist/cjs/util/stack-trace-utils.js</a:t>
            </a:r>
          </a:p>
          <a:p>
            <a:pPr>
              <a:defRPr sz="1200"/>
            </a:pPr>
            <a:r>
              <a:t>D:/pasar_fix/node_modules/.bun/kysely@0.28.17/node_modules/kysely/dist/cjs/util/streamable.d.ts</a:t>
            </a:r>
          </a:p>
          <a:p>
            <a:pPr>
              <a:defRPr sz="1200"/>
            </a:pPr>
            <a:r>
              <a:t>D:/pasar_fix/node_modules/.bun/kysely@0.28.17/node_modules/kysely/dist/cjs/util/streamable.js</a:t>
            </a:r>
          </a:p>
          <a:p>
            <a:pPr>
              <a:defRPr sz="1200"/>
            </a:pPr>
            <a:r>
              <a:t>D:/pasar_fix/node_modules/.bun/kysely@0.28.17/node_modules/kysely/dist/cjs/util/type-error.d.ts</a:t>
            </a:r>
          </a:p>
          <a:p>
            <a:pPr>
              <a:defRPr sz="1200"/>
            </a:pPr>
            <a:r>
              <a:t>D:/pasar_fix/node_modules/.bun/kysely@0.28.17/node_modules/kysely/dist/cjs/util/type-error.js</a:t>
            </a:r>
          </a:p>
          <a:p>
            <a:pPr>
              <a:defRPr sz="1200"/>
            </a:pPr>
            <a:r>
              <a:t>D:/pasar_fix/node_modules/.bun/kysely@0.28.17/node_modules/kysely/dist/cjs/util/type-utils.d.ts</a:t>
            </a:r>
          </a:p>
          <a:p>
            <a:pPr>
              <a:defRPr sz="1200"/>
            </a:pPr>
            <a:r>
              <a:t>D:/pasar_fix/node_modules/.bun/kysely@0.28.17/node_modules/kysely/dist/cjs/util/type-utils.js</a:t>
            </a:r>
          </a:p>
          <a:p>
            <a:pPr>
              <a:defRPr sz="1200"/>
            </a:pPr>
            <a:r>
              <a:t>D:/pasar_fix/node_modules/.bun/kysely@0.28.17/node_modules/kysely/dist/esm/index.d.ts</a:t>
            </a:r>
          </a:p>
          <a:p>
            <a:pPr>
              <a:defRPr sz="1200"/>
            </a:pPr>
            <a:r>
              <a:t>D:/pasar_fix/node_modules/.bun/kysely@0.28.17/node_modules/kysely/dist/esm/index.js</a:t>
            </a:r>
          </a:p>
          <a:p>
            <a:pPr>
              <a:defRPr sz="1200"/>
            </a:pPr>
            <a:r>
              <a:t>D:/pasar_fix/node_modules/.bun/kysely@0.28.17/node_modules/kysely/dist/esm/kysely.d.ts</a:t>
            </a:r>
          </a:p>
          <a:p>
            <a:pPr>
              <a:defRPr sz="1200"/>
            </a:pPr>
            <a:r>
              <a:t>D:/pasar_fix/node_modules/.bun/kysely@0.28.17/node_modules/kysely/dist/esm/kysely.js</a:t>
            </a:r>
          </a:p>
          <a:p>
            <a:pPr>
              <a:defRPr sz="1200"/>
            </a:pPr>
            <a:r>
              <a:t>D:/pasar_fix/node_modules/.bun/kysely@0.28.17/node_modules/kysely/dist/esm/package.json</a:t>
            </a:r>
          </a:p>
          <a:p>
            <a:pPr>
              <a:defRPr sz="1200"/>
            </a:pPr>
            <a:r>
              <a:t>D:/pasar_fix/node_modules/.bun/kysely@0.28.17/node_modules/kysely/dist/esm/query-creator.d.ts</a:t>
            </a:r>
          </a:p>
          <a:p>
            <a:pPr>
              <a:defRPr sz="1200"/>
            </a:pPr>
            <a:r>
              <a:t>D:/pasar_fix/node_modules/.bun/kysely@0.28.17/node_modules/kysely/dist/esm/query-creator.js</a:t>
            </a:r>
          </a:p>
          <a:p>
            <a:pPr>
              <a:defRPr sz="1200"/>
            </a:pPr>
            <a:r>
              <a:t>D:/pasar_fix/node_modules/.bun/kysely@0.28.17/node_modules/kysely/dist/esm/dialect/database-introspector.d.ts</a:t>
            </a:r>
          </a:p>
          <a:p>
            <a:pPr>
              <a:defRPr sz="1200"/>
            </a:pPr>
            <a:r>
              <a:t>D:/pasar_fix/node_modules/.bun/kysely@0.28.17/node_modules/kysely/dist/esm/dialect/database-introspector.js</a:t>
            </a:r>
          </a:p>
          <a:p>
            <a:pPr>
              <a:defRPr sz="1200"/>
            </a:pPr>
            <a:r>
              <a:t>D:/pasar_fix/node_modules/.bun/kysely@0.28.17/node_modules/kysely/dist/esm/dialect/dialect-adapter-base.d.ts</a:t>
            </a:r>
          </a:p>
          <a:p>
            <a:pPr>
              <a:defRPr sz="1200"/>
            </a:pPr>
            <a:r>
              <a:t>D:/pasar_fix/node_modules/.bun/kysely@0.28.17/node_modules/kysely/dist/esm/dialect/dialect-adapter-base.js</a:t>
            </a:r>
          </a:p>
          <a:p>
            <a:pPr>
              <a:defRPr sz="1200"/>
            </a:pPr>
            <a:r>
              <a:t>D:/pasar_fix/node_modules/.bun/kysely@0.28.17/node_modules/kysely/dist/esm/dialect/dialect-adapter.d.ts</a:t>
            </a:r>
          </a:p>
          <a:p>
            <a:pPr>
              <a:defRPr sz="1200"/>
            </a:pPr>
            <a:r>
              <a:t>D:/pasar_fix/node_modules/.bun/kysely@0.28.17/node_modules/kysely/dist/esm/dialect/dialect-adapter.js</a:t>
            </a:r>
          </a:p>
          <a:p>
            <a:pPr>
              <a:defRPr sz="1200"/>
            </a:pPr>
            <a:r>
              <a:t>D:/pasar_fix/node_modules/.bun/kysely@0.28.17/node_modules/kysely/dist/esm/dialect/dialect.d.ts</a:t>
            </a:r>
          </a:p>
          <a:p>
            <a:pPr>
              <a:defRPr sz="1200"/>
            </a:pPr>
            <a:r>
              <a:t>D:/pasar_fix/node_modules/.bun/kysely@0.28.17/node_modules/kysely/dist/esm/dialect/dialect.js</a:t>
            </a:r>
          </a:p>
          <a:p>
            <a:pPr>
              <a:defRPr sz="1200"/>
            </a:pPr>
            <a:r>
              <a:t>D:/pasar_fix/node_modules/.bun/kysely@0.28.17/node_modules/kysely/dist/esm/dialect/mssql/mssql-adapter.d.ts</a:t>
            </a:r>
          </a:p>
          <a:p>
            <a:pPr>
              <a:defRPr sz="1200"/>
            </a:pPr>
            <a:r>
              <a:t>D:/pasar_fix/node_modules/.bun/kysely@0.28.17/node_modules/kysely/dist/esm/dialect/mssql/mssql-adapter.js</a:t>
            </a:r>
          </a:p>
          <a:p>
            <a:pPr>
              <a:defRPr sz="1200"/>
            </a:pPr>
            <a:r>
              <a:t>D:/pasar_fix/node_modules/.bun/kysely@0.28.17/node_modules/kysely/dist/esm/dialect/mssql/mssql-dialect-config.d.ts</a:t>
            </a:r>
          </a:p>
          <a:p>
            <a:pPr>
              <a:defRPr sz="1200"/>
            </a:pPr>
            <a:r>
              <a:t>D:/pasar_fix/node_modules/.bun/kysely@0.28.17/node_modules/kysely/dist/esm/dialect/mssql/mssql-dialect-config.js</a:t>
            </a:r>
          </a:p>
          <a:p>
            <a:pPr>
              <a:defRPr sz="1200"/>
            </a:pPr>
            <a:r>
              <a:t>D:/pasar_fix/node_modules/.bun/kysely@0.28.17/node_modules/kysely/dist/esm/dialect/mssql/mssql-dialect.d.ts</a:t>
            </a:r>
          </a:p>
          <a:p>
            <a:pPr>
              <a:defRPr sz="1200"/>
            </a:pPr>
            <a:r>
              <a:t>D:/pasar_fix/node_modules/.bun/kysely@0.28.17/node_modules/kysely/dist/esm/dialect/mssql/mssql-dialect.js</a:t>
            </a:r>
          </a:p>
          <a:p>
            <a:pPr>
              <a:defRPr sz="1200"/>
            </a:pPr>
            <a:r>
              <a:t>D:/pasar_fix/node_modules/.bun/kysely@0.28.17/node_modules/kysely/dist/esm/dialect/mssql/mssql-driver.d.ts</a:t>
            </a:r>
          </a:p>
          <a:p>
            <a:pPr>
              <a:defRPr sz="1200"/>
            </a:pPr>
            <a:r>
              <a:t>D:/pasar_fix/node_modules/.bun/kysely@0.28.17/node_modules/kysely/dist/esm/dialect/mssql/mssql-driver.js</a:t>
            </a:r>
          </a:p>
          <a:p>
            <a:pPr>
              <a:defRPr sz="1200"/>
            </a:pPr>
            <a:r>
              <a:t>D:/pasar_fix/node_modules/.bun/kysely@0.28.17/node_modules/kysely/dist/esm/dialect/mssql/mssql-introspector.d.ts</a:t>
            </a:r>
          </a:p>
          <a:p>
            <a:pPr>
              <a:defRPr sz="1200"/>
            </a:pPr>
            <a:r>
              <a:t>D:/pasar_fix/node_modules/.bun/kysely@0.28.17/node_modules/kysely/dist/esm/dialect/mssql/mssql-introspector.js</a:t>
            </a:r>
          </a:p>
          <a:p>
            <a:pPr>
              <a:defRPr sz="1200"/>
            </a:pPr>
            <a:r>
              <a:t>D:/pasar_fix/node_modules/.bun/kysely@0.28.17/node_modules/kysely/dist/esm/dialect/mssql/mssql-query-compiler.d.ts</a:t>
            </a:r>
          </a:p>
          <a:p>
            <a:pPr>
              <a:defRPr sz="1200"/>
            </a:pPr>
            <a:r>
              <a:t>D:/pasar_fix/node_modules/.bun/kysely@0.28.17/node_modules/kysely/dist/esm/dialect/mssql/mssql-query-compiler.js</a:t>
            </a:r>
          </a:p>
          <a:p>
            <a:pPr>
              <a:defRPr sz="1200"/>
            </a:pPr>
            <a:r>
              <a:t>D:/pasar_fix/node_modules/.bun/kysely@0.28.17/node_modules/kysely/dist/esm/dialect/mysql/mysql-adapter.d.ts</a:t>
            </a:r>
          </a:p>
          <a:p>
            <a:pPr>
              <a:defRPr sz="1200"/>
            </a:pPr>
            <a:r>
              <a:t>D:/pasar_fix/node_modules/.bun/kysely@0.28.17/node_modules/kysely/dist/esm/dialect/mysql/mysql-adapter.js</a:t>
            </a:r>
          </a:p>
          <a:p>
            <a:pPr>
              <a:defRPr sz="1200"/>
            </a:pPr>
            <a:r>
              <a:t>D:/pasar_fix/node_modules/.bun/kysely@0.28.17/node_modules/kysely/dist/esm/dialect/mysql/mysql-dialect-config.d.ts</a:t>
            </a:r>
          </a:p>
          <a:p>
            <a:pPr>
              <a:defRPr sz="1200"/>
            </a:pPr>
            <a:r>
              <a:t>D:/pasar_fix/node_modules/.bun/kysely@0.28.17/node_modules/kysely/dist/esm/dialect/mysql/mysql-dialect-config.js</a:t>
            </a:r>
          </a:p>
          <a:p>
            <a:pPr>
              <a:defRPr sz="1200"/>
            </a:pPr>
            <a:r>
              <a:t>D:/pasar_fix/node_modules/.bun/kysely@0.28.17/node_modules/kysely/dist/esm/dialect/mysql/mysql-dialect.d.ts</a:t>
            </a:r>
          </a:p>
          <a:p>
            <a:pPr>
              <a:defRPr sz="1200"/>
            </a:pPr>
            <a:r>
              <a:t>D:/pasar_fix/node_modules/.bun/kysely@0.28.17/node_modules/kysely/dist/esm/dialect/mysql/mysql-dialect.js</a:t>
            </a:r>
          </a:p>
          <a:p>
            <a:pPr>
              <a:defRPr sz="1200"/>
            </a:pPr>
            <a:r>
              <a:t>D:/pasar_fix/node_modules/.bun/kysely@0.28.17/node_modules/kysely/dist/esm/dialect/mysql/mysql-driver.d.ts</a:t>
            </a:r>
          </a:p>
          <a:p>
            <a:pPr>
              <a:defRPr sz="1200"/>
            </a:pPr>
            <a:r>
              <a:t>D:/pasar_fix/node_modules/.bun/kysely@0.28.17/node_modules/kysely/dist/esm/dialect/mysql/mysql-driver.js</a:t>
            </a:r>
          </a:p>
          <a:p>
            <a:pPr>
              <a:defRPr sz="1200"/>
            </a:pPr>
            <a:r>
              <a:t>D:/pasar_fix/node_modules/.bun/kysely@0.28.17/node_modules/kysely/dist/esm/dialect/mysql/mysql-introspector.d.ts</a:t>
            </a:r>
          </a:p>
          <a:p>
            <a:pPr>
              <a:defRPr sz="1200"/>
            </a:pPr>
            <a:r>
              <a:t>D:/pasar_fix/node_modules/.bun/kysely@0.28.17/node_modules/kysely/dist/esm/dialect/mysql/mysql-introspector.js</a:t>
            </a:r>
          </a:p>
          <a:p>
            <a:pPr>
              <a:defRPr sz="1200"/>
            </a:pPr>
            <a:r>
              <a:t>D:/pasar_fix/node_modules/.bun/kysely@0.28.17/node_modules/kysely/dist/esm/dialect/mysql/mysql-query-compiler.d.ts</a:t>
            </a:r>
          </a:p>
          <a:p>
            <a:pPr>
              <a:defRPr sz="1200"/>
            </a:pPr>
            <a:r>
              <a:t>D:/pasar_fix/node_modules/.bun/kysely@0.28.17/node_modules/kysely/dist/esm/dialect/mysql/mysql-query-compiler.js</a:t>
            </a:r>
          </a:p>
          <a:p>
            <a:pPr>
              <a:defRPr sz="1200"/>
            </a:pPr>
            <a:r>
              <a:t>D:/pasar_fix/node_modules/.bun/kysely@0.28.17/node_modules/kysely/dist/esm/dialect/postgres/postgres-adapter.d.ts</a:t>
            </a:r>
          </a:p>
          <a:p>
            <a:pPr>
              <a:defRPr sz="1200"/>
            </a:pPr>
            <a:r>
              <a:t>D:/pasar_fix/node_modules/.bun/kysely@0.28.17/node_modules/kysely/dist/esm/dialect/postgres/postgres-adapter.js</a:t>
            </a:r>
          </a:p>
          <a:p>
            <a:pPr>
              <a:defRPr sz="1200"/>
            </a:pPr>
            <a:r>
              <a:t>D:/pasar_fix/node_modules/.bun/kysely@0.28.17/node_modules/kysely/dist/esm/dialect/postgres/postgres-dialect-config.d.ts</a:t>
            </a:r>
          </a:p>
          <a:p>
            <a:pPr>
              <a:defRPr sz="1200"/>
            </a:pPr>
            <a:r>
              <a:t>D:/pasar_fix/node_modules/.bun/kysely@0.28.17/node_modules/kysely/dist/esm/dialect/postgres/postgres-dialect-config.js</a:t>
            </a:r>
          </a:p>
          <a:p>
            <a:pPr>
              <a:defRPr sz="1200"/>
            </a:pPr>
            <a:r>
              <a:t>D:/pasar_fix/node_modules/.bun/kysely@0.28.17/node_modules/kysely/dist/esm/dialect/postgres/postgres-dialect.d.ts</a:t>
            </a:r>
          </a:p>
          <a:p>
            <a:pPr>
              <a:defRPr sz="1200"/>
            </a:pPr>
            <a:r>
              <a:t>D:/pasar_fix/node_modules/.bun/kysely@0.28.17/node_modules/kysely/dist/esm/dialect/postgres/postgres-dialect.js</a:t>
            </a:r>
          </a:p>
          <a:p>
            <a:pPr>
              <a:defRPr sz="1200"/>
            </a:pPr>
            <a:r>
              <a:t>D:/pasar_fix/node_modules/.bun/kysely@0.28.17/node_modules/kysely/dist/esm/dialect/postgres/postgres-driver.d.ts</a:t>
            </a:r>
          </a:p>
          <a:p>
            <a:pPr>
              <a:defRPr sz="1200"/>
            </a:pPr>
            <a:r>
              <a:t>D:/pasar_fix/node_modules/.bun/kysely@0.28.17/node_modules/kysely/dist/esm/dialect/postgres/postgres-driver.js</a:t>
            </a:r>
          </a:p>
          <a:p>
            <a:pPr>
              <a:defRPr sz="1200"/>
            </a:pPr>
            <a:r>
              <a:t>D:/pasar_fix/node_modules/.bun/kysely@0.28.17/node_modules/kysely/dist/esm/dialect/postgres/postgres-introspector.d.ts</a:t>
            </a:r>
          </a:p>
          <a:p>
            <a:pPr>
              <a:defRPr sz="1200"/>
            </a:pPr>
            <a:r>
              <a:t>D:/pasar_fix/node_modules/.bun/kysely@0.28.17/node_modules/kysely/dist/esm/dialect/postgres/postgres-introspector.js</a:t>
            </a:r>
          </a:p>
          <a:p>
            <a:pPr>
              <a:defRPr sz="1200"/>
            </a:pPr>
            <a:r>
              <a:t>D:/pasar_fix/node_modules/.bun/kysely@0.28.17/node_modules/kysely/dist/esm/dialect/postgres/postgres-query-compiler.d.ts</a:t>
            </a:r>
          </a:p>
          <a:p>
            <a:pPr>
              <a:defRPr sz="1200"/>
            </a:pPr>
            <a:r>
              <a:t>D:/pasar_fix/node_modules/.bun/kysely@0.28.17/node_modules/kysely/dist/esm/dialect/postgres/postgres-query-compiler.js</a:t>
            </a:r>
          </a:p>
          <a:p>
            <a:pPr>
              <a:defRPr sz="1200"/>
            </a:pPr>
            <a:r>
              <a:t>D:/pasar_fix/node_modules/.bun/kysely@0.28.17/node_modules/kysely/dist/esm/dialect/sqlite/sqlite-adapter.d.ts</a:t>
            </a:r>
          </a:p>
          <a:p>
            <a:pPr>
              <a:defRPr sz="1200"/>
            </a:pPr>
            <a:r>
              <a:t>D:/pasar_fix/node_modules/.bun/kysely@0.28.17/node_modules/kysely/dist/esm/dialect/sqlite/sqlite-adapter.js</a:t>
            </a:r>
          </a:p>
          <a:p>
            <a:pPr>
              <a:defRPr sz="1200"/>
            </a:pPr>
            <a:r>
              <a:t>D:/pasar_fix/node_modules/.bun/kysely@0.28.17/node_modules/kysely/dist/esm/dialect/sqlite/sqlite-dialect-config.d.ts</a:t>
            </a:r>
          </a:p>
          <a:p>
            <a:pPr>
              <a:defRPr sz="1200"/>
            </a:pPr>
            <a:r>
              <a:t>D:/pasar_fix/node_modules/.bun/kysely@0.28.17/node_modules/kysely/dist/esm/dialect/sqlite/sqlite-dialect-config.js</a:t>
            </a:r>
          </a:p>
          <a:p>
            <a:pPr>
              <a:defRPr sz="1200"/>
            </a:pPr>
            <a:r>
              <a:t>D:/pasar_fix/node_modules/.bun/kysely@0.28.17/node_modules/kysely/dist/esm/dialect/sqlite/sqlite-dialect.d.ts</a:t>
            </a:r>
          </a:p>
          <a:p>
            <a:pPr>
              <a:defRPr sz="1200"/>
            </a:pPr>
            <a:r>
              <a:t>D:/pasar_fix/node_modules/.bun/kysely@0.28.17/node_modules/kysely/dist/esm/dialect/sqlite/sqlite-dialect.js</a:t>
            </a:r>
          </a:p>
          <a:p>
            <a:pPr>
              <a:defRPr sz="1200"/>
            </a:pPr>
            <a:r>
              <a:t>D:/pasar_fix/node_modules/.bun/kysely@0.28.17/node_modules/kysely/dist/esm/dialect/sqlite/sqlite-driver.d.ts</a:t>
            </a:r>
          </a:p>
          <a:p>
            <a:pPr>
              <a:defRPr sz="1200"/>
            </a:pPr>
            <a:r>
              <a:t>D:/pasar_fix/node_modules/.bun/kysely@0.28.17/node_modules/kysely/dist/esm/dialect/sqlite/sqlite-driver.js</a:t>
            </a:r>
          </a:p>
          <a:p>
            <a:pPr>
              <a:defRPr sz="1200"/>
            </a:pPr>
            <a:r>
              <a:t>D:/pasar_fix/node_modules/.bun/kysely@0.28.17/node_modules/kysely/dist/esm/dialect/sqlite/sqlite-introspector.d.ts</a:t>
            </a:r>
          </a:p>
          <a:p>
            <a:pPr>
              <a:defRPr sz="1200"/>
            </a:pPr>
            <a:r>
              <a:t>D:/pasar_fix/node_modules/.bun/kysely@0.28.17/node_modules/kysely/dist/esm/dialect/sqlite/sqlite-introspector.js</a:t>
            </a:r>
          </a:p>
          <a:p>
            <a:pPr>
              <a:defRPr sz="1200"/>
            </a:pPr>
            <a:r>
              <a:t>D:/pasar_fix/node_modules/.bun/kysely@0.28.17/node_modules/kysely/dist/esm/dialect/sqlite/sqlite-query-compiler.d.ts</a:t>
            </a:r>
          </a:p>
          <a:p>
            <a:pPr>
              <a:defRPr sz="1200"/>
            </a:pPr>
            <a:r>
              <a:t>D:/pasar_fix/node_modules/.bun/kysely@0.28.17/node_modules/kysely/dist/esm/dialect/sqlite/sqlite-query-compiler.js</a:t>
            </a:r>
          </a:p>
          <a:p>
            <a:pPr>
              <a:defRPr sz="1200"/>
            </a:pPr>
            <a:r>
              <a:t>D:/pasar_fix/node_modules/.bun/kysely@0.28.17/node_modules/kysely/dist/esm/driver/connection-provider.d.ts</a:t>
            </a:r>
          </a:p>
          <a:p>
            <a:pPr>
              <a:defRPr sz="1200"/>
            </a:pPr>
            <a:r>
              <a:t>D:/pasar_fix/node_modules/.bun/kysely@0.28.17/node_modules/kysely/dist/esm/driver/connection-provider.js</a:t>
            </a:r>
          </a:p>
          <a:p>
            <a:pPr>
              <a:defRPr sz="1200"/>
            </a:pPr>
            <a:r>
              <a:t>D:/pasar_fix/node_modules/.bun/kysely@0.28.17/node_modules/kysely/dist/esm/driver/database-connection.d.ts</a:t>
            </a:r>
          </a:p>
          <a:p>
            <a:pPr>
              <a:defRPr sz="1200"/>
            </a:pPr>
            <a:r>
              <a:t>D:/pasar_fix/node_modules/.bun/kysely@0.28.17/node_modules/kysely/dist/esm/driver/database-connection.js</a:t>
            </a:r>
          </a:p>
          <a:p>
            <a:pPr>
              <a:defRPr sz="1200"/>
            </a:pPr>
            <a:r>
              <a:t>D:/pasar_fix/node_modules/.bun/kysely@0.28.17/node_modules/kysely/dist/esm/driver/default-connection-provider.d.ts</a:t>
            </a:r>
          </a:p>
          <a:p>
            <a:pPr>
              <a:defRPr sz="1200"/>
            </a:pPr>
            <a:r>
              <a:t>D:/pasar_fix/node_modules/.bun/kysely@0.28.17/node_modules/kysely/dist/esm/driver/default-connection-provider.js</a:t>
            </a:r>
          </a:p>
          <a:p>
            <a:pPr>
              <a:defRPr sz="1200"/>
            </a:pPr>
            <a:r>
              <a:t>D:/pasar_fix/node_modules/.bun/kysely@0.28.17/node_modules/kysely/dist/esm/driver/driver.d.ts</a:t>
            </a:r>
          </a:p>
          <a:p>
            <a:pPr>
              <a:defRPr sz="1200"/>
            </a:pPr>
            <a:r>
              <a:t>D:/pasar_fix/node_modules/.bun/kysely@0.28.17/node_modules/kysely/dist/esm/driver/driver.js</a:t>
            </a:r>
          </a:p>
          <a:p>
            <a:pPr>
              <a:defRPr sz="1200"/>
            </a:pPr>
            <a:r>
              <a:t>D:/pasar_fix/node_modules/.bun/kysely@0.28.17/node_modules/kysely/dist/esm/driver/dummy-driver.d.ts</a:t>
            </a:r>
          </a:p>
          <a:p>
            <a:pPr>
              <a:defRPr sz="1200"/>
            </a:pPr>
            <a:r>
              <a:t>D:/pasar_fix/node_modules/.bun/kysely@0.28.17/node_modules/kysely/dist/esm/driver/dummy-driver.js</a:t>
            </a:r>
          </a:p>
          <a:p>
            <a:pPr>
              <a:defRPr sz="1200"/>
            </a:pPr>
            <a:r>
              <a:t>D:/pasar_fix/node_modules/.bun/kysely@0.28.17/node_modules/kysely/dist/esm/driver/runtime-driver.d.ts</a:t>
            </a:r>
          </a:p>
          <a:p>
            <a:pPr>
              <a:defRPr sz="1200"/>
            </a:pPr>
            <a:r>
              <a:t>D:/pasar_fix/node_modules/.bun/kysely@0.28.17/node_modules/kysely/dist/esm/driver/runtime-driver.js</a:t>
            </a:r>
          </a:p>
          <a:p>
            <a:pPr>
              <a:defRPr sz="1200"/>
            </a:pPr>
            <a:r>
              <a:t>D:/pasar_fix/node_modules/.bun/kysely@0.28.17/node_modules/kysely/dist/esm/driver/single-connection-provider.d.ts</a:t>
            </a:r>
          </a:p>
          <a:p>
            <a:pPr>
              <a:defRPr sz="1200"/>
            </a:pPr>
            <a:r>
              <a:t>D:/pasar_fix/node_modules/.bun/kysely@0.28.17/node_modules/kysely/dist/esm/driver/single-connection-provider.js</a:t>
            </a:r>
          </a:p>
          <a:p>
            <a:pPr>
              <a:defRPr sz="1200"/>
            </a:pPr>
            <a:r>
              <a:t>D:/pasar_fix/node_modules/.bun/kysely@0.28.17/node_modules/kysely/dist/esm/dynamic/dynamic-reference-builder.d.ts</a:t>
            </a:r>
          </a:p>
          <a:p>
            <a:pPr>
              <a:defRPr sz="1200"/>
            </a:pPr>
            <a:r>
              <a:t>D:/pasar_fix/node_modules/.bun/kysely@0.28.17/node_modules/kysely/dist/esm/dynamic/dynamic-reference-builder.js</a:t>
            </a:r>
          </a:p>
          <a:p>
            <a:pPr>
              <a:defRPr sz="1200"/>
            </a:pPr>
            <a:r>
              <a:t>D:/pasar_fix/node_modules/.bun/kysely@0.28.17/node_modules/kysely/dist/esm/dynamic/dynamic-table-builder.d.ts</a:t>
            </a:r>
          </a:p>
          <a:p>
            <a:pPr>
              <a:defRPr sz="1200"/>
            </a:pPr>
            <a:r>
              <a:t>D:/pasar_fix/node_modules/.bun/kysely@0.28.17/node_modules/kysely/dist/esm/dynamic/dynamic-table-builder.js</a:t>
            </a:r>
          </a:p>
          <a:p>
            <a:pPr>
              <a:defRPr sz="1200"/>
            </a:pPr>
            <a:r>
              <a:t>D:/pasar_fix/node_modules/.bun/kysely@0.28.17/node_modules/kysely/dist/esm/dynamic/dynamic.d.ts</a:t>
            </a:r>
          </a:p>
          <a:p>
            <a:pPr>
              <a:defRPr sz="1200"/>
            </a:pPr>
            <a:r>
              <a:t>D:/pasar_fix/node_modules/.bun/kysely@0.28.17/node_modules/kysely/dist/esm/dynamic/dynamic.js</a:t>
            </a:r>
          </a:p>
          <a:p>
            <a:pPr>
              <a:defRPr sz="1200"/>
            </a:pPr>
            <a:r>
              <a:t>D:/pasar_fix/node_modules/.bun/kysely@0.28.17/node_modules/kysely/dist/esm/expression/expression-builder.d.ts</a:t>
            </a:r>
          </a:p>
          <a:p>
            <a:pPr>
              <a:defRPr sz="1200"/>
            </a:pPr>
            <a:r>
              <a:t>D:/pasar_fix/node_modules/.bun/kysely@0.28.17/node_modules/kysely/dist/esm/expression/expression-builder.js</a:t>
            </a:r>
          </a:p>
          <a:p>
            <a:pPr>
              <a:defRPr sz="1200"/>
            </a:pPr>
            <a:r>
              <a:t>D:/pasar_fix/node_modules/.bun/kysely@0.28.17/node_modules/kysely/dist/esm/expression/expression-wrapper.d.ts</a:t>
            </a:r>
          </a:p>
          <a:p>
            <a:pPr>
              <a:defRPr sz="1200"/>
            </a:pPr>
            <a:r>
              <a:t>D:/pasar_fix/node_modules/.bun/kysely@0.28.17/node_modules/kysely/dist/esm/expression/expression-wrapper.js</a:t>
            </a:r>
          </a:p>
          <a:p>
            <a:pPr>
              <a:defRPr sz="1200"/>
            </a:pPr>
            <a:r>
              <a:t>D:/pasar_fix/node_modules/.bun/kysely@0.28.17/node_modules/kysely/dist/esm/expression/expression.d.ts</a:t>
            </a:r>
          </a:p>
          <a:p>
            <a:pPr>
              <a:defRPr sz="1200"/>
            </a:pPr>
            <a:r>
              <a:t>D:/pasar_fix/node_modules/.bun/kysely@0.28.17/node_modules/kysely/dist/esm/expression/expression.js</a:t>
            </a:r>
          </a:p>
          <a:p>
            <a:pPr>
              <a:defRPr sz="1200"/>
            </a:pPr>
            <a:r>
              <a:t>D:/pasar_fix/node_modules/.bun/kysely@0.28.17/node_modules/kysely/dist/esm/helpers/mssql.d.ts</a:t>
            </a:r>
          </a:p>
          <a:p>
            <a:pPr>
              <a:defRPr sz="1200"/>
            </a:pPr>
            <a:r>
              <a:t>D:/pasar_fix/node_modules/.bun/kysely@0.28.17/node_modules/kysely/dist/esm/helpers/mssql.js</a:t>
            </a:r>
          </a:p>
          <a:p>
            <a:pPr>
              <a:defRPr sz="1200"/>
            </a:pPr>
            <a:r>
              <a:t>D:/pasar_fix/node_modules/.bun/kysely@0.28.17/node_modules/kysely/dist/esm/helpers/mysql.d.ts</a:t>
            </a:r>
          </a:p>
          <a:p>
            <a:pPr>
              <a:defRPr sz="1200"/>
            </a:pPr>
            <a:r>
              <a:t>D:/pasar_fix/node_modules/.bun/kysely@0.28.17/node_modules/kysely/dist/esm/helpers/mysql.js</a:t>
            </a:r>
          </a:p>
          <a:p>
            <a:pPr>
              <a:defRPr sz="1200"/>
            </a:pPr>
            <a:r>
              <a:t>D:/pasar_fix/node_modules/.bun/kysely@0.28.17/node_modules/kysely/dist/esm/helpers/postgres.d.ts</a:t>
            </a:r>
          </a:p>
          <a:p>
            <a:pPr>
              <a:defRPr sz="1200"/>
            </a:pPr>
            <a:r>
              <a:t>D:/pasar_fix/node_modules/.bun/kysely@0.28.17/node_modules/kysely/dist/esm/helpers/postgres.js</a:t>
            </a:r>
          </a:p>
          <a:p>
            <a:pPr>
              <a:defRPr sz="1200"/>
            </a:pPr>
            <a:r>
              <a:t>D:/pasar_fix/node_modules/.bun/kysely@0.28.17/node_modules/kysely/dist/esm/helpers/sqlite.d.ts</a:t>
            </a:r>
          </a:p>
          <a:p>
            <a:pPr>
              <a:defRPr sz="1200"/>
            </a:pPr>
            <a:r>
              <a:t>D:/pasar_fix/node_modules/.bun/kysely@0.28.17/node_modules/kysely/dist/esm/helpers/sqlite.js</a:t>
            </a:r>
          </a:p>
          <a:p>
            <a:pPr>
              <a:defRPr sz="1200"/>
            </a:pPr>
            <a:r>
              <a:t>D:/pasar_fix/node_modules/.bun/kysely@0.28.17/node_modules/kysely/dist/esm/migration/file-migration-provider.d.ts</a:t>
            </a:r>
          </a:p>
          <a:p>
            <a:pPr>
              <a:defRPr sz="1200"/>
            </a:pPr>
            <a:r>
              <a:t>D:/pasar_fix/node_modules/.bun/kysely@0.28.17/node_modules/kysely/dist/esm/migration/file-migration-provider.js</a:t>
            </a:r>
          </a:p>
          <a:p>
            <a:pPr>
              <a:defRPr sz="1200"/>
            </a:pPr>
            <a:r>
              <a:t>D:/pasar_fix/node_modules/.bun/kysely@0.28.17/node_modules/kysely/dist/esm/migration/migrator.d.ts</a:t>
            </a:r>
          </a:p>
          <a:p>
            <a:pPr>
              <a:defRPr sz="1200"/>
            </a:pPr>
            <a:r>
              <a:t>D:/pasar_fix/node_modules/.bun/kysely@0.28.17/node_modules/kysely/dist/esm/migration/migrator.js</a:t>
            </a:r>
          </a:p>
          <a:p>
            <a:pPr>
              <a:defRPr sz="1200"/>
            </a:pPr>
            <a:r>
              <a:t>D:/pasar_fix/node_modules/.bun/kysely@0.28.17/node_modules/kysely/dist/esm/operation-node/add-column-node.d.ts</a:t>
            </a:r>
          </a:p>
          <a:p>
            <a:pPr>
              <a:defRPr sz="1200"/>
            </a:pPr>
            <a:r>
              <a:t>D:/pasar_fix/node_modules/.bun/kysely@0.28.17/node_modules/kysely/dist/esm/operation-node/add-column-node.js</a:t>
            </a:r>
          </a:p>
          <a:p>
            <a:pPr>
              <a:defRPr sz="1200"/>
            </a:pPr>
            <a:r>
              <a:t>D:/pasar_fix/node_modules/.bun/kysely@0.28.17/node_modules/kysely/dist/esm/operation-node/add-constraint-node.d.ts</a:t>
            </a:r>
          </a:p>
          <a:p>
            <a:pPr>
              <a:defRPr sz="1200"/>
            </a:pPr>
            <a:r>
              <a:t>D:/pasar_fix/node_modules/.bun/kysely@0.28.17/node_modules/kysely/dist/esm/operation-node/add-constraint-node.js</a:t>
            </a:r>
          </a:p>
          <a:p>
            <a:pPr>
              <a:defRPr sz="1200"/>
            </a:pPr>
            <a:r>
              <a:t>D:/pasar_fix/node_modules/.bun/kysely@0.28.17/node_modules/kysely/dist/esm/operation-node/add-index-node.d.ts</a:t>
            </a:r>
          </a:p>
          <a:p>
            <a:pPr>
              <a:defRPr sz="1200"/>
            </a:pPr>
            <a:r>
              <a:t>D:/pasar_fix/node_modules/.bun/kysely@0.28.17/node_modules/kysely/dist/esm/operation-node/add-index-node.js</a:t>
            </a:r>
          </a:p>
          <a:p>
            <a:pPr>
              <a:defRPr sz="1200"/>
            </a:pPr>
            <a:r>
              <a:t>D:/pasar_fix/node_modules/.bun/kysely@0.28.17/node_modules/kysely/dist/esm/operation-node/aggregate-function-node.d.ts</a:t>
            </a:r>
          </a:p>
          <a:p>
            <a:pPr>
              <a:defRPr sz="1200"/>
            </a:pPr>
            <a:r>
              <a:t>D:/pasar_fix/node_modules/.bun/kysely@0.28.17/node_modules/kysely/dist/esm/operation-node/aggregate-function-node.js</a:t>
            </a:r>
          </a:p>
          <a:p>
            <a:pPr>
              <a:defRPr sz="1200"/>
            </a:pPr>
            <a:r>
              <a:t>D:/pasar_fix/node_modules/.bun/kysely@0.28.17/node_modules/kysely/dist/esm/operation-node/alias-node.d.ts</a:t>
            </a:r>
          </a:p>
          <a:p>
            <a:pPr>
              <a:defRPr sz="1200"/>
            </a:pPr>
            <a:r>
              <a:t>D:/pasar_fix/node_modules/.bun/kysely@0.28.17/node_modules/kysely/dist/esm/operation-node/alias-node.js</a:t>
            </a:r>
          </a:p>
          <a:p>
            <a:pPr>
              <a:defRPr sz="1200"/>
            </a:pPr>
            <a:r>
              <a:t>D:/pasar_fix/node_modules/.bun/kysely@0.28.17/node_modules/kysely/dist/esm/operation-node/alter-column-node.d.ts</a:t>
            </a:r>
          </a:p>
          <a:p>
            <a:pPr>
              <a:defRPr sz="1200"/>
            </a:pPr>
            <a:r>
              <a:t>D:/pasar_fix/node_modules/.bun/kysely@0.28.17/node_modules/kysely/dist/esm/operation-node/alter-column-node.js</a:t>
            </a:r>
          </a:p>
          <a:p>
            <a:pPr>
              <a:defRPr sz="1200"/>
            </a:pPr>
            <a:r>
              <a:t>D:/pasar_fix/node_modules/.bun/kysely@0.28.17/node_modules/kysely/dist/esm/operation-node/alter-table-node.d.ts</a:t>
            </a:r>
          </a:p>
          <a:p>
            <a:pPr>
              <a:defRPr sz="1200"/>
            </a:pPr>
            <a:r>
              <a:t>D:/pasar_fix/node_modules/.bun/kysely@0.28.17/node_modules/kysely/dist/esm/operation-node/alter-table-node.js</a:t>
            </a:r>
          </a:p>
          <a:p>
            <a:pPr>
              <a:defRPr sz="1200"/>
            </a:pPr>
            <a:r>
              <a:t>D:/pasar_fix/node_modules/.bun/kysely@0.28.17/node_modules/kysely/dist/esm/operation-node/and-node.d.ts</a:t>
            </a:r>
          </a:p>
          <a:p>
            <a:pPr>
              <a:defRPr sz="1200"/>
            </a:pPr>
            <a:r>
              <a:t>D:/pasar_fix/node_modules/.bun/kysely@0.28.17/node_modules/kysely/dist/esm/operation-node/and-node.js</a:t>
            </a:r>
          </a:p>
          <a:p>
            <a:pPr>
              <a:defRPr sz="1200"/>
            </a:pPr>
            <a:r>
              <a:t>D:/pasar_fix/node_modules/.bun/kysely@0.28.17/node_modules/kysely/dist/esm/operation-node/binary-operation-node.d.ts</a:t>
            </a:r>
          </a:p>
          <a:p>
            <a:pPr>
              <a:defRPr sz="1200"/>
            </a:pPr>
            <a:r>
              <a:t>D:/pasar_fix/node_modules/.bun/kysely@0.28.17/node_modules/kysely/dist/esm/operation-node/binary-operation-node.js</a:t>
            </a:r>
          </a:p>
          <a:p>
            <a:pPr>
              <a:defRPr sz="1200"/>
            </a:pPr>
            <a:r>
              <a:t>D:/pasar_fix/node_modules/.bun/kysely@0.28.17/node_modules/kysely/dist/esm/operation-node/case-node.d.ts</a:t>
            </a:r>
          </a:p>
          <a:p>
            <a:pPr>
              <a:defRPr sz="1200"/>
            </a:pPr>
            <a:r>
              <a:t>D:/pasar_fix/node_modules/.bun/kysely@0.28.17/node_modules/kysely/dist/esm/operation-node/case-node.js</a:t>
            </a:r>
          </a:p>
          <a:p>
            <a:pPr>
              <a:defRPr sz="1200"/>
            </a:pPr>
            <a:r>
              <a:t>D:/pasar_fix/node_modules/.bun/kysely@0.28.17/node_modules/kysely/dist/esm/operation-node/cast-node.d.ts</a:t>
            </a:r>
          </a:p>
          <a:p>
            <a:pPr>
              <a:defRPr sz="1200"/>
            </a:pPr>
            <a:r>
              <a:t>D:/pasar_fix/node_modules/.bun/kysely@0.28.17/node_modules/kysely/dist/esm/operation-node/cast-node.js</a:t>
            </a:r>
          </a:p>
          <a:p>
            <a:pPr>
              <a:defRPr sz="1200"/>
            </a:pPr>
            <a:r>
              <a:t>D:/pasar_fix/node_modules/.bun/kysely@0.28.17/node_modules/kysely/dist/esm/operation-node/check-constraint-node.d.ts</a:t>
            </a:r>
          </a:p>
          <a:p>
            <a:pPr>
              <a:defRPr sz="1200"/>
            </a:pPr>
            <a:r>
              <a:t>D:/pasar_fix/node_modules/.bun/kysely@0.28.17/node_modules/kysely/dist/esm/operation-node/check-constraint-node.js</a:t>
            </a:r>
          </a:p>
          <a:p>
            <a:pPr>
              <a:defRPr sz="1200"/>
            </a:pPr>
            <a:r>
              <a:t>D:/pasar_fix/node_modules/.bun/kysely@0.28.17/node_modules/kysely/dist/esm/operation-node/collate-node.d.ts</a:t>
            </a:r>
          </a:p>
          <a:p>
            <a:pPr>
              <a:defRPr sz="1200"/>
            </a:pPr>
            <a:r>
              <a:t>D:/pasar_fix/node_modules/.bun/kysely@0.28.17/node_modules/kysely/dist/esm/operation-node/collate-node.js</a:t>
            </a:r>
          </a:p>
          <a:p>
            <a:pPr>
              <a:defRPr sz="1200"/>
            </a:pPr>
            <a:r>
              <a:t>D:/pasar_fix/node_modules/.bun/kysely@0.28.17/node_modules/kysely/dist/esm/operation-node/column-definition-node.d.ts</a:t>
            </a:r>
          </a:p>
          <a:p>
            <a:pPr>
              <a:defRPr sz="1200"/>
            </a:pPr>
            <a:r>
              <a:t>D:/pasar_fix/node_modules/.bun/kysely@0.28.17/node_modules/kysely/dist/esm/operation-node/column-definition-node.js</a:t>
            </a:r>
          </a:p>
          <a:p>
            <a:pPr>
              <a:defRPr sz="1200"/>
            </a:pPr>
            <a:r>
              <a:t>D:/pasar_fix/node_modules/.bun/kysely@0.28.17/node_modules/kysely/dist/esm/operation-node/column-node.d.ts</a:t>
            </a:r>
          </a:p>
          <a:p>
            <a:pPr>
              <a:defRPr sz="1200"/>
            </a:pPr>
            <a:r>
              <a:t>D:/pasar_fix/node_modules/.bun/kysely@0.28.17/node_modules/kysely/dist/esm/operation-node/column-node.js</a:t>
            </a:r>
          </a:p>
          <a:p>
            <a:pPr>
              <a:defRPr sz="1200"/>
            </a:pPr>
            <a:r>
              <a:t>D:/pasar_fix/node_modules/.bun/kysely@0.28.17/node_modules/kysely/dist/esm/operation-node/column-update-node.d.ts</a:t>
            </a:r>
          </a:p>
          <a:p>
            <a:pPr>
              <a:defRPr sz="1200"/>
            </a:pPr>
            <a:r>
              <a:t>D:/pasar_fix/node_modules/.bun/kysely@0.28.17/node_modules/kysely/dist/esm/operation-node/column-update-node.js</a:t>
            </a:r>
          </a:p>
          <a:p>
            <a:pPr>
              <a:defRPr sz="1200"/>
            </a:pPr>
            <a:r>
              <a:t>D:/pasar_fix/node_modules/.bun/kysely@0.28.17/node_modules/kysely/dist/esm/operation-node/common-table-expression-name-node.d.ts</a:t>
            </a:r>
          </a:p>
          <a:p>
            <a:pPr>
              <a:defRPr sz="1200"/>
            </a:pPr>
            <a:r>
              <a:t>D:/pasar_fix/node_modules/.bun/kysely@0.28.17/node_modules/kysely/dist/esm/operation-node/common-table-expression-name-node.js</a:t>
            </a:r>
          </a:p>
          <a:p>
            <a:pPr>
              <a:defRPr sz="1200"/>
            </a:pPr>
            <a:r>
              <a:t>D:/pasar_fix/node_modules/.bun/kysely@0.28.17/node_modules/kysely/dist/esm/operation-node/common-table-expression-node.d.ts</a:t>
            </a:r>
          </a:p>
          <a:p>
            <a:pPr>
              <a:defRPr sz="1200"/>
            </a:pPr>
            <a:r>
              <a:t>D:/pasar_fix/node_modules/.bun/kysely@0.28.17/node_modules/kysely/dist/esm/operation-node/common-table-expression-node.js</a:t>
            </a:r>
          </a:p>
          <a:p>
            <a:pPr>
              <a:defRPr sz="1200"/>
            </a:pPr>
            <a:r>
              <a:t>D:/pasar_fix/node_modules/.bun/kysely@0.28.17/node_modules/kysely/dist/esm/operation-node/constraint-node.d.ts</a:t>
            </a:r>
          </a:p>
          <a:p>
            <a:pPr>
              <a:defRPr sz="1200"/>
            </a:pPr>
            <a:r>
              <a:t>D:/pasar_fix/node_modules/.bun/kysely@0.28.17/node_modules/kysely/dist/esm/operation-node/constraint-node.js</a:t>
            </a:r>
          </a:p>
          <a:p>
            <a:pPr>
              <a:defRPr sz="1200"/>
            </a:pPr>
            <a:r>
              <a:t>D:/pasar_fix/node_modules/.bun/kysely@0.28.17/node_modules/kysely/dist/esm/operation-node/create-index-node.d.ts</a:t>
            </a:r>
          </a:p>
          <a:p>
            <a:pPr>
              <a:defRPr sz="1200"/>
            </a:pPr>
            <a:r>
              <a:t>D:/pasar_fix/node_modules/.bun/kysely@0.28.17/node_modules/kysely/dist/esm/operation-node/create-index-node.js</a:t>
            </a:r>
          </a:p>
          <a:p>
            <a:pPr>
              <a:defRPr sz="1200"/>
            </a:pPr>
            <a:r>
              <a:t>D:/pasar_fix/node_modules/.bun/kysely@0.28.17/node_modules/kysely/dist/esm/operation-node/create-schema-node.d.ts</a:t>
            </a:r>
          </a:p>
          <a:p>
            <a:pPr>
              <a:defRPr sz="1200"/>
            </a:pPr>
            <a:r>
              <a:t>D:/pasar_fix/node_modules/.bun/kysely@0.28.17/node_modules/kysely/dist/esm/operation-node/create-schema-node.js</a:t>
            </a:r>
          </a:p>
          <a:p>
            <a:pPr>
              <a:defRPr sz="1200"/>
            </a:pPr>
            <a:r>
              <a:t>D:/pasar_fix/node_modules/.bun/kysely@0.28.17/node_modules/kysely/dist/esm/operation-node/create-table-node.d.ts</a:t>
            </a:r>
          </a:p>
          <a:p>
            <a:pPr>
              <a:defRPr sz="1200"/>
            </a:pPr>
            <a:r>
              <a:t>D:/pasar_fix/node_modules/.bun/kysely@0.28.17/node_modules/kysely/dist/esm/operation-node/create-table-node.js</a:t>
            </a:r>
          </a:p>
          <a:p>
            <a:pPr>
              <a:defRPr sz="1200"/>
            </a:pPr>
            <a:r>
              <a:t>D:/pasar_fix/node_modules/.bun/kysely@0.28.17/node_modules/kysely/dist/esm/operation-node/create-type-node.d.ts</a:t>
            </a:r>
          </a:p>
          <a:p>
            <a:pPr>
              <a:defRPr sz="1200"/>
            </a:pPr>
            <a:r>
              <a:t>D:/pasar_fix/node_modules/.bun/kysely@0.28.17/node_modules/kysely/dist/esm/operation-node/create-type-node.js</a:t>
            </a:r>
          </a:p>
          <a:p>
            <a:pPr>
              <a:defRPr sz="1200"/>
            </a:pPr>
            <a:r>
              <a:t>D:/pasar_fix/node_modules/.bun/kysely@0.28.17/node_modules/kysely/dist/esm/operation-node/create-view-node.d.ts</a:t>
            </a:r>
          </a:p>
          <a:p>
            <a:pPr>
              <a:defRPr sz="1200"/>
            </a:pPr>
            <a:r>
              <a:t>D:/pasar_fix/node_modules/.bun/kysely@0.28.17/node_modules/kysely/dist/esm/operation-node/create-view-node.js</a:t>
            </a:r>
          </a:p>
          <a:p>
            <a:pPr>
              <a:defRPr sz="1200"/>
            </a:pPr>
            <a:r>
              <a:t>D:/pasar_fix/node_modules/.bun/kysely@0.28.17/node_modules/kysely/dist/esm/operation-node/data-type-node.d.ts</a:t>
            </a:r>
          </a:p>
          <a:p>
            <a:pPr>
              <a:defRPr sz="1200"/>
            </a:pPr>
            <a:r>
              <a:t>D:/pasar_fix/node_modules/.bun/kysely@0.28.17/node_modules/kysely/dist/esm/operation-node/data-type-node.js</a:t>
            </a:r>
          </a:p>
          <a:p>
            <a:pPr>
              <a:defRPr sz="1200"/>
            </a:pPr>
            <a:r>
              <a:t>D:/pasar_fix/node_modules/.bun/kysely@0.28.17/node_modules/kysely/dist/esm/operation-node/default-insert-value-node.d.ts</a:t>
            </a:r>
          </a:p>
          <a:p>
            <a:pPr>
              <a:defRPr sz="1200"/>
            </a:pPr>
            <a:r>
              <a:t>D:/pasar_fix/node_modules/.bun/kysely@0.28.17/node_modules/kysely/dist/esm/operation-node/default-insert-value-node.js</a:t>
            </a:r>
          </a:p>
          <a:p>
            <a:pPr>
              <a:defRPr sz="1200"/>
            </a:pPr>
            <a:r>
              <a:t>D:/pasar_fix/node_modules/.bun/kysely@0.28.17/node_modules/kysely/dist/esm/operation-node/default-value-node.d.ts</a:t>
            </a:r>
          </a:p>
          <a:p>
            <a:pPr>
              <a:defRPr sz="1200"/>
            </a:pPr>
            <a:r>
              <a:t>D:/pasar_fix/node_modules/.bun/kysely@0.28.17/node_modules/kysely/dist/esm/operation-node/default-value-node.js</a:t>
            </a:r>
          </a:p>
          <a:p>
            <a:pPr>
              <a:defRPr sz="1200"/>
            </a:pPr>
            <a:r>
              <a:t>D:/pasar_fix/node_modules/.bun/kysely@0.28.17/node_modules/kysely/dist/esm/operation-node/delete-query-node.d.ts</a:t>
            </a:r>
          </a:p>
          <a:p>
            <a:pPr>
              <a:defRPr sz="1200"/>
            </a:pPr>
            <a:r>
              <a:t>D:/pasar_fix/node_modules/.bun/kysely@0.28.17/node_modules/kysely/dist/esm/operation-node/delete-query-node.js</a:t>
            </a:r>
          </a:p>
          <a:p>
            <a:pPr>
              <a:defRPr sz="1200"/>
            </a:pPr>
            <a:r>
              <a:t>D:/pasar_fix/node_modules/.bun/kysely@0.28.17/node_modules/kysely/dist/esm/operation-node/drop-column-node.d.ts</a:t>
            </a:r>
          </a:p>
          <a:p>
            <a:pPr>
              <a:defRPr sz="1200"/>
            </a:pPr>
            <a:r>
              <a:t>D:/pasar_fix/node_modules/.bun/kysely@0.28.17/node_modules/kysely/dist/esm/operation-node/drop-column-node.js</a:t>
            </a:r>
          </a:p>
          <a:p>
            <a:pPr>
              <a:defRPr sz="1200"/>
            </a:pPr>
            <a:r>
              <a:t>D:/pasar_fix/node_modules/.bun/kysely@0.28.17/node_modules/kysely/dist/esm/operation-node/drop-constraint-node.d.ts</a:t>
            </a:r>
          </a:p>
          <a:p>
            <a:pPr>
              <a:defRPr sz="1200"/>
            </a:pPr>
            <a:r>
              <a:t>D:/pasar_fix/node_modules/.bun/kysely@0.28.17/node_modules/kysely/dist/esm/operation-node/drop-constraint-node.js</a:t>
            </a:r>
          </a:p>
          <a:p>
            <a:pPr>
              <a:defRPr sz="1200"/>
            </a:pPr>
            <a:r>
              <a:t>D:/pasar_fix/node_modules/.bun/kysely@0.28.17/node_modules/kysely/dist/esm/operation-node/drop-index-node.d.ts</a:t>
            </a:r>
          </a:p>
          <a:p>
            <a:pPr>
              <a:defRPr sz="1200"/>
            </a:pPr>
            <a:r>
              <a:t>D:/pasar_fix/node_modules/.bun/kysely@0.28.17/node_modules/kysely/dist/esm/operation-node/drop-index-node.js</a:t>
            </a:r>
          </a:p>
          <a:p>
            <a:pPr>
              <a:defRPr sz="1200"/>
            </a:pPr>
            <a:r>
              <a:t>D:/pasar_fix/node_modules/.bun/kysely@0.28.17/node_modules/kysely/dist/esm/operation-node/drop-schema-node.d.ts</a:t>
            </a:r>
          </a:p>
          <a:p>
            <a:pPr>
              <a:defRPr sz="1200"/>
            </a:pPr>
            <a:r>
              <a:t>D:/pasar_fix/node_modules/.bun/kysely@0.28.17/node_modules/kysely/dist/esm/operation-node/drop-schema-node.js</a:t>
            </a:r>
          </a:p>
          <a:p>
            <a:pPr>
              <a:defRPr sz="1200"/>
            </a:pPr>
            <a:r>
              <a:t>D:/pasar_fix/node_modules/.bun/kysely@0.28.17/node_modules/kysely/dist/esm/operation-node/drop-table-node.d.ts</a:t>
            </a:r>
          </a:p>
          <a:p>
            <a:pPr>
              <a:defRPr sz="1200"/>
            </a:pPr>
            <a:r>
              <a:t>D:/pasar_fix/node_modules/.bun/kysely@0.28.17/node_modules/kysely/dist/esm/operation-node/drop-table-node.js</a:t>
            </a:r>
          </a:p>
          <a:p>
            <a:pPr>
              <a:defRPr sz="1200"/>
            </a:pPr>
            <a:r>
              <a:t>D:/pasar_fix/node_modules/.bun/kysely@0.28.17/node_modules/kysely/dist/esm/operation-node/drop-type-node.d.ts</a:t>
            </a:r>
          </a:p>
          <a:p>
            <a:pPr>
              <a:defRPr sz="1200"/>
            </a:pPr>
            <a:r>
              <a:t>D:/pasar_fix/node_modules/.bun/kysely@0.28.17/node_modules/kysely/dist/esm/operation-node/drop-type-node.js</a:t>
            </a:r>
          </a:p>
          <a:p>
            <a:pPr>
              <a:defRPr sz="1200"/>
            </a:pPr>
            <a:r>
              <a:t>D:/pasar_fix/node_modules/.bun/kysely@0.28.17/node_modules/kysely/dist/esm/operation-node/drop-view-node.d.ts</a:t>
            </a:r>
          </a:p>
          <a:p>
            <a:pPr>
              <a:defRPr sz="1200"/>
            </a:pPr>
            <a:r>
              <a:t>D:/pasar_fix/node_modules/.bun/kysely@0.28.17/node_modules/kysely/dist/esm/operation-node/drop-view-node.js</a:t>
            </a:r>
          </a:p>
          <a:p>
            <a:pPr>
              <a:defRPr sz="1200"/>
            </a:pPr>
            <a:r>
              <a:t>D:/pasar_fix/node_modules/.bun/kysely@0.28.17/node_modules/kysely/dist/esm/operation-node/explain-node.d.ts</a:t>
            </a:r>
          </a:p>
          <a:p>
            <a:pPr>
              <a:defRPr sz="1200"/>
            </a:pPr>
            <a:r>
              <a:t>D:/pasar_fix/node_modules/.bun/kysely@0.28.17/node_modules/kysely/dist/esm/operation-node/explain-node.js</a:t>
            </a:r>
          </a:p>
          <a:p>
            <a:pPr>
              <a:defRPr sz="1200"/>
            </a:pPr>
            <a:r>
              <a:t>D:/pasar_fix/node_modules/.bun/kysely@0.28.17/node_modules/kysely/dist/esm/operation-node/fetch-node.d.ts</a:t>
            </a:r>
          </a:p>
          <a:p>
            <a:pPr>
              <a:defRPr sz="1200"/>
            </a:pPr>
            <a:r>
              <a:t>D:/pasar_fix/node_modules/.bun/kysely@0.28.17/node_modules/kysely/dist/esm/operation-node/fetch-node.js</a:t>
            </a:r>
          </a:p>
          <a:p>
            <a:pPr>
              <a:defRPr sz="1200"/>
            </a:pPr>
            <a:r>
              <a:t>D:/pasar_fix/node_modules/.bun/kysely@0.28.17/node_modules/kysely/dist/esm/operation-node/foreign-key-constraint-node.d.ts</a:t>
            </a:r>
          </a:p>
          <a:p>
            <a:pPr>
              <a:defRPr sz="1200"/>
            </a:pPr>
            <a:r>
              <a:t>D:/pasar_fix/node_modules/.bun/kysely@0.28.17/node_modules/kysely/dist/esm/operation-node/foreign-key-constraint-node.js</a:t>
            </a:r>
          </a:p>
          <a:p>
            <a:pPr>
              <a:defRPr sz="1200"/>
            </a:pPr>
            <a:r>
              <a:t>D:/pasar_fix/node_modules/.bun/kysely@0.28.17/node_modules/kysely/dist/esm/operation-node/from-node.d.ts</a:t>
            </a:r>
          </a:p>
          <a:p>
            <a:pPr>
              <a:defRPr sz="1200"/>
            </a:pPr>
            <a:r>
              <a:t>D:/pasar_fix/node_modules/.bun/kysely@0.28.17/node_modules/kysely/dist/esm/operation-node/from-node.js</a:t>
            </a:r>
          </a:p>
          <a:p>
            <a:pPr>
              <a:defRPr sz="1200"/>
            </a:pPr>
            <a:r>
              <a:t>D:/pasar_fix/node_modules/.bun/kysely@0.28.17/node_modules/kysely/dist/esm/operation-node/function-node.d.ts</a:t>
            </a:r>
          </a:p>
          <a:p>
            <a:pPr>
              <a:defRPr sz="1200"/>
            </a:pPr>
            <a:r>
              <a:t>D:/pasar_fix/node_modules/.bun/kysely@0.28.17/node_modules/kysely/dist/esm/operation-node/function-node.js</a:t>
            </a:r>
          </a:p>
          <a:p>
            <a:pPr>
              <a:defRPr sz="1200"/>
            </a:pPr>
            <a:r>
              <a:t>D:/pasar_fix/node_modules/.bun/kysely@0.28.17/node_modules/kysely/dist/esm/operation-node/generated-node.d.ts</a:t>
            </a:r>
          </a:p>
          <a:p>
            <a:pPr>
              <a:defRPr sz="1200"/>
            </a:pPr>
            <a:r>
              <a:t>D:/pasar_fix/node_modules/.bun/kysely@0.28.17/node_modules/kysely/dist/esm/operation-node/generated-node.js</a:t>
            </a:r>
          </a:p>
          <a:p>
            <a:pPr>
              <a:defRPr sz="1200"/>
            </a:pPr>
            <a:r>
              <a:t>D:/pasar_fix/node_modules/.bun/kysely@0.28.17/node_modules/kysely/dist/esm/operation-node/group-by-item-node.d.ts</a:t>
            </a:r>
          </a:p>
          <a:p>
            <a:pPr>
              <a:defRPr sz="1200"/>
            </a:pPr>
            <a:r>
              <a:t>D:/pasar_fix/node_modules/.bun/kysely@0.28.17/node_modules/kysely/dist/esm/operation-node/group-by-item-node.js</a:t>
            </a:r>
          </a:p>
          <a:p>
            <a:pPr>
              <a:defRPr sz="1200"/>
            </a:pPr>
            <a:r>
              <a:t>D:/pasar_fix/node_modules/.bun/kysely@0.28.17/node_modules/kysely/dist/esm/operation-node/group-by-node.d.ts</a:t>
            </a:r>
          </a:p>
          <a:p>
            <a:pPr>
              <a:defRPr sz="1200"/>
            </a:pPr>
            <a:r>
              <a:t>D:/pasar_fix/node_modules/.bun/kysely@0.28.17/node_modules/kysely/dist/esm/operation-node/group-by-node.js</a:t>
            </a:r>
          </a:p>
          <a:p>
            <a:pPr>
              <a:defRPr sz="1200"/>
            </a:pPr>
            <a:r>
              <a:t>D:/pasar_fix/node_modules/.bun/kysely@0.28.17/node_modules/kysely/dist/esm/operation-node/having-node.d.ts</a:t>
            </a:r>
          </a:p>
          <a:p>
            <a:pPr>
              <a:defRPr sz="1200"/>
            </a:pPr>
            <a:r>
              <a:t>D:/pasar_fix/node_modules/.bun/kysely@0.28.17/node_modules/kysely/dist/esm/operation-node/having-node.js</a:t>
            </a:r>
          </a:p>
          <a:p>
            <a:pPr>
              <a:defRPr sz="1200"/>
            </a:pPr>
            <a:r>
              <a:t>D:/pasar_fix/node_modules/.bun/kysely@0.28.17/node_modules/kysely/dist/esm/operation-node/identifier-node.d.ts</a:t>
            </a:r>
          </a:p>
          <a:p>
            <a:pPr>
              <a:defRPr sz="1200"/>
            </a:pPr>
            <a:r>
              <a:t>D:/pasar_fix/node_modules/.bun/kysely@0.28.17/node_modules/kysely/dist/esm/operation-node/identifier-node.js</a:t>
            </a:r>
          </a:p>
          <a:p>
            <a:pPr>
              <a:defRPr sz="1200"/>
            </a:pPr>
            <a:r>
              <a:t>D:/pasar_fix/node_modules/.bun/kysely@0.28.17/node_modules/kysely/dist/esm/operation-node/insert-query-node.d.ts</a:t>
            </a:r>
          </a:p>
          <a:p>
            <a:pPr>
              <a:defRPr sz="1200"/>
            </a:pPr>
            <a:r>
              <a:t>D:/pasar_fix/node_modules/.bun/kysely@0.28.17/node_modules/kysely/dist/esm/operation-node/insert-query-node.js</a:t>
            </a:r>
          </a:p>
          <a:p>
            <a:pPr>
              <a:defRPr sz="1200"/>
            </a:pPr>
            <a:r>
              <a:t>D:/pasar_fix/node_modules/.bun/kysely@0.28.17/node_modules/kysely/dist/esm/operation-node/join-node.d.ts</a:t>
            </a:r>
          </a:p>
          <a:p>
            <a:pPr>
              <a:defRPr sz="1200"/>
            </a:pPr>
            <a:r>
              <a:t>D:/pasar_fix/node_modules/.bun/kysely@0.28.17/node_modules/kysely/dist/esm/operation-node/join-node.js</a:t>
            </a:r>
          </a:p>
          <a:p>
            <a:pPr>
              <a:defRPr sz="1200"/>
            </a:pPr>
            <a:r>
              <a:t>D:/pasar_fix/node_modules/.bun/kysely@0.28.17/node_modules/kysely/dist/esm/operation-node/json-operator-chain-node.d.ts</a:t>
            </a:r>
          </a:p>
          <a:p>
            <a:pPr>
              <a:defRPr sz="1200"/>
            </a:pPr>
            <a:r>
              <a:t>D:/pasar_fix/node_modules/.bun/kysely@0.28.17/node_modules/kysely/dist/esm/operation-node/json-operator-chain-node.js</a:t>
            </a:r>
          </a:p>
          <a:p>
            <a:pPr>
              <a:defRPr sz="1200"/>
            </a:pPr>
            <a:r>
              <a:t>D:/pasar_fix/node_modules/.bun/kysely@0.28.17/node_modules/kysely/dist/esm/operation-node/json-path-leg-node.d.ts</a:t>
            </a:r>
          </a:p>
          <a:p>
            <a:pPr>
              <a:defRPr sz="1200"/>
            </a:pPr>
            <a:r>
              <a:t>D:/pasar_fix/node_modules/.bun/kysely@0.28.17/node_modules/kysely/dist/esm/operation-node/json-path-leg-node.js</a:t>
            </a:r>
          </a:p>
          <a:p>
            <a:pPr>
              <a:defRPr sz="1200"/>
            </a:pPr>
            <a:r>
              <a:t>D:/pasar_fix/node_modules/.bun/kysely@0.28.17/node_modules/kysely/dist/esm/operation-node/json-path-node.d.ts</a:t>
            </a:r>
          </a:p>
          <a:p>
            <a:pPr>
              <a:defRPr sz="1200"/>
            </a:pPr>
            <a:r>
              <a:t>D:/pasar_fix/node_modules/.bun/kysely@0.28.17/node_modules/kysely/dist/esm/operation-node/json-path-node.js</a:t>
            </a:r>
          </a:p>
          <a:p>
            <a:pPr>
              <a:defRPr sz="1200"/>
            </a:pPr>
            <a:r>
              <a:t>D:/pasar_fix/node_modules/.bun/kysely@0.28.17/node_modules/kysely/dist/esm/operation-node/json-reference-node.d.ts</a:t>
            </a:r>
          </a:p>
          <a:p>
            <a:pPr>
              <a:defRPr sz="1200"/>
            </a:pPr>
            <a:r>
              <a:t>D:/pasar_fix/node_modules/.bun/kysely@0.28.17/node_modules/kysely/dist/esm/operation-node/json-reference-node.js</a:t>
            </a:r>
          </a:p>
          <a:p>
            <a:pPr>
              <a:defRPr sz="1200"/>
            </a:pPr>
            <a:r>
              <a:t>D:/pasar_fix/node_modules/.bun/kysely@0.28.17/node_modules/kysely/dist/esm/operation-node/limit-node.d.ts</a:t>
            </a:r>
          </a:p>
          <a:p>
            <a:pPr>
              <a:defRPr sz="1200"/>
            </a:pPr>
            <a:r>
              <a:t>D:/pasar_fix/node_modules/.bun/kysely@0.28.17/node_modules/kysely/dist/esm/operation-node/limit-node.js</a:t>
            </a:r>
          </a:p>
          <a:p>
            <a:pPr>
              <a:defRPr sz="1200"/>
            </a:pPr>
            <a:r>
              <a:t>D:/pasar_fix/node_modules/.bun/kysely@0.28.17/node_modules/kysely/dist/esm/operation-node/list-node.d.ts</a:t>
            </a:r>
          </a:p>
          <a:p>
            <a:pPr>
              <a:defRPr sz="1200"/>
            </a:pPr>
            <a:r>
              <a:t>D:/pasar_fix/node_modules/.bun/kysely@0.28.17/node_modules/kysely/dist/esm/operation-node/list-node.js</a:t>
            </a:r>
          </a:p>
          <a:p>
            <a:pPr>
              <a:defRPr sz="1200"/>
            </a:pPr>
            <a:r>
              <a:t>D:/pasar_fix/node_modules/.bun/kysely@0.28.17/node_modules/kysely/dist/esm/operation-node/matched-node.d.ts</a:t>
            </a:r>
          </a:p>
          <a:p>
            <a:pPr>
              <a:defRPr sz="1200"/>
            </a:pPr>
            <a:r>
              <a:t>D:/pasar_fix/node_modules/.bun/kysely@0.28.17/node_modules/kysely/dist/esm/operation-node/matched-node.js</a:t>
            </a:r>
          </a:p>
          <a:p>
            <a:pPr>
              <a:defRPr sz="1200"/>
            </a:pPr>
            <a:r>
              <a:t>D:/pasar_fix/node_modules/.bun/kysely@0.28.17/node_modules/kysely/dist/esm/operation-node/merge-query-node.d.ts</a:t>
            </a:r>
          </a:p>
          <a:p>
            <a:pPr>
              <a:defRPr sz="1200"/>
            </a:pPr>
            <a:r>
              <a:t>D:/pasar_fix/node_modules/.bun/kysely@0.28.17/node_modules/kysely/dist/esm/operation-node/merge-query-node.js</a:t>
            </a:r>
          </a:p>
          <a:p>
            <a:pPr>
              <a:defRPr sz="1200"/>
            </a:pPr>
            <a:r>
              <a:t>D:/pasar_fix/node_modules/.bun/kysely@0.28.17/node_modules/kysely/dist/esm/operation-node/modify-column-node.d.ts</a:t>
            </a:r>
          </a:p>
          <a:p>
            <a:pPr>
              <a:defRPr sz="1200"/>
            </a:pPr>
            <a:r>
              <a:t>D:/pasar_fix/node_modules/.bun/kysely@0.28.17/node_modules/kysely/dist/esm/operation-node/modify-column-node.js</a:t>
            </a:r>
          </a:p>
          <a:p>
            <a:pPr>
              <a:defRPr sz="1200"/>
            </a:pPr>
            <a:r>
              <a:t>D:/pasar_fix/node_modules/.bun/kysely@0.28.17/node_modules/kysely/dist/esm/operation-node/offset-node.d.ts</a:t>
            </a:r>
          </a:p>
          <a:p>
            <a:pPr>
              <a:defRPr sz="1200"/>
            </a:pPr>
            <a:r>
              <a:t>D:/pasar_fix/node_modules/.bun/kysely@0.28.17/node_modules/kysely/dist/esm/operation-node/offset-node.js</a:t>
            </a:r>
          </a:p>
          <a:p>
            <a:pPr>
              <a:defRPr sz="1200"/>
            </a:pPr>
            <a:r>
              <a:t>D:/pasar_fix/node_modules/.bun/kysely@0.28.17/node_modules/kysely/dist/esm/operation-node/on-conflict-node.d.ts</a:t>
            </a:r>
          </a:p>
          <a:p>
            <a:pPr>
              <a:defRPr sz="1200"/>
            </a:pPr>
            <a:r>
              <a:t>D:/pasar_fix/node_modules/.bun/kysely@0.28.17/node_modules/kysely/dist/esm/operation-node/on-conflict-node.js</a:t>
            </a:r>
          </a:p>
          <a:p>
            <a:pPr>
              <a:defRPr sz="1200"/>
            </a:pPr>
            <a:r>
              <a:t>D:/pasar_fix/node_modules/.bun/kysely@0.28.17/node_modules/kysely/dist/esm/operation-node/on-duplicate-key-node.d.ts</a:t>
            </a:r>
          </a:p>
          <a:p>
            <a:pPr>
              <a:defRPr sz="1200"/>
            </a:pPr>
            <a:r>
              <a:t>D:/pasar_fix/node_modules/.bun/kysely@0.28.17/node_modules/kysely/dist/esm/operation-node/on-duplicate-key-node.js</a:t>
            </a:r>
          </a:p>
          <a:p>
            <a:pPr>
              <a:defRPr sz="1200"/>
            </a:pPr>
            <a:r>
              <a:t>D:/pasar_fix/node_modules/.bun/kysely@0.28.17/node_modules/kysely/dist/esm/operation-node/on-node.d.ts</a:t>
            </a:r>
          </a:p>
          <a:p>
            <a:pPr>
              <a:defRPr sz="1200"/>
            </a:pPr>
            <a:r>
              <a:t>D:/pasar_fix/node_modules/.bun/kysely@0.28.17/node_modules/kysely/dist/esm/operation-node/on-node.js</a:t>
            </a:r>
          </a:p>
          <a:p>
            <a:pPr>
              <a:defRPr sz="1200"/>
            </a:pPr>
            <a:r>
              <a:t>D:/pasar_fix/node_modules/.bun/kysely@0.28.17/node_modules/kysely/dist/esm/operation-node/operation-node-source.d.ts</a:t>
            </a:r>
          </a:p>
          <a:p>
            <a:pPr>
              <a:defRPr sz="1200"/>
            </a:pPr>
            <a:r>
              <a:t>D:/pasar_fix/node_modules/.bun/kysely@0.28.17/node_modules/kysely/dist/esm/operation-node/operation-node-source.js</a:t>
            </a:r>
          </a:p>
          <a:p>
            <a:pPr>
              <a:defRPr sz="1200"/>
            </a:pPr>
            <a:r>
              <a:t>D:/pasar_fix/node_modules/.bun/kysely@0.28.17/node_modules/kysely/dist/esm/operation-node/operation-node-transformer.d.ts</a:t>
            </a:r>
          </a:p>
          <a:p>
            <a:pPr>
              <a:defRPr sz="1200"/>
            </a:pPr>
            <a:r>
              <a:t>D:/pasar_fix/node_modules/.bun/kysely@0.28.17/node_modules/kysely/dist/esm/operation-node/operation-node-transformer.js</a:t>
            </a:r>
          </a:p>
          <a:p>
            <a:pPr>
              <a:defRPr sz="1200"/>
            </a:pPr>
            <a:r>
              <a:t>D:/pasar_fix/node_modules/.bun/kysely@0.28.17/node_modules/kysely/dist/esm/operation-node/operation-node-visitor.d.ts</a:t>
            </a:r>
          </a:p>
          <a:p>
            <a:pPr>
              <a:defRPr sz="1200"/>
            </a:pPr>
            <a:r>
              <a:t>D:/pasar_fix/node_modules/.bun/kysely@0.28.17/node_modules/kysely/dist/esm/operation-node/operation-node-visitor.js</a:t>
            </a:r>
          </a:p>
          <a:p>
            <a:pPr>
              <a:defRPr sz="1200"/>
            </a:pPr>
            <a:r>
              <a:t>D:/pasar_fix/node_modules/.bun/kysely@0.28.17/node_modules/kysely/dist/esm/operation-node/operation-node.d.ts</a:t>
            </a:r>
          </a:p>
          <a:p>
            <a:pPr>
              <a:defRPr sz="1200"/>
            </a:pPr>
            <a:r>
              <a:t>D:/pasar_fix/node_modules/.bun/kysely@0.28.17/node_modules/kysely/dist/esm/operation-node/operation-node.js</a:t>
            </a:r>
          </a:p>
          <a:p>
            <a:pPr>
              <a:defRPr sz="1200"/>
            </a:pPr>
            <a:r>
              <a:t>D:/pasar_fix/node_modules/.bun/kysely@0.28.17/node_modules/kysely/dist/esm/operation-node/operator-node.d.ts</a:t>
            </a:r>
          </a:p>
          <a:p>
            <a:pPr>
              <a:defRPr sz="1200"/>
            </a:pPr>
            <a:r>
              <a:t>D:/pasar_fix/node_modules/.bun/kysely@0.28.17/node_modules/kysely/dist/esm/operation-node/operator-node.js</a:t>
            </a:r>
          </a:p>
          <a:p>
            <a:pPr>
              <a:defRPr sz="1200"/>
            </a:pPr>
            <a:r>
              <a:t>D:/pasar_fix/node_modules/.bun/kysely@0.28.17/node_modules/kysely/dist/esm/operation-node/or-action-node.d.ts</a:t>
            </a:r>
          </a:p>
          <a:p>
            <a:pPr>
              <a:defRPr sz="1200"/>
            </a:pPr>
            <a:r>
              <a:t>D:/pasar_fix/node_modules/.bun/kysely@0.28.17/node_modules/kysely/dist/esm/operation-node/or-action-node.js</a:t>
            </a:r>
          </a:p>
          <a:p>
            <a:pPr>
              <a:defRPr sz="1200"/>
            </a:pPr>
            <a:r>
              <a:t>D:/pasar_fix/node_modules/.bun/kysely@0.28.17/node_modules/kysely/dist/esm/operation-node/or-node.d.ts</a:t>
            </a:r>
          </a:p>
          <a:p>
            <a:pPr>
              <a:defRPr sz="1200"/>
            </a:pPr>
            <a:r>
              <a:t>D:/pasar_fix/node_modules/.bun/kysely@0.28.17/node_modules/kysely/dist/esm/operation-node/or-node.js</a:t>
            </a:r>
          </a:p>
          <a:p>
            <a:pPr>
              <a:defRPr sz="1200"/>
            </a:pPr>
            <a:r>
              <a:t>D:/pasar_fix/node_modules/.bun/kysely@0.28.17/node_modules/kysely/dist/esm/operation-node/order-by-item-node.d.ts</a:t>
            </a:r>
          </a:p>
          <a:p>
            <a:pPr>
              <a:defRPr sz="1200"/>
            </a:pPr>
            <a:r>
              <a:t>D:/pasar_fix/node_modules/.bun/kysely@0.28.17/node_modules/kysely/dist/esm/operation-node/order-by-item-node.js</a:t>
            </a:r>
          </a:p>
          <a:p>
            <a:pPr>
              <a:defRPr sz="1200"/>
            </a:pPr>
            <a:r>
              <a:t>D:/pasar_fix/node_modules/.bun/kysely@0.28.17/node_modules/kysely/dist/esm/operation-node/order-by-node.d.ts</a:t>
            </a:r>
          </a:p>
          <a:p>
            <a:pPr>
              <a:defRPr sz="1200"/>
            </a:pPr>
            <a:r>
              <a:t>D:/pasar_fix/node_modules/.bun/kysely@0.28.17/node_modules/kysely/dist/esm/operation-node/order-by-node.js</a:t>
            </a:r>
          </a:p>
          <a:p>
            <a:pPr>
              <a:defRPr sz="1200"/>
            </a:pPr>
            <a:r>
              <a:t>D:/pasar_fix/node_modules/.bun/kysely@0.28.17/node_modules/kysely/dist/esm/operation-node/output-node.d.ts</a:t>
            </a:r>
          </a:p>
          <a:p>
            <a:pPr>
              <a:defRPr sz="1200"/>
            </a:pPr>
            <a:r>
              <a:t>D:/pasar_fix/node_modules/.bun/kysely@0.28.17/node_modules/kysely/dist/esm/operation-node/output-node.js</a:t>
            </a:r>
          </a:p>
          <a:p>
            <a:pPr>
              <a:defRPr sz="1200"/>
            </a:pPr>
            <a:r>
              <a:t>D:/pasar_fix/node_modules/.bun/kysely@0.28.17/node_modules/kysely/dist/esm/operation-node/over-node.d.ts</a:t>
            </a:r>
          </a:p>
          <a:p>
            <a:pPr>
              <a:defRPr sz="1200"/>
            </a:pPr>
            <a:r>
              <a:t>D:/pasar_fix/node_modules/.bun/kysely@0.28.17/node_modules/kysely/dist/esm/operation-node/over-node.js</a:t>
            </a:r>
          </a:p>
          <a:p>
            <a:pPr>
              <a:defRPr sz="1200"/>
            </a:pPr>
            <a:r>
              <a:t>D:/pasar_fix/node_modules/.bun/kysely@0.28.17/node_modules/kysely/dist/esm/operation-node/parens-node.d.ts</a:t>
            </a:r>
          </a:p>
          <a:p>
            <a:pPr>
              <a:defRPr sz="1200"/>
            </a:pPr>
            <a:r>
              <a:t>D:/pasar_fix/node_modules/.bun/kysely@0.28.17/node_modules/kysely/dist/esm/operation-node/parens-node.js</a:t>
            </a:r>
          </a:p>
          <a:p>
            <a:pPr>
              <a:defRPr sz="1200"/>
            </a:pPr>
            <a:r>
              <a:t>D:/pasar_fix/node_modules/.bun/kysely@0.28.17/node_modules/kysely/dist/esm/operation-node/partition-by-item-node.d.ts</a:t>
            </a:r>
          </a:p>
          <a:p>
            <a:pPr>
              <a:defRPr sz="1200"/>
            </a:pPr>
            <a:r>
              <a:t>D:/pasar_fix/node_modules/.bun/kysely@0.28.17/node_modules/kysely/dist/esm/operation-node/partition-by-item-node.js</a:t>
            </a:r>
          </a:p>
          <a:p>
            <a:pPr>
              <a:defRPr sz="1200"/>
            </a:pPr>
            <a:r>
              <a:t>D:/pasar_fix/node_modules/.bun/kysely@0.28.17/node_modules/kysely/dist/esm/operation-node/partition-by-node.d.ts</a:t>
            </a:r>
          </a:p>
          <a:p>
            <a:pPr>
              <a:defRPr sz="1200"/>
            </a:pPr>
            <a:r>
              <a:t>D:/pasar_fix/node_modules/.bun/kysely@0.28.17/node_modules/kysely/dist/esm/operation-node/partition-by-node.js</a:t>
            </a:r>
          </a:p>
          <a:p>
            <a:pPr>
              <a:defRPr sz="1200"/>
            </a:pPr>
            <a:r>
              <a:t>D:/pasar_fix/node_modules/.bun/kysely@0.28.17/node_modules/kysely/dist/esm/operation-node/primary-key-constraint-node.d.ts</a:t>
            </a:r>
          </a:p>
          <a:p>
            <a:pPr>
              <a:defRPr sz="1200"/>
            </a:pPr>
            <a:r>
              <a:t>D:/pasar_fix/node_modules/.bun/kysely@0.28.17/node_modules/kysely/dist/esm/operation-node/primary-key-constraint-node.js</a:t>
            </a:r>
          </a:p>
          <a:p>
            <a:pPr>
              <a:defRPr sz="1200"/>
            </a:pPr>
            <a:r>
              <a:t>D:/pasar_fix/node_modules/.bun/kysely@0.28.17/node_modules/kysely/dist/esm/operation-node/primitive-value-list-node.d.ts</a:t>
            </a:r>
          </a:p>
          <a:p>
            <a:pPr>
              <a:defRPr sz="1200"/>
            </a:pPr>
            <a:r>
              <a:t>D:/pasar_fix/node_modules/.bun/kysely@0.28.17/node_modules/kysely/dist/esm/operation-node/primitive-value-list-node.js</a:t>
            </a:r>
          </a:p>
          <a:p>
            <a:pPr>
              <a:defRPr sz="1200"/>
            </a:pPr>
            <a:r>
              <a:t>D:/pasar_fix/node_modules/.bun/kysely@0.28.17/node_modules/kysely/dist/esm/operation-node/query-node.d.ts</a:t>
            </a:r>
          </a:p>
          <a:p>
            <a:pPr>
              <a:defRPr sz="1200"/>
            </a:pPr>
            <a:r>
              <a:t>D:/pasar_fix/node_modules/.bun/kysely@0.28.17/node_modules/kysely/dist/esm/operation-node/query-node.js</a:t>
            </a:r>
          </a:p>
          <a:p>
            <a:pPr>
              <a:defRPr sz="1200"/>
            </a:pPr>
            <a:r>
              <a:t>D:/pasar_fix/node_modules/.bun/kysely@0.28.17/node_modules/kysely/dist/esm/operation-node/raw-node.d.ts</a:t>
            </a:r>
          </a:p>
          <a:p>
            <a:pPr>
              <a:defRPr sz="1200"/>
            </a:pPr>
            <a:r>
              <a:t>D:/pasar_fix/node_modules/.bun/kysely@0.28.17/node_modules/kysely/dist/esm/operation-node/raw-node.js</a:t>
            </a:r>
          </a:p>
          <a:p>
            <a:pPr>
              <a:defRPr sz="1200"/>
            </a:pPr>
            <a:r>
              <a:t>D:/pasar_fix/node_modules/.bun/kysely@0.28.17/node_modules/kysely/dist/esm/operation-node/reference-node.d.ts</a:t>
            </a:r>
          </a:p>
          <a:p>
            <a:pPr>
              <a:defRPr sz="1200"/>
            </a:pPr>
            <a:r>
              <a:t>D:/pasar_fix/node_modules/.bun/kysely@0.28.17/node_modules/kysely/dist/esm/operation-node/reference-node.js</a:t>
            </a:r>
          </a:p>
          <a:p>
            <a:pPr>
              <a:defRPr sz="1200"/>
            </a:pPr>
            <a:r>
              <a:t>D:/pasar_fix/node_modules/.bun/kysely@0.28.17/node_modules/kysely/dist/esm/operation-node/references-node.d.ts</a:t>
            </a:r>
          </a:p>
          <a:p>
            <a:pPr>
              <a:defRPr sz="1200"/>
            </a:pPr>
            <a:r>
              <a:t>D:/pasar_fix/node_modules/.bun/kysely@0.28.17/node_modules/kysely/dist/esm/operation-node/references-node.js</a:t>
            </a:r>
          </a:p>
          <a:p>
            <a:pPr>
              <a:defRPr sz="1200"/>
            </a:pPr>
            <a:r>
              <a:t>D:/pasar_fix/node_modules/.bun/kysely@0.28.17/node_modules/kysely/dist/esm/operation-node/refresh-materialized-view-node.d.ts</a:t>
            </a:r>
          </a:p>
          <a:p>
            <a:pPr>
              <a:defRPr sz="1200"/>
            </a:pPr>
            <a:r>
              <a:t>D:/pasar_fix/node_modules/.bun/kysely@0.28.17/node_modules/kysely/dist/esm/operation-node/refresh-materialized-view-node.js</a:t>
            </a:r>
          </a:p>
          <a:p>
            <a:pPr>
              <a:defRPr sz="1200"/>
            </a:pPr>
            <a:r>
              <a:t>D:/pasar_fix/node_modules/.bun/kysely@0.28.17/node_modules/kysely/dist/esm/operation-node/rename-column-node.d.ts</a:t>
            </a:r>
          </a:p>
          <a:p>
            <a:pPr>
              <a:defRPr sz="1200"/>
            </a:pPr>
            <a:r>
              <a:t>D:/pasar_fix/node_modules/.bun/kysely@0.28.17/node_modules/kysely/dist/esm/operation-node/rename-column-node.js</a:t>
            </a:r>
          </a:p>
          <a:p>
            <a:pPr>
              <a:defRPr sz="1200"/>
            </a:pPr>
            <a:r>
              <a:t>D:/pasar_fix/node_modules/.bun/kysely@0.28.17/node_modules/kysely/dist/esm/operation-node/rename-constraint-node.d.ts</a:t>
            </a:r>
          </a:p>
          <a:p>
            <a:pPr>
              <a:defRPr sz="1200"/>
            </a:pPr>
            <a:r>
              <a:t>D:/pasar_fix/node_modules/.bun/kysely@0.28.17/node_modules/kysely/dist/esm/operation-node/rename-constraint-node.js</a:t>
            </a:r>
          </a:p>
          <a:p>
            <a:pPr>
              <a:defRPr sz="1200"/>
            </a:pPr>
            <a:r>
              <a:t>D:/pasar_fix/node_modules/.bun/kysely@0.28.17/node_modules/kysely/dist/esm/operation-node/returning-node.d.ts</a:t>
            </a:r>
          </a:p>
          <a:p>
            <a:pPr>
              <a:defRPr sz="1200"/>
            </a:pPr>
            <a:r>
              <a:t>D:/pasar_fix/node_modules/.bun/kysely@0.28.17/node_modules/kysely/dist/esm/operation-node/returning-node.js</a:t>
            </a:r>
          </a:p>
          <a:p>
            <a:pPr>
              <a:defRPr sz="1200"/>
            </a:pPr>
            <a:r>
              <a:t>D:/pasar_fix/node_modules/.bun/kysely@0.28.17/node_modules/kysely/dist/esm/operation-node/schemable-identifier-node.d.ts</a:t>
            </a:r>
          </a:p>
          <a:p>
            <a:pPr>
              <a:defRPr sz="1200"/>
            </a:pPr>
            <a:r>
              <a:t>D:/pasar_fix/node_modules/.bun/kysely@0.28.17/node_modules/kysely/dist/esm/operation-node/schemable-identifier-node.js</a:t>
            </a:r>
          </a:p>
          <a:p>
            <a:pPr>
              <a:defRPr sz="1200"/>
            </a:pPr>
            <a:r>
              <a:t>D:/pasar_fix/node_modules/.bun/kysely@0.28.17/node_modules/kysely/dist/esm/operation-node/select-all-node.d.ts</a:t>
            </a:r>
          </a:p>
          <a:p>
            <a:pPr>
              <a:defRPr sz="1200"/>
            </a:pPr>
            <a:r>
              <a:t>D:/pasar_fix/node_modules/.bun/kysely@0.28.17/node_modules/kysely/dist/esm/operation-node/select-all-node.js</a:t>
            </a:r>
          </a:p>
          <a:p>
            <a:pPr>
              <a:defRPr sz="1200"/>
            </a:pPr>
            <a:r>
              <a:t>D:/pasar_fix/node_modules/.bun/kysely@0.28.17/node_modules/kysely/dist/esm/operation-node/select-modifier-node.d.ts</a:t>
            </a:r>
          </a:p>
          <a:p>
            <a:pPr>
              <a:defRPr sz="1200"/>
            </a:pPr>
            <a:r>
              <a:t>D:/pasar_fix/node_modules/.bun/kysely@0.28.17/node_modules/kysely/dist/esm/operation-node/select-modifier-node.js</a:t>
            </a:r>
          </a:p>
          <a:p>
            <a:pPr>
              <a:defRPr sz="1200"/>
            </a:pPr>
            <a:r>
              <a:t>D:/pasar_fix/node_modules/.bun/kysely@0.28.17/node_modules/kysely/dist/esm/operation-node/select-query-node.d.ts</a:t>
            </a:r>
          </a:p>
          <a:p>
            <a:pPr>
              <a:defRPr sz="1200"/>
            </a:pPr>
            <a:r>
              <a:t>D:/pasar_fix/node_modules/.bun/kysely@0.28.17/node_modules/kysely/dist/esm/operation-node/select-query-node.js</a:t>
            </a:r>
          </a:p>
          <a:p>
            <a:pPr>
              <a:defRPr sz="1200"/>
            </a:pPr>
            <a:r>
              <a:t>D:/pasar_fix/node_modules/.bun/kysely@0.28.17/node_modules/kysely/dist/esm/operation-node/selection-node.d.ts</a:t>
            </a:r>
          </a:p>
          <a:p>
            <a:pPr>
              <a:defRPr sz="1200"/>
            </a:pPr>
            <a:r>
              <a:t>D:/pasar_fix/node_modules/.bun/kysely@0.28.17/node_modules/kysely/dist/esm/operation-node/selection-node.js</a:t>
            </a:r>
          </a:p>
          <a:p>
            <a:pPr>
              <a:defRPr sz="1200"/>
            </a:pPr>
            <a:r>
              <a:t>D:/pasar_fix/node_modules/.bun/kysely@0.28.17/node_modules/kysely/dist/esm/operation-node/set-operation-node.d.ts</a:t>
            </a:r>
          </a:p>
          <a:p>
            <a:pPr>
              <a:defRPr sz="1200"/>
            </a:pPr>
            <a:r>
              <a:t>D:/pasar_fix/node_modules/.bun/kysely@0.28.17/node_modules/kysely/dist/esm/operation-node/set-operation-node.js</a:t>
            </a:r>
          </a:p>
          <a:p>
            <a:pPr>
              <a:defRPr sz="1200"/>
            </a:pPr>
            <a:r>
              <a:t>D:/pasar_fix/node_modules/.bun/kysely@0.28.17/node_modules/kysely/dist/esm/operation-node/simple-reference-expression-node.d.ts</a:t>
            </a:r>
          </a:p>
          <a:p>
            <a:pPr>
              <a:defRPr sz="1200"/>
            </a:pPr>
            <a:r>
              <a:t>D:/pasar_fix/node_modules/.bun/kysely@0.28.17/node_modules/kysely/dist/esm/operation-node/simple-reference-expression-node.js</a:t>
            </a:r>
          </a:p>
          <a:p>
            <a:pPr>
              <a:defRPr sz="1200"/>
            </a:pPr>
            <a:r>
              <a:t>D:/pasar_fix/node_modules/.bun/kysely@0.28.17/node_modules/kysely/dist/esm/operation-node/table-node.d.ts</a:t>
            </a:r>
          </a:p>
          <a:p>
            <a:pPr>
              <a:defRPr sz="1200"/>
            </a:pPr>
            <a:r>
              <a:t>D:/pasar_fix/node_modules/.bun/kysely@0.28.17/node_modules/kysely/dist/esm/operation-node/table-node.js</a:t>
            </a:r>
          </a:p>
          <a:p>
            <a:pPr>
              <a:defRPr sz="1200"/>
            </a:pPr>
            <a:r>
              <a:t>D:/pasar_fix/node_modules/.bun/kysely@0.28.17/node_modules/kysely/dist/esm/operation-node/top-node.d.ts</a:t>
            </a:r>
          </a:p>
          <a:p>
            <a:pPr>
              <a:defRPr sz="1200"/>
            </a:pPr>
            <a:r>
              <a:t>D:/pasar_fix/node_modules/.bun/kysely@0.28.17/node_modules/kysely/dist/esm/operation-node/top-node.js</a:t>
            </a:r>
          </a:p>
          <a:p>
            <a:pPr>
              <a:defRPr sz="1200"/>
            </a:pPr>
            <a:r>
              <a:t>D:/pasar_fix/node_modules/.bun/kysely@0.28.17/node_modules/kysely/dist/esm/operation-node/tuple-node.d.ts</a:t>
            </a:r>
          </a:p>
          <a:p>
            <a:pPr>
              <a:defRPr sz="1200"/>
            </a:pPr>
            <a:r>
              <a:t>D:/pasar_fix/node_modules/.bun/kysely@0.28.17/node_modules/kysely/dist/esm/operation-node/tuple-node.js</a:t>
            </a:r>
          </a:p>
          <a:p>
            <a:pPr>
              <a:defRPr sz="1200"/>
            </a:pPr>
            <a:r>
              <a:t>D:/pasar_fix/node_modules/.bun/kysely@0.28.17/node_modules/kysely/dist/esm/operation-node/unary-operation-node.d.ts</a:t>
            </a:r>
          </a:p>
          <a:p>
            <a:pPr>
              <a:defRPr sz="1200"/>
            </a:pPr>
            <a:r>
              <a:t>D:/pasar_fix/node_modules/.bun/kysely@0.28.17/node_modules/kysely/dist/esm/operation-node/unary-operation-node.js</a:t>
            </a:r>
          </a:p>
          <a:p>
            <a:pPr>
              <a:defRPr sz="1200"/>
            </a:pPr>
            <a:r>
              <a:t>D:/pasar_fix/node_modules/.bun/kysely@0.28.17/node_modules/kysely/dist/esm/operation-node/unique-constraint-node.d.ts</a:t>
            </a:r>
          </a:p>
          <a:p>
            <a:pPr>
              <a:defRPr sz="1200"/>
            </a:pPr>
            <a:r>
              <a:t>D:/pasar_fix/node_modules/.bun/kysely@0.28.17/node_modules/kysely/dist/esm/operation-node/unique-constraint-node.js</a:t>
            </a:r>
          </a:p>
          <a:p>
            <a:pPr>
              <a:defRPr sz="1200"/>
            </a:pPr>
            <a:r>
              <a:t>D:/pasar_fix/node_modules/.bun/kysely@0.28.17/node_modules/kysely/dist/esm/operation-node/update-query-node.d.ts</a:t>
            </a:r>
          </a:p>
          <a:p>
            <a:pPr>
              <a:defRPr sz="1200"/>
            </a:pPr>
            <a:r>
              <a:t>D:/pasar_fix/node_modules/.bun/kysely@0.28.17/node_modules/kysely/dist/esm/operation-node/update-query-node.js</a:t>
            </a:r>
          </a:p>
          <a:p>
            <a:pPr>
              <a:defRPr sz="1200"/>
            </a:pPr>
            <a:r>
              <a:t>D:/pasar_fix/node_modules/.bun/kysely@0.28.17/node_modules/kysely/dist/esm/operation-node/using-node.d.ts</a:t>
            </a:r>
          </a:p>
          <a:p>
            <a:pPr>
              <a:defRPr sz="1200"/>
            </a:pPr>
            <a:r>
              <a:t>D:/pasar_fix/node_modules/.bun/kysely@0.28.17/node_modules/kysely/dist/esm/operation-node/using-node.js</a:t>
            </a:r>
          </a:p>
          <a:p>
            <a:pPr>
              <a:defRPr sz="1200"/>
            </a:pPr>
            <a:r>
              <a:t>D:/pasar_fix/node_modules/.bun/kysely@0.28.17/node_modules/kysely/dist/esm/operation-node/value-list-node.d.ts</a:t>
            </a:r>
          </a:p>
          <a:p>
            <a:pPr>
              <a:defRPr sz="1200"/>
            </a:pPr>
            <a:r>
              <a:t>D:/pasar_fix/node_modules/.bun/kysely@0.28.17/node_modules/kysely/dist/esm/operation-node/value-list-node.js</a:t>
            </a:r>
          </a:p>
          <a:p>
            <a:pPr>
              <a:defRPr sz="1200"/>
            </a:pPr>
            <a:r>
              <a:t>D:/pasar_fix/node_modules/.bun/kysely@0.28.17/node_modules/kysely/dist/esm/operation-node/value-node.d.ts</a:t>
            </a:r>
          </a:p>
          <a:p>
            <a:pPr>
              <a:defRPr sz="1200"/>
            </a:pPr>
            <a:r>
              <a:t>D:/pasar_fix/node_modules/.bun/kysely@0.28.17/node_modules/kysely/dist/esm/operation-node/value-node.js</a:t>
            </a:r>
          </a:p>
          <a:p>
            <a:pPr>
              <a:defRPr sz="1200"/>
            </a:pPr>
            <a:r>
              <a:t>D:/pasar_fix/node_modules/.bun/kysely@0.28.17/node_modules/kysely/dist/esm/operation-node/values-node.d.ts</a:t>
            </a:r>
          </a:p>
          <a:p>
            <a:pPr>
              <a:defRPr sz="1200"/>
            </a:pPr>
            <a:r>
              <a:t>D:/pasar_fix/node_modules/.bun/kysely@0.28.17/node_modules/kysely/dist/esm/operation-node/values-node.js</a:t>
            </a:r>
          </a:p>
          <a:p>
            <a:pPr>
              <a:defRPr sz="1200"/>
            </a:pPr>
            <a:r>
              <a:t>D:/pasar_fix/node_modules/.bun/kysely@0.28.17/node_modules/kysely/dist/esm/operation-node/when-node.d.ts</a:t>
            </a:r>
          </a:p>
          <a:p>
            <a:pPr>
              <a:defRPr sz="1200"/>
            </a:pPr>
            <a:r>
              <a:t>D:/pasar_fix/node_modules/.bun/kysely@0.28.17/node_modules/kysely/dist/esm/operation-node/when-node.js</a:t>
            </a:r>
          </a:p>
          <a:p>
            <a:pPr>
              <a:defRPr sz="1200"/>
            </a:pPr>
            <a:r>
              <a:t>D:/pasar_fix/node_modules/.bun/kysely@0.28.17/node_modules/kysely/dist/esm/operation-node/where-node.d.ts</a:t>
            </a:r>
          </a:p>
          <a:p>
            <a:pPr>
              <a:defRPr sz="1200"/>
            </a:pPr>
            <a:r>
              <a:t>D:/pasar_fix/node_modules/.bun/kysely@0.28.17/node_modules/kysely/dist/esm/operation-node/where-node.js</a:t>
            </a:r>
          </a:p>
          <a:p>
            <a:pPr>
              <a:defRPr sz="1200"/>
            </a:pPr>
            <a:r>
              <a:t>D:/pasar_fix/node_modules/.bun/kysely@0.28.17/node_modules/kysely/dist/esm/operation-node/with-node.d.ts</a:t>
            </a:r>
          </a:p>
          <a:p>
            <a:pPr>
              <a:defRPr sz="1200"/>
            </a:pPr>
            <a:r>
              <a:t>D:/pasar_fix/node_modules/.bun/kysely@0.28.17/node_modules/kysely/dist/esm/operation-node/with-node.js</a:t>
            </a:r>
          </a:p>
          <a:p>
            <a:pPr>
              <a:defRPr sz="1200"/>
            </a:pPr>
            <a:r>
              <a:t>D:/pasar_fix/node_modules/.bun/kysely@0.28.17/node_modules/kysely/dist/esm/parser/binary-operation-parser.d.ts</a:t>
            </a:r>
          </a:p>
          <a:p>
            <a:pPr>
              <a:defRPr sz="1200"/>
            </a:pPr>
            <a:r>
              <a:t>D:/pasar_fix/node_modules/.bun/kysely@0.28.17/node_modules/kysely/dist/esm/parser/binary-operation-parser.js</a:t>
            </a:r>
          </a:p>
          <a:p>
            <a:pPr>
              <a:defRPr sz="1200"/>
            </a:pPr>
            <a:r>
              <a:t>D:/pasar_fix/node_modules/.bun/kysely@0.28.17/node_modules/kysely/dist/esm/parser/coalesce-parser.d.ts</a:t>
            </a:r>
          </a:p>
          <a:p>
            <a:pPr>
              <a:defRPr sz="1200"/>
            </a:pPr>
            <a:r>
              <a:t>D:/pasar_fix/node_modules/.bun/kysely@0.28.17/node_modules/kysely/dist/esm/parser/coalesce-parser.js</a:t>
            </a:r>
          </a:p>
          <a:p>
            <a:pPr>
              <a:defRPr sz="1200"/>
            </a:pPr>
            <a:r>
              <a:t>D:/pasar_fix/node_modules/.bun/kysely@0.28.17/node_modules/kysely/dist/esm/parser/collate-parser.d.ts</a:t>
            </a:r>
          </a:p>
          <a:p>
            <a:pPr>
              <a:defRPr sz="1200"/>
            </a:pPr>
            <a:r>
              <a:t>D:/pasar_fix/node_modules/.bun/kysely@0.28.17/node_modules/kysely/dist/esm/parser/collate-parser.js</a:t>
            </a:r>
          </a:p>
          <a:p>
            <a:pPr>
              <a:defRPr sz="1200"/>
            </a:pPr>
            <a:r>
              <a:t>D:/pasar_fix/node_modules/.bun/kysely@0.28.17/node_modules/kysely/dist/esm/parser/data-type-parser.d.ts</a:t>
            </a:r>
          </a:p>
          <a:p>
            <a:pPr>
              <a:defRPr sz="1200"/>
            </a:pPr>
            <a:r>
              <a:t>D:/pasar_fix/node_modules/.bun/kysely@0.28.17/node_modules/kysely/dist/esm/parser/data-type-parser.js</a:t>
            </a:r>
          </a:p>
          <a:p>
            <a:pPr>
              <a:defRPr sz="1200"/>
            </a:pPr>
            <a:r>
              <a:t>D:/pasar_fix/node_modules/.bun/kysely@0.28.17/node_modules/kysely/dist/esm/parser/default-value-parser.d.ts</a:t>
            </a:r>
          </a:p>
          <a:p>
            <a:pPr>
              <a:defRPr sz="1200"/>
            </a:pPr>
            <a:r>
              <a:t>D:/pasar_fix/node_modules/.bun/kysely@0.28.17/node_modules/kysely/dist/esm/parser/default-value-parser.js</a:t>
            </a:r>
          </a:p>
          <a:p>
            <a:pPr>
              <a:defRPr sz="1200"/>
            </a:pPr>
            <a:r>
              <a:t>D:/pasar_fix/node_modules/.bun/kysely@0.28.17/node_modules/kysely/dist/esm/parser/delete-from-parser.d.ts</a:t>
            </a:r>
          </a:p>
          <a:p>
            <a:pPr>
              <a:defRPr sz="1200"/>
            </a:pPr>
            <a:r>
              <a:t>D:/pasar_fix/node_modules/.bun/kysely@0.28.17/node_modules/kysely/dist/esm/parser/delete-from-parser.js</a:t>
            </a:r>
          </a:p>
          <a:p>
            <a:pPr>
              <a:defRPr sz="1200"/>
            </a:pPr>
            <a:r>
              <a:t>D:/pasar_fix/node_modules/.bun/kysely@0.28.17/node_modules/kysely/dist/esm/parser/expression-parser.d.ts</a:t>
            </a:r>
          </a:p>
          <a:p>
            <a:pPr>
              <a:defRPr sz="1200"/>
            </a:pPr>
            <a:r>
              <a:t>D:/pasar_fix/node_modules/.bun/kysely@0.28.17/node_modules/kysely/dist/esm/parser/expression-parser.js</a:t>
            </a:r>
          </a:p>
          <a:p>
            <a:pPr>
              <a:defRPr sz="1200"/>
            </a:pPr>
            <a:r>
              <a:t>D:/pasar_fix/node_modules/.bun/kysely@0.28.17/node_modules/kysely/dist/esm/parser/fetch-parser.d.ts</a:t>
            </a:r>
          </a:p>
          <a:p>
            <a:pPr>
              <a:defRPr sz="1200"/>
            </a:pPr>
            <a:r>
              <a:t>D:/pasar_fix/node_modules/.bun/kysely@0.28.17/node_modules/kysely/dist/esm/parser/fetch-parser.js</a:t>
            </a:r>
          </a:p>
          <a:p>
            <a:pPr>
              <a:defRPr sz="1200"/>
            </a:pPr>
            <a:r>
              <a:t>D:/pasar_fix/node_modules/.bun/kysely@0.28.17/node_modules/kysely/dist/esm/parser/group-by-parser.d.ts</a:t>
            </a:r>
          </a:p>
          <a:p>
            <a:pPr>
              <a:defRPr sz="1200"/>
            </a:pPr>
            <a:r>
              <a:t>D:/pasar_fix/node_modules/.bun/kysely@0.28.17/node_modules/kysely/dist/esm/parser/group-by-parser.js</a:t>
            </a:r>
          </a:p>
          <a:p>
            <a:pPr>
              <a:defRPr sz="1200"/>
            </a:pPr>
            <a:r>
              <a:t>D:/pasar_fix/node_modules/.bun/kysely@0.28.17/node_modules/kysely/dist/esm/parser/identifier-parser.d.ts</a:t>
            </a:r>
          </a:p>
          <a:p>
            <a:pPr>
              <a:defRPr sz="1200"/>
            </a:pPr>
            <a:r>
              <a:t>D:/pasar_fix/node_modules/.bun/kysely@0.28.17/node_modules/kysely/dist/esm/parser/identifier-parser.js</a:t>
            </a:r>
          </a:p>
          <a:p>
            <a:pPr>
              <a:defRPr sz="1200"/>
            </a:pPr>
            <a:r>
              <a:t>D:/pasar_fix/node_modules/.bun/kysely@0.28.17/node_modules/kysely/dist/esm/parser/insert-values-parser.d.ts</a:t>
            </a:r>
          </a:p>
          <a:p>
            <a:pPr>
              <a:defRPr sz="1200"/>
            </a:pPr>
            <a:r>
              <a:t>D:/pasar_fix/node_modules/.bun/kysely@0.28.17/node_modules/kysely/dist/esm/parser/insert-values-parser.js</a:t>
            </a:r>
          </a:p>
          <a:p>
            <a:pPr>
              <a:defRPr sz="1200"/>
            </a:pPr>
            <a:r>
              <a:t>D:/pasar_fix/node_modules/.bun/kysely@0.28.17/node_modules/kysely/dist/esm/parser/join-parser.d.ts</a:t>
            </a:r>
          </a:p>
          <a:p>
            <a:pPr>
              <a:defRPr sz="1200"/>
            </a:pPr>
            <a:r>
              <a:t>D:/pasar_fix/node_modules/.bun/kysely@0.28.17/node_modules/kysely/dist/esm/parser/join-parser.js</a:t>
            </a:r>
          </a:p>
          <a:p>
            <a:pPr>
              <a:defRPr sz="1200"/>
            </a:pPr>
            <a:r>
              <a:t>D:/pasar_fix/node_modules/.bun/kysely@0.28.17/node_modules/kysely/dist/esm/parser/merge-into-parser.d.ts</a:t>
            </a:r>
          </a:p>
          <a:p>
            <a:pPr>
              <a:defRPr sz="1200"/>
            </a:pPr>
            <a:r>
              <a:t>D:/pasar_fix/node_modules/.bun/kysely@0.28.17/node_modules/kysely/dist/esm/parser/merge-into-parser.js</a:t>
            </a:r>
          </a:p>
          <a:p>
            <a:pPr>
              <a:defRPr sz="1200"/>
            </a:pPr>
            <a:r>
              <a:t>D:/pasar_fix/node_modules/.bun/kysely@0.28.17/node_modules/kysely/dist/esm/parser/merge-parser.d.ts</a:t>
            </a:r>
          </a:p>
          <a:p>
            <a:pPr>
              <a:defRPr sz="1200"/>
            </a:pPr>
            <a:r>
              <a:t>D:/pasar_fix/node_modules/.bun/kysely@0.28.17/node_modules/kysely/dist/esm/parser/merge-parser.js</a:t>
            </a:r>
          </a:p>
          <a:p>
            <a:pPr>
              <a:defRPr sz="1200"/>
            </a:pPr>
            <a:r>
              <a:t>D:/pasar_fix/node_modules/.bun/kysely@0.28.17/node_modules/kysely/dist/esm/parser/on-commit-action-parse.d.ts</a:t>
            </a:r>
          </a:p>
          <a:p>
            <a:pPr>
              <a:defRPr sz="1200"/>
            </a:pPr>
            <a:r>
              <a:t>D:/pasar_fix/node_modules/.bun/kysely@0.28.17/node_modules/kysely/dist/esm/parser/on-commit-action-parse.js</a:t>
            </a:r>
          </a:p>
          <a:p>
            <a:pPr>
              <a:defRPr sz="1200"/>
            </a:pPr>
            <a:r>
              <a:t>D:/pasar_fix/node_modules/.bun/kysely@0.28.17/node_modules/kysely/dist/esm/parser/on-modify-action-parser.d.ts</a:t>
            </a:r>
          </a:p>
          <a:p>
            <a:pPr>
              <a:defRPr sz="1200"/>
            </a:pPr>
            <a:r>
              <a:t>D:/pasar_fix/node_modules/.bun/kysely@0.28.17/node_modules/kysely/dist/esm/parser/on-modify-action-parser.js</a:t>
            </a:r>
          </a:p>
          <a:p>
            <a:pPr>
              <a:defRPr sz="1200"/>
            </a:pPr>
            <a:r>
              <a:t>D:/pasar_fix/node_modules/.bun/kysely@0.28.17/node_modules/kysely/dist/esm/parser/order-by-parser.d.ts</a:t>
            </a:r>
          </a:p>
          <a:p>
            <a:pPr>
              <a:defRPr sz="1200"/>
            </a:pPr>
            <a:r>
              <a:t>D:/pasar_fix/node_modules/.bun/kysely@0.28.17/node_modules/kysely/dist/esm/parser/order-by-parser.js</a:t>
            </a:r>
          </a:p>
          <a:p>
            <a:pPr>
              <a:defRPr sz="1200"/>
            </a:pPr>
            <a:r>
              <a:t>D:/pasar_fix/node_modules/.bun/kysely@0.28.17/node_modules/kysely/dist/esm/parser/parse-utils.d.ts</a:t>
            </a:r>
          </a:p>
          <a:p>
            <a:pPr>
              <a:defRPr sz="1200"/>
            </a:pPr>
            <a:r>
              <a:t>D:/pasar_fix/node_modules/.bun/kysely@0.28.17/node_modules/kysely/dist/esm/parser/parse-utils.js</a:t>
            </a:r>
          </a:p>
          <a:p>
            <a:pPr>
              <a:defRPr sz="1200"/>
            </a:pPr>
            <a:r>
              <a:t>D:/pasar_fix/node_modules/.bun/kysely@0.28.17/node_modules/kysely/dist/esm/parser/partition-by-parser.d.ts</a:t>
            </a:r>
          </a:p>
          <a:p>
            <a:pPr>
              <a:defRPr sz="1200"/>
            </a:pPr>
            <a:r>
              <a:t>D:/pasar_fix/node_modules/.bun/kysely@0.28.17/node_modules/kysely/dist/esm/parser/partition-by-parser.js</a:t>
            </a:r>
          </a:p>
          <a:p>
            <a:pPr>
              <a:defRPr sz="1200"/>
            </a:pPr>
            <a:r>
              <a:t>D:/pasar_fix/node_modules/.bun/kysely@0.28.17/node_modules/kysely/dist/esm/parser/reference-parser.d.ts</a:t>
            </a:r>
          </a:p>
          <a:p>
            <a:pPr>
              <a:defRPr sz="1200"/>
            </a:pPr>
            <a:r>
              <a:t>D:/pasar_fix/node_modules/.bun/kysely@0.28.17/node_modules/kysely/dist/esm/parser/reference-parser.js</a:t>
            </a:r>
          </a:p>
          <a:p>
            <a:pPr>
              <a:defRPr sz="1200"/>
            </a:pPr>
            <a:r>
              <a:t>D:/pasar_fix/node_modules/.bun/kysely@0.28.17/node_modules/kysely/dist/esm/parser/returning-parser.d.ts</a:t>
            </a:r>
          </a:p>
          <a:p>
            <a:pPr>
              <a:defRPr sz="1200"/>
            </a:pPr>
            <a:r>
              <a:t>D:/pasar_fix/node_modules/.bun/kysely@0.28.17/node_modules/kysely/dist/esm/parser/returning-parser.js</a:t>
            </a:r>
          </a:p>
          <a:p>
            <a:pPr>
              <a:defRPr sz="1200"/>
            </a:pPr>
            <a:r>
              <a:t>D:/pasar_fix/node_modules/.bun/kysely@0.28.17/node_modules/kysely/dist/esm/parser/savepoint-parser.d.ts</a:t>
            </a:r>
          </a:p>
          <a:p>
            <a:pPr>
              <a:defRPr sz="1200"/>
            </a:pPr>
            <a:r>
              <a:t>D:/pasar_fix/node_modules/.bun/kysely@0.28.17/node_modules/kysely/dist/esm/parser/savepoint-parser.js</a:t>
            </a:r>
          </a:p>
          <a:p>
            <a:pPr>
              <a:defRPr sz="1200"/>
            </a:pPr>
            <a:r>
              <a:t>D:/pasar_fix/node_modules/.bun/kysely@0.28.17/node_modules/kysely/dist/esm/parser/select-from-parser.d.ts</a:t>
            </a:r>
          </a:p>
          <a:p>
            <a:pPr>
              <a:defRPr sz="1200"/>
            </a:pPr>
            <a:r>
              <a:t>D:/pasar_fix/node_modules/.bun/kysely@0.28.17/node_modules/kysely/dist/esm/parser/select-from-parser.js</a:t>
            </a:r>
          </a:p>
          <a:p>
            <a:pPr>
              <a:defRPr sz="1200"/>
            </a:pPr>
            <a:r>
              <a:t>D:/pasar_fix/node_modules/.bun/kysely@0.28.17/node_modules/kysely/dist/esm/parser/select-parser.d.ts</a:t>
            </a:r>
          </a:p>
          <a:p>
            <a:pPr>
              <a:defRPr sz="1200"/>
            </a:pPr>
            <a:r>
              <a:t>D:/pasar_fix/node_modules/.bun/kysely@0.28.17/node_modules/kysely/dist/esm/parser/select-parser.js</a:t>
            </a:r>
          </a:p>
          <a:p>
            <a:pPr>
              <a:defRPr sz="1200"/>
            </a:pPr>
            <a:r>
              <a:t>D:/pasar_fix/node_modules/.bun/kysely@0.28.17/node_modules/kysely/dist/esm/parser/set-operation-parser.d.ts</a:t>
            </a:r>
          </a:p>
          <a:p>
            <a:pPr>
              <a:defRPr sz="1200"/>
            </a:pPr>
            <a:r>
              <a:t>D:/pasar_fix/node_modules/.bun/kysely@0.28.17/node_modules/kysely/dist/esm/parser/set-operation-parser.js</a:t>
            </a:r>
          </a:p>
          <a:p>
            <a:pPr>
              <a:defRPr sz="1200"/>
            </a:pPr>
            <a:r>
              <a:t>D:/pasar_fix/node_modules/.bun/kysely@0.28.17/node_modules/kysely/dist/esm/parser/table-parser.d.ts</a:t>
            </a:r>
          </a:p>
          <a:p>
            <a:pPr>
              <a:defRPr sz="1200"/>
            </a:pPr>
            <a:r>
              <a:t>D:/pasar_fix/node_modules/.bun/kysely@0.28.17/node_modules/kysely/dist/esm/parser/table-parser.js</a:t>
            </a:r>
          </a:p>
          <a:p>
            <a:pPr>
              <a:defRPr sz="1200"/>
            </a:pPr>
            <a:r>
              <a:t>D:/pasar_fix/node_modules/.bun/kysely@0.28.17/node_modules/kysely/dist/esm/parser/top-parser.d.ts</a:t>
            </a:r>
          </a:p>
          <a:p>
            <a:pPr>
              <a:defRPr sz="1200"/>
            </a:pPr>
            <a:r>
              <a:t>D:/pasar_fix/node_modules/.bun/kysely@0.28.17/node_modules/kysely/dist/esm/parser/top-parser.js</a:t>
            </a:r>
          </a:p>
          <a:p>
            <a:pPr>
              <a:defRPr sz="1200"/>
            </a:pPr>
            <a:r>
              <a:t>D:/pasar_fix/node_modules/.bun/kysely@0.28.17/node_modules/kysely/dist/esm/parser/tuple-parser.d.ts</a:t>
            </a:r>
          </a:p>
          <a:p>
            <a:pPr>
              <a:defRPr sz="1200"/>
            </a:pPr>
            <a:r>
              <a:t>D:/pasar_fix/node_modules/.bun/kysely@0.28.17/node_modules/kysely/dist/esm/parser/tuple-parser.js</a:t>
            </a:r>
          </a:p>
          <a:p>
            <a:pPr>
              <a:defRPr sz="1200"/>
            </a:pPr>
            <a:r>
              <a:t>D:/pasar_fix/node_modules/.bun/kysely@0.28.17/node_modules/kysely/dist/esm/parser/unary-operation-parser.d.ts</a:t>
            </a:r>
          </a:p>
          <a:p>
            <a:pPr>
              <a:defRPr sz="1200"/>
            </a:pPr>
            <a:r>
              <a:t>D:/pasar_fix/node_modules/.bun/kysely@0.28.17/node_modules/kysely/dist/esm/parser/unary-operation-parser.js</a:t>
            </a:r>
          </a:p>
          <a:p>
            <a:pPr>
              <a:defRPr sz="1200"/>
            </a:pPr>
            <a:r>
              <a:t>D:/pasar_fix/node_modules/.bun/kysely@0.28.17/node_modules/kysely/dist/esm/parser/update-parser.d.ts</a:t>
            </a:r>
          </a:p>
          <a:p>
            <a:pPr>
              <a:defRPr sz="1200"/>
            </a:pPr>
            <a:r>
              <a:t>D:/pasar_fix/node_modules/.bun/kysely@0.28.17/node_modules/kysely/dist/esm/parser/update-parser.js</a:t>
            </a:r>
          </a:p>
          <a:p>
            <a:pPr>
              <a:defRPr sz="1200"/>
            </a:pPr>
            <a:r>
              <a:t>D:/pasar_fix/node_modules/.bun/kysely@0.28.17/node_modules/kysely/dist/esm/parser/update-set-parser.d.ts</a:t>
            </a:r>
          </a:p>
          <a:p>
            <a:pPr>
              <a:defRPr sz="1200"/>
            </a:pPr>
            <a:r>
              <a:t>D:/pasar_fix/node_modules/.bun/kysely@0.28.17/node_modules/kysely/dist/esm/parser/update-set-parser.js</a:t>
            </a:r>
          </a:p>
          <a:p>
            <a:pPr>
              <a:defRPr sz="1200"/>
            </a:pPr>
            <a:r>
              <a:t>D:/pasar_fix/node_modules/.bun/kysely@0.28.17/node_modules/kysely/dist/esm/parser/value-parser.d.ts</a:t>
            </a:r>
          </a:p>
          <a:p>
            <a:pPr>
              <a:defRPr sz="1200"/>
            </a:pPr>
            <a:r>
              <a:t>D:/pasar_fix/node_modules/.bun/kysely@0.28.17/node_modules/kysely/dist/esm/parser/value-parser.js</a:t>
            </a:r>
          </a:p>
          <a:p>
            <a:pPr>
              <a:defRPr sz="1200"/>
            </a:pPr>
            <a:r>
              <a:t>D:/pasar_fix/node_modules/.bun/kysely@0.28.17/node_modules/kysely/dist/esm/parser/with-parser.d.ts</a:t>
            </a:r>
          </a:p>
          <a:p>
            <a:pPr>
              <a:defRPr sz="1200"/>
            </a:pPr>
            <a:r>
              <a:t>D:/pasar_fix/node_modules/.bun/kysely@0.28.17/node_modules/kysely/dist/esm/parser/with-parser.js</a:t>
            </a:r>
          </a:p>
          <a:p>
            <a:pPr>
              <a:defRPr sz="1200"/>
            </a:pPr>
            <a:r>
              <a:t>D:/pasar_fix/node_modules/.bun/kysely@0.28.17/node_modules/kysely/dist/esm/plugin/kysely-plugin.d.ts</a:t>
            </a:r>
          </a:p>
          <a:p>
            <a:pPr>
              <a:defRPr sz="1200"/>
            </a:pPr>
            <a:r>
              <a:t>D:/pasar_fix/node_modules/.bun/kysely@0.28.17/node_modules/kysely/dist/esm/plugin/kysely-plugin.js</a:t>
            </a:r>
          </a:p>
          <a:p>
            <a:pPr>
              <a:defRPr sz="1200"/>
            </a:pPr>
            <a:r>
              <a:t>D:/pasar_fix/node_modules/.bun/kysely@0.28.17/node_modules/kysely/dist/esm/plugin/noop-plugin.d.ts</a:t>
            </a:r>
          </a:p>
          <a:p>
            <a:pPr>
              <a:defRPr sz="1200"/>
            </a:pPr>
            <a:r>
              <a:t>D:/pasar_fix/node_modules/.bun/kysely@0.28.17/node_modules/kysely/dist/esm/plugin/noop-plugin.js</a:t>
            </a:r>
          </a:p>
          <a:p>
            <a:pPr>
              <a:defRPr sz="1200"/>
            </a:pPr>
            <a:r>
              <a:t>D:/pasar_fix/node_modules/.bun/kysely@0.28.17/node_modules/kysely/dist/esm/plugin/camel-case/camel-case-plugin.d.ts</a:t>
            </a:r>
          </a:p>
          <a:p>
            <a:pPr>
              <a:defRPr sz="1200"/>
            </a:pPr>
            <a:r>
              <a:t>D:/pasar_fix/node_modules/.bun/kysely@0.28.17/node_modules/kysely/dist/esm/plugin/camel-case/camel-case-plugin.js</a:t>
            </a:r>
          </a:p>
          <a:p>
            <a:pPr>
              <a:defRPr sz="1200"/>
            </a:pPr>
            <a:r>
              <a:t>D:/pasar_fix/node_modules/.bun/kysely@0.28.17/node_modules/kysely/dist/esm/plugin/camel-case/camel-case-transformer.d.ts</a:t>
            </a:r>
          </a:p>
          <a:p>
            <a:pPr>
              <a:defRPr sz="1200"/>
            </a:pPr>
            <a:r>
              <a:t>D:/pasar_fix/node_modules/.bun/kysely@0.28.17/node_modules/kysely/dist/esm/plugin/camel-case/camel-case-transformer.js</a:t>
            </a:r>
          </a:p>
          <a:p>
            <a:pPr>
              <a:defRPr sz="1200"/>
            </a:pPr>
            <a:r>
              <a:t>D:/pasar_fix/node_modules/.bun/kysely@0.28.17/node_modules/kysely/dist/esm/plugin/camel-case/camel-case.d.ts</a:t>
            </a:r>
          </a:p>
          <a:p>
            <a:pPr>
              <a:defRPr sz="1200"/>
            </a:pPr>
            <a:r>
              <a:t>D:/pasar_fix/node_modules/.bun/kysely@0.28.17/node_modules/kysely/dist/esm/plugin/camel-case/camel-case.js</a:t>
            </a:r>
          </a:p>
          <a:p>
            <a:pPr>
              <a:defRPr sz="1200"/>
            </a:pPr>
            <a:r>
              <a:t>D:/pasar_fix/node_modules/.bun/kysely@0.28.17/node_modules/kysely/dist/esm/plugin/deduplicate-joins/deduplicate-joins-plugin.d.ts</a:t>
            </a:r>
          </a:p>
          <a:p>
            <a:pPr>
              <a:defRPr sz="1200"/>
            </a:pPr>
            <a:r>
              <a:t>D:/pasar_fix/node_modules/.bun/kysely@0.28.17/node_modules/kysely/dist/esm/plugin/deduplicate-joins/deduplicate-joins-plugin.js</a:t>
            </a:r>
          </a:p>
          <a:p>
            <a:pPr>
              <a:defRPr sz="1200"/>
            </a:pPr>
            <a:r>
              <a:t>D:/pasar_fix/node_modules/.bun/kysely@0.28.17/node_modules/kysely/dist/esm/plugin/deduplicate-joins/deduplicate-joins-transformer.d.ts</a:t>
            </a:r>
          </a:p>
          <a:p>
            <a:pPr>
              <a:defRPr sz="1200"/>
            </a:pPr>
            <a:r>
              <a:t>D:/pasar_fix/node_modules/.bun/kysely@0.28.17/node_modules/kysely/dist/esm/plugin/deduplicate-joins/deduplicate-joins-transformer.js</a:t>
            </a:r>
          </a:p>
          <a:p>
            <a:pPr>
              <a:defRPr sz="1200"/>
            </a:pPr>
            <a:r>
              <a:t>D:/pasar_fix/node_modules/.bun/kysely@0.28.17/node_modules/kysely/dist/esm/plugin/handle-empty-in-lists/handle-empty-in-lists-plugin.d.ts</a:t>
            </a:r>
          </a:p>
          <a:p>
            <a:pPr>
              <a:defRPr sz="1200"/>
            </a:pPr>
            <a:r>
              <a:t>D:/pasar_fix/node_modules/.bun/kysely@0.28.17/node_modules/kysely/dist/esm/plugin/handle-empty-in-lists/handle-empty-in-lists-plugin.js</a:t>
            </a:r>
          </a:p>
          <a:p>
            <a:pPr>
              <a:defRPr sz="1200"/>
            </a:pPr>
            <a:r>
              <a:t>D:/pasar_fix/node_modules/.bun/kysely@0.28.17/node_modules/kysely/dist/esm/plugin/handle-empty-in-lists/handle-empty-in-lists-transformer.d.ts</a:t>
            </a:r>
          </a:p>
          <a:p>
            <a:pPr>
              <a:defRPr sz="1200"/>
            </a:pPr>
            <a:r>
              <a:t>D:/pasar_fix/node_modules/.bun/kysely@0.28.17/node_modules/kysely/dist/esm/plugin/handle-empty-in-lists/handle-empty-in-lists-transformer.js</a:t>
            </a:r>
          </a:p>
          <a:p>
            <a:pPr>
              <a:defRPr sz="1200"/>
            </a:pPr>
            <a:r>
              <a:t>D:/pasar_fix/node_modules/.bun/kysely@0.28.17/node_modules/kysely/dist/esm/plugin/handle-empty-in-lists/handle-empty-in-lists.d.ts</a:t>
            </a:r>
          </a:p>
          <a:p>
            <a:pPr>
              <a:defRPr sz="1200"/>
            </a:pPr>
            <a:r>
              <a:t>D:/pasar_fix/node_modules/.bun/kysely@0.28.17/node_modules/kysely/dist/esm/plugin/handle-empty-in-lists/handle-empty-in-lists.js</a:t>
            </a:r>
          </a:p>
          <a:p>
            <a:pPr>
              <a:defRPr sz="1200"/>
            </a:pPr>
            <a:r>
              <a:t>D:/pasar_fix/node_modules/.bun/kysely@0.28.17/node_modules/kysely/dist/esm/plugin/immediate-value/immediate-value-plugin.d.ts</a:t>
            </a:r>
          </a:p>
          <a:p>
            <a:pPr>
              <a:defRPr sz="1200"/>
            </a:pPr>
            <a:r>
              <a:t>D:/pasar_fix/node_modules/.bun/kysely@0.28.17/node_modules/kysely/dist/esm/plugin/immediate-value/immediate-value-plugin.js</a:t>
            </a:r>
          </a:p>
          <a:p>
            <a:pPr>
              <a:defRPr sz="1200"/>
            </a:pPr>
            <a:r>
              <a:t>D:/pasar_fix/node_modules/.bun/kysely@0.28.17/node_modules/kysely/dist/esm/plugin/immediate-value/immediate-value-transformer.d.ts</a:t>
            </a:r>
          </a:p>
          <a:p>
            <a:pPr>
              <a:defRPr sz="1200"/>
            </a:pPr>
            <a:r>
              <a:t>D:/pasar_fix/node_modules/.bun/kysely@0.28.17/node_modules/kysely/dist/esm/plugin/immediate-value/immediate-value-transformer.js</a:t>
            </a:r>
          </a:p>
          <a:p>
            <a:pPr>
              <a:defRPr sz="1200"/>
            </a:pPr>
            <a:r>
              <a:t>D:/pasar_fix/node_modules/.bun/kysely@0.28.17/node_modules/kysely/dist/esm/plugin/parse-json-results/parse-json-results-plugin.d.ts</a:t>
            </a:r>
          </a:p>
          <a:p>
            <a:pPr>
              <a:defRPr sz="1200"/>
            </a:pPr>
            <a:r>
              <a:t>D:/pasar_fix/node_modules/.bun/kysely@0.28.17/node_modules/kysely/dist/esm/plugin/parse-json-results/parse-json-results-plugin.js</a:t>
            </a:r>
          </a:p>
          <a:p>
            <a:pPr>
              <a:defRPr sz="1200"/>
            </a:pPr>
            <a:r>
              <a:t>D:/pasar_fix/node_modules/.bun/kysely@0.28.17/node_modules/kysely/dist/esm/plugin/with-schema/with-schema-plugin.d.ts</a:t>
            </a:r>
          </a:p>
          <a:p>
            <a:pPr>
              <a:defRPr sz="1200"/>
            </a:pPr>
            <a:r>
              <a:t>D:/pasar_fix/node_modules/.bun/kysely@0.28.17/node_modules/kysely/dist/esm/plugin/with-schema/with-schema-plugin.js</a:t>
            </a:r>
          </a:p>
          <a:p>
            <a:pPr>
              <a:defRPr sz="1200"/>
            </a:pPr>
            <a:r>
              <a:t>D:/pasar_fix/node_modules/.bun/kysely@0.28.17/node_modules/kysely/dist/esm/plugin/with-schema/with-schema-transformer.d.ts</a:t>
            </a:r>
          </a:p>
          <a:p>
            <a:pPr>
              <a:defRPr sz="1200"/>
            </a:pPr>
            <a:r>
              <a:t>D:/pasar_fix/node_modules/.bun/kysely@0.28.17/node_modules/kysely/dist/esm/plugin/with-schema/with-schema-transformer.js</a:t>
            </a:r>
          </a:p>
          <a:p>
            <a:pPr>
              <a:defRPr sz="1200"/>
            </a:pPr>
            <a:r>
              <a:t>D:/pasar_fix/node_modules/.bun/kysely@0.28.17/node_modules/kysely/dist/esm/query-builder/aggregate-function-builder.d.ts</a:t>
            </a:r>
          </a:p>
          <a:p>
            <a:pPr>
              <a:defRPr sz="1200"/>
            </a:pPr>
            <a:r>
              <a:t>D:/pasar_fix/node_modules/.bun/kysely@0.28.17/node_modules/kysely/dist/esm/query-builder/aggregate-function-builder.js</a:t>
            </a:r>
          </a:p>
          <a:p>
            <a:pPr>
              <a:defRPr sz="1200"/>
            </a:pPr>
            <a:r>
              <a:t>D:/pasar_fix/node_modules/.bun/kysely@0.28.17/node_modules/kysely/dist/esm/query-builder/case-builder.d.ts</a:t>
            </a:r>
          </a:p>
          <a:p>
            <a:pPr>
              <a:defRPr sz="1200"/>
            </a:pPr>
            <a:r>
              <a:t>D:/pasar_fix/node_modules/.bun/kysely@0.28.17/node_modules/kysely/dist/esm/query-builder/case-builder.js</a:t>
            </a:r>
          </a:p>
          <a:p>
            <a:pPr>
              <a:defRPr sz="1200"/>
            </a:pPr>
            <a:r>
              <a:t>D:/pasar_fix/node_modules/.bun/kysely@0.28.17/node_modules/kysely/dist/esm/query-builder/cte-builder.d.ts</a:t>
            </a:r>
          </a:p>
          <a:p>
            <a:pPr>
              <a:defRPr sz="1200"/>
            </a:pPr>
            <a:r>
              <a:t>D:/pasar_fix/node_modules/.bun/kysely@0.28.17/node_modules/kysely/dist/esm/query-builder/cte-builder.js</a:t>
            </a:r>
          </a:p>
          <a:p>
            <a:pPr>
              <a:defRPr sz="1200"/>
            </a:pPr>
            <a:r>
              <a:t>D:/pasar_fix/node_modules/.bun/kysely@0.28.17/node_modules/kysely/dist/esm/query-builder/delete-query-builder.d.ts</a:t>
            </a:r>
          </a:p>
          <a:p>
            <a:pPr>
              <a:defRPr sz="1200"/>
            </a:pPr>
            <a:r>
              <a:t>D:/pasar_fix/node_modules/.bun/kysely@0.28.17/node_modules/kysely/dist/esm/query-builder/delete-query-builder.js</a:t>
            </a:r>
          </a:p>
          <a:p>
            <a:pPr>
              <a:defRPr sz="1200"/>
            </a:pPr>
            <a:r>
              <a:t>D:/pasar_fix/node_modules/.bun/kysely@0.28.17/node_modules/kysely/dist/esm/query-builder/delete-result.d.ts</a:t>
            </a:r>
          </a:p>
          <a:p>
            <a:pPr>
              <a:defRPr sz="1200"/>
            </a:pPr>
            <a:r>
              <a:t>D:/pasar_fix/node_modules/.bun/kysely@0.28.17/node_modules/kysely/dist/esm/query-builder/delete-result.js</a:t>
            </a:r>
          </a:p>
          <a:p>
            <a:pPr>
              <a:defRPr sz="1200"/>
            </a:pPr>
            <a:r>
              <a:t>D:/pasar_fix/node_modules/.bun/kysely@0.28.17/node_modules/kysely/dist/esm/query-builder/function-module.d.ts</a:t>
            </a:r>
          </a:p>
          <a:p>
            <a:pPr>
              <a:defRPr sz="1200"/>
            </a:pPr>
            <a:r>
              <a:t>D:/pasar_fix/node_modules/.bun/kysely@0.28.17/node_modules/kysely/dist/esm/query-builder/function-module.js</a:t>
            </a:r>
          </a:p>
          <a:p>
            <a:pPr>
              <a:defRPr sz="1200"/>
            </a:pPr>
            <a:r>
              <a:t>D:/pasar_fix/node_modules/.bun/kysely@0.28.17/node_modules/kysely/dist/esm/query-builder/having-interface.d.ts</a:t>
            </a:r>
          </a:p>
          <a:p>
            <a:pPr>
              <a:defRPr sz="1200"/>
            </a:pPr>
            <a:r>
              <a:t>D:/pasar_fix/node_modules/.bun/kysely@0.28.17/node_modules/kysely/dist/esm/query-builder/having-interface.js</a:t>
            </a:r>
          </a:p>
          <a:p>
            <a:pPr>
              <a:defRPr sz="1200"/>
            </a:pPr>
            <a:r>
              <a:t>D:/pasar_fix/node_modules/.bun/kysely@0.28.17/node_modules/kysely/dist/esm/query-builder/insert-query-builder.d.ts</a:t>
            </a:r>
          </a:p>
          <a:p>
            <a:pPr>
              <a:defRPr sz="1200"/>
            </a:pPr>
            <a:r>
              <a:t>D:/pasar_fix/node_modules/.bun/kysely@0.28.17/node_modules/kysely/dist/esm/query-builder/insert-query-builder.js</a:t>
            </a:r>
          </a:p>
          <a:p>
            <a:pPr>
              <a:defRPr sz="1200"/>
            </a:pPr>
            <a:r>
              <a:t>D:/pasar_fix/node_modules/.bun/kysely@0.28.17/node_modules/kysely/dist/esm/query-builder/insert-result.d.ts</a:t>
            </a:r>
          </a:p>
          <a:p>
            <a:pPr>
              <a:defRPr sz="1200"/>
            </a:pPr>
            <a:r>
              <a:t>D:/pasar_fix/node_modules/.bun/kysely@0.28.17/node_modules/kysely/dist/esm/query-builder/insert-result.js</a:t>
            </a:r>
          </a:p>
          <a:p>
            <a:pPr>
              <a:defRPr sz="1200"/>
            </a:pPr>
            <a:r>
              <a:t>D:/pasar_fix/node_modules/.bun/kysely@0.28.17/node_modules/kysely/dist/esm/query-builder/join-builder.d.ts</a:t>
            </a:r>
          </a:p>
          <a:p>
            <a:pPr>
              <a:defRPr sz="1200"/>
            </a:pPr>
            <a:r>
              <a:t>D:/pasar_fix/node_modules/.bun/kysely@0.28.17/node_modules/kysely/dist/esm/query-builder/join-builder.js</a:t>
            </a:r>
          </a:p>
          <a:p>
            <a:pPr>
              <a:defRPr sz="1200"/>
            </a:pPr>
            <a:r>
              <a:t>D:/pasar_fix/node_modules/.bun/kysely@0.28.17/node_modules/kysely/dist/esm/query-builder/json-path-builder.d.ts</a:t>
            </a:r>
          </a:p>
          <a:p>
            <a:pPr>
              <a:defRPr sz="1200"/>
            </a:pPr>
            <a:r>
              <a:t>D:/pasar_fix/node_modules/.bun/kysely@0.28.17/node_modules/kysely/dist/esm/query-builder/json-path-builder.js</a:t>
            </a:r>
          </a:p>
          <a:p>
            <a:pPr>
              <a:defRPr sz="1200"/>
            </a:pPr>
            <a:r>
              <a:t>D:/pasar_fix/node_modules/.bun/kysely@0.28.17/node_modules/kysely/dist/esm/query-builder/merge-query-builder.d.ts</a:t>
            </a:r>
          </a:p>
          <a:p>
            <a:pPr>
              <a:defRPr sz="1200"/>
            </a:pPr>
            <a:r>
              <a:t>D:/pasar_fix/node_modules/.bun/kysely@0.28.17/node_modules/kysely/dist/esm/query-builder/merge-query-builder.js</a:t>
            </a:r>
          </a:p>
          <a:p>
            <a:pPr>
              <a:defRPr sz="1200"/>
            </a:pPr>
            <a:r>
              <a:t>D:/pasar_fix/node_modules/.bun/kysely@0.28.17/node_modules/kysely/dist/esm/query-builder/merge-result.d.ts</a:t>
            </a:r>
          </a:p>
          <a:p>
            <a:pPr>
              <a:defRPr sz="1200"/>
            </a:pPr>
            <a:r>
              <a:t>D:/pasar_fix/node_modules/.bun/kysely@0.28.17/node_modules/kysely/dist/esm/query-builder/merge-result.js</a:t>
            </a:r>
          </a:p>
          <a:p>
            <a:pPr>
              <a:defRPr sz="1200"/>
            </a:pPr>
            <a:r>
              <a:t>D:/pasar_fix/node_modules/.bun/kysely@0.28.17/node_modules/kysely/dist/esm/query-builder/no-result-error.d.ts</a:t>
            </a:r>
          </a:p>
          <a:p>
            <a:pPr>
              <a:defRPr sz="1200"/>
            </a:pPr>
            <a:r>
              <a:t>D:/pasar_fix/node_modules/.bun/kysely@0.28.17/node_modules/kysely/dist/esm/query-builder/no-result-error.js</a:t>
            </a:r>
          </a:p>
          <a:p>
            <a:pPr>
              <a:defRPr sz="1200"/>
            </a:pPr>
            <a:r>
              <a:t>D:/pasar_fix/node_modules/.bun/kysely@0.28.17/node_modules/kysely/dist/esm/query-builder/on-conflict-builder.d.ts</a:t>
            </a:r>
          </a:p>
          <a:p>
            <a:pPr>
              <a:defRPr sz="1200"/>
            </a:pPr>
            <a:r>
              <a:t>D:/pasar_fix/node_modules/.bun/kysely@0.28.17/node_modules/kysely/dist/esm/query-builder/on-conflict-builder.js</a:t>
            </a:r>
          </a:p>
          <a:p>
            <a:pPr>
              <a:defRPr sz="1200"/>
            </a:pPr>
            <a:r>
              <a:t>D:/pasar_fix/node_modules/.bun/kysely@0.28.17/node_modules/kysely/dist/esm/query-builder/order-by-interface.d.ts</a:t>
            </a:r>
          </a:p>
          <a:p>
            <a:pPr>
              <a:defRPr sz="1200"/>
            </a:pPr>
            <a:r>
              <a:t>D:/pasar_fix/node_modules/.bun/kysely@0.28.17/node_modules/kysely/dist/esm/query-builder/order-by-interface.js</a:t>
            </a:r>
          </a:p>
          <a:p>
            <a:pPr>
              <a:defRPr sz="1200"/>
            </a:pPr>
            <a:r>
              <a:t>D:/pasar_fix/node_modules/.bun/kysely@0.28.17/node_modules/kysely/dist/esm/query-builder/order-by-item-builder.d.ts</a:t>
            </a:r>
          </a:p>
          <a:p>
            <a:pPr>
              <a:defRPr sz="1200"/>
            </a:pPr>
            <a:r>
              <a:t>D:/pasar_fix/node_modules/.bun/kysely@0.28.17/node_modules/kysely/dist/esm/query-builder/order-by-item-builder.js</a:t>
            </a:r>
          </a:p>
          <a:p>
            <a:pPr>
              <a:defRPr sz="1200"/>
            </a:pPr>
            <a:r>
              <a:t>D:/pasar_fix/node_modules/.bun/kysely@0.28.17/node_modules/kysely/dist/esm/query-builder/output-interface.d.ts</a:t>
            </a:r>
          </a:p>
          <a:p>
            <a:pPr>
              <a:defRPr sz="1200"/>
            </a:pPr>
            <a:r>
              <a:t>D:/pasar_fix/node_modules/.bun/kysely@0.28.17/node_modules/kysely/dist/esm/query-builder/output-interface.js</a:t>
            </a:r>
          </a:p>
          <a:p>
            <a:pPr>
              <a:defRPr sz="1200"/>
            </a:pPr>
            <a:r>
              <a:t>D:/pasar_fix/node_modules/.bun/kysely@0.28.17/node_modules/kysely/dist/esm/query-builder/over-builder.d.ts</a:t>
            </a:r>
          </a:p>
          <a:p>
            <a:pPr>
              <a:defRPr sz="1200"/>
            </a:pPr>
            <a:r>
              <a:t>D:/pasar_fix/node_modules/.bun/kysely@0.28.17/node_modules/kysely/dist/esm/query-builder/over-builder.js</a:t>
            </a:r>
          </a:p>
          <a:p>
            <a:pPr>
              <a:defRPr sz="1200"/>
            </a:pPr>
            <a:r>
              <a:t>D:/pasar_fix/node_modules/.bun/kysely@0.28.17/node_modules/kysely/dist/esm/query-builder/returning-interface.d.ts</a:t>
            </a:r>
          </a:p>
          <a:p>
            <a:pPr>
              <a:defRPr sz="1200"/>
            </a:pPr>
            <a:r>
              <a:t>D:/pasar_fix/node_modules/.bun/kysely@0.28.17/node_modules/kysely/dist/esm/query-builder/returning-interface.js</a:t>
            </a:r>
          </a:p>
          <a:p>
            <a:pPr>
              <a:defRPr sz="1200"/>
            </a:pPr>
            <a:r>
              <a:t>D:/pasar_fix/node_modules/.bun/kysely@0.28.17/node_modules/kysely/dist/esm/query-builder/select-query-builder-expression.d.ts</a:t>
            </a:r>
          </a:p>
          <a:p>
            <a:pPr>
              <a:defRPr sz="1200"/>
            </a:pPr>
            <a:r>
              <a:t>D:/pasar_fix/node_modules/.bun/kysely@0.28.17/node_modules/kysely/dist/esm/query-builder/select-query-builder-expression.js</a:t>
            </a:r>
          </a:p>
          <a:p>
            <a:pPr>
              <a:defRPr sz="1200"/>
            </a:pPr>
            <a:r>
              <a:t>D:/pasar_fix/node_modules/.bun/kysely@0.28.17/node_modules/kysely/dist/esm/query-builder/select-query-builder.d.ts</a:t>
            </a:r>
          </a:p>
          <a:p>
            <a:pPr>
              <a:defRPr sz="1200"/>
            </a:pPr>
            <a:r>
              <a:t>D:/pasar_fix/node_modules/.bun/kysely@0.28.17/node_modules/kysely/dist/esm/query-builder/select-query-builder.js</a:t>
            </a:r>
          </a:p>
          <a:p>
            <a:pPr>
              <a:defRPr sz="1200"/>
            </a:pPr>
            <a:r>
              <a:t>D:/pasar_fix/node_modules/.bun/kysely@0.28.17/node_modules/kysely/dist/esm/query-builder/update-query-builder.d.ts</a:t>
            </a:r>
          </a:p>
          <a:p>
            <a:pPr>
              <a:defRPr sz="1200"/>
            </a:pPr>
            <a:r>
              <a:t>D:/pasar_fix/node_modules/.bun/kysely@0.28.17/node_modules/kysely/dist/esm/query-builder/update-query-builder.js</a:t>
            </a:r>
          </a:p>
          <a:p>
            <a:pPr>
              <a:defRPr sz="1200"/>
            </a:pPr>
            <a:r>
              <a:t>D:/pasar_fix/node_modules/.bun/kysely@0.28.17/node_modules/kysely/dist/esm/query-builder/update-result.d.ts</a:t>
            </a:r>
          </a:p>
          <a:p>
            <a:pPr>
              <a:defRPr sz="1200"/>
            </a:pPr>
            <a:r>
              <a:t>D:/pasar_fix/node_modules/.bun/kysely@0.28.17/node_modules/kysely/dist/esm/query-builder/update-result.js</a:t>
            </a:r>
          </a:p>
          <a:p>
            <a:pPr>
              <a:defRPr sz="1200"/>
            </a:pPr>
            <a:r>
              <a:t>D:/pasar_fix/node_modules/.bun/kysely@0.28.17/node_modules/kysely/dist/esm/query-builder/where-interface.d.ts</a:t>
            </a:r>
          </a:p>
          <a:p>
            <a:pPr>
              <a:defRPr sz="1200"/>
            </a:pPr>
            <a:r>
              <a:t>D:/pasar_fix/node_modules/.bun/kysely@0.28.17/node_modules/kysely/dist/esm/query-builder/where-interface.js</a:t>
            </a:r>
          </a:p>
          <a:p>
            <a:pPr>
              <a:defRPr sz="1200"/>
            </a:pPr>
            <a:r>
              <a:t>D:/pasar_fix/node_modules/.bun/kysely@0.28.17/node_modules/kysely/dist/esm/query-compiler/compiled-query.d.ts</a:t>
            </a:r>
          </a:p>
          <a:p>
            <a:pPr>
              <a:defRPr sz="1200"/>
            </a:pPr>
            <a:r>
              <a:t>D:/pasar_fix/node_modules/.bun/kysely@0.28.17/node_modules/kysely/dist/esm/query-compiler/compiled-query.js</a:t>
            </a:r>
          </a:p>
          <a:p>
            <a:pPr>
              <a:defRPr sz="1200"/>
            </a:pPr>
            <a:r>
              <a:t>D:/pasar_fix/node_modules/.bun/kysely@0.28.17/node_modules/kysely/dist/esm/query-compiler/default-query-compiler.d.ts</a:t>
            </a:r>
          </a:p>
          <a:p>
            <a:pPr>
              <a:defRPr sz="1200"/>
            </a:pPr>
            <a:r>
              <a:t>D:/pasar_fix/node_modules/.bun/kysely@0.28.17/node_modules/kysely/dist/esm/query-compiler/default-query-compiler.js</a:t>
            </a:r>
          </a:p>
          <a:p>
            <a:pPr>
              <a:defRPr sz="1200"/>
            </a:pPr>
            <a:r>
              <a:t>D:/pasar_fix/node_modules/.bun/kysely@0.28.17/node_modules/kysely/dist/esm/query-compiler/query-compiler.d.ts</a:t>
            </a:r>
          </a:p>
          <a:p>
            <a:pPr>
              <a:defRPr sz="1200"/>
            </a:pPr>
            <a:r>
              <a:t>D:/pasar_fix/node_modules/.bun/kysely@0.28.17/node_modules/kysely/dist/esm/query-compiler/query-compiler.js</a:t>
            </a:r>
          </a:p>
          <a:p>
            <a:pPr>
              <a:defRPr sz="1200"/>
            </a:pPr>
            <a:r>
              <a:t>D:/pasar_fix/node_modules/.bun/kysely@0.28.17/node_modules/kysely/dist/esm/query-executor/default-query-executor.d.ts</a:t>
            </a:r>
          </a:p>
          <a:p>
            <a:pPr>
              <a:defRPr sz="1200"/>
            </a:pPr>
            <a:r>
              <a:t>D:/pasar_fix/node_modules/.bun/kysely@0.28.17/node_modules/kysely/dist/esm/query-executor/default-query-executor.js</a:t>
            </a:r>
          </a:p>
          <a:p>
            <a:pPr>
              <a:defRPr sz="1200"/>
            </a:pPr>
            <a:r>
              <a:t>D:/pasar_fix/node_modules/.bun/kysely@0.28.17/node_modules/kysely/dist/esm/query-executor/noop-query-executor.d.ts</a:t>
            </a:r>
          </a:p>
          <a:p>
            <a:pPr>
              <a:defRPr sz="1200"/>
            </a:pPr>
            <a:r>
              <a:t>D:/pasar_fix/node_modules/.bun/kysely@0.28.17/node_modules/kysely/dist/esm/query-executor/noop-query-executor.js</a:t>
            </a:r>
          </a:p>
          <a:p>
            <a:pPr>
              <a:defRPr sz="1200"/>
            </a:pPr>
            <a:r>
              <a:t>D:/pasar_fix/node_modules/.bun/kysely@0.28.17/node_modules/kysely/dist/esm/query-executor/query-executor-base.d.ts</a:t>
            </a:r>
          </a:p>
          <a:p>
            <a:pPr>
              <a:defRPr sz="1200"/>
            </a:pPr>
            <a:r>
              <a:t>D:/pasar_fix/node_modules/.bun/kysely@0.28.17/node_modules/kysely/dist/esm/query-executor/query-executor-base.js</a:t>
            </a:r>
          </a:p>
          <a:p>
            <a:pPr>
              <a:defRPr sz="1200"/>
            </a:pPr>
            <a:r>
              <a:t>D:/pasar_fix/node_modules/.bun/kysely@0.28.17/node_modules/kysely/dist/esm/query-executor/query-executor-provider.d.ts</a:t>
            </a:r>
          </a:p>
          <a:p>
            <a:pPr>
              <a:defRPr sz="1200"/>
            </a:pPr>
            <a:r>
              <a:t>D:/pasar_fix/node_modules/.bun/kysely@0.28.17/node_modules/kysely/dist/esm/query-executor/query-executor-provider.js</a:t>
            </a:r>
          </a:p>
          <a:p>
            <a:pPr>
              <a:defRPr sz="1200"/>
            </a:pPr>
            <a:r>
              <a:t>D:/pasar_fix/node_modules/.bun/kysely@0.28.17/node_modules/kysely/dist/esm/query-executor/query-executor.d.ts</a:t>
            </a:r>
          </a:p>
          <a:p>
            <a:pPr>
              <a:defRPr sz="1200"/>
            </a:pPr>
            <a:r>
              <a:t>D:/pasar_fix/node_modules/.bun/kysely@0.28.17/node_modules/kysely/dist/esm/query-executor/query-executor.js</a:t>
            </a:r>
          </a:p>
          <a:p>
            <a:pPr>
              <a:defRPr sz="1200"/>
            </a:pPr>
            <a:r>
              <a:t>D:/pasar_fix/node_modules/.bun/kysely@0.28.17/node_modules/kysely/dist/esm/raw-builder/raw-builder.d.ts</a:t>
            </a:r>
          </a:p>
          <a:p>
            <a:pPr>
              <a:defRPr sz="1200"/>
            </a:pPr>
            <a:r>
              <a:t>D:/pasar_fix/node_modules/.bun/kysely@0.28.17/node_modules/kysely/dist/esm/raw-builder/raw-builder.js</a:t>
            </a:r>
          </a:p>
          <a:p>
            <a:pPr>
              <a:defRPr sz="1200"/>
            </a:pPr>
            <a:r>
              <a:t>D:/pasar_fix/node_modules/.bun/kysely@0.28.17/node_modules/kysely/dist/esm/raw-builder/sql.d.ts</a:t>
            </a:r>
          </a:p>
          <a:p>
            <a:pPr>
              <a:defRPr sz="1200"/>
            </a:pPr>
            <a:r>
              <a:t>D:/pasar_fix/node_modules/.bun/kysely@0.28.17/node_modules/kysely/dist/esm/raw-builder/sql.js</a:t>
            </a:r>
          </a:p>
          <a:p>
            <a:pPr>
              <a:defRPr sz="1200"/>
            </a:pPr>
            <a:r>
              <a:t>D:/pasar_fix/node_modules/.bun/kysely@0.28.17/node_modules/kysely/dist/esm/schema/alter-column-builder.d.ts</a:t>
            </a:r>
          </a:p>
          <a:p>
            <a:pPr>
              <a:defRPr sz="1200"/>
            </a:pPr>
            <a:r>
              <a:t>D:/pasar_fix/node_modules/.bun/kysely@0.28.17/node_modules/kysely/dist/esm/schema/alter-column-builder.js</a:t>
            </a:r>
          </a:p>
          <a:p>
            <a:pPr>
              <a:defRPr sz="1200"/>
            </a:pPr>
            <a:r>
              <a:t>D:/pasar_fix/node_modules/.bun/kysely@0.28.17/node_modules/kysely/dist/esm/schema/alter-table-add-foreign-key-constraint-builder.d.ts</a:t>
            </a:r>
          </a:p>
          <a:p>
            <a:pPr>
              <a:defRPr sz="1200"/>
            </a:pPr>
            <a:r>
              <a:t>D:/pasar_fix/node_modules/.bun/kysely@0.28.17/node_modules/kysely/dist/esm/schema/alter-table-add-foreign-key-constraint-builder.js</a:t>
            </a:r>
          </a:p>
          <a:p>
            <a:pPr>
              <a:defRPr sz="1200"/>
            </a:pPr>
            <a:r>
              <a:t>D:/pasar_fix/node_modules/.bun/kysely@0.28.17/node_modules/kysely/dist/esm/schema/alter-table-add-index-builder.d.ts</a:t>
            </a:r>
          </a:p>
          <a:p>
            <a:pPr>
              <a:defRPr sz="1200"/>
            </a:pPr>
            <a:r>
              <a:t>D:/pasar_fix/node_modules/.bun/kysely@0.28.17/node_modules/kysely/dist/esm/schema/alter-table-add-index-builder.js</a:t>
            </a:r>
          </a:p>
          <a:p>
            <a:pPr>
              <a:defRPr sz="1200"/>
            </a:pPr>
            <a:r>
              <a:t>D:/pasar_fix/node_modules/.bun/kysely@0.28.17/node_modules/kysely/dist/esm/schema/alter-table-builder.d.ts</a:t>
            </a:r>
          </a:p>
          <a:p>
            <a:pPr>
              <a:defRPr sz="1200"/>
            </a:pPr>
            <a:r>
              <a:t>D:/pasar_fix/node_modules/.bun/kysely@0.28.17/node_modules/kysely/dist/esm/schema/alter-table-builder.js</a:t>
            </a:r>
          </a:p>
          <a:p>
            <a:pPr>
              <a:defRPr sz="1200"/>
            </a:pPr>
            <a:r>
              <a:t>D:/pasar_fix/node_modules/.bun/kysely@0.28.17/node_modules/kysely/dist/esm/schema/alter-table-drop-constraint-builder.d.ts</a:t>
            </a:r>
          </a:p>
          <a:p>
            <a:pPr>
              <a:defRPr sz="1200"/>
            </a:pPr>
            <a:r>
              <a:t>D:/pasar_fix/node_modules/.bun/kysely@0.28.17/node_modules/kysely/dist/esm/schema/alter-table-drop-constraint-builder.js</a:t>
            </a:r>
          </a:p>
          <a:p>
            <a:pPr>
              <a:defRPr sz="1200"/>
            </a:pPr>
            <a:r>
              <a:t>D:/pasar_fix/node_modules/.bun/kysely@0.28.17/node_modules/kysely/dist/esm/schema/alter-table-executor.d.ts</a:t>
            </a:r>
          </a:p>
          <a:p>
            <a:pPr>
              <a:defRPr sz="1200"/>
            </a:pPr>
            <a:r>
              <a:t>D:/pasar_fix/node_modules/.bun/kysely@0.28.17/node_modules/kysely/dist/esm/schema/alter-table-executor.js</a:t>
            </a:r>
          </a:p>
          <a:p>
            <a:pPr>
              <a:defRPr sz="1200"/>
            </a:pPr>
            <a:r>
              <a:t>D:/pasar_fix/node_modules/.bun/kysely@0.28.17/node_modules/kysely/dist/esm/schema/check-constraint-builder.d.ts</a:t>
            </a:r>
          </a:p>
          <a:p>
            <a:pPr>
              <a:defRPr sz="1200"/>
            </a:pPr>
            <a:r>
              <a:t>D:/pasar_fix/node_modules/.bun/kysely@0.28.17/node_modules/kysely/dist/esm/schema/check-constraint-builder.js</a:t>
            </a:r>
          </a:p>
          <a:p>
            <a:pPr>
              <a:defRPr sz="1200"/>
            </a:pPr>
            <a:r>
              <a:t>D:/pasar_fix/node_modules/.bun/kysely@0.28.17/node_modules/kysely/dist/esm/schema/column-definition-builder.d.ts</a:t>
            </a:r>
          </a:p>
          <a:p>
            <a:pPr>
              <a:defRPr sz="1200"/>
            </a:pPr>
            <a:r>
              <a:t>D:/pasar_fix/node_modules/.bun/kysely@0.28.17/node_modules/kysely/dist/esm/schema/column-definition-builder.js</a:t>
            </a:r>
          </a:p>
          <a:p>
            <a:pPr>
              <a:defRPr sz="1200"/>
            </a:pPr>
            <a:r>
              <a:t>D:/pasar_fix/node_modules/.bun/kysely@0.28.17/node_modules/kysely/dist/esm/schema/create-index-builder.d.ts</a:t>
            </a:r>
          </a:p>
          <a:p>
            <a:pPr>
              <a:defRPr sz="1200"/>
            </a:pPr>
            <a:r>
              <a:t>D:/pasar_fix/node_modules/.bun/kysely@0.28.17/node_modules/kysely/dist/esm/schema/create-index-builder.js</a:t>
            </a:r>
          </a:p>
          <a:p>
            <a:pPr>
              <a:defRPr sz="1200"/>
            </a:pPr>
            <a:r>
              <a:t>D:/pasar_fix/node_modules/.bun/kysely@0.28.17/node_modules/kysely/dist/esm/schema/create-schema-builder.d.ts</a:t>
            </a:r>
          </a:p>
          <a:p>
            <a:pPr>
              <a:defRPr sz="1200"/>
            </a:pPr>
            <a:r>
              <a:t>D:/pasar_fix/node_modules/.bun/kysely@0.28.17/node_modules/kysely/dist/esm/schema/create-schema-builder.js</a:t>
            </a:r>
          </a:p>
          <a:p>
            <a:pPr>
              <a:defRPr sz="1200"/>
            </a:pPr>
            <a:r>
              <a:t>D:/pasar_fix/node_modules/.bun/kysely@0.28.17/node_modules/kysely/dist/esm/schema/create-table-builder.d.ts</a:t>
            </a:r>
          </a:p>
          <a:p>
            <a:pPr>
              <a:defRPr sz="1200"/>
            </a:pPr>
            <a:r>
              <a:t>D:/pasar_fix/node_modules/.bun/kysely@0.28.17/node_modules/kysely/dist/esm/schema/create-table-builder.js</a:t>
            </a:r>
          </a:p>
          <a:p>
            <a:pPr>
              <a:defRPr sz="1200"/>
            </a:pPr>
            <a:r>
              <a:t>D:/pasar_fix/node_modules/.bun/kysely@0.28.17/node_modules/kysely/dist/esm/schema/create-type-builder.d.ts</a:t>
            </a:r>
          </a:p>
          <a:p>
            <a:pPr>
              <a:defRPr sz="1200"/>
            </a:pPr>
            <a:r>
              <a:t>D:/pasar_fix/node_modules/.bun/kysely@0.28.17/node_modules/kysely/dist/esm/schema/create-type-builder.js</a:t>
            </a:r>
          </a:p>
          <a:p>
            <a:pPr>
              <a:defRPr sz="1200"/>
            </a:pPr>
            <a:r>
              <a:t>D:/pasar_fix/node_modules/.bun/kysely@0.28.17/node_modules/kysely/dist/esm/schema/create-view-builder.d.ts</a:t>
            </a:r>
          </a:p>
          <a:p>
            <a:pPr>
              <a:defRPr sz="1200"/>
            </a:pPr>
            <a:r>
              <a:t>D:/pasar_fix/node_modules/.bun/kysely@0.28.17/node_modules/kysely/dist/esm/schema/create-view-builder.js</a:t>
            </a:r>
          </a:p>
          <a:p>
            <a:pPr>
              <a:defRPr sz="1200"/>
            </a:pPr>
            <a:r>
              <a:t>D:/pasar_fix/node_modules/.bun/kysely@0.28.17/node_modules/kysely/dist/esm/schema/drop-index-builder.d.ts</a:t>
            </a:r>
          </a:p>
          <a:p>
            <a:pPr>
              <a:defRPr sz="1200"/>
            </a:pPr>
            <a:r>
              <a:t>D:/pasar_fix/node_modules/.bun/kysely@0.28.17/node_modules/kysely/dist/esm/schema/drop-index-builder.js</a:t>
            </a:r>
          </a:p>
          <a:p>
            <a:pPr>
              <a:defRPr sz="1200"/>
            </a:pPr>
            <a:r>
              <a:t>D:/pasar_fix/node_modules/.bun/kysely@0.28.17/node_modules/kysely/dist/esm/schema/drop-schema-builder.d.ts</a:t>
            </a:r>
          </a:p>
          <a:p>
            <a:pPr>
              <a:defRPr sz="1200"/>
            </a:pPr>
            <a:r>
              <a:t>D:/pasar_fix/node_modules/.bun/kysely@0.28.17/node_modules/kysely/dist/esm/schema/drop-schema-builder.js</a:t>
            </a:r>
          </a:p>
          <a:p>
            <a:pPr>
              <a:defRPr sz="1200"/>
            </a:pPr>
            <a:r>
              <a:t>D:/pasar_fix/node_modules/.bun/kysely@0.28.17/node_modules/kysely/dist/esm/schema/drop-table-builder.d.ts</a:t>
            </a:r>
          </a:p>
          <a:p>
            <a:pPr>
              <a:defRPr sz="1200"/>
            </a:pPr>
            <a:r>
              <a:t>D:/pasar_fix/node_modules/.bun/kysely@0.28.17/node_modules/kysely/dist/esm/schema/drop-table-builder.js</a:t>
            </a:r>
          </a:p>
          <a:p>
            <a:pPr>
              <a:defRPr sz="1200"/>
            </a:pPr>
            <a:r>
              <a:t>D:/pasar_fix/node_modules/.bun/kysely@0.28.17/node_modules/kysely/dist/esm/schema/drop-type-builder.d.ts</a:t>
            </a:r>
          </a:p>
          <a:p>
            <a:pPr>
              <a:defRPr sz="1200"/>
            </a:pPr>
            <a:r>
              <a:t>D:/pasar_fix/node_modules/.bun/kysely@0.28.17/node_modules/kysely/dist/esm/schema/drop-type-builder.js</a:t>
            </a:r>
          </a:p>
          <a:p>
            <a:pPr>
              <a:defRPr sz="1200"/>
            </a:pPr>
            <a:r>
              <a:t>D:/pasar_fix/node_modules/.bun/kysely@0.28.17/node_modules/kysely/dist/esm/schema/drop-view-builder.d.ts</a:t>
            </a:r>
          </a:p>
          <a:p>
            <a:pPr>
              <a:defRPr sz="1200"/>
            </a:pPr>
            <a:r>
              <a:t>D:/pasar_fix/node_modules/.bun/kysely@0.28.17/node_modules/kysely/dist/esm/schema/drop-view-builder.js</a:t>
            </a:r>
          </a:p>
          <a:p>
            <a:pPr>
              <a:defRPr sz="1200"/>
            </a:pPr>
            <a:r>
              <a:t>D:/pasar_fix/node_modules/.bun/kysely@0.28.17/node_modules/kysely/dist/esm/schema/foreign-key-constraint-builder.d.ts</a:t>
            </a:r>
          </a:p>
          <a:p>
            <a:pPr>
              <a:defRPr sz="1200"/>
            </a:pPr>
            <a:r>
              <a:t>D:/pasar_fix/node_modules/.bun/kysely@0.28.17/node_modules/kysely/dist/esm/schema/foreign-key-constraint-builder.js</a:t>
            </a:r>
          </a:p>
          <a:p>
            <a:pPr>
              <a:defRPr sz="1200"/>
            </a:pPr>
            <a:r>
              <a:t>D:/pasar_fix/node_modules/.bun/kysely@0.28.17/node_modules/kysely/dist/esm/schema/primary-key-constraint-builder.d.ts</a:t>
            </a:r>
          </a:p>
          <a:p>
            <a:pPr>
              <a:defRPr sz="1200"/>
            </a:pPr>
            <a:r>
              <a:t>D:/pasar_fix/node_modules/.bun/kysely@0.28.17/node_modules/kysely/dist/esm/schema/primary-key-constraint-builder.js</a:t>
            </a:r>
          </a:p>
          <a:p>
            <a:pPr>
              <a:defRPr sz="1200"/>
            </a:pPr>
            <a:r>
              <a:t>D:/pasar_fix/node_modules/.bun/kysely@0.28.17/node_modules/kysely/dist/esm/schema/refresh-materialized-view-builder.d.ts</a:t>
            </a:r>
          </a:p>
          <a:p>
            <a:pPr>
              <a:defRPr sz="1200"/>
            </a:pPr>
            <a:r>
              <a:t>D:/pasar_fix/node_modules/.bun/kysely@0.28.17/node_modules/kysely/dist/esm/schema/refresh-materialized-view-builder.js</a:t>
            </a:r>
          </a:p>
          <a:p>
            <a:pPr>
              <a:defRPr sz="1200"/>
            </a:pPr>
            <a:r>
              <a:t>D:/pasar_fix/node_modules/.bun/kysely@0.28.17/node_modules/kysely/dist/esm/schema/schema.d.ts</a:t>
            </a:r>
          </a:p>
          <a:p>
            <a:pPr>
              <a:defRPr sz="1200"/>
            </a:pPr>
            <a:r>
              <a:t>D:/pasar_fix/node_modules/.bun/kysely@0.28.17/node_modules/kysely/dist/esm/schema/schema.js</a:t>
            </a:r>
          </a:p>
          <a:p>
            <a:pPr>
              <a:defRPr sz="1200"/>
            </a:pPr>
            <a:r>
              <a:t>D:/pasar_fix/node_modules/.bun/kysely@0.28.17/node_modules/kysely/dist/esm/schema/unique-constraint-builder.d.ts</a:t>
            </a:r>
          </a:p>
          <a:p>
            <a:pPr>
              <a:defRPr sz="1200"/>
            </a:pPr>
            <a:r>
              <a:t>D:/pasar_fix/node_modules/.bun/kysely@0.28.17/node_modules/kysely/dist/esm/schema/unique-constraint-builder.js</a:t>
            </a:r>
          </a:p>
          <a:p>
            <a:pPr>
              <a:defRPr sz="1200"/>
            </a:pPr>
            <a:r>
              <a:t>D:/pasar_fix/node_modules/.bun/kysely@0.28.17/node_modules/kysely/dist/esm/util/assert.d.ts</a:t>
            </a:r>
          </a:p>
          <a:p>
            <a:pPr>
              <a:defRPr sz="1200"/>
            </a:pPr>
            <a:r>
              <a:t>D:/pasar_fix/node_modules/.bun/kysely@0.28.17/node_modules/kysely/dist/esm/util/assert.js</a:t>
            </a:r>
          </a:p>
          <a:p>
            <a:pPr>
              <a:defRPr sz="1200"/>
            </a:pPr>
            <a:r>
              <a:t>D:/pasar_fix/node_modules/.bun/kysely@0.28.17/node_modules/kysely/dist/esm/util/column-type.d.ts</a:t>
            </a:r>
          </a:p>
          <a:p>
            <a:pPr>
              <a:defRPr sz="1200"/>
            </a:pPr>
            <a:r>
              <a:t>D:/pasar_fix/node_modules/.bun/kysely@0.28.17/node_modules/kysely/dist/esm/util/column-type.js</a:t>
            </a:r>
          </a:p>
          <a:p>
            <a:pPr>
              <a:defRPr sz="1200"/>
            </a:pPr>
            <a:r>
              <a:t>D:/pasar_fix/node_modules/.bun/kysely@0.28.17/node_modules/kysely/dist/esm/util/compilable.d.ts</a:t>
            </a:r>
          </a:p>
          <a:p>
            <a:pPr>
              <a:defRPr sz="1200"/>
            </a:pPr>
            <a:r>
              <a:t>D:/pasar_fix/node_modules/.bun/kysely@0.28.17/node_modules/kysely/dist/esm/util/compilable.js</a:t>
            </a:r>
          </a:p>
          <a:p>
            <a:pPr>
              <a:defRPr sz="1200"/>
            </a:pPr>
            <a:r>
              <a:t>D:/pasar_fix/node_modules/.bun/kysely@0.28.17/node_modules/kysely/dist/esm/util/deferred.d.ts</a:t>
            </a:r>
          </a:p>
          <a:p>
            <a:pPr>
              <a:defRPr sz="1200"/>
            </a:pPr>
            <a:r>
              <a:t>D:/pasar_fix/node_modules/.bun/kysely@0.28.17/node_modules/kysely/dist/esm/util/deferred.js</a:t>
            </a:r>
          </a:p>
          <a:p>
            <a:pPr>
              <a:defRPr sz="1200"/>
            </a:pPr>
            <a:r>
              <a:t>D:/pasar_fix/node_modules/.bun/kysely@0.28.17/node_modules/kysely/dist/esm/util/explainable.d.ts</a:t>
            </a:r>
          </a:p>
          <a:p>
            <a:pPr>
              <a:defRPr sz="1200"/>
            </a:pPr>
            <a:r>
              <a:t>D:/pasar_fix/node_modules/.bun/kysely@0.28.17/node_modules/kysely/dist/esm/util/explainable.js</a:t>
            </a:r>
          </a:p>
          <a:p>
            <a:pPr>
              <a:defRPr sz="1200"/>
            </a:pPr>
            <a:r>
              <a:t>D:/pasar_fix/node_modules/.bun/kysely@0.28.17/node_modules/kysely/dist/esm/util/infer-result.d.ts</a:t>
            </a:r>
          </a:p>
          <a:p>
            <a:pPr>
              <a:defRPr sz="1200"/>
            </a:pPr>
            <a:r>
              <a:t>D:/pasar_fix/node_modules/.bun/kysely@0.28.17/node_modules/kysely/dist/esm/util/infer-result.js</a:t>
            </a:r>
          </a:p>
          <a:p>
            <a:pPr>
              <a:defRPr sz="1200"/>
            </a:pPr>
            <a:r>
              <a:t>D:/pasar_fix/node_modules/.bun/kysely@0.28.17/node_modules/kysely/dist/esm/util/json-object-args.d.ts</a:t>
            </a:r>
          </a:p>
          <a:p>
            <a:pPr>
              <a:defRPr sz="1200"/>
            </a:pPr>
            <a:r>
              <a:t>D:/pasar_fix/node_modules/.bun/kysely@0.28.17/node_modules/kysely/dist/esm/util/json-object-args.js</a:t>
            </a:r>
          </a:p>
          <a:p>
            <a:pPr>
              <a:defRPr sz="1200"/>
            </a:pPr>
            <a:r>
              <a:t>D:/pasar_fix/node_modules/.bun/kysely@0.28.17/node_modules/kysely/dist/esm/util/log-once.d.ts</a:t>
            </a:r>
          </a:p>
          <a:p>
            <a:pPr>
              <a:defRPr sz="1200"/>
            </a:pPr>
            <a:r>
              <a:t>D:/pasar_fix/node_modules/.bun/kysely@0.28.17/node_modules/kysely/dist/esm/util/log-once.js</a:t>
            </a:r>
          </a:p>
          <a:p>
            <a:pPr>
              <a:defRPr sz="1200"/>
            </a:pPr>
            <a:r>
              <a:t>D:/pasar_fix/node_modules/.bun/kysely@0.28.17/node_modules/kysely/dist/esm/util/log.d.ts</a:t>
            </a:r>
          </a:p>
          <a:p>
            <a:pPr>
              <a:defRPr sz="1200"/>
            </a:pPr>
            <a:r>
              <a:t>D:/pasar_fix/node_modules/.bun/kysely@0.28.17/node_modules/kysely/dist/esm/util/log.js</a:t>
            </a:r>
          </a:p>
          <a:p>
            <a:pPr>
              <a:defRPr sz="1200"/>
            </a:pPr>
            <a:r>
              <a:t>D:/pasar_fix/node_modules/.bun/kysely@0.28.17/node_modules/kysely/dist/esm/util/object-utils.d.ts</a:t>
            </a:r>
          </a:p>
          <a:p>
            <a:pPr>
              <a:defRPr sz="1200"/>
            </a:pPr>
            <a:r>
              <a:t>D:/pasar_fix/node_modules/.bun/kysely@0.28.17/node_modules/kysely/dist/esm/util/object-utils.js</a:t>
            </a:r>
          </a:p>
          <a:p>
            <a:pPr>
              <a:defRPr sz="1200"/>
            </a:pPr>
            <a:r>
              <a:t>D:/pasar_fix/node_modules/.bun/kysely@0.28.17/node_modules/kysely/dist/esm/util/performance-now.d.ts</a:t>
            </a:r>
          </a:p>
          <a:p>
            <a:pPr>
              <a:defRPr sz="1200"/>
            </a:pPr>
            <a:r>
              <a:t>D:/pasar_fix/node_modules/.bun/kysely@0.28.17/node_modules/kysely/dist/esm/util/performance-now.js</a:t>
            </a:r>
          </a:p>
          <a:p>
            <a:pPr>
              <a:defRPr sz="1200"/>
            </a:pPr>
            <a:r>
              <a:t>D:/pasar_fix/node_modules/.bun/kysely@0.28.17/node_modules/kysely/dist/esm/util/provide-controlled-connection.d.ts</a:t>
            </a:r>
          </a:p>
          <a:p>
            <a:pPr>
              <a:defRPr sz="1200"/>
            </a:pPr>
            <a:r>
              <a:t>D:/pasar_fix/node_modules/.bun/kysely@0.28.17/node_modules/kysely/dist/esm/util/provide-controlled-connection.js</a:t>
            </a:r>
          </a:p>
          <a:p>
            <a:pPr>
              <a:defRPr sz="1200"/>
            </a:pPr>
            <a:r>
              <a:t>D:/pasar_fix/node_modules/.bun/kysely@0.28.17/node_modules/kysely/dist/esm/util/query-id.d.ts</a:t>
            </a:r>
          </a:p>
          <a:p>
            <a:pPr>
              <a:defRPr sz="1200"/>
            </a:pPr>
            <a:r>
              <a:t>D:/pasar_fix/node_modules/.bun/kysely@0.28.17/node_modules/kysely/dist/esm/util/query-id.js</a:t>
            </a:r>
          </a:p>
          <a:p>
            <a:pPr>
              <a:defRPr sz="1200"/>
            </a:pPr>
            <a:r>
              <a:t>D:/pasar_fix/node_modules/.bun/kysely@0.28.17/node_modules/kysely/dist/esm/util/random-string.d.ts</a:t>
            </a:r>
          </a:p>
          <a:p>
            <a:pPr>
              <a:defRPr sz="1200"/>
            </a:pPr>
            <a:r>
              <a:t>D:/pasar_fix/node_modules/.bun/kysely@0.28.17/node_modules/kysely/dist/esm/util/random-string.js</a:t>
            </a:r>
          </a:p>
          <a:p>
            <a:pPr>
              <a:defRPr sz="1200"/>
            </a:pPr>
            <a:r>
              <a:t>D:/pasar_fix/node_modules/.bun/kysely@0.28.17/node_modules/kysely/dist/esm/util/require-all-props.d.ts</a:t>
            </a:r>
          </a:p>
          <a:p>
            <a:pPr>
              <a:defRPr sz="1200"/>
            </a:pPr>
            <a:r>
              <a:t>D:/pasar_fix/node_modules/.bun/kysely@0.28.17/node_modules/kysely/dist/esm/util/require-all-props.js</a:t>
            </a:r>
          </a:p>
          <a:p>
            <a:pPr>
              <a:defRPr sz="1200"/>
            </a:pPr>
            <a:r>
              <a:t>D:/pasar_fix/node_modules/.bun/kysely@0.28.17/node_modules/kysely/dist/esm/util/stack-trace-utils.d.ts</a:t>
            </a:r>
          </a:p>
          <a:p>
            <a:pPr>
              <a:defRPr sz="1200"/>
            </a:pPr>
            <a:r>
              <a:t>D:/pasar_fix/node_modules/.bun/kysely@0.28.17/node_modules/kysely/dist/esm/util/stack-trace-utils.js</a:t>
            </a:r>
          </a:p>
          <a:p>
            <a:pPr>
              <a:defRPr sz="1200"/>
            </a:pPr>
            <a:r>
              <a:t>D:/pasar_fix/node_modules/.bun/kysely@0.28.17/node_modules/kysely/dist/esm/util/streamable.d.ts</a:t>
            </a:r>
          </a:p>
          <a:p>
            <a:pPr>
              <a:defRPr sz="1200"/>
            </a:pPr>
            <a:r>
              <a:t>D:/pasar_fix/node_modules/.bun/kysely@0.28.17/node_modules/kysely/dist/esm/util/streamable.js</a:t>
            </a:r>
          </a:p>
          <a:p>
            <a:pPr>
              <a:defRPr sz="1200"/>
            </a:pPr>
            <a:r>
              <a:t>D:/pasar_fix/node_modules/.bun/kysely@0.28.17/node_modules/kysely/dist/esm/util/type-error.d.ts</a:t>
            </a:r>
          </a:p>
          <a:p>
            <a:pPr>
              <a:defRPr sz="1200"/>
            </a:pPr>
            <a:r>
              <a:t>D:/pasar_fix/node_modules/.bun/kysely@0.28.17/node_modules/kysely/dist/esm/util/type-error.js</a:t>
            </a:r>
          </a:p>
          <a:p>
            <a:pPr>
              <a:defRPr sz="1200"/>
            </a:pPr>
            <a:r>
              <a:t>D:/pasar_fix/node_modules/.bun/kysely@0.28.17/node_modules/kysely/dist/esm/util/type-utils.d.ts</a:t>
            </a:r>
          </a:p>
          <a:p>
            <a:pPr>
              <a:defRPr sz="1200"/>
            </a:pPr>
            <a:r>
              <a:t>D:/pasar_fix/node_modules/.bun/kysely@0.28.17/node_modules/kysely/dist/esm/util/type-utils.js</a:t>
            </a:r>
          </a:p>
          <a:p>
            <a:pPr>
              <a:defRPr sz="1200"/>
            </a:pPr>
            <a:r>
              <a:t>D:/pasar_fix/node_modules/.bun/kysely@0.28.17/node_modules/kysely/helpers/mssql.d.ts</a:t>
            </a:r>
          </a:p>
          <a:p>
            <a:pPr>
              <a:defRPr sz="1200"/>
            </a:pPr>
            <a:r>
              <a:t>D:/pasar_fix/node_modules/.bun/kysely@0.28.17/node_modules/kysely/helpers/mssql.js</a:t>
            </a:r>
          </a:p>
          <a:p>
            <a:pPr>
              <a:defRPr sz="1200"/>
            </a:pPr>
            <a:r>
              <a:t>D:/pasar_fix/node_modules/.bun/kysely@0.28.17/node_modules/kysely/helpers/mysql.d.ts</a:t>
            </a:r>
          </a:p>
          <a:p>
            <a:pPr>
              <a:defRPr sz="1200"/>
            </a:pPr>
            <a:r>
              <a:t>D:/pasar_fix/node_modules/.bun/kysely@0.28.17/node_modules/kysely/helpers/mysql.js</a:t>
            </a:r>
          </a:p>
          <a:p>
            <a:pPr>
              <a:defRPr sz="1200"/>
            </a:pPr>
            <a:r>
              <a:t>D:/pasar_fix/node_modules/.bun/kysely@0.28.17/node_modules/kysely/helpers/postgres.d.ts</a:t>
            </a:r>
          </a:p>
          <a:p>
            <a:pPr>
              <a:defRPr sz="1200"/>
            </a:pPr>
            <a:r>
              <a:t>D:/pasar_fix/node_modules/.bun/kysely@0.28.17/node_modules/kysely/helpers/postgres.js</a:t>
            </a:r>
          </a:p>
          <a:p>
            <a:pPr>
              <a:defRPr sz="1200"/>
            </a:pPr>
            <a:r>
              <a:t>D:/pasar_fix/node_modules/.bun/kysely@0.28.17/node_modules/kysely/helpers/sqlite.d.ts</a:t>
            </a:r>
          </a:p>
          <a:p>
            <a:pPr>
              <a:defRPr sz="1200"/>
            </a:pPr>
            <a:r>
              <a:t>D:/pasar_fix/node_modules/.bun/kysely@0.28.17/node_modules/kysely/helpers/sqlite.js</a:t>
            </a:r>
          </a:p>
          <a:p>
            <a:pPr>
              <a:defRPr sz="1200"/>
            </a:pPr>
            <a:r>
              <a:t>D:/pasar_fix/node_modules/.bun/layout-base@1.0.2/node_modules/layout-base/.babelrc</a:t>
            </a:r>
          </a:p>
          <a:p>
            <a:pPr>
              <a:defRPr sz="1200"/>
            </a:pPr>
            <a:r>
              <a:t>D:/pasar_fix/node_modules/.bun/layout-base@1.0.2/node_modules/layout-base/bower.json</a:t>
            </a:r>
          </a:p>
          <a:p>
            <a:pPr>
              <a:defRPr sz="1200"/>
            </a:pPr>
            <a:r>
              <a:t>D:/pasar_fix/node_modules/.bun/layout-base@1.0.2/node_modules/layout-base/index.js</a:t>
            </a:r>
          </a:p>
          <a:p>
            <a:pPr>
              <a:defRPr sz="1200"/>
            </a:pPr>
            <a:r>
              <a:t>D:/pasar_fix/node_modules/.bun/layout-base@1.0.2/node_modules/layout-base/layout-base.js</a:t>
            </a:r>
          </a:p>
          <a:p>
            <a:pPr>
              <a:defRPr sz="1200"/>
            </a:pPr>
            <a:r>
              <a:t>D:/pasar_fix/node_modules/.bun/layout-base@1.0.2/node_modules/layout-base/layout-schema.png</a:t>
            </a:r>
          </a:p>
          <a:p>
            <a:pPr>
              <a:defRPr sz="1200"/>
            </a:pPr>
            <a:r>
              <a:t>D:/pasar_fix/node_modules/.bun/layout-base@1.0.2/node_modules/layout-base/LICENSE</a:t>
            </a:r>
          </a:p>
          <a:p>
            <a:pPr>
              <a:defRPr sz="1200"/>
            </a:pPr>
            <a:r>
              <a:t>D:/pasar_fix/node_modules/.bun/layout-base@1.0.2/node_modules/layout-base/package.json</a:t>
            </a:r>
          </a:p>
          <a:p>
            <a:pPr>
              <a:defRPr sz="1200"/>
            </a:pPr>
            <a:r>
              <a:t>D:/pasar_fix/node_modules/.bun/layout-base@1.0.2/node_modules/layout-base/README.md</a:t>
            </a:r>
          </a:p>
          <a:p>
            <a:pPr>
              <a:defRPr sz="1200"/>
            </a:pPr>
            <a:r>
              <a:t>D:/pasar_fix/node_modules/.bun/layout-base@1.0.2/node_modules/layout-base/webpack.config.js</a:t>
            </a:r>
          </a:p>
          <a:p>
            <a:pPr>
              <a:defRPr sz="1200"/>
            </a:pPr>
            <a:r>
              <a:t>D:/pasar_fix/node_modules/.bun/layout-base@1.0.2/node_modules/layout-base/nbproject/project.properties</a:t>
            </a:r>
          </a:p>
          <a:p>
            <a:pPr>
              <a:defRPr sz="1200"/>
            </a:pPr>
            <a:r>
              <a:t>D:/pasar_fix/node_modules/.bun/layout-base@1.0.2/node_modules/layout-base/nbproject/project.xml</a:t>
            </a:r>
          </a:p>
          <a:p>
            <a:pPr>
              <a:defRPr sz="1200"/>
            </a:pPr>
            <a:r>
              <a:t>D:/pasar_fix/node_modules/.bun/layout-base@1.0.2/node_modules/layout-base/nbproject/private/private.properties</a:t>
            </a:r>
          </a:p>
          <a:p>
            <a:pPr>
              <a:defRPr sz="1200"/>
            </a:pPr>
            <a:r>
              <a:t>D:/pasar_fix/node_modules/.bun/layout-base@1.0.2/node_modules/layout-base/nbproject/private/private.xml</a:t>
            </a:r>
          </a:p>
          <a:p>
            <a:pPr>
              <a:defRPr sz="1200"/>
            </a:pPr>
            <a:r>
              <a:t>D:/pasar_fix/node_modules/.bun/layout-base@1.0.2/node_modules/layout-base/src/Layout.js</a:t>
            </a:r>
          </a:p>
          <a:p>
            <a:pPr>
              <a:defRPr sz="1200"/>
            </a:pPr>
            <a:r>
              <a:t>D:/pasar_fix/node_modules/.bun/layout-base@1.0.2/node_modules/layout-base/src/LayoutConstants.js</a:t>
            </a:r>
          </a:p>
          <a:p>
            <a:pPr>
              <a:defRPr sz="1200"/>
            </a:pPr>
            <a:r>
              <a:t>D:/pasar_fix/node_modules/.bun/layout-base@1.0.2/node_modules/layout-base/src/LEdge.js</a:t>
            </a:r>
          </a:p>
          <a:p>
            <a:pPr>
              <a:defRPr sz="1200"/>
            </a:pPr>
            <a:r>
              <a:t>D:/pasar_fix/node_modules/.bun/layout-base@1.0.2/node_modules/layout-base/src/LGraph.js</a:t>
            </a:r>
          </a:p>
          <a:p>
            <a:pPr>
              <a:defRPr sz="1200"/>
            </a:pPr>
            <a:r>
              <a:t>D:/pasar_fix/node_modules/.bun/layout-base@1.0.2/node_modules/layout-base/src/LGraphManager.js</a:t>
            </a:r>
          </a:p>
          <a:p>
            <a:pPr>
              <a:defRPr sz="1200"/>
            </a:pPr>
            <a:r>
              <a:t>D:/pasar_fix/node_modules/.bun/layout-base@1.0.2/node_modules/layout-base/src/LGraphObject.js</a:t>
            </a:r>
          </a:p>
          <a:p>
            <a:pPr>
              <a:defRPr sz="1200"/>
            </a:pPr>
            <a:r>
              <a:t>D:/pasar_fix/node_modules/.bun/layout-base@1.0.2/node_modules/layout-base/src/LNode.js</a:t>
            </a:r>
          </a:p>
          <a:p>
            <a:pPr>
              <a:defRPr sz="1200"/>
            </a:pPr>
            <a:r>
              <a:t>D:/pasar_fix/node_modules/.bun/layout-base@1.0.2/node_modules/layout-base/src/fd/FDLayout.js</a:t>
            </a:r>
          </a:p>
          <a:p>
            <a:pPr>
              <a:defRPr sz="1200"/>
            </a:pPr>
            <a:r>
              <a:t>D:/pasar_fix/node_modules/.bun/layout-base@1.0.2/node_modules/layout-base/src/fd/FDLayoutConstants.js</a:t>
            </a:r>
          </a:p>
          <a:p>
            <a:pPr>
              <a:defRPr sz="1200"/>
            </a:pPr>
            <a:r>
              <a:t>D:/pasar_fix/node_modules/.bun/layout-base@1.0.2/node_modules/layout-base/src/fd/FDLayoutEdge.js</a:t>
            </a:r>
          </a:p>
          <a:p>
            <a:pPr>
              <a:defRPr sz="1200"/>
            </a:pPr>
            <a:r>
              <a:t>D:/pasar_fix/node_modules/.bun/layout-base@1.0.2/node_modules/layout-base/src/fd/FDLayoutNode.js</a:t>
            </a:r>
          </a:p>
          <a:p>
            <a:pPr>
              <a:defRPr sz="1200"/>
            </a:pPr>
            <a:r>
              <a:t>D:/pasar_fix/node_modules/.bun/layout-base@1.0.2/node_modules/layout-base/src/util/DimensionD.js</a:t>
            </a:r>
          </a:p>
          <a:p>
            <a:pPr>
              <a:defRPr sz="1200"/>
            </a:pPr>
            <a:r>
              <a:t>D:/pasar_fix/node_modules/.bun/layout-base@1.0.2/node_modules/layout-base/src/util/Emitter.js</a:t>
            </a:r>
          </a:p>
          <a:p>
            <a:pPr>
              <a:defRPr sz="1200"/>
            </a:pPr>
            <a:r>
              <a:t>D:/pasar_fix/node_modules/.bun/layout-base@1.0.2/node_modules/layout-base/src/util/HashMap.js</a:t>
            </a:r>
          </a:p>
          <a:p>
            <a:pPr>
              <a:defRPr sz="1200"/>
            </a:pPr>
            <a:r>
              <a:t>D:/pasar_fix/node_modules/.bun/layout-base@1.0.2/node_modules/layout-base/src/util/HashSet.js</a:t>
            </a:r>
          </a:p>
          <a:p>
            <a:pPr>
              <a:defRPr sz="1200"/>
            </a:pPr>
            <a:r>
              <a:t>D:/pasar_fix/node_modules/.bun/layout-base@1.0.2/node_modules/layout-base/src/util/IGeometry.js</a:t>
            </a:r>
          </a:p>
          <a:p>
            <a:pPr>
              <a:defRPr sz="1200"/>
            </a:pPr>
            <a:r>
              <a:t>D:/pasar_fix/node_modules/.bun/layout-base@1.0.2/node_modules/layout-base/src/util/IMath.js</a:t>
            </a:r>
          </a:p>
          <a:p>
            <a:pPr>
              <a:defRPr sz="1200"/>
            </a:pPr>
            <a:r>
              <a:t>D:/pasar_fix/node_modules/.bun/layout-base@1.0.2/node_modules/layout-base/src/util/Integer.js</a:t>
            </a:r>
          </a:p>
          <a:p>
            <a:pPr>
              <a:defRPr sz="1200"/>
            </a:pPr>
            <a:r>
              <a:t>D:/pasar_fix/node_modules/.bun/layout-base@1.0.2/node_modules/layout-base/src/util/LinkedList.js</a:t>
            </a:r>
          </a:p>
          <a:p>
            <a:pPr>
              <a:defRPr sz="1200"/>
            </a:pPr>
            <a:r>
              <a:t>D:/pasar_fix/node_modules/.bun/layout-base@1.0.2/node_modules/layout-base/src/util/Point.js</a:t>
            </a:r>
          </a:p>
          <a:p>
            <a:pPr>
              <a:defRPr sz="1200"/>
            </a:pPr>
            <a:r>
              <a:t>D:/pasar_fix/node_modules/.bun/layout-base@1.0.2/node_modules/layout-base/src/util/PointD.js</a:t>
            </a:r>
          </a:p>
          <a:p>
            <a:pPr>
              <a:defRPr sz="1200"/>
            </a:pPr>
            <a:r>
              <a:t>D:/pasar_fix/node_modules/.bun/layout-base@1.0.2/node_modules/layout-base/src/util/Quicksort.js</a:t>
            </a:r>
          </a:p>
          <a:p>
            <a:pPr>
              <a:defRPr sz="1200"/>
            </a:pPr>
            <a:r>
              <a:t>D:/pasar_fix/node_modules/.bun/layout-base@1.0.2/node_modules/layout-base/src/util/RandomSeed.js</a:t>
            </a:r>
          </a:p>
          <a:p>
            <a:pPr>
              <a:defRPr sz="1200"/>
            </a:pPr>
            <a:r>
              <a:t>D:/pasar_fix/node_modules/.bun/layout-base@1.0.2/node_modules/layout-base/src/util/RectangleD.js</a:t>
            </a:r>
          </a:p>
          <a:p>
            <a:pPr>
              <a:defRPr sz="1200"/>
            </a:pPr>
            <a:r>
              <a:t>D:/pasar_fix/node_modules/.bun/layout-base@1.0.2/node_modules/layout-base/src/util/Transform.js</a:t>
            </a:r>
          </a:p>
          <a:p>
            <a:pPr>
              <a:defRPr sz="1200"/>
            </a:pPr>
            <a:r>
              <a:t>D:/pasar_fix/node_modules/.bun/layout-base@1.0.2/node_modules/layout-base/src/util/UniqueIDGeneretor.js</a:t>
            </a:r>
          </a:p>
          <a:p>
            <a:pPr>
              <a:defRPr sz="1200"/>
            </a:pPr>
            <a:r>
              <a:t>D:/pasar_fix/node_modules/.bun/layout-base@1.0.2/node_modules/layout-base/src/util/alignment/NeedlemanWunsch.js</a:t>
            </a:r>
          </a:p>
          <a:p>
            <a:pPr>
              <a:defRPr sz="1200"/>
            </a:pPr>
            <a:r>
              <a:t>D:/pasar_fix/node_modules/.bun/layout-base@2.0.1/node_modules/layout-base/.babelrc</a:t>
            </a:r>
          </a:p>
          <a:p>
            <a:pPr>
              <a:defRPr sz="1200"/>
            </a:pPr>
            <a:r>
              <a:t>D:/pasar_fix/node_modules/.bun/layout-base@2.0.1/node_modules/layout-base/bower.json</a:t>
            </a:r>
          </a:p>
          <a:p>
            <a:pPr>
              <a:defRPr sz="1200"/>
            </a:pPr>
            <a:r>
              <a:t>D:/pasar_fix/node_modules/.bun/layout-base@2.0.1/node_modules/layout-base/index.js</a:t>
            </a:r>
          </a:p>
          <a:p>
            <a:pPr>
              <a:defRPr sz="1200"/>
            </a:pPr>
            <a:r>
              <a:t>D:/pasar_fix/node_modules/.bun/layout-base@2.0.1/node_modules/layout-base/layout-base.js</a:t>
            </a:r>
          </a:p>
          <a:p>
            <a:pPr>
              <a:defRPr sz="1200"/>
            </a:pPr>
            <a:r>
              <a:t>D:/pasar_fix/node_modules/.bun/layout-base@2.0.1/node_modules/layout-base/layout-schema.png</a:t>
            </a:r>
          </a:p>
          <a:p>
            <a:pPr>
              <a:defRPr sz="1200"/>
            </a:pPr>
            <a:r>
              <a:t>D:/pasar_fix/node_modules/.bun/layout-base@2.0.1/node_modules/layout-base/LICENSE</a:t>
            </a:r>
          </a:p>
          <a:p>
            <a:pPr>
              <a:defRPr sz="1200"/>
            </a:pPr>
            <a:r>
              <a:t>D:/pasar_fix/node_modules/.bun/layout-base@2.0.1/node_modules/layout-base/package.json</a:t>
            </a:r>
          </a:p>
          <a:p>
            <a:pPr>
              <a:defRPr sz="1200"/>
            </a:pPr>
            <a:r>
              <a:t>D:/pasar_fix/node_modules/.bun/layout-base@2.0.1/node_modules/layout-base/README.md</a:t>
            </a:r>
          </a:p>
          <a:p>
            <a:pPr>
              <a:defRPr sz="1200"/>
            </a:pPr>
            <a:r>
              <a:t>D:/pasar_fix/node_modules/.bun/layout-base@2.0.1/node_modules/layout-base/webpack.config.js</a:t>
            </a:r>
          </a:p>
          <a:p>
            <a:pPr>
              <a:defRPr sz="1200"/>
            </a:pPr>
            <a:r>
              <a:t>D:/pasar_fix/node_modules/.bun/layout-base@2.0.1/node_modules/layout-base/nbproject/project.properties</a:t>
            </a:r>
          </a:p>
          <a:p>
            <a:pPr>
              <a:defRPr sz="1200"/>
            </a:pPr>
            <a:r>
              <a:t>D:/pasar_fix/node_modules/.bun/layout-base@2.0.1/node_modules/layout-base/nbproject/project.xml</a:t>
            </a:r>
          </a:p>
          <a:p>
            <a:pPr>
              <a:defRPr sz="1200"/>
            </a:pPr>
            <a:r>
              <a:t>D:/pasar_fix/node_modules/.bun/layout-base@2.0.1/node_modules/layout-base/nbproject/private/private.properties</a:t>
            </a:r>
          </a:p>
          <a:p>
            <a:pPr>
              <a:defRPr sz="1200"/>
            </a:pPr>
            <a:r>
              <a:t>D:/pasar_fix/node_modules/.bun/layout-base@2.0.1/node_modules/layout-base/nbproject/private/private.xml</a:t>
            </a:r>
          </a:p>
          <a:p>
            <a:pPr>
              <a:defRPr sz="1200"/>
            </a:pPr>
            <a:r>
              <a:t>D:/pasar_fix/node_modules/.bun/layout-base@2.0.1/node_modules/layout-base/src/Layout.js</a:t>
            </a:r>
          </a:p>
          <a:p>
            <a:pPr>
              <a:defRPr sz="1200"/>
            </a:pPr>
            <a:r>
              <a:t>D:/pasar_fix/node_modules/.bun/layout-base@2.0.1/node_modules/layout-base/src/LayoutConstants.js</a:t>
            </a:r>
          </a:p>
          <a:p>
            <a:pPr>
              <a:defRPr sz="1200"/>
            </a:pPr>
            <a:r>
              <a:t>D:/pasar_fix/node_modules/.bun/layout-base@2.0.1/node_modules/layout-base/src/LEdge.js</a:t>
            </a:r>
          </a:p>
          <a:p>
            <a:pPr>
              <a:defRPr sz="1200"/>
            </a:pPr>
            <a:r>
              <a:t>D:/pasar_fix/node_modules/.bun/layout-base@2.0.1/node_modules/layout-base/src/LGraph.js</a:t>
            </a:r>
          </a:p>
          <a:p>
            <a:pPr>
              <a:defRPr sz="1200"/>
            </a:pPr>
            <a:r>
              <a:t>D:/pasar_fix/node_modules/.bun/layout-base@2.0.1/node_modules/layout-base/src/LGraphManager.js</a:t>
            </a:r>
          </a:p>
          <a:p>
            <a:pPr>
              <a:defRPr sz="1200"/>
            </a:pPr>
            <a:r>
              <a:t>D:/pasar_fix/node_modules/.bun/layout-base@2.0.1/node_modules/layout-base/src/LGraphObject.js</a:t>
            </a:r>
          </a:p>
          <a:p>
            <a:pPr>
              <a:defRPr sz="1200"/>
            </a:pPr>
            <a:r>
              <a:t>D:/pasar_fix/node_modules/.bun/layout-base@2.0.1/node_modules/layout-base/src/LNode.js</a:t>
            </a:r>
          </a:p>
          <a:p>
            <a:pPr>
              <a:defRPr sz="1200"/>
            </a:pPr>
            <a:r>
              <a:t>D:/pasar_fix/node_modules/.bun/layout-base@2.0.1/node_modules/layout-base/src/fd/FDLayout.js</a:t>
            </a:r>
          </a:p>
          <a:p>
            <a:pPr>
              <a:defRPr sz="1200"/>
            </a:pPr>
            <a:r>
              <a:t>D:/pasar_fix/node_modules/.bun/layout-base@2.0.1/node_modules/layout-base/src/fd/FDLayoutConstants.js</a:t>
            </a:r>
          </a:p>
          <a:p>
            <a:pPr>
              <a:defRPr sz="1200"/>
            </a:pPr>
            <a:r>
              <a:t>D:/pasar_fix/node_modules/.bun/layout-base@2.0.1/node_modules/layout-base/src/fd/FDLayoutEdge.js</a:t>
            </a:r>
          </a:p>
          <a:p>
            <a:pPr>
              <a:defRPr sz="1200"/>
            </a:pPr>
            <a:r>
              <a:t>D:/pasar_fix/node_modules/.bun/layout-base@2.0.1/node_modules/layout-base/src/fd/FDLayoutNode.js</a:t>
            </a:r>
          </a:p>
          <a:p>
            <a:pPr>
              <a:defRPr sz="1200"/>
            </a:pPr>
            <a:r>
              <a:t>D:/pasar_fix/node_modules/.bun/layout-base@2.0.1/node_modules/layout-base/src/util/DimensionD.js</a:t>
            </a:r>
          </a:p>
          <a:p>
            <a:pPr>
              <a:defRPr sz="1200"/>
            </a:pPr>
            <a:r>
              <a:t>D:/pasar_fix/node_modules/.bun/layout-base@2.0.1/node_modules/layout-base/src/util/Emitter.js</a:t>
            </a:r>
          </a:p>
          <a:p>
            <a:pPr>
              <a:defRPr sz="1200"/>
            </a:pPr>
            <a:r>
              <a:t>D:/pasar_fix/node_modules/.bun/layout-base@2.0.1/node_modules/layout-base/src/util/HashMap.js</a:t>
            </a:r>
          </a:p>
          <a:p>
            <a:pPr>
              <a:defRPr sz="1200"/>
            </a:pPr>
            <a:r>
              <a:t>D:/pasar_fix/node_modules/.bun/layout-base@2.0.1/node_modules/layout-base/src/util/HashSet.js</a:t>
            </a:r>
          </a:p>
          <a:p>
            <a:pPr>
              <a:defRPr sz="1200"/>
            </a:pPr>
            <a:r>
              <a:t>D:/pasar_fix/node_modules/.bun/layout-base@2.0.1/node_modules/layout-base/src/util/IGeometry.js</a:t>
            </a:r>
          </a:p>
          <a:p>
            <a:pPr>
              <a:defRPr sz="1200"/>
            </a:pPr>
            <a:r>
              <a:t>D:/pasar_fix/node_modules/.bun/layout-base@2.0.1/node_modules/layout-base/src/util/IMath.js</a:t>
            </a:r>
          </a:p>
          <a:p>
            <a:pPr>
              <a:defRPr sz="1200"/>
            </a:pPr>
            <a:r>
              <a:t>D:/pasar_fix/node_modules/.bun/layout-base@2.0.1/node_modules/layout-base/src/util/Integer.js</a:t>
            </a:r>
          </a:p>
          <a:p>
            <a:pPr>
              <a:defRPr sz="1200"/>
            </a:pPr>
            <a:r>
              <a:t>D:/pasar_fix/node_modules/.bun/layout-base@2.0.1/node_modules/layout-base/src/util/LinkedList.js</a:t>
            </a:r>
          </a:p>
          <a:p>
            <a:pPr>
              <a:defRPr sz="1200"/>
            </a:pPr>
            <a:r>
              <a:t>D:/pasar_fix/node_modules/.bun/layout-base@2.0.1/node_modules/layout-base/src/util/Matrix.js</a:t>
            </a:r>
          </a:p>
          <a:p>
            <a:pPr>
              <a:defRPr sz="1200"/>
            </a:pPr>
            <a:r>
              <a:t>D:/pasar_fix/node_modules/.bun/layout-base@2.0.1/node_modules/layout-base/src/util/Point.js</a:t>
            </a:r>
          </a:p>
          <a:p>
            <a:pPr>
              <a:defRPr sz="1200"/>
            </a:pPr>
            <a:r>
              <a:t>D:/pasar_fix/node_modules/.bun/layout-base@2.0.1/node_modules/layout-base/src/util/PointD.js</a:t>
            </a:r>
          </a:p>
          <a:p>
            <a:pPr>
              <a:defRPr sz="1200"/>
            </a:pPr>
            <a:r>
              <a:t>D:/pasar_fix/node_modules/.bun/layout-base@2.0.1/node_modules/layout-base/src/util/Quicksort.js</a:t>
            </a:r>
          </a:p>
          <a:p>
            <a:pPr>
              <a:defRPr sz="1200"/>
            </a:pPr>
            <a:r>
              <a:t>D:/pasar_fix/node_modules/.bun/layout-base@2.0.1/node_modules/layout-base/src/util/RandomSeed.js</a:t>
            </a:r>
          </a:p>
          <a:p>
            <a:pPr>
              <a:defRPr sz="1200"/>
            </a:pPr>
            <a:r>
              <a:t>D:/pasar_fix/node_modules/.bun/layout-base@2.0.1/node_modules/layout-base/src/util/RectangleD.js</a:t>
            </a:r>
          </a:p>
          <a:p>
            <a:pPr>
              <a:defRPr sz="1200"/>
            </a:pPr>
            <a:r>
              <a:t>D:/pasar_fix/node_modules/.bun/layout-base@2.0.1/node_modules/layout-base/src/util/SVD.js</a:t>
            </a:r>
          </a:p>
          <a:p>
            <a:pPr>
              <a:defRPr sz="1200"/>
            </a:pPr>
            <a:r>
              <a:t>D:/pasar_fix/node_modules/.bun/layout-base@2.0.1/node_modules/layout-base/src/util/Transform.js</a:t>
            </a:r>
          </a:p>
          <a:p>
            <a:pPr>
              <a:defRPr sz="1200"/>
            </a:pPr>
            <a:r>
              <a:t>D:/pasar_fix/node_modules/.bun/layout-base@2.0.1/node_modules/layout-base/src/util/UniqueIDGeneretor.js</a:t>
            </a:r>
          </a:p>
          <a:p>
            <a:pPr>
              <a:defRPr sz="1200"/>
            </a:pPr>
            <a:r>
              <a:t>D:/pasar_fix/node_modules/.bun/layout-base@2.0.1/node_modules/layout-base/src/util/alignment/NeedlemanWunsch.js</a:t>
            </a:r>
          </a:p>
          <a:p>
            <a:pPr>
              <a:defRPr sz="1200"/>
            </a:pPr>
            <a:r>
              <a:t>D:/pasar_fix/node_modules/.bun/lazystream@1.0.1/node_modules/lazystream/LICENSE</a:t>
            </a:r>
          </a:p>
          <a:p>
            <a:pPr>
              <a:defRPr sz="1200"/>
            </a:pPr>
            <a:r>
              <a:t>D:/pasar_fix/node_modules/.bun/lazystream@1.0.1/node_modules/lazystream/package.json</a:t>
            </a:r>
          </a:p>
          <a:p>
            <a:pPr>
              <a:defRPr sz="1200"/>
            </a:pPr>
            <a:r>
              <a:t>D:/pasar_fix/node_modules/.bun/lazystream@1.0.1/node_modules/lazystream/README.md</a:t>
            </a:r>
          </a:p>
          <a:p>
            <a:pPr>
              <a:defRPr sz="1200"/>
            </a:pPr>
            <a:r>
              <a:t>D:/pasar_fix/node_modules/.bun/lazystream@1.0.1/node_modules/lazystream/lib/lazystream.js</a:t>
            </a:r>
          </a:p>
          <a:p>
            <a:pPr>
              <a:defRPr sz="1200"/>
            </a:pPr>
            <a:r>
              <a:t>D:/pasar_fix/node_modules/.bun/lazystream@1.0.1/node_modules/lazystream/test/data.md</a:t>
            </a:r>
          </a:p>
          <a:p>
            <a:pPr>
              <a:defRPr sz="1200"/>
            </a:pPr>
            <a:r>
              <a:t>D:/pasar_fix/node_modules/.bun/lazystream@1.0.1/node_modules/lazystream/test/fs_test.js</a:t>
            </a:r>
          </a:p>
          <a:p>
            <a:pPr>
              <a:defRPr sz="1200"/>
            </a:pPr>
            <a:r>
              <a:t>D:/pasar_fix/node_modules/.bun/lazystream@1.0.1/node_modules/lazystream/test/helper.js</a:t>
            </a:r>
          </a:p>
          <a:p>
            <a:pPr>
              <a:defRPr sz="1200"/>
            </a:pPr>
            <a:r>
              <a:t>D:/pasar_fix/node_modules/.bun/lazystream@1.0.1/node_modules/lazystream/test/pipe_test.js</a:t>
            </a:r>
          </a:p>
          <a:p>
            <a:pPr>
              <a:defRPr sz="1200"/>
            </a:pPr>
            <a:r>
              <a:t>D:/pasar_fix/node_modules/.bun/lazystream@1.0.1/node_modules/lazystream/test/readable_test.js</a:t>
            </a:r>
          </a:p>
          <a:p>
            <a:pPr>
              <a:defRPr sz="1200"/>
            </a:pPr>
            <a:r>
              <a:t>D:/pasar_fix/node_modules/.bun/lazystream@1.0.1/node_modules/lazystream/test/writable_test.js</a:t>
            </a:r>
          </a:p>
          <a:p>
            <a:pPr>
              <a:defRPr sz="1200"/>
            </a:pPr>
            <a:r>
              <a:t>D:/pasar_fix/node_modules/.bun/leaflet@1.9.4/node_modules/leaflet/CHANGELOG.md</a:t>
            </a:r>
          </a:p>
          <a:p>
            <a:pPr>
              <a:defRPr sz="1200"/>
            </a:pPr>
            <a:r>
              <a:t>D:/pasar_fix/node_modules/.bun/leaflet@1.9.4/node_modules/leaflet/LICENSE</a:t>
            </a:r>
          </a:p>
          <a:p>
            <a:pPr>
              <a:defRPr sz="1200"/>
            </a:pPr>
            <a:r>
              <a:t>D:/pasar_fix/node_modules/.bun/leaflet@1.9.4/node_modules/leaflet/package.json</a:t>
            </a:r>
          </a:p>
          <a:p>
            <a:pPr>
              <a:defRPr sz="1200"/>
            </a:pPr>
            <a:r>
              <a:t>D:/pasar_fix/node_modules/.bun/leaflet@1.9.4/node_modules/leaflet/README.md</a:t>
            </a:r>
          </a:p>
          <a:p>
            <a:pPr>
              <a:defRPr sz="1200"/>
            </a:pPr>
            <a:r>
              <a:t>D:/pasar_fix/node_modules/.bun/leaflet@1.9.4/node_modules/leaflet/dist/leaflet-src.esm.js</a:t>
            </a:r>
          </a:p>
          <a:p>
            <a:pPr>
              <a:defRPr sz="1200"/>
            </a:pPr>
            <a:r>
              <a:t>D:/pasar_fix/node_modules/.bun/leaflet@1.9.4/node_modules/leaflet/dist/leaflet-src.esm.js.map</a:t>
            </a:r>
          </a:p>
          <a:p>
            <a:pPr>
              <a:defRPr sz="1200"/>
            </a:pPr>
            <a:r>
              <a:t>D:/pasar_fix/node_modules/.bun/leaflet@1.9.4/node_modules/leaflet/dist/leaflet-src.js</a:t>
            </a:r>
          </a:p>
          <a:p>
            <a:pPr>
              <a:defRPr sz="1200"/>
            </a:pPr>
            <a:r>
              <a:t>D:/pasar_fix/node_modules/.bun/leaflet@1.9.4/node_modules/leaflet/dist/leaflet-src.js.map</a:t>
            </a:r>
          </a:p>
          <a:p>
            <a:pPr>
              <a:defRPr sz="1200"/>
            </a:pPr>
            <a:r>
              <a:t>D:/pasar_fix/node_modules/.bun/leaflet@1.9.4/node_modules/leaflet/dist/leaflet.css</a:t>
            </a:r>
          </a:p>
          <a:p>
            <a:pPr>
              <a:defRPr sz="1200"/>
            </a:pPr>
            <a:r>
              <a:t>D:/pasar_fix/node_modules/.bun/leaflet@1.9.4/node_modules/leaflet/dist/leaflet.js</a:t>
            </a:r>
          </a:p>
          <a:p>
            <a:pPr>
              <a:defRPr sz="1200"/>
            </a:pPr>
            <a:r>
              <a:t>D:/pasar_fix/node_modules/.bun/leaflet@1.9.4/node_modules/leaflet/dist/leaflet.js.map</a:t>
            </a:r>
          </a:p>
          <a:p>
            <a:pPr>
              <a:defRPr sz="1200"/>
            </a:pPr>
            <a:r>
              <a:t>D:/pasar_fix/node_modules/.bun/leaflet@1.9.4/node_modules/leaflet/dist/images/layers-2x.png</a:t>
            </a:r>
          </a:p>
          <a:p>
            <a:pPr>
              <a:defRPr sz="1200"/>
            </a:pPr>
            <a:r>
              <a:t>D:/pasar_fix/node_modules/.bun/leaflet@1.9.4/node_modules/leaflet/dist/images/layers.png</a:t>
            </a:r>
          </a:p>
          <a:p>
            <a:pPr>
              <a:defRPr sz="1200"/>
            </a:pPr>
            <a:r>
              <a:t>D:/pasar_fix/node_modules/.bun/leaflet@1.9.4/node_modules/leaflet/dist/images/marker-icon-2x.png</a:t>
            </a:r>
          </a:p>
          <a:p>
            <a:pPr>
              <a:defRPr sz="1200"/>
            </a:pPr>
            <a:r>
              <a:t>D:/pasar_fix/node_modules/.bun/leaflet@1.9.4/node_modules/leaflet/dist/images/marker-icon.png</a:t>
            </a:r>
          </a:p>
          <a:p>
            <a:pPr>
              <a:defRPr sz="1200"/>
            </a:pPr>
            <a:r>
              <a:t>D:/pasar_fix/node_modules/.bun/leaflet@1.9.4/node_modules/leaflet/dist/images/marker-shadow.png</a:t>
            </a:r>
          </a:p>
          <a:p>
            <a:pPr>
              <a:defRPr sz="1200"/>
            </a:pPr>
            <a:r>
              <a:t>D:/pasar_fix/node_modules/.bun/leaflet@1.9.4/node_modules/leaflet/src/Leaflet.js</a:t>
            </a:r>
          </a:p>
          <a:p>
            <a:pPr>
              <a:defRPr sz="1200"/>
            </a:pPr>
            <a:r>
              <a:t>D:/pasar_fix/node_modules/.bun/leaflet@1.9.4/node_modules/leaflet/src/control/Control.Attribution.js</a:t>
            </a:r>
          </a:p>
          <a:p>
            <a:pPr>
              <a:defRPr sz="1200"/>
            </a:pPr>
            <a:r>
              <a:t>D:/pasar_fix/node_modules/.bun/leaflet@1.9.4/node_modules/leaflet/src/control/Control.js</a:t>
            </a:r>
          </a:p>
          <a:p>
            <a:pPr>
              <a:defRPr sz="1200"/>
            </a:pPr>
            <a:r>
              <a:t>D:/pasar_fix/node_modules/.bun/leaflet@1.9.4/node_modules/leaflet/src/control/Control.Layers.js</a:t>
            </a:r>
          </a:p>
          <a:p>
            <a:pPr>
              <a:defRPr sz="1200"/>
            </a:pPr>
            <a:r>
              <a:t>D:/pasar_fix/node_modules/.bun/leaflet@1.9.4/node_modules/leaflet/src/control/Control.Scale.js</a:t>
            </a:r>
          </a:p>
          <a:p>
            <a:pPr>
              <a:defRPr sz="1200"/>
            </a:pPr>
            <a:r>
              <a:t>D:/pasar_fix/node_modules/.bun/leaflet@1.9.4/node_modules/leaflet/src/control/Control.Zoom.js</a:t>
            </a:r>
          </a:p>
          <a:p>
            <a:pPr>
              <a:defRPr sz="1200"/>
            </a:pPr>
            <a:r>
              <a:t>D:/pasar_fix/node_modules/.bun/leaflet@1.9.4/node_modules/leaflet/src/control/index.js</a:t>
            </a:r>
          </a:p>
          <a:p>
            <a:pPr>
              <a:defRPr sz="1200"/>
            </a:pPr>
            <a:r>
              <a:t>D:/pasar_fix/node_modules/.bun/leaflet@1.9.4/node_modules/leaflet/src/core/Browser.js</a:t>
            </a:r>
          </a:p>
          <a:p>
            <a:pPr>
              <a:defRPr sz="1200"/>
            </a:pPr>
            <a:r>
              <a:t>D:/pasar_fix/node_modules/.bun/leaflet@1.9.4/node_modules/leaflet/src/core/Class.js</a:t>
            </a:r>
          </a:p>
          <a:p>
            <a:pPr>
              <a:defRPr sz="1200"/>
            </a:pPr>
            <a:r>
              <a:t>D:/pasar_fix/node_modules/.bun/leaflet@1.9.4/node_modules/leaflet/src/core/Class.leafdoc</a:t>
            </a:r>
          </a:p>
          <a:p>
            <a:pPr>
              <a:defRPr sz="1200"/>
            </a:pPr>
            <a:r>
              <a:t>D:/pasar_fix/node_modules/.bun/leaflet@1.9.4/node_modules/leaflet/src/core/Events.js</a:t>
            </a:r>
          </a:p>
          <a:p>
            <a:pPr>
              <a:defRPr sz="1200"/>
            </a:pPr>
            <a:r>
              <a:t>D:/pasar_fix/node_modules/.bun/leaflet@1.9.4/node_modules/leaflet/src/core/Events.leafdoc</a:t>
            </a:r>
          </a:p>
          <a:p>
            <a:pPr>
              <a:defRPr sz="1200"/>
            </a:pPr>
            <a:r>
              <a:t>D:/pasar_fix/node_modules/.bun/leaflet@1.9.4/node_modules/leaflet/src/core/Handler.js</a:t>
            </a:r>
          </a:p>
          <a:p>
            <a:pPr>
              <a:defRPr sz="1200"/>
            </a:pPr>
            <a:r>
              <a:t>D:/pasar_fix/node_modules/.bun/leaflet@1.9.4/node_modules/leaflet/src/core/index.js</a:t>
            </a:r>
          </a:p>
          <a:p>
            <a:pPr>
              <a:defRPr sz="1200"/>
            </a:pPr>
            <a:r>
              <a:t>D:/pasar_fix/node_modules/.bun/leaflet@1.9.4/node_modules/leaflet/src/core/Util.js</a:t>
            </a:r>
          </a:p>
          <a:p>
            <a:pPr>
              <a:defRPr sz="1200"/>
            </a:pPr>
            <a:r>
              <a:t>D:/pasar_fix/node_modules/.bun/leaflet@1.9.4/node_modules/leaflet/src/dom/DomEvent.DoubleTap.js</a:t>
            </a:r>
          </a:p>
          <a:p>
            <a:pPr>
              <a:defRPr sz="1200"/>
            </a:pPr>
            <a:r>
              <a:t>D:/pasar_fix/node_modules/.bun/leaflet@1.9.4/node_modules/leaflet/src/dom/DomEvent.js</a:t>
            </a:r>
          </a:p>
          <a:p>
            <a:pPr>
              <a:defRPr sz="1200"/>
            </a:pPr>
            <a:r>
              <a:t>D:/pasar_fix/node_modules/.bun/leaflet@1.9.4/node_modules/leaflet/src/dom/DomEvent.Pointer.js</a:t>
            </a:r>
          </a:p>
          <a:p>
            <a:pPr>
              <a:defRPr sz="1200"/>
            </a:pPr>
            <a:r>
              <a:t>D:/pasar_fix/node_modules/.bun/leaflet@1.9.4/node_modules/leaflet/src/dom/DomUtil.js</a:t>
            </a:r>
          </a:p>
          <a:p>
            <a:pPr>
              <a:defRPr sz="1200"/>
            </a:pPr>
            <a:r>
              <a:t>D:/pasar_fix/node_modules/.bun/leaflet@1.9.4/node_modules/leaflet/src/dom/Draggable.js</a:t>
            </a:r>
          </a:p>
          <a:p>
            <a:pPr>
              <a:defRPr sz="1200"/>
            </a:pPr>
            <a:r>
              <a:t>D:/pasar_fix/node_modules/.bun/leaflet@1.9.4/node_modules/leaflet/src/dom/index.js</a:t>
            </a:r>
          </a:p>
          <a:p>
            <a:pPr>
              <a:defRPr sz="1200"/>
            </a:pPr>
            <a:r>
              <a:t>D:/pasar_fix/node_modules/.bun/leaflet@1.9.4/node_modules/leaflet/src/dom/PosAnimation.js</a:t>
            </a:r>
          </a:p>
          <a:p>
            <a:pPr>
              <a:defRPr sz="1200"/>
            </a:pPr>
            <a:r>
              <a:t>D:/pasar_fix/node_modules/.bun/leaflet@1.9.4/node_modules/leaflet/src/geo/index.js</a:t>
            </a:r>
          </a:p>
          <a:p>
            <a:pPr>
              <a:defRPr sz="1200"/>
            </a:pPr>
            <a:r>
              <a:t>D:/pasar_fix/node_modules/.bun/leaflet@1.9.4/node_modules/leaflet/src/geo/LatLng.js</a:t>
            </a:r>
          </a:p>
          <a:p>
            <a:pPr>
              <a:defRPr sz="1200"/>
            </a:pPr>
            <a:r>
              <a:t>D:/pasar_fix/node_modules/.bun/leaflet@1.9.4/node_modules/leaflet/src/geo/LatLngBounds.js</a:t>
            </a:r>
          </a:p>
          <a:p>
            <a:pPr>
              <a:defRPr sz="1200"/>
            </a:pPr>
            <a:r>
              <a:t>D:/pasar_fix/node_modules/.bun/leaflet@1.9.4/node_modules/leaflet/src/geo/crs/CRS.Earth.js</a:t>
            </a:r>
          </a:p>
          <a:p>
            <a:pPr>
              <a:defRPr sz="1200"/>
            </a:pPr>
            <a:r>
              <a:t>D:/pasar_fix/node_modules/.bun/leaflet@1.9.4/node_modules/leaflet/src/geo/crs/CRS.EPSG3395.js</a:t>
            </a:r>
          </a:p>
          <a:p>
            <a:pPr>
              <a:defRPr sz="1200"/>
            </a:pPr>
            <a:r>
              <a:t>D:/pasar_fix/node_modules/.bun/leaflet@1.9.4/node_modules/leaflet/src/geo/crs/CRS.EPSG3857.js</a:t>
            </a:r>
          </a:p>
          <a:p>
            <a:pPr>
              <a:defRPr sz="1200"/>
            </a:pPr>
            <a:r>
              <a:t>D:/pasar_fix/node_modules/.bun/leaflet@1.9.4/node_modules/leaflet/src/geo/crs/CRS.EPSG4326.js</a:t>
            </a:r>
          </a:p>
          <a:p>
            <a:pPr>
              <a:defRPr sz="1200"/>
            </a:pPr>
            <a:r>
              <a:t>D:/pasar_fix/node_modules/.bun/leaflet@1.9.4/node_modules/leaflet/src/geo/crs/CRS.js</a:t>
            </a:r>
          </a:p>
          <a:p>
            <a:pPr>
              <a:defRPr sz="1200"/>
            </a:pPr>
            <a:r>
              <a:t>D:/pasar_fix/node_modules/.bun/leaflet@1.9.4/node_modules/leaflet/src/geo/crs/CRS.Simple.js</a:t>
            </a:r>
          </a:p>
          <a:p>
            <a:pPr>
              <a:defRPr sz="1200"/>
            </a:pPr>
            <a:r>
              <a:t>D:/pasar_fix/node_modules/.bun/leaflet@1.9.4/node_modules/leaflet/src/geo/crs/index.js</a:t>
            </a:r>
          </a:p>
          <a:p>
            <a:pPr>
              <a:defRPr sz="1200"/>
            </a:pPr>
            <a:r>
              <a:t>D:/pasar_fix/node_modules/.bun/leaflet@1.9.4/node_modules/leaflet/src/geo/projection/index.js</a:t>
            </a:r>
          </a:p>
          <a:p>
            <a:pPr>
              <a:defRPr sz="1200"/>
            </a:pPr>
            <a:r>
              <a:t>D:/pasar_fix/node_modules/.bun/leaflet@1.9.4/node_modules/leaflet/src/geo/projection/Projection.LonLat.js</a:t>
            </a:r>
          </a:p>
          <a:p>
            <a:pPr>
              <a:defRPr sz="1200"/>
            </a:pPr>
            <a:r>
              <a:t>D:/pasar_fix/node_modules/.bun/leaflet@1.9.4/node_modules/leaflet/src/geo/projection/Projection.Mercator.js</a:t>
            </a:r>
          </a:p>
          <a:p>
            <a:pPr>
              <a:defRPr sz="1200"/>
            </a:pPr>
            <a:r>
              <a:t>D:/pasar_fix/node_modules/.bun/leaflet@1.9.4/node_modules/leaflet/src/geo/projection/Projection.SphericalMercator.js</a:t>
            </a:r>
          </a:p>
          <a:p>
            <a:pPr>
              <a:defRPr sz="1200"/>
            </a:pPr>
            <a:r>
              <a:t>D:/pasar_fix/node_modules/.bun/leaflet@1.9.4/node_modules/leaflet/src/geometry/Bounds.js</a:t>
            </a:r>
          </a:p>
          <a:p>
            <a:pPr>
              <a:defRPr sz="1200"/>
            </a:pPr>
            <a:r>
              <a:t>D:/pasar_fix/node_modules/.bun/leaflet@1.9.4/node_modules/leaflet/src/geometry/index.js</a:t>
            </a:r>
          </a:p>
          <a:p>
            <a:pPr>
              <a:defRPr sz="1200"/>
            </a:pPr>
            <a:r>
              <a:t>D:/pasar_fix/node_modules/.bun/leaflet@1.9.4/node_modules/leaflet/src/geometry/LineUtil.js</a:t>
            </a:r>
          </a:p>
          <a:p>
            <a:pPr>
              <a:defRPr sz="1200"/>
            </a:pPr>
            <a:r>
              <a:t>D:/pasar_fix/node_modules/.bun/leaflet@1.9.4/node_modules/leaflet/src/geometry/Point.js</a:t>
            </a:r>
          </a:p>
          <a:p>
            <a:pPr>
              <a:defRPr sz="1200"/>
            </a:pPr>
            <a:r>
              <a:t>D:/pasar_fix/node_modules/.bun/leaflet@1.9.4/node_modules/leaflet/src/geometry/PolyUtil.js</a:t>
            </a:r>
          </a:p>
          <a:p>
            <a:pPr>
              <a:defRPr sz="1200"/>
            </a:pPr>
            <a:r>
              <a:t>D:/pasar_fix/node_modules/.bun/leaflet@1.9.4/node_modules/leaflet/src/geometry/Transformation.js</a:t>
            </a:r>
          </a:p>
          <a:p>
            <a:pPr>
              <a:defRPr sz="1200"/>
            </a:pPr>
            <a:r>
              <a:t>D:/pasar_fix/node_modules/.bun/leaflet@1.9.4/node_modules/leaflet/src/images/layers.svg</a:t>
            </a:r>
          </a:p>
          <a:p>
            <a:pPr>
              <a:defRPr sz="1200"/>
            </a:pPr>
            <a:r>
              <a:t>D:/pasar_fix/node_modules/.bun/leaflet@1.9.4/node_modules/leaflet/src/images/logo.svg</a:t>
            </a:r>
          </a:p>
          <a:p>
            <a:pPr>
              <a:defRPr sz="1200"/>
            </a:pPr>
            <a:r>
              <a:t>D:/pasar_fix/node_modules/.bun/leaflet@1.9.4/node_modules/leaflet/src/images/marker.svg</a:t>
            </a:r>
          </a:p>
          <a:p>
            <a:pPr>
              <a:defRPr sz="1200"/>
            </a:pPr>
            <a:r>
              <a:t>D:/pasar_fix/node_modules/.bun/leaflet@1.9.4/node_modules/leaflet/src/layer/DivOverlay.js</a:t>
            </a:r>
          </a:p>
          <a:p>
            <a:pPr>
              <a:defRPr sz="1200"/>
            </a:pPr>
            <a:r>
              <a:t>D:/pasar_fix/node_modules/.bun/leaflet@1.9.4/node_modules/leaflet/src/layer/FeatureGroup.js</a:t>
            </a:r>
          </a:p>
          <a:p>
            <a:pPr>
              <a:defRPr sz="1200"/>
            </a:pPr>
            <a:r>
              <a:t>D:/pasar_fix/node_modules/.bun/leaflet@1.9.4/node_modules/leaflet/src/layer/GeoJSON.js</a:t>
            </a:r>
          </a:p>
          <a:p>
            <a:pPr>
              <a:defRPr sz="1200"/>
            </a:pPr>
            <a:r>
              <a:t>D:/pasar_fix/node_modules/.bun/leaflet@1.9.4/node_modules/leaflet/src/layer/ImageOverlay.js</a:t>
            </a:r>
          </a:p>
          <a:p>
            <a:pPr>
              <a:defRPr sz="1200"/>
            </a:pPr>
            <a:r>
              <a:t>D:/pasar_fix/node_modules/.bun/leaflet@1.9.4/node_modules/leaflet/src/layer/index.js</a:t>
            </a:r>
          </a:p>
          <a:p>
            <a:pPr>
              <a:defRPr sz="1200"/>
            </a:pPr>
            <a:r>
              <a:t>D:/pasar_fix/node_modules/.bun/leaflet@1.9.4/node_modules/leaflet/src/layer/Layer.Interactive.leafdoc</a:t>
            </a:r>
          </a:p>
          <a:p>
            <a:pPr>
              <a:defRPr sz="1200"/>
            </a:pPr>
            <a:r>
              <a:t>D:/pasar_fix/node_modules/.bun/leaflet@1.9.4/node_modules/leaflet/src/layer/Layer.js</a:t>
            </a:r>
          </a:p>
          <a:p>
            <a:pPr>
              <a:defRPr sz="1200"/>
            </a:pPr>
            <a:r>
              <a:t>D:/pasar_fix/node_modules/.bun/leaflet@1.9.4/node_modules/leaflet/src/layer/LayerGroup.js</a:t>
            </a:r>
          </a:p>
          <a:p>
            <a:pPr>
              <a:defRPr sz="1200"/>
            </a:pPr>
            <a:r>
              <a:t>D:/pasar_fix/node_modules/.bun/leaflet@1.9.4/node_modules/leaflet/src/layer/Popup.js</a:t>
            </a:r>
          </a:p>
          <a:p>
            <a:pPr>
              <a:defRPr sz="1200"/>
            </a:pPr>
            <a:r>
              <a:t>D:/pasar_fix/node_modules/.bun/leaflet@1.9.4/node_modules/leaflet/src/layer/SVGOverlay.js</a:t>
            </a:r>
          </a:p>
          <a:p>
            <a:pPr>
              <a:defRPr sz="1200"/>
            </a:pPr>
            <a:r>
              <a:t>D:/pasar_fix/node_modules/.bun/leaflet@1.9.4/node_modules/leaflet/src/layer/Tooltip.js</a:t>
            </a:r>
          </a:p>
          <a:p>
            <a:pPr>
              <a:defRPr sz="1200"/>
            </a:pPr>
            <a:r>
              <a:t>D:/pasar_fix/node_modules/.bun/leaflet@1.9.4/node_modules/leaflet/src/layer/VideoOverlay.js</a:t>
            </a:r>
          </a:p>
          <a:p>
            <a:pPr>
              <a:defRPr sz="1200"/>
            </a:pPr>
            <a:r>
              <a:t>D:/pasar_fix/node_modules/.bun/leaflet@1.9.4/node_modules/leaflet/src/layer/marker/DivIcon.js</a:t>
            </a:r>
          </a:p>
          <a:p>
            <a:pPr>
              <a:defRPr sz="1200"/>
            </a:pPr>
            <a:r>
              <a:t>D:/pasar_fix/node_modules/.bun/leaflet@1.9.4/node_modules/leaflet/src/layer/marker/Icon.Default.js</a:t>
            </a:r>
          </a:p>
          <a:p>
            <a:pPr>
              <a:defRPr sz="1200"/>
            </a:pPr>
            <a:r>
              <a:t>D:/pasar_fix/node_modules/.bun/leaflet@1.9.4/node_modules/leaflet/src/layer/marker/Icon.js</a:t>
            </a:r>
          </a:p>
          <a:p>
            <a:pPr>
              <a:defRPr sz="1200"/>
            </a:pPr>
            <a:r>
              <a:t>D:/pasar_fix/node_modules/.bun/leaflet@1.9.4/node_modules/leaflet/src/layer/marker/index.js</a:t>
            </a:r>
          </a:p>
          <a:p>
            <a:pPr>
              <a:defRPr sz="1200"/>
            </a:pPr>
            <a:r>
              <a:t>D:/pasar_fix/node_modules/.bun/leaflet@1.9.4/node_modules/leaflet/src/layer/marker/Marker.Drag.js</a:t>
            </a:r>
          </a:p>
          <a:p>
            <a:pPr>
              <a:defRPr sz="1200"/>
            </a:pPr>
            <a:r>
              <a:t>D:/pasar_fix/node_modules/.bun/leaflet@1.9.4/node_modules/leaflet/src/layer/marker/Marker.js</a:t>
            </a:r>
          </a:p>
          <a:p>
            <a:pPr>
              <a:defRPr sz="1200"/>
            </a:pPr>
            <a:r>
              <a:t>D:/pasar_fix/node_modules/.bun/leaflet@1.9.4/node_modules/leaflet/src/layer/tile/GridLayer.js</a:t>
            </a:r>
          </a:p>
          <a:p>
            <a:pPr>
              <a:defRPr sz="1200"/>
            </a:pPr>
            <a:r>
              <a:t>D:/pasar_fix/node_modules/.bun/leaflet@1.9.4/node_modules/leaflet/src/layer/tile/index.js</a:t>
            </a:r>
          </a:p>
          <a:p>
            <a:pPr>
              <a:defRPr sz="1200"/>
            </a:pPr>
            <a:r>
              <a:t>D:/pasar_fix/node_modules/.bun/leaflet@1.9.4/node_modules/leaflet/src/layer/tile/TileLayer.js</a:t>
            </a:r>
          </a:p>
          <a:p>
            <a:pPr>
              <a:defRPr sz="1200"/>
            </a:pPr>
            <a:r>
              <a:t>D:/pasar_fix/node_modules/.bun/leaflet@1.9.4/node_modules/leaflet/src/layer/tile/TileLayer.WMS.js</a:t>
            </a:r>
          </a:p>
          <a:p>
            <a:pPr>
              <a:defRPr sz="1200"/>
            </a:pPr>
            <a:r>
              <a:t>D:/pasar_fix/node_modules/.bun/leaflet@1.9.4/node_modules/leaflet/src/layer/vector/Canvas.js</a:t>
            </a:r>
          </a:p>
          <a:p>
            <a:pPr>
              <a:defRPr sz="1200"/>
            </a:pPr>
            <a:r>
              <a:t>D:/pasar_fix/node_modules/.bun/leaflet@1.9.4/node_modules/leaflet/src/layer/vector/Circle.js</a:t>
            </a:r>
          </a:p>
          <a:p>
            <a:pPr>
              <a:defRPr sz="1200"/>
            </a:pPr>
            <a:r>
              <a:t>D:/pasar_fix/node_modules/.bun/leaflet@1.9.4/node_modules/leaflet/src/layer/vector/CircleMarker.js</a:t>
            </a:r>
          </a:p>
          <a:p>
            <a:pPr>
              <a:defRPr sz="1200"/>
            </a:pPr>
            <a:r>
              <a:t>D:/pasar_fix/node_modules/.bun/leaflet@1.9.4/node_modules/leaflet/src/layer/vector/index.js</a:t>
            </a:r>
          </a:p>
          <a:p>
            <a:pPr>
              <a:defRPr sz="1200"/>
            </a:pPr>
            <a:r>
              <a:t>D:/pasar_fix/node_modules/.bun/leaflet@1.9.4/node_modules/leaflet/src/layer/vector/Path.js</a:t>
            </a:r>
          </a:p>
          <a:p>
            <a:pPr>
              <a:defRPr sz="1200"/>
            </a:pPr>
            <a:r>
              <a:t>D:/pasar_fix/node_modules/.bun/leaflet@1.9.4/node_modules/leaflet/src/layer/vector/Polygon.js</a:t>
            </a:r>
          </a:p>
          <a:p>
            <a:pPr>
              <a:defRPr sz="1200"/>
            </a:pPr>
            <a:r>
              <a:t>D:/pasar_fix/node_modules/.bun/leaflet@1.9.4/node_modules/leaflet/src/layer/vector/Polyline.js</a:t>
            </a:r>
          </a:p>
          <a:p>
            <a:pPr>
              <a:defRPr sz="1200"/>
            </a:pPr>
            <a:r>
              <a:t>D:/pasar_fix/node_modules/.bun/leaflet@1.9.4/node_modules/leaflet/src/layer/vector/Rectangle.js</a:t>
            </a:r>
          </a:p>
          <a:p>
            <a:pPr>
              <a:defRPr sz="1200"/>
            </a:pPr>
            <a:r>
              <a:t>D:/pasar_fix/node_modules/.bun/leaflet@1.9.4/node_modules/leaflet/src/layer/vector/Renderer.getRenderer.js</a:t>
            </a:r>
          </a:p>
          <a:p>
            <a:pPr>
              <a:defRPr sz="1200"/>
            </a:pPr>
            <a:r>
              <a:t>D:/pasar_fix/node_modules/.bun/leaflet@1.9.4/node_modules/leaflet/src/layer/vector/Renderer.js</a:t>
            </a:r>
          </a:p>
          <a:p>
            <a:pPr>
              <a:defRPr sz="1200"/>
            </a:pPr>
            <a:r>
              <a:t>D:/pasar_fix/node_modules/.bun/leaflet@1.9.4/node_modules/leaflet/src/layer/vector/SVG.js</a:t>
            </a:r>
          </a:p>
          <a:p>
            <a:pPr>
              <a:defRPr sz="1200"/>
            </a:pPr>
            <a:r>
              <a:t>D:/pasar_fix/node_modules/.bun/leaflet@1.9.4/node_modules/leaflet/src/layer/vector/SVG.Util.js</a:t>
            </a:r>
          </a:p>
          <a:p>
            <a:pPr>
              <a:defRPr sz="1200"/>
            </a:pPr>
            <a:r>
              <a:t>D:/pasar_fix/node_modules/.bun/leaflet@1.9.4/node_modules/leaflet/src/layer/vector/SVG.VML.js</a:t>
            </a:r>
          </a:p>
          <a:p>
            <a:pPr>
              <a:defRPr sz="1200"/>
            </a:pPr>
            <a:r>
              <a:t>D:/pasar_fix/node_modules/.bun/leaflet@1.9.4/node_modules/leaflet/src/map/index.js</a:t>
            </a:r>
          </a:p>
          <a:p>
            <a:pPr>
              <a:defRPr sz="1200"/>
            </a:pPr>
            <a:r>
              <a:t>D:/pasar_fix/node_modules/.bun/leaflet@1.9.4/node_modules/leaflet/src/map/Map.js</a:t>
            </a:r>
          </a:p>
          <a:p>
            <a:pPr>
              <a:defRPr sz="1200"/>
            </a:pPr>
            <a:r>
              <a:t>D:/pasar_fix/node_modules/.bun/leaflet@1.9.4/node_modules/leaflet/src/map/Map.methodOptions.leafdoc</a:t>
            </a:r>
          </a:p>
          <a:p>
            <a:pPr>
              <a:defRPr sz="1200"/>
            </a:pPr>
            <a:r>
              <a:t>D:/pasar_fix/node_modules/.bun/leaflet@1.9.4/node_modules/leaflet/src/map/handler/Map.BoxZoom.js</a:t>
            </a:r>
          </a:p>
          <a:p>
            <a:pPr>
              <a:defRPr sz="1200"/>
            </a:pPr>
            <a:r>
              <a:t>D:/pasar_fix/node_modules/.bun/leaflet@1.9.4/node_modules/leaflet/src/map/handler/Map.DoubleClickZoom.js</a:t>
            </a:r>
          </a:p>
          <a:p>
            <a:pPr>
              <a:defRPr sz="1200"/>
            </a:pPr>
            <a:r>
              <a:t>D:/pasar_fix/node_modules/.bun/leaflet@1.9.4/node_modules/leaflet/src/map/handler/Map.Drag.js</a:t>
            </a:r>
          </a:p>
          <a:p>
            <a:pPr>
              <a:defRPr sz="1200"/>
            </a:pPr>
            <a:r>
              <a:t>D:/pasar_fix/node_modules/.bun/leaflet@1.9.4/node_modules/leaflet/src/map/handler/Map.Keyboard.js</a:t>
            </a:r>
          </a:p>
          <a:p>
            <a:pPr>
              <a:defRPr sz="1200"/>
            </a:pPr>
            <a:r>
              <a:t>D:/pasar_fix/node_modules/.bun/leaflet@1.9.4/node_modules/leaflet/src/map/handler/Map.ScrollWheelZoom.js</a:t>
            </a:r>
          </a:p>
          <a:p>
            <a:pPr>
              <a:defRPr sz="1200"/>
            </a:pPr>
            <a:r>
              <a:t>D:/pasar_fix/node_modules/.bun/leaflet@1.9.4/node_modules/leaflet/src/map/handler/Map.TapHold.js</a:t>
            </a:r>
          </a:p>
          <a:p>
            <a:pPr>
              <a:defRPr sz="1200"/>
            </a:pPr>
            <a:r>
              <a:t>D:/pasar_fix/node_modules/.bun/leaflet@1.9.4/node_modules/leaflet/src/map/handler/Map.TouchZoom.js</a:t>
            </a:r>
          </a:p>
          <a:p>
            <a:pPr>
              <a:defRPr sz="1200"/>
            </a:pPr>
            <a:r>
              <a:t>D:/pasar_fix/node_modules/.bun/lefthook-windows-x64@1.13.6/node_modules/lefthook-windows-x64/package.json</a:t>
            </a:r>
          </a:p>
          <a:p>
            <a:pPr>
              <a:defRPr sz="1200"/>
            </a:pPr>
            <a:r>
              <a:t>D:/pasar_fix/node_modules/.bun/lefthook-windows-x64@1.13.6/node_modules/lefthook-windows-x64/README.md</a:t>
            </a:r>
          </a:p>
          <a:p>
            <a:pPr>
              <a:defRPr sz="1200"/>
            </a:pPr>
            <a:r>
              <a:t>D:/pasar_fix/node_modules/.bun/lefthook-windows-x64@1.13.6/node_modules/lefthook-windows-x64/bin/lefthook.exe</a:t>
            </a:r>
          </a:p>
          <a:p>
            <a:pPr>
              <a:defRPr sz="1200"/>
            </a:pPr>
            <a:r>
              <a:t>D:/pasar_fix/node_modules/.bun/lefthook@1.13.6/node_modules/.bin/lefthook.bunx</a:t>
            </a:r>
          </a:p>
          <a:p>
            <a:pPr>
              <a:defRPr sz="1200"/>
            </a:pPr>
            <a:r>
              <a:t>D:/pasar_fix/node_modules/.bun/lefthook@1.13.6/node_modules/.bin/lefthook.exe</a:t>
            </a:r>
          </a:p>
          <a:p>
            <a:pPr>
              <a:defRPr sz="1200"/>
            </a:pPr>
            <a:r>
              <a:t>D:/pasar_fix/node_modules/.bun/lefthook@1.13.6/node_modules/lefthook/get-exe.js</a:t>
            </a:r>
          </a:p>
          <a:p>
            <a:pPr>
              <a:defRPr sz="1200"/>
            </a:pPr>
            <a:r>
              <a:t>D:/pasar_fix/node_modules/.bun/lefthook@1.13.6/node_modules/lefthook/package.json</a:t>
            </a:r>
          </a:p>
          <a:p>
            <a:pPr>
              <a:defRPr sz="1200"/>
            </a:pPr>
            <a:r>
              <a:t>D:/pasar_fix/node_modules/.bun/lefthook@1.13.6/node_modules/lefthook/postinstall.js</a:t>
            </a:r>
          </a:p>
          <a:p>
            <a:pPr>
              <a:defRPr sz="1200"/>
            </a:pPr>
            <a:r>
              <a:t>D:/pasar_fix/node_modules/.bun/lefthook@1.13.6/node_modules/lefthook/README.md</a:t>
            </a:r>
          </a:p>
          <a:p>
            <a:pPr>
              <a:defRPr sz="1200"/>
            </a:pPr>
            <a:r>
              <a:t>D:/pasar_fix/node_modules/.bun/lefthook@1.13.6/node_modules/lefthook/schema.json</a:t>
            </a:r>
          </a:p>
          <a:p>
            <a:pPr>
              <a:defRPr sz="1200"/>
            </a:pPr>
            <a:r>
              <a:t>D:/pasar_fix/node_modules/.bun/lefthook@1.13.6/node_modules/lefthook/bin/index.js</a:t>
            </a:r>
          </a:p>
          <a:p>
            <a:pPr>
              <a:defRPr sz="1200"/>
            </a:pPr>
            <a:r>
              <a:t>D:/pasar_fix/node_modules/.bun/leven@3.1.0/node_modules/leven/index.d.ts</a:t>
            </a:r>
          </a:p>
          <a:p>
            <a:pPr>
              <a:defRPr sz="1200"/>
            </a:pPr>
            <a:r>
              <a:t>D:/pasar_fix/node_modules/.bun/leven@3.1.0/node_modules/leven/index.js</a:t>
            </a:r>
          </a:p>
          <a:p>
            <a:pPr>
              <a:defRPr sz="1200"/>
            </a:pPr>
            <a:r>
              <a:t>D:/pasar_fix/node_modules/.bun/leven@3.1.0/node_modules/leven/license</a:t>
            </a:r>
          </a:p>
          <a:p>
            <a:pPr>
              <a:defRPr sz="1200"/>
            </a:pPr>
            <a:r>
              <a:t>D:/pasar_fix/node_modules/.bun/leven@3.1.0/node_modules/leven/package.json</a:t>
            </a:r>
          </a:p>
          <a:p>
            <a:pPr>
              <a:defRPr sz="1200"/>
            </a:pPr>
            <a:r>
              <a:t>D:/pasar_fix/node_modules/.bun/leven@3.1.0/node_modules/leven/readme.md</a:t>
            </a:r>
          </a:p>
          <a:p>
            <a:pPr>
              <a:defRPr sz="1200"/>
            </a:pPr>
            <a:r>
              <a:t>D:/pasar_fix/node_modules/.bun/lightningcss-win32-x64-msvc@1.32.0/node_modules/lightningcss-win32-x64-msvc/LICENSE</a:t>
            </a:r>
          </a:p>
          <a:p>
            <a:pPr>
              <a:defRPr sz="1200"/>
            </a:pPr>
            <a:r>
              <a:t>D:/pasar_fix/node_modules/.bun/lightningcss-win32-x64-msvc@1.32.0/node_modules/lightningcss-win32-x64-msvc/lightningcss.win32-x64-msvc.node</a:t>
            </a:r>
          </a:p>
          <a:p>
            <a:pPr>
              <a:defRPr sz="1200"/>
            </a:pPr>
            <a:r>
              <a:t>D:/pasar_fix/node_modules/.bun/lightningcss-win32-x64-msvc@1.32.0/node_modules/lightningcss-win32-x64-msvc/package.json</a:t>
            </a:r>
          </a:p>
          <a:p>
            <a:pPr>
              <a:defRPr sz="1200"/>
            </a:pPr>
            <a:r>
              <a:t>D:/pasar_fix/node_modules/.bun/lightningcss-win32-x64-msvc@1.32.0/node_modules/lightningcss-win32-x64-msvc/README.md</a:t>
            </a:r>
          </a:p>
          <a:p>
            <a:pPr>
              <a:defRPr sz="1200"/>
            </a:pPr>
            <a:r>
              <a:t>D:/pasar_fix/node_modules/.bun/lightningcss@1.32.0/node_modules/lightningcss/LICENSE</a:t>
            </a:r>
          </a:p>
          <a:p>
            <a:pPr>
              <a:defRPr sz="1200"/>
            </a:pPr>
            <a:r>
              <a:t>D:/pasar_fix/node_modules/.bun/lightningcss@1.32.0/node_modules/lightningcss/package.json</a:t>
            </a:r>
          </a:p>
          <a:p>
            <a:pPr>
              <a:defRPr sz="1200"/>
            </a:pPr>
            <a:r>
              <a:t>D:/pasar_fix/node_modules/.bun/lightningcss@1.32.0/node_modules/lightningcss/README.md</a:t>
            </a:r>
          </a:p>
          <a:p>
            <a:pPr>
              <a:defRPr sz="1200"/>
            </a:pPr>
            <a:r>
              <a:t>D:/pasar_fix/node_modules/.bun/lightningcss@1.32.0/node_modules/lightningcss/node/ast.d.ts</a:t>
            </a:r>
          </a:p>
          <a:p>
            <a:pPr>
              <a:defRPr sz="1200"/>
            </a:pPr>
            <a:r>
              <a:t>D:/pasar_fix/node_modules/.bun/lightningcss@1.32.0/node_modules/lightningcss/node/ast.js.flow</a:t>
            </a:r>
          </a:p>
          <a:p>
            <a:pPr>
              <a:defRPr sz="1200"/>
            </a:pPr>
            <a:r>
              <a:t>D:/pasar_fix/node_modules/.bun/lightningcss@1.32.0/node_modules/lightningcss/node/browserslistToTargets.js</a:t>
            </a:r>
          </a:p>
          <a:p>
            <a:pPr>
              <a:defRPr sz="1200"/>
            </a:pPr>
            <a:r>
              <a:t>D:/pasar_fix/node_modules/.bun/lightningcss@1.32.0/node_modules/lightningcss/node/composeVisitors.js</a:t>
            </a:r>
          </a:p>
          <a:p>
            <a:pPr>
              <a:defRPr sz="1200"/>
            </a:pPr>
            <a:r>
              <a:t>D:/pasar_fix/node_modules/.bun/lightningcss@1.32.0/node_modules/lightningcss/node/flags.js</a:t>
            </a:r>
          </a:p>
          <a:p>
            <a:pPr>
              <a:defRPr sz="1200"/>
            </a:pPr>
            <a:r>
              <a:t>D:/pasar_fix/node_modules/.bun/lightningcss@1.32.0/node_modules/lightningcss/node/index.d.ts</a:t>
            </a:r>
          </a:p>
          <a:p>
            <a:pPr>
              <a:defRPr sz="1200"/>
            </a:pPr>
            <a:r>
              <a:t>D:/pasar_fix/node_modules/.bun/lightningcss@1.32.0/node_modules/lightningcss/node/index.js</a:t>
            </a:r>
          </a:p>
          <a:p>
            <a:pPr>
              <a:defRPr sz="1200"/>
            </a:pPr>
            <a:r>
              <a:t>D:/pasar_fix/node_modules/.bun/lightningcss@1.32.0/node_modules/lightningcss/node/index.js.flow</a:t>
            </a:r>
          </a:p>
          <a:p>
            <a:pPr>
              <a:defRPr sz="1200"/>
            </a:pPr>
            <a:r>
              <a:t>D:/pasar_fix/node_modules/.bun/lightningcss@1.32.0/node_modules/lightningcss/node/index.mjs</a:t>
            </a:r>
          </a:p>
          <a:p>
            <a:pPr>
              <a:defRPr sz="1200"/>
            </a:pPr>
            <a:r>
              <a:t>D:/pasar_fix/node_modules/.bun/lightningcss@1.32.0/node_modules/lightningcss/node/targets.d.ts</a:t>
            </a:r>
          </a:p>
          <a:p>
            <a:pPr>
              <a:defRPr sz="1200"/>
            </a:pPr>
            <a:r>
              <a:t>D:/pasar_fix/node_modules/.bun/lightningcss@1.32.0/node_modules/lightningcss/node/targets.js.flow</a:t>
            </a:r>
          </a:p>
          <a:p>
            <a:pPr>
              <a:defRPr sz="1200"/>
            </a:pPr>
            <a:r>
              <a:t>D:/pasar_fix/node_modules/.bun/lines-and-columns@1.2.4/node_modules/lines-and-columns/LICENSE</a:t>
            </a:r>
          </a:p>
          <a:p>
            <a:pPr>
              <a:defRPr sz="1200"/>
            </a:pPr>
            <a:r>
              <a:t>D:/pasar_fix/node_modules/.bun/lines-and-columns@1.2.4/node_modules/lines-and-columns/package.json</a:t>
            </a:r>
          </a:p>
          <a:p>
            <a:pPr>
              <a:defRPr sz="1200"/>
            </a:pPr>
            <a:r>
              <a:t>D:/pasar_fix/node_modules/.bun/lines-and-columns@1.2.4/node_modules/lines-and-columns/README.md</a:t>
            </a:r>
          </a:p>
          <a:p>
            <a:pPr>
              <a:defRPr sz="1200"/>
            </a:pPr>
            <a:r>
              <a:t>D:/pasar_fix/node_modules/.bun/lines-and-columns@1.2.4/node_modules/lines-and-columns/build/index.d.ts</a:t>
            </a:r>
          </a:p>
          <a:p>
            <a:pPr>
              <a:defRPr sz="1200"/>
            </a:pPr>
            <a:r>
              <a:t>D:/pasar_fix/node_modules/.bun/lines-and-columns@1.2.4/node_modules/lines-and-columns/build/index.js</a:t>
            </a:r>
          </a:p>
          <a:p>
            <a:pPr>
              <a:defRPr sz="1200"/>
            </a:pPr>
            <a:r>
              <a:t>D:/pasar_fix/node_modules/.bun/listhen@1.10.0/node_modules/.bin/jiti.bunx</a:t>
            </a:r>
          </a:p>
          <a:p>
            <a:pPr>
              <a:defRPr sz="1200"/>
            </a:pPr>
            <a:r>
              <a:t>D:/pasar_fix/node_modules/.bun/listhen@1.10.0/node_modules/.bin/jiti.exe</a:t>
            </a:r>
          </a:p>
          <a:p>
            <a:pPr>
              <a:defRPr sz="1200"/>
            </a:pPr>
            <a:r>
              <a:t>D:/pasar_fix/node_modules/.bun/listhen@1.10.0/node_modules/.bin/listen.bunx</a:t>
            </a:r>
          </a:p>
          <a:p>
            <a:pPr>
              <a:defRPr sz="1200"/>
            </a:pPr>
            <a:r>
              <a:t>D:/pasar_fix/node_modules/.bun/listhen@1.10.0/node_modules/.bin/listen.exe</a:t>
            </a:r>
          </a:p>
          <a:p>
            <a:pPr>
              <a:defRPr sz="1200"/>
            </a:pPr>
            <a:r>
              <a:t>D:/pasar_fix/node_modules/.bun/listhen@1.10.0/node_modules/.bin/listhen.bunx</a:t>
            </a:r>
          </a:p>
          <a:p>
            <a:pPr>
              <a:defRPr sz="1200"/>
            </a:pPr>
            <a:r>
              <a:t>D:/pasar_fix/node_modules/.bun/listhen@1.10.0/node_modules/.bin/listhen.exe</a:t>
            </a:r>
          </a:p>
          <a:p>
            <a:pPr>
              <a:defRPr sz="1200"/>
            </a:pPr>
            <a:r>
              <a:t>D:/pasar_fix/node_modules/.bun/listhen@1.10.0/node_modules/.bin/untun.bunx</a:t>
            </a:r>
          </a:p>
          <a:p>
            <a:pPr>
              <a:defRPr sz="1200"/>
            </a:pPr>
            <a:r>
              <a:t>D:/pasar_fix/node_modules/.bun/listhen@1.10.0/node_modules/.bin/untun.exe</a:t>
            </a:r>
          </a:p>
          <a:p>
            <a:pPr>
              <a:defRPr sz="1200"/>
            </a:pPr>
            <a:r>
              <a:t>D:/pasar_fix/node_modules/.bun/listhen@1.10.0/node_modules/listhen/cli.d.ts</a:t>
            </a:r>
          </a:p>
          <a:p>
            <a:pPr>
              <a:defRPr sz="1200"/>
            </a:pPr>
            <a:r>
              <a:t>D:/pasar_fix/node_modules/.bun/listhen@1.10.0/node_modules/listhen/LICENSE</a:t>
            </a:r>
          </a:p>
          <a:p>
            <a:pPr>
              <a:defRPr sz="1200"/>
            </a:pPr>
            <a:r>
              <a:t>D:/pasar_fix/node_modules/.bun/listhen@1.10.0/node_modules/listhen/package.json</a:t>
            </a:r>
          </a:p>
          <a:p>
            <a:pPr>
              <a:defRPr sz="1200"/>
            </a:pPr>
            <a:r>
              <a:t>D:/pasar_fix/node_modules/.bun/listhen@1.10.0/node_modules/listhen/README.md</a:t>
            </a:r>
          </a:p>
          <a:p>
            <a:pPr>
              <a:defRPr sz="1200"/>
            </a:pPr>
            <a:r>
              <a:t>D:/pasar_fix/node_modules/.bun/listhen@1.10.0/node_modules/listhen/bin/listhen.mjs</a:t>
            </a:r>
          </a:p>
          <a:p>
            <a:pPr>
              <a:defRPr sz="1200"/>
            </a:pPr>
            <a:r>
              <a:t>D:/pasar_fix/node_modules/.bun/listhen@1.10.0/node_modules/listhen/dist/cli.cjs</a:t>
            </a:r>
          </a:p>
          <a:p>
            <a:pPr>
              <a:defRPr sz="1200"/>
            </a:pPr>
            <a:r>
              <a:t>D:/pasar_fix/node_modules/.bun/listhen@1.10.0/node_modules/listhen/dist/cli.d.cts</a:t>
            </a:r>
          </a:p>
          <a:p>
            <a:pPr>
              <a:defRPr sz="1200"/>
            </a:pPr>
            <a:r>
              <a:t>D:/pasar_fix/node_modules/.bun/listhen@1.10.0/node_modules/listhen/dist/cli.d.mts</a:t>
            </a:r>
          </a:p>
          <a:p>
            <a:pPr>
              <a:defRPr sz="1200"/>
            </a:pPr>
            <a:r>
              <a:t>D:/pasar_fix/node_modules/.bun/listhen@1.10.0/node_modules/listhen/dist/cli.d.ts</a:t>
            </a:r>
          </a:p>
          <a:p>
            <a:pPr>
              <a:defRPr sz="1200"/>
            </a:pPr>
            <a:r>
              <a:t>D:/pasar_fix/node_modules/.bun/listhen@1.10.0/node_modules/listhen/dist/cli.mjs</a:t>
            </a:r>
          </a:p>
          <a:p>
            <a:pPr>
              <a:defRPr sz="1200"/>
            </a:pPr>
            <a:r>
              <a:t>D:/pasar_fix/node_modules/.bun/listhen@1.10.0/node_modules/listhen/dist/index.cjs</a:t>
            </a:r>
          </a:p>
          <a:p>
            <a:pPr>
              <a:defRPr sz="1200"/>
            </a:pPr>
            <a:r>
              <a:t>D:/pasar_fix/node_modules/.bun/listhen@1.10.0/node_modules/listhen/dist/index.d.cts</a:t>
            </a:r>
          </a:p>
          <a:p>
            <a:pPr>
              <a:defRPr sz="1200"/>
            </a:pPr>
            <a:r>
              <a:t>D:/pasar_fix/node_modules/.bun/listhen@1.10.0/node_modules/listhen/dist/index.d.mts</a:t>
            </a:r>
          </a:p>
          <a:p>
            <a:pPr>
              <a:defRPr sz="1200"/>
            </a:pPr>
            <a:r>
              <a:t>D:/pasar_fix/node_modules/.bun/listhen@1.10.0/node_modules/listhen/dist/index.d.ts</a:t>
            </a:r>
          </a:p>
          <a:p>
            <a:pPr>
              <a:defRPr sz="1200"/>
            </a:pPr>
            <a:r>
              <a:t>D:/pasar_fix/node_modules/.bun/listhen@1.10.0/node_modules/listhen/dist/index.mjs</a:t>
            </a:r>
          </a:p>
          <a:p>
            <a:pPr>
              <a:defRPr sz="1200"/>
            </a:pPr>
            <a:r>
              <a:t>D:/pasar_fix/node_modules/.bun/listhen@1.10.0/node_modules/listhen/dist/chunks/xdg-open.cjs</a:t>
            </a:r>
          </a:p>
          <a:p>
            <a:pPr>
              <a:defRPr sz="1200"/>
            </a:pPr>
            <a:r>
              <a:t>D:/pasar_fix/node_modules/.bun/listhen@1.10.0/node_modules/listhen/dist/chunks/xdg-open.mjs</a:t>
            </a:r>
          </a:p>
          <a:p>
            <a:pPr>
              <a:defRPr sz="1200"/>
            </a:pPr>
            <a:r>
              <a:t>D:/pasar_fix/node_modules/.bun/listhen@1.10.0/node_modules/listhen/dist/shared/listhen.BgWF2Mzc.mjs</a:t>
            </a:r>
          </a:p>
          <a:p>
            <a:pPr>
              <a:defRPr sz="1200"/>
            </a:pPr>
            <a:r>
              <a:t>D:/pasar_fix/node_modules/.bun/listhen@1.10.0/node_modules/listhen/dist/shared/listhen.Dh3trXcM.d.cts</a:t>
            </a:r>
          </a:p>
          <a:p>
            <a:pPr>
              <a:defRPr sz="1200"/>
            </a:pPr>
            <a:r>
              <a:t>D:/pasar_fix/node_modules/.bun/listhen@1.10.0/node_modules/listhen/dist/shared/listhen.Dh3trXcM.d.mts</a:t>
            </a:r>
          </a:p>
          <a:p>
            <a:pPr>
              <a:defRPr sz="1200"/>
            </a:pPr>
            <a:r>
              <a:t>D:/pasar_fix/node_modules/.bun/listhen@1.10.0/node_modules/listhen/dist/shared/listhen.Dh3trXcM.d.ts</a:t>
            </a:r>
          </a:p>
          <a:p>
            <a:pPr>
              <a:defRPr sz="1200"/>
            </a:pPr>
            <a:r>
              <a:t>D:/pasar_fix/node_modules/.bun/listhen@1.10.0/node_modules/listhen/dist/shared/listhen.DmCHmEQ1.cjs</a:t>
            </a:r>
          </a:p>
          <a:p>
            <a:pPr>
              <a:defRPr sz="1200"/>
            </a:pPr>
            <a:r>
              <a:t>D:/pasar_fix/node_modules/.bun/local-pkg@1.1.2/node_modules/local-pkg/LICENSE</a:t>
            </a:r>
          </a:p>
          <a:p>
            <a:pPr>
              <a:defRPr sz="1200"/>
            </a:pPr>
            <a:r>
              <a:t>D:/pasar_fix/node_modules/.bun/local-pkg@1.1.2/node_modules/local-pkg/package.json</a:t>
            </a:r>
          </a:p>
          <a:p>
            <a:pPr>
              <a:defRPr sz="1200"/>
            </a:pPr>
            <a:r>
              <a:t>D:/pasar_fix/node_modules/.bun/local-pkg@1.1.2/node_modules/local-pkg/README.md</a:t>
            </a:r>
          </a:p>
          <a:p>
            <a:pPr>
              <a:defRPr sz="1200"/>
            </a:pPr>
            <a:r>
              <a:t>D:/pasar_fix/node_modules/.bun/local-pkg@1.1.2/node_modules/local-pkg/dist/index.cjs</a:t>
            </a:r>
          </a:p>
          <a:p>
            <a:pPr>
              <a:defRPr sz="1200"/>
            </a:pPr>
            <a:r>
              <a:t>D:/pasar_fix/node_modules/.bun/local-pkg@1.1.2/node_modules/local-pkg/dist/index.d.cts</a:t>
            </a:r>
          </a:p>
          <a:p>
            <a:pPr>
              <a:defRPr sz="1200"/>
            </a:pPr>
            <a:r>
              <a:t>D:/pasar_fix/node_modules/.bun/local-pkg@1.1.2/node_modules/local-pkg/dist/index.d.mts</a:t>
            </a:r>
          </a:p>
          <a:p>
            <a:pPr>
              <a:defRPr sz="1200"/>
            </a:pPr>
            <a:r>
              <a:t>D:/pasar_fix/node_modules/.bun/local-pkg@1.1.2/node_modules/local-pkg/dist/index.d.ts</a:t>
            </a:r>
          </a:p>
          <a:p>
            <a:pPr>
              <a:defRPr sz="1200"/>
            </a:pPr>
            <a:r>
              <a:t>D:/pasar_fix/node_modules/.bun/local-pkg@1.1.2/node_modules/local-pkg/dist/index.mjs</a:t>
            </a:r>
          </a:p>
          <a:p>
            <a:pPr>
              <a:defRPr sz="1200"/>
            </a:pPr>
            <a:r>
              <a:t>D:/pasar_fix/node_modules/.bun/lodash-es@4.18.1/node_modules/lodash-es/add.js</a:t>
            </a:r>
          </a:p>
          <a:p>
            <a:pPr>
              <a:defRPr sz="1200"/>
            </a:pPr>
            <a:r>
              <a:t>D:/pasar_fix/node_modules/.bun/lodash-es@4.18.1/node_modules/lodash-es/after.js</a:t>
            </a:r>
          </a:p>
          <a:p>
            <a:pPr>
              <a:defRPr sz="1200"/>
            </a:pPr>
            <a:r>
              <a:t>D:/pasar_fix/node_modules/.bun/lodash-es@4.18.1/node_modules/lodash-es/array.default.js</a:t>
            </a:r>
          </a:p>
          <a:p>
            <a:pPr>
              <a:defRPr sz="1200"/>
            </a:pPr>
            <a:r>
              <a:t>D:/pasar_fix/node_modules/.bun/lodash-es@4.18.1/node_modules/lodash-es/array.js</a:t>
            </a:r>
          </a:p>
          <a:p>
            <a:pPr>
              <a:defRPr sz="1200"/>
            </a:pPr>
            <a:r>
              <a:t>D:/pasar_fix/node_modules/.bun/lodash-es@4.18.1/node_modules/lodash-es/ary.js</a:t>
            </a:r>
          </a:p>
          <a:p>
            <a:pPr>
              <a:defRPr sz="1200"/>
            </a:pPr>
            <a:r>
              <a:t>D:/pasar_fix/node_modules/.bun/lodash-es@4.18.1/node_modules/lodash-es/assign.js</a:t>
            </a:r>
          </a:p>
          <a:p>
            <a:pPr>
              <a:defRPr sz="1200"/>
            </a:pPr>
            <a:r>
              <a:t>D:/pasar_fix/node_modules/.bun/lodash-es@4.18.1/node_modules/lodash-es/assignIn.js</a:t>
            </a:r>
          </a:p>
          <a:p>
            <a:pPr>
              <a:defRPr sz="1200"/>
            </a:pPr>
            <a:r>
              <a:t>D:/pasar_fix/node_modules/.bun/lodash-es@4.18.1/node_modules/lodash-es/assignInWith.js</a:t>
            </a:r>
          </a:p>
          <a:p>
            <a:pPr>
              <a:defRPr sz="1200"/>
            </a:pPr>
            <a:r>
              <a:t>D:/pasar_fix/node_modules/.bun/lodash-es@4.18.1/node_modules/lodash-es/assignWith.js</a:t>
            </a:r>
          </a:p>
          <a:p>
            <a:pPr>
              <a:defRPr sz="1200"/>
            </a:pPr>
            <a:r>
              <a:t>D:/pasar_fix/node_modules/.bun/lodash-es@4.18.1/node_modules/lodash-es/at.js</a:t>
            </a:r>
          </a:p>
          <a:p>
            <a:pPr>
              <a:defRPr sz="1200"/>
            </a:pPr>
            <a:r>
              <a:t>D:/pasar_fix/node_modules/.bun/lodash-es@4.18.1/node_modules/lodash-es/attempt.js</a:t>
            </a:r>
          </a:p>
          <a:p>
            <a:pPr>
              <a:defRPr sz="1200"/>
            </a:pPr>
            <a:r>
              <a:t>D:/pasar_fix/node_modules/.bun/lodash-es@4.18.1/node_modules/lodash-es/before.js</a:t>
            </a:r>
          </a:p>
          <a:p>
            <a:pPr>
              <a:defRPr sz="1200"/>
            </a:pPr>
            <a:r>
              <a:t>D:/pasar_fix/node_modules/.bun/lodash-es@4.18.1/node_modules/lodash-es/bind.js</a:t>
            </a:r>
          </a:p>
          <a:p>
            <a:pPr>
              <a:defRPr sz="1200"/>
            </a:pPr>
            <a:r>
              <a:t>D:/pasar_fix/node_modules/.bun/lodash-es@4.18.1/node_modules/lodash-es/bindAll.js</a:t>
            </a:r>
          </a:p>
          <a:p>
            <a:pPr>
              <a:defRPr sz="1200"/>
            </a:pPr>
            <a:r>
              <a:t>D:/pasar_fix/node_modules/.bun/lodash-es@4.18.1/node_modules/lodash-es/bindKey.js</a:t>
            </a:r>
          </a:p>
          <a:p>
            <a:pPr>
              <a:defRPr sz="1200"/>
            </a:pPr>
            <a:r>
              <a:t>D:/pasar_fix/node_modules/.bun/lodash-es@4.18.1/node_modules/lodash-es/camelCase.js</a:t>
            </a:r>
          </a:p>
          <a:p>
            <a:pPr>
              <a:defRPr sz="1200"/>
            </a:pPr>
            <a:r>
              <a:t>D:/pasar_fix/node_modules/.bun/lodash-es@4.18.1/node_modules/lodash-es/capitalize.js</a:t>
            </a:r>
          </a:p>
          <a:p>
            <a:pPr>
              <a:defRPr sz="1200"/>
            </a:pPr>
            <a:r>
              <a:t>D:/pasar_fix/node_modules/.bun/lodash-es@4.18.1/node_modules/lodash-es/castArray.js</a:t>
            </a:r>
          </a:p>
          <a:p>
            <a:pPr>
              <a:defRPr sz="1200"/>
            </a:pPr>
            <a:r>
              <a:t>D:/pasar_fix/node_modules/.bun/lodash-es@4.18.1/node_modules/lodash-es/ceil.js</a:t>
            </a:r>
          </a:p>
          <a:p>
            <a:pPr>
              <a:defRPr sz="1200"/>
            </a:pPr>
            <a:r>
              <a:t>D:/pasar_fix/node_modules/.bun/lodash-es@4.18.1/node_modules/lodash-es/chain.js</a:t>
            </a:r>
          </a:p>
          <a:p>
            <a:pPr>
              <a:defRPr sz="1200"/>
            </a:pPr>
            <a:r>
              <a:t>D:/pasar_fix/node_modules/.bun/lodash-es@4.18.1/node_modules/lodash-es/chunk.js</a:t>
            </a:r>
          </a:p>
          <a:p>
            <a:pPr>
              <a:defRPr sz="1200"/>
            </a:pPr>
            <a:r>
              <a:t>D:/pasar_fix/node_modules/.bun/lodash-es@4.18.1/node_modules/lodash-es/clamp.js</a:t>
            </a:r>
          </a:p>
          <a:p>
            <a:pPr>
              <a:defRPr sz="1200"/>
            </a:pPr>
            <a:r>
              <a:t>D:/pasar_fix/node_modules/.bun/lodash-es@4.18.1/node_modules/lodash-es/clone.js</a:t>
            </a:r>
          </a:p>
          <a:p>
            <a:pPr>
              <a:defRPr sz="1200"/>
            </a:pPr>
            <a:r>
              <a:t>D:/pasar_fix/node_modules/.bun/lodash-es@4.18.1/node_modules/lodash-es/cloneDeep.js</a:t>
            </a:r>
          </a:p>
          <a:p>
            <a:pPr>
              <a:defRPr sz="1200"/>
            </a:pPr>
            <a:r>
              <a:t>D:/pasar_fix/node_modules/.bun/lodash-es@4.18.1/node_modules/lodash-es/cloneDeepWith.js</a:t>
            </a:r>
          </a:p>
          <a:p>
            <a:pPr>
              <a:defRPr sz="1200"/>
            </a:pPr>
            <a:r>
              <a:t>D:/pasar_fix/node_modules/.bun/lodash-es@4.18.1/node_modules/lodash-es/cloneWith.js</a:t>
            </a:r>
          </a:p>
          <a:p>
            <a:pPr>
              <a:defRPr sz="1200"/>
            </a:pPr>
            <a:r>
              <a:t>D:/pasar_fix/node_modules/.bun/lodash-es@4.18.1/node_modules/lodash-es/collection.default.js</a:t>
            </a:r>
          </a:p>
          <a:p>
            <a:pPr>
              <a:defRPr sz="1200"/>
            </a:pPr>
            <a:r>
              <a:t>D:/pasar_fix/node_modules/.bun/lodash-es@4.18.1/node_modules/lodash-es/collection.js</a:t>
            </a:r>
          </a:p>
          <a:p>
            <a:pPr>
              <a:defRPr sz="1200"/>
            </a:pPr>
            <a:r>
              <a:t>D:/pasar_fix/node_modules/.bun/lodash-es@4.18.1/node_modules/lodash-es/commit.js</a:t>
            </a:r>
          </a:p>
          <a:p>
            <a:pPr>
              <a:defRPr sz="1200"/>
            </a:pPr>
            <a:r>
              <a:t>D:/pasar_fix/node_modules/.bun/lodash-es@4.18.1/node_modules/lodash-es/compact.js</a:t>
            </a:r>
          </a:p>
          <a:p>
            <a:pPr>
              <a:defRPr sz="1200"/>
            </a:pPr>
            <a:r>
              <a:t>D:/pasar_fix/node_modules/.bun/lodash-es@4.18.1/node_modules/lodash-es/concat.js</a:t>
            </a:r>
          </a:p>
          <a:p>
            <a:pPr>
              <a:defRPr sz="1200"/>
            </a:pPr>
            <a:r>
              <a:t>D:/pasar_fix/node_modules/.bun/lodash-es@4.18.1/node_modules/lodash-es/cond.js</a:t>
            </a:r>
          </a:p>
          <a:p>
            <a:pPr>
              <a:defRPr sz="1200"/>
            </a:pPr>
            <a:r>
              <a:t>D:/pasar_fix/node_modules/.bun/lodash-es@4.18.1/node_modules/lodash-es/conforms.js</a:t>
            </a:r>
          </a:p>
          <a:p>
            <a:pPr>
              <a:defRPr sz="1200"/>
            </a:pPr>
            <a:r>
              <a:t>D:/pasar_fix/node_modules/.bun/lodash-es@4.18.1/node_modules/lodash-es/conformsTo.js</a:t>
            </a:r>
          </a:p>
          <a:p>
            <a:pPr>
              <a:defRPr sz="1200"/>
            </a:pPr>
            <a:r>
              <a:t>D:/pasar_fix/node_modules/.bun/lodash-es@4.18.1/node_modules/lodash-es/constant.js</a:t>
            </a:r>
          </a:p>
          <a:p>
            <a:pPr>
              <a:defRPr sz="1200"/>
            </a:pPr>
            <a:r>
              <a:t>D:/pasar_fix/node_modules/.bun/lodash-es@4.18.1/node_modules/lodash-es/countBy.js</a:t>
            </a:r>
          </a:p>
          <a:p>
            <a:pPr>
              <a:defRPr sz="1200"/>
            </a:pPr>
            <a:r>
              <a:t>D:/pasar_fix/node_modules/.bun/lodash-es@4.18.1/node_modules/lodash-es/create.js</a:t>
            </a:r>
          </a:p>
          <a:p>
            <a:pPr>
              <a:defRPr sz="1200"/>
            </a:pPr>
            <a:r>
              <a:t>D:/pasar_fix/node_modules/.bun/lodash-es@4.18.1/node_modules/lodash-es/curry.js</a:t>
            </a:r>
          </a:p>
          <a:p>
            <a:pPr>
              <a:defRPr sz="1200"/>
            </a:pPr>
            <a:r>
              <a:t>D:/pasar_fix/node_modules/.bun/lodash-es@4.18.1/node_modules/lodash-es/curryRight.js</a:t>
            </a:r>
          </a:p>
          <a:p>
            <a:pPr>
              <a:defRPr sz="1200"/>
            </a:pPr>
            <a:r>
              <a:t>D:/pasar_fix/node_modules/.bun/lodash-es@4.18.1/node_modules/lodash-es/date.default.js</a:t>
            </a:r>
          </a:p>
          <a:p>
            <a:pPr>
              <a:defRPr sz="1200"/>
            </a:pPr>
            <a:r>
              <a:t>D:/pasar_fix/node_modules/.bun/lodash-es@4.18.1/node_modules/lodash-es/date.js</a:t>
            </a:r>
          </a:p>
          <a:p>
            <a:pPr>
              <a:defRPr sz="1200"/>
            </a:pPr>
            <a:r>
              <a:t>D:/pasar_fix/node_modules/.bun/lodash-es@4.18.1/node_modules/lodash-es/debounce.js</a:t>
            </a:r>
          </a:p>
          <a:p>
            <a:pPr>
              <a:defRPr sz="1200"/>
            </a:pPr>
            <a:r>
              <a:t>D:/pasar_fix/node_modules/.bun/lodash-es@4.18.1/node_modules/lodash-es/deburr.js</a:t>
            </a:r>
          </a:p>
          <a:p>
            <a:pPr>
              <a:defRPr sz="1200"/>
            </a:pPr>
            <a:r>
              <a:t>D:/pasar_fix/node_modules/.bun/lodash-es@4.18.1/node_modules/lodash-es/defaults.js</a:t>
            </a:r>
          </a:p>
          <a:p>
            <a:pPr>
              <a:defRPr sz="1200"/>
            </a:pPr>
            <a:r>
              <a:t>D:/pasar_fix/node_modules/.bun/lodash-es@4.18.1/node_modules/lodash-es/defaultsDeep.js</a:t>
            </a:r>
          </a:p>
          <a:p>
            <a:pPr>
              <a:defRPr sz="1200"/>
            </a:pPr>
            <a:r>
              <a:t>D:/pasar_fix/node_modules/.bun/lodash-es@4.18.1/node_modules/lodash-es/defaultTo.js</a:t>
            </a:r>
          </a:p>
          <a:p>
            <a:pPr>
              <a:defRPr sz="1200"/>
            </a:pPr>
            <a:r>
              <a:t>D:/pasar_fix/node_modules/.bun/lodash-es@4.18.1/node_modules/lodash-es/defer.js</a:t>
            </a:r>
          </a:p>
          <a:p>
            <a:pPr>
              <a:defRPr sz="1200"/>
            </a:pPr>
            <a:r>
              <a:t>D:/pasar_fix/node_modules/.bun/lodash-es@4.18.1/node_modules/lodash-es/delay.js</a:t>
            </a:r>
          </a:p>
          <a:p>
            <a:pPr>
              <a:defRPr sz="1200"/>
            </a:pPr>
            <a:r>
              <a:t>D:/pasar_fix/node_modules/.bun/lodash-es@4.18.1/node_modules/lodash-es/difference.js</a:t>
            </a:r>
          </a:p>
          <a:p>
            <a:pPr>
              <a:defRPr sz="1200"/>
            </a:pPr>
            <a:r>
              <a:t>D:/pasar_fix/node_modules/.bun/lodash-es@4.18.1/node_modules/lodash-es/differenceBy.js</a:t>
            </a:r>
          </a:p>
          <a:p>
            <a:pPr>
              <a:defRPr sz="1200"/>
            </a:pPr>
            <a:r>
              <a:t>D:/pasar_fix/node_modules/.bun/lodash-es@4.18.1/node_modules/lodash-es/differenceWith.js</a:t>
            </a:r>
          </a:p>
          <a:p>
            <a:pPr>
              <a:defRPr sz="1200"/>
            </a:pPr>
            <a:r>
              <a:t>D:/pasar_fix/node_modules/.bun/lodash-es@4.18.1/node_modules/lodash-es/divide.js</a:t>
            </a:r>
          </a:p>
          <a:p>
            <a:pPr>
              <a:defRPr sz="1200"/>
            </a:pPr>
            <a:r>
              <a:t>D:/pasar_fix/node_modules/.bun/lodash-es@4.18.1/node_modules/lodash-es/drop.js</a:t>
            </a:r>
          </a:p>
          <a:p>
            <a:pPr>
              <a:defRPr sz="1200"/>
            </a:pPr>
            <a:r>
              <a:t>D:/pasar_fix/node_modules/.bun/lodash-es@4.18.1/node_modules/lodash-es/dropRight.js</a:t>
            </a:r>
          </a:p>
          <a:p>
            <a:pPr>
              <a:defRPr sz="1200"/>
            </a:pPr>
            <a:r>
              <a:t>D:/pasar_fix/node_modules/.bun/lodash-es@4.18.1/node_modules/lodash-es/dropRightWhile.js</a:t>
            </a:r>
          </a:p>
          <a:p>
            <a:pPr>
              <a:defRPr sz="1200"/>
            </a:pPr>
            <a:r>
              <a:t>D:/pasar_fix/node_modules/.bun/lodash-es@4.18.1/node_modules/lodash-es/dropWhile.js</a:t>
            </a:r>
          </a:p>
          <a:p>
            <a:pPr>
              <a:defRPr sz="1200"/>
            </a:pPr>
            <a:r>
              <a:t>D:/pasar_fix/node_modules/.bun/lodash-es@4.18.1/node_modules/lodash-es/each.js</a:t>
            </a:r>
          </a:p>
          <a:p>
            <a:pPr>
              <a:defRPr sz="1200"/>
            </a:pPr>
            <a:r>
              <a:t>D:/pasar_fix/node_modules/.bun/lodash-es@4.18.1/node_modules/lodash-es/eachRight.js</a:t>
            </a:r>
          </a:p>
          <a:p>
            <a:pPr>
              <a:defRPr sz="1200"/>
            </a:pPr>
            <a:r>
              <a:t>D:/pasar_fix/node_modules/.bun/lodash-es@4.18.1/node_modules/lodash-es/endsWith.js</a:t>
            </a:r>
          </a:p>
          <a:p>
            <a:pPr>
              <a:defRPr sz="1200"/>
            </a:pPr>
            <a:r>
              <a:t>D:/pasar_fix/node_modules/.bun/lodash-es@4.18.1/node_modules/lodash-es/entries.js</a:t>
            </a:r>
          </a:p>
          <a:p>
            <a:pPr>
              <a:defRPr sz="1200"/>
            </a:pPr>
            <a:r>
              <a:t>D:/pasar_fix/node_modules/.bun/lodash-es@4.18.1/node_modules/lodash-es/entriesIn.js</a:t>
            </a:r>
          </a:p>
          <a:p>
            <a:pPr>
              <a:defRPr sz="1200"/>
            </a:pPr>
            <a:r>
              <a:t>D:/pasar_fix/node_modules/.bun/lodash-es@4.18.1/node_modules/lodash-es/eq.js</a:t>
            </a:r>
          </a:p>
          <a:p>
            <a:pPr>
              <a:defRPr sz="1200"/>
            </a:pPr>
            <a:r>
              <a:t>D:/pasar_fix/node_modules/.bun/lodash-es@4.18.1/node_modules/lodash-es/escape.js</a:t>
            </a:r>
          </a:p>
          <a:p>
            <a:pPr>
              <a:defRPr sz="1200"/>
            </a:pPr>
            <a:r>
              <a:t>D:/pasar_fix/node_modules/.bun/lodash-es@4.18.1/node_modules/lodash-es/escapeRegExp.js</a:t>
            </a:r>
          </a:p>
          <a:p>
            <a:pPr>
              <a:defRPr sz="1200"/>
            </a:pPr>
            <a:r>
              <a:t>D:/pasar_fix/node_modules/.bun/lodash-es@4.18.1/node_modules/lodash-es/every.js</a:t>
            </a:r>
          </a:p>
          <a:p>
            <a:pPr>
              <a:defRPr sz="1200"/>
            </a:pPr>
            <a:r>
              <a:t>D:/pasar_fix/node_modules/.bun/lodash-es@4.18.1/node_modules/lodash-es/extend.js</a:t>
            </a:r>
          </a:p>
          <a:p>
            <a:pPr>
              <a:defRPr sz="1200"/>
            </a:pPr>
            <a:r>
              <a:t>D:/pasar_fix/node_modules/.bun/lodash-es@4.18.1/node_modules/lodash-es/extendWith.js</a:t>
            </a:r>
          </a:p>
          <a:p>
            <a:pPr>
              <a:defRPr sz="1200"/>
            </a:pPr>
            <a:r>
              <a:t>D:/pasar_fix/node_modules/.bun/lodash-es@4.18.1/node_modules/lodash-es/fill.js</a:t>
            </a:r>
          </a:p>
          <a:p>
            <a:pPr>
              <a:defRPr sz="1200"/>
            </a:pPr>
            <a:r>
              <a:t>D:/pasar_fix/node_modules/.bun/lodash-es@4.18.1/node_modules/lodash-es/filter.js</a:t>
            </a:r>
          </a:p>
          <a:p>
            <a:pPr>
              <a:defRPr sz="1200"/>
            </a:pPr>
            <a:r>
              <a:t>D:/pasar_fix/node_modules/.bun/lodash-es@4.18.1/node_modules/lodash-es/find.js</a:t>
            </a:r>
          </a:p>
          <a:p>
            <a:pPr>
              <a:defRPr sz="1200"/>
            </a:pPr>
            <a:r>
              <a:t>D:/pasar_fix/node_modules/.bun/lodash-es@4.18.1/node_modules/lodash-es/findIndex.js</a:t>
            </a:r>
          </a:p>
          <a:p>
            <a:pPr>
              <a:defRPr sz="1200"/>
            </a:pPr>
            <a:r>
              <a:t>D:/pasar_fix/node_modules/.bun/lodash-es@4.18.1/node_modules/lodash-es/findKey.js</a:t>
            </a:r>
          </a:p>
          <a:p>
            <a:pPr>
              <a:defRPr sz="1200"/>
            </a:pPr>
            <a:r>
              <a:t>D:/pasar_fix/node_modules/.bun/lodash-es@4.18.1/node_modules/lodash-es/findLast.js</a:t>
            </a:r>
          </a:p>
          <a:p>
            <a:pPr>
              <a:defRPr sz="1200"/>
            </a:pPr>
            <a:r>
              <a:t>D:/pasar_fix/node_modules/.bun/lodash-es@4.18.1/node_modules/lodash-es/findLastIndex.js</a:t>
            </a:r>
          </a:p>
          <a:p>
            <a:pPr>
              <a:defRPr sz="1200"/>
            </a:pPr>
            <a:r>
              <a:t>D:/pasar_fix/node_modules/.bun/lodash-es@4.18.1/node_modules/lodash-es/findLastKey.js</a:t>
            </a:r>
          </a:p>
          <a:p>
            <a:pPr>
              <a:defRPr sz="1200"/>
            </a:pPr>
            <a:r>
              <a:t>D:/pasar_fix/node_modules/.bun/lodash-es@4.18.1/node_modules/lodash-es/first.js</a:t>
            </a:r>
          </a:p>
          <a:p>
            <a:pPr>
              <a:defRPr sz="1200"/>
            </a:pPr>
            <a:r>
              <a:t>D:/pasar_fix/node_modules/.bun/lodash-es@4.18.1/node_modules/lodash-es/flatMap.js</a:t>
            </a:r>
          </a:p>
          <a:p>
            <a:pPr>
              <a:defRPr sz="1200"/>
            </a:pPr>
            <a:r>
              <a:t>D:/pasar_fix/node_modules/.bun/lodash-es@4.18.1/node_modules/lodash-es/flatMapDeep.js</a:t>
            </a:r>
          </a:p>
          <a:p>
            <a:pPr>
              <a:defRPr sz="1200"/>
            </a:pPr>
            <a:r>
              <a:t>D:/pasar_fix/node_modules/.bun/lodash-es@4.18.1/node_modules/lodash-es/flatMapDepth.js</a:t>
            </a:r>
          </a:p>
          <a:p>
            <a:pPr>
              <a:defRPr sz="1200"/>
            </a:pPr>
            <a:r>
              <a:t>D:/pasar_fix/node_modules/.bun/lodash-es@4.18.1/node_modules/lodash-es/flatten.js</a:t>
            </a:r>
          </a:p>
          <a:p>
            <a:pPr>
              <a:defRPr sz="1200"/>
            </a:pPr>
            <a:r>
              <a:t>D:/pasar_fix/node_modules/.bun/lodash-es@4.18.1/node_modules/lodash-es/flattenDeep.js</a:t>
            </a:r>
          </a:p>
          <a:p>
            <a:pPr>
              <a:defRPr sz="1200"/>
            </a:pPr>
            <a:r>
              <a:t>D:/pasar_fix/node_modules/.bun/lodash-es@4.18.1/node_modules/lodash-es/flattenDepth.js</a:t>
            </a:r>
          </a:p>
          <a:p>
            <a:pPr>
              <a:defRPr sz="1200"/>
            </a:pPr>
            <a:r>
              <a:t>D:/pasar_fix/node_modules/.bun/lodash-es@4.18.1/node_modules/lodash-es/flip.js</a:t>
            </a:r>
          </a:p>
          <a:p>
            <a:pPr>
              <a:defRPr sz="1200"/>
            </a:pPr>
            <a:r>
              <a:t>D:/pasar_fix/node_modules/.bun/lodash-es@4.18.1/node_modules/lodash-es/floor.js</a:t>
            </a:r>
          </a:p>
          <a:p>
            <a:pPr>
              <a:defRPr sz="1200"/>
            </a:pPr>
            <a:r>
              <a:t>D:/pasar_fix/node_modules/.bun/lodash-es@4.18.1/node_modules/lodash-es/flow.js</a:t>
            </a:r>
          </a:p>
          <a:p>
            <a:pPr>
              <a:defRPr sz="1200"/>
            </a:pPr>
            <a:r>
              <a:t>D:/pasar_fix/node_modules/.bun/lodash-es@4.18.1/node_modules/lodash-es/flowRight.js</a:t>
            </a:r>
          </a:p>
          <a:p>
            <a:pPr>
              <a:defRPr sz="1200"/>
            </a:pPr>
            <a:r>
              <a:t>D:/pasar_fix/node_modules/.bun/lodash-es@4.18.1/node_modules/lodash-es/forEach.js</a:t>
            </a:r>
          </a:p>
          <a:p>
            <a:pPr>
              <a:defRPr sz="1200"/>
            </a:pPr>
            <a:r>
              <a:t>D:/pasar_fix/node_modules/.bun/lodash-es@4.18.1/node_modules/lodash-es/forEachRight.js</a:t>
            </a:r>
          </a:p>
          <a:p>
            <a:pPr>
              <a:defRPr sz="1200"/>
            </a:pPr>
            <a:r>
              <a:t>D:/pasar_fix/node_modules/.bun/lodash-es@4.18.1/node_modules/lodash-es/forIn.js</a:t>
            </a:r>
          </a:p>
          <a:p>
            <a:pPr>
              <a:defRPr sz="1200"/>
            </a:pPr>
            <a:r>
              <a:t>D:/pasar_fix/node_modules/.bun/lodash-es@4.18.1/node_modules/lodash-es/forInRight.js</a:t>
            </a:r>
          </a:p>
          <a:p>
            <a:pPr>
              <a:defRPr sz="1200"/>
            </a:pPr>
            <a:r>
              <a:t>D:/pasar_fix/node_modules/.bun/lodash-es@4.18.1/node_modules/lodash-es/forOwn.js</a:t>
            </a:r>
          </a:p>
          <a:p>
            <a:pPr>
              <a:defRPr sz="1200"/>
            </a:pPr>
            <a:r>
              <a:t>D:/pasar_fix/node_modules/.bun/lodash-es@4.18.1/node_modules/lodash-es/forOwnRight.js</a:t>
            </a:r>
          </a:p>
          <a:p>
            <a:pPr>
              <a:defRPr sz="1200"/>
            </a:pPr>
            <a:r>
              <a:t>D:/pasar_fix/node_modules/.bun/lodash-es@4.18.1/node_modules/lodash-es/fromPairs.js</a:t>
            </a:r>
          </a:p>
          <a:p>
            <a:pPr>
              <a:defRPr sz="1200"/>
            </a:pPr>
            <a:r>
              <a:t>D:/pasar_fix/node_modules/.bun/lodash-es@4.18.1/node_modules/lodash-es/function.default.js</a:t>
            </a:r>
          </a:p>
          <a:p>
            <a:pPr>
              <a:defRPr sz="1200"/>
            </a:pPr>
            <a:r>
              <a:t>D:/pasar_fix/node_modules/.bun/lodash-es@4.18.1/node_modules/lodash-es/function.js</a:t>
            </a:r>
          </a:p>
          <a:p>
            <a:pPr>
              <a:defRPr sz="1200"/>
            </a:pPr>
            <a:r>
              <a:t>D:/pasar_fix/node_modules/.bun/lodash-es@4.18.1/node_modules/lodash-es/functions.js</a:t>
            </a:r>
          </a:p>
          <a:p>
            <a:pPr>
              <a:defRPr sz="1200"/>
            </a:pPr>
            <a:r>
              <a:t>D:/pasar_fix/node_modules/.bun/lodash-es@4.18.1/node_modules/lodash-es/functionsIn.js</a:t>
            </a:r>
          </a:p>
          <a:p>
            <a:pPr>
              <a:defRPr sz="1200"/>
            </a:pPr>
            <a:r>
              <a:t>D:/pasar_fix/node_modules/.bun/lodash-es@4.18.1/node_modules/lodash-es/get.js</a:t>
            </a:r>
          </a:p>
          <a:p>
            <a:pPr>
              <a:defRPr sz="1200"/>
            </a:pPr>
            <a:r>
              <a:t>D:/pasar_fix/node_modules/.bun/lodash-es@4.18.1/node_modules/lodash-es/groupBy.js</a:t>
            </a:r>
          </a:p>
          <a:p>
            <a:pPr>
              <a:defRPr sz="1200"/>
            </a:pPr>
            <a:r>
              <a:t>D:/pasar_fix/node_modules/.bun/lodash-es@4.18.1/node_modules/lodash-es/gt.js</a:t>
            </a:r>
          </a:p>
          <a:p>
            <a:pPr>
              <a:defRPr sz="1200"/>
            </a:pPr>
            <a:r>
              <a:t>D:/pasar_fix/node_modules/.bun/lodash-es@4.18.1/node_modules/lodash-es/gte.js</a:t>
            </a:r>
          </a:p>
          <a:p>
            <a:pPr>
              <a:defRPr sz="1200"/>
            </a:pPr>
            <a:r>
              <a:t>D:/pasar_fix/node_modules/.bun/lodash-es@4.18.1/node_modules/lodash-es/has.js</a:t>
            </a:r>
          </a:p>
          <a:p>
            <a:pPr>
              <a:defRPr sz="1200"/>
            </a:pPr>
            <a:r>
              <a:t>D:/pasar_fix/node_modules/.bun/lodash-es@4.18.1/node_modules/lodash-es/hasIn.js</a:t>
            </a:r>
          </a:p>
          <a:p>
            <a:pPr>
              <a:defRPr sz="1200"/>
            </a:pPr>
            <a:r>
              <a:t>D:/pasar_fix/node_modules/.bun/lodash-es@4.18.1/node_modules/lodash-es/head.js</a:t>
            </a:r>
          </a:p>
          <a:p>
            <a:pPr>
              <a:defRPr sz="1200"/>
            </a:pPr>
            <a:r>
              <a:t>D:/pasar_fix/node_modules/.bun/lodash-es@4.18.1/node_modules/lodash-es/identity.js</a:t>
            </a:r>
          </a:p>
          <a:p>
            <a:pPr>
              <a:defRPr sz="1200"/>
            </a:pPr>
            <a:r>
              <a:t>D:/pasar_fix/node_modules/.bun/lodash-es@4.18.1/node_modules/lodash-es/includes.js</a:t>
            </a:r>
          </a:p>
          <a:p>
            <a:pPr>
              <a:defRPr sz="1200"/>
            </a:pPr>
            <a:r>
              <a:t>D:/pasar_fix/node_modules/.bun/lodash-es@4.18.1/node_modules/lodash-es/indexOf.js</a:t>
            </a:r>
          </a:p>
          <a:p>
            <a:pPr>
              <a:defRPr sz="1200"/>
            </a:pPr>
            <a:r>
              <a:t>D:/pasar_fix/node_modules/.bun/lodash-es@4.18.1/node_modules/lodash-es/initial.js</a:t>
            </a:r>
          </a:p>
          <a:p>
            <a:pPr>
              <a:defRPr sz="1200"/>
            </a:pPr>
            <a:r>
              <a:t>D:/pasar_fix/node_modules/.bun/lodash-es@4.18.1/node_modules/lodash-es/inRange.js</a:t>
            </a:r>
          </a:p>
          <a:p>
            <a:pPr>
              <a:defRPr sz="1200"/>
            </a:pPr>
            <a:r>
              <a:t>D:/pasar_fix/node_modules/.bun/lodash-es@4.18.1/node_modules/lodash-es/intersection.js</a:t>
            </a:r>
          </a:p>
          <a:p>
            <a:pPr>
              <a:defRPr sz="1200"/>
            </a:pPr>
            <a:r>
              <a:t>D:/pasar_fix/node_modules/.bun/lodash-es@4.18.1/node_modules/lodash-es/intersectionBy.js</a:t>
            </a:r>
          </a:p>
          <a:p>
            <a:pPr>
              <a:defRPr sz="1200"/>
            </a:pPr>
            <a:r>
              <a:t>D:/pasar_fix/node_modules/.bun/lodash-es@4.18.1/node_modules/lodash-es/intersectionWith.js</a:t>
            </a:r>
          </a:p>
          <a:p>
            <a:pPr>
              <a:defRPr sz="1200"/>
            </a:pPr>
            <a:r>
              <a:t>D:/pasar_fix/node_modules/.bun/lodash-es@4.18.1/node_modules/lodash-es/invert.js</a:t>
            </a:r>
          </a:p>
          <a:p>
            <a:pPr>
              <a:defRPr sz="1200"/>
            </a:pPr>
            <a:r>
              <a:t>D:/pasar_fix/node_modules/.bun/lodash-es@4.18.1/node_modules/lodash-es/invertBy.js</a:t>
            </a:r>
          </a:p>
          <a:p>
            <a:pPr>
              <a:defRPr sz="1200"/>
            </a:pPr>
            <a:r>
              <a:t>D:/pasar_fix/node_modules/.bun/lodash-es@4.18.1/node_modules/lodash-es/invoke.js</a:t>
            </a:r>
          </a:p>
          <a:p>
            <a:pPr>
              <a:defRPr sz="1200"/>
            </a:pPr>
            <a:r>
              <a:t>D:/pasar_fix/node_modules/.bun/lodash-es@4.18.1/node_modules/lodash-es/invokeMap.js</a:t>
            </a:r>
          </a:p>
          <a:p>
            <a:pPr>
              <a:defRPr sz="1200"/>
            </a:pPr>
            <a:r>
              <a:t>D:/pasar_fix/node_modules/.bun/lodash-es@4.18.1/node_modules/lodash-es/isArguments.js</a:t>
            </a:r>
          </a:p>
          <a:p>
            <a:pPr>
              <a:defRPr sz="1200"/>
            </a:pPr>
            <a:r>
              <a:t>D:/pasar_fix/node_modules/.bun/lodash-es@4.18.1/node_modules/lodash-es/isArray.js</a:t>
            </a:r>
          </a:p>
          <a:p>
            <a:pPr>
              <a:defRPr sz="1200"/>
            </a:pPr>
            <a:r>
              <a:t>D:/pasar_fix/node_modules/.bun/lodash-es@4.18.1/node_modules/lodash-es/isArrayBuffer.js</a:t>
            </a:r>
          </a:p>
          <a:p>
            <a:pPr>
              <a:defRPr sz="1200"/>
            </a:pPr>
            <a:r>
              <a:t>D:/pasar_fix/node_modules/.bun/lodash-es@4.18.1/node_modules/lodash-es/isArrayLike.js</a:t>
            </a:r>
          </a:p>
          <a:p>
            <a:pPr>
              <a:defRPr sz="1200"/>
            </a:pPr>
            <a:r>
              <a:t>D:/pasar_fix/node_modules/.bun/lodash-es@4.18.1/node_modules/lodash-es/isArrayLikeObject.js</a:t>
            </a:r>
          </a:p>
          <a:p>
            <a:pPr>
              <a:defRPr sz="1200"/>
            </a:pPr>
            <a:r>
              <a:t>D:/pasar_fix/node_modules/.bun/lodash-es@4.18.1/node_modules/lodash-es/isBoolean.js</a:t>
            </a:r>
          </a:p>
          <a:p>
            <a:pPr>
              <a:defRPr sz="1200"/>
            </a:pPr>
            <a:r>
              <a:t>D:/pasar_fix/node_modules/.bun/lodash-es@4.18.1/node_modules/lodash-es/isBuffer.js</a:t>
            </a:r>
          </a:p>
          <a:p>
            <a:pPr>
              <a:defRPr sz="1200"/>
            </a:pPr>
            <a:r>
              <a:t>D:/pasar_fix/node_modules/.bun/lodash-es@4.18.1/node_modules/lodash-es/isDate.js</a:t>
            </a:r>
          </a:p>
          <a:p>
            <a:pPr>
              <a:defRPr sz="1200"/>
            </a:pPr>
            <a:r>
              <a:t>D:/pasar_fix/node_modules/.bun/lodash-es@4.18.1/node_modules/lodash-es/isElement.js</a:t>
            </a:r>
          </a:p>
          <a:p>
            <a:pPr>
              <a:defRPr sz="1200"/>
            </a:pPr>
            <a:r>
              <a:t>D:/pasar_fix/node_modules/.bun/lodash-es@4.18.1/node_modules/lodash-es/isEmpty.js</a:t>
            </a:r>
          </a:p>
          <a:p>
            <a:pPr>
              <a:defRPr sz="1200"/>
            </a:pPr>
            <a:r>
              <a:t>D:/pasar_fix/node_modules/.bun/lodash-es@4.18.1/node_modules/lodash-es/isEqual.js</a:t>
            </a:r>
          </a:p>
          <a:p>
            <a:pPr>
              <a:defRPr sz="1200"/>
            </a:pPr>
            <a:r>
              <a:t>D:/pasar_fix/node_modules/.bun/lodash-es@4.18.1/node_modules/lodash-es/isEqualWith.js</a:t>
            </a:r>
          </a:p>
          <a:p>
            <a:pPr>
              <a:defRPr sz="1200"/>
            </a:pPr>
            <a:r>
              <a:t>D:/pasar_fix/node_modules/.bun/lodash-es@4.18.1/node_modules/lodash-es/isError.js</a:t>
            </a:r>
          </a:p>
          <a:p>
            <a:pPr>
              <a:defRPr sz="1200"/>
            </a:pPr>
            <a:r>
              <a:t>D:/pasar_fix/node_modules/.bun/lodash-es@4.18.1/node_modules/lodash-es/isFinite.js</a:t>
            </a:r>
          </a:p>
          <a:p>
            <a:pPr>
              <a:defRPr sz="1200"/>
            </a:pPr>
            <a:r>
              <a:t>D:/pasar_fix/node_modules/.bun/lodash-es@4.18.1/node_modules/lodash-es/isFunction.js</a:t>
            </a:r>
          </a:p>
          <a:p>
            <a:pPr>
              <a:defRPr sz="1200"/>
            </a:pPr>
            <a:r>
              <a:t>D:/pasar_fix/node_modules/.bun/lodash-es@4.18.1/node_modules/lodash-es/isInteger.js</a:t>
            </a:r>
          </a:p>
          <a:p>
            <a:pPr>
              <a:defRPr sz="1200"/>
            </a:pPr>
            <a:r>
              <a:t>D:/pasar_fix/node_modules/.bun/lodash-es@4.18.1/node_modules/lodash-es/isLength.js</a:t>
            </a:r>
          </a:p>
          <a:p>
            <a:pPr>
              <a:defRPr sz="1200"/>
            </a:pPr>
            <a:r>
              <a:t>D:/pasar_fix/node_modules/.bun/lodash-es@4.18.1/node_modules/lodash-es/isMap.js</a:t>
            </a:r>
          </a:p>
          <a:p>
            <a:pPr>
              <a:defRPr sz="1200"/>
            </a:pPr>
            <a:r>
              <a:t>D:/pasar_fix/node_modules/.bun/lodash-es@4.18.1/node_modules/lodash-es/isMatch.js</a:t>
            </a:r>
          </a:p>
          <a:p>
            <a:pPr>
              <a:defRPr sz="1200"/>
            </a:pPr>
            <a:r>
              <a:t>D:/pasar_fix/node_modules/.bun/lodash-es@4.18.1/node_modules/lodash-es/isMatchWith.js</a:t>
            </a:r>
          </a:p>
          <a:p>
            <a:pPr>
              <a:defRPr sz="1200"/>
            </a:pPr>
            <a:r>
              <a:t>D:/pasar_fix/node_modules/.bun/lodash-es@4.18.1/node_modules/lodash-es/isNaN.js</a:t>
            </a:r>
          </a:p>
          <a:p>
            <a:pPr>
              <a:defRPr sz="1200"/>
            </a:pPr>
            <a:r>
              <a:t>D:/pasar_fix/node_modules/.bun/lodash-es@4.18.1/node_modules/lodash-es/isNative.js</a:t>
            </a:r>
          </a:p>
          <a:p>
            <a:pPr>
              <a:defRPr sz="1200"/>
            </a:pPr>
            <a:r>
              <a:t>D:/pasar_fix/node_modules/.bun/lodash-es@4.18.1/node_modules/lodash-es/isNil.js</a:t>
            </a:r>
          </a:p>
          <a:p>
            <a:pPr>
              <a:defRPr sz="1200"/>
            </a:pPr>
            <a:r>
              <a:t>D:/pasar_fix/node_modules/.bun/lodash-es@4.18.1/node_modules/lodash-es/isNull.js</a:t>
            </a:r>
          </a:p>
          <a:p>
            <a:pPr>
              <a:defRPr sz="1200"/>
            </a:pPr>
            <a:r>
              <a:t>D:/pasar_fix/node_modules/.bun/lodash-es@4.18.1/node_modules/lodash-es/isNumber.js</a:t>
            </a:r>
          </a:p>
          <a:p>
            <a:pPr>
              <a:defRPr sz="1200"/>
            </a:pPr>
            <a:r>
              <a:t>D:/pasar_fix/node_modules/.bun/lodash-es@4.18.1/node_modules/lodash-es/isObject.js</a:t>
            </a:r>
          </a:p>
          <a:p>
            <a:pPr>
              <a:defRPr sz="1200"/>
            </a:pPr>
            <a:r>
              <a:t>D:/pasar_fix/node_modules/.bun/lodash-es@4.18.1/node_modules/lodash-es/isObjectLike.js</a:t>
            </a:r>
          </a:p>
          <a:p>
            <a:pPr>
              <a:defRPr sz="1200"/>
            </a:pPr>
            <a:r>
              <a:t>D:/pasar_fix/node_modules/.bun/lodash-es@4.18.1/node_modules/lodash-es/isPlainObject.js</a:t>
            </a:r>
          </a:p>
          <a:p>
            <a:pPr>
              <a:defRPr sz="1200"/>
            </a:pPr>
            <a:r>
              <a:t>D:/pasar_fix/node_modules/.bun/lodash-es@4.18.1/node_modules/lodash-es/isRegExp.js</a:t>
            </a:r>
          </a:p>
          <a:p>
            <a:pPr>
              <a:defRPr sz="1200"/>
            </a:pPr>
            <a:r>
              <a:t>D:/pasar_fix/node_modules/.bun/lodash-es@4.18.1/node_modules/lodash-es/isSafeInteger.js</a:t>
            </a:r>
          </a:p>
          <a:p>
            <a:pPr>
              <a:defRPr sz="1200"/>
            </a:pPr>
            <a:r>
              <a:t>D:/pasar_fix/node_modules/.bun/lodash-es@4.18.1/node_modules/lodash-es/isSet.js</a:t>
            </a:r>
          </a:p>
          <a:p>
            <a:pPr>
              <a:defRPr sz="1200"/>
            </a:pPr>
            <a:r>
              <a:t>D:/pasar_fix/node_modules/.bun/lodash-es@4.18.1/node_modules/lodash-es/isString.js</a:t>
            </a:r>
          </a:p>
          <a:p>
            <a:pPr>
              <a:defRPr sz="1200"/>
            </a:pPr>
            <a:r>
              <a:t>D:/pasar_fix/node_modules/.bun/lodash-es@4.18.1/node_modules/lodash-es/isSymbol.js</a:t>
            </a:r>
          </a:p>
          <a:p>
            <a:pPr>
              <a:defRPr sz="1200"/>
            </a:pPr>
            <a:r>
              <a:t>D:/pasar_fix/node_modules/.bun/lodash-es@4.18.1/node_modules/lodash-es/isTypedArray.js</a:t>
            </a:r>
          </a:p>
          <a:p>
            <a:pPr>
              <a:defRPr sz="1200"/>
            </a:pPr>
            <a:r>
              <a:t>D:/pasar_fix/node_modules/.bun/lodash-es@4.18.1/node_modules/lodash-es/isUndefined.js</a:t>
            </a:r>
          </a:p>
          <a:p>
            <a:pPr>
              <a:defRPr sz="1200"/>
            </a:pPr>
            <a:r>
              <a:t>D:/pasar_fix/node_modules/.bun/lodash-es@4.18.1/node_modules/lodash-es/isWeakMap.js</a:t>
            </a:r>
          </a:p>
          <a:p>
            <a:pPr>
              <a:defRPr sz="1200"/>
            </a:pPr>
            <a:r>
              <a:t>D:/pasar_fix/node_modules/.bun/lodash-es@4.18.1/node_modules/lodash-es/isWeakSet.js</a:t>
            </a:r>
          </a:p>
          <a:p>
            <a:pPr>
              <a:defRPr sz="1200"/>
            </a:pPr>
            <a:r>
              <a:t>D:/pasar_fix/node_modules/.bun/lodash-es@4.18.1/node_modules/lodash-es/iteratee.js</a:t>
            </a:r>
          </a:p>
          <a:p>
            <a:pPr>
              <a:defRPr sz="1200"/>
            </a:pPr>
            <a:r>
              <a:t>D:/pasar_fix/node_modules/.bun/lodash-es@4.18.1/node_modules/lodash-es/join.js</a:t>
            </a:r>
          </a:p>
          <a:p>
            <a:pPr>
              <a:defRPr sz="1200"/>
            </a:pPr>
            <a:r>
              <a:t>D:/pasar_fix/node_modules/.bun/lodash-es@4.18.1/node_modules/lodash-es/kebabCase.js</a:t>
            </a:r>
          </a:p>
          <a:p>
            <a:pPr>
              <a:defRPr sz="1200"/>
            </a:pPr>
            <a:r>
              <a:t>D:/pasar_fix/node_modules/.bun/lodash-es@4.18.1/node_modules/lodash-es/keyBy.js</a:t>
            </a:r>
          </a:p>
          <a:p>
            <a:pPr>
              <a:defRPr sz="1200"/>
            </a:pPr>
            <a:r>
              <a:t>D:/pasar_fix/node_modules/.bun/lodash-es@4.18.1/node_modules/lodash-es/keys.js</a:t>
            </a:r>
          </a:p>
          <a:p>
            <a:pPr>
              <a:defRPr sz="1200"/>
            </a:pPr>
            <a:r>
              <a:t>D:/pasar_fix/node_modules/.bun/lodash-es@4.18.1/node_modules/lodash-es/keysIn.js</a:t>
            </a:r>
          </a:p>
          <a:p>
            <a:pPr>
              <a:defRPr sz="1200"/>
            </a:pPr>
            <a:r>
              <a:t>D:/pasar_fix/node_modules/.bun/lodash-es@4.18.1/node_modules/lodash-es/lang.default.js</a:t>
            </a:r>
          </a:p>
          <a:p>
            <a:pPr>
              <a:defRPr sz="1200"/>
            </a:pPr>
            <a:r>
              <a:t>D:/pasar_fix/node_modules/.bun/lodash-es@4.18.1/node_modules/lodash-es/lang.js</a:t>
            </a:r>
          </a:p>
          <a:p>
            <a:pPr>
              <a:defRPr sz="1200"/>
            </a:pPr>
            <a:r>
              <a:t>D:/pasar_fix/node_modules/.bun/lodash-es@4.18.1/node_modules/lodash-es/last.js</a:t>
            </a:r>
          </a:p>
          <a:p>
            <a:pPr>
              <a:defRPr sz="1200"/>
            </a:pPr>
            <a:r>
              <a:t>D:/pasar_fix/node_modules/.bun/lodash-es@4.18.1/node_modules/lodash-es/lastIndexOf.js</a:t>
            </a:r>
          </a:p>
          <a:p>
            <a:pPr>
              <a:defRPr sz="1200"/>
            </a:pPr>
            <a:r>
              <a:t>D:/pasar_fix/node_modules/.bun/lodash-es@4.18.1/node_modules/lodash-es/LICENSE</a:t>
            </a:r>
          </a:p>
          <a:p>
            <a:pPr>
              <a:defRPr sz="1200"/>
            </a:pPr>
            <a:r>
              <a:t>D:/pasar_fix/node_modules/.bun/lodash-es@4.18.1/node_modules/lodash-es/lodash.default.js</a:t>
            </a:r>
          </a:p>
          <a:p>
            <a:pPr>
              <a:defRPr sz="1200"/>
            </a:pPr>
            <a:r>
              <a:t>D:/pasar_fix/node_modules/.bun/lodash-es@4.18.1/node_modules/lodash-es/lodash.js</a:t>
            </a:r>
          </a:p>
          <a:p>
            <a:pPr>
              <a:defRPr sz="1200"/>
            </a:pPr>
            <a:r>
              <a:t>D:/pasar_fix/node_modules/.bun/lodash-es@4.18.1/node_modules/lodash-es/lowerCase.js</a:t>
            </a:r>
          </a:p>
          <a:p>
            <a:pPr>
              <a:defRPr sz="1200"/>
            </a:pPr>
            <a:r>
              <a:t>D:/pasar_fix/node_modules/.bun/lodash-es@4.18.1/node_modules/lodash-es/lowerFirst.js</a:t>
            </a:r>
          </a:p>
          <a:p>
            <a:pPr>
              <a:defRPr sz="1200"/>
            </a:pPr>
            <a:r>
              <a:t>D:/pasar_fix/node_modules/.bun/lodash-es@4.18.1/node_modules/lodash-es/lt.js</a:t>
            </a:r>
          </a:p>
          <a:p>
            <a:pPr>
              <a:defRPr sz="1200"/>
            </a:pPr>
            <a:r>
              <a:t>D:/pasar_fix/node_modules/.bun/lodash-es@4.18.1/node_modules/lodash-es/lte.js</a:t>
            </a:r>
          </a:p>
          <a:p>
            <a:pPr>
              <a:defRPr sz="1200"/>
            </a:pPr>
            <a:r>
              <a:t>D:/pasar_fix/node_modules/.bun/lodash-es@4.18.1/node_modules/lodash-es/map.js</a:t>
            </a:r>
          </a:p>
          <a:p>
            <a:pPr>
              <a:defRPr sz="1200"/>
            </a:pPr>
            <a:r>
              <a:t>D:/pasar_fix/node_modules/.bun/lodash-es@4.18.1/node_modules/lodash-es/mapKeys.js</a:t>
            </a:r>
          </a:p>
          <a:p>
            <a:pPr>
              <a:defRPr sz="1200"/>
            </a:pPr>
            <a:r>
              <a:t>D:/pasar_fix/node_modules/.bun/lodash-es@4.18.1/node_modules/lodash-es/mapValues.js</a:t>
            </a:r>
          </a:p>
          <a:p>
            <a:pPr>
              <a:defRPr sz="1200"/>
            </a:pPr>
            <a:r>
              <a:t>D:/pasar_fix/node_modules/.bun/lodash-es@4.18.1/node_modules/lodash-es/matches.js</a:t>
            </a:r>
          </a:p>
          <a:p>
            <a:pPr>
              <a:defRPr sz="1200"/>
            </a:pPr>
            <a:r>
              <a:t>D:/pasar_fix/node_modules/.bun/lodash-es@4.18.1/node_modules/lodash-es/matchesProperty.js</a:t>
            </a:r>
          </a:p>
          <a:p>
            <a:pPr>
              <a:defRPr sz="1200"/>
            </a:pPr>
            <a:r>
              <a:t>D:/pasar_fix/node_modules/.bun/lodash-es@4.18.1/node_modules/lodash-es/math.default.js</a:t>
            </a:r>
          </a:p>
          <a:p>
            <a:pPr>
              <a:defRPr sz="1200"/>
            </a:pPr>
            <a:r>
              <a:t>D:/pasar_fix/node_modules/.bun/lodash-es@4.18.1/node_modules/lodash-es/math.js</a:t>
            </a:r>
          </a:p>
          <a:p>
            <a:pPr>
              <a:defRPr sz="1200"/>
            </a:pPr>
            <a:r>
              <a:t>D:/pasar_fix/node_modules/.bun/lodash-es@4.18.1/node_modules/lodash-es/max.js</a:t>
            </a:r>
          </a:p>
          <a:p>
            <a:pPr>
              <a:defRPr sz="1200"/>
            </a:pPr>
            <a:r>
              <a:t>D:/pasar_fix/node_modules/.bun/lodash-es@4.18.1/node_modules/lodash-es/maxBy.js</a:t>
            </a:r>
          </a:p>
          <a:p>
            <a:pPr>
              <a:defRPr sz="1200"/>
            </a:pPr>
            <a:r>
              <a:t>D:/pasar_fix/node_modules/.bun/lodash-es@4.18.1/node_modules/lodash-es/mean.js</a:t>
            </a:r>
          </a:p>
          <a:p>
            <a:pPr>
              <a:defRPr sz="1200"/>
            </a:pPr>
            <a:r>
              <a:t>D:/pasar_fix/node_modules/.bun/lodash-es@4.18.1/node_modules/lodash-es/meanBy.js</a:t>
            </a:r>
          </a:p>
          <a:p>
            <a:pPr>
              <a:defRPr sz="1200"/>
            </a:pPr>
            <a:r>
              <a:t>D:/pasar_fix/node_modules/.bun/lodash-es@4.18.1/node_modules/lodash-es/memoize.js</a:t>
            </a:r>
          </a:p>
          <a:p>
            <a:pPr>
              <a:defRPr sz="1200"/>
            </a:pPr>
            <a:r>
              <a:t>D:/pasar_fix/node_modules/.bun/lodash-es@4.18.1/node_modules/lodash-es/merge.js</a:t>
            </a:r>
          </a:p>
          <a:p>
            <a:pPr>
              <a:defRPr sz="1200"/>
            </a:pPr>
            <a:r>
              <a:t>D:/pasar_fix/node_modules/.bun/lodash-es@4.18.1/node_modules/lodash-es/mergeWith.js</a:t>
            </a:r>
          </a:p>
          <a:p>
            <a:pPr>
              <a:defRPr sz="1200"/>
            </a:pPr>
            <a:r>
              <a:t>D:/pasar_fix/node_modules/.bun/lodash-es@4.18.1/node_modules/lodash-es/method.js</a:t>
            </a:r>
          </a:p>
          <a:p>
            <a:pPr>
              <a:defRPr sz="1200"/>
            </a:pPr>
            <a:r>
              <a:t>D:/pasar_fix/node_modules/.bun/lodash-es@4.18.1/node_modules/lodash-es/methodOf.js</a:t>
            </a:r>
          </a:p>
          <a:p>
            <a:pPr>
              <a:defRPr sz="1200"/>
            </a:pPr>
            <a:r>
              <a:t>D:/pasar_fix/node_modules/.bun/lodash-es@4.18.1/node_modules/lodash-es/min.js</a:t>
            </a:r>
          </a:p>
          <a:p>
            <a:pPr>
              <a:defRPr sz="1200"/>
            </a:pPr>
            <a:r>
              <a:t>D:/pasar_fix/node_modules/.bun/lodash-es@4.18.1/node_modules/lodash-es/minBy.js</a:t>
            </a:r>
          </a:p>
          <a:p>
            <a:pPr>
              <a:defRPr sz="1200"/>
            </a:pPr>
            <a:r>
              <a:t>D:/pasar_fix/node_modules/.bun/lodash-es@4.18.1/node_modules/lodash-es/mixin.js</a:t>
            </a:r>
          </a:p>
          <a:p>
            <a:pPr>
              <a:defRPr sz="1200"/>
            </a:pPr>
            <a:r>
              <a:t>D:/pasar_fix/node_modules/.bun/lodash-es@4.18.1/node_modules/lodash-es/multiply.js</a:t>
            </a:r>
          </a:p>
          <a:p>
            <a:pPr>
              <a:defRPr sz="1200"/>
            </a:pPr>
            <a:r>
              <a:t>D:/pasar_fix/node_modules/.bun/lodash-es@4.18.1/node_modules/lodash-es/negate.js</a:t>
            </a:r>
          </a:p>
          <a:p>
            <a:pPr>
              <a:defRPr sz="1200"/>
            </a:pPr>
            <a:r>
              <a:t>D:/pasar_fix/node_modules/.bun/lodash-es@4.18.1/node_modules/lodash-es/next.js</a:t>
            </a:r>
          </a:p>
          <a:p>
            <a:pPr>
              <a:defRPr sz="1200"/>
            </a:pPr>
            <a:r>
              <a:t>D:/pasar_fix/node_modules/.bun/lodash-es@4.18.1/node_modules/lodash-es/noop.js</a:t>
            </a:r>
          </a:p>
          <a:p>
            <a:pPr>
              <a:defRPr sz="1200"/>
            </a:pPr>
            <a:r>
              <a:t>D:/pasar_fix/node_modules/.bun/lodash-es@4.18.1/node_modules/lodash-es/now.js</a:t>
            </a:r>
          </a:p>
          <a:p>
            <a:pPr>
              <a:defRPr sz="1200"/>
            </a:pPr>
            <a:r>
              <a:t>D:/pasar_fix/node_modules/.bun/lodash-es@4.18.1/node_modules/lodash-es/nth.js</a:t>
            </a:r>
          </a:p>
          <a:p>
            <a:pPr>
              <a:defRPr sz="1200"/>
            </a:pPr>
            <a:r>
              <a:t>D:/pasar_fix/node_modules/.bun/lodash-es@4.18.1/node_modules/lodash-es/nthArg.js</a:t>
            </a:r>
          </a:p>
          <a:p>
            <a:pPr>
              <a:defRPr sz="1200"/>
            </a:pPr>
            <a:r>
              <a:t>D:/pasar_fix/node_modules/.bun/lodash-es@4.18.1/node_modules/lodash-es/number.default.js</a:t>
            </a:r>
          </a:p>
          <a:p>
            <a:pPr>
              <a:defRPr sz="1200"/>
            </a:pPr>
            <a:r>
              <a:t>D:/pasar_fix/node_modules/.bun/lodash-es@4.18.1/node_modules/lodash-es/number.js</a:t>
            </a:r>
          </a:p>
          <a:p>
            <a:pPr>
              <a:defRPr sz="1200"/>
            </a:pPr>
            <a:r>
              <a:t>D:/pasar_fix/node_modules/.bun/lodash-es@4.18.1/node_modules/lodash-es/object.default.js</a:t>
            </a:r>
          </a:p>
          <a:p>
            <a:pPr>
              <a:defRPr sz="1200"/>
            </a:pPr>
            <a:r>
              <a:t>D:/pasar_fix/node_modules/.bun/lodash-es@4.18.1/node_modules/lodash-es/object.js</a:t>
            </a:r>
          </a:p>
          <a:p>
            <a:pPr>
              <a:defRPr sz="1200"/>
            </a:pPr>
            <a:r>
              <a:t>D:/pasar_fix/node_modules/.bun/lodash-es@4.18.1/node_modules/lodash-es/omit.js</a:t>
            </a:r>
          </a:p>
          <a:p>
            <a:pPr>
              <a:defRPr sz="1200"/>
            </a:pPr>
            <a:r>
              <a:t>D:/pasar_fix/node_modules/.bun/lodash-es@4.18.1/node_modules/lodash-es/omitBy.js</a:t>
            </a:r>
          </a:p>
          <a:p>
            <a:pPr>
              <a:defRPr sz="1200"/>
            </a:pPr>
            <a:r>
              <a:t>D:/pasar_fix/node_modules/.bun/lodash-es@4.18.1/node_modules/lodash-es/once.js</a:t>
            </a:r>
          </a:p>
          <a:p>
            <a:pPr>
              <a:defRPr sz="1200"/>
            </a:pPr>
            <a:r>
              <a:t>D:/pasar_fix/node_modules/.bun/lodash-es@4.18.1/node_modules/lodash-es/orderBy.js</a:t>
            </a:r>
          </a:p>
          <a:p>
            <a:pPr>
              <a:defRPr sz="1200"/>
            </a:pPr>
            <a:r>
              <a:t>D:/pasar_fix/node_modules/.bun/lodash-es@4.18.1/node_modules/lodash-es/over.js</a:t>
            </a:r>
          </a:p>
          <a:p>
            <a:pPr>
              <a:defRPr sz="1200"/>
            </a:pPr>
            <a:r>
              <a:t>D:/pasar_fix/node_modules/.bun/lodash-es@4.18.1/node_modules/lodash-es/overArgs.js</a:t>
            </a:r>
          </a:p>
          <a:p>
            <a:pPr>
              <a:defRPr sz="1200"/>
            </a:pPr>
            <a:r>
              <a:t>D:/pasar_fix/node_modules/.bun/lodash-es@4.18.1/node_modules/lodash-es/overEvery.js</a:t>
            </a:r>
          </a:p>
          <a:p>
            <a:pPr>
              <a:defRPr sz="1200"/>
            </a:pPr>
            <a:r>
              <a:t>D:/pasar_fix/node_modules/.bun/lodash-es@4.18.1/node_modules/lodash-es/overSome.js</a:t>
            </a:r>
          </a:p>
          <a:p>
            <a:pPr>
              <a:defRPr sz="1200"/>
            </a:pPr>
            <a:r>
              <a:t>D:/pasar_fix/node_modules/.bun/lodash-es@4.18.1/node_modules/lodash-es/package.json</a:t>
            </a:r>
          </a:p>
          <a:p>
            <a:pPr>
              <a:defRPr sz="1200"/>
            </a:pPr>
            <a:r>
              <a:t>D:/pasar_fix/node_modules/.bun/lodash-es@4.18.1/node_modules/lodash-es/pad.js</a:t>
            </a:r>
          </a:p>
          <a:p>
            <a:pPr>
              <a:defRPr sz="1200"/>
            </a:pPr>
            <a:r>
              <a:t>D:/pasar_fix/node_modules/.bun/lodash-es@4.18.1/node_modules/lodash-es/padEnd.js</a:t>
            </a:r>
          </a:p>
          <a:p>
            <a:pPr>
              <a:defRPr sz="1200"/>
            </a:pPr>
            <a:r>
              <a:t>D:/pasar_fix/node_modules/.bun/lodash-es@4.18.1/node_modules/lodash-es/padStart.js</a:t>
            </a:r>
          </a:p>
          <a:p>
            <a:pPr>
              <a:defRPr sz="1200"/>
            </a:pPr>
            <a:r>
              <a:t>D:/pasar_fix/node_modules/.bun/lodash-es@4.18.1/node_modules/lodash-es/parseInt.js</a:t>
            </a:r>
          </a:p>
          <a:p>
            <a:pPr>
              <a:defRPr sz="1200"/>
            </a:pPr>
            <a:r>
              <a:t>D:/pasar_fix/node_modules/.bun/lodash-es@4.18.1/node_modules/lodash-es/partial.js</a:t>
            </a:r>
          </a:p>
          <a:p>
            <a:pPr>
              <a:defRPr sz="1200"/>
            </a:pPr>
            <a:r>
              <a:t>D:/pasar_fix/node_modules/.bun/lodash-es@4.18.1/node_modules/lodash-es/partialRight.js</a:t>
            </a:r>
          </a:p>
          <a:p>
            <a:pPr>
              <a:defRPr sz="1200"/>
            </a:pPr>
            <a:r>
              <a:t>D:/pasar_fix/node_modules/.bun/lodash-es@4.18.1/node_modules/lodash-es/partition.js</a:t>
            </a:r>
          </a:p>
          <a:p>
            <a:pPr>
              <a:defRPr sz="1200"/>
            </a:pPr>
            <a:r>
              <a:t>D:/pasar_fix/node_modules/.bun/lodash-es@4.18.1/node_modules/lodash-es/pick.js</a:t>
            </a:r>
          </a:p>
          <a:p>
            <a:pPr>
              <a:defRPr sz="1200"/>
            </a:pPr>
            <a:r>
              <a:t>D:/pasar_fix/node_modules/.bun/lodash-es@4.18.1/node_modules/lodash-es/pickBy.js</a:t>
            </a:r>
          </a:p>
          <a:p>
            <a:pPr>
              <a:defRPr sz="1200"/>
            </a:pPr>
            <a:r>
              <a:t>D:/pasar_fix/node_modules/.bun/lodash-es@4.18.1/node_modules/lodash-es/plant.js</a:t>
            </a:r>
          </a:p>
          <a:p>
            <a:pPr>
              <a:defRPr sz="1200"/>
            </a:pPr>
            <a:r>
              <a:t>D:/pasar_fix/node_modules/.bun/lodash-es@4.18.1/node_modules/lodash-es/property.js</a:t>
            </a:r>
          </a:p>
          <a:p>
            <a:pPr>
              <a:defRPr sz="1200"/>
            </a:pPr>
            <a:r>
              <a:t>D:/pasar_fix/node_modules/.bun/lodash-es@4.18.1/node_modules/lodash-es/propertyOf.js</a:t>
            </a:r>
          </a:p>
          <a:p>
            <a:pPr>
              <a:defRPr sz="1200"/>
            </a:pPr>
            <a:r>
              <a:t>D:/pasar_fix/node_modules/.bun/lodash-es@4.18.1/node_modules/lodash-es/pull.js</a:t>
            </a:r>
          </a:p>
          <a:p>
            <a:pPr>
              <a:defRPr sz="1200"/>
            </a:pPr>
            <a:r>
              <a:t>D:/pasar_fix/node_modules/.bun/lodash-es@4.18.1/node_modules/lodash-es/pullAll.js</a:t>
            </a:r>
          </a:p>
          <a:p>
            <a:pPr>
              <a:defRPr sz="1200"/>
            </a:pPr>
            <a:r>
              <a:t>D:/pasar_fix/node_modules/.bun/lodash-es@4.18.1/node_modules/lodash-es/pullAllBy.js</a:t>
            </a:r>
          </a:p>
          <a:p>
            <a:pPr>
              <a:defRPr sz="1200"/>
            </a:pPr>
            <a:r>
              <a:t>D:/pasar_fix/node_modules/.bun/lodash-es@4.18.1/node_modules/lodash-es/pullAllWith.js</a:t>
            </a:r>
          </a:p>
          <a:p>
            <a:pPr>
              <a:defRPr sz="1200"/>
            </a:pPr>
            <a:r>
              <a:t>D:/pasar_fix/node_modules/.bun/lodash-es@4.18.1/node_modules/lodash-es/pullAt.js</a:t>
            </a:r>
          </a:p>
          <a:p>
            <a:pPr>
              <a:defRPr sz="1200"/>
            </a:pPr>
            <a:r>
              <a:t>D:/pasar_fix/node_modules/.bun/lodash-es@4.18.1/node_modules/lodash-es/random.js</a:t>
            </a:r>
          </a:p>
          <a:p>
            <a:pPr>
              <a:defRPr sz="1200"/>
            </a:pPr>
            <a:r>
              <a:t>D:/pasar_fix/node_modules/.bun/lodash-es@4.18.1/node_modules/lodash-es/range.js</a:t>
            </a:r>
          </a:p>
          <a:p>
            <a:pPr>
              <a:defRPr sz="1200"/>
            </a:pPr>
            <a:r>
              <a:t>D:/pasar_fix/node_modules/.bun/lodash-es@4.18.1/node_modules/lodash-es/rangeRight.js</a:t>
            </a:r>
          </a:p>
          <a:p>
            <a:pPr>
              <a:defRPr sz="1200"/>
            </a:pPr>
            <a:r>
              <a:t>D:/pasar_fix/node_modules/.bun/lodash-es@4.18.1/node_modules/lodash-es/README.md</a:t>
            </a:r>
          </a:p>
          <a:p>
            <a:pPr>
              <a:defRPr sz="1200"/>
            </a:pPr>
            <a:r>
              <a:t>D:/pasar_fix/node_modules/.bun/lodash-es@4.18.1/node_modules/lodash-es/rearg.js</a:t>
            </a:r>
          </a:p>
          <a:p>
            <a:pPr>
              <a:defRPr sz="1200"/>
            </a:pPr>
            <a:r>
              <a:t>D:/pasar_fix/node_modules/.bun/lodash-es@4.18.1/node_modules/lodash-es/reduce.js</a:t>
            </a:r>
          </a:p>
          <a:p>
            <a:pPr>
              <a:defRPr sz="1200"/>
            </a:pPr>
            <a:r>
              <a:t>D:/pasar_fix/node_modules/.bun/lodash-es@4.18.1/node_modules/lodash-es/reduceRight.js</a:t>
            </a:r>
          </a:p>
          <a:p>
            <a:pPr>
              <a:defRPr sz="1200"/>
            </a:pPr>
            <a:r>
              <a:t>D:/pasar_fix/node_modules/.bun/lodash-es@4.18.1/node_modules/lodash-es/reject.js</a:t>
            </a:r>
          </a:p>
          <a:p>
            <a:pPr>
              <a:defRPr sz="1200"/>
            </a:pPr>
            <a:r>
              <a:t>D:/pasar_fix/node_modules/.bun/lodash-es@4.18.1/node_modules/lodash-es/remove.js</a:t>
            </a:r>
          </a:p>
          <a:p>
            <a:pPr>
              <a:defRPr sz="1200"/>
            </a:pPr>
            <a:r>
              <a:t>D:/pasar_fix/node_modules/.bun/lodash-es@4.18.1/node_modules/lodash-es/repeat.js</a:t>
            </a:r>
          </a:p>
          <a:p>
            <a:pPr>
              <a:defRPr sz="1200"/>
            </a:pPr>
            <a:r>
              <a:t>D:/pasar_fix/node_modules/.bun/lodash-es@4.18.1/node_modules/lodash-es/replace.js</a:t>
            </a:r>
          </a:p>
          <a:p>
            <a:pPr>
              <a:defRPr sz="1200"/>
            </a:pPr>
            <a:r>
              <a:t>D:/pasar_fix/node_modules/.bun/lodash-es@4.18.1/node_modules/lodash-es/rest.js</a:t>
            </a:r>
          </a:p>
          <a:p>
            <a:pPr>
              <a:defRPr sz="1200"/>
            </a:pPr>
            <a:r>
              <a:t>D:/pasar_fix/node_modules/.bun/lodash-es@4.18.1/node_modules/lodash-es/result.js</a:t>
            </a:r>
          </a:p>
          <a:p>
            <a:pPr>
              <a:defRPr sz="1200"/>
            </a:pPr>
            <a:r>
              <a:t>D:/pasar_fix/node_modules/.bun/lodash-es@4.18.1/node_modules/lodash-es/reverse.js</a:t>
            </a:r>
          </a:p>
          <a:p>
            <a:pPr>
              <a:defRPr sz="1200"/>
            </a:pPr>
            <a:r>
              <a:t>D:/pasar_fix/node_modules/.bun/lodash-es@4.18.1/node_modules/lodash-es/round.js</a:t>
            </a:r>
          </a:p>
          <a:p>
            <a:pPr>
              <a:defRPr sz="1200"/>
            </a:pPr>
            <a:r>
              <a:t>D:/pasar_fix/node_modules/.bun/lodash-es@4.18.1/node_modules/lodash-es/sample.js</a:t>
            </a:r>
          </a:p>
          <a:p>
            <a:pPr>
              <a:defRPr sz="1200"/>
            </a:pPr>
            <a:r>
              <a:t>D:/pasar_fix/node_modules/.bun/lodash-es@4.18.1/node_modules/lodash-es/sampleSize.js</a:t>
            </a:r>
          </a:p>
          <a:p>
            <a:pPr>
              <a:defRPr sz="1200"/>
            </a:pPr>
            <a:r>
              <a:t>D:/pasar_fix/node_modules/.bun/lodash-es@4.18.1/node_modules/lodash-es/seq.default.js</a:t>
            </a:r>
          </a:p>
          <a:p>
            <a:pPr>
              <a:defRPr sz="1200"/>
            </a:pPr>
            <a:r>
              <a:t>D:/pasar_fix/node_modules/.bun/lodash-es@4.18.1/node_modules/lodash-es/seq.js</a:t>
            </a:r>
          </a:p>
          <a:p>
            <a:pPr>
              <a:defRPr sz="1200"/>
            </a:pPr>
            <a:r>
              <a:t>D:/pasar_fix/node_modules/.bun/lodash-es@4.18.1/node_modules/lodash-es/set.js</a:t>
            </a:r>
          </a:p>
          <a:p>
            <a:pPr>
              <a:defRPr sz="1200"/>
            </a:pPr>
            <a:r>
              <a:t>D:/pasar_fix/node_modules/.bun/lodash-es@4.18.1/node_modules/lodash-es/setWith.js</a:t>
            </a:r>
          </a:p>
          <a:p>
            <a:pPr>
              <a:defRPr sz="1200"/>
            </a:pPr>
            <a:r>
              <a:t>D:/pasar_fix/node_modules/.bun/lodash-es@4.18.1/node_modules/lodash-es/shuffle.js</a:t>
            </a:r>
          </a:p>
          <a:p>
            <a:pPr>
              <a:defRPr sz="1200"/>
            </a:pPr>
            <a:r>
              <a:t>D:/pasar_fix/node_modules/.bun/lodash-es@4.18.1/node_modules/lodash-es/size.js</a:t>
            </a:r>
          </a:p>
          <a:p>
            <a:pPr>
              <a:defRPr sz="1200"/>
            </a:pPr>
            <a:r>
              <a:t>D:/pasar_fix/node_modules/.bun/lodash-es@4.18.1/node_modules/lodash-es/slice.js</a:t>
            </a:r>
          </a:p>
          <a:p>
            <a:pPr>
              <a:defRPr sz="1200"/>
            </a:pPr>
            <a:r>
              <a:t>D:/pasar_fix/node_modules/.bun/lodash-es@4.18.1/node_modules/lodash-es/snakeCase.js</a:t>
            </a:r>
          </a:p>
          <a:p>
            <a:pPr>
              <a:defRPr sz="1200"/>
            </a:pPr>
            <a:r>
              <a:t>D:/pasar_fix/node_modules/.bun/lodash-es@4.18.1/node_modules/lodash-es/some.js</a:t>
            </a:r>
          </a:p>
          <a:p>
            <a:pPr>
              <a:defRPr sz="1200"/>
            </a:pPr>
            <a:r>
              <a:t>D:/pasar_fix/node_modules/.bun/lodash-es@4.18.1/node_modules/lodash-es/sortBy.js</a:t>
            </a:r>
          </a:p>
          <a:p>
            <a:pPr>
              <a:defRPr sz="1200"/>
            </a:pPr>
            <a:r>
              <a:t>D:/pasar_fix/node_modules/.bun/lodash-es@4.18.1/node_modules/lodash-es/sortedIndex.js</a:t>
            </a:r>
          </a:p>
          <a:p>
            <a:pPr>
              <a:defRPr sz="1200"/>
            </a:pPr>
            <a:r>
              <a:t>D:/pasar_fix/node_modules/.bun/lodash-es@4.18.1/node_modules/lodash-es/sortedIndexBy.js</a:t>
            </a:r>
          </a:p>
          <a:p>
            <a:pPr>
              <a:defRPr sz="1200"/>
            </a:pPr>
            <a:r>
              <a:t>D:/pasar_fix/node_modules/.bun/lodash-es@4.18.1/node_modules/lodash-es/sortedIndexOf.js</a:t>
            </a:r>
          </a:p>
          <a:p>
            <a:pPr>
              <a:defRPr sz="1200"/>
            </a:pPr>
            <a:r>
              <a:t>D:/pasar_fix/node_modules/.bun/lodash-es@4.18.1/node_modules/lodash-es/sortedLastIndex.js</a:t>
            </a:r>
          </a:p>
          <a:p>
            <a:pPr>
              <a:defRPr sz="1200"/>
            </a:pPr>
            <a:r>
              <a:t>D:/pasar_fix/node_modules/.bun/lodash-es@4.18.1/node_modules/lodash-es/sortedLastIndexBy.js</a:t>
            </a:r>
          </a:p>
          <a:p>
            <a:pPr>
              <a:defRPr sz="1200"/>
            </a:pPr>
            <a:r>
              <a:t>D:/pasar_fix/node_modules/.bun/lodash-es@4.18.1/node_modules/lodash-es/sortedLastIndexOf.js</a:t>
            </a:r>
          </a:p>
          <a:p>
            <a:pPr>
              <a:defRPr sz="1200"/>
            </a:pPr>
            <a:r>
              <a:t>D:/pasar_fix/node_modules/.bun/lodash-es@4.18.1/node_modules/lodash-es/sortedUniq.js</a:t>
            </a:r>
          </a:p>
          <a:p>
            <a:pPr>
              <a:defRPr sz="1200"/>
            </a:pPr>
            <a:r>
              <a:t>D:/pasar_fix/node_modules/.bun/lodash-es@4.18.1/node_modules/lodash-es/sortedUniqBy.js</a:t>
            </a:r>
          </a:p>
          <a:p>
            <a:pPr>
              <a:defRPr sz="1200"/>
            </a:pPr>
            <a:r>
              <a:t>D:/pasar_fix/node_modules/.bun/lodash-es@4.18.1/node_modules/lodash-es/split.js</a:t>
            </a:r>
          </a:p>
          <a:p>
            <a:pPr>
              <a:defRPr sz="1200"/>
            </a:pPr>
            <a:r>
              <a:t>D:/pasar_fix/node_modules/.bun/lodash-es@4.18.1/node_modules/lodash-es/spread.js</a:t>
            </a:r>
          </a:p>
          <a:p>
            <a:pPr>
              <a:defRPr sz="1200"/>
            </a:pPr>
            <a:r>
              <a:t>D:/pasar_fix/node_modules/.bun/lodash-es@4.18.1/node_modules/lodash-es/startCase.js</a:t>
            </a:r>
          </a:p>
          <a:p>
            <a:pPr>
              <a:defRPr sz="1200"/>
            </a:pPr>
            <a:r>
              <a:t>D:/pasar_fix/node_modules/.bun/lodash-es@4.18.1/node_modules/lodash-es/startsWith.js</a:t>
            </a:r>
          </a:p>
          <a:p>
            <a:pPr>
              <a:defRPr sz="1200"/>
            </a:pPr>
            <a:r>
              <a:t>D:/pasar_fix/node_modules/.bun/lodash-es@4.18.1/node_modules/lodash-es/string.default.js</a:t>
            </a:r>
          </a:p>
          <a:p>
            <a:pPr>
              <a:defRPr sz="1200"/>
            </a:pPr>
            <a:r>
              <a:t>D:/pasar_fix/node_modules/.bun/lodash-es@4.18.1/node_modules/lodash-es/string.js</a:t>
            </a:r>
          </a:p>
          <a:p>
            <a:pPr>
              <a:defRPr sz="1200"/>
            </a:pPr>
            <a:r>
              <a:t>D:/pasar_fix/node_modules/.bun/lodash-es@4.18.1/node_modules/lodash-es/stubArray.js</a:t>
            </a:r>
          </a:p>
          <a:p>
            <a:pPr>
              <a:defRPr sz="1200"/>
            </a:pPr>
            <a:r>
              <a:t>D:/pasar_fix/node_modules/.bun/lodash-es@4.18.1/node_modules/lodash-es/stubFalse.js</a:t>
            </a:r>
          </a:p>
          <a:p>
            <a:pPr>
              <a:defRPr sz="1200"/>
            </a:pPr>
            <a:r>
              <a:t>D:/pasar_fix/node_modules/.bun/lodash-es@4.18.1/node_modules/lodash-es/stubObject.js</a:t>
            </a:r>
          </a:p>
          <a:p>
            <a:pPr>
              <a:defRPr sz="1200"/>
            </a:pPr>
            <a:r>
              <a:t>D:/pasar_fix/node_modules/.bun/lodash-es@4.18.1/node_modules/lodash-es/stubString.js</a:t>
            </a:r>
          </a:p>
          <a:p>
            <a:pPr>
              <a:defRPr sz="1200"/>
            </a:pPr>
            <a:r>
              <a:t>D:/pasar_fix/node_modules/.bun/lodash-es@4.18.1/node_modules/lodash-es/stubTrue.js</a:t>
            </a:r>
          </a:p>
          <a:p>
            <a:pPr>
              <a:defRPr sz="1200"/>
            </a:pPr>
            <a:r>
              <a:t>D:/pasar_fix/node_modules/.bun/lodash-es@4.18.1/node_modules/lodash-es/subtract.js</a:t>
            </a:r>
          </a:p>
          <a:p>
            <a:pPr>
              <a:defRPr sz="1200"/>
            </a:pPr>
            <a:r>
              <a:t>D:/pasar_fix/node_modules/.bun/lodash-es@4.18.1/node_modules/lodash-es/sum.js</a:t>
            </a:r>
          </a:p>
          <a:p>
            <a:pPr>
              <a:defRPr sz="1200"/>
            </a:pPr>
            <a:r>
              <a:t>D:/pasar_fix/node_modules/.bun/lodash-es@4.18.1/node_modules/lodash-es/sumBy.js</a:t>
            </a:r>
          </a:p>
          <a:p>
            <a:pPr>
              <a:defRPr sz="1200"/>
            </a:pPr>
            <a:r>
              <a:t>D:/pasar_fix/node_modules/.bun/lodash-es@4.18.1/node_modules/lodash-es/tail.js</a:t>
            </a:r>
          </a:p>
          <a:p>
            <a:pPr>
              <a:defRPr sz="1200"/>
            </a:pPr>
            <a:r>
              <a:t>D:/pasar_fix/node_modules/.bun/lodash-es@4.18.1/node_modules/lodash-es/take.js</a:t>
            </a:r>
          </a:p>
          <a:p>
            <a:pPr>
              <a:defRPr sz="1200"/>
            </a:pPr>
            <a:r>
              <a:t>D:/pasar_fix/node_modules/.bun/lodash-es@4.18.1/node_modules/lodash-es/takeRight.js</a:t>
            </a:r>
          </a:p>
          <a:p>
            <a:pPr>
              <a:defRPr sz="1200"/>
            </a:pPr>
            <a:r>
              <a:t>D:/pasar_fix/node_modules/.bun/lodash-es@4.18.1/node_modules/lodash-es/takeRightWhile.js</a:t>
            </a:r>
          </a:p>
          <a:p>
            <a:pPr>
              <a:defRPr sz="1200"/>
            </a:pPr>
            <a:r>
              <a:t>D:/pasar_fix/node_modules/.bun/lodash-es@4.18.1/node_modules/lodash-es/takeWhile.js</a:t>
            </a:r>
          </a:p>
          <a:p>
            <a:pPr>
              <a:defRPr sz="1200"/>
            </a:pPr>
            <a:r>
              <a:t>D:/pasar_fix/node_modules/.bun/lodash-es@4.18.1/node_modules/lodash-es/tap.js</a:t>
            </a:r>
          </a:p>
          <a:p>
            <a:pPr>
              <a:defRPr sz="1200"/>
            </a:pPr>
            <a:r>
              <a:t>D:/pasar_fix/node_modules/.bun/lodash-es@4.18.1/node_modules/lodash-es/template.js</a:t>
            </a:r>
          </a:p>
          <a:p>
            <a:pPr>
              <a:defRPr sz="1200"/>
            </a:pPr>
            <a:r>
              <a:t>D:/pasar_fix/node_modules/.bun/lodash-es@4.18.1/node_modules/lodash-es/templateSettings.js</a:t>
            </a:r>
          </a:p>
          <a:p>
            <a:pPr>
              <a:defRPr sz="1200"/>
            </a:pPr>
            <a:r>
              <a:t>D:/pasar_fix/node_modules/.bun/lodash-es@4.18.1/node_modules/lodash-es/throttle.js</a:t>
            </a:r>
          </a:p>
          <a:p>
            <a:pPr>
              <a:defRPr sz="1200"/>
            </a:pPr>
            <a:r>
              <a:t>D:/pasar_fix/node_modules/.bun/lodash-es@4.18.1/node_modules/lodash-es/thru.js</a:t>
            </a:r>
          </a:p>
          <a:p>
            <a:pPr>
              <a:defRPr sz="1200"/>
            </a:pPr>
            <a:r>
              <a:t>D:/pasar_fix/node_modules/.bun/lodash-es@4.18.1/node_modules/lodash-es/times.js</a:t>
            </a:r>
          </a:p>
          <a:p>
            <a:pPr>
              <a:defRPr sz="1200"/>
            </a:pPr>
            <a:r>
              <a:t>D:/pasar_fix/node_modules/.bun/lodash-es@4.18.1/node_modules/lodash-es/toArray.js</a:t>
            </a:r>
          </a:p>
          <a:p>
            <a:pPr>
              <a:defRPr sz="1200"/>
            </a:pPr>
            <a:r>
              <a:t>D:/pasar_fix/node_modules/.bun/lodash-es@4.18.1/node_modules/lodash-es/toFinite.js</a:t>
            </a:r>
          </a:p>
          <a:p>
            <a:pPr>
              <a:defRPr sz="1200"/>
            </a:pPr>
            <a:r>
              <a:t>D:/pasar_fix/node_modules/.bun/lodash-es@4.18.1/node_modules/lodash-es/toInteger.js</a:t>
            </a:r>
          </a:p>
          <a:p>
            <a:pPr>
              <a:defRPr sz="1200"/>
            </a:pPr>
            <a:r>
              <a:t>D:/pasar_fix/node_modules/.bun/lodash-es@4.18.1/node_modules/lodash-es/toIterator.js</a:t>
            </a:r>
          </a:p>
          <a:p>
            <a:pPr>
              <a:defRPr sz="1200"/>
            </a:pPr>
            <a:r>
              <a:t>D:/pasar_fix/node_modules/.bun/lodash-es@4.18.1/node_modules/lodash-es/toJSON.js</a:t>
            </a:r>
          </a:p>
          <a:p>
            <a:pPr>
              <a:defRPr sz="1200"/>
            </a:pPr>
            <a:r>
              <a:t>D:/pasar_fix/node_modules/.bun/lodash-es@4.18.1/node_modules/lodash-es/toLength.js</a:t>
            </a:r>
          </a:p>
          <a:p>
            <a:pPr>
              <a:defRPr sz="1200"/>
            </a:pPr>
            <a:r>
              <a:t>D:/pasar_fix/node_modules/.bun/lodash-es@4.18.1/node_modules/lodash-es/toLower.js</a:t>
            </a:r>
          </a:p>
          <a:p>
            <a:pPr>
              <a:defRPr sz="1200"/>
            </a:pPr>
            <a:r>
              <a:t>D:/pasar_fix/node_modules/.bun/lodash-es@4.18.1/node_modules/lodash-es/toNumber.js</a:t>
            </a:r>
          </a:p>
          <a:p>
            <a:pPr>
              <a:defRPr sz="1200"/>
            </a:pPr>
            <a:r>
              <a:t>D:/pasar_fix/node_modules/.bun/lodash-es@4.18.1/node_modules/lodash-es/toPairs.js</a:t>
            </a:r>
          </a:p>
          <a:p>
            <a:pPr>
              <a:defRPr sz="1200"/>
            </a:pPr>
            <a:r>
              <a:t>D:/pasar_fix/node_modules/.bun/lodash-es@4.18.1/node_modules/lodash-es/toPairsIn.js</a:t>
            </a:r>
          </a:p>
          <a:p>
            <a:pPr>
              <a:defRPr sz="1200"/>
            </a:pPr>
            <a:r>
              <a:t>D:/pasar_fix/node_modules/.bun/lodash-es@4.18.1/node_modules/lodash-es/toPath.js</a:t>
            </a:r>
          </a:p>
          <a:p>
            <a:pPr>
              <a:defRPr sz="1200"/>
            </a:pPr>
            <a:r>
              <a:t>D:/pasar_fix/node_modules/.bun/lodash-es@4.18.1/node_modules/lodash-es/toPlainObject.js</a:t>
            </a:r>
          </a:p>
          <a:p>
            <a:pPr>
              <a:defRPr sz="1200"/>
            </a:pPr>
            <a:r>
              <a:t>D:/pasar_fix/node_modules/.bun/lodash-es@4.18.1/node_modules/lodash-es/toSafeInteger.js</a:t>
            </a:r>
          </a:p>
          <a:p>
            <a:pPr>
              <a:defRPr sz="1200"/>
            </a:pPr>
            <a:r>
              <a:t>D:/pasar_fix/node_modules/.bun/lodash-es@4.18.1/node_modules/lodash-es/toString.js</a:t>
            </a:r>
          </a:p>
          <a:p>
            <a:pPr>
              <a:defRPr sz="1200"/>
            </a:pPr>
            <a:r>
              <a:t>D:/pasar_fix/node_modules/.bun/lodash-es@4.18.1/node_modules/lodash-es/toUpper.js</a:t>
            </a:r>
          </a:p>
          <a:p>
            <a:pPr>
              <a:defRPr sz="1200"/>
            </a:pPr>
            <a:r>
              <a:t>D:/pasar_fix/node_modules/.bun/lodash-es@4.18.1/node_modules/lodash-es/transform.js</a:t>
            </a:r>
          </a:p>
          <a:p>
            <a:pPr>
              <a:defRPr sz="1200"/>
            </a:pPr>
            <a:r>
              <a:t>D:/pasar_fix/node_modules/.bun/lodash-es@4.18.1/node_modules/lodash-es/trim.js</a:t>
            </a:r>
          </a:p>
          <a:p>
            <a:pPr>
              <a:defRPr sz="1200"/>
            </a:pPr>
            <a:r>
              <a:t>D:/pasar_fix/node_modules/.bun/lodash-es@4.18.1/node_modules/lodash-es/trimEnd.js</a:t>
            </a:r>
          </a:p>
          <a:p>
            <a:pPr>
              <a:defRPr sz="1200"/>
            </a:pPr>
            <a:r>
              <a:t>D:/pasar_fix/node_modules/.bun/lodash-es@4.18.1/node_modules/lodash-es/trimStart.js</a:t>
            </a:r>
          </a:p>
          <a:p>
            <a:pPr>
              <a:defRPr sz="1200"/>
            </a:pPr>
            <a:r>
              <a:t>D:/pasar_fix/node_modules/.bun/lodash-es@4.18.1/node_modules/lodash-es/truncate.js</a:t>
            </a:r>
          </a:p>
          <a:p>
            <a:pPr>
              <a:defRPr sz="1200"/>
            </a:pPr>
            <a:r>
              <a:t>D:/pasar_fix/node_modules/.bun/lodash-es@4.18.1/node_modules/lodash-es/unary.js</a:t>
            </a:r>
          </a:p>
          <a:p>
            <a:pPr>
              <a:defRPr sz="1200"/>
            </a:pPr>
            <a:r>
              <a:t>D:/pasar_fix/node_modules/.bun/lodash-es@4.18.1/node_modules/lodash-es/unescape.js</a:t>
            </a:r>
          </a:p>
          <a:p>
            <a:pPr>
              <a:defRPr sz="1200"/>
            </a:pPr>
            <a:r>
              <a:t>D:/pasar_fix/node_modules/.bun/lodash-es@4.18.1/node_modules/lodash-es/union.js</a:t>
            </a:r>
          </a:p>
          <a:p>
            <a:pPr>
              <a:defRPr sz="1200"/>
            </a:pPr>
            <a:r>
              <a:t>D:/pasar_fix/node_modules/.bun/lodash-es@4.18.1/node_modules/lodash-es/unionBy.js</a:t>
            </a:r>
          </a:p>
          <a:p>
            <a:pPr>
              <a:defRPr sz="1200"/>
            </a:pPr>
            <a:r>
              <a:t>D:/pasar_fix/node_modules/.bun/lodash-es@4.18.1/node_modules/lodash-es/unionWith.js</a:t>
            </a:r>
          </a:p>
          <a:p>
            <a:pPr>
              <a:defRPr sz="1200"/>
            </a:pPr>
            <a:r>
              <a:t>D:/pasar_fix/node_modules/.bun/lodash-es@4.18.1/node_modules/lodash-es/uniq.js</a:t>
            </a:r>
          </a:p>
          <a:p>
            <a:pPr>
              <a:defRPr sz="1200"/>
            </a:pPr>
            <a:r>
              <a:t>D:/pasar_fix/node_modules/.bun/lodash-es@4.18.1/node_modules/lodash-es/uniqBy.js</a:t>
            </a:r>
          </a:p>
          <a:p>
            <a:pPr>
              <a:defRPr sz="1200"/>
            </a:pPr>
            <a:r>
              <a:t>D:/pasar_fix/node_modules/.bun/lodash-es@4.18.1/node_modules/lodash-es/uniqueId.js</a:t>
            </a:r>
          </a:p>
          <a:p>
            <a:pPr>
              <a:defRPr sz="1200"/>
            </a:pPr>
            <a:r>
              <a:t>D:/pasar_fix/node_modules/.bun/lodash-es@4.18.1/node_modules/lodash-es/uniqWith.js</a:t>
            </a:r>
          </a:p>
          <a:p>
            <a:pPr>
              <a:defRPr sz="1200"/>
            </a:pPr>
            <a:r>
              <a:t>D:/pasar_fix/node_modules/.bun/lodash-es@4.18.1/node_modules/lodash-es/unset.js</a:t>
            </a:r>
          </a:p>
          <a:p>
            <a:pPr>
              <a:defRPr sz="1200"/>
            </a:pPr>
            <a:r>
              <a:t>D:/pasar_fix/node_modules/.bun/lodash-es@4.18.1/node_modules/lodash-es/unzip.js</a:t>
            </a:r>
          </a:p>
          <a:p>
            <a:pPr>
              <a:defRPr sz="1200"/>
            </a:pPr>
            <a:r>
              <a:t>D:/pasar_fix/node_modules/.bun/lodash-es@4.18.1/node_modules/lodash-es/unzipWith.js</a:t>
            </a:r>
          </a:p>
          <a:p>
            <a:pPr>
              <a:defRPr sz="1200"/>
            </a:pPr>
            <a:r>
              <a:t>D:/pasar_fix/node_modules/.bun/lodash-es@4.18.1/node_modules/lodash-es/update.js</a:t>
            </a:r>
          </a:p>
          <a:p>
            <a:pPr>
              <a:defRPr sz="1200"/>
            </a:pPr>
            <a:r>
              <a:t>D:/pasar_fix/node_modules/.bun/lodash-es@4.18.1/node_modules/lodash-es/updateWith.js</a:t>
            </a:r>
          </a:p>
          <a:p>
            <a:pPr>
              <a:defRPr sz="1200"/>
            </a:pPr>
            <a:r>
              <a:t>D:/pasar_fix/node_modules/.bun/lodash-es@4.18.1/node_modules/lodash-es/upperCase.js</a:t>
            </a:r>
          </a:p>
          <a:p>
            <a:pPr>
              <a:defRPr sz="1200"/>
            </a:pPr>
            <a:r>
              <a:t>D:/pasar_fix/node_modules/.bun/lodash-es@4.18.1/node_modules/lodash-es/upperFirst.js</a:t>
            </a:r>
          </a:p>
          <a:p>
            <a:pPr>
              <a:defRPr sz="1200"/>
            </a:pPr>
            <a:r>
              <a:t>D:/pasar_fix/node_modules/.bun/lodash-es@4.18.1/node_modules/lodash-es/util.default.js</a:t>
            </a:r>
          </a:p>
          <a:p>
            <a:pPr>
              <a:defRPr sz="1200"/>
            </a:pPr>
            <a:r>
              <a:t>D:/pasar_fix/node_modules/.bun/lodash-es@4.18.1/node_modules/lodash-es/util.js</a:t>
            </a:r>
          </a:p>
          <a:p>
            <a:pPr>
              <a:defRPr sz="1200"/>
            </a:pPr>
            <a:r>
              <a:t>D:/pasar_fix/node_modules/.bun/lodash-es@4.18.1/node_modules/lodash-es/value.js</a:t>
            </a:r>
          </a:p>
          <a:p>
            <a:pPr>
              <a:defRPr sz="1200"/>
            </a:pPr>
            <a:r>
              <a:t>D:/pasar_fix/node_modules/.bun/lodash-es@4.18.1/node_modules/lodash-es/valueOf.js</a:t>
            </a:r>
          </a:p>
          <a:p>
            <a:pPr>
              <a:defRPr sz="1200"/>
            </a:pPr>
            <a:r>
              <a:t>D:/pasar_fix/node_modules/.bun/lodash-es@4.18.1/node_modules/lodash-es/values.js</a:t>
            </a:r>
          </a:p>
          <a:p>
            <a:pPr>
              <a:defRPr sz="1200"/>
            </a:pPr>
            <a:r>
              <a:t>D:/pasar_fix/node_modules/.bun/lodash-es@4.18.1/node_modules/lodash-es/valuesIn.js</a:t>
            </a:r>
          </a:p>
          <a:p>
            <a:pPr>
              <a:defRPr sz="1200"/>
            </a:pPr>
            <a:r>
              <a:t>D:/pasar_fix/node_modules/.bun/lodash-es@4.18.1/node_modules/lodash-es/without.js</a:t>
            </a:r>
          </a:p>
          <a:p>
            <a:pPr>
              <a:defRPr sz="1200"/>
            </a:pPr>
            <a:r>
              <a:t>D:/pasar_fix/node_modules/.bun/lodash-es@4.18.1/node_modules/lodash-es/words.js</a:t>
            </a:r>
          </a:p>
          <a:p>
            <a:pPr>
              <a:defRPr sz="1200"/>
            </a:pPr>
            <a:r>
              <a:t>D:/pasar_fix/node_modules/.bun/lodash-es@4.18.1/node_modules/lodash-es/wrap.js</a:t>
            </a:r>
          </a:p>
          <a:p>
            <a:pPr>
              <a:defRPr sz="1200"/>
            </a:pPr>
            <a:r>
              <a:t>D:/pasar_fix/node_modules/.bun/lodash-es@4.18.1/node_modules/lodash-es/wrapperAt.js</a:t>
            </a:r>
          </a:p>
          <a:p>
            <a:pPr>
              <a:defRPr sz="1200"/>
            </a:pPr>
            <a:r>
              <a:t>D:/pasar_fix/node_modules/.bun/lodash-es@4.18.1/node_modules/lodash-es/wrapperChain.js</a:t>
            </a:r>
          </a:p>
          <a:p>
            <a:pPr>
              <a:defRPr sz="1200"/>
            </a:pPr>
            <a:r>
              <a:t>D:/pasar_fix/node_modules/.bun/lodash-es@4.18.1/node_modules/lodash-es/wrapperLodash.js</a:t>
            </a:r>
          </a:p>
          <a:p>
            <a:pPr>
              <a:defRPr sz="1200"/>
            </a:pPr>
            <a:r>
              <a:t>D:/pasar_fix/node_modules/.bun/lodash-es@4.18.1/node_modules/lodash-es/wrapperReverse.js</a:t>
            </a:r>
          </a:p>
          <a:p>
            <a:pPr>
              <a:defRPr sz="1200"/>
            </a:pPr>
            <a:r>
              <a:t>D:/pasar_fix/node_modules/.bun/lodash-es@4.18.1/node_modules/lodash-es/wrapperValue.js</a:t>
            </a:r>
          </a:p>
          <a:p>
            <a:pPr>
              <a:defRPr sz="1200"/>
            </a:pPr>
            <a:r>
              <a:t>D:/pasar_fix/node_modules/.bun/lodash-es@4.18.1/node_modules/lodash-es/xor.js</a:t>
            </a:r>
          </a:p>
          <a:p>
            <a:pPr>
              <a:defRPr sz="1200"/>
            </a:pPr>
            <a:r>
              <a:t>D:/pasar_fix/node_modules/.bun/lodash-es@4.18.1/node_modules/lodash-es/xorBy.js</a:t>
            </a:r>
          </a:p>
          <a:p>
            <a:pPr>
              <a:defRPr sz="1200"/>
            </a:pPr>
            <a:r>
              <a:t>D:/pasar_fix/node_modules/.bun/lodash-es@4.18.1/node_modules/lodash-es/xorWith.js</a:t>
            </a:r>
          </a:p>
          <a:p>
            <a:pPr>
              <a:defRPr sz="1200"/>
            </a:pPr>
            <a:r>
              <a:t>D:/pasar_fix/node_modules/.bun/lodash-es@4.18.1/node_modules/lodash-es/zip.js</a:t>
            </a:r>
          </a:p>
          <a:p>
            <a:pPr>
              <a:defRPr sz="1200"/>
            </a:pPr>
            <a:r>
              <a:t>D:/pasar_fix/node_modules/.bun/lodash-es@4.18.1/node_modules/lodash-es/zipObject.js</a:t>
            </a:r>
          </a:p>
          <a:p>
            <a:pPr>
              <a:defRPr sz="1200"/>
            </a:pPr>
            <a:r>
              <a:t>D:/pasar_fix/node_modules/.bun/lodash-es@4.18.1/node_modules/lodash-es/zipObjectDeep.js</a:t>
            </a:r>
          </a:p>
          <a:p>
            <a:pPr>
              <a:defRPr sz="1200"/>
            </a:pPr>
            <a:r>
              <a:t>D:/pasar_fix/node_modules/.bun/lodash-es@4.18.1/node_modules/lodash-es/zipWith.js</a:t>
            </a:r>
          </a:p>
          <a:p>
            <a:pPr>
              <a:defRPr sz="1200"/>
            </a:pPr>
            <a:r>
              <a:t>D:/pasar_fix/node_modules/.bun/lodash-es@4.18.1/node_modules/lodash-es/_addMapEntry.js</a:t>
            </a:r>
          </a:p>
          <a:p>
            <a:pPr>
              <a:defRPr sz="1200"/>
            </a:pPr>
            <a:r>
              <a:t>D:/pasar_fix/node_modules/.bun/lodash-es@4.18.1/node_modules/lodash-es/_addSetEntry.js</a:t>
            </a:r>
          </a:p>
          <a:p>
            <a:pPr>
              <a:defRPr sz="1200"/>
            </a:pPr>
            <a:r>
              <a:t>D:/pasar_fix/node_modules/.bun/lodash-es@4.18.1/node_modules/lodash-es/_apply.js</a:t>
            </a:r>
          </a:p>
          <a:p>
            <a:pPr>
              <a:defRPr sz="1200"/>
            </a:pPr>
            <a:r>
              <a:t>D:/pasar_fix/node_modules/.bun/lodash-es@4.18.1/node_modules/lodash-es/_arrayAggregator.js</a:t>
            </a:r>
          </a:p>
          <a:p>
            <a:pPr>
              <a:defRPr sz="1200"/>
            </a:pPr>
            <a:r>
              <a:t>D:/pasar_fix/node_modules/.bun/lodash-es@4.18.1/node_modules/lodash-es/_arrayEach.js</a:t>
            </a:r>
          </a:p>
          <a:p>
            <a:pPr>
              <a:defRPr sz="1200"/>
            </a:pPr>
            <a:r>
              <a:t>D:/pasar_fix/node_modules/.bun/lodash-es@4.18.1/node_modules/lodash-es/_arrayEachRight.js</a:t>
            </a:r>
          </a:p>
          <a:p>
            <a:pPr>
              <a:defRPr sz="1200"/>
            </a:pPr>
            <a:r>
              <a:t>D:/pasar_fix/node_modules/.bun/lodash-es@4.18.1/node_modules/lodash-es/_arrayEvery.js</a:t>
            </a:r>
          </a:p>
          <a:p>
            <a:pPr>
              <a:defRPr sz="1200"/>
            </a:pPr>
            <a:r>
              <a:t>D:/pasar_fix/node_modules/.bun/lodash-es@4.18.1/node_modules/lodash-es/_arrayFilter.js</a:t>
            </a:r>
          </a:p>
          <a:p>
            <a:pPr>
              <a:defRPr sz="1200"/>
            </a:pPr>
            <a:r>
              <a:t>D:/pasar_fix/node_modules/.bun/lodash-es@4.18.1/node_modules/lodash-es/_arrayIncludes.js</a:t>
            </a:r>
          </a:p>
          <a:p>
            <a:pPr>
              <a:defRPr sz="1200"/>
            </a:pPr>
            <a:r>
              <a:t>D:/pasar_fix/node_modules/.bun/lodash-es@4.18.1/node_modules/lodash-es/_arrayIncludesWith.js</a:t>
            </a:r>
          </a:p>
          <a:p>
            <a:pPr>
              <a:defRPr sz="1200"/>
            </a:pPr>
            <a:r>
              <a:t>D:/pasar_fix/node_modules/.bun/lodash-es@4.18.1/node_modules/lodash-es/_arrayLikeKeys.js</a:t>
            </a:r>
          </a:p>
          <a:p>
            <a:pPr>
              <a:defRPr sz="1200"/>
            </a:pPr>
            <a:r>
              <a:t>D:/pasar_fix/node_modules/.bun/lodash-es@4.18.1/node_modules/lodash-es/_arrayMap.js</a:t>
            </a:r>
          </a:p>
          <a:p>
            <a:pPr>
              <a:defRPr sz="1200"/>
            </a:pPr>
            <a:r>
              <a:t>D:/pasar_fix/node_modules/.bun/lodash-es@4.18.1/node_modules/lodash-es/_arrayPush.js</a:t>
            </a:r>
          </a:p>
          <a:p>
            <a:pPr>
              <a:defRPr sz="1200"/>
            </a:pPr>
            <a:r>
              <a:t>D:/pasar_fix/node_modules/.bun/lodash-es@4.18.1/node_modules/lodash-es/_arrayReduce.js</a:t>
            </a:r>
          </a:p>
          <a:p>
            <a:pPr>
              <a:defRPr sz="1200"/>
            </a:pPr>
            <a:r>
              <a:t>D:/pasar_fix/node_modules/.bun/lodash-es@4.18.1/node_modules/lodash-es/_arrayReduceRight.js</a:t>
            </a:r>
          </a:p>
          <a:p>
            <a:pPr>
              <a:defRPr sz="1200"/>
            </a:pPr>
            <a:r>
              <a:t>D:/pasar_fix/node_modules/.bun/lodash-es@4.18.1/node_modules/lodash-es/_arraySample.js</a:t>
            </a:r>
          </a:p>
          <a:p>
            <a:pPr>
              <a:defRPr sz="1200"/>
            </a:pPr>
            <a:r>
              <a:t>D:/pasar_fix/node_modules/.bun/lodash-es@4.18.1/node_modules/lodash-es/_arraySampleSize.js</a:t>
            </a:r>
          </a:p>
          <a:p>
            <a:pPr>
              <a:defRPr sz="1200"/>
            </a:pPr>
            <a:r>
              <a:t>D:/pasar_fix/node_modules/.bun/lodash-es@4.18.1/node_modules/lodash-es/_arrayShuffle.js</a:t>
            </a:r>
          </a:p>
          <a:p>
            <a:pPr>
              <a:defRPr sz="1200"/>
            </a:pPr>
            <a:r>
              <a:t>D:/pasar_fix/node_modules/.bun/lodash-es@4.18.1/node_modules/lodash-es/_arraySome.js</a:t>
            </a:r>
          </a:p>
          <a:p>
            <a:pPr>
              <a:defRPr sz="1200"/>
            </a:pPr>
            <a:r>
              <a:t>D:/pasar_fix/node_modules/.bun/lodash-es@4.18.1/node_modules/lodash-es/_asciiSize.js</a:t>
            </a:r>
          </a:p>
          <a:p>
            <a:pPr>
              <a:defRPr sz="1200"/>
            </a:pPr>
            <a:r>
              <a:t>D:/pasar_fix/node_modules/.bun/lodash-es@4.18.1/node_modules/lodash-es/_asciiToArray.js</a:t>
            </a:r>
          </a:p>
          <a:p>
            <a:pPr>
              <a:defRPr sz="1200"/>
            </a:pPr>
            <a:r>
              <a:t>D:/pasar_fix/node_modules/.bun/lodash-es@4.18.1/node_modules/lodash-es/_asciiWords.js</a:t>
            </a:r>
          </a:p>
          <a:p>
            <a:pPr>
              <a:defRPr sz="1200"/>
            </a:pPr>
            <a:r>
              <a:t>D:/pasar_fix/node_modules/.bun/lodash-es@4.18.1/node_modules/lodash-es/_assignMergeValue.js</a:t>
            </a:r>
          </a:p>
          <a:p>
            <a:pPr>
              <a:defRPr sz="1200"/>
            </a:pPr>
            <a:r>
              <a:t>D:/pasar_fix/node_modules/.bun/lodash-es@4.18.1/node_modules/lodash-es/_assignValue.js</a:t>
            </a:r>
          </a:p>
          <a:p>
            <a:pPr>
              <a:defRPr sz="1200"/>
            </a:pPr>
            <a:r>
              <a:t>D:/pasar_fix/node_modules/.bun/lodash-es@4.18.1/node_modules/lodash-es/_assocIndexOf.js</a:t>
            </a:r>
          </a:p>
          <a:p>
            <a:pPr>
              <a:defRPr sz="1200"/>
            </a:pPr>
            <a:r>
              <a:t>D:/pasar_fix/node_modules/.bun/lodash-es@4.18.1/node_modules/lodash-es/_baseAggregator.js</a:t>
            </a:r>
          </a:p>
          <a:p>
            <a:pPr>
              <a:defRPr sz="1200"/>
            </a:pPr>
            <a:r>
              <a:t>D:/pasar_fix/node_modules/.bun/lodash-es@4.18.1/node_modules/lodash-es/_baseAssign.js</a:t>
            </a:r>
          </a:p>
          <a:p>
            <a:pPr>
              <a:defRPr sz="1200"/>
            </a:pPr>
            <a:r>
              <a:t>D:/pasar_fix/node_modules/.bun/lodash-es@4.18.1/node_modules/lodash-es/_baseAssignIn.js</a:t>
            </a:r>
          </a:p>
          <a:p>
            <a:pPr>
              <a:defRPr sz="1200"/>
            </a:pPr>
            <a:r>
              <a:t>D:/pasar_fix/node_modules/.bun/lodash-es@4.18.1/node_modules/lodash-es/_baseAssignValue.js</a:t>
            </a:r>
          </a:p>
          <a:p>
            <a:pPr>
              <a:defRPr sz="1200"/>
            </a:pPr>
            <a:r>
              <a:t>D:/pasar_fix/node_modules/.bun/lodash-es@4.18.1/node_modules/lodash-es/_baseAt.js</a:t>
            </a:r>
          </a:p>
          <a:p>
            <a:pPr>
              <a:defRPr sz="1200"/>
            </a:pPr>
            <a:r>
              <a:t>D:/pasar_fix/node_modules/.bun/lodash-es@4.18.1/node_modules/lodash-es/_baseClamp.js</a:t>
            </a:r>
          </a:p>
          <a:p>
            <a:pPr>
              <a:defRPr sz="1200"/>
            </a:pPr>
            <a:r>
              <a:t>D:/pasar_fix/node_modules/.bun/lodash-es@4.18.1/node_modules/lodash-es/_baseClone.js</a:t>
            </a:r>
          </a:p>
          <a:p>
            <a:pPr>
              <a:defRPr sz="1200"/>
            </a:pPr>
            <a:r>
              <a:t>D:/pasar_fix/node_modules/.bun/lodash-es@4.18.1/node_modules/lodash-es/_baseConforms.js</a:t>
            </a:r>
          </a:p>
          <a:p>
            <a:pPr>
              <a:defRPr sz="1200"/>
            </a:pPr>
            <a:r>
              <a:t>D:/pasar_fix/node_modules/.bun/lodash-es@4.18.1/node_modules/lodash-es/_baseConformsTo.js</a:t>
            </a:r>
          </a:p>
          <a:p>
            <a:pPr>
              <a:defRPr sz="1200"/>
            </a:pPr>
            <a:r>
              <a:t>D:/pasar_fix/node_modules/.bun/lodash-es@4.18.1/node_modules/lodash-es/_baseCreate.js</a:t>
            </a:r>
          </a:p>
          <a:p>
            <a:pPr>
              <a:defRPr sz="1200"/>
            </a:pPr>
            <a:r>
              <a:t>D:/pasar_fix/node_modules/.bun/lodash-es@4.18.1/node_modules/lodash-es/_baseDelay.js</a:t>
            </a:r>
          </a:p>
          <a:p>
            <a:pPr>
              <a:defRPr sz="1200"/>
            </a:pPr>
            <a:r>
              <a:t>D:/pasar_fix/node_modules/.bun/lodash-es@4.18.1/node_modules/lodash-es/_baseDifference.js</a:t>
            </a:r>
          </a:p>
          <a:p>
            <a:pPr>
              <a:defRPr sz="1200"/>
            </a:pPr>
            <a:r>
              <a:t>D:/pasar_fix/node_modules/.bun/lodash-es@4.18.1/node_modules/lodash-es/_baseEach.js</a:t>
            </a:r>
          </a:p>
          <a:p>
            <a:pPr>
              <a:defRPr sz="1200"/>
            </a:pPr>
            <a:r>
              <a:t>D:/pasar_fix/node_modules/.bun/lodash-es@4.18.1/node_modules/lodash-es/_baseEachRight.js</a:t>
            </a:r>
          </a:p>
          <a:p>
            <a:pPr>
              <a:defRPr sz="1200"/>
            </a:pPr>
            <a:r>
              <a:t>D:/pasar_fix/node_modules/.bun/lodash-es@4.18.1/node_modules/lodash-es/_baseEvery.js</a:t>
            </a:r>
          </a:p>
          <a:p>
            <a:pPr>
              <a:defRPr sz="1200"/>
            </a:pPr>
            <a:r>
              <a:t>D:/pasar_fix/node_modules/.bun/lodash-es@4.18.1/node_modules/lodash-es/_baseExtremum.js</a:t>
            </a:r>
          </a:p>
          <a:p>
            <a:pPr>
              <a:defRPr sz="1200"/>
            </a:pPr>
            <a:r>
              <a:t>D:/pasar_fix/node_modules/.bun/lodash-es@4.18.1/node_modules/lodash-es/_baseFill.js</a:t>
            </a:r>
          </a:p>
          <a:p>
            <a:pPr>
              <a:defRPr sz="1200"/>
            </a:pPr>
            <a:r>
              <a:t>D:/pasar_fix/node_modules/.bun/lodash-es@4.18.1/node_modules/lodash-es/_baseFilter.js</a:t>
            </a:r>
          </a:p>
          <a:p>
            <a:pPr>
              <a:defRPr sz="1200"/>
            </a:pPr>
            <a:r>
              <a:t>D:/pasar_fix/node_modules/.bun/lodash-es@4.18.1/node_modules/lodash-es/_baseFindIndex.js</a:t>
            </a:r>
          </a:p>
          <a:p>
            <a:pPr>
              <a:defRPr sz="1200"/>
            </a:pPr>
            <a:r>
              <a:t>D:/pasar_fix/node_modules/.bun/lodash-es@4.18.1/node_modules/lodash-es/_baseFindKey.js</a:t>
            </a:r>
          </a:p>
          <a:p>
            <a:pPr>
              <a:defRPr sz="1200"/>
            </a:pPr>
            <a:r>
              <a:t>D:/pasar_fix/node_modules/.bun/lodash-es@4.18.1/node_modules/lodash-es/_baseFlatten.js</a:t>
            </a:r>
          </a:p>
          <a:p>
            <a:pPr>
              <a:defRPr sz="1200"/>
            </a:pPr>
            <a:r>
              <a:t>D:/pasar_fix/node_modules/.bun/lodash-es@4.18.1/node_modules/lodash-es/_baseFor.js</a:t>
            </a:r>
          </a:p>
          <a:p>
            <a:pPr>
              <a:defRPr sz="1200"/>
            </a:pPr>
            <a:r>
              <a:t>D:/pasar_fix/node_modules/.bun/lodash-es@4.18.1/node_modules/lodash-es/_baseForOwn.js</a:t>
            </a:r>
          </a:p>
          <a:p>
            <a:pPr>
              <a:defRPr sz="1200"/>
            </a:pPr>
            <a:r>
              <a:t>D:/pasar_fix/node_modules/.bun/lodash-es@4.18.1/node_modules/lodash-es/_baseForOwnRight.js</a:t>
            </a:r>
          </a:p>
          <a:p>
            <a:pPr>
              <a:defRPr sz="1200"/>
            </a:pPr>
            <a:r>
              <a:t>D:/pasar_fix/node_modules/.bun/lodash-es@4.18.1/node_modules/lodash-es/_baseForRight.js</a:t>
            </a:r>
          </a:p>
          <a:p>
            <a:pPr>
              <a:defRPr sz="1200"/>
            </a:pPr>
            <a:r>
              <a:t>D:/pasar_fix/node_modules/.bun/lodash-es@4.18.1/node_modules/lodash-es/_baseFunctions.js</a:t>
            </a:r>
          </a:p>
          <a:p>
            <a:pPr>
              <a:defRPr sz="1200"/>
            </a:pPr>
            <a:r>
              <a:t>D:/pasar_fix/node_modules/.bun/lodash-es@4.18.1/node_modules/lodash-es/_baseGet.js</a:t>
            </a:r>
          </a:p>
          <a:p>
            <a:pPr>
              <a:defRPr sz="1200"/>
            </a:pPr>
            <a:r>
              <a:t>D:/pasar_fix/node_modules/.bun/lodash-es@4.18.1/node_modules/lodash-es/_baseGetAllKeys.js</a:t>
            </a:r>
          </a:p>
          <a:p>
            <a:pPr>
              <a:defRPr sz="1200"/>
            </a:pPr>
            <a:r>
              <a:t>D:/pasar_fix/node_modules/.bun/lodash-es@4.18.1/node_modules/lodash-es/_baseGetTag.js</a:t>
            </a:r>
          </a:p>
          <a:p>
            <a:pPr>
              <a:defRPr sz="1200"/>
            </a:pPr>
            <a:r>
              <a:t>D:/pasar_fix/node_modules/.bun/lodash-es@4.18.1/node_modules/lodash-es/_baseGt.js</a:t>
            </a:r>
          </a:p>
          <a:p>
            <a:pPr>
              <a:defRPr sz="1200"/>
            </a:pPr>
            <a:r>
              <a:t>D:/pasar_fix/node_modules/.bun/lodash-es@4.18.1/node_modules/lodash-es/_baseHas.js</a:t>
            </a:r>
          </a:p>
          <a:p>
            <a:pPr>
              <a:defRPr sz="1200"/>
            </a:pPr>
            <a:r>
              <a:t>D:/pasar_fix/node_modules/.bun/lodash-es@4.18.1/node_modules/lodash-es/_baseHasIn.js</a:t>
            </a:r>
          </a:p>
          <a:p>
            <a:pPr>
              <a:defRPr sz="1200"/>
            </a:pPr>
            <a:r>
              <a:t>D:/pasar_fix/node_modules/.bun/lodash-es@4.18.1/node_modules/lodash-es/_baseIndexOf.js</a:t>
            </a:r>
          </a:p>
          <a:p>
            <a:pPr>
              <a:defRPr sz="1200"/>
            </a:pPr>
            <a:r>
              <a:t>D:/pasar_fix/node_modules/.bun/lodash-es@4.18.1/node_modules/lodash-es/_baseIndexOfWith.js</a:t>
            </a:r>
          </a:p>
          <a:p>
            <a:pPr>
              <a:defRPr sz="1200"/>
            </a:pPr>
            <a:r>
              <a:t>D:/pasar_fix/node_modules/.bun/lodash-es@4.18.1/node_modules/lodash-es/_baseInRange.js</a:t>
            </a:r>
          </a:p>
          <a:p>
            <a:pPr>
              <a:defRPr sz="1200"/>
            </a:pPr>
            <a:r>
              <a:t>D:/pasar_fix/node_modules/.bun/lodash-es@4.18.1/node_modules/lodash-es/_baseIntersection.js</a:t>
            </a:r>
          </a:p>
          <a:p>
            <a:pPr>
              <a:defRPr sz="1200"/>
            </a:pPr>
            <a:r>
              <a:t>D:/pasar_fix/node_modules/.bun/lodash-es@4.18.1/node_modules/lodash-es/_baseInverter.js</a:t>
            </a:r>
          </a:p>
          <a:p>
            <a:pPr>
              <a:defRPr sz="1200"/>
            </a:pPr>
            <a:r>
              <a:t>D:/pasar_fix/node_modules/.bun/lodash-es@4.18.1/node_modules/lodash-es/_baseInvoke.js</a:t>
            </a:r>
          </a:p>
          <a:p>
            <a:pPr>
              <a:defRPr sz="1200"/>
            </a:pPr>
            <a:r>
              <a:t>D:/pasar_fix/node_modules/.bun/lodash-es@4.18.1/node_modules/lodash-es/_baseIsArguments.js</a:t>
            </a:r>
          </a:p>
          <a:p>
            <a:pPr>
              <a:defRPr sz="1200"/>
            </a:pPr>
            <a:r>
              <a:t>D:/pasar_fix/node_modules/.bun/lodash-es@4.18.1/node_modules/lodash-es/_baseIsArrayBuffer.js</a:t>
            </a:r>
          </a:p>
          <a:p>
            <a:pPr>
              <a:defRPr sz="1200"/>
            </a:pPr>
            <a:r>
              <a:t>D:/pasar_fix/node_modules/.bun/lodash-es@4.18.1/node_modules/lodash-es/_baseIsDate.js</a:t>
            </a:r>
          </a:p>
          <a:p>
            <a:pPr>
              <a:defRPr sz="1200"/>
            </a:pPr>
            <a:r>
              <a:t>D:/pasar_fix/node_modules/.bun/lodash-es@4.18.1/node_modules/lodash-es/_baseIsEqual.js</a:t>
            </a:r>
          </a:p>
          <a:p>
            <a:pPr>
              <a:defRPr sz="1200"/>
            </a:pPr>
            <a:r>
              <a:t>D:/pasar_fix/node_modules/.bun/lodash-es@4.18.1/node_modules/lodash-es/_baseIsEqualDeep.js</a:t>
            </a:r>
          </a:p>
          <a:p>
            <a:pPr>
              <a:defRPr sz="1200"/>
            </a:pPr>
            <a:r>
              <a:t>D:/pasar_fix/node_modules/.bun/lodash-es@4.18.1/node_modules/lodash-es/_baseIsMap.js</a:t>
            </a:r>
          </a:p>
          <a:p>
            <a:pPr>
              <a:defRPr sz="1200"/>
            </a:pPr>
            <a:r>
              <a:t>D:/pasar_fix/node_modules/.bun/lodash-es@4.18.1/node_modules/lodash-es/_baseIsMatch.js</a:t>
            </a:r>
          </a:p>
          <a:p>
            <a:pPr>
              <a:defRPr sz="1200"/>
            </a:pPr>
            <a:r>
              <a:t>D:/pasar_fix/node_modules/.bun/lodash-es@4.18.1/node_modules/lodash-es/_baseIsNaN.js</a:t>
            </a:r>
          </a:p>
          <a:p>
            <a:pPr>
              <a:defRPr sz="1200"/>
            </a:pPr>
            <a:r>
              <a:t>D:/pasar_fix/node_modules/.bun/lodash-es@4.18.1/node_modules/lodash-es/_baseIsNative.js</a:t>
            </a:r>
          </a:p>
          <a:p>
            <a:pPr>
              <a:defRPr sz="1200"/>
            </a:pPr>
            <a:r>
              <a:t>D:/pasar_fix/node_modules/.bun/lodash-es@4.18.1/node_modules/lodash-es/_baseIsRegExp.js</a:t>
            </a:r>
          </a:p>
          <a:p>
            <a:pPr>
              <a:defRPr sz="1200"/>
            </a:pPr>
            <a:r>
              <a:t>D:/pasar_fix/node_modules/.bun/lodash-es@4.18.1/node_modules/lodash-es/_baseIsSet.js</a:t>
            </a:r>
          </a:p>
          <a:p>
            <a:pPr>
              <a:defRPr sz="1200"/>
            </a:pPr>
            <a:r>
              <a:t>D:/pasar_fix/node_modules/.bun/lodash-es@4.18.1/node_modules/lodash-es/_baseIsTypedArray.js</a:t>
            </a:r>
          </a:p>
          <a:p>
            <a:pPr>
              <a:defRPr sz="1200"/>
            </a:pPr>
            <a:r>
              <a:t>D:/pasar_fix/node_modules/.bun/lodash-es@4.18.1/node_modules/lodash-es/_baseIteratee.js</a:t>
            </a:r>
          </a:p>
          <a:p>
            <a:pPr>
              <a:defRPr sz="1200"/>
            </a:pPr>
            <a:r>
              <a:t>D:/pasar_fix/node_modules/.bun/lodash-es@4.18.1/node_modules/lodash-es/_baseKeys.js</a:t>
            </a:r>
          </a:p>
          <a:p>
            <a:pPr>
              <a:defRPr sz="1200"/>
            </a:pPr>
            <a:r>
              <a:t>D:/pasar_fix/node_modules/.bun/lodash-es@4.18.1/node_modules/lodash-es/_baseKeysIn.js</a:t>
            </a:r>
          </a:p>
          <a:p>
            <a:pPr>
              <a:defRPr sz="1200"/>
            </a:pPr>
            <a:r>
              <a:t>D:/pasar_fix/node_modules/.bun/lodash-es@4.18.1/node_modules/lodash-es/_baseLodash.js</a:t>
            </a:r>
          </a:p>
          <a:p>
            <a:pPr>
              <a:defRPr sz="1200"/>
            </a:pPr>
            <a:r>
              <a:t>D:/pasar_fix/node_modules/.bun/lodash-es@4.18.1/node_modules/lodash-es/_baseLt.js</a:t>
            </a:r>
          </a:p>
          <a:p>
            <a:pPr>
              <a:defRPr sz="1200"/>
            </a:pPr>
            <a:r>
              <a:t>D:/pasar_fix/node_modules/.bun/lodash-es@4.18.1/node_modules/lodash-es/_baseMap.js</a:t>
            </a:r>
          </a:p>
          <a:p>
            <a:pPr>
              <a:defRPr sz="1200"/>
            </a:pPr>
            <a:r>
              <a:t>D:/pasar_fix/node_modules/.bun/lodash-es@4.18.1/node_modules/lodash-es/_baseMatches.js</a:t>
            </a:r>
          </a:p>
          <a:p>
            <a:pPr>
              <a:defRPr sz="1200"/>
            </a:pPr>
            <a:r>
              <a:t>D:/pasar_fix/node_modules/.bun/lodash-es@4.18.1/node_modules/lodash-es/_baseMatchesProperty.js</a:t>
            </a:r>
          </a:p>
          <a:p>
            <a:pPr>
              <a:defRPr sz="1200"/>
            </a:pPr>
            <a:r>
              <a:t>D:/pasar_fix/node_modules/.bun/lodash-es@4.18.1/node_modules/lodash-es/_baseMean.js</a:t>
            </a:r>
          </a:p>
          <a:p>
            <a:pPr>
              <a:defRPr sz="1200"/>
            </a:pPr>
            <a:r>
              <a:t>D:/pasar_fix/node_modules/.bun/lodash-es@4.18.1/node_modules/lodash-es/_baseMerge.js</a:t>
            </a:r>
          </a:p>
          <a:p>
            <a:pPr>
              <a:defRPr sz="1200"/>
            </a:pPr>
            <a:r>
              <a:t>D:/pasar_fix/node_modules/.bun/lodash-es@4.18.1/node_modules/lodash-es/_baseMergeDeep.js</a:t>
            </a:r>
          </a:p>
          <a:p>
            <a:pPr>
              <a:defRPr sz="1200"/>
            </a:pPr>
            <a:r>
              <a:t>D:/pasar_fix/node_modules/.bun/lodash-es@4.18.1/node_modules/lodash-es/_baseNth.js</a:t>
            </a:r>
          </a:p>
          <a:p>
            <a:pPr>
              <a:defRPr sz="1200"/>
            </a:pPr>
            <a:r>
              <a:t>D:/pasar_fix/node_modules/.bun/lodash-es@4.18.1/node_modules/lodash-es/_baseOrderBy.js</a:t>
            </a:r>
          </a:p>
          <a:p>
            <a:pPr>
              <a:defRPr sz="1200"/>
            </a:pPr>
            <a:r>
              <a:t>D:/pasar_fix/node_modules/.bun/lodash-es@4.18.1/node_modules/lodash-es/_basePick.js</a:t>
            </a:r>
          </a:p>
          <a:p>
            <a:pPr>
              <a:defRPr sz="1200"/>
            </a:pPr>
            <a:r>
              <a:t>D:/pasar_fix/node_modules/.bun/lodash-es@4.18.1/node_modules/lodash-es/_basePickBy.js</a:t>
            </a:r>
          </a:p>
          <a:p>
            <a:pPr>
              <a:defRPr sz="1200"/>
            </a:pPr>
            <a:r>
              <a:t>D:/pasar_fix/node_modules/.bun/lodash-es@4.18.1/node_modules/lodash-es/_baseProperty.js</a:t>
            </a:r>
          </a:p>
          <a:p>
            <a:pPr>
              <a:defRPr sz="1200"/>
            </a:pPr>
            <a:r>
              <a:t>D:/pasar_fix/node_modules/.bun/lodash-es@4.18.1/node_modules/lodash-es/_basePropertyDeep.js</a:t>
            </a:r>
          </a:p>
          <a:p>
            <a:pPr>
              <a:defRPr sz="1200"/>
            </a:pPr>
            <a:r>
              <a:t>D:/pasar_fix/node_modules/.bun/lodash-es@4.18.1/node_modules/lodash-es/_basePropertyOf.js</a:t>
            </a:r>
          </a:p>
          <a:p>
            <a:pPr>
              <a:defRPr sz="1200"/>
            </a:pPr>
            <a:r>
              <a:t>D:/pasar_fix/node_modules/.bun/lodash-es@4.18.1/node_modules/lodash-es/_basePullAll.js</a:t>
            </a:r>
          </a:p>
          <a:p>
            <a:pPr>
              <a:defRPr sz="1200"/>
            </a:pPr>
            <a:r>
              <a:t>D:/pasar_fix/node_modules/.bun/lodash-es@4.18.1/node_modules/lodash-es/_basePullAt.js</a:t>
            </a:r>
          </a:p>
          <a:p>
            <a:pPr>
              <a:defRPr sz="1200"/>
            </a:pPr>
            <a:r>
              <a:t>D:/pasar_fix/node_modules/.bun/lodash-es@4.18.1/node_modules/lodash-es/_baseRandom.js</a:t>
            </a:r>
          </a:p>
          <a:p>
            <a:pPr>
              <a:defRPr sz="1200"/>
            </a:pPr>
            <a:r>
              <a:t>D:/pasar_fix/node_modules/.bun/lodash-es@4.18.1/node_modules/lodash-es/_baseRange.js</a:t>
            </a:r>
          </a:p>
          <a:p>
            <a:pPr>
              <a:defRPr sz="1200"/>
            </a:pPr>
            <a:r>
              <a:t>D:/pasar_fix/node_modules/.bun/lodash-es@4.18.1/node_modules/lodash-es/_baseReduce.js</a:t>
            </a:r>
          </a:p>
          <a:p>
            <a:pPr>
              <a:defRPr sz="1200"/>
            </a:pPr>
            <a:r>
              <a:t>D:/pasar_fix/node_modules/.bun/lodash-es@4.18.1/node_modules/lodash-es/_baseRepeat.js</a:t>
            </a:r>
          </a:p>
          <a:p>
            <a:pPr>
              <a:defRPr sz="1200"/>
            </a:pPr>
            <a:r>
              <a:t>D:/pasar_fix/node_modules/.bun/lodash-es@4.18.1/node_modules/lodash-es/_baseRest.js</a:t>
            </a:r>
          </a:p>
          <a:p>
            <a:pPr>
              <a:defRPr sz="1200"/>
            </a:pPr>
            <a:r>
              <a:t>D:/pasar_fix/node_modules/.bun/lodash-es@4.18.1/node_modules/lodash-es/_baseSample.js</a:t>
            </a:r>
          </a:p>
          <a:p>
            <a:pPr>
              <a:defRPr sz="1200"/>
            </a:pPr>
            <a:r>
              <a:t>D:/pasar_fix/node_modules/.bun/lodash-es@4.18.1/node_modules/lodash-es/_baseSampleSize.js</a:t>
            </a:r>
          </a:p>
          <a:p>
            <a:pPr>
              <a:defRPr sz="1200"/>
            </a:pPr>
            <a:r>
              <a:t>D:/pasar_fix/node_modules/.bun/lodash-es@4.18.1/node_modules/lodash-es/_baseSet.js</a:t>
            </a:r>
          </a:p>
          <a:p>
            <a:pPr>
              <a:defRPr sz="1200"/>
            </a:pPr>
            <a:r>
              <a:t>D:/pasar_fix/node_modules/.bun/lodash-es@4.18.1/node_modules/lodash-es/_baseSetData.js</a:t>
            </a:r>
          </a:p>
          <a:p>
            <a:pPr>
              <a:defRPr sz="1200"/>
            </a:pPr>
            <a:r>
              <a:t>D:/pasar_fix/node_modules/.bun/lodash-es@4.18.1/node_modules/lodash-es/_baseSetToString.js</a:t>
            </a:r>
          </a:p>
          <a:p>
            <a:pPr>
              <a:defRPr sz="1200"/>
            </a:pPr>
            <a:r>
              <a:t>D:/pasar_fix/node_modules/.bun/lodash-es@4.18.1/node_modules/lodash-es/_baseShuffle.js</a:t>
            </a:r>
          </a:p>
          <a:p>
            <a:pPr>
              <a:defRPr sz="1200"/>
            </a:pPr>
            <a:r>
              <a:t>D:/pasar_fix/node_modules/.bun/lodash-es@4.18.1/node_modules/lodash-es/_baseSlice.js</a:t>
            </a:r>
          </a:p>
          <a:p>
            <a:pPr>
              <a:defRPr sz="1200"/>
            </a:pPr>
            <a:r>
              <a:t>D:/pasar_fix/node_modules/.bun/lodash-es@4.18.1/node_modules/lodash-es/_baseSome.js</a:t>
            </a:r>
          </a:p>
          <a:p>
            <a:pPr>
              <a:defRPr sz="1200"/>
            </a:pPr>
            <a:r>
              <a:t>D:/pasar_fix/node_modules/.bun/lodash-es@4.18.1/node_modules/lodash-es/_baseSortBy.js</a:t>
            </a:r>
          </a:p>
          <a:p>
            <a:pPr>
              <a:defRPr sz="1200"/>
            </a:pPr>
            <a:r>
              <a:t>D:/pasar_fix/node_modules/.bun/lodash-es@4.18.1/node_modules/lodash-es/_baseSortedIndex.js</a:t>
            </a:r>
          </a:p>
          <a:p>
            <a:pPr>
              <a:defRPr sz="1200"/>
            </a:pPr>
            <a:r>
              <a:t>D:/pasar_fix/node_modules/.bun/lodash-es@4.18.1/node_modules/lodash-es/_baseSortedIndexBy.js</a:t>
            </a:r>
          </a:p>
          <a:p>
            <a:pPr>
              <a:defRPr sz="1200"/>
            </a:pPr>
            <a:r>
              <a:t>D:/pasar_fix/node_modules/.bun/lodash-es@4.18.1/node_modules/lodash-es/_baseSortedUniq.js</a:t>
            </a:r>
          </a:p>
          <a:p>
            <a:pPr>
              <a:defRPr sz="1200"/>
            </a:pPr>
            <a:r>
              <a:t>D:/pasar_fix/node_modules/.bun/lodash-es@4.18.1/node_modules/lodash-es/_baseSum.js</a:t>
            </a:r>
          </a:p>
          <a:p>
            <a:pPr>
              <a:defRPr sz="1200"/>
            </a:pPr>
            <a:r>
              <a:t>D:/pasar_fix/node_modules/.bun/lodash-es@4.18.1/node_modules/lodash-es/_baseTimes.js</a:t>
            </a:r>
          </a:p>
          <a:p>
            <a:pPr>
              <a:defRPr sz="1200"/>
            </a:pPr>
            <a:r>
              <a:t>D:/pasar_fix/node_modules/.bun/lodash-es@4.18.1/node_modules/lodash-es/_baseToNumber.js</a:t>
            </a:r>
          </a:p>
          <a:p>
            <a:pPr>
              <a:defRPr sz="1200"/>
            </a:pPr>
            <a:r>
              <a:t>D:/pasar_fix/node_modules/.bun/lodash-es@4.18.1/node_modules/lodash-es/_baseToPairs.js</a:t>
            </a:r>
          </a:p>
          <a:p>
            <a:pPr>
              <a:defRPr sz="1200"/>
            </a:pPr>
            <a:r>
              <a:t>D:/pasar_fix/node_modules/.bun/lodash-es@4.18.1/node_modules/lodash-es/_baseToString.js</a:t>
            </a:r>
          </a:p>
          <a:p>
            <a:pPr>
              <a:defRPr sz="1200"/>
            </a:pPr>
            <a:r>
              <a:t>D:/pasar_fix/node_modules/.bun/lodash-es@4.18.1/node_modules/lodash-es/_baseTrim.js</a:t>
            </a:r>
          </a:p>
          <a:p>
            <a:pPr>
              <a:defRPr sz="1200"/>
            </a:pPr>
            <a:r>
              <a:t>D:/pasar_fix/node_modules/.bun/lodash-es@4.18.1/node_modules/lodash-es/_baseUnary.js</a:t>
            </a:r>
          </a:p>
          <a:p>
            <a:pPr>
              <a:defRPr sz="1200"/>
            </a:pPr>
            <a:r>
              <a:t>D:/pasar_fix/node_modules/.bun/lodash-es@4.18.1/node_modules/lodash-es/_baseUniq.js</a:t>
            </a:r>
          </a:p>
          <a:p>
            <a:pPr>
              <a:defRPr sz="1200"/>
            </a:pPr>
            <a:r>
              <a:t>D:/pasar_fix/node_modules/.bun/lodash-es@4.18.1/node_modules/lodash-es/_baseUnset.js</a:t>
            </a:r>
          </a:p>
          <a:p>
            <a:pPr>
              <a:defRPr sz="1200"/>
            </a:pPr>
            <a:r>
              <a:t>D:/pasar_fix/node_modules/.bun/lodash-es@4.18.1/node_modules/lodash-es/_baseUpdate.js</a:t>
            </a:r>
          </a:p>
          <a:p>
            <a:pPr>
              <a:defRPr sz="1200"/>
            </a:pPr>
            <a:r>
              <a:t>D:/pasar_fix/node_modules/.bun/lodash-es@4.18.1/node_modules/lodash-es/_baseValues.js</a:t>
            </a:r>
          </a:p>
          <a:p>
            <a:pPr>
              <a:defRPr sz="1200"/>
            </a:pPr>
            <a:r>
              <a:t>D:/pasar_fix/node_modules/.bun/lodash-es@4.18.1/node_modules/lodash-es/_baseWhile.js</a:t>
            </a:r>
          </a:p>
          <a:p>
            <a:pPr>
              <a:defRPr sz="1200"/>
            </a:pPr>
            <a:r>
              <a:t>D:/pasar_fix/node_modules/.bun/lodash-es@4.18.1/node_modules/lodash-es/_baseWrapperValue.js</a:t>
            </a:r>
          </a:p>
          <a:p>
            <a:pPr>
              <a:defRPr sz="1200"/>
            </a:pPr>
            <a:r>
              <a:t>D:/pasar_fix/node_modules/.bun/lodash-es@4.18.1/node_modules/lodash-es/_baseXor.js</a:t>
            </a:r>
          </a:p>
          <a:p>
            <a:pPr>
              <a:defRPr sz="1200"/>
            </a:pPr>
            <a:r>
              <a:t>D:/pasar_fix/node_modules/.bun/lodash-es@4.18.1/node_modules/lodash-es/_baseZipObject.js</a:t>
            </a:r>
          </a:p>
          <a:p>
            <a:pPr>
              <a:defRPr sz="1200"/>
            </a:pPr>
            <a:r>
              <a:t>D:/pasar_fix/node_modules/.bun/lodash-es@4.18.1/node_modules/lodash-es/_cacheHas.js</a:t>
            </a:r>
          </a:p>
          <a:p>
            <a:pPr>
              <a:defRPr sz="1200"/>
            </a:pPr>
            <a:r>
              <a:t>D:/pasar_fix/node_modules/.bun/lodash-es@4.18.1/node_modules/lodash-es/_castArrayLikeObject.js</a:t>
            </a:r>
          </a:p>
          <a:p>
            <a:pPr>
              <a:defRPr sz="1200"/>
            </a:pPr>
            <a:r>
              <a:t>D:/pasar_fix/node_modules/.bun/lodash-es@4.18.1/node_modules/lodash-es/_castFunction.js</a:t>
            </a:r>
          </a:p>
          <a:p>
            <a:pPr>
              <a:defRPr sz="1200"/>
            </a:pPr>
            <a:r>
              <a:t>D:/pasar_fix/node_modules/.bun/lodash-es@4.18.1/node_modules/lodash-es/_castPath.js</a:t>
            </a:r>
          </a:p>
          <a:p>
            <a:pPr>
              <a:defRPr sz="1200"/>
            </a:pPr>
            <a:r>
              <a:t>D:/pasar_fix/node_modules/.bun/lodash-es@4.18.1/node_modules/lodash-es/_castRest.js</a:t>
            </a:r>
          </a:p>
          <a:p>
            <a:pPr>
              <a:defRPr sz="1200"/>
            </a:pPr>
            <a:r>
              <a:t>D:/pasar_fix/node_modules/.bun/lodash-es@4.18.1/node_modules/lodash-es/_castSlice.js</a:t>
            </a:r>
          </a:p>
          <a:p>
            <a:pPr>
              <a:defRPr sz="1200"/>
            </a:pPr>
            <a:r>
              <a:t>D:/pasar_fix/node_modules/.bun/lodash-es@4.18.1/node_modules/lodash-es/_charsEndIndex.js</a:t>
            </a:r>
          </a:p>
          <a:p>
            <a:pPr>
              <a:defRPr sz="1200"/>
            </a:pPr>
            <a:r>
              <a:t>D:/pasar_fix/node_modules/.bun/lodash-es@4.18.1/node_modules/lodash-es/_charsStartIndex.js</a:t>
            </a:r>
          </a:p>
          <a:p>
            <a:pPr>
              <a:defRPr sz="1200"/>
            </a:pPr>
            <a:r>
              <a:t>D:/pasar_fix/node_modules/.bun/lodash-es@4.18.1/node_modules/lodash-es/_cloneArrayBuffer.js</a:t>
            </a:r>
          </a:p>
          <a:p>
            <a:pPr>
              <a:defRPr sz="1200"/>
            </a:pPr>
            <a:r>
              <a:t>D:/pasar_fix/node_modules/.bun/lodash-es@4.18.1/node_modules/lodash-es/_cloneBuffer.js</a:t>
            </a:r>
          </a:p>
          <a:p>
            <a:pPr>
              <a:defRPr sz="1200"/>
            </a:pPr>
            <a:r>
              <a:t>D:/pasar_fix/node_modules/.bun/lodash-es@4.18.1/node_modules/lodash-es/_cloneDataView.js</a:t>
            </a:r>
          </a:p>
          <a:p>
            <a:pPr>
              <a:defRPr sz="1200"/>
            </a:pPr>
            <a:r>
              <a:t>D:/pasar_fix/node_modules/.bun/lodash-es@4.18.1/node_modules/lodash-es/_cloneMap.js</a:t>
            </a:r>
          </a:p>
          <a:p>
            <a:pPr>
              <a:defRPr sz="1200"/>
            </a:pPr>
            <a:r>
              <a:t>D:/pasar_fix/node_modules/.bun/lodash-es@4.18.1/node_modules/lodash-es/_cloneRegExp.js</a:t>
            </a:r>
          </a:p>
          <a:p>
            <a:pPr>
              <a:defRPr sz="1200"/>
            </a:pPr>
            <a:r>
              <a:t>D:/pasar_fix/node_modules/.bun/lodash-es@4.18.1/node_modules/lodash-es/_cloneSet.js</a:t>
            </a:r>
          </a:p>
          <a:p>
            <a:pPr>
              <a:defRPr sz="1200"/>
            </a:pPr>
            <a:r>
              <a:t>D:/pasar_fix/node_modules/.bun/lodash-es@4.18.1/node_modules/lodash-es/_cloneSymbol.js</a:t>
            </a:r>
          </a:p>
          <a:p>
            <a:pPr>
              <a:defRPr sz="1200"/>
            </a:pPr>
            <a:r>
              <a:t>D:/pasar_fix/node_modules/.bun/lodash-es@4.18.1/node_modules/lodash-es/_cloneTypedArray.js</a:t>
            </a:r>
          </a:p>
          <a:p>
            <a:pPr>
              <a:defRPr sz="1200"/>
            </a:pPr>
            <a:r>
              <a:t>D:/pasar_fix/node_modules/.bun/lodash-es@4.18.1/node_modules/lodash-es/_compareAscending.js</a:t>
            </a:r>
          </a:p>
          <a:p>
            <a:pPr>
              <a:defRPr sz="1200"/>
            </a:pPr>
            <a:r>
              <a:t>D:/pasar_fix/node_modules/.bun/lodash-es@4.18.1/node_modules/lodash-es/_compareMultiple.js</a:t>
            </a:r>
          </a:p>
          <a:p>
            <a:pPr>
              <a:defRPr sz="1200"/>
            </a:pPr>
            <a:r>
              <a:t>D:/pasar_fix/node_modules/.bun/lodash-es@4.18.1/node_modules/lodash-es/_composeArgs.js</a:t>
            </a:r>
          </a:p>
          <a:p>
            <a:pPr>
              <a:defRPr sz="1200"/>
            </a:pPr>
            <a:r>
              <a:t>D:/pasar_fix/node_modules/.bun/lodash-es@4.18.1/node_modules/lodash-es/_composeArgsRight.js</a:t>
            </a:r>
          </a:p>
          <a:p>
            <a:pPr>
              <a:defRPr sz="1200"/>
            </a:pPr>
            <a:r>
              <a:t>D:/pasar_fix/node_modules/.bun/lodash-es@4.18.1/node_modules/lodash-es/_copyArray.js</a:t>
            </a:r>
          </a:p>
          <a:p>
            <a:pPr>
              <a:defRPr sz="1200"/>
            </a:pPr>
            <a:r>
              <a:t>D:/pasar_fix/node_modules/.bun/lodash-es@4.18.1/node_modules/lodash-es/_copyObject.js</a:t>
            </a:r>
          </a:p>
          <a:p>
            <a:pPr>
              <a:defRPr sz="1200"/>
            </a:pPr>
            <a:r>
              <a:t>D:/pasar_fix/node_modules/.bun/lodash-es@4.18.1/node_modules/lodash-es/_copySymbols.js</a:t>
            </a:r>
          </a:p>
          <a:p>
            <a:pPr>
              <a:defRPr sz="1200"/>
            </a:pPr>
            <a:r>
              <a:t>D:/pasar_fix/node_modules/.bun/lodash-es@4.18.1/node_modules/lodash-es/_copySymbolsIn.js</a:t>
            </a:r>
          </a:p>
          <a:p>
            <a:pPr>
              <a:defRPr sz="1200"/>
            </a:pPr>
            <a:r>
              <a:t>D:/pasar_fix/node_modules/.bun/lodash-es@4.18.1/node_modules/lodash-es/_coreJsData.js</a:t>
            </a:r>
          </a:p>
          <a:p>
            <a:pPr>
              <a:defRPr sz="1200"/>
            </a:pPr>
            <a:r>
              <a:t>D:/pasar_fix/node_modules/.bun/lodash-es@4.18.1/node_modules/lodash-es/_countHolders.js</a:t>
            </a:r>
          </a:p>
          <a:p>
            <a:pPr>
              <a:defRPr sz="1200"/>
            </a:pPr>
            <a:r>
              <a:t>D:/pasar_fix/node_modules/.bun/lodash-es@4.18.1/node_modules/lodash-es/_createAggregator.js</a:t>
            </a:r>
          </a:p>
          <a:p>
            <a:pPr>
              <a:defRPr sz="1200"/>
            </a:pPr>
            <a:r>
              <a:t>D:/pasar_fix/node_modules/.bun/lodash-es@4.18.1/node_modules/lodash-es/_createAssigner.js</a:t>
            </a:r>
          </a:p>
          <a:p>
            <a:pPr>
              <a:defRPr sz="1200"/>
            </a:pPr>
            <a:r>
              <a:t>D:/pasar_fix/node_modules/.bun/lodash-es@4.18.1/node_modules/lodash-es/_createBaseEach.js</a:t>
            </a:r>
          </a:p>
          <a:p>
            <a:pPr>
              <a:defRPr sz="1200"/>
            </a:pPr>
            <a:r>
              <a:t>D:/pasar_fix/node_modules/.bun/lodash-es@4.18.1/node_modules/lodash-es/_createBaseFor.js</a:t>
            </a:r>
          </a:p>
          <a:p>
            <a:pPr>
              <a:defRPr sz="1200"/>
            </a:pPr>
            <a:r>
              <a:t>D:/pasar_fix/node_modules/.bun/lodash-es@4.18.1/node_modules/lodash-es/_createBind.js</a:t>
            </a:r>
          </a:p>
          <a:p>
            <a:pPr>
              <a:defRPr sz="1200"/>
            </a:pPr>
            <a:r>
              <a:t>D:/pasar_fix/node_modules/.bun/lodash-es@4.18.1/node_modules/lodash-es/_createCaseFirst.js</a:t>
            </a:r>
          </a:p>
          <a:p>
            <a:pPr>
              <a:defRPr sz="1200"/>
            </a:pPr>
            <a:r>
              <a:t>D:/pasar_fix/node_modules/.bun/lodash-es@4.18.1/node_modules/lodash-es/_createCompounder.js</a:t>
            </a:r>
          </a:p>
          <a:p>
            <a:pPr>
              <a:defRPr sz="1200"/>
            </a:pPr>
            <a:r>
              <a:t>D:/pasar_fix/node_modules/.bun/lodash-es@4.18.1/node_modules/lodash-es/_createCtor.js</a:t>
            </a:r>
          </a:p>
          <a:p>
            <a:pPr>
              <a:defRPr sz="1200"/>
            </a:pPr>
            <a:r>
              <a:t>D:/pasar_fix/node_modules/.bun/lodash-es@4.18.1/node_modules/lodash-es/_createCurry.js</a:t>
            </a:r>
          </a:p>
          <a:p>
            <a:pPr>
              <a:defRPr sz="1200"/>
            </a:pPr>
            <a:r>
              <a:t>D:/pasar_fix/node_modules/.bun/lodash-es@4.18.1/node_modules/lodash-es/_createFind.js</a:t>
            </a:r>
          </a:p>
          <a:p>
            <a:pPr>
              <a:defRPr sz="1200"/>
            </a:pPr>
            <a:r>
              <a:t>D:/pasar_fix/node_modules/.bun/lodash-es@4.18.1/node_modules/lodash-es/_createFlow.js</a:t>
            </a:r>
          </a:p>
          <a:p>
            <a:pPr>
              <a:defRPr sz="1200"/>
            </a:pPr>
            <a:r>
              <a:t>D:/pasar_fix/node_modules/.bun/lodash-es@4.18.1/node_modules/lodash-es/_createHybrid.js</a:t>
            </a:r>
          </a:p>
          <a:p>
            <a:pPr>
              <a:defRPr sz="1200"/>
            </a:pPr>
            <a:r>
              <a:t>D:/pasar_fix/node_modules/.bun/lodash-es@4.18.1/node_modules/lodash-es/_createInverter.js</a:t>
            </a:r>
          </a:p>
          <a:p>
            <a:pPr>
              <a:defRPr sz="1200"/>
            </a:pPr>
            <a:r>
              <a:t>D:/pasar_fix/node_modules/.bun/lodash-es@4.18.1/node_modules/lodash-es/_createMathOperation.js</a:t>
            </a:r>
          </a:p>
          <a:p>
            <a:pPr>
              <a:defRPr sz="1200"/>
            </a:pPr>
            <a:r>
              <a:t>D:/pasar_fix/node_modules/.bun/lodash-es@4.18.1/node_modules/lodash-es/_createOver.js</a:t>
            </a:r>
          </a:p>
          <a:p>
            <a:pPr>
              <a:defRPr sz="1200"/>
            </a:pPr>
            <a:r>
              <a:t>D:/pasar_fix/node_modules/.bun/lodash-es@4.18.1/node_modules/lodash-es/_createPadding.js</a:t>
            </a:r>
          </a:p>
          <a:p>
            <a:pPr>
              <a:defRPr sz="1200"/>
            </a:pPr>
            <a:r>
              <a:t>D:/pasar_fix/node_modules/.bun/lodash-es@4.18.1/node_modules/lodash-es/_createPartial.js</a:t>
            </a:r>
          </a:p>
          <a:p>
            <a:pPr>
              <a:defRPr sz="1200"/>
            </a:pPr>
            <a:r>
              <a:t>D:/pasar_fix/node_modules/.bun/lodash-es@4.18.1/node_modules/lodash-es/_createRange.js</a:t>
            </a:r>
          </a:p>
          <a:p>
            <a:pPr>
              <a:defRPr sz="1200"/>
            </a:pPr>
            <a:r>
              <a:t>D:/pasar_fix/node_modules/.bun/lodash-es@4.18.1/node_modules/lodash-es/_createRecurry.js</a:t>
            </a:r>
          </a:p>
          <a:p>
            <a:pPr>
              <a:defRPr sz="1200"/>
            </a:pPr>
            <a:r>
              <a:t>D:/pasar_fix/node_modules/.bun/lodash-es@4.18.1/node_modules/lodash-es/_createRelationalOperation.js</a:t>
            </a:r>
          </a:p>
          <a:p>
            <a:pPr>
              <a:defRPr sz="1200"/>
            </a:pPr>
            <a:r>
              <a:t>D:/pasar_fix/node_modules/.bun/lodash-es@4.18.1/node_modules/lodash-es/_createRound.js</a:t>
            </a:r>
          </a:p>
          <a:p>
            <a:pPr>
              <a:defRPr sz="1200"/>
            </a:pPr>
            <a:r>
              <a:t>D:/pasar_fix/node_modules/.bun/lodash-es@4.18.1/node_modules/lodash-es/_createSet.js</a:t>
            </a:r>
          </a:p>
          <a:p>
            <a:pPr>
              <a:defRPr sz="1200"/>
            </a:pPr>
            <a:r>
              <a:t>D:/pasar_fix/node_modules/.bun/lodash-es@4.18.1/node_modules/lodash-es/_createToPairs.js</a:t>
            </a:r>
          </a:p>
          <a:p>
            <a:pPr>
              <a:defRPr sz="1200"/>
            </a:pPr>
            <a:r>
              <a:t>D:/pasar_fix/node_modules/.bun/lodash-es@4.18.1/node_modules/lodash-es/_createWrap.js</a:t>
            </a:r>
          </a:p>
          <a:p>
            <a:pPr>
              <a:defRPr sz="1200"/>
            </a:pPr>
            <a:r>
              <a:t>D:/pasar_fix/node_modules/.bun/lodash-es@4.18.1/node_modules/lodash-es/_customDefaultsAssignIn.js</a:t>
            </a:r>
          </a:p>
          <a:p>
            <a:pPr>
              <a:defRPr sz="1200"/>
            </a:pPr>
            <a:r>
              <a:t>D:/pasar_fix/node_modules/.bun/lodash-es@4.18.1/node_modules/lodash-es/_customDefaultsMerge.js</a:t>
            </a:r>
          </a:p>
          <a:p>
            <a:pPr>
              <a:defRPr sz="1200"/>
            </a:pPr>
            <a:r>
              <a:t>D:/pasar_fix/node_modules/.bun/lodash-es@4.18.1/node_modules/lodash-es/_customOmitClone.js</a:t>
            </a:r>
          </a:p>
          <a:p>
            <a:pPr>
              <a:defRPr sz="1200"/>
            </a:pPr>
            <a:r>
              <a:t>D:/pasar_fix/node_modules/.bun/lodash-es@4.18.1/node_modules/lodash-es/_DataView.js</a:t>
            </a:r>
          </a:p>
          <a:p>
            <a:pPr>
              <a:defRPr sz="1200"/>
            </a:pPr>
            <a:r>
              <a:t>D:/pasar_fix/node_modules/.bun/lodash-es@4.18.1/node_modules/lodash-es/_deburrLetter.js</a:t>
            </a:r>
          </a:p>
          <a:p>
            <a:pPr>
              <a:defRPr sz="1200"/>
            </a:pPr>
            <a:r>
              <a:t>D:/pasar_fix/node_modules/.bun/lodash-es@4.18.1/node_modules/lodash-es/_defineProperty.js</a:t>
            </a:r>
          </a:p>
          <a:p>
            <a:pPr>
              <a:defRPr sz="1200"/>
            </a:pPr>
            <a:r>
              <a:t>D:/pasar_fix/node_modules/.bun/lodash-es@4.18.1/node_modules/lodash-es/_equalArrays.js</a:t>
            </a:r>
          </a:p>
          <a:p>
            <a:pPr>
              <a:defRPr sz="1200"/>
            </a:pPr>
            <a:r>
              <a:t>D:/pasar_fix/node_modules/.bun/lodash-es@4.18.1/node_modules/lodash-es/_equalByTag.js</a:t>
            </a:r>
          </a:p>
          <a:p>
            <a:pPr>
              <a:defRPr sz="1200"/>
            </a:pPr>
            <a:r>
              <a:t>D:/pasar_fix/node_modules/.bun/lodash-es@4.18.1/node_modules/lodash-es/_equalObjects.js</a:t>
            </a:r>
          </a:p>
          <a:p>
            <a:pPr>
              <a:defRPr sz="1200"/>
            </a:pPr>
            <a:r>
              <a:t>D:/pasar_fix/node_modules/.bun/lodash-es@4.18.1/node_modules/lodash-es/_escapeHtmlChar.js</a:t>
            </a:r>
          </a:p>
          <a:p>
            <a:pPr>
              <a:defRPr sz="1200"/>
            </a:pPr>
            <a:r>
              <a:t>D:/pasar_fix/node_modules/.bun/lodash-es@4.18.1/node_modules/lodash-es/_escapeStringChar.js</a:t>
            </a:r>
          </a:p>
          <a:p>
            <a:pPr>
              <a:defRPr sz="1200"/>
            </a:pPr>
            <a:r>
              <a:t>D:/pasar_fix/node_modules/.bun/lodash-es@4.18.1/node_modules/lodash-es/_flatRest.js</a:t>
            </a:r>
          </a:p>
          <a:p>
            <a:pPr>
              <a:defRPr sz="1200"/>
            </a:pPr>
            <a:r>
              <a:t>D:/pasar_fix/node_modules/.bun/lodash-es@4.18.1/node_modules/lodash-es/_freeGlobal.js</a:t>
            </a:r>
          </a:p>
          <a:p>
            <a:pPr>
              <a:defRPr sz="1200"/>
            </a:pPr>
            <a:r>
              <a:t>D:/pasar_fix/node_modules/.bun/lodash-es@4.18.1/node_modules/lodash-es/_getAllKeys.js</a:t>
            </a:r>
          </a:p>
          <a:p>
            <a:pPr>
              <a:defRPr sz="1200"/>
            </a:pPr>
            <a:r>
              <a:t>D:/pasar_fix/node_modules/.bun/lodash-es@4.18.1/node_modules/lodash-es/_getAllKeysIn.js</a:t>
            </a:r>
          </a:p>
          <a:p>
            <a:pPr>
              <a:defRPr sz="1200"/>
            </a:pPr>
            <a:r>
              <a:t>D:/pasar_fix/node_modules/.bun/lodash-es@4.18.1/node_modules/lodash-es/_getData.js</a:t>
            </a:r>
          </a:p>
          <a:p>
            <a:pPr>
              <a:defRPr sz="1200"/>
            </a:pPr>
            <a:r>
              <a:t>D:/pasar_fix/node_modules/.bun/lodash-es@4.18.1/node_modules/lodash-es/_getFuncName.js</a:t>
            </a:r>
          </a:p>
          <a:p>
            <a:pPr>
              <a:defRPr sz="1200"/>
            </a:pPr>
            <a:r>
              <a:t>D:/pasar_fix/node_modules/.bun/lodash-es@4.18.1/node_modules/lodash-es/_getHolder.js</a:t>
            </a:r>
          </a:p>
          <a:p>
            <a:pPr>
              <a:defRPr sz="1200"/>
            </a:pPr>
            <a:r>
              <a:t>D:/pasar_fix/node_modules/.bun/lodash-es@4.18.1/node_modules/lodash-es/_getMapData.js</a:t>
            </a:r>
          </a:p>
          <a:p>
            <a:pPr>
              <a:defRPr sz="1200"/>
            </a:pPr>
            <a:r>
              <a:t>D:/pasar_fix/node_modules/.bun/lodash-es@4.18.1/node_modules/lodash-es/_getMatchData.js</a:t>
            </a:r>
          </a:p>
          <a:p>
            <a:pPr>
              <a:defRPr sz="1200"/>
            </a:pPr>
            <a:r>
              <a:t>D:/pasar_fix/node_modules/.bun/lodash-es@4.18.1/node_modules/lodash-es/_getNative.js</a:t>
            </a:r>
          </a:p>
          <a:p>
            <a:pPr>
              <a:defRPr sz="1200"/>
            </a:pPr>
            <a:r>
              <a:t>D:/pasar_fix/node_modules/.bun/lodash-es@4.18.1/node_modules/lodash-es/_getPrototype.js</a:t>
            </a:r>
          </a:p>
          <a:p>
            <a:pPr>
              <a:defRPr sz="1200"/>
            </a:pPr>
            <a:r>
              <a:t>D:/pasar_fix/node_modules/.bun/lodash-es@4.18.1/node_modules/lodash-es/_getRawTag.js</a:t>
            </a:r>
          </a:p>
          <a:p>
            <a:pPr>
              <a:defRPr sz="1200"/>
            </a:pPr>
            <a:r>
              <a:t>D:/pasar_fix/node_modules/.bun/lodash-es@4.18.1/node_modules/lodash-es/_getSymbols.js</a:t>
            </a:r>
          </a:p>
          <a:p>
            <a:pPr>
              <a:defRPr sz="1200"/>
            </a:pPr>
            <a:r>
              <a:t>D:/pasar_fix/node_modules/.bun/lodash-es@4.18.1/node_modules/lodash-es/_getSymbolsIn.js</a:t>
            </a:r>
          </a:p>
          <a:p>
            <a:pPr>
              <a:defRPr sz="1200"/>
            </a:pPr>
            <a:r>
              <a:t>D:/pasar_fix/node_modules/.bun/lodash-es@4.18.1/node_modules/lodash-es/_getTag.js</a:t>
            </a:r>
          </a:p>
          <a:p>
            <a:pPr>
              <a:defRPr sz="1200"/>
            </a:pPr>
            <a:r>
              <a:t>D:/pasar_fix/node_modules/.bun/lodash-es@4.18.1/node_modules/lodash-es/_getValue.js</a:t>
            </a:r>
          </a:p>
          <a:p>
            <a:pPr>
              <a:defRPr sz="1200"/>
            </a:pPr>
            <a:r>
              <a:t>D:/pasar_fix/node_modules/.bun/lodash-es@4.18.1/node_modules/lodash-es/_getView.js</a:t>
            </a:r>
          </a:p>
          <a:p>
            <a:pPr>
              <a:defRPr sz="1200"/>
            </a:pPr>
            <a:r>
              <a:t>D:/pasar_fix/node_modules/.bun/lodash-es@4.18.1/node_modules/lodash-es/_getWrapDetails.js</a:t>
            </a:r>
          </a:p>
          <a:p>
            <a:pPr>
              <a:defRPr sz="1200"/>
            </a:pPr>
            <a:r>
              <a:t>D:/pasar_fix/node_modules/.bun/lodash-es@4.18.1/node_modules/lodash-es/_Hash.js</a:t>
            </a:r>
          </a:p>
          <a:p>
            <a:pPr>
              <a:defRPr sz="1200"/>
            </a:pPr>
            <a:r>
              <a:t>D:/pasar_fix/node_modules/.bun/lodash-es@4.18.1/node_modules/lodash-es/_hashClear.js</a:t>
            </a:r>
          </a:p>
          <a:p>
            <a:pPr>
              <a:defRPr sz="1200"/>
            </a:pPr>
            <a:r>
              <a:t>D:/pasar_fix/node_modules/.bun/lodash-es@4.18.1/node_modules/lodash-es/_hashDelete.js</a:t>
            </a:r>
          </a:p>
          <a:p>
            <a:pPr>
              <a:defRPr sz="1200"/>
            </a:pPr>
            <a:r>
              <a:t>D:/pasar_fix/node_modules/.bun/lodash-es@4.18.1/node_modules/lodash-es/_hashGet.js</a:t>
            </a:r>
          </a:p>
          <a:p>
            <a:pPr>
              <a:defRPr sz="1200"/>
            </a:pPr>
            <a:r>
              <a:t>D:/pasar_fix/node_modules/.bun/lodash-es@4.18.1/node_modules/lodash-es/_hashHas.js</a:t>
            </a:r>
          </a:p>
          <a:p>
            <a:pPr>
              <a:defRPr sz="1200"/>
            </a:pPr>
            <a:r>
              <a:t>D:/pasar_fix/node_modules/.bun/lodash-es@4.18.1/node_modules/lodash-es/_hashSet.js</a:t>
            </a:r>
          </a:p>
          <a:p>
            <a:pPr>
              <a:defRPr sz="1200"/>
            </a:pPr>
            <a:r>
              <a:t>D:/pasar_fix/node_modules/.bun/lodash-es@4.18.1/node_modules/lodash-es/_hasPath.js</a:t>
            </a:r>
          </a:p>
          <a:p>
            <a:pPr>
              <a:defRPr sz="1200"/>
            </a:pPr>
            <a:r>
              <a:t>D:/pasar_fix/node_modules/.bun/lodash-es@4.18.1/node_modules/lodash-es/_hasUnicode.js</a:t>
            </a:r>
          </a:p>
          <a:p>
            <a:pPr>
              <a:defRPr sz="1200"/>
            </a:pPr>
            <a:r>
              <a:t>D:/pasar_fix/node_modules/.bun/lodash-es@4.18.1/node_modules/lodash-es/_hasUnicodeWord.js</a:t>
            </a:r>
          </a:p>
          <a:p>
            <a:pPr>
              <a:defRPr sz="1200"/>
            </a:pPr>
            <a:r>
              <a:t>D:/pasar_fix/node_modules/.bun/lodash-es@4.18.1/node_modules/lodash-es/_initCloneArray.js</a:t>
            </a:r>
          </a:p>
          <a:p>
            <a:pPr>
              <a:defRPr sz="1200"/>
            </a:pPr>
            <a:r>
              <a:t>D:/pasar_fix/node_modules/.bun/lodash-es@4.18.1/node_modules/lodash-es/_initCloneByTag.js</a:t>
            </a:r>
          </a:p>
          <a:p>
            <a:pPr>
              <a:defRPr sz="1200"/>
            </a:pPr>
            <a:r>
              <a:t>D:/pasar_fix/node_modules/.bun/lodash-es@4.18.1/node_modules/lodash-es/_initCloneObject.js</a:t>
            </a:r>
          </a:p>
          <a:p>
            <a:pPr>
              <a:defRPr sz="1200"/>
            </a:pPr>
            <a:r>
              <a:t>D:/pasar_fix/node_modules/.bun/lodash-es@4.18.1/node_modules/lodash-es/_insertWrapDetails.js</a:t>
            </a:r>
          </a:p>
          <a:p>
            <a:pPr>
              <a:defRPr sz="1200"/>
            </a:pPr>
            <a:r>
              <a:t>D:/pasar_fix/node_modules/.bun/lodash-es@4.18.1/node_modules/lodash-es/_isFlattenable.js</a:t>
            </a:r>
          </a:p>
          <a:p>
            <a:pPr>
              <a:defRPr sz="1200"/>
            </a:pPr>
            <a:r>
              <a:t>D:/pasar_fix/node_modules/.bun/lodash-es@4.18.1/node_modules/lodash-es/_isIndex.js</a:t>
            </a:r>
          </a:p>
          <a:p>
            <a:pPr>
              <a:defRPr sz="1200"/>
            </a:pPr>
            <a:r>
              <a:t>D:/pasar_fix/node_modules/.bun/lodash-es@4.18.1/node_modules/lodash-es/_isIterateeCall.js</a:t>
            </a:r>
          </a:p>
          <a:p>
            <a:pPr>
              <a:defRPr sz="1200"/>
            </a:pPr>
            <a:r>
              <a:t>D:/pasar_fix/node_modules/.bun/lodash-es@4.18.1/node_modules/lodash-es/_isKey.js</a:t>
            </a:r>
          </a:p>
          <a:p>
            <a:pPr>
              <a:defRPr sz="1200"/>
            </a:pPr>
            <a:r>
              <a:t>D:/pasar_fix/node_modules/.bun/lodash-es@4.18.1/node_modules/lodash-es/_isKeyable.js</a:t>
            </a:r>
          </a:p>
          <a:p>
            <a:pPr>
              <a:defRPr sz="1200"/>
            </a:pPr>
            <a:r>
              <a:t>D:/pasar_fix/node_modules/.bun/lodash-es@4.18.1/node_modules/lodash-es/_isLaziable.js</a:t>
            </a:r>
          </a:p>
          <a:p>
            <a:pPr>
              <a:defRPr sz="1200"/>
            </a:pPr>
            <a:r>
              <a:t>D:/pasar_fix/node_modules/.bun/lodash-es@4.18.1/node_modules/lodash-es/_isMaskable.js</a:t>
            </a:r>
          </a:p>
          <a:p>
            <a:pPr>
              <a:defRPr sz="1200"/>
            </a:pPr>
            <a:r>
              <a:t>D:/pasar_fix/node_modules/.bun/lodash-es@4.18.1/node_modules/lodash-es/_isMasked.js</a:t>
            </a:r>
          </a:p>
          <a:p>
            <a:pPr>
              <a:defRPr sz="1200"/>
            </a:pPr>
            <a:r>
              <a:t>D:/pasar_fix/node_modules/.bun/lodash-es@4.18.1/node_modules/lodash-es/_isPrototype.js</a:t>
            </a:r>
          </a:p>
          <a:p>
            <a:pPr>
              <a:defRPr sz="1200"/>
            </a:pPr>
            <a:r>
              <a:t>D:/pasar_fix/node_modules/.bun/lodash-es@4.18.1/node_modules/lodash-es/_isStrictComparable.js</a:t>
            </a:r>
          </a:p>
          <a:p>
            <a:pPr>
              <a:defRPr sz="1200"/>
            </a:pPr>
            <a:r>
              <a:t>D:/pasar_fix/node_modules/.bun/lodash-es@4.18.1/node_modules/lodash-es/_iteratorToArray.js</a:t>
            </a:r>
          </a:p>
          <a:p>
            <a:pPr>
              <a:defRPr sz="1200"/>
            </a:pPr>
            <a:r>
              <a:t>D:/pasar_fix/node_modules/.bun/lodash-es@4.18.1/node_modules/lodash-es/_lazyClone.js</a:t>
            </a:r>
          </a:p>
          <a:p>
            <a:pPr>
              <a:defRPr sz="1200"/>
            </a:pPr>
            <a:r>
              <a:t>D:/pasar_fix/node_modules/.bun/lodash-es@4.18.1/node_modules/lodash-es/_lazyReverse.js</a:t>
            </a:r>
          </a:p>
          <a:p>
            <a:pPr>
              <a:defRPr sz="1200"/>
            </a:pPr>
            <a:r>
              <a:t>D:/pasar_fix/node_modules/.bun/lodash-es@4.18.1/node_modules/lodash-es/_lazyValue.js</a:t>
            </a:r>
          </a:p>
          <a:p>
            <a:pPr>
              <a:defRPr sz="1200"/>
            </a:pPr>
            <a:r>
              <a:t>D:/pasar_fix/node_modules/.bun/lodash-es@4.18.1/node_modules/lodash-es/_LazyWrapper.js</a:t>
            </a:r>
          </a:p>
          <a:p>
            <a:pPr>
              <a:defRPr sz="1200"/>
            </a:pPr>
            <a:r>
              <a:t>D:/pasar_fix/node_modules/.bun/lodash-es@4.18.1/node_modules/lodash-es/_ListCache.js</a:t>
            </a:r>
          </a:p>
          <a:p>
            <a:pPr>
              <a:defRPr sz="1200"/>
            </a:pPr>
            <a:r>
              <a:t>D:/pasar_fix/node_modules/.bun/lodash-es@4.18.1/node_modules/lodash-es/_listCacheClear.js</a:t>
            </a:r>
          </a:p>
          <a:p>
            <a:pPr>
              <a:defRPr sz="1200"/>
            </a:pPr>
            <a:r>
              <a:t>D:/pasar_fix/node_modules/.bun/lodash-es@4.18.1/node_modules/lodash-es/_listCacheDelete.js</a:t>
            </a:r>
          </a:p>
          <a:p>
            <a:pPr>
              <a:defRPr sz="1200"/>
            </a:pPr>
            <a:r>
              <a:t>D:/pasar_fix/node_modules/.bun/lodash-es@4.18.1/node_modules/lodash-es/_listCacheGet.js</a:t>
            </a:r>
          </a:p>
          <a:p>
            <a:pPr>
              <a:defRPr sz="1200"/>
            </a:pPr>
            <a:r>
              <a:t>D:/pasar_fix/node_modules/.bun/lodash-es@4.18.1/node_modules/lodash-es/_listCacheHas.js</a:t>
            </a:r>
          </a:p>
          <a:p>
            <a:pPr>
              <a:defRPr sz="1200"/>
            </a:pPr>
            <a:r>
              <a:t>D:/pasar_fix/node_modules/.bun/lodash-es@4.18.1/node_modules/lodash-es/_listCacheSet.js</a:t>
            </a:r>
          </a:p>
          <a:p>
            <a:pPr>
              <a:defRPr sz="1200"/>
            </a:pPr>
            <a:r>
              <a:t>D:/pasar_fix/node_modules/.bun/lodash-es@4.18.1/node_modules/lodash-es/_LodashWrapper.js</a:t>
            </a:r>
          </a:p>
          <a:p>
            <a:pPr>
              <a:defRPr sz="1200"/>
            </a:pPr>
            <a:r>
              <a:t>D:/pasar_fix/node_modules/.bun/lodash-es@4.18.1/node_modules/lodash-es/_Map.js</a:t>
            </a:r>
          </a:p>
          <a:p>
            <a:pPr>
              <a:defRPr sz="1200"/>
            </a:pPr>
            <a:r>
              <a:t>D:/pasar_fix/node_modules/.bun/lodash-es@4.18.1/node_modules/lodash-es/_MapCache.js</a:t>
            </a:r>
          </a:p>
          <a:p>
            <a:pPr>
              <a:defRPr sz="1200"/>
            </a:pPr>
            <a:r>
              <a:t>D:/pasar_fix/node_modules/.bun/lodash-es@4.18.1/node_modules/lodash-es/_mapCacheClear.js</a:t>
            </a:r>
          </a:p>
          <a:p>
            <a:pPr>
              <a:defRPr sz="1200"/>
            </a:pPr>
            <a:r>
              <a:t>D:/pasar_fix/node_modules/.bun/lodash-es@4.18.1/node_modules/lodash-es/_mapCacheDelete.js</a:t>
            </a:r>
          </a:p>
          <a:p>
            <a:pPr>
              <a:defRPr sz="1200"/>
            </a:pPr>
            <a:r>
              <a:t>D:/pasar_fix/node_modules/.bun/lodash-es@4.18.1/node_modules/lodash-es/_mapCacheGet.js</a:t>
            </a:r>
          </a:p>
          <a:p>
            <a:pPr>
              <a:defRPr sz="1200"/>
            </a:pPr>
            <a:r>
              <a:t>D:/pasar_fix/node_modules/.bun/lodash-es@4.18.1/node_modules/lodash-es/_mapCacheHas.js</a:t>
            </a:r>
          </a:p>
          <a:p>
            <a:pPr>
              <a:defRPr sz="1200"/>
            </a:pPr>
            <a:r>
              <a:t>D:/pasar_fix/node_modules/.bun/lodash-es@4.18.1/node_modules/lodash-es/_mapCacheSet.js</a:t>
            </a:r>
          </a:p>
          <a:p>
            <a:pPr>
              <a:defRPr sz="1200"/>
            </a:pPr>
            <a:r>
              <a:t>D:/pasar_fix/node_modules/.bun/lodash-es@4.18.1/node_modules/lodash-es/_mapToArray.js</a:t>
            </a:r>
          </a:p>
          <a:p>
            <a:pPr>
              <a:defRPr sz="1200"/>
            </a:pPr>
            <a:r>
              <a:t>D:/pasar_fix/node_modules/.bun/lodash-es@4.18.1/node_modules/lodash-es/_matchesStrictComparable.js</a:t>
            </a:r>
          </a:p>
          <a:p>
            <a:pPr>
              <a:defRPr sz="1200"/>
            </a:pPr>
            <a:r>
              <a:t>D:/pasar_fix/node_modules/.bun/lodash-es@4.18.1/node_modules/lodash-es/_memoizeCapped.js</a:t>
            </a:r>
          </a:p>
          <a:p>
            <a:pPr>
              <a:defRPr sz="1200"/>
            </a:pPr>
            <a:r>
              <a:t>D:/pasar_fix/node_modules/.bun/lodash-es@4.18.1/node_modules/lodash-es/_mergeData.js</a:t>
            </a:r>
          </a:p>
          <a:p>
            <a:pPr>
              <a:defRPr sz="1200"/>
            </a:pPr>
            <a:r>
              <a:t>D:/pasar_fix/node_modules/.bun/lodash-es@4.18.1/node_modules/lodash-es/_metaMap.js</a:t>
            </a:r>
          </a:p>
          <a:p>
            <a:pPr>
              <a:defRPr sz="1200"/>
            </a:pPr>
            <a:r>
              <a:t>D:/pasar_fix/node_modules/.bun/lodash-es@4.18.1/node_modules/lodash-es/_nativeCreate.js</a:t>
            </a:r>
          </a:p>
          <a:p>
            <a:pPr>
              <a:defRPr sz="1200"/>
            </a:pPr>
            <a:r>
              <a:t>D:/pasar_fix/node_modules/.bun/lodash-es@4.18.1/node_modules/lodash-es/_nativeKeys.js</a:t>
            </a:r>
          </a:p>
          <a:p>
            <a:pPr>
              <a:defRPr sz="1200"/>
            </a:pPr>
            <a:r>
              <a:t>D:/pasar_fix/node_modules/.bun/lodash-es@4.18.1/node_modules/lodash-es/_nativeKeysIn.js</a:t>
            </a:r>
          </a:p>
          <a:p>
            <a:pPr>
              <a:defRPr sz="1200"/>
            </a:pPr>
            <a:r>
              <a:t>D:/pasar_fix/node_modules/.bun/lodash-es@4.18.1/node_modules/lodash-es/_nodeUtil.js</a:t>
            </a:r>
          </a:p>
          <a:p>
            <a:pPr>
              <a:defRPr sz="1200"/>
            </a:pPr>
            <a:r>
              <a:t>D:/pasar_fix/node_modules/.bun/lodash-es@4.18.1/node_modules/lodash-es/_objectToString.js</a:t>
            </a:r>
          </a:p>
          <a:p>
            <a:pPr>
              <a:defRPr sz="1200"/>
            </a:pPr>
            <a:r>
              <a:t>D:/pasar_fix/node_modules/.bun/lodash-es@4.18.1/node_modules/lodash-es/_overArg.js</a:t>
            </a:r>
          </a:p>
          <a:p>
            <a:pPr>
              <a:defRPr sz="1200"/>
            </a:pPr>
            <a:r>
              <a:t>D:/pasar_fix/node_modules/.bun/lodash-es@4.18.1/node_modules/lodash-es/_overRest.js</a:t>
            </a:r>
          </a:p>
          <a:p>
            <a:pPr>
              <a:defRPr sz="1200"/>
            </a:pPr>
            <a:r>
              <a:t>D:/pasar_fix/node_modules/.bun/lodash-es@4.18.1/node_modules/lodash-es/_parent.js</a:t>
            </a:r>
          </a:p>
          <a:p>
            <a:pPr>
              <a:defRPr sz="1200"/>
            </a:pPr>
            <a:r>
              <a:t>D:/pasar_fix/node_modules/.bun/lodash-es@4.18.1/node_modules/lodash-es/_Promise.js</a:t>
            </a:r>
          </a:p>
          <a:p>
            <a:pPr>
              <a:defRPr sz="1200"/>
            </a:pPr>
            <a:r>
              <a:t>D:/pasar_fix/node_modules/.bun/lodash-es@4.18.1/node_modules/lodash-es/_realNames.js</a:t>
            </a:r>
          </a:p>
          <a:p>
            <a:pPr>
              <a:defRPr sz="1200"/>
            </a:pPr>
            <a:r>
              <a:t>D:/pasar_fix/node_modules/.bun/lodash-es@4.18.1/node_modules/lodash-es/_reEscape.js</a:t>
            </a:r>
          </a:p>
          <a:p>
            <a:pPr>
              <a:defRPr sz="1200"/>
            </a:pPr>
            <a:r>
              <a:t>D:/pasar_fix/node_modules/.bun/lodash-es@4.18.1/node_modules/lodash-es/_reEvaluate.js</a:t>
            </a:r>
          </a:p>
          <a:p>
            <a:pPr>
              <a:defRPr sz="1200"/>
            </a:pPr>
            <a:r>
              <a:t>D:/pasar_fix/node_modules/.bun/lodash-es@4.18.1/node_modules/lodash-es/_reInterpolate.js</a:t>
            </a:r>
          </a:p>
          <a:p>
            <a:pPr>
              <a:defRPr sz="1200"/>
            </a:pPr>
            <a:r>
              <a:t>D:/pasar_fix/node_modules/.bun/lodash-es@4.18.1/node_modules/lodash-es/_reorder.js</a:t>
            </a:r>
          </a:p>
          <a:p>
            <a:pPr>
              <a:defRPr sz="1200"/>
            </a:pPr>
            <a:r>
              <a:t>D:/pasar_fix/node_modules/.bun/lodash-es@4.18.1/node_modules/lodash-es/_replaceHolders.js</a:t>
            </a:r>
          </a:p>
          <a:p>
            <a:pPr>
              <a:defRPr sz="1200"/>
            </a:pPr>
            <a:r>
              <a:t>D:/pasar_fix/node_modules/.bun/lodash-es@4.18.1/node_modules/lodash-es/_root.js</a:t>
            </a:r>
          </a:p>
          <a:p>
            <a:pPr>
              <a:defRPr sz="1200"/>
            </a:pPr>
            <a:r>
              <a:t>D:/pasar_fix/node_modules/.bun/lodash-es@4.18.1/node_modules/lodash-es/_safeGet.js</a:t>
            </a:r>
          </a:p>
          <a:p>
            <a:pPr>
              <a:defRPr sz="1200"/>
            </a:pPr>
            <a:r>
              <a:t>D:/pasar_fix/node_modules/.bun/lodash-es@4.18.1/node_modules/lodash-es/_Set.js</a:t>
            </a:r>
          </a:p>
          <a:p>
            <a:pPr>
              <a:defRPr sz="1200"/>
            </a:pPr>
            <a:r>
              <a:t>D:/pasar_fix/node_modules/.bun/lodash-es@4.18.1/node_modules/lodash-es/_SetCache.js</a:t>
            </a:r>
          </a:p>
          <a:p>
            <a:pPr>
              <a:defRPr sz="1200"/>
            </a:pPr>
            <a:r>
              <a:t>D:/pasar_fix/node_modules/.bun/lodash-es@4.18.1/node_modules/lodash-es/_setCacheAdd.js</a:t>
            </a:r>
          </a:p>
          <a:p>
            <a:pPr>
              <a:defRPr sz="1200"/>
            </a:pPr>
            <a:r>
              <a:t>D:/pasar_fix/node_modules/.bun/lodash-es@4.18.1/node_modules/lodash-es/_setCacheHas.js</a:t>
            </a:r>
          </a:p>
          <a:p>
            <a:pPr>
              <a:defRPr sz="1200"/>
            </a:pPr>
            <a:r>
              <a:t>D:/pasar_fix/node_modules/.bun/lodash-es@4.18.1/node_modules/lodash-es/_setData.js</a:t>
            </a:r>
          </a:p>
          <a:p>
            <a:pPr>
              <a:defRPr sz="1200"/>
            </a:pPr>
            <a:r>
              <a:t>D:/pasar_fix/node_modules/.bun/lodash-es@4.18.1/node_modules/lodash-es/_setToArray.js</a:t>
            </a:r>
          </a:p>
          <a:p>
            <a:pPr>
              <a:defRPr sz="1200"/>
            </a:pPr>
            <a:r>
              <a:t>D:/pasar_fix/node_modules/.bun/lodash-es@4.18.1/node_modules/lodash-es/_setToPairs.js</a:t>
            </a:r>
          </a:p>
          <a:p>
            <a:pPr>
              <a:defRPr sz="1200"/>
            </a:pPr>
            <a:r>
              <a:t>D:/pasar_fix/node_modules/.bun/lodash-es@4.18.1/node_modules/lodash-es/_setToString.js</a:t>
            </a:r>
          </a:p>
          <a:p>
            <a:pPr>
              <a:defRPr sz="1200"/>
            </a:pPr>
            <a:r>
              <a:t>D:/pasar_fix/node_modules/.bun/lodash-es@4.18.1/node_modules/lodash-es/_setWrapToString.js</a:t>
            </a:r>
          </a:p>
          <a:p>
            <a:pPr>
              <a:defRPr sz="1200"/>
            </a:pPr>
            <a:r>
              <a:t>D:/pasar_fix/node_modules/.bun/lodash-es@4.18.1/node_modules/lodash-es/_shortOut.js</a:t>
            </a:r>
          </a:p>
          <a:p>
            <a:pPr>
              <a:defRPr sz="1200"/>
            </a:pPr>
            <a:r>
              <a:t>D:/pasar_fix/node_modules/.bun/lodash-es@4.18.1/node_modules/lodash-es/_shuffleSelf.js</a:t>
            </a:r>
          </a:p>
          <a:p>
            <a:pPr>
              <a:defRPr sz="1200"/>
            </a:pPr>
            <a:r>
              <a:t>D:/pasar_fix/node_modules/.bun/lodash-es@4.18.1/node_modules/lodash-es/_Stack.js</a:t>
            </a:r>
          </a:p>
          <a:p>
            <a:pPr>
              <a:defRPr sz="1200"/>
            </a:pPr>
            <a:r>
              <a:t>D:/pasar_fix/node_modules/.bun/lodash-es@4.18.1/node_modules/lodash-es/_stackClear.js</a:t>
            </a:r>
          </a:p>
          <a:p>
            <a:pPr>
              <a:defRPr sz="1200"/>
            </a:pPr>
            <a:r>
              <a:t>D:/pasar_fix/node_modules/.bun/lodash-es@4.18.1/node_modules/lodash-es/_stackDelete.js</a:t>
            </a:r>
          </a:p>
          <a:p>
            <a:pPr>
              <a:defRPr sz="1200"/>
            </a:pPr>
            <a:r>
              <a:t>D:/pasar_fix/node_modules/.bun/lodash-es@4.18.1/node_modules/lodash-es/_stackGet.js</a:t>
            </a:r>
          </a:p>
          <a:p>
            <a:pPr>
              <a:defRPr sz="1200"/>
            </a:pPr>
            <a:r>
              <a:t>D:/pasar_fix/node_modules/.bun/lodash-es@4.18.1/node_modules/lodash-es/_stackHas.js</a:t>
            </a:r>
          </a:p>
          <a:p>
            <a:pPr>
              <a:defRPr sz="1200"/>
            </a:pPr>
            <a:r>
              <a:t>D:/pasar_fix/node_modules/.bun/lodash-es@4.18.1/node_modules/lodash-es/_stackSet.js</a:t>
            </a:r>
          </a:p>
          <a:p>
            <a:pPr>
              <a:defRPr sz="1200"/>
            </a:pPr>
            <a:r>
              <a:t>D:/pasar_fix/node_modules/.bun/lodash-es@4.18.1/node_modules/lodash-es/_strictIndexOf.js</a:t>
            </a:r>
          </a:p>
          <a:p>
            <a:pPr>
              <a:defRPr sz="1200"/>
            </a:pPr>
            <a:r>
              <a:t>D:/pasar_fix/node_modules/.bun/lodash-es@4.18.1/node_modules/lodash-es/_strictLastIndexOf.js</a:t>
            </a:r>
          </a:p>
          <a:p>
            <a:pPr>
              <a:defRPr sz="1200"/>
            </a:pPr>
            <a:r>
              <a:t>D:/pasar_fix/node_modules/.bun/lodash-es@4.18.1/node_modules/lodash-es/_stringSize.js</a:t>
            </a:r>
          </a:p>
          <a:p>
            <a:pPr>
              <a:defRPr sz="1200"/>
            </a:pPr>
            <a:r>
              <a:t>D:/pasar_fix/node_modules/.bun/lodash-es@4.18.1/node_modules/lodash-es/_stringToArray.js</a:t>
            </a:r>
          </a:p>
          <a:p>
            <a:pPr>
              <a:defRPr sz="1200"/>
            </a:pPr>
            <a:r>
              <a:t>D:/pasar_fix/node_modules/.bun/lodash-es@4.18.1/node_modules/lodash-es/_stringToPath.js</a:t>
            </a:r>
          </a:p>
          <a:p>
            <a:pPr>
              <a:defRPr sz="1200"/>
            </a:pPr>
            <a:r>
              <a:t>D:/pasar_fix/node_modules/.bun/lodash-es@4.18.1/node_modules/lodash-es/_Symbol.js</a:t>
            </a:r>
          </a:p>
          <a:p>
            <a:pPr>
              <a:defRPr sz="1200"/>
            </a:pPr>
            <a:r>
              <a:t>D:/pasar_fix/node_modules/.bun/lodash-es@4.18.1/node_modules/lodash-es/_toKey.js</a:t>
            </a:r>
          </a:p>
          <a:p>
            <a:pPr>
              <a:defRPr sz="1200"/>
            </a:pPr>
            <a:r>
              <a:t>D:/pasar_fix/node_modules/.bun/lodash-es@4.18.1/node_modules/lodash-es/_toSource.js</a:t>
            </a:r>
          </a:p>
          <a:p>
            <a:pPr>
              <a:defRPr sz="1200"/>
            </a:pPr>
            <a:r>
              <a:t>D:/pasar_fix/node_modules/.bun/lodash-es@4.18.1/node_modules/lodash-es/_trimmedEndIndex.js</a:t>
            </a:r>
          </a:p>
          <a:p>
            <a:pPr>
              <a:defRPr sz="1200"/>
            </a:pPr>
            <a:r>
              <a:t>D:/pasar_fix/node_modules/.bun/lodash-es@4.18.1/node_modules/lodash-es/_Uint8Array.js</a:t>
            </a:r>
          </a:p>
          <a:p>
            <a:pPr>
              <a:defRPr sz="1200"/>
            </a:pPr>
            <a:r>
              <a:t>D:/pasar_fix/node_modules/.bun/lodash-es@4.18.1/node_modules/lodash-es/_unescapeHtmlChar.js</a:t>
            </a:r>
          </a:p>
          <a:p>
            <a:pPr>
              <a:defRPr sz="1200"/>
            </a:pPr>
            <a:r>
              <a:t>D:/pasar_fix/node_modules/.bun/lodash-es@4.18.1/node_modules/lodash-es/_unicodeSize.js</a:t>
            </a:r>
          </a:p>
          <a:p>
            <a:pPr>
              <a:defRPr sz="1200"/>
            </a:pPr>
            <a:r>
              <a:t>D:/pasar_fix/node_modules/.bun/lodash-es@4.18.1/node_modules/lodash-es/_unicodeToArray.js</a:t>
            </a:r>
          </a:p>
          <a:p>
            <a:pPr>
              <a:defRPr sz="1200"/>
            </a:pPr>
            <a:r>
              <a:t>D:/pasar_fix/node_modules/.bun/lodash-es@4.18.1/node_modules/lodash-es/_unicodeWords.js</a:t>
            </a:r>
          </a:p>
          <a:p>
            <a:pPr>
              <a:defRPr sz="1200"/>
            </a:pPr>
            <a:r>
              <a:t>D:/pasar_fix/node_modules/.bun/lodash-es@4.18.1/node_modules/lodash-es/_updateWrapDetails.js</a:t>
            </a:r>
          </a:p>
          <a:p>
            <a:pPr>
              <a:defRPr sz="1200"/>
            </a:pPr>
            <a:r>
              <a:t>D:/pasar_fix/node_modules/.bun/lodash-es@4.18.1/node_modules/lodash-es/_WeakMap.js</a:t>
            </a:r>
          </a:p>
          <a:p>
            <a:pPr>
              <a:defRPr sz="1200"/>
            </a:pPr>
            <a:r>
              <a:t>D:/pasar_fix/node_modules/.bun/lodash-es@4.18.1/node_modules/lodash-es/_wrapperClone.js</a:t>
            </a:r>
          </a:p>
          <a:p>
            <a:pPr>
              <a:defRPr sz="1200"/>
            </a:pPr>
            <a:r>
              <a:t>D:/pasar_fix/node_modules/.bun/lodash.defaults@4.2.0/node_modules/lodash.defaults/index.js</a:t>
            </a:r>
          </a:p>
          <a:p>
            <a:pPr>
              <a:defRPr sz="1200"/>
            </a:pPr>
            <a:r>
              <a:t>D:/pasar_fix/node_modules/.bun/lodash.defaults@4.2.0/node_modules/lodash.defaults/LICENSE</a:t>
            </a:r>
          </a:p>
          <a:p>
            <a:pPr>
              <a:defRPr sz="1200"/>
            </a:pPr>
            <a:r>
              <a:t>D:/pasar_fix/node_modules/.bun/lodash.defaults@4.2.0/node_modules/lodash.defaults/package.json</a:t>
            </a:r>
          </a:p>
          <a:p>
            <a:pPr>
              <a:defRPr sz="1200"/>
            </a:pPr>
            <a:r>
              <a:t>D:/pasar_fix/node_modules/.bun/lodash.defaults@4.2.0/node_modules/lodash.defaults/README.md</a:t>
            </a:r>
          </a:p>
          <a:p>
            <a:pPr>
              <a:defRPr sz="1200"/>
            </a:pPr>
            <a:r>
              <a:t>D:/pasar_fix/node_modules/.bun/lodash.isarguments@3.1.0/node_modules/lodash.isarguments/index.js</a:t>
            </a:r>
          </a:p>
          <a:p>
            <a:pPr>
              <a:defRPr sz="1200"/>
            </a:pPr>
            <a:r>
              <a:t>D:/pasar_fix/node_modules/.bun/lodash.isarguments@3.1.0/node_modules/lodash.isarguments/LICENSE</a:t>
            </a:r>
          </a:p>
          <a:p>
            <a:pPr>
              <a:defRPr sz="1200"/>
            </a:pPr>
            <a:r>
              <a:t>D:/pasar_fix/node_modules/.bun/lodash.isarguments@3.1.0/node_modules/lodash.isarguments/package.json</a:t>
            </a:r>
          </a:p>
          <a:p>
            <a:pPr>
              <a:defRPr sz="1200"/>
            </a:pPr>
            <a:r>
              <a:t>D:/pasar_fix/node_modules/.bun/lodash.isarguments@3.1.0/node_modules/lodash.isarguments/README.md</a:t>
            </a:r>
          </a:p>
          <a:p>
            <a:pPr>
              <a:defRPr sz="1200"/>
            </a:pPr>
            <a:r>
              <a:t>D:/pasar_fix/node_modules/.bun/lodash.sortby@4.7.0/node_modules/lodash.sortby/index.js</a:t>
            </a:r>
          </a:p>
          <a:p>
            <a:pPr>
              <a:defRPr sz="1200"/>
            </a:pPr>
            <a:r>
              <a:t>D:/pasar_fix/node_modules/.bun/lodash.sortby@4.7.0/node_modules/lodash.sortby/LICENSE</a:t>
            </a:r>
          </a:p>
          <a:p>
            <a:pPr>
              <a:defRPr sz="1200"/>
            </a:pPr>
            <a:r>
              <a:t>D:/pasar_fix/node_modules/.bun/lodash.sortby@4.7.0/node_modules/lodash.sortby/package.json</a:t>
            </a:r>
          </a:p>
          <a:p>
            <a:pPr>
              <a:defRPr sz="1200"/>
            </a:pPr>
            <a:r>
              <a:t>D:/pasar_fix/node_modules/.bun/lodash.sortby@4.7.0/node_modules/lodash.sortby/README.md</a:t>
            </a:r>
          </a:p>
          <a:p>
            <a:pPr>
              <a:defRPr sz="1200"/>
            </a:pPr>
            <a:r>
              <a:t>D:/pasar_fix/node_modules/.bun/lodash@4.18.1/node_modules/lodash/add.js</a:t>
            </a:r>
          </a:p>
          <a:p>
            <a:pPr>
              <a:defRPr sz="1200"/>
            </a:pPr>
            <a:r>
              <a:t>D:/pasar_fix/node_modules/.bun/lodash@4.18.1/node_modules/lodash/after.js</a:t>
            </a:r>
          </a:p>
          <a:p>
            <a:pPr>
              <a:defRPr sz="1200"/>
            </a:pPr>
            <a:r>
              <a:t>D:/pasar_fix/node_modules/.bun/lodash@4.18.1/node_modules/lodash/array.js</a:t>
            </a:r>
          </a:p>
          <a:p>
            <a:pPr>
              <a:defRPr sz="1200"/>
            </a:pPr>
            <a:r>
              <a:t>D:/pasar_fix/node_modules/.bun/lodash@4.18.1/node_modules/lodash/ary.js</a:t>
            </a:r>
          </a:p>
          <a:p>
            <a:pPr>
              <a:defRPr sz="1200"/>
            </a:pPr>
            <a:r>
              <a:t>D:/pasar_fix/node_modules/.bun/lodash@4.18.1/node_modules/lodash/assign.js</a:t>
            </a:r>
          </a:p>
          <a:p>
            <a:pPr>
              <a:defRPr sz="1200"/>
            </a:pPr>
            <a:r>
              <a:t>D:/pasar_fix/node_modules/.bun/lodash@4.18.1/node_modules/lodash/assignIn.js</a:t>
            </a:r>
          </a:p>
          <a:p>
            <a:pPr>
              <a:defRPr sz="1200"/>
            </a:pPr>
            <a:r>
              <a:t>D:/pasar_fix/node_modules/.bun/lodash@4.18.1/node_modules/lodash/assignInWith.js</a:t>
            </a:r>
          </a:p>
          <a:p>
            <a:pPr>
              <a:defRPr sz="1200"/>
            </a:pPr>
            <a:r>
              <a:t>D:/pasar_fix/node_modules/.bun/lodash@4.18.1/node_modules/lodash/assignWith.js</a:t>
            </a:r>
          </a:p>
          <a:p>
            <a:pPr>
              <a:defRPr sz="1200"/>
            </a:pPr>
            <a:r>
              <a:t>D:/pasar_fix/node_modules/.bun/lodash@4.18.1/node_modules/lodash/at.js</a:t>
            </a:r>
          </a:p>
          <a:p>
            <a:pPr>
              <a:defRPr sz="1200"/>
            </a:pPr>
            <a:r>
              <a:t>D:/pasar_fix/node_modules/.bun/lodash@4.18.1/node_modules/lodash/attempt.js</a:t>
            </a:r>
          </a:p>
          <a:p>
            <a:pPr>
              <a:defRPr sz="1200"/>
            </a:pPr>
            <a:r>
              <a:t>D:/pasar_fix/node_modules/.bun/lodash@4.18.1/node_modules/lodash/before.js</a:t>
            </a:r>
          </a:p>
          <a:p>
            <a:pPr>
              <a:defRPr sz="1200"/>
            </a:pPr>
            <a:r>
              <a:t>D:/pasar_fix/node_modules/.bun/lodash@4.18.1/node_modules/lodash/bind.js</a:t>
            </a:r>
          </a:p>
          <a:p>
            <a:pPr>
              <a:defRPr sz="1200"/>
            </a:pPr>
            <a:r>
              <a:t>D:/pasar_fix/node_modules/.bun/lodash@4.18.1/node_modules/lodash/bindAll.js</a:t>
            </a:r>
          </a:p>
          <a:p>
            <a:pPr>
              <a:defRPr sz="1200"/>
            </a:pPr>
            <a:r>
              <a:t>D:/pasar_fix/node_modules/.bun/lodash@4.18.1/node_modules/lodash/bindKey.js</a:t>
            </a:r>
          </a:p>
          <a:p>
            <a:pPr>
              <a:defRPr sz="1200"/>
            </a:pPr>
            <a:r>
              <a:t>D:/pasar_fix/node_modules/.bun/lodash@4.18.1/node_modules/lodash/camelCase.js</a:t>
            </a:r>
          </a:p>
          <a:p>
            <a:pPr>
              <a:defRPr sz="1200"/>
            </a:pPr>
            <a:r>
              <a:t>D:/pasar_fix/node_modules/.bun/lodash@4.18.1/node_modules/lodash/capitalize.js</a:t>
            </a:r>
          </a:p>
          <a:p>
            <a:pPr>
              <a:defRPr sz="1200"/>
            </a:pPr>
            <a:r>
              <a:t>D:/pasar_fix/node_modules/.bun/lodash@4.18.1/node_modules/lodash/castArray.js</a:t>
            </a:r>
          </a:p>
          <a:p>
            <a:pPr>
              <a:defRPr sz="1200"/>
            </a:pPr>
            <a:r>
              <a:t>D:/pasar_fix/node_modules/.bun/lodash@4.18.1/node_modules/lodash/ceil.js</a:t>
            </a:r>
          </a:p>
          <a:p>
            <a:pPr>
              <a:defRPr sz="1200"/>
            </a:pPr>
            <a:r>
              <a:t>D:/pasar_fix/node_modules/.bun/lodash@4.18.1/node_modules/lodash/chain.js</a:t>
            </a:r>
          </a:p>
          <a:p>
            <a:pPr>
              <a:defRPr sz="1200"/>
            </a:pPr>
            <a:r>
              <a:t>D:/pasar_fix/node_modules/.bun/lodash@4.18.1/node_modules/lodash/chunk.js</a:t>
            </a:r>
          </a:p>
          <a:p>
            <a:pPr>
              <a:defRPr sz="1200"/>
            </a:pPr>
            <a:r>
              <a:t>D:/pasar_fix/node_modules/.bun/lodash@4.18.1/node_modules/lodash/clamp.js</a:t>
            </a:r>
          </a:p>
          <a:p>
            <a:pPr>
              <a:defRPr sz="1200"/>
            </a:pPr>
            <a:r>
              <a:t>D:/pasar_fix/node_modules/.bun/lodash@4.18.1/node_modules/lodash/clone.js</a:t>
            </a:r>
          </a:p>
          <a:p>
            <a:pPr>
              <a:defRPr sz="1200"/>
            </a:pPr>
            <a:r>
              <a:t>D:/pasar_fix/node_modules/.bun/lodash@4.18.1/node_modules/lodash/cloneDeep.js</a:t>
            </a:r>
          </a:p>
          <a:p>
            <a:pPr>
              <a:defRPr sz="1200"/>
            </a:pPr>
            <a:r>
              <a:t>D:/pasar_fix/node_modules/.bun/lodash@4.18.1/node_modules/lodash/cloneDeepWith.js</a:t>
            </a:r>
          </a:p>
          <a:p>
            <a:pPr>
              <a:defRPr sz="1200"/>
            </a:pPr>
            <a:r>
              <a:t>D:/pasar_fix/node_modules/.bun/lodash@4.18.1/node_modules/lodash/cloneWith.js</a:t>
            </a:r>
          </a:p>
          <a:p>
            <a:pPr>
              <a:defRPr sz="1200"/>
            </a:pPr>
            <a:r>
              <a:t>D:/pasar_fix/node_modules/.bun/lodash@4.18.1/node_modules/lodash/collection.js</a:t>
            </a:r>
          </a:p>
          <a:p>
            <a:pPr>
              <a:defRPr sz="1200"/>
            </a:pPr>
            <a:r>
              <a:t>D:/pasar_fix/node_modules/.bun/lodash@4.18.1/node_modules/lodash/commit.js</a:t>
            </a:r>
          </a:p>
          <a:p>
            <a:pPr>
              <a:defRPr sz="1200"/>
            </a:pPr>
            <a:r>
              <a:t>D:/pasar_fix/node_modules/.bun/lodash@4.18.1/node_modules/lodash/compact.js</a:t>
            </a:r>
          </a:p>
          <a:p>
            <a:pPr>
              <a:defRPr sz="1200"/>
            </a:pPr>
            <a:r>
              <a:t>D:/pasar_fix/node_modules/.bun/lodash@4.18.1/node_modules/lodash/concat.js</a:t>
            </a:r>
          </a:p>
          <a:p>
            <a:pPr>
              <a:defRPr sz="1200"/>
            </a:pPr>
            <a:r>
              <a:t>D:/pasar_fix/node_modules/.bun/lodash@4.18.1/node_modules/lodash/cond.js</a:t>
            </a:r>
          </a:p>
          <a:p>
            <a:pPr>
              <a:defRPr sz="1200"/>
            </a:pPr>
            <a:r>
              <a:t>D:/pasar_fix/node_modules/.bun/lodash@4.18.1/node_modules/lodash/conforms.js</a:t>
            </a:r>
          </a:p>
          <a:p>
            <a:pPr>
              <a:defRPr sz="1200"/>
            </a:pPr>
            <a:r>
              <a:t>D:/pasar_fix/node_modules/.bun/lodash@4.18.1/node_modules/lodash/conformsTo.js</a:t>
            </a:r>
          </a:p>
          <a:p>
            <a:pPr>
              <a:defRPr sz="1200"/>
            </a:pPr>
            <a:r>
              <a:t>D:/pasar_fix/node_modules/.bun/lodash@4.18.1/node_modules/lodash/constant.js</a:t>
            </a:r>
          </a:p>
          <a:p>
            <a:pPr>
              <a:defRPr sz="1200"/>
            </a:pPr>
            <a:r>
              <a:t>D:/pasar_fix/node_modules/.bun/lodash@4.18.1/node_modules/lodash/core.js</a:t>
            </a:r>
          </a:p>
          <a:p>
            <a:pPr>
              <a:defRPr sz="1200"/>
            </a:pPr>
            <a:r>
              <a:t>D:/pasar_fix/node_modules/.bun/lodash@4.18.1/node_modules/lodash/core.min.js</a:t>
            </a:r>
          </a:p>
          <a:p>
            <a:pPr>
              <a:defRPr sz="1200"/>
            </a:pPr>
            <a:r>
              <a:t>D:/pasar_fix/node_modules/.bun/lodash@4.18.1/node_modules/lodash/countBy.js</a:t>
            </a:r>
          </a:p>
          <a:p>
            <a:pPr>
              <a:defRPr sz="1200"/>
            </a:pPr>
            <a:r>
              <a:t>D:/pasar_fix/node_modules/.bun/lodash@4.18.1/node_modules/lodash/create.js</a:t>
            </a:r>
          </a:p>
          <a:p>
            <a:pPr>
              <a:defRPr sz="1200"/>
            </a:pPr>
            <a:r>
              <a:t>D:/pasar_fix/node_modules/.bun/lodash@4.18.1/node_modules/lodash/curry.js</a:t>
            </a:r>
          </a:p>
          <a:p>
            <a:pPr>
              <a:defRPr sz="1200"/>
            </a:pPr>
            <a:r>
              <a:t>D:/pasar_fix/node_modules/.bun/lodash@4.18.1/node_modules/lodash/curryRight.js</a:t>
            </a:r>
          </a:p>
          <a:p>
            <a:pPr>
              <a:defRPr sz="1200"/>
            </a:pPr>
            <a:r>
              <a:t>D:/pasar_fix/node_modules/.bun/lodash@4.18.1/node_modules/lodash/date.js</a:t>
            </a:r>
          </a:p>
          <a:p>
            <a:pPr>
              <a:defRPr sz="1200"/>
            </a:pPr>
            <a:r>
              <a:t>D:/pasar_fix/node_modules/.bun/lodash@4.18.1/node_modules/lodash/debounce.js</a:t>
            </a:r>
          </a:p>
          <a:p>
            <a:pPr>
              <a:defRPr sz="1200"/>
            </a:pPr>
            <a:r>
              <a:t>D:/pasar_fix/node_modules/.bun/lodash@4.18.1/node_modules/lodash/deburr.js</a:t>
            </a:r>
          </a:p>
          <a:p>
            <a:pPr>
              <a:defRPr sz="1200"/>
            </a:pPr>
            <a:r>
              <a:t>D:/pasar_fix/node_modules/.bun/lodash@4.18.1/node_modules/lodash/defaults.js</a:t>
            </a:r>
          </a:p>
          <a:p>
            <a:pPr>
              <a:defRPr sz="1200"/>
            </a:pPr>
            <a:r>
              <a:t>D:/pasar_fix/node_modules/.bun/lodash@4.18.1/node_modules/lodash/defaultsDeep.js</a:t>
            </a:r>
          </a:p>
          <a:p>
            <a:pPr>
              <a:defRPr sz="1200"/>
            </a:pPr>
            <a:r>
              <a:t>D:/pasar_fix/node_modules/.bun/lodash@4.18.1/node_modules/lodash/defaultTo.js</a:t>
            </a:r>
          </a:p>
          <a:p>
            <a:pPr>
              <a:defRPr sz="1200"/>
            </a:pPr>
            <a:r>
              <a:t>D:/pasar_fix/node_modules/.bun/lodash@4.18.1/node_modules/lodash/defer.js</a:t>
            </a:r>
          </a:p>
          <a:p>
            <a:pPr>
              <a:defRPr sz="1200"/>
            </a:pPr>
            <a:r>
              <a:t>D:/pasar_fix/node_modules/.bun/lodash@4.18.1/node_modules/lodash/delay.js</a:t>
            </a:r>
          </a:p>
          <a:p>
            <a:pPr>
              <a:defRPr sz="1200"/>
            </a:pPr>
            <a:r>
              <a:t>D:/pasar_fix/node_modules/.bun/lodash@4.18.1/node_modules/lodash/difference.js</a:t>
            </a:r>
          </a:p>
          <a:p>
            <a:pPr>
              <a:defRPr sz="1200"/>
            </a:pPr>
            <a:r>
              <a:t>D:/pasar_fix/node_modules/.bun/lodash@4.18.1/node_modules/lodash/differenceBy.js</a:t>
            </a:r>
          </a:p>
          <a:p>
            <a:pPr>
              <a:defRPr sz="1200"/>
            </a:pPr>
            <a:r>
              <a:t>D:/pasar_fix/node_modules/.bun/lodash@4.18.1/node_modules/lodash/differenceWith.js</a:t>
            </a:r>
          </a:p>
          <a:p>
            <a:pPr>
              <a:defRPr sz="1200"/>
            </a:pPr>
            <a:r>
              <a:t>D:/pasar_fix/node_modules/.bun/lodash@4.18.1/node_modules/lodash/divide.js</a:t>
            </a:r>
          </a:p>
          <a:p>
            <a:pPr>
              <a:defRPr sz="1200"/>
            </a:pPr>
            <a:r>
              <a:t>D:/pasar_fix/node_modules/.bun/lodash@4.18.1/node_modules/lodash/drop.js</a:t>
            </a:r>
          </a:p>
          <a:p>
            <a:pPr>
              <a:defRPr sz="1200"/>
            </a:pPr>
            <a:r>
              <a:t>D:/pasar_fix/node_modules/.bun/lodash@4.18.1/node_modules/lodash/dropRight.js</a:t>
            </a:r>
          </a:p>
          <a:p>
            <a:pPr>
              <a:defRPr sz="1200"/>
            </a:pPr>
            <a:r>
              <a:t>D:/pasar_fix/node_modules/.bun/lodash@4.18.1/node_modules/lodash/dropRightWhile.js</a:t>
            </a:r>
          </a:p>
          <a:p>
            <a:pPr>
              <a:defRPr sz="1200"/>
            </a:pPr>
            <a:r>
              <a:t>D:/pasar_fix/node_modules/.bun/lodash@4.18.1/node_modules/lodash/dropWhile.js</a:t>
            </a:r>
          </a:p>
          <a:p>
            <a:pPr>
              <a:defRPr sz="1200"/>
            </a:pPr>
            <a:r>
              <a:t>D:/pasar_fix/node_modules/.bun/lodash@4.18.1/node_modules/lodash/each.js</a:t>
            </a:r>
          </a:p>
          <a:p>
            <a:pPr>
              <a:defRPr sz="1200"/>
            </a:pPr>
            <a:r>
              <a:t>D:/pasar_fix/node_modules/.bun/lodash@4.18.1/node_modules/lodash/eachRight.js</a:t>
            </a:r>
          </a:p>
          <a:p>
            <a:pPr>
              <a:defRPr sz="1200"/>
            </a:pPr>
            <a:r>
              <a:t>D:/pasar_fix/node_modules/.bun/lodash@4.18.1/node_modules/lodash/endsWith.js</a:t>
            </a:r>
          </a:p>
          <a:p>
            <a:pPr>
              <a:defRPr sz="1200"/>
            </a:pPr>
            <a:r>
              <a:t>D:/pasar_fix/node_modules/.bun/lodash@4.18.1/node_modules/lodash/entries.js</a:t>
            </a:r>
          </a:p>
          <a:p>
            <a:pPr>
              <a:defRPr sz="1200"/>
            </a:pPr>
            <a:r>
              <a:t>D:/pasar_fix/node_modules/.bun/lodash@4.18.1/node_modules/lodash/entriesIn.js</a:t>
            </a:r>
          </a:p>
          <a:p>
            <a:pPr>
              <a:defRPr sz="1200"/>
            </a:pPr>
            <a:r>
              <a:t>D:/pasar_fix/node_modules/.bun/lodash@4.18.1/node_modules/lodash/eq.js</a:t>
            </a:r>
          </a:p>
          <a:p>
            <a:pPr>
              <a:defRPr sz="1200"/>
            </a:pPr>
            <a:r>
              <a:t>D:/pasar_fix/node_modules/.bun/lodash@4.18.1/node_modules/lodash/escape.js</a:t>
            </a:r>
          </a:p>
          <a:p>
            <a:pPr>
              <a:defRPr sz="1200"/>
            </a:pPr>
            <a:r>
              <a:t>D:/pasar_fix/node_modules/.bun/lodash@4.18.1/node_modules/lodash/escapeRegExp.js</a:t>
            </a:r>
          </a:p>
          <a:p>
            <a:pPr>
              <a:defRPr sz="1200"/>
            </a:pPr>
            <a:r>
              <a:t>D:/pasar_fix/node_modules/.bun/lodash@4.18.1/node_modules/lodash/every.js</a:t>
            </a:r>
          </a:p>
          <a:p>
            <a:pPr>
              <a:defRPr sz="1200"/>
            </a:pPr>
            <a:r>
              <a:t>D:/pasar_fix/node_modules/.bun/lodash@4.18.1/node_modules/lodash/extend.js</a:t>
            </a:r>
          </a:p>
          <a:p>
            <a:pPr>
              <a:defRPr sz="1200"/>
            </a:pPr>
            <a:r>
              <a:t>D:/pasar_fix/node_modules/.bun/lodash@4.18.1/node_modules/lodash/extendWith.js</a:t>
            </a:r>
          </a:p>
          <a:p>
            <a:pPr>
              <a:defRPr sz="1200"/>
            </a:pPr>
            <a:r>
              <a:t>D:/pasar_fix/node_modules/.bun/lodash@4.18.1/node_modules/lodash/fill.js</a:t>
            </a:r>
          </a:p>
          <a:p>
            <a:pPr>
              <a:defRPr sz="1200"/>
            </a:pPr>
            <a:r>
              <a:t>D:/pasar_fix/node_modules/.bun/lodash@4.18.1/node_modules/lodash/filter.js</a:t>
            </a:r>
          </a:p>
          <a:p>
            <a:pPr>
              <a:defRPr sz="1200"/>
            </a:pPr>
            <a:r>
              <a:t>D:/pasar_fix/node_modules/.bun/lodash@4.18.1/node_modules/lodash/find.js</a:t>
            </a:r>
          </a:p>
          <a:p>
            <a:pPr>
              <a:defRPr sz="1200"/>
            </a:pPr>
            <a:r>
              <a:t>D:/pasar_fix/node_modules/.bun/lodash@4.18.1/node_modules/lodash/findIndex.js</a:t>
            </a:r>
          </a:p>
          <a:p>
            <a:pPr>
              <a:defRPr sz="1200"/>
            </a:pPr>
            <a:r>
              <a:t>D:/pasar_fix/node_modules/.bun/lodash@4.18.1/node_modules/lodash/findKey.js</a:t>
            </a:r>
          </a:p>
          <a:p>
            <a:pPr>
              <a:defRPr sz="1200"/>
            </a:pPr>
            <a:r>
              <a:t>D:/pasar_fix/node_modules/.bun/lodash@4.18.1/node_modules/lodash/findLast.js</a:t>
            </a:r>
          </a:p>
          <a:p>
            <a:pPr>
              <a:defRPr sz="1200"/>
            </a:pPr>
            <a:r>
              <a:t>D:/pasar_fix/node_modules/.bun/lodash@4.18.1/node_modules/lodash/findLastIndex.js</a:t>
            </a:r>
          </a:p>
          <a:p>
            <a:pPr>
              <a:defRPr sz="1200"/>
            </a:pPr>
            <a:r>
              <a:t>D:/pasar_fix/node_modules/.bun/lodash@4.18.1/node_modules/lodash/findLastKey.js</a:t>
            </a:r>
          </a:p>
          <a:p>
            <a:pPr>
              <a:defRPr sz="1200"/>
            </a:pPr>
            <a:r>
              <a:t>D:/pasar_fix/node_modules/.bun/lodash@4.18.1/node_modules/lodash/first.js</a:t>
            </a:r>
          </a:p>
          <a:p>
            <a:pPr>
              <a:defRPr sz="1200"/>
            </a:pPr>
            <a:r>
              <a:t>D:/pasar_fix/node_modules/.bun/lodash@4.18.1/node_modules/lodash/flatMap.js</a:t>
            </a:r>
          </a:p>
          <a:p>
            <a:pPr>
              <a:defRPr sz="1200"/>
            </a:pPr>
            <a:r>
              <a:t>D:/pasar_fix/node_modules/.bun/lodash@4.18.1/node_modules/lodash/flatMapDeep.js</a:t>
            </a:r>
          </a:p>
          <a:p>
            <a:pPr>
              <a:defRPr sz="1200"/>
            </a:pPr>
            <a:r>
              <a:t>D:/pasar_fix/node_modules/.bun/lodash@4.18.1/node_modules/lodash/flatMapDepth.js</a:t>
            </a:r>
          </a:p>
          <a:p>
            <a:pPr>
              <a:defRPr sz="1200"/>
            </a:pPr>
            <a:r>
              <a:t>D:/pasar_fix/node_modules/.bun/lodash@4.18.1/node_modules/lodash/flatten.js</a:t>
            </a:r>
          </a:p>
          <a:p>
            <a:pPr>
              <a:defRPr sz="1200"/>
            </a:pPr>
            <a:r>
              <a:t>D:/pasar_fix/node_modules/.bun/lodash@4.18.1/node_modules/lodash/flattenDeep.js</a:t>
            </a:r>
          </a:p>
          <a:p>
            <a:pPr>
              <a:defRPr sz="1200"/>
            </a:pPr>
            <a:r>
              <a:t>D:/pasar_fix/node_modules/.bun/lodash@4.18.1/node_modules/lodash/flattenDepth.js</a:t>
            </a:r>
          </a:p>
          <a:p>
            <a:pPr>
              <a:defRPr sz="1200"/>
            </a:pPr>
            <a:r>
              <a:t>D:/pasar_fix/node_modules/.bun/lodash@4.18.1/node_modules/lodash/flip.js</a:t>
            </a:r>
          </a:p>
          <a:p>
            <a:pPr>
              <a:defRPr sz="1200"/>
            </a:pPr>
            <a:r>
              <a:t>D:/pasar_fix/node_modules/.bun/lodash@4.18.1/node_modules/lodash/floor.js</a:t>
            </a:r>
          </a:p>
          <a:p>
            <a:pPr>
              <a:defRPr sz="1200"/>
            </a:pPr>
            <a:r>
              <a:t>D:/pasar_fix/node_modules/.bun/lodash@4.18.1/node_modules/lodash/flow.js</a:t>
            </a:r>
          </a:p>
          <a:p>
            <a:pPr>
              <a:defRPr sz="1200"/>
            </a:pPr>
            <a:r>
              <a:t>D:/pasar_fix/node_modules/.bun/lodash@4.18.1/node_modules/lodash/flowRight.js</a:t>
            </a:r>
          </a:p>
          <a:p>
            <a:pPr>
              <a:defRPr sz="1200"/>
            </a:pPr>
            <a:r>
              <a:t>D:/pasar_fix/node_modules/.bun/lodash@4.18.1/node_modules/lodash/forEach.js</a:t>
            </a:r>
          </a:p>
          <a:p>
            <a:pPr>
              <a:defRPr sz="1200"/>
            </a:pPr>
            <a:r>
              <a:t>D:/pasar_fix/node_modules/.bun/lodash@4.18.1/node_modules/lodash/forEachRight.js</a:t>
            </a:r>
          </a:p>
          <a:p>
            <a:pPr>
              <a:defRPr sz="1200"/>
            </a:pPr>
            <a:r>
              <a:t>D:/pasar_fix/node_modules/.bun/lodash@4.18.1/node_modules/lodash/forIn.js</a:t>
            </a:r>
          </a:p>
          <a:p>
            <a:pPr>
              <a:defRPr sz="1200"/>
            </a:pPr>
            <a:r>
              <a:t>D:/pasar_fix/node_modules/.bun/lodash@4.18.1/node_modules/lodash/forInRight.js</a:t>
            </a:r>
          </a:p>
          <a:p>
            <a:pPr>
              <a:defRPr sz="1200"/>
            </a:pPr>
            <a:r>
              <a:t>D:/pasar_fix/node_modules/.bun/lodash@4.18.1/node_modules/lodash/forOwn.js</a:t>
            </a:r>
          </a:p>
          <a:p>
            <a:pPr>
              <a:defRPr sz="1200"/>
            </a:pPr>
            <a:r>
              <a:t>D:/pasar_fix/node_modules/.bun/lodash@4.18.1/node_modules/lodash/forOwnRight.js</a:t>
            </a:r>
          </a:p>
          <a:p>
            <a:pPr>
              <a:defRPr sz="1200"/>
            </a:pPr>
            <a:r>
              <a:t>D:/pasar_fix/node_modules/.bun/lodash@4.18.1/node_modules/lodash/fp.js</a:t>
            </a:r>
          </a:p>
          <a:p>
            <a:pPr>
              <a:defRPr sz="1200"/>
            </a:pPr>
            <a:r>
              <a:t>D:/pasar_fix/node_modules/.bun/lodash@4.18.1/node_modules/lodash/fromPairs.js</a:t>
            </a:r>
          </a:p>
          <a:p>
            <a:pPr>
              <a:defRPr sz="1200"/>
            </a:pPr>
            <a:r>
              <a:t>D:/pasar_fix/node_modules/.bun/lodash@4.18.1/node_modules/lodash/function.js</a:t>
            </a:r>
          </a:p>
          <a:p>
            <a:pPr>
              <a:defRPr sz="1200"/>
            </a:pPr>
            <a:r>
              <a:t>D:/pasar_fix/node_modules/.bun/lodash@4.18.1/node_modules/lodash/functions.js</a:t>
            </a:r>
          </a:p>
          <a:p>
            <a:pPr>
              <a:defRPr sz="1200"/>
            </a:pPr>
            <a:r>
              <a:t>D:/pasar_fix/node_modules/.bun/lodash@4.18.1/node_modules/lodash/functionsIn.js</a:t>
            </a:r>
          </a:p>
          <a:p>
            <a:pPr>
              <a:defRPr sz="1200"/>
            </a:pPr>
            <a:r>
              <a:t>D:/pasar_fix/node_modules/.bun/lodash@4.18.1/node_modules/lodash/get.js</a:t>
            </a:r>
          </a:p>
          <a:p>
            <a:pPr>
              <a:defRPr sz="1200"/>
            </a:pPr>
            <a:r>
              <a:t>D:/pasar_fix/node_modules/.bun/lodash@4.18.1/node_modules/lodash/groupBy.js</a:t>
            </a:r>
          </a:p>
          <a:p>
            <a:pPr>
              <a:defRPr sz="1200"/>
            </a:pPr>
            <a:r>
              <a:t>D:/pasar_fix/node_modules/.bun/lodash@4.18.1/node_modules/lodash/gt.js</a:t>
            </a:r>
          </a:p>
          <a:p>
            <a:pPr>
              <a:defRPr sz="1200"/>
            </a:pPr>
            <a:r>
              <a:t>D:/pasar_fix/node_modules/.bun/lodash@4.18.1/node_modules/lodash/gte.js</a:t>
            </a:r>
          </a:p>
          <a:p>
            <a:pPr>
              <a:defRPr sz="1200"/>
            </a:pPr>
            <a:r>
              <a:t>D:/pasar_fix/node_modules/.bun/lodash@4.18.1/node_modules/lodash/has.js</a:t>
            </a:r>
          </a:p>
          <a:p>
            <a:pPr>
              <a:defRPr sz="1200"/>
            </a:pPr>
            <a:r>
              <a:t>D:/pasar_fix/node_modules/.bun/lodash@4.18.1/node_modules/lodash/hasIn.js</a:t>
            </a:r>
          </a:p>
          <a:p>
            <a:pPr>
              <a:defRPr sz="1200"/>
            </a:pPr>
            <a:r>
              <a:t>D:/pasar_fix/node_modules/.bun/lodash@4.18.1/node_modules/lodash/head.js</a:t>
            </a:r>
          </a:p>
          <a:p>
            <a:pPr>
              <a:defRPr sz="1200"/>
            </a:pPr>
            <a:r>
              <a:t>D:/pasar_fix/node_modules/.bun/lodash@4.18.1/node_modules/lodash/identity.js</a:t>
            </a:r>
          </a:p>
          <a:p>
            <a:pPr>
              <a:defRPr sz="1200"/>
            </a:pPr>
            <a:r>
              <a:t>D:/pasar_fix/node_modules/.bun/lodash@4.18.1/node_modules/lodash/includes.js</a:t>
            </a:r>
          </a:p>
          <a:p>
            <a:pPr>
              <a:defRPr sz="1200"/>
            </a:pPr>
            <a:r>
              <a:t>D:/pasar_fix/node_modules/.bun/lodash@4.18.1/node_modules/lodash/index.js</a:t>
            </a:r>
          </a:p>
          <a:p>
            <a:pPr>
              <a:defRPr sz="1200"/>
            </a:pPr>
            <a:r>
              <a:t>D:/pasar_fix/node_modules/.bun/lodash@4.18.1/node_modules/lodash/indexOf.js</a:t>
            </a:r>
          </a:p>
          <a:p>
            <a:pPr>
              <a:defRPr sz="1200"/>
            </a:pPr>
            <a:r>
              <a:t>D:/pasar_fix/node_modules/.bun/lodash@4.18.1/node_modules/lodash/initial.js</a:t>
            </a:r>
          </a:p>
          <a:p>
            <a:pPr>
              <a:defRPr sz="1200"/>
            </a:pPr>
            <a:r>
              <a:t>D:/pasar_fix/node_modules/.bun/lodash@4.18.1/node_modules/lodash/inRange.js</a:t>
            </a:r>
          </a:p>
          <a:p>
            <a:pPr>
              <a:defRPr sz="1200"/>
            </a:pPr>
            <a:r>
              <a:t>D:/pasar_fix/node_modules/.bun/lodash@4.18.1/node_modules/lodash/intersection.js</a:t>
            </a:r>
          </a:p>
          <a:p>
            <a:pPr>
              <a:defRPr sz="1200"/>
            </a:pPr>
            <a:r>
              <a:t>D:/pasar_fix/node_modules/.bun/lodash@4.18.1/node_modules/lodash/intersectionBy.js</a:t>
            </a:r>
          </a:p>
          <a:p>
            <a:pPr>
              <a:defRPr sz="1200"/>
            </a:pPr>
            <a:r>
              <a:t>D:/pasar_fix/node_modules/.bun/lodash@4.18.1/node_modules/lodash/intersectionWith.js</a:t>
            </a:r>
          </a:p>
          <a:p>
            <a:pPr>
              <a:defRPr sz="1200"/>
            </a:pPr>
            <a:r>
              <a:t>D:/pasar_fix/node_modules/.bun/lodash@4.18.1/node_modules/lodash/invert.js</a:t>
            </a:r>
          </a:p>
          <a:p>
            <a:pPr>
              <a:defRPr sz="1200"/>
            </a:pPr>
            <a:r>
              <a:t>D:/pasar_fix/node_modules/.bun/lodash@4.18.1/node_modules/lodash/invertBy.js</a:t>
            </a:r>
          </a:p>
          <a:p>
            <a:pPr>
              <a:defRPr sz="1200"/>
            </a:pPr>
            <a:r>
              <a:t>D:/pasar_fix/node_modules/.bun/lodash@4.18.1/node_modules/lodash/invoke.js</a:t>
            </a:r>
          </a:p>
          <a:p>
            <a:pPr>
              <a:defRPr sz="1200"/>
            </a:pPr>
            <a:r>
              <a:t>D:/pasar_fix/node_modules/.bun/lodash@4.18.1/node_modules/lodash/invokeMap.js</a:t>
            </a:r>
          </a:p>
          <a:p>
            <a:pPr>
              <a:defRPr sz="1200"/>
            </a:pPr>
            <a:r>
              <a:t>D:/pasar_fix/node_modules/.bun/lodash@4.18.1/node_modules/lodash/isArguments.js</a:t>
            </a:r>
          </a:p>
          <a:p>
            <a:pPr>
              <a:defRPr sz="1200"/>
            </a:pPr>
            <a:r>
              <a:t>D:/pasar_fix/node_modules/.bun/lodash@4.18.1/node_modules/lodash/isArray.js</a:t>
            </a:r>
          </a:p>
          <a:p>
            <a:pPr>
              <a:defRPr sz="1200"/>
            </a:pPr>
            <a:r>
              <a:t>D:/pasar_fix/node_modules/.bun/lodash@4.18.1/node_modules/lodash/isArrayBuffer.js</a:t>
            </a:r>
          </a:p>
          <a:p>
            <a:pPr>
              <a:defRPr sz="1200"/>
            </a:pPr>
            <a:r>
              <a:t>D:/pasar_fix/node_modules/.bun/lodash@4.18.1/node_modules/lodash/isArrayLike.js</a:t>
            </a:r>
          </a:p>
          <a:p>
            <a:pPr>
              <a:defRPr sz="1200"/>
            </a:pPr>
            <a:r>
              <a:t>D:/pasar_fix/node_modules/.bun/lodash@4.18.1/node_modules/lodash/isArrayLikeObject.js</a:t>
            </a:r>
          </a:p>
          <a:p>
            <a:pPr>
              <a:defRPr sz="1200"/>
            </a:pPr>
            <a:r>
              <a:t>D:/pasar_fix/node_modules/.bun/lodash@4.18.1/node_modules/lodash/isBoolean.js</a:t>
            </a:r>
          </a:p>
          <a:p>
            <a:pPr>
              <a:defRPr sz="1200"/>
            </a:pPr>
            <a:r>
              <a:t>D:/pasar_fix/node_modules/.bun/lodash@4.18.1/node_modules/lodash/isBuffer.js</a:t>
            </a:r>
          </a:p>
          <a:p>
            <a:pPr>
              <a:defRPr sz="1200"/>
            </a:pPr>
            <a:r>
              <a:t>D:/pasar_fix/node_modules/.bun/lodash@4.18.1/node_modules/lodash/isDate.js</a:t>
            </a:r>
          </a:p>
          <a:p>
            <a:pPr>
              <a:defRPr sz="1200"/>
            </a:pPr>
            <a:r>
              <a:t>D:/pasar_fix/node_modules/.bun/lodash@4.18.1/node_modules/lodash/isElement.js</a:t>
            </a:r>
          </a:p>
          <a:p>
            <a:pPr>
              <a:defRPr sz="1200"/>
            </a:pPr>
            <a:r>
              <a:t>D:/pasar_fix/node_modules/.bun/lodash@4.18.1/node_modules/lodash/isEmpty.js</a:t>
            </a:r>
          </a:p>
          <a:p>
            <a:pPr>
              <a:defRPr sz="1200"/>
            </a:pPr>
            <a:r>
              <a:t>D:/pasar_fix/node_modules/.bun/lodash@4.18.1/node_modules/lodash/isEqual.js</a:t>
            </a:r>
          </a:p>
          <a:p>
            <a:pPr>
              <a:defRPr sz="1200"/>
            </a:pPr>
            <a:r>
              <a:t>D:/pasar_fix/node_modules/.bun/lodash@4.18.1/node_modules/lodash/isEqualWith.js</a:t>
            </a:r>
          </a:p>
          <a:p>
            <a:pPr>
              <a:defRPr sz="1200"/>
            </a:pPr>
            <a:r>
              <a:t>D:/pasar_fix/node_modules/.bun/lodash@4.18.1/node_modules/lodash/isError.js</a:t>
            </a:r>
          </a:p>
          <a:p>
            <a:pPr>
              <a:defRPr sz="1200"/>
            </a:pPr>
            <a:r>
              <a:t>D:/pasar_fix/node_modules/.bun/lodash@4.18.1/node_modules/lodash/isFinite.js</a:t>
            </a:r>
          </a:p>
          <a:p>
            <a:pPr>
              <a:defRPr sz="1200"/>
            </a:pPr>
            <a:r>
              <a:t>D:/pasar_fix/node_modules/.bun/lodash@4.18.1/node_modules/lodash/isFunction.js</a:t>
            </a:r>
          </a:p>
          <a:p>
            <a:pPr>
              <a:defRPr sz="1200"/>
            </a:pPr>
            <a:r>
              <a:t>D:/pasar_fix/node_modules/.bun/lodash@4.18.1/node_modules/lodash/isInteger.js</a:t>
            </a:r>
          </a:p>
          <a:p>
            <a:pPr>
              <a:defRPr sz="1200"/>
            </a:pPr>
            <a:r>
              <a:t>D:/pasar_fix/node_modules/.bun/lodash@4.18.1/node_modules/lodash/isLength.js</a:t>
            </a:r>
          </a:p>
          <a:p>
            <a:pPr>
              <a:defRPr sz="1200"/>
            </a:pPr>
            <a:r>
              <a:t>D:/pasar_fix/node_modules/.bun/lodash@4.18.1/node_modules/lodash/isMap.js</a:t>
            </a:r>
          </a:p>
          <a:p>
            <a:pPr>
              <a:defRPr sz="1200"/>
            </a:pPr>
            <a:r>
              <a:t>D:/pasar_fix/node_modules/.bun/lodash@4.18.1/node_modules/lodash/isMatch.js</a:t>
            </a:r>
          </a:p>
          <a:p>
            <a:pPr>
              <a:defRPr sz="1200"/>
            </a:pPr>
            <a:r>
              <a:t>D:/pasar_fix/node_modules/.bun/lodash@4.18.1/node_modules/lodash/isMatchWith.js</a:t>
            </a:r>
          </a:p>
          <a:p>
            <a:pPr>
              <a:defRPr sz="1200"/>
            </a:pPr>
            <a:r>
              <a:t>D:/pasar_fix/node_modules/.bun/lodash@4.18.1/node_modules/lodash/isNaN.js</a:t>
            </a:r>
          </a:p>
          <a:p>
            <a:pPr>
              <a:defRPr sz="1200"/>
            </a:pPr>
            <a:r>
              <a:t>D:/pasar_fix/node_modules/.bun/lodash@4.18.1/node_modules/lodash/isNative.js</a:t>
            </a:r>
          </a:p>
          <a:p>
            <a:pPr>
              <a:defRPr sz="1200"/>
            </a:pPr>
            <a:r>
              <a:t>D:/pasar_fix/node_modules/.bun/lodash@4.18.1/node_modules/lodash/isNil.js</a:t>
            </a:r>
          </a:p>
          <a:p>
            <a:pPr>
              <a:defRPr sz="1200"/>
            </a:pPr>
            <a:r>
              <a:t>D:/pasar_fix/node_modules/.bun/lodash@4.18.1/node_modules/lodash/isNull.js</a:t>
            </a:r>
          </a:p>
          <a:p>
            <a:pPr>
              <a:defRPr sz="1200"/>
            </a:pPr>
            <a:r>
              <a:t>D:/pasar_fix/node_modules/.bun/lodash@4.18.1/node_modules/lodash/isNumber.js</a:t>
            </a:r>
          </a:p>
          <a:p>
            <a:pPr>
              <a:defRPr sz="1200"/>
            </a:pPr>
            <a:r>
              <a:t>D:/pasar_fix/node_modules/.bun/lodash@4.18.1/node_modules/lodash/isObject.js</a:t>
            </a:r>
          </a:p>
          <a:p>
            <a:pPr>
              <a:defRPr sz="1200"/>
            </a:pPr>
            <a:r>
              <a:t>D:/pasar_fix/node_modules/.bun/lodash@4.18.1/node_modules/lodash/isObjectLike.js</a:t>
            </a:r>
          </a:p>
          <a:p>
            <a:pPr>
              <a:defRPr sz="1200"/>
            </a:pPr>
            <a:r>
              <a:t>D:/pasar_fix/node_modules/.bun/lodash@4.18.1/node_modules/lodash/isPlainObject.js</a:t>
            </a:r>
          </a:p>
          <a:p>
            <a:pPr>
              <a:defRPr sz="1200"/>
            </a:pPr>
            <a:r>
              <a:t>D:/pasar_fix/node_modules/.bun/lodash@4.18.1/node_modules/lodash/isRegExp.js</a:t>
            </a:r>
          </a:p>
          <a:p>
            <a:pPr>
              <a:defRPr sz="1200"/>
            </a:pPr>
            <a:r>
              <a:t>D:/pasar_fix/node_modules/.bun/lodash@4.18.1/node_modules/lodash/isSafeInteger.js</a:t>
            </a:r>
          </a:p>
          <a:p>
            <a:pPr>
              <a:defRPr sz="1200"/>
            </a:pPr>
            <a:r>
              <a:t>D:/pasar_fix/node_modules/.bun/lodash@4.18.1/node_modules/lodash/isSet.js</a:t>
            </a:r>
          </a:p>
          <a:p>
            <a:pPr>
              <a:defRPr sz="1200"/>
            </a:pPr>
            <a:r>
              <a:t>D:/pasar_fix/node_modules/.bun/lodash@4.18.1/node_modules/lodash/isString.js</a:t>
            </a:r>
          </a:p>
          <a:p>
            <a:pPr>
              <a:defRPr sz="1200"/>
            </a:pPr>
            <a:r>
              <a:t>D:/pasar_fix/node_modules/.bun/lodash@4.18.1/node_modules/lodash/isSymbol.js</a:t>
            </a:r>
          </a:p>
          <a:p>
            <a:pPr>
              <a:defRPr sz="1200"/>
            </a:pPr>
            <a:r>
              <a:t>D:/pasar_fix/node_modules/.bun/lodash@4.18.1/node_modules/lodash/isTypedArray.js</a:t>
            </a:r>
          </a:p>
          <a:p>
            <a:pPr>
              <a:defRPr sz="1200"/>
            </a:pPr>
            <a:r>
              <a:t>D:/pasar_fix/node_modules/.bun/lodash@4.18.1/node_modules/lodash/isUndefined.js</a:t>
            </a:r>
          </a:p>
          <a:p>
            <a:pPr>
              <a:defRPr sz="1200"/>
            </a:pPr>
            <a:r>
              <a:t>D:/pasar_fix/node_modules/.bun/lodash@4.18.1/node_modules/lodash/isWeakMap.js</a:t>
            </a:r>
          </a:p>
          <a:p>
            <a:pPr>
              <a:defRPr sz="1200"/>
            </a:pPr>
            <a:r>
              <a:t>D:/pasar_fix/node_modules/.bun/lodash@4.18.1/node_modules/lodash/isWeakSet.js</a:t>
            </a:r>
          </a:p>
          <a:p>
            <a:pPr>
              <a:defRPr sz="1200"/>
            </a:pPr>
            <a:r>
              <a:t>D:/pasar_fix/node_modules/.bun/lodash@4.18.1/node_modules/lodash/iteratee.js</a:t>
            </a:r>
          </a:p>
          <a:p>
            <a:pPr>
              <a:defRPr sz="1200"/>
            </a:pPr>
            <a:r>
              <a:t>D:/pasar_fix/node_modules/.bun/lodash@4.18.1/node_modules/lodash/join.js</a:t>
            </a:r>
          </a:p>
          <a:p>
            <a:pPr>
              <a:defRPr sz="1200"/>
            </a:pPr>
            <a:r>
              <a:t>D:/pasar_fix/node_modules/.bun/lodash@4.18.1/node_modules/lodash/kebabCase.js</a:t>
            </a:r>
          </a:p>
          <a:p>
            <a:pPr>
              <a:defRPr sz="1200"/>
            </a:pPr>
            <a:r>
              <a:t>D:/pasar_fix/node_modules/.bun/lodash@4.18.1/node_modules/lodash/keyBy.js</a:t>
            </a:r>
          </a:p>
          <a:p>
            <a:pPr>
              <a:defRPr sz="1200"/>
            </a:pPr>
            <a:r>
              <a:t>D:/pasar_fix/node_modules/.bun/lodash@4.18.1/node_modules/lodash/keys.js</a:t>
            </a:r>
          </a:p>
          <a:p>
            <a:pPr>
              <a:defRPr sz="1200"/>
            </a:pPr>
            <a:r>
              <a:t>D:/pasar_fix/node_modules/.bun/lodash@4.18.1/node_modules/lodash/keysIn.js</a:t>
            </a:r>
          </a:p>
          <a:p>
            <a:pPr>
              <a:defRPr sz="1200"/>
            </a:pPr>
            <a:r>
              <a:t>D:/pasar_fix/node_modules/.bun/lodash@4.18.1/node_modules/lodash/lang.js</a:t>
            </a:r>
          </a:p>
          <a:p>
            <a:pPr>
              <a:defRPr sz="1200"/>
            </a:pPr>
            <a:r>
              <a:t>D:/pasar_fix/node_modules/.bun/lodash@4.18.1/node_modules/lodash/last.js</a:t>
            </a:r>
          </a:p>
          <a:p>
            <a:pPr>
              <a:defRPr sz="1200"/>
            </a:pPr>
            <a:r>
              <a:t>D:/pasar_fix/node_modules/.bun/lodash@4.18.1/node_modules/lodash/lastIndexOf.js</a:t>
            </a:r>
          </a:p>
          <a:p>
            <a:pPr>
              <a:defRPr sz="1200"/>
            </a:pPr>
            <a:r>
              <a:t>D:/pasar_fix/node_modules/.bun/lodash@4.18.1/node_modules/lodash/LICENSE</a:t>
            </a:r>
          </a:p>
          <a:p>
            <a:pPr>
              <a:defRPr sz="1200"/>
            </a:pPr>
            <a:r>
              <a:t>D:/pasar_fix/node_modules/.bun/lodash@4.18.1/node_modules/lodash/lodash.js</a:t>
            </a:r>
          </a:p>
          <a:p>
            <a:pPr>
              <a:defRPr sz="1200"/>
            </a:pPr>
            <a:r>
              <a:t>D:/pasar_fix/node_modules/.bun/lodash@4.18.1/node_modules/lodash/lodash.min.js</a:t>
            </a:r>
          </a:p>
          <a:p>
            <a:pPr>
              <a:defRPr sz="1200"/>
            </a:pPr>
            <a:r>
              <a:t>D:/pasar_fix/node_modules/.bun/lodash@4.18.1/node_modules/lodash/lowerCase.js</a:t>
            </a:r>
          </a:p>
          <a:p>
            <a:pPr>
              <a:defRPr sz="1200"/>
            </a:pPr>
            <a:r>
              <a:t>D:/pasar_fix/node_modules/.bun/lodash@4.18.1/node_modules/lodash/lowerFirst.js</a:t>
            </a:r>
          </a:p>
          <a:p>
            <a:pPr>
              <a:defRPr sz="1200"/>
            </a:pPr>
            <a:r>
              <a:t>D:/pasar_fix/node_modules/.bun/lodash@4.18.1/node_modules/lodash/lt.js</a:t>
            </a:r>
          </a:p>
          <a:p>
            <a:pPr>
              <a:defRPr sz="1200"/>
            </a:pPr>
            <a:r>
              <a:t>D:/pasar_fix/node_modules/.bun/lodash@4.18.1/node_modules/lodash/lte.js</a:t>
            </a:r>
          </a:p>
          <a:p>
            <a:pPr>
              <a:defRPr sz="1200"/>
            </a:pPr>
            <a:r>
              <a:t>D:/pasar_fix/node_modules/.bun/lodash@4.18.1/node_modules/lodash/map.js</a:t>
            </a:r>
          </a:p>
          <a:p>
            <a:pPr>
              <a:defRPr sz="1200"/>
            </a:pPr>
            <a:r>
              <a:t>D:/pasar_fix/node_modules/.bun/lodash@4.18.1/node_modules/lodash/mapKeys.js</a:t>
            </a:r>
          </a:p>
          <a:p>
            <a:pPr>
              <a:defRPr sz="1200"/>
            </a:pPr>
            <a:r>
              <a:t>D:/pasar_fix/node_modules/.bun/lodash@4.18.1/node_modules/lodash/mapValues.js</a:t>
            </a:r>
          </a:p>
          <a:p>
            <a:pPr>
              <a:defRPr sz="1200"/>
            </a:pPr>
            <a:r>
              <a:t>D:/pasar_fix/node_modules/.bun/lodash@4.18.1/node_modules/lodash/matches.js</a:t>
            </a:r>
          </a:p>
          <a:p>
            <a:pPr>
              <a:defRPr sz="1200"/>
            </a:pPr>
            <a:r>
              <a:t>D:/pasar_fix/node_modules/.bun/lodash@4.18.1/node_modules/lodash/matchesProperty.js</a:t>
            </a:r>
          </a:p>
          <a:p>
            <a:pPr>
              <a:defRPr sz="1200"/>
            </a:pPr>
            <a:r>
              <a:t>D:/pasar_fix/node_modules/.bun/lodash@4.18.1/node_modules/lodash/math.js</a:t>
            </a:r>
          </a:p>
          <a:p>
            <a:pPr>
              <a:defRPr sz="1200"/>
            </a:pPr>
            <a:r>
              <a:t>D:/pasar_fix/node_modules/.bun/lodash@4.18.1/node_modules/lodash/max.js</a:t>
            </a:r>
          </a:p>
          <a:p>
            <a:pPr>
              <a:defRPr sz="1200"/>
            </a:pPr>
            <a:r>
              <a:t>D:/pasar_fix/node_modules/.bun/lodash@4.18.1/node_modules/lodash/maxBy.js</a:t>
            </a:r>
          </a:p>
          <a:p>
            <a:pPr>
              <a:defRPr sz="1200"/>
            </a:pPr>
            <a:r>
              <a:t>D:/pasar_fix/node_modules/.bun/lodash@4.18.1/node_modules/lodash/mean.js</a:t>
            </a:r>
          </a:p>
          <a:p>
            <a:pPr>
              <a:defRPr sz="1200"/>
            </a:pPr>
            <a:r>
              <a:t>D:/pasar_fix/node_modules/.bun/lodash@4.18.1/node_modules/lodash/meanBy.js</a:t>
            </a:r>
          </a:p>
          <a:p>
            <a:pPr>
              <a:defRPr sz="1200"/>
            </a:pPr>
            <a:r>
              <a:t>D:/pasar_fix/node_modules/.bun/lodash@4.18.1/node_modules/lodash/memoize.js</a:t>
            </a:r>
          </a:p>
          <a:p>
            <a:pPr>
              <a:defRPr sz="1200"/>
            </a:pPr>
            <a:r>
              <a:t>D:/pasar_fix/node_modules/.bun/lodash@4.18.1/node_modules/lodash/merge.js</a:t>
            </a:r>
          </a:p>
          <a:p>
            <a:pPr>
              <a:defRPr sz="1200"/>
            </a:pPr>
            <a:r>
              <a:t>D:/pasar_fix/node_modules/.bun/lodash@4.18.1/node_modules/lodash/mergeWith.js</a:t>
            </a:r>
          </a:p>
          <a:p>
            <a:pPr>
              <a:defRPr sz="1200"/>
            </a:pPr>
            <a:r>
              <a:t>D:/pasar_fix/node_modules/.bun/lodash@4.18.1/node_modules/lodash/method.js</a:t>
            </a:r>
          </a:p>
          <a:p>
            <a:pPr>
              <a:defRPr sz="1200"/>
            </a:pPr>
            <a:r>
              <a:t>D:/pasar_fix/node_modules/.bun/lodash@4.18.1/node_modules/lodash/methodOf.js</a:t>
            </a:r>
          </a:p>
          <a:p>
            <a:pPr>
              <a:defRPr sz="1200"/>
            </a:pPr>
            <a:r>
              <a:t>D:/pasar_fix/node_modules/.bun/lodash@4.18.1/node_modules/lodash/min.js</a:t>
            </a:r>
          </a:p>
          <a:p>
            <a:pPr>
              <a:defRPr sz="1200"/>
            </a:pPr>
            <a:r>
              <a:t>D:/pasar_fix/node_modules/.bun/lodash@4.18.1/node_modules/lodash/minBy.js</a:t>
            </a:r>
          </a:p>
          <a:p>
            <a:pPr>
              <a:defRPr sz="1200"/>
            </a:pPr>
            <a:r>
              <a:t>D:/pasar_fix/node_modules/.bun/lodash@4.18.1/node_modules/lodash/mixin.js</a:t>
            </a:r>
          </a:p>
          <a:p>
            <a:pPr>
              <a:defRPr sz="1200"/>
            </a:pPr>
            <a:r>
              <a:t>D:/pasar_fix/node_modules/.bun/lodash@4.18.1/node_modules/lodash/multiply.js</a:t>
            </a:r>
          </a:p>
          <a:p>
            <a:pPr>
              <a:defRPr sz="1200"/>
            </a:pPr>
            <a:r>
              <a:t>D:/pasar_fix/node_modules/.bun/lodash@4.18.1/node_modules/lodash/negate.js</a:t>
            </a:r>
          </a:p>
          <a:p>
            <a:pPr>
              <a:defRPr sz="1200"/>
            </a:pPr>
            <a:r>
              <a:t>D:/pasar_fix/node_modules/.bun/lodash@4.18.1/node_modules/lodash/next.js</a:t>
            </a:r>
          </a:p>
          <a:p>
            <a:pPr>
              <a:defRPr sz="1200"/>
            </a:pPr>
            <a:r>
              <a:t>D:/pasar_fix/node_modules/.bun/lodash@4.18.1/node_modules/lodash/noop.js</a:t>
            </a:r>
          </a:p>
          <a:p>
            <a:pPr>
              <a:defRPr sz="1200"/>
            </a:pPr>
            <a:r>
              <a:t>D:/pasar_fix/node_modules/.bun/lodash@4.18.1/node_modules/lodash/now.js</a:t>
            </a:r>
          </a:p>
          <a:p>
            <a:pPr>
              <a:defRPr sz="1200"/>
            </a:pPr>
            <a:r>
              <a:t>D:/pasar_fix/node_modules/.bun/lodash@4.18.1/node_modules/lodash/nth.js</a:t>
            </a:r>
          </a:p>
          <a:p>
            <a:pPr>
              <a:defRPr sz="1200"/>
            </a:pPr>
            <a:r>
              <a:t>D:/pasar_fix/node_modules/.bun/lodash@4.18.1/node_modules/lodash/nthArg.js</a:t>
            </a:r>
          </a:p>
          <a:p>
            <a:pPr>
              <a:defRPr sz="1200"/>
            </a:pPr>
            <a:r>
              <a:t>D:/pasar_fix/node_modules/.bun/lodash@4.18.1/node_modules/lodash/number.js</a:t>
            </a:r>
          </a:p>
          <a:p>
            <a:pPr>
              <a:defRPr sz="1200"/>
            </a:pPr>
            <a:r>
              <a:t>D:/pasar_fix/node_modules/.bun/lodash@4.18.1/node_modules/lodash/object.js</a:t>
            </a:r>
          </a:p>
          <a:p>
            <a:pPr>
              <a:defRPr sz="1200"/>
            </a:pPr>
            <a:r>
              <a:t>D:/pasar_fix/node_modules/.bun/lodash@4.18.1/node_modules/lodash/omit.js</a:t>
            </a:r>
          </a:p>
          <a:p>
            <a:pPr>
              <a:defRPr sz="1200"/>
            </a:pPr>
            <a:r>
              <a:t>D:/pasar_fix/node_modules/.bun/lodash@4.18.1/node_modules/lodash/omitBy.js</a:t>
            </a:r>
          </a:p>
          <a:p>
            <a:pPr>
              <a:defRPr sz="1200"/>
            </a:pPr>
            <a:r>
              <a:t>D:/pasar_fix/node_modules/.bun/lodash@4.18.1/node_modules/lodash/once.js</a:t>
            </a:r>
          </a:p>
          <a:p>
            <a:pPr>
              <a:defRPr sz="1200"/>
            </a:pPr>
            <a:r>
              <a:t>D:/pasar_fix/node_modules/.bun/lodash@4.18.1/node_modules/lodash/orderBy.js</a:t>
            </a:r>
          </a:p>
          <a:p>
            <a:pPr>
              <a:defRPr sz="1200"/>
            </a:pPr>
            <a:r>
              <a:t>D:/pasar_fix/node_modules/.bun/lodash@4.18.1/node_modules/lodash/over.js</a:t>
            </a:r>
          </a:p>
          <a:p>
            <a:pPr>
              <a:defRPr sz="1200"/>
            </a:pPr>
            <a:r>
              <a:t>D:/pasar_fix/node_modules/.bun/lodash@4.18.1/node_modules/lodash/overArgs.js</a:t>
            </a:r>
          </a:p>
          <a:p>
            <a:pPr>
              <a:defRPr sz="1200"/>
            </a:pPr>
            <a:r>
              <a:t>D:/pasar_fix/node_modules/.bun/lodash@4.18.1/node_modules/lodash/overEvery.js</a:t>
            </a:r>
          </a:p>
          <a:p>
            <a:pPr>
              <a:defRPr sz="1200"/>
            </a:pPr>
            <a:r>
              <a:t>D:/pasar_fix/node_modules/.bun/lodash@4.18.1/node_modules/lodash/overSome.js</a:t>
            </a:r>
          </a:p>
          <a:p>
            <a:pPr>
              <a:defRPr sz="1200"/>
            </a:pPr>
            <a:r>
              <a:t>D:/pasar_fix/node_modules/.bun/lodash@4.18.1/node_modules/lodash/package.json</a:t>
            </a:r>
          </a:p>
          <a:p>
            <a:pPr>
              <a:defRPr sz="1200"/>
            </a:pPr>
            <a:r>
              <a:t>D:/pasar_fix/node_modules/.bun/lodash@4.18.1/node_modules/lodash/pad.js</a:t>
            </a:r>
          </a:p>
          <a:p>
            <a:pPr>
              <a:defRPr sz="1200"/>
            </a:pPr>
            <a:r>
              <a:t>D:/pasar_fix/node_modules/.bun/lodash@4.18.1/node_modules/lodash/padEnd.js</a:t>
            </a:r>
          </a:p>
          <a:p>
            <a:pPr>
              <a:defRPr sz="1200"/>
            </a:pPr>
            <a:r>
              <a:t>D:/pasar_fix/node_modules/.bun/lodash@4.18.1/node_modules/lodash/padStart.js</a:t>
            </a:r>
          </a:p>
          <a:p>
            <a:pPr>
              <a:defRPr sz="1200"/>
            </a:pPr>
            <a:r>
              <a:t>D:/pasar_fix/node_modules/.bun/lodash@4.18.1/node_modules/lodash/parseInt.js</a:t>
            </a:r>
          </a:p>
          <a:p>
            <a:pPr>
              <a:defRPr sz="1200"/>
            </a:pPr>
            <a:r>
              <a:t>D:/pasar_fix/node_modules/.bun/lodash@4.18.1/node_modules/lodash/partial.js</a:t>
            </a:r>
          </a:p>
          <a:p>
            <a:pPr>
              <a:defRPr sz="1200"/>
            </a:pPr>
            <a:r>
              <a:t>D:/pasar_fix/node_modules/.bun/lodash@4.18.1/node_modules/lodash/partialRight.js</a:t>
            </a:r>
          </a:p>
          <a:p>
            <a:pPr>
              <a:defRPr sz="1200"/>
            </a:pPr>
            <a:r>
              <a:t>D:/pasar_fix/node_modules/.bun/lodash@4.18.1/node_modules/lodash/partition.js</a:t>
            </a:r>
          </a:p>
          <a:p>
            <a:pPr>
              <a:defRPr sz="1200"/>
            </a:pPr>
            <a:r>
              <a:t>D:/pasar_fix/node_modules/.bun/lodash@4.18.1/node_modules/lodash/pick.js</a:t>
            </a:r>
          </a:p>
          <a:p>
            <a:pPr>
              <a:defRPr sz="1200"/>
            </a:pPr>
            <a:r>
              <a:t>D:/pasar_fix/node_modules/.bun/lodash@4.18.1/node_modules/lodash/pickBy.js</a:t>
            </a:r>
          </a:p>
          <a:p>
            <a:pPr>
              <a:defRPr sz="1200"/>
            </a:pPr>
            <a:r>
              <a:t>D:/pasar_fix/node_modules/.bun/lodash@4.18.1/node_modules/lodash/plant.js</a:t>
            </a:r>
          </a:p>
          <a:p>
            <a:pPr>
              <a:defRPr sz="1200"/>
            </a:pPr>
            <a:r>
              <a:t>D:/pasar_fix/node_modules/.bun/lodash@4.18.1/node_modules/lodash/property.js</a:t>
            </a:r>
          </a:p>
          <a:p>
            <a:pPr>
              <a:defRPr sz="1200"/>
            </a:pPr>
            <a:r>
              <a:t>D:/pasar_fix/node_modules/.bun/lodash@4.18.1/node_modules/lodash/propertyOf.js</a:t>
            </a:r>
          </a:p>
          <a:p>
            <a:pPr>
              <a:defRPr sz="1200"/>
            </a:pPr>
            <a:r>
              <a:t>D:/pasar_fix/node_modules/.bun/lodash@4.18.1/node_modules/lodash/pull.js</a:t>
            </a:r>
          </a:p>
          <a:p>
            <a:pPr>
              <a:defRPr sz="1200"/>
            </a:pPr>
            <a:r>
              <a:t>D:/pasar_fix/node_modules/.bun/lodash@4.18.1/node_modules/lodash/pullAll.js</a:t>
            </a:r>
          </a:p>
          <a:p>
            <a:pPr>
              <a:defRPr sz="1200"/>
            </a:pPr>
            <a:r>
              <a:t>D:/pasar_fix/node_modules/.bun/lodash@4.18.1/node_modules/lodash/pullAllBy.js</a:t>
            </a:r>
          </a:p>
          <a:p>
            <a:pPr>
              <a:defRPr sz="1200"/>
            </a:pPr>
            <a:r>
              <a:t>D:/pasar_fix/node_modules/.bun/lodash@4.18.1/node_modules/lodash/pullAllWith.js</a:t>
            </a:r>
          </a:p>
          <a:p>
            <a:pPr>
              <a:defRPr sz="1200"/>
            </a:pPr>
            <a:r>
              <a:t>D:/pasar_fix/node_modules/.bun/lodash@4.18.1/node_modules/lodash/pullAt.js</a:t>
            </a:r>
          </a:p>
          <a:p>
            <a:pPr>
              <a:defRPr sz="1200"/>
            </a:pPr>
            <a:r>
              <a:t>D:/pasar_fix/node_modules/.bun/lodash@4.18.1/node_modules/lodash/random.js</a:t>
            </a:r>
          </a:p>
          <a:p>
            <a:pPr>
              <a:defRPr sz="1200"/>
            </a:pPr>
            <a:r>
              <a:t>D:/pasar_fix/node_modules/.bun/lodash@4.18.1/node_modules/lodash/range.js</a:t>
            </a:r>
          </a:p>
          <a:p>
            <a:pPr>
              <a:defRPr sz="1200"/>
            </a:pPr>
            <a:r>
              <a:t>D:/pasar_fix/node_modules/.bun/lodash@4.18.1/node_modules/lodash/rangeRight.js</a:t>
            </a:r>
          </a:p>
          <a:p>
            <a:pPr>
              <a:defRPr sz="1200"/>
            </a:pPr>
            <a:r>
              <a:t>D:/pasar_fix/node_modules/.bun/lodash@4.18.1/node_modules/lodash/README.md</a:t>
            </a:r>
          </a:p>
          <a:p>
            <a:pPr>
              <a:defRPr sz="1200"/>
            </a:pPr>
            <a:r>
              <a:t>D:/pasar_fix/node_modules/.bun/lodash@4.18.1/node_modules/lodash/rearg.js</a:t>
            </a:r>
          </a:p>
          <a:p>
            <a:pPr>
              <a:defRPr sz="1200"/>
            </a:pPr>
            <a:r>
              <a:t>D:/pasar_fix/node_modules/.bun/lodash@4.18.1/node_modules/lodash/reduce.js</a:t>
            </a:r>
          </a:p>
          <a:p>
            <a:pPr>
              <a:defRPr sz="1200"/>
            </a:pPr>
            <a:r>
              <a:t>D:/pasar_fix/node_modules/.bun/lodash@4.18.1/node_modules/lodash/reduceRight.js</a:t>
            </a:r>
          </a:p>
          <a:p>
            <a:pPr>
              <a:defRPr sz="1200"/>
            </a:pPr>
            <a:r>
              <a:t>D:/pasar_fix/node_modules/.bun/lodash@4.18.1/node_modules/lodash/reject.js</a:t>
            </a:r>
          </a:p>
          <a:p>
            <a:pPr>
              <a:defRPr sz="1200"/>
            </a:pPr>
            <a:r>
              <a:t>D:/pasar_fix/node_modules/.bun/lodash@4.18.1/node_modules/lodash/remove.js</a:t>
            </a:r>
          </a:p>
          <a:p>
            <a:pPr>
              <a:defRPr sz="1200"/>
            </a:pPr>
            <a:r>
              <a:t>D:/pasar_fix/node_modules/.bun/lodash@4.18.1/node_modules/lodash/repeat.js</a:t>
            </a:r>
          </a:p>
          <a:p>
            <a:pPr>
              <a:defRPr sz="1200"/>
            </a:pPr>
            <a:r>
              <a:t>D:/pasar_fix/node_modules/.bun/lodash@4.18.1/node_modules/lodash/replace.js</a:t>
            </a:r>
          </a:p>
          <a:p>
            <a:pPr>
              <a:defRPr sz="1200"/>
            </a:pPr>
            <a:r>
              <a:t>D:/pasar_fix/node_modules/.bun/lodash@4.18.1/node_modules/lodash/rest.js</a:t>
            </a:r>
          </a:p>
          <a:p>
            <a:pPr>
              <a:defRPr sz="1200"/>
            </a:pPr>
            <a:r>
              <a:t>D:/pasar_fix/node_modules/.bun/lodash@4.18.1/node_modules/lodash/result.js</a:t>
            </a:r>
          </a:p>
          <a:p>
            <a:pPr>
              <a:defRPr sz="1200"/>
            </a:pPr>
            <a:r>
              <a:t>D:/pasar_fix/node_modules/.bun/lodash@4.18.1/node_modules/lodash/reverse.js</a:t>
            </a:r>
          </a:p>
          <a:p>
            <a:pPr>
              <a:defRPr sz="1200"/>
            </a:pPr>
            <a:r>
              <a:t>D:/pasar_fix/node_modules/.bun/lodash@4.18.1/node_modules/lodash/round.js</a:t>
            </a:r>
          </a:p>
          <a:p>
            <a:pPr>
              <a:defRPr sz="1200"/>
            </a:pPr>
            <a:r>
              <a:t>D:/pasar_fix/node_modules/.bun/lodash@4.18.1/node_modules/lodash/sample.js</a:t>
            </a:r>
          </a:p>
          <a:p>
            <a:pPr>
              <a:defRPr sz="1200"/>
            </a:pPr>
            <a:r>
              <a:t>D:/pasar_fix/node_modules/.bun/lodash@4.18.1/node_modules/lodash/sampleSize.js</a:t>
            </a:r>
          </a:p>
          <a:p>
            <a:pPr>
              <a:defRPr sz="1200"/>
            </a:pPr>
            <a:r>
              <a:t>D:/pasar_fix/node_modules/.bun/lodash@4.18.1/node_modules/lodash/seq.js</a:t>
            </a:r>
          </a:p>
          <a:p>
            <a:pPr>
              <a:defRPr sz="1200"/>
            </a:pPr>
            <a:r>
              <a:t>D:/pasar_fix/node_modules/.bun/lodash@4.18.1/node_modules/lodash/set.js</a:t>
            </a:r>
          </a:p>
          <a:p>
            <a:pPr>
              <a:defRPr sz="1200"/>
            </a:pPr>
            <a:r>
              <a:t>D:/pasar_fix/node_modules/.bun/lodash@4.18.1/node_modules/lodash/setWith.js</a:t>
            </a:r>
          </a:p>
          <a:p>
            <a:pPr>
              <a:defRPr sz="1200"/>
            </a:pPr>
            <a:r>
              <a:t>D:/pasar_fix/node_modules/.bun/lodash@4.18.1/node_modules/lodash/shuffle.js</a:t>
            </a:r>
          </a:p>
          <a:p>
            <a:pPr>
              <a:defRPr sz="1200"/>
            </a:pPr>
            <a:r>
              <a:t>D:/pasar_fix/node_modules/.bun/lodash@4.18.1/node_modules/lodash/size.js</a:t>
            </a:r>
          </a:p>
          <a:p>
            <a:pPr>
              <a:defRPr sz="1200"/>
            </a:pPr>
            <a:r>
              <a:t>D:/pasar_fix/node_modules/.bun/lodash@4.18.1/node_modules/lodash/slice.js</a:t>
            </a:r>
          </a:p>
          <a:p>
            <a:pPr>
              <a:defRPr sz="1200"/>
            </a:pPr>
            <a:r>
              <a:t>D:/pasar_fix/node_modules/.bun/lodash@4.18.1/node_modules/lodash/snakeCase.js</a:t>
            </a:r>
          </a:p>
          <a:p>
            <a:pPr>
              <a:defRPr sz="1200"/>
            </a:pPr>
            <a:r>
              <a:t>D:/pasar_fix/node_modules/.bun/lodash@4.18.1/node_modules/lodash/some.js</a:t>
            </a:r>
          </a:p>
          <a:p>
            <a:pPr>
              <a:defRPr sz="1200"/>
            </a:pPr>
            <a:r>
              <a:t>D:/pasar_fix/node_modules/.bun/lodash@4.18.1/node_modules/lodash/sortBy.js</a:t>
            </a:r>
          </a:p>
          <a:p>
            <a:pPr>
              <a:defRPr sz="1200"/>
            </a:pPr>
            <a:r>
              <a:t>D:/pasar_fix/node_modules/.bun/lodash@4.18.1/node_modules/lodash/sortedIndex.js</a:t>
            </a:r>
          </a:p>
          <a:p>
            <a:pPr>
              <a:defRPr sz="1200"/>
            </a:pPr>
            <a:r>
              <a:t>D:/pasar_fix/node_modules/.bun/lodash@4.18.1/node_modules/lodash/sortedIndexBy.js</a:t>
            </a:r>
          </a:p>
          <a:p>
            <a:pPr>
              <a:defRPr sz="1200"/>
            </a:pPr>
            <a:r>
              <a:t>D:/pasar_fix/node_modules/.bun/lodash@4.18.1/node_modules/lodash/sortedIndexOf.js</a:t>
            </a:r>
          </a:p>
          <a:p>
            <a:pPr>
              <a:defRPr sz="1200"/>
            </a:pPr>
            <a:r>
              <a:t>D:/pasar_fix/node_modules/.bun/lodash@4.18.1/node_modules/lodash/sortedLastIndex.js</a:t>
            </a:r>
          </a:p>
          <a:p>
            <a:pPr>
              <a:defRPr sz="1200"/>
            </a:pPr>
            <a:r>
              <a:t>D:/pasar_fix/node_modules/.bun/lodash@4.18.1/node_modules/lodash/sortedLastIndexBy.js</a:t>
            </a:r>
          </a:p>
          <a:p>
            <a:pPr>
              <a:defRPr sz="1200"/>
            </a:pPr>
            <a:r>
              <a:t>D:/pasar_fix/node_modules/.bun/lodash@4.18.1/node_modules/lodash/sortedLastIndexOf.js</a:t>
            </a:r>
          </a:p>
          <a:p>
            <a:pPr>
              <a:defRPr sz="1200"/>
            </a:pPr>
            <a:r>
              <a:t>D:/pasar_fix/node_modules/.bun/lodash@4.18.1/node_modules/lodash/sortedUniq.js</a:t>
            </a:r>
          </a:p>
          <a:p>
            <a:pPr>
              <a:defRPr sz="1200"/>
            </a:pPr>
            <a:r>
              <a:t>D:/pasar_fix/node_modules/.bun/lodash@4.18.1/node_modules/lodash/sortedUniqBy.js</a:t>
            </a:r>
          </a:p>
          <a:p>
            <a:pPr>
              <a:defRPr sz="1200"/>
            </a:pPr>
            <a:r>
              <a:t>D:/pasar_fix/node_modules/.bun/lodash@4.18.1/node_modules/lodash/split.js</a:t>
            </a:r>
          </a:p>
          <a:p>
            <a:pPr>
              <a:defRPr sz="1200"/>
            </a:pPr>
            <a:r>
              <a:t>D:/pasar_fix/node_modules/.bun/lodash@4.18.1/node_modules/lodash/spread.js</a:t>
            </a:r>
          </a:p>
          <a:p>
            <a:pPr>
              <a:defRPr sz="1200"/>
            </a:pPr>
            <a:r>
              <a:t>D:/pasar_fix/node_modules/.bun/lodash@4.18.1/node_modules/lodash/startCase.js</a:t>
            </a:r>
          </a:p>
          <a:p>
            <a:pPr>
              <a:defRPr sz="1200"/>
            </a:pPr>
            <a:r>
              <a:t>D:/pasar_fix/node_modules/.bun/lodash@4.18.1/node_modules/lodash/startsWith.js</a:t>
            </a:r>
          </a:p>
          <a:p>
            <a:pPr>
              <a:defRPr sz="1200"/>
            </a:pPr>
            <a:r>
              <a:t>D:/pasar_fix/node_modules/.bun/lodash@4.18.1/node_modules/lodash/string.js</a:t>
            </a:r>
          </a:p>
          <a:p>
            <a:pPr>
              <a:defRPr sz="1200"/>
            </a:pPr>
            <a:r>
              <a:t>D:/pasar_fix/node_modules/.bun/lodash@4.18.1/node_modules/lodash/stubArray.js</a:t>
            </a:r>
          </a:p>
          <a:p>
            <a:pPr>
              <a:defRPr sz="1200"/>
            </a:pPr>
            <a:r>
              <a:t>D:/pasar_fix/node_modules/.bun/lodash@4.18.1/node_modules/lodash/stubFalse.js</a:t>
            </a:r>
          </a:p>
          <a:p>
            <a:pPr>
              <a:defRPr sz="1200"/>
            </a:pPr>
            <a:r>
              <a:t>D:/pasar_fix/node_modules/.bun/lodash@4.18.1/node_modules/lodash/stubObject.js</a:t>
            </a:r>
          </a:p>
          <a:p>
            <a:pPr>
              <a:defRPr sz="1200"/>
            </a:pPr>
            <a:r>
              <a:t>D:/pasar_fix/node_modules/.bun/lodash@4.18.1/node_modules/lodash/stubString.js</a:t>
            </a:r>
          </a:p>
          <a:p>
            <a:pPr>
              <a:defRPr sz="1200"/>
            </a:pPr>
            <a:r>
              <a:t>D:/pasar_fix/node_modules/.bun/lodash@4.18.1/node_modules/lodash/stubTrue.js</a:t>
            </a:r>
          </a:p>
          <a:p>
            <a:pPr>
              <a:defRPr sz="1200"/>
            </a:pPr>
            <a:r>
              <a:t>D:/pasar_fix/node_modules/.bun/lodash@4.18.1/node_modules/lodash/subtract.js</a:t>
            </a:r>
          </a:p>
          <a:p>
            <a:pPr>
              <a:defRPr sz="1200"/>
            </a:pPr>
            <a:r>
              <a:t>D:/pasar_fix/node_modules/.bun/lodash@4.18.1/node_modules/lodash/sum.js</a:t>
            </a:r>
          </a:p>
          <a:p>
            <a:pPr>
              <a:defRPr sz="1200"/>
            </a:pPr>
            <a:r>
              <a:t>D:/pasar_fix/node_modules/.bun/lodash@4.18.1/node_modules/lodash/sumBy.js</a:t>
            </a:r>
          </a:p>
          <a:p>
            <a:pPr>
              <a:defRPr sz="1200"/>
            </a:pPr>
            <a:r>
              <a:t>D:/pasar_fix/node_modules/.bun/lodash@4.18.1/node_modules/lodash/tail.js</a:t>
            </a:r>
          </a:p>
          <a:p>
            <a:pPr>
              <a:defRPr sz="1200"/>
            </a:pPr>
            <a:r>
              <a:t>D:/pasar_fix/node_modules/.bun/lodash@4.18.1/node_modules/lodash/take.js</a:t>
            </a:r>
          </a:p>
          <a:p>
            <a:pPr>
              <a:defRPr sz="1200"/>
            </a:pPr>
            <a:r>
              <a:t>D:/pasar_fix/node_modules/.bun/lodash@4.18.1/node_modules/lodash/takeRight.js</a:t>
            </a:r>
          </a:p>
          <a:p>
            <a:pPr>
              <a:defRPr sz="1200"/>
            </a:pPr>
            <a:r>
              <a:t>D:/pasar_fix/node_modules/.bun/lodash@4.18.1/node_modules/lodash/takeRightWhile.js</a:t>
            </a:r>
          </a:p>
          <a:p>
            <a:pPr>
              <a:defRPr sz="1200"/>
            </a:pPr>
            <a:r>
              <a:t>D:/pasar_fix/node_modules/.bun/lodash@4.18.1/node_modules/lodash/takeWhile.js</a:t>
            </a:r>
          </a:p>
          <a:p>
            <a:pPr>
              <a:defRPr sz="1200"/>
            </a:pPr>
            <a:r>
              <a:t>D:/pasar_fix/node_modules/.bun/lodash@4.18.1/node_modules/lodash/tap.js</a:t>
            </a:r>
          </a:p>
          <a:p>
            <a:pPr>
              <a:defRPr sz="1200"/>
            </a:pPr>
            <a:r>
              <a:t>D:/pasar_fix/node_modules/.bun/lodash@4.18.1/node_modules/lodash/template.js</a:t>
            </a:r>
          </a:p>
          <a:p>
            <a:pPr>
              <a:defRPr sz="1200"/>
            </a:pPr>
            <a:r>
              <a:t>D:/pasar_fix/node_modules/.bun/lodash@4.18.1/node_modules/lodash/templateSettings.js</a:t>
            </a:r>
          </a:p>
          <a:p>
            <a:pPr>
              <a:defRPr sz="1200"/>
            </a:pPr>
            <a:r>
              <a:t>D:/pasar_fix/node_modules/.bun/lodash@4.18.1/node_modules/lodash/throttle.js</a:t>
            </a:r>
          </a:p>
          <a:p>
            <a:pPr>
              <a:defRPr sz="1200"/>
            </a:pPr>
            <a:r>
              <a:t>D:/pasar_fix/node_modules/.bun/lodash@4.18.1/node_modules/lodash/thru.js</a:t>
            </a:r>
          </a:p>
          <a:p>
            <a:pPr>
              <a:defRPr sz="1200"/>
            </a:pPr>
            <a:r>
              <a:t>D:/pasar_fix/node_modules/.bun/lodash@4.18.1/node_modules/lodash/times.js</a:t>
            </a:r>
          </a:p>
          <a:p>
            <a:pPr>
              <a:defRPr sz="1200"/>
            </a:pPr>
            <a:r>
              <a:t>D:/pasar_fix/node_modules/.bun/lodash@4.18.1/node_modules/lodash/toArray.js</a:t>
            </a:r>
          </a:p>
          <a:p>
            <a:pPr>
              <a:defRPr sz="1200"/>
            </a:pPr>
            <a:r>
              <a:t>D:/pasar_fix/node_modules/.bun/lodash@4.18.1/node_modules/lodash/toFinite.js</a:t>
            </a:r>
          </a:p>
          <a:p>
            <a:pPr>
              <a:defRPr sz="1200"/>
            </a:pPr>
            <a:r>
              <a:t>D:/pasar_fix/node_modules/.bun/lodash@4.18.1/node_modules/lodash/toInteger.js</a:t>
            </a:r>
          </a:p>
          <a:p>
            <a:pPr>
              <a:defRPr sz="1200"/>
            </a:pPr>
            <a:r>
              <a:t>D:/pasar_fix/node_modules/.bun/lodash@4.18.1/node_modules/lodash/toIterator.js</a:t>
            </a:r>
          </a:p>
          <a:p>
            <a:pPr>
              <a:defRPr sz="1200"/>
            </a:pPr>
            <a:r>
              <a:t>D:/pasar_fix/node_modules/.bun/lodash@4.18.1/node_modules/lodash/toJSON.js</a:t>
            </a:r>
          </a:p>
          <a:p>
            <a:pPr>
              <a:defRPr sz="1200"/>
            </a:pPr>
            <a:r>
              <a:t>D:/pasar_fix/node_modules/.bun/lodash@4.18.1/node_modules/lodash/toLength.js</a:t>
            </a:r>
          </a:p>
          <a:p>
            <a:pPr>
              <a:defRPr sz="1200"/>
            </a:pPr>
            <a:r>
              <a:t>D:/pasar_fix/node_modules/.bun/lodash@4.18.1/node_modules/lodash/toLower.js</a:t>
            </a:r>
          </a:p>
          <a:p>
            <a:pPr>
              <a:defRPr sz="1200"/>
            </a:pPr>
            <a:r>
              <a:t>D:/pasar_fix/node_modules/.bun/lodash@4.18.1/node_modules/lodash/toNumber.js</a:t>
            </a:r>
          </a:p>
          <a:p>
            <a:pPr>
              <a:defRPr sz="1200"/>
            </a:pPr>
            <a:r>
              <a:t>D:/pasar_fix/node_modules/.bun/lodash@4.18.1/node_modules/lodash/toPairs.js</a:t>
            </a:r>
          </a:p>
          <a:p>
            <a:pPr>
              <a:defRPr sz="1200"/>
            </a:pPr>
            <a:r>
              <a:t>D:/pasar_fix/node_modules/.bun/lodash@4.18.1/node_modules/lodash/toPairsIn.js</a:t>
            </a:r>
          </a:p>
          <a:p>
            <a:pPr>
              <a:defRPr sz="1200"/>
            </a:pPr>
            <a:r>
              <a:t>D:/pasar_fix/node_modules/.bun/lodash@4.18.1/node_modules/lodash/toPath.js</a:t>
            </a:r>
          </a:p>
          <a:p>
            <a:pPr>
              <a:defRPr sz="1200"/>
            </a:pPr>
            <a:r>
              <a:t>D:/pasar_fix/node_modules/.bun/lodash@4.18.1/node_modules/lodash/toPlainObject.js</a:t>
            </a:r>
          </a:p>
          <a:p>
            <a:pPr>
              <a:defRPr sz="1200"/>
            </a:pPr>
            <a:r>
              <a:t>D:/pasar_fix/node_modules/.bun/lodash@4.18.1/node_modules/lodash/toSafeInteger.js</a:t>
            </a:r>
          </a:p>
          <a:p>
            <a:pPr>
              <a:defRPr sz="1200"/>
            </a:pPr>
            <a:r>
              <a:t>D:/pasar_fix/node_modules/.bun/lodash@4.18.1/node_modules/lodash/toString.js</a:t>
            </a:r>
          </a:p>
          <a:p>
            <a:pPr>
              <a:defRPr sz="1200"/>
            </a:pPr>
            <a:r>
              <a:t>D:/pasar_fix/node_modules/.bun/lodash@4.18.1/node_modules/lodash/toUpper.js</a:t>
            </a:r>
          </a:p>
          <a:p>
            <a:pPr>
              <a:defRPr sz="1200"/>
            </a:pPr>
            <a:r>
              <a:t>D:/pasar_fix/node_modules/.bun/lodash@4.18.1/node_modules/lodash/transform.js</a:t>
            </a:r>
          </a:p>
          <a:p>
            <a:pPr>
              <a:defRPr sz="1200"/>
            </a:pPr>
            <a:r>
              <a:t>D:/pasar_fix/node_modules/.bun/lodash@4.18.1/node_modules/lodash/trim.js</a:t>
            </a:r>
          </a:p>
          <a:p>
            <a:pPr>
              <a:defRPr sz="1200"/>
            </a:pPr>
            <a:r>
              <a:t>D:/pasar_fix/node_modules/.bun/lodash@4.18.1/node_modules/lodash/trimEnd.js</a:t>
            </a:r>
          </a:p>
          <a:p>
            <a:pPr>
              <a:defRPr sz="1200"/>
            </a:pPr>
            <a:r>
              <a:t>D:/pasar_fix/node_modules/.bun/lodash@4.18.1/node_modules/lodash/trimStart.js</a:t>
            </a:r>
          </a:p>
          <a:p>
            <a:pPr>
              <a:defRPr sz="1200"/>
            </a:pPr>
            <a:r>
              <a:t>D:/pasar_fix/node_modules/.bun/lodash@4.18.1/node_modules/lodash/truncate.js</a:t>
            </a:r>
          </a:p>
          <a:p>
            <a:pPr>
              <a:defRPr sz="1200"/>
            </a:pPr>
            <a:r>
              <a:t>D:/pasar_fix/node_modules/.bun/lodash@4.18.1/node_modules/lodash/unary.js</a:t>
            </a:r>
          </a:p>
          <a:p>
            <a:pPr>
              <a:defRPr sz="1200"/>
            </a:pPr>
            <a:r>
              <a:t>D:/pasar_fix/node_modules/.bun/lodash@4.18.1/node_modules/lodash/unescape.js</a:t>
            </a:r>
          </a:p>
          <a:p>
            <a:pPr>
              <a:defRPr sz="1200"/>
            </a:pPr>
            <a:r>
              <a:t>D:/pasar_fix/node_modules/.bun/lodash@4.18.1/node_modules/lodash/union.js</a:t>
            </a:r>
          </a:p>
          <a:p>
            <a:pPr>
              <a:defRPr sz="1200"/>
            </a:pPr>
            <a:r>
              <a:t>D:/pasar_fix/node_modules/.bun/lodash@4.18.1/node_modules/lodash/unionBy.js</a:t>
            </a:r>
          </a:p>
          <a:p>
            <a:pPr>
              <a:defRPr sz="1200"/>
            </a:pPr>
            <a:r>
              <a:t>D:/pasar_fix/node_modules/.bun/lodash@4.18.1/node_modules/lodash/unionWith.js</a:t>
            </a:r>
          </a:p>
          <a:p>
            <a:pPr>
              <a:defRPr sz="1200"/>
            </a:pPr>
            <a:r>
              <a:t>D:/pasar_fix/node_modules/.bun/lodash@4.18.1/node_modules/lodash/uniq.js</a:t>
            </a:r>
          </a:p>
          <a:p>
            <a:pPr>
              <a:defRPr sz="1200"/>
            </a:pPr>
            <a:r>
              <a:t>D:/pasar_fix/node_modules/.bun/lodash@4.18.1/node_modules/lodash/uniqBy.js</a:t>
            </a:r>
          </a:p>
          <a:p>
            <a:pPr>
              <a:defRPr sz="1200"/>
            </a:pPr>
            <a:r>
              <a:t>D:/pasar_fix/node_modules/.bun/lodash@4.18.1/node_modules/lodash/uniqueId.js</a:t>
            </a:r>
          </a:p>
          <a:p>
            <a:pPr>
              <a:defRPr sz="1200"/>
            </a:pPr>
            <a:r>
              <a:t>D:/pasar_fix/node_modules/.bun/lodash@4.18.1/node_modules/lodash/uniqWith.js</a:t>
            </a:r>
          </a:p>
          <a:p>
            <a:pPr>
              <a:defRPr sz="1200"/>
            </a:pPr>
            <a:r>
              <a:t>D:/pasar_fix/node_modules/.bun/lodash@4.18.1/node_modules/lodash/unset.js</a:t>
            </a:r>
          </a:p>
          <a:p>
            <a:pPr>
              <a:defRPr sz="1200"/>
            </a:pPr>
            <a:r>
              <a:t>D:/pasar_fix/node_modules/.bun/lodash@4.18.1/node_modules/lodash/unzip.js</a:t>
            </a:r>
          </a:p>
          <a:p>
            <a:pPr>
              <a:defRPr sz="1200"/>
            </a:pPr>
            <a:r>
              <a:t>D:/pasar_fix/node_modules/.bun/lodash@4.18.1/node_modules/lodash/unzipWith.js</a:t>
            </a:r>
          </a:p>
          <a:p>
            <a:pPr>
              <a:defRPr sz="1200"/>
            </a:pPr>
            <a:r>
              <a:t>D:/pasar_fix/node_modules/.bun/lodash@4.18.1/node_modules/lodash/update.js</a:t>
            </a:r>
          </a:p>
          <a:p>
            <a:pPr>
              <a:defRPr sz="1200"/>
            </a:pPr>
            <a:r>
              <a:t>D:/pasar_fix/node_modules/.bun/lodash@4.18.1/node_modules/lodash/updateWith.js</a:t>
            </a:r>
          </a:p>
          <a:p>
            <a:pPr>
              <a:defRPr sz="1200"/>
            </a:pPr>
            <a:r>
              <a:t>D:/pasar_fix/node_modules/.bun/lodash@4.18.1/node_modules/lodash/upperCase.js</a:t>
            </a:r>
          </a:p>
          <a:p>
            <a:pPr>
              <a:defRPr sz="1200"/>
            </a:pPr>
            <a:r>
              <a:t>D:/pasar_fix/node_modules/.bun/lodash@4.18.1/node_modules/lodash/upperFirst.js</a:t>
            </a:r>
          </a:p>
          <a:p>
            <a:pPr>
              <a:defRPr sz="1200"/>
            </a:pPr>
            <a:r>
              <a:t>D:/pasar_fix/node_modules/.bun/lodash@4.18.1/node_modules/lodash/util.js</a:t>
            </a:r>
          </a:p>
          <a:p>
            <a:pPr>
              <a:defRPr sz="1200"/>
            </a:pPr>
            <a:r>
              <a:t>D:/pasar_fix/node_modules/.bun/lodash@4.18.1/node_modules/lodash/value.js</a:t>
            </a:r>
          </a:p>
          <a:p>
            <a:pPr>
              <a:defRPr sz="1200"/>
            </a:pPr>
            <a:r>
              <a:t>D:/pasar_fix/node_modules/.bun/lodash@4.18.1/node_modules/lodash/valueOf.js</a:t>
            </a:r>
          </a:p>
          <a:p>
            <a:pPr>
              <a:defRPr sz="1200"/>
            </a:pPr>
            <a:r>
              <a:t>D:/pasar_fix/node_modules/.bun/lodash@4.18.1/node_modules/lodash/values.js</a:t>
            </a:r>
          </a:p>
          <a:p>
            <a:pPr>
              <a:defRPr sz="1200"/>
            </a:pPr>
            <a:r>
              <a:t>D:/pasar_fix/node_modules/.bun/lodash@4.18.1/node_modules/lodash/valuesIn.js</a:t>
            </a:r>
          </a:p>
          <a:p>
            <a:pPr>
              <a:defRPr sz="1200"/>
            </a:pPr>
            <a:r>
              <a:t>D:/pasar_fix/node_modules/.bun/lodash@4.18.1/node_modules/lodash/without.js</a:t>
            </a:r>
          </a:p>
          <a:p>
            <a:pPr>
              <a:defRPr sz="1200"/>
            </a:pPr>
            <a:r>
              <a:t>D:/pasar_fix/node_modules/.bun/lodash@4.18.1/node_modules/lodash/words.js</a:t>
            </a:r>
          </a:p>
          <a:p>
            <a:pPr>
              <a:defRPr sz="1200"/>
            </a:pPr>
            <a:r>
              <a:t>D:/pasar_fix/node_modules/.bun/lodash@4.18.1/node_modules/lodash/wrap.js</a:t>
            </a:r>
          </a:p>
          <a:p>
            <a:pPr>
              <a:defRPr sz="1200"/>
            </a:pPr>
            <a:r>
              <a:t>D:/pasar_fix/node_modules/.bun/lodash@4.18.1/node_modules/lodash/wrapperAt.js</a:t>
            </a:r>
          </a:p>
          <a:p>
            <a:pPr>
              <a:defRPr sz="1200"/>
            </a:pPr>
            <a:r>
              <a:t>D:/pasar_fix/node_modules/.bun/lodash@4.18.1/node_modules/lodash/wrapperChain.js</a:t>
            </a:r>
          </a:p>
          <a:p>
            <a:pPr>
              <a:defRPr sz="1200"/>
            </a:pPr>
            <a:r>
              <a:t>D:/pasar_fix/node_modules/.bun/lodash@4.18.1/node_modules/lodash/wrapperLodash.js</a:t>
            </a:r>
          </a:p>
          <a:p>
            <a:pPr>
              <a:defRPr sz="1200"/>
            </a:pPr>
            <a:r>
              <a:t>D:/pasar_fix/node_modules/.bun/lodash@4.18.1/node_modules/lodash/wrapperReverse.js</a:t>
            </a:r>
          </a:p>
          <a:p>
            <a:pPr>
              <a:defRPr sz="1200"/>
            </a:pPr>
            <a:r>
              <a:t>D:/pasar_fix/node_modules/.bun/lodash@4.18.1/node_modules/lodash/wrapperValue.js</a:t>
            </a:r>
          </a:p>
          <a:p>
            <a:pPr>
              <a:defRPr sz="1200"/>
            </a:pPr>
            <a:r>
              <a:t>D:/pasar_fix/node_modules/.bun/lodash@4.18.1/node_modules/lodash/xor.js</a:t>
            </a:r>
          </a:p>
          <a:p>
            <a:pPr>
              <a:defRPr sz="1200"/>
            </a:pPr>
            <a:r>
              <a:t>D:/pasar_fix/node_modules/.bun/lodash@4.18.1/node_modules/lodash/xorBy.js</a:t>
            </a:r>
          </a:p>
          <a:p>
            <a:pPr>
              <a:defRPr sz="1200"/>
            </a:pPr>
            <a:r>
              <a:t>D:/pasar_fix/node_modules/.bun/lodash@4.18.1/node_modules/lodash/xorWith.js</a:t>
            </a:r>
          </a:p>
          <a:p>
            <a:pPr>
              <a:defRPr sz="1200"/>
            </a:pPr>
            <a:r>
              <a:t>D:/pasar_fix/node_modules/.bun/lodash@4.18.1/node_modules/lodash/zip.js</a:t>
            </a:r>
          </a:p>
          <a:p>
            <a:pPr>
              <a:defRPr sz="1200"/>
            </a:pPr>
            <a:r>
              <a:t>D:/pasar_fix/node_modules/.bun/lodash@4.18.1/node_modules/lodash/zipObject.js</a:t>
            </a:r>
          </a:p>
          <a:p>
            <a:pPr>
              <a:defRPr sz="1200"/>
            </a:pPr>
            <a:r>
              <a:t>D:/pasar_fix/node_modules/.bun/lodash@4.18.1/node_modules/lodash/zipObjectDeep.js</a:t>
            </a:r>
          </a:p>
          <a:p>
            <a:pPr>
              <a:defRPr sz="1200"/>
            </a:pPr>
            <a:r>
              <a:t>D:/pasar_fix/node_modules/.bun/lodash@4.18.1/node_modules/lodash/zipWith.js</a:t>
            </a:r>
          </a:p>
          <a:p>
            <a:pPr>
              <a:defRPr sz="1200"/>
            </a:pPr>
            <a:r>
              <a:t>D:/pasar_fix/node_modules/.bun/lodash@4.18.1/node_modules/lodash/_apply.js</a:t>
            </a:r>
          </a:p>
          <a:p>
            <a:pPr>
              <a:defRPr sz="1200"/>
            </a:pPr>
            <a:r>
              <a:t>D:/pasar_fix/node_modules/.bun/lodash@4.18.1/node_modules/lodash/_arrayAggregator.js</a:t>
            </a:r>
          </a:p>
          <a:p>
            <a:pPr>
              <a:defRPr sz="1200"/>
            </a:pPr>
            <a:r>
              <a:t>D:/pasar_fix/node_modules/.bun/lodash@4.18.1/node_modules/lodash/_arrayEach.js</a:t>
            </a:r>
          </a:p>
          <a:p>
            <a:pPr>
              <a:defRPr sz="1200"/>
            </a:pPr>
            <a:r>
              <a:t>D:/pasar_fix/node_modules/.bun/lodash@4.18.1/node_modules/lodash/_arrayEachRight.js</a:t>
            </a:r>
          </a:p>
          <a:p>
            <a:pPr>
              <a:defRPr sz="1200"/>
            </a:pPr>
            <a:r>
              <a:t>D:/pasar_fix/node_modules/.bun/lodash@4.18.1/node_modules/lodash/_arrayEvery.js</a:t>
            </a:r>
          </a:p>
          <a:p>
            <a:pPr>
              <a:defRPr sz="1200"/>
            </a:pPr>
            <a:r>
              <a:t>D:/pasar_fix/node_modules/.bun/lodash@4.18.1/node_modules/lodash/_arrayFilter.js</a:t>
            </a:r>
          </a:p>
          <a:p>
            <a:pPr>
              <a:defRPr sz="1200"/>
            </a:pPr>
            <a:r>
              <a:t>D:/pasar_fix/node_modules/.bun/lodash@4.18.1/node_modules/lodash/_arrayIncludes.js</a:t>
            </a:r>
          </a:p>
          <a:p>
            <a:pPr>
              <a:defRPr sz="1200"/>
            </a:pPr>
            <a:r>
              <a:t>D:/pasar_fix/node_modules/.bun/lodash@4.18.1/node_modules/lodash/_arrayIncludesWith.js</a:t>
            </a:r>
          </a:p>
          <a:p>
            <a:pPr>
              <a:defRPr sz="1200"/>
            </a:pPr>
            <a:r>
              <a:t>D:/pasar_fix/node_modules/.bun/lodash@4.18.1/node_modules/lodash/_arrayLikeKeys.js</a:t>
            </a:r>
          </a:p>
          <a:p>
            <a:pPr>
              <a:defRPr sz="1200"/>
            </a:pPr>
            <a:r>
              <a:t>D:/pasar_fix/node_modules/.bun/lodash@4.18.1/node_modules/lodash/_arrayMap.js</a:t>
            </a:r>
          </a:p>
          <a:p>
            <a:pPr>
              <a:defRPr sz="1200"/>
            </a:pPr>
            <a:r>
              <a:t>D:/pasar_fix/node_modules/.bun/lodash@4.18.1/node_modules/lodash/_arrayPush.js</a:t>
            </a:r>
          </a:p>
          <a:p>
            <a:pPr>
              <a:defRPr sz="1200"/>
            </a:pPr>
            <a:r>
              <a:t>D:/pasar_fix/node_modules/.bun/lodash@4.18.1/node_modules/lodash/_arrayReduce.js</a:t>
            </a:r>
          </a:p>
          <a:p>
            <a:pPr>
              <a:defRPr sz="1200"/>
            </a:pPr>
            <a:r>
              <a:t>D:/pasar_fix/node_modules/.bun/lodash@4.18.1/node_modules/lodash/_arrayReduceRight.js</a:t>
            </a:r>
          </a:p>
          <a:p>
            <a:pPr>
              <a:defRPr sz="1200"/>
            </a:pPr>
            <a:r>
              <a:t>D:/pasar_fix/node_modules/.bun/lodash@4.18.1/node_modules/lodash/_arraySample.js</a:t>
            </a:r>
          </a:p>
          <a:p>
            <a:pPr>
              <a:defRPr sz="1200"/>
            </a:pPr>
            <a:r>
              <a:t>D:/pasar_fix/node_modules/.bun/lodash@4.18.1/node_modules/lodash/_arraySampleSize.js</a:t>
            </a:r>
          </a:p>
          <a:p>
            <a:pPr>
              <a:defRPr sz="1200"/>
            </a:pPr>
            <a:r>
              <a:t>D:/pasar_fix/node_modules/.bun/lodash@4.18.1/node_modules/lodash/_arrayShuffle.js</a:t>
            </a:r>
          </a:p>
          <a:p>
            <a:pPr>
              <a:defRPr sz="1200"/>
            </a:pPr>
            <a:r>
              <a:t>D:/pasar_fix/node_modules/.bun/lodash@4.18.1/node_modules/lodash/_arraySome.js</a:t>
            </a:r>
          </a:p>
          <a:p>
            <a:pPr>
              <a:defRPr sz="1200"/>
            </a:pPr>
            <a:r>
              <a:t>D:/pasar_fix/node_modules/.bun/lodash@4.18.1/node_modules/lodash/_asciiSize.js</a:t>
            </a:r>
          </a:p>
          <a:p>
            <a:pPr>
              <a:defRPr sz="1200"/>
            </a:pPr>
            <a:r>
              <a:t>D:/pasar_fix/node_modules/.bun/lodash@4.18.1/node_modules/lodash/_asciiToArray.js</a:t>
            </a:r>
          </a:p>
          <a:p>
            <a:pPr>
              <a:defRPr sz="1200"/>
            </a:pPr>
            <a:r>
              <a:t>D:/pasar_fix/node_modules/.bun/lodash@4.18.1/node_modules/lodash/_asciiWords.js</a:t>
            </a:r>
          </a:p>
          <a:p>
            <a:pPr>
              <a:defRPr sz="1200"/>
            </a:pPr>
            <a:r>
              <a:t>D:/pasar_fix/node_modules/.bun/lodash@4.18.1/node_modules/lodash/_assignMergeValue.js</a:t>
            </a:r>
          </a:p>
          <a:p>
            <a:pPr>
              <a:defRPr sz="1200"/>
            </a:pPr>
            <a:r>
              <a:t>D:/pasar_fix/node_modules/.bun/lodash@4.18.1/node_modules/lodash/_assignValue.js</a:t>
            </a:r>
          </a:p>
          <a:p>
            <a:pPr>
              <a:defRPr sz="1200"/>
            </a:pPr>
            <a:r>
              <a:t>D:/pasar_fix/node_modules/.bun/lodash@4.18.1/node_modules/lodash/_assocIndexOf.js</a:t>
            </a:r>
          </a:p>
          <a:p>
            <a:pPr>
              <a:defRPr sz="1200"/>
            </a:pPr>
            <a:r>
              <a:t>D:/pasar_fix/node_modules/.bun/lodash@4.18.1/node_modules/lodash/_baseAggregator.js</a:t>
            </a:r>
          </a:p>
          <a:p>
            <a:pPr>
              <a:defRPr sz="1200"/>
            </a:pPr>
            <a:r>
              <a:t>D:/pasar_fix/node_modules/.bun/lodash@4.18.1/node_modules/lodash/_baseAssign.js</a:t>
            </a:r>
          </a:p>
          <a:p>
            <a:pPr>
              <a:defRPr sz="1200"/>
            </a:pPr>
            <a:r>
              <a:t>D:/pasar_fix/node_modules/.bun/lodash@4.18.1/node_modules/lodash/_baseAssignIn.js</a:t>
            </a:r>
          </a:p>
          <a:p>
            <a:pPr>
              <a:defRPr sz="1200"/>
            </a:pPr>
            <a:r>
              <a:t>D:/pasar_fix/node_modules/.bun/lodash@4.18.1/node_modules/lodash/_baseAssignValue.js</a:t>
            </a:r>
          </a:p>
          <a:p>
            <a:pPr>
              <a:defRPr sz="1200"/>
            </a:pPr>
            <a:r>
              <a:t>D:/pasar_fix/node_modules/.bun/lodash@4.18.1/node_modules/lodash/_baseAt.js</a:t>
            </a:r>
          </a:p>
          <a:p>
            <a:pPr>
              <a:defRPr sz="1200"/>
            </a:pPr>
            <a:r>
              <a:t>D:/pasar_fix/node_modules/.bun/lodash@4.18.1/node_modules/lodash/_baseClamp.js</a:t>
            </a:r>
          </a:p>
          <a:p>
            <a:pPr>
              <a:defRPr sz="1200"/>
            </a:pPr>
            <a:r>
              <a:t>D:/pasar_fix/node_modules/.bun/lodash@4.18.1/node_modules/lodash/_baseClone.js</a:t>
            </a:r>
          </a:p>
          <a:p>
            <a:pPr>
              <a:defRPr sz="1200"/>
            </a:pPr>
            <a:r>
              <a:t>D:/pasar_fix/node_modules/.bun/lodash@4.18.1/node_modules/lodash/_baseConforms.js</a:t>
            </a:r>
          </a:p>
          <a:p>
            <a:pPr>
              <a:defRPr sz="1200"/>
            </a:pPr>
            <a:r>
              <a:t>D:/pasar_fix/node_modules/.bun/lodash@4.18.1/node_modules/lodash/_baseConformsTo.js</a:t>
            </a:r>
          </a:p>
          <a:p>
            <a:pPr>
              <a:defRPr sz="1200"/>
            </a:pPr>
            <a:r>
              <a:t>D:/pasar_fix/node_modules/.bun/lodash@4.18.1/node_modules/lodash/_baseCreate.js</a:t>
            </a:r>
          </a:p>
          <a:p>
            <a:pPr>
              <a:defRPr sz="1200"/>
            </a:pPr>
            <a:r>
              <a:t>D:/pasar_fix/node_modules/.bun/lodash@4.18.1/node_modules/lodash/_baseDelay.js</a:t>
            </a:r>
          </a:p>
          <a:p>
            <a:pPr>
              <a:defRPr sz="1200"/>
            </a:pPr>
            <a:r>
              <a:t>D:/pasar_fix/node_modules/.bun/lodash@4.18.1/node_modules/lodash/_baseDifference.js</a:t>
            </a:r>
          </a:p>
          <a:p>
            <a:pPr>
              <a:defRPr sz="1200"/>
            </a:pPr>
            <a:r>
              <a:t>D:/pasar_fix/node_modules/.bun/lodash@4.18.1/node_modules/lodash/_baseEach.js</a:t>
            </a:r>
          </a:p>
          <a:p>
            <a:pPr>
              <a:defRPr sz="1200"/>
            </a:pPr>
            <a:r>
              <a:t>D:/pasar_fix/node_modules/.bun/lodash@4.18.1/node_modules/lodash/_baseEachRight.js</a:t>
            </a:r>
          </a:p>
          <a:p>
            <a:pPr>
              <a:defRPr sz="1200"/>
            </a:pPr>
            <a:r>
              <a:t>D:/pasar_fix/node_modules/.bun/lodash@4.18.1/node_modules/lodash/_baseEvery.js</a:t>
            </a:r>
          </a:p>
          <a:p>
            <a:pPr>
              <a:defRPr sz="1200"/>
            </a:pPr>
            <a:r>
              <a:t>D:/pasar_fix/node_modules/.bun/lodash@4.18.1/node_modules/lodash/_baseExtremum.js</a:t>
            </a:r>
          </a:p>
          <a:p>
            <a:pPr>
              <a:defRPr sz="1200"/>
            </a:pPr>
            <a:r>
              <a:t>D:/pasar_fix/node_modules/.bun/lodash@4.18.1/node_modules/lodash/_baseFill.js</a:t>
            </a:r>
          </a:p>
          <a:p>
            <a:pPr>
              <a:defRPr sz="1200"/>
            </a:pPr>
            <a:r>
              <a:t>D:/pasar_fix/node_modules/.bun/lodash@4.18.1/node_modules/lodash/_baseFilter.js</a:t>
            </a:r>
          </a:p>
          <a:p>
            <a:pPr>
              <a:defRPr sz="1200"/>
            </a:pPr>
            <a:r>
              <a:t>D:/pasar_fix/node_modules/.bun/lodash@4.18.1/node_modules/lodash/_baseFindIndex.js</a:t>
            </a:r>
          </a:p>
          <a:p>
            <a:pPr>
              <a:defRPr sz="1200"/>
            </a:pPr>
            <a:r>
              <a:t>D:/pasar_fix/node_modules/.bun/lodash@4.18.1/node_modules/lodash/_baseFindKey.js</a:t>
            </a:r>
          </a:p>
          <a:p>
            <a:pPr>
              <a:defRPr sz="1200"/>
            </a:pPr>
            <a:r>
              <a:t>D:/pasar_fix/node_modules/.bun/lodash@4.18.1/node_modules/lodash/_baseFlatten.js</a:t>
            </a:r>
          </a:p>
          <a:p>
            <a:pPr>
              <a:defRPr sz="1200"/>
            </a:pPr>
            <a:r>
              <a:t>D:/pasar_fix/node_modules/.bun/lodash@4.18.1/node_modules/lodash/_baseFor.js</a:t>
            </a:r>
          </a:p>
          <a:p>
            <a:pPr>
              <a:defRPr sz="1200"/>
            </a:pPr>
            <a:r>
              <a:t>D:/pasar_fix/node_modules/.bun/lodash@4.18.1/node_modules/lodash/_baseForOwn.js</a:t>
            </a:r>
          </a:p>
          <a:p>
            <a:pPr>
              <a:defRPr sz="1200"/>
            </a:pPr>
            <a:r>
              <a:t>D:/pasar_fix/node_modules/.bun/lodash@4.18.1/node_modules/lodash/_baseForOwnRight.js</a:t>
            </a:r>
          </a:p>
          <a:p>
            <a:pPr>
              <a:defRPr sz="1200"/>
            </a:pPr>
            <a:r>
              <a:t>D:/pasar_fix/node_modules/.bun/lodash@4.18.1/node_modules/lodash/_baseForRight.js</a:t>
            </a:r>
          </a:p>
          <a:p>
            <a:pPr>
              <a:defRPr sz="1200"/>
            </a:pPr>
            <a:r>
              <a:t>D:/pasar_fix/node_modules/.bun/lodash@4.18.1/node_modules/lodash/_baseFunctions.js</a:t>
            </a:r>
          </a:p>
          <a:p>
            <a:pPr>
              <a:defRPr sz="1200"/>
            </a:pPr>
            <a:r>
              <a:t>D:/pasar_fix/node_modules/.bun/lodash@4.18.1/node_modules/lodash/_baseGet.js</a:t>
            </a:r>
          </a:p>
          <a:p>
            <a:pPr>
              <a:defRPr sz="1200"/>
            </a:pPr>
            <a:r>
              <a:t>D:/pasar_fix/node_modules/.bun/lodash@4.18.1/node_modules/lodash/_baseGetAllKeys.js</a:t>
            </a:r>
          </a:p>
          <a:p>
            <a:pPr>
              <a:defRPr sz="1200"/>
            </a:pPr>
            <a:r>
              <a:t>D:/pasar_fix/node_modules/.bun/lodash@4.18.1/node_modules/lodash/_baseGetTag.js</a:t>
            </a:r>
          </a:p>
          <a:p>
            <a:pPr>
              <a:defRPr sz="1200"/>
            </a:pPr>
            <a:r>
              <a:t>D:/pasar_fix/node_modules/.bun/lodash@4.18.1/node_modules/lodash/_baseGt.js</a:t>
            </a:r>
          </a:p>
          <a:p>
            <a:pPr>
              <a:defRPr sz="1200"/>
            </a:pPr>
            <a:r>
              <a:t>D:/pasar_fix/node_modules/.bun/lodash@4.18.1/node_modules/lodash/_baseHas.js</a:t>
            </a:r>
          </a:p>
          <a:p>
            <a:pPr>
              <a:defRPr sz="1200"/>
            </a:pPr>
            <a:r>
              <a:t>D:/pasar_fix/node_modules/.bun/lodash@4.18.1/node_modules/lodash/_baseHasIn.js</a:t>
            </a:r>
          </a:p>
          <a:p>
            <a:pPr>
              <a:defRPr sz="1200"/>
            </a:pPr>
            <a:r>
              <a:t>D:/pasar_fix/node_modules/.bun/lodash@4.18.1/node_modules/lodash/_baseIndexOf.js</a:t>
            </a:r>
          </a:p>
          <a:p>
            <a:pPr>
              <a:defRPr sz="1200"/>
            </a:pPr>
            <a:r>
              <a:t>D:/pasar_fix/node_modules/.bun/lodash@4.18.1/node_modules/lodash/_baseIndexOfWith.js</a:t>
            </a:r>
          </a:p>
          <a:p>
            <a:pPr>
              <a:defRPr sz="1200"/>
            </a:pPr>
            <a:r>
              <a:t>D:/pasar_fix/node_modules/.bun/lodash@4.18.1/node_modules/lodash/_baseInRange.js</a:t>
            </a:r>
          </a:p>
          <a:p>
            <a:pPr>
              <a:defRPr sz="1200"/>
            </a:pPr>
            <a:r>
              <a:t>D:/pasar_fix/node_modules/.bun/lodash@4.18.1/node_modules/lodash/_baseIntersection.js</a:t>
            </a:r>
          </a:p>
          <a:p>
            <a:pPr>
              <a:defRPr sz="1200"/>
            </a:pPr>
            <a:r>
              <a:t>D:/pasar_fix/node_modules/.bun/lodash@4.18.1/node_modules/lodash/_baseInverter.js</a:t>
            </a:r>
          </a:p>
          <a:p>
            <a:pPr>
              <a:defRPr sz="1200"/>
            </a:pPr>
            <a:r>
              <a:t>D:/pasar_fix/node_modules/.bun/lodash@4.18.1/node_modules/lodash/_baseInvoke.js</a:t>
            </a:r>
          </a:p>
          <a:p>
            <a:pPr>
              <a:defRPr sz="1200"/>
            </a:pPr>
            <a:r>
              <a:t>D:/pasar_fix/node_modules/.bun/lodash@4.18.1/node_modules/lodash/_baseIsArguments.js</a:t>
            </a:r>
          </a:p>
          <a:p>
            <a:pPr>
              <a:defRPr sz="1200"/>
            </a:pPr>
            <a:r>
              <a:t>D:/pasar_fix/node_modules/.bun/lodash@4.18.1/node_modules/lodash/_baseIsArrayBuffer.js</a:t>
            </a:r>
          </a:p>
          <a:p>
            <a:pPr>
              <a:defRPr sz="1200"/>
            </a:pPr>
            <a:r>
              <a:t>D:/pasar_fix/node_modules/.bun/lodash@4.18.1/node_modules/lodash/_baseIsDate.js</a:t>
            </a:r>
          </a:p>
          <a:p>
            <a:pPr>
              <a:defRPr sz="1200"/>
            </a:pPr>
            <a:r>
              <a:t>D:/pasar_fix/node_modules/.bun/lodash@4.18.1/node_modules/lodash/_baseIsEqual.js</a:t>
            </a:r>
          </a:p>
          <a:p>
            <a:pPr>
              <a:defRPr sz="1200"/>
            </a:pPr>
            <a:r>
              <a:t>D:/pasar_fix/node_modules/.bun/lodash@4.18.1/node_modules/lodash/_baseIsEqualDeep.js</a:t>
            </a:r>
          </a:p>
          <a:p>
            <a:pPr>
              <a:defRPr sz="1200"/>
            </a:pPr>
            <a:r>
              <a:t>D:/pasar_fix/node_modules/.bun/lodash@4.18.1/node_modules/lodash/_baseIsMap.js</a:t>
            </a:r>
          </a:p>
          <a:p>
            <a:pPr>
              <a:defRPr sz="1200"/>
            </a:pPr>
            <a:r>
              <a:t>D:/pasar_fix/node_modules/.bun/lodash@4.18.1/node_modules/lodash/_baseIsMatch.js</a:t>
            </a:r>
          </a:p>
          <a:p>
            <a:pPr>
              <a:defRPr sz="1200"/>
            </a:pPr>
            <a:r>
              <a:t>D:/pasar_fix/node_modules/.bun/lodash@4.18.1/node_modules/lodash/_baseIsNaN.js</a:t>
            </a:r>
          </a:p>
          <a:p>
            <a:pPr>
              <a:defRPr sz="1200"/>
            </a:pPr>
            <a:r>
              <a:t>D:/pasar_fix/node_modules/.bun/lodash@4.18.1/node_modules/lodash/_baseIsNative.js</a:t>
            </a:r>
          </a:p>
          <a:p>
            <a:pPr>
              <a:defRPr sz="1200"/>
            </a:pPr>
            <a:r>
              <a:t>D:/pasar_fix/node_modules/.bun/lodash@4.18.1/node_modules/lodash/_baseIsRegExp.js</a:t>
            </a:r>
          </a:p>
          <a:p>
            <a:pPr>
              <a:defRPr sz="1200"/>
            </a:pPr>
            <a:r>
              <a:t>D:/pasar_fix/node_modules/.bun/lodash@4.18.1/node_modules/lodash/_baseIsSet.js</a:t>
            </a:r>
          </a:p>
          <a:p>
            <a:pPr>
              <a:defRPr sz="1200"/>
            </a:pPr>
            <a:r>
              <a:t>D:/pasar_fix/node_modules/.bun/lodash@4.18.1/node_modules/lodash/_baseIsTypedArray.js</a:t>
            </a:r>
          </a:p>
          <a:p>
            <a:pPr>
              <a:defRPr sz="1200"/>
            </a:pPr>
            <a:r>
              <a:t>D:/pasar_fix/node_modules/.bun/lodash@4.18.1/node_modules/lodash/_baseIteratee.js</a:t>
            </a:r>
          </a:p>
          <a:p>
            <a:pPr>
              <a:defRPr sz="1200"/>
            </a:pPr>
            <a:r>
              <a:t>D:/pasar_fix/node_modules/.bun/lodash@4.18.1/node_modules/lodash/_baseKeys.js</a:t>
            </a:r>
          </a:p>
          <a:p>
            <a:pPr>
              <a:defRPr sz="1200"/>
            </a:pPr>
            <a:r>
              <a:t>D:/pasar_fix/node_modules/.bun/lodash@4.18.1/node_modules/lodash/_baseKeysIn.js</a:t>
            </a:r>
          </a:p>
          <a:p>
            <a:pPr>
              <a:defRPr sz="1200"/>
            </a:pPr>
            <a:r>
              <a:t>D:/pasar_fix/node_modules/.bun/lodash@4.18.1/node_modules/lodash/_baseLodash.js</a:t>
            </a:r>
          </a:p>
          <a:p>
            <a:pPr>
              <a:defRPr sz="1200"/>
            </a:pPr>
            <a:r>
              <a:t>D:/pasar_fix/node_modules/.bun/lodash@4.18.1/node_modules/lodash/_baseLt.js</a:t>
            </a:r>
          </a:p>
          <a:p>
            <a:pPr>
              <a:defRPr sz="1200"/>
            </a:pPr>
            <a:r>
              <a:t>D:/pasar_fix/node_modules/.bun/lodash@4.18.1/node_modules/lodash/_baseMap.js</a:t>
            </a:r>
          </a:p>
          <a:p>
            <a:pPr>
              <a:defRPr sz="1200"/>
            </a:pPr>
            <a:r>
              <a:t>D:/pasar_fix/node_modules/.bun/lodash@4.18.1/node_modules/lodash/_baseMatches.js</a:t>
            </a:r>
          </a:p>
          <a:p>
            <a:pPr>
              <a:defRPr sz="1200"/>
            </a:pPr>
            <a:r>
              <a:t>D:/pasar_fix/node_modules/.bun/lodash@4.18.1/node_modules/lodash/_baseMatchesProperty.js</a:t>
            </a:r>
          </a:p>
          <a:p>
            <a:pPr>
              <a:defRPr sz="1200"/>
            </a:pPr>
            <a:r>
              <a:t>D:/pasar_fix/node_modules/.bun/lodash@4.18.1/node_modules/lodash/_baseMean.js</a:t>
            </a:r>
          </a:p>
          <a:p>
            <a:pPr>
              <a:defRPr sz="1200"/>
            </a:pPr>
            <a:r>
              <a:t>D:/pasar_fix/node_modules/.bun/lodash@4.18.1/node_modules/lodash/_baseMerge.js</a:t>
            </a:r>
          </a:p>
          <a:p>
            <a:pPr>
              <a:defRPr sz="1200"/>
            </a:pPr>
            <a:r>
              <a:t>D:/pasar_fix/node_modules/.bun/lodash@4.18.1/node_modules/lodash/_baseMergeDeep.js</a:t>
            </a:r>
          </a:p>
          <a:p>
            <a:pPr>
              <a:defRPr sz="1200"/>
            </a:pPr>
            <a:r>
              <a:t>D:/pasar_fix/node_modules/.bun/lodash@4.18.1/node_modules/lodash/_baseNth.js</a:t>
            </a:r>
          </a:p>
          <a:p>
            <a:pPr>
              <a:defRPr sz="1200"/>
            </a:pPr>
            <a:r>
              <a:t>D:/pasar_fix/node_modules/.bun/lodash@4.18.1/node_modules/lodash/_baseOrderBy.js</a:t>
            </a:r>
          </a:p>
          <a:p>
            <a:pPr>
              <a:defRPr sz="1200"/>
            </a:pPr>
            <a:r>
              <a:t>D:/pasar_fix/node_modules/.bun/lodash@4.18.1/node_modules/lodash/_basePick.js</a:t>
            </a:r>
          </a:p>
          <a:p>
            <a:pPr>
              <a:defRPr sz="1200"/>
            </a:pPr>
            <a:r>
              <a:t>D:/pasar_fix/node_modules/.bun/lodash@4.18.1/node_modules/lodash/_basePickBy.js</a:t>
            </a:r>
          </a:p>
          <a:p>
            <a:pPr>
              <a:defRPr sz="1200"/>
            </a:pPr>
            <a:r>
              <a:t>D:/pasar_fix/node_modules/.bun/lodash@4.18.1/node_modules/lodash/_baseProperty.js</a:t>
            </a:r>
          </a:p>
          <a:p>
            <a:pPr>
              <a:defRPr sz="1200"/>
            </a:pPr>
            <a:r>
              <a:t>D:/pasar_fix/node_modules/.bun/lodash@4.18.1/node_modules/lodash/_basePropertyDeep.js</a:t>
            </a:r>
          </a:p>
          <a:p>
            <a:pPr>
              <a:defRPr sz="1200"/>
            </a:pPr>
            <a:r>
              <a:t>D:/pasar_fix/node_modules/.bun/lodash@4.18.1/node_modules/lodash/_basePropertyOf.js</a:t>
            </a:r>
          </a:p>
          <a:p>
            <a:pPr>
              <a:defRPr sz="1200"/>
            </a:pPr>
            <a:r>
              <a:t>D:/pasar_fix/node_modules/.bun/lodash@4.18.1/node_modules/lodash/_basePullAll.js</a:t>
            </a:r>
          </a:p>
          <a:p>
            <a:pPr>
              <a:defRPr sz="1200"/>
            </a:pPr>
            <a:r>
              <a:t>D:/pasar_fix/node_modules/.bun/lodash@4.18.1/node_modules/lodash/_basePullAt.js</a:t>
            </a:r>
          </a:p>
          <a:p>
            <a:pPr>
              <a:defRPr sz="1200"/>
            </a:pPr>
            <a:r>
              <a:t>D:/pasar_fix/node_modules/.bun/lodash@4.18.1/node_modules/lodash/_baseRandom.js</a:t>
            </a:r>
          </a:p>
          <a:p>
            <a:pPr>
              <a:defRPr sz="1200"/>
            </a:pPr>
            <a:r>
              <a:t>D:/pasar_fix/node_modules/.bun/lodash@4.18.1/node_modules/lodash/_baseRange.js</a:t>
            </a:r>
          </a:p>
          <a:p>
            <a:pPr>
              <a:defRPr sz="1200"/>
            </a:pPr>
            <a:r>
              <a:t>D:/pasar_fix/node_modules/.bun/lodash@4.18.1/node_modules/lodash/_baseReduce.js</a:t>
            </a:r>
          </a:p>
          <a:p>
            <a:pPr>
              <a:defRPr sz="1200"/>
            </a:pPr>
            <a:r>
              <a:t>D:/pasar_fix/node_modules/.bun/lodash@4.18.1/node_modules/lodash/_baseRepeat.js</a:t>
            </a:r>
          </a:p>
          <a:p>
            <a:pPr>
              <a:defRPr sz="1200"/>
            </a:pPr>
            <a:r>
              <a:t>D:/pasar_fix/node_modules/.bun/lodash@4.18.1/node_modules/lodash/_baseRest.js</a:t>
            </a:r>
          </a:p>
          <a:p>
            <a:pPr>
              <a:defRPr sz="1200"/>
            </a:pPr>
            <a:r>
              <a:t>D:/pasar_fix/node_modules/.bun/lodash@4.18.1/node_modules/lodash/_baseSample.js</a:t>
            </a:r>
          </a:p>
          <a:p>
            <a:pPr>
              <a:defRPr sz="1200"/>
            </a:pPr>
            <a:r>
              <a:t>D:/pasar_fix/node_modules/.bun/lodash@4.18.1/node_modules/lodash/_baseSampleSize.js</a:t>
            </a:r>
          </a:p>
          <a:p>
            <a:pPr>
              <a:defRPr sz="1200"/>
            </a:pPr>
            <a:r>
              <a:t>D:/pasar_fix/node_modules/.bun/lodash@4.18.1/node_modules/lodash/_baseSet.js</a:t>
            </a:r>
          </a:p>
          <a:p>
            <a:pPr>
              <a:defRPr sz="1200"/>
            </a:pPr>
            <a:r>
              <a:t>D:/pasar_fix/node_modules/.bun/lodash@4.18.1/node_modules/lodash/_baseSetData.js</a:t>
            </a:r>
          </a:p>
          <a:p>
            <a:pPr>
              <a:defRPr sz="1200"/>
            </a:pPr>
            <a:r>
              <a:t>D:/pasar_fix/node_modules/.bun/lodash@4.18.1/node_modules/lodash/_baseSetToString.js</a:t>
            </a:r>
          </a:p>
          <a:p>
            <a:pPr>
              <a:defRPr sz="1200"/>
            </a:pPr>
            <a:r>
              <a:t>D:/pasar_fix/node_modules/.bun/lodash@4.18.1/node_modules/lodash/_baseShuffle.js</a:t>
            </a:r>
          </a:p>
          <a:p>
            <a:pPr>
              <a:defRPr sz="1200"/>
            </a:pPr>
            <a:r>
              <a:t>D:/pasar_fix/node_modules/.bun/lodash@4.18.1/node_modules/lodash/_baseSlice.js</a:t>
            </a:r>
          </a:p>
          <a:p>
            <a:pPr>
              <a:defRPr sz="1200"/>
            </a:pPr>
            <a:r>
              <a:t>D:/pasar_fix/node_modules/.bun/lodash@4.18.1/node_modules/lodash/_baseSome.js</a:t>
            </a:r>
          </a:p>
          <a:p>
            <a:pPr>
              <a:defRPr sz="1200"/>
            </a:pPr>
            <a:r>
              <a:t>D:/pasar_fix/node_modules/.bun/lodash@4.18.1/node_modules/lodash/_baseSortBy.js</a:t>
            </a:r>
          </a:p>
          <a:p>
            <a:pPr>
              <a:defRPr sz="1200"/>
            </a:pPr>
            <a:r>
              <a:t>D:/pasar_fix/node_modules/.bun/lodash@4.18.1/node_modules/lodash/_baseSortedIndex.js</a:t>
            </a:r>
          </a:p>
          <a:p>
            <a:pPr>
              <a:defRPr sz="1200"/>
            </a:pPr>
            <a:r>
              <a:t>D:/pasar_fix/node_modules/.bun/lodash@4.18.1/node_modules/lodash/_baseSortedIndexBy.js</a:t>
            </a:r>
          </a:p>
          <a:p>
            <a:pPr>
              <a:defRPr sz="1200"/>
            </a:pPr>
            <a:r>
              <a:t>D:/pasar_fix/node_modules/.bun/lodash@4.18.1/node_modules/lodash/_baseSortedUniq.js</a:t>
            </a:r>
          </a:p>
          <a:p>
            <a:pPr>
              <a:defRPr sz="1200"/>
            </a:pPr>
            <a:r>
              <a:t>D:/pasar_fix/node_modules/.bun/lodash@4.18.1/node_modules/lodash/_baseSum.js</a:t>
            </a:r>
          </a:p>
          <a:p>
            <a:pPr>
              <a:defRPr sz="1200"/>
            </a:pPr>
            <a:r>
              <a:t>D:/pasar_fix/node_modules/.bun/lodash@4.18.1/node_modules/lodash/_baseTimes.js</a:t>
            </a:r>
          </a:p>
          <a:p>
            <a:pPr>
              <a:defRPr sz="1200"/>
            </a:pPr>
            <a:r>
              <a:t>D:/pasar_fix/node_modules/.bun/lodash@4.18.1/node_modules/lodash/_baseToNumber.js</a:t>
            </a:r>
          </a:p>
          <a:p>
            <a:pPr>
              <a:defRPr sz="1200"/>
            </a:pPr>
            <a:r>
              <a:t>D:/pasar_fix/node_modules/.bun/lodash@4.18.1/node_modules/lodash/_baseToPairs.js</a:t>
            </a:r>
          </a:p>
          <a:p>
            <a:pPr>
              <a:defRPr sz="1200"/>
            </a:pPr>
            <a:r>
              <a:t>D:/pasar_fix/node_modules/.bun/lodash@4.18.1/node_modules/lodash/_baseToString.js</a:t>
            </a:r>
          </a:p>
          <a:p>
            <a:pPr>
              <a:defRPr sz="1200"/>
            </a:pPr>
            <a:r>
              <a:t>D:/pasar_fix/node_modules/.bun/lodash@4.18.1/node_modules/lodash/_baseTrim.js</a:t>
            </a:r>
          </a:p>
          <a:p>
            <a:pPr>
              <a:defRPr sz="1200"/>
            </a:pPr>
            <a:r>
              <a:t>D:/pasar_fix/node_modules/.bun/lodash@4.18.1/node_modules/lodash/_baseUnary.js</a:t>
            </a:r>
          </a:p>
          <a:p>
            <a:pPr>
              <a:defRPr sz="1200"/>
            </a:pPr>
            <a:r>
              <a:t>D:/pasar_fix/node_modules/.bun/lodash@4.18.1/node_modules/lodash/_baseUniq.js</a:t>
            </a:r>
          </a:p>
          <a:p>
            <a:pPr>
              <a:defRPr sz="1200"/>
            </a:pPr>
            <a:r>
              <a:t>D:/pasar_fix/node_modules/.bun/lodash@4.18.1/node_modules/lodash/_baseUnset.js</a:t>
            </a:r>
          </a:p>
          <a:p>
            <a:pPr>
              <a:defRPr sz="1200"/>
            </a:pPr>
            <a:r>
              <a:t>D:/pasar_fix/node_modules/.bun/lodash@4.18.1/node_modules/lodash/_baseUpdate.js</a:t>
            </a:r>
          </a:p>
          <a:p>
            <a:pPr>
              <a:defRPr sz="1200"/>
            </a:pPr>
            <a:r>
              <a:t>D:/pasar_fix/node_modules/.bun/lodash@4.18.1/node_modules/lodash/_baseValues.js</a:t>
            </a:r>
          </a:p>
          <a:p>
            <a:pPr>
              <a:defRPr sz="1200"/>
            </a:pPr>
            <a:r>
              <a:t>D:/pasar_fix/node_modules/.bun/lodash@4.18.1/node_modules/lodash/_baseWhile.js</a:t>
            </a:r>
          </a:p>
          <a:p>
            <a:pPr>
              <a:defRPr sz="1200"/>
            </a:pPr>
            <a:r>
              <a:t>D:/pasar_fix/node_modules/.bun/lodash@4.18.1/node_modules/lodash/_baseWrapperValue.js</a:t>
            </a:r>
          </a:p>
          <a:p>
            <a:pPr>
              <a:defRPr sz="1200"/>
            </a:pPr>
            <a:r>
              <a:t>D:/pasar_fix/node_modules/.bun/lodash@4.18.1/node_modules/lodash/_baseXor.js</a:t>
            </a:r>
          </a:p>
          <a:p>
            <a:pPr>
              <a:defRPr sz="1200"/>
            </a:pPr>
            <a:r>
              <a:t>D:/pasar_fix/node_modules/.bun/lodash@4.18.1/node_modules/lodash/_baseZipObject.js</a:t>
            </a:r>
          </a:p>
          <a:p>
            <a:pPr>
              <a:defRPr sz="1200"/>
            </a:pPr>
            <a:r>
              <a:t>D:/pasar_fix/node_modules/.bun/lodash@4.18.1/node_modules/lodash/_cacheHas.js</a:t>
            </a:r>
          </a:p>
          <a:p>
            <a:pPr>
              <a:defRPr sz="1200"/>
            </a:pPr>
            <a:r>
              <a:t>D:/pasar_fix/node_modules/.bun/lodash@4.18.1/node_modules/lodash/_castArrayLikeObject.js</a:t>
            </a:r>
          </a:p>
          <a:p>
            <a:pPr>
              <a:defRPr sz="1200"/>
            </a:pPr>
            <a:r>
              <a:t>D:/pasar_fix/node_modules/.bun/lodash@4.18.1/node_modules/lodash/_castFunction.js</a:t>
            </a:r>
          </a:p>
          <a:p>
            <a:pPr>
              <a:defRPr sz="1200"/>
            </a:pPr>
            <a:r>
              <a:t>D:/pasar_fix/node_modules/.bun/lodash@4.18.1/node_modules/lodash/_castPath.js</a:t>
            </a:r>
          </a:p>
          <a:p>
            <a:pPr>
              <a:defRPr sz="1200"/>
            </a:pPr>
            <a:r>
              <a:t>D:/pasar_fix/node_modules/.bun/lodash@4.18.1/node_modules/lodash/_castRest.js</a:t>
            </a:r>
          </a:p>
          <a:p>
            <a:pPr>
              <a:defRPr sz="1200"/>
            </a:pPr>
            <a:r>
              <a:t>D:/pasar_fix/node_modules/.bun/lodash@4.18.1/node_modules/lodash/_castSlice.js</a:t>
            </a:r>
          </a:p>
          <a:p>
            <a:pPr>
              <a:defRPr sz="1200"/>
            </a:pPr>
            <a:r>
              <a:t>D:/pasar_fix/node_modules/.bun/lodash@4.18.1/node_modules/lodash/_charsEndIndex.js</a:t>
            </a:r>
          </a:p>
          <a:p>
            <a:pPr>
              <a:defRPr sz="1200"/>
            </a:pPr>
            <a:r>
              <a:t>D:/pasar_fix/node_modules/.bun/lodash@4.18.1/node_modules/lodash/_charsStartIndex.js</a:t>
            </a:r>
          </a:p>
          <a:p>
            <a:pPr>
              <a:defRPr sz="1200"/>
            </a:pPr>
            <a:r>
              <a:t>D:/pasar_fix/node_modules/.bun/lodash@4.18.1/node_modules/lodash/_cloneArrayBuffer.js</a:t>
            </a:r>
          </a:p>
          <a:p>
            <a:pPr>
              <a:defRPr sz="1200"/>
            </a:pPr>
            <a:r>
              <a:t>D:/pasar_fix/node_modules/.bun/lodash@4.18.1/node_modules/lodash/_cloneBuffer.js</a:t>
            </a:r>
          </a:p>
          <a:p>
            <a:pPr>
              <a:defRPr sz="1200"/>
            </a:pPr>
            <a:r>
              <a:t>D:/pasar_fix/node_modules/.bun/lodash@4.18.1/node_modules/lodash/_cloneDataView.js</a:t>
            </a:r>
          </a:p>
          <a:p>
            <a:pPr>
              <a:defRPr sz="1200"/>
            </a:pPr>
            <a:r>
              <a:t>D:/pasar_fix/node_modules/.bun/lodash@4.18.1/node_modules/lodash/_cloneRegExp.js</a:t>
            </a:r>
          </a:p>
          <a:p>
            <a:pPr>
              <a:defRPr sz="1200"/>
            </a:pPr>
            <a:r>
              <a:t>D:/pasar_fix/node_modules/.bun/lodash@4.18.1/node_modules/lodash/_cloneSymbol.js</a:t>
            </a:r>
          </a:p>
          <a:p>
            <a:pPr>
              <a:defRPr sz="1200"/>
            </a:pPr>
            <a:r>
              <a:t>D:/pasar_fix/node_modules/.bun/lodash@4.18.1/node_modules/lodash/_cloneTypedArray.js</a:t>
            </a:r>
          </a:p>
          <a:p>
            <a:pPr>
              <a:defRPr sz="1200"/>
            </a:pPr>
            <a:r>
              <a:t>D:/pasar_fix/node_modules/.bun/lodash@4.18.1/node_modules/lodash/_compareAscending.js</a:t>
            </a:r>
          </a:p>
          <a:p>
            <a:pPr>
              <a:defRPr sz="1200"/>
            </a:pPr>
            <a:r>
              <a:t>D:/pasar_fix/node_modules/.bun/lodash@4.18.1/node_modules/lodash/_compareMultiple.js</a:t>
            </a:r>
          </a:p>
          <a:p>
            <a:pPr>
              <a:defRPr sz="1200"/>
            </a:pPr>
            <a:r>
              <a:t>D:/pasar_fix/node_modules/.bun/lodash@4.18.1/node_modules/lodash/_composeArgs.js</a:t>
            </a:r>
          </a:p>
          <a:p>
            <a:pPr>
              <a:defRPr sz="1200"/>
            </a:pPr>
            <a:r>
              <a:t>D:/pasar_fix/node_modules/.bun/lodash@4.18.1/node_modules/lodash/_composeArgsRight.js</a:t>
            </a:r>
          </a:p>
          <a:p>
            <a:pPr>
              <a:defRPr sz="1200"/>
            </a:pPr>
            <a:r>
              <a:t>D:/pasar_fix/node_modules/.bun/lodash@4.18.1/node_modules/lodash/_copyArray.js</a:t>
            </a:r>
          </a:p>
          <a:p>
            <a:pPr>
              <a:defRPr sz="1200"/>
            </a:pPr>
            <a:r>
              <a:t>D:/pasar_fix/node_modules/.bun/lodash@4.18.1/node_modules/lodash/_copyObject.js</a:t>
            </a:r>
          </a:p>
          <a:p>
            <a:pPr>
              <a:defRPr sz="1200"/>
            </a:pPr>
            <a:r>
              <a:t>D:/pasar_fix/node_modules/.bun/lodash@4.18.1/node_modules/lodash/_copySymbols.js</a:t>
            </a:r>
          </a:p>
          <a:p>
            <a:pPr>
              <a:defRPr sz="1200"/>
            </a:pPr>
            <a:r>
              <a:t>D:/pasar_fix/node_modules/.bun/lodash@4.18.1/node_modules/lodash/_copySymbolsIn.js</a:t>
            </a:r>
          </a:p>
          <a:p>
            <a:pPr>
              <a:defRPr sz="1200"/>
            </a:pPr>
            <a:r>
              <a:t>D:/pasar_fix/node_modules/.bun/lodash@4.18.1/node_modules/lodash/_coreJsData.js</a:t>
            </a:r>
          </a:p>
          <a:p>
            <a:pPr>
              <a:defRPr sz="1200"/>
            </a:pPr>
            <a:r>
              <a:t>D:/pasar_fix/node_modules/.bun/lodash@4.18.1/node_modules/lodash/_countHolders.js</a:t>
            </a:r>
          </a:p>
          <a:p>
            <a:pPr>
              <a:defRPr sz="1200"/>
            </a:pPr>
            <a:r>
              <a:t>D:/pasar_fix/node_modules/.bun/lodash@4.18.1/node_modules/lodash/_createAggregator.js</a:t>
            </a:r>
          </a:p>
          <a:p>
            <a:pPr>
              <a:defRPr sz="1200"/>
            </a:pPr>
            <a:r>
              <a:t>D:/pasar_fix/node_modules/.bun/lodash@4.18.1/node_modules/lodash/_createAssigner.js</a:t>
            </a:r>
          </a:p>
          <a:p>
            <a:pPr>
              <a:defRPr sz="1200"/>
            </a:pPr>
            <a:r>
              <a:t>D:/pasar_fix/node_modules/.bun/lodash@4.18.1/node_modules/lodash/_createBaseEach.js</a:t>
            </a:r>
          </a:p>
          <a:p>
            <a:pPr>
              <a:defRPr sz="1200"/>
            </a:pPr>
            <a:r>
              <a:t>D:/pasar_fix/node_modules/.bun/lodash@4.18.1/node_modules/lodash/_createBaseFor.js</a:t>
            </a:r>
          </a:p>
          <a:p>
            <a:pPr>
              <a:defRPr sz="1200"/>
            </a:pPr>
            <a:r>
              <a:t>D:/pasar_fix/node_modules/.bun/lodash@4.18.1/node_modules/lodash/_createBind.js</a:t>
            </a:r>
          </a:p>
          <a:p>
            <a:pPr>
              <a:defRPr sz="1200"/>
            </a:pPr>
            <a:r>
              <a:t>D:/pasar_fix/node_modules/.bun/lodash@4.18.1/node_modules/lodash/_createCaseFirst.js</a:t>
            </a:r>
          </a:p>
          <a:p>
            <a:pPr>
              <a:defRPr sz="1200"/>
            </a:pPr>
            <a:r>
              <a:t>D:/pasar_fix/node_modules/.bun/lodash@4.18.1/node_modules/lodash/_createCompounder.js</a:t>
            </a:r>
          </a:p>
          <a:p>
            <a:pPr>
              <a:defRPr sz="1200"/>
            </a:pPr>
            <a:r>
              <a:t>D:/pasar_fix/node_modules/.bun/lodash@4.18.1/node_modules/lodash/_createCtor.js</a:t>
            </a:r>
          </a:p>
          <a:p>
            <a:pPr>
              <a:defRPr sz="1200"/>
            </a:pPr>
            <a:r>
              <a:t>D:/pasar_fix/node_modules/.bun/lodash@4.18.1/node_modules/lodash/_createCurry.js</a:t>
            </a:r>
          </a:p>
          <a:p>
            <a:pPr>
              <a:defRPr sz="1200"/>
            </a:pPr>
            <a:r>
              <a:t>D:/pasar_fix/node_modules/.bun/lodash@4.18.1/node_modules/lodash/_createFind.js</a:t>
            </a:r>
          </a:p>
          <a:p>
            <a:pPr>
              <a:defRPr sz="1200"/>
            </a:pPr>
            <a:r>
              <a:t>D:/pasar_fix/node_modules/.bun/lodash@4.18.1/node_modules/lodash/_createFlow.js</a:t>
            </a:r>
          </a:p>
          <a:p>
            <a:pPr>
              <a:defRPr sz="1200"/>
            </a:pPr>
            <a:r>
              <a:t>D:/pasar_fix/node_modules/.bun/lodash@4.18.1/node_modules/lodash/_createHybrid.js</a:t>
            </a:r>
          </a:p>
          <a:p>
            <a:pPr>
              <a:defRPr sz="1200"/>
            </a:pPr>
            <a:r>
              <a:t>D:/pasar_fix/node_modules/.bun/lodash@4.18.1/node_modules/lodash/_createInverter.js</a:t>
            </a:r>
          </a:p>
          <a:p>
            <a:pPr>
              <a:defRPr sz="1200"/>
            </a:pPr>
            <a:r>
              <a:t>D:/pasar_fix/node_modules/.bun/lodash@4.18.1/node_modules/lodash/_createMathOperation.js</a:t>
            </a:r>
          </a:p>
          <a:p>
            <a:pPr>
              <a:defRPr sz="1200"/>
            </a:pPr>
            <a:r>
              <a:t>D:/pasar_fix/node_modules/.bun/lodash@4.18.1/node_modules/lodash/_createOver.js</a:t>
            </a:r>
          </a:p>
          <a:p>
            <a:pPr>
              <a:defRPr sz="1200"/>
            </a:pPr>
            <a:r>
              <a:t>D:/pasar_fix/node_modules/.bun/lodash@4.18.1/node_modules/lodash/_createPadding.js</a:t>
            </a:r>
          </a:p>
          <a:p>
            <a:pPr>
              <a:defRPr sz="1200"/>
            </a:pPr>
            <a:r>
              <a:t>D:/pasar_fix/node_modules/.bun/lodash@4.18.1/node_modules/lodash/_createPartial.js</a:t>
            </a:r>
          </a:p>
          <a:p>
            <a:pPr>
              <a:defRPr sz="1200"/>
            </a:pPr>
            <a:r>
              <a:t>D:/pasar_fix/node_modules/.bun/lodash@4.18.1/node_modules/lodash/_createRange.js</a:t>
            </a:r>
          </a:p>
          <a:p>
            <a:pPr>
              <a:defRPr sz="1200"/>
            </a:pPr>
            <a:r>
              <a:t>D:/pasar_fix/node_modules/.bun/lodash@4.18.1/node_modules/lodash/_createRecurry.js</a:t>
            </a:r>
          </a:p>
          <a:p>
            <a:pPr>
              <a:defRPr sz="1200"/>
            </a:pPr>
            <a:r>
              <a:t>D:/pasar_fix/node_modules/.bun/lodash@4.18.1/node_modules/lodash/_createRelationalOperation.js</a:t>
            </a:r>
          </a:p>
          <a:p>
            <a:pPr>
              <a:defRPr sz="1200"/>
            </a:pPr>
            <a:r>
              <a:t>D:/pasar_fix/node_modules/.bun/lodash@4.18.1/node_modules/lodash/_createRound.js</a:t>
            </a:r>
          </a:p>
          <a:p>
            <a:pPr>
              <a:defRPr sz="1200"/>
            </a:pPr>
            <a:r>
              <a:t>D:/pasar_fix/node_modules/.bun/lodash@4.18.1/node_modules/lodash/_createSet.js</a:t>
            </a:r>
          </a:p>
          <a:p>
            <a:pPr>
              <a:defRPr sz="1200"/>
            </a:pPr>
            <a:r>
              <a:t>D:/pasar_fix/node_modules/.bun/lodash@4.18.1/node_modules/lodash/_createToPairs.js</a:t>
            </a:r>
          </a:p>
          <a:p>
            <a:pPr>
              <a:defRPr sz="1200"/>
            </a:pPr>
            <a:r>
              <a:t>D:/pasar_fix/node_modules/.bun/lodash@4.18.1/node_modules/lodash/_createWrap.js</a:t>
            </a:r>
          </a:p>
          <a:p>
            <a:pPr>
              <a:defRPr sz="1200"/>
            </a:pPr>
            <a:r>
              <a:t>D:/pasar_fix/node_modules/.bun/lodash@4.18.1/node_modules/lodash/_customDefaultsAssignIn.js</a:t>
            </a:r>
          </a:p>
          <a:p>
            <a:pPr>
              <a:defRPr sz="1200"/>
            </a:pPr>
            <a:r>
              <a:t>D:/pasar_fix/node_modules/.bun/lodash@4.18.1/node_modules/lodash/_customDefaultsMerge.js</a:t>
            </a:r>
          </a:p>
          <a:p>
            <a:pPr>
              <a:defRPr sz="1200"/>
            </a:pPr>
            <a:r>
              <a:t>D:/pasar_fix/node_modules/.bun/lodash@4.18.1/node_modules/lodash/_customOmitClone.js</a:t>
            </a:r>
          </a:p>
          <a:p>
            <a:pPr>
              <a:defRPr sz="1200"/>
            </a:pPr>
            <a:r>
              <a:t>D:/pasar_fix/node_modules/.bun/lodash@4.18.1/node_modules/lodash/_DataView.js</a:t>
            </a:r>
          </a:p>
          <a:p>
            <a:pPr>
              <a:defRPr sz="1200"/>
            </a:pPr>
            <a:r>
              <a:t>D:/pasar_fix/node_modules/.bun/lodash@4.18.1/node_modules/lodash/_deburrLetter.js</a:t>
            </a:r>
          </a:p>
          <a:p>
            <a:pPr>
              <a:defRPr sz="1200"/>
            </a:pPr>
            <a:r>
              <a:t>D:/pasar_fix/node_modules/.bun/lodash@4.18.1/node_modules/lodash/_defineProperty.js</a:t>
            </a:r>
          </a:p>
          <a:p>
            <a:pPr>
              <a:defRPr sz="1200"/>
            </a:pPr>
            <a:r>
              <a:t>D:/pasar_fix/node_modules/.bun/lodash@4.18.1/node_modules/lodash/_equalArrays.js</a:t>
            </a:r>
          </a:p>
          <a:p>
            <a:pPr>
              <a:defRPr sz="1200"/>
            </a:pPr>
            <a:r>
              <a:t>D:/pasar_fix/node_modules/.bun/lodash@4.18.1/node_modules/lodash/_equalByTag.js</a:t>
            </a:r>
          </a:p>
          <a:p>
            <a:pPr>
              <a:defRPr sz="1200"/>
            </a:pPr>
            <a:r>
              <a:t>D:/pasar_fix/node_modules/.bun/lodash@4.18.1/node_modules/lodash/_equalObjects.js</a:t>
            </a:r>
          </a:p>
          <a:p>
            <a:pPr>
              <a:defRPr sz="1200"/>
            </a:pPr>
            <a:r>
              <a:t>D:/pasar_fix/node_modules/.bun/lodash@4.18.1/node_modules/lodash/_escapeHtmlChar.js</a:t>
            </a:r>
          </a:p>
          <a:p>
            <a:pPr>
              <a:defRPr sz="1200"/>
            </a:pPr>
            <a:r>
              <a:t>D:/pasar_fix/node_modules/.bun/lodash@4.18.1/node_modules/lodash/_escapeStringChar.js</a:t>
            </a:r>
          </a:p>
          <a:p>
            <a:pPr>
              <a:defRPr sz="1200"/>
            </a:pPr>
            <a:r>
              <a:t>D:/pasar_fix/node_modules/.bun/lodash@4.18.1/node_modules/lodash/_flatRest.js</a:t>
            </a:r>
          </a:p>
          <a:p>
            <a:pPr>
              <a:defRPr sz="1200"/>
            </a:pPr>
            <a:r>
              <a:t>D:/pasar_fix/node_modules/.bun/lodash@4.18.1/node_modules/lodash/_freeGlobal.js</a:t>
            </a:r>
          </a:p>
          <a:p>
            <a:pPr>
              <a:defRPr sz="1200"/>
            </a:pPr>
            <a:r>
              <a:t>D:/pasar_fix/node_modules/.bun/lodash@4.18.1/node_modules/lodash/_getAllKeys.js</a:t>
            </a:r>
          </a:p>
          <a:p>
            <a:pPr>
              <a:defRPr sz="1200"/>
            </a:pPr>
            <a:r>
              <a:t>D:/pasar_fix/node_modules/.bun/lodash@4.18.1/node_modules/lodash/_getAllKeysIn.js</a:t>
            </a:r>
          </a:p>
          <a:p>
            <a:pPr>
              <a:defRPr sz="1200"/>
            </a:pPr>
            <a:r>
              <a:t>D:/pasar_fix/node_modules/.bun/lodash@4.18.1/node_modules/lodash/_getData.js</a:t>
            </a:r>
          </a:p>
          <a:p>
            <a:pPr>
              <a:defRPr sz="1200"/>
            </a:pPr>
            <a:r>
              <a:t>D:/pasar_fix/node_modules/.bun/lodash@4.18.1/node_modules/lodash/_getFuncName.js</a:t>
            </a:r>
          </a:p>
          <a:p>
            <a:pPr>
              <a:defRPr sz="1200"/>
            </a:pPr>
            <a:r>
              <a:t>D:/pasar_fix/node_modules/.bun/lodash@4.18.1/node_modules/lodash/_getHolder.js</a:t>
            </a:r>
          </a:p>
          <a:p>
            <a:pPr>
              <a:defRPr sz="1200"/>
            </a:pPr>
            <a:r>
              <a:t>D:/pasar_fix/node_modules/.bun/lodash@4.18.1/node_modules/lodash/_getMapData.js</a:t>
            </a:r>
          </a:p>
          <a:p>
            <a:pPr>
              <a:defRPr sz="1200"/>
            </a:pPr>
            <a:r>
              <a:t>D:/pasar_fix/node_modules/.bun/lodash@4.18.1/node_modules/lodash/_getMatchData.js</a:t>
            </a:r>
          </a:p>
          <a:p>
            <a:pPr>
              <a:defRPr sz="1200"/>
            </a:pPr>
            <a:r>
              <a:t>D:/pasar_fix/node_modules/.bun/lodash@4.18.1/node_modules/lodash/_getNative.js</a:t>
            </a:r>
          </a:p>
          <a:p>
            <a:pPr>
              <a:defRPr sz="1200"/>
            </a:pPr>
            <a:r>
              <a:t>D:/pasar_fix/node_modules/.bun/lodash@4.18.1/node_modules/lodash/_getPrototype.js</a:t>
            </a:r>
          </a:p>
          <a:p>
            <a:pPr>
              <a:defRPr sz="1200"/>
            </a:pPr>
            <a:r>
              <a:t>D:/pasar_fix/node_modules/.bun/lodash@4.18.1/node_modules/lodash/_getRawTag.js</a:t>
            </a:r>
          </a:p>
          <a:p>
            <a:pPr>
              <a:defRPr sz="1200"/>
            </a:pPr>
            <a:r>
              <a:t>D:/pasar_fix/node_modules/.bun/lodash@4.18.1/node_modules/lodash/_getSymbols.js</a:t>
            </a:r>
          </a:p>
          <a:p>
            <a:pPr>
              <a:defRPr sz="1200"/>
            </a:pPr>
            <a:r>
              <a:t>D:/pasar_fix/node_modules/.bun/lodash@4.18.1/node_modules/lodash/_getSymbolsIn.js</a:t>
            </a:r>
          </a:p>
          <a:p>
            <a:pPr>
              <a:defRPr sz="1200"/>
            </a:pPr>
            <a:r>
              <a:t>D:/pasar_fix/node_modules/.bun/lodash@4.18.1/node_modules/lodash/_getTag.js</a:t>
            </a:r>
          </a:p>
          <a:p>
            <a:pPr>
              <a:defRPr sz="1200"/>
            </a:pPr>
            <a:r>
              <a:t>D:/pasar_fix/node_modules/.bun/lodash@4.18.1/node_modules/lodash/_getValue.js</a:t>
            </a:r>
          </a:p>
          <a:p>
            <a:pPr>
              <a:defRPr sz="1200"/>
            </a:pPr>
            <a:r>
              <a:t>D:/pasar_fix/node_modules/.bun/lodash@4.18.1/node_modules/lodash/_getView.js</a:t>
            </a:r>
          </a:p>
          <a:p>
            <a:pPr>
              <a:defRPr sz="1200"/>
            </a:pPr>
            <a:r>
              <a:t>D:/pasar_fix/node_modules/.bun/lodash@4.18.1/node_modules/lodash/_getWrapDetails.js</a:t>
            </a:r>
          </a:p>
          <a:p>
            <a:pPr>
              <a:defRPr sz="1200"/>
            </a:pPr>
            <a:r>
              <a:t>D:/pasar_fix/node_modules/.bun/lodash@4.18.1/node_modules/lodash/_Hash.js</a:t>
            </a:r>
          </a:p>
          <a:p>
            <a:pPr>
              <a:defRPr sz="1200"/>
            </a:pPr>
            <a:r>
              <a:t>D:/pasar_fix/node_modules/.bun/lodash@4.18.1/node_modules/lodash/_hashClear.js</a:t>
            </a:r>
          </a:p>
          <a:p>
            <a:pPr>
              <a:defRPr sz="1200"/>
            </a:pPr>
            <a:r>
              <a:t>D:/pasar_fix/node_modules/.bun/lodash@4.18.1/node_modules/lodash/_hashDelete.js</a:t>
            </a:r>
          </a:p>
          <a:p>
            <a:pPr>
              <a:defRPr sz="1200"/>
            </a:pPr>
            <a:r>
              <a:t>D:/pasar_fix/node_modules/.bun/lodash@4.18.1/node_modules/lodash/_hashGet.js</a:t>
            </a:r>
          </a:p>
          <a:p>
            <a:pPr>
              <a:defRPr sz="1200"/>
            </a:pPr>
            <a:r>
              <a:t>D:/pasar_fix/node_modules/.bun/lodash@4.18.1/node_modules/lodash/_hashHas.js</a:t>
            </a:r>
          </a:p>
          <a:p>
            <a:pPr>
              <a:defRPr sz="1200"/>
            </a:pPr>
            <a:r>
              <a:t>D:/pasar_fix/node_modules/.bun/lodash@4.18.1/node_modules/lodash/_hashSet.js</a:t>
            </a:r>
          </a:p>
          <a:p>
            <a:pPr>
              <a:defRPr sz="1200"/>
            </a:pPr>
            <a:r>
              <a:t>D:/pasar_fix/node_modules/.bun/lodash@4.18.1/node_modules/lodash/_hasPath.js</a:t>
            </a:r>
          </a:p>
          <a:p>
            <a:pPr>
              <a:defRPr sz="1200"/>
            </a:pPr>
            <a:r>
              <a:t>D:/pasar_fix/node_modules/.bun/lodash@4.18.1/node_modules/lodash/_hasUnicode.js</a:t>
            </a:r>
          </a:p>
          <a:p>
            <a:pPr>
              <a:defRPr sz="1200"/>
            </a:pPr>
            <a:r>
              <a:t>D:/pasar_fix/node_modules/.bun/lodash@4.18.1/node_modules/lodash/_hasUnicodeWord.js</a:t>
            </a:r>
          </a:p>
          <a:p>
            <a:pPr>
              <a:defRPr sz="1200"/>
            </a:pPr>
            <a:r>
              <a:t>D:/pasar_fix/node_modules/.bun/lodash@4.18.1/node_modules/lodash/_initCloneArray.js</a:t>
            </a:r>
          </a:p>
          <a:p>
            <a:pPr>
              <a:defRPr sz="1200"/>
            </a:pPr>
            <a:r>
              <a:t>D:/pasar_fix/node_modules/.bun/lodash@4.18.1/node_modules/lodash/_initCloneByTag.js</a:t>
            </a:r>
          </a:p>
          <a:p>
            <a:pPr>
              <a:defRPr sz="1200"/>
            </a:pPr>
            <a:r>
              <a:t>D:/pasar_fix/node_modules/.bun/lodash@4.18.1/node_modules/lodash/_initCloneObject.js</a:t>
            </a:r>
          </a:p>
          <a:p>
            <a:pPr>
              <a:defRPr sz="1200"/>
            </a:pPr>
            <a:r>
              <a:t>D:/pasar_fix/node_modules/.bun/lodash@4.18.1/node_modules/lodash/_insertWrapDetails.js</a:t>
            </a:r>
          </a:p>
          <a:p>
            <a:pPr>
              <a:defRPr sz="1200"/>
            </a:pPr>
            <a:r>
              <a:t>D:/pasar_fix/node_modules/.bun/lodash@4.18.1/node_modules/lodash/_isFlattenable.js</a:t>
            </a:r>
          </a:p>
          <a:p>
            <a:pPr>
              <a:defRPr sz="1200"/>
            </a:pPr>
            <a:r>
              <a:t>D:/pasar_fix/node_modules/.bun/lodash@4.18.1/node_modules/lodash/_isIndex.js</a:t>
            </a:r>
          </a:p>
          <a:p>
            <a:pPr>
              <a:defRPr sz="1200"/>
            </a:pPr>
            <a:r>
              <a:t>D:/pasar_fix/node_modules/.bun/lodash@4.18.1/node_modules/lodash/_isIterateeCall.js</a:t>
            </a:r>
          </a:p>
          <a:p>
            <a:pPr>
              <a:defRPr sz="1200"/>
            </a:pPr>
            <a:r>
              <a:t>D:/pasar_fix/node_modules/.bun/lodash@4.18.1/node_modules/lodash/_isKey.js</a:t>
            </a:r>
          </a:p>
          <a:p>
            <a:pPr>
              <a:defRPr sz="1200"/>
            </a:pPr>
            <a:r>
              <a:t>D:/pasar_fix/node_modules/.bun/lodash@4.18.1/node_modules/lodash/_isKeyable.js</a:t>
            </a:r>
          </a:p>
          <a:p>
            <a:pPr>
              <a:defRPr sz="1200"/>
            </a:pPr>
            <a:r>
              <a:t>D:/pasar_fix/node_modules/.bun/lodash@4.18.1/node_modules/lodash/_isLaziable.js</a:t>
            </a:r>
          </a:p>
          <a:p>
            <a:pPr>
              <a:defRPr sz="1200"/>
            </a:pPr>
            <a:r>
              <a:t>D:/pasar_fix/node_modules/.bun/lodash@4.18.1/node_modules/lodash/_isMaskable.js</a:t>
            </a:r>
          </a:p>
          <a:p>
            <a:pPr>
              <a:defRPr sz="1200"/>
            </a:pPr>
            <a:r>
              <a:t>D:/pasar_fix/node_modules/.bun/lodash@4.18.1/node_modules/lodash/_isMasked.js</a:t>
            </a:r>
          </a:p>
          <a:p>
            <a:pPr>
              <a:defRPr sz="1200"/>
            </a:pPr>
            <a:r>
              <a:t>D:/pasar_fix/node_modules/.bun/lodash@4.18.1/node_modules/lodash/_isPrototype.js</a:t>
            </a:r>
          </a:p>
          <a:p>
            <a:pPr>
              <a:defRPr sz="1200"/>
            </a:pPr>
            <a:r>
              <a:t>D:/pasar_fix/node_modules/.bun/lodash@4.18.1/node_modules/lodash/_isStrictComparable.js</a:t>
            </a:r>
          </a:p>
          <a:p>
            <a:pPr>
              <a:defRPr sz="1200"/>
            </a:pPr>
            <a:r>
              <a:t>D:/pasar_fix/node_modules/.bun/lodash@4.18.1/node_modules/lodash/_iteratorToArray.js</a:t>
            </a:r>
          </a:p>
          <a:p>
            <a:pPr>
              <a:defRPr sz="1200"/>
            </a:pPr>
            <a:r>
              <a:t>D:/pasar_fix/node_modules/.bun/lodash@4.18.1/node_modules/lodash/_lazyClone.js</a:t>
            </a:r>
          </a:p>
          <a:p>
            <a:pPr>
              <a:defRPr sz="1200"/>
            </a:pPr>
            <a:r>
              <a:t>D:/pasar_fix/node_modules/.bun/lodash@4.18.1/node_modules/lodash/_lazyReverse.js</a:t>
            </a:r>
          </a:p>
          <a:p>
            <a:pPr>
              <a:defRPr sz="1200"/>
            </a:pPr>
            <a:r>
              <a:t>D:/pasar_fix/node_modules/.bun/lodash@4.18.1/node_modules/lodash/_lazyValue.js</a:t>
            </a:r>
          </a:p>
          <a:p>
            <a:pPr>
              <a:defRPr sz="1200"/>
            </a:pPr>
            <a:r>
              <a:t>D:/pasar_fix/node_modules/.bun/lodash@4.18.1/node_modules/lodash/_LazyWrapper.js</a:t>
            </a:r>
          </a:p>
          <a:p>
            <a:pPr>
              <a:defRPr sz="1200"/>
            </a:pPr>
            <a:r>
              <a:t>D:/pasar_fix/node_modules/.bun/lodash@4.18.1/node_modules/lodash/_ListCache.js</a:t>
            </a:r>
          </a:p>
          <a:p>
            <a:pPr>
              <a:defRPr sz="1200"/>
            </a:pPr>
            <a:r>
              <a:t>D:/pasar_fix/node_modules/.bun/lodash@4.18.1/node_modules/lodash/_listCacheClear.js</a:t>
            </a:r>
          </a:p>
          <a:p>
            <a:pPr>
              <a:defRPr sz="1200"/>
            </a:pPr>
            <a:r>
              <a:t>D:/pasar_fix/node_modules/.bun/lodash@4.18.1/node_modules/lodash/_listCacheDelete.js</a:t>
            </a:r>
          </a:p>
          <a:p>
            <a:pPr>
              <a:defRPr sz="1200"/>
            </a:pPr>
            <a:r>
              <a:t>D:/pasar_fix/node_modules/.bun/lodash@4.18.1/node_modules/lodash/_listCacheGet.js</a:t>
            </a:r>
          </a:p>
          <a:p>
            <a:pPr>
              <a:defRPr sz="1200"/>
            </a:pPr>
            <a:r>
              <a:t>D:/pasar_fix/node_modules/.bun/lodash@4.18.1/node_modules/lodash/_listCacheHas.js</a:t>
            </a:r>
          </a:p>
          <a:p>
            <a:pPr>
              <a:defRPr sz="1200"/>
            </a:pPr>
            <a:r>
              <a:t>D:/pasar_fix/node_modules/.bun/lodash@4.18.1/node_modules/lodash/_listCacheSet.js</a:t>
            </a:r>
          </a:p>
          <a:p>
            <a:pPr>
              <a:defRPr sz="1200"/>
            </a:pPr>
            <a:r>
              <a:t>D:/pasar_fix/node_modules/.bun/lodash@4.18.1/node_modules/lodash/_LodashWrapper.js</a:t>
            </a:r>
          </a:p>
          <a:p>
            <a:pPr>
              <a:defRPr sz="1200"/>
            </a:pPr>
            <a:r>
              <a:t>D:/pasar_fix/node_modules/.bun/lodash@4.18.1/node_modules/lodash/_Map.js</a:t>
            </a:r>
          </a:p>
          <a:p>
            <a:pPr>
              <a:defRPr sz="1200"/>
            </a:pPr>
            <a:r>
              <a:t>D:/pasar_fix/node_modules/.bun/lodash@4.18.1/node_modules/lodash/_MapCache.js</a:t>
            </a:r>
          </a:p>
          <a:p>
            <a:pPr>
              <a:defRPr sz="1200"/>
            </a:pPr>
            <a:r>
              <a:t>D:/pasar_fix/node_modules/.bun/lodash@4.18.1/node_modules/lodash/_mapCacheClear.js</a:t>
            </a:r>
          </a:p>
          <a:p>
            <a:pPr>
              <a:defRPr sz="1200"/>
            </a:pPr>
            <a:r>
              <a:t>D:/pasar_fix/node_modules/.bun/lodash@4.18.1/node_modules/lodash/_mapCacheDelete.js</a:t>
            </a:r>
          </a:p>
          <a:p>
            <a:pPr>
              <a:defRPr sz="1200"/>
            </a:pPr>
            <a:r>
              <a:t>D:/pasar_fix/node_modules/.bun/lodash@4.18.1/node_modules/lodash/_mapCacheGet.js</a:t>
            </a:r>
          </a:p>
          <a:p>
            <a:pPr>
              <a:defRPr sz="1200"/>
            </a:pPr>
            <a:r>
              <a:t>D:/pasar_fix/node_modules/.bun/lodash@4.18.1/node_modules/lodash/_mapCacheHas.js</a:t>
            </a:r>
          </a:p>
          <a:p>
            <a:pPr>
              <a:defRPr sz="1200"/>
            </a:pPr>
            <a:r>
              <a:t>D:/pasar_fix/node_modules/.bun/lodash@4.18.1/node_modules/lodash/_mapCacheSet.js</a:t>
            </a:r>
          </a:p>
          <a:p>
            <a:pPr>
              <a:defRPr sz="1200"/>
            </a:pPr>
            <a:r>
              <a:t>D:/pasar_fix/node_modules/.bun/lodash@4.18.1/node_modules/lodash/_mapToArray.js</a:t>
            </a:r>
          </a:p>
          <a:p>
            <a:pPr>
              <a:defRPr sz="1200"/>
            </a:pPr>
            <a:r>
              <a:t>D:/pasar_fix/node_modules/.bun/lodash@4.18.1/node_modules/lodash/_matchesStrictComparable.js</a:t>
            </a:r>
          </a:p>
          <a:p>
            <a:pPr>
              <a:defRPr sz="1200"/>
            </a:pPr>
            <a:r>
              <a:t>D:/pasar_fix/node_modules/.bun/lodash@4.18.1/node_modules/lodash/_memoizeCapped.js</a:t>
            </a:r>
          </a:p>
          <a:p>
            <a:pPr>
              <a:defRPr sz="1200"/>
            </a:pPr>
            <a:r>
              <a:t>D:/pasar_fix/node_modules/.bun/lodash@4.18.1/node_modules/lodash/_mergeData.js</a:t>
            </a:r>
          </a:p>
          <a:p>
            <a:pPr>
              <a:defRPr sz="1200"/>
            </a:pPr>
            <a:r>
              <a:t>D:/pasar_fix/node_modules/.bun/lodash@4.18.1/node_modules/lodash/_metaMap.js</a:t>
            </a:r>
          </a:p>
          <a:p>
            <a:pPr>
              <a:defRPr sz="1200"/>
            </a:pPr>
            <a:r>
              <a:t>D:/pasar_fix/node_modules/.bun/lodash@4.18.1/node_modules/lodash/_nativeCreate.js</a:t>
            </a:r>
          </a:p>
          <a:p>
            <a:pPr>
              <a:defRPr sz="1200"/>
            </a:pPr>
            <a:r>
              <a:t>D:/pasar_fix/node_modules/.bun/lodash@4.18.1/node_modules/lodash/_nativeKeys.js</a:t>
            </a:r>
          </a:p>
          <a:p>
            <a:pPr>
              <a:defRPr sz="1200"/>
            </a:pPr>
            <a:r>
              <a:t>D:/pasar_fix/node_modules/.bun/lodash@4.18.1/node_modules/lodash/_nativeKeysIn.js</a:t>
            </a:r>
          </a:p>
          <a:p>
            <a:pPr>
              <a:defRPr sz="1200"/>
            </a:pPr>
            <a:r>
              <a:t>D:/pasar_fix/node_modules/.bun/lodash@4.18.1/node_modules/lodash/_nodeUtil.js</a:t>
            </a:r>
          </a:p>
          <a:p>
            <a:pPr>
              <a:defRPr sz="1200"/>
            </a:pPr>
            <a:r>
              <a:t>D:/pasar_fix/node_modules/.bun/lodash@4.18.1/node_modules/lodash/_objectToString.js</a:t>
            </a:r>
          </a:p>
          <a:p>
            <a:pPr>
              <a:defRPr sz="1200"/>
            </a:pPr>
            <a:r>
              <a:t>D:/pasar_fix/node_modules/.bun/lodash@4.18.1/node_modules/lodash/_overArg.js</a:t>
            </a:r>
          </a:p>
          <a:p>
            <a:pPr>
              <a:defRPr sz="1200"/>
            </a:pPr>
            <a:r>
              <a:t>D:/pasar_fix/node_modules/.bun/lodash@4.18.1/node_modules/lodash/_overRest.js</a:t>
            </a:r>
          </a:p>
          <a:p>
            <a:pPr>
              <a:defRPr sz="1200"/>
            </a:pPr>
            <a:r>
              <a:t>D:/pasar_fix/node_modules/.bun/lodash@4.18.1/node_modules/lodash/_parent.js</a:t>
            </a:r>
          </a:p>
          <a:p>
            <a:pPr>
              <a:defRPr sz="1200"/>
            </a:pPr>
            <a:r>
              <a:t>D:/pasar_fix/node_modules/.bun/lodash@4.18.1/node_modules/lodash/_Promise.js</a:t>
            </a:r>
          </a:p>
          <a:p>
            <a:pPr>
              <a:defRPr sz="1200"/>
            </a:pPr>
            <a:r>
              <a:t>D:/pasar_fix/node_modules/.bun/lodash@4.18.1/node_modules/lodash/_realNames.js</a:t>
            </a:r>
          </a:p>
          <a:p>
            <a:pPr>
              <a:defRPr sz="1200"/>
            </a:pPr>
            <a:r>
              <a:t>D:/pasar_fix/node_modules/.bun/lodash@4.18.1/node_modules/lodash/_reEscape.js</a:t>
            </a:r>
          </a:p>
          <a:p>
            <a:pPr>
              <a:defRPr sz="1200"/>
            </a:pPr>
            <a:r>
              <a:t>D:/pasar_fix/node_modules/.bun/lodash@4.18.1/node_modules/lodash/_reEvaluate.js</a:t>
            </a:r>
          </a:p>
          <a:p>
            <a:pPr>
              <a:defRPr sz="1200"/>
            </a:pPr>
            <a:r>
              <a:t>D:/pasar_fix/node_modules/.bun/lodash@4.18.1/node_modules/lodash/_reInterpolate.js</a:t>
            </a:r>
          </a:p>
          <a:p>
            <a:pPr>
              <a:defRPr sz="1200"/>
            </a:pPr>
            <a:r>
              <a:t>D:/pasar_fix/node_modules/.bun/lodash@4.18.1/node_modules/lodash/_reorder.js</a:t>
            </a:r>
          </a:p>
          <a:p>
            <a:pPr>
              <a:defRPr sz="1200"/>
            </a:pPr>
            <a:r>
              <a:t>D:/pasar_fix/node_modules/.bun/lodash@4.18.1/node_modules/lodash/_replaceHolders.js</a:t>
            </a:r>
          </a:p>
          <a:p>
            <a:pPr>
              <a:defRPr sz="1200"/>
            </a:pPr>
            <a:r>
              <a:t>D:/pasar_fix/node_modules/.bun/lodash@4.18.1/node_modules/lodash/_root.js</a:t>
            </a:r>
          </a:p>
          <a:p>
            <a:pPr>
              <a:defRPr sz="1200"/>
            </a:pPr>
            <a:r>
              <a:t>D:/pasar_fix/node_modules/.bun/lodash@4.18.1/node_modules/lodash/_safeGet.js</a:t>
            </a:r>
          </a:p>
          <a:p>
            <a:pPr>
              <a:defRPr sz="1200"/>
            </a:pPr>
            <a:r>
              <a:t>D:/pasar_fix/node_modules/.bun/lodash@4.18.1/node_modules/lodash/_Set.js</a:t>
            </a:r>
          </a:p>
          <a:p>
            <a:pPr>
              <a:defRPr sz="1200"/>
            </a:pPr>
            <a:r>
              <a:t>D:/pasar_fix/node_modules/.bun/lodash@4.18.1/node_modules/lodash/_SetCache.js</a:t>
            </a:r>
          </a:p>
          <a:p>
            <a:pPr>
              <a:defRPr sz="1200"/>
            </a:pPr>
            <a:r>
              <a:t>D:/pasar_fix/node_modules/.bun/lodash@4.18.1/node_modules/lodash/_setCacheAdd.js</a:t>
            </a:r>
          </a:p>
          <a:p>
            <a:pPr>
              <a:defRPr sz="1200"/>
            </a:pPr>
            <a:r>
              <a:t>D:/pasar_fix/node_modules/.bun/lodash@4.18.1/node_modules/lodash/_setCacheHas.js</a:t>
            </a:r>
          </a:p>
          <a:p>
            <a:pPr>
              <a:defRPr sz="1200"/>
            </a:pPr>
            <a:r>
              <a:t>D:/pasar_fix/node_modules/.bun/lodash@4.18.1/node_modules/lodash/_setData.js</a:t>
            </a:r>
          </a:p>
          <a:p>
            <a:pPr>
              <a:defRPr sz="1200"/>
            </a:pPr>
            <a:r>
              <a:t>D:/pasar_fix/node_modules/.bun/lodash@4.18.1/node_modules/lodash/_setToArray.js</a:t>
            </a:r>
          </a:p>
          <a:p>
            <a:pPr>
              <a:defRPr sz="1200"/>
            </a:pPr>
            <a:r>
              <a:t>D:/pasar_fix/node_modules/.bun/lodash@4.18.1/node_modules/lodash/_setToPairs.js</a:t>
            </a:r>
          </a:p>
          <a:p>
            <a:pPr>
              <a:defRPr sz="1200"/>
            </a:pPr>
            <a:r>
              <a:t>D:/pasar_fix/node_modules/.bun/lodash@4.18.1/node_modules/lodash/_setToString.js</a:t>
            </a:r>
          </a:p>
          <a:p>
            <a:pPr>
              <a:defRPr sz="1200"/>
            </a:pPr>
            <a:r>
              <a:t>D:/pasar_fix/node_modules/.bun/lodash@4.18.1/node_modules/lodash/_setWrapToString.js</a:t>
            </a:r>
          </a:p>
          <a:p>
            <a:pPr>
              <a:defRPr sz="1200"/>
            </a:pPr>
            <a:r>
              <a:t>D:/pasar_fix/node_modules/.bun/lodash@4.18.1/node_modules/lodash/_shortOut.js</a:t>
            </a:r>
          </a:p>
          <a:p>
            <a:pPr>
              <a:defRPr sz="1200"/>
            </a:pPr>
            <a:r>
              <a:t>D:/pasar_fix/node_modules/.bun/lodash@4.18.1/node_modules/lodash/_shuffleSelf.js</a:t>
            </a:r>
          </a:p>
          <a:p>
            <a:pPr>
              <a:defRPr sz="1200"/>
            </a:pPr>
            <a:r>
              <a:t>D:/pasar_fix/node_modules/.bun/lodash@4.18.1/node_modules/lodash/_Stack.js</a:t>
            </a:r>
          </a:p>
          <a:p>
            <a:pPr>
              <a:defRPr sz="1200"/>
            </a:pPr>
            <a:r>
              <a:t>D:/pasar_fix/node_modules/.bun/lodash@4.18.1/node_modules/lodash/_stackClear.js</a:t>
            </a:r>
          </a:p>
          <a:p>
            <a:pPr>
              <a:defRPr sz="1200"/>
            </a:pPr>
            <a:r>
              <a:t>D:/pasar_fix/node_modules/.bun/lodash@4.18.1/node_modules/lodash/_stackDelete.js</a:t>
            </a:r>
          </a:p>
          <a:p>
            <a:pPr>
              <a:defRPr sz="1200"/>
            </a:pPr>
            <a:r>
              <a:t>D:/pasar_fix/node_modules/.bun/lodash@4.18.1/node_modules/lodash/_stackGet.js</a:t>
            </a:r>
          </a:p>
          <a:p>
            <a:pPr>
              <a:defRPr sz="1200"/>
            </a:pPr>
            <a:r>
              <a:t>D:/pasar_fix/node_modules/.bun/lodash@4.18.1/node_modules/lodash/_stackHas.js</a:t>
            </a:r>
          </a:p>
          <a:p>
            <a:pPr>
              <a:defRPr sz="1200"/>
            </a:pPr>
            <a:r>
              <a:t>D:/pasar_fix/node_modules/.bun/lodash@4.18.1/node_modules/lodash/_stackSet.js</a:t>
            </a:r>
          </a:p>
          <a:p>
            <a:pPr>
              <a:defRPr sz="1200"/>
            </a:pPr>
            <a:r>
              <a:t>D:/pasar_fix/node_modules/.bun/lodash@4.18.1/node_modules/lodash/_strictIndexOf.js</a:t>
            </a:r>
          </a:p>
          <a:p>
            <a:pPr>
              <a:defRPr sz="1200"/>
            </a:pPr>
            <a:r>
              <a:t>D:/pasar_fix/node_modules/.bun/lodash@4.18.1/node_modules/lodash/_strictLastIndexOf.js</a:t>
            </a:r>
          </a:p>
          <a:p>
            <a:pPr>
              <a:defRPr sz="1200"/>
            </a:pPr>
            <a:r>
              <a:t>D:/pasar_fix/node_modules/.bun/lodash@4.18.1/node_modules/lodash/_stringSize.js</a:t>
            </a:r>
          </a:p>
          <a:p>
            <a:pPr>
              <a:defRPr sz="1200"/>
            </a:pPr>
            <a:r>
              <a:t>D:/pasar_fix/node_modules/.bun/lodash@4.18.1/node_modules/lodash/_stringToArray.js</a:t>
            </a:r>
          </a:p>
          <a:p>
            <a:pPr>
              <a:defRPr sz="1200"/>
            </a:pPr>
            <a:r>
              <a:t>D:/pasar_fix/node_modules/.bun/lodash@4.18.1/node_modules/lodash/_stringToPath.js</a:t>
            </a:r>
          </a:p>
          <a:p>
            <a:pPr>
              <a:defRPr sz="1200"/>
            </a:pPr>
            <a:r>
              <a:t>D:/pasar_fix/node_modules/.bun/lodash@4.18.1/node_modules/lodash/_Symbol.js</a:t>
            </a:r>
          </a:p>
          <a:p>
            <a:pPr>
              <a:defRPr sz="1200"/>
            </a:pPr>
            <a:r>
              <a:t>D:/pasar_fix/node_modules/.bun/lodash@4.18.1/node_modules/lodash/_toKey.js</a:t>
            </a:r>
          </a:p>
          <a:p>
            <a:pPr>
              <a:defRPr sz="1200"/>
            </a:pPr>
            <a:r>
              <a:t>D:/pasar_fix/node_modules/.bun/lodash@4.18.1/node_modules/lodash/_toSource.js</a:t>
            </a:r>
          </a:p>
          <a:p>
            <a:pPr>
              <a:defRPr sz="1200"/>
            </a:pPr>
            <a:r>
              <a:t>D:/pasar_fix/node_modules/.bun/lodash@4.18.1/node_modules/lodash/_trimmedEndIndex.js</a:t>
            </a:r>
          </a:p>
          <a:p>
            <a:pPr>
              <a:defRPr sz="1200"/>
            </a:pPr>
            <a:r>
              <a:t>D:/pasar_fix/node_modules/.bun/lodash@4.18.1/node_modules/lodash/_Uint8Array.js</a:t>
            </a:r>
          </a:p>
          <a:p>
            <a:pPr>
              <a:defRPr sz="1200"/>
            </a:pPr>
            <a:r>
              <a:t>D:/pasar_fix/node_modules/.bun/lodash@4.18.1/node_modules/lodash/_unescapeHtmlChar.js</a:t>
            </a:r>
          </a:p>
          <a:p>
            <a:pPr>
              <a:defRPr sz="1200"/>
            </a:pPr>
            <a:r>
              <a:t>D:/pasar_fix/node_modules/.bun/lodash@4.18.1/node_modules/lodash/_unicodeSize.js</a:t>
            </a:r>
          </a:p>
          <a:p>
            <a:pPr>
              <a:defRPr sz="1200"/>
            </a:pPr>
            <a:r>
              <a:t>D:/pasar_fix/node_modules/.bun/lodash@4.18.1/node_modules/lodash/_unicodeToArray.js</a:t>
            </a:r>
          </a:p>
          <a:p>
            <a:pPr>
              <a:defRPr sz="1200"/>
            </a:pPr>
            <a:r>
              <a:t>D:/pasar_fix/node_modules/.bun/lodash@4.18.1/node_modules/lodash/_unicodeWords.js</a:t>
            </a:r>
          </a:p>
          <a:p>
            <a:pPr>
              <a:defRPr sz="1200"/>
            </a:pPr>
            <a:r>
              <a:t>D:/pasar_fix/node_modules/.bun/lodash@4.18.1/node_modules/lodash/_updateWrapDetails.js</a:t>
            </a:r>
          </a:p>
          <a:p>
            <a:pPr>
              <a:defRPr sz="1200"/>
            </a:pPr>
            <a:r>
              <a:t>D:/pasar_fix/node_modules/.bun/lodash@4.18.1/node_modules/lodash/_WeakMap.js</a:t>
            </a:r>
          </a:p>
          <a:p>
            <a:pPr>
              <a:defRPr sz="1200"/>
            </a:pPr>
            <a:r>
              <a:t>D:/pasar_fix/node_modules/.bun/lodash@4.18.1/node_modules/lodash/_wrapperClone.js</a:t>
            </a:r>
          </a:p>
          <a:p>
            <a:pPr>
              <a:defRPr sz="1200"/>
            </a:pPr>
            <a:r>
              <a:t>D:/pasar_fix/node_modules/.bun/lodash@4.18.1/node_modules/lodash/fp/add.js</a:t>
            </a:r>
          </a:p>
          <a:p>
            <a:pPr>
              <a:defRPr sz="1200"/>
            </a:pPr>
            <a:r>
              <a:t>D:/pasar_fix/node_modules/.bun/lodash@4.18.1/node_modules/lodash/fp/after.js</a:t>
            </a:r>
          </a:p>
          <a:p>
            <a:pPr>
              <a:defRPr sz="1200"/>
            </a:pPr>
            <a:r>
              <a:t>D:/pasar_fix/node_modules/.bun/lodash@4.18.1/node_modules/lodash/fp/all.js</a:t>
            </a:r>
          </a:p>
          <a:p>
            <a:pPr>
              <a:defRPr sz="1200"/>
            </a:pPr>
            <a:r>
              <a:t>D:/pasar_fix/node_modules/.bun/lodash@4.18.1/node_modules/lodash/fp/allPass.js</a:t>
            </a:r>
          </a:p>
          <a:p>
            <a:pPr>
              <a:defRPr sz="1200"/>
            </a:pPr>
            <a:r>
              <a:t>D:/pasar_fix/node_modules/.bun/lodash@4.18.1/node_modules/lodash/fp/always.js</a:t>
            </a:r>
          </a:p>
          <a:p>
            <a:pPr>
              <a:defRPr sz="1200"/>
            </a:pPr>
            <a:r>
              <a:t>D:/pasar_fix/node_modules/.bun/lodash@4.18.1/node_modules/lodash/fp/any.js</a:t>
            </a:r>
          </a:p>
          <a:p>
            <a:pPr>
              <a:defRPr sz="1200"/>
            </a:pPr>
            <a:r>
              <a:t>D:/pasar_fix/node_modules/.bun/lodash@4.18.1/node_modules/lodash/fp/anyPass.js</a:t>
            </a:r>
          </a:p>
          <a:p>
            <a:pPr>
              <a:defRPr sz="1200"/>
            </a:pPr>
            <a:r>
              <a:t>D:/pasar_fix/node_modules/.bun/lodash@4.18.1/node_modules/lodash/fp/apply.js</a:t>
            </a:r>
          </a:p>
          <a:p>
            <a:pPr>
              <a:defRPr sz="1200"/>
            </a:pPr>
            <a:r>
              <a:t>D:/pasar_fix/node_modules/.bun/lodash@4.18.1/node_modules/lodash/fp/array.js</a:t>
            </a:r>
          </a:p>
          <a:p>
            <a:pPr>
              <a:defRPr sz="1200"/>
            </a:pPr>
            <a:r>
              <a:t>D:/pasar_fix/node_modules/.bun/lodash@4.18.1/node_modules/lodash/fp/ary.js</a:t>
            </a:r>
          </a:p>
          <a:p>
            <a:pPr>
              <a:defRPr sz="1200"/>
            </a:pPr>
            <a:r>
              <a:t>D:/pasar_fix/node_modules/.bun/lodash@4.18.1/node_modules/lodash/fp/assign.js</a:t>
            </a:r>
          </a:p>
          <a:p>
            <a:pPr>
              <a:defRPr sz="1200"/>
            </a:pPr>
            <a:r>
              <a:t>D:/pasar_fix/node_modules/.bun/lodash@4.18.1/node_modules/lodash/fp/assignAll.js</a:t>
            </a:r>
          </a:p>
          <a:p>
            <a:pPr>
              <a:defRPr sz="1200"/>
            </a:pPr>
            <a:r>
              <a:t>D:/pasar_fix/node_modules/.bun/lodash@4.18.1/node_modules/lodash/fp/assignAllWith.js</a:t>
            </a:r>
          </a:p>
          <a:p>
            <a:pPr>
              <a:defRPr sz="1200"/>
            </a:pPr>
            <a:r>
              <a:t>D:/pasar_fix/node_modules/.bun/lodash@4.18.1/node_modules/lodash/fp/assignIn.js</a:t>
            </a:r>
          </a:p>
          <a:p>
            <a:pPr>
              <a:defRPr sz="1200"/>
            </a:pPr>
            <a:r>
              <a:t>D:/pasar_fix/node_modules/.bun/lodash@4.18.1/node_modules/lodash/fp/assignInAll.js</a:t>
            </a:r>
          </a:p>
          <a:p>
            <a:pPr>
              <a:defRPr sz="1200"/>
            </a:pPr>
            <a:r>
              <a:t>D:/pasar_fix/node_modules/.bun/lodash@4.18.1/node_modules/lodash/fp/assignInAllWith.js</a:t>
            </a:r>
          </a:p>
          <a:p>
            <a:pPr>
              <a:defRPr sz="1200"/>
            </a:pPr>
            <a:r>
              <a:t>D:/pasar_fix/node_modules/.bun/lodash@4.18.1/node_modules/lodash/fp/assignInWith.js</a:t>
            </a:r>
          </a:p>
          <a:p>
            <a:pPr>
              <a:defRPr sz="1200"/>
            </a:pPr>
            <a:r>
              <a:t>D:/pasar_fix/node_modules/.bun/lodash@4.18.1/node_modules/lodash/fp/assignWith.js</a:t>
            </a:r>
          </a:p>
          <a:p>
            <a:pPr>
              <a:defRPr sz="1200"/>
            </a:pPr>
            <a:r>
              <a:t>D:/pasar_fix/node_modules/.bun/lodash@4.18.1/node_modules/lodash/fp/assoc.js</a:t>
            </a:r>
          </a:p>
          <a:p>
            <a:pPr>
              <a:defRPr sz="1200"/>
            </a:pPr>
            <a:r>
              <a:t>D:/pasar_fix/node_modules/.bun/lodash@4.18.1/node_modules/lodash/fp/assocPath.js</a:t>
            </a:r>
          </a:p>
          <a:p>
            <a:pPr>
              <a:defRPr sz="1200"/>
            </a:pPr>
            <a:r>
              <a:t>D:/pasar_fix/node_modules/.bun/lodash@4.18.1/node_modules/lodash/fp/at.js</a:t>
            </a:r>
          </a:p>
          <a:p>
            <a:pPr>
              <a:defRPr sz="1200"/>
            </a:pPr>
            <a:r>
              <a:t>D:/pasar_fix/node_modules/.bun/lodash@4.18.1/node_modules/lodash/fp/attempt.js</a:t>
            </a:r>
          </a:p>
          <a:p>
            <a:pPr>
              <a:defRPr sz="1200"/>
            </a:pPr>
            <a:r>
              <a:t>D:/pasar_fix/node_modules/.bun/lodash@4.18.1/node_modules/lodash/fp/before.js</a:t>
            </a:r>
          </a:p>
          <a:p>
            <a:pPr>
              <a:defRPr sz="1200"/>
            </a:pPr>
            <a:r>
              <a:t>D:/pasar_fix/node_modules/.bun/lodash@4.18.1/node_modules/lodash/fp/bind.js</a:t>
            </a:r>
          </a:p>
          <a:p>
            <a:pPr>
              <a:defRPr sz="1200"/>
            </a:pPr>
            <a:r>
              <a:t>D:/pasar_fix/node_modules/.bun/lodash@4.18.1/node_modules/lodash/fp/bindAll.js</a:t>
            </a:r>
          </a:p>
          <a:p>
            <a:pPr>
              <a:defRPr sz="1200"/>
            </a:pPr>
            <a:r>
              <a:t>D:/pasar_fix/node_modules/.bun/lodash@4.18.1/node_modules/lodash/fp/bindKey.js</a:t>
            </a:r>
          </a:p>
          <a:p>
            <a:pPr>
              <a:defRPr sz="1200"/>
            </a:pPr>
            <a:r>
              <a:t>D:/pasar_fix/node_modules/.bun/lodash@4.18.1/node_modules/lodash/fp/camelCase.js</a:t>
            </a:r>
          </a:p>
          <a:p>
            <a:pPr>
              <a:defRPr sz="1200"/>
            </a:pPr>
            <a:r>
              <a:t>D:/pasar_fix/node_modules/.bun/lodash@4.18.1/node_modules/lodash/fp/capitalize.js</a:t>
            </a:r>
          </a:p>
          <a:p>
            <a:pPr>
              <a:defRPr sz="1200"/>
            </a:pPr>
            <a:r>
              <a:t>D:/pasar_fix/node_modules/.bun/lodash@4.18.1/node_modules/lodash/fp/castArray.js</a:t>
            </a:r>
          </a:p>
          <a:p>
            <a:pPr>
              <a:defRPr sz="1200"/>
            </a:pPr>
            <a:r>
              <a:t>D:/pasar_fix/node_modules/.bun/lodash@4.18.1/node_modules/lodash/fp/ceil.js</a:t>
            </a:r>
          </a:p>
          <a:p>
            <a:pPr>
              <a:defRPr sz="1200"/>
            </a:pPr>
            <a:r>
              <a:t>D:/pasar_fix/node_modules/.bun/lodash@4.18.1/node_modules/lodash/fp/chain.js</a:t>
            </a:r>
          </a:p>
          <a:p>
            <a:pPr>
              <a:defRPr sz="1200"/>
            </a:pPr>
            <a:r>
              <a:t>D:/pasar_fix/node_modules/.bun/lodash@4.18.1/node_modules/lodash/fp/chunk.js</a:t>
            </a:r>
          </a:p>
          <a:p>
            <a:pPr>
              <a:defRPr sz="1200"/>
            </a:pPr>
            <a:r>
              <a:t>D:/pasar_fix/node_modules/.bun/lodash@4.18.1/node_modules/lodash/fp/clamp.js</a:t>
            </a:r>
          </a:p>
          <a:p>
            <a:pPr>
              <a:defRPr sz="1200"/>
            </a:pPr>
            <a:r>
              <a:t>D:/pasar_fix/node_modules/.bun/lodash@4.18.1/node_modules/lodash/fp/clone.js</a:t>
            </a:r>
          </a:p>
          <a:p>
            <a:pPr>
              <a:defRPr sz="1200"/>
            </a:pPr>
            <a:r>
              <a:t>D:/pasar_fix/node_modules/.bun/lodash@4.18.1/node_modules/lodash/fp/cloneDeep.js</a:t>
            </a:r>
          </a:p>
          <a:p>
            <a:pPr>
              <a:defRPr sz="1200"/>
            </a:pPr>
            <a:r>
              <a:t>D:/pasar_fix/node_modules/.bun/lodash@4.18.1/node_modules/lodash/fp/cloneDeepWith.js</a:t>
            </a:r>
          </a:p>
          <a:p>
            <a:pPr>
              <a:defRPr sz="1200"/>
            </a:pPr>
            <a:r>
              <a:t>D:/pasar_fix/node_modules/.bun/lodash@4.18.1/node_modules/lodash/fp/cloneWith.js</a:t>
            </a:r>
          </a:p>
          <a:p>
            <a:pPr>
              <a:defRPr sz="1200"/>
            </a:pPr>
            <a:r>
              <a:t>D:/pasar_fix/node_modules/.bun/lodash@4.18.1/node_modules/lodash/fp/collection.js</a:t>
            </a:r>
          </a:p>
          <a:p>
            <a:pPr>
              <a:defRPr sz="1200"/>
            </a:pPr>
            <a:r>
              <a:t>D:/pasar_fix/node_modules/.bun/lodash@4.18.1/node_modules/lodash/fp/commit.js</a:t>
            </a:r>
          </a:p>
          <a:p>
            <a:pPr>
              <a:defRPr sz="1200"/>
            </a:pPr>
            <a:r>
              <a:t>D:/pasar_fix/node_modules/.bun/lodash@4.18.1/node_modules/lodash/fp/compact.js</a:t>
            </a:r>
          </a:p>
          <a:p>
            <a:pPr>
              <a:defRPr sz="1200"/>
            </a:pPr>
            <a:r>
              <a:t>D:/pasar_fix/node_modules/.bun/lodash@4.18.1/node_modules/lodash/fp/complement.js</a:t>
            </a:r>
          </a:p>
          <a:p>
            <a:pPr>
              <a:defRPr sz="1200"/>
            </a:pPr>
            <a:r>
              <a:t>D:/pasar_fix/node_modules/.bun/lodash@4.18.1/node_modules/lodash/fp/compose.js</a:t>
            </a:r>
          </a:p>
          <a:p>
            <a:pPr>
              <a:defRPr sz="1200"/>
            </a:pPr>
            <a:r>
              <a:t>D:/pasar_fix/node_modules/.bun/lodash@4.18.1/node_modules/lodash/fp/concat.js</a:t>
            </a:r>
          </a:p>
          <a:p>
            <a:pPr>
              <a:defRPr sz="1200"/>
            </a:pPr>
            <a:r>
              <a:t>D:/pasar_fix/node_modules/.bun/lodash@4.18.1/node_modules/lodash/fp/cond.js</a:t>
            </a:r>
          </a:p>
          <a:p>
            <a:pPr>
              <a:defRPr sz="1200"/>
            </a:pPr>
            <a:r>
              <a:t>D:/pasar_fix/node_modules/.bun/lodash@4.18.1/node_modules/lodash/fp/conforms.js</a:t>
            </a:r>
          </a:p>
          <a:p>
            <a:pPr>
              <a:defRPr sz="1200"/>
            </a:pPr>
            <a:r>
              <a:t>D:/pasar_fix/node_modules/.bun/lodash@4.18.1/node_modules/lodash/fp/conformsTo.js</a:t>
            </a:r>
          </a:p>
          <a:p>
            <a:pPr>
              <a:defRPr sz="1200"/>
            </a:pPr>
            <a:r>
              <a:t>D:/pasar_fix/node_modules/.bun/lodash@4.18.1/node_modules/lodash/fp/constant.js</a:t>
            </a:r>
          </a:p>
          <a:p>
            <a:pPr>
              <a:defRPr sz="1200"/>
            </a:pPr>
            <a:r>
              <a:t>D:/pasar_fix/node_modules/.bun/lodash@4.18.1/node_modules/lodash/fp/contains.js</a:t>
            </a:r>
          </a:p>
          <a:p>
            <a:pPr>
              <a:defRPr sz="1200"/>
            </a:pPr>
            <a:r>
              <a:t>D:/pasar_fix/node_modules/.bun/lodash@4.18.1/node_modules/lodash/fp/convert.js</a:t>
            </a:r>
          </a:p>
          <a:p>
            <a:pPr>
              <a:defRPr sz="1200"/>
            </a:pPr>
            <a:r>
              <a:t>D:/pasar_fix/node_modules/.bun/lodash@4.18.1/node_modules/lodash/fp/countBy.js</a:t>
            </a:r>
          </a:p>
          <a:p>
            <a:pPr>
              <a:defRPr sz="1200"/>
            </a:pPr>
            <a:r>
              <a:t>D:/pasar_fix/node_modules/.bun/lodash@4.18.1/node_modules/lodash/fp/create.js</a:t>
            </a:r>
          </a:p>
          <a:p>
            <a:pPr>
              <a:defRPr sz="1200"/>
            </a:pPr>
            <a:r>
              <a:t>D:/pasar_fix/node_modules/.bun/lodash@4.18.1/node_modules/lodash/fp/curry.js</a:t>
            </a:r>
          </a:p>
          <a:p>
            <a:pPr>
              <a:defRPr sz="1200"/>
            </a:pPr>
            <a:r>
              <a:t>D:/pasar_fix/node_modules/.bun/lodash@4.18.1/node_modules/lodash/fp/curryN.js</a:t>
            </a:r>
          </a:p>
          <a:p>
            <a:pPr>
              <a:defRPr sz="1200"/>
            </a:pPr>
            <a:r>
              <a:t>D:/pasar_fix/node_modules/.bun/lodash@4.18.1/node_modules/lodash/fp/curryRight.js</a:t>
            </a:r>
          </a:p>
          <a:p>
            <a:pPr>
              <a:defRPr sz="1200"/>
            </a:pPr>
            <a:r>
              <a:t>D:/pasar_fix/node_modules/.bun/lodash@4.18.1/node_modules/lodash/fp/curryRightN.js</a:t>
            </a:r>
          </a:p>
          <a:p>
            <a:pPr>
              <a:defRPr sz="1200"/>
            </a:pPr>
            <a:r>
              <a:t>D:/pasar_fix/node_modules/.bun/lodash@4.18.1/node_modules/lodash/fp/date.js</a:t>
            </a:r>
          </a:p>
          <a:p>
            <a:pPr>
              <a:defRPr sz="1200"/>
            </a:pPr>
            <a:r>
              <a:t>D:/pasar_fix/node_modules/.bun/lodash@4.18.1/node_modules/lodash/fp/debounce.js</a:t>
            </a:r>
          </a:p>
          <a:p>
            <a:pPr>
              <a:defRPr sz="1200"/>
            </a:pPr>
            <a:r>
              <a:t>D:/pasar_fix/node_modules/.bun/lodash@4.18.1/node_modules/lodash/fp/deburr.js</a:t>
            </a:r>
          </a:p>
          <a:p>
            <a:pPr>
              <a:defRPr sz="1200"/>
            </a:pPr>
            <a:r>
              <a:t>D:/pasar_fix/node_modules/.bun/lodash@4.18.1/node_modules/lodash/fp/defaults.js</a:t>
            </a:r>
          </a:p>
          <a:p>
            <a:pPr>
              <a:defRPr sz="1200"/>
            </a:pPr>
            <a:r>
              <a:t>D:/pasar_fix/node_modules/.bun/lodash@4.18.1/node_modules/lodash/fp/defaultsAll.js</a:t>
            </a:r>
          </a:p>
          <a:p>
            <a:pPr>
              <a:defRPr sz="1200"/>
            </a:pPr>
            <a:r>
              <a:t>D:/pasar_fix/node_modules/.bun/lodash@4.18.1/node_modules/lodash/fp/defaultsDeep.js</a:t>
            </a:r>
          </a:p>
          <a:p>
            <a:pPr>
              <a:defRPr sz="1200"/>
            </a:pPr>
            <a:r>
              <a:t>D:/pasar_fix/node_modules/.bun/lodash@4.18.1/node_modules/lodash/fp/defaultsDeepAll.js</a:t>
            </a:r>
          </a:p>
          <a:p>
            <a:pPr>
              <a:defRPr sz="1200"/>
            </a:pPr>
            <a:r>
              <a:t>D:/pasar_fix/node_modules/.bun/lodash@4.18.1/node_modules/lodash/fp/defaultTo.js</a:t>
            </a:r>
          </a:p>
          <a:p>
            <a:pPr>
              <a:defRPr sz="1200"/>
            </a:pPr>
            <a:r>
              <a:t>D:/pasar_fix/node_modules/.bun/lodash@4.18.1/node_modules/lodash/fp/defer.js</a:t>
            </a:r>
          </a:p>
          <a:p>
            <a:pPr>
              <a:defRPr sz="1200"/>
            </a:pPr>
            <a:r>
              <a:t>D:/pasar_fix/node_modules/.bun/lodash@4.18.1/node_modules/lodash/fp/delay.js</a:t>
            </a:r>
          </a:p>
          <a:p>
            <a:pPr>
              <a:defRPr sz="1200"/>
            </a:pPr>
            <a:r>
              <a:t>D:/pasar_fix/node_modules/.bun/lodash@4.18.1/node_modules/lodash/fp/difference.js</a:t>
            </a:r>
          </a:p>
          <a:p>
            <a:pPr>
              <a:defRPr sz="1200"/>
            </a:pPr>
            <a:r>
              <a:t>D:/pasar_fix/node_modules/.bun/lodash@4.18.1/node_modules/lodash/fp/differenceBy.js</a:t>
            </a:r>
          </a:p>
          <a:p>
            <a:pPr>
              <a:defRPr sz="1200"/>
            </a:pPr>
            <a:r>
              <a:t>D:/pasar_fix/node_modules/.bun/lodash@4.18.1/node_modules/lodash/fp/differenceWith.js</a:t>
            </a:r>
          </a:p>
          <a:p>
            <a:pPr>
              <a:defRPr sz="1200"/>
            </a:pPr>
            <a:r>
              <a:t>D:/pasar_fix/node_modules/.bun/lodash@4.18.1/node_modules/lodash/fp/dissoc.js</a:t>
            </a:r>
          </a:p>
          <a:p>
            <a:pPr>
              <a:defRPr sz="1200"/>
            </a:pPr>
            <a:r>
              <a:t>D:/pasar_fix/node_modules/.bun/lodash@4.18.1/node_modules/lodash/fp/dissocPath.js</a:t>
            </a:r>
          </a:p>
          <a:p>
            <a:pPr>
              <a:defRPr sz="1200"/>
            </a:pPr>
            <a:r>
              <a:t>D:/pasar_fix/node_modules/.bun/lodash@4.18.1/node_modules/lodash/fp/divide.js</a:t>
            </a:r>
          </a:p>
          <a:p>
            <a:pPr>
              <a:defRPr sz="1200"/>
            </a:pPr>
            <a:r>
              <a:t>D:/pasar_fix/node_modules/.bun/lodash@4.18.1/node_modules/lodash/fp/drop.js</a:t>
            </a:r>
          </a:p>
          <a:p>
            <a:pPr>
              <a:defRPr sz="1200"/>
            </a:pPr>
            <a:r>
              <a:t>D:/pasar_fix/node_modules/.bun/lodash@4.18.1/node_modules/lodash/fp/dropLast.js</a:t>
            </a:r>
          </a:p>
          <a:p>
            <a:pPr>
              <a:defRPr sz="1200"/>
            </a:pPr>
            <a:r>
              <a:t>D:/pasar_fix/node_modules/.bun/lodash@4.18.1/node_modules/lodash/fp/dropLastWhile.js</a:t>
            </a:r>
          </a:p>
          <a:p>
            <a:pPr>
              <a:defRPr sz="1200"/>
            </a:pPr>
            <a:r>
              <a:t>D:/pasar_fix/node_modules/.bun/lodash@4.18.1/node_modules/lodash/fp/dropRight.js</a:t>
            </a:r>
          </a:p>
          <a:p>
            <a:pPr>
              <a:defRPr sz="1200"/>
            </a:pPr>
            <a:r>
              <a:t>D:/pasar_fix/node_modules/.bun/lodash@4.18.1/node_modules/lodash/fp/dropRightWhile.js</a:t>
            </a:r>
          </a:p>
          <a:p>
            <a:pPr>
              <a:defRPr sz="1200"/>
            </a:pPr>
            <a:r>
              <a:t>D:/pasar_fix/node_modules/.bun/lodash@4.18.1/node_modules/lodash/fp/dropWhile.js</a:t>
            </a:r>
          </a:p>
          <a:p>
            <a:pPr>
              <a:defRPr sz="1200"/>
            </a:pPr>
            <a:r>
              <a:t>D:/pasar_fix/node_modules/.bun/lodash@4.18.1/node_modules/lodash/fp/each.js</a:t>
            </a:r>
          </a:p>
          <a:p>
            <a:pPr>
              <a:defRPr sz="1200"/>
            </a:pPr>
            <a:r>
              <a:t>D:/pasar_fix/node_modules/.bun/lodash@4.18.1/node_modules/lodash/fp/eachRight.js</a:t>
            </a:r>
          </a:p>
          <a:p>
            <a:pPr>
              <a:defRPr sz="1200"/>
            </a:pPr>
            <a:r>
              <a:t>D:/pasar_fix/node_modules/.bun/lodash@4.18.1/node_modules/lodash/fp/endsWith.js</a:t>
            </a:r>
          </a:p>
          <a:p>
            <a:pPr>
              <a:defRPr sz="1200"/>
            </a:pPr>
            <a:r>
              <a:t>D:/pasar_fix/node_modules/.bun/lodash@4.18.1/node_modules/lodash/fp/entries.js</a:t>
            </a:r>
          </a:p>
          <a:p>
            <a:pPr>
              <a:defRPr sz="1200"/>
            </a:pPr>
            <a:r>
              <a:t>D:/pasar_fix/node_modules/.bun/lodash@4.18.1/node_modules/lodash/fp/entriesIn.js</a:t>
            </a:r>
          </a:p>
          <a:p>
            <a:pPr>
              <a:defRPr sz="1200"/>
            </a:pPr>
            <a:r>
              <a:t>D:/pasar_fix/node_modules/.bun/lodash@4.18.1/node_modules/lodash/fp/eq.js</a:t>
            </a:r>
          </a:p>
          <a:p>
            <a:pPr>
              <a:defRPr sz="1200"/>
            </a:pPr>
            <a:r>
              <a:t>D:/pasar_fix/node_modules/.bun/lodash@4.18.1/node_modules/lodash/fp/equals.js</a:t>
            </a:r>
          </a:p>
          <a:p>
            <a:pPr>
              <a:defRPr sz="1200"/>
            </a:pPr>
            <a:r>
              <a:t>D:/pasar_fix/node_modules/.bun/lodash@4.18.1/node_modules/lodash/fp/escape.js</a:t>
            </a:r>
          </a:p>
          <a:p>
            <a:pPr>
              <a:defRPr sz="1200"/>
            </a:pPr>
            <a:r>
              <a:t>D:/pasar_fix/node_modules/.bun/lodash@4.18.1/node_modules/lodash/fp/escapeRegExp.js</a:t>
            </a:r>
          </a:p>
          <a:p>
            <a:pPr>
              <a:defRPr sz="1200"/>
            </a:pPr>
            <a:r>
              <a:t>D:/pasar_fix/node_modules/.bun/lodash@4.18.1/node_modules/lodash/fp/every.js</a:t>
            </a:r>
          </a:p>
          <a:p>
            <a:pPr>
              <a:defRPr sz="1200"/>
            </a:pPr>
            <a:r>
              <a:t>D:/pasar_fix/node_modules/.bun/lodash@4.18.1/node_modules/lodash/fp/extend.js</a:t>
            </a:r>
          </a:p>
          <a:p>
            <a:pPr>
              <a:defRPr sz="1200"/>
            </a:pPr>
            <a:r>
              <a:t>D:/pasar_fix/node_modules/.bun/lodash@4.18.1/node_modules/lodash/fp/extendAll.js</a:t>
            </a:r>
          </a:p>
          <a:p>
            <a:pPr>
              <a:defRPr sz="1200"/>
            </a:pPr>
            <a:r>
              <a:t>D:/pasar_fix/node_modules/.bun/lodash@4.18.1/node_modules/lodash/fp/extendAllWith.js</a:t>
            </a:r>
          </a:p>
          <a:p>
            <a:pPr>
              <a:defRPr sz="1200"/>
            </a:pPr>
            <a:r>
              <a:t>D:/pasar_fix/node_modules/.bun/lodash@4.18.1/node_modules/lodash/fp/extendWith.js</a:t>
            </a:r>
          </a:p>
          <a:p>
            <a:pPr>
              <a:defRPr sz="1200"/>
            </a:pPr>
            <a:r>
              <a:t>D:/pasar_fix/node_modules/.bun/lodash@4.18.1/node_modules/lodash/fp/F.js</a:t>
            </a:r>
          </a:p>
          <a:p>
            <a:pPr>
              <a:defRPr sz="1200"/>
            </a:pPr>
            <a:r>
              <a:t>D:/pasar_fix/node_modules/.bun/lodash@4.18.1/node_modules/lodash/fp/fill.js</a:t>
            </a:r>
          </a:p>
          <a:p>
            <a:pPr>
              <a:defRPr sz="1200"/>
            </a:pPr>
            <a:r>
              <a:t>D:/pasar_fix/node_modules/.bun/lodash@4.18.1/node_modules/lodash/fp/filter.js</a:t>
            </a:r>
          </a:p>
          <a:p>
            <a:pPr>
              <a:defRPr sz="1200"/>
            </a:pPr>
            <a:r>
              <a:t>D:/pasar_fix/node_modules/.bun/lodash@4.18.1/node_modules/lodash/fp/find.js</a:t>
            </a:r>
          </a:p>
          <a:p>
            <a:pPr>
              <a:defRPr sz="1200"/>
            </a:pPr>
            <a:r>
              <a:t>D:/pasar_fix/node_modules/.bun/lodash@4.18.1/node_modules/lodash/fp/findFrom.js</a:t>
            </a:r>
          </a:p>
          <a:p>
            <a:pPr>
              <a:defRPr sz="1200"/>
            </a:pPr>
            <a:r>
              <a:t>D:/pasar_fix/node_modules/.bun/lodash@4.18.1/node_modules/lodash/fp/findIndex.js</a:t>
            </a:r>
          </a:p>
          <a:p>
            <a:pPr>
              <a:defRPr sz="1200"/>
            </a:pPr>
            <a:r>
              <a:t>D:/pasar_fix/node_modules/.bun/lodash@4.18.1/node_modules/lodash/fp/findIndexFrom.js</a:t>
            </a:r>
          </a:p>
          <a:p>
            <a:pPr>
              <a:defRPr sz="1200"/>
            </a:pPr>
            <a:r>
              <a:t>D:/pasar_fix/node_modules/.bun/lodash@4.18.1/node_modules/lodash/fp/findKey.js</a:t>
            </a:r>
          </a:p>
          <a:p>
            <a:pPr>
              <a:defRPr sz="1200"/>
            </a:pPr>
            <a:r>
              <a:t>D:/pasar_fix/node_modules/.bun/lodash@4.18.1/node_modules/lodash/fp/findLast.js</a:t>
            </a:r>
          </a:p>
          <a:p>
            <a:pPr>
              <a:defRPr sz="1200"/>
            </a:pPr>
            <a:r>
              <a:t>D:/pasar_fix/node_modules/.bun/lodash@4.18.1/node_modules/lodash/fp/findLastFrom.js</a:t>
            </a:r>
          </a:p>
          <a:p>
            <a:pPr>
              <a:defRPr sz="1200"/>
            </a:pPr>
            <a:r>
              <a:t>D:/pasar_fix/node_modules/.bun/lodash@4.18.1/node_modules/lodash/fp/findLastIndex.js</a:t>
            </a:r>
          </a:p>
          <a:p>
            <a:pPr>
              <a:defRPr sz="1200"/>
            </a:pPr>
            <a:r>
              <a:t>D:/pasar_fix/node_modules/.bun/lodash@4.18.1/node_modules/lodash/fp/findLastIndexFrom.js</a:t>
            </a:r>
          </a:p>
          <a:p>
            <a:pPr>
              <a:defRPr sz="1200"/>
            </a:pPr>
            <a:r>
              <a:t>D:/pasar_fix/node_modules/.bun/lodash@4.18.1/node_modules/lodash/fp/findLastKey.js</a:t>
            </a:r>
          </a:p>
          <a:p>
            <a:pPr>
              <a:defRPr sz="1200"/>
            </a:pPr>
            <a:r>
              <a:t>D:/pasar_fix/node_modules/.bun/lodash@4.18.1/node_modules/lodash/fp/first.js</a:t>
            </a:r>
          </a:p>
          <a:p>
            <a:pPr>
              <a:defRPr sz="1200"/>
            </a:pPr>
            <a:r>
              <a:t>D:/pasar_fix/node_modules/.bun/lodash@4.18.1/node_modules/lodash/fp/flatMap.js</a:t>
            </a:r>
          </a:p>
          <a:p>
            <a:pPr>
              <a:defRPr sz="1200"/>
            </a:pPr>
            <a:r>
              <a:t>D:/pasar_fix/node_modules/.bun/lodash@4.18.1/node_modules/lodash/fp/flatMapDeep.js</a:t>
            </a:r>
          </a:p>
          <a:p>
            <a:pPr>
              <a:defRPr sz="1200"/>
            </a:pPr>
            <a:r>
              <a:t>D:/pasar_fix/node_modules/.bun/lodash@4.18.1/node_modules/lodash/fp/flatMapDepth.js</a:t>
            </a:r>
          </a:p>
          <a:p>
            <a:pPr>
              <a:defRPr sz="1200"/>
            </a:pPr>
            <a:r>
              <a:t>D:/pasar_fix/node_modules/.bun/lodash@4.18.1/node_modules/lodash/fp/flatten.js</a:t>
            </a:r>
          </a:p>
          <a:p>
            <a:pPr>
              <a:defRPr sz="1200"/>
            </a:pPr>
            <a:r>
              <a:t>D:/pasar_fix/node_modules/.bun/lodash@4.18.1/node_modules/lodash/fp/flattenDeep.js</a:t>
            </a:r>
          </a:p>
          <a:p>
            <a:pPr>
              <a:defRPr sz="1200"/>
            </a:pPr>
            <a:r>
              <a:t>D:/pasar_fix/node_modules/.bun/lodash@4.18.1/node_modules/lodash/fp/flattenDepth.js</a:t>
            </a:r>
          </a:p>
          <a:p>
            <a:pPr>
              <a:defRPr sz="1200"/>
            </a:pPr>
            <a:r>
              <a:t>D:/pasar_fix/node_modules/.bun/lodash@4.18.1/node_modules/lodash/fp/flip.js</a:t>
            </a:r>
          </a:p>
          <a:p>
            <a:pPr>
              <a:defRPr sz="1200"/>
            </a:pPr>
            <a:r>
              <a:t>D:/pasar_fix/node_modules/.bun/lodash@4.18.1/node_modules/lodash/fp/floor.js</a:t>
            </a:r>
          </a:p>
          <a:p>
            <a:pPr>
              <a:defRPr sz="1200"/>
            </a:pPr>
            <a:r>
              <a:t>D:/pasar_fix/node_modules/.bun/lodash@4.18.1/node_modules/lodash/fp/flow.js</a:t>
            </a:r>
          </a:p>
          <a:p>
            <a:pPr>
              <a:defRPr sz="1200"/>
            </a:pPr>
            <a:r>
              <a:t>D:/pasar_fix/node_modules/.bun/lodash@4.18.1/node_modules/lodash/fp/flowRight.js</a:t>
            </a:r>
          </a:p>
          <a:p>
            <a:pPr>
              <a:defRPr sz="1200"/>
            </a:pPr>
            <a:r>
              <a:t>D:/pasar_fix/node_modules/.bun/lodash@4.18.1/node_modules/lodash/fp/forEach.js</a:t>
            </a:r>
          </a:p>
          <a:p>
            <a:pPr>
              <a:defRPr sz="1200"/>
            </a:pPr>
            <a:r>
              <a:t>D:/pasar_fix/node_modules/.bun/lodash@4.18.1/node_modules/lodash/fp/forEachRight.js</a:t>
            </a:r>
          </a:p>
          <a:p>
            <a:pPr>
              <a:defRPr sz="1200"/>
            </a:pPr>
            <a:r>
              <a:t>D:/pasar_fix/node_modules/.bun/lodash@4.18.1/node_modules/lodash/fp/forIn.js</a:t>
            </a:r>
          </a:p>
          <a:p>
            <a:pPr>
              <a:defRPr sz="1200"/>
            </a:pPr>
            <a:r>
              <a:t>D:/pasar_fix/node_modules/.bun/lodash@4.18.1/node_modules/lodash/fp/forInRight.js</a:t>
            </a:r>
          </a:p>
          <a:p>
            <a:pPr>
              <a:defRPr sz="1200"/>
            </a:pPr>
            <a:r>
              <a:t>D:/pasar_fix/node_modules/.bun/lodash@4.18.1/node_modules/lodash/fp/forOwn.js</a:t>
            </a:r>
          </a:p>
          <a:p>
            <a:pPr>
              <a:defRPr sz="1200"/>
            </a:pPr>
            <a:r>
              <a:t>D:/pasar_fix/node_modules/.bun/lodash@4.18.1/node_modules/lodash/fp/forOwnRight.js</a:t>
            </a:r>
          </a:p>
          <a:p>
            <a:pPr>
              <a:defRPr sz="1200"/>
            </a:pPr>
            <a:r>
              <a:t>D:/pasar_fix/node_modules/.bun/lodash@4.18.1/node_modules/lodash/fp/fromPairs.js</a:t>
            </a:r>
          </a:p>
          <a:p>
            <a:pPr>
              <a:defRPr sz="1200"/>
            </a:pPr>
            <a:r>
              <a:t>D:/pasar_fix/node_modules/.bun/lodash@4.18.1/node_modules/lodash/fp/function.js</a:t>
            </a:r>
          </a:p>
          <a:p>
            <a:pPr>
              <a:defRPr sz="1200"/>
            </a:pPr>
            <a:r>
              <a:t>D:/pasar_fix/node_modules/.bun/lodash@4.18.1/node_modules/lodash/fp/functions.js</a:t>
            </a:r>
          </a:p>
          <a:p>
            <a:pPr>
              <a:defRPr sz="1200"/>
            </a:pPr>
            <a:r>
              <a:t>D:/pasar_fix/node_modules/.bun/lodash@4.18.1/node_modules/lodash/fp/functionsIn.js</a:t>
            </a:r>
          </a:p>
          <a:p>
            <a:pPr>
              <a:defRPr sz="1200"/>
            </a:pPr>
            <a:r>
              <a:t>D:/pasar_fix/node_modules/.bun/lodash@4.18.1/node_modules/lodash/fp/get.js</a:t>
            </a:r>
          </a:p>
          <a:p>
            <a:pPr>
              <a:defRPr sz="1200"/>
            </a:pPr>
            <a:r>
              <a:t>D:/pasar_fix/node_modules/.bun/lodash@4.18.1/node_modules/lodash/fp/getOr.js</a:t>
            </a:r>
          </a:p>
          <a:p>
            <a:pPr>
              <a:defRPr sz="1200"/>
            </a:pPr>
            <a:r>
              <a:t>D:/pasar_fix/node_modules/.bun/lodash@4.18.1/node_modules/lodash/fp/groupBy.js</a:t>
            </a:r>
          </a:p>
          <a:p>
            <a:pPr>
              <a:defRPr sz="1200"/>
            </a:pPr>
            <a:r>
              <a:t>D:/pasar_fix/node_modules/.bun/lodash@4.18.1/node_modules/lodash/fp/gt.js</a:t>
            </a:r>
          </a:p>
          <a:p>
            <a:pPr>
              <a:defRPr sz="1200"/>
            </a:pPr>
            <a:r>
              <a:t>D:/pasar_fix/node_modules/.bun/lodash@4.18.1/node_modules/lodash/fp/gte.js</a:t>
            </a:r>
          </a:p>
          <a:p>
            <a:pPr>
              <a:defRPr sz="1200"/>
            </a:pPr>
            <a:r>
              <a:t>D:/pasar_fix/node_modules/.bun/lodash@4.18.1/node_modules/lodash/fp/has.js</a:t>
            </a:r>
          </a:p>
          <a:p>
            <a:pPr>
              <a:defRPr sz="1200"/>
            </a:pPr>
            <a:r>
              <a:t>D:/pasar_fix/node_modules/.bun/lodash@4.18.1/node_modules/lodash/fp/hasIn.js</a:t>
            </a:r>
          </a:p>
          <a:p>
            <a:pPr>
              <a:defRPr sz="1200"/>
            </a:pPr>
            <a:r>
              <a:t>D:/pasar_fix/node_modules/.bun/lodash@4.18.1/node_modules/lodash/fp/head.js</a:t>
            </a:r>
          </a:p>
          <a:p>
            <a:pPr>
              <a:defRPr sz="1200"/>
            </a:pPr>
            <a:r>
              <a:t>D:/pasar_fix/node_modules/.bun/lodash@4.18.1/node_modules/lodash/fp/identical.js</a:t>
            </a:r>
          </a:p>
          <a:p>
            <a:pPr>
              <a:defRPr sz="1200"/>
            </a:pPr>
            <a:r>
              <a:t>D:/pasar_fix/node_modules/.bun/lodash@4.18.1/node_modules/lodash/fp/identity.js</a:t>
            </a:r>
          </a:p>
          <a:p>
            <a:pPr>
              <a:defRPr sz="1200"/>
            </a:pPr>
            <a:r>
              <a:t>D:/pasar_fix/node_modules/.bun/lodash@4.18.1/node_modules/lodash/fp/includes.js</a:t>
            </a:r>
          </a:p>
          <a:p>
            <a:pPr>
              <a:defRPr sz="1200"/>
            </a:pPr>
            <a:r>
              <a:t>D:/pasar_fix/node_modules/.bun/lodash@4.18.1/node_modules/lodash/fp/includesFrom.js</a:t>
            </a:r>
          </a:p>
          <a:p>
            <a:pPr>
              <a:defRPr sz="1200"/>
            </a:pPr>
            <a:r>
              <a:t>D:/pasar_fix/node_modules/.bun/lodash@4.18.1/node_modules/lodash/fp/indexBy.js</a:t>
            </a:r>
          </a:p>
          <a:p>
            <a:pPr>
              <a:defRPr sz="1200"/>
            </a:pPr>
            <a:r>
              <a:t>D:/pasar_fix/node_modules/.bun/lodash@4.18.1/node_modules/lodash/fp/indexOf.js</a:t>
            </a:r>
          </a:p>
          <a:p>
            <a:pPr>
              <a:defRPr sz="1200"/>
            </a:pPr>
            <a:r>
              <a:t>D:/pasar_fix/node_modules/.bun/lodash@4.18.1/node_modules/lodash/fp/indexOfFrom.js</a:t>
            </a:r>
          </a:p>
          <a:p>
            <a:pPr>
              <a:defRPr sz="1200"/>
            </a:pPr>
            <a:r>
              <a:t>D:/pasar_fix/node_modules/.bun/lodash@4.18.1/node_modules/lodash/fp/init.js</a:t>
            </a:r>
          </a:p>
          <a:p>
            <a:pPr>
              <a:defRPr sz="1200"/>
            </a:pPr>
            <a:r>
              <a:t>D:/pasar_fix/node_modules/.bun/lodash@4.18.1/node_modules/lodash/fp/initial.js</a:t>
            </a:r>
          </a:p>
          <a:p>
            <a:pPr>
              <a:defRPr sz="1200"/>
            </a:pPr>
            <a:r>
              <a:t>D:/pasar_fix/node_modules/.bun/lodash@4.18.1/node_modules/lodash/fp/inRange.js</a:t>
            </a:r>
          </a:p>
          <a:p>
            <a:pPr>
              <a:defRPr sz="1200"/>
            </a:pPr>
            <a:r>
              <a:t>D:/pasar_fix/node_modules/.bun/lodash@4.18.1/node_modules/lodash/fp/intersection.js</a:t>
            </a:r>
          </a:p>
          <a:p>
            <a:pPr>
              <a:defRPr sz="1200"/>
            </a:pPr>
            <a:r>
              <a:t>D:/pasar_fix/node_modules/.bun/lodash@4.18.1/node_modules/lodash/fp/intersectionBy.js</a:t>
            </a:r>
          </a:p>
          <a:p>
            <a:pPr>
              <a:defRPr sz="1200"/>
            </a:pPr>
            <a:r>
              <a:t>D:/pasar_fix/node_modules/.bun/lodash@4.18.1/node_modules/lodash/fp/intersectionWith.js</a:t>
            </a:r>
          </a:p>
          <a:p>
            <a:pPr>
              <a:defRPr sz="1200"/>
            </a:pPr>
            <a:r>
              <a:t>D:/pasar_fix/node_modules/.bun/lodash@4.18.1/node_modules/lodash/fp/invert.js</a:t>
            </a:r>
          </a:p>
          <a:p>
            <a:pPr>
              <a:defRPr sz="1200"/>
            </a:pPr>
            <a:r>
              <a:t>D:/pasar_fix/node_modules/.bun/lodash@4.18.1/node_modules/lodash/fp/invertBy.js</a:t>
            </a:r>
          </a:p>
          <a:p>
            <a:pPr>
              <a:defRPr sz="1200"/>
            </a:pPr>
            <a:r>
              <a:t>D:/pasar_fix/node_modules/.bun/lodash@4.18.1/node_modules/lodash/fp/invertObj.js</a:t>
            </a:r>
          </a:p>
          <a:p>
            <a:pPr>
              <a:defRPr sz="1200"/>
            </a:pPr>
            <a:r>
              <a:t>D:/pasar_fix/node_modules/.bun/lodash@4.18.1/node_modules/lodash/fp/invoke.js</a:t>
            </a:r>
          </a:p>
          <a:p>
            <a:pPr>
              <a:defRPr sz="1200"/>
            </a:pPr>
            <a:r>
              <a:t>D:/pasar_fix/node_modules/.bun/lodash@4.18.1/node_modules/lodash/fp/invokeArgs.js</a:t>
            </a:r>
          </a:p>
          <a:p>
            <a:pPr>
              <a:defRPr sz="1200"/>
            </a:pPr>
            <a:r>
              <a:t>D:/pasar_fix/node_modules/.bun/lodash@4.18.1/node_modules/lodash/fp/invokeArgsMap.js</a:t>
            </a:r>
          </a:p>
          <a:p>
            <a:pPr>
              <a:defRPr sz="1200"/>
            </a:pPr>
            <a:r>
              <a:t>D:/pasar_fix/node_modules/.bun/lodash@4.18.1/node_modules/lodash/fp/invokeMap.js</a:t>
            </a:r>
          </a:p>
          <a:p>
            <a:pPr>
              <a:defRPr sz="1200"/>
            </a:pPr>
            <a:r>
              <a:t>D:/pasar_fix/node_modules/.bun/lodash@4.18.1/node_modules/lodash/fp/isArguments.js</a:t>
            </a:r>
          </a:p>
          <a:p>
            <a:pPr>
              <a:defRPr sz="1200"/>
            </a:pPr>
            <a:r>
              <a:t>D:/pasar_fix/node_modules/.bun/lodash@4.18.1/node_modules/lodash/fp/isArray.js</a:t>
            </a:r>
          </a:p>
          <a:p>
            <a:pPr>
              <a:defRPr sz="1200"/>
            </a:pPr>
            <a:r>
              <a:t>D:/pasar_fix/node_modules/.bun/lodash@4.18.1/node_modules/lodash/fp/isArrayBuffer.js</a:t>
            </a:r>
          </a:p>
          <a:p>
            <a:pPr>
              <a:defRPr sz="1200"/>
            </a:pPr>
            <a:r>
              <a:t>D:/pasar_fix/node_modules/.bun/lodash@4.18.1/node_modules/lodash/fp/isArrayLike.js</a:t>
            </a:r>
          </a:p>
          <a:p>
            <a:pPr>
              <a:defRPr sz="1200"/>
            </a:pPr>
            <a:r>
              <a:t>D:/pasar_fix/node_modules/.bun/lodash@4.18.1/node_modules/lodash/fp/isArrayLikeObject.js</a:t>
            </a:r>
          </a:p>
          <a:p>
            <a:pPr>
              <a:defRPr sz="1200"/>
            </a:pPr>
            <a:r>
              <a:t>D:/pasar_fix/node_modules/.bun/lodash@4.18.1/node_modules/lodash/fp/isBoolean.js</a:t>
            </a:r>
          </a:p>
          <a:p>
            <a:pPr>
              <a:defRPr sz="1200"/>
            </a:pPr>
            <a:r>
              <a:t>D:/pasar_fix/node_modules/.bun/lodash@4.18.1/node_modules/lodash/fp/isBuffer.js</a:t>
            </a:r>
          </a:p>
          <a:p>
            <a:pPr>
              <a:defRPr sz="1200"/>
            </a:pPr>
            <a:r>
              <a:t>D:/pasar_fix/node_modules/.bun/lodash@4.18.1/node_modules/lodash/fp/isDate.js</a:t>
            </a:r>
          </a:p>
          <a:p>
            <a:pPr>
              <a:defRPr sz="1200"/>
            </a:pPr>
            <a:r>
              <a:t>D:/pasar_fix/node_modules/.bun/lodash@4.18.1/node_modules/lodash/fp/isElement.js</a:t>
            </a:r>
          </a:p>
          <a:p>
            <a:pPr>
              <a:defRPr sz="1200"/>
            </a:pPr>
            <a:r>
              <a:t>D:/pasar_fix/node_modules/.bun/lodash@4.18.1/node_modules/lodash/fp/isEmpty.js</a:t>
            </a:r>
          </a:p>
          <a:p>
            <a:pPr>
              <a:defRPr sz="1200"/>
            </a:pPr>
            <a:r>
              <a:t>D:/pasar_fix/node_modules/.bun/lodash@4.18.1/node_modules/lodash/fp/isEqual.js</a:t>
            </a:r>
          </a:p>
          <a:p>
            <a:pPr>
              <a:defRPr sz="1200"/>
            </a:pPr>
            <a:r>
              <a:t>D:/pasar_fix/node_modules/.bun/lodash@4.18.1/node_modules/lodash/fp/isEqualWith.js</a:t>
            </a:r>
          </a:p>
          <a:p>
            <a:pPr>
              <a:defRPr sz="1200"/>
            </a:pPr>
            <a:r>
              <a:t>D:/pasar_fix/node_modules/.bun/lodash@4.18.1/node_modules/lodash/fp/isError.js</a:t>
            </a:r>
          </a:p>
          <a:p>
            <a:pPr>
              <a:defRPr sz="1200"/>
            </a:pPr>
            <a:r>
              <a:t>D:/pasar_fix/node_modules/.bun/lodash@4.18.1/node_modules/lodash/fp/isFinite.js</a:t>
            </a:r>
          </a:p>
          <a:p>
            <a:pPr>
              <a:defRPr sz="1200"/>
            </a:pPr>
            <a:r>
              <a:t>D:/pasar_fix/node_modules/.bun/lodash@4.18.1/node_modules/lodash/fp/isFunction.js</a:t>
            </a:r>
          </a:p>
          <a:p>
            <a:pPr>
              <a:defRPr sz="1200"/>
            </a:pPr>
            <a:r>
              <a:t>D:/pasar_fix/node_modules/.bun/lodash@4.18.1/node_modules/lodash/fp/isInteger.js</a:t>
            </a:r>
          </a:p>
          <a:p>
            <a:pPr>
              <a:defRPr sz="1200"/>
            </a:pPr>
            <a:r>
              <a:t>D:/pasar_fix/node_modules/.bun/lodash@4.18.1/node_modules/lodash/fp/isLength.js</a:t>
            </a:r>
          </a:p>
          <a:p>
            <a:pPr>
              <a:defRPr sz="1200"/>
            </a:pPr>
            <a:r>
              <a:t>D:/pasar_fix/node_modules/.bun/lodash@4.18.1/node_modules/lodash/fp/isMap.js</a:t>
            </a:r>
          </a:p>
          <a:p>
            <a:pPr>
              <a:defRPr sz="1200"/>
            </a:pPr>
            <a:r>
              <a:t>D:/pasar_fix/node_modules/.bun/lodash@4.18.1/node_modules/lodash/fp/isMatch.js</a:t>
            </a:r>
          </a:p>
          <a:p>
            <a:pPr>
              <a:defRPr sz="1200"/>
            </a:pPr>
            <a:r>
              <a:t>D:/pasar_fix/node_modules/.bun/lodash@4.18.1/node_modules/lodash/fp/isMatchWith.js</a:t>
            </a:r>
          </a:p>
          <a:p>
            <a:pPr>
              <a:defRPr sz="1200"/>
            </a:pPr>
            <a:r>
              <a:t>D:/pasar_fix/node_modules/.bun/lodash@4.18.1/node_modules/lodash/fp/isNaN.js</a:t>
            </a:r>
          </a:p>
          <a:p>
            <a:pPr>
              <a:defRPr sz="1200"/>
            </a:pPr>
            <a:r>
              <a:t>D:/pasar_fix/node_modules/.bun/lodash@4.18.1/node_modules/lodash/fp/isNative.js</a:t>
            </a:r>
          </a:p>
          <a:p>
            <a:pPr>
              <a:defRPr sz="1200"/>
            </a:pPr>
            <a:r>
              <a:t>D:/pasar_fix/node_modules/.bun/lodash@4.18.1/node_modules/lodash/fp/isNil.js</a:t>
            </a:r>
          </a:p>
          <a:p>
            <a:pPr>
              <a:defRPr sz="1200"/>
            </a:pPr>
            <a:r>
              <a:t>D:/pasar_fix/node_modules/.bun/lodash@4.18.1/node_modules/lodash/fp/isNull.js</a:t>
            </a:r>
          </a:p>
          <a:p>
            <a:pPr>
              <a:defRPr sz="1200"/>
            </a:pPr>
            <a:r>
              <a:t>D:/pasar_fix/node_modules/.bun/lodash@4.18.1/node_modules/lodash/fp/isNumber.js</a:t>
            </a:r>
          </a:p>
          <a:p>
            <a:pPr>
              <a:defRPr sz="1200"/>
            </a:pPr>
            <a:r>
              <a:t>D:/pasar_fix/node_modules/.bun/lodash@4.18.1/node_modules/lodash/fp/isObject.js</a:t>
            </a:r>
          </a:p>
          <a:p>
            <a:pPr>
              <a:defRPr sz="1200"/>
            </a:pPr>
            <a:r>
              <a:t>D:/pasar_fix/node_modules/.bun/lodash@4.18.1/node_modules/lodash/fp/isObjectLike.js</a:t>
            </a:r>
          </a:p>
          <a:p>
            <a:pPr>
              <a:defRPr sz="1200"/>
            </a:pPr>
            <a:r>
              <a:t>D:/pasar_fix/node_modules/.bun/lodash@4.18.1/node_modules/lodash/fp/isPlainObject.js</a:t>
            </a:r>
          </a:p>
          <a:p>
            <a:pPr>
              <a:defRPr sz="1200"/>
            </a:pPr>
            <a:r>
              <a:t>D:/pasar_fix/node_modules/.bun/lodash@4.18.1/node_modules/lodash/fp/isRegExp.js</a:t>
            </a:r>
          </a:p>
          <a:p>
            <a:pPr>
              <a:defRPr sz="1200"/>
            </a:pPr>
            <a:r>
              <a:t>D:/pasar_fix/node_modules/.bun/lodash@4.18.1/node_modules/lodash/fp/isSafeInteger.js</a:t>
            </a:r>
          </a:p>
          <a:p>
            <a:pPr>
              <a:defRPr sz="1200"/>
            </a:pPr>
            <a:r>
              <a:t>D:/pasar_fix/node_modules/.bun/lodash@4.18.1/node_modules/lodash/fp/isSet.js</a:t>
            </a:r>
          </a:p>
          <a:p>
            <a:pPr>
              <a:defRPr sz="1200"/>
            </a:pPr>
            <a:r>
              <a:t>D:/pasar_fix/node_modules/.bun/lodash@4.18.1/node_modules/lodash/fp/isString.js</a:t>
            </a:r>
          </a:p>
          <a:p>
            <a:pPr>
              <a:defRPr sz="1200"/>
            </a:pPr>
            <a:r>
              <a:t>D:/pasar_fix/node_modules/.bun/lodash@4.18.1/node_modules/lodash/fp/isSymbol.js</a:t>
            </a:r>
          </a:p>
          <a:p>
            <a:pPr>
              <a:defRPr sz="1200"/>
            </a:pPr>
            <a:r>
              <a:t>D:/pasar_fix/node_modules/.bun/lodash@4.18.1/node_modules/lodash/fp/isTypedArray.js</a:t>
            </a:r>
          </a:p>
          <a:p>
            <a:pPr>
              <a:defRPr sz="1200"/>
            </a:pPr>
            <a:r>
              <a:t>D:/pasar_fix/node_modules/.bun/lodash@4.18.1/node_modules/lodash/fp/isUndefined.js</a:t>
            </a:r>
          </a:p>
          <a:p>
            <a:pPr>
              <a:defRPr sz="1200"/>
            </a:pPr>
            <a:r>
              <a:t>D:/pasar_fix/node_modules/.bun/lodash@4.18.1/node_modules/lodash/fp/isWeakMap.js</a:t>
            </a:r>
          </a:p>
          <a:p>
            <a:pPr>
              <a:defRPr sz="1200"/>
            </a:pPr>
            <a:r>
              <a:t>D:/pasar_fix/node_modules/.bun/lodash@4.18.1/node_modules/lodash/fp/isWeakSet.js</a:t>
            </a:r>
          </a:p>
          <a:p>
            <a:pPr>
              <a:defRPr sz="1200"/>
            </a:pPr>
            <a:r>
              <a:t>D:/pasar_fix/node_modules/.bun/lodash@4.18.1/node_modules/lodash/fp/iteratee.js</a:t>
            </a:r>
          </a:p>
          <a:p>
            <a:pPr>
              <a:defRPr sz="1200"/>
            </a:pPr>
            <a:r>
              <a:t>D:/pasar_fix/node_modules/.bun/lodash@4.18.1/node_modules/lodash/fp/join.js</a:t>
            </a:r>
          </a:p>
          <a:p>
            <a:pPr>
              <a:defRPr sz="1200"/>
            </a:pPr>
            <a:r>
              <a:t>D:/pasar_fix/node_modules/.bun/lodash@4.18.1/node_modules/lodash/fp/juxt.js</a:t>
            </a:r>
          </a:p>
          <a:p>
            <a:pPr>
              <a:defRPr sz="1200"/>
            </a:pPr>
            <a:r>
              <a:t>D:/pasar_fix/node_modules/.bun/lodash@4.18.1/node_modules/lodash/fp/kebabCase.js</a:t>
            </a:r>
          </a:p>
          <a:p>
            <a:pPr>
              <a:defRPr sz="1200"/>
            </a:pPr>
            <a:r>
              <a:t>D:/pasar_fix/node_modules/.bun/lodash@4.18.1/node_modules/lodash/fp/keyBy.js</a:t>
            </a:r>
          </a:p>
          <a:p>
            <a:pPr>
              <a:defRPr sz="1200"/>
            </a:pPr>
            <a:r>
              <a:t>D:/pasar_fix/node_modules/.bun/lodash@4.18.1/node_modules/lodash/fp/keys.js</a:t>
            </a:r>
          </a:p>
          <a:p>
            <a:pPr>
              <a:defRPr sz="1200"/>
            </a:pPr>
            <a:r>
              <a:t>D:/pasar_fix/node_modules/.bun/lodash@4.18.1/node_modules/lodash/fp/keysIn.js</a:t>
            </a:r>
          </a:p>
          <a:p>
            <a:pPr>
              <a:defRPr sz="1200"/>
            </a:pPr>
            <a:r>
              <a:t>D:/pasar_fix/node_modules/.bun/lodash@4.18.1/node_modules/lodash/fp/lang.js</a:t>
            </a:r>
          </a:p>
          <a:p>
            <a:pPr>
              <a:defRPr sz="1200"/>
            </a:pPr>
            <a:r>
              <a:t>D:/pasar_fix/node_modules/.bun/lodash@4.18.1/node_modules/lodash/fp/last.js</a:t>
            </a:r>
          </a:p>
          <a:p>
            <a:pPr>
              <a:defRPr sz="1200"/>
            </a:pPr>
            <a:r>
              <a:t>D:/pasar_fix/node_modules/.bun/lodash@4.18.1/node_modules/lodash/fp/lastIndexOf.js</a:t>
            </a:r>
          </a:p>
          <a:p>
            <a:pPr>
              <a:defRPr sz="1200"/>
            </a:pPr>
            <a:r>
              <a:t>D:/pasar_fix/node_modules/.bun/lodash@4.18.1/node_modules/lodash/fp/lastIndexOfFrom.js</a:t>
            </a:r>
          </a:p>
          <a:p>
            <a:pPr>
              <a:defRPr sz="1200"/>
            </a:pPr>
            <a:r>
              <a:t>D:/pasar_fix/node_modules/.bun/lodash@4.18.1/node_modules/lodash/fp/lowerCase.js</a:t>
            </a:r>
          </a:p>
          <a:p>
            <a:pPr>
              <a:defRPr sz="1200"/>
            </a:pPr>
            <a:r>
              <a:t>D:/pasar_fix/node_modules/.bun/lodash@4.18.1/node_modules/lodash/fp/lowerFirst.js</a:t>
            </a:r>
          </a:p>
          <a:p>
            <a:pPr>
              <a:defRPr sz="1200"/>
            </a:pPr>
            <a:r>
              <a:t>D:/pasar_fix/node_modules/.bun/lodash@4.18.1/node_modules/lodash/fp/lt.js</a:t>
            </a:r>
          </a:p>
          <a:p>
            <a:pPr>
              <a:defRPr sz="1200"/>
            </a:pPr>
            <a:r>
              <a:t>D:/pasar_fix/node_modules/.bun/lodash@4.18.1/node_modules/lodash/fp/lte.js</a:t>
            </a:r>
          </a:p>
          <a:p>
            <a:pPr>
              <a:defRPr sz="1200"/>
            </a:pPr>
            <a:r>
              <a:t>D:/pasar_fix/node_modules/.bun/lodash@4.18.1/node_modules/lodash/fp/map.js</a:t>
            </a:r>
          </a:p>
          <a:p>
            <a:pPr>
              <a:defRPr sz="1200"/>
            </a:pPr>
            <a:r>
              <a:t>D:/pasar_fix/node_modules/.bun/lodash@4.18.1/node_modules/lodash/fp/mapKeys.js</a:t>
            </a:r>
          </a:p>
          <a:p>
            <a:pPr>
              <a:defRPr sz="1200"/>
            </a:pPr>
            <a:r>
              <a:t>D:/pasar_fix/node_modules/.bun/lodash@4.18.1/node_modules/lodash/fp/mapValues.js</a:t>
            </a:r>
          </a:p>
          <a:p>
            <a:pPr>
              <a:defRPr sz="1200"/>
            </a:pPr>
            <a:r>
              <a:t>D:/pasar_fix/node_modules/.bun/lodash@4.18.1/node_modules/lodash/fp/matches.js</a:t>
            </a:r>
          </a:p>
          <a:p>
            <a:pPr>
              <a:defRPr sz="1200"/>
            </a:pPr>
            <a:r>
              <a:t>D:/pasar_fix/node_modules/.bun/lodash@4.18.1/node_modules/lodash/fp/matchesProperty.js</a:t>
            </a:r>
          </a:p>
          <a:p>
            <a:pPr>
              <a:defRPr sz="1200"/>
            </a:pPr>
            <a:r>
              <a:t>D:/pasar_fix/node_modules/.bun/lodash@4.18.1/node_modules/lodash/fp/math.js</a:t>
            </a:r>
          </a:p>
          <a:p>
            <a:pPr>
              <a:defRPr sz="1200"/>
            </a:pPr>
            <a:r>
              <a:t>D:/pasar_fix/node_modules/.bun/lodash@4.18.1/node_modules/lodash/fp/max.js</a:t>
            </a:r>
          </a:p>
          <a:p>
            <a:pPr>
              <a:defRPr sz="1200"/>
            </a:pPr>
            <a:r>
              <a:t>D:/pasar_fix/node_modules/.bun/lodash@4.18.1/node_modules/lodash/fp/maxBy.js</a:t>
            </a:r>
          </a:p>
          <a:p>
            <a:pPr>
              <a:defRPr sz="1200"/>
            </a:pPr>
            <a:r>
              <a:t>D:/pasar_fix/node_modules/.bun/lodash@4.18.1/node_modules/lodash/fp/mean.js</a:t>
            </a:r>
          </a:p>
          <a:p>
            <a:pPr>
              <a:defRPr sz="1200"/>
            </a:pPr>
            <a:r>
              <a:t>D:/pasar_fix/node_modules/.bun/lodash@4.18.1/node_modules/lodash/fp/meanBy.js</a:t>
            </a:r>
          </a:p>
          <a:p>
            <a:pPr>
              <a:defRPr sz="1200"/>
            </a:pPr>
            <a:r>
              <a:t>D:/pasar_fix/node_modules/.bun/lodash@4.18.1/node_modules/lodash/fp/memoize.js</a:t>
            </a:r>
          </a:p>
          <a:p>
            <a:pPr>
              <a:defRPr sz="1200"/>
            </a:pPr>
            <a:r>
              <a:t>D:/pasar_fix/node_modules/.bun/lodash@4.18.1/node_modules/lodash/fp/merge.js</a:t>
            </a:r>
          </a:p>
          <a:p>
            <a:pPr>
              <a:defRPr sz="1200"/>
            </a:pPr>
            <a:r>
              <a:t>D:/pasar_fix/node_modules/.bun/lodash@4.18.1/node_modules/lodash/fp/mergeAll.js</a:t>
            </a:r>
          </a:p>
          <a:p>
            <a:pPr>
              <a:defRPr sz="1200"/>
            </a:pPr>
            <a:r>
              <a:t>D:/pasar_fix/node_modules/.bun/lodash@4.18.1/node_modules/lodash/fp/mergeAllWith.js</a:t>
            </a:r>
          </a:p>
          <a:p>
            <a:pPr>
              <a:defRPr sz="1200"/>
            </a:pPr>
            <a:r>
              <a:t>D:/pasar_fix/node_modules/.bun/lodash@4.18.1/node_modules/lodash/fp/mergeWith.js</a:t>
            </a:r>
          </a:p>
          <a:p>
            <a:pPr>
              <a:defRPr sz="1200"/>
            </a:pPr>
            <a:r>
              <a:t>D:/pasar_fix/node_modules/.bun/lodash@4.18.1/node_modules/lodash/fp/method.js</a:t>
            </a:r>
          </a:p>
          <a:p>
            <a:pPr>
              <a:defRPr sz="1200"/>
            </a:pPr>
            <a:r>
              <a:t>D:/pasar_fix/node_modules/.bun/lodash@4.18.1/node_modules/lodash/fp/methodOf.js</a:t>
            </a:r>
          </a:p>
          <a:p>
            <a:pPr>
              <a:defRPr sz="1200"/>
            </a:pPr>
            <a:r>
              <a:t>D:/pasar_fix/node_modules/.bun/lodash@4.18.1/node_modules/lodash/fp/min.js</a:t>
            </a:r>
          </a:p>
          <a:p>
            <a:pPr>
              <a:defRPr sz="1200"/>
            </a:pPr>
            <a:r>
              <a:t>D:/pasar_fix/node_modules/.bun/lodash@4.18.1/node_modules/lodash/fp/minBy.js</a:t>
            </a:r>
          </a:p>
          <a:p>
            <a:pPr>
              <a:defRPr sz="1200"/>
            </a:pPr>
            <a:r>
              <a:t>D:/pasar_fix/node_modules/.bun/lodash@4.18.1/node_modules/lodash/fp/mixin.js</a:t>
            </a:r>
          </a:p>
          <a:p>
            <a:pPr>
              <a:defRPr sz="1200"/>
            </a:pPr>
            <a:r>
              <a:t>D:/pasar_fix/node_modules/.bun/lodash@4.18.1/node_modules/lodash/fp/multiply.js</a:t>
            </a:r>
          </a:p>
          <a:p>
            <a:pPr>
              <a:defRPr sz="1200"/>
            </a:pPr>
            <a:r>
              <a:t>D:/pasar_fix/node_modules/.bun/lodash@4.18.1/node_modules/lodash/fp/nAry.js</a:t>
            </a:r>
          </a:p>
          <a:p>
            <a:pPr>
              <a:defRPr sz="1200"/>
            </a:pPr>
            <a:r>
              <a:t>D:/pasar_fix/node_modules/.bun/lodash@4.18.1/node_modules/lodash/fp/negate.js</a:t>
            </a:r>
          </a:p>
          <a:p>
            <a:pPr>
              <a:defRPr sz="1200"/>
            </a:pPr>
            <a:r>
              <a:t>D:/pasar_fix/node_modules/.bun/lodash@4.18.1/node_modules/lodash/fp/next.js</a:t>
            </a:r>
          </a:p>
          <a:p>
            <a:pPr>
              <a:defRPr sz="1200"/>
            </a:pPr>
            <a:r>
              <a:t>D:/pasar_fix/node_modules/.bun/lodash@4.18.1/node_modules/lodash/fp/noop.js</a:t>
            </a:r>
          </a:p>
          <a:p>
            <a:pPr>
              <a:defRPr sz="1200"/>
            </a:pPr>
            <a:r>
              <a:t>D:/pasar_fix/node_modules/.bun/lodash@4.18.1/node_modules/lodash/fp/now.js</a:t>
            </a:r>
          </a:p>
          <a:p>
            <a:pPr>
              <a:defRPr sz="1200"/>
            </a:pPr>
            <a:r>
              <a:t>D:/pasar_fix/node_modules/.bun/lodash@4.18.1/node_modules/lodash/fp/nth.js</a:t>
            </a:r>
          </a:p>
          <a:p>
            <a:pPr>
              <a:defRPr sz="1200"/>
            </a:pPr>
            <a:r>
              <a:t>D:/pasar_fix/node_modules/.bun/lodash@4.18.1/node_modules/lodash/fp/nthArg.js</a:t>
            </a:r>
          </a:p>
          <a:p>
            <a:pPr>
              <a:defRPr sz="1200"/>
            </a:pPr>
            <a:r>
              <a:t>D:/pasar_fix/node_modules/.bun/lodash@4.18.1/node_modules/lodash/fp/number.js</a:t>
            </a:r>
          </a:p>
          <a:p>
            <a:pPr>
              <a:defRPr sz="1200"/>
            </a:pPr>
            <a:r>
              <a:t>D:/pasar_fix/node_modules/.bun/lodash@4.18.1/node_modules/lodash/fp/object.js</a:t>
            </a:r>
          </a:p>
          <a:p>
            <a:pPr>
              <a:defRPr sz="1200"/>
            </a:pPr>
            <a:r>
              <a:t>D:/pasar_fix/node_modules/.bun/lodash@4.18.1/node_modules/lodash/fp/omit.js</a:t>
            </a:r>
          </a:p>
          <a:p>
            <a:pPr>
              <a:defRPr sz="1200"/>
            </a:pPr>
            <a:r>
              <a:t>D:/pasar_fix/node_modules/.bun/lodash@4.18.1/node_modules/lodash/fp/omitAll.js</a:t>
            </a:r>
          </a:p>
          <a:p>
            <a:pPr>
              <a:defRPr sz="1200"/>
            </a:pPr>
            <a:r>
              <a:t>D:/pasar_fix/node_modules/.bun/lodash@4.18.1/node_modules/lodash/fp/omitBy.js</a:t>
            </a:r>
          </a:p>
          <a:p>
            <a:pPr>
              <a:defRPr sz="1200"/>
            </a:pPr>
            <a:r>
              <a:t>D:/pasar_fix/node_modules/.bun/lodash@4.18.1/node_modules/lodash/fp/once.js</a:t>
            </a:r>
          </a:p>
          <a:p>
            <a:pPr>
              <a:defRPr sz="1200"/>
            </a:pPr>
            <a:r>
              <a:t>D:/pasar_fix/node_modules/.bun/lodash@4.18.1/node_modules/lodash/fp/orderBy.js</a:t>
            </a:r>
          </a:p>
          <a:p>
            <a:pPr>
              <a:defRPr sz="1200"/>
            </a:pPr>
            <a:r>
              <a:t>D:/pasar_fix/node_modules/.bun/lodash@4.18.1/node_modules/lodash/fp/over.js</a:t>
            </a:r>
          </a:p>
          <a:p>
            <a:pPr>
              <a:defRPr sz="1200"/>
            </a:pPr>
            <a:r>
              <a:t>D:/pasar_fix/node_modules/.bun/lodash@4.18.1/node_modules/lodash/fp/overArgs.js</a:t>
            </a:r>
          </a:p>
          <a:p>
            <a:pPr>
              <a:defRPr sz="1200"/>
            </a:pPr>
            <a:r>
              <a:t>D:/pasar_fix/node_modules/.bun/lodash@4.18.1/node_modules/lodash/fp/overEvery.js</a:t>
            </a:r>
          </a:p>
          <a:p>
            <a:pPr>
              <a:defRPr sz="1200"/>
            </a:pPr>
            <a:r>
              <a:t>D:/pasar_fix/node_modules/.bun/lodash@4.18.1/node_modules/lodash/fp/overSome.js</a:t>
            </a:r>
          </a:p>
          <a:p>
            <a:pPr>
              <a:defRPr sz="1200"/>
            </a:pPr>
            <a:r>
              <a:t>D:/pasar_fix/node_modules/.bun/lodash@4.18.1/node_modules/lodash/fp/pad.js</a:t>
            </a:r>
          </a:p>
          <a:p>
            <a:pPr>
              <a:defRPr sz="1200"/>
            </a:pPr>
            <a:r>
              <a:t>D:/pasar_fix/node_modules/.bun/lodash@4.18.1/node_modules/lodash/fp/padChars.js</a:t>
            </a:r>
          </a:p>
          <a:p>
            <a:pPr>
              <a:defRPr sz="1200"/>
            </a:pPr>
            <a:r>
              <a:t>D:/pasar_fix/node_modules/.bun/lodash@4.18.1/node_modules/lodash/fp/padCharsEnd.js</a:t>
            </a:r>
          </a:p>
          <a:p>
            <a:pPr>
              <a:defRPr sz="1200"/>
            </a:pPr>
            <a:r>
              <a:t>D:/pasar_fix/node_modules/.bun/lodash@4.18.1/node_modules/lodash/fp/padCharsStart.js</a:t>
            </a:r>
          </a:p>
          <a:p>
            <a:pPr>
              <a:defRPr sz="1200"/>
            </a:pPr>
            <a:r>
              <a:t>D:/pasar_fix/node_modules/.bun/lodash@4.18.1/node_modules/lodash/fp/padEnd.js</a:t>
            </a:r>
          </a:p>
          <a:p>
            <a:pPr>
              <a:defRPr sz="1200"/>
            </a:pPr>
            <a:r>
              <a:t>D:/pasar_fix/node_modules/.bun/lodash@4.18.1/node_modules/lodash/fp/padStart.js</a:t>
            </a:r>
          </a:p>
          <a:p>
            <a:pPr>
              <a:defRPr sz="1200"/>
            </a:pPr>
            <a:r>
              <a:t>D:/pasar_fix/node_modules/.bun/lodash@4.18.1/node_modules/lodash/fp/parseInt.js</a:t>
            </a:r>
          </a:p>
          <a:p>
            <a:pPr>
              <a:defRPr sz="1200"/>
            </a:pPr>
            <a:r>
              <a:t>D:/pasar_fix/node_modules/.bun/lodash@4.18.1/node_modules/lodash/fp/partial.js</a:t>
            </a:r>
          </a:p>
          <a:p>
            <a:pPr>
              <a:defRPr sz="1200"/>
            </a:pPr>
            <a:r>
              <a:t>D:/pasar_fix/node_modules/.bun/lodash@4.18.1/node_modules/lodash/fp/partialRight.js</a:t>
            </a:r>
          </a:p>
          <a:p>
            <a:pPr>
              <a:defRPr sz="1200"/>
            </a:pPr>
            <a:r>
              <a:t>D:/pasar_fix/node_modules/.bun/lodash@4.18.1/node_modules/lodash/fp/partition.js</a:t>
            </a:r>
          </a:p>
          <a:p>
            <a:pPr>
              <a:defRPr sz="1200"/>
            </a:pPr>
            <a:r>
              <a:t>D:/pasar_fix/node_modules/.bun/lodash@4.18.1/node_modules/lodash/fp/path.js</a:t>
            </a:r>
          </a:p>
          <a:p>
            <a:pPr>
              <a:defRPr sz="1200"/>
            </a:pPr>
            <a:r>
              <a:t>D:/pasar_fix/node_modules/.bun/lodash@4.18.1/node_modules/lodash/fp/pathEq.js</a:t>
            </a:r>
          </a:p>
          <a:p>
            <a:pPr>
              <a:defRPr sz="1200"/>
            </a:pPr>
            <a:r>
              <a:t>D:/pasar_fix/node_modules/.bun/lodash@4.18.1/node_modules/lodash/fp/pathOr.js</a:t>
            </a:r>
          </a:p>
          <a:p>
            <a:pPr>
              <a:defRPr sz="1200"/>
            </a:pPr>
            <a:r>
              <a:t>D:/pasar_fix/node_modules/.bun/lodash@4.18.1/node_modules/lodash/fp/paths.js</a:t>
            </a:r>
          </a:p>
          <a:p>
            <a:pPr>
              <a:defRPr sz="1200"/>
            </a:pPr>
            <a:r>
              <a:t>D:/pasar_fix/node_modules/.bun/lodash@4.18.1/node_modules/lodash/fp/pick.js</a:t>
            </a:r>
          </a:p>
          <a:p>
            <a:pPr>
              <a:defRPr sz="1200"/>
            </a:pPr>
            <a:r>
              <a:t>D:/pasar_fix/node_modules/.bun/lodash@4.18.1/node_modules/lodash/fp/pickAll.js</a:t>
            </a:r>
          </a:p>
          <a:p>
            <a:pPr>
              <a:defRPr sz="1200"/>
            </a:pPr>
            <a:r>
              <a:t>D:/pasar_fix/node_modules/.bun/lodash@4.18.1/node_modules/lodash/fp/pickBy.js</a:t>
            </a:r>
          </a:p>
          <a:p>
            <a:pPr>
              <a:defRPr sz="1200"/>
            </a:pPr>
            <a:r>
              <a:t>D:/pasar_fix/node_modules/.bun/lodash@4.18.1/node_modules/lodash/fp/pipe.js</a:t>
            </a:r>
          </a:p>
          <a:p>
            <a:pPr>
              <a:defRPr sz="1200"/>
            </a:pPr>
            <a:r>
              <a:t>D:/pasar_fix/node_modules/.bun/lodash@4.18.1/node_modules/lodash/fp/placeholder.js</a:t>
            </a:r>
          </a:p>
          <a:p>
            <a:pPr>
              <a:defRPr sz="1200"/>
            </a:pPr>
            <a:r>
              <a:t>D:/pasar_fix/node_modules/.bun/lodash@4.18.1/node_modules/lodash/fp/plant.js</a:t>
            </a:r>
          </a:p>
          <a:p>
            <a:pPr>
              <a:defRPr sz="1200"/>
            </a:pPr>
            <a:r>
              <a:t>D:/pasar_fix/node_modules/.bun/lodash@4.18.1/node_modules/lodash/fp/pluck.js</a:t>
            </a:r>
          </a:p>
          <a:p>
            <a:pPr>
              <a:defRPr sz="1200"/>
            </a:pPr>
            <a:r>
              <a:t>D:/pasar_fix/node_modules/.bun/lodash@4.18.1/node_modules/lodash/fp/prop.js</a:t>
            </a:r>
          </a:p>
          <a:p>
            <a:pPr>
              <a:defRPr sz="1200"/>
            </a:pPr>
            <a:r>
              <a:t>D:/pasar_fix/node_modules/.bun/lodash@4.18.1/node_modules/lodash/fp/propEq.js</a:t>
            </a:r>
          </a:p>
          <a:p>
            <a:pPr>
              <a:defRPr sz="1200"/>
            </a:pPr>
            <a:r>
              <a:t>D:/pasar_fix/node_modules/.bun/lodash@4.18.1/node_modules/lodash/fp/property.js</a:t>
            </a:r>
          </a:p>
          <a:p>
            <a:pPr>
              <a:defRPr sz="1200"/>
            </a:pPr>
            <a:r>
              <a:t>D:/pasar_fix/node_modules/.bun/lodash@4.18.1/node_modules/lodash/fp/propertyOf.js</a:t>
            </a:r>
          </a:p>
          <a:p>
            <a:pPr>
              <a:defRPr sz="1200"/>
            </a:pPr>
            <a:r>
              <a:t>D:/pasar_fix/node_modules/.bun/lodash@4.18.1/node_modules/lodash/fp/propOr.js</a:t>
            </a:r>
          </a:p>
          <a:p>
            <a:pPr>
              <a:defRPr sz="1200"/>
            </a:pPr>
            <a:r>
              <a:t>D:/pasar_fix/node_modules/.bun/lodash@4.18.1/node_modules/lodash/fp/props.js</a:t>
            </a:r>
          </a:p>
          <a:p>
            <a:pPr>
              <a:defRPr sz="1200"/>
            </a:pPr>
            <a:r>
              <a:t>D:/pasar_fix/node_modules/.bun/lodash@4.18.1/node_modules/lodash/fp/pull.js</a:t>
            </a:r>
          </a:p>
          <a:p>
            <a:pPr>
              <a:defRPr sz="1200"/>
            </a:pPr>
            <a:r>
              <a:t>D:/pasar_fix/node_modules/.bun/lodash@4.18.1/node_modules/lodash/fp/pullAll.js</a:t>
            </a:r>
          </a:p>
          <a:p>
            <a:pPr>
              <a:defRPr sz="1200"/>
            </a:pPr>
            <a:r>
              <a:t>D:/pasar_fix/node_modules/.bun/lodash@4.18.1/node_modules/lodash/fp/pullAllBy.js</a:t>
            </a:r>
          </a:p>
          <a:p>
            <a:pPr>
              <a:defRPr sz="1200"/>
            </a:pPr>
            <a:r>
              <a:t>D:/pasar_fix/node_modules/.bun/lodash@4.18.1/node_modules/lodash/fp/pullAllWith.js</a:t>
            </a:r>
          </a:p>
          <a:p>
            <a:pPr>
              <a:defRPr sz="1200"/>
            </a:pPr>
            <a:r>
              <a:t>D:/pasar_fix/node_modules/.bun/lodash@4.18.1/node_modules/lodash/fp/pullAt.js</a:t>
            </a:r>
          </a:p>
          <a:p>
            <a:pPr>
              <a:defRPr sz="1200"/>
            </a:pPr>
            <a:r>
              <a:t>D:/pasar_fix/node_modules/.bun/lodash@4.18.1/node_modules/lodash/fp/random.js</a:t>
            </a:r>
          </a:p>
          <a:p>
            <a:pPr>
              <a:defRPr sz="1200"/>
            </a:pPr>
            <a:r>
              <a:t>D:/pasar_fix/node_modules/.bun/lodash@4.18.1/node_modules/lodash/fp/range.js</a:t>
            </a:r>
          </a:p>
          <a:p>
            <a:pPr>
              <a:defRPr sz="1200"/>
            </a:pPr>
            <a:r>
              <a:t>D:/pasar_fix/node_modules/.bun/lodash@4.18.1/node_modules/lodash/fp/rangeRight.js</a:t>
            </a:r>
          </a:p>
          <a:p>
            <a:pPr>
              <a:defRPr sz="1200"/>
            </a:pPr>
            <a:r>
              <a:t>D:/pasar_fix/node_modules/.bun/lodash@4.18.1/node_modules/lodash/fp/rangeStep.js</a:t>
            </a:r>
          </a:p>
          <a:p>
            <a:pPr>
              <a:defRPr sz="1200"/>
            </a:pPr>
            <a:r>
              <a:t>D:/pasar_fix/node_modules/.bun/lodash@4.18.1/node_modules/lodash/fp/rangeStepRight.js</a:t>
            </a:r>
          </a:p>
          <a:p>
            <a:pPr>
              <a:defRPr sz="1200"/>
            </a:pPr>
            <a:r>
              <a:t>D:/pasar_fix/node_modules/.bun/lodash@4.18.1/node_modules/lodash/fp/rearg.js</a:t>
            </a:r>
          </a:p>
          <a:p>
            <a:pPr>
              <a:defRPr sz="1200"/>
            </a:pPr>
            <a:r>
              <a:t>D:/pasar_fix/node_modules/.bun/lodash@4.18.1/node_modules/lodash/fp/reduce.js</a:t>
            </a:r>
          </a:p>
          <a:p>
            <a:pPr>
              <a:defRPr sz="1200"/>
            </a:pPr>
            <a:r>
              <a:t>D:/pasar_fix/node_modules/.bun/lodash@4.18.1/node_modules/lodash/fp/reduceRight.js</a:t>
            </a:r>
          </a:p>
          <a:p>
            <a:pPr>
              <a:defRPr sz="1200"/>
            </a:pPr>
            <a:r>
              <a:t>D:/pasar_fix/node_modules/.bun/lodash@4.18.1/node_modules/lodash/fp/reject.js</a:t>
            </a:r>
          </a:p>
          <a:p>
            <a:pPr>
              <a:defRPr sz="1200"/>
            </a:pPr>
            <a:r>
              <a:t>D:/pasar_fix/node_modules/.bun/lodash@4.18.1/node_modules/lodash/fp/remove.js</a:t>
            </a:r>
          </a:p>
          <a:p>
            <a:pPr>
              <a:defRPr sz="1200"/>
            </a:pPr>
            <a:r>
              <a:t>D:/pasar_fix/node_modules/.bun/lodash@4.18.1/node_modules/lodash/fp/repeat.js</a:t>
            </a:r>
          </a:p>
          <a:p>
            <a:pPr>
              <a:defRPr sz="1200"/>
            </a:pPr>
            <a:r>
              <a:t>D:/pasar_fix/node_modules/.bun/lodash@4.18.1/node_modules/lodash/fp/replace.js</a:t>
            </a:r>
          </a:p>
          <a:p>
            <a:pPr>
              <a:defRPr sz="1200"/>
            </a:pPr>
            <a:r>
              <a:t>D:/pasar_fix/node_modules/.bun/lodash@4.18.1/node_modules/lodash/fp/rest.js</a:t>
            </a:r>
          </a:p>
          <a:p>
            <a:pPr>
              <a:defRPr sz="1200"/>
            </a:pPr>
            <a:r>
              <a:t>D:/pasar_fix/node_modules/.bun/lodash@4.18.1/node_modules/lodash/fp/restFrom.js</a:t>
            </a:r>
          </a:p>
          <a:p>
            <a:pPr>
              <a:defRPr sz="1200"/>
            </a:pPr>
            <a:r>
              <a:t>D:/pasar_fix/node_modules/.bun/lodash@4.18.1/node_modules/lodash/fp/result.js</a:t>
            </a:r>
          </a:p>
          <a:p>
            <a:pPr>
              <a:defRPr sz="1200"/>
            </a:pPr>
            <a:r>
              <a:t>D:/pasar_fix/node_modules/.bun/lodash@4.18.1/node_modules/lodash/fp/reverse.js</a:t>
            </a:r>
          </a:p>
          <a:p>
            <a:pPr>
              <a:defRPr sz="1200"/>
            </a:pPr>
            <a:r>
              <a:t>D:/pasar_fix/node_modules/.bun/lodash@4.18.1/node_modules/lodash/fp/round.js</a:t>
            </a:r>
          </a:p>
          <a:p>
            <a:pPr>
              <a:defRPr sz="1200"/>
            </a:pPr>
            <a:r>
              <a:t>D:/pasar_fix/node_modules/.bun/lodash@4.18.1/node_modules/lodash/fp/sample.js</a:t>
            </a:r>
          </a:p>
          <a:p>
            <a:pPr>
              <a:defRPr sz="1200"/>
            </a:pPr>
            <a:r>
              <a:t>D:/pasar_fix/node_modules/.bun/lodash@4.18.1/node_modules/lodash/fp/sampleSize.js</a:t>
            </a:r>
          </a:p>
          <a:p>
            <a:pPr>
              <a:defRPr sz="1200"/>
            </a:pPr>
            <a:r>
              <a:t>D:/pasar_fix/node_modules/.bun/lodash@4.18.1/node_modules/lodash/fp/seq.js</a:t>
            </a:r>
          </a:p>
          <a:p>
            <a:pPr>
              <a:defRPr sz="1200"/>
            </a:pPr>
            <a:r>
              <a:t>D:/pasar_fix/node_modules/.bun/lodash@4.18.1/node_modules/lodash/fp/set.js</a:t>
            </a:r>
          </a:p>
          <a:p>
            <a:pPr>
              <a:defRPr sz="1200"/>
            </a:pPr>
            <a:r>
              <a:t>D:/pasar_fix/node_modules/.bun/lodash@4.18.1/node_modules/lodash/fp/setWith.js</a:t>
            </a:r>
          </a:p>
          <a:p>
            <a:pPr>
              <a:defRPr sz="1200"/>
            </a:pPr>
            <a:r>
              <a:t>D:/pasar_fix/node_modules/.bun/lodash@4.18.1/node_modules/lodash/fp/shuffle.js</a:t>
            </a:r>
          </a:p>
          <a:p>
            <a:pPr>
              <a:defRPr sz="1200"/>
            </a:pPr>
            <a:r>
              <a:t>D:/pasar_fix/node_modules/.bun/lodash@4.18.1/node_modules/lodash/fp/size.js</a:t>
            </a:r>
          </a:p>
          <a:p>
            <a:pPr>
              <a:defRPr sz="1200"/>
            </a:pPr>
            <a:r>
              <a:t>D:/pasar_fix/node_modules/.bun/lodash@4.18.1/node_modules/lodash/fp/slice.js</a:t>
            </a:r>
          </a:p>
          <a:p>
            <a:pPr>
              <a:defRPr sz="1200"/>
            </a:pPr>
            <a:r>
              <a:t>D:/pasar_fix/node_modules/.bun/lodash@4.18.1/node_modules/lodash/fp/snakeCase.js</a:t>
            </a:r>
          </a:p>
          <a:p>
            <a:pPr>
              <a:defRPr sz="1200"/>
            </a:pPr>
            <a:r>
              <a:t>D:/pasar_fix/node_modules/.bun/lodash@4.18.1/node_modules/lodash/fp/some.js</a:t>
            </a:r>
          </a:p>
          <a:p>
            <a:pPr>
              <a:defRPr sz="1200"/>
            </a:pPr>
            <a:r>
              <a:t>D:/pasar_fix/node_modules/.bun/lodash@4.18.1/node_modules/lodash/fp/sortBy.js</a:t>
            </a:r>
          </a:p>
          <a:p>
            <a:pPr>
              <a:defRPr sz="1200"/>
            </a:pPr>
            <a:r>
              <a:t>D:/pasar_fix/node_modules/.bun/lodash@4.18.1/node_modules/lodash/fp/sortedIndex.js</a:t>
            </a:r>
          </a:p>
          <a:p>
            <a:pPr>
              <a:defRPr sz="1200"/>
            </a:pPr>
            <a:r>
              <a:t>D:/pasar_fix/node_modules/.bun/lodash@4.18.1/node_modules/lodash/fp/sortedIndexBy.js</a:t>
            </a:r>
          </a:p>
          <a:p>
            <a:pPr>
              <a:defRPr sz="1200"/>
            </a:pPr>
            <a:r>
              <a:t>D:/pasar_fix/node_modules/.bun/lodash@4.18.1/node_modules/lodash/fp/sortedIndexOf.js</a:t>
            </a:r>
          </a:p>
          <a:p>
            <a:pPr>
              <a:defRPr sz="1200"/>
            </a:pPr>
            <a:r>
              <a:t>D:/pasar_fix/node_modules/.bun/lodash@4.18.1/node_modules/lodash/fp/sortedLastIndex.js</a:t>
            </a:r>
          </a:p>
          <a:p>
            <a:pPr>
              <a:defRPr sz="1200"/>
            </a:pPr>
            <a:r>
              <a:t>D:/pasar_fix/node_modules/.bun/lodash@4.18.1/node_modules/lodash/fp/sortedLastIndexBy.js</a:t>
            </a:r>
          </a:p>
          <a:p>
            <a:pPr>
              <a:defRPr sz="1200"/>
            </a:pPr>
            <a:r>
              <a:t>D:/pasar_fix/node_modules/.bun/lodash@4.18.1/node_modules/lodash/fp/sortedLastIndexOf.js</a:t>
            </a:r>
          </a:p>
          <a:p>
            <a:pPr>
              <a:defRPr sz="1200"/>
            </a:pPr>
            <a:r>
              <a:t>D:/pasar_fix/node_modules/.bun/lodash@4.18.1/node_modules/lodash/fp/sortedUniq.js</a:t>
            </a:r>
          </a:p>
          <a:p>
            <a:pPr>
              <a:defRPr sz="1200"/>
            </a:pPr>
            <a:r>
              <a:t>D:/pasar_fix/node_modules/.bun/lodash@4.18.1/node_modules/lodash/fp/sortedUniqBy.js</a:t>
            </a:r>
          </a:p>
          <a:p>
            <a:pPr>
              <a:defRPr sz="1200"/>
            </a:pPr>
            <a:r>
              <a:t>D:/pasar_fix/node_modules/.bun/lodash@4.18.1/node_modules/lodash/fp/split.js</a:t>
            </a:r>
          </a:p>
          <a:p>
            <a:pPr>
              <a:defRPr sz="1200"/>
            </a:pPr>
            <a:r>
              <a:t>D:/pasar_fix/node_modules/.bun/lodash@4.18.1/node_modules/lodash/fp/spread.js</a:t>
            </a:r>
          </a:p>
          <a:p>
            <a:pPr>
              <a:defRPr sz="1200"/>
            </a:pPr>
            <a:r>
              <a:t>D:/pasar_fix/node_modules/.bun/lodash@4.18.1/node_modules/lodash/fp/spreadFrom.js</a:t>
            </a:r>
          </a:p>
          <a:p>
            <a:pPr>
              <a:defRPr sz="1200"/>
            </a:pPr>
            <a:r>
              <a:t>D:/pasar_fix/node_modules/.bun/lodash@4.18.1/node_modules/lodash/fp/startCase.js</a:t>
            </a:r>
          </a:p>
          <a:p>
            <a:pPr>
              <a:defRPr sz="1200"/>
            </a:pPr>
            <a:r>
              <a:t>D:/pasar_fix/node_modules/.bun/lodash@4.18.1/node_modules/lodash/fp/startsWith.js</a:t>
            </a:r>
          </a:p>
          <a:p>
            <a:pPr>
              <a:defRPr sz="1200"/>
            </a:pPr>
            <a:r>
              <a:t>D:/pasar_fix/node_modules/.bun/lodash@4.18.1/node_modules/lodash/fp/string.js</a:t>
            </a:r>
          </a:p>
          <a:p>
            <a:pPr>
              <a:defRPr sz="1200"/>
            </a:pPr>
            <a:r>
              <a:t>D:/pasar_fix/node_modules/.bun/lodash@4.18.1/node_modules/lodash/fp/stubArray.js</a:t>
            </a:r>
          </a:p>
          <a:p>
            <a:pPr>
              <a:defRPr sz="1200"/>
            </a:pPr>
            <a:r>
              <a:t>D:/pasar_fix/node_modules/.bun/lodash@4.18.1/node_modules/lodash/fp/stubFalse.js</a:t>
            </a:r>
          </a:p>
          <a:p>
            <a:pPr>
              <a:defRPr sz="1200"/>
            </a:pPr>
            <a:r>
              <a:t>D:/pasar_fix/node_modules/.bun/lodash@4.18.1/node_modules/lodash/fp/stubObject.js</a:t>
            </a:r>
          </a:p>
          <a:p>
            <a:pPr>
              <a:defRPr sz="1200"/>
            </a:pPr>
            <a:r>
              <a:t>D:/pasar_fix/node_modules/.bun/lodash@4.18.1/node_modules/lodash/fp/stubString.js</a:t>
            </a:r>
          </a:p>
          <a:p>
            <a:pPr>
              <a:defRPr sz="1200"/>
            </a:pPr>
            <a:r>
              <a:t>D:/pasar_fix/node_modules/.bun/lodash@4.18.1/node_modules/lodash/fp/stubTrue.js</a:t>
            </a:r>
          </a:p>
          <a:p>
            <a:pPr>
              <a:defRPr sz="1200"/>
            </a:pPr>
            <a:r>
              <a:t>D:/pasar_fix/node_modules/.bun/lodash@4.18.1/node_modules/lodash/fp/subtract.js</a:t>
            </a:r>
          </a:p>
          <a:p>
            <a:pPr>
              <a:defRPr sz="1200"/>
            </a:pPr>
            <a:r>
              <a:t>D:/pasar_fix/node_modules/.bun/lodash@4.18.1/node_modules/lodash/fp/sum.js</a:t>
            </a:r>
          </a:p>
          <a:p>
            <a:pPr>
              <a:defRPr sz="1200"/>
            </a:pPr>
            <a:r>
              <a:t>D:/pasar_fix/node_modules/.bun/lodash@4.18.1/node_modules/lodash/fp/sumBy.js</a:t>
            </a:r>
          </a:p>
          <a:p>
            <a:pPr>
              <a:defRPr sz="1200"/>
            </a:pPr>
            <a:r>
              <a:t>D:/pasar_fix/node_modules/.bun/lodash@4.18.1/node_modules/lodash/fp/symmetricDifference.js</a:t>
            </a:r>
          </a:p>
          <a:p>
            <a:pPr>
              <a:defRPr sz="1200"/>
            </a:pPr>
            <a:r>
              <a:t>D:/pasar_fix/node_modules/.bun/lodash@4.18.1/node_modules/lodash/fp/symmetricDifferenceBy.js</a:t>
            </a:r>
          </a:p>
          <a:p>
            <a:pPr>
              <a:defRPr sz="1200"/>
            </a:pPr>
            <a:r>
              <a:t>D:/pasar_fix/node_modules/.bun/lodash@4.18.1/node_modules/lodash/fp/symmetricDifferenceWith.js</a:t>
            </a:r>
          </a:p>
          <a:p>
            <a:pPr>
              <a:defRPr sz="1200"/>
            </a:pPr>
            <a:r>
              <a:t>D:/pasar_fix/node_modules/.bun/lodash@4.18.1/node_modules/lodash/fp/T.js</a:t>
            </a:r>
          </a:p>
          <a:p>
            <a:pPr>
              <a:defRPr sz="1200"/>
            </a:pPr>
            <a:r>
              <a:t>D:/pasar_fix/node_modules/.bun/lodash@4.18.1/node_modules/lodash/fp/tail.js</a:t>
            </a:r>
          </a:p>
          <a:p>
            <a:pPr>
              <a:defRPr sz="1200"/>
            </a:pPr>
            <a:r>
              <a:t>D:/pasar_fix/node_modules/.bun/lodash@4.18.1/node_modules/lodash/fp/take.js</a:t>
            </a:r>
          </a:p>
          <a:p>
            <a:pPr>
              <a:defRPr sz="1200"/>
            </a:pPr>
            <a:r>
              <a:t>D:/pasar_fix/node_modules/.bun/lodash@4.18.1/node_modules/lodash/fp/takeLast.js</a:t>
            </a:r>
          </a:p>
          <a:p>
            <a:pPr>
              <a:defRPr sz="1200"/>
            </a:pPr>
            <a:r>
              <a:t>D:/pasar_fix/node_modules/.bun/lodash@4.18.1/node_modules/lodash/fp/takeLastWhile.js</a:t>
            </a:r>
          </a:p>
          <a:p>
            <a:pPr>
              <a:defRPr sz="1200"/>
            </a:pPr>
            <a:r>
              <a:t>D:/pasar_fix/node_modules/.bun/lodash@4.18.1/node_modules/lodash/fp/takeRight.js</a:t>
            </a:r>
          </a:p>
          <a:p>
            <a:pPr>
              <a:defRPr sz="1200"/>
            </a:pPr>
            <a:r>
              <a:t>D:/pasar_fix/node_modules/.bun/lodash@4.18.1/node_modules/lodash/fp/takeRightWhile.js</a:t>
            </a:r>
          </a:p>
          <a:p>
            <a:pPr>
              <a:defRPr sz="1200"/>
            </a:pPr>
            <a:r>
              <a:t>D:/pasar_fix/node_modules/.bun/lodash@4.18.1/node_modules/lodash/fp/takeWhile.js</a:t>
            </a:r>
          </a:p>
          <a:p>
            <a:pPr>
              <a:defRPr sz="1200"/>
            </a:pPr>
            <a:r>
              <a:t>D:/pasar_fix/node_modules/.bun/lodash@4.18.1/node_modules/lodash/fp/tap.js</a:t>
            </a:r>
          </a:p>
          <a:p>
            <a:pPr>
              <a:defRPr sz="1200"/>
            </a:pPr>
            <a:r>
              <a:t>D:/pasar_fix/node_modules/.bun/lodash@4.18.1/node_modules/lodash/fp/template.js</a:t>
            </a:r>
          </a:p>
          <a:p>
            <a:pPr>
              <a:defRPr sz="1200"/>
            </a:pPr>
            <a:r>
              <a:t>D:/pasar_fix/node_modules/.bun/lodash@4.18.1/node_modules/lodash/fp/templateSettings.js</a:t>
            </a:r>
          </a:p>
          <a:p>
            <a:pPr>
              <a:defRPr sz="1200"/>
            </a:pPr>
            <a:r>
              <a:t>D:/pasar_fix/node_modules/.bun/lodash@4.18.1/node_modules/lodash/fp/throttle.js</a:t>
            </a:r>
          </a:p>
          <a:p>
            <a:pPr>
              <a:defRPr sz="1200"/>
            </a:pPr>
            <a:r>
              <a:t>D:/pasar_fix/node_modules/.bun/lodash@4.18.1/node_modules/lodash/fp/thru.js</a:t>
            </a:r>
          </a:p>
          <a:p>
            <a:pPr>
              <a:defRPr sz="1200"/>
            </a:pPr>
            <a:r>
              <a:t>D:/pasar_fix/node_modules/.bun/lodash@4.18.1/node_modules/lodash/fp/times.js</a:t>
            </a:r>
          </a:p>
          <a:p>
            <a:pPr>
              <a:defRPr sz="1200"/>
            </a:pPr>
            <a:r>
              <a:t>D:/pasar_fix/node_modules/.bun/lodash@4.18.1/node_modules/lodash/fp/toArray.js</a:t>
            </a:r>
          </a:p>
          <a:p>
            <a:pPr>
              <a:defRPr sz="1200"/>
            </a:pPr>
            <a:r>
              <a:t>D:/pasar_fix/node_modules/.bun/lodash@4.18.1/node_modules/lodash/fp/toFinite.js</a:t>
            </a:r>
          </a:p>
          <a:p>
            <a:pPr>
              <a:defRPr sz="1200"/>
            </a:pPr>
            <a:r>
              <a:t>D:/pasar_fix/node_modules/.bun/lodash@4.18.1/node_modules/lodash/fp/toInteger.js</a:t>
            </a:r>
          </a:p>
          <a:p>
            <a:pPr>
              <a:defRPr sz="1200"/>
            </a:pPr>
            <a:r>
              <a:t>D:/pasar_fix/node_modules/.bun/lodash@4.18.1/node_modules/lodash/fp/toIterator.js</a:t>
            </a:r>
          </a:p>
          <a:p>
            <a:pPr>
              <a:defRPr sz="1200"/>
            </a:pPr>
            <a:r>
              <a:t>D:/pasar_fix/node_modules/.bun/lodash@4.18.1/node_modules/lodash/fp/toJSON.js</a:t>
            </a:r>
          </a:p>
          <a:p>
            <a:pPr>
              <a:defRPr sz="1200"/>
            </a:pPr>
            <a:r>
              <a:t>D:/pasar_fix/node_modules/.bun/lodash@4.18.1/node_modules/lodash/fp/toLength.js</a:t>
            </a:r>
          </a:p>
          <a:p>
            <a:pPr>
              <a:defRPr sz="1200"/>
            </a:pPr>
            <a:r>
              <a:t>D:/pasar_fix/node_modules/.bun/lodash@4.18.1/node_modules/lodash/fp/toLower.js</a:t>
            </a:r>
          </a:p>
          <a:p>
            <a:pPr>
              <a:defRPr sz="1200"/>
            </a:pPr>
            <a:r>
              <a:t>D:/pasar_fix/node_modules/.bun/lodash@4.18.1/node_modules/lodash/fp/toNumber.js</a:t>
            </a:r>
          </a:p>
          <a:p>
            <a:pPr>
              <a:defRPr sz="1200"/>
            </a:pPr>
            <a:r>
              <a:t>D:/pasar_fix/node_modules/.bun/lodash@4.18.1/node_modules/lodash/fp/toPairs.js</a:t>
            </a:r>
          </a:p>
          <a:p>
            <a:pPr>
              <a:defRPr sz="1200"/>
            </a:pPr>
            <a:r>
              <a:t>D:/pasar_fix/node_modules/.bun/lodash@4.18.1/node_modules/lodash/fp/toPairsIn.js</a:t>
            </a:r>
          </a:p>
          <a:p>
            <a:pPr>
              <a:defRPr sz="1200"/>
            </a:pPr>
            <a:r>
              <a:t>D:/pasar_fix/node_modules/.bun/lodash@4.18.1/node_modules/lodash/fp/toPath.js</a:t>
            </a:r>
          </a:p>
          <a:p>
            <a:pPr>
              <a:defRPr sz="1200"/>
            </a:pPr>
            <a:r>
              <a:t>D:/pasar_fix/node_modules/.bun/lodash@4.18.1/node_modules/lodash/fp/toPlainObject.js</a:t>
            </a:r>
          </a:p>
          <a:p>
            <a:pPr>
              <a:defRPr sz="1200"/>
            </a:pPr>
            <a:r>
              <a:t>D:/pasar_fix/node_modules/.bun/lodash@4.18.1/node_modules/lodash/fp/toSafeInteger.js</a:t>
            </a:r>
          </a:p>
          <a:p>
            <a:pPr>
              <a:defRPr sz="1200"/>
            </a:pPr>
            <a:r>
              <a:t>D:/pasar_fix/node_modules/.bun/lodash@4.18.1/node_modules/lodash/fp/toString.js</a:t>
            </a:r>
          </a:p>
          <a:p>
            <a:pPr>
              <a:defRPr sz="1200"/>
            </a:pPr>
            <a:r>
              <a:t>D:/pasar_fix/node_modules/.bun/lodash@4.18.1/node_modules/lodash/fp/toUpper.js</a:t>
            </a:r>
          </a:p>
          <a:p>
            <a:pPr>
              <a:defRPr sz="1200"/>
            </a:pPr>
            <a:r>
              <a:t>D:/pasar_fix/node_modules/.bun/lodash@4.18.1/node_modules/lodash/fp/transform.js</a:t>
            </a:r>
          </a:p>
          <a:p>
            <a:pPr>
              <a:defRPr sz="1200"/>
            </a:pPr>
            <a:r>
              <a:t>D:/pasar_fix/node_modules/.bun/lodash@4.18.1/node_modules/lodash/fp/trim.js</a:t>
            </a:r>
          </a:p>
          <a:p>
            <a:pPr>
              <a:defRPr sz="1200"/>
            </a:pPr>
            <a:r>
              <a:t>D:/pasar_fix/node_modules/.bun/lodash@4.18.1/node_modules/lodash/fp/trimChars.js</a:t>
            </a:r>
          </a:p>
          <a:p>
            <a:pPr>
              <a:defRPr sz="1200"/>
            </a:pPr>
            <a:r>
              <a:t>D:/pasar_fix/node_modules/.bun/lodash@4.18.1/node_modules/lodash/fp/trimCharsEnd.js</a:t>
            </a:r>
          </a:p>
          <a:p>
            <a:pPr>
              <a:defRPr sz="1200"/>
            </a:pPr>
            <a:r>
              <a:t>D:/pasar_fix/node_modules/.bun/lodash@4.18.1/node_modules/lodash/fp/trimCharsStart.js</a:t>
            </a:r>
          </a:p>
          <a:p>
            <a:pPr>
              <a:defRPr sz="1200"/>
            </a:pPr>
            <a:r>
              <a:t>D:/pasar_fix/node_modules/.bun/lodash@4.18.1/node_modules/lodash/fp/trimEnd.js</a:t>
            </a:r>
          </a:p>
          <a:p>
            <a:pPr>
              <a:defRPr sz="1200"/>
            </a:pPr>
            <a:r>
              <a:t>D:/pasar_fix/node_modules/.bun/lodash@4.18.1/node_modules/lodash/fp/trimStart.js</a:t>
            </a:r>
          </a:p>
          <a:p>
            <a:pPr>
              <a:defRPr sz="1200"/>
            </a:pPr>
            <a:r>
              <a:t>D:/pasar_fix/node_modules/.bun/lodash@4.18.1/node_modules/lodash/fp/truncate.js</a:t>
            </a:r>
          </a:p>
          <a:p>
            <a:pPr>
              <a:defRPr sz="1200"/>
            </a:pPr>
            <a:r>
              <a:t>D:/pasar_fix/node_modules/.bun/lodash@4.18.1/node_modules/lodash/fp/unapply.js</a:t>
            </a:r>
          </a:p>
          <a:p>
            <a:pPr>
              <a:defRPr sz="1200"/>
            </a:pPr>
            <a:r>
              <a:t>D:/pasar_fix/node_modules/.bun/lodash@4.18.1/node_modules/lodash/fp/unary.js</a:t>
            </a:r>
          </a:p>
          <a:p>
            <a:pPr>
              <a:defRPr sz="1200"/>
            </a:pPr>
            <a:r>
              <a:t>D:/pasar_fix/node_modules/.bun/lodash@4.18.1/node_modules/lodash/fp/unescape.js</a:t>
            </a:r>
          </a:p>
          <a:p>
            <a:pPr>
              <a:defRPr sz="1200"/>
            </a:pPr>
            <a:r>
              <a:t>D:/pasar_fix/node_modules/.bun/lodash@4.18.1/node_modules/lodash/fp/union.js</a:t>
            </a:r>
          </a:p>
          <a:p>
            <a:pPr>
              <a:defRPr sz="1200"/>
            </a:pPr>
            <a:r>
              <a:t>D:/pasar_fix/node_modules/.bun/lodash@4.18.1/node_modules/lodash/fp/unionBy.js</a:t>
            </a:r>
          </a:p>
          <a:p>
            <a:pPr>
              <a:defRPr sz="1200"/>
            </a:pPr>
            <a:r>
              <a:t>D:/pasar_fix/node_modules/.bun/lodash@4.18.1/node_modules/lodash/fp/unionWith.js</a:t>
            </a:r>
          </a:p>
          <a:p>
            <a:pPr>
              <a:defRPr sz="1200"/>
            </a:pPr>
            <a:r>
              <a:t>D:/pasar_fix/node_modules/.bun/lodash@4.18.1/node_modules/lodash/fp/uniq.js</a:t>
            </a:r>
          </a:p>
          <a:p>
            <a:pPr>
              <a:defRPr sz="1200"/>
            </a:pPr>
            <a:r>
              <a:t>D:/pasar_fix/node_modules/.bun/lodash@4.18.1/node_modules/lodash/fp/uniqBy.js</a:t>
            </a:r>
          </a:p>
          <a:p>
            <a:pPr>
              <a:defRPr sz="1200"/>
            </a:pPr>
            <a:r>
              <a:t>D:/pasar_fix/node_modules/.bun/lodash@4.18.1/node_modules/lodash/fp/uniqueId.js</a:t>
            </a:r>
          </a:p>
          <a:p>
            <a:pPr>
              <a:defRPr sz="1200"/>
            </a:pPr>
            <a:r>
              <a:t>D:/pasar_fix/node_modules/.bun/lodash@4.18.1/node_modules/lodash/fp/uniqWith.js</a:t>
            </a:r>
          </a:p>
          <a:p>
            <a:pPr>
              <a:defRPr sz="1200"/>
            </a:pPr>
            <a:r>
              <a:t>D:/pasar_fix/node_modules/.bun/lodash@4.18.1/node_modules/lodash/fp/unnest.js</a:t>
            </a:r>
          </a:p>
          <a:p>
            <a:pPr>
              <a:defRPr sz="1200"/>
            </a:pPr>
            <a:r>
              <a:t>D:/pasar_fix/node_modules/.bun/lodash@4.18.1/node_modules/lodash/fp/unset.js</a:t>
            </a:r>
          </a:p>
          <a:p>
            <a:pPr>
              <a:defRPr sz="1200"/>
            </a:pPr>
            <a:r>
              <a:t>D:/pasar_fix/node_modules/.bun/lodash@4.18.1/node_modules/lodash/fp/unzip.js</a:t>
            </a:r>
          </a:p>
          <a:p>
            <a:pPr>
              <a:defRPr sz="1200"/>
            </a:pPr>
            <a:r>
              <a:t>D:/pasar_fix/node_modules/.bun/lodash@4.18.1/node_modules/lodash/fp/unzipWith.js</a:t>
            </a:r>
          </a:p>
          <a:p>
            <a:pPr>
              <a:defRPr sz="1200"/>
            </a:pPr>
            <a:r>
              <a:t>D:/pasar_fix/node_modules/.bun/lodash@4.18.1/node_modules/lodash/fp/update.js</a:t>
            </a:r>
          </a:p>
          <a:p>
            <a:pPr>
              <a:defRPr sz="1200"/>
            </a:pPr>
            <a:r>
              <a:t>D:/pasar_fix/node_modules/.bun/lodash@4.18.1/node_modules/lodash/fp/updateWith.js</a:t>
            </a:r>
          </a:p>
          <a:p>
            <a:pPr>
              <a:defRPr sz="1200"/>
            </a:pPr>
            <a:r>
              <a:t>D:/pasar_fix/node_modules/.bun/lodash@4.18.1/node_modules/lodash/fp/upperCase.js</a:t>
            </a:r>
          </a:p>
          <a:p>
            <a:pPr>
              <a:defRPr sz="1200"/>
            </a:pPr>
            <a:r>
              <a:t>D:/pasar_fix/node_modules/.bun/lodash@4.18.1/node_modules/lodash/fp/upperFirst.js</a:t>
            </a:r>
          </a:p>
          <a:p>
            <a:pPr>
              <a:defRPr sz="1200"/>
            </a:pPr>
            <a:r>
              <a:t>D:/pasar_fix/node_modules/.bun/lodash@4.18.1/node_modules/lodash/fp/useWith.js</a:t>
            </a:r>
          </a:p>
          <a:p>
            <a:pPr>
              <a:defRPr sz="1200"/>
            </a:pPr>
            <a:r>
              <a:t>D:/pasar_fix/node_modules/.bun/lodash@4.18.1/node_modules/lodash/fp/util.js</a:t>
            </a:r>
          </a:p>
          <a:p>
            <a:pPr>
              <a:defRPr sz="1200"/>
            </a:pPr>
            <a:r>
              <a:t>D:/pasar_fix/node_modules/.bun/lodash@4.18.1/node_modules/lodash/fp/value.js</a:t>
            </a:r>
          </a:p>
          <a:p>
            <a:pPr>
              <a:defRPr sz="1200"/>
            </a:pPr>
            <a:r>
              <a:t>D:/pasar_fix/node_modules/.bun/lodash@4.18.1/node_modules/lodash/fp/valueOf.js</a:t>
            </a:r>
          </a:p>
          <a:p>
            <a:pPr>
              <a:defRPr sz="1200"/>
            </a:pPr>
            <a:r>
              <a:t>D:/pasar_fix/node_modules/.bun/lodash@4.18.1/node_modules/lodash/fp/values.js</a:t>
            </a:r>
          </a:p>
          <a:p>
            <a:pPr>
              <a:defRPr sz="1200"/>
            </a:pPr>
            <a:r>
              <a:t>D:/pasar_fix/node_modules/.bun/lodash@4.18.1/node_modules/lodash/fp/valuesIn.js</a:t>
            </a:r>
          </a:p>
          <a:p>
            <a:pPr>
              <a:defRPr sz="1200"/>
            </a:pPr>
            <a:r>
              <a:t>D:/pasar_fix/node_modules/.bun/lodash@4.18.1/node_modules/lodash/fp/where.js</a:t>
            </a:r>
          </a:p>
          <a:p>
            <a:pPr>
              <a:defRPr sz="1200"/>
            </a:pPr>
            <a:r>
              <a:t>D:/pasar_fix/node_modules/.bun/lodash@4.18.1/node_modules/lodash/fp/whereEq.js</a:t>
            </a:r>
          </a:p>
          <a:p>
            <a:pPr>
              <a:defRPr sz="1200"/>
            </a:pPr>
            <a:r>
              <a:t>D:/pasar_fix/node_modules/.bun/lodash@4.18.1/node_modules/lodash/fp/without.js</a:t>
            </a:r>
          </a:p>
          <a:p>
            <a:pPr>
              <a:defRPr sz="1200"/>
            </a:pPr>
            <a:r>
              <a:t>D:/pasar_fix/node_modules/.bun/lodash@4.18.1/node_modules/lodash/fp/words.js</a:t>
            </a:r>
          </a:p>
          <a:p>
            <a:pPr>
              <a:defRPr sz="1200"/>
            </a:pPr>
            <a:r>
              <a:t>D:/pasar_fix/node_modules/.bun/lodash@4.18.1/node_modules/lodash/fp/wrap.js</a:t>
            </a:r>
          </a:p>
          <a:p>
            <a:pPr>
              <a:defRPr sz="1200"/>
            </a:pPr>
            <a:r>
              <a:t>D:/pasar_fix/node_modules/.bun/lodash@4.18.1/node_modules/lodash/fp/wrapperAt.js</a:t>
            </a:r>
          </a:p>
          <a:p>
            <a:pPr>
              <a:defRPr sz="1200"/>
            </a:pPr>
            <a:r>
              <a:t>D:/pasar_fix/node_modules/.bun/lodash@4.18.1/node_modules/lodash/fp/wrapperChain.js</a:t>
            </a:r>
          </a:p>
          <a:p>
            <a:pPr>
              <a:defRPr sz="1200"/>
            </a:pPr>
            <a:r>
              <a:t>D:/pasar_fix/node_modules/.bun/lodash@4.18.1/node_modules/lodash/fp/wrapperLodash.js</a:t>
            </a:r>
          </a:p>
          <a:p>
            <a:pPr>
              <a:defRPr sz="1200"/>
            </a:pPr>
            <a:r>
              <a:t>D:/pasar_fix/node_modules/.bun/lodash@4.18.1/node_modules/lodash/fp/wrapperReverse.js</a:t>
            </a:r>
          </a:p>
          <a:p>
            <a:pPr>
              <a:defRPr sz="1200"/>
            </a:pPr>
            <a:r>
              <a:t>D:/pasar_fix/node_modules/.bun/lodash@4.18.1/node_modules/lodash/fp/wrapperValue.js</a:t>
            </a:r>
          </a:p>
          <a:p>
            <a:pPr>
              <a:defRPr sz="1200"/>
            </a:pPr>
            <a:r>
              <a:t>D:/pasar_fix/node_modules/.bun/lodash@4.18.1/node_modules/lodash/fp/xor.js</a:t>
            </a:r>
          </a:p>
          <a:p>
            <a:pPr>
              <a:defRPr sz="1200"/>
            </a:pPr>
            <a:r>
              <a:t>D:/pasar_fix/node_modules/.bun/lodash@4.18.1/node_modules/lodash/fp/xorBy.js</a:t>
            </a:r>
          </a:p>
          <a:p>
            <a:pPr>
              <a:defRPr sz="1200"/>
            </a:pPr>
            <a:r>
              <a:t>D:/pasar_fix/node_modules/.bun/lodash@4.18.1/node_modules/lodash/fp/xorWith.js</a:t>
            </a:r>
          </a:p>
          <a:p>
            <a:pPr>
              <a:defRPr sz="1200"/>
            </a:pPr>
            <a:r>
              <a:t>D:/pasar_fix/node_modules/.bun/lodash@4.18.1/node_modules/lodash/fp/zip.js</a:t>
            </a:r>
          </a:p>
          <a:p>
            <a:pPr>
              <a:defRPr sz="1200"/>
            </a:pPr>
            <a:r>
              <a:t>D:/pasar_fix/node_modules/.bun/lodash@4.18.1/node_modules/lodash/fp/zipAll.js</a:t>
            </a:r>
          </a:p>
          <a:p>
            <a:pPr>
              <a:defRPr sz="1200"/>
            </a:pPr>
            <a:r>
              <a:t>D:/pasar_fix/node_modules/.bun/lodash@4.18.1/node_modules/lodash/fp/zipObj.js</a:t>
            </a:r>
          </a:p>
          <a:p>
            <a:pPr>
              <a:defRPr sz="1200"/>
            </a:pPr>
            <a:r>
              <a:t>D:/pasar_fix/node_modules/.bun/lodash@4.18.1/node_modules/lodash/fp/zipObject.js</a:t>
            </a:r>
          </a:p>
          <a:p>
            <a:pPr>
              <a:defRPr sz="1200"/>
            </a:pPr>
            <a:r>
              <a:t>D:/pasar_fix/node_modules/.bun/lodash@4.18.1/node_modules/lodash/fp/zipObjectDeep.js</a:t>
            </a:r>
          </a:p>
          <a:p>
            <a:pPr>
              <a:defRPr sz="1200"/>
            </a:pPr>
            <a:r>
              <a:t>D:/pasar_fix/node_modules/.bun/lodash@4.18.1/node_modules/lodash/fp/zipWith.js</a:t>
            </a:r>
          </a:p>
          <a:p>
            <a:pPr>
              <a:defRPr sz="1200"/>
            </a:pPr>
            <a:r>
              <a:t>D:/pasar_fix/node_modules/.bun/lodash@4.18.1/node_modules/lodash/fp/_baseConvert.js</a:t>
            </a:r>
          </a:p>
          <a:p>
            <a:pPr>
              <a:defRPr sz="1200"/>
            </a:pPr>
            <a:r>
              <a:t>D:/pasar_fix/node_modules/.bun/lodash@4.18.1/node_modules/lodash/fp/_convertBrowser.js</a:t>
            </a:r>
          </a:p>
          <a:p>
            <a:pPr>
              <a:defRPr sz="1200"/>
            </a:pPr>
            <a:r>
              <a:t>D:/pasar_fix/node_modules/.bun/lodash@4.18.1/node_modules/lodash/fp/_falseOptions.js</a:t>
            </a:r>
          </a:p>
          <a:p>
            <a:pPr>
              <a:defRPr sz="1200"/>
            </a:pPr>
            <a:r>
              <a:t>D:/pasar_fix/node_modules/.bun/lodash@4.18.1/node_modules/lodash/fp/_mapping.js</a:t>
            </a:r>
          </a:p>
          <a:p>
            <a:pPr>
              <a:defRPr sz="1200"/>
            </a:pPr>
            <a:r>
              <a:t>D:/pasar_fix/node_modules/.bun/lodash@4.18.1/node_modules/lodash/fp/_util.js</a:t>
            </a:r>
          </a:p>
          <a:p>
            <a:pPr>
              <a:defRPr sz="1200"/>
            </a:pPr>
            <a:r>
              <a:t>D:/pasar_fix/node_modules/.bun/lodash@4.18.1/node_modules/lodash/fp/__.js</a:t>
            </a:r>
          </a:p>
          <a:p>
            <a:pPr>
              <a:defRPr sz="1200"/>
            </a:pPr>
            <a:r>
              <a:t>D:/pasar_fix/node_modules/.bun/log-symbols@4.1.0/node_modules/log-symbols/browser.js</a:t>
            </a:r>
          </a:p>
          <a:p>
            <a:pPr>
              <a:defRPr sz="1200"/>
            </a:pPr>
            <a:r>
              <a:t>D:/pasar_fix/node_modules/.bun/log-symbols@4.1.0/node_modules/log-symbols/index.d.ts</a:t>
            </a:r>
          </a:p>
          <a:p>
            <a:pPr>
              <a:defRPr sz="1200"/>
            </a:pPr>
            <a:r>
              <a:t>D:/pasar_fix/node_modules/.bun/log-symbols@4.1.0/node_modules/log-symbols/index.js</a:t>
            </a:r>
          </a:p>
          <a:p>
            <a:pPr>
              <a:defRPr sz="1200"/>
            </a:pPr>
            <a:r>
              <a:t>D:/pasar_fix/node_modules/.bun/log-symbols@4.1.0/node_modules/log-symbols/license</a:t>
            </a:r>
          </a:p>
          <a:p>
            <a:pPr>
              <a:defRPr sz="1200"/>
            </a:pPr>
            <a:r>
              <a:t>D:/pasar_fix/node_modules/.bun/log-symbols@4.1.0/node_modules/log-symbols/package.json</a:t>
            </a:r>
          </a:p>
          <a:p>
            <a:pPr>
              <a:defRPr sz="1200"/>
            </a:pPr>
            <a:r>
              <a:t>D:/pasar_fix/node_modules/.bun/log-symbols@4.1.0/node_modules/log-symbols/readme.md</a:t>
            </a:r>
          </a:p>
          <a:p>
            <a:pPr>
              <a:defRPr sz="1200"/>
            </a:pPr>
            <a:r>
              <a:t>D:/pasar_fix/node_modules/.bun/loose-envify@1.4.0/node_modules/.bin/loose-envify.bunx</a:t>
            </a:r>
          </a:p>
          <a:p>
            <a:pPr>
              <a:defRPr sz="1200"/>
            </a:pPr>
            <a:r>
              <a:t>D:/pasar_fix/node_modules/.bun/loose-envify@1.4.0/node_modules/.bin/loose-envify.exe</a:t>
            </a:r>
          </a:p>
          <a:p>
            <a:pPr>
              <a:defRPr sz="1200"/>
            </a:pPr>
            <a:r>
              <a:t>D:/pasar_fix/node_modules/.bun/loose-envify@1.4.0/node_modules/loose-envify/cli.js</a:t>
            </a:r>
          </a:p>
          <a:p>
            <a:pPr>
              <a:defRPr sz="1200"/>
            </a:pPr>
            <a:r>
              <a:t>D:/pasar_fix/node_modules/.bun/loose-envify@1.4.0/node_modules/loose-envify/custom.js</a:t>
            </a:r>
          </a:p>
          <a:p>
            <a:pPr>
              <a:defRPr sz="1200"/>
            </a:pPr>
            <a:r>
              <a:t>D:/pasar_fix/node_modules/.bun/loose-envify@1.4.0/node_modules/loose-envify/index.js</a:t>
            </a:r>
          </a:p>
          <a:p>
            <a:pPr>
              <a:defRPr sz="1200"/>
            </a:pPr>
            <a:r>
              <a:t>D:/pasar_fix/node_modules/.bun/loose-envify@1.4.0/node_modules/loose-envify/LICENSE</a:t>
            </a:r>
          </a:p>
          <a:p>
            <a:pPr>
              <a:defRPr sz="1200"/>
            </a:pPr>
            <a:r>
              <a:t>D:/pasar_fix/node_modules/.bun/loose-envify@1.4.0/node_modules/loose-envify/loose-envify.js</a:t>
            </a:r>
          </a:p>
          <a:p>
            <a:pPr>
              <a:defRPr sz="1200"/>
            </a:pPr>
            <a:r>
              <a:t>D:/pasar_fix/node_modules/.bun/loose-envify@1.4.0/node_modules/loose-envify/package.json</a:t>
            </a:r>
          </a:p>
          <a:p>
            <a:pPr>
              <a:defRPr sz="1200"/>
            </a:pPr>
            <a:r>
              <a:t>D:/pasar_fix/node_modules/.bun/loose-envify@1.4.0/node_modules/loose-envify/README.md</a:t>
            </a:r>
          </a:p>
          <a:p>
            <a:pPr>
              <a:defRPr sz="1200"/>
            </a:pPr>
            <a:r>
              <a:t>D:/pasar_fix/node_modules/.bun/loose-envify@1.4.0/node_modules/loose-envify/replace.js</a:t>
            </a:r>
          </a:p>
          <a:p>
            <a:pPr>
              <a:defRPr sz="1200"/>
            </a:pPr>
            <a:r>
              <a:t>D:/pasar_fix/node_modules/.bun/loupe@3.2.1/node_modules/loupe/LICENSE</a:t>
            </a:r>
          </a:p>
          <a:p>
            <a:pPr>
              <a:defRPr sz="1200"/>
            </a:pPr>
            <a:r>
              <a:t>D:/pasar_fix/node_modules/.bun/loupe@3.2.1/node_modules/loupe/loupe.js</a:t>
            </a:r>
          </a:p>
          <a:p>
            <a:pPr>
              <a:defRPr sz="1200"/>
            </a:pPr>
            <a:r>
              <a:t>D:/pasar_fix/node_modules/.bun/loupe@3.2.1/node_modules/loupe/package.json</a:t>
            </a:r>
          </a:p>
          <a:p>
            <a:pPr>
              <a:defRPr sz="1200"/>
            </a:pPr>
            <a:r>
              <a:t>D:/pasar_fix/node_modules/.bun/loupe@3.2.1/node_modules/loupe/README.md</a:t>
            </a:r>
          </a:p>
          <a:p>
            <a:pPr>
              <a:defRPr sz="1200"/>
            </a:pPr>
            <a:r>
              <a:t>D:/pasar_fix/node_modules/.bun/loupe@3.2.1/node_modules/loupe/lib/arguments.d.ts</a:t>
            </a:r>
          </a:p>
          <a:p>
            <a:pPr>
              <a:defRPr sz="1200"/>
            </a:pPr>
            <a:r>
              <a:t>D:/pasar_fix/node_modules/.bun/loupe@3.2.1/node_modules/loupe/lib/arguments.d.ts.map</a:t>
            </a:r>
          </a:p>
          <a:p>
            <a:pPr>
              <a:defRPr sz="1200"/>
            </a:pPr>
            <a:r>
              <a:t>D:/pasar_fix/node_modules/.bun/loupe@3.2.1/node_modules/loupe/lib/arguments.js</a:t>
            </a:r>
          </a:p>
          <a:p>
            <a:pPr>
              <a:defRPr sz="1200"/>
            </a:pPr>
            <a:r>
              <a:t>D:/pasar_fix/node_modules/.bun/loupe@3.2.1/node_modules/loupe/lib/array.d.ts</a:t>
            </a:r>
          </a:p>
          <a:p>
            <a:pPr>
              <a:defRPr sz="1200"/>
            </a:pPr>
            <a:r>
              <a:t>D:/pasar_fix/node_modules/.bun/loupe@3.2.1/node_modules/loupe/lib/array.d.ts.map</a:t>
            </a:r>
          </a:p>
          <a:p>
            <a:pPr>
              <a:defRPr sz="1200"/>
            </a:pPr>
            <a:r>
              <a:t>D:/pasar_fix/node_modules/.bun/loupe@3.2.1/node_modules/loupe/lib/array.js</a:t>
            </a:r>
          </a:p>
          <a:p>
            <a:pPr>
              <a:defRPr sz="1200"/>
            </a:pPr>
            <a:r>
              <a:t>D:/pasar_fix/node_modules/.bun/loupe@3.2.1/node_modules/loupe/lib/bigint.d.ts</a:t>
            </a:r>
          </a:p>
          <a:p>
            <a:pPr>
              <a:defRPr sz="1200"/>
            </a:pPr>
            <a:r>
              <a:t>D:/pasar_fix/node_modules/.bun/loupe@3.2.1/node_modules/loupe/lib/bigint.d.ts.map</a:t>
            </a:r>
          </a:p>
          <a:p>
            <a:pPr>
              <a:defRPr sz="1200"/>
            </a:pPr>
            <a:r>
              <a:t>D:/pasar_fix/node_modules/.bun/loupe@3.2.1/node_modules/loupe/lib/bigint.js</a:t>
            </a:r>
          </a:p>
          <a:p>
            <a:pPr>
              <a:defRPr sz="1200"/>
            </a:pPr>
            <a:r>
              <a:t>D:/pasar_fix/node_modules/.bun/loupe@3.2.1/node_modules/loupe/lib/class.d.ts</a:t>
            </a:r>
          </a:p>
          <a:p>
            <a:pPr>
              <a:defRPr sz="1200"/>
            </a:pPr>
            <a:r>
              <a:t>D:/pasar_fix/node_modules/.bun/loupe@3.2.1/node_modules/loupe/lib/class.d.ts.map</a:t>
            </a:r>
          </a:p>
          <a:p>
            <a:pPr>
              <a:defRPr sz="1200"/>
            </a:pPr>
            <a:r>
              <a:t>D:/pasar_fix/node_modules/.bun/loupe@3.2.1/node_modules/loupe/lib/class.js</a:t>
            </a:r>
          </a:p>
          <a:p>
            <a:pPr>
              <a:defRPr sz="1200"/>
            </a:pPr>
            <a:r>
              <a:t>D:/pasar_fix/node_modules/.bun/loupe@3.2.1/node_modules/loupe/lib/date.d.ts</a:t>
            </a:r>
          </a:p>
          <a:p>
            <a:pPr>
              <a:defRPr sz="1200"/>
            </a:pPr>
            <a:r>
              <a:t>D:/pasar_fix/node_modules/.bun/loupe@3.2.1/node_modules/loupe/lib/date.d.ts.map</a:t>
            </a:r>
          </a:p>
          <a:p>
            <a:pPr>
              <a:defRPr sz="1200"/>
            </a:pPr>
            <a:r>
              <a:t>D:/pasar_fix/node_modules/.bun/loupe@3.2.1/node_modules/loupe/lib/date.js</a:t>
            </a:r>
          </a:p>
          <a:p>
            <a:pPr>
              <a:defRPr sz="1200"/>
            </a:pPr>
            <a:r>
              <a:t>D:/pasar_fix/node_modules/.bun/loupe@3.2.1/node_modules/loupe/lib/error.d.ts</a:t>
            </a:r>
          </a:p>
          <a:p>
            <a:pPr>
              <a:defRPr sz="1200"/>
            </a:pPr>
            <a:r>
              <a:t>D:/pasar_fix/node_modules/.bun/loupe@3.2.1/node_modules/loupe/lib/error.d.ts.map</a:t>
            </a:r>
          </a:p>
          <a:p>
            <a:pPr>
              <a:defRPr sz="1200"/>
            </a:pPr>
            <a:r>
              <a:t>D:/pasar_fix/node_modules/.bun/loupe@3.2.1/node_modules/loupe/lib/error.js</a:t>
            </a:r>
          </a:p>
          <a:p>
            <a:pPr>
              <a:defRPr sz="1200"/>
            </a:pPr>
            <a:r>
              <a:t>D:/pasar_fix/node_modules/.bun/loupe@3.2.1/node_modules/loupe/lib/function.d.ts</a:t>
            </a:r>
          </a:p>
          <a:p>
            <a:pPr>
              <a:defRPr sz="1200"/>
            </a:pPr>
            <a:r>
              <a:t>D:/pasar_fix/node_modules/.bun/loupe@3.2.1/node_modules/loupe/lib/function.d.ts.map</a:t>
            </a:r>
          </a:p>
          <a:p>
            <a:pPr>
              <a:defRPr sz="1200"/>
            </a:pPr>
            <a:r>
              <a:t>D:/pasar_fix/node_modules/.bun/loupe@3.2.1/node_modules/loupe/lib/function.js</a:t>
            </a:r>
          </a:p>
          <a:p>
            <a:pPr>
              <a:defRPr sz="1200"/>
            </a:pPr>
            <a:r>
              <a:t>D:/pasar_fix/node_modules/.bun/loupe@3.2.1/node_modules/loupe/lib/helpers.d.ts</a:t>
            </a:r>
          </a:p>
          <a:p>
            <a:pPr>
              <a:defRPr sz="1200"/>
            </a:pPr>
            <a:r>
              <a:t>D:/pasar_fix/node_modules/.bun/loupe@3.2.1/node_modules/loupe/lib/helpers.d.ts.map</a:t>
            </a:r>
          </a:p>
          <a:p>
            <a:pPr>
              <a:defRPr sz="1200"/>
            </a:pPr>
            <a:r>
              <a:t>D:/pasar_fix/node_modules/.bun/loupe@3.2.1/node_modules/loupe/lib/helpers.js</a:t>
            </a:r>
          </a:p>
          <a:p>
            <a:pPr>
              <a:defRPr sz="1200"/>
            </a:pPr>
            <a:r>
              <a:t>D:/pasar_fix/node_modules/.bun/loupe@3.2.1/node_modules/loupe/lib/html.d.ts</a:t>
            </a:r>
          </a:p>
          <a:p>
            <a:pPr>
              <a:defRPr sz="1200"/>
            </a:pPr>
            <a:r>
              <a:t>D:/pasar_fix/node_modules/.bun/loupe@3.2.1/node_modules/loupe/lib/html.d.ts.map</a:t>
            </a:r>
          </a:p>
          <a:p>
            <a:pPr>
              <a:defRPr sz="1200"/>
            </a:pPr>
            <a:r>
              <a:t>D:/pasar_fix/node_modules/.bun/loupe@3.2.1/node_modules/loupe/lib/html.js</a:t>
            </a:r>
          </a:p>
          <a:p>
            <a:pPr>
              <a:defRPr sz="1200"/>
            </a:pPr>
            <a:r>
              <a:t>D:/pasar_fix/node_modules/.bun/loupe@3.2.1/node_modules/loupe/lib/index.d.ts</a:t>
            </a:r>
          </a:p>
          <a:p>
            <a:pPr>
              <a:defRPr sz="1200"/>
            </a:pPr>
            <a:r>
              <a:t>D:/pasar_fix/node_modules/.bun/loupe@3.2.1/node_modules/loupe/lib/index.d.ts.map</a:t>
            </a:r>
          </a:p>
          <a:p>
            <a:pPr>
              <a:defRPr sz="1200"/>
            </a:pPr>
            <a:r>
              <a:t>D:/pasar_fix/node_modules/.bun/loupe@3.2.1/node_modules/loupe/lib/index.js</a:t>
            </a:r>
          </a:p>
          <a:p>
            <a:pPr>
              <a:defRPr sz="1200"/>
            </a:pPr>
            <a:r>
              <a:t>D:/pasar_fix/node_modules/.bun/loupe@3.2.1/node_modules/loupe/lib/map.d.ts</a:t>
            </a:r>
          </a:p>
          <a:p>
            <a:pPr>
              <a:defRPr sz="1200"/>
            </a:pPr>
            <a:r>
              <a:t>D:/pasar_fix/node_modules/.bun/loupe@3.2.1/node_modules/loupe/lib/map.d.ts.map</a:t>
            </a:r>
          </a:p>
          <a:p>
            <a:pPr>
              <a:defRPr sz="1200"/>
            </a:pPr>
            <a:r>
              <a:t>D:/pasar_fix/node_modules/.bun/loupe@3.2.1/node_modules/loupe/lib/map.js</a:t>
            </a:r>
          </a:p>
          <a:p>
            <a:pPr>
              <a:defRPr sz="1200"/>
            </a:pPr>
            <a:r>
              <a:t>D:/pasar_fix/node_modules/.bun/loupe@3.2.1/node_modules/loupe/lib/number.d.ts</a:t>
            </a:r>
          </a:p>
          <a:p>
            <a:pPr>
              <a:defRPr sz="1200"/>
            </a:pPr>
            <a:r>
              <a:t>D:/pasar_fix/node_modules/.bun/loupe@3.2.1/node_modules/loupe/lib/number.d.ts.map</a:t>
            </a:r>
          </a:p>
          <a:p>
            <a:pPr>
              <a:defRPr sz="1200"/>
            </a:pPr>
            <a:r>
              <a:t>D:/pasar_fix/node_modules/.bun/loupe@3.2.1/node_modules/loupe/lib/number.js</a:t>
            </a:r>
          </a:p>
          <a:p>
            <a:pPr>
              <a:defRPr sz="1200"/>
            </a:pPr>
            <a:r>
              <a:t>D:/pasar_fix/node_modules/.bun/loupe@3.2.1/node_modules/loupe/lib/object.d.ts</a:t>
            </a:r>
          </a:p>
          <a:p>
            <a:pPr>
              <a:defRPr sz="1200"/>
            </a:pPr>
            <a:r>
              <a:t>D:/pasar_fix/node_modules/.bun/loupe@3.2.1/node_modules/loupe/lib/object.d.ts.map</a:t>
            </a:r>
          </a:p>
          <a:p>
            <a:pPr>
              <a:defRPr sz="1200"/>
            </a:pPr>
            <a:r>
              <a:t>D:/pasar_fix/node_modules/.bun/loupe@3.2.1/node_modules/loupe/lib/object.js</a:t>
            </a:r>
          </a:p>
          <a:p>
            <a:pPr>
              <a:defRPr sz="1200"/>
            </a:pPr>
            <a:r>
              <a:t>D:/pasar_fix/node_modules/.bun/loupe@3.2.1/node_modules/loupe/lib/promise.d.ts</a:t>
            </a:r>
          </a:p>
          <a:p>
            <a:pPr>
              <a:defRPr sz="1200"/>
            </a:pPr>
            <a:r>
              <a:t>D:/pasar_fix/node_modules/.bun/loupe@3.2.1/node_modules/loupe/lib/promise.d.ts.map</a:t>
            </a:r>
          </a:p>
          <a:p>
            <a:pPr>
              <a:defRPr sz="1200"/>
            </a:pPr>
            <a:r>
              <a:t>D:/pasar_fix/node_modules/.bun/loupe@3.2.1/node_modules/loupe/lib/promise.js</a:t>
            </a:r>
          </a:p>
          <a:p>
            <a:pPr>
              <a:defRPr sz="1200"/>
            </a:pPr>
            <a:r>
              <a:t>D:/pasar_fix/node_modules/.bun/loupe@3.2.1/node_modules/loupe/lib/regexp.d.ts</a:t>
            </a:r>
          </a:p>
          <a:p>
            <a:pPr>
              <a:defRPr sz="1200"/>
            </a:pPr>
            <a:r>
              <a:t>D:/pasar_fix/node_modules/.bun/loupe@3.2.1/node_modules/loupe/lib/regexp.d.ts.map</a:t>
            </a:r>
          </a:p>
          <a:p>
            <a:pPr>
              <a:defRPr sz="1200"/>
            </a:pPr>
            <a:r>
              <a:t>D:/pasar_fix/node_modules/.bun/loupe@3.2.1/node_modules/loupe/lib/regexp.js</a:t>
            </a:r>
          </a:p>
          <a:p>
            <a:pPr>
              <a:defRPr sz="1200"/>
            </a:pPr>
            <a:r>
              <a:t>D:/pasar_fix/node_modules/.bun/loupe@3.2.1/node_modules/loupe/lib/set.d.ts</a:t>
            </a:r>
          </a:p>
          <a:p>
            <a:pPr>
              <a:defRPr sz="1200"/>
            </a:pPr>
            <a:r>
              <a:t>D:/pasar_fix/node_modules/.bun/loupe@3.2.1/node_modules/loupe/lib/set.d.ts.map</a:t>
            </a:r>
          </a:p>
          <a:p>
            <a:pPr>
              <a:defRPr sz="1200"/>
            </a:pPr>
            <a:r>
              <a:t>D:/pasar_fix/node_modules/.bun/loupe@3.2.1/node_modules/loupe/lib/set.js</a:t>
            </a:r>
          </a:p>
          <a:p>
            <a:pPr>
              <a:defRPr sz="1200"/>
            </a:pPr>
            <a:r>
              <a:t>D:/pasar_fix/node_modules/.bun/loupe@3.2.1/node_modules/loupe/lib/string.d.ts</a:t>
            </a:r>
          </a:p>
          <a:p>
            <a:pPr>
              <a:defRPr sz="1200"/>
            </a:pPr>
            <a:r>
              <a:t>D:/pasar_fix/node_modules/.bun/loupe@3.2.1/node_modules/loupe/lib/string.d.ts.map</a:t>
            </a:r>
          </a:p>
          <a:p>
            <a:pPr>
              <a:defRPr sz="1200"/>
            </a:pPr>
            <a:r>
              <a:t>D:/pasar_fix/node_modules/.bun/loupe@3.2.1/node_modules/loupe/lib/string.js</a:t>
            </a:r>
          </a:p>
          <a:p>
            <a:pPr>
              <a:defRPr sz="1200"/>
            </a:pPr>
            <a:r>
              <a:t>D:/pasar_fix/node_modules/.bun/loupe@3.2.1/node_modules/loupe/lib/symbol.d.ts</a:t>
            </a:r>
          </a:p>
          <a:p>
            <a:pPr>
              <a:defRPr sz="1200"/>
            </a:pPr>
            <a:r>
              <a:t>D:/pasar_fix/node_modules/.bun/loupe@3.2.1/node_modules/loupe/lib/symbol.d.ts.map</a:t>
            </a:r>
          </a:p>
          <a:p>
            <a:pPr>
              <a:defRPr sz="1200"/>
            </a:pPr>
            <a:r>
              <a:t>D:/pasar_fix/node_modules/.bun/loupe@3.2.1/node_modules/loupe/lib/symbol.js</a:t>
            </a:r>
          </a:p>
          <a:p>
            <a:pPr>
              <a:defRPr sz="1200"/>
            </a:pPr>
            <a:r>
              <a:t>D:/pasar_fix/node_modules/.bun/loupe@3.2.1/node_modules/loupe/lib/typedarray.d.ts</a:t>
            </a:r>
          </a:p>
          <a:p>
            <a:pPr>
              <a:defRPr sz="1200"/>
            </a:pPr>
            <a:r>
              <a:t>D:/pasar_fix/node_modules/.bun/loupe@3.2.1/node_modules/loupe/lib/typedarray.d.ts.map</a:t>
            </a:r>
          </a:p>
          <a:p>
            <a:pPr>
              <a:defRPr sz="1200"/>
            </a:pPr>
            <a:r>
              <a:t>D:/pasar_fix/node_modules/.bun/loupe@3.2.1/node_modules/loupe/lib/typedarray.js</a:t>
            </a:r>
          </a:p>
          <a:p>
            <a:pPr>
              <a:defRPr sz="1200"/>
            </a:pPr>
            <a:r>
              <a:t>D:/pasar_fix/node_modules/.bun/loupe@3.2.1/node_modules/loupe/lib/types.d.ts</a:t>
            </a:r>
          </a:p>
          <a:p>
            <a:pPr>
              <a:defRPr sz="1200"/>
            </a:pPr>
            <a:r>
              <a:t>D:/pasar_fix/node_modules/.bun/loupe@3.2.1/node_modules/loupe/lib/types.d.ts.map</a:t>
            </a:r>
          </a:p>
          <a:p>
            <a:pPr>
              <a:defRPr sz="1200"/>
            </a:pPr>
            <a:r>
              <a:t>D:/pasar_fix/node_modules/.bun/loupe@3.2.1/node_modules/loupe/lib/types.js</a:t>
            </a:r>
          </a:p>
          <a:p>
            <a:pPr>
              <a:defRPr sz="1200"/>
            </a:pPr>
            <a:r>
              <a:t>D:/pasar_fix/node_modules/.bun/lru-cache@10.4.3/node_modules/lru-cache/LICENSE</a:t>
            </a:r>
          </a:p>
          <a:p>
            <a:pPr>
              <a:defRPr sz="1200"/>
            </a:pPr>
            <a:r>
              <a:t>D:/pasar_fix/node_modules/.bun/lru-cache@10.4.3/node_modules/lru-cache/package.json</a:t>
            </a:r>
          </a:p>
          <a:p>
            <a:pPr>
              <a:defRPr sz="1200"/>
            </a:pPr>
            <a:r>
              <a:t>D:/pasar_fix/node_modules/.bun/lru-cache@10.4.3/node_modules/lru-cache/README.md</a:t>
            </a:r>
          </a:p>
          <a:p>
            <a:pPr>
              <a:defRPr sz="1200"/>
            </a:pPr>
            <a:r>
              <a:t>D:/pasar_fix/node_modules/.bun/lru-cache@10.4.3/node_modules/lru-cache/dist/commonjs/index.d.ts</a:t>
            </a:r>
          </a:p>
          <a:p>
            <a:pPr>
              <a:defRPr sz="1200"/>
            </a:pPr>
            <a:r>
              <a:t>D:/pasar_fix/node_modules/.bun/lru-cache@10.4.3/node_modules/lru-cache/dist/commonjs/index.d.ts.map</a:t>
            </a:r>
          </a:p>
          <a:p>
            <a:pPr>
              <a:defRPr sz="1200"/>
            </a:pPr>
            <a:r>
              <a:t>D:/pasar_fix/node_modules/.bun/lru-cache@10.4.3/node_modules/lru-cache/dist/commonjs/index.js</a:t>
            </a:r>
          </a:p>
          <a:p>
            <a:pPr>
              <a:defRPr sz="1200"/>
            </a:pPr>
            <a:r>
              <a:t>D:/pasar_fix/node_modules/.bun/lru-cache@10.4.3/node_modules/lru-cache/dist/commonjs/index.js.map</a:t>
            </a:r>
          </a:p>
          <a:p>
            <a:pPr>
              <a:defRPr sz="1200"/>
            </a:pPr>
            <a:r>
              <a:t>D:/pasar_fix/node_modules/.bun/lru-cache@10.4.3/node_modules/lru-cache/dist/commonjs/index.min.js</a:t>
            </a:r>
          </a:p>
          <a:p>
            <a:pPr>
              <a:defRPr sz="1200"/>
            </a:pPr>
            <a:r>
              <a:t>D:/pasar_fix/node_modules/.bun/lru-cache@10.4.3/node_modules/lru-cache/dist/commonjs/index.min.js.map</a:t>
            </a:r>
          </a:p>
          <a:p>
            <a:pPr>
              <a:defRPr sz="1200"/>
            </a:pPr>
            <a:r>
              <a:t>D:/pasar_fix/node_modules/.bun/lru-cache@10.4.3/node_modules/lru-cache/dist/commonjs/package.json</a:t>
            </a:r>
          </a:p>
          <a:p>
            <a:pPr>
              <a:defRPr sz="1200"/>
            </a:pPr>
            <a:r>
              <a:t>D:/pasar_fix/node_modules/.bun/lru-cache@10.4.3/node_modules/lru-cache/dist/esm/index.d.ts</a:t>
            </a:r>
          </a:p>
          <a:p>
            <a:pPr>
              <a:defRPr sz="1200"/>
            </a:pPr>
            <a:r>
              <a:t>D:/pasar_fix/node_modules/.bun/lru-cache@10.4.3/node_modules/lru-cache/dist/esm/index.d.ts.map</a:t>
            </a:r>
          </a:p>
          <a:p>
            <a:pPr>
              <a:defRPr sz="1200"/>
            </a:pPr>
            <a:r>
              <a:t>D:/pasar_fix/node_modules/.bun/lru-cache@10.4.3/node_modules/lru-cache/dist/esm/index.js</a:t>
            </a:r>
          </a:p>
          <a:p>
            <a:pPr>
              <a:defRPr sz="1200"/>
            </a:pPr>
            <a:r>
              <a:t>D:/pasar_fix/node_modules/.bun/lru-cache@10.4.3/node_modules/lru-cache/dist/esm/index.js.map</a:t>
            </a:r>
          </a:p>
          <a:p>
            <a:pPr>
              <a:defRPr sz="1200"/>
            </a:pPr>
            <a:r>
              <a:t>D:/pasar_fix/node_modules/.bun/lru-cache@10.4.3/node_modules/lru-cache/dist/esm/index.min.js</a:t>
            </a:r>
          </a:p>
          <a:p>
            <a:pPr>
              <a:defRPr sz="1200"/>
            </a:pPr>
            <a:r>
              <a:t>D:/pasar_fix/node_modules/.bun/lru-cache@10.4.3/node_modules/lru-cache/dist/esm/index.min.js.map</a:t>
            </a:r>
          </a:p>
          <a:p>
            <a:pPr>
              <a:defRPr sz="1200"/>
            </a:pPr>
            <a:r>
              <a:t>D:/pasar_fix/node_modules/.bun/lru-cache@10.4.3/node_modules/lru-cache/dist/esm/package.json</a:t>
            </a:r>
          </a:p>
          <a:p>
            <a:pPr>
              <a:defRPr sz="1200"/>
            </a:pPr>
            <a:r>
              <a:t>D:/pasar_fix/node_modules/.bun/lru-cache@11.3.6/node_modules/lru-cache/LICENSE.md</a:t>
            </a:r>
          </a:p>
          <a:p>
            <a:pPr>
              <a:defRPr sz="1200"/>
            </a:pPr>
            <a:r>
              <a:t>D:/pasar_fix/node_modules/.bun/lru-cache@11.3.6/node_modules/lru-cache/package.json</a:t>
            </a:r>
          </a:p>
          <a:p>
            <a:pPr>
              <a:defRPr sz="1200"/>
            </a:pPr>
            <a:r>
              <a:t>D:/pasar_fix/node_modules/.bun/lru-cache@11.3.6/node_modules/lru-cache/README.md</a:t>
            </a:r>
          </a:p>
          <a:p>
            <a:pPr>
              <a:defRPr sz="1200"/>
            </a:pPr>
            <a:r>
              <a:t>D:/pasar_fix/node_modules/.bun/lru-cache@11.3.6/node_modules/lru-cache/dist/commonjs/diagnostics-channel-cjs.cjs.map</a:t>
            </a:r>
          </a:p>
          <a:p>
            <a:pPr>
              <a:defRPr sz="1200"/>
            </a:pPr>
            <a:r>
              <a:t>D:/pasar_fix/node_modules/.bun/lru-cache@11.3.6/node_modules/lru-cache/dist/commonjs/diagnostics-channel-cjs.d.cts.map</a:t>
            </a:r>
          </a:p>
          <a:p>
            <a:pPr>
              <a:defRPr sz="1200"/>
            </a:pPr>
            <a:r>
              <a:t>D:/pasar_fix/node_modules/.bun/lru-cache@11.3.6/node_modules/lru-cache/dist/commonjs/diagnostics-channel.d.ts</a:t>
            </a:r>
          </a:p>
          <a:p>
            <a:pPr>
              <a:defRPr sz="1200"/>
            </a:pPr>
            <a:r>
              <a:t>D:/pasar_fix/node_modules/.bun/lru-cache@11.3.6/node_modules/lru-cache/dist/commonjs/diagnostics-channel.js</a:t>
            </a:r>
          </a:p>
          <a:p>
            <a:pPr>
              <a:defRPr sz="1200"/>
            </a:pPr>
            <a:r>
              <a:t>D:/pasar_fix/node_modules/.bun/lru-cache@11.3.6/node_modules/lru-cache/dist/commonjs/index.d.ts</a:t>
            </a:r>
          </a:p>
          <a:p>
            <a:pPr>
              <a:defRPr sz="1200"/>
            </a:pPr>
            <a:r>
              <a:t>D:/pasar_fix/node_modules/.bun/lru-cache@11.3.6/node_modules/lru-cache/dist/commonjs/index.d.ts.map</a:t>
            </a:r>
          </a:p>
          <a:p>
            <a:pPr>
              <a:defRPr sz="1200"/>
            </a:pPr>
            <a:r>
              <a:t>D:/pasar_fix/node_modules/.bun/lru-cache@11.3.6/node_modules/lru-cache/dist/commonjs/index.js</a:t>
            </a:r>
          </a:p>
          <a:p>
            <a:pPr>
              <a:defRPr sz="1200"/>
            </a:pPr>
            <a:r>
              <a:t>D:/pasar_fix/node_modules/.bun/lru-cache@11.3.6/node_modules/lru-cache/dist/commonjs/index.js.map</a:t>
            </a:r>
          </a:p>
          <a:p>
            <a:pPr>
              <a:defRPr sz="1200"/>
            </a:pPr>
            <a:r>
              <a:t>D:/pasar_fix/node_modules/.bun/lru-cache@11.3.6/node_modules/lru-cache/dist/commonjs/index.min.js</a:t>
            </a:r>
          </a:p>
          <a:p>
            <a:pPr>
              <a:defRPr sz="1200"/>
            </a:pPr>
            <a:r>
              <a:t>D:/pasar_fix/node_modules/.bun/lru-cache@11.3.6/node_modules/lru-cache/dist/commonjs/index.min.js.map</a:t>
            </a:r>
          </a:p>
          <a:p>
            <a:pPr>
              <a:defRPr sz="1200"/>
            </a:pPr>
            <a:r>
              <a:t>D:/pasar_fix/node_modules/.bun/lru-cache@11.3.6/node_modules/lru-cache/dist/commonjs/package.json</a:t>
            </a:r>
          </a:p>
          <a:p>
            <a:pPr>
              <a:defRPr sz="1200"/>
            </a:pPr>
            <a:r>
              <a:t>D:/pasar_fix/node_modules/.bun/lru-cache@11.3.6/node_modules/lru-cache/dist/commonjs/perf.d.ts</a:t>
            </a:r>
          </a:p>
          <a:p>
            <a:pPr>
              <a:defRPr sz="1200"/>
            </a:pPr>
            <a:r>
              <a:t>D:/pasar_fix/node_modules/.bun/lru-cache@11.3.6/node_modules/lru-cache/dist/commonjs/perf.d.ts.map</a:t>
            </a:r>
          </a:p>
          <a:p>
            <a:pPr>
              <a:defRPr sz="1200"/>
            </a:pPr>
            <a:r>
              <a:t>D:/pasar_fix/node_modules/.bun/lru-cache@11.3.6/node_modules/lru-cache/dist/commonjs/perf.js</a:t>
            </a:r>
          </a:p>
          <a:p>
            <a:pPr>
              <a:defRPr sz="1200"/>
            </a:pPr>
            <a:r>
              <a:t>D:/pasar_fix/node_modules/.bun/lru-cache@11.3.6/node_modules/lru-cache/dist/commonjs/perf.js.map</a:t>
            </a:r>
          </a:p>
          <a:p>
            <a:pPr>
              <a:defRPr sz="1200"/>
            </a:pPr>
            <a:r>
              <a:t>D:/pasar_fix/node_modules/.bun/lru-cache@11.3.6/node_modules/lru-cache/dist/commonjs/browser/diagnostics-channel-browser.d.ts.map</a:t>
            </a:r>
          </a:p>
          <a:p>
            <a:pPr>
              <a:defRPr sz="1200"/>
            </a:pPr>
            <a:r>
              <a:t>D:/pasar_fix/node_modules/.bun/lru-cache@11.3.6/node_modules/lru-cache/dist/commonjs/browser/diagnostics-channel-browser.js.map</a:t>
            </a:r>
          </a:p>
          <a:p>
            <a:pPr>
              <a:defRPr sz="1200"/>
            </a:pPr>
            <a:r>
              <a:t>D:/pasar_fix/node_modules/.bun/lru-cache@11.3.6/node_modules/lru-cache/dist/commonjs/browser/diagnostics-channel.d.ts</a:t>
            </a:r>
          </a:p>
          <a:p>
            <a:pPr>
              <a:defRPr sz="1200"/>
            </a:pPr>
            <a:r>
              <a:t>D:/pasar_fix/node_modules/.bun/lru-cache@11.3.6/node_modules/lru-cache/dist/commonjs/browser/diagnostics-channel.js</a:t>
            </a:r>
          </a:p>
          <a:p>
            <a:pPr>
              <a:defRPr sz="1200"/>
            </a:pPr>
            <a:r>
              <a:t>D:/pasar_fix/node_modules/.bun/lru-cache@11.3.6/node_modules/lru-cache/dist/commonjs/browser/index.d.ts</a:t>
            </a:r>
          </a:p>
          <a:p>
            <a:pPr>
              <a:defRPr sz="1200"/>
            </a:pPr>
            <a:r>
              <a:t>D:/pasar_fix/node_modules/.bun/lru-cache@11.3.6/node_modules/lru-cache/dist/commonjs/browser/index.d.ts.map</a:t>
            </a:r>
          </a:p>
          <a:p>
            <a:pPr>
              <a:defRPr sz="1200"/>
            </a:pPr>
            <a:r>
              <a:t>D:/pasar_fix/node_modules/.bun/lru-cache@11.3.6/node_modules/lru-cache/dist/commonjs/browser/index.js</a:t>
            </a:r>
          </a:p>
          <a:p>
            <a:pPr>
              <a:defRPr sz="1200"/>
            </a:pPr>
            <a:r>
              <a:t>D:/pasar_fix/node_modules/.bun/lru-cache@11.3.6/node_modules/lru-cache/dist/commonjs/browser/index.js.map</a:t>
            </a:r>
          </a:p>
          <a:p>
            <a:pPr>
              <a:defRPr sz="1200"/>
            </a:pPr>
            <a:r>
              <a:t>D:/pasar_fix/node_modules/.bun/lru-cache@11.3.6/node_modules/lru-cache/dist/commonjs/browser/index.min.js</a:t>
            </a:r>
          </a:p>
          <a:p>
            <a:pPr>
              <a:defRPr sz="1200"/>
            </a:pPr>
            <a:r>
              <a:t>D:/pasar_fix/node_modules/.bun/lru-cache@11.3.6/node_modules/lru-cache/dist/commonjs/browser/index.min.js.map</a:t>
            </a:r>
          </a:p>
          <a:p>
            <a:pPr>
              <a:defRPr sz="1200"/>
            </a:pPr>
            <a:r>
              <a:t>D:/pasar_fix/node_modules/.bun/lru-cache@11.3.6/node_modules/lru-cache/dist/commonjs/browser/perf.d.ts</a:t>
            </a:r>
          </a:p>
          <a:p>
            <a:pPr>
              <a:defRPr sz="1200"/>
            </a:pPr>
            <a:r>
              <a:t>D:/pasar_fix/node_modules/.bun/lru-cache@11.3.6/node_modules/lru-cache/dist/commonjs/browser/perf.d.ts.map</a:t>
            </a:r>
          </a:p>
          <a:p>
            <a:pPr>
              <a:defRPr sz="1200"/>
            </a:pPr>
            <a:r>
              <a:t>D:/pasar_fix/node_modules/.bun/lru-cache@11.3.6/node_modules/lru-cache/dist/commonjs/browser/perf.js</a:t>
            </a:r>
          </a:p>
          <a:p>
            <a:pPr>
              <a:defRPr sz="1200"/>
            </a:pPr>
            <a:r>
              <a:t>D:/pasar_fix/node_modules/.bun/lru-cache@11.3.6/node_modules/lru-cache/dist/commonjs/browser/perf.js.map</a:t>
            </a:r>
          </a:p>
          <a:p>
            <a:pPr>
              <a:defRPr sz="1200"/>
            </a:pPr>
            <a:r>
              <a:t>D:/pasar_fix/node_modules/.bun/lru-cache@11.3.6/node_modules/lru-cache/dist/commonjs/node/diagnostics-channel-node.d.ts.map</a:t>
            </a:r>
          </a:p>
          <a:p>
            <a:pPr>
              <a:defRPr sz="1200"/>
            </a:pPr>
            <a:r>
              <a:t>D:/pasar_fix/node_modules/.bun/lru-cache@11.3.6/node_modules/lru-cache/dist/commonjs/node/diagnostics-channel-node.js.map</a:t>
            </a:r>
          </a:p>
          <a:p>
            <a:pPr>
              <a:defRPr sz="1200"/>
            </a:pPr>
            <a:r>
              <a:t>D:/pasar_fix/node_modules/.bun/lru-cache@11.3.6/node_modules/lru-cache/dist/commonjs/node/diagnostics-channel.d.ts</a:t>
            </a:r>
          </a:p>
          <a:p>
            <a:pPr>
              <a:defRPr sz="1200"/>
            </a:pPr>
            <a:r>
              <a:t>D:/pasar_fix/node_modules/.bun/lru-cache@11.3.6/node_modules/lru-cache/dist/commonjs/node/diagnostics-channel.js</a:t>
            </a:r>
          </a:p>
          <a:p>
            <a:pPr>
              <a:defRPr sz="1200"/>
            </a:pPr>
            <a:r>
              <a:t>D:/pasar_fix/node_modules/.bun/lru-cache@11.3.6/node_modules/lru-cache/dist/commonjs/node/index.d.ts</a:t>
            </a:r>
          </a:p>
          <a:p>
            <a:pPr>
              <a:defRPr sz="1200"/>
            </a:pPr>
            <a:r>
              <a:t>D:/pasar_fix/node_modules/.bun/lru-cache@11.3.6/node_modules/lru-cache/dist/commonjs/node/index.d.ts.map</a:t>
            </a:r>
          </a:p>
          <a:p>
            <a:pPr>
              <a:defRPr sz="1200"/>
            </a:pPr>
            <a:r>
              <a:t>D:/pasar_fix/node_modules/.bun/lru-cache@11.3.6/node_modules/lru-cache/dist/commonjs/node/index.js</a:t>
            </a:r>
          </a:p>
          <a:p>
            <a:pPr>
              <a:defRPr sz="1200"/>
            </a:pPr>
            <a:r>
              <a:t>D:/pasar_fix/node_modules/.bun/lru-cache@11.3.6/node_modules/lru-cache/dist/commonjs/node/index.js.map</a:t>
            </a:r>
          </a:p>
          <a:p>
            <a:pPr>
              <a:defRPr sz="1200"/>
            </a:pPr>
            <a:r>
              <a:t>D:/pasar_fix/node_modules/.bun/lru-cache@11.3.6/node_modules/lru-cache/dist/commonjs/node/index.min.js</a:t>
            </a:r>
          </a:p>
          <a:p>
            <a:pPr>
              <a:defRPr sz="1200"/>
            </a:pPr>
            <a:r>
              <a:t>D:/pasar_fix/node_modules/.bun/lru-cache@11.3.6/node_modules/lru-cache/dist/commonjs/node/index.min.js.map</a:t>
            </a:r>
          </a:p>
          <a:p>
            <a:pPr>
              <a:defRPr sz="1200"/>
            </a:pPr>
            <a:r>
              <a:t>D:/pasar_fix/node_modules/.bun/lru-cache@11.3.6/node_modules/lru-cache/dist/commonjs/node/perf.d.ts</a:t>
            </a:r>
          </a:p>
          <a:p>
            <a:pPr>
              <a:defRPr sz="1200"/>
            </a:pPr>
            <a:r>
              <a:t>D:/pasar_fix/node_modules/.bun/lru-cache@11.3.6/node_modules/lru-cache/dist/commonjs/node/perf.d.ts.map</a:t>
            </a:r>
          </a:p>
          <a:p>
            <a:pPr>
              <a:defRPr sz="1200"/>
            </a:pPr>
            <a:r>
              <a:t>D:/pasar_fix/node_modules/.bun/lru-cache@11.3.6/node_modules/lru-cache/dist/commonjs/node/perf.js</a:t>
            </a:r>
          </a:p>
          <a:p>
            <a:pPr>
              <a:defRPr sz="1200"/>
            </a:pPr>
            <a:r>
              <a:t>D:/pasar_fix/node_modules/.bun/lru-cache@11.3.6/node_modules/lru-cache/dist/commonjs/node/perf.js.map</a:t>
            </a:r>
          </a:p>
          <a:p>
            <a:pPr>
              <a:defRPr sz="1200"/>
            </a:pPr>
            <a:r>
              <a:t>D:/pasar_fix/node_modules/.bun/lru-cache@11.3.6/node_modules/lru-cache/dist/esm/diagnostics-channel-esm.d.mts.map</a:t>
            </a:r>
          </a:p>
          <a:p>
            <a:pPr>
              <a:defRPr sz="1200"/>
            </a:pPr>
            <a:r>
              <a:t>D:/pasar_fix/node_modules/.bun/lru-cache@11.3.6/node_modules/lru-cache/dist/esm/diagnostics-channel-esm.mjs.map</a:t>
            </a:r>
          </a:p>
          <a:p>
            <a:pPr>
              <a:defRPr sz="1200"/>
            </a:pPr>
            <a:r>
              <a:t>D:/pasar_fix/node_modules/.bun/lru-cache@11.3.6/node_modules/lru-cache/dist/esm/diagnostics-channel.d.ts</a:t>
            </a:r>
          </a:p>
          <a:p>
            <a:pPr>
              <a:defRPr sz="1200"/>
            </a:pPr>
            <a:r>
              <a:t>D:/pasar_fix/node_modules/.bun/lru-cache@11.3.6/node_modules/lru-cache/dist/esm/diagnostics-channel.js</a:t>
            </a:r>
          </a:p>
          <a:p>
            <a:pPr>
              <a:defRPr sz="1200"/>
            </a:pPr>
            <a:r>
              <a:t>D:/pasar_fix/node_modules/.bun/lru-cache@11.3.6/node_modules/lru-cache/dist/esm/index.d.ts</a:t>
            </a:r>
          </a:p>
          <a:p>
            <a:pPr>
              <a:defRPr sz="1200"/>
            </a:pPr>
            <a:r>
              <a:t>D:/pasar_fix/node_modules/.bun/lru-cache@11.3.6/node_modules/lru-cache/dist/esm/index.d.ts.map</a:t>
            </a:r>
          </a:p>
          <a:p>
            <a:pPr>
              <a:defRPr sz="1200"/>
            </a:pPr>
            <a:r>
              <a:t>D:/pasar_fix/node_modules/.bun/lru-cache@11.3.6/node_modules/lru-cache/dist/esm/index.js</a:t>
            </a:r>
          </a:p>
          <a:p>
            <a:pPr>
              <a:defRPr sz="1200"/>
            </a:pPr>
            <a:r>
              <a:t>D:/pasar_fix/node_modules/.bun/lru-cache@11.3.6/node_modules/lru-cache/dist/esm/index.js.map</a:t>
            </a:r>
          </a:p>
          <a:p>
            <a:pPr>
              <a:defRPr sz="1200"/>
            </a:pPr>
            <a:r>
              <a:t>D:/pasar_fix/node_modules/.bun/lru-cache@11.3.6/node_modules/lru-cache/dist/esm/index.min.js</a:t>
            </a:r>
          </a:p>
          <a:p>
            <a:pPr>
              <a:defRPr sz="1200"/>
            </a:pPr>
            <a:r>
              <a:t>D:/pasar_fix/node_modules/.bun/lru-cache@11.3.6/node_modules/lru-cache/dist/esm/index.min.js.map</a:t>
            </a:r>
          </a:p>
          <a:p>
            <a:pPr>
              <a:defRPr sz="1200"/>
            </a:pPr>
            <a:r>
              <a:t>D:/pasar_fix/node_modules/.bun/lru-cache@11.3.6/node_modules/lru-cache/dist/esm/package.json</a:t>
            </a:r>
          </a:p>
          <a:p>
            <a:pPr>
              <a:defRPr sz="1200"/>
            </a:pPr>
            <a:r>
              <a:t>D:/pasar_fix/node_modules/.bun/lru-cache@11.3.6/node_modules/lru-cache/dist/esm/perf.d.ts</a:t>
            </a:r>
          </a:p>
          <a:p>
            <a:pPr>
              <a:defRPr sz="1200"/>
            </a:pPr>
            <a:r>
              <a:t>D:/pasar_fix/node_modules/.bun/lru-cache@11.3.6/node_modules/lru-cache/dist/esm/perf.d.ts.map</a:t>
            </a:r>
          </a:p>
          <a:p>
            <a:pPr>
              <a:defRPr sz="1200"/>
            </a:pPr>
            <a:r>
              <a:t>D:/pasar_fix/node_modules/.bun/lru-cache@11.3.6/node_modules/lru-cache/dist/esm/perf.js</a:t>
            </a:r>
          </a:p>
          <a:p>
            <a:pPr>
              <a:defRPr sz="1200"/>
            </a:pPr>
            <a:r>
              <a:t>D:/pasar_fix/node_modules/.bun/lru-cache@11.3.6/node_modules/lru-cache/dist/esm/perf.js.map</a:t>
            </a:r>
          </a:p>
          <a:p>
            <a:pPr>
              <a:defRPr sz="1200"/>
            </a:pPr>
            <a:r>
              <a:t>D:/pasar_fix/node_modules/.bun/lru-cache@11.3.6/node_modules/lru-cache/dist/esm/browser/diagnostics-channel-browser.d.ts.map</a:t>
            </a:r>
          </a:p>
          <a:p>
            <a:pPr>
              <a:defRPr sz="1200"/>
            </a:pPr>
            <a:r>
              <a:t>D:/pasar_fix/node_modules/.bun/lru-cache@11.3.6/node_modules/lru-cache/dist/esm/browser/diagnostics-channel-browser.js.map</a:t>
            </a:r>
          </a:p>
          <a:p>
            <a:pPr>
              <a:defRPr sz="1200"/>
            </a:pPr>
            <a:r>
              <a:t>D:/pasar_fix/node_modules/.bun/lru-cache@11.3.6/node_modules/lru-cache/dist/esm/browser/diagnostics-channel.d.ts</a:t>
            </a:r>
          </a:p>
          <a:p>
            <a:pPr>
              <a:defRPr sz="1200"/>
            </a:pPr>
            <a:r>
              <a:t>D:/pasar_fix/node_modules/.bun/lru-cache@11.3.6/node_modules/lru-cache/dist/esm/browser/diagnostics-channel.js</a:t>
            </a:r>
          </a:p>
          <a:p>
            <a:pPr>
              <a:defRPr sz="1200"/>
            </a:pPr>
            <a:r>
              <a:t>D:/pasar_fix/node_modules/.bun/lru-cache@11.3.6/node_modules/lru-cache/dist/esm/browser/index.d.ts</a:t>
            </a:r>
          </a:p>
          <a:p>
            <a:pPr>
              <a:defRPr sz="1200"/>
            </a:pPr>
            <a:r>
              <a:t>D:/pasar_fix/node_modules/.bun/lru-cache@11.3.6/node_modules/lru-cache/dist/esm/browser/index.d.ts.map</a:t>
            </a:r>
          </a:p>
          <a:p>
            <a:pPr>
              <a:defRPr sz="1200"/>
            </a:pPr>
            <a:r>
              <a:t>D:/pasar_fix/node_modules/.bun/lru-cache@11.3.6/node_modules/lru-cache/dist/esm/browser/index.js</a:t>
            </a:r>
          </a:p>
          <a:p>
            <a:pPr>
              <a:defRPr sz="1200"/>
            </a:pPr>
            <a:r>
              <a:t>D:/pasar_fix/node_modules/.bun/lru-cache@11.3.6/node_modules/lru-cache/dist/esm/browser/index.js.map</a:t>
            </a:r>
          </a:p>
          <a:p>
            <a:pPr>
              <a:defRPr sz="1200"/>
            </a:pPr>
            <a:r>
              <a:t>D:/pasar_fix/node_modules/.bun/lru-cache@11.3.6/node_modules/lru-cache/dist/esm/browser/index.min.js</a:t>
            </a:r>
          </a:p>
          <a:p>
            <a:pPr>
              <a:defRPr sz="1200"/>
            </a:pPr>
            <a:r>
              <a:t>D:/pasar_fix/node_modules/.bun/lru-cache@11.3.6/node_modules/lru-cache/dist/esm/browser/index.min.js.map</a:t>
            </a:r>
          </a:p>
          <a:p>
            <a:pPr>
              <a:defRPr sz="1200"/>
            </a:pPr>
            <a:r>
              <a:t>D:/pasar_fix/node_modules/.bun/lru-cache@11.3.6/node_modules/lru-cache/dist/esm/browser/perf.d.ts</a:t>
            </a:r>
          </a:p>
          <a:p>
            <a:pPr>
              <a:defRPr sz="1200"/>
            </a:pPr>
            <a:r>
              <a:t>D:/pasar_fix/node_modules/.bun/lru-cache@11.3.6/node_modules/lru-cache/dist/esm/browser/perf.d.ts.map</a:t>
            </a:r>
          </a:p>
          <a:p>
            <a:pPr>
              <a:defRPr sz="1200"/>
            </a:pPr>
            <a:r>
              <a:t>D:/pasar_fix/node_modules/.bun/lru-cache@11.3.6/node_modules/lru-cache/dist/esm/browser/perf.js</a:t>
            </a:r>
          </a:p>
          <a:p>
            <a:pPr>
              <a:defRPr sz="1200"/>
            </a:pPr>
            <a:r>
              <a:t>D:/pasar_fix/node_modules/.bun/lru-cache@11.3.6/node_modules/lru-cache/dist/esm/browser/perf.js.map</a:t>
            </a:r>
          </a:p>
          <a:p>
            <a:pPr>
              <a:defRPr sz="1200"/>
            </a:pPr>
            <a:r>
              <a:t>D:/pasar_fix/node_modules/.bun/lru-cache@11.3.6/node_modules/lru-cache/dist/esm/node/diagnostics-channel-node.d.ts.map</a:t>
            </a:r>
          </a:p>
          <a:p>
            <a:pPr>
              <a:defRPr sz="1200"/>
            </a:pPr>
            <a:r>
              <a:t>D:/pasar_fix/node_modules/.bun/lru-cache@11.3.6/node_modules/lru-cache/dist/esm/node/diagnostics-channel-node.js.map</a:t>
            </a:r>
          </a:p>
          <a:p>
            <a:pPr>
              <a:defRPr sz="1200"/>
            </a:pPr>
            <a:r>
              <a:t>D:/pasar_fix/node_modules/.bun/lru-cache@11.3.6/node_modules/lru-cache/dist/esm/node/diagnostics-channel.d.ts</a:t>
            </a:r>
          </a:p>
          <a:p>
            <a:pPr>
              <a:defRPr sz="1200"/>
            </a:pPr>
            <a:r>
              <a:t>D:/pasar_fix/node_modules/.bun/lru-cache@11.3.6/node_modules/lru-cache/dist/esm/node/diagnostics-channel.js</a:t>
            </a:r>
          </a:p>
          <a:p>
            <a:pPr>
              <a:defRPr sz="1200"/>
            </a:pPr>
            <a:r>
              <a:t>D:/pasar_fix/node_modules/.bun/lru-cache@11.3.6/node_modules/lru-cache/dist/esm/node/index.d.ts</a:t>
            </a:r>
          </a:p>
          <a:p>
            <a:pPr>
              <a:defRPr sz="1200"/>
            </a:pPr>
            <a:r>
              <a:t>D:/pasar_fix/node_modules/.bun/lru-cache@11.3.6/node_modules/lru-cache/dist/esm/node/index.d.ts.map</a:t>
            </a:r>
          </a:p>
          <a:p>
            <a:pPr>
              <a:defRPr sz="1200"/>
            </a:pPr>
            <a:r>
              <a:t>D:/pasar_fix/node_modules/.bun/lru-cache@11.3.6/node_modules/lru-cache/dist/esm/node/index.js</a:t>
            </a:r>
          </a:p>
          <a:p>
            <a:pPr>
              <a:defRPr sz="1200"/>
            </a:pPr>
            <a:r>
              <a:t>D:/pasar_fix/node_modules/.bun/lru-cache@11.3.6/node_modules/lru-cache/dist/esm/node/index.js.map</a:t>
            </a:r>
          </a:p>
          <a:p>
            <a:pPr>
              <a:defRPr sz="1200"/>
            </a:pPr>
            <a:r>
              <a:t>D:/pasar_fix/node_modules/.bun/lru-cache@11.3.6/node_modules/lru-cache/dist/esm/node/index.min.js</a:t>
            </a:r>
          </a:p>
          <a:p>
            <a:pPr>
              <a:defRPr sz="1200"/>
            </a:pPr>
            <a:r>
              <a:t>D:/pasar_fix/node_modules/.bun/lru-cache@11.3.6/node_modules/lru-cache/dist/esm/node/index.min.js.map</a:t>
            </a:r>
          </a:p>
          <a:p>
            <a:pPr>
              <a:defRPr sz="1200"/>
            </a:pPr>
            <a:r>
              <a:t>D:/pasar_fix/node_modules/.bun/lru-cache@11.3.6/node_modules/lru-cache/dist/esm/node/perf.d.ts</a:t>
            </a:r>
          </a:p>
          <a:p>
            <a:pPr>
              <a:defRPr sz="1200"/>
            </a:pPr>
            <a:r>
              <a:t>D:/pasar_fix/node_modules/.bun/lru-cache@11.3.6/node_modules/lru-cache/dist/esm/node/perf.d.ts.map</a:t>
            </a:r>
          </a:p>
          <a:p>
            <a:pPr>
              <a:defRPr sz="1200"/>
            </a:pPr>
            <a:r>
              <a:t>D:/pasar_fix/node_modules/.bun/lru-cache@11.3.6/node_modules/lru-cache/dist/esm/node/perf.js</a:t>
            </a:r>
          </a:p>
          <a:p>
            <a:pPr>
              <a:defRPr sz="1200"/>
            </a:pPr>
            <a:r>
              <a:t>D:/pasar_fix/node_modules/.bun/lru-cache@11.3.6/node_modules/lru-cache/dist/esm/node/perf.js.map</a:t>
            </a:r>
          </a:p>
          <a:p>
            <a:pPr>
              <a:defRPr sz="1200"/>
            </a:pPr>
            <a:r>
              <a:t>D:/pasar_fix/node_modules/.bun/lru-cache@5.1.1/node_modules/lru-cache/index.js</a:t>
            </a:r>
          </a:p>
          <a:p>
            <a:pPr>
              <a:defRPr sz="1200"/>
            </a:pPr>
            <a:r>
              <a:t>D:/pasar_fix/node_modules/.bun/lru-cache@5.1.1/node_modules/lru-cache/LICENSE</a:t>
            </a:r>
          </a:p>
          <a:p>
            <a:pPr>
              <a:defRPr sz="1200"/>
            </a:pPr>
            <a:r>
              <a:t>D:/pasar_fix/node_modules/.bun/lru-cache@5.1.1/node_modules/lru-cache/package.json</a:t>
            </a:r>
          </a:p>
          <a:p>
            <a:pPr>
              <a:defRPr sz="1200"/>
            </a:pPr>
            <a:r>
              <a:t>D:/pasar_fix/node_modules/.bun/lru-cache@5.1.1/node_modules/lru-cache/README.md</a:t>
            </a:r>
          </a:p>
          <a:p>
            <a:pPr>
              <a:defRPr sz="1200"/>
            </a:pPr>
            <a:r>
              <a:t>D:/pasar_fix/node_modules/.bun/lru-cache@7.18.3/node_modules/lru-cache/index.d.ts</a:t>
            </a:r>
          </a:p>
          <a:p>
            <a:pPr>
              <a:defRPr sz="1200"/>
            </a:pPr>
            <a:r>
              <a:t>D:/pasar_fix/node_modules/.bun/lru-cache@7.18.3/node_modules/lru-cache/index.js</a:t>
            </a:r>
          </a:p>
          <a:p>
            <a:pPr>
              <a:defRPr sz="1200"/>
            </a:pPr>
            <a:r>
              <a:t>D:/pasar_fix/node_modules/.bun/lru-cache@7.18.3/node_modules/lru-cache/index.mjs</a:t>
            </a:r>
          </a:p>
          <a:p>
            <a:pPr>
              <a:defRPr sz="1200"/>
            </a:pPr>
            <a:r>
              <a:t>D:/pasar_fix/node_modules/.bun/lru-cache@7.18.3/node_modules/lru-cache/LICENSE</a:t>
            </a:r>
          </a:p>
          <a:p>
            <a:pPr>
              <a:defRPr sz="1200"/>
            </a:pPr>
            <a:r>
              <a:t>D:/pasar_fix/node_modules/.bun/lru-cache@7.18.3/node_modules/lru-cache/package.json</a:t>
            </a:r>
          </a:p>
          <a:p>
            <a:pPr>
              <a:defRPr sz="1200"/>
            </a:pPr>
            <a:r>
              <a:t>D:/pasar_fix/node_modules/.bun/lru-cache@7.18.3/node_modules/lru-cache/README.md</a:t>
            </a:r>
          </a:p>
          <a:p>
            <a:pPr>
              <a:defRPr sz="1200"/>
            </a:pPr>
            <a:r>
              <a:t>D:/pasar_fix/node_modules/.bun/lucide-react@0.556.0+d86b59289c1a13ae/node_modules/lucide-react/dynamic.d.ts</a:t>
            </a:r>
          </a:p>
          <a:p>
            <a:pPr>
              <a:defRPr sz="1200"/>
            </a:pPr>
            <a:r>
              <a:t>D:/pasar_fix/node_modules/.bun/lucide-react@0.556.0+d86b59289c1a13ae/node_modules/lucide-react/dynamic.mjs</a:t>
            </a:r>
          </a:p>
          <a:p>
            <a:pPr>
              <a:defRPr sz="1200"/>
            </a:pPr>
            <a:r>
              <a:t>D:/pasar_fix/node_modules/.bun/lucide-react@0.556.0+d86b59289c1a13ae/node_modules/lucide-react/dynamicIconImports.d.ts</a:t>
            </a:r>
          </a:p>
          <a:p>
            <a:pPr>
              <a:defRPr sz="1200"/>
            </a:pPr>
            <a:r>
              <a:t>D:/pasar_fix/node_modules/.bun/lucide-react@0.556.0+d86b59289c1a13ae/node_modules/lucide-react/dynamicIconImports.mjs</a:t>
            </a:r>
          </a:p>
          <a:p>
            <a:pPr>
              <a:defRPr sz="1200"/>
            </a:pPr>
            <a:r>
              <a:t>D:/pasar_fix/node_modules/.bun/lucide-react@0.556.0+d86b59289c1a13ae/node_modules/lucide-react/LICENSE</a:t>
            </a:r>
          </a:p>
          <a:p>
            <a:pPr>
              <a:defRPr sz="1200"/>
            </a:pPr>
            <a:r>
              <a:t>D:/pasar_fix/node_modules/.bun/lucide-react@0.556.0+d86b59289c1a13ae/node_modules/lucide-react/package.json</a:t>
            </a:r>
          </a:p>
          <a:p>
            <a:pPr>
              <a:defRPr sz="1200"/>
            </a:pPr>
            <a:r>
              <a:t>D:/pasar_fix/node_modules/.bun/lucide-react@0.556.0+d86b59289c1a13ae/node_modules/lucide-react/README.md</a:t>
            </a:r>
          </a:p>
          <a:p>
            <a:pPr>
              <a:defRPr sz="1200"/>
            </a:pPr>
            <a:r>
              <a:t>D:/pasar_fix/node_modules/.bun/lucide-react@0.556.0+d86b59289c1a13ae/node_modules/lucide-react/dist/lucide-react.d.ts</a:t>
            </a:r>
          </a:p>
          <a:p>
            <a:pPr>
              <a:defRPr sz="1200"/>
            </a:pPr>
            <a:r>
              <a:t>D:/pasar_fix/node_modules/.bun/lucide-react@0.556.0+d86b59289c1a13ae/node_modules/lucide-react/dist/lucide-react.prefixed.d.ts</a:t>
            </a:r>
          </a:p>
          <a:p>
            <a:pPr>
              <a:defRPr sz="1200"/>
            </a:pPr>
            <a:r>
              <a:t>D:/pasar_fix/node_modules/.bun/lucide-react@0.556.0+d86b59289c1a13ae/node_modules/lucide-react/dist/lucide-react.suffixed.d.ts</a:t>
            </a:r>
          </a:p>
          <a:p>
            <a:pPr>
              <a:defRPr sz="1200"/>
            </a:pPr>
            <a:r>
              <a:t>D:/pasar_fix/node_modules/.bun/lucide-react@0.556.0+d86b59289c1a13ae/node_modules/lucide-react/dist/cjs/lucide-react.js</a:t>
            </a:r>
          </a:p>
          <a:p>
            <a:pPr>
              <a:defRPr sz="1200"/>
            </a:pPr>
            <a:r>
              <a:t>D:/pasar_fix/node_modules/.bun/lucide-react@0.556.0+d86b59289c1a13ae/node_modules/lucide-react/dist/cjs/lucide-react.js.map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D:/pasar_fix/node_modules/.bun/lucide-react@0.556.0+d86b59289c1a13ae/node_modules/lucide-react/dist/esm/createLucideIcon.js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D:/pasar_fix/node_modules/.bun/lucide-react@0.556.0+d86b59289c1a13ae/node_modules/lucide-react/dist/esm/createLucideIcon.js.map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D:/pasar_fix/node_modules/.bun/lucide-react@0.556.0+d86b59289c1a13ae/node_modules/lucide-react/dist/esm/defaultAttributes.js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D:/pasar_fix/node_modules/.bun/lucide-react@0.556.0+d86b59289c1a13ae/node_modules/lucide-react/dist/esm/defaultAttributes.js.map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D:/pasar_fix/node_modules/.bun/lucide-react@0.556.0+d86b59289c1a13ae/node_modules/lucide-react/dist/esm/DynamicIcon.js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D:/pasar_fix/node_modules/.bun/lucide-react@0.556.0+d86b59289c1a13ae/node_modules/lucide-react/dist/esm/DynamicIcon.js.map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D:/pasar_fix/node_modules/.bun/lucide-react@0.556.0+d86b59289c1a13ae/node_modules/lucide-react/dist/esm/dynamicIconImports.js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D:/pasar_fix/node_modules/.bun/lucide-react@0.556.0+d86b59289c1a13ae/node_modules/lucide-react/dist/esm/dynamicIconImports.js.map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D:/pasar_fix/node_modules/.bun/lucide-react@0.556.0+d86b59289c1a13ae/node_modules/lucide-react/dist/esm/lucide-react.js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D:/pasar_fix/node_modules/.bun/lucide-react@0.556.0+d86b59289c1a13ae/node_modules/lucide-react/dist/esm/lucide-react.js.map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D:/pasar_fix/node_modules/.bun/lucide-react@0.556.0+d86b59289c1a13ae/node_modules/lucide-react/dist/esm/icons/a-arrow-down.js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D:/pasar_fix/node_modules/.bun/lucide-react@0.556.0+d86b59289c1a13ae/node_modules/lucide-react/dist/esm/icons/a-arrow-down.js.map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D:/pasar_fix/node_modules/.bun/lucide-react@0.556.0+d86b59289c1a13ae/node_modules/lucide-react/dist/esm/icons/a-arrow-up.js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D:/pasar_fix/node_modules/.bun/lucide-react@0.556.0+d86b59289c1a13ae/node_modules/lucide-react/dist/esm/icons/a-arrow-up.js.map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D:/pasar_fix/node_modules/.bun/lucide-react@0.556.0+d86b59289c1a13ae/node_modules/lucide-react/dist/esm/icons/a-large-small.js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D:/pasar_fix/node_modules/.bun/lucide-react@0.556.0+d86b59289c1a13ae/node_modules/lucide-react/dist/esm/icons/a-large-small.js.map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D:/pasar_fix/node_modules/.bun/lucide-react@0.556.0+d86b59289c1a13ae/node_modules/lucide-react/dist/esm/icons/accessibility.js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D:/pasar_fix/node_modules/.bun/lucide-react@0.556.0+d86b59289c1a13ae/node_modules/lucide-react/dist/esm/icons/accessibility.js.map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D:/pasar_fix/node_modules/.bun/lucide-react@0.556.0+d86b59289c1a13ae/node_modules/lucide-react/dist/esm/icons/activity-square.js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D:/pasar_fix/node_modules/.bun/lucide-react@0.556.0+d86b59289c1a13ae/node_modules/lucide-react/dist/esm/icons/activity-square.js.map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D:/pasar_fix/node_modules/.bun/lucide-react@0.556.0+d86b59289c1a13ae/node_modules/lucide-react/dist/esm/icons/activity.js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D:/pasar_fix/node_modules/.bun/lucide-react@0.556.0+d86b59289c1a13ae/node_modules/lucide-react/dist/esm/icons/activity.js.map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D:/pasar_fix/node_modules/.bun/lucide-react@0.556.0+d86b59289c1a13ae/node_modules/lucide-react/dist/esm/icons/air-vent.js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D:/pasar_fix/node_modules/.bun/lucide-react@0.556.0+d86b59289c1a13ae/node_modules/lucide-react/dist/esm/icons/air-vent.js.map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D:/pasar_fix/node_modules/.bun/lucide-react@0.556.0+d86b59289c1a13ae/node_modules/lucide-react/dist/esm/icons/airplay.js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D:/pasar_fix/node_modules/.bun/lucide-react@0.556.0+d86b59289c1a13ae/node_modules/lucide-react/dist/esm/icons/airplay.js.map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D:/pasar_fix/node_modules/.bun/lucide-react@0.556.0+d86b59289c1a13ae/node_modules/lucide-react/dist/esm/icons/alarm-check.js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D:/pasar_fix/node_modules/.bun/lucide-react@0.556.0+d86b59289c1a13ae/node_modules/lucide-react/dist/esm/icons/alarm-check.js.map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D:/pasar_fix/node_modules/.bun/lucide-react@0.556.0+d86b59289c1a13ae/node_modules/lucide-react/dist/esm/icons/alarm-clock-check.js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D:/pasar_fix/node_modules/.bun/lucide-react@0.556.0+d86b59289c1a13ae/node_modules/lucide-react/dist/esm/icons/alarm-clock-check.js.map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D:/pasar_fix/node_modules/.bun/lucide-react@0.556.0+d86b59289c1a13ae/node_modules/lucide-react/dist/esm/icons/alarm-clock-minus.js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D:/pasar_fix/node_modules/.bun/lucide-react@0.556.0+d86b59289c1a13ae/node_modules/lucide-react/dist/esm/icons/alarm-clock-minus.js.map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D:/pasar_fix/node_modules/.bun/lucide-react@0.556.0+d86b59289c1a13ae/node_modules/lucide-react/dist/esm/icons/alarm-clock-off.js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D:/pasar_fix/node_modules/.bun/lucide-react@0.556.0+d86b59289c1a13ae/node_modules/lucide-react/dist/esm/icons/alarm-clock-off.js.map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D:/pasar_fix/node_modules/.bun/lucide-react@0.556.0+d86b59289c1a13ae/node_modules/lucide-react/dist/esm/icons/alarm-clock-plus.js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D:/pasar_fix/node_modules/.bun/lucide-react@0.556.0+d86b59289c1a13ae/node_modules/lucide-react/dist/esm/icons/alarm-clock-plus.js.map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D:/pasar_fix/node_modules/.bun/lucide-react@0.556.0+d86b59289c1a13ae/node_modules/lucide-react/dist/esm/icons/alarm-clock.js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D:/pasar_fix/node_modules/.bun/lucide-react@0.556.0+d86b59289c1a13ae/node_modules/lucide-react/dist/esm/icons/alarm-clock.js.map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D:/pasar_fix/node_modules/.bun/lucide-react@0.556.0+d86b59289c1a13ae/node_modules/lucide-react/dist/esm/icons/alarm-minus.js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D:/pasar_fix/node_modules/.bun/lucide-react@0.556.0+d86b59289c1a13ae/node_modules/lucide-react/dist/esm/icons/alarm-minus.js.map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D:/pasar_fix/node_modules/.bun/lucide-react@0.556.0+d86b59289c1a13ae/node_modules/lucide-react/dist/esm/icons/alarm-plus.js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D:/pasar_fix/node_modules/.bun/lucide-react@0.556.0+d86b59289c1a13ae/node_modules/lucide-react/dist/esm/icons/alarm-plus.js.map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D:/pasar_fix/node_modules/.bun/lucide-react@0.556.0+d86b59289c1a13ae/node_modules/lucide-react/dist/esm/icons/alarm-smoke.js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D:/pasar_fix/node_modules/.bun/lucide-react@0.556.0+d86b59289c1a13ae/node_modules/lucide-react/dist/esm/icons/alarm-smoke.js.map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D:/pasar_fix/node_modules/.bun/lucide-react@0.556.0+d86b59289c1a13ae/node_modules/lucide-react/dist/esm/icons/album.js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D:/pasar_fix/node_modules/.bun/lucide-react@0.556.0+d86b59289c1a13ae/node_modules/lucide-react/dist/esm/icons/album.js.map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D:/pasar_fix/node_modules/.bun/lucide-react@0.556.0+d86b59289c1a13ae/node_modules/lucide-react/dist/esm/icons/alert-circle.js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D:/pasar_fix/node_modules/.bun/lucide-react@0.556.0+d86b59289c1a13ae/node_modules/lucide-react/dist/esm/icons/alert-circle.js.map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D:/pasar_fix/node_modules/.bun/lucide-react@0.556.0+d86b59289c1a13ae/node_modules/lucide-react/dist/esm/icons/alert-octagon.js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D:/pasar_fix/node_modules/.bun/lucide-react@0.556.0+d86b59289c1a13ae/node_modules/lucide-react/dist/esm/icons/alert-octagon.js.map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D:/pasar_fix/node_modules/.bun/lucide-react@0.556.0+d86b59289c1a13ae/node_modules/lucide-react/dist/esm/icons/alert-triangle.js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D:/pasar_fix/node_modules/.bun/lucide-react@0.556.0+d86b59289c1a13ae/node_modules/lucide-react/dist/esm/icons/alert-triangle.js.map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D:/pasar_fix/node_modules/.bun/lucide-react@0.556.0+d86b59289c1a13ae/node_modules/lucide-react/dist/esm/icons/align-center-horizontal.js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D:/pasar_fix/node_modules/.bun/lucide-react@0.556.0+d86b59289c1a13ae/node_modules/lucide-react/dist/esm/icons/align-center-horizontal.js.map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D:/pasar_fix/node_modules/.bun/lucide-react@0.556.0+d86b59289c1a13ae/node_modules/lucide-react/dist/esm/icons/align-center-vertical.js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D:/pasar_fix/node_modules/.bun/lucide-react@0.556.0+d86b59289c1a13ae/node_modules/lucide-react/dist/esm/icons/align-center-vertical.js.map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D:/pasar_fix/node_modules/.bun/lucide-react@0.556.0+d86b59289c1a13ae/node_modules/lucide-react/dist/esm/icons/align-center.js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D:/pasar_fix/node_modules/.bun/lucide-react@0.556.0+d86b59289c1a13ae/node_modules/lucide-react/dist/esm/icons/align-center.js.map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D:/pasar_fix/node_modules/.bun/lucide-react@0.556.0+d86b59289c1a13ae/node_modules/lucide-react/dist/esm/icons/align-end-horizontal.js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D:/pasar_fix/node_modules/.bun/lucide-react@0.556.0+d86b59289c1a13ae/node_modules/lucide-react/dist/esm/icons/align-end-horizontal.js.map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D:/pasar_fix/node_modules/.bun/lucide-react@0.556.0+d86b59289c1a13ae/node_modules/lucide-react/dist/esm/icons/align-end-vertical.js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D:/pasar_fix/node_modules/.bun/lucide-react@0.556.0+d86b59289c1a13ae/node_modules/lucide-react/dist/esm/icons/align-end-vertical.js.map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D:/pasar_fix/node_modules/.bun/lucide-react@0.556.0+d86b59289c1a13ae/node_modules/lucide-react/dist/esm/icons/align-horizontal-distribute-center.js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D:/pasar_fix/node_modules/.bun/lucide-react@0.556.0+d86b59289c1a13ae/node_modules/lucide-react/dist/esm/icons/align-horizontal-distribute-center.js.map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D:/pasar_fix/node_modules/.bun/lucide-react@0.556.0+d86b59289c1a13ae/node_modules/lucide-react/dist/esm/icons/align-horizontal-distribute-end.js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D:/pasar_fix/node_modules/.bun/lucide-react@0.556.0+d86b59289c1a13ae/node_modules/lucide-react/dist/esm/icons/align-horizontal-distribute-end.js.map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D:/pasar_fix/node_modules/.bun/lucide-react@0.556.0+d86b59289c1a13ae/node_modules/lucide-react/dist/esm/icons/align-horizontal-distribute-start.js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D:/pasar_fix/node_modules/.bun/lucide-react@0.556.0+d86b59289c1a13ae/node_modules/lucide-react/dist/esm/icons/align-horizontal-distribute-start.js.map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D:/pasar_fix/node_modules/.bun/lucide-react@0.556.0+d86b59289c1a13ae/node_modules/lucide-react/dist/esm/icons/align-horizontal-justify-center.js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D:/pasar_fix/node_modules/.bun/lucide-react@0.556.0+d86b59289c1a13ae/node_modules/lucide-react/dist/esm/icons/align-horizontal-justify-center.js.map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D:/pasar_fix/node_modules/.bun/lucide-react@0.556.0+d86b59289c1a13ae/node_modules/lucide-react/dist/esm/icons/align-horizontal-justify-end.js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D:/pasar_fix/node_modules/.bun/lucide-react@0.556.0+d86b59289c1a13ae/node_modules/lucide-react/dist/esm/icons/align-horizontal-justify-end.js.map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D:/pasar_fix/node_modules/.bun/lucide-react@0.556.0+d86b59289c1a13ae/node_modules/lucide-react/dist/esm/icons/align-horizontal-justify-start.js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D:/pasar_fix/node_modules/.bun/lucide-react@0.556.0+d86b59289c1a13ae/node_modules/lucide-react/dist/esm/icons/align-horizontal-justify-start.js.map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D:/pasar_fix/node_modules/.bun/lucide-react@0.556.0+d86b59289c1a13ae/node_modules/lucide-react/dist/esm/icons/align-horizontal-space-around.js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D:/pasar_fix/node_modules/.bun/lucide-react@0.556.0+d86b59289c1a13ae/node_modules/lucide-react/dist/esm/icons/align-horizontal-space-around.js.map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D:/pasar_fix/node_modules/.bun/lucide-react@0.556.0+d86b59289c1a13ae/node_modules/lucide-react/dist/esm/icons/align-horizontal-space-between.js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D:/pasar_fix/node_modules/.bun/lucide-react@0.556.0+d86b59289c1a13ae/node_modules/lucide-react/dist/esm/icons/align-horizontal-space-between.js.map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D:/pasar_fix/node_modules/.bun/lucide-react@0.556.0+d86b59289c1a13ae/node_modules/lucide-react/dist/esm/icons/align-justify.js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D:/pasar_fix/node_modules/.bun/lucide-react@0.556.0+d86b59289c1a13ae/node_modules/lucide-react/dist/esm/icons/align-justify.js.map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D:/pasar_fix/node_modules/.bun/lucide-react@0.556.0+d86b59289c1a13ae/node_modules/lucide-react/dist/esm/icons/align-left.js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D:/pasar_fix/node_modules/.bun/lucide-react@0.556.0+d86b59289c1a13ae/node_modules/lucide-react/dist/esm/icons/align-left.js.map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D:/pasar_fix/node_modules/.bun/lucide-react@0.556.0+d86b59289c1a13ae/node_modules/lucide-react/dist/esm/icons/align-right.js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D:/pasar_fix/node_modules/.bun/lucide-react@0.556.0+d86b59289c1a13ae/node_modules/lucide-react/dist/esm/icons/align-right.js.map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D:/pasar_fix/node_modules/.bun/lucide-react@0.556.0+d86b59289c1a13ae/node_modules/lucide-react/dist/esm/icons/align-start-horizontal.js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D:/pasar_fix/node_modules/.bun/lucide-react@0.556.0+d86b59289c1a13ae/node_modules/lucide-react/dist/esm/icons/align-start-horizontal.js.map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D:/pasar_fix/node_modules/.bun/lucide-react@0.556.0+d86b59289c1a13ae/node_modules/lucide-react/dist/esm/icons/align-start-vertical.js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D:/pasar_fix/node_modules/.bun/lucide-react@0.556.0+d86b59289c1a13ae/node_modules/lucide-react/dist/esm/icons/align-start-vertical.js.map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D:/pasar_fix/node_modules/.bun/lucide-react@0.556.0+d86b59289c1a13ae/node_modules/lucide-react/dist/esm/icons/align-vertical-distribute-center.js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D:/pasar_fix/node_modules/.bun/lucide-react@0.556.0+d86b59289c1a13ae/node_modules/lucide-react/dist/esm/icons/align-vertical-distribute-center.js.map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D:/pasar_fix/node_modules/.bun/lucide-react@0.556.0+d86b59289c1a13ae/node_modules/lucide-react/dist/esm/icons/align-vertical-distribute-end.js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D:/pasar_fix/node_modules/.bun/lucide-react@0.556.0+d86b59289c1a13ae/node_modules/lucide-react/dist/esm/icons/align-vertical-distribute-end.js.map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D:/pasar_fix/node_modules/.bun/lucide-react@0.556.0+d86b59289c1a13ae/node_modules/lucide-react/dist/esm/icons/align-vertical-distribute-start.js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D:/pasar_fix/node_modules/.bun/lucide-react@0.556.0+d86b59289c1a13ae/node_modules/lucide-react/dist/esm/icons/align-vertical-distribute-start.js.map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D:/pasar_fix/node_modules/.bun/lucide-react@0.556.0+d86b59289c1a13ae/node_modules/lucide-react/dist/esm/icons/align-vertical-justify-center.js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D:/pasar_fix/node_modules/.bun/lucide-react@0.556.0+d86b59289c1a13ae/node_modules/lucide-react/dist/esm/icons/align-vertical-justify-center.js.map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D:/pasar_fix/node_modules/.bun/lucide-react@0.556.0+d86b59289c1a13ae/node_modules/lucide-react/dist/esm/icons/align-vertical-justify-end.js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D:/pasar_fix/node_modules/.bun/lucide-react@0.556.0+d86b59289c1a13ae/node_modules/lucide-react/dist/esm/icons/align-vertical-justify-end.js.map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D:/pasar_fix/node_modules/.bun/lucide-react@0.556.0+d86b59289c1a13ae/node_modules/lucide-react/dist/esm/icons/align-vertical-justify-start.js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D:/pasar_fix/node_modules/.bun/lucide-react@0.556.0+d86b59289c1a13ae/node_modules/lucide-react/dist/esm/icons/align-vertical-justify-start.js.map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D:/pasar_fix/node_modules/.bun/lucide-react@0.556.0+d86b59289c1a13ae/node_modules/lucide-react/dist/esm/icons/align-vertical-space-around.js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D:/pasar_fix/node_modules/.bun/lucide-react@0.556.0+d86b59289c1a13ae/node_modules/lucide-react/dist/esm/icons/align-vertical-space-around.js.map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D:/pasar_fix/node_modules/.bun/lucide-react@0.556.0+d86b59289c1a13ae/node_modules/lucide-react/dist/esm/icons/align-vertical-space-between.js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D:/pasar_fix/node_modules/.bun/lucide-react@0.556.0+d86b59289c1a13ae/node_modules/lucide-react/dist/esm/icons/align-vertical-space-between.js.map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D:/pasar_fix/node_modules/.bun/lucide-react@0.556.0+d86b59289c1a13ae/node_modules/lucide-react/dist/esm/icons/ambulance.js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D:/pasar_fix/node_modules/.bun/lucide-react@0.556.0+d86b59289c1a13ae/node_modules/lucide-react/dist/esm/icons/ambulance.js.map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D:/pasar_fix/node_modules/.bun/lucide-react@0.556.0+d86b59289c1a13ae/node_modules/lucide-react/dist/esm/icons/ampersand.js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D:/pasar_fix/node_modules/.bun/lucide-react@0.556.0+d86b59289c1a13ae/node_modules/lucide-react/dist/esm/icons/ampersand.js.map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D:/pasar_fix/node_modules/.bun/lucide-react@0.556.0+d86b59289c1a13ae/node_modules/lucide-react/dist/esm/icons/ampersands.js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D:/pasar_fix/node_modules/.bun/lucide-react@0.556.0+d86b59289c1a13ae/node_modules/lucide-react/dist/esm/icons/ampersands.js.map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D:/pasar_fix/node_modules/.bun/lucide-react@0.556.0+d86b59289c1a13ae/node_modules/lucide-react/dist/esm/icons/amphora.js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D:/pasar_fix/node_modules/.bun/lucide-react@0.556.0+d86b59289c1a13ae/node_modules/lucide-react/dist/esm/icons/amphora.js.map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D:/pasar_fix/node_modules/.bun/lucide-react@0.556.0+d86b59289c1a13ae/node_modules/lucide-react/dist/esm/icons/anchor.js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D:/pasar_fix/node_modules/.bun/lucide-react@0.556.0+d86b59289c1a13ae/node_modules/lucide-react/dist/esm/icons/anchor.js.map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D:/pasar_fix/node_modules/.bun/lucide-react@0.556.0+d86b59289c1a13ae/node_modules/lucide-react/dist/esm/icons/angry.js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D:/pasar_fix/node_modules/.bun/lucide-react@0.556.0+d86b59289c1a13ae/node_modules/lucide-react/dist/esm/icons/angry.js.map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D:/pasar_fix/node_modules/.bun/lucide-react@0.556.0+d86b59289c1a13ae/node_modules/lucide-react/dist/esm/icons/annoyed.js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D:/pasar_fix/node_modules/.bun/lucide-react@0.556.0+d86b59289c1a13ae/node_modules/lucide-react/dist/esm/icons/annoyed.js.map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D:/pasar_fix/node_modules/.bun/lucide-react@0.556.0+d86b59289c1a13ae/node_modules/lucide-react/dist/esm/icons/antenna.js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D:/pasar_fix/node_modules/.bun/lucide-react@0.556.0+d86b59289c1a13ae/node_modules/lucide-react/dist/esm/icons/antenna.js.map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D:/pasar_fix/node_modules/.bun/lucide-react@0.556.0+d86b59289c1a13ae/node_modules/lucide-react/dist/esm/icons/anvil.js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D:/pasar_fix/node_modules/.bun/lucide-react@0.556.0+d86b59289c1a13ae/node_modules/lucide-react/dist/esm/icons/anvil.js.map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D:/pasar_fix/node_modules/.bun/lucide-react@0.556.0+d86b59289c1a13ae/node_modules/lucide-react/dist/esm/icons/aperture.js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D:/pasar_fix/node_modules/.bun/lucide-react@0.556.0+d86b59289c1a13ae/node_modules/lucide-react/dist/esm/icons/aperture.js.map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D:/pasar_fix/node_modules/.bun/lucide-react@0.556.0+d86b59289c1a13ae/node_modules/lucide-react/dist/esm/icons/app-window-mac.js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D:/pasar_fix/node_modules/.bun/lucide-react@0.556.0+d86b59289c1a13ae/node_modules/lucide-react/dist/esm/icons/app-window-mac.js.map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D:/pasar_fix/node_modules/.bun/lucide-react@0.556.0+d86b59289c1a13ae/node_modules/lucide-react/dist/esm/icons/app-window.js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D:/pasar_fix/node_modules/.bun/lucide-react@0.556.0+d86b59289c1a13ae/node_modules/lucide-react/dist/esm/icons/app-window.js.map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D:/pasar_fix/node_modules/.bun/lucide-react@0.556.0+d86b59289c1a13ae/node_modules/lucide-react/dist/esm/icons/apple.js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D:/pasar_fix/node_modules/.bun/lucide-react@0.556.0+d86b59289c1a13ae/node_modules/lucide-react/dist/esm/icons/apple.js.map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D:/pasar_fix/node_modules/.bun/lucide-react@0.556.0+d86b59289c1a13ae/node_modules/lucide-react/dist/esm/icons/archive-restore.js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D:/pasar_fix/node_modules/.bun/lucide-react@0.556.0+d86b59289c1a13ae/node_modules/lucide-react/dist/esm/icons/archive-restore.js.map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D:/pasar_fix/node_modules/.bun/lucide-react@0.556.0+d86b59289c1a13ae/node_modules/lucide-react/dist/esm/icons/archive-x.js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D:/pasar_fix/node_modules/.bun/lucide-react@0.556.0+d86b59289c1a13ae/node_modules/lucide-react/dist/esm/icons/archive-x.js.map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D:/pasar_fix/node_modules/.bun/lucide-react@0.556.0+d86b59289c1a13ae/node_modules/lucide-react/dist/esm/icons/archive.js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D:/pasar_fix/node_modules/.bun/lucide-react@0.556.0+d86b59289c1a13ae/node_modules/lucide-react/dist/esm/icons/archive.js.map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D:/pasar_fix/node_modules/.bun/lucide-react@0.556.0+d86b59289c1a13ae/node_modules/lucide-react/dist/esm/icons/area-chart.js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D:/pasar_fix/node_modules/.bun/lucide-react@0.556.0+d86b59289c1a13ae/node_modules/lucide-react/dist/esm/icons/area-chart.js.map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D:/pasar_fix/node_modules/.bun/lucide-react@0.556.0+d86b59289c1a13ae/node_modules/lucide-react/dist/esm/icons/armchair.js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D:/pasar_fix/node_modules/.bun/lucide-react@0.556.0+d86b59289c1a13ae/node_modules/lucide-react/dist/esm/icons/armchair.js.map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D:/pasar_fix/node_modules/.bun/lucide-react@0.556.0+d86b59289c1a13ae/node_modules/lucide-react/dist/esm/icons/arrow-big-down-dash.js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D:/pasar_fix/node_modules/.bun/lucide-react@0.556.0+d86b59289c1a13ae/node_modules/lucide-react/dist/esm/icons/arrow-big-down-dash.js.map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D:/pasar_fix/node_modules/.bun/lucide-react@0.556.0+d86b59289c1a13ae/node_modules/lucide-react/dist/esm/icons/arrow-big-down.js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D:/pasar_fix/node_modules/.bun/lucide-react@0.556.0+d86b59289c1a13ae/node_modules/lucide-react/dist/esm/icons/arrow-big-down.js.map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D:/pasar_fix/node_modules/.bun/lucide-react@0.556.0+d86b59289c1a13ae/node_modules/lucide-react/dist/esm/icons/arrow-big-left-dash.js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D:/pasar_fix/node_modules/.bun/lucide-react@0.556.0+d86b59289c1a13ae/node_modules/lucide-react/dist/esm/icons/arrow-big-left-dash.js.map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D:/pasar_fix/node_modules/.bun/lucide-react@0.556.0+d86b59289c1a13ae/node_modules/lucide-react/dist/esm/icons/arrow-big-left.js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D:/pasar_fix/node_modules/.bun/lucide-react@0.556.0+d86b59289c1a13ae/node_modules/lucide-react/dist/esm/icons/arrow-big-left.js.map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D:/pasar_fix/node_modules/.bun/lucide-react@0.556.0+d86b59289c1a13ae/node_modules/lucide-react/dist/esm/icons/arrow-big-right-dash.js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D:/pasar_fix/node_modules/.bun/lucide-react@0.556.0+d86b59289c1a13ae/node_modules/lucide-react/dist/esm/icons/arrow-big-right-dash.js.map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D:/pasar_fix/node_modules/.bun/lucide-react@0.556.0+d86b59289c1a13ae/node_modules/lucide-react/dist/esm/icons/arrow-big-right.js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D:/pasar_fix/node_modules/.bun/lucide-react@0.556.0+d86b59289c1a13ae/node_modules/lucide-react/dist/esm/icons/arrow-big-right.js.map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D:/pasar_fix/node_modules/.bun/lucide-react@0.556.0+d86b59289c1a13ae/node_modules/lucide-react/dist/esm/icons/arrow-big-up-dash.js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D:/pasar_fix/node_modules/.bun/lucide-react@0.556.0+d86b59289c1a13ae/node_modules/lucide-react/dist/esm/icons/arrow-big-up-dash.js.map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D:/pasar_fix/node_modules/.bun/lucide-react@0.556.0+d86b59289c1a13ae/node_modules/lucide-react/dist/esm/icons/arrow-big-up.js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D:/pasar_fix/node_modules/.bun/lucide-react@0.556.0+d86b59289c1a13ae/node_modules/lucide-react/dist/esm/icons/arrow-big-up.js.map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D:/pasar_fix/node_modules/.bun/lucide-react@0.556.0+d86b59289c1a13ae/node_modules/lucide-react/dist/esm/icons/arrow-down-0-1.js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D:/pasar_fix/node_modules/.bun/lucide-react@0.556.0+d86b59289c1a13ae/node_modules/lucide-react/dist/esm/icons/arrow-down-0-1.js.map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D:/pasar_fix/node_modules/.bun/lucide-react@0.556.0+d86b59289c1a13ae/node_modules/lucide-react/dist/esm/icons/arrow-down-01.js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D:/pasar_fix/node_modules/.bun/lucide-react@0.556.0+d86b59289c1a13ae/node_modules/lucide-react/dist/esm/icons/arrow-down-01.js.map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D:/pasar_fix/node_modules/.bun/lucide-react@0.556.0+d86b59289c1a13ae/node_modules/lucide-react/dist/esm/icons/arrow-down-1-0.js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D:/pasar_fix/node_modules/.bun/lucide-react@0.556.0+d86b59289c1a13ae/node_modules/lucide-react/dist/esm/icons/arrow-down-1-0.js.map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D:/pasar_fix/node_modules/.bun/lucide-react@0.556.0+d86b59289c1a13ae/node_modules/lucide-react/dist/esm/icons/arrow-down-10.js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D:/pasar_fix/node_modules/.bun/lucide-react@0.556.0+d86b59289c1a13ae/node_modules/lucide-react/dist/esm/icons/arrow-down-10.js.map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D:/pasar_fix/node_modules/.bun/lucide-react@0.556.0+d86b59289c1a13ae/node_modules/lucide-react/dist/esm/icons/arrow-down-a-z.js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D:/pasar_fix/node_modules/.bun/lucide-react@0.556.0+d86b59289c1a13ae/node_modules/lucide-react/dist/esm/icons/arrow-down-a-z.js.map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D:/pasar_fix/node_modules/.bun/lucide-react@0.556.0+d86b59289c1a13ae/node_modules/lucide-react/dist/esm/icons/arrow-down-az.js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D:/pasar_fix/node_modules/.bun/lucide-react@0.556.0+d86b59289c1a13ae/node_modules/lucide-react/dist/esm/icons/arrow-down-az.js.map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D:/pasar_fix/node_modules/.bun/lucide-react@0.556.0+d86b59289c1a13ae/node_modules/lucide-react/dist/esm/icons/arrow-down-circle.js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D:/pasar_fix/node_modules/.bun/lucide-react@0.556.0+d86b59289c1a13ae/node_modules/lucide-react/dist/esm/icons/arrow-down-circle.js.map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D:/pasar_fix/node_modules/.bun/lucide-react@0.556.0+d86b59289c1a13ae/node_modules/lucide-react/dist/esm/icons/arrow-down-from-line.js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D:/pasar_fix/node_modules/.bun/lucide-react@0.556.0+d86b59289c1a13ae/node_modules/lucide-react/dist/esm/icons/arrow-down-from-line.js.map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D:/pasar_fix/node_modules/.bun/lucide-react@0.556.0+d86b59289c1a13ae/node_modules/lucide-react/dist/esm/icons/arrow-down-left-from-circle.js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D:/pasar_fix/node_modules/.bun/lucide-react@0.556.0+d86b59289c1a13ae/node_modules/lucide-react/dist/esm/icons/arrow-down-left-from-circle.js.map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D:/pasar_fix/node_modules/.bun/lucide-react@0.556.0+d86b59289c1a13ae/node_modules/lucide-react/dist/esm/icons/arrow-down-left-from-square.js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D:/pasar_fix/node_modules/.bun/lucide-react@0.556.0+d86b59289c1a13ae/node_modules/lucide-react/dist/esm/icons/arrow-down-left-from-square.js.map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D:/pasar_fix/node_modules/.bun/lucide-react@0.556.0+d86b59289c1a13ae/node_modules/lucide-react/dist/esm/icons/arrow-down-left-square.js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D:/pasar_fix/node_modules/.bun/lucide-react@0.556.0+d86b59289c1a13ae/node_modules/lucide-react/dist/esm/icons/arrow-down-left-square.js.map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D:/pasar_fix/node_modules/.bun/lucide-react@0.556.0+d86b59289c1a13ae/node_modules/lucide-react/dist/esm/icons/arrow-down-left.js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D:/pasar_fix/node_modules/.bun/lucide-react@0.556.0+d86b59289c1a13ae/node_modules/lucide-react/dist/esm/icons/arrow-down-left.js.map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D:/pasar_fix/node_modules/.bun/lucide-react@0.556.0+d86b59289c1a13ae/node_modules/lucide-react/dist/esm/icons/arrow-down-narrow-wide.js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D:/pasar_fix/node_modules/.bun/lucide-react@0.556.0+d86b59289c1a13ae/node_modules/lucide-react/dist/esm/icons/arrow-down-narrow-wide.js.map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D:/pasar_fix/node_modules/.bun/lucide-react@0.556.0+d86b59289c1a13ae/node_modules/lucide-react/dist/esm/icons/arrow-down-right-from-circle.js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D:/pasar_fix/node_modules/.bun/lucide-react@0.556.0+d86b59289c1a13ae/node_modules/lucide-react/dist/esm/icons/arrow-down-right-from-circle.js.map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D:/pasar_fix/node_modules/.bun/lucide-react@0.556.0+d86b59289c1a13ae/node_modules/lucide-react/dist/esm/icons/arrow-down-right-from-square.js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D:/pasar_fix/node_modules/.bun/lucide-react@0.556.0+d86b59289c1a13ae/node_modules/lucide-react/dist/esm/icons/arrow-down-right-from-square.js.map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D:/pasar_fix/node_modules/.bun/lucide-react@0.556.0+d86b59289c1a13ae/node_modules/lucide-react/dist/esm/icons/arrow-down-right-square.js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D:/pasar_fix/node_modules/.bun/lucide-react@0.556.0+d86b59289c1a13ae/node_modules/lucide-react/dist/esm/icons/arrow-down-right-square.js.map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D:/pasar_fix/node_modules/.bun/lucide-react@0.556.0+d86b59289c1a13ae/node_modules/lucide-react/dist/esm/icons/arrow-down-right.js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D:/pasar_fix/node_modules/.bun/lucide-react@0.556.0+d86b59289c1a13ae/node_modules/lucide-react/dist/esm/icons/arrow-down-right.js.map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D:/pasar_fix/node_modules/.bun/lucide-react@0.556.0+d86b59289c1a13ae/node_modules/lucide-react/dist/esm/icons/arrow-down-square.js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D:/pasar_fix/node_modules/.bun/lucide-react@0.556.0+d86b59289c1a13ae/node_modules/lucide-react/dist/esm/icons/arrow-down-square.js.map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D:/pasar_fix/node_modules/.bun/lucide-react@0.556.0+d86b59289c1a13ae/node_modules/lucide-react/dist/esm/icons/arrow-down-to-dot.js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D:/pasar_fix/node_modules/.bun/lucide-react@0.556.0+d86b59289c1a13ae/node_modules/lucide-react/dist/esm/icons/arrow-down-to-dot.js.map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D:/pasar_fix/node_modules/.bun/lucide-react@0.556.0+d86b59289c1a13ae/node_modules/lucide-react/dist/esm/icons/arrow-down-to-line.js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D:/pasar_fix/node_modules/.bun/lucide-react@0.556.0+d86b59289c1a13ae/node_modules/lucide-react/dist/esm/icons/arrow-down-to-line.js.map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D:/pasar_fix/node_modules/.bun/lucide-react@0.556.0+d86b59289c1a13ae/node_modules/lucide-react/dist/esm/icons/arrow-down-up.js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D:/pasar_fix/node_modules/.bun/lucide-react@0.556.0+d86b59289c1a13ae/node_modules/lucide-react/dist/esm/icons/arrow-down-up.js.map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D:/pasar_fix/node_modules/.bun/lucide-react@0.556.0+d86b59289c1a13ae/node_modules/lucide-react/dist/esm/icons/arrow-down-wide-narrow.js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D:/pasar_fix/node_modules/.bun/lucide-react@0.556.0+d86b59289c1a13ae/node_modules/lucide-react/dist/esm/icons/arrow-down-wide-narrow.js.map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D:/pasar_fix/node_modules/.bun/lucide-react@0.556.0+d86b59289c1a13ae/node_modules/lucide-react/dist/esm/icons/arrow-down-z-a.js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D:/pasar_fix/node_modules/.bun/lucide-react@0.556.0+d86b59289c1a13ae/node_modules/lucide-react/dist/esm/icons/arrow-down-z-a.js.map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D:/pasar_fix/node_modules/.bun/lucide-react@0.556.0+d86b59289c1a13ae/node_modules/lucide-react/dist/esm/icons/arrow-down-za.js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D:/pasar_fix/node_modules/.bun/lucide-react@0.556.0+d86b59289c1a13ae/node_modules/lucide-react/dist/esm/icons/arrow-down-za.js.map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D:/pasar_fix/node_modules/.bun/lucide-react@0.556.0+d86b59289c1a13ae/node_modules/lucide-react/dist/esm/icons/arrow-down.js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D:/pasar_fix/node_modules/.bun/lucide-react@0.556.0+d86b59289c1a13ae/node_modules/lucide-react/dist/esm/icons/arrow-down.js.map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D:/pasar_fix/node_modules/.bun/lucide-react@0.556.0+d86b59289c1a13ae/node_modules/lucide-react/dist/esm/icons/arrow-left-circle.js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D:/pasar_fix/node_modules/.bun/lucide-react@0.556.0+d86b59289c1a13ae/node_modules/lucide-react/dist/esm/icons/arrow-left-circle.js.map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D:/pasar_fix/node_modules/.bun/lucide-react@0.556.0+d86b59289c1a13ae/node_modules/lucide-react/dist/esm/icons/arrow-left-from-line.js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D:/pasar_fix/node_modules/.bun/lucide-react@0.556.0+d86b59289c1a13ae/node_modules/lucide-react/dist/esm/icons/arrow-left-from-line.js.map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D:/pasar_fix/node_modules/.bun/lucide-react@0.556.0+d86b59289c1a13ae/node_modules/lucide-react/dist/esm/icons/arrow-left-right.js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D:/pasar_fix/node_modules/.bun/lucide-react@0.556.0+d86b59289c1a13ae/node_modules/lucide-react/dist/esm/icons/arrow-left-right.js.map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D:/pasar_fix/node_modules/.bun/lucide-react@0.556.0+d86b59289c1a13ae/node_modules/lucide-react/dist/esm/icons/arrow-left-square.js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D:/pasar_fix/node_modules/.bun/lucide-react@0.556.0+d86b59289c1a13ae/node_modules/lucide-react/dist/esm/icons/arrow-left-square.js.map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D:/pasar_fix/node_modules/.bun/lucide-react@0.556.0+d86b59289c1a13ae/node_modules/lucide-react/dist/esm/icons/arrow-left-to-line.js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D:/pasar_fix/node_modules/.bun/lucide-react@0.556.0+d86b59289c1a13ae/node_modules/lucide-react/dist/esm/icons/arrow-left-to-line.js.map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D:/pasar_fix/node_modules/.bun/lucide-react@0.556.0+d86b59289c1a13ae/node_modules/lucide-react/dist/esm/icons/arrow-left.js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D:/pasar_fix/node_modules/.bun/lucide-react@0.556.0+d86b59289c1a13ae/node_modules/lucide-react/dist/esm/icons/arrow-left.js.map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D:/pasar_fix/node_modules/.bun/lucide-react@0.556.0+d86b59289c1a13ae/node_modules/lucide-react/dist/esm/icons/arrow-right-circle.js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D:/pasar_fix/node_modules/.bun/lucide-react@0.556.0+d86b59289c1a13ae/node_modules/lucide-react/dist/esm/icons/arrow-right-circle.js.map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D:/pasar_fix/node_modules/.bun/lucide-react@0.556.0+d86b59289c1a13ae/node_modules/lucide-react/dist/esm/icons/arrow-right-from-line.js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D:/pasar_fix/node_modules/.bun/lucide-react@0.556.0+d86b59289c1a13ae/node_modules/lucide-react/dist/esm/icons/arrow-right-from-line.js.map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D:/pasar_fix/node_modules/.bun/lucide-react@0.556.0+d86b59289c1a13ae/node_modules/lucide-react/dist/esm/icons/arrow-right-left.js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D:/pasar_fix/node_modules/.bun/lucide-react@0.556.0+d86b59289c1a13ae/node_modules/lucide-react/dist/esm/icons/arrow-right-left.js.map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D:/pasar_fix/node_modules/.bun/lucide-react@0.556.0+d86b59289c1a13ae/node_modules/lucide-react/dist/esm/icons/arrow-right-square.js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D:/pasar_fix/node_modules/.bun/lucide-react@0.556.0+d86b59289c1a13ae/node_modules/lucide-react/dist/esm/icons/arrow-right-square.js.map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D:/pasar_fix/node_modules/.bun/lucide-react@0.556.0+d86b59289c1a13ae/node_modules/lucide-react/dist/esm/icons/arrow-right-to-line.js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D:/pasar_fix/node_modules/.bun/lucide-react@0.556.0+d86b59289c1a13ae/node_modules/lucide-react/dist/esm/icons/arrow-right-to-line.js.map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D:/pasar_fix/node_modules/.bun/lucide-react@0.556.0+d86b59289c1a13ae/node_modules/lucide-react/dist/esm/icons/arrow-right.js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D:/pasar_fix/node_modules/.bun/lucide-react@0.556.0+d86b59289c1a13ae/node_modules/lucide-react/dist/esm/icons/arrow-right.js.map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D:/pasar_fix/node_modules/.bun/lucide-react@0.556.0+d86b59289c1a13ae/node_modules/lucide-react/dist/esm/icons/arrow-up-0-1.js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D:/pasar_fix/node_modules/.bun/lucide-react@0.556.0+d86b59289c1a13ae/node_modules/lucide-react/dist/esm/icons/arrow-up-0-1.js.map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D:/pasar_fix/node_modules/.bun/lucide-react@0.556.0+d86b59289c1a13ae/node_modules/lucide-react/dist/esm/icons/arrow-up-01.js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D:/pasar_fix/node_modules/.bun/lucide-react@0.556.0+d86b59289c1a13ae/node_modules/lucide-react/dist/esm/icons/arrow-up-01.js.map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D:/pasar_fix/node_modules/.bun/lucide-react@0.556.0+d86b59289c1a13ae/node_modules/lucide-react/dist/esm/icons/arrow-up-1-0.js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D:/pasar_fix/node_modules/.bun/lucide-react@0.556.0+d86b59289c1a13ae/node_modules/lucide-react/dist/esm/icons/arrow-up-1-0.js.map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D:/pasar_fix/node_modules/.bun/lucide-react@0.556.0+d86b59289c1a13ae/node_modules/lucide-react/dist/esm/icons/arrow-up-10.js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D:/pasar_fix/node_modules/.bun/lucide-react@0.556.0+d86b59289c1a13ae/node_modules/lucide-react/dist/esm/icons/arrow-up-10.js.map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D:/pasar_fix/node_modules/.bun/lucide-react@0.556.0+d86b59289c1a13ae/node_modules/lucide-react/dist/esm/icons/arrow-up-a-z.js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D:/pasar_fix/node_modules/.bun/lucide-react@0.556.0+d86b59289c1a13ae/node_modules/lucide-react/dist/esm/icons/arrow-up-a-z.js.map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D:/pasar_fix/node_modules/.bun/lucide-react@0.556.0+d86b59289c1a13ae/node_modules/lucide-react/dist/esm/icons/arrow-up-az.js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D:/pasar_fix/node_modules/.bun/lucide-react@0.556.0+d86b59289c1a13ae/node_modules/lucide-react/dist/esm/icons/arrow-up-az.js.map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D:/pasar_fix/node_modules/.bun/lucide-react@0.556.0+d86b59289c1a13ae/node_modules/lucide-react/dist/esm/icons/arrow-up-circle.js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D:/pasar_fix/node_modules/.bun/lucide-react@0.556.0+d86b59289c1a13ae/node_modules/lucide-react/dist/esm/icons/arrow-up-circle.js.map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D:/pasar_fix/node_modules/.bun/lucide-react@0.556.0+d86b59289c1a13ae/node_modules/lucide-react/dist/esm/icons/arrow-up-down.js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D:/pasar_fix/node_modules/.bun/lucide-react@0.556.0+d86b59289c1a13ae/node_modules/lucide-react/dist/esm/icons/arrow-up-down.js.map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D:/pasar_fix/node_modules/.bun/lucide-react@0.556.0+d86b59289c1a13ae/node_modules/lucide-react/dist/esm/icons/arrow-up-from-dot.js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D:/pasar_fix/node_modules/.bun/lucide-react@0.556.0+d86b59289c1a13ae/node_modules/lucide-react/dist/esm/icons/arrow-up-from-dot.js.map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D:/pasar_fix/node_modules/.bun/lucide-react@0.556.0+d86b59289c1a13ae/node_modules/lucide-react/dist/esm/icons/arrow-up-from-line.js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D:/pasar_fix/node_modules/.bun/lucide-react@0.556.0+d86b59289c1a13ae/node_modules/lucide-react/dist/esm/icons/arrow-up-from-line.js.map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D:/pasar_fix/node_modules/.bun/lucide-react@0.556.0+d86b59289c1a13ae/node_modules/lucide-react/dist/esm/icons/arrow-up-left-from-circle.js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D:/pasar_fix/node_modules/.bun/lucide-react@0.556.0+d86b59289c1a13ae/node_modules/lucide-react/dist/esm/icons/arrow-up-left-from-circle.js.map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D:/pasar_fix/node_modules/.bun/lucide-react@0.556.0+d86b59289c1a13ae/node_modules/lucide-react/dist/esm/icons/arrow-up-left-from-square.js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D:/pasar_fix/node_modules/.bun/lucide-react@0.556.0+d86b59289c1a13ae/node_modules/lucide-react/dist/esm/icons/arrow-up-left-from-square.js.map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D:/pasar_fix/node_modules/.bun/lucide-react@0.556.0+d86b59289c1a13ae/node_modules/lucide-react/dist/esm/icons/arrow-up-left-square.js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D:/pasar_fix/node_modules/.bun/lucide-react@0.556.0+d86b59289c1a13ae/node_modules/lucide-react/dist/esm/icons/arrow-up-left-square.js.map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D:/pasar_fix/node_modules/.bun/lucide-react@0.556.0+d86b59289c1a13ae/node_modules/lucide-react/dist/esm/icons/arrow-up-left.js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D:/pasar_fix/node_modules/.bun/lucide-react@0.556.0+d86b59289c1a13ae/node_modules/lucide-react/dist/esm/icons/arrow-up-left.js.map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D:/pasar_fix/node_modules/.bun/lucide-react@0.556.0+d86b59289c1a13ae/node_modules/lucide-react/dist/esm/icons/arrow-up-narrow-wide.js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D:/pasar_fix/node_modules/.bun/lucide-react@0.556.0+d86b59289c1a13ae/node_modules/lucide-react/dist/esm/icons/arrow-up-narrow-wide.js.map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D:/pasar_fix/node_modules/.bun/lucide-react@0.556.0+d86b59289c1a13ae/node_modules/lucide-react/dist/esm/icons/arrow-up-right-from-circle.js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D:/pasar_fix/node_modules/.bun/lucide-react@0.556.0+d86b59289c1a13ae/node_modules/lucide-react/dist/esm/icons/arrow-up-right-from-circle.js.map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D:/pasar_fix/node_modules/.bun/lucide-react@0.556.0+d86b59289c1a13ae/node_modules/lucide-react/dist/esm/icons/arrow-up-right-from-square.js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D:/pasar_fix/node_modules/.bun/lucide-react@0.556.0+d86b59289c1a13ae/node_modules/lucide-react/dist/esm/icons/arrow-up-right-from-square.js.map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D:/pasar_fix/node_modules/.bun/lucide-react@0.556.0+d86b59289c1a13ae/node_modules/lucide-react/dist/esm/icons/arrow-up-right-square.js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D:/pasar_fix/node_modules/.bun/lucide-react@0.556.0+d86b59289c1a13ae/node_modules/lucide-react/dist/esm/icons/arrow-up-right-square.js.map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D:/pasar_fix/node_modules/.bun/lucide-react@0.556.0+d86b59289c1a13ae/node_modules/lucide-react/dist/esm/icons/arrow-up-right.js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D:/pasar_fix/node_modules/.bun/lucide-react@0.556.0+d86b59289c1a13ae/node_modules/lucide-react/dist/esm/icons/arrow-up-right.js.map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D:/pasar_fix/node_modules/.bun/lucide-react@0.556.0+d86b59289c1a13ae/node_modules/lucide-react/dist/esm/icons/arrow-up-square.js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D:/pasar_fix/node_modules/.bun/lucide-react@0.556.0+d86b59289c1a13ae/node_modules/lucide-react/dist/esm/icons/arrow-up-square.js.map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D:/pasar_fix/node_modules/.bun/lucide-react@0.556.0+d86b59289c1a13ae/node_modules/lucide-react/dist/esm/icons/arrow-up-to-line.js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D:/pasar_fix/node_modules/.bun/lucide-react@0.556.0+d86b59289c1a13ae/node_modules/lucide-react/dist/esm/icons/arrow-up-to-line.js.map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D:/pasar_fix/node_modules/.bun/lucide-react@0.556.0+d86b59289c1a13ae/node_modules/lucide-react/dist/esm/icons/arrow-up-wide-narrow.js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D:/pasar_fix/node_modules/.bun/lucide-react@0.556.0+d86b59289c1a13ae/node_modules/lucide-react/dist/esm/icons/arrow-up-wide-narrow.js.map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D:/pasar_fix/node_modules/.bun/lucide-react@0.556.0+d86b59289c1a13ae/node_modules/lucide-react/dist/esm/icons/arrow-up-z-a.js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D:/pasar_fix/node_modules/.bun/lucide-react@0.556.0+d86b59289c1a13ae/node_modules/lucide-react/dist/esm/icons/arrow-up-z-a.js.map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D:/pasar_fix/node_modules/.bun/lucide-react@0.556.0+d86b59289c1a13ae/node_modules/lucide-react/dist/esm/icons/arrow-up-za.js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D:/pasar_fix/node_modules/.bun/lucide-react@0.556.0+d86b59289c1a13ae/node_modules/lucide-react/dist/esm/icons/arrow-up-za.js.map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D:/pasar_fix/node_modules/.bun/lucide-react@0.556.0+d86b59289c1a13ae/node_modules/lucide-react/dist/esm/icons/arrow-up.js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D:/pasar_fix/node_modules/.bun/lucide-react@0.556.0+d86b59289c1a13ae/node_modules/lucide-react/dist/esm/icons/arrow-up.js.map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D:/pasar_fix/node_modules/.bun/lucide-react@0.556.0+d86b59289c1a13ae/node_modules/lucide-react/dist/esm/icons/arrows-up-from-line.js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D:/pasar_fix/node_modules/.bun/lucide-react@0.556.0+d86b59289c1a13ae/node_modules/lucide-react/dist/esm/icons/arrows-up-from-line.js.map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D:/pasar_fix/node_modules/.bun/lucide-react@0.556.0+d86b59289c1a13ae/node_modules/lucide-react/dist/esm/icons/asterisk-square.js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D:/pasar_fix/node_modules/.bun/lucide-react@0.556.0+d86b59289c1a13ae/node_modules/lucide-react/dist/esm/icons/asterisk-square.js.map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D:/pasar_fix/node_modules/.bun/lucide-react@0.556.0+d86b59289c1a13ae/node_modules/lucide-react/dist/esm/icons/asterisk.js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D:/pasar_fix/node_modules/.bun/lucide-react@0.556.0+d86b59289c1a13ae/node_modules/lucide-react/dist/esm/icons/asterisk.js.map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D:/pasar_fix/node_modules/.bun/lucide-react@0.556.0+d86b59289c1a13ae/node_modules/lucide-react/dist/esm/icons/at-sign.js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D:/pasar_fix/node_modules/.bun/lucide-react@0.556.0+d86b59289c1a13ae/node_modules/lucide-react/dist/esm/icons/at-sign.js.map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D:/pasar_fix/node_modules/.bun/lucide-react@0.556.0+d86b59289c1a13ae/node_modules/lucide-react/dist/esm/icons/atom.js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D:/pasar_fix/node_modules/.bun/lucide-react@0.556.0+d86b59289c1a13ae/node_modules/lucide-react/dist/esm/icons/atom.js.map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D:/pasar_fix/node_modules/.bun/lucide-react@0.556.0+d86b59289c1a13ae/node_modules/lucide-react/dist/esm/icons/audio-lines.js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D:/pasar_fix/node_modules/.bun/lucide-react@0.556.0+d86b59289c1a13ae/node_modules/lucide-react/dist/esm/icons/audio-lines.js.map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D:/pasar_fix/node_modules/.bun/lucide-react@0.556.0+d86b59289c1a13ae/node_modules/lucide-react/dist/esm/icons/audio-waveform.js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D:/pasar_fix/node_modules/.bun/lucide-react@0.556.0+d86b59289c1a13ae/node_modules/lucide-react/dist/esm/icons/audio-waveform.js.map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D:/pasar_fix/node_modules/.bun/lucide-react@0.556.0+d86b59289c1a13ae/node_modules/lucide-react/dist/esm/icons/award.js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D:/pasar_fix/node_modules/.bun/lucide-react@0.556.0+d86b59289c1a13ae/node_modules/lucide-react/dist/esm/icons/award.js.map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D:/pasar_fix/node_modules/.bun/lucide-react@0.556.0+d86b59289c1a13ae/node_modules/lucide-react/dist/esm/icons/axe.js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D:/pasar_fix/node_modules/.bun/lucide-react@0.556.0+d86b59289c1a13ae/node_modules/lucide-react/dist/esm/icons/axe.js.map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D:/pasar_fix/node_modules/.bun/lucide-react@0.556.0+d86b59289c1a13ae/node_modules/lucide-react/dist/esm/icons/axis-3-d.js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D:/pasar_fix/node_modules/.bun/lucide-react@0.556.0+d86b59289c1a13ae/node_modules/lucide-react/dist/esm/icons/axis-3-d.js.map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D:/pasar_fix/node_modules/.bun/lucide-react@0.556.0+d86b59289c1a13ae/node_modules/lucide-react/dist/esm/icons/axis-3d.js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D:/pasar_fix/node_modules/.bun/lucide-react@0.556.0+d86b59289c1a13ae/node_modules/lucide-react/dist/esm/icons/axis-3d.js.map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D:/pasar_fix/node_modules/.bun/lucide-react@0.556.0+d86b59289c1a13ae/node_modules/lucide-react/dist/esm/icons/baby.js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D:/pasar_fix/node_modules/.bun/lucide-react@0.556.0+d86b59289c1a13ae/node_modules/lucide-react/dist/esm/icons/baby.js.map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D:/pasar_fix/node_modules/.bun/lucide-react@0.556.0+d86b59289c1a13ae/node_modules/lucide-react/dist/esm/icons/backpack.js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D:/pasar_fix/node_modules/.bun/lucide-react@0.556.0+d86b59289c1a13ae/node_modules/lucide-react/dist/esm/icons/backpack.js.map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D:/pasar_fix/node_modules/.bun/lucide-react@0.556.0+d86b59289c1a13ae/node_modules/lucide-react/dist/esm/icons/badge-alert.js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D:/pasar_fix/node_modules/.bun/lucide-react@0.556.0+d86b59289c1a13ae/node_modules/lucide-react/dist/esm/icons/badge-alert.js.map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D:/pasar_fix/node_modules/.bun/lucide-react@0.556.0+d86b59289c1a13ae/node_modules/lucide-react/dist/esm/icons/badge-cent.js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D:/pasar_fix/node_modules/.bun/lucide-react@0.556.0+d86b59289c1a13ae/node_modules/lucide-react/dist/esm/icons/badge-cent.js.map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D:/pasar_fix/node_modules/.bun/lucide-react@0.556.0+d86b59289c1a13ae/node_modules/lucide-react/dist/esm/icons/badge-check.js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D:/pasar_fix/node_modules/.bun/lucide-react@0.556.0+d86b59289c1a13ae/node_modules/lucide-react/dist/esm/icons/badge-check.js.map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D:/pasar_fix/node_modules/.bun/lucide-react@0.556.0+d86b59289c1a13ae/node_modules/lucide-react/dist/esm/icons/badge-dollar-sign.js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D:/pasar_fix/node_modules/.bun/lucide-react@0.556.0+d86b59289c1a13ae/node_modules/lucide-react/dist/esm/icons/badge-dollar-sign.js.map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D:/pasar_fix/node_modules/.bun/lucide-react@0.556.0+d86b59289c1a13ae/node_modules/lucide-react/dist/esm/icons/badge-euro.js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D:/pasar_fix/node_modules/.bun/lucide-react@0.556.0+d86b59289c1a13ae/node_modules/lucide-react/dist/esm/icons/badge-euro.js.map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D:/pasar_fix/node_modules/.bun/lucide-react@0.556.0+d86b59289c1a13ae/node_modules/lucide-react/dist/esm/icons/badge-help.js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D:/pasar_fix/node_modules/.bun/lucide-react@0.556.0+d86b59289c1a13ae/node_modules/lucide-react/dist/esm/icons/badge-help.js.map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D:/pasar_fix/node_modules/.bun/lucide-react@0.556.0+d86b59289c1a13ae/node_modules/lucide-react/dist/esm/icons/badge-indian-rupee.js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D:/pasar_fix/node_modules/.bun/lucide-react@0.556.0+d86b59289c1a13ae/node_modules/lucide-react/dist/esm/icons/badge-indian-rupee.js.map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D:/pasar_fix/node_modules/.bun/lucide-react@0.556.0+d86b59289c1a13ae/node_modules/lucide-react/dist/esm/icons/badge-info.js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D:/pasar_fix/node_modules/.bun/lucide-react@0.556.0+d86b59289c1a13ae/node_modules/lucide-react/dist/esm/icons/badge-info.js.map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D:/pasar_fix/node_modules/.bun/lucide-react@0.556.0+d86b59289c1a13ae/node_modules/lucide-react/dist/esm/icons/badge-japanese-yen.js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D:/pasar_fix/node_modules/.bun/lucide-react@0.556.0+d86b59289c1a13ae/node_modules/lucide-react/dist/esm/icons/badge-japanese-yen.js.map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D:/pasar_fix/node_modules/.bun/lucide-react@0.556.0+d86b59289c1a13ae/node_modules/lucide-react/dist/esm/icons/badge-minus.js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D:/pasar_fix/node_modules/.bun/lucide-react@0.556.0+d86b59289c1a13ae/node_modules/lucide-react/dist/esm/icons/badge-minus.js.map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D:/pasar_fix/node_modules/.bun/lucide-react@0.556.0+d86b59289c1a13ae/node_modules/lucide-react/dist/esm/icons/badge-percent.js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D:/pasar_fix/node_modules/.bun/lucide-react@0.556.0+d86b59289c1a13ae/node_modules/lucide-react/dist/esm/icons/badge-percent.js.map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D:/pasar_fix/node_modules/.bun/lucide-react@0.556.0+d86b59289c1a13ae/node_modules/lucide-react/dist/esm/icons/badge-plus.js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D:/pasar_fix/node_modules/.bun/lucide-react@0.556.0+d86b59289c1a13ae/node_modules/lucide-react/dist/esm/icons/badge-plus.js.map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D:/pasar_fix/node_modules/.bun/lucide-react@0.556.0+d86b59289c1a13ae/node_modules/lucide-react/dist/esm/icons/badge-pound-sterling.js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D:/pasar_fix/node_modules/.bun/lucide-react@0.556.0+d86b59289c1a13ae/node_modules/lucide-react/dist/esm/icons/badge-pound-sterling.js.map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D:/pasar_fix/node_modules/.bun/lucide-react@0.556.0+d86b59289c1a13ae/node_modules/lucide-react/dist/esm/icons/badge-question-mark.js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D:/pasar_fix/node_modules/.bun/lucide-react@0.556.0+d86b59289c1a13ae/node_modules/lucide-react/dist/esm/icons/badge-question-mark.js.map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D:/pasar_fix/node_modules/.bun/lucide-react@0.556.0+d86b59289c1a13ae/node_modules/lucide-react/dist/esm/icons/badge-russian-ruble.js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D:/pasar_fix/node_modules/.bun/lucide-react@0.556.0+d86b59289c1a13ae/node_modules/lucide-react/dist/esm/icons/badge-russian-ruble.js.map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D:/pasar_fix/node_modules/.bun/lucide-react@0.556.0+d86b59289c1a13ae/node_modules/lucide-react/dist/esm/icons/badge-swiss-franc.js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D:/pasar_fix/node_modules/.bun/lucide-react@0.556.0+d86b59289c1a13ae/node_modules/lucide-react/dist/esm/icons/badge-swiss-franc.js.map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D:/pasar_fix/node_modules/.bun/lucide-react@0.556.0+d86b59289c1a13ae/node_modules/lucide-react/dist/esm/icons/badge-turkish-lira.js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D:/pasar_fix/node_modules/.bun/lucide-react@0.556.0+d86b59289c1a13ae/node_modules/lucide-react/dist/esm/icons/badge-turkish-lira.js.map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D:/pasar_fix/node_modules/.bun/lucide-react@0.556.0+d86b59289c1a13ae/node_modules/lucide-react/dist/esm/icons/badge-x.js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D:/pasar_fix/node_modules/.bun/lucide-react@0.556.0+d86b59289c1a13ae/node_modules/lucide-react/dist/esm/icons/badge-x.js.map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D:/pasar_fix/node_modules/.bun/lucide-react@0.556.0+d86b59289c1a13ae/node_modules/lucide-react/dist/esm/icons/badge.js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D:/pasar_fix/node_modules/.bun/lucide-react@0.556.0+d86b59289c1a13ae/node_modules/lucide-react/dist/esm/icons/badge.js.map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D:/pasar_fix/node_modules/.bun/lucide-react@0.556.0+d86b59289c1a13ae/node_modules/lucide-react/dist/esm/icons/baggage-claim.js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D:/pasar_fix/node_modules/.bun/lucide-react@0.556.0+d86b59289c1a13ae/node_modules/lucide-react/dist/esm/icons/baggage-claim.js.map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D:/pasar_fix/node_modules/.bun/lucide-react@0.556.0+d86b59289c1a13ae/node_modules/lucide-react/dist/esm/icons/banana.js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D:/pasar_fix/node_modules/.bun/lucide-react@0.556.0+d86b59289c1a13ae/node_modules/lucide-react/dist/esm/icons/banana.js.map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D:/pasar_fix/node_modules/.bun/lucide-react@0.556.0+d86b59289c1a13ae/node_modules/lucide-react/dist/esm/icons/bandage.js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D:/pasar_fix/node_modules/.bun/lucide-react@0.556.0+d86b59289c1a13ae/node_modules/lucide-react/dist/esm/icons/bandage.js.map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D:/pasar_fix/node_modules/.bun/lucide-react@0.556.0+d86b59289c1a13ae/node_modules/lucide-react/dist/esm/icons/banknote-arrow-down.js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D:/pasar_fix/node_modules/.bun/lucide-react@0.556.0+d86b59289c1a13ae/node_modules/lucide-react/dist/esm/icons/banknote-arrow-down.js.map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D:/pasar_fix/node_modules/.bun/lucide-react@0.556.0+d86b59289c1a13ae/node_modules/lucide-react/dist/esm/icons/banknote-arrow-up.js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D:/pasar_fix/node_modules/.bun/lucide-react@0.556.0+d86b59289c1a13ae/node_modules/lucide-react/dist/esm/icons/banknote-arrow-up.js.map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D:/pasar_fix/node_modules/.bun/lucide-react@0.556.0+d86b59289c1a13ae/node_modules/lucide-react/dist/esm/icons/banknote-x.js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D:/pasar_fix/node_modules/.bun/lucide-react@0.556.0+d86b59289c1a13ae/node_modules/lucide-react/dist/esm/icons/banknote-x.js.map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D:/pasar_fix/node_modules/.bun/lucide-react@0.556.0+d86b59289c1a13ae/node_modules/lucide-react/dist/esm/icons/banknote.js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D:/pasar_fix/node_modules/.bun/lucide-react@0.556.0+d86b59289c1a13ae/node_modules/lucide-react/dist/esm/icons/banknote.js.map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D:/pasar_fix/node_modules/.bun/lucide-react@0.556.0+d86b59289c1a13ae/node_modules/lucide-react/dist/esm/icons/bar-chart-2.js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D:/pasar_fix/node_modules/.bun/lucide-react@0.556.0+d86b59289c1a13ae/node_modules/lucide-react/dist/esm/icons/bar-chart-2.js.map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D:/pasar_fix/node_modules/.bun/lucide-react@0.556.0+d86b59289c1a13ae/node_modules/lucide-react/dist/esm/icons/bar-chart-3.js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D:/pasar_fix/node_modules/.bun/lucide-react@0.556.0+d86b59289c1a13ae/node_modules/lucide-react/dist/esm/icons/bar-chart-3.js.map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D:/pasar_fix/node_modules/.bun/lucide-react@0.556.0+d86b59289c1a13ae/node_modules/lucide-react/dist/esm/icons/bar-chart-4.js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D:/pasar_fix/node_modules/.bun/lucide-react@0.556.0+d86b59289c1a13ae/node_modules/lucide-react/dist/esm/icons/bar-chart-4.js.map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D:/pasar_fix/node_modules/.bun/lucide-react@0.556.0+d86b59289c1a13ae/node_modules/lucide-react/dist/esm/icons/bar-chart-big.js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D:/pasar_fix/node_modules/.bun/lucide-react@0.556.0+d86b59289c1a13ae/node_modules/lucide-react/dist/esm/icons/bar-chart-big.js.map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D:/pasar_fix/node_modules/.bun/lucide-react@0.556.0+d86b59289c1a13ae/node_modules/lucide-react/dist/esm/icons/bar-chart-horizontal-big.js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D:/pasar_fix/node_modules/.bun/lucide-react@0.556.0+d86b59289c1a13ae/node_modules/lucide-react/dist/esm/icons/bar-chart-horizontal-big.js.map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D:/pasar_fix/node_modules/.bun/lucide-react@0.556.0+d86b59289c1a13ae/node_modules/lucide-react/dist/esm/icons/bar-chart-horizontal.js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D:/pasar_fix/node_modules/.bun/lucide-react@0.556.0+d86b59289c1a13ae/node_modules/lucide-react/dist/esm/icons/bar-chart-horizontal.js.map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D:/pasar_fix/node_modules/.bun/lucide-react@0.556.0+d86b59289c1a13ae/node_modules/lucide-react/dist/esm/icons/bar-chart.js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D:/pasar_fix/node_modules/.bun/lucide-react@0.556.0+d86b59289c1a13ae/node_modules/lucide-react/dist/esm/icons/bar-chart.js.map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D:/pasar_fix/node_modules/.bun/lucide-react@0.556.0+d86b59289c1a13ae/node_modules/lucide-react/dist/esm/icons/barcode.js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D:/pasar_fix/node_modules/.bun/lucide-react@0.556.0+d86b59289c1a13ae/node_modules/lucide-react/dist/esm/icons/barcode.js.map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D:/pasar_fix/node_modules/.bun/lucide-react@0.556.0+d86b59289c1a13ae/node_modules/lucide-react/dist/esm/icons/barrel.js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D:/pasar_fix/node_modules/.bun/lucide-react@0.556.0+d86b59289c1a13ae/node_modules/lucide-react/dist/esm/icons/barrel.js.map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D:/pasar_fix/node_modules/.bun/lucide-react@0.556.0+d86b59289c1a13ae/node_modules/lucide-react/dist/esm/icons/baseline.js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D:/pasar_fix/node_modules/.bun/lucide-react@0.556.0+d86b59289c1a13ae/node_modules/lucide-react/dist/esm/icons/baseline.js.map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D:/pasar_fix/node_modules/.bun/lucide-react@0.556.0+d86b59289c1a13ae/node_modules/lucide-react/dist/esm/icons/bath.js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D:/pasar_fix/node_modules/.bun/lucide-react@0.556.0+d86b59289c1a13ae/node_modules/lucide-react/dist/esm/icons/bath.js.map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D:/pasar_fix/node_modules/.bun/lucide-react@0.556.0+d86b59289c1a13ae/node_modules/lucide-react/dist/esm/icons/battery-charging.js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D:/pasar_fix/node_modules/.bun/lucide-react@0.556.0+d86b59289c1a13ae/node_modules/lucide-react/dist/esm/icons/battery-charging.js.map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D:/pasar_fix/node_modules/.bun/lucide-react@0.556.0+d86b59289c1a13ae/node_modules/lucide-react/dist/esm/icons/battery-full.js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D:/pasar_fix/node_modules/.bun/lucide-react@0.556.0+d86b59289c1a13ae/node_modules/lucide-react/dist/esm/icons/battery-full.js.map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D:/pasar_fix/node_modules/.bun/lucide-react@0.556.0+d86b59289c1a13ae/node_modules/lucide-react/dist/esm/icons/battery-low.js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D:/pasar_fix/node_modules/.bun/lucide-react@0.556.0+d86b59289c1a13ae/node_modules/lucide-react/dist/esm/icons/battery-low.js.map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D:/pasar_fix/node_modules/.bun/lucide-react@0.556.0+d86b59289c1a13ae/node_modules/lucide-react/dist/esm/icons/battery-medium.js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D:/pasar_fix/node_modules/.bun/lucide-react@0.556.0+d86b59289c1a13ae/node_modules/lucide-react/dist/esm/icons/battery-medium.js.map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D:/pasar_fix/node_modules/.bun/lucide-react@0.556.0+d86b59289c1a13ae/node_modules/lucide-react/dist/esm/icons/battery-plus.js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D:/pasar_fix/node_modules/.bun/lucide-react@0.556.0+d86b59289c1a13ae/node_modules/lucide-react/dist/esm/icons/battery-plus.js.map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D:/pasar_fix/node_modules/.bun/lucide-react@0.556.0+d86b59289c1a13ae/node_modules/lucide-react/dist/esm/icons/battery-warning.js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D:/pasar_fix/node_modules/.bun/lucide-react@0.556.0+d86b59289c1a13ae/node_modules/lucide-react/dist/esm/icons/battery-warning.js.map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D:/pasar_fix/node_modules/.bun/lucide-react@0.556.0+d86b59289c1a13ae/node_modules/lucide-react/dist/esm/icons/battery.js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D:/pasar_fix/node_modules/.bun/lucide-react@0.556.0+d86b59289c1a13ae/node_modules/lucide-react/dist/esm/icons/battery.js.map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D:/pasar_fix/node_modules/.bun/lucide-react@0.556.0+d86b59289c1a13ae/node_modules/lucide-react/dist/esm/icons/beaker.js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D:/pasar_fix/node_modules/.bun/lucide-react@0.556.0+d86b59289c1a13ae/node_modules/lucide-react/dist/esm/icons/beaker.js.map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D:/pasar_fix/node_modules/.bun/lucide-react@0.556.0+d86b59289c1a13ae/node_modules/lucide-react/dist/esm/icons/bean-off.js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D:/pasar_fix/node_modules/.bun/lucide-react@0.556.0+d86b59289c1a13ae/node_modules/lucide-react/dist/esm/icons/bean-off.js.map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D:/pasar_fix/node_modules/.bun/lucide-react@0.556.0+d86b59289c1a13ae/node_modules/lucide-react/dist/esm/icons/bean.js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D:/pasar_fix/node_modules/.bun/lucide-react@0.556.0+d86b59289c1a13ae/node_modules/lucide-react/dist/esm/icons/bean.js.map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D:/pasar_fix/node_modules/.bun/lucide-react@0.556.0+d86b59289c1a13ae/node_modules/lucide-react/dist/esm/icons/bed-double.js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D:/pasar_fix/node_modules/.bun/lucide-react@0.556.0+d86b59289c1a13ae/node_modules/lucide-react/dist/esm/icons/bed-double.js.map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D:/pasar_fix/node_modules/.bun/lucide-react@0.556.0+d86b59289c1a13ae/node_modules/lucide-react/dist/esm/icons/bed-single.js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D:/pasar_fix/node_modules/.bun/lucide-react@0.556.0+d86b59289c1a13ae/node_modules/lucide-react/dist/esm/icons/bed-single.js.map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D:/pasar_fix/node_modules/.bun/lucide-react@0.556.0+d86b59289c1a13ae/node_modules/lucide-react/dist/esm/icons/bed.js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D:/pasar_fix/node_modules/.bun/lucide-react@0.556.0+d86b59289c1a13ae/node_modules/lucide-react/dist/esm/icons/bed.js.map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D:/pasar_fix/node_modules/.bun/lucide-react@0.556.0+d86b59289c1a13ae/node_modules/lucide-react/dist/esm/icons/beef.js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D:/pasar_fix/node_modules/.bun/lucide-react@0.556.0+d86b59289c1a13ae/node_modules/lucide-react/dist/esm/icons/beef.js.map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D:/pasar_fix/node_modules/.bun/lucide-react@0.556.0+d86b59289c1a13ae/node_modules/lucide-react/dist/esm/icons/beer-off.js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D:/pasar_fix/node_modules/.bun/lucide-react@0.556.0+d86b59289c1a13ae/node_modules/lucide-react/dist/esm/icons/beer-off.js.map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D:/pasar_fix/node_modules/.bun/lucide-react@0.556.0+d86b59289c1a13ae/node_modules/lucide-react/dist/esm/icons/beer.js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D:/pasar_fix/node_modules/.bun/lucide-react@0.556.0+d86b59289c1a13ae/node_modules/lucide-react/dist/esm/icons/beer.js.map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D:/pasar_fix/node_modules/.bun/lucide-react@0.556.0+d86b59289c1a13ae/node_modules/lucide-react/dist/esm/icons/bell-dot.js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D:/pasar_fix/node_modules/.bun/lucide-react@0.556.0+d86b59289c1a13ae/node_modules/lucide-react/dist/esm/icons/bell-dot.js.map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D:/pasar_fix/node_modules/.bun/lucide-react@0.556.0+d86b59289c1a13ae/node_modules/lucide-react/dist/esm/icons/bell-electric.js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D:/pasar_fix/node_modules/.bun/lucide-react@0.556.0+d86b59289c1a13ae/node_modules/lucide-react/dist/esm/icons/bell-electric.js.map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D:/pasar_fix/node_modules/.bun/lucide-react@0.556.0+d86b59289c1a13ae/node_modules/lucide-react/dist/esm/icons/bell-minus.js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D:/pasar_fix/node_modules/.bun/lucide-react@0.556.0+d86b59289c1a13ae/node_modules/lucide-react/dist/esm/icons/bell-minus.js.map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D:/pasar_fix/node_modules/.bun/lucide-react@0.556.0+d86b59289c1a13ae/node_modules/lucide-react/dist/esm/icons/bell-off.js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D:/pasar_fix/node_modules/.bun/lucide-react@0.556.0+d86b59289c1a13ae/node_modules/lucide-react/dist/esm/icons/bell-off.js.map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D:/pasar_fix/node_modules/.bun/lucide-react@0.556.0+d86b59289c1a13ae/node_modules/lucide-react/dist/esm/icons/bell-plus.js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D:/pasar_fix/node_modules/.bun/lucide-react@0.556.0+d86b59289c1a13ae/node_modules/lucide-react/dist/esm/icons/bell-plus.js.map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D:/pasar_fix/node_modules/.bun/lucide-react@0.556.0+d86b59289c1a13ae/node_modules/lucide-react/dist/esm/icons/bell-ring.js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D:/pasar_fix/node_modules/.bun/lucide-react@0.556.0+d86b59289c1a13ae/node_modules/lucide-react/dist/esm/icons/bell-ring.js.map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D:/pasar_fix/node_modules/.bun/lucide-react@0.556.0+d86b59289c1a13ae/node_modules/lucide-react/dist/esm/icons/bell.js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D:/pasar_fix/node_modules/.bun/lucide-react@0.556.0+d86b59289c1a13ae/node_modules/lucide-react/dist/esm/icons/bell.js.map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D:/pasar_fix/node_modules/.bun/lucide-react@0.556.0+d86b59289c1a13ae/node_modules/lucide-react/dist/esm/icons/between-horizonal-end.js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D:/pasar_fix/node_modules/.bun/lucide-react@0.556.0+d86b59289c1a13ae/node_modules/lucide-react/dist/esm/icons/between-horizonal-end.js.map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D:/pasar_fix/node_modules/.bun/lucide-react@0.556.0+d86b59289c1a13ae/node_modules/lucide-react/dist/esm/icons/between-horizonal-start.js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D:/pasar_fix/node_modules/.bun/lucide-react@0.556.0+d86b59289c1a13ae/node_modules/lucide-react/dist/esm/icons/between-horizonal-start.js.map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D:/pasar_fix/node_modules/.bun/lucide-react@0.556.0+d86b59289c1a13ae/node_modules/lucide-react/dist/esm/icons/between-horizontal-end.js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D:/pasar_fix/node_modules/.bun/lucide-react@0.556.0+d86b59289c1a13ae/node_modules/lucide-react/dist/esm/icons/between-horizontal-end.js.map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D:/pasar_fix/node_modules/.bun/lucide-react@0.556.0+d86b59289c1a13ae/node_modules/lucide-react/dist/esm/icons/between-horizontal-start.js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D:/pasar_fix/node_modules/.bun/lucide-react@0.556.0+d86b59289c1a13ae/node_modules/lucide-react/dist/esm/icons/between-horizontal-start.js.map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D:/pasar_fix/node_modules/.bun/lucide-react@0.556.0+d86b59289c1a13ae/node_modules/lucide-react/dist/esm/icons/between-vertical-end.js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D:/pasar_fix/node_modules/.bun/lucide-react@0.556.0+d86b59289c1a13ae/node_modules/lucide-react/dist/esm/icons/between-vertical-end.js.map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D:/pasar_fix/node_modules/.bun/lucide-react@0.556.0+d86b59289c1a13ae/node_modules/lucide-react/dist/esm/icons/between-vertical-start.js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D:/pasar_fix/node_modules/.bun/lucide-react@0.556.0+d86b59289c1a13ae/node_modules/lucide-react/dist/esm/icons/between-vertical-start.js.map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D:/pasar_fix/node_modules/.bun/lucide-react@0.556.0+d86b59289c1a13ae/node_modules/lucide-react/dist/esm/icons/biceps-flexed.js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D:/pasar_fix/node_modules/.bun/lucide-react@0.556.0+d86b59289c1a13ae/node_modules/lucide-react/dist/esm/icons/biceps-flexed.js.map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D:/pasar_fix/node_modules/.bun/lucide-react@0.556.0+d86b59289c1a13ae/node_modules/lucide-react/dist/esm/icons/bike.js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D:/pasar_fix/node_modules/.bun/lucide-react@0.556.0+d86b59289c1a13ae/node_modules/lucide-react/dist/esm/icons/bike.js.map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D:/pasar_fix/node_modules/.bun/lucide-react@0.556.0+d86b59289c1a13ae/node_modules/lucide-react/dist/esm/icons/binary.js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D:/pasar_fix/node_modules/.bun/lucide-react@0.556.0+d86b59289c1a13ae/node_modules/lucide-react/dist/esm/icons/binary.js.map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D:/pasar_fix/node_modules/.bun/lucide-react@0.556.0+d86b59289c1a13ae/node_modules/lucide-react/dist/esm/icons/binoculars.js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D:/pasar_fix/node_modules/.bun/lucide-react@0.556.0+d86b59289c1a13ae/node_modules/lucide-react/dist/esm/icons/binoculars.js.map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D:/pasar_fix/node_modules/.bun/lucide-react@0.556.0+d86b59289c1a13ae/node_modules/lucide-react/dist/esm/icons/biohazard.js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D:/pasar_fix/node_modules/.bun/lucide-react@0.556.0+d86b59289c1a13ae/node_modules/lucide-react/dist/esm/icons/biohazard.js.map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D:/pasar_fix/node_modules/.bun/lucide-react@0.556.0+d86b59289c1a13ae/node_modules/lucide-react/dist/esm/icons/bird.js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D:/pasar_fix/node_modules/.bun/lucide-react@0.556.0+d86b59289c1a13ae/node_modules/lucide-react/dist/esm/icons/bird.js.map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D:/pasar_fix/node_modules/.bun/lucide-react@0.556.0+d86b59289c1a13ae/node_modules/lucide-react/dist/esm/icons/birdhouse.js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D:/pasar_fix/node_modules/.bun/lucide-react@0.556.0+d86b59289c1a13ae/node_modules/lucide-react/dist/esm/icons/birdhouse.js.map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D:/pasar_fix/node_modules/.bun/lucide-react@0.556.0+d86b59289c1a13ae/node_modules/lucide-react/dist/esm/icons/bitcoin.js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D:/pasar_fix/node_modules/.bun/lucide-react@0.556.0+d86b59289c1a13ae/node_modules/lucide-react/dist/esm/icons/bitcoin.js.map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D:/pasar_fix/node_modules/.bun/lucide-react@0.556.0+d86b59289c1a13ae/node_modules/lucide-react/dist/esm/icons/blend.js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D:/pasar_fix/node_modules/.bun/lucide-react@0.556.0+d86b59289c1a13ae/node_modules/lucide-react/dist/esm/icons/blend.js.map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D:/pasar_fix/node_modules/.bun/lucide-react@0.556.0+d86b59289c1a13ae/node_modules/lucide-react/dist/esm/icons/blinds.js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D:/pasar_fix/node_modules/.bun/lucide-react@0.556.0+d86b59289c1a13ae/node_modules/lucide-react/dist/esm/icons/blinds.js.map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D:/pasar_fix/node_modules/.bun/lucide-react@0.556.0+d86b59289c1a13ae/node_modules/lucide-react/dist/esm/icons/blocks.js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D:/pasar_fix/node_modules/.bun/lucide-react@0.556.0+d86b59289c1a13ae/node_modules/lucide-react/dist/esm/icons/blocks.js.map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D:/pasar_fix/node_modules/.bun/lucide-react@0.556.0+d86b59289c1a13ae/node_modules/lucide-react/dist/esm/icons/bluetooth-connected.js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D:/pasar_fix/node_modules/.bun/lucide-react@0.556.0+d86b59289c1a13ae/node_modules/lucide-react/dist/esm/icons/bluetooth-connected.js.map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D:/pasar_fix/node_modules/.bun/lucide-react@0.556.0+d86b59289c1a13ae/node_modules/lucide-react/dist/esm/icons/bluetooth-off.js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D:/pasar_fix/node_modules/.bun/lucide-react@0.556.0+d86b59289c1a13ae/node_modules/lucide-react/dist/esm/icons/bluetooth-off.js.map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D:/pasar_fix/node_modules/.bun/lucide-react@0.556.0+d86b59289c1a13ae/node_modules/lucide-react/dist/esm/icons/bluetooth-searching.js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D:/pasar_fix/node_modules/.bun/lucide-react@0.556.0+d86b59289c1a13ae/node_modules/lucide-react/dist/esm/icons/bluetooth-searching.js.map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D:/pasar_fix/node_modules/.bun/lucide-react@0.556.0+d86b59289c1a13ae/node_modules/lucide-react/dist/esm/icons/bluetooth.js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D:/pasar_fix/node_modules/.bun/lucide-react@0.556.0+d86b59289c1a13ae/node_modules/lucide-react/dist/esm/icons/bluetooth.js.map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D:/pasar_fix/node_modules/.bun/lucide-react@0.556.0+d86b59289c1a13ae/node_modules/lucide-react/dist/esm/icons/bold.js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D:/pasar_fix/node_modules/.bun/lucide-react@0.556.0+d86b59289c1a13ae/node_modules/lucide-react/dist/esm/icons/bold.js.map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D:/pasar_fix/node_modules/.bun/lucide-react@0.556.0+d86b59289c1a13ae/node_modules/lucide-react/dist/esm/icons/bolt.js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D:/pasar_fix/node_modules/.bun/lucide-react@0.556.0+d86b59289c1a13ae/node_modules/lucide-react/dist/esm/icons/bolt.js.map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D:/pasar_fix/node_modules/.bun/lucide-react@0.556.0+d86b59289c1a13ae/node_modules/lucide-react/dist/esm/icons/bomb.js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D:/pasar_fix/node_modules/.bun/lucide-react@0.556.0+d86b59289c1a13ae/node_modules/lucide-react/dist/esm/icons/bomb.js.map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D:/pasar_fix/node_modules/.bun/lucide-react@0.556.0+d86b59289c1a13ae/node_modules/lucide-react/dist/esm/icons/bone.js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D:/pasar_fix/node_modules/.bun/lucide-react@0.556.0+d86b59289c1a13ae/node_modules/lucide-react/dist/esm/icons/bone.js.map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D:/pasar_fix/node_modules/.bun/lucide-react@0.556.0+d86b59289c1a13ae/node_modules/lucide-react/dist/esm/icons/book-a.js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D:/pasar_fix/node_modules/.bun/lucide-react@0.556.0+d86b59289c1a13ae/node_modules/lucide-react/dist/esm/icons/book-a.js.map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D:/pasar_fix/node_modules/.bun/lucide-react@0.556.0+d86b59289c1a13ae/node_modules/lucide-react/dist/esm/icons/book-alert.js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D:/pasar_fix/node_modules/.bun/lucide-react@0.556.0+d86b59289c1a13ae/node_modules/lucide-react/dist/esm/icons/book-alert.js.map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D:/pasar_fix/node_modules/.bun/lucide-react@0.556.0+d86b59289c1a13ae/node_modules/lucide-react/dist/esm/icons/book-audio.js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D:/pasar_fix/node_modules/.bun/lucide-react@0.556.0+d86b59289c1a13ae/node_modules/lucide-react/dist/esm/icons/book-audio.js.map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D:/pasar_fix/node_modules/.bun/lucide-react@0.556.0+d86b59289c1a13ae/node_modules/lucide-react/dist/esm/icons/book-check.js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D:/pasar_fix/node_modules/.bun/lucide-react@0.556.0+d86b59289c1a13ae/node_modules/lucide-react/dist/esm/icons/book-check.js.map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D:/pasar_fix/node_modules/.bun/lucide-react@0.556.0+d86b59289c1a13ae/node_modules/lucide-react/dist/esm/icons/book-copy.js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D:/pasar_fix/node_modules/.bun/lucide-react@0.556.0+d86b59289c1a13ae/node_modules/lucide-react/dist/esm/icons/book-copy.js.map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D:/pasar_fix/node_modules/.bun/lucide-react@0.556.0+d86b59289c1a13ae/node_modules/lucide-react/dist/esm/icons/book-dashed.js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D:/pasar_fix/node_modules/.bun/lucide-react@0.556.0+d86b59289c1a13ae/node_modules/lucide-react/dist/esm/icons/book-dashed.js.map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D:/pasar_fix/node_modules/.bun/lucide-react@0.556.0+d86b59289c1a13ae/node_modules/lucide-react/dist/esm/icons/book-down.js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D:/pasar_fix/node_modules/.bun/lucide-react@0.556.0+d86b59289c1a13ae/node_modules/lucide-react/dist/esm/icons/book-down.js.map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D:/pasar_fix/node_modules/.bun/lucide-react@0.556.0+d86b59289c1a13ae/node_modules/lucide-react/dist/esm/icons/book-headphones.js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D:/pasar_fix/node_modules/.bun/lucide-react@0.556.0+d86b59289c1a13ae/node_modules/lucide-react/dist/esm/icons/book-headphones.js.map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D:/pasar_fix/node_modules/.bun/lucide-react@0.556.0+d86b59289c1a13ae/node_modules/lucide-react/dist/esm/icons/book-heart.js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D:/pasar_fix/node_modules/.bun/lucide-react@0.556.0+d86b59289c1a13ae/node_modules/lucide-react/dist/esm/icons/book-heart.js.map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D:/pasar_fix/node_modules/.bun/lucide-react@0.556.0+d86b59289c1a13ae/node_modules/lucide-react/dist/esm/icons/book-image.js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D:/pasar_fix/node_modules/.bun/lucide-react@0.556.0+d86b59289c1a13ae/node_modules/lucide-react/dist/esm/icons/book-image.js.map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D:/pasar_fix/node_modules/.bun/lucide-react@0.556.0+d86b59289c1a13ae/node_modules/lucide-react/dist/esm/icons/book-key.js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D:/pasar_fix/node_modules/.bun/lucide-react@0.556.0+d86b59289c1a13ae/node_modules/lucide-react/dist/esm/icons/book-key.js.map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D:/pasar_fix/node_modules/.bun/lucide-react@0.556.0+d86b59289c1a13ae/node_modules/lucide-react/dist/esm/icons/book-lock.js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D:/pasar_fix/node_modules/.bun/lucide-react@0.556.0+d86b59289c1a13ae/node_modules/lucide-react/dist/esm/icons/book-lock.js.map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D:/pasar_fix/node_modules/.bun/lucide-react@0.556.0+d86b59289c1a13ae/node_modules/lucide-react/dist/esm/icons/book-marked.js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D:/pasar_fix/node_modules/.bun/lucide-react@0.556.0+d86b59289c1a13ae/node_modules/lucide-react/dist/esm/icons/book-marked.js.map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D:/pasar_fix/node_modules/.bun/lucide-react@0.556.0+d86b59289c1a13ae/node_modules/lucide-react/dist/esm/icons/book-minus.js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D:/pasar_fix/node_modules/.bun/lucide-react@0.556.0+d86b59289c1a13ae/node_modules/lucide-react/dist/esm/icons/book-minus.js.map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D:/pasar_fix/node_modules/.bun/lucide-react@0.556.0+d86b59289c1a13ae/node_modules/lucide-react/dist/esm/icons/book-open-check.js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D:/pasar_fix/node_modules/.bun/lucide-react@0.556.0+d86b59289c1a13ae/node_modules/lucide-react/dist/esm/icons/book-open-check.js.map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D:/pasar_fix/node_modules/.bun/lucide-react@0.556.0+d86b59289c1a13ae/node_modules/lucide-react/dist/esm/icons/book-open-text.js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D:/pasar_fix/node_modules/.bun/lucide-react@0.556.0+d86b59289c1a13ae/node_modules/lucide-react/dist/esm/icons/book-open-text.js.map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D:/pasar_fix/node_modules/.bun/lucide-react@0.556.0+d86b59289c1a13ae/node_modules/lucide-react/dist/esm/icons/book-open.js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D:/pasar_fix/node_modules/.bun/lucide-react@0.556.0+d86b59289c1a13ae/node_modules/lucide-react/dist/esm/icons/book-open.js.map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D:/pasar_fix/node_modules/.bun/lucide-react@0.556.0+d86b59289c1a13ae/node_modules/lucide-react/dist/esm/icons/book-plus.js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D:/pasar_fix/node_modules/.bun/lucide-react@0.556.0+d86b59289c1a13ae/node_modules/lucide-react/dist/esm/icons/book-plus.js.map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D:/pasar_fix/node_modules/.bun/lucide-react@0.556.0+d86b59289c1a13ae/node_modules/lucide-react/dist/esm/icons/book-search.js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D:/pasar_fix/node_modules/.bun/lucide-react@0.556.0+d86b59289c1a13ae/node_modules/lucide-react/dist/esm/icons/book-search.js.map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D:/pasar_fix/node_modules/.bun/lucide-react@0.556.0+d86b59289c1a13ae/node_modules/lucide-react/dist/esm/icons/book-template.js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D:/pasar_fix/node_modules/.bun/lucide-react@0.556.0+d86b59289c1a13ae/node_modules/lucide-react/dist/esm/icons/book-template.js.map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D:/pasar_fix/node_modules/.bun/lucide-react@0.556.0+d86b59289c1a13ae/node_modules/lucide-react/dist/esm/icons/book-text.js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D:/pasar_fix/node_modules/.bun/lucide-react@0.556.0+d86b59289c1a13ae/node_modules/lucide-react/dist/esm/icons/book-text.js.map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D:/pasar_fix/node_modules/.bun/lucide-react@0.556.0+d86b59289c1a13ae/node_modules/lucide-react/dist/esm/icons/book-type.js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D:/pasar_fix/node_modules/.bun/lucide-react@0.556.0+d86b59289c1a13ae/node_modules/lucide-react/dist/esm/icons/book-type.js.map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D:/pasar_fix/node_modules/.bun/lucide-react@0.556.0+d86b59289c1a13ae/node_modules/lucide-react/dist/esm/icons/book-up-2.js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D:/pasar_fix/node_modules/.bun/lucide-react@0.556.0+d86b59289c1a13ae/node_modules/lucide-react/dist/esm/icons/book-up-2.js.map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D:/pasar_fix/node_modules/.bun/lucide-react@0.556.0+d86b59289c1a13ae/node_modules/lucide-react/dist/esm/icons/book-up.js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D:/pasar_fix/node_modules/.bun/lucide-react@0.556.0+d86b59289c1a13ae/node_modules/lucide-react/dist/esm/icons/book-up.js.map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D:/pasar_fix/node_modules/.bun/lucide-react@0.556.0+d86b59289c1a13ae/node_modules/lucide-react/dist/esm/icons/book-user.js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D:/pasar_fix/node_modules/.bun/lucide-react@0.556.0+d86b59289c1a13ae/node_modules/lucide-react/dist/esm/icons/book-user.js.map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D:/pasar_fix/node_modules/.bun/lucide-react@0.556.0+d86b59289c1a13ae/node_modules/lucide-react/dist/esm/icons/book-x.js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D:/pasar_fix/node_modules/.bun/lucide-react@0.556.0+d86b59289c1a13ae/node_modules/lucide-react/dist/esm/icons/book-x.js.map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D:/pasar_fix/node_modules/.bun/lucide-react@0.556.0+d86b59289c1a13ae/node_modules/lucide-react/dist/esm/icons/book.js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D:/pasar_fix/node_modules/.bun/lucide-react@0.556.0+d86b59289c1a13ae/node_modules/lucide-react/dist/esm/icons/book.js.map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D:/pasar_fix/node_modules/.bun/lucide-react@0.556.0+d86b59289c1a13ae/node_modules/lucide-react/dist/esm/icons/bookmark-check.js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D:/pasar_fix/node_modules/.bun/lucide-react@0.556.0+d86b59289c1a13ae/node_modules/lucide-react/dist/esm/icons/bookmark-check.js.map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D:/pasar_fix/node_modules/.bun/lucide-react@0.556.0+d86b59289c1a13ae/node_modules/lucide-react/dist/esm/icons/bookmark-minus.js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D:/pasar_fix/node_modules/.bun/lucide-react@0.556.0+d86b59289c1a13ae/node_modules/lucide-react/dist/esm/icons/bookmark-minus.js.map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D:/pasar_fix/node_modules/.bun/lucide-react@0.556.0+d86b59289c1a13ae/node_modules/lucide-react/dist/esm/icons/bookmark-plus.js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D:/pasar_fix/node_modules/.bun/lucide-react@0.556.0+d86b59289c1a13ae/node_modules/lucide-react/dist/esm/icons/bookmark-plus.js.map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D:/pasar_fix/node_modules/.bun/lucide-react@0.556.0+d86b59289c1a13ae/node_modules/lucide-react/dist/esm/icons/bookmark-x.js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D:/pasar_fix/node_modules/.bun/lucide-react@0.556.0+d86b59289c1a13ae/node_modules/lucide-react/dist/esm/icons/bookmark-x.js.map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D:/pasar_fix/node_modules/.bun/lucide-react@0.556.0+d86b59289c1a13ae/node_modules/lucide-react/dist/esm/icons/bookmark.js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D:/pasar_fix/node_modules/.bun/lucide-react@0.556.0+d86b59289c1a13ae/node_modules/lucide-react/dist/esm/icons/bookmark.js.map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D:/pasar_fix/node_modules/.bun/lucide-react@0.556.0+d86b59289c1a13ae/node_modules/lucide-react/dist/esm/icons/boom-box.js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D:/pasar_fix/node_modules/.bun/lucide-react@0.556.0+d86b59289c1a13ae/node_modules/lucide-react/dist/esm/icons/boom-box.js.map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D:/pasar_fix/node_modules/.bun/lucide-react@0.556.0+d86b59289c1a13ae/node_modules/lucide-react/dist/esm/icons/bot-message-square.js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D:/pasar_fix/node_modules/.bun/lucide-react@0.556.0+d86b59289c1a13ae/node_modules/lucide-react/dist/esm/icons/bot-message-square.js.map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D:/pasar_fix/node_modules/.bun/lucide-react@0.556.0+d86b59289c1a13ae/node_modules/lucide-react/dist/esm/icons/bot-off.js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D:/pasar_fix/node_modules/.bun/lucide-react@0.556.0+d86b59289c1a13ae/node_modules/lucide-react/dist/esm/icons/bot-off.js.map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D:/pasar_fix/node_modules/.bun/lucide-react@0.556.0+d86b59289c1a13ae/node_modules/lucide-react/dist/esm/icons/bottle-wine.js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D:/pasar_fix/node_modules/.bun/lucide-react@0.556.0+d86b59289c1a13ae/node_modules/lucide-react/dist/esm/icons/bottle-wine.js.map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D:/pasar_fix/node_modules/.bun/lucide-react@0.556.0+d86b59289c1a13ae/node_modules/lucide-react/dist/esm/icons/bow-arrow.js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D:/pasar_fix/node_modules/.bun/lucide-react@0.556.0+d86b59289c1a13ae/node_modules/lucide-react/dist/esm/icons/bow-arrow.js.map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D:/pasar_fix/node_modules/.bun/lucide-react@0.556.0+d86b59289c1a13ae/node_modules/lucide-react/dist/esm/icons/box-select.js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D:/pasar_fix/node_modules/.bun/lucide-react@0.556.0+d86b59289c1a13ae/node_modules/lucide-react/dist/esm/icons/box-select.js.map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D:/pasar_fix/node_modules/.bun/lucide-react@0.556.0+d86b59289c1a13ae/node_modules/lucide-react/dist/esm/icons/box.js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D:/pasar_fix/node_modules/.bun/lucide-react@0.556.0+d86b59289c1a13ae/node_modules/lucide-react/dist/esm/icons/box.js.map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D:/pasar_fix/node_modules/.bun/lucide-react@0.556.0+d86b59289c1a13ae/node_modules/lucide-react/dist/esm/icons/boxes.js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D:/pasar_fix/node_modules/.bun/lucide-react@0.556.0+d86b59289c1a13ae/node_modules/lucide-react/dist/esm/icons/boxes.js.map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D:/pasar_fix/node_modules/.bun/lucide-react@0.556.0+d86b59289c1a13ae/node_modules/lucide-react/dist/esm/icons/braces.js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D:/pasar_fix/node_modules/.bun/lucide-react@0.556.0+d86b59289c1a13ae/node_modules/lucide-react/dist/esm/icons/braces.js.map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D:/pasar_fix/node_modules/.bun/lucide-react@0.556.0+d86b59289c1a13ae/node_modules/lucide-react/dist/esm/icons/brackets.js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D:/pasar_fix/node_modules/.bun/lucide-react@0.556.0+d86b59289c1a13ae/node_modules/lucide-react/dist/esm/icons/brackets.js.map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D:/pasar_fix/node_modules/.bun/lucide-react@0.556.0+d86b59289c1a13ae/node_modules/lucide-react/dist/esm/icons/brain-circuit.js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D:/pasar_fix/node_modules/.bun/lucide-react@0.556.0+d86b59289c1a13ae/node_modules/lucide-react/dist/esm/icons/brain-circuit.js.map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D:/pasar_fix/node_modules/.bun/lucide-react@0.556.0+d86b59289c1a13ae/node_modules/lucide-react/dist/esm/icons/brain-cog.js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D:/pasar_fix/node_modules/.bun/lucide-react@0.556.0+d86b59289c1a13ae/node_modules/lucide-react/dist/esm/icons/brain-cog.js.map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D:/pasar_fix/node_modules/.bun/lucide-react@0.556.0+d86b59289c1a13ae/node_modules/lucide-react/dist/esm/icons/brain.js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D:/pasar_fix/node_modules/.bun/lucide-react@0.556.0+d86b59289c1a13ae/node_modules/lucide-react/dist/esm/icons/brain.js.map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D:/pasar_fix/node_modules/.bun/lucide-react@0.556.0+d86b59289c1a13ae/node_modules/lucide-react/dist/esm/icons/brick-wall-fire.js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D:/pasar_fix/node_modules/.bun/lucide-react@0.556.0+d86b59289c1a13ae/node_modules/lucide-react/dist/esm/icons/brick-wall-fire.js.map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D:/pasar_fix/node_modules/.bun/lucide-react@0.556.0+d86b59289c1a13ae/node_modules/lucide-react/dist/esm/icons/brick-wall-shield.js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D:/pasar_fix/node_modules/.bun/lucide-react@0.556.0+d86b59289c1a13ae/node_modules/lucide-react/dist/esm/icons/brick-wall-shield.js.map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D:/pasar_fix/node_modules/.bun/lucide-react@0.556.0+d86b59289c1a13ae/node_modules/lucide-react/dist/esm/icons/brick-wall.js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D:/pasar_fix/node_modules/.bun/lucide-react@0.556.0+d86b59289c1a13ae/node_modules/lucide-react/dist/esm/icons/brick-wall.js.map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D:/pasar_fix/node_modules/.bun/lucide-react@0.556.0+d86b59289c1a13ae/node_modules/lucide-react/dist/esm/icons/briefcase-business.js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D:/pasar_fix/node_modules/.bun/lucide-react@0.556.0+d86b59289c1a13ae/node_modules/lucide-react/dist/esm/icons/briefcase-business.js.map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D:/pasar_fix/node_modules/.bun/lucide-react@0.556.0+d86b59289c1a13ae/node_modules/lucide-react/dist/esm/icons/briefcase-conveyor-belt.js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D:/pasar_fix/node_modules/.bun/lucide-react@0.556.0+d86b59289c1a13ae/node_modules/lucide-react/dist/esm/icons/briefcase-conveyor-belt.js.map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D:/pasar_fix/node_modules/.bun/lucide-react@0.556.0+d86b59289c1a13ae/node_modules/lucide-react/dist/esm/icons/briefcase-medical.js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D:/pasar_fix/node_modules/.bun/lucide-react@0.556.0+d86b59289c1a13ae/node_modules/lucide-react/dist/esm/icons/briefcase-medical.js.map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D:/pasar_fix/node_modules/.bun/lucide-react@0.556.0+d86b59289c1a13ae/node_modules/lucide-react/dist/esm/icons/briefcase.js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D:/pasar_fix/node_modules/.bun/lucide-react@0.556.0+d86b59289c1a13ae/node_modules/lucide-react/dist/esm/icons/briefcase.js.map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D:/pasar_fix/node_modules/.bun/lucide-react@0.556.0+d86b59289c1a13ae/node_modules/lucide-react/dist/esm/icons/bring-to-front.js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D:/pasar_fix/node_modules/.bun/lucide-react@0.556.0+d86b59289c1a13ae/node_modules/lucide-react/dist/esm/icons/bring-to-front.js.map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D:/pasar_fix/node_modules/.bun/lucide-react@0.556.0+d86b59289c1a13ae/node_modules/lucide-react/dist/esm/icons/brush-cleaning.js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D:/pasar_fix/node_modules/.bun/lucide-react@0.556.0+d86b59289c1a13ae/node_modules/lucide-react/dist/esm/icons/brush-cleaning.js.map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D:/pasar_fix/node_modules/.bun/lucide-react@0.556.0+d86b59289c1a13ae/node_modules/lucide-react/dist/esm/icons/brush.js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D:/pasar_fix/node_modules/.bun/lucide-react@0.556.0+d86b59289c1a13ae/node_modules/lucide-react/dist/esm/icons/brush.js.map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D:/pasar_fix/node_modules/.bun/lucide-react@0.556.0+d86b59289c1a13ae/node_modules/lucide-react/dist/esm/icons/bubbles.js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D:/pasar_fix/node_modules/.bun/lucide-react@0.556.0+d86b59289c1a13ae/node_modules/lucide-react/dist/esm/icons/bubbles.js.map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D:/pasar_fix/node_modules/.bun/lucide-react@0.556.0+d86b59289c1a13ae/node_modules/lucide-react/dist/esm/icons/bug-off.js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D:/pasar_fix/node_modules/.bun/lucide-react@0.556.0+d86b59289c1a13ae/node_modules/lucide-react/dist/esm/icons/bug-off.js.map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D:/pasar_fix/node_modules/.bun/lucide-react@0.556.0+d86b59289c1a13ae/node_modules/lucide-react/dist/esm/icons/bug-play.js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D:/pasar_fix/node_modules/.bun/lucide-react@0.556.0+d86b59289c1a13ae/node_modules/lucide-react/dist/esm/icons/bug-play.js.map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D:/pasar_fix/node_modules/.bun/lucide-react@0.556.0+d86b59289c1a13ae/node_modules/lucide-react/dist/esm/icons/bug.js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D:/pasar_fix/node_modules/.bun/lucide-react@0.556.0+d86b59289c1a13ae/node_modules/lucide-react/dist/esm/icons/bug.js.map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D:/pasar_fix/node_modules/.bun/lucide-react@0.556.0+d86b59289c1a13ae/node_modules/lucide-react/dist/esm/icons/building-2.js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D:/pasar_fix/node_modules/.bun/lucide-react@0.556.0+d86b59289c1a13ae/node_modules/lucide-react/dist/esm/icons/building-2.js.map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D:/pasar_fix/node_modules/.bun/lucide-react@0.556.0+d86b59289c1a13ae/node_modules/lucide-react/dist/esm/icons/building.js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D:/pasar_fix/node_modules/.bun/lucide-react@0.556.0+d86b59289c1a13ae/node_modules/lucide-react/dist/esm/icons/building.js.map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D:/pasar_fix/node_modules/.bun/lucide-react@0.556.0+d86b59289c1a13ae/node_modules/lucide-react/dist/esm/icons/bus-front.js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D:/pasar_fix/node_modules/.bun/lucide-react@0.556.0+d86b59289c1a13ae/node_modules/lucide-react/dist/esm/icons/bus-front.js.map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D:/pasar_fix/node_modules/.bun/lucide-react@0.556.0+d86b59289c1a13ae/node_modules/lucide-react/dist/esm/icons/bus.js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D:/pasar_fix/node_modules/.bun/lucide-react@0.556.0+d86b59289c1a13ae/node_modules/lucide-react/dist/esm/icons/bus.js.map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D:/pasar_fix/node_modules/.bun/lucide-react@0.556.0+d86b59289c1a13ae/node_modules/lucide-react/dist/esm/icons/cable-car.js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D:/pasar_fix/node_modules/.bun/lucide-react@0.556.0+d86b59289c1a13ae/node_modules/lucide-react/dist/esm/icons/cable-car.js.map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D:/pasar_fix/node_modules/.bun/lucide-react@0.556.0+d86b59289c1a13ae/node_modules/lucide-react/dist/esm/icons/cable.js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D:/pasar_fix/node_modules/.bun/lucide-react@0.556.0+d86b59289c1a13ae/node_modules/lucide-react/dist/esm/icons/cable.js.map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D:/pasar_fix/node_modules/.bun/lucide-react@0.556.0+d86b59289c1a13ae/node_modules/lucide-react/dist/esm/icons/cake-slice.js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D:/pasar_fix/node_modules/.bun/lucide-react@0.556.0+d86b59289c1a13ae/node_modules/lucide-react/dist/esm/icons/cake-slice.js.map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D:/pasar_fix/node_modules/.bun/lucide-react@0.556.0+d86b59289c1a13ae/node_modules/lucide-react/dist/esm/icons/cake.js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D:/pasar_fix/node_modules/.bun/lucide-react@0.556.0+d86b59289c1a13ae/node_modules/lucide-react/dist/esm/icons/cake.js.map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D:/pasar_fix/node_modules/.bun/lucide-react@0.556.0+d86b59289c1a13ae/node_modules/lucide-react/dist/esm/icons/calculator.js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D:/pasar_fix/node_modules/.bun/lucide-react@0.556.0+d86b59289c1a13ae/node_modules/lucide-react/dist/esm/icons/calculator.js.map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D:/pasar_fix/node_modules/.bun/lucide-react@0.556.0+d86b59289c1a13ae/node_modules/lucide-react/dist/esm/icons/calendar-1.js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D:/pasar_fix/node_modules/.bun/lucide-react@0.556.0+d86b59289c1a13ae/node_modules/lucide-react/dist/esm/icons/calendar-1.js.map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D:/pasar_fix/node_modules/.bun/lucide-react@0.556.0+d86b59289c1a13ae/node_modules/lucide-react/dist/esm/icons/calendar-arrow-down.js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D:/pasar_fix/node_modules/.bun/lucide-react@0.556.0+d86b59289c1a13ae/node_modules/lucide-react/dist/esm/icons/calendar-arrow-down.js.map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D:/pasar_fix/node_modules/.bun/lucide-react@0.556.0+d86b59289c1a13ae/node_modules/lucide-react/dist/esm/icons/calendar-arrow-up.js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D:/pasar_fix/node_modules/.bun/lucide-react@0.556.0+d86b59289c1a13ae/node_modules/lucide-react/dist/esm/icons/calendar-arrow-up.js.map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D:/pasar_fix/node_modules/.bun/lucide-react@0.556.0+d86b59289c1a13ae/node_modules/lucide-react/dist/esm/icons/calendar-check-2.js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D:/pasar_fix/node_modules/.bun/lucide-react@0.556.0+d86b59289c1a13ae/node_modules/lucide-react/dist/esm/icons/calendar-check-2.js.map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D:/pasar_fix/node_modules/.bun/lucide-react@0.556.0+d86b59289c1a13ae/node_modules/lucide-react/dist/esm/icons/calendar-check.js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D:/pasar_fix/node_modules/.bun/lucide-react@0.556.0+d86b59289c1a13ae/node_modules/lucide-react/dist/esm/icons/calendar-check.js.map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D:/pasar_fix/node_modules/.bun/lucide-react@0.556.0+d86b59289c1a13ae/node_modules/lucide-react/dist/esm/icons/calendar-clock.js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D:/pasar_fix/node_modules/.bun/lucide-react@0.556.0+d86b59289c1a13ae/node_modules/lucide-react/dist/esm/icons/calendar-clock.js.map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D:/pasar_fix/node_modules/.bun/lucide-react@0.556.0+d86b59289c1a13ae/node_modules/lucide-react/dist/esm/icons/calendar-cog.js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D:/pasar_fix/node_modules/.bun/lucide-react@0.556.0+d86b59289c1a13ae/node_modules/lucide-react/dist/esm/icons/calendar-cog.js.map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D:/pasar_fix/node_modules/.bun/lucide-react@0.556.0+d86b59289c1a13ae/node_modules/lucide-react/dist/esm/icons/calendar-days.js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D:/pasar_fix/node_modules/.bun/lucide-react@0.556.0+d86b59289c1a13ae/node_modules/lucide-react/dist/esm/icons/calendar-days.js.map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D:/pasar_fix/node_modules/.bun/lucide-react@0.556.0+d86b59289c1a13ae/node_modules/lucide-react/dist/esm/icons/calendar-fold.js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D:/pasar_fix/node_modules/.bun/lucide-react@0.556.0+d86b59289c1a13ae/node_modules/lucide-react/dist/esm/icons/calendar-fold.js.map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D:/pasar_fix/node_modules/.bun/lucide-react@0.556.0+d86b59289c1a13ae/node_modules/lucide-react/dist/esm/icons/calendar-heart.js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D:/pasar_fix/node_modules/.bun/lucide-react@0.556.0+d86b59289c1a13ae/node_modules/lucide-react/dist/esm/icons/calendar-heart.js.map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D:/pasar_fix/node_modules/.bun/lucide-react@0.556.0+d86b59289c1a13ae/node_modules/lucide-react/dist/esm/icons/calendar-minus-2.js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D:/pasar_fix/node_modules/.bun/lucide-react@0.556.0+d86b59289c1a13ae/node_modules/lucide-react/dist/esm/icons/calendar-minus-2.js.map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D:/pasar_fix/node_modules/.bun/lucide-react@0.556.0+d86b59289c1a13ae/node_modules/lucide-react/dist/esm/icons/calendar-minus.js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D:/pasar_fix/node_modules/.bun/lucide-react@0.556.0+d86b59289c1a13ae/node_modules/lucide-react/dist/esm/icons/calendar-minus.js.map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D:/pasar_fix/node_modules/.bun/lucide-react@0.556.0+d86b59289c1a13ae/node_modules/lucide-react/dist/esm/icons/calendar-off.js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D:/pasar_fix/node_modules/.bun/lucide-react@0.556.0+d86b59289c1a13ae/node_modules/lucide-react/dist/esm/icons/calendar-off.js.map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D:/pasar_fix/node_modules/.bun/lucide-react@0.556.0+d86b59289c1a13ae/node_modules/lucide-react/dist/esm/icons/calendar-plus-2.js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D:/pasar_fix/node_modules/.bun/lucide-react@0.556.0+d86b59289c1a13ae/node_modules/lucide-react/dist/esm/icons/calendar-plus-2.js.map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D:/pasar_fix/node_modules/.bun/lucide-react@0.556.0+d86b59289c1a13ae/node_modules/lucide-react/dist/esm/icons/calendar-plus.js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D:/pasar_fix/node_modules/.bun/lucide-react@0.556.0+d86b59289c1a13ae/node_modules/lucide-react/dist/esm/icons/calendar-plus.js.map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D:/pasar_fix/node_modules/.bun/lucide-react@0.556.0+d86b59289c1a13ae/node_modules/lucide-react/dist/esm/icons/calendar-range.js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D:/pasar_fix/node_modules/.bun/lucide-react@0.556.0+d86b59289c1a13ae/node_modules/lucide-react/dist/esm/icons/calendar-range.js.map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D:/pasar_fix/node_modules/.bun/lucide-react@0.556.0+d86b59289c1a13ae/node_modules/lucide-react/dist/esm/icons/calendar-search.js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D:/pasar_fix/node_modules/.bun/lucide-react@0.556.0+d86b59289c1a13ae/node_modules/lucide-react/dist/esm/icons/calendar-search.js.map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D:/pasar_fix/node_modules/.bun/lucide-react@0.556.0+d86b59289c1a13ae/node_modules/lucide-react/dist/esm/icons/calendar-sync.js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D:/pasar_fix/node_modules/.bun/lucide-react@0.556.0+d86b59289c1a13ae/node_modules/lucide-react/dist/esm/icons/calendar-sync.js.map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D:/pasar_fix/node_modules/.bun/lucide-react@0.556.0+d86b59289c1a13ae/node_modules/lucide-react/dist/esm/icons/calendar-x-2.js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D:/pasar_fix/node_modules/.bun/lucide-react@0.556.0+d86b59289c1a13ae/node_modules/lucide-react/dist/esm/icons/calendar-x-2.js.map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D:/pasar_fix/node_modules/.bun/lucide-react@0.556.0+d86b59289c1a13ae/node_modules/lucide-react/dist/esm/icons/calendar-x.js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D:/pasar_fix/node_modules/.bun/lucide-react@0.556.0+d86b59289c1a13ae/node_modules/lucide-react/dist/esm/icons/calendar-x.js.map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D:/pasar_fix/node_modules/.bun/lucide-react@0.556.0+d86b59289c1a13ae/node_modules/lucide-react/dist/esm/icons/calendar.js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D:/pasar_fix/node_modules/.bun/lucide-react@0.556.0+d86b59289c1a13ae/node_modules/lucide-react/dist/esm/icons/calendar.js.map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D:/pasar_fix/node_modules/.bun/lucide-react@0.556.0+d86b59289c1a13ae/node_modules/lucide-react/dist/esm/icons/calendars.js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D:/pasar_fix/node_modules/.bun/lucide-react@0.556.0+d86b59289c1a13ae/node_modules/lucide-react/dist/esm/icons/calendars.js.map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D:/pasar_fix/node_modules/.bun/lucide-react@0.556.0+d86b59289c1a13ae/node_modules/lucide-react/dist/esm/icons/camera-off.js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D:/pasar_fix/node_modules/.bun/lucide-react@0.556.0+d86b59289c1a13ae/node_modules/lucide-react/dist/esm/icons/camera-off.js.map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D:/pasar_fix/node_modules/.bun/lucide-react@0.556.0+d86b59289c1a13ae/node_modules/lucide-react/dist/esm/icons/camera.js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D:/pasar_fix/node_modules/.bun/lucide-react@0.556.0+d86b59289c1a13ae/node_modules/lucide-react/dist/esm/icons/camera.js.map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D:/pasar_fix/node_modules/.bun/lucide-react@0.556.0+d86b59289c1a13ae/node_modules/lucide-react/dist/esm/icons/candlestick-chart.js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D:/pasar_fix/node_modules/.bun/lucide-react@0.556.0+d86b59289c1a13ae/node_modules/lucide-react/dist/esm/icons/candlestick-chart.js.map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D:/pasar_fix/node_modules/.bun/lucide-react@0.556.0+d86b59289c1a13ae/node_modules/lucide-react/dist/esm/icons/candy-cane.js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D:/pasar_fix/node_modules/.bun/lucide-react@0.556.0+d86b59289c1a13ae/node_modules/lucide-react/dist/esm/icons/candy-cane.js.map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D:/pasar_fix/node_modules/.bun/lucide-react@0.556.0+d86b59289c1a13ae/node_modules/lucide-react/dist/esm/icons/candy-off.js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D:/pasar_fix/node_modules/.bun/lucide-react@0.556.0+d86b59289c1a13ae/node_modules/lucide-react/dist/esm/icons/candy-off.js.map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D:/pasar_fix/node_modules/.bun/lucide-react@0.556.0+d86b59289c1a13ae/node_modules/lucide-react/dist/esm/icons/candy.js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D:/pasar_fix/node_modules/.bun/lucide-react@0.556.0+d86b59289c1a13ae/node_modules/lucide-react/dist/esm/icons/candy.js.map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D:/pasar_fix/node_modules/.bun/lucide-react@0.556.0+d86b59289c1a13ae/node_modules/lucide-react/dist/esm/icons/cannabis.js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D:/pasar_fix/node_modules/.bun/lucide-react@0.556.0+d86b59289c1a13ae/node_modules/lucide-react/dist/esm/icons/cannabis.js.map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D:/pasar_fix/node_modules/.bun/lucide-react@0.556.0+d86b59289c1a13ae/node_modules/lucide-react/dist/esm/icons/captions-off.js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D:/pasar_fix/node_modules/.bun/lucide-react@0.556.0+d86b59289c1a13ae/node_modules/lucide-react/dist/esm/icons/captions-off.js.map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D:/pasar_fix/node_modules/.bun/lucide-react@0.556.0+d86b59289c1a13ae/node_modules/lucide-react/dist/esm/icons/captions.js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D:/pasar_fix/node_modules/.bun/lucide-react@0.556.0+d86b59289c1a13ae/node_modules/lucide-react/dist/esm/icons/captions.js.map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D:/pasar_fix/node_modules/.bun/lucide-react@0.556.0+d86b59289c1a13ae/node_modules/lucide-react/dist/esm/icons/car-front.js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D:/pasar_fix/node_modules/.bun/lucide-react@0.556.0+d86b59289c1a13ae/node_modules/lucide-react/dist/esm/icons/car-front.js.map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D:/pasar_fix/node_modules/.bun/lucide-react@0.556.0+d86b59289c1a13ae/node_modules/lucide-react/dist/esm/icons/car-taxi-front.js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D:/pasar_fix/node_modules/.bun/lucide-react@0.556.0+d86b59289c1a13ae/node_modules/lucide-react/dist/esm/icons/car-taxi-front.js.map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D:/pasar_fix/node_modules/.bun/lucide-react@0.556.0+d86b59289c1a13ae/node_modules/lucide-react/dist/esm/icons/caravan.js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D:/pasar_fix/node_modules/.bun/lucide-react@0.556.0+d86b59289c1a13ae/node_modules/lucide-react/dist/esm/icons/caravan.js.map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D:/pasar_fix/node_modules/.bun/lucide-react@0.556.0+d86b59289c1a13ae/node_modules/lucide-react/dist/esm/icons/card-sim.js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D:/pasar_fix/node_modules/.bun/lucide-react@0.556.0+d86b59289c1a13ae/node_modules/lucide-react/dist/esm/icons/card-sim.js.map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D:/pasar_fix/node_modules/.bun/lucide-react@0.556.0+d86b59289c1a13ae/node_modules/lucide-react/dist/esm/icons/carrot.js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D:/pasar_fix/node_modules/.bun/lucide-react@0.556.0+d86b59289c1a13ae/node_modules/lucide-react/dist/esm/icons/carrot.js.map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D:/pasar_fix/node_modules/.bun/lucide-react@0.556.0+d86b59289c1a13ae/node_modules/lucide-react/dist/esm/icons/case-lower.js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D:/pasar_fix/node_modules/.bun/lucide-react@0.556.0+d86b59289c1a13ae/node_modules/lucide-react/dist/esm/icons/case-lower.js.map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D:/pasar_fix/node_modules/.bun/lucide-react@0.556.0+d86b59289c1a13ae/node_modules/lucide-react/dist/esm/icons/case-sensitive.js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D:/pasar_fix/node_modules/.bun/lucide-react@0.556.0+d86b59289c1a13ae/node_modules/lucide-react/dist/esm/icons/case-sensitive.js.map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D:/pasar_fix/node_modules/.bun/lucide-react@0.556.0+d86b59289c1a13ae/node_modules/lucide-react/dist/esm/icons/case-upper.js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D:/pasar_fix/node_modules/.bun/lucide-react@0.556.0+d86b59289c1a13ae/node_modules/lucide-react/dist/esm/icons/case-upper.js.map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D:/pasar_fix/node_modules/.bun/lucide-react@0.556.0+d86b59289c1a13ae/node_modules/lucide-react/dist/esm/icons/cassette-tape.js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D:/pasar_fix/node_modules/.bun/lucide-react@0.556.0+d86b59289c1a13ae/node_modules/lucide-react/dist/esm/icons/cassette-tape.js.map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D:/pasar_fix/node_modules/.bun/lucide-react@0.556.0+d86b59289c1a13ae/node_modules/lucide-react/dist/esm/icons/cast.js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D:/pasar_fix/node_modules/.bun/lucide-react@0.556.0+d86b59289c1a13ae/node_modules/lucide-react/dist/esm/icons/cast.js.map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D:/pasar_fix/node_modules/.bun/lucide-react@0.556.0+d86b59289c1a13ae/node_modules/lucide-react/dist/esm/icons/castle.js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D:/pasar_fix/node_modules/.bun/lucide-react@0.556.0+d86b59289c1a13ae/node_modules/lucide-react/dist/esm/icons/castle.js.map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D:/pasar_fix/node_modules/.bun/lucide-react@0.556.0+d86b59289c1a13ae/node_modules/lucide-react/dist/esm/icons/cat.js.map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D:/pasar_fix/node_modules/.bun/lucide-react@0.556.0+d86b59289c1a13ae/node_modules/lucide-react/dist/esm/icons/cctv.js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D:/pasar_fix/node_modules/.bun/lucide-react@0.556.0+d86b59289c1a13ae/node_modules/lucide-react/dist/esm/icons/cctv.js.map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D:/pasar_fix/node_modules/.bun/lucide-react@0.556.0+d86b59289c1a13ae/node_modules/lucide-react/dist/esm/icons/chart-area.js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D:/pasar_fix/node_modules/.bun/lucide-react@0.556.0+d86b59289c1a13ae/node_modules/lucide-react/dist/esm/icons/chart-area.js.map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D:/pasar_fix/node_modules/.bun/lucide-react@0.556.0+d86b59289c1a13ae/node_modules/lucide-react/dist/esm/icons/chart-bar-big.js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D:/pasar_fix/node_modules/.bun/lucide-react@0.556.0+d86b59289c1a13ae/node_modules/lucide-react/dist/esm/icons/chart-bar-big.js.map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D:/pasar_fix/node_modules/.bun/lucide-react@0.556.0+d86b59289c1a13ae/node_modules/lucide-react/dist/esm/icons/chart-bar-decreasing.js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D:/pasar_fix/node_modules/.bun/lucide-react@0.556.0+d86b59289c1a13ae/node_modules/lucide-react/dist/esm/icons/chart-bar-decreasing.js.map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D:/pasar_fix/node_modules/.bun/lucide-react@0.556.0+d86b59289c1a13ae/node_modules/lucide-react/dist/esm/icons/chart-bar-increasing.js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D:/pasar_fix/node_modules/.bun/lucide-react@0.556.0+d86b59289c1a13ae/node_modules/lucide-react/dist/esm/icons/chart-bar-increasing.js.map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D:/pasar_fix/node_modules/.bun/lucide-react@0.556.0+d86b59289c1a13ae/node_modules/lucide-react/dist/esm/icons/chart-bar-stacked.js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D:/pasar_fix/node_modules/.bun/lucide-react@0.556.0+d86b59289c1a13ae/node_modules/lucide-react/dist/esm/icons/chart-bar-stacked.js.map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D:/pasar_fix/node_modules/.bun/lucide-react@0.556.0+d86b59289c1a13ae/node_modules/lucide-react/dist/esm/icons/chart-bar.js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D:/pasar_fix/node_modules/.bun/lucide-react@0.556.0+d86b59289c1a13ae/node_modules/lucide-react/dist/esm/icons/chart-bar.js.map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D:/pasar_fix/node_modules/.bun/lucide-react@0.556.0+d86b59289c1a13ae/node_modules/lucide-react/dist/esm/icons/chart-candlestick.js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D:/pasar_fix/node_modules/.bun/lucide-react@0.556.0+d86b59289c1a13ae/node_modules/lucide-react/dist/esm/icons/chart-candlestick.js.map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D:/pasar_fix/node_modules/.bun/lucide-react@0.556.0+d86b59289c1a13ae/node_modules/lucide-react/dist/esm/icons/chart-column-big.js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D:/pasar_fix/node_modules/.bun/lucide-react@0.556.0+d86b59289c1a13ae/node_modules/lucide-react/dist/esm/icons/chart-column-big.js.map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D:/pasar_fix/node_modules/.bun/lucide-react@0.556.0+d86b59289c1a13ae/node_modules/lucide-react/dist/esm/icons/chart-column-decreasing.js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D:/pasar_fix/node_modules/.bun/lucide-react@0.556.0+d86b59289c1a13ae/node_modules/lucide-react/dist/esm/icons/chart-column-decreasing.js.map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D:/pasar_fix/node_modules/.bun/lucide-react@0.556.0+d86b59289c1a13ae/node_modules/lucide-react/dist/esm/icons/chart-column-increasing.js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D:/pasar_fix/node_modules/.bun/lucide-react@0.556.0+d86b59289c1a13ae/node_modules/lucide-react/dist/esm/icons/chart-column-increasing.js.map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D:/pasar_fix/node_modules/.bun/lucide-react@0.556.0+d86b59289c1a13ae/node_modules/lucide-react/dist/esm/icons/chart-column-stacked.js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D:/pasar_fix/node_modules/.bun/lucide-react@0.556.0+d86b59289c1a13ae/node_modules/lucide-react/dist/esm/icons/chart-column-stacked.js.map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D:/pasar_fix/node_modules/.bun/lucide-react@0.556.0+d86b59289c1a13ae/node_modules/lucide-react/dist/esm/icons/chart-column.js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D:/pasar_fix/node_modules/.bun/lucide-react@0.556.0+d86b59289c1a13ae/node_modules/lucide-react/dist/esm/icons/chart-column.js.map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D:/pasar_fix/node_modules/.bun/lucide-react@0.556.0+d86b59289c1a13ae/node_modules/lucide-react/dist/esm/icons/chart-gantt.js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D:/pasar_fix/node_modules/.bun/lucide-react@0.556.0+d86b59289c1a13ae/node_modules/lucide-react/dist/esm/icons/chart-gantt.js.map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D:/pasar_fix/node_modules/.bun/lucide-react@0.556.0+d86b59289c1a13ae/node_modules/lucide-react/dist/esm/icons/chart-line.js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D:/pasar_fix/node_modules/.bun/lucide-react@0.556.0+d86b59289c1a13ae/node_modules/lucide-react/dist/esm/icons/chart-line.js.map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D:/pasar_fix/node_modules/.bun/lucide-react@0.556.0+d86b59289c1a13ae/node_modules/lucide-react/dist/esm/icons/chart-network.js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D:/pasar_fix/node_modules/.bun/lucide-react@0.556.0+d86b59289c1a13ae/node_modules/lucide-react/dist/esm/icons/chart-network.js.map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D:/pasar_fix/node_modules/.bun/lucide-react@0.556.0+d86b59289c1a13ae/node_modules/lucide-react/dist/esm/icons/chart-no-axes-column-decreasing.js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D:/pasar_fix/node_modules/.bun/lucide-react@0.556.0+d86b59289c1a13ae/node_modules/lucide-react/dist/esm/icons/chart-no-axes-column-decreasing.js.map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D:/pasar_fix/node_modules/.bun/lucide-react@0.556.0+d86b59289c1a13ae/node_modules/lucide-react/dist/esm/icons/chart-no-axes-column-increasing.js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D:/pasar_fix/node_modules/.bun/lucide-react@0.556.0+d86b59289c1a13ae/node_modules/lucide-react/dist/esm/icons/chart-no-axes-column-increasing.js.map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D:/pasar_fix/node_modules/.bun/lucide-react@0.556.0+d86b59289c1a13ae/node_modules/lucide-react/dist/esm/icons/chart-no-axes-column.js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D:/pasar_fix/node_modules/.bun/lucide-react@0.556.0+d86b59289c1a13ae/node_modules/lucide-react/dist/esm/icons/chart-no-axes-column.js.map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D:/pasar_fix/node_modules/.bun/lucide-react@0.556.0+d86b59289c1a13ae/node_modules/lucide-react/dist/esm/icons/chart-no-axes-combined.js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D:/pasar_fix/node_modules/.bun/lucide-react@0.556.0+d86b59289c1a13ae/node_modules/lucide-react/dist/esm/icons/chart-no-axes-combined.js.map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D:/pasar_fix/node_modules/.bun/lucide-react@0.556.0+d86b59289c1a13ae/node_modules/lucide-react/dist/esm/icons/chart-no-axes-gantt.js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D:/pasar_fix/node_modules/.bun/lucide-react@0.556.0+d86b59289c1a13ae/node_modules/lucide-react/dist/esm/icons/chart-no-axes-gantt.js.map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D:/pasar_fix/node_modules/.bun/lucide-react@0.556.0+d86b59289c1a13ae/node_modules/lucide-react/dist/esm/icons/chart-pie.js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D:/pasar_fix/node_modules/.bun/lucide-react@0.556.0+d86b59289c1a13ae/node_modules/lucide-react/dist/esm/icons/chart-pie.js.map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D:/pasar_fix/node_modules/.bun/lucide-react@0.556.0+d86b59289c1a13ae/node_modules/lucide-react/dist/esm/icons/chart-scatter.js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D:/pasar_fix/node_modules/.bun/lucide-react@0.556.0+d86b59289c1a13ae/node_modules/lucide-react/dist/esm/icons/chart-scatter.js.map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D:/pasar_fix/node_modules/.bun/lucide-react@0.556.0+d86b59289c1a13ae/node_modules/lucide-react/dist/esm/icons/chart-spline.js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D:/pasar_fix/node_modules/.bun/lucide-react@0.556.0+d86b59289c1a13ae/node_modules/lucide-react/dist/esm/icons/chart-spline.js.map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D:/pasar_fix/node_modules/.bun/lucide-react@0.556.0+d86b59289c1a13ae/node_modules/lucide-react/dist/esm/icons/check-check.js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D:/pasar_fix/node_modules/.bun/lucide-react@0.556.0+d86b59289c1a13ae/node_modules/lucide-react/dist/esm/icons/check-check.js.map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D:/pasar_fix/node_modules/.bun/lucide-react@0.556.0+d86b59289c1a13ae/node_modules/lucide-react/dist/esm/icons/check-circle-2.js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D:/pasar_fix/node_modules/.bun/lucide-react@0.556.0+d86b59289c1a13ae/node_modules/lucide-react/dist/esm/icons/check-circle-2.js.map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D:/pasar_fix/node_modules/.bun/lucide-react@0.556.0+d86b59289c1a13ae/node_modules/lucide-react/dist/esm/icons/check-circle.js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D:/pasar_fix/node_modules/.bun/lucide-react@0.556.0+d86b59289c1a13ae/node_modules/lucide-react/dist/esm/icons/check-circle.js.map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D:/pasar_fix/node_modules/.bun/lucide-react@0.556.0+d86b59289c1a13ae/node_modules/lucide-react/dist/esm/icons/check-line.js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D:/pasar_fix/node_modules/.bun/lucide-react@0.556.0+d86b59289c1a13ae/node_modules/lucide-react/dist/esm/icons/check-line.js.map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D:/pasar_fix/node_modules/.bun/lucide-react@0.556.0+d86b59289c1a13ae/node_modules/lucide-react/dist/esm/icons/check-square-2.js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D:/pasar_fix/node_modules/.bun/lucide-react@0.556.0+d86b59289c1a13ae/node_modules/lucide-react/dist/esm/icons/check-square-2.js.map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D:/pasar_fix/node_modules/.bun/lucide-react@0.556.0+d86b59289c1a13ae/node_modules/lucide-react/dist/esm/icons/check-square.js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D:/pasar_fix/node_modules/.bun/lucide-react@0.556.0+d86b59289c1a13ae/node_modules/lucide-react/dist/esm/icons/check-square.js.map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D:/pasar_fix/node_modules/.bun/lucide-react@0.556.0+d86b59289c1a13ae/node_modules/lucide-react/dist/esm/icons/check.js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D:/pasar_fix/node_modules/.bun/lucide-react@0.556.0+d86b59289c1a13ae/node_modules/lucide-react/dist/esm/icons/check.js.map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D:/pasar_fix/node_modules/.bun/lucide-react@0.556.0+d86b59289c1a13ae/node_modules/lucide-react/dist/esm/icons/chef-hat.js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D:/pasar_fix/node_modules/.bun/lucide-react@0.556.0+d86b59289c1a13ae/node_modules/lucide-react/dist/esm/icons/chef-hat.js.map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D:/pasar_fix/node_modules/.bun/lucide-react@0.556.0+d86b59289c1a13ae/node_modules/lucide-react/dist/esm/icons/cherry.js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D:/pasar_fix/node_modules/.bun/lucide-react@0.556.0+d86b59289c1a13ae/node_modules/lucide-react/dist/esm/icons/cherry.js.map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D:/pasar_fix/node_modules/.bun/lucide-react@0.556.0+d86b59289c1a13ae/node_modules/lucide-react/dist/esm/icons/chess-bishop.js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D:/pasar_fix/node_modules/.bun/lucide-react@0.556.0+d86b59289c1a13ae/node_modules/lucide-react/dist/esm/icons/chess-bishop.js.map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D:/pasar_fix/node_modules/.bun/lucide-react@0.556.0+d86b59289c1a13ae/node_modules/lucide-react/dist/esm/icons/chess-king.js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D:/pasar_fix/node_modules/.bun/lucide-react@0.556.0+d86b59289c1a13ae/node_modules/lucide-react/dist/esm/icons/chess-king.js.map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D:/pasar_fix/node_modules/.bun/lucide-react@0.556.0+d86b59289c1a13ae/node_modules/lucide-react/dist/esm/icons/chess-knight.js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D:/pasar_fix/node_modules/.bun/lucide-react@0.556.0+d86b59289c1a13ae/node_modules/lucide-react/dist/esm/icons/chess-knight.js.map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D:/pasar_fix/node_modules/.bun/lucide-react@0.556.0+d86b59289c1a13ae/node_modules/lucide-react/dist/esm/icons/chess-pawn.js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D:/pasar_fix/node_modules/.bun/lucide-react@0.556.0+d86b59289c1a13ae/node_modules/lucide-react/dist/esm/icons/chess-pawn.js.map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D:/pasar_fix/node_modules/.bun/lucide-react@0.556.0+d86b59289c1a13ae/node_modules/lucide-react/dist/esm/icons/chess-queen.js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D:/pasar_fix/node_modules/.bun/lucide-react@0.556.0+d86b59289c1a13ae/node_modules/lucide-react/dist/esm/icons/chess-queen.js.map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D:/pasar_fix/node_modules/.bun/lucide-react@0.556.0+d86b59289c1a13ae/node_modules/lucide-react/dist/esm/icons/chess-rook.js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D:/pasar_fix/node_modules/.bun/lucide-react@0.556.0+d86b59289c1a13ae/node_modules/lucide-react/dist/esm/icons/chess-rook.js.map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D:/pasar_fix/node_modules/.bun/lucide-react@0.556.0+d86b59289c1a13ae/node_modules/lucide-react/dist/esm/icons/chevron-down-circle.js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D:/pasar_fix/node_modules/.bun/lucide-react@0.556.0+d86b59289c1a13ae/node_modules/lucide-react/dist/esm/icons/chevron-down-circle.js.map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D:/pasar_fix/node_modules/.bun/lucide-react@0.556.0+d86b59289c1a13ae/node_modules/lucide-react/dist/esm/icons/chevron-down-square.js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D:/pasar_fix/node_modules/.bun/lucide-react@0.556.0+d86b59289c1a13ae/node_modules/lucide-react/dist/esm/icons/chevron-down-square.js.map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D:/pasar_fix/node_modules/.bun/lucide-react@0.556.0+d86b59289c1a13ae/node_modules/lucide-react/dist/esm/icons/chevron-down.js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D:/pasar_fix/node_modules/.bun/lucide-react@0.556.0+d86b59289c1a13ae/node_modules/lucide-react/dist/esm/icons/chevron-down.js.map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D:/pasar_fix/node_modules/.bun/lucide-react@0.556.0+d86b59289c1a13ae/node_modules/lucide-react/dist/esm/icons/chevron-first.js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D:/pasar_fix/node_modules/.bun/lucide-react@0.556.0+d86b59289c1a13ae/node_modules/lucide-react/dist/esm/icons/chevron-first.js.map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D:/pasar_fix/node_modules/.bun/lucide-react@0.556.0+d86b59289c1a13ae/node_modules/lucide-react/dist/esm/icons/chevron-last.js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D:/pasar_fix/node_modules/.bun/lucide-react@0.556.0+d86b59289c1a13ae/node_modules/lucide-react/dist/esm/icons/chevron-last.js.map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D:/pasar_fix/node_modules/.bun/lucide-react@0.556.0+d86b59289c1a13ae/node_modules/lucide-react/dist/esm/icons/chevron-left-circle.js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D:/pasar_fix/node_modules/.bun/lucide-react@0.556.0+d86b59289c1a13ae/node_modules/lucide-react/dist/esm/icons/chevron-left-circle.js.map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D:/pasar_fix/node_modules/.bun/lucide-react@0.556.0+d86b59289c1a13ae/node_modules/lucide-react/dist/esm/icons/chevron-left-square.js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D:/pasar_fix/node_modules/.bun/lucide-react@0.556.0+d86b59289c1a13ae/node_modules/lucide-react/dist/esm/icons/chevron-left-square.js.map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D:/pasar_fix/node_modules/.bun/lucide-react@0.556.0+d86b59289c1a13ae/node_modules/lucide-react/dist/esm/icons/chevron-left.js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D:/pasar_fix/node_modules/.bun/lucide-react@0.556.0+d86b59289c1a13ae/node_modules/lucide-react/dist/esm/icons/chevron-left.js.map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D:/pasar_fix/node_modules/.bun/lucide-react@0.556.0+d86b59289c1a13ae/node_modules/lucide-react/dist/esm/icons/chevron-right-circle.js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D:/pasar_fix/node_modules/.bun/lucide-react@0.556.0+d86b59289c1a13ae/node_modules/lucide-react/dist/esm/icons/chevron-right-circle.js.map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D:/pasar_fix/node_modules/.bun/lucide-react@0.556.0+d86b59289c1a13ae/node_modules/lucide-react/dist/esm/icons/chevron-right-square.js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D:/pasar_fix/node_modules/.bun/lucide-react@0.556.0+d86b59289c1a13ae/node_modules/lucide-react/dist/esm/icons/chevron-right-square.js.map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D:/pasar_fix/node_modules/.bun/lucide-react@0.556.0+d86b59289c1a13ae/node_modules/lucide-react/dist/esm/icons/chevron-right.js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D:/pasar_fix/node_modules/.bun/lucide-react@0.556.0+d86b59289c1a13ae/node_modules/lucide-react/dist/esm/icons/chevron-right.js.map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D:/pasar_fix/node_modules/.bun/lucide-react@0.556.0+d86b59289c1a13ae/node_modules/lucide-react/dist/esm/icons/chevron-up-circle.js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D:/pasar_fix/node_modules/.bun/lucide-react@0.556.0+d86b59289c1a13ae/node_modules/lucide-react/dist/esm/icons/chevron-up-circle.js.map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D:/pasar_fix/node_modules/.bun/lucide-react@0.556.0+d86b59289c1a13ae/node_modules/lucide-react/dist/esm/icons/chevron-up-square.js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D:/pasar_fix/node_modules/.bun/lucide-react@0.556.0+d86b59289c1a13ae/node_modules/lucide-react/dist/esm/icons/chevron-up-square.js.map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D:/pasar_fix/node_modules/.bun/lucide-react@0.556.0+d86b59289c1a13ae/node_modules/lucide-react/dist/esm/icons/chevron-up.js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D:/pasar_fix/node_modules/.bun/lucide-react@0.556.0+d86b59289c1a13ae/node_modules/lucide-react/dist/esm/icons/chevron-up.js.map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D:/pasar_fix/node_modules/.bun/lucide-react@0.556.0+d86b59289c1a13ae/node_modules/lucide-react/dist/esm/icons/chevrons-down-up.js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D:/pasar_fix/node_modules/.bun/lucide-react@0.556.0+d86b59289c1a13ae/node_modules/lucide-react/dist/esm/icons/chevrons-down-up.js.map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D:/pasar_fix/node_modules/.bun/lucide-react@0.556.0+d86b59289c1a13ae/node_modules/lucide-react/dist/esm/icons/chevrons-down.js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D:/pasar_fix/node_modules/.bun/lucide-react@0.556.0+d86b59289c1a13ae/node_modules/lucide-react/dist/esm/icons/chevrons-down.js.map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D:/pasar_fix/node_modules/.bun/lucide-react@0.556.0+d86b59289c1a13ae/node_modules/lucide-react/dist/esm/icons/chevrons-left-right-ellipsis.js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D:/pasar_fix/node_modules/.bun/lucide-react@0.556.0+d86b59289c1a13ae/node_modules/lucide-react/dist/esm/icons/chevrons-left-right-ellipsis.js.map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D:/pasar_fix/node_modules/.bun/lucide-react@0.556.0+d86b59289c1a13ae/node_modules/lucide-react/dist/esm/icons/chevrons-left-right.js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D:/pasar_fix/node_modules/.bun/lucide-react@0.556.0+d86b59289c1a13ae/node_modules/lucide-react/dist/esm/icons/chevrons-left-right.js.map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D:/pasar_fix/node_modules/.bun/lucide-react@0.556.0+d86b59289c1a13ae/node_modules/lucide-react/dist/esm/icons/chevrons-left.js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D:/pasar_fix/node_modules/.bun/lucide-react@0.556.0+d86b59289c1a13ae/node_modules/lucide-react/dist/esm/icons/chevrons-left.js.map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D:/pasar_fix/node_modules/.bun/lucide-react@0.556.0+d86b59289c1a13ae/node_modules/lucide-react/dist/esm/icons/chevrons-right-left.js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D:/pasar_fix/node_modules/.bun/lucide-react@0.556.0+d86b59289c1a13ae/node_modules/lucide-react/dist/esm/icons/chevrons-right-left.js.map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D:/pasar_fix/node_modules/.bun/lucide-react@0.556.0+d86b59289c1a13ae/node_modules/lucide-react/dist/esm/icons/chevrons-right.js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D:/pasar_fix/node_modules/.bun/lucide-react@0.556.0+d86b59289c1a13ae/node_modules/lucide-react/dist/esm/icons/chevrons-right.js.map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D:/pasar_fix/node_modules/.bun/lucide-react@0.556.0+d86b59289c1a13ae/node_modules/lucide-react/dist/esm/icons/chevrons-up-down.js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D:/pasar_fix/node_modules/.bun/lucide-react@0.556.0+d86b59289c1a13ae/node_modules/lucide-react/dist/esm/icons/chevrons-up-down.js.map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D:/pasar_fix/node_modules/.bun/lucide-react@0.556.0+d86b59289c1a13ae/node_modules/lucide-react/dist/esm/icons/chevrons-up.js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D:/pasar_fix/node_modules/.bun/lucide-react@0.556.0+d86b59289c1a13ae/node_modules/lucide-react/dist/esm/icons/chevrons-up.js.map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D:/pasar_fix/node_modules/.bun/lucide-react@0.556.0+d86b59289c1a13ae/node_modules/lucide-react/dist/esm/icons/chrome.js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D:/pasar_fix/node_modules/.bun/lucide-react@0.556.0+d86b59289c1a13ae/node_modules/lucide-react/dist/esm/icons/chrome.js.map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D:/pasar_fix/node_modules/.bun/lucide-react@0.556.0+d86b59289c1a13ae/node_modules/lucide-react/dist/esm/icons/chromium.js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D:/pasar_fix/node_modules/.bun/lucide-react@0.556.0+d86b59289c1a13ae/node_modules/lucide-react/dist/esm/icons/chromium.js.map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D:/pasar_fix/node_modules/.bun/lucide-react@0.556.0+d86b59289c1a13ae/node_modules/lucide-react/dist/esm/icons/church.js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D:/pasar_fix/node_modules/.bun/lucide-react@0.556.0+d86b59289c1a13ae/node_modules/lucide-react/dist/esm/icons/church.js.map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D:/pasar_fix/node_modules/.bun/lucide-react@0.556.0+d86b59289c1a13ae/node_modules/lucide-react/dist/esm/icons/cigarette-off.js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D:/pasar_fix/node_modules/.bun/lucide-react@0.556.0+d86b59289c1a13ae/node_modules/lucide-react/dist/esm/icons/cigarette-off.js.map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D:/pasar_fix/node_modules/.bun/lucide-react@0.556.0+d86b59289c1a13ae/node_modules/lucide-react/dist/esm/icons/cigarette.js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D:/pasar_fix/node_modules/.bun/lucide-react@0.556.0+d86b59289c1a13ae/node_modules/lucide-react/dist/esm/icons/cigarette.js.map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D:/pasar_fix/node_modules/.bun/lucide-react@0.556.0+d86b59289c1a13ae/node_modules/lucide-react/dist/esm/icons/circle-alert.js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D:/pasar_fix/node_modules/.bun/lucide-react@0.556.0+d86b59289c1a13ae/node_modules/lucide-react/dist/esm/icons/circle-alert.js.map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D:/pasar_fix/node_modules/.bun/lucide-react@0.556.0+d86b59289c1a13ae/node_modules/lucide-react/dist/esm/icons/circle-arrow-down.js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D:/pasar_fix/node_modules/.bun/lucide-react@0.556.0+d86b59289c1a13ae/node_modules/lucide-react/dist/esm/icons/circle-arrow-down.js.map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D:/pasar_fix/node_modules/.bun/lucide-react@0.556.0+d86b59289c1a13ae/node_modules/lucide-react/dist/esm/icons/circle-arrow-left.js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D:/pasar_fix/node_modules/.bun/lucide-react@0.556.0+d86b59289c1a13ae/node_modules/lucide-react/dist/esm/icons/circle-arrow-left.js.map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D:/pasar_fix/node_modules/.bun/lucide-react@0.556.0+d86b59289c1a13ae/node_modules/lucide-react/dist/esm/icons/circle-arrow-out-down-left.js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D:/pasar_fix/node_modules/.bun/lucide-react@0.556.0+d86b59289c1a13ae/node_modules/lucide-react/dist/esm/icons/circle-arrow-out-down-left.js.map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D:/pasar_fix/node_modules/.bun/lucide-react@0.556.0+d86b59289c1a13ae/node_modules/lucide-react/dist/esm/icons/circle-arrow-out-down-right.js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D:/pasar_fix/node_modules/.bun/lucide-react@0.556.0+d86b59289c1a13ae/node_modules/lucide-react/dist/esm/icons/circle-arrow-out-down-right.js.map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D:/pasar_fix/node_modules/.bun/lucide-react@0.556.0+d86b59289c1a13ae/node_modules/lucide-react/dist/esm/icons/circle-arrow-out-up-left.js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D:/pasar_fix/node_modules/.bun/lucide-react@0.556.0+d86b59289c1a13ae/node_modules/lucide-react/dist/esm/icons/circle-arrow-out-up-left.js.map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D:/pasar_fix/node_modules/.bun/lucide-react@0.556.0+d86b59289c1a13ae/node_modules/lucide-react/dist/esm/icons/circle-arrow-out-up-right.js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D:/pasar_fix/node_modules/.bun/lucide-react@0.556.0+d86b59289c1a13ae/node_modules/lucide-react/dist/esm/icons/circle-arrow-out-up-right.js.map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D:/pasar_fix/node_modules/.bun/lucide-react@0.556.0+d86b59289c1a13ae/node_modules/lucide-react/dist/esm/icons/circle-arrow-right.js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D:/pasar_fix/node_modules/.bun/lucide-react@0.556.0+d86b59289c1a13ae/node_modules/lucide-react/dist/esm/icons/circle-arrow-right.js.map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D:/pasar_fix/node_modules/.bun/lucide-react@0.556.0+d86b59289c1a13ae/node_modules/lucide-react/dist/esm/icons/circle-arrow-up.js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D:/pasar_fix/node_modules/.bun/lucide-react@0.556.0+d86b59289c1a13ae/node_modules/lucide-react/dist/esm/icons/circle-arrow-up.js.map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D:/pasar_fix/node_modules/.bun/lucide-react@0.556.0+d86b59289c1a13ae/node_modules/lucide-react/dist/esm/icons/circle-check-big.js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D:/pasar_fix/node_modules/.bun/lucide-react@0.556.0+d86b59289c1a13ae/node_modules/lucide-react/dist/esm/icons/circle-check-big.js.map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D:/pasar_fix/node_modules/.bun/lucide-react@0.556.0+d86b59289c1a13ae/node_modules/lucide-react/dist/esm/icons/circle-check.js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D:/pasar_fix/node_modules/.bun/lucide-react@0.556.0+d86b59289c1a13ae/node_modules/lucide-react/dist/esm/icons/circle-check.js.map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D:/pasar_fix/node_modules/.bun/lucide-react@0.556.0+d86b59289c1a13ae/node_modules/lucide-react/dist/esm/icons/circle-chevron-down.js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D:/pasar_fix/node_modules/.bun/lucide-react@0.556.0+d86b59289c1a13ae/node_modules/lucide-react/dist/esm/icons/circle-chevron-down.js.map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D:/pasar_fix/node_modules/.bun/lucide-react@0.556.0+d86b59289c1a13ae/node_modules/lucide-react/dist/esm/icons/circle-chevron-left.js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D:/pasar_fix/node_modules/.bun/lucide-react@0.556.0+d86b59289c1a13ae/node_modules/lucide-react/dist/esm/icons/circle-chevron-left.js.map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D:/pasar_fix/node_modules/.bun/lucide-react@0.556.0+d86b59289c1a13ae/node_modules/lucide-react/dist/esm/icons/circle-chevron-right.js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D:/pasar_fix/node_modules/.bun/lucide-react@0.556.0+d86b59289c1a13ae/node_modules/lucide-react/dist/esm/icons/circle-chevron-right.js.map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D:/pasar_fix/node_modules/.bun/lucide-react@0.556.0+d86b59289c1a13ae/node_modules/lucide-react/dist/esm/icons/circle-chevron-up.js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D:/pasar_fix/node_modules/.bun/lucide-react@0.556.0+d86b59289c1a13ae/node_modules/lucide-react/dist/esm/icons/circle-chevron-up.js.map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D:/pasar_fix/node_modules/.bun/lucide-react@0.556.0+d86b59289c1a13ae/node_modules/lucide-react/dist/esm/icons/circle-dashed.js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D:/pasar_fix/node_modules/.bun/lucide-react@0.556.0+d86b59289c1a13ae/node_modules/lucide-react/dist/esm/icons/circle-dashed.js.map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D:/pasar_fix/node_modules/.bun/lucide-react@0.556.0+d86b59289c1a13ae/node_modules/lucide-react/dist/esm/icons/circle-divide.js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D:/pasar_fix/node_modules/.bun/lucide-react@0.556.0+d86b59289c1a13ae/node_modules/lucide-react/dist/esm/icons/circle-divide.js.map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D:/pasar_fix/node_modules/.bun/lucide-react@0.556.0+d86b59289c1a13ae/node_modules/lucide-react/dist/esm/icons/circle-dollar-sign.js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D:/pasar_fix/node_modules/.bun/lucide-react@0.556.0+d86b59289c1a13ae/node_modules/lucide-react/dist/esm/icons/circle-dollar-sign.js.map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D:/pasar_fix/node_modules/.bun/lucide-react@0.556.0+d86b59289c1a13ae/node_modules/lucide-react/dist/esm/icons/circle-dot-dashed.js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D:/pasar_fix/node_modules/.bun/lucide-react@0.556.0+d86b59289c1a13ae/node_modules/lucide-react/dist/esm/icons/circle-dot-dashed.js.map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D:/pasar_fix/node_modules/.bun/lucide-react@0.556.0+d86b59289c1a13ae/node_modules/lucide-react/dist/esm/icons/circle-dot.js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D:/pasar_fix/node_modules/.bun/lucide-react@0.556.0+d86b59289c1a13ae/node_modules/lucide-react/dist/esm/icons/circle-dot.js.map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D:/pasar_fix/node_modules/.bun/lucide-react@0.556.0+d86b59289c1a13ae/node_modules/lucide-react/dist/esm/icons/circle-ellipsis.js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D:/pasar_fix/node_modules/.bun/lucide-react@0.556.0+d86b59289c1a13ae/node_modules/lucide-react/dist/esm/icons/circle-ellipsis.js.map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D:/pasar_fix/node_modules/.bun/lucide-react@0.556.0+d86b59289c1a13ae/node_modules/lucide-react/dist/esm/icons/circle-equal.js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D:/pasar_fix/node_modules/.bun/lucide-react@0.556.0+d86b59289c1a13ae/node_modules/lucide-react/dist/esm/icons/circle-equal.js.map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D:/pasar_fix/node_modules/.bun/lucide-react@0.556.0+d86b59289c1a13ae/node_modules/lucide-react/dist/esm/icons/circle-fading-arrow-up.js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D:/pasar_fix/node_modules/.bun/lucide-react@0.556.0+d86b59289c1a13ae/node_modules/lucide-react/dist/esm/icons/circle-fading-arrow-up.js.map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D:/pasar_fix/node_modules/.bun/lucide-react@0.556.0+d86b59289c1a13ae/node_modules/lucide-react/dist/esm/icons/circle-fading-plus.js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D:/pasar_fix/node_modules/.bun/lucide-react@0.556.0+d86b59289c1a13ae/node_modules/lucide-react/dist/esm/icons/circle-fading-plus.js.map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D:/pasar_fix/node_modules/.bun/lucide-react@0.556.0+d86b59289c1a13ae/node_modules/lucide-react/dist/esm/icons/circle-gauge.js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D:/pasar_fix/node_modules/.bun/lucide-react@0.556.0+d86b59289c1a13ae/node_modules/lucide-react/dist/esm/icons/circle-gauge.js.map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D:/pasar_fix/node_modules/.bun/lucide-react@0.556.0+d86b59289c1a13ae/node_modules/lucide-react/dist/esm/icons/circle-help.js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D:/pasar_fix/node_modules/.bun/lucide-react@0.556.0+d86b59289c1a13ae/node_modules/lucide-react/dist/esm/icons/circle-help.js.map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D:/pasar_fix/node_modules/.bun/lucide-react@0.556.0+d86b59289c1a13ae/node_modules/lucide-react/dist/esm/icons/circle-minus.js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D:/pasar_fix/node_modules/.bun/lucide-react@0.556.0+d86b59289c1a13ae/node_modules/lucide-react/dist/esm/icons/circle-minus.js.map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D:/pasar_fix/node_modules/.bun/lucide-react@0.556.0+d86b59289c1a13ae/node_modules/lucide-react/dist/esm/icons/circle-off.js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D:/pasar_fix/node_modules/.bun/lucide-react@0.556.0+d86b59289c1a13ae/node_modules/lucide-react/dist/esm/icons/circle-off.js.map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D:/pasar_fix/node_modules/.bun/lucide-react@0.556.0+d86b59289c1a13ae/node_modules/lucide-react/dist/esm/icons/circle-parking-off.js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D:/pasar_fix/node_modules/.bun/lucide-react@0.556.0+d86b59289c1a13ae/node_modules/lucide-react/dist/esm/icons/circle-parking-off.js.map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D:/pasar_fix/node_modules/.bun/lucide-react@0.556.0+d86b59289c1a13ae/node_modules/lucide-react/dist/esm/icons/circle-parking.js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D:/pasar_fix/node_modules/.bun/lucide-react@0.556.0+d86b59289c1a13ae/node_modules/lucide-react/dist/esm/icons/circle-parking.js.map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D:/pasar_fix/node_modules/.bun/lucide-react@0.556.0+d86b59289c1a13ae/node_modules/lucide-react/dist/esm/icons/circle-pause.js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D:/pasar_fix/node_modules/.bun/lucide-react@0.556.0+d86b59289c1a13ae/node_modules/lucide-react/dist/esm/icons/circle-pause.js.map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D:/pasar_fix/node_modules/.bun/lucide-react@0.556.0+d86b59289c1a13ae/node_modules/lucide-react/dist/esm/icons/circle-percent.js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D:/pasar_fix/node_modules/.bun/lucide-react@0.556.0+d86b59289c1a13ae/node_modules/lucide-react/dist/esm/icons/circle-percent.js.map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D:/pasar_fix/node_modules/.bun/lucide-react@0.556.0+d86b59289c1a13ae/node_modules/lucide-react/dist/esm/icons/circle-play.js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D:/pasar_fix/node_modules/.bun/lucide-react@0.556.0+d86b59289c1a13ae/node_modules/lucide-react/dist/esm/icons/circle-play.js.map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D:/pasar_fix/node_modules/.bun/lucide-react@0.556.0+d86b59289c1a13ae/node_modules/lucide-react/dist/esm/icons/circle-plus.js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D:/pasar_fix/node_modules/.bun/lucide-react@0.556.0+d86b59289c1a13ae/node_modules/lucide-react/dist/esm/icons/circle-plus.js.map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D:/pasar_fix/node_modules/.bun/lucide-react@0.556.0+d86b59289c1a13ae/node_modules/lucide-react/dist/esm/icons/circle-pound-sterling.js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D:/pasar_fix/node_modules/.bun/lucide-react@0.556.0+d86b59289c1a13ae/node_modules/lucide-react/dist/esm/icons/circle-pound-sterling.js.map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D:/pasar_fix/node_modules/.bun/lucide-react@0.556.0+d86b59289c1a13ae/node_modules/lucide-react/dist/esm/icons/circle-power.js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D:/pasar_fix/node_modules/.bun/lucide-react@0.556.0+d86b59289c1a13ae/node_modules/lucide-react/dist/esm/icons/circle-power.js.map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D:/pasar_fix/node_modules/.bun/lucide-react@0.556.0+d86b59289c1a13ae/node_modules/lucide-react/dist/esm/icons/circle-question-mark.js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D:/pasar_fix/node_modules/.bun/lucide-react@0.556.0+d86b59289c1a13ae/node_modules/lucide-react/dist/esm/icons/circle-question-mark.js.map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D:/pasar_fix/node_modules/.bun/lucide-react@0.556.0+d86b59289c1a13ae/node_modules/lucide-react/dist/esm/icons/circle-slash-2.js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D:/pasar_fix/node_modules/.bun/lucide-react@0.556.0+d86b59289c1a13ae/node_modules/lucide-react/dist/esm/icons/circle-slash-2.js.map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D:/pasar_fix/node_modules/.bun/lucide-react@0.556.0+d86b59289c1a13ae/node_modules/lucide-react/dist/esm/icons/circle-slash.js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D:/pasar_fix/node_modules/.bun/lucide-react@0.556.0+d86b59289c1a13ae/node_modules/lucide-react/dist/esm/icons/circle-slash.js.map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D:/pasar_fix/node_modules/.bun/lucide-react@0.556.0+d86b59289c1a13ae/node_modules/lucide-react/dist/esm/icons/circle-slashed.js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D:/pasar_fix/node_modules/.bun/lucide-react@0.556.0+d86b59289c1a13ae/node_modules/lucide-react/dist/esm/icons/circle-slashed.js.map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D:/pasar_fix/node_modules/.bun/lucide-react@0.556.0+d86b59289c1a13ae/node_modules/lucide-react/dist/esm/icons/circle-small.js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D:/pasar_fix/node_modules/.bun/lucide-react@0.556.0+d86b59289c1a13ae/node_modules/lucide-react/dist/esm/icons/circle-small.js.map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D:/pasar_fix/node_modules/.bun/lucide-react@0.556.0+d86b59289c1a13ae/node_modules/lucide-react/dist/esm/icons/circle-star.js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D:/pasar_fix/node_modules/.bun/lucide-react@0.556.0+d86b59289c1a13ae/node_modules/lucide-react/dist/esm/icons/circle-star.js.map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D:/pasar_fix/node_modules/.bun/lucide-react@0.556.0+d86b59289c1a13ae/node_modules/lucide-react/dist/esm/icons/circle-stop.js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D:/pasar_fix/node_modules/.bun/lucide-react@0.556.0+d86b59289c1a13ae/node_modules/lucide-react/dist/esm/icons/circle-stop.js.map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D:/pasar_fix/node_modules/.bun/lucide-react@0.556.0+d86b59289c1a13ae/node_modules/lucide-react/dist/esm/icons/circle-user-round.js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D:/pasar_fix/node_modules/.bun/lucide-react@0.556.0+d86b59289c1a13ae/node_modules/lucide-react/dist/esm/icons/circle-user-round.js.map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D:/pasar_fix/node_modules/.bun/lucide-react@0.556.0+d86b59289c1a13ae/node_modules/lucide-react/dist/esm/icons/circle-user.js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D:/pasar_fix/node_modules/.bun/lucide-react@0.556.0+d86b59289c1a13ae/node_modules/lucide-react/dist/esm/icons/circle-user.js.map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D:/pasar_fix/node_modules/.bun/lucide-react@0.556.0+d86b59289c1a13ae/node_modules/lucide-react/dist/esm/icons/circle-x.js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D:/pasar_fix/node_modules/.bun/lucide-react@0.556.0+d86b59289c1a13ae/node_modules/lucide-react/dist/esm/icons/circle-x.js.map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D:/pasar_fix/node_modules/.bun/lucide-react@0.556.0+d86b59289c1a13ae/node_modules/lucide-react/dist/esm/icons/circle.js.map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D:/pasar_fix/node_modules/.bun/lucide-react@0.556.0+d86b59289c1a13ae/node_modules/lucide-react/dist/esm/icons/circuit-board.js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D:/pasar_fix/node_modules/.bun/lucide-react@0.556.0+d86b59289c1a13ae/node_modules/lucide-react/dist/esm/icons/circuit-board.js.map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D:/pasar_fix/node_modules/.bun/lucide-react@0.556.0+d86b59289c1a13ae/node_modules/lucide-react/dist/esm/icons/citrus.js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D:/pasar_fix/node_modules/.bun/lucide-react@0.556.0+d86b59289c1a13ae/node_modules/lucide-react/dist/esm/icons/citrus.js.map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D:/pasar_fix/node_modules/.bun/lucide-react@0.556.0+d86b59289c1a13ae/node_modules/lucide-react/dist/esm/icons/clapperboard.js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D:/pasar_fix/node_modules/.bun/lucide-react@0.556.0+d86b59289c1a13ae/node_modules/lucide-react/dist/esm/icons/clapperboard.js.map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D:/pasar_fix/node_modules/.bun/lucide-react@0.556.0+d86b59289c1a13ae/node_modules/lucide-react/dist/esm/icons/clipboard-check.js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D:/pasar_fix/node_modules/.bun/lucide-react@0.556.0+d86b59289c1a13ae/node_modules/lucide-react/dist/esm/icons/clipboard-check.js.map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D:/pasar_fix/node_modules/.bun/lucide-react@0.556.0+d86b59289c1a13ae/node_modules/lucide-react/dist/esm/icons/clipboard-clock.js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D:/pasar_fix/node_modules/.bun/lucide-react@0.556.0+d86b59289c1a13ae/node_modules/lucide-react/dist/esm/icons/clipboard-clock.js.map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D:/pasar_fix/node_modules/.bun/lucide-react@0.556.0+d86b59289c1a13ae/node_modules/lucide-react/dist/esm/icons/clipboard-copy.js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D:/pasar_fix/node_modules/.bun/lucide-react@0.556.0+d86b59289c1a13ae/node_modules/lucide-react/dist/esm/icons/clipboard-copy.js.map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D:/pasar_fix/node_modules/.bun/lucide-react@0.556.0+d86b59289c1a13ae/node_modules/lucide-react/dist/esm/icons/clipboard-edit.js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D:/pasar_fix/node_modules/.bun/lucide-react@0.556.0+d86b59289c1a13ae/node_modules/lucide-react/dist/esm/icons/clipboard-edit.js.map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D:/pasar_fix/node_modules/.bun/lucide-react@0.556.0+d86b59289c1a13ae/node_modules/lucide-react/dist/esm/icons/clipboard-list.js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D:/pasar_fix/node_modules/.bun/lucide-react@0.556.0+d86b59289c1a13ae/node_modules/lucide-react/dist/esm/icons/clipboard-list.js.map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D:/pasar_fix/node_modules/.bun/lucide-react@0.556.0+d86b59289c1a13ae/node_modules/lucide-react/dist/esm/icons/clipboard-minus.js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D:/pasar_fix/node_modules/.bun/lucide-react@0.556.0+d86b59289c1a13ae/node_modules/lucide-react/dist/esm/icons/clipboard-minus.js.map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D:/pasar_fix/node_modules/.bun/lucide-react@0.556.0+d86b59289c1a13ae/node_modules/lucide-react/dist/esm/icons/clipboard-paste.js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D:/pasar_fix/node_modules/.bun/lucide-react@0.556.0+d86b59289c1a13ae/node_modules/lucide-react/dist/esm/icons/clipboard-paste.js.map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D:/pasar_fix/node_modules/.bun/lucide-react@0.556.0+d86b59289c1a13ae/node_modules/lucide-react/dist/esm/icons/clipboard-pen-line.js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D:/pasar_fix/node_modules/.bun/lucide-react@0.556.0+d86b59289c1a13ae/node_modules/lucide-react/dist/esm/icons/clipboard-pen-line.js.map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D:/pasar_fix/node_modules/.bun/lucide-react@0.556.0+d86b59289c1a13ae/node_modules/lucide-react/dist/esm/icons/clipboard-pen.js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D:/pasar_fix/node_modules/.bun/lucide-react@0.556.0+d86b59289c1a13ae/node_modules/lucide-react/dist/esm/icons/clipboard-pen.js.map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D:/pasar_fix/node_modules/.bun/lucide-react@0.556.0+d86b59289c1a13ae/node_modules/lucide-react/dist/esm/icons/clipboard-plus.js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D:/pasar_fix/node_modules/.bun/lucide-react@0.556.0+d86b59289c1a13ae/node_modules/lucide-react/dist/esm/icons/clipboard-plus.js.map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D:/pasar_fix/node_modules/.bun/lucide-react@0.556.0+d86b59289c1a13ae/node_modules/lucide-react/dist/esm/icons/clipboard-signature.js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D:/pasar_fix/node_modules/.bun/lucide-react@0.556.0+d86b59289c1a13ae/node_modules/lucide-react/dist/esm/icons/clipboard-signature.js.map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D:/pasar_fix/node_modules/.bun/lucide-react@0.556.0+d86b59289c1a13ae/node_modules/lucide-react/dist/esm/icons/clipboard-type.js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D:/pasar_fix/node_modules/.bun/lucide-react@0.556.0+d86b59289c1a13ae/node_modules/lucide-react/dist/esm/icons/clipboard-type.js.map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D:/pasar_fix/node_modules/.bun/lucide-react@0.556.0+d86b59289c1a13ae/node_modules/lucide-react/dist/esm/icons/clipboard-x.js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D:/pasar_fix/node_modules/.bun/lucide-react@0.556.0+d86b59289c1a13ae/node_modules/lucide-react/dist/esm/icons/clipboard-x.js.map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D:/pasar_fix/node_modules/.bun/lucide-react@0.556.0+d86b59289c1a13ae/node_modules/lucide-react/dist/esm/icons/clipboard.js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D:/pasar_fix/node_modules/.bun/lucide-react@0.556.0+d86b59289c1a13ae/node_modules/lucide-react/dist/esm/icons/clipboard.js.map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D:/pasar_fix/node_modules/.bun/lucide-react@0.556.0+d86b59289c1a13ae/node_modules/lucide-react/dist/esm/icons/clock-1.js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D:/pasar_fix/node_modules/.bun/lucide-react@0.556.0+d86b59289c1a13ae/node_modules/lucide-react/dist/esm/icons/clock-1.js.map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D:/pasar_fix/node_modules/.bun/lucide-react@0.556.0+d86b59289c1a13ae/node_modules/lucide-react/dist/esm/icons/clock-10.js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D:/pasar_fix/node_modules/.bun/lucide-react@0.556.0+d86b59289c1a13ae/node_modules/lucide-react/dist/esm/icons/clock-10.js.map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D:/pasar_fix/node_modules/.bun/lucide-react@0.556.0+d86b59289c1a13ae/node_modules/lucide-react/dist/esm/icons/clock-11.js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D:/pasar_fix/node_modules/.bun/lucide-react@0.556.0+d86b59289c1a13ae/node_modules/lucide-react/dist/esm/icons/clock-11.js.map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D:/pasar_fix/node_modules/.bun/lucide-react@0.556.0+d86b59289c1a13ae/node_modules/lucide-react/dist/esm/icons/clock-12.js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D:/pasar_fix/node_modules/.bun/lucide-react@0.556.0+d86b59289c1a13ae/node_modules/lucide-react/dist/esm/icons/clock-12.js.map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D:/pasar_fix/node_modules/.bun/lucide-react@0.556.0+d86b59289c1a13ae/node_modules/lucide-react/dist/esm/icons/clock-2.js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D:/pasar_fix/node_modules/.bun/lucide-react@0.556.0+d86b59289c1a13ae/node_modules/lucide-react/dist/esm/icons/clock-2.js.map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D:/pasar_fix/node_modules/.bun/lucide-react@0.556.0+d86b59289c1a13ae/node_modules/lucide-react/dist/esm/icons/clock-3.js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D:/pasar_fix/node_modules/.bun/lucide-react@0.556.0+d86b59289c1a13ae/node_modules/lucide-react/dist/esm/icons/clock-3.js.map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D:/pasar_fix/node_modules/.bun/lucide-react@0.556.0+d86b59289c1a13ae/node_modules/lucide-react/dist/esm/icons/clock-4.js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D:/pasar_fix/node_modules/.bun/lucide-react@0.556.0+d86b59289c1a13ae/node_modules/lucide-react/dist/esm/icons/clock-4.js.map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D:/pasar_fix/node_modules/.bun/lucide-react@0.556.0+d86b59289c1a13ae/node_modules/lucide-react/dist/esm/icons/clock-5.js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D:/pasar_fix/node_modules/.bun/lucide-react@0.556.0+d86b59289c1a13ae/node_modules/lucide-react/dist/esm/icons/clock-5.js.map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D:/pasar_fix/node_modules/.bun/lucide-react@0.556.0+d86b59289c1a13ae/node_modules/lucide-react/dist/esm/icons/clock-6.js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D:/pasar_fix/node_modules/.bun/lucide-react@0.556.0+d86b59289c1a13ae/node_modules/lucide-react/dist/esm/icons/clock-6.js.map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D:/pasar_fix/node_modules/.bun/lucide-react@0.556.0+d86b59289c1a13ae/node_modules/lucide-react/dist/esm/icons/clock-7.js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D:/pasar_fix/node_modules/.bun/lucide-react@0.556.0+d86b59289c1a13ae/node_modules/lucide-react/dist/esm/icons/clock-7.js.map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D:/pasar_fix/node_modules/.bun/lucide-react@0.556.0+d86b59289c1a13ae/node_modules/lucide-react/dist/esm/icons/clock-8.js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D:/pasar_fix/node_modules/.bun/lucide-react@0.556.0+d86b59289c1a13ae/node_modules/lucide-react/dist/esm/icons/clock-8.js.map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D:/pasar_fix/node_modules/.bun/lucide-react@0.556.0+d86b59289c1a13ae/node_modules/lucide-react/dist/esm/icons/clock-9.js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D:/pasar_fix/node_modules/.bun/lucide-react@0.556.0+d86b59289c1a13ae/node_modules/lucide-react/dist/esm/icons/clock-9.js.map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D:/pasar_fix/node_modules/.bun/lucide-react@0.556.0+d86b59289c1a13ae/node_modules/lucide-react/dist/esm/icons/clock-alert.js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D:/pasar_fix/node_modules/.bun/lucide-react@0.556.0+d86b59289c1a13ae/node_modules/lucide-react/dist/esm/icons/clock-alert.js.map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D:/pasar_fix/node_modules/.bun/lucide-react@0.556.0+d86b59289c1a13ae/node_modules/lucide-react/dist/esm/icons/clock-arrow-down.js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D:/pasar_fix/node_modules/.bun/lucide-react@0.556.0+d86b59289c1a13ae/node_modules/lucide-react/dist/esm/icons/clock-arrow-down.js.map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D:/pasar_fix/node_modules/.bun/lucide-react@0.556.0+d86b59289c1a13ae/node_modules/lucide-react/dist/esm/icons/clock-arrow-up.js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D:/pasar_fix/node_modules/.bun/lucide-react@0.556.0+d86b59289c1a13ae/node_modules/lucide-react/dist/esm/icons/clock-arrow-up.js.map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D:/pasar_fix/node_modules/.bun/lucide-react@0.556.0+d86b59289c1a13ae/node_modules/lucide-react/dist/esm/icons/clock-check.js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D:/pasar_fix/node_modules/.bun/lucide-react@0.556.0+d86b59289c1a13ae/node_modules/lucide-react/dist/esm/icons/clock-check.js.map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D:/pasar_fix/node_modules/.bun/lucide-react@0.556.0+d86b59289c1a13ae/node_modules/lucide-react/dist/esm/icons/clock-fading.js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D:/pasar_fix/node_modules/.bun/lucide-react@0.556.0+d86b59289c1a13ae/node_modules/lucide-react/dist/esm/icons/clock-fading.js.map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D:/pasar_fix/node_modules/.bun/lucide-react@0.556.0+d86b59289c1a13ae/node_modules/lucide-react/dist/esm/icons/clock-plus.js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D:/pasar_fix/node_modules/.bun/lucide-react@0.556.0+d86b59289c1a13ae/node_modules/lucide-react/dist/esm/icons/clock-plus.js.map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D:/pasar_fix/node_modules/.bun/lucide-react@0.556.0+d86b59289c1a13ae/node_modules/lucide-react/dist/esm/icons/clock.js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D:/pasar_fix/node_modules/.bun/lucide-react@0.556.0+d86b59289c1a13ae/node_modules/lucide-react/dist/esm/icons/clock.js.map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D:/pasar_fix/node_modules/.bun/lucide-react@0.556.0+d86b59289c1a13ae/node_modules/lucide-react/dist/esm/icons/closed-caption.js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D:/pasar_fix/node_modules/.bun/lucide-react@0.556.0+d86b59289c1a13ae/node_modules/lucide-react/dist/esm/icons/closed-caption.js.map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D:/pasar_fix/node_modules/.bun/lucide-react@0.556.0+d86b59289c1a13ae/node_modules/lucide-react/dist/esm/icons/cloud-alert.js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D:/pasar_fix/node_modules/.bun/lucide-react@0.556.0+d86b59289c1a13ae/node_modules/lucide-react/dist/esm/icons/cloud-alert.js.map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D:/pasar_fix/node_modules/.bun/lucide-react@0.556.0+d86b59289c1a13ae/node_modules/lucide-react/dist/esm/icons/cloud-check.js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D:/pasar_fix/node_modules/.bun/lucide-react@0.556.0+d86b59289c1a13ae/node_modules/lucide-react/dist/esm/icons/cloud-check.js.map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D:/pasar_fix/node_modules/.bun/lucide-react@0.556.0+d86b59289c1a13ae/node_modules/lucide-react/dist/esm/icons/cloud-cog.js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D:/pasar_fix/node_modules/.bun/lucide-react@0.556.0+d86b59289c1a13ae/node_modules/lucide-react/dist/esm/icons/cloud-cog.js.map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D:/pasar_fix/node_modules/.bun/lucide-react@0.556.0+d86b59289c1a13ae/node_modules/lucide-react/dist/esm/icons/cloud-download.js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D:/pasar_fix/node_modules/.bun/lucide-react@0.556.0+d86b59289c1a13ae/node_modules/lucide-react/dist/esm/icons/cloud-download.js.map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D:/pasar_fix/node_modules/.bun/lucide-react@0.556.0+d86b59289c1a13ae/node_modules/lucide-react/dist/esm/icons/cloud-drizzle.js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D:/pasar_fix/node_modules/.bun/lucide-react@0.556.0+d86b59289c1a13ae/node_modules/lucide-react/dist/esm/icons/cloud-drizzle.js.map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D:/pasar_fix/node_modules/.bun/lucide-react@0.556.0+d86b59289c1a13ae/node_modules/lucide-react/dist/esm/icons/cloud-fog.js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D:/pasar_fix/node_modules/.bun/lucide-react@0.556.0+d86b59289c1a13ae/node_modules/lucide-react/dist/esm/icons/cloud-fog.js.map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D:/pasar_fix/node_modules/.bun/lucide-react@0.556.0+d86b59289c1a13ae/node_modules/lucide-react/dist/esm/icons/cloud-hail.js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D:/pasar_fix/node_modules/.bun/lucide-react@0.556.0+d86b59289c1a13ae/node_modules/lucide-react/dist/esm/icons/cloud-hail.js.map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D:/pasar_fix/node_modules/.bun/lucide-react@0.556.0+d86b59289c1a13ae/node_modules/lucide-react/dist/esm/icons/cloud-lightning.js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D:/pasar_fix/node_modules/.bun/lucide-react@0.556.0+d86b59289c1a13ae/node_modules/lucide-react/dist/esm/icons/cloud-lightning.js.map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D:/pasar_fix/node_modules/.bun/lucide-react@0.556.0+d86b59289c1a13ae/node_modules/lucide-react/dist/esm/icons/cloud-moon-rain.js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D:/pasar_fix/node_modules/.bun/lucide-react@0.556.0+d86b59289c1a13ae/node_modules/lucide-react/dist/esm/icons/cloud-moon-rain.js.map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D:/pasar_fix/node_modules/.bun/lucide-react@0.556.0+d86b59289c1a13ae/node_modules/lucide-react/dist/esm/icons/cloud-moon.js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D:/pasar_fix/node_modules/.bun/lucide-react@0.556.0+d86b59289c1a13ae/node_modules/lucide-react/dist/esm/icons/cloud-moon.js.map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D:/pasar_fix/node_modules/.bun/lucide-react@0.556.0+d86b59289c1a13ae/node_modules/lucide-react/dist/esm/icons/cloud-off.js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D:/pasar_fix/node_modules/.bun/lucide-react@0.556.0+d86b59289c1a13ae/node_modules/lucide-react/dist/esm/icons/cloud-off.js.map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D:/pasar_fix/node_modules/.bun/lucide-react@0.556.0+d86b59289c1a13ae/node_modules/lucide-react/dist/esm/icons/cloud-rain-wind.js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D:/pasar_fix/node_modules/.bun/lucide-react@0.556.0+d86b59289c1a13ae/node_modules/lucide-react/dist/esm/icons/cloud-rain-wind.js.map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D:/pasar_fix/node_modules/.bun/lucide-react@0.556.0+d86b59289c1a13ae/node_modules/lucide-react/dist/esm/icons/cloud-rain.js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D:/pasar_fix/node_modules/.bun/lucide-react@0.556.0+d86b59289c1a13ae/node_modules/lucide-react/dist/esm/icons/cloud-rain.js.map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D:/pasar_fix/node_modules/.bun/lucide-react@0.556.0+d86b59289c1a13ae/node_modules/lucide-react/dist/esm/icons/cloud-snow.js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D:/pasar_fix/node_modules/.bun/lucide-react@0.556.0+d86b59289c1a13ae/node_modules/lucide-react/dist/esm/icons/cloud-snow.js.map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D:/pasar_fix/node_modules/.bun/lucide-react@0.556.0+d86b59289c1a13ae/node_modules/lucide-react/dist/esm/icons/cloud-sun-rain.js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D:/pasar_fix/node_modules/.bun/lucide-react@0.556.0+d86b59289c1a13ae/node_modules/lucide-react/dist/esm/icons/cloud-sun-rain.js.map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D:/pasar_fix/node_modules/.bun/lucide-react@0.556.0+d86b59289c1a13ae/node_modules/lucide-react/dist/esm/icons/cloud-sun.js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D:/pasar_fix/node_modules/.bun/lucide-react@0.556.0+d86b59289c1a13ae/node_modules/lucide-react/dist/esm/icons/cloud-sun.js.map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D:/pasar_fix/node_modules/.bun/lucide-react@0.556.0+d86b59289c1a13ae/node_modules/lucide-react/dist/esm/icons/cloud-upload.js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D:/pasar_fix/node_modules/.bun/lucide-react@0.556.0+d86b59289c1a13ae/node_modules/lucide-react/dist/esm/icons/cloud-upload.js.map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D:/pasar_fix/node_modules/.bun/lucide-react@0.556.0+d86b59289c1a13ae/node_modules/lucide-react/dist/esm/icons/cloud.js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D:/pasar_fix/node_modules/.bun/lucide-react@0.556.0+d86b59289c1a13ae/node_modules/lucide-react/dist/esm/icons/cloud.js.map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D:/pasar_fix/node_modules/.bun/lucide-react@0.556.0+d86b59289c1a13ae/node_modules/lucide-react/dist/esm/icons/cloudy.js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D:/pasar_fix/node_modules/.bun/lucide-react@0.556.0+d86b59289c1a13ae/node_modules/lucide-react/dist/esm/icons/cloudy.js.map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D:/pasar_fix/node_modules/.bun/lucide-react@0.556.0+d86b59289c1a13ae/node_modules/lucide-react/dist/esm/icons/clover.js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D:/pasar_fix/node_modules/.bun/lucide-react@0.556.0+d86b59289c1a13ae/node_modules/lucide-react/dist/esm/icons/clover.js.map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D:/pasar_fix/node_modules/.bun/lucide-react@0.556.0+d86b59289c1a13ae/node_modules/lucide-react/dist/esm/icons/club.js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D:/pasar_fix/node_modules/.bun/lucide-react@0.556.0+d86b59289c1a13ae/node_modules/lucide-react/dist/esm/icons/club.js.map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D:/pasar_fix/node_modules/.bun/lucide-react@0.556.0+d86b59289c1a13ae/node_modules/lucide-react/dist/esm/icons/code-2.js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D:/pasar_fix/node_modules/.bun/lucide-react@0.556.0+d86b59289c1a13ae/node_modules/lucide-react/dist/esm/icons/code-2.js.map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D:/pasar_fix/node_modules/.bun/lucide-react@0.556.0+d86b59289c1a13ae/node_modules/lucide-react/dist/esm/icons/code-square.js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D:/pasar_fix/node_modules/.bun/lucide-react@0.556.0+d86b59289c1a13ae/node_modules/lucide-react/dist/esm/icons/code-square.js.map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D:/pasar_fix/node_modules/.bun/lucide-react@0.556.0+d86b59289c1a13ae/node_modules/lucide-react/dist/esm/icons/code-xml.js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D:/pasar_fix/node_modules/.bun/lucide-react@0.556.0+d86b59289c1a13ae/node_modules/lucide-react/dist/esm/icons/code-xml.js.map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D:/pasar_fix/node_modules/.bun/lucide-react@0.556.0+d86b59289c1a13ae/node_modules/lucide-react/dist/esm/icons/code.js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D:/pasar_fix/node_modules/.bun/lucide-react@0.556.0+d86b59289c1a13ae/node_modules/lucide-react/dist/esm/icons/code.js.map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D:/pasar_fix/node_modules/.bun/lucide-react@0.556.0+d86b59289c1a13ae/node_modules/lucide-react/dist/esm/icons/codepen.js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D:/pasar_fix/node_modules/.bun/lucide-react@0.556.0+d86b59289c1a13ae/node_modules/lucide-react/dist/esm/icons/codepen.js.map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D:/pasar_fix/node_modules/.bun/lucide-react@0.556.0+d86b59289c1a13ae/node_modules/lucide-react/dist/esm/icons/codesandbox.js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D:/pasar_fix/node_modules/.bun/lucide-react@0.556.0+d86b59289c1a13ae/node_modules/lucide-react/dist/esm/icons/codesandbox.js.map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D:/pasar_fix/node_modules/.bun/lucide-react@0.556.0+d86b59289c1a13ae/node_modules/lucide-react/dist/esm/icons/coffee.js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D:/pasar_fix/node_modules/.bun/lucide-react@0.556.0+d86b59289c1a13ae/node_modules/lucide-react/dist/esm/icons/coffee.js.map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D:/pasar_fix/node_modules/.bun/lucide-react@0.556.0+d86b59289c1a13ae/node_modules/lucide-react/dist/esm/icons/cog.js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D:/pasar_fix/node_modules/.bun/lucide-react@0.556.0+d86b59289c1a13ae/node_modules/lucide-react/dist/esm/icons/cog.js.map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D:/pasar_fix/node_modules/.bun/lucide-react@0.556.0+d86b59289c1a13ae/node_modules/lucide-react/dist/esm/icons/coins.js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D:/pasar_fix/node_modules/.bun/lucide-react@0.556.0+d86b59289c1a13ae/node_modules/lucide-react/dist/esm/icons/coins.js.map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D:/pasar_fix/node_modules/.bun/lucide-react@0.556.0+d86b59289c1a13ae/node_modules/lucide-react/dist/esm/icons/columns-2.js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D:/pasar_fix/node_modules/.bun/lucide-react@0.556.0+d86b59289c1a13ae/node_modules/lucide-react/dist/esm/icons/columns-2.js.map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D:/pasar_fix/node_modules/.bun/lucide-react@0.556.0+d86b59289c1a13ae/node_modules/lucide-react/dist/esm/icons/columns-3-cog.js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D:/pasar_fix/node_modules/.bun/lucide-react@0.556.0+d86b59289c1a13ae/node_modules/lucide-react/dist/esm/icons/columns-3-cog.js.map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D:/pasar_fix/node_modules/.bun/lucide-react@0.556.0+d86b59289c1a13ae/node_modules/lucide-react/dist/esm/icons/columns-3.js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D:/pasar_fix/node_modules/.bun/lucide-react@0.556.0+d86b59289c1a13ae/node_modules/lucide-react/dist/esm/icons/columns-3.js.map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D:/pasar_fix/node_modules/.bun/lucide-react@0.556.0+d86b59289c1a13ae/node_modules/lucide-react/dist/esm/icons/columns-4.js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D:/pasar_fix/node_modules/.bun/lucide-react@0.556.0+d86b59289c1a13ae/node_modules/lucide-react/dist/esm/icons/columns-4.js.map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D:/pasar_fix/node_modules/.bun/lucide-react@0.556.0+d86b59289c1a13ae/node_modules/lucide-react/dist/esm/icons/columns-settings.js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D:/pasar_fix/node_modules/.bun/lucide-react@0.556.0+d86b59289c1a13ae/node_modules/lucide-react/dist/esm/icons/columns-settings.js.map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D:/pasar_fix/node_modules/.bun/lucide-react@0.556.0+d86b59289c1a13ae/node_modules/lucide-react/dist/esm/icons/columns.js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D:/pasar_fix/node_modules/.bun/lucide-react@0.556.0+d86b59289c1a13ae/node_modules/lucide-react/dist/esm/icons/columns.js.map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D:/pasar_fix/node_modules/.bun/lucide-react@0.556.0+d86b59289c1a13ae/node_modules/lucide-react/dist/esm/icons/combine.js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D:/pasar_fix/node_modules/.bun/lucide-react@0.556.0+d86b59289c1a13ae/node_modules/lucide-react/dist/esm/icons/combine.js.map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D:/pasar_fix/node_modules/.bun/lucide-react@0.556.0+d86b59289c1a13ae/node_modules/lucide-react/dist/esm/icons/command.js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D:/pasar_fix/node_modules/.bun/lucide-react@0.556.0+d86b59289c1a13ae/node_modules/lucide-react/dist/esm/icons/command.js.map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D:/pasar_fix/node_modules/.bun/lucide-react@0.556.0+d86b59289c1a13ae/node_modules/lucide-react/dist/esm/icons/compass.js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D:/pasar_fix/node_modules/.bun/lucide-react@0.556.0+d86b59289c1a13ae/node_modules/lucide-react/dist/esm/icons/compass.js.map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D:/pasar_fix/node_modules/.bun/lucide-react@0.556.0+d86b59289c1a13ae/node_modules/lucide-react/dist/esm/icons/component.js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D:/pasar_fix/node_modules/.bun/lucide-react@0.556.0+d86b59289c1a13ae/node_modules/lucide-react/dist/esm/icons/component.js.map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D:/pasar_fix/node_modules/.bun/lucide-react@0.556.0+d86b59289c1a13ae/node_modules/lucide-react/dist/esm/icons/computer.js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D:/pasar_fix/node_modules/.bun/lucide-react@0.556.0+d86b59289c1a13ae/node_modules/lucide-react/dist/esm/icons/computer.js.map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D:/pasar_fix/node_modules/.bun/lucide-react@0.556.0+d86b59289c1a13ae/node_modules/lucide-react/dist/esm/icons/concierge-bell.js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D:/pasar_fix/node_modules/.bun/lucide-react@0.556.0+d86b59289c1a13ae/node_modules/lucide-react/dist/esm/icons/concierge-bell.js.map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D:/pasar_fix/node_modules/.bun/lucide-react@0.556.0+d86b59289c1a13ae/node_modules/lucide-react/dist/esm/icons/cone.js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D:/pasar_fix/node_modules/.bun/lucide-react@0.556.0+d86b59289c1a13ae/node_modules/lucide-react/dist/esm/icons/cone.js.map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D:/pasar_fix/node_modules/.bun/lucide-react@0.556.0+d86b59289c1a13ae/node_modules/lucide-react/dist/esm/icons/construction.js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D:/pasar_fix/node_modules/.bun/lucide-react@0.556.0+d86b59289c1a13ae/node_modules/lucide-react/dist/esm/icons/construction.js.map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D:/pasar_fix/node_modules/.bun/lucide-react@0.556.0+d86b59289c1a13ae/node_modules/lucide-react/dist/esm/icons/contact-2.js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D:/pasar_fix/node_modules/.bun/lucide-react@0.556.0+d86b59289c1a13ae/node_modules/lucide-react/dist/esm/icons/contact-2.js.map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D:/pasar_fix/node_modules/.bun/lucide-react@0.556.0+d86b59289c1a13ae/node_modules/lucide-react/dist/esm/icons/contact-round.js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D:/pasar_fix/node_modules/.bun/lucide-react@0.556.0+d86b59289c1a13ae/node_modules/lucide-react/dist/esm/icons/contact-round.js.map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D:/pasar_fix/node_modules/.bun/lucide-react@0.556.0+d86b59289c1a13ae/node_modules/lucide-react/dist/esm/icons/contact.js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D:/pasar_fix/node_modules/.bun/lucide-react@0.556.0+d86b59289c1a13ae/node_modules/lucide-react/dist/esm/icons/contact.js.map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D:/pasar_fix/node_modules/.bun/lucide-react@0.556.0+d86b59289c1a13ae/node_modules/lucide-react/dist/esm/icons/container.js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D:/pasar_fix/node_modules/.bun/lucide-react@0.556.0+d86b59289c1a13ae/node_modules/lucide-react/dist/esm/icons/container.js.map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D:/pasar_fix/node_modules/.bun/lucide-react@0.556.0+d86b59289c1a13ae/node_modules/lucide-react/dist/esm/icons/contrast.js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D:/pasar_fix/node_modules/.bun/lucide-react@0.556.0+d86b59289c1a13ae/node_modules/lucide-react/dist/esm/icons/contrast.js.map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D:/pasar_fix/node_modules/.bun/lucide-react@0.556.0+d86b59289c1a13ae/node_modules/lucide-react/dist/esm/icons/cookie.js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D:/pasar_fix/node_modules/.bun/lucide-react@0.556.0+d86b59289c1a13ae/node_modules/lucide-react/dist/esm/icons/cookie.js.map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D:/pasar_fix/node_modules/.bun/lucide-react@0.556.0+d86b59289c1a13ae/node_modules/lucide-react/dist/esm/icons/cooking-pot.js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D:/pasar_fix/node_modules/.bun/lucide-react@0.556.0+d86b59289c1a13ae/node_modules/lucide-react/dist/esm/icons/cooking-pot.js.map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D:/pasar_fix/node_modules/.bun/lucide-react@0.556.0+d86b59289c1a13ae/node_modules/lucide-react/dist/esm/icons/copy-check.js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D:/pasar_fix/node_modules/.bun/lucide-react@0.556.0+d86b59289c1a13ae/node_modules/lucide-react/dist/esm/icons/copy-check.js.map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D:/pasar_fix/node_modules/.bun/lucide-react@0.556.0+d86b59289c1a13ae/node_modules/lucide-react/dist/esm/icons/copy-minus.js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D:/pasar_fix/node_modules/.bun/lucide-react@0.556.0+d86b59289c1a13ae/node_modules/lucide-react/dist/esm/icons/copy-minus.js.map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D:/pasar_fix/node_modules/.bun/lucide-react@0.556.0+d86b59289c1a13ae/node_modules/lucide-react/dist/esm/icons/copy-plus.js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D:/pasar_fix/node_modules/.bun/lucide-react@0.556.0+d86b59289c1a13ae/node_modules/lucide-react/dist/esm/icons/copy-plus.js.map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D:/pasar_fix/node_modules/.bun/lucide-react@0.556.0+d86b59289c1a13ae/node_modules/lucide-react/dist/esm/icons/copy-slash.js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D:/pasar_fix/node_modules/.bun/lucide-react@0.556.0+d86b59289c1a13ae/node_modules/lucide-react/dist/esm/icons/copy-slash.js.map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D:/pasar_fix/node_modules/.bun/lucide-react@0.556.0+d86b59289c1a13ae/node_modules/lucide-react/dist/esm/icons/copy-x.js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D:/pasar_fix/node_modules/.bun/lucide-react@0.556.0+d86b59289c1a13ae/node_modules/lucide-react/dist/esm/icons/copy-x.js.map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D:/pasar_fix/node_modules/.bun/lucide-react@0.556.0+d86b59289c1a13ae/node_modules/lucide-react/dist/esm/icons/copy.js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D:/pasar_fix/node_modules/.bun/lucide-react@0.556.0+d86b59289c1a13ae/node_modules/lucide-react/dist/esm/icons/copy.js.map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D:/pasar_fix/node_modules/.bun/lucide-react@0.556.0+d86b59289c1a13ae/node_modules/lucide-react/dist/esm/icons/copyleft.js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D:/pasar_fix/node_modules/.bun/lucide-react@0.556.0+d86b59289c1a13ae/node_modules/lucide-react/dist/esm/icons/copyleft.js.map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D:/pasar_fix/node_modules/.bun/lucide-react@0.556.0+d86b59289c1a13ae/node_modules/lucide-react/dist/esm/icons/copyright.js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D:/pasar_fix/node_modules/.bun/lucide-react@0.556.0+d86b59289c1a13ae/node_modules/lucide-react/dist/esm/icons/copyright.js.map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D:/pasar_fix/node_modules/.bun/lucide-react@0.556.0+d86b59289c1a13ae/node_modules/lucide-react/dist/esm/icons/corner-down-left.js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D:/pasar_fix/node_modules/.bun/lucide-react@0.556.0+d86b59289c1a13ae/node_modules/lucide-react/dist/esm/icons/corner-down-left.js.map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D:/pasar_fix/node_modules/.bun/lucide-react@0.556.0+d86b59289c1a13ae/node_modules/lucide-react/dist/esm/icons/corner-down-right.js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D:/pasar_fix/node_modules/.bun/lucide-react@0.556.0+d86b59289c1a13ae/node_modules/lucide-react/dist/esm/icons/corner-down-right.js.map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D:/pasar_fix/node_modules/.bun/lucide-react@0.556.0+d86b59289c1a13ae/node_modules/lucide-react/dist/esm/icons/corner-left-down.js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D:/pasar_fix/node_modules/.bun/lucide-react@0.556.0+d86b59289c1a13ae/node_modules/lucide-react/dist/esm/icons/corner-left-down.js.map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D:/pasar_fix/node_modules/.bun/lucide-react@0.556.0+d86b59289c1a13ae/node_modules/lucide-react/dist/esm/icons/corner-left-up.js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D:/pasar_fix/node_modules/.bun/lucide-react@0.556.0+d86b59289c1a13ae/node_modules/lucide-react/dist/esm/icons/corner-left-up.js.map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D:/pasar_fix/node_modules/.bun/lucide-react@0.556.0+d86b59289c1a13ae/node_modules/lucide-react/dist/esm/icons/corner-right-down.js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D:/pasar_fix/node_modules/.bun/lucide-react@0.556.0+d86b59289c1a13ae/node_modules/lucide-react/dist/esm/icons/corner-right-down.js.map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D:/pasar_fix/node_modules/.bun/lucide-react@0.556.0+d86b59289c1a13ae/node_modules/lucide-react/dist/esm/icons/corner-right-up.js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D:/pasar_fix/node_modules/.bun/lucide-react@0.556.0+d86b59289c1a13ae/node_modules/lucide-react/dist/esm/icons/corner-right-up.js.map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D:/pasar_fix/node_modules/.bun/lucide-react@0.556.0+d86b59289c1a13ae/node_modules/lucide-react/dist/esm/icons/corner-up-left.js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D:/pasar_fix/node_modules/.bun/lucide-react@0.556.0+d86b59289c1a13ae/node_modules/lucide-react/dist/esm/icons/corner-up-left.js.map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D:/pasar_fix/node_modules/.bun/lucide-react@0.556.0+d86b59289c1a13ae/node_modules/lucide-react/dist/esm/icons/corner-up-right.js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D:/pasar_fix/node_modules/.bun/lucide-react@0.556.0+d86b59289c1a13ae/node_modules/lucide-react/dist/esm/icons/corner-up-right.js.map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D:/pasar_fix/node_modules/.bun/lucide-react@0.556.0+d86b59289c1a13ae/node_modules/lucide-react/dist/esm/icons/cpu.js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D:/pasar_fix/node_modules/.bun/lucide-react@0.556.0+d86b59289c1a13ae/node_modules/lucide-react/dist/esm/icons/cpu.js.map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D:/pasar_fix/node_modules/.bun/lucide-react@0.556.0+d86b59289c1a13ae/node_modules/lucide-react/dist/esm/icons/creative-commons.js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D:/pasar_fix/node_modules/.bun/lucide-react@0.556.0+d86b59289c1a13ae/node_modules/lucide-react/dist/esm/icons/creative-commons.js.map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D:/pasar_fix/node_modules/.bun/lucide-react@0.556.0+d86b59289c1a13ae/node_modules/lucide-react/dist/esm/icons/credit-card.js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D:/pasar_fix/node_modules/.bun/lucide-react@0.556.0+d86b59289c1a13ae/node_modules/lucide-react/dist/esm/icons/credit-card.js.map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D:/pasar_fix/node_modules/.bun/lucide-react@0.556.0+d86b59289c1a13ae/node_modules/lucide-react/dist/esm/icons/croissant.js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D:/pasar_fix/node_modules/.bun/lucide-react@0.556.0+d86b59289c1a13ae/node_modules/lucide-react/dist/esm/icons/croissant.js.map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D:/pasar_fix/node_modules/.bun/lucide-react@0.556.0+d86b59289c1a13ae/node_modules/lucide-react/dist/esm/icons/crop.js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D:/pasar_fix/node_modules/.bun/lucide-react@0.556.0+d86b59289c1a13ae/node_modules/lucide-react/dist/esm/icons/crop.js.map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D:/pasar_fix/node_modules/.bun/lucide-react@0.556.0+d86b59289c1a13ae/node_modules/lucide-react/dist/esm/icons/cross.js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D:/pasar_fix/node_modules/.bun/lucide-react@0.556.0+d86b59289c1a13ae/node_modules/lucide-react/dist/esm/icons/cross.js.map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D:/pasar_fix/node_modules/.bun/lucide-react@0.556.0+d86b59289c1a13ae/node_modules/lucide-react/dist/esm/icons/crosshair.js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D:/pasar_fix/node_modules/.bun/lucide-react@0.556.0+d86b59289c1a13ae/node_modules/lucide-react/dist/esm/icons/crosshair.js.map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D:/pasar_fix/node_modules/.bun/lucide-react@0.556.0+d86b59289c1a13ae/node_modules/lucide-react/dist/esm/icons/crown.js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D:/pasar_fix/node_modules/.bun/lucide-react@0.556.0+d86b59289c1a13ae/node_modules/lucide-react/dist/esm/icons/crown.js.map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D:/pasar_fix/node_modules/.bun/lucide-react@0.556.0+d86b59289c1a13ae/node_modules/lucide-react/dist/esm/icons/cuboid.js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D:/pasar_fix/node_modules/.bun/lucide-react@0.556.0+d86b59289c1a13ae/node_modules/lucide-react/dist/esm/icons/cuboid.js.map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D:/pasar_fix/node_modules/.bun/lucide-react@0.556.0+d86b59289c1a13ae/node_modules/lucide-react/dist/esm/icons/cup-soda.js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D:/pasar_fix/node_modules/.bun/lucide-react@0.556.0+d86b59289c1a13ae/node_modules/lucide-react/dist/esm/icons/cup-soda.js.map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D:/pasar_fix/node_modules/.bun/lucide-react@0.556.0+d86b59289c1a13ae/node_modules/lucide-react/dist/esm/icons/curly-braces.js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D:/pasar_fix/node_modules/.bun/lucide-react@0.556.0+d86b59289c1a13ae/node_modules/lucide-react/dist/esm/icons/curly-braces.js.map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D:/pasar_fix/node_modules/.bun/lucide-react@0.556.0+d86b59289c1a13ae/node_modules/lucide-react/dist/esm/icons/currency.js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D:/pasar_fix/node_modules/.bun/lucide-react@0.556.0+d86b59289c1a13ae/node_modules/lucide-react/dist/esm/icons/currency.js.map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D:/pasar_fix/node_modules/.bun/lucide-react@0.556.0+d86b59289c1a13ae/node_modules/lucide-react/dist/esm/icons/cylinder.js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D:/pasar_fix/node_modules/.bun/lucide-react@0.556.0+d86b59289c1a13ae/node_modules/lucide-react/dist/esm/icons/cylinder.js.map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D:/pasar_fix/node_modules/.bun/lucide-react@0.556.0+d86b59289c1a13ae/node_modules/lucide-react/dist/esm/icons/dam.js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D:/pasar_fix/node_modules/.bun/lucide-react@0.556.0+d86b59289c1a13ae/node_modules/lucide-react/dist/esm/icons/dam.js.map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D:/pasar_fix/node_modules/.bun/lucide-react@0.556.0+d86b59289c1a13ae/node_modules/lucide-react/dist/esm/icons/database-backup.js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D:/pasar_fix/node_modules/.bun/lucide-react@0.556.0+d86b59289c1a13ae/node_modules/lucide-react/dist/esm/icons/database-backup.js.map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D:/pasar_fix/node_modules/.bun/lucide-react@0.556.0+d86b59289c1a13ae/node_modules/lucide-react/dist/esm/icons/database-zap.js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D:/pasar_fix/node_modules/.bun/lucide-react@0.556.0+d86b59289c1a13ae/node_modules/lucide-react/dist/esm/icons/database-zap.js.map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D:/pasar_fix/node_modules/.bun/lucide-react@0.556.0+d86b59289c1a13ae/node_modules/lucide-react/dist/esm/icons/database.js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D:/pasar_fix/node_modules/.bun/lucide-react@0.556.0+d86b59289c1a13ae/node_modules/lucide-react/dist/esm/icons/database.js.map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D:/pasar_fix/node_modules/.bun/lucide-react@0.556.0+d86b59289c1a13ae/node_modules/lucide-react/dist/esm/icons/decimals-arrow-left.js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D:/pasar_fix/node_modules/.bun/lucide-react@0.556.0+d86b59289c1a13ae/node_modules/lucide-react/dist/esm/icons/decimals-arrow-left.js.map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D:/pasar_fix/node_modules/.bun/lucide-react@0.556.0+d86b59289c1a13ae/node_modules/lucide-react/dist/esm/icons/decimals-arrow-right.js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D:/pasar_fix/node_modules/.bun/lucide-react@0.556.0+d86b59289c1a13ae/node_modules/lucide-react/dist/esm/icons/decimals-arrow-right.js.map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D:/pasar_fix/node_modules/.bun/lucide-react@0.556.0+d86b59289c1a13ae/node_modules/lucide-react/dist/esm/icons/delete.js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D:/pasar_fix/node_modules/.bun/lucide-react@0.556.0+d86b59289c1a13ae/node_modules/lucide-react/dist/esm/icons/delete.js.map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D:/pasar_fix/node_modules/.bun/lucide-react@0.556.0+d86b59289c1a13ae/node_modules/lucide-react/dist/esm/icons/dessert.js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D:/pasar_fix/node_modules/.bun/lucide-react@0.556.0+d86b59289c1a13ae/node_modules/lucide-react/dist/esm/icons/dessert.js.map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D:/pasar_fix/node_modules/.bun/lucide-react@0.556.0+d86b59289c1a13ae/node_modules/lucide-react/dist/esm/icons/diameter.js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D:/pasar_fix/node_modules/.bun/lucide-react@0.556.0+d86b59289c1a13ae/node_modules/lucide-react/dist/esm/icons/diameter.js.map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D:/pasar_fix/node_modules/.bun/lucide-react@0.556.0+d86b59289c1a13ae/node_modules/lucide-react/dist/esm/icons/diamond-minus.js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D:/pasar_fix/node_modules/.bun/lucide-react@0.556.0+d86b59289c1a13ae/node_modules/lucide-react/dist/esm/icons/diamond-minus.js.map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D:/pasar_fix/node_modules/.bun/lucide-react@0.556.0+d86b59289c1a13ae/node_modules/lucide-react/dist/esm/icons/diamond-percent.js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D:/pasar_fix/node_modules/.bun/lucide-react@0.556.0+d86b59289c1a13ae/node_modules/lucide-react/dist/esm/icons/diamond-percent.js.map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D:/pasar_fix/node_modules/.bun/lucide-react@0.556.0+d86b59289c1a13ae/node_modules/lucide-react/dist/esm/icons/diamond-plus.js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D:/pasar_fix/node_modules/.bun/lucide-react@0.556.0+d86b59289c1a13ae/node_modules/lucide-react/dist/esm/icons/diamond-plus.js.map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D:/pasar_fix/node_modules/.bun/lucide-react@0.556.0+d86b59289c1a13ae/node_modules/lucide-react/dist/esm/icons/diamond.js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D:/pasar_fix/node_modules/.bun/lucide-react@0.556.0+d86b59289c1a13ae/node_modules/lucide-react/dist/esm/icons/diamond.js.map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D:/pasar_fix/node_modules/.bun/lucide-react@0.556.0+d86b59289c1a13ae/node_modules/lucide-react/dist/esm/icons/dice-1.js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D:/pasar_fix/node_modules/.bun/lucide-react@0.556.0+d86b59289c1a13ae/node_modules/lucide-react/dist/esm/icons/dice-1.js.map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D:/pasar_fix/node_modules/.bun/lucide-react@0.556.0+d86b59289c1a13ae/node_modules/lucide-react/dist/esm/icons/dice-2.js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D:/pasar_fix/node_modules/.bun/lucide-react@0.556.0+d86b59289c1a13ae/node_modules/lucide-react/dist/esm/icons/dice-2.js.map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D:/pasar_fix/node_modules/.bun/lucide-react@0.556.0+d86b59289c1a13ae/node_modules/lucide-react/dist/esm/icons/dice-3.js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D:/pasar_fix/node_modules/.bun/lucide-react@0.556.0+d86b59289c1a13ae/node_modules/lucide-react/dist/esm/icons/dice-3.js.map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D:/pasar_fix/node_modules/.bun/lucide-react@0.556.0+d86b59289c1a13ae/node_modules/lucide-react/dist/esm/icons/dice-4.js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D:/pasar_fix/node_modules/.bun/lucide-react@0.556.0+d86b59289c1a13ae/node_modules/lucide-react/dist/esm/icons/dice-4.js.map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D:/pasar_fix/node_modules/.bun/lucide-react@0.556.0+d86b59289c1a13ae/node_modules/lucide-react/dist/esm/icons/dice-5.js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D:/pasar_fix/node_modules/.bun/lucide-react@0.556.0+d86b59289c1a13ae/node_modules/lucide-react/dist/esm/icons/dice-5.js.map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D:/pasar_fix/node_modules/.bun/lucide-react@0.556.0+d86b59289c1a13ae/node_modules/lucide-react/dist/esm/icons/dice-6.js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D:/pasar_fix/node_modules/.bun/lucide-react@0.556.0+d86b59289c1a13ae/node_modules/lucide-react/dist/esm/icons/dice-6.js.map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D:/pasar_fix/node_modules/.bun/lucide-react@0.556.0+d86b59289c1a13ae/node_modules/lucide-react/dist/esm/icons/dices.js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D:/pasar_fix/node_modules/.bun/lucide-react@0.556.0+d86b59289c1a13ae/node_modules/lucide-react/dist/esm/icons/dices.js.map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D:/pasar_fix/node_modules/.bun/lucide-react@0.556.0+d86b59289c1a13ae/node_modules/lucide-react/dist/esm/icons/diff.js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D:/pasar_fix/node_modules/.bun/lucide-react@0.556.0+d86b59289c1a13ae/node_modules/lucide-react/dist/esm/icons/diff.js.map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D:/pasar_fix/node_modules/.bun/lucide-react@0.556.0+d86b59289c1a13ae/node_modules/lucide-react/dist/esm/icons/disc-2.js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D:/pasar_fix/node_modules/.bun/lucide-react@0.556.0+d86b59289c1a13ae/node_modules/lucide-react/dist/esm/icons/disc-2.js.map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D:/pasar_fix/node_modules/.bun/lucide-react@0.556.0+d86b59289c1a13ae/node_modules/lucide-react/dist/esm/icons/disc-3.js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D:/pasar_fix/node_modules/.bun/lucide-react@0.556.0+d86b59289c1a13ae/node_modules/lucide-react/dist/esm/icons/disc-3.js.map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D:/pasar_fix/node_modules/.bun/lucide-react@0.556.0+d86b59289c1a13ae/node_modules/lucide-react/dist/esm/icons/disc-album.js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D:/pasar_fix/node_modules/.bun/lucide-react@0.556.0+d86b59289c1a13ae/node_modules/lucide-react/dist/esm/icons/disc-album.js.map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D:/pasar_fix/node_modules/.bun/lucide-react@0.556.0+d86b59289c1a13ae/node_modules/lucide-react/dist/esm/icons/disc.js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D:/pasar_fix/node_modules/.bun/lucide-react@0.556.0+d86b59289c1a13ae/node_modules/lucide-react/dist/esm/icons/disc.js.map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D:/pasar_fix/node_modules/.bun/lucide-react@0.556.0+d86b59289c1a13ae/node_modules/lucide-react/dist/esm/icons/divide-circle.js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D:/pasar_fix/node_modules/.bun/lucide-react@0.556.0+d86b59289c1a13ae/node_modules/lucide-react/dist/esm/icons/divide-circle.js.map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D:/pasar_fix/node_modules/.bun/lucide-react@0.556.0+d86b59289c1a13ae/node_modules/lucide-react/dist/esm/icons/divide-square.js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D:/pasar_fix/node_modules/.bun/lucide-react@0.556.0+d86b59289c1a13ae/node_modules/lucide-react/dist/esm/icons/divide-square.js.map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D:/pasar_fix/node_modules/.bun/lucide-react@0.556.0+d86b59289c1a13ae/node_modules/lucide-react/dist/esm/icons/divide.js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D:/pasar_fix/node_modules/.bun/lucide-react@0.556.0+d86b59289c1a13ae/node_modules/lucide-react/dist/esm/icons/divide.js.map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D:/pasar_fix/node_modules/.bun/lucide-react@0.556.0+d86b59289c1a13ae/node_modules/lucide-react/dist/esm/icons/dna-off.js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D:/pasar_fix/node_modules/.bun/lucide-react@0.556.0+d86b59289c1a13ae/node_modules/lucide-react/dist/esm/icons/dna-off.js.map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D:/pasar_fix/node_modules/.bun/lucide-react@0.556.0+d86b59289c1a13ae/node_modules/lucide-react/dist/esm/icons/dna.js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D:/pasar_fix/node_modules/.bun/lucide-react@0.556.0+d86b59289c1a13ae/node_modules/lucide-react/dist/esm/icons/dna.js.map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D:/pasar_fix/node_modules/.bun/lucide-react@0.556.0+d86b59289c1a13ae/node_modules/lucide-react/dist/esm/icons/dock.js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D:/pasar_fix/node_modules/.bun/lucide-react@0.556.0+d86b59289c1a13ae/node_modules/lucide-react/dist/esm/icons/dock.js.map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D:/pasar_fix/node_modules/.bun/lucide-react@0.556.0+d86b59289c1a13ae/node_modules/lucide-react/dist/esm/icons/dog.js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D:/pasar_fix/node_modules/.bun/lucide-react@0.556.0+d86b59289c1a13ae/node_modules/lucide-react/dist/esm/icons/dog.js.map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D:/pasar_fix/node_modules/.bun/lucide-react@0.556.0+d86b59289c1a13ae/node_modules/lucide-react/dist/esm/icons/dollar-sign.js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D:/pasar_fix/node_modules/.bun/lucide-react@0.556.0+d86b59289c1a13ae/node_modules/lucide-react/dist/esm/icons/dollar-sign.js.map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D:/pasar_fix/node_modules/.bun/lucide-react@0.556.0+d86b59289c1a13ae/node_modules/lucide-react/dist/esm/icons/donut.js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D:/pasar_fix/node_modules/.bun/lucide-react@0.556.0+d86b59289c1a13ae/node_modules/lucide-react/dist/esm/icons/donut.js.map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D:/pasar_fix/node_modules/.bun/lucide-react@0.556.0+d86b59289c1a13ae/node_modules/lucide-react/dist/esm/icons/door-closed-locked.js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D:/pasar_fix/node_modules/.bun/lucide-react@0.556.0+d86b59289c1a13ae/node_modules/lucide-react/dist/esm/icons/door-closed-locked.js.map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D:/pasar_fix/node_modules/.bun/lucide-react@0.556.0+d86b59289c1a13ae/node_modules/lucide-react/dist/esm/icons/door-closed.js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D:/pasar_fix/node_modules/.bun/lucide-react@0.556.0+d86b59289c1a13ae/node_modules/lucide-react/dist/esm/icons/door-closed.js.map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D:/pasar_fix/node_modules/.bun/lucide-react@0.556.0+d86b59289c1a13ae/node_modules/lucide-react/dist/esm/icons/door-open.js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D:/pasar_fix/node_modules/.bun/lucide-react@0.556.0+d86b59289c1a13ae/node_modules/lucide-react/dist/esm/icons/door-open.js.map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D:/pasar_fix/node_modules/.bun/lucide-react@0.556.0+d86b59289c1a13ae/node_modules/lucide-react/dist/esm/icons/dot-square.js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D:/pasar_fix/node_modules/.bun/lucide-react@0.556.0+d86b59289c1a13ae/node_modules/lucide-react/dist/esm/icons/dot-square.js.map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D:/pasar_fix/node_modules/.bun/lucide-react@0.556.0+d86b59289c1a13ae/node_modules/lucide-react/dist/esm/icons/dot.js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D:/pasar_fix/node_modules/.bun/lucide-react@0.556.0+d86b59289c1a13ae/node_modules/lucide-react/dist/esm/icons/dot.js.map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D:/pasar_fix/node_modules/.bun/lucide-react@0.556.0+d86b59289c1a13ae/node_modules/lucide-react/dist/esm/icons/download-cloud.js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D:/pasar_fix/node_modules/.bun/lucide-react@0.556.0+d86b59289c1a13ae/node_modules/lucide-react/dist/esm/icons/download-cloud.js.map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D:/pasar_fix/node_modules/.bun/lucide-react@0.556.0+d86b59289c1a13ae/node_modules/lucide-react/dist/esm/icons/download.js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D:/pasar_fix/node_modules/.bun/lucide-react@0.556.0+d86b59289c1a13ae/node_modules/lucide-react/dist/esm/icons/download.js.map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D:/pasar_fix/node_modules/.bun/lucide-react@0.556.0+d86b59289c1a13ae/node_modules/lucide-react/dist/esm/icons/drafting-compass.js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D:/pasar_fix/node_modules/.bun/lucide-react@0.556.0+d86b59289c1a13ae/node_modules/lucide-react/dist/esm/icons/drafting-compass.js.map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D:/pasar_fix/node_modules/.bun/lucide-react@0.556.0+d86b59289c1a13ae/node_modules/lucide-react/dist/esm/icons/drama.js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D:/pasar_fix/node_modules/.bun/lucide-react@0.556.0+d86b59289c1a13ae/node_modules/lucide-react/dist/esm/icons/drama.js.map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D:/pasar_fix/node_modules/.bun/lucide-react@0.556.0+d86b59289c1a13ae/node_modules/lucide-react/dist/esm/icons/dribbble.js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D:/pasar_fix/node_modules/.bun/lucide-react@0.556.0+d86b59289c1a13ae/node_modules/lucide-react/dist/esm/icons/dribbble.js.map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D:/pasar_fix/node_modules/.bun/lucide-react@0.556.0+d86b59289c1a13ae/node_modules/lucide-react/dist/esm/icons/drill.js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D:/pasar_fix/node_modules/.bun/lucide-react@0.556.0+d86b59289c1a13ae/node_modules/lucide-react/dist/esm/icons/drill.js.map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D:/pasar_fix/node_modules/.bun/lucide-react@0.556.0+d86b59289c1a13ae/node_modules/lucide-react/dist/esm/icons/drone.js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D:/pasar_fix/node_modules/.bun/lucide-react@0.556.0+d86b59289c1a13ae/node_modules/lucide-react/dist/esm/icons/drone.js.map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D:/pasar_fix/node_modules/.bun/lucide-react@0.556.0+d86b59289c1a13ae/node_modules/lucide-react/dist/esm/icons/droplet-off.js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D:/pasar_fix/node_modules/.bun/lucide-react@0.556.0+d86b59289c1a13ae/node_modules/lucide-react/dist/esm/icons/droplet-off.js.map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D:/pasar_fix/node_modules/.bun/lucide-react@0.556.0+d86b59289c1a13ae/node_modules/lucide-react/dist/esm/icons/droplet.js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D:/pasar_fix/node_modules/.bun/lucide-react@0.556.0+d86b59289c1a13ae/node_modules/lucide-react/dist/esm/icons/droplet.js.map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D:/pasar_fix/node_modules/.bun/lucide-react@0.556.0+d86b59289c1a13ae/node_modules/lucide-react/dist/esm/icons/droplets.js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D:/pasar_fix/node_modules/.bun/lucide-react@0.556.0+d86b59289c1a13ae/node_modules/lucide-react/dist/esm/icons/droplets.js.map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D:/pasar_fix/node_modules/.bun/lucide-react@0.556.0+d86b59289c1a13ae/node_modules/lucide-react/dist/esm/icons/drum.js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D:/pasar_fix/node_modules/.bun/lucide-react@0.556.0+d86b59289c1a13ae/node_modules/lucide-react/dist/esm/icons/drum.js.map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D:/pasar_fix/node_modules/.bun/lucide-react@0.556.0+d86b59289c1a13ae/node_modules/lucide-react/dist/esm/icons/drumstick.js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D:/pasar_fix/node_modules/.bun/lucide-react@0.556.0+d86b59289c1a13ae/node_modules/lucide-react/dist/esm/icons/drumstick.js.map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D:/pasar_fix/node_modules/.bun/lucide-react@0.556.0+d86b59289c1a13ae/node_modules/lucide-react/dist/esm/icons/dumbbell.js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D:/pasar_fix/node_modules/.bun/lucide-react@0.556.0+d86b59289c1a13ae/node_modules/lucide-react/dist/esm/icons/dumbbell.js.map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D:/pasar_fix/node_modules/.bun/lucide-react@0.556.0+d86b59289c1a13ae/node_modules/lucide-react/dist/esm/icons/ear-off.js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D:/pasar_fix/node_modules/.bun/lucide-react@0.556.0+d86b59289c1a13ae/node_modules/lucide-react/dist/esm/icons/ear-off.js.map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D:/pasar_fix/node_modules/.bun/lucide-react@0.556.0+d86b59289c1a13ae/node_modules/lucide-react/dist/esm/icons/ear.js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D:/pasar_fix/node_modules/.bun/lucide-react@0.556.0+d86b59289c1a13ae/node_modules/lucide-react/dist/esm/icons/ear.js.map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D:/pasar_fix/node_modules/.bun/lucide-react@0.556.0+d86b59289c1a13ae/node_modules/lucide-react/dist/esm/icons/earth-lock.js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D:/pasar_fix/node_modules/.bun/lucide-react@0.556.0+d86b59289c1a13ae/node_modules/lucide-react/dist/esm/icons/earth-lock.js.map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D:/pasar_fix/node_modules/.bun/lucide-react@0.556.0+d86b59289c1a13ae/node_modules/lucide-react/dist/esm/icons/earth.js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D:/pasar_fix/node_modules/.bun/lucide-react@0.556.0+d86b59289c1a13ae/node_modules/lucide-react/dist/esm/icons/earth.js.map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D:/pasar_fix/node_modules/.bun/lucide-react@0.556.0+d86b59289c1a13ae/node_modules/lucide-react/dist/esm/icons/eclipse.js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D:/pasar_fix/node_modules/.bun/lucide-react@0.556.0+d86b59289c1a13ae/node_modules/lucide-react/dist/esm/icons/eclipse.js.map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D:/pasar_fix/node_modules/.bun/lucide-react@0.556.0+d86b59289c1a13ae/node_modules/lucide-react/dist/esm/icons/edit-2.js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D:/pasar_fix/node_modules/.bun/lucide-react@0.556.0+d86b59289c1a13ae/node_modules/lucide-react/dist/esm/icons/edit-2.js.map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D:/pasar_fix/node_modules/.bun/lucide-react@0.556.0+d86b59289c1a13ae/node_modules/lucide-react/dist/esm/icons/edit-3.js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D:/pasar_fix/node_modules/.bun/lucide-react@0.556.0+d86b59289c1a13ae/node_modules/lucide-react/dist/esm/icons/edit-3.js.map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D:/pasar_fix/node_modules/.bun/lucide-react@0.556.0+d86b59289c1a13ae/node_modules/lucide-react/dist/esm/icons/edit.js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D:/pasar_fix/node_modules/.bun/lucide-react@0.556.0+d86b59289c1a13ae/node_modules/lucide-react/dist/esm/icons/edit.js.map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D:/pasar_fix/node_modules/.bun/lucide-react@0.556.0+d86b59289c1a13ae/node_modules/lucide-react/dist/esm/icons/egg-fried.js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D:/pasar_fix/node_modules/.bun/lucide-react@0.556.0+d86b59289c1a13ae/node_modules/lucide-react/dist/esm/icons/egg-fried.js.map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D:/pasar_fix/node_modules/.bun/lucide-react@0.556.0+d86b59289c1a13ae/node_modules/lucide-react/dist/esm/icons/egg-off.js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D:/pasar_fix/node_modules/.bun/lucide-react@0.556.0+d86b59289c1a13ae/node_modules/lucide-react/dist/esm/icons/egg-off.js.map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D:/pasar_fix/node_modules/.bun/lucide-react@0.556.0+d86b59289c1a13ae/node_modules/lucide-react/dist/esm/icons/egg.js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D:/pasar_fix/node_modules/.bun/lucide-react@0.556.0+d86b59289c1a13ae/node_modules/lucide-react/dist/esm/icons/egg.js.map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D:/pasar_fix/node_modules/.bun/lucide-react@0.556.0+d86b59289c1a13ae/node_modules/lucide-react/dist/esm/icons/ellipsis-vertical.js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D:/pasar_fix/node_modules/.bun/lucide-react@0.556.0+d86b59289c1a13ae/node_modules/lucide-react/dist/esm/icons/ellipsis-vertical.js.map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D:/pasar_fix/node_modules/.bun/lucide-react@0.556.0+d86b59289c1a13ae/node_modules/lucide-react/dist/esm/icons/ellipsis.js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D:/pasar_fix/node_modules/.bun/lucide-react@0.556.0+d86b59289c1a13ae/node_modules/lucide-react/dist/esm/icons/ellipsis.js.map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D:/pasar_fix/node_modules/.bun/lucide-react@0.556.0+d86b59289c1a13ae/node_modules/lucide-react/dist/esm/icons/equal-approximately.js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D:/pasar_fix/node_modules/.bun/lucide-react@0.556.0+d86b59289c1a13ae/node_modules/lucide-react/dist/esm/icons/equal-approximately.js.map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D:/pasar_fix/node_modules/.bun/lucide-react@0.556.0+d86b59289c1a13ae/node_modules/lucide-react/dist/esm/icons/equal-not.js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D:/pasar_fix/node_modules/.bun/lucide-react@0.556.0+d86b59289c1a13ae/node_modules/lucide-react/dist/esm/icons/equal-not.js.map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D:/pasar_fix/node_modules/.bun/lucide-react@0.556.0+d86b59289c1a13ae/node_modules/lucide-react/dist/esm/icons/equal-square.js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D:/pasar_fix/node_modules/.bun/lucide-react@0.556.0+d86b59289c1a13ae/node_modules/lucide-react/dist/esm/icons/equal-square.js.map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D:/pasar_fix/node_modules/.bun/lucide-react@0.556.0+d86b59289c1a13ae/node_modules/lucide-react/dist/esm/icons/equal.js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D:/pasar_fix/node_modules/.bun/lucide-react@0.556.0+d86b59289c1a13ae/node_modules/lucide-react/dist/esm/icons/equal.js.map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D:/pasar_fix/node_modules/.bun/lucide-react@0.556.0+d86b59289c1a13ae/node_modules/lucide-react/dist/esm/icons/eraser.js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D:/pasar_fix/node_modules/.bun/lucide-react@0.556.0+d86b59289c1a13ae/node_modules/lucide-react/dist/esm/icons/eraser.js.map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D:/pasar_fix/node_modules/.bun/lucide-react@0.556.0+d86b59289c1a13ae/node_modules/lucide-react/dist/esm/icons/ethernet-port.js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D:/pasar_fix/node_modules/.bun/lucide-react@0.556.0+d86b59289c1a13ae/node_modules/lucide-react/dist/esm/icons/ethernet-port.js.map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D:/pasar_fix/node_modules/.bun/lucide-react@0.556.0+d86b59289c1a13ae/node_modules/lucide-react/dist/esm/icons/euro.js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D:/pasar_fix/node_modules/.bun/lucide-react@0.556.0+d86b59289c1a13ae/node_modules/lucide-react/dist/esm/icons/euro.js.map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D:/pasar_fix/node_modules/.bun/lucide-react@0.556.0+d86b59289c1a13ae/node_modules/lucide-react/dist/esm/icons/ev-charger.js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D:/pasar_fix/node_modules/.bun/lucide-react@0.556.0+d86b59289c1a13ae/node_modules/lucide-react/dist/esm/icons/ev-charger.js.map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D:/pasar_fix/node_modules/.bun/lucide-react@0.556.0+d86b59289c1a13ae/node_modules/lucide-react/dist/esm/icons/expand.js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D:/pasar_fix/node_modules/.bun/lucide-react@0.556.0+d86b59289c1a13ae/node_modules/lucide-react/dist/esm/icons/expand.js.map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D:/pasar_fix/node_modules/.bun/lucide-react@0.556.0+d86b59289c1a13ae/node_modules/lucide-react/dist/esm/icons/external-link.js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D:/pasar_fix/node_modules/.bun/lucide-react@0.556.0+d86b59289c1a13ae/node_modules/lucide-react/dist/esm/icons/external-link.js.map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D:/pasar_fix/node_modules/.bun/lucide-react@0.556.0+d86b59289c1a13ae/node_modules/lucide-react/dist/esm/icons/eye-closed.js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D:/pasar_fix/node_modules/.bun/lucide-react@0.556.0+d86b59289c1a13ae/node_modules/lucide-react/dist/esm/icons/eye-closed.js.map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D:/pasar_fix/node_modules/.bun/lucide-react@0.556.0+d86b59289c1a13ae/node_modules/lucide-react/dist/esm/icons/eye-off.js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D:/pasar_fix/node_modules/.bun/lucide-react@0.556.0+d86b59289c1a13ae/node_modules/lucide-react/dist/esm/icons/eye-off.js.map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D:/pasar_fix/node_modules/.bun/lucide-react@0.556.0+d86b59289c1a13ae/node_modules/lucide-react/dist/esm/icons/eye.js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D:/pasar_fix/node_modules/.bun/lucide-react@0.556.0+d86b59289c1a13ae/node_modules/lucide-react/dist/esm/icons/eye.js.map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D:/pasar_fix/node_modules/.bun/lucide-react@0.556.0+d86b59289c1a13ae/node_modules/lucide-react/dist/esm/icons/facebook.js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D:/pasar_fix/node_modules/.bun/lucide-react@0.556.0+d86b59289c1a13ae/node_modules/lucide-react/dist/esm/icons/facebook.js.map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D:/pasar_fix/node_modules/.bun/lucide-react@0.556.0+d86b59289c1a13ae/node_modules/lucide-react/dist/esm/icons/factory.js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D:/pasar_fix/node_modules/.bun/lucide-react@0.556.0+d86b59289c1a13ae/node_modules/lucide-react/dist/esm/icons/factory.js.map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D:/pasar_fix/node_modules/.bun/lucide-react@0.556.0+d86b59289c1a13ae/node_modules/lucide-react/dist/esm/icons/fan.js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D:/pasar_fix/node_modules/.bun/lucide-react@0.556.0+d86b59289c1a13ae/node_modules/lucide-react/dist/esm/icons/fan.js.map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D:/pasar_fix/node_modules/.bun/lucide-react@0.556.0+d86b59289c1a13ae/node_modules/lucide-react/dist/esm/icons/fast-forward.js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D:/pasar_fix/node_modules/.bun/lucide-react@0.556.0+d86b59289c1a13ae/node_modules/lucide-react/dist/esm/icons/fast-forward.js.map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D:/pasar_fix/node_modules/.bun/lucide-react@0.556.0+d86b59289c1a13ae/node_modules/lucide-react/dist/esm/icons/feather.js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D:/pasar_fix/node_modules/.bun/lucide-react@0.556.0+d86b59289c1a13ae/node_modules/lucide-react/dist/esm/icons/feather.js.map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D:/pasar_fix/node_modules/.bun/lucide-react@0.556.0+d86b59289c1a13ae/node_modules/lucide-react/dist/esm/icons/fence.js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D:/pasar_fix/node_modules/.bun/lucide-react@0.556.0+d86b59289c1a13ae/node_modules/lucide-react/dist/esm/icons/fence.js.map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D:/pasar_fix/node_modules/.bun/lucide-react@0.556.0+d86b59289c1a13ae/node_modules/lucide-react/dist/esm/icons/ferris-wheel.js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D:/pasar_fix/node_modules/.bun/lucide-react@0.556.0+d86b59289c1a13ae/node_modules/lucide-react/dist/esm/icons/ferris-wheel.js.map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D:/pasar_fix/node_modules/.bun/lucide-react@0.556.0+d86b59289c1a13ae/node_modules/lucide-react/dist/esm/icons/figma.js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D:/pasar_fix/node_modules/.bun/lucide-react@0.556.0+d86b59289c1a13ae/node_modules/lucide-react/dist/esm/icons/figma.js.map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D:/pasar_fix/node_modules/.bun/lucide-react@0.556.0+d86b59289c1a13ae/node_modules/lucide-react/dist/esm/icons/file-archive.js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D:/pasar_fix/node_modules/.bun/lucide-react@0.556.0+d86b59289c1a13ae/node_modules/lucide-react/dist/esm/icons/file-archive.js.map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D:/pasar_fix/node_modules/.bun/lucide-react@0.556.0+d86b59289c1a13ae/node_modules/lucide-react/dist/esm/icons/file-audio-2.js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D:/pasar_fix/node_modules/.bun/lucide-react@0.556.0+d86b59289c1a13ae/node_modules/lucide-react/dist/esm/icons/file-audio-2.js.map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D:/pasar_fix/node_modules/.bun/lucide-react@0.556.0+d86b59289c1a13ae/node_modules/lucide-react/dist/esm/icons/file-audio.js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D:/pasar_fix/node_modules/.bun/lucide-react@0.556.0+d86b59289c1a13ae/node_modules/lucide-react/dist/esm/icons/file-audio.js.map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D:/pasar_fix/node_modules/.bun/lucide-react@0.556.0+d86b59289c1a13ae/node_modules/lucide-react/dist/esm/icons/file-axis-3-d.js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D:/pasar_fix/node_modules/.bun/lucide-react@0.556.0+d86b59289c1a13ae/node_modules/lucide-react/dist/esm/icons/file-axis-3-d.js.map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D:/pasar_fix/node_modules/.bun/lucide-react@0.556.0+d86b59289c1a13ae/node_modules/lucide-react/dist/esm/icons/file-axis-3d.js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D:/pasar_fix/node_modules/.bun/lucide-react@0.556.0+d86b59289c1a13ae/node_modules/lucide-react/dist/esm/icons/file-axis-3d.js.map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D:/pasar_fix/node_modules/.bun/lucide-react@0.556.0+d86b59289c1a13ae/node_modules/lucide-react/dist/esm/icons/file-badge-2.js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D:/pasar_fix/node_modules/.bun/lucide-react@0.556.0+d86b59289c1a13ae/node_modules/lucide-react/dist/esm/icons/file-badge-2.js.map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D:/pasar_fix/node_modules/.bun/lucide-react@0.556.0+d86b59289c1a13ae/node_modules/lucide-react/dist/esm/icons/file-badge.js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D:/pasar_fix/node_modules/.bun/lucide-react@0.556.0+d86b59289c1a13ae/node_modules/lucide-react/dist/esm/icons/file-badge.js.map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D:/pasar_fix/node_modules/.bun/lucide-react@0.556.0+d86b59289c1a13ae/node_modules/lucide-react/dist/esm/icons/file-bar-chart-2.js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D:/pasar_fix/node_modules/.bun/lucide-react@0.556.0+d86b59289c1a13ae/node_modules/lucide-react/dist/esm/icons/file-bar-chart-2.js.map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D:/pasar_fix/node_modules/.bun/lucide-react@0.556.0+d86b59289c1a13ae/node_modules/lucide-react/dist/esm/icons/file-bar-chart.js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D:/pasar_fix/node_modules/.bun/lucide-react@0.556.0+d86b59289c1a13ae/node_modules/lucide-react/dist/esm/icons/file-bar-chart.js.map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D:/pasar_fix/node_modules/.bun/lucide-react@0.556.0+d86b59289c1a13ae/node_modules/lucide-react/dist/esm/icons/file-box.js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D:/pasar_fix/node_modules/.bun/lucide-react@0.556.0+d86b59289c1a13ae/node_modules/lucide-react/dist/esm/icons/file-box.js.map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D:/pasar_fix/node_modules/.bun/lucide-react@0.556.0+d86b59289c1a13ae/node_modules/lucide-react/dist/esm/icons/file-braces-corner.js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D:/pasar_fix/node_modules/.bun/lucide-react@0.556.0+d86b59289c1a13ae/node_modules/lucide-react/dist/esm/icons/file-braces-corner.js.map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D:/pasar_fix/node_modules/.bun/lucide-react@0.556.0+d86b59289c1a13ae/node_modules/lucide-react/dist/esm/icons/file-braces.js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D:/pasar_fix/node_modules/.bun/lucide-react@0.556.0+d86b59289c1a13ae/node_modules/lucide-react/dist/esm/icons/file-braces.js.map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D:/pasar_fix/node_modules/.bun/lucide-react@0.556.0+d86b59289c1a13ae/node_modules/lucide-react/dist/esm/icons/file-chart-column-increasing.js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D:/pasar_fix/node_modules/.bun/lucide-react@0.556.0+d86b59289c1a13ae/node_modules/lucide-react/dist/esm/icons/file-chart-column-increasing.js.map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D:/pasar_fix/node_modules/.bun/lucide-react@0.556.0+d86b59289c1a13ae/node_modules/lucide-react/dist/esm/icons/file-chart-column.js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D:/pasar_fix/node_modules/.bun/lucide-react@0.556.0+d86b59289c1a13ae/node_modules/lucide-react/dist/esm/icons/file-chart-column.js.map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D:/pasar_fix/node_modules/.bun/lucide-react@0.556.0+d86b59289c1a13ae/node_modules/lucide-react/dist/esm/icons/file-chart-line.js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D:/pasar_fix/node_modules/.bun/lucide-react@0.556.0+d86b59289c1a13ae/node_modules/lucide-react/dist/esm/icons/file-chart-line.js.map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D:/pasar_fix/node_modules/.bun/lucide-react@0.556.0+d86b59289c1a13ae/node_modules/lucide-react/dist/esm/icons/file-chart-pie.js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D:/pasar_fix/node_modules/.bun/lucide-react@0.556.0+d86b59289c1a13ae/node_modules/lucide-react/dist/esm/icons/file-chart-pie.js.map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D:/pasar_fix/node_modules/.bun/lucide-react@0.556.0+d86b59289c1a13ae/node_modules/lucide-react/dist/esm/icons/file-check-2.js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D:/pasar_fix/node_modules/.bun/lucide-react@0.556.0+d86b59289c1a13ae/node_modules/lucide-react/dist/esm/icons/file-check-2.js.map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D:/pasar_fix/node_modules/.bun/lucide-react@0.556.0+d86b59289c1a13ae/node_modules/lucide-react/dist/esm/icons/file-check-corner.js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D:/pasar_fix/node_modules/.bun/lucide-react@0.556.0+d86b59289c1a13ae/node_modules/lucide-react/dist/esm/icons/file-check-corner.js.map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D:/pasar_fix/node_modules/.bun/lucide-react@0.556.0+d86b59289c1a13ae/node_modules/lucide-react/dist/esm/icons/file-check.js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D:/pasar_fix/node_modules/.bun/lucide-react@0.556.0+d86b59289c1a13ae/node_modules/lucide-react/dist/esm/icons/file-check.js.map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D:/pasar_fix/node_modules/.bun/lucide-react@0.556.0+d86b59289c1a13ae/node_modules/lucide-react/dist/esm/icons/file-clock.js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D:/pasar_fix/node_modules/.bun/lucide-react@0.556.0+d86b59289c1a13ae/node_modules/lucide-react/dist/esm/icons/file-clock.js.map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D:/pasar_fix/node_modules/.bun/lucide-react@0.556.0+d86b59289c1a13ae/node_modules/lucide-react/dist/esm/icons/file-code-2.js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D:/pasar_fix/node_modules/.bun/lucide-react@0.556.0+d86b59289c1a13ae/node_modules/lucide-react/dist/esm/icons/file-code-2.js.map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D:/pasar_fix/node_modules/.bun/lucide-react@0.556.0+d86b59289c1a13ae/node_modules/lucide-react/dist/esm/icons/file-code-corner.js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D:/pasar_fix/node_modules/.bun/lucide-react@0.556.0+d86b59289c1a13ae/node_modules/lucide-react/dist/esm/icons/file-code-corner.js.map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D:/pasar_fix/node_modules/.bun/lucide-react@0.556.0+d86b59289c1a13ae/node_modules/lucide-react/dist/esm/icons/file-code.js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D:/pasar_fix/node_modules/.bun/lucide-react@0.556.0+d86b59289c1a13ae/node_modules/lucide-react/dist/esm/icons/file-code.js.map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D:/pasar_fix/node_modules/.bun/lucide-react@0.556.0+d86b59289c1a13ae/node_modules/lucide-react/dist/esm/icons/file-cog-2.js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D:/pasar_fix/node_modules/.bun/lucide-react@0.556.0+d86b59289c1a13ae/node_modules/lucide-react/dist/esm/icons/file-cog-2.js.map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D:/pasar_fix/node_modules/.bun/lucide-react@0.556.0+d86b59289c1a13ae/node_modules/lucide-react/dist/esm/icons/file-cog.js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D:/pasar_fix/node_modules/.bun/lucide-react@0.556.0+d86b59289c1a13ae/node_modules/lucide-react/dist/esm/icons/file-cog.js.map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D:/pasar_fix/node_modules/.bun/lucide-react@0.556.0+d86b59289c1a13ae/node_modules/lucide-react/dist/esm/icons/file-diff.js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D:/pasar_fix/node_modules/.bun/lucide-react@0.556.0+d86b59289c1a13ae/node_modules/lucide-react/dist/esm/icons/file-diff.js.map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D:/pasar_fix/node_modules/.bun/lucide-react@0.556.0+d86b59289c1a13ae/node_modules/lucide-react/dist/esm/icons/file-digit.js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D:/pasar_fix/node_modules/.bun/lucide-react@0.556.0+d86b59289c1a13ae/node_modules/lucide-react/dist/esm/icons/file-digit.js.map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D:/pasar_fix/node_modules/.bun/lucide-react@0.556.0+d86b59289c1a13ae/node_modules/lucide-react/dist/esm/icons/file-down.js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D:/pasar_fix/node_modules/.bun/lucide-react@0.556.0+d86b59289c1a13ae/node_modules/lucide-react/dist/esm/icons/file-down.js.map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D:/pasar_fix/node_modules/.bun/lucide-react@0.556.0+d86b59289c1a13ae/node_modules/lucide-react/dist/esm/icons/file-edit.js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D:/pasar_fix/node_modules/.bun/lucide-react@0.556.0+d86b59289c1a13ae/node_modules/lucide-react/dist/esm/icons/file-edit.js.map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D:/pasar_fix/node_modules/.bun/lucide-react@0.556.0+d86b59289c1a13ae/node_modules/lucide-react/dist/esm/icons/file-exclamation-point.js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D:/pasar_fix/node_modules/.bun/lucide-react@0.556.0+d86b59289c1a13ae/node_modules/lucide-react/dist/esm/icons/file-exclamation-point.js.map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D:/pasar_fix/node_modules/.bun/lucide-react@0.556.0+d86b59289c1a13ae/node_modules/lucide-react/dist/esm/icons/file-headphone.js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D:/pasar_fix/node_modules/.bun/lucide-react@0.556.0+d86b59289c1a13ae/node_modules/lucide-react/dist/esm/icons/file-headphone.js.map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D:/pasar_fix/node_modules/.bun/lucide-react@0.556.0+d86b59289c1a13ae/node_modules/lucide-react/dist/esm/icons/file-heart.js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D:/pasar_fix/node_modules/.bun/lucide-react@0.556.0+d86b59289c1a13ae/node_modules/lucide-react/dist/esm/icons/file-heart.js.map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D:/pasar_fix/node_modules/.bun/lucide-react@0.556.0+d86b59289c1a13ae/node_modules/lucide-react/dist/esm/icons/file-image.js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D:/pasar_fix/node_modules/.bun/lucide-react@0.556.0+d86b59289c1a13ae/node_modules/lucide-react/dist/esm/icons/file-image.js.map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D:/pasar_fix/node_modules/.bun/lucide-react@0.556.0+d86b59289c1a13ae/node_modules/lucide-react/dist/esm/icons/file-input.js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D:/pasar_fix/node_modules/.bun/lucide-react@0.556.0+d86b59289c1a13ae/node_modules/lucide-react/dist/esm/icons/file-input.js.map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D:/pasar_fix/node_modules/.bun/lucide-react@0.556.0+d86b59289c1a13ae/node_modules/lucide-react/dist/esm/icons/file-json-2.js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D:/pasar_fix/node_modules/.bun/lucide-react@0.556.0+d86b59289c1a13ae/node_modules/lucide-react/dist/esm/icons/file-json-2.js.map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D:/pasar_fix/node_modules/.bun/lucide-react@0.556.0+d86b59289c1a13ae/node_modules/lucide-react/dist/esm/icons/file-json.js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D:/pasar_fix/node_modules/.bun/lucide-react@0.556.0+d86b59289c1a13ae/node_modules/lucide-react/dist/esm/icons/file-json.js.map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D:/pasar_fix/node_modules/.bun/lucide-react@0.556.0+d86b59289c1a13ae/node_modules/lucide-react/dist/esm/icons/file-key-2.js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D:/pasar_fix/node_modules/.bun/lucide-react@0.556.0+d86b59289c1a13ae/node_modules/lucide-react/dist/esm/icons/file-key-2.js.map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D:/pasar_fix/node_modules/.bun/lucide-react@0.556.0+d86b59289c1a13ae/node_modules/lucide-react/dist/esm/icons/file-key.js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D:/pasar_fix/node_modules/.bun/lucide-react@0.556.0+d86b59289c1a13ae/node_modules/lucide-react/dist/esm/icons/file-key.js.map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D:/pasar_fix/node_modules/.bun/lucide-react@0.556.0+d86b59289c1a13ae/node_modules/lucide-react/dist/esm/icons/file-line-chart.js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D:/pasar_fix/node_modules/.bun/lucide-react@0.556.0+d86b59289c1a13ae/node_modules/lucide-react/dist/esm/icons/file-line-chart.js.map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D:/pasar_fix/node_modules/.bun/lucide-react@0.556.0+d86b59289c1a13ae/node_modules/lucide-react/dist/esm/icons/file-lock-2.js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D:/pasar_fix/node_modules/.bun/lucide-react@0.556.0+d86b59289c1a13ae/node_modules/lucide-react/dist/esm/icons/file-lock-2.js.map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D:/pasar_fix/node_modules/.bun/lucide-react@0.556.0+d86b59289c1a13ae/node_modules/lucide-react/dist/esm/icons/file-lock.js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D:/pasar_fix/node_modules/.bun/lucide-react@0.556.0+d86b59289c1a13ae/node_modules/lucide-react/dist/esm/icons/file-lock.js.map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D:/pasar_fix/node_modules/.bun/lucide-react@0.556.0+d86b59289c1a13ae/node_modules/lucide-react/dist/esm/icons/file-minus-2.js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D:/pasar_fix/node_modules/.bun/lucide-react@0.556.0+d86b59289c1a13ae/node_modules/lucide-react/dist/esm/icons/file-minus-2.js.map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D:/pasar_fix/node_modules/.bun/lucide-react@0.556.0+d86b59289c1a13ae/node_modules/lucide-react/dist/esm/icons/file-minus-corner.js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D:/pasar_fix/node_modules/.bun/lucide-react@0.556.0+d86b59289c1a13ae/node_modules/lucide-react/dist/esm/icons/file-minus-corner.js.map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D:/pasar_fix/node_modules/.bun/lucide-react@0.556.0+d86b59289c1a13ae/node_modules/lucide-react/dist/esm/icons/file-minus.js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D:/pasar_fix/node_modules/.bun/lucide-react@0.556.0+d86b59289c1a13ae/node_modules/lucide-react/dist/esm/icons/file-minus.js.map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D:/pasar_fix/node_modules/.bun/lucide-react@0.556.0+d86b59289c1a13ae/node_modules/lucide-react/dist/esm/icons/file-music.js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D:/pasar_fix/node_modules/.bun/lucide-react@0.556.0+d86b59289c1a13ae/node_modules/lucide-react/dist/esm/icons/file-music.js.map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D:/pasar_fix/node_modules/.bun/lucide-react@0.556.0+d86b59289c1a13ae/node_modules/lucide-react/dist/esm/icons/file-output.js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D:/pasar_fix/node_modules/.bun/lucide-react@0.556.0+d86b59289c1a13ae/node_modules/lucide-react/dist/esm/icons/file-output.js.map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D:/pasar_fix/node_modules/.bun/lucide-react@0.556.0+d86b59289c1a13ae/node_modules/lucide-react/dist/esm/icons/file-pen-line.js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D:/pasar_fix/node_modules/.bun/lucide-react@0.556.0+d86b59289c1a13ae/node_modules/lucide-react/dist/esm/icons/file-pen-line.js.map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D:/pasar_fix/node_modules/.bun/lucide-react@0.556.0+d86b59289c1a13ae/node_modules/lucide-react/dist/esm/icons/file-pen.js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D:/pasar_fix/node_modules/.bun/lucide-react@0.556.0+d86b59289c1a13ae/node_modules/lucide-react/dist/esm/icons/file-pen.js.map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D:/pasar_fix/node_modules/.bun/lucide-react@0.556.0+d86b59289c1a13ae/node_modules/lucide-react/dist/esm/icons/file-pie-chart.js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D:/pasar_fix/node_modules/.bun/lucide-react@0.556.0+d86b59289c1a13ae/node_modules/lucide-react/dist/esm/icons/file-pie-chart.js.map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D:/pasar_fix/node_modules/.bun/lucide-react@0.556.0+d86b59289c1a13ae/node_modules/lucide-react/dist/esm/icons/file-play.js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D:/pasar_fix/node_modules/.bun/lucide-react@0.556.0+d86b59289c1a13ae/node_modules/lucide-react/dist/esm/icons/file-play.js.map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D:/pasar_fix/node_modules/.bun/lucide-react@0.556.0+d86b59289c1a13ae/node_modules/lucide-react/dist/esm/icons/file-plus-2.js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D:/pasar_fix/node_modules/.bun/lucide-react@0.556.0+d86b59289c1a13ae/node_modules/lucide-react/dist/esm/icons/file-plus-2.js.map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D:/pasar_fix/node_modules/.bun/lucide-react@0.556.0+d86b59289c1a13ae/node_modules/lucide-react/dist/esm/icons/file-plus-corner.js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D:/pasar_fix/node_modules/.bun/lucide-react@0.556.0+d86b59289c1a13ae/node_modules/lucide-react/dist/esm/icons/file-plus-corner.js.map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D:/pasar_fix/node_modules/.bun/lucide-react@0.556.0+d86b59289c1a13ae/node_modules/lucide-react/dist/esm/icons/file-plus.js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D:/pasar_fix/node_modules/.bun/lucide-react@0.556.0+d86b59289c1a13ae/node_modules/lucide-react/dist/esm/icons/file-plus.js.map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D:/pasar_fix/node_modules/.bun/lucide-react@0.556.0+d86b59289c1a13ae/node_modules/lucide-react/dist/esm/icons/file-question-mark.js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D:/pasar_fix/node_modules/.bun/lucide-react@0.556.0+d86b59289c1a13ae/node_modules/lucide-react/dist/esm/icons/file-question-mark.js.map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D:/pasar_fix/node_modules/.bun/lucide-react@0.556.0+d86b59289c1a13ae/node_modules/lucide-react/dist/esm/icons/file-question.js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D:/pasar_fix/node_modules/.bun/lucide-react@0.556.0+d86b59289c1a13ae/node_modules/lucide-react/dist/esm/icons/file-question.js.map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D:/pasar_fix/node_modules/.bun/lucide-react@0.556.0+d86b59289c1a13ae/node_modules/lucide-react/dist/esm/icons/file-scan.js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D:/pasar_fix/node_modules/.bun/lucide-react@0.556.0+d86b59289c1a13ae/node_modules/lucide-react/dist/esm/icons/file-scan.js.map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D:/pasar_fix/node_modules/.bun/lucide-react@0.556.0+d86b59289c1a13ae/node_modules/lucide-react/dist/esm/icons/file-search-2.js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D:/pasar_fix/node_modules/.bun/lucide-react@0.556.0+d86b59289c1a13ae/node_modules/lucide-react/dist/esm/icons/file-search-2.js.map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D:/pasar_fix/node_modules/.bun/lucide-react@0.556.0+d86b59289c1a13ae/node_modules/lucide-react/dist/esm/icons/file-search-corner.js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D:/pasar_fix/node_modules/.bun/lucide-react@0.556.0+d86b59289c1a13ae/node_modules/lucide-react/dist/esm/icons/file-search-corner.js.map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D:/pasar_fix/node_modules/.bun/lucide-react@0.556.0+d86b59289c1a13ae/node_modules/lucide-react/dist/esm/icons/file-search.js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D:/pasar_fix/node_modules/.bun/lucide-react@0.556.0+d86b59289c1a13ae/node_modules/lucide-react/dist/esm/icons/file-search.js.map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D:/pasar_fix/node_modules/.bun/lucide-react@0.556.0+d86b59289c1a13ae/node_modules/lucide-react/dist/esm/icons/file-signal.js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D:/pasar_fix/node_modules/.bun/lucide-react@0.556.0+d86b59289c1a13ae/node_modules/lucide-react/dist/esm/icons/file-signal.js.map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D:/pasar_fix/node_modules/.bun/lucide-react@0.556.0+d86b59289c1a13ae/node_modules/lucide-react/dist/esm/icons/file-signature.js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D:/pasar_fix/node_modules/.bun/lucide-react@0.556.0+d86b59289c1a13ae/node_modules/lucide-react/dist/esm/icons/file-signature.js.map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D:/pasar_fix/node_modules/.bun/lucide-react@0.556.0+d86b59289c1a13ae/node_modules/lucide-react/dist/esm/icons/file-sliders.js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D:/pasar_fix/node_modules/.bun/lucide-react@0.556.0+d86b59289c1a13ae/node_modules/lucide-react/dist/esm/icons/file-sliders.js.map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D:/pasar_fix/node_modules/.bun/lucide-react@0.556.0+d86b59289c1a13ae/node_modules/lucide-react/dist/esm/icons/file-spreadsheet.js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D:/pasar_fix/node_modules/.bun/lucide-react@0.556.0+d86b59289c1a13ae/node_modules/lucide-react/dist/esm/icons/file-spreadsheet.js.map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D:/pasar_fix/node_modules/.bun/lucide-react@0.556.0+d86b59289c1a13ae/node_modules/lucide-react/dist/esm/icons/file-stack.js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D:/pasar_fix/node_modules/.bun/lucide-react@0.556.0+d86b59289c1a13ae/node_modules/lucide-react/dist/esm/icons/file-stack.js.map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D:/pasar_fix/node_modules/.bun/lucide-react@0.556.0+d86b59289c1a13ae/node_modules/lucide-react/dist/esm/icons/file-symlink.js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D:/pasar_fix/node_modules/.bun/lucide-react@0.556.0+d86b59289c1a13ae/node_modules/lucide-react/dist/esm/icons/file-symlink.js.map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D:/pasar_fix/node_modules/.bun/lucide-react@0.556.0+d86b59289c1a13ae/node_modules/lucide-react/dist/esm/icons/file-terminal.js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D:/pasar_fix/node_modules/.bun/lucide-react@0.556.0+d86b59289c1a13ae/node_modules/lucide-react/dist/esm/icons/file-terminal.js.map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D:/pasar_fix/node_modules/.bun/lucide-react@0.556.0+d86b59289c1a13ae/node_modules/lucide-react/dist/esm/icons/file-text.js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D:/pasar_fix/node_modules/.bun/lucide-react@0.556.0+d86b59289c1a13ae/node_modules/lucide-react/dist/esm/icons/file-text.js.map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D:/pasar_fix/node_modules/.bun/lucide-react@0.556.0+d86b59289c1a13ae/node_modules/lucide-react/dist/esm/icons/file-type-2.js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D:/pasar_fix/node_modules/.bun/lucide-react@0.556.0+d86b59289c1a13ae/node_modules/lucide-react/dist/esm/icons/file-type-2.js.map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D:/pasar_fix/node_modules/.bun/lucide-react@0.556.0+d86b59289c1a13ae/node_modules/lucide-react/dist/esm/icons/file-type-corner.js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D:/pasar_fix/node_modules/.bun/lucide-react@0.556.0+d86b59289c1a13ae/node_modules/lucide-react/dist/esm/icons/file-type-corner.js.map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D:/pasar_fix/node_modules/.bun/lucide-react@0.556.0+d86b59289c1a13ae/node_modules/lucide-react/dist/esm/icons/file-type.js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D:/pasar_fix/node_modules/.bun/lucide-react@0.556.0+d86b59289c1a13ae/node_modules/lucide-react/dist/esm/icons/file-type.js.map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D:/pasar_fix/node_modules/.bun/lucide-react@0.556.0+d86b59289c1a13ae/node_modules/lucide-react/dist/esm/icons/file-up.js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D:/pasar_fix/node_modules/.bun/lucide-react@0.556.0+d86b59289c1a13ae/node_modules/lucide-react/dist/esm/icons/file-up.js.map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D:/pasar_fix/node_modules/.bun/lucide-react@0.556.0+d86b59289c1a13ae/node_modules/lucide-react/dist/esm/icons/file-user.js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D:/pasar_fix/node_modules/.bun/lucide-react@0.556.0+d86b59289c1a13ae/node_modules/lucide-react/dist/esm/icons/file-user.js.map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D:/pasar_fix/node_modules/.bun/lucide-react@0.556.0+d86b59289c1a13ae/node_modules/lucide-react/dist/esm/icons/file-video-2.js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D:/pasar_fix/node_modules/.bun/lucide-react@0.556.0+d86b59289c1a13ae/node_modules/lucide-react/dist/esm/icons/file-video-2.js.map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D:/pasar_fix/node_modules/.bun/lucide-react@0.556.0+d86b59289c1a13ae/node_modules/lucide-react/dist/esm/icons/file-video-camera.js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D:/pasar_fix/node_modules/.bun/lucide-react@0.556.0+d86b59289c1a13ae/node_modules/lucide-react/dist/esm/icons/file-video-camera.js.map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D:/pasar_fix/node_modules/.bun/lucide-react@0.556.0+d86b59289c1a13ae/node_modules/lucide-react/dist/esm/icons/file-video.js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D:/pasar_fix/node_modules/.bun/lucide-react@0.556.0+d86b59289c1a13ae/node_modules/lucide-react/dist/esm/icons/file-video.js.map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D:/pasar_fix/node_modules/.bun/lucide-react@0.556.0+d86b59289c1a13ae/node_modules/lucide-react/dist/esm/icons/file-volume-2.js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D:/pasar_fix/node_modules/.bun/lucide-react@0.556.0+d86b59289c1a13ae/node_modules/lucide-react/dist/esm/icons/file-volume-2.js.map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D:/pasar_fix/node_modules/.bun/lucide-react@0.556.0+d86b59289c1a13ae/node_modules/lucide-react/dist/esm/icons/file-volume.js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D:/pasar_fix/node_modules/.bun/lucide-react@0.556.0+d86b59289c1a13ae/node_modules/lucide-react/dist/esm/icons/file-volume.js.map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D:/pasar_fix/node_modules/.bun/lucide-react@0.556.0+d86b59289c1a13ae/node_modules/lucide-react/dist/esm/icons/file-warning.js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D:/pasar_fix/node_modules/.bun/lucide-react@0.556.0+d86b59289c1a13ae/node_modules/lucide-react/dist/esm/icons/file-warning.js.map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D:/pasar_fix/node_modules/.bun/lucide-react@0.556.0+d86b59289c1a13ae/node_modules/lucide-react/dist/esm/icons/file-x-2.js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D:/pasar_fix/node_modules/.bun/lucide-react@0.556.0+d86b59289c1a13ae/node_modules/lucide-react/dist/esm/icons/file-x-2.js.map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D:/pasar_fix/node_modules/.bun/lucide-react@0.556.0+d86b59289c1a13ae/node_modules/lucide-react/dist/esm/icons/file-x-corner.js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D:/pasar_fix/node_modules/.bun/lucide-react@0.556.0+d86b59289c1a13ae/node_modules/lucide-react/dist/esm/icons/file-x-corner.js.map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D:/pasar_fix/node_modules/.bun/lucide-react@0.556.0+d86b59289c1a13ae/node_modules/lucide-react/dist/esm/icons/file-x.js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D:/pasar_fix/node_modules/.bun/lucide-react@0.556.0+d86b59289c1a13ae/node_modules/lucide-react/dist/esm/icons/file-x.js.map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D:/pasar_fix/node_modules/.bun/lucide-react@0.556.0+d86b59289c1a13ae/node_modules/lucide-react/dist/esm/icons/files.js.map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D:/pasar_fix/node_modules/.bun/lucide-react@0.556.0+d86b59289c1a13ae/node_modules/lucide-react/dist/esm/icons/film.js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D:/pasar_fix/node_modules/.bun/lucide-react@0.556.0+d86b59289c1a13ae/node_modules/lucide-react/dist/esm/icons/film.js.map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D:/pasar_fix/node_modules/.bun/lucide-react@0.556.0+d86b59289c1a13ae/node_modules/lucide-react/dist/esm/icons/filter-x.js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D:/pasar_fix/node_modules/.bun/lucide-react@0.556.0+d86b59289c1a13ae/node_modules/lucide-react/dist/esm/icons/filter-x.js.map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D:/pasar_fix/node_modules/.bun/lucide-react@0.556.0+d86b59289c1a13ae/node_modules/lucide-react/dist/esm/icons/filter.js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D:/pasar_fix/node_modules/.bun/lucide-react@0.556.0+d86b59289c1a13ae/node_modules/lucide-react/dist/esm/icons/filter.js.map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D:/pasar_fix/node_modules/.bun/lucide-react@0.556.0+d86b59289c1a13ae/node_modules/lucide-react/dist/esm/icons/fingerprint-pattern.js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D:/pasar_fix/node_modules/.bun/lucide-react@0.556.0+d86b59289c1a13ae/node_modules/lucide-react/dist/esm/icons/fingerprint-pattern.js.map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D:/pasar_fix/node_modules/.bun/lucide-react@0.556.0+d86b59289c1a13ae/node_modules/lucide-react/dist/esm/icons/fire-extinguisher.js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D:/pasar_fix/node_modules/.bun/lucide-react@0.556.0+d86b59289c1a13ae/node_modules/lucide-react/dist/esm/icons/fire-extinguisher.js.map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D:/pasar_fix/node_modules/.bun/lucide-react@0.556.0+d86b59289c1a13ae/node_modules/lucide-react/dist/esm/icons/fish-off.js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D:/pasar_fix/node_modules/.bun/lucide-react@0.556.0+d86b59289c1a13ae/node_modules/lucide-react/dist/esm/icons/fish-off.js.map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D:/pasar_fix/node_modules/.bun/lucide-react@0.556.0+d86b59289c1a13ae/node_modules/lucide-react/dist/esm/icons/fish-symbol.js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D:/pasar_fix/node_modules/.bun/lucide-react@0.556.0+d86b59289c1a13ae/node_modules/lucide-react/dist/esm/icons/fish-symbol.js.map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D:/pasar_fix/node_modules/.bun/lucide-react@0.556.0+d86b59289c1a13ae/node_modules/lucide-react/dist/esm/icons/fish.js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D:/pasar_fix/node_modules/.bun/lucide-react@0.556.0+d86b59289c1a13ae/node_modules/lucide-react/dist/esm/icons/fish.js.map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D:/pasar_fix/node_modules/.bun/lucide-react@0.556.0+d86b59289c1a13ae/node_modules/lucide-react/dist/esm/icons/flag-off.js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D:/pasar_fix/node_modules/.bun/lucide-react@0.556.0+d86b59289c1a13ae/node_modules/lucide-react/dist/esm/icons/flag-off.js.map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D:/pasar_fix/node_modules/.bun/lucide-react@0.556.0+d86b59289c1a13ae/node_modules/lucide-react/dist/esm/icons/flag-triangle-left.js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D:/pasar_fix/node_modules/.bun/lucide-react@0.556.0+d86b59289c1a13ae/node_modules/lucide-react/dist/esm/icons/flag-triangle-left.js.map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D:/pasar_fix/node_modules/.bun/lucide-react@0.556.0+d86b59289c1a13ae/node_modules/lucide-react/dist/esm/icons/flag-triangle-right.js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D:/pasar_fix/node_modules/.bun/lucide-react@0.556.0+d86b59289c1a13ae/node_modules/lucide-react/dist/esm/icons/flag-triangle-right.js.map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D:/pasar_fix/node_modules/.bun/lucide-react@0.556.0+d86b59289c1a13ae/node_modules/lucide-react/dist/esm/icons/flag.js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D:/pasar_fix/node_modules/.bun/lucide-react@0.556.0+d86b59289c1a13ae/node_modules/lucide-react/dist/esm/icons/flag.js.map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D:/pasar_fix/node_modules/.bun/lucide-react@0.556.0+d86b59289c1a13ae/node_modules/lucide-react/dist/esm/icons/flame-kindling.js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D:/pasar_fix/node_modules/.bun/lucide-react@0.556.0+d86b59289c1a13ae/node_modules/lucide-react/dist/esm/icons/flame-kindling.js.map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D:/pasar_fix/node_modules/.bun/lucide-react@0.556.0+d86b59289c1a13ae/node_modules/lucide-react/dist/esm/icons/flame.js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D:/pasar_fix/node_modules/.bun/lucide-react@0.556.0+d86b59289c1a13ae/node_modules/lucide-react/dist/esm/icons/flame.js.map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D:/pasar_fix/node_modules/.bun/lucide-react@0.556.0+d86b59289c1a13ae/node_modules/lucide-react/dist/esm/icons/flashlight-off.js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D:/pasar_fix/node_modules/.bun/lucide-react@0.556.0+d86b59289c1a13ae/node_modules/lucide-react/dist/esm/icons/flashlight-off.js.map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D:/pasar_fix/node_modules/.bun/lucide-react@0.556.0+d86b59289c1a13ae/node_modules/lucide-react/dist/esm/icons/flashlight.js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D:/pasar_fix/node_modules/.bun/lucide-react@0.556.0+d86b59289c1a13ae/node_modules/lucide-react/dist/esm/icons/flashlight.js.map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D:/pasar_fix/node_modules/.bun/lucide-react@0.556.0+d86b59289c1a13ae/node_modules/lucide-react/dist/esm/icons/flask-conical-off.js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D:/pasar_fix/node_modules/.bun/lucide-react@0.556.0+d86b59289c1a13ae/node_modules/lucide-react/dist/esm/icons/flask-conical-off.js.map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D:/pasar_fix/node_modules/.bun/lucide-react@0.556.0+d86b59289c1a13ae/node_modules/lucide-react/dist/esm/icons/flask-conical.js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D:/pasar_fix/node_modules/.bun/lucide-react@0.556.0+d86b59289c1a13ae/node_modules/lucide-react/dist/esm/icons/flask-conical.js.map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D:/pasar_fix/node_modules/.bun/lucide-react@0.556.0+d86b59289c1a13ae/node_modules/lucide-react/dist/esm/icons/flask-round.js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D:/pasar_fix/node_modules/.bun/lucide-react@0.556.0+d86b59289c1a13ae/node_modules/lucide-react/dist/esm/icons/flask-round.js.map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D:/pasar_fix/node_modules/.bun/lucide-react@0.556.0+d86b59289c1a13ae/node_modules/lucide-react/dist/esm/icons/flip-horizontal-2.js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D:/pasar_fix/node_modules/.bun/lucide-react@0.556.0+d86b59289c1a13ae/node_modules/lucide-react/dist/esm/icons/flip-horizontal-2.js.map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D:/pasar_fix/node_modules/.bun/lucide-react@0.556.0+d86b59289c1a13ae/node_modules/lucide-react/dist/esm/icons/flip-horizontal.js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D:/pasar_fix/node_modules/.bun/lucide-react@0.556.0+d86b59289c1a13ae/node_modules/lucide-react/dist/esm/icons/flip-horizontal.js.map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D:/pasar_fix/node_modules/.bun/lucide-react@0.556.0+d86b59289c1a13ae/node_modules/lucide-react/dist/esm/icons/flip-vertical-2.js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D:/pasar_fix/node_modules/.bun/lucide-react@0.556.0+d86b59289c1a13ae/node_modules/lucide-react/dist/esm/icons/flip-vertical-2.js.map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D:/pasar_fix/node_modules/.bun/lucide-react@0.556.0+d86b59289c1a13ae/node_modules/lucide-react/dist/esm/icons/flip-vertical.js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D:/pasar_fix/node_modules/.bun/lucide-react@0.556.0+d86b59289c1a13ae/node_modules/lucide-react/dist/esm/icons/flip-vertical.js.map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D:/pasar_fix/node_modules/.bun/lucide-react@0.556.0+d86b59289c1a13ae/node_modules/lucide-react/dist/esm/icons/flower-2.js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D:/pasar_fix/node_modules/.bun/lucide-react@0.556.0+d86b59289c1a13ae/node_modules/lucide-react/dist/esm/icons/flower-2.js.map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D:/pasar_fix/node_modules/.bun/lucide-react@0.556.0+d86b59289c1a13ae/node_modules/lucide-react/dist/esm/icons/flower.js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D:/pasar_fix/node_modules/.bun/lucide-react@0.556.0+d86b59289c1a13ae/node_modules/lucide-react/dist/esm/icons/flower.js.map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D:/pasar_fix/node_modules/.bun/lucide-react@0.556.0+d86b59289c1a13ae/node_modules/lucide-react/dist/esm/icons/focus.js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D:/pasar_fix/node_modules/.bun/lucide-react@0.556.0+d86b59289c1a13ae/node_modules/lucide-react/dist/esm/icons/focus.js.map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D:/pasar_fix/node_modules/.bun/lucide-react@0.556.0+d86b59289c1a13ae/node_modules/lucide-react/dist/esm/icons/fold-horizontal.js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D:/pasar_fix/node_modules/.bun/lucide-react@0.556.0+d86b59289c1a13ae/node_modules/lucide-react/dist/esm/icons/fold-horizontal.js.map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D:/pasar_fix/node_modules/.bun/lucide-react@0.556.0+d86b59289c1a13ae/node_modules/lucide-react/dist/esm/icons/fold-vertical.js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D:/pasar_fix/node_modules/.bun/lucide-react@0.556.0+d86b59289c1a13ae/node_modules/lucide-react/dist/esm/icons/fold-vertical.js.map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D:/pasar_fix/node_modules/.bun/lucide-react@0.556.0+d86b59289c1a13ae/node_modules/lucide-react/dist/esm/icons/folder-archive.js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D:/pasar_fix/node_modules/.bun/lucide-react@0.556.0+d86b59289c1a13ae/node_modules/lucide-react/dist/esm/icons/folder-archive.js.map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D:/pasar_fix/node_modules/.bun/lucide-react@0.556.0+d86b59289c1a13ae/node_modules/lucide-react/dist/esm/icons/folder-check.js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D:/pasar_fix/node_modules/.bun/lucide-react@0.556.0+d86b59289c1a13ae/node_modules/lucide-react/dist/esm/icons/folder-check.js.map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D:/pasar_fix/node_modules/.bun/lucide-react@0.556.0+d86b59289c1a13ae/node_modules/lucide-react/dist/esm/icons/folder-clock.js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D:/pasar_fix/node_modules/.bun/lucide-react@0.556.0+d86b59289c1a13ae/node_modules/lucide-react/dist/esm/icons/folder-clock.js.map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D:/pasar_fix/node_modules/.bun/lucide-react@0.556.0+d86b59289c1a13ae/node_modules/lucide-react/dist/esm/icons/folder-closed.js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D:/pasar_fix/node_modules/.bun/lucide-react@0.556.0+d86b59289c1a13ae/node_modules/lucide-react/dist/esm/icons/folder-closed.js.map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D:/pasar_fix/node_modules/.bun/lucide-react@0.556.0+d86b59289c1a13ae/node_modules/lucide-react/dist/esm/icons/folder-code.js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D:/pasar_fix/node_modules/.bun/lucide-react@0.556.0+d86b59289c1a13ae/node_modules/lucide-react/dist/esm/icons/folder-code.js.map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D:/pasar_fix/node_modules/.bun/lucide-react@0.556.0+d86b59289c1a13ae/node_modules/lucide-react/dist/esm/icons/folder-cog-2.js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D:/pasar_fix/node_modules/.bun/lucide-react@0.556.0+d86b59289c1a13ae/node_modules/lucide-react/dist/esm/icons/folder-cog-2.js.map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D:/pasar_fix/node_modules/.bun/lucide-react@0.556.0+d86b59289c1a13ae/node_modules/lucide-react/dist/esm/icons/folder-cog.js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D:/pasar_fix/node_modules/.bun/lucide-react@0.556.0+d86b59289c1a13ae/node_modules/lucide-react/dist/esm/icons/folder-cog.js.map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D:/pasar_fix/node_modules/.bun/lucide-react@0.556.0+d86b59289c1a13ae/node_modules/lucide-react/dist/esm/icons/folder-dot.js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D:/pasar_fix/node_modules/.bun/lucide-react@0.556.0+d86b59289c1a13ae/node_modules/lucide-react/dist/esm/icons/folder-dot.js.map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D:/pasar_fix/node_modules/.bun/lucide-react@0.556.0+d86b59289c1a13ae/node_modules/lucide-react/dist/esm/icons/folder-down.js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D:/pasar_fix/node_modules/.bun/lucide-react@0.556.0+d86b59289c1a13ae/node_modules/lucide-react/dist/esm/icons/folder-down.js.map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D:/pasar_fix/node_modules/.bun/lucide-react@0.556.0+d86b59289c1a13ae/node_modules/lucide-react/dist/esm/icons/folder-edit.js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D:/pasar_fix/node_modules/.bun/lucide-react@0.556.0+d86b59289c1a13ae/node_modules/lucide-react/dist/esm/icons/folder-edit.js.map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D:/pasar_fix/node_modules/.bun/lucide-react@0.556.0+d86b59289c1a13ae/node_modules/lucide-react/dist/esm/icons/folder-git-2.js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D:/pasar_fix/node_modules/.bun/lucide-react@0.556.0+d86b59289c1a13ae/node_modules/lucide-react/dist/esm/icons/folder-git-2.js.map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D:/pasar_fix/node_modules/.bun/lucide-react@0.556.0+d86b59289c1a13ae/node_modules/lucide-react/dist/esm/icons/folder-git.js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D:/pasar_fix/node_modules/.bun/lucide-react@0.556.0+d86b59289c1a13ae/node_modules/lucide-react/dist/esm/icons/folder-git.js.map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D:/pasar_fix/node_modules/.bun/lucide-react@0.556.0+d86b59289c1a13ae/node_modules/lucide-react/dist/esm/icons/folder-heart.js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D:/pasar_fix/node_modules/.bun/lucide-react@0.556.0+d86b59289c1a13ae/node_modules/lucide-react/dist/esm/icons/folder-heart.js.map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D:/pasar_fix/node_modules/.bun/lucide-react@0.556.0+d86b59289c1a13ae/node_modules/lucide-react/dist/esm/icons/folder-input.js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D:/pasar_fix/node_modules/.bun/lucide-react@0.556.0+d86b59289c1a13ae/node_modules/lucide-react/dist/esm/icons/folder-input.js.map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D:/pasar_fix/node_modules/.bun/lucide-react@0.556.0+d86b59289c1a13ae/node_modules/lucide-react/dist/esm/icons/folder-kanban.js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D:/pasar_fix/node_modules/.bun/lucide-react@0.556.0+d86b59289c1a13ae/node_modules/lucide-react/dist/esm/icons/folder-kanban.js.map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D:/pasar_fix/node_modules/.bun/lucide-react@0.556.0+d86b59289c1a13ae/node_modules/lucide-react/dist/esm/icons/folder-key.js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D:/pasar_fix/node_modules/.bun/lucide-react@0.556.0+d86b59289c1a13ae/node_modules/lucide-react/dist/esm/icons/folder-key.js.map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D:/pasar_fix/node_modules/.bun/lucide-react@0.556.0+d86b59289c1a13ae/node_modules/lucide-react/dist/esm/icons/folder-lock.js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D:/pasar_fix/node_modules/.bun/lucide-react@0.556.0+d86b59289c1a13ae/node_modules/lucide-react/dist/esm/icons/folder-lock.js.map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D:/pasar_fix/node_modules/.bun/lucide-react@0.556.0+d86b59289c1a13ae/node_modules/lucide-react/dist/esm/icons/folder-minus.js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D:/pasar_fix/node_modules/.bun/lucide-react@0.556.0+d86b59289c1a13ae/node_modules/lucide-react/dist/esm/icons/folder-minus.js.map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D:/pasar_fix/node_modules/.bun/lucide-react@0.556.0+d86b59289c1a13ae/node_modules/lucide-react/dist/esm/icons/folder-open-dot.js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D:/pasar_fix/node_modules/.bun/lucide-react@0.556.0+d86b59289c1a13ae/node_modules/lucide-react/dist/esm/icons/folder-open-dot.js.map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D:/pasar_fix/node_modules/.bun/lucide-react@0.556.0+d86b59289c1a13ae/node_modules/lucide-react/dist/esm/icons/folder-open.js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D:/pasar_fix/node_modules/.bun/lucide-react@0.556.0+d86b59289c1a13ae/node_modules/lucide-react/dist/esm/icons/folder-open.js.map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D:/pasar_fix/node_modules/.bun/lucide-react@0.556.0+d86b59289c1a13ae/node_modules/lucide-react/dist/esm/icons/folder-output.js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D:/pasar_fix/node_modules/.bun/lucide-react@0.556.0+d86b59289c1a13ae/node_modules/lucide-react/dist/esm/icons/folder-output.js.map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D:/pasar_fix/node_modules/.bun/lucide-react@0.556.0+d86b59289c1a13ae/node_modules/lucide-react/dist/esm/icons/folder-pen.js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D:/pasar_fix/node_modules/.bun/lucide-react@0.556.0+d86b59289c1a13ae/node_modules/lucide-react/dist/esm/icons/folder-pen.js.map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D:/pasar_fix/node_modules/.bun/lucide-react@0.556.0+d86b59289c1a13ae/node_modules/lucide-react/dist/esm/icons/folder-plus.js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D:/pasar_fix/node_modules/.bun/lucide-react@0.556.0+d86b59289c1a13ae/node_modules/lucide-react/dist/esm/icons/folder-plus.js.map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D:/pasar_fix/node_modules/.bun/lucide-react@0.556.0+d86b59289c1a13ae/node_modules/lucide-react/dist/esm/icons/folder-root.js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D:/pasar_fix/node_modules/.bun/lucide-react@0.556.0+d86b59289c1a13ae/node_modules/lucide-react/dist/esm/icons/folder-root.js.map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D:/pasar_fix/node_modules/.bun/lucide-react@0.556.0+d86b59289c1a13ae/node_modules/lucide-react/dist/esm/icons/folder-search-2.js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D:/pasar_fix/node_modules/.bun/lucide-react@0.556.0+d86b59289c1a13ae/node_modules/lucide-react/dist/esm/icons/folder-search-2.js.map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D:/pasar_fix/node_modules/.bun/lucide-react@0.556.0+d86b59289c1a13ae/node_modules/lucide-react/dist/esm/icons/folder-search.js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D:/pasar_fix/node_modules/.bun/lucide-react@0.556.0+d86b59289c1a13ae/node_modules/lucide-react/dist/esm/icons/folder-search.js.map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D:/pasar_fix/node_modules/.bun/lucide-react@0.556.0+d86b59289c1a13ae/node_modules/lucide-react/dist/esm/icons/folder-symlink.js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D:/pasar_fix/node_modules/.bun/lucide-react@0.556.0+d86b59289c1a13ae/node_modules/lucide-react/dist/esm/icons/folder-symlink.js.map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D:/pasar_fix/node_modules/.bun/lucide-react@0.556.0+d86b59289c1a13ae/node_modules/lucide-react/dist/esm/icons/folder-sync.js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D:/pasar_fix/node_modules/.bun/lucide-react@0.556.0+d86b59289c1a13ae/node_modules/lucide-react/dist/esm/icons/folder-sync.js.map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D:/pasar_fix/node_modules/.bun/lucide-react@0.556.0+d86b59289c1a13ae/node_modules/lucide-react/dist/esm/icons/folder-tree.js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D:/pasar_fix/node_modules/.bun/lucide-react@0.556.0+d86b59289c1a13ae/node_modules/lucide-react/dist/esm/icons/folder-tree.js.map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D:/pasar_fix/node_modules/.bun/lucide-react@0.556.0+d86b59289c1a13ae/node_modules/lucide-react/dist/esm/icons/folder-up.js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D:/pasar_fix/node_modules/.bun/lucide-react@0.556.0+d86b59289c1a13ae/node_modules/lucide-react/dist/esm/icons/folder-up.js.map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D:/pasar_fix/node_modules/.bun/lucide-react@0.556.0+d86b59289c1a13ae/node_modules/lucide-react/dist/esm/icons/folder-x.js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D:/pasar_fix/node_modules/.bun/lucide-react@0.556.0+d86b59289c1a13ae/node_modules/lucide-react/dist/esm/icons/folder-x.js.map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D:/pasar_fix/node_modules/.bun/lucide-react@0.556.0+d86b59289c1a13ae/node_modules/lucide-react/dist/esm/icons/folder.js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D:/pasar_fix/node_modules/.bun/lucide-react@0.556.0+d86b59289c1a13ae/node_modules/lucide-react/dist/esm/icons/folder.js.map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D:/pasar_fix/node_modules/.bun/lucide-react@0.556.0+d86b59289c1a13ae/node_modules/lucide-react/dist/esm/icons/folders.js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D:/pasar_fix/node_modules/.bun/lucide-react@0.556.0+d86b59289c1a13ae/node_modules/lucide-react/dist/esm/icons/folders.js.map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D:/pasar_fix/node_modules/.bun/lucide-react@0.556.0+d86b59289c1a13ae/node_modules/lucide-react/dist/esm/icons/footprints.js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D:/pasar_fix/node_modules/.bun/lucide-react@0.556.0+d86b59289c1a13ae/node_modules/lucide-react/dist/esm/icons/footprints.js.map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D:/pasar_fix/node_modules/.bun/lucide-react@0.556.0+d86b59289c1a13ae/node_modules/lucide-react/dist/esm/icons/fork-knife-crossed.js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D:/pasar_fix/node_modules/.bun/lucide-react@0.556.0+d86b59289c1a13ae/node_modules/lucide-react/dist/esm/icons/fork-knife-crossed.js.map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D:/pasar_fix/node_modules/.bun/lucide-react@0.556.0+d86b59289c1a13ae/node_modules/lucide-react/dist/esm/icons/fork-knife.js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D:/pasar_fix/node_modules/.bun/lucide-react@0.556.0+d86b59289c1a13ae/node_modules/lucide-react/dist/esm/icons/fork-knife.js.map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D:/pasar_fix/node_modules/.bun/lucide-react@0.556.0+d86b59289c1a13ae/node_modules/lucide-react/dist/esm/icons/forklift.js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D:/pasar_fix/node_modules/.bun/lucide-react@0.556.0+d86b59289c1a13ae/node_modules/lucide-react/dist/esm/icons/forklift.js.map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D:/pasar_fix/node_modules/.bun/lucide-react@0.556.0+d86b59289c1a13ae/node_modules/lucide-react/dist/esm/icons/form-input.js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D:/pasar_fix/node_modules/.bun/lucide-react@0.556.0+d86b59289c1a13ae/node_modules/lucide-react/dist/esm/icons/form-input.js.map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D:/pasar_fix/node_modules/.bun/lucide-react@0.556.0+d86b59289c1a13ae/node_modules/lucide-react/dist/esm/icons/form.js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D:/pasar_fix/node_modules/.bun/lucide-react@0.556.0+d86b59289c1a13ae/node_modules/lucide-react/dist/esm/icons/form.js.map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D:/pasar_fix/node_modules/.bun/lucide-react@0.556.0+d86b59289c1a13ae/node_modules/lucide-react/dist/esm/icons/forward.js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D:/pasar_fix/node_modules/.bun/lucide-react@0.556.0+d86b59289c1a13ae/node_modules/lucide-react/dist/esm/icons/forward.js.map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D:/pasar_fix/node_modules/.bun/lucide-react@0.556.0+d86b59289c1a13ae/node_modules/lucide-react/dist/esm/icons/frame.js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D:/pasar_fix/node_modules/.bun/lucide-react@0.556.0+d86b59289c1a13ae/node_modules/lucide-react/dist/esm/icons/frame.js.map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D:/pasar_fix/node_modules/.bun/lucide-react@0.556.0+d86b59289c1a13ae/node_modules/lucide-react/dist/esm/icons/framer.js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D:/pasar_fix/node_modules/.bun/lucide-react@0.556.0+d86b59289c1a13ae/node_modules/lucide-react/dist/esm/icons/framer.js.map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D:/pasar_fix/node_modules/.bun/lucide-react@0.556.0+d86b59289c1a13ae/node_modules/lucide-react/dist/esm/icons/frown.js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D:/pasar_fix/node_modules/.bun/lucide-react@0.556.0+d86b59289c1a13ae/node_modules/lucide-react/dist/esm/icons/frown.js.map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D:/pasar_fix/node_modules/.bun/lucide-react@0.556.0+d86b59289c1a13ae/node_modules/lucide-react/dist/esm/icons/fuel.js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D:/pasar_fix/node_modules/.bun/lucide-react@0.556.0+d86b59289c1a13ae/node_modules/lucide-react/dist/esm/icons/fuel.js.map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D:/pasar_fix/node_modules/.bun/lucide-react@0.556.0+d86b59289c1a13ae/node_modules/lucide-react/dist/esm/icons/fullscreen.js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D:/pasar_fix/node_modules/.bun/lucide-react@0.556.0+d86b59289c1a13ae/node_modules/lucide-react/dist/esm/icons/fullscreen.js.map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D:/pasar_fix/node_modules/.bun/lucide-react@0.556.0+d86b59289c1a13ae/node_modules/lucide-react/dist/esm/icons/function-square.js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D:/pasar_fix/node_modules/.bun/lucide-react@0.556.0+d86b59289c1a13ae/node_modules/lucide-react/dist/esm/icons/function-square.js.map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D:/pasar_fix/node_modules/.bun/lucide-react@0.556.0+d86b59289c1a13ae/node_modules/lucide-react/dist/esm/icons/funnel-plus.js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D:/pasar_fix/node_modules/.bun/lucide-react@0.556.0+d86b59289c1a13ae/node_modules/lucide-react/dist/esm/icons/funnel-plus.js.map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D:/pasar_fix/node_modules/.bun/lucide-react@0.556.0+d86b59289c1a13ae/node_modules/lucide-react/dist/esm/icons/funnel-x.js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D:/pasar_fix/node_modules/.bun/lucide-react@0.556.0+d86b59289c1a13ae/node_modules/lucide-react/dist/esm/icons/funnel-x.js.map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D:/pasar_fix/node_modules/.bun/lucide-react@0.556.0+d86b59289c1a13ae/node_modules/lucide-react/dist/esm/icons/funnel.js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D:/pasar_fix/node_modules/.bun/lucide-react@0.556.0+d86b59289c1a13ae/node_modules/lucide-react/dist/esm/icons/funnel.js.map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D:/pasar_fix/node_modules/.bun/lucide-react@0.556.0+d86b59289c1a13ae/node_modules/lucide-react/dist/esm/icons/gallery-horizontal-end.js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D:/pasar_fix/node_modules/.bun/lucide-react@0.556.0+d86b59289c1a13ae/node_modules/lucide-react/dist/esm/icons/gallery-horizontal-end.js.map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D:/pasar_fix/node_modules/.bun/lucide-react@0.556.0+d86b59289c1a13ae/node_modules/lucide-react/dist/esm/icons/gallery-horizontal.js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D:/pasar_fix/node_modules/.bun/lucide-react@0.556.0+d86b59289c1a13ae/node_modules/lucide-react/dist/esm/icons/gallery-horizontal.js.map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D:/pasar_fix/node_modules/.bun/lucide-react@0.556.0+d86b59289c1a13ae/node_modules/lucide-react/dist/esm/icons/gallery-thumbnails.js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D:/pasar_fix/node_modules/.bun/lucide-react@0.556.0+d86b59289c1a13ae/node_modules/lucide-react/dist/esm/icons/gallery-thumbnails.js.map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D:/pasar_fix/node_modules/.bun/lucide-react@0.556.0+d86b59289c1a13ae/node_modules/lucide-react/dist/esm/icons/gallery-vertical-end.js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D:/pasar_fix/node_modules/.bun/lucide-react@0.556.0+d86b59289c1a13ae/node_modules/lucide-react/dist/esm/icons/gallery-vertical-end.js.map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D:/pasar_fix/node_modules/.bun/lucide-react@0.556.0+d86b59289c1a13ae/node_modules/lucide-react/dist/esm/icons/gallery-vertical.js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D:/pasar_fix/node_modules/.bun/lucide-react@0.556.0+d86b59289c1a13ae/node_modules/lucide-react/dist/esm/icons/gallery-vertical.js.map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D:/pasar_fix/node_modules/.bun/lucide-react@0.556.0+d86b59289c1a13ae/node_modules/lucide-react/dist/esm/icons/gamepad-2.js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D:/pasar_fix/node_modules/.bun/lucide-react@0.556.0+d86b59289c1a13ae/node_modules/lucide-react/dist/esm/icons/gamepad-2.js.map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D:/pasar_fix/node_modules/.bun/lucide-react@0.556.0+d86b59289c1a13ae/node_modules/lucide-react/dist/esm/icons/gamepad-directional.js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D:/pasar_fix/node_modules/.bun/lucide-react@0.556.0+d86b59289c1a13ae/node_modules/lucide-react/dist/esm/icons/gamepad-directional.js.map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D:/pasar_fix/node_modules/.bun/lucide-react@0.556.0+d86b59289c1a13ae/node_modules/lucide-react/dist/esm/icons/gamepad.js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D:/pasar_fix/node_modules/.bun/lucide-react@0.556.0+d86b59289c1a13ae/node_modules/lucide-react/dist/esm/icons/gamepad.js.map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D:/pasar_fix/node_modules/.bun/lucide-react@0.556.0+d86b59289c1a13ae/node_modules/lucide-react/dist/esm/icons/gantt-chart-square.js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D:/pasar_fix/node_modules/.bun/lucide-react@0.556.0+d86b59289c1a13ae/node_modules/lucide-react/dist/esm/icons/gantt-chart-square.js.map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D:/pasar_fix/node_modules/.bun/lucide-react@0.556.0+d86b59289c1a13ae/node_modules/lucide-react/dist/esm/icons/gantt-chart.js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D:/pasar_fix/node_modules/.bun/lucide-react@0.556.0+d86b59289c1a13ae/node_modules/lucide-react/dist/esm/icons/gantt-chart.js.map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D:/pasar_fix/node_modules/.bun/lucide-react@0.556.0+d86b59289c1a13ae/node_modules/lucide-react/dist/esm/icons/gauge-circle.js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D:/pasar_fix/node_modules/.bun/lucide-react@0.556.0+d86b59289c1a13ae/node_modules/lucide-react/dist/esm/icons/gauge-circle.js.map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D:/pasar_fix/node_modules/.bun/lucide-react@0.556.0+d86b59289c1a13ae/node_modules/lucide-react/dist/esm/icons/gauge.js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D:/pasar_fix/node_modules/.bun/lucide-react@0.556.0+d86b59289c1a13ae/node_modules/lucide-react/dist/esm/icons/gauge.js.map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D:/pasar_fix/node_modules/.bun/lucide-react@0.556.0+d86b59289c1a13ae/node_modules/lucide-react/dist/esm/icons/gavel.js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D:/pasar_fix/node_modules/.bun/lucide-react@0.556.0+d86b59289c1a13ae/node_modules/lucide-react/dist/esm/icons/gavel.js.map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D:/pasar_fix/node_modules/.bun/lucide-react@0.556.0+d86b59289c1a13ae/node_modules/lucide-react/dist/esm/icons/gem.js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D:/pasar_fix/node_modules/.bun/lucide-react@0.556.0+d86b59289c1a13ae/node_modules/lucide-react/dist/esm/icons/gem.js.map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D:/pasar_fix/node_modules/.bun/lucide-react@0.556.0+d86b59289c1a13ae/node_modules/lucide-react/dist/esm/icons/georgian-lari.js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D:/pasar_fix/node_modules/.bun/lucide-react@0.556.0+d86b59289c1a13ae/node_modules/lucide-react/dist/esm/icons/georgian-lari.js.map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D:/pasar_fix/node_modules/.bun/lucide-react@0.556.0+d86b59289c1a13ae/node_modules/lucide-react/dist/esm/icons/ghost.js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D:/pasar_fix/node_modules/.bun/lucide-react@0.556.0+d86b59289c1a13ae/node_modules/lucide-react/dist/esm/icons/ghost.js.map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D:/pasar_fix/node_modules/.bun/lucide-react@0.556.0+d86b59289c1a13ae/node_modules/lucide-react/dist/esm/icons/gift.js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D:/pasar_fix/node_modules/.bun/lucide-react@0.556.0+d86b59289c1a13ae/node_modules/lucide-react/dist/esm/icons/gift.js.map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D:/pasar_fix/node_modules/.bun/lucide-react@0.556.0+d86b59289c1a13ae/node_modules/lucide-react/dist/esm/icons/git-branch-minus.js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D:/pasar_fix/node_modules/.bun/lucide-react@0.556.0+d86b59289c1a13ae/node_modules/lucide-react/dist/esm/icons/git-branch-minus.js.map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D:/pasar_fix/node_modules/.bun/lucide-react@0.556.0+d86b59289c1a13ae/node_modules/lucide-react/dist/esm/icons/git-branch-plus.js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D:/pasar_fix/node_modules/.bun/lucide-react@0.556.0+d86b59289c1a13ae/node_modules/lucide-react/dist/esm/icons/git-branch-plus.js.map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D:/pasar_fix/node_modules/.bun/lucide-react@0.556.0+d86b59289c1a13ae/node_modules/lucide-react/dist/esm/icons/git-branch.js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D:/pasar_fix/node_modules/.bun/lucide-react@0.556.0+d86b59289c1a13ae/node_modules/lucide-react/dist/esm/icons/git-branch.js.map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D:/pasar_fix/node_modules/.bun/lucide-react@0.556.0+d86b59289c1a13ae/node_modules/lucide-react/dist/esm/icons/git-commit-horizontal.js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D:/pasar_fix/node_modules/.bun/lucide-react@0.556.0+d86b59289c1a13ae/node_modules/lucide-react/dist/esm/icons/git-commit-horizontal.js.map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D:/pasar_fix/node_modules/.bun/lucide-react@0.556.0+d86b59289c1a13ae/node_modules/lucide-react/dist/esm/icons/git-commit-vertical.js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D:/pasar_fix/node_modules/.bun/lucide-react@0.556.0+d86b59289c1a13ae/node_modules/lucide-react/dist/esm/icons/git-commit-vertical.js.map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D:/pasar_fix/node_modules/.bun/lucide-react@0.556.0+d86b59289c1a13ae/node_modules/lucide-react/dist/esm/icons/git-commit.js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D:/pasar_fix/node_modules/.bun/lucide-react@0.556.0+d86b59289c1a13ae/node_modules/lucide-react/dist/esm/icons/git-commit.js.map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D:/pasar_fix/node_modules/.bun/lucide-react@0.556.0+d86b59289c1a13ae/node_modules/lucide-react/dist/esm/icons/git-compare-arrows.js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D:/pasar_fix/node_modules/.bun/lucide-react@0.556.0+d86b59289c1a13ae/node_modules/lucide-react/dist/esm/icons/git-compare-arrows.js.map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D:/pasar_fix/node_modules/.bun/lucide-react@0.556.0+d86b59289c1a13ae/node_modules/lucide-react/dist/esm/icons/git-compare.js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D:/pasar_fix/node_modules/.bun/lucide-react@0.556.0+d86b59289c1a13ae/node_modules/lucide-react/dist/esm/icons/git-compare.js.map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D:/pasar_fix/node_modules/.bun/lucide-react@0.556.0+d86b59289c1a13ae/node_modules/lucide-react/dist/esm/icons/git-fork.js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D:/pasar_fix/node_modules/.bun/lucide-react@0.556.0+d86b59289c1a13ae/node_modules/lucide-react/dist/esm/icons/git-fork.js.map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D:/pasar_fix/node_modules/.bun/lucide-react@0.556.0+d86b59289c1a13ae/node_modules/lucide-react/dist/esm/icons/git-graph.js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D:/pasar_fix/node_modules/.bun/lucide-react@0.556.0+d86b59289c1a13ae/node_modules/lucide-react/dist/esm/icons/git-graph.js.map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D:/pasar_fix/node_modules/.bun/lucide-react@0.556.0+d86b59289c1a13ae/node_modules/lucide-react/dist/esm/icons/git-merge.js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D:/pasar_fix/node_modules/.bun/lucide-react@0.556.0+d86b59289c1a13ae/node_modules/lucide-react/dist/esm/icons/git-merge.js.map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D:/pasar_fix/node_modules/.bun/lucide-react@0.556.0+d86b59289c1a13ae/node_modules/lucide-react/dist/esm/icons/git-pull-request-arrow.js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D:/pasar_fix/node_modules/.bun/lucide-react@0.556.0+d86b59289c1a13ae/node_modules/lucide-react/dist/esm/icons/git-pull-request-arrow.js.map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D:/pasar_fix/node_modules/.bun/lucide-react@0.556.0+d86b59289c1a13ae/node_modules/lucide-react/dist/esm/icons/git-pull-request-closed.js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D:/pasar_fix/node_modules/.bun/lucide-react@0.556.0+d86b59289c1a13ae/node_modules/lucide-react/dist/esm/icons/git-pull-request-closed.js.map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D:/pasar_fix/node_modules/.bun/lucide-react@0.556.0+d86b59289c1a13ae/node_modules/lucide-react/dist/esm/icons/git-pull-request-create-arrow.js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D:/pasar_fix/node_modules/.bun/lucide-react@0.556.0+d86b59289c1a13ae/node_modules/lucide-react/dist/esm/icons/git-pull-request-create-arrow.js.map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D:/pasar_fix/node_modules/.bun/lucide-react@0.556.0+d86b59289c1a13ae/node_modules/lucide-react/dist/esm/icons/git-pull-request-create.js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D:/pasar_fix/node_modules/.bun/lucide-react@0.556.0+d86b59289c1a13ae/node_modules/lucide-react/dist/esm/icons/git-pull-request-create.js.map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D:/pasar_fix/node_modules/.bun/lucide-react@0.556.0+d86b59289c1a13ae/node_modules/lucide-react/dist/esm/icons/git-pull-request-draft.js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D:/pasar_fix/node_modules/.bun/lucide-react@0.556.0+d86b59289c1a13ae/node_modules/lucide-react/dist/esm/icons/git-pull-request-draft.js.map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D:/pasar_fix/node_modules/.bun/lucide-react@0.556.0+d86b59289c1a13ae/node_modules/lucide-react/dist/esm/icons/git-pull-request.js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D:/pasar_fix/node_modules/.bun/lucide-react@0.556.0+d86b59289c1a13ae/node_modules/lucide-react/dist/esm/icons/git-pull-request.js.map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D:/pasar_fix/node_modules/.bun/lucide-react@0.556.0+d86b59289c1a13ae/node_modules/lucide-react/dist/esm/icons/github.js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D:/pasar_fix/node_modules/.bun/lucide-react@0.556.0+d86b59289c1a13ae/node_modules/lucide-react/dist/esm/icons/github.js.map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D:/pasar_fix/node_modules/.bun/lucide-react@0.556.0+d86b59289c1a13ae/node_modules/lucide-react/dist/esm/icons/gitlab.js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D:/pasar_fix/node_modules/.bun/lucide-react@0.556.0+d86b59289c1a13ae/node_modules/lucide-react/dist/esm/icons/gitlab.js.map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D:/pasar_fix/node_modules/.bun/lucide-react@0.556.0+d86b59289c1a13ae/node_modules/lucide-react/dist/esm/icons/glass-water.js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D:/pasar_fix/node_modules/.bun/lucide-react@0.556.0+d86b59289c1a13ae/node_modules/lucide-react/dist/esm/icons/glass-water.js.map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D:/pasar_fix/node_modules/.bun/lucide-react@0.556.0+d86b59289c1a13ae/node_modules/lucide-react/dist/esm/icons/glasses.js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D:/pasar_fix/node_modules/.bun/lucide-react@0.556.0+d86b59289c1a13ae/node_modules/lucide-react/dist/esm/icons/glasses.js.map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D:/pasar_fix/node_modules/.bun/lucide-react@0.556.0+d86b59289c1a13ae/node_modules/lucide-react/dist/esm/icons/globe-2.js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D:/pasar_fix/node_modules/.bun/lucide-react@0.556.0+d86b59289c1a13ae/node_modules/lucide-react/dist/esm/icons/globe-2.js.map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D:/pasar_fix/node_modules/.bun/lucide-react@0.556.0+d86b59289c1a13ae/node_modules/lucide-react/dist/esm/icons/globe-lock.js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D:/pasar_fix/node_modules/.bun/lucide-react@0.556.0+d86b59289c1a13ae/node_modules/lucide-react/dist/esm/icons/globe-lock.js.map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D:/pasar_fix/node_modules/.bun/lucide-react@0.556.0+d86b59289c1a13ae/node_modules/lucide-react/dist/esm/icons/globe.js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D:/pasar_fix/node_modules/.bun/lucide-react@0.556.0+d86b59289c1a13ae/node_modules/lucide-react/dist/esm/icons/globe.js.map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D:/pasar_fix/node_modules/.bun/lucide-react@0.556.0+d86b59289c1a13ae/node_modules/lucide-react/dist/esm/icons/goal.js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D:/pasar_fix/node_modules/.bun/lucide-react@0.556.0+d86b59289c1a13ae/node_modules/lucide-react/dist/esm/icons/goal.js.map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D:/pasar_fix/node_modules/.bun/lucide-react@0.556.0+d86b59289c1a13ae/node_modules/lucide-react/dist/esm/icons/gpu.js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D:/pasar_fix/node_modules/.bun/lucide-react@0.556.0+d86b59289c1a13ae/node_modules/lucide-react/dist/esm/icons/gpu.js.map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D:/pasar_fix/node_modules/.bun/lucide-react@0.556.0+d86b59289c1a13ae/node_modules/lucide-react/dist/esm/icons/grab.js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D:/pasar_fix/node_modules/.bun/lucide-react@0.556.0+d86b59289c1a13ae/node_modules/lucide-react/dist/esm/icons/grab.js.map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D:/pasar_fix/node_modules/.bun/lucide-react@0.556.0+d86b59289c1a13ae/node_modules/lucide-react/dist/esm/icons/graduation-cap.js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D:/pasar_fix/node_modules/.bun/lucide-react@0.556.0+d86b59289c1a13ae/node_modules/lucide-react/dist/esm/icons/graduation-cap.js.map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D:/pasar_fix/node_modules/.bun/lucide-react@0.556.0+d86b59289c1a13ae/node_modules/lucide-react/dist/esm/icons/grape.js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D:/pasar_fix/node_modules/.bun/lucide-react@0.556.0+d86b59289c1a13ae/node_modules/lucide-react/dist/esm/icons/grape.js.map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D:/pasar_fix/node_modules/.bun/lucide-react@0.556.0+d86b59289c1a13ae/node_modules/lucide-react/dist/esm/icons/grid-2-x-2-check.js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D:/pasar_fix/node_modules/.bun/lucide-react@0.556.0+d86b59289c1a13ae/node_modules/lucide-react/dist/esm/icons/grid-2-x-2-check.js.map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D:/pasar_fix/node_modules/.bun/lucide-react@0.556.0+d86b59289c1a13ae/node_modules/lucide-react/dist/esm/icons/grid-2-x-2-plus.js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D:/pasar_fix/node_modules/.bun/lucide-react@0.556.0+d86b59289c1a13ae/node_modules/lucide-react/dist/esm/icons/grid-2-x-2-plus.js.map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D:/pasar_fix/node_modules/.bun/lucide-react@0.556.0+d86b59289c1a13ae/node_modules/lucide-react/dist/esm/icons/grid-2-x-2-x.js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D:/pasar_fix/node_modules/.bun/lucide-react@0.556.0+d86b59289c1a13ae/node_modules/lucide-react/dist/esm/icons/grid-2-x-2-x.js.map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D:/pasar_fix/node_modules/.bun/lucide-react@0.556.0+d86b59289c1a13ae/node_modules/lucide-react/dist/esm/icons/grid-2-x-2.js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D:/pasar_fix/node_modules/.bun/lucide-react@0.556.0+d86b59289c1a13ae/node_modules/lucide-react/dist/esm/icons/grid-2-x-2.js.map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D:/pasar_fix/node_modules/.bun/lucide-react@0.556.0+d86b59289c1a13ae/node_modules/lucide-react/dist/esm/icons/grid-2x2-check.js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D:/pasar_fix/node_modules/.bun/lucide-react@0.556.0+d86b59289c1a13ae/node_modules/lucide-react/dist/esm/icons/grid-2x2-check.js.map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D:/pasar_fix/node_modules/.bun/lucide-react@0.556.0+d86b59289c1a13ae/node_modules/lucide-react/dist/esm/icons/grid-2x2-plus.js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D:/pasar_fix/node_modules/.bun/lucide-react@0.556.0+d86b59289c1a13ae/node_modules/lucide-react/dist/esm/icons/grid-2x2-plus.js.map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D:/pasar_fix/node_modules/.bun/lucide-react@0.556.0+d86b59289c1a13ae/node_modules/lucide-react/dist/esm/icons/grid-2x2-x.js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D:/pasar_fix/node_modules/.bun/lucide-react@0.556.0+d86b59289c1a13ae/node_modules/lucide-react/dist/esm/icons/grid-2x2-x.js.map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D:/pasar_fix/node_modules/.bun/lucide-react@0.556.0+d86b59289c1a13ae/node_modules/lucide-react/dist/esm/icons/grid-2x2.js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D:/pasar_fix/node_modules/.bun/lucide-react@0.556.0+d86b59289c1a13ae/node_modules/lucide-react/dist/esm/icons/grid-2x2.js.map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D:/pasar_fix/node_modules/.bun/lucide-react@0.556.0+d86b59289c1a13ae/node_modules/lucide-react/dist/esm/icons/grid-3-x-3.js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D:/pasar_fix/node_modules/.bun/lucide-react@0.556.0+d86b59289c1a13ae/node_modules/lucide-react/dist/esm/icons/grid-3-x-3.js.map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D:/pasar_fix/node_modules/.bun/lucide-react@0.556.0+d86b59289c1a13ae/node_modules/lucide-react/dist/esm/icons/grid-3x2.js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D:/pasar_fix/node_modules/.bun/lucide-react@0.556.0+d86b59289c1a13ae/node_modules/lucide-react/dist/esm/icons/grid-3x2.js.map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D:/pasar_fix/node_modules/.bun/lucide-react@0.556.0+d86b59289c1a13ae/node_modules/lucide-react/dist/esm/icons/grid-3x3.js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D:/pasar_fix/node_modules/.bun/lucide-react@0.556.0+d86b59289c1a13ae/node_modules/lucide-react/dist/esm/icons/grid-3x3.js.map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D:/pasar_fix/node_modules/.bun/lucide-react@0.556.0+d86b59289c1a13ae/node_modules/lucide-react/dist/esm/icons/grid.js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D:/pasar_fix/node_modules/.bun/lucide-react@0.556.0+d86b59289c1a13ae/node_modules/lucide-react/dist/esm/icons/grid.js.map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D:/pasar_fix/node_modules/.bun/lucide-react@0.556.0+d86b59289c1a13ae/node_modules/lucide-react/dist/esm/icons/grip-horizontal.js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D:/pasar_fix/node_modules/.bun/lucide-react@0.556.0+d86b59289c1a13ae/node_modules/lucide-react/dist/esm/icons/grip-horizontal.js.map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D:/pasar_fix/node_modules/.bun/lucide-react@0.556.0+d86b59289c1a13ae/node_modules/lucide-react/dist/esm/icons/grip-vertical.js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D:/pasar_fix/node_modules/.bun/lucide-react@0.556.0+d86b59289c1a13ae/node_modules/lucide-react/dist/esm/icons/grip-vertical.js.map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D:/pasar_fix/node_modules/.bun/lucide-react@0.556.0+d86b59289c1a13ae/node_modules/lucide-react/dist/esm/icons/grip.js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D:/pasar_fix/node_modules/.bun/lucide-react@0.556.0+d86b59289c1a13ae/node_modules/lucide-react/dist/esm/icons/grip.js.map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D:/pasar_fix/node_modules/.bun/lucide-react@0.556.0+d86b59289c1a13ae/node_modules/lucide-react/dist/esm/icons/group.js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D:/pasar_fix/node_modules/.bun/lucide-react@0.556.0+d86b59289c1a13ae/node_modules/lucide-react/dist/esm/icons/group.js.map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D:/pasar_fix/node_modules/.bun/lucide-react@0.556.0+d86b59289c1a13ae/node_modules/lucide-react/dist/esm/icons/guitar.js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D:/pasar_fix/node_modules/.bun/lucide-react@0.556.0+d86b59289c1a13ae/node_modules/lucide-react/dist/esm/icons/guitar.js.map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D:/pasar_fix/node_modules/.bun/lucide-react@0.556.0+d86b59289c1a13ae/node_modules/lucide-react/dist/esm/icons/ham.js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D:/pasar_fix/node_modules/.bun/lucide-react@0.556.0+d86b59289c1a13ae/node_modules/lucide-react/dist/esm/icons/ham.js.map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D:/pasar_fix/node_modules/.bun/lucide-react@0.556.0+d86b59289c1a13ae/node_modules/lucide-react/dist/esm/icons/hamburger.js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D:/pasar_fix/node_modules/.bun/lucide-react@0.556.0+d86b59289c1a13ae/node_modules/lucide-react/dist/esm/icons/hamburger.js.map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D:/pasar_fix/node_modules/.bun/lucide-react@0.556.0+d86b59289c1a13ae/node_modules/lucide-react/dist/esm/icons/hammer.js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D:/pasar_fix/node_modules/.bun/lucide-react@0.556.0+d86b59289c1a13ae/node_modules/lucide-react/dist/esm/icons/hammer.js.map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D:/pasar_fix/node_modules/.bun/lucide-react@0.556.0+d86b59289c1a13ae/node_modules/lucide-react/dist/esm/icons/hand-coins.js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D:/pasar_fix/node_modules/.bun/lucide-react@0.556.0+d86b59289c1a13ae/node_modules/lucide-react/dist/esm/icons/hand-coins.js.map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D:/pasar_fix/node_modules/.bun/lucide-react@0.556.0+d86b59289c1a13ae/node_modules/lucide-react/dist/esm/icons/hand-fist.js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D:/pasar_fix/node_modules/.bun/lucide-react@0.556.0+d86b59289c1a13ae/node_modules/lucide-react/dist/esm/icons/hand-fist.js.map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D:/pasar_fix/node_modules/.bun/lucide-react@0.556.0+d86b59289c1a13ae/node_modules/lucide-react/dist/esm/icons/hand-grab.js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D:/pasar_fix/node_modules/.bun/lucide-react@0.556.0+d86b59289c1a13ae/node_modules/lucide-react/dist/esm/icons/hand-grab.js.map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D:/pasar_fix/node_modules/.bun/lucide-react@0.556.0+d86b59289c1a13ae/node_modules/lucide-react/dist/esm/icons/hand-heart.js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D:/pasar_fix/node_modules/.bun/lucide-react@0.556.0+d86b59289c1a13ae/node_modules/lucide-react/dist/esm/icons/hand-heart.js.map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D:/pasar_fix/node_modules/.bun/lucide-react@0.556.0+d86b59289c1a13ae/node_modules/lucide-react/dist/esm/icons/hand-helping.js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D:/pasar_fix/node_modules/.bun/lucide-react@0.556.0+d86b59289c1a13ae/node_modules/lucide-react/dist/esm/icons/hand-helping.js.map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D:/pasar_fix/node_modules/.bun/lucide-react@0.556.0+d86b59289c1a13ae/node_modules/lucide-react/dist/esm/icons/hand-metal.js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D:/pasar_fix/node_modules/.bun/lucide-react@0.556.0+d86b59289c1a13ae/node_modules/lucide-react/dist/esm/icons/hand-metal.js.map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D:/pasar_fix/node_modules/.bun/lucide-react@0.556.0+d86b59289c1a13ae/node_modules/lucide-react/dist/esm/icons/hand-platter.js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D:/pasar_fix/node_modules/.bun/lucide-react@0.556.0+d86b59289c1a13ae/node_modules/lucide-react/dist/esm/icons/hand-platter.js.map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D:/pasar_fix/node_modules/.bun/lucide-react@0.556.0+d86b59289c1a13ae/node_modules/lucide-react/dist/esm/icons/hand.js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D:/pasar_fix/node_modules/.bun/lucide-react@0.556.0+d86b59289c1a13ae/node_modules/lucide-react/dist/esm/icons/hand.js.map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D:/pasar_fix/node_modules/.bun/lucide-react@0.556.0+d86b59289c1a13ae/node_modules/lucide-react/dist/esm/icons/handbag.js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D:/pasar_fix/node_modules/.bun/lucide-react@0.556.0+d86b59289c1a13ae/node_modules/lucide-react/dist/esm/icons/handbag.js.map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D:/pasar_fix/node_modules/.bun/lucide-react@0.556.0+d86b59289c1a13ae/node_modules/lucide-react/dist/esm/icons/handshake.js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D:/pasar_fix/node_modules/.bun/lucide-react@0.556.0+d86b59289c1a13ae/node_modules/lucide-react/dist/esm/icons/handshake.js.map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D:/pasar_fix/node_modules/.bun/lucide-react@0.556.0+d86b59289c1a13ae/node_modules/lucide-react/dist/esm/icons/hard-drive-download.js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D:/pasar_fix/node_modules/.bun/lucide-react@0.556.0+d86b59289c1a13ae/node_modules/lucide-react/dist/esm/icons/hard-drive-download.js.map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D:/pasar_fix/node_modules/.bun/lucide-react@0.556.0+d86b59289c1a13ae/node_modules/lucide-react/dist/esm/icons/hard-drive-upload.js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D:/pasar_fix/node_modules/.bun/lucide-react@0.556.0+d86b59289c1a13ae/node_modules/lucide-react/dist/esm/icons/hard-drive-upload.js.map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D:/pasar_fix/node_modules/.bun/lucide-react@0.556.0+d86b59289c1a13ae/node_modules/lucide-react/dist/esm/icons/hard-drive.js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D:/pasar_fix/node_modules/.bun/lucide-react@0.556.0+d86b59289c1a13ae/node_modules/lucide-react/dist/esm/icons/hard-drive.js.map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D:/pasar_fix/node_modules/.bun/lucide-react@0.556.0+d86b59289c1a13ae/node_modules/lucide-react/dist/esm/icons/hard-hat.js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D:/pasar_fix/node_modules/.bun/lucide-react@0.556.0+d86b59289c1a13ae/node_modules/lucide-react/dist/esm/icons/hard-hat.js.map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D:/pasar_fix/node_modules/.bun/lucide-react@0.556.0+d86b59289c1a13ae/node_modules/lucide-react/dist/esm/icons/hash.js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D:/pasar_fix/node_modules/.bun/lucide-react@0.556.0+d86b59289c1a13ae/node_modules/lucide-react/dist/esm/icons/hash.js.map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D:/pasar_fix/node_modules/.bun/lucide-react@0.556.0+d86b59289c1a13ae/node_modules/lucide-react/dist/esm/icons/hat-glasses.js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D:/pasar_fix/node_modules/.bun/lucide-react@0.556.0+d86b59289c1a13ae/node_modules/lucide-react/dist/esm/icons/hat-glasses.js.map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D:/pasar_fix/node_modules/.bun/lucide-react@0.556.0+d86b59289c1a13ae/node_modules/lucide-react/dist/esm/icons/haze.js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D:/pasar_fix/node_modules/.bun/lucide-react@0.556.0+d86b59289c1a13ae/node_modules/lucide-react/dist/esm/icons/haze.js.map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D:/pasar_fix/node_modules/.bun/lucide-react@0.556.0+d86b59289c1a13ae/node_modules/lucide-react/dist/esm/icons/hdmi-port.js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D:/pasar_fix/node_modules/.bun/lucide-react@0.556.0+d86b59289c1a13ae/node_modules/lucide-react/dist/esm/icons/hdmi-port.js.map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D:/pasar_fix/node_modules/.bun/lucide-react@0.556.0+d86b59289c1a13ae/node_modules/lucide-react/dist/esm/icons/heading-1.js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D:/pasar_fix/node_modules/.bun/lucide-react@0.556.0+d86b59289c1a13ae/node_modules/lucide-react/dist/esm/icons/heading-1.js.map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D:/pasar_fix/node_modules/.bun/lucide-react@0.556.0+d86b59289c1a13ae/node_modules/lucide-react/dist/esm/icons/heading-2.js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D:/pasar_fix/node_modules/.bun/lucide-react@0.556.0+d86b59289c1a13ae/node_modules/lucide-react/dist/esm/icons/heading-2.js.map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D:/pasar_fix/node_modules/.bun/lucide-react@0.556.0+d86b59289c1a13ae/node_modules/lucide-react/dist/esm/icons/heading-3.js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D:/pasar_fix/node_modules/.bun/lucide-react@0.556.0+d86b59289c1a13ae/node_modules/lucide-react/dist/esm/icons/heading-3.js.map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D:/pasar_fix/node_modules/.bun/lucide-react@0.556.0+d86b59289c1a13ae/node_modules/lucide-react/dist/esm/icons/heading-4.js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D:/pasar_fix/node_modules/.bun/lucide-react@0.556.0+d86b59289c1a13ae/node_modules/lucide-react/dist/esm/icons/heading-4.js.map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D:/pasar_fix/node_modules/.bun/lucide-react@0.556.0+d86b59289c1a13ae/node_modules/lucide-react/dist/esm/icons/heading-5.js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D:/pasar_fix/node_modules/.bun/lucide-react@0.556.0+d86b59289c1a13ae/node_modules/lucide-react/dist/esm/icons/heading-5.js.map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D:/pasar_fix/node_modules/.bun/lucide-react@0.556.0+d86b59289c1a13ae/node_modules/lucide-react/dist/esm/icons/heading-6.js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D:/pasar_fix/node_modules/.bun/lucide-react@0.556.0+d86b59289c1a13ae/node_modules/lucide-react/dist/esm/icons/heading-6.js.map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D:/pasar_fix/node_modules/.bun/lucide-react@0.556.0+d86b59289c1a13ae/node_modules/lucide-react/dist/esm/icons/heading.js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D:/pasar_fix/node_modules/.bun/lucide-react@0.556.0+d86b59289c1a13ae/node_modules/lucide-react/dist/esm/icons/heading.js.map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D:/pasar_fix/node_modules/.bun/lucide-react@0.556.0+d86b59289c1a13ae/node_modules/lucide-react/dist/esm/icons/headphone-off.js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D:/pasar_fix/node_modules/.bun/lucide-react@0.556.0+d86b59289c1a13ae/node_modules/lucide-react/dist/esm/icons/headphone-off.js.map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D:/pasar_fix/node_modules/.bun/lucide-react@0.556.0+d86b59289c1a13ae/node_modules/lucide-react/dist/esm/icons/headphones.js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D:/pasar_fix/node_modules/.bun/lucide-react@0.556.0+d86b59289c1a13ae/node_modules/lucide-react/dist/esm/icons/headphones.js.map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D:/pasar_fix/node_modules/.bun/lucide-react@0.556.0+d86b59289c1a13ae/node_modules/lucide-react/dist/esm/icons/headset.js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D:/pasar_fix/node_modules/.bun/lucide-react@0.556.0+d86b59289c1a13ae/node_modules/lucide-react/dist/esm/icons/headset.js.map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D:/pasar_fix/node_modules/.bun/lucide-react@0.556.0+d86b59289c1a13ae/node_modules/lucide-react/dist/esm/icons/heart-crack.js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D:/pasar_fix/node_modules/.bun/lucide-react@0.556.0+d86b59289c1a13ae/node_modules/lucide-react/dist/esm/icons/heart-crack.js.map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D:/pasar_fix/node_modules/.bun/lucide-react@0.556.0+d86b59289c1a13ae/node_modules/lucide-react/dist/esm/icons/heart-handshake.js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D:/pasar_fix/node_modules/.bun/lucide-react@0.556.0+d86b59289c1a13ae/node_modules/lucide-react/dist/esm/icons/heart-handshake.js.map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D:/pasar_fix/node_modules/.bun/lucide-react@0.556.0+d86b59289c1a13ae/node_modules/lucide-react/dist/esm/icons/heart-minus.js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D:/pasar_fix/node_modules/.bun/lucide-react@0.556.0+d86b59289c1a13ae/node_modules/lucide-react/dist/esm/icons/heart-minus.js.map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D:/pasar_fix/node_modules/.bun/lucide-react@0.556.0+d86b59289c1a13ae/node_modules/lucide-react/dist/esm/icons/heart-off.js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D:/pasar_fix/node_modules/.bun/lucide-react@0.556.0+d86b59289c1a13ae/node_modules/lucide-react/dist/esm/icons/heart-off.js.map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D:/pasar_fix/node_modules/.bun/lucide-react@0.556.0+d86b59289c1a13ae/node_modules/lucide-react/dist/esm/icons/heart-plus.js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D:/pasar_fix/node_modules/.bun/lucide-react@0.556.0+d86b59289c1a13ae/node_modules/lucide-react/dist/esm/icons/heart-plus.js.map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D:/pasar_fix/node_modules/.bun/lucide-react@0.556.0+d86b59289c1a13ae/node_modules/lucide-react/dist/esm/icons/heart-pulse.js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D:/pasar_fix/node_modules/.bun/lucide-react@0.556.0+d86b59289c1a13ae/node_modules/lucide-react/dist/esm/icons/heart-pulse.js.map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D:/pasar_fix/node_modules/.bun/lucide-react@0.556.0+d86b59289c1a13ae/node_modules/lucide-react/dist/esm/icons/heart.js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D:/pasar_fix/node_modules/.bun/lucide-react@0.556.0+d86b59289c1a13ae/node_modules/lucide-react/dist/esm/icons/heart.js.map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D:/pasar_fix/node_modules/.bun/lucide-react@0.556.0+d86b59289c1a13ae/node_modules/lucide-react/dist/esm/icons/heater.js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D:/pasar_fix/node_modules/.bun/lucide-react@0.556.0+d86b59289c1a13ae/node_modules/lucide-react/dist/esm/icons/heater.js.map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D:/pasar_fix/node_modules/.bun/lucide-react@0.556.0+d86b59289c1a13ae/node_modules/lucide-react/dist/esm/icons/helicopter.js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D:/pasar_fix/node_modules/.bun/lucide-react@0.556.0+d86b59289c1a13ae/node_modules/lucide-react/dist/esm/icons/helicopter.js.map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D:/pasar_fix/node_modules/.bun/lucide-react@0.556.0+d86b59289c1a13ae/node_modules/lucide-react/dist/esm/icons/help-circle.js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D:/pasar_fix/node_modules/.bun/lucide-react@0.556.0+d86b59289c1a13ae/node_modules/lucide-react/dist/esm/icons/help-circle.js.map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D:/pasar_fix/node_modules/.bun/lucide-react@0.556.0+d86b59289c1a13ae/node_modules/lucide-react/dist/esm/icons/helping-hand.js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D:/pasar_fix/node_modules/.bun/lucide-react@0.556.0+d86b59289c1a13ae/node_modules/lucide-react/dist/esm/icons/helping-hand.js.map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D:/pasar_fix/node_modules/.bun/lucide-react@0.556.0+d86b59289c1a13ae/node_modules/lucide-react/dist/esm/icons/hexagon.js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D:/pasar_fix/node_modules/.bun/lucide-react@0.556.0+d86b59289c1a13ae/node_modules/lucide-react/dist/esm/icons/hexagon.js.map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D:/pasar_fix/node_modules/.bun/lucide-react@0.556.0+d86b59289c1a13ae/node_modules/lucide-react/dist/esm/icons/highlighter.js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D:/pasar_fix/node_modules/.bun/lucide-react@0.556.0+d86b59289c1a13ae/node_modules/lucide-react/dist/esm/icons/highlighter.js.map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D:/pasar_fix/node_modules/.bun/lucide-react@0.556.0+d86b59289c1a13ae/node_modules/lucide-react/dist/esm/icons/history.js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D:/pasar_fix/node_modules/.bun/lucide-react@0.556.0+d86b59289c1a13ae/node_modules/lucide-react/dist/esm/icons/history.js.map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D:/pasar_fix/node_modules/.bun/lucide-react@0.556.0+d86b59289c1a13ae/node_modules/lucide-react/dist/esm/icons/home.js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D:/pasar_fix/node_modules/.bun/lucide-react@0.556.0+d86b59289c1a13ae/node_modules/lucide-react/dist/esm/icons/home.js.map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D:/pasar_fix/node_modules/.bun/lucide-react@0.556.0+d86b59289c1a13ae/node_modules/lucide-react/dist/esm/icons/hop-off.js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D:/pasar_fix/node_modules/.bun/lucide-react@0.556.0+d86b59289c1a13ae/node_modules/lucide-react/dist/esm/icons/hop-off.js.map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D:/pasar_fix/node_modules/.bun/lucide-react@0.556.0+d86b59289c1a13ae/node_modules/lucide-react/dist/esm/icons/hop.js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D:/pasar_fix/node_modules/.bun/lucide-react@0.556.0+d86b59289c1a13ae/node_modules/lucide-react/dist/esm/icons/hop.js.map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D:/pasar_fix/node_modules/.bun/lucide-react@0.556.0+d86b59289c1a13ae/node_modules/lucide-react/dist/esm/icons/hospital.js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D:/pasar_fix/node_modules/.bun/lucide-react@0.556.0+d86b59289c1a13ae/node_modules/lucide-react/dist/esm/icons/hospital.js.map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D:/pasar_fix/node_modules/.bun/lucide-react@0.556.0+d86b59289c1a13ae/node_modules/lucide-react/dist/esm/icons/hotel.js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D:/pasar_fix/node_modules/.bun/lucide-react@0.556.0+d86b59289c1a13ae/node_modules/lucide-react/dist/esm/icons/hotel.js.map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D:/pasar_fix/node_modules/.bun/lucide-react@0.556.0+d86b59289c1a13ae/node_modules/lucide-react/dist/esm/icons/hourglass.js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D:/pasar_fix/node_modules/.bun/lucide-react@0.556.0+d86b59289c1a13ae/node_modules/lucide-react/dist/esm/icons/hourglass.js.map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D:/pasar_fix/node_modules/.bun/lucide-react@0.556.0+d86b59289c1a13ae/node_modules/lucide-react/dist/esm/icons/house-heart.js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D:/pasar_fix/node_modules/.bun/lucide-react@0.556.0+d86b59289c1a13ae/node_modules/lucide-react/dist/esm/icons/house-heart.js.map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D:/pasar_fix/node_modules/.bun/lucide-react@0.556.0+d86b59289c1a13ae/node_modules/lucide-react/dist/esm/icons/house-plug.js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D:/pasar_fix/node_modules/.bun/lucide-react@0.556.0+d86b59289c1a13ae/node_modules/lucide-react/dist/esm/icons/house-plug.js.map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D:/pasar_fix/node_modules/.bun/lucide-react@0.556.0+d86b59289c1a13ae/node_modules/lucide-react/dist/esm/icons/house-plus.js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D:/pasar_fix/node_modules/.bun/lucide-react@0.556.0+d86b59289c1a13ae/node_modules/lucide-react/dist/esm/icons/house-plus.js.map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D:/pasar_fix/node_modules/.bun/lucide-react@0.556.0+d86b59289c1a13ae/node_modules/lucide-react/dist/esm/icons/house-wifi.js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D:/pasar_fix/node_modules/.bun/lucide-react@0.556.0+d86b59289c1a13ae/node_modules/lucide-react/dist/esm/icons/house-wifi.js.map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D:/pasar_fix/node_modules/.bun/lucide-react@0.556.0+d86b59289c1a13ae/node_modules/lucide-react/dist/esm/icons/house.js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D:/pasar_fix/node_modules/.bun/lucide-react@0.556.0+d86b59289c1a13ae/node_modules/lucide-react/dist/esm/icons/house.js.map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D:/pasar_fix/node_modules/.bun/lucide-react@0.556.0+d86b59289c1a13ae/node_modules/lucide-react/dist/esm/icons/ice-cream-2.js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D:/pasar_fix/node_modules/.bun/lucide-react@0.556.0+d86b59289c1a13ae/node_modules/lucide-react/dist/esm/icons/ice-cream-2.js.map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D:/pasar_fix/node_modules/.bun/lucide-react@0.556.0+d86b59289c1a13ae/node_modules/lucide-react/dist/esm/icons/ice-cream-bowl.js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D:/pasar_fix/node_modules/.bun/lucide-react@0.556.0+d86b59289c1a13ae/node_modules/lucide-react/dist/esm/icons/ice-cream-bowl.js.map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D:/pasar_fix/node_modules/.bun/lucide-react@0.556.0+d86b59289c1a13ae/node_modules/lucide-react/dist/esm/icons/ice-cream-cone.js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D:/pasar_fix/node_modules/.bun/lucide-react@0.556.0+d86b59289c1a13ae/node_modules/lucide-react/dist/esm/icons/ice-cream-cone.js.map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D:/pasar_fix/node_modules/.bun/lucide-react@0.556.0+d86b59289c1a13ae/node_modules/lucide-react/dist/esm/icons/ice-cream.js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D:/pasar_fix/node_modules/.bun/lucide-react@0.556.0+d86b59289c1a13ae/node_modules/lucide-react/dist/esm/icons/ice-cream.js.map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D:/pasar_fix/node_modules/.bun/lucide-react@0.556.0+d86b59289c1a13ae/node_modules/lucide-react/dist/esm/icons/id-card-lanyard.js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D:/pasar_fix/node_modules/.bun/lucide-react@0.556.0+d86b59289c1a13ae/node_modules/lucide-react/dist/esm/icons/id-card-lanyard.js.map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D:/pasar_fix/node_modules/.bun/lucide-react@0.556.0+d86b59289c1a13ae/node_modules/lucide-react/dist/esm/icons/id-card.js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D:/pasar_fix/node_modules/.bun/lucide-react@0.556.0+d86b59289c1a13ae/node_modules/lucide-react/dist/esm/icons/id-card.js.map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D:/pasar_fix/node_modules/.bun/lucide-react@0.556.0+d86b59289c1a13ae/node_modules/lucide-react/dist/esm/icons/image-down.js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D:/pasar_fix/node_modules/.bun/lucide-react@0.556.0+d86b59289c1a13ae/node_modules/lucide-react/dist/esm/icons/image-down.js.map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D:/pasar_fix/node_modules/.bun/lucide-react@0.556.0+d86b59289c1a13ae/node_modules/lucide-react/dist/esm/icons/image-minus.js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D:/pasar_fix/node_modules/.bun/lucide-react@0.556.0+d86b59289c1a13ae/node_modules/lucide-react/dist/esm/icons/image-minus.js.map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D:/pasar_fix/node_modules/.bun/lucide-react@0.556.0+d86b59289c1a13ae/node_modules/lucide-react/dist/esm/icons/image-off.js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D:/pasar_fix/node_modules/.bun/lucide-react@0.556.0+d86b59289c1a13ae/node_modules/lucide-react/dist/esm/icons/image-off.js.map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D:/pasar_fix/node_modules/.bun/lucide-react@0.556.0+d86b59289c1a13ae/node_modules/lucide-react/dist/esm/icons/image-play.js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D:/pasar_fix/node_modules/.bun/lucide-react@0.556.0+d86b59289c1a13ae/node_modules/lucide-react/dist/esm/icons/image-play.js.map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D:/pasar_fix/node_modules/.bun/lucide-react@0.556.0+d86b59289c1a13ae/node_modules/lucide-react/dist/esm/icons/image-plus.js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D:/pasar_fix/node_modules/.bun/lucide-react@0.556.0+d86b59289c1a13ae/node_modules/lucide-react/dist/esm/icons/image-plus.js.map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D:/pasar_fix/node_modules/.bun/lucide-react@0.556.0+d86b59289c1a13ae/node_modules/lucide-react/dist/esm/icons/image-up.js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D:/pasar_fix/node_modules/.bun/lucide-react@0.556.0+d86b59289c1a13ae/node_modules/lucide-react/dist/esm/icons/image-up.js.map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D:/pasar_fix/node_modules/.bun/lucide-react@0.556.0+d86b59289c1a13ae/node_modules/lucide-react/dist/esm/icons/image-upscale.js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D:/pasar_fix/node_modules/.bun/lucide-react@0.556.0+d86b59289c1a13ae/node_modules/lucide-react/dist/esm/icons/image-upscale.js.map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D:/pasar_fix/node_modules/.bun/lucide-react@0.556.0+d86b59289c1a13ae/node_modules/lucide-react/dist/esm/icons/image.js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D:/pasar_fix/node_modules/.bun/lucide-react@0.556.0+d86b59289c1a13ae/node_modules/lucide-react/dist/esm/icons/image.js.map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D:/pasar_fix/node_modules/.bun/lucide-react@0.556.0+d86b59289c1a13ae/node_modules/lucide-react/dist/esm/icons/images.js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D:/pasar_fix/node_modules/.bun/lucide-react@0.556.0+d86b59289c1a13ae/node_modules/lucide-react/dist/esm/icons/images.js.map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D:/pasar_fix/node_modules/.bun/lucide-react@0.556.0+d86b59289c1a13ae/node_modules/lucide-react/dist/esm/icons/import.js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D:/pasar_fix/node_modules/.bun/lucide-react@0.556.0+d86b59289c1a13ae/node_modules/lucide-react/dist/esm/icons/import.js.map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D:/pasar_fix/node_modules/.bun/lucide-react@0.556.0+d86b59289c1a13ae/node_modules/lucide-react/dist/esm/icons/inbox.js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D:/pasar_fix/node_modules/.bun/lucide-react@0.556.0+d86b59289c1a13ae/node_modules/lucide-react/dist/esm/icons/inbox.js.map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D:/pasar_fix/node_modules/.bun/lucide-react@0.556.0+d86b59289c1a13ae/node_modules/lucide-react/dist/esm/icons/indent-decrease.js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D:/pasar_fix/node_modules/.bun/lucide-react@0.556.0+d86b59289c1a13ae/node_modules/lucide-react/dist/esm/icons/indent-decrease.js.map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D:/pasar_fix/node_modules/.bun/lucide-react@0.556.0+d86b59289c1a13ae/node_modules/lucide-react/dist/esm/icons/indent-increase.js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D:/pasar_fix/node_modules/.bun/lucide-react@0.556.0+d86b59289c1a13ae/node_modules/lucide-react/dist/esm/icons/indent-increase.js.map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D:/pasar_fix/node_modules/.bun/lucide-react@0.556.0+d86b59289c1a13ae/node_modules/lucide-react/dist/esm/icons/indent.js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D:/pasar_fix/node_modules/.bun/lucide-react@0.556.0+d86b59289c1a13ae/node_modules/lucide-react/dist/esm/icons/indent.js.map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D:/pasar_fix/node_modules/.bun/lucide-react@0.556.0+d86b59289c1a13ae/node_modules/lucide-react/dist/esm/icons/index.js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D:/pasar_fix/node_modules/.bun/lucide-react@0.556.0+d86b59289c1a13ae/node_modules/lucide-react/dist/esm/icons/index.js.map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D:/pasar_fix/node_modules/.bun/lucide-react@0.556.0+d86b59289c1a13ae/node_modules/lucide-react/dist/esm/icons/indian-rupee.js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D:/pasar_fix/node_modules/.bun/lucide-react@0.556.0+d86b59289c1a13ae/node_modules/lucide-react/dist/esm/icons/indian-rupee.js.map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D:/pasar_fix/node_modules/.bun/lucide-react@0.556.0+d86b59289c1a13ae/node_modules/lucide-react/dist/esm/icons/infinity.js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D:/pasar_fix/node_modules/.bun/lucide-react@0.556.0+d86b59289c1a13ae/node_modules/lucide-react/dist/esm/icons/infinity.js.map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D:/pasar_fix/node_modules/.bun/lucide-react@0.556.0+d86b59289c1a13ae/node_modules/lucide-react/dist/esm/icons/info.js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D:/pasar_fix/node_modules/.bun/lucide-react@0.556.0+d86b59289c1a13ae/node_modules/lucide-react/dist/esm/icons/info.js.map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D:/pasar_fix/node_modules/.bun/lucide-react@0.556.0+d86b59289c1a13ae/node_modules/lucide-react/dist/esm/icons/inspect.js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D:/pasar_fix/node_modules/.bun/lucide-react@0.556.0+d86b59289c1a13ae/node_modules/lucide-react/dist/esm/icons/inspect.js.map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D:/pasar_fix/node_modules/.bun/lucide-react@0.556.0+d86b59289c1a13ae/node_modules/lucide-react/dist/esm/icons/inspection-panel.js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D:/pasar_fix/node_modules/.bun/lucide-react@0.556.0+d86b59289c1a13ae/node_modules/lucide-react/dist/esm/icons/inspection-panel.js.map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D:/pasar_fix/node_modules/.bun/lucide-react@0.556.0+d86b59289c1a13ae/node_modules/lucide-react/dist/esm/icons/instagram.js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D:/pasar_fix/node_modules/.bun/lucide-react@0.556.0+d86b59289c1a13ae/node_modules/lucide-react/dist/esm/icons/instagram.js.map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D:/pasar_fix/node_modules/.bun/lucide-react@0.556.0+d86b59289c1a13ae/node_modules/lucide-react/dist/esm/icons/italic.js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D:/pasar_fix/node_modules/.bun/lucide-react@0.556.0+d86b59289c1a13ae/node_modules/lucide-react/dist/esm/icons/italic.js.map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D:/pasar_fix/node_modules/.bun/lucide-react@0.556.0+d86b59289c1a13ae/node_modules/lucide-react/dist/esm/icons/iteration-ccw.js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D:/pasar_fix/node_modules/.bun/lucide-react@0.556.0+d86b59289c1a13ae/node_modules/lucide-react/dist/esm/icons/iteration-ccw.js.map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D:/pasar_fix/node_modules/.bun/lucide-react@0.556.0+d86b59289c1a13ae/node_modules/lucide-react/dist/esm/icons/iteration-cw.js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D:/pasar_fix/node_modules/.bun/lucide-react@0.556.0+d86b59289c1a13ae/node_modules/lucide-react/dist/esm/icons/iteration-cw.js.map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D:/pasar_fix/node_modules/.bun/lucide-react@0.556.0+d86b59289c1a13ae/node_modules/lucide-react/dist/esm/icons/japanese-yen.js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D:/pasar_fix/node_modules/.bun/lucide-react@0.556.0+d86b59289c1a13ae/node_modules/lucide-react/dist/esm/icons/japanese-yen.js.map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D:/pasar_fix/node_modules/.bun/lucide-react@0.556.0+d86b59289c1a13ae/node_modules/lucide-react/dist/esm/icons/joystick.js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D:/pasar_fix/node_modules/.bun/lucide-react@0.556.0+d86b59289c1a13ae/node_modules/lucide-react/dist/esm/icons/joystick.js.map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D:/pasar_fix/node_modules/.bun/lucide-react@0.556.0+d86b59289c1a13ae/node_modules/lucide-react/dist/esm/icons/kanban-square-dashed.js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D:/pasar_fix/node_modules/.bun/lucide-react@0.556.0+d86b59289c1a13ae/node_modules/lucide-react/dist/esm/icons/kanban-square-dashed.js.map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D:/pasar_fix/node_modules/.bun/lucide-react@0.556.0+d86b59289c1a13ae/node_modules/lucide-react/dist/esm/icons/kanban-square.js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D:/pasar_fix/node_modules/.bun/lucide-react@0.556.0+d86b59289c1a13ae/node_modules/lucide-react/dist/esm/icons/kanban-square.js.map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D:/pasar_fix/node_modules/.bun/lucide-react@0.556.0+d86b59289c1a13ae/node_modules/lucide-react/dist/esm/icons/kanban.js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D:/pasar_fix/node_modules/.bun/lucide-react@0.556.0+d86b59289c1a13ae/node_modules/lucide-react/dist/esm/icons/kanban.js.map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D:/pasar_fix/node_modules/.bun/lucide-react@0.556.0+d86b59289c1a13ae/node_modules/lucide-react/dist/esm/icons/kayak.js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D:/pasar_fix/node_modules/.bun/lucide-react@0.556.0+d86b59289c1a13ae/node_modules/lucide-react/dist/esm/icons/kayak.js.map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D:/pasar_fix/node_modules/.bun/lucide-react@0.556.0+d86b59289c1a13ae/node_modules/lucide-react/dist/esm/icons/key-round.js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D:/pasar_fix/node_modules/.bun/lucide-react@0.556.0+d86b59289c1a13ae/node_modules/lucide-react/dist/esm/icons/key-round.js.map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D:/pasar_fix/node_modules/.bun/lucide-react@0.556.0+d86b59289c1a13ae/node_modules/lucide-react/dist/esm/icons/key-square.js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D:/pasar_fix/node_modules/.bun/lucide-react@0.556.0+d86b59289c1a13ae/node_modules/lucide-react/dist/esm/icons/key-square.js.map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D:/pasar_fix/node_modules/.bun/lucide-react@0.556.0+d86b59289c1a13ae/node_modules/lucide-react/dist/esm/icons/key.js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D:/pasar_fix/node_modules/.bun/lucide-react@0.556.0+d86b59289c1a13ae/node_modules/lucide-react/dist/esm/icons/key.js.map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D:/pasar_fix/node_modules/.bun/lucide-react@0.556.0+d86b59289c1a13ae/node_modules/lucide-react/dist/esm/icons/keyboard-music.js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D:/pasar_fix/node_modules/.bun/lucide-react@0.556.0+d86b59289c1a13ae/node_modules/lucide-react/dist/esm/icons/keyboard-music.js.map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D:/pasar_fix/node_modules/.bun/lucide-react@0.556.0+d86b59289c1a13ae/node_modules/lucide-react/dist/esm/icons/keyboard-off.js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D:/pasar_fix/node_modules/.bun/lucide-react@0.556.0+d86b59289c1a13ae/node_modules/lucide-react/dist/esm/icons/keyboard-off.js.map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D:/pasar_fix/node_modules/.bun/lucide-react@0.556.0+d86b59289c1a13ae/node_modules/lucide-react/dist/esm/icons/keyboard.js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D:/pasar_fix/node_modules/.bun/lucide-react@0.556.0+d86b59289c1a13ae/node_modules/lucide-react/dist/esm/icons/keyboard.js.map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D:/pasar_fix/node_modules/.bun/lucide-react@0.556.0+d86b59289c1a13ae/node_modules/lucide-react/dist/esm/icons/lamp-ceiling.js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D:/pasar_fix/node_modules/.bun/lucide-react@0.556.0+d86b59289c1a13ae/node_modules/lucide-react/dist/esm/icons/lamp-ceiling.js.map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D:/pasar_fix/node_modules/.bun/lucide-react@0.556.0+d86b59289c1a13ae/node_modules/lucide-react/dist/esm/icons/lamp-desk.js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D:/pasar_fix/node_modules/.bun/lucide-react@0.556.0+d86b59289c1a13ae/node_modules/lucide-react/dist/esm/icons/lamp-desk.js.map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D:/pasar_fix/node_modules/.bun/lucide-react@0.556.0+d86b59289c1a13ae/node_modules/lucide-react/dist/esm/icons/lamp-floor.js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D:/pasar_fix/node_modules/.bun/lucide-react@0.556.0+d86b59289c1a13ae/node_modules/lucide-react/dist/esm/icons/lamp-floor.js.map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D:/pasar_fix/node_modules/.bun/lucide-react@0.556.0+d86b59289c1a13ae/node_modules/lucide-react/dist/esm/icons/lamp-wall-down.js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D:/pasar_fix/node_modules/.bun/lucide-react@0.556.0+d86b59289c1a13ae/node_modules/lucide-react/dist/esm/icons/lamp-wall-down.js.map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D:/pasar_fix/node_modules/.bun/lucide-react@0.556.0+d86b59289c1a13ae/node_modules/lucide-react/dist/esm/icons/lamp-wall-up.js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D:/pasar_fix/node_modules/.bun/lucide-react@0.556.0+d86b59289c1a13ae/node_modules/lucide-react/dist/esm/icons/lamp-wall-up.js.map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D:/pasar_fix/node_modules/.bun/lucide-react@0.556.0+d86b59289c1a13ae/node_modules/lucide-react/dist/esm/icons/lamp.js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D:/pasar_fix/node_modules/.bun/lucide-react@0.556.0+d86b59289c1a13ae/node_modules/lucide-react/dist/esm/icons/lamp.js.map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D:/pasar_fix/node_modules/.bun/lucide-react@0.556.0+d86b59289c1a13ae/node_modules/lucide-react/dist/esm/icons/land-plot.js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D:/pasar_fix/node_modules/.bun/lucide-react@0.556.0+d86b59289c1a13ae/node_modules/lucide-react/dist/esm/icons/land-plot.js.map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D:/pasar_fix/node_modules/.bun/lucide-react@0.556.0+d86b59289c1a13ae/node_modules/lucide-react/dist/esm/icons/landmark.js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D:/pasar_fix/node_modules/.bun/lucide-react@0.556.0+d86b59289c1a13ae/node_modules/lucide-react/dist/esm/icons/landmark.js.map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D:/pasar_fix/node_modules/.bun/lucide-react@0.556.0+d86b59289c1a13ae/node_modules/lucide-react/dist/esm/icons/languages.js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D:/pasar_fix/node_modules/.bun/lucide-react@0.556.0+d86b59289c1a13ae/node_modules/lucide-react/dist/esm/icons/languages.js.map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D:/pasar_fix/node_modules/.bun/lucide-react@0.556.0+d86b59289c1a13ae/node_modules/lucide-react/dist/esm/icons/laptop-2.js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D:/pasar_fix/node_modules/.bun/lucide-react@0.556.0+d86b59289c1a13ae/node_modules/lucide-react/dist/esm/icons/laptop-2.js.map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D:/pasar_fix/node_modules/.bun/lucide-react@0.556.0+d86b59289c1a13ae/node_modules/lucide-react/dist/esm/icons/laptop-minimal-check.js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D:/pasar_fix/node_modules/.bun/lucide-react@0.556.0+d86b59289c1a13ae/node_modules/lucide-react/dist/esm/icons/laptop-minimal-check.js.map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D:/pasar_fix/node_modules/.bun/lucide-react@0.556.0+d86b59289c1a13ae/node_modules/lucide-react/dist/esm/icons/laptop-minimal.js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D:/pasar_fix/node_modules/.bun/lucide-react@0.556.0+d86b59289c1a13ae/node_modules/lucide-react/dist/esm/icons/laptop-minimal.js.map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D:/pasar_fix/node_modules/.bun/lucide-react@0.556.0+d86b59289c1a13ae/node_modules/lucide-react/dist/esm/icons/laptop.js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D:/pasar_fix/node_modules/.bun/lucide-react@0.556.0+d86b59289c1a13ae/node_modules/lucide-react/dist/esm/icons/laptop.js.map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D:/pasar_fix/node_modules/.bun/lucide-react@0.556.0+d86b59289c1a13ae/node_modules/lucide-react/dist/esm/icons/lasso-select.js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D:/pasar_fix/node_modules/.bun/lucide-react@0.556.0+d86b59289c1a13ae/node_modules/lucide-react/dist/esm/icons/lasso-select.js.map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D:/pasar_fix/node_modules/.bun/lucide-react@0.556.0+d86b59289c1a13ae/node_modules/lucide-react/dist/esm/icons/lasso.js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D:/pasar_fix/node_modules/.bun/lucide-react@0.556.0+d86b59289c1a13ae/node_modules/lucide-react/dist/esm/icons/lasso.js.map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D:/pasar_fix/node_modules/.bun/lucide-react@0.556.0+d86b59289c1a13ae/node_modules/lucide-react/dist/esm/icons/laugh.js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D:/pasar_fix/node_modules/.bun/lucide-react@0.556.0+d86b59289c1a13ae/node_modules/lucide-react/dist/esm/icons/laugh.js.map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D:/pasar_fix/node_modules/.bun/lucide-react@0.556.0+d86b59289c1a13ae/node_modules/lucide-react/dist/esm/icons/layers-2.js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D:/pasar_fix/node_modules/.bun/lucide-react@0.556.0+d86b59289c1a13ae/node_modules/lucide-react/dist/esm/icons/layers-2.js.map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D:/pasar_fix/node_modules/.bun/lucide-react@0.556.0+d86b59289c1a13ae/node_modules/lucide-react/dist/esm/icons/layers-3.js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D:/pasar_fix/node_modules/.bun/lucide-react@0.556.0+d86b59289c1a13ae/node_modules/lucide-react/dist/esm/icons/layers-3.js.map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D:/pasar_fix/node_modules/.bun/lucide-react@0.556.0+d86b59289c1a13ae/node_modules/lucide-react/dist/esm/icons/layers.js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D:/pasar_fix/node_modules/.bun/lucide-react@0.556.0+d86b59289c1a13ae/node_modules/lucide-react/dist/esm/icons/layers.js.map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D:/pasar_fix/node_modules/.bun/lucide-react@0.556.0+d86b59289c1a13ae/node_modules/lucide-react/dist/esm/icons/layout-dashboard.js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D:/pasar_fix/node_modules/.bun/lucide-react@0.556.0+d86b59289c1a13ae/node_modules/lucide-react/dist/esm/icons/layout-dashboard.js.map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D:/pasar_fix/node_modules/.bun/lucide-react@0.556.0+d86b59289c1a13ae/node_modules/lucide-react/dist/esm/icons/layout-grid.js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D:/pasar_fix/node_modules/.bun/lucide-react@0.556.0+d86b59289c1a13ae/node_modules/lucide-react/dist/esm/icons/layout-grid.js.map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D:/pasar_fix/node_modules/.bun/lucide-react@0.556.0+d86b59289c1a13ae/node_modules/lucide-react/dist/esm/icons/layout-list.js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D:/pasar_fix/node_modules/.bun/lucide-react@0.556.0+d86b59289c1a13ae/node_modules/lucide-react/dist/esm/icons/layout-list.js.map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D:/pasar_fix/node_modules/.bun/lucide-react@0.556.0+d86b59289c1a13ae/node_modules/lucide-react/dist/esm/icons/layout-panel-left.js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D:/pasar_fix/node_modules/.bun/lucide-react@0.556.0+d86b59289c1a13ae/node_modules/lucide-react/dist/esm/icons/layout-panel-left.js.map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D:/pasar_fix/node_modules/.bun/lucide-react@0.556.0+d86b59289c1a13ae/node_modules/lucide-react/dist/esm/icons/layout-panel-top.js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D:/pasar_fix/node_modules/.bun/lucide-react@0.556.0+d86b59289c1a13ae/node_modules/lucide-react/dist/esm/icons/layout-panel-top.js.map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D:/pasar_fix/node_modules/.bun/lucide-react@0.556.0+d86b59289c1a13ae/node_modules/lucide-react/dist/esm/icons/layout-template.js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D:/pasar_fix/node_modules/.bun/lucide-react@0.556.0+d86b59289c1a13ae/node_modules/lucide-react/dist/esm/icons/layout-template.js.map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D:/pasar_fix/node_modules/.bun/lucide-react@0.556.0+d86b59289c1a13ae/node_modules/lucide-react/dist/esm/icons/layout.js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D:/pasar_fix/node_modules/.bun/lucide-react@0.556.0+d86b59289c1a13ae/node_modules/lucide-react/dist/esm/icons/layout.js.map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D:/pasar_fix/node_modules/.bun/lucide-react@0.556.0+d86b59289c1a13ae/node_modules/lucide-react/dist/esm/icons/leaf.js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D:/pasar_fix/node_modules/.bun/lucide-react@0.556.0+d86b59289c1a13ae/node_modules/lucide-react/dist/esm/icons/leaf.js.map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D:/pasar_fix/node_modules/.bun/lucide-react@0.556.0+d86b59289c1a13ae/node_modules/lucide-react/dist/esm/icons/leafy-green.js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D:/pasar_fix/node_modules/.bun/lucide-react@0.556.0+d86b59289c1a13ae/node_modules/lucide-react/dist/esm/icons/leafy-green.js.map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D:/pasar_fix/node_modules/.bun/lucide-react@0.556.0+d86b59289c1a13ae/node_modules/lucide-react/dist/esm/icons/lectern.js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D:/pasar_fix/node_modules/.bun/lucide-react@0.556.0+d86b59289c1a13ae/node_modules/lucide-react/dist/esm/icons/lectern.js.map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D:/pasar_fix/node_modules/.bun/lucide-react@0.556.0+d86b59289c1a13ae/node_modules/lucide-react/dist/esm/icons/letter-text.js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D:/pasar_fix/node_modules/.bun/lucide-react@0.556.0+d86b59289c1a13ae/node_modules/lucide-react/dist/esm/icons/letter-text.js.map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D:/pasar_fix/node_modules/.bun/lucide-react@0.556.0+d86b59289c1a13ae/node_modules/lucide-react/dist/esm/icons/library-big.js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D:/pasar_fix/node_modules/.bun/lucide-react@0.556.0+d86b59289c1a13ae/node_modules/lucide-react/dist/esm/icons/library-big.js.map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D:/pasar_fix/node_modules/.bun/lucide-react@0.556.0+d86b59289c1a13ae/node_modules/lucide-react/dist/esm/icons/library-square.js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D:/pasar_fix/node_modules/.bun/lucide-react@0.556.0+d86b59289c1a13ae/node_modules/lucide-react/dist/esm/icons/library-square.js.map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D:/pasar_fix/node_modules/.bun/lucide-react@0.556.0+d86b59289c1a13ae/node_modules/lucide-react/dist/esm/icons/library.js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D:/pasar_fix/node_modules/.bun/lucide-react@0.556.0+d86b59289c1a13ae/node_modules/lucide-react/dist/esm/icons/library.js.map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D:/pasar_fix/node_modules/.bun/lucide-react@0.556.0+d86b59289c1a13ae/node_modules/lucide-react/dist/esm/icons/life-buoy.js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D:/pasar_fix/node_modules/.bun/lucide-react@0.556.0+d86b59289c1a13ae/node_modules/lucide-react/dist/esm/icons/life-buoy.js.map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D:/pasar_fix/node_modules/.bun/lucide-react@0.556.0+d86b59289c1a13ae/node_modules/lucide-react/dist/esm/icons/ligature.js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D:/pasar_fix/node_modules/.bun/lucide-react@0.556.0+d86b59289c1a13ae/node_modules/lucide-react/dist/esm/icons/ligature.js.map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D:/pasar_fix/node_modules/.bun/lucide-react@0.556.0+d86b59289c1a13ae/node_modules/lucide-react/dist/esm/icons/lightbulb-off.js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D:/pasar_fix/node_modules/.bun/lucide-react@0.556.0+d86b59289c1a13ae/node_modules/lucide-react/dist/esm/icons/lightbulb-off.js.map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D:/pasar_fix/node_modules/.bun/lucide-react@0.556.0+d86b59289c1a13ae/node_modules/lucide-react/dist/esm/icons/lightbulb.js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D:/pasar_fix/node_modules/.bun/lucide-react@0.556.0+d86b59289c1a13ae/node_modules/lucide-react/dist/esm/icons/lightbulb.js.map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D:/pasar_fix/node_modules/.bun/lucide-react@0.556.0+d86b59289c1a13ae/node_modules/lucide-react/dist/esm/icons/line-chart.js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D:/pasar_fix/node_modules/.bun/lucide-react@0.556.0+d86b59289c1a13ae/node_modules/lucide-react/dist/esm/icons/line-chart.js.map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D:/pasar_fix/node_modules/.bun/lucide-react@0.556.0+d86b59289c1a13ae/node_modules/lucide-react/dist/esm/icons/line-squiggle.js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D:/pasar_fix/node_modules/.bun/lucide-react@0.556.0+d86b59289c1a13ae/node_modules/lucide-react/dist/esm/icons/line-squiggle.js.map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D:/pasar_fix/node_modules/.bun/lucide-react@0.556.0+d86b59289c1a13ae/node_modules/lucide-react/dist/esm/icons/link-2-off.js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D:/pasar_fix/node_modules/.bun/lucide-react@0.556.0+d86b59289c1a13ae/node_modules/lucide-react/dist/esm/icons/link-2-off.js.map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D:/pasar_fix/node_modules/.bun/lucide-react@0.556.0+d86b59289c1a13ae/node_modules/lucide-react/dist/esm/icons/link-2.js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D:/pasar_fix/node_modules/.bun/lucide-react@0.556.0+d86b59289c1a13ae/node_modules/lucide-react/dist/esm/icons/link-2.js.map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D:/pasar_fix/node_modules/.bun/lucide-react@0.556.0+d86b59289c1a13ae/node_modules/lucide-react/dist/esm/icons/link.js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D:/pasar_fix/node_modules/.bun/lucide-react@0.556.0+d86b59289c1a13ae/node_modules/lucide-react/dist/esm/icons/link.js.map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D:/pasar_fix/node_modules/.bun/lucide-react@0.556.0+d86b59289c1a13ae/node_modules/lucide-react/dist/esm/icons/linkedin.js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D:/pasar_fix/node_modules/.bun/lucide-react@0.556.0+d86b59289c1a13ae/node_modules/lucide-react/dist/esm/icons/linkedin.js.map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D:/pasar_fix/node_modules/.bun/lucide-react@0.556.0+d86b59289c1a13ae/node_modules/lucide-react/dist/esm/icons/list-check.js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D:/pasar_fix/node_modules/.bun/lucide-react@0.556.0+d86b59289c1a13ae/node_modules/lucide-react/dist/esm/icons/list-check.js.map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D:/pasar_fix/node_modules/.bun/lucide-react@0.556.0+d86b59289c1a13ae/node_modules/lucide-react/dist/esm/icons/list-checks.js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D:/pasar_fix/node_modules/.bun/lucide-react@0.556.0+d86b59289c1a13ae/node_modules/lucide-react/dist/esm/icons/list-checks.js.map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D:/pasar_fix/node_modules/.bun/lucide-react@0.556.0+d86b59289c1a13ae/node_modules/lucide-react/dist/esm/icons/list-chevrons-down-up.js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D:/pasar_fix/node_modules/.bun/lucide-react@0.556.0+d86b59289c1a13ae/node_modules/lucide-react/dist/esm/icons/list-chevrons-down-up.js.map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D:/pasar_fix/node_modules/.bun/lucide-react@0.556.0+d86b59289c1a13ae/node_modules/lucide-react/dist/esm/icons/list-chevrons-up-down.js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D:/pasar_fix/node_modules/.bun/lucide-react@0.556.0+d86b59289c1a13ae/node_modules/lucide-react/dist/esm/icons/list-chevrons-up-down.js.map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D:/pasar_fix/node_modules/.bun/lucide-react@0.556.0+d86b59289c1a13ae/node_modules/lucide-react/dist/esm/icons/list-collapse.js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D:/pasar_fix/node_modules/.bun/lucide-react@0.556.0+d86b59289c1a13ae/node_modules/lucide-react/dist/esm/icons/list-collapse.js.map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D:/pasar_fix/node_modules/.bun/lucide-react@0.556.0+d86b59289c1a13ae/node_modules/lucide-react/dist/esm/icons/list-end.js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D:/pasar_fix/node_modules/.bun/lucide-react@0.556.0+d86b59289c1a13ae/node_modules/lucide-react/dist/esm/icons/list-end.js.map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D:/pasar_fix/node_modules/.bun/lucide-react@0.556.0+d86b59289c1a13ae/node_modules/lucide-react/dist/esm/icons/list-filter-plus.js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D:/pasar_fix/node_modules/.bun/lucide-react@0.556.0+d86b59289c1a13ae/node_modules/lucide-react/dist/esm/icons/list-filter-plus.js.map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D:/pasar_fix/node_modules/.bun/lucide-react@0.556.0+d86b59289c1a13ae/node_modules/lucide-react/dist/esm/icons/list-filter.js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D:/pasar_fix/node_modules/.bun/lucide-react@0.556.0+d86b59289c1a13ae/node_modules/lucide-react/dist/esm/icons/list-filter.js.map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D:/pasar_fix/node_modules/.bun/lucide-react@0.556.0+d86b59289c1a13ae/node_modules/lucide-react/dist/esm/icons/list-indent-decrease.js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D:/pasar_fix/node_modules/.bun/lucide-react@0.556.0+d86b59289c1a13ae/node_modules/lucide-react/dist/esm/icons/list-indent-decrease.js.map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D:/pasar_fix/node_modules/.bun/lucide-react@0.556.0+d86b59289c1a13ae/node_modules/lucide-react/dist/esm/icons/list-indent-increase.js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D:/pasar_fix/node_modules/.bun/lucide-react@0.556.0+d86b59289c1a13ae/node_modules/lucide-react/dist/esm/icons/list-indent-increase.js.map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D:/pasar_fix/node_modules/.bun/lucide-react@0.556.0+d86b59289c1a13ae/node_modules/lucide-react/dist/esm/icons/list-minus.js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D:/pasar_fix/node_modules/.bun/lucide-react@0.556.0+d86b59289c1a13ae/node_modules/lucide-react/dist/esm/icons/list-minus.js.map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D:/pasar_fix/node_modules/.bun/lucide-react@0.556.0+d86b59289c1a13ae/node_modules/lucide-react/dist/esm/icons/list-music.js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D:/pasar_fix/node_modules/.bun/lucide-react@0.556.0+d86b59289c1a13ae/node_modules/lucide-react/dist/esm/icons/list-music.js.map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D:/pasar_fix/node_modules/.bun/lucide-react@0.556.0+d86b59289c1a13ae/node_modules/lucide-react/dist/esm/icons/list-ordered.js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D:/pasar_fix/node_modules/.bun/lucide-react@0.556.0+d86b59289c1a13ae/node_modules/lucide-react/dist/esm/icons/list-ordered.js.map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D:/pasar_fix/node_modules/.bun/lucide-react@0.556.0+d86b59289c1a13ae/node_modules/lucide-react/dist/esm/icons/list-plus.js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D:/pasar_fix/node_modules/.bun/lucide-react@0.556.0+d86b59289c1a13ae/node_modules/lucide-react/dist/esm/icons/list-plus.js.map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D:/pasar_fix/node_modules/.bun/lucide-react@0.556.0+d86b59289c1a13ae/node_modules/lucide-react/dist/esm/icons/list-restart.js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D:/pasar_fix/node_modules/.bun/lucide-react@0.556.0+d86b59289c1a13ae/node_modules/lucide-react/dist/esm/icons/list-restart.js.map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D:/pasar_fix/node_modules/.bun/lucide-react@0.556.0+d86b59289c1a13ae/node_modules/lucide-react/dist/esm/icons/list-start.js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D:/pasar_fix/node_modules/.bun/lucide-react@0.556.0+d86b59289c1a13ae/node_modules/lucide-react/dist/esm/icons/list-start.js.map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D:/pasar_fix/node_modules/.bun/lucide-react@0.556.0+d86b59289c1a13ae/node_modules/lucide-react/dist/esm/icons/list-todo.js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D:/pasar_fix/node_modules/.bun/lucide-react@0.556.0+d86b59289c1a13ae/node_modules/lucide-react/dist/esm/icons/list-todo.js.map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D:/pasar_fix/node_modules/.bun/lucide-react@0.556.0+d86b59289c1a13ae/node_modules/lucide-react/dist/esm/icons/list-tree.js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D:/pasar_fix/node_modules/.bun/lucide-react@0.556.0+d86b59289c1a13ae/node_modules/lucide-react/dist/esm/icons/list-tree.js.map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D:/pasar_fix/node_modules/.bun/lucide-react@0.556.0+d86b59289c1a13ae/node_modules/lucide-react/dist/esm/icons/list-video.js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D:/pasar_fix/node_modules/.bun/lucide-react@0.556.0+d86b59289c1a13ae/node_modules/lucide-react/dist/esm/icons/list-video.js.map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D:/pasar_fix/node_modules/.bun/lucide-react@0.556.0+d86b59289c1a13ae/node_modules/lucide-react/dist/esm/icons/list-x.js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D:/pasar_fix/node_modules/.bun/lucide-react@0.556.0+d86b59289c1a13ae/node_modules/lucide-react/dist/esm/icons/list-x.js.map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D:/pasar_fix/node_modules/.bun/lucide-react@0.556.0+d86b59289c1a13ae/node_modules/lucide-react/dist/esm/icons/list.js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D:/pasar_fix/node_modules/.bun/lucide-react@0.556.0+d86b59289c1a13ae/node_modules/lucide-react/dist/esm/icons/list.js.map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D:/pasar_fix/node_modules/.bun/lucide-react@0.556.0+d86b59289c1a13ae/node_modules/lucide-react/dist/esm/icons/loader-2.js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D:/pasar_fix/node_modules/.bun/lucide-react@0.556.0+d86b59289c1a13ae/node_modules/lucide-react/dist/esm/icons/loader-2.js.map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D:/pasar_fix/node_modules/.bun/lucide-react@0.556.0+d86b59289c1a13ae/node_modules/lucide-react/dist/esm/icons/loader-circle.js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D:/pasar_fix/node_modules/.bun/lucide-react@0.556.0+d86b59289c1a13ae/node_modules/lucide-react/dist/esm/icons/loader-circle.js.map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D:/pasar_fix/node_modules/.bun/lucide-react@0.556.0+d86b59289c1a13ae/node_modules/lucide-react/dist/esm/icons/loader-pinwheel.js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D:/pasar_fix/node_modules/.bun/lucide-react@0.556.0+d86b59289c1a13ae/node_modules/lucide-react/dist/esm/icons/loader-pinwheel.js.map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D:/pasar_fix/node_modules/.bun/lucide-react@0.556.0+d86b59289c1a13ae/node_modules/lucide-react/dist/esm/icons/loader.js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D:/pasar_fix/node_modules/.bun/lucide-react@0.556.0+d86b59289c1a13ae/node_modules/lucide-react/dist/esm/icons/loader.js.map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D:/pasar_fix/node_modules/.bun/lucide-react@0.556.0+d86b59289c1a13ae/node_modules/lucide-react/dist/esm/icons/locate-fixed.js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D:/pasar_fix/node_modules/.bun/lucide-react@0.556.0+d86b59289c1a13ae/node_modules/lucide-react/dist/esm/icons/locate-fixed.js.map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D:/pasar_fix/node_modules/.bun/lucide-react@0.556.0+d86b59289c1a13ae/node_modules/lucide-react/dist/esm/icons/locate-off.js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D:/pasar_fix/node_modules/.bun/lucide-react@0.556.0+d86b59289c1a13ae/node_modules/lucide-react/dist/esm/icons/locate-off.js.map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D:/pasar_fix/node_modules/.bun/lucide-react@0.556.0+d86b59289c1a13ae/node_modules/lucide-react/dist/esm/icons/locate.js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D:/pasar_fix/node_modules/.bun/lucide-react@0.556.0+d86b59289c1a13ae/node_modules/lucide-react/dist/esm/icons/locate.js.map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D:/pasar_fix/node_modules/.bun/lucide-react@0.556.0+d86b59289c1a13ae/node_modules/lucide-react/dist/esm/icons/location-edit.js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D:/pasar_fix/node_modules/.bun/lucide-react@0.556.0+d86b59289c1a13ae/node_modules/lucide-react/dist/esm/icons/location-edit.js.map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D:/pasar_fix/node_modules/.bun/lucide-react@0.556.0+d86b59289c1a13ae/node_modules/lucide-react/dist/esm/icons/lock-keyhole-open.js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D:/pasar_fix/node_modules/.bun/lucide-react@0.556.0+d86b59289c1a13ae/node_modules/lucide-react/dist/esm/icons/lock-keyhole-open.js.map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D:/pasar_fix/node_modules/.bun/lucide-react@0.556.0+d86b59289c1a13ae/node_modules/lucide-react/dist/esm/icons/lock-keyhole.js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D:/pasar_fix/node_modules/.bun/lucide-react@0.556.0+d86b59289c1a13ae/node_modules/lucide-react/dist/esm/icons/lock-keyhole.js.map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D:/pasar_fix/node_modules/.bun/lucide-react@0.556.0+d86b59289c1a13ae/node_modules/lucide-react/dist/esm/icons/lock-open.js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D:/pasar_fix/node_modules/.bun/lucide-react@0.556.0+d86b59289c1a13ae/node_modules/lucide-react/dist/esm/icons/lock-open.js.map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D:/pasar_fix/node_modules/.bun/lucide-react@0.556.0+d86b59289c1a13ae/node_modules/lucide-react/dist/esm/icons/lock.js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D:/pasar_fix/node_modules/.bun/lucide-react@0.556.0+d86b59289c1a13ae/node_modules/lucide-react/dist/esm/icons/lock.js.map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D:/pasar_fix/node_modules/.bun/lucide-react@0.556.0+d86b59289c1a13ae/node_modules/lucide-react/dist/esm/icons/log-in.js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D:/pasar_fix/node_modules/.bun/lucide-react@0.556.0+d86b59289c1a13ae/node_modules/lucide-react/dist/esm/icons/log-in.js.map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D:/pasar_fix/node_modules/.bun/lucide-react@0.556.0+d86b59289c1a13ae/node_modules/lucide-react/dist/esm/icons/log-out.js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D:/pasar_fix/node_modules/.bun/lucide-react@0.556.0+d86b59289c1a13ae/node_modules/lucide-react/dist/esm/icons/log-out.js.map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D:/pasar_fix/node_modules/.bun/lucide-react@0.556.0+d86b59289c1a13ae/node_modules/lucide-react/dist/esm/icons/logs.js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D:/pasar_fix/node_modules/.bun/lucide-react@0.556.0+d86b59289c1a13ae/node_modules/lucide-react/dist/esm/icons/logs.js.map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D:/pasar_fix/node_modules/.bun/lucide-react@0.556.0+d86b59289c1a13ae/node_modules/lucide-react/dist/esm/icons/lollipop.js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D:/pasar_fix/node_modules/.bun/lucide-react@0.556.0+d86b59289c1a13ae/node_modules/lucide-react/dist/esm/icons/lollipop.js.map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D:/pasar_fix/node_modules/.bun/lucide-react@0.556.0+d86b59289c1a13ae/node_modules/lucide-react/dist/esm/icons/luggage.js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D:/pasar_fix/node_modules/.bun/lucide-react@0.556.0+d86b59289c1a13ae/node_modules/lucide-react/dist/esm/icons/luggage.js.map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D:/pasar_fix/node_modules/.bun/lucide-react@0.556.0+d86b59289c1a13ae/node_modules/lucide-react/dist/esm/icons/m-square.js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D:/pasar_fix/node_modules/.bun/lucide-react@0.556.0+d86b59289c1a13ae/node_modules/lucide-react/dist/esm/icons/m-square.js.map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D:/pasar_fix/node_modules/.bun/lucide-react@0.556.0+d86b59289c1a13ae/node_modules/lucide-react/dist/esm/icons/magnet.js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D:/pasar_fix/node_modules/.bun/lucide-react@0.556.0+d86b59289c1a13ae/node_modules/lucide-react/dist/esm/icons/magnet.js.map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D:/pasar_fix/node_modules/.bun/lucide-react@0.556.0+d86b59289c1a13ae/node_modules/lucide-react/dist/esm/icons/mail-check.js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D:/pasar_fix/node_modules/.bun/lucide-react@0.556.0+d86b59289c1a13ae/node_modules/lucide-react/dist/esm/icons/mail-check.js.map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D:/pasar_fix/node_modules/.bun/lucide-react@0.556.0+d86b59289c1a13ae/node_modules/lucide-react/dist/esm/icons/mail-minus.js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D:/pasar_fix/node_modules/.bun/lucide-react@0.556.0+d86b59289c1a13ae/node_modules/lucide-react/dist/esm/icons/mail-minus.js.map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D:/pasar_fix/node_modules/.bun/lucide-react@0.556.0+d86b59289c1a13ae/node_modules/lucide-react/dist/esm/icons/mail-open.js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D:/pasar_fix/node_modules/.bun/lucide-react@0.556.0+d86b59289c1a13ae/node_modules/lucide-react/dist/esm/icons/mail-open.js.map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D:/pasar_fix/node_modules/.bun/lucide-react@0.556.0+d86b59289c1a13ae/node_modules/lucide-react/dist/esm/icons/mail-plus.js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D:/pasar_fix/node_modules/.bun/lucide-react@0.556.0+d86b59289c1a13ae/node_modules/lucide-react/dist/esm/icons/mail-plus.js.map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D:/pasar_fix/node_modules/.bun/lucide-react@0.556.0+d86b59289c1a13ae/node_modules/lucide-react/dist/esm/icons/mail-question-mark.js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D:/pasar_fix/node_modules/.bun/lucide-react@0.556.0+d86b59289c1a13ae/node_modules/lucide-react/dist/esm/icons/mail-question-mark.js.map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D:/pasar_fix/node_modules/.bun/lucide-react@0.556.0+d86b59289c1a13ae/node_modules/lucide-react/dist/esm/icons/mail-question.js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D:/pasar_fix/node_modules/.bun/lucide-react@0.556.0+d86b59289c1a13ae/node_modules/lucide-react/dist/esm/icons/mail-question.js.map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D:/pasar_fix/node_modules/.bun/lucide-react@0.556.0+d86b59289c1a13ae/node_modules/lucide-react/dist/esm/icons/mail-search.js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D:/pasar_fix/node_modules/.bun/lucide-react@0.556.0+d86b59289c1a13ae/node_modules/lucide-react/dist/esm/icons/mail-search.js.map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D:/pasar_fix/node_modules/.bun/lucide-react@0.556.0+d86b59289c1a13ae/node_modules/lucide-react/dist/esm/icons/mail-warning.js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D:/pasar_fix/node_modules/.bun/lucide-react@0.556.0+d86b59289c1a13ae/node_modules/lucide-react/dist/esm/icons/mail-warning.js.map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D:/pasar_fix/node_modules/.bun/lucide-react@0.556.0+d86b59289c1a13ae/node_modules/lucide-react/dist/esm/icons/mail-x.js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D:/pasar_fix/node_modules/.bun/lucide-react@0.556.0+d86b59289c1a13ae/node_modules/lucide-react/dist/esm/icons/mail-x.js.map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D:/pasar_fix/node_modules/.bun/lucide-react@0.556.0+d86b59289c1a13ae/node_modules/lucide-react/dist/esm/icons/mail.js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D:/pasar_fix/node_modules/.bun/lucide-react@0.556.0+d86b59289c1a13ae/node_modules/lucide-react/dist/esm/icons/mail.js.map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D:/pasar_fix/node_modules/.bun/lucide-react@0.556.0+d86b59289c1a13ae/node_modules/lucide-react/dist/esm/icons/mailbox.js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D:/pasar_fix/node_modules/.bun/lucide-react@0.556.0+d86b59289c1a13ae/node_modules/lucide-react/dist/esm/icons/mailbox.js.map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D:/pasar_fix/node_modules/.bun/lucide-react@0.556.0+d86b59289c1a13ae/node_modules/lucide-react/dist/esm/icons/mails.js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D:/pasar_fix/node_modules/.bun/lucide-react@0.556.0+d86b59289c1a13ae/node_modules/lucide-react/dist/esm/icons/mails.js.map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D:/pasar_fix/node_modules/.bun/lucide-react@0.556.0+d86b59289c1a13ae/node_modules/lucide-react/dist/esm/icons/map-minus.js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D:/pasar_fix/node_modules/.bun/lucide-react@0.556.0+d86b59289c1a13ae/node_modules/lucide-react/dist/esm/icons/map-minus.js.map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D:/pasar_fix/node_modules/.bun/lucide-react@0.556.0+d86b59289c1a13ae/node_modules/lucide-react/dist/esm/icons/map-pin-check-inside.js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D:/pasar_fix/node_modules/.bun/lucide-react@0.556.0+d86b59289c1a13ae/node_modules/lucide-react/dist/esm/icons/map-pin-check-inside.js.map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D:/pasar_fix/node_modules/.bun/lucide-react@0.556.0+d86b59289c1a13ae/node_modules/lucide-react/dist/esm/icons/map-pin-check.js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D:/pasar_fix/node_modules/.bun/lucide-react@0.556.0+d86b59289c1a13ae/node_modules/lucide-react/dist/esm/icons/map-pin-check.js.map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D:/pasar_fix/node_modules/.bun/lucide-react@0.556.0+d86b59289c1a13ae/node_modules/lucide-react/dist/esm/icons/map-pin-house.js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D:/pasar_fix/node_modules/.bun/lucide-react@0.556.0+d86b59289c1a13ae/node_modules/lucide-react/dist/esm/icons/map-pin-house.js.map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D:/pasar_fix/node_modules/.bun/lucide-react@0.556.0+d86b59289c1a13ae/node_modules/lucide-react/dist/esm/icons/map-pin-minus-inside.js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D:/pasar_fix/node_modules/.bun/lucide-react@0.556.0+d86b59289c1a13ae/node_modules/lucide-react/dist/esm/icons/map-pin-minus-inside.js.map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D:/pasar_fix/node_modules/.bun/lucide-react@0.556.0+d86b59289c1a13ae/node_modules/lucide-react/dist/esm/icons/map-pin-minus.js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D:/pasar_fix/node_modules/.bun/lucide-react@0.556.0+d86b59289c1a13ae/node_modules/lucide-react/dist/esm/icons/map-pin-minus.js.map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D:/pasar_fix/node_modules/.bun/lucide-react@0.556.0+d86b59289c1a13ae/node_modules/lucide-react/dist/esm/icons/map-pin-off.js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D:/pasar_fix/node_modules/.bun/lucide-react@0.556.0+d86b59289c1a13ae/node_modules/lucide-react/dist/esm/icons/map-pin-off.js.map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D:/pasar_fix/node_modules/.bun/lucide-react@0.556.0+d86b59289c1a13ae/node_modules/lucide-react/dist/esm/icons/map-pin-pen.js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D:/pasar_fix/node_modules/.bun/lucide-react@0.556.0+d86b59289c1a13ae/node_modules/lucide-react/dist/esm/icons/map-pin-pen.js.map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D:/pasar_fix/node_modules/.bun/lucide-react@0.556.0+d86b59289c1a13ae/node_modules/lucide-react/dist/esm/icons/map-pin-plus-inside.js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D:/pasar_fix/node_modules/.bun/lucide-react@0.556.0+d86b59289c1a13ae/node_modules/lucide-react/dist/esm/icons/map-pin-plus-inside.js.map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D:/pasar_fix/node_modules/.bun/lucide-react@0.556.0+d86b59289c1a13ae/node_modules/lucide-react/dist/esm/icons/map-pin-plus.js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D:/pasar_fix/node_modules/.bun/lucide-react@0.556.0+d86b59289c1a13ae/node_modules/lucide-react/dist/esm/icons/map-pin-plus.js.map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D:/pasar_fix/node_modules/.bun/lucide-react@0.556.0+d86b59289c1a13ae/node_modules/lucide-react/dist/esm/icons/map-pin-x-inside.js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D:/pasar_fix/node_modules/.bun/lucide-react@0.556.0+d86b59289c1a13ae/node_modules/lucide-react/dist/esm/icons/map-pin-x-inside.js.map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D:/pasar_fix/node_modules/.bun/lucide-react@0.556.0+d86b59289c1a13ae/node_modules/lucide-react/dist/esm/icons/map-pin-x.js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D:/pasar_fix/node_modules/.bun/lucide-react@0.556.0+d86b59289c1a13ae/node_modules/lucide-react/dist/esm/icons/map-pin-x.js.map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D:/pasar_fix/node_modules/.bun/lucide-react@0.556.0+d86b59289c1a13ae/node_modules/lucide-react/dist/esm/icons/map-pin.js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D:/pasar_fix/node_modules/.bun/lucide-react@0.556.0+d86b59289c1a13ae/node_modules/lucide-react/dist/esm/icons/map-pin.js.map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D:/pasar_fix/node_modules/.bun/lucide-react@0.556.0+d86b59289c1a13ae/node_modules/lucide-react/dist/esm/icons/map-pinned.js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D:/pasar_fix/node_modules/.bun/lucide-react@0.556.0+d86b59289c1a13ae/node_modules/lucide-react/dist/esm/icons/map-pinned.js.map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D:/pasar_fix/node_modules/.bun/lucide-react@0.556.0+d86b59289c1a13ae/node_modules/lucide-react/dist/esm/icons/map-plus.js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D:/pasar_fix/node_modules/.bun/lucide-react@0.556.0+d86b59289c1a13ae/node_modules/lucide-react/dist/esm/icons/map-plus.js.map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D:/pasar_fix/node_modules/.bun/lucide-react@0.556.0+d86b59289c1a13ae/node_modules/lucide-react/dist/esm/icons/map.js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D:/pasar_fix/node_modules/.bun/lucide-react@0.556.0+d86b59289c1a13ae/node_modules/lucide-react/dist/esm/icons/map.js.map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D:/pasar_fix/node_modules/.bun/lucide-react@0.556.0+d86b59289c1a13ae/node_modules/lucide-react/dist/esm/icons/mars-stroke.js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D:/pasar_fix/node_modules/.bun/lucide-react@0.556.0+d86b59289c1a13ae/node_modules/lucide-react/dist/esm/icons/mars-stroke.js.map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D:/pasar_fix/node_modules/.bun/lucide-react@0.556.0+d86b59289c1a13ae/node_modules/lucide-react/dist/esm/icons/mars.js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D:/pasar_fix/node_modules/.bun/lucide-react@0.556.0+d86b59289c1a13ae/node_modules/lucide-react/dist/esm/icons/mars.js.map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D:/pasar_fix/node_modules/.bun/lucide-react@0.556.0+d86b59289c1a13ae/node_modules/lucide-react/dist/esm/icons/martini.js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D:/pasar_fix/node_modules/.bun/lucide-react@0.556.0+d86b59289c1a13ae/node_modules/lucide-react/dist/esm/icons/martini.js.map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D:/pasar_fix/node_modules/.bun/lucide-react@0.556.0+d86b59289c1a13ae/node_modules/lucide-react/dist/esm/icons/maximize-2.js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D:/pasar_fix/node_modules/.bun/lucide-react@0.556.0+d86b59289c1a13ae/node_modules/lucide-react/dist/esm/icons/maximize-2.js.map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D:/pasar_fix/node_modules/.bun/lucide-react@0.556.0+d86b59289c1a13ae/node_modules/lucide-react/dist/esm/icons/maximize.js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D:/pasar_fix/node_modules/.bun/lucide-react@0.556.0+d86b59289c1a13ae/node_modules/lucide-react/dist/esm/icons/maximize.js.map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D:/pasar_fix/node_modules/.bun/lucide-react@0.556.0+d86b59289c1a13ae/node_modules/lucide-react/dist/esm/icons/medal.js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D:/pasar_fix/node_modules/.bun/lucide-react@0.556.0+d86b59289c1a13ae/node_modules/lucide-react/dist/esm/icons/medal.js.map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D:/pasar_fix/node_modules/.bun/lucide-react@0.556.0+d86b59289c1a13ae/node_modules/lucide-react/dist/esm/icons/megaphone-off.js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D:/pasar_fix/node_modules/.bun/lucide-react@0.556.0+d86b59289c1a13ae/node_modules/lucide-react/dist/esm/icons/megaphone-off.js.map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D:/pasar_fix/node_modules/.bun/lucide-react@0.556.0+d86b59289c1a13ae/node_modules/lucide-react/dist/esm/icons/megaphone.js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D:/pasar_fix/node_modules/.bun/lucide-react@0.556.0+d86b59289c1a13ae/node_modules/lucide-react/dist/esm/icons/megaphone.js.map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D:/pasar_fix/node_modules/.bun/lucide-react@0.556.0+d86b59289c1a13ae/node_modules/lucide-react/dist/esm/icons/meh.js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D:/pasar_fix/node_modules/.bun/lucide-react@0.556.0+d86b59289c1a13ae/node_modules/lucide-react/dist/esm/icons/meh.js.map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D:/pasar_fix/node_modules/.bun/lucide-react@0.556.0+d86b59289c1a13ae/node_modules/lucide-react/dist/esm/icons/memory-stick.js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D:/pasar_fix/node_modules/.bun/lucide-react@0.556.0+d86b59289c1a13ae/node_modules/lucide-react/dist/esm/icons/memory-stick.js.map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D:/pasar_fix/node_modules/.bun/lucide-react@0.556.0+d86b59289c1a13ae/node_modules/lucide-react/dist/esm/icons/menu-square.js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D:/pasar_fix/node_modules/.bun/lucide-react@0.556.0+d86b59289c1a13ae/node_modules/lucide-react/dist/esm/icons/menu-square.js.map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D:/pasar_fix/node_modules/.bun/lucide-react@0.556.0+d86b59289c1a13ae/node_modules/lucide-react/dist/esm/icons/menu.js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D:/pasar_fix/node_modules/.bun/lucide-react@0.556.0+d86b59289c1a13ae/node_modules/lucide-react/dist/esm/icons/menu.js.map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D:/pasar_fix/node_modules/.bun/lucide-react@0.556.0+d86b59289c1a13ae/node_modules/lucide-react/dist/esm/icons/merge.js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D:/pasar_fix/node_modules/.bun/lucide-react@0.556.0+d86b59289c1a13ae/node_modules/lucide-react/dist/esm/icons/merge.js.map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D:/pasar_fix/node_modules/.bun/lucide-react@0.556.0+d86b59289c1a13ae/node_modules/lucide-react/dist/esm/icons/message-circle-code.js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D:/pasar_fix/node_modules/.bun/lucide-react@0.556.0+d86b59289c1a13ae/node_modules/lucide-react/dist/esm/icons/message-circle-code.js.map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D:/pasar_fix/node_modules/.bun/lucide-react@0.556.0+d86b59289c1a13ae/node_modules/lucide-react/dist/esm/icons/message-circle-dashed.js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D:/pasar_fix/node_modules/.bun/lucide-react@0.556.0+d86b59289c1a13ae/node_modules/lucide-react/dist/esm/icons/message-circle-dashed.js.map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D:/pasar_fix/node_modules/.bun/lucide-react@0.556.0+d86b59289c1a13ae/node_modules/lucide-react/dist/esm/icons/message-circle-heart.js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D:/pasar_fix/node_modules/.bun/lucide-react@0.556.0+d86b59289c1a13ae/node_modules/lucide-react/dist/esm/icons/message-circle-heart.js.map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D:/pasar_fix/node_modules/.bun/lucide-react@0.556.0+d86b59289c1a13ae/node_modules/lucide-react/dist/esm/icons/message-circle-more.js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D:/pasar_fix/node_modules/.bun/lucide-react@0.556.0+d86b59289c1a13ae/node_modules/lucide-react/dist/esm/icons/message-circle-more.js.map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D:/pasar_fix/node_modules/.bun/lucide-react@0.556.0+d86b59289c1a13ae/node_modules/lucide-react/dist/esm/icons/message-circle-off.js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D:/pasar_fix/node_modules/.bun/lucide-react@0.556.0+d86b59289c1a13ae/node_modules/lucide-react/dist/esm/icons/message-circle-off.js.map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D:/pasar_fix/node_modules/.bun/lucide-react@0.556.0+d86b59289c1a13ae/node_modules/lucide-react/dist/esm/icons/message-circle-plus.js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D:/pasar_fix/node_modules/.bun/lucide-react@0.556.0+d86b59289c1a13ae/node_modules/lucide-react/dist/esm/icons/message-circle-plus.js.map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D:/pasar_fix/node_modules/.bun/lucide-react@0.556.0+d86b59289c1a13ae/node_modules/lucide-react/dist/esm/icons/message-circle-question-mark.js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D:/pasar_fix/node_modules/.bun/lucide-react@0.556.0+d86b59289c1a13ae/node_modules/lucide-react/dist/esm/icons/message-circle-question-mark.js.map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D:/pasar_fix/node_modules/.bun/lucide-react@0.556.0+d86b59289c1a13ae/node_modules/lucide-react/dist/esm/icons/message-circle-question.js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D:/pasar_fix/node_modules/.bun/lucide-react@0.556.0+d86b59289c1a13ae/node_modules/lucide-react/dist/esm/icons/message-circle-question.js.map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D:/pasar_fix/node_modules/.bun/lucide-react@0.556.0+d86b59289c1a13ae/node_modules/lucide-react/dist/esm/icons/message-circle-reply.js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D:/pasar_fix/node_modules/.bun/lucide-react@0.556.0+d86b59289c1a13ae/node_modules/lucide-react/dist/esm/icons/message-circle-reply.js.map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D:/pasar_fix/node_modules/.bun/lucide-react@0.556.0+d86b59289c1a13ae/node_modules/lucide-react/dist/esm/icons/message-circle-warning.js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D:/pasar_fix/node_modules/.bun/lucide-react@0.556.0+d86b59289c1a13ae/node_modules/lucide-react/dist/esm/icons/message-circle-warning.js.map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D:/pasar_fix/node_modules/.bun/lucide-react@0.556.0+d86b59289c1a13ae/node_modules/lucide-react/dist/esm/icons/message-circle-x.js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D:/pasar_fix/node_modules/.bun/lucide-react@0.556.0+d86b59289c1a13ae/node_modules/lucide-react/dist/esm/icons/message-circle-x.js.map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D:/pasar_fix/node_modules/.bun/lucide-react@0.556.0+d86b59289c1a13ae/node_modules/lucide-react/dist/esm/icons/message-circle.js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D:/pasar_fix/node_modules/.bun/lucide-react@0.556.0+d86b59289c1a13ae/node_modules/lucide-react/dist/esm/icons/message-circle.js.map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D:/pasar_fix/node_modules/.bun/lucide-react@0.556.0+d86b59289c1a13ae/node_modules/lucide-react/dist/esm/icons/message-square-code.js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D:/pasar_fix/node_modules/.bun/lucide-react@0.556.0+d86b59289c1a13ae/node_modules/lucide-react/dist/esm/icons/message-square-code.js.map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D:/pasar_fix/node_modules/.bun/lucide-react@0.556.0+d86b59289c1a13ae/node_modules/lucide-react/dist/esm/icons/message-square-dashed.js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D:/pasar_fix/node_modules/.bun/lucide-react@0.556.0+d86b59289c1a13ae/node_modules/lucide-react/dist/esm/icons/message-square-dashed.js.map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D:/pasar_fix/node_modules/.bun/lucide-react@0.556.0+d86b59289c1a13ae/node_modules/lucide-react/dist/esm/icons/message-square-diff.js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D:/pasar_fix/node_modules/.bun/lucide-react@0.556.0+d86b59289c1a13ae/node_modules/lucide-react/dist/esm/icons/message-square-diff.js.map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D:/pasar_fix/node_modules/.bun/lucide-react@0.556.0+d86b59289c1a13ae/node_modules/lucide-react/dist/esm/icons/message-square-dot.js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D:/pasar_fix/node_modules/.bun/lucide-react@0.556.0+d86b59289c1a13ae/node_modules/lucide-react/dist/esm/icons/message-square-dot.js.map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D:/pasar_fix/node_modules/.bun/lucide-react@0.556.0+d86b59289c1a13ae/node_modules/lucide-react/dist/esm/icons/message-square-heart.js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D:/pasar_fix/node_modules/.bun/lucide-react@0.556.0+d86b59289c1a13ae/node_modules/lucide-react/dist/esm/icons/message-square-heart.js.map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D:/pasar_fix/node_modules/.bun/lucide-react@0.556.0+d86b59289c1a13ae/node_modules/lucide-react/dist/esm/icons/message-square-lock.js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D:/pasar_fix/node_modules/.bun/lucide-react@0.556.0+d86b59289c1a13ae/node_modules/lucide-react/dist/esm/icons/message-square-lock.js.map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D:/pasar_fix/node_modules/.bun/lucide-react@0.556.0+d86b59289c1a13ae/node_modules/lucide-react/dist/esm/icons/message-square-more.js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D:/pasar_fix/node_modules/.bun/lucide-react@0.556.0+d86b59289c1a13ae/node_modules/lucide-react/dist/esm/icons/message-square-more.js.map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D:/pasar_fix/node_modules/.bun/lucide-react@0.556.0+d86b59289c1a13ae/node_modules/lucide-react/dist/esm/icons/message-square-off.js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D:/pasar_fix/node_modules/.bun/lucide-react@0.556.0+d86b59289c1a13ae/node_modules/lucide-react/dist/esm/icons/message-square-off.js.map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D:/pasar_fix/node_modules/.bun/lucide-react@0.556.0+d86b59289c1a13ae/node_modules/lucide-react/dist/esm/icons/message-square-plus.js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D:/pasar_fix/node_modules/.bun/lucide-react@0.556.0+d86b59289c1a13ae/node_modules/lucide-react/dist/esm/icons/message-square-plus.js.map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D:/pasar_fix/node_modules/.bun/lucide-react@0.556.0+d86b59289c1a13ae/node_modules/lucide-react/dist/esm/icons/message-square-quote.js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D:/pasar_fix/node_modules/.bun/lucide-react@0.556.0+d86b59289c1a13ae/node_modules/lucide-react/dist/esm/icons/message-square-quote.js.map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D:/pasar_fix/node_modules/.bun/lucide-react@0.556.0+d86b59289c1a13ae/node_modules/lucide-react/dist/esm/icons/message-square-reply.js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D:/pasar_fix/node_modules/.bun/lucide-react@0.556.0+d86b59289c1a13ae/node_modules/lucide-react/dist/esm/icons/message-square-reply.js.map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D:/pasar_fix/node_modules/.bun/lucide-react@0.556.0+d86b59289c1a13ae/node_modules/lucide-react/dist/esm/icons/message-square-share.js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D:/pasar_fix/node_modules/.bun/lucide-react@0.556.0+d86b59289c1a13ae/node_modules/lucide-react/dist/esm/icons/message-square-share.js.map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D:/pasar_fix/node_modules/.bun/lucide-react@0.556.0+d86b59289c1a13ae/node_modules/lucide-react/dist/esm/icons/message-square-text.js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D:/pasar_fix/node_modules/.bun/lucide-react@0.556.0+d86b59289c1a13ae/node_modules/lucide-react/dist/esm/icons/message-square-text.js.map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D:/pasar_fix/node_modules/.bun/lucide-react@0.556.0+d86b59289c1a13ae/node_modules/lucide-react/dist/esm/icons/message-square-warning.js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D:/pasar_fix/node_modules/.bun/lucide-react@0.556.0+d86b59289c1a13ae/node_modules/lucide-react/dist/esm/icons/message-square-warning.js.map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D:/pasar_fix/node_modules/.bun/lucide-react@0.556.0+d86b59289c1a13ae/node_modules/lucide-react/dist/esm/icons/message-square-x.js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D:/pasar_fix/node_modules/.bun/lucide-react@0.556.0+d86b59289c1a13ae/node_modules/lucide-react/dist/esm/icons/message-square-x.js.map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D:/pasar_fix/node_modules/.bun/lucide-react@0.556.0+d86b59289c1a13ae/node_modules/lucide-react/dist/esm/icons/message-square.js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D:/pasar_fix/node_modules/.bun/lucide-react@0.556.0+d86b59289c1a13ae/node_modules/lucide-react/dist/esm/icons/message-square.js.map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D:/pasar_fix/node_modules/.bun/lucide-react@0.556.0+d86b59289c1a13ae/node_modules/lucide-react/dist/esm/icons/messages-square.js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D:/pasar_fix/node_modules/.bun/lucide-react@0.556.0+d86b59289c1a13ae/node_modules/lucide-react/dist/esm/icons/messages-square.js.map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D:/pasar_fix/node_modules/.bun/lucide-react@0.556.0+d86b59289c1a13ae/node_modules/lucide-react/dist/esm/icons/mic-2.js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D:/pasar_fix/node_modules/.bun/lucide-react@0.556.0+d86b59289c1a13ae/node_modules/lucide-react/dist/esm/icons/mic-2.js.map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D:/pasar_fix/node_modules/.bun/lucide-react@0.556.0+d86b59289c1a13ae/node_modules/lucide-react/dist/esm/icons/mic-off.js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D:/pasar_fix/node_modules/.bun/lucide-react@0.556.0+d86b59289c1a13ae/node_modules/lucide-react/dist/esm/icons/mic-off.js.map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D:/pasar_fix/node_modules/.bun/lucide-react@0.556.0+d86b59289c1a13ae/node_modules/lucide-react/dist/esm/icons/mic-vocal.js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D:/pasar_fix/node_modules/.bun/lucide-react@0.556.0+d86b59289c1a13ae/node_modules/lucide-react/dist/esm/icons/mic-vocal.js.map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D:/pasar_fix/node_modules/.bun/lucide-react@0.556.0+d86b59289c1a13ae/node_modules/lucide-react/dist/esm/icons/mic.js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D:/pasar_fix/node_modules/.bun/lucide-react@0.556.0+d86b59289c1a13ae/node_modules/lucide-react/dist/esm/icons/mic.js.map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D:/pasar_fix/node_modules/.bun/lucide-react@0.556.0+d86b59289c1a13ae/node_modules/lucide-react/dist/esm/icons/microchip.js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D:/pasar_fix/node_modules/.bun/lucide-react@0.556.0+d86b59289c1a13ae/node_modules/lucide-react/dist/esm/icons/microchip.js.map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D:/pasar_fix/node_modules/.bun/lucide-react@0.556.0+d86b59289c1a13ae/node_modules/lucide-react/dist/esm/icons/microscope.js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D:/pasar_fix/node_modules/.bun/lucide-react@0.556.0+d86b59289c1a13ae/node_modules/lucide-react/dist/esm/icons/microscope.js.map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D:/pasar_fix/node_modules/.bun/lucide-react@0.556.0+d86b59289c1a13ae/node_modules/lucide-react/dist/esm/icons/microwave.js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D:/pasar_fix/node_modules/.bun/lucide-react@0.556.0+d86b59289c1a13ae/node_modules/lucide-react/dist/esm/icons/microwave.js.map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D:/pasar_fix/node_modules/.bun/lucide-react@0.556.0+d86b59289c1a13ae/node_modules/lucide-react/dist/esm/icons/milestone.js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D:/pasar_fix/node_modules/.bun/lucide-react@0.556.0+d86b59289c1a13ae/node_modules/lucide-react/dist/esm/icons/milestone.js.map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D:/pasar_fix/node_modules/.bun/lucide-react@0.556.0+d86b59289c1a13ae/node_modules/lucide-react/dist/esm/icons/milk-off.js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D:/pasar_fix/node_modules/.bun/lucide-react@0.556.0+d86b59289c1a13ae/node_modules/lucide-react/dist/esm/icons/milk-off.js.map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D:/pasar_fix/node_modules/.bun/lucide-react@0.556.0+d86b59289c1a13ae/node_modules/lucide-react/dist/esm/icons/milk.js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D:/pasar_fix/node_modules/.bun/lucide-react@0.556.0+d86b59289c1a13ae/node_modules/lucide-react/dist/esm/icons/milk.js.map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D:/pasar_fix/node_modules/.bun/lucide-react@0.556.0+d86b59289c1a13ae/node_modules/lucide-react/dist/esm/icons/minimize-2.js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D:/pasar_fix/node_modules/.bun/lucide-react@0.556.0+d86b59289c1a13ae/node_modules/lucide-react/dist/esm/icons/minimize-2.js.map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D:/pasar_fix/node_modules/.bun/lucide-react@0.556.0+d86b59289c1a13ae/node_modules/lucide-react/dist/esm/icons/minimize.js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D:/pasar_fix/node_modules/.bun/lucide-react@0.556.0+d86b59289c1a13ae/node_modules/lucide-react/dist/esm/icons/minimize.js.map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D:/pasar_fix/node_modules/.bun/lucide-react@0.556.0+d86b59289c1a13ae/node_modules/lucide-react/dist/esm/icons/minus-circle.js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D:/pasar_fix/node_modules/.bun/lucide-react@0.556.0+d86b59289c1a13ae/node_modules/lucide-react/dist/esm/icons/minus-circle.js.map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D:/pasar_fix/node_modules/.bun/lucide-react@0.556.0+d86b59289c1a13ae/node_modules/lucide-react/dist/esm/icons/minus-square.js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D:/pasar_fix/node_modules/.bun/lucide-react@0.556.0+d86b59289c1a13ae/node_modules/lucide-react/dist/esm/icons/minus-square.js.map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D:/pasar_fix/node_modules/.bun/lucide-react@0.556.0+d86b59289c1a13ae/node_modules/lucide-react/dist/esm/icons/minus.js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D:/pasar_fix/node_modules/.bun/lucide-react@0.556.0+d86b59289c1a13ae/node_modules/lucide-react/dist/esm/icons/minus.js.map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D:/pasar_fix/node_modules/.bun/lucide-react@0.556.0+d86b59289c1a13ae/node_modules/lucide-react/dist/esm/icons/monitor-check.js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D:/pasar_fix/node_modules/.bun/lucide-react@0.556.0+d86b59289c1a13ae/node_modules/lucide-react/dist/esm/icons/monitor-check.js.map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D:/pasar_fix/node_modules/.bun/lucide-react@0.556.0+d86b59289c1a13ae/node_modules/lucide-react/dist/esm/icons/monitor-cloud.js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D:/pasar_fix/node_modules/.bun/lucide-react@0.556.0+d86b59289c1a13ae/node_modules/lucide-react/dist/esm/icons/monitor-cloud.js.map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D:/pasar_fix/node_modules/.bun/lucide-react@0.556.0+d86b59289c1a13ae/node_modules/lucide-react/dist/esm/icons/monitor-cog.js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D:/pasar_fix/node_modules/.bun/lucide-react@0.556.0+d86b59289c1a13ae/node_modules/lucide-react/dist/esm/icons/monitor-cog.js.map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D:/pasar_fix/node_modules/.bun/lucide-react@0.556.0+d86b59289c1a13ae/node_modules/lucide-react/dist/esm/icons/monitor-dot.js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D:/pasar_fix/node_modules/.bun/lucide-react@0.556.0+d86b59289c1a13ae/node_modules/lucide-react/dist/esm/icons/monitor-dot.js.map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D:/pasar_fix/node_modules/.bun/lucide-react@0.556.0+d86b59289c1a13ae/node_modules/lucide-react/dist/esm/icons/monitor-down.js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D:/pasar_fix/node_modules/.bun/lucide-react@0.556.0+d86b59289c1a13ae/node_modules/lucide-react/dist/esm/icons/monitor-down.js.map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D:/pasar_fix/node_modules/.bun/lucide-react@0.556.0+d86b59289c1a13ae/node_modules/lucide-react/dist/esm/icons/monitor-off.js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D:/pasar_fix/node_modules/.bun/lucide-react@0.556.0+d86b59289c1a13ae/node_modules/lucide-react/dist/esm/icons/monitor-off.js.map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D:/pasar_fix/node_modules/.bun/lucide-react@0.556.0+d86b59289c1a13ae/node_modules/lucide-react/dist/esm/icons/monitor-pause.js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D:/pasar_fix/node_modules/.bun/lucide-react@0.556.0+d86b59289c1a13ae/node_modules/lucide-react/dist/esm/icons/monitor-pause.js.map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D:/pasar_fix/node_modules/.bun/lucide-react@0.556.0+d86b59289c1a13ae/node_modules/lucide-react/dist/esm/icons/monitor-play.js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D:/pasar_fix/node_modules/.bun/lucide-react@0.556.0+d86b59289c1a13ae/node_modules/lucide-react/dist/esm/icons/monitor-play.js.map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D:/pasar_fix/node_modules/.bun/lucide-react@0.556.0+d86b59289c1a13ae/node_modules/lucide-react/dist/esm/icons/monitor-smartphone.js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D:/pasar_fix/node_modules/.bun/lucide-react@0.556.0+d86b59289c1a13ae/node_modules/lucide-react/dist/esm/icons/monitor-smartphone.js.map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D:/pasar_fix/node_modules/.bun/lucide-react@0.556.0+d86b59289c1a13ae/node_modules/lucide-react/dist/esm/icons/monitor-speaker.js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D:/pasar_fix/node_modules/.bun/lucide-react@0.556.0+d86b59289c1a13ae/node_modules/lucide-react/dist/esm/icons/monitor-speaker.js.map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D:/pasar_fix/node_modules/.bun/lucide-react@0.556.0+d86b59289c1a13ae/node_modules/lucide-react/dist/esm/icons/monitor-stop.js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D:/pasar_fix/node_modules/.bun/lucide-react@0.556.0+d86b59289c1a13ae/node_modules/lucide-react/dist/esm/icons/monitor-stop.js.map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D:/pasar_fix/node_modules/.bun/lucide-react@0.556.0+d86b59289c1a13ae/node_modules/lucide-react/dist/esm/icons/monitor-up.js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D:/pasar_fix/node_modules/.bun/lucide-react@0.556.0+d86b59289c1a13ae/node_modules/lucide-react/dist/esm/icons/monitor-up.js.map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D:/pasar_fix/node_modules/.bun/lucide-react@0.556.0+d86b59289c1a13ae/node_modules/lucide-react/dist/esm/icons/monitor-x.js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D:/pasar_fix/node_modules/.bun/lucide-react@0.556.0+d86b59289c1a13ae/node_modules/lucide-react/dist/esm/icons/monitor-x.js.map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D:/pasar_fix/node_modules/.bun/lucide-react@0.556.0+d86b59289c1a13ae/node_modules/lucide-react/dist/esm/icons/monitor.js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D:/pasar_fix/node_modules/.bun/lucide-react@0.556.0+d86b59289c1a13ae/node_modules/lucide-react/dist/esm/icons/monitor.js.map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D:/pasar_fix/node_modules/.bun/lucide-react@0.556.0+d86b59289c1a13ae/node_modules/lucide-react/dist/esm/icons/moon-star.js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D:/pasar_fix/node_modules/.bun/lucide-react@0.556.0+d86b59289c1a13ae/node_modules/lucide-react/dist/esm/icons/moon-star.js.map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D:/pasar_fix/node_modules/.bun/lucide-react@0.556.0+d86b59289c1a13ae/node_modules/lucide-react/dist/esm/icons/moon.js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D:/pasar_fix/node_modules/.bun/lucide-react@0.556.0+d86b59289c1a13ae/node_modules/lucide-react/dist/esm/icons/moon.js.map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D:/pasar_fix/node_modules/.bun/lucide-react@0.556.0+d86b59289c1a13ae/node_modules/lucide-react/dist/esm/icons/more-horizontal.js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D:/pasar_fix/node_modules/.bun/lucide-react@0.556.0+d86b59289c1a13ae/node_modules/lucide-react/dist/esm/icons/more-horizontal.js.map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D:/pasar_fix/node_modules/.bun/lucide-react@0.556.0+d86b59289c1a13ae/node_modules/lucide-react/dist/esm/icons/more-vertical.js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D:/pasar_fix/node_modules/.bun/lucide-react@0.556.0+d86b59289c1a13ae/node_modules/lucide-react/dist/esm/icons/more-vertical.js.map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D:/pasar_fix/node_modules/.bun/lucide-react@0.556.0+d86b59289c1a13ae/node_modules/lucide-react/dist/esm/icons/motorbike.js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D:/pasar_fix/node_modules/.bun/lucide-react@0.556.0+d86b59289c1a13ae/node_modules/lucide-react/dist/esm/icons/motorbike.js.map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D:/pasar_fix/node_modules/.bun/lucide-react@0.556.0+d86b59289c1a13ae/node_modules/lucide-react/dist/esm/icons/mountain-snow.js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D:/pasar_fix/node_modules/.bun/lucide-react@0.556.0+d86b59289c1a13ae/node_modules/lucide-react/dist/esm/icons/mountain-snow.js.map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D:/pasar_fix/node_modules/.bun/lucide-react@0.556.0+d86b59289c1a13ae/node_modules/lucide-react/dist/esm/icons/mountain.js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D:/pasar_fix/node_modules/.bun/lucide-react@0.556.0+d86b59289c1a13ae/node_modules/lucide-react/dist/esm/icons/mountain.js.map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D:/pasar_fix/node_modules/.bun/lucide-react@0.556.0+d86b59289c1a13ae/node_modules/lucide-react/dist/esm/icons/mouse-off.js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D:/pasar_fix/node_modules/.bun/lucide-react@0.556.0+d86b59289c1a13ae/node_modules/lucide-react/dist/esm/icons/mouse-off.js.map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D:/pasar_fix/node_modules/.bun/lucide-react@0.556.0+d86b59289c1a13ae/node_modules/lucide-react/dist/esm/icons/mouse-pointer-2-off.js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D:/pasar_fix/node_modules/.bun/lucide-react@0.556.0+d86b59289c1a13ae/node_modules/lucide-react/dist/esm/icons/mouse-pointer-2-off.js.map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D:/pasar_fix/node_modules/.bun/lucide-react@0.556.0+d86b59289c1a13ae/node_modules/lucide-react/dist/esm/icons/mouse-pointer-2.js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D:/pasar_fix/node_modules/.bun/lucide-react@0.556.0+d86b59289c1a13ae/node_modules/lucide-react/dist/esm/icons/mouse-pointer-2.js.map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D:/pasar_fix/node_modules/.bun/lucide-react@0.556.0+d86b59289c1a13ae/node_modules/lucide-react/dist/esm/icons/mouse-pointer-ban.js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D:/pasar_fix/node_modules/.bun/lucide-react@0.556.0+d86b59289c1a13ae/node_modules/lucide-react/dist/esm/icons/mouse-pointer-ban.js.map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D:/pasar_fix/node_modules/.bun/lucide-react@0.556.0+d86b59289c1a13ae/node_modules/lucide-react/dist/esm/icons/mouse-pointer-click.js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D:/pasar_fix/node_modules/.bun/lucide-react@0.556.0+d86b59289c1a13ae/node_modules/lucide-react/dist/esm/icons/mouse-pointer-click.js.map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D:/pasar_fix/node_modules/.bun/lucide-react@0.556.0+d86b59289c1a13ae/node_modules/lucide-react/dist/esm/icons/mouse-pointer-square-dashed.js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D:/pasar_fix/node_modules/.bun/lucide-react@0.556.0+d86b59289c1a13ae/node_modules/lucide-react/dist/esm/icons/mouse-pointer-square-dashed.js.map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D:/pasar_fix/node_modules/.bun/lucide-react@0.556.0+d86b59289c1a13ae/node_modules/lucide-react/dist/esm/icons/mouse-pointer.js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D:/pasar_fix/node_modules/.bun/lucide-react@0.556.0+d86b59289c1a13ae/node_modules/lucide-react/dist/esm/icons/mouse-pointer.js.map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D:/pasar_fix/node_modules/.bun/lucide-react@0.556.0+d86b59289c1a13ae/node_modules/lucide-react/dist/esm/icons/mouse.js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D:/pasar_fix/node_modules/.bun/lucide-react@0.556.0+d86b59289c1a13ae/node_modules/lucide-react/dist/esm/icons/mouse.js.map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D:/pasar_fix/node_modules/.bun/lucide-react@0.556.0+d86b59289c1a13ae/node_modules/lucide-react/dist/esm/icons/move-3-d.js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D:/pasar_fix/node_modules/.bun/lucide-react@0.556.0+d86b59289c1a13ae/node_modules/lucide-react/dist/esm/icons/move-3-d.js.map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D:/pasar_fix/node_modules/.bun/lucide-react@0.556.0+d86b59289c1a13ae/node_modules/lucide-react/dist/esm/icons/move-3d.js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D:/pasar_fix/node_modules/.bun/lucide-react@0.556.0+d86b59289c1a13ae/node_modules/lucide-react/dist/esm/icons/move-3d.js.map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D:/pasar_fix/node_modules/.bun/lucide-react@0.556.0+d86b59289c1a13ae/node_modules/lucide-react/dist/esm/icons/move-diagonal-2.js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D:/pasar_fix/node_modules/.bun/lucide-react@0.556.0+d86b59289c1a13ae/node_modules/lucide-react/dist/esm/icons/move-diagonal-2.js.map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D:/pasar_fix/node_modules/.bun/lucide-react@0.556.0+d86b59289c1a13ae/node_modules/lucide-react/dist/esm/icons/move-diagonal.js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D:/pasar_fix/node_modules/.bun/lucide-react@0.556.0+d86b59289c1a13ae/node_modules/lucide-react/dist/esm/icons/move-diagonal.js.map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D:/pasar_fix/node_modules/.bun/lucide-react@0.556.0+d86b59289c1a13ae/node_modules/lucide-react/dist/esm/icons/move-down-left.js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D:/pasar_fix/node_modules/.bun/lucide-react@0.556.0+d86b59289c1a13ae/node_modules/lucide-react/dist/esm/icons/move-down-left.js.map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D:/pasar_fix/node_modules/.bun/lucide-react@0.556.0+d86b59289c1a13ae/node_modules/lucide-react/dist/esm/icons/move-down-right.js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D:/pasar_fix/node_modules/.bun/lucide-react@0.556.0+d86b59289c1a13ae/node_modules/lucide-react/dist/esm/icons/move-down-right.js.map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D:/pasar_fix/node_modules/.bun/lucide-react@0.556.0+d86b59289c1a13ae/node_modules/lucide-react/dist/esm/icons/move-down.js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D:/pasar_fix/node_modules/.bun/lucide-react@0.556.0+d86b59289c1a13ae/node_modules/lucide-react/dist/esm/icons/move-down.js.map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D:/pasar_fix/node_modules/.bun/lucide-react@0.556.0+d86b59289c1a13ae/node_modules/lucide-react/dist/esm/icons/move-horizontal.js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D:/pasar_fix/node_modules/.bun/lucide-react@0.556.0+d86b59289c1a13ae/node_modules/lucide-react/dist/esm/icons/move-horizontal.js.map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D:/pasar_fix/node_modules/.bun/lucide-react@0.556.0+d86b59289c1a13ae/node_modules/lucide-react/dist/esm/icons/move-left.js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D:/pasar_fix/node_modules/.bun/lucide-react@0.556.0+d86b59289c1a13ae/node_modules/lucide-react/dist/esm/icons/move-left.js.map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D:/pasar_fix/node_modules/.bun/lucide-react@0.556.0+d86b59289c1a13ae/node_modules/lucide-react/dist/esm/icons/move-right.js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D:/pasar_fix/node_modules/.bun/lucide-react@0.556.0+d86b59289c1a13ae/node_modules/lucide-react/dist/esm/icons/move-right.js.map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D:/pasar_fix/node_modules/.bun/lucide-react@0.556.0+d86b59289c1a13ae/node_modules/lucide-react/dist/esm/icons/move-up-left.js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D:/pasar_fix/node_modules/.bun/lucide-react@0.556.0+d86b59289c1a13ae/node_modules/lucide-react/dist/esm/icons/move-up-left.js.map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D:/pasar_fix/node_modules/.bun/lucide-react@0.556.0+d86b59289c1a13ae/node_modules/lucide-react/dist/esm/icons/move-up-right.js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D:/pasar_fix/node_modules/.bun/lucide-react@0.556.0+d86b59289c1a13ae/node_modules/lucide-react/dist/esm/icons/move-up-right.js.map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D:/pasar_fix/node_modules/.bun/lucide-react@0.556.0+d86b59289c1a13ae/node_modules/lucide-react/dist/esm/icons/move-up.js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D:/pasar_fix/node_modules/.bun/lucide-react@0.556.0+d86b59289c1a13ae/node_modules/lucide-react/dist/esm/icons/move-up.js.map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D:/pasar_fix/node_modules/.bun/lucide-react@0.556.0+d86b59289c1a13ae/node_modules/lucide-react/dist/esm/icons/move-vertical.js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D:/pasar_fix/node_modules/.bun/lucide-react@0.556.0+d86b59289c1a13ae/node_modules/lucide-react/dist/esm/icons/move-vertical.js.map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D:/pasar_fix/node_modules/.bun/lucide-react@0.556.0+d86b59289c1a13ae/node_modules/lucide-react/dist/esm/icons/move.js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D:/pasar_fix/node_modules/.bun/lucide-react@0.556.0+d86b59289c1a13ae/node_modules/lucide-react/dist/esm/icons/move.js.map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D:/pasar_fix/node_modules/.bun/lucide-react@0.556.0+d86b59289c1a13ae/node_modules/lucide-react/dist/esm/icons/music-2.js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D:/pasar_fix/node_modules/.bun/lucide-react@0.556.0+d86b59289c1a13ae/node_modules/lucide-react/dist/esm/icons/music-2.js.map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D:/pasar_fix/node_modules/.bun/lucide-react@0.556.0+d86b59289c1a13ae/node_modules/lucide-react/dist/esm/icons/music-3.js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D:/pasar_fix/node_modules/.bun/lucide-react@0.556.0+d86b59289c1a13ae/node_modules/lucide-react/dist/esm/icons/music-3.js.map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D:/pasar_fix/node_modules/.bun/lucide-react@0.556.0+d86b59289c1a13ae/node_modules/lucide-react/dist/esm/icons/music-4.js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D:/pasar_fix/node_modules/.bun/lucide-react@0.556.0+d86b59289c1a13ae/node_modules/lucide-react/dist/esm/icons/music-4.js.map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D:/pasar_fix/node_modules/.bun/lucide-react@0.556.0+d86b59289c1a13ae/node_modules/lucide-react/dist/esm/icons/music.js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D:/pasar_fix/node_modules/.bun/lucide-react@0.556.0+d86b59289c1a13ae/node_modules/lucide-react/dist/esm/icons/music.js.map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D:/pasar_fix/node_modules/.bun/lucide-react@0.556.0+d86b59289c1a13ae/node_modules/lucide-react/dist/esm/icons/navigation-2-off.js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D:/pasar_fix/node_modules/.bun/lucide-react@0.556.0+d86b59289c1a13ae/node_modules/lucide-react/dist/esm/icons/navigation-2-off.js.map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D:/pasar_fix/node_modules/.bun/lucide-react@0.556.0+d86b59289c1a13ae/node_modules/lucide-react/dist/esm/icons/navigation-2.js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D:/pasar_fix/node_modules/.bun/lucide-react@0.556.0+d86b59289c1a13ae/node_modules/lucide-react/dist/esm/icons/navigation-2.js.map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D:/pasar_fix/node_modules/.bun/lucide-react@0.556.0+d86b59289c1a13ae/node_modules/lucide-react/dist/esm/icons/navigation-off.js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D:/pasar_fix/node_modules/.bun/lucide-react@0.556.0+d86b59289c1a13ae/node_modules/lucide-react/dist/esm/icons/navigation-off.js.map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D:/pasar_fix/node_modules/.bun/lucide-react@0.556.0+d86b59289c1a13ae/node_modules/lucide-react/dist/esm/icons/navigation.js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D:/pasar_fix/node_modules/.bun/lucide-react@0.556.0+d86b59289c1a13ae/node_modules/lucide-react/dist/esm/icons/navigation.js.map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D:/pasar_fix/node_modules/.bun/lucide-react@0.556.0+d86b59289c1a13ae/node_modules/lucide-react/dist/esm/icons/network.js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D:/pasar_fix/node_modules/.bun/lucide-react@0.556.0+d86b59289c1a13ae/node_modules/lucide-react/dist/esm/icons/network.js.map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D:/pasar_fix/node_modules/.bun/lucide-react@0.556.0+d86b59289c1a13ae/node_modules/lucide-react/dist/esm/icons/newspaper.js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D:/pasar_fix/node_modules/.bun/lucide-react@0.556.0+d86b59289c1a13ae/node_modules/lucide-react/dist/esm/icons/newspaper.js.map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D:/pasar_fix/node_modules/.bun/lucide-react@0.556.0+d86b59289c1a13ae/node_modules/lucide-react/dist/esm/icons/nfc.js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D:/pasar_fix/node_modules/.bun/lucide-react@0.556.0+d86b59289c1a13ae/node_modules/lucide-react/dist/esm/icons/nfc.js.map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D:/pasar_fix/node_modules/.bun/lucide-react@0.556.0+d86b59289c1a13ae/node_modules/lucide-react/dist/esm/icons/non-binary.js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D:/pasar_fix/node_modules/.bun/lucide-react@0.556.0+d86b59289c1a13ae/node_modules/lucide-react/dist/esm/icons/non-binary.js.map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D:/pasar_fix/node_modules/.bun/lucide-react@0.556.0+d86b59289c1a13ae/node_modules/lucide-react/dist/esm/icons/notebook-pen.js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D:/pasar_fix/node_modules/.bun/lucide-react@0.556.0+d86b59289c1a13ae/node_modules/lucide-react/dist/esm/icons/notebook-pen.js.map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D:/pasar_fix/node_modules/.bun/lucide-react@0.556.0+d86b59289c1a13ae/node_modules/lucide-react/dist/esm/icons/notebook-tabs.js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D:/pasar_fix/node_modules/.bun/lucide-react@0.556.0+d86b59289c1a13ae/node_modules/lucide-react/dist/esm/icons/notebook-tabs.js.map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D:/pasar_fix/node_modules/.bun/lucide-react@0.556.0+d86b59289c1a13ae/node_modules/lucide-react/dist/esm/icons/notebook-text.js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D:/pasar_fix/node_modules/.bun/lucide-react@0.556.0+d86b59289c1a13ae/node_modules/lucide-react/dist/esm/icons/notebook-text.js.map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D:/pasar_fix/node_modules/.bun/lucide-react@0.556.0+d86b59289c1a13ae/node_modules/lucide-react/dist/esm/icons/notebook.js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D:/pasar_fix/node_modules/.bun/lucide-react@0.556.0+d86b59289c1a13ae/node_modules/lucide-react/dist/esm/icons/notebook.js.map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D:/pasar_fix/node_modules/.bun/lucide-react@0.556.0+d86b59289c1a13ae/node_modules/lucide-react/dist/esm/icons/notepad-text-dashed.js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D:/pasar_fix/node_modules/.bun/lucide-react@0.556.0+d86b59289c1a13ae/node_modules/lucide-react/dist/esm/icons/notepad-text-dashed.js.map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D:/pasar_fix/node_modules/.bun/lucide-react@0.556.0+d86b59289c1a13ae/node_modules/lucide-react/dist/esm/icons/notepad-text.js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D:/pasar_fix/node_modules/.bun/lucide-react@0.556.0+d86b59289c1a13ae/node_modules/lucide-react/dist/esm/icons/notepad-text.js.map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D:/pasar_fix/node_modules/.bun/lucide-react@0.556.0+d86b59289c1a13ae/node_modules/lucide-react/dist/esm/icons/nut-off.js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D:/pasar_fix/node_modules/.bun/lucide-react@0.556.0+d86b59289c1a13ae/node_modules/lucide-react/dist/esm/icons/nut-off.js.map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D:/pasar_fix/node_modules/.bun/lucide-react@0.556.0+d86b59289c1a13ae/node_modules/lucide-react/dist/esm/icons/nut.js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D:/pasar_fix/node_modules/.bun/lucide-react@0.556.0+d86b59289c1a13ae/node_modules/lucide-react/dist/esm/icons/nut.js.map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D:/pasar_fix/node_modules/.bun/lucide-react@0.556.0+d86b59289c1a13ae/node_modules/lucide-react/dist/esm/icons/octagon-alert.js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D:/pasar_fix/node_modules/.bun/lucide-react@0.556.0+d86b59289c1a13ae/node_modules/lucide-react/dist/esm/icons/octagon-alert.js.map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D:/pasar_fix/node_modules/.bun/lucide-react@0.556.0+d86b59289c1a13ae/node_modules/lucide-react/dist/esm/icons/octagon-minus.js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D:/pasar_fix/node_modules/.bun/lucide-react@0.556.0+d86b59289c1a13ae/node_modules/lucide-react/dist/esm/icons/octagon-minus.js.map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D:/pasar_fix/node_modules/.bun/lucide-react@0.556.0+d86b59289c1a13ae/node_modules/lucide-react/dist/esm/icons/octagon-pause.js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D:/pasar_fix/node_modules/.bun/lucide-react@0.556.0+d86b59289c1a13ae/node_modules/lucide-react/dist/esm/icons/octagon-pause.js.map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D:/pasar_fix/node_modules/.bun/lucide-react@0.556.0+d86b59289c1a13ae/node_modules/lucide-react/dist/esm/icons/octagon-x.js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D:/pasar_fix/node_modules/.bun/lucide-react@0.556.0+d86b59289c1a13ae/node_modules/lucide-react/dist/esm/icons/octagon-x.js.map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D:/pasar_fix/node_modules/.bun/lucide-react@0.556.0+d86b59289c1a13ae/node_modules/lucide-react/dist/esm/icons/octagon.js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D:/pasar_fix/node_modules/.bun/lucide-react@0.556.0+d86b59289c1a13ae/node_modules/lucide-react/dist/esm/icons/octagon.js.map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D:/pasar_fix/node_modules/.bun/lucide-react@0.556.0+d86b59289c1a13ae/node_modules/lucide-react/dist/esm/icons/omega.js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D:/pasar_fix/node_modules/.bun/lucide-react@0.556.0+d86b59289c1a13ae/node_modules/lucide-react/dist/esm/icons/omega.js.map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D:/pasar_fix/node_modules/.bun/lucide-react@0.556.0+d86b59289c1a13ae/node_modules/lucide-react/dist/esm/icons/option.js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D:/pasar_fix/node_modules/.bun/lucide-react@0.556.0+d86b59289c1a13ae/node_modules/lucide-react/dist/esm/icons/option.js.map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D:/pasar_fix/node_modules/.bun/lucide-react@0.556.0+d86b59289c1a13ae/node_modules/lucide-react/dist/esm/icons/orbit.js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D:/pasar_fix/node_modules/.bun/lucide-react@0.556.0+d86b59289c1a13ae/node_modules/lucide-react/dist/esm/icons/orbit.js.map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D:/pasar_fix/node_modules/.bun/lucide-react@0.556.0+d86b59289c1a13ae/node_modules/lucide-react/dist/esm/icons/origami.js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D:/pasar_fix/node_modules/.bun/lucide-react@0.556.0+d86b59289c1a13ae/node_modules/lucide-react/dist/esm/icons/origami.js.map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D:/pasar_fix/node_modules/.bun/lucide-react@0.556.0+d86b59289c1a13ae/node_modules/lucide-react/dist/esm/icons/outdent.js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D:/pasar_fix/node_modules/.bun/lucide-react@0.556.0+d86b59289c1a13ae/node_modules/lucide-react/dist/esm/icons/outdent.js.map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D:/pasar_fix/node_modules/.bun/lucide-react@0.556.0+d86b59289c1a13ae/node_modules/lucide-react/dist/esm/icons/package-2.js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D:/pasar_fix/node_modules/.bun/lucide-react@0.556.0+d86b59289c1a13ae/node_modules/lucide-react/dist/esm/icons/package-2.js.map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D:/pasar_fix/node_modules/.bun/lucide-react@0.556.0+d86b59289c1a13ae/node_modules/lucide-react/dist/esm/icons/package-check.js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D:/pasar_fix/node_modules/.bun/lucide-react@0.556.0+d86b59289c1a13ae/node_modules/lucide-react/dist/esm/icons/package-check.js.map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D:/pasar_fix/node_modules/.bun/lucide-react@0.556.0+d86b59289c1a13ae/node_modules/lucide-react/dist/esm/icons/package-minus.js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D:/pasar_fix/node_modules/.bun/lucide-react@0.556.0+d86b59289c1a13ae/node_modules/lucide-react/dist/esm/icons/package-minus.js.map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D:/pasar_fix/node_modules/.bun/lucide-react@0.556.0+d86b59289c1a13ae/node_modules/lucide-react/dist/esm/icons/package-open.js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D:/pasar_fix/node_modules/.bun/lucide-react@0.556.0+d86b59289c1a13ae/node_modules/lucide-react/dist/esm/icons/package-open.js.map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D:/pasar_fix/node_modules/.bun/lucide-react@0.556.0+d86b59289c1a13ae/node_modules/lucide-react/dist/esm/icons/package-plus.js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D:/pasar_fix/node_modules/.bun/lucide-react@0.556.0+d86b59289c1a13ae/node_modules/lucide-react/dist/esm/icons/package-plus.js.map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D:/pasar_fix/node_modules/.bun/lucide-react@0.556.0+d86b59289c1a13ae/node_modules/lucide-react/dist/esm/icons/package-search.js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D:/pasar_fix/node_modules/.bun/lucide-react@0.556.0+d86b59289c1a13ae/node_modules/lucide-react/dist/esm/icons/package-search.js.map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D:/pasar_fix/node_modules/.bun/lucide-react@0.556.0+d86b59289c1a13ae/node_modules/lucide-react/dist/esm/icons/package-x.js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D:/pasar_fix/node_modules/.bun/lucide-react@0.556.0+d86b59289c1a13ae/node_modules/lucide-react/dist/esm/icons/package-x.js.map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D:/pasar_fix/node_modules/.bun/lucide-react@0.556.0+d86b59289c1a13ae/node_modules/lucide-react/dist/esm/icons/package.js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D:/pasar_fix/node_modules/.bun/lucide-react@0.556.0+d86b59289c1a13ae/node_modules/lucide-react/dist/esm/icons/package.js.map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D:/pasar_fix/node_modules/.bun/lucide-react@0.556.0+d86b59289c1a13ae/node_modules/lucide-react/dist/esm/icons/paint-bucket.js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D:/pasar_fix/node_modules/.bun/lucide-react@0.556.0+d86b59289c1a13ae/node_modules/lucide-react/dist/esm/icons/paint-bucket.js.map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D:/pasar_fix/node_modules/.bun/lucide-react@0.556.0+d86b59289c1a13ae/node_modules/lucide-react/dist/esm/icons/paint-roller.js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D:/pasar_fix/node_modules/.bun/lucide-react@0.556.0+d86b59289c1a13ae/node_modules/lucide-react/dist/esm/icons/paint-roller.js.map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D:/pasar_fix/node_modules/.bun/lucide-react@0.556.0+d86b59289c1a13ae/node_modules/lucide-react/dist/esm/icons/paintbrush-2.js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D:/pasar_fix/node_modules/.bun/lucide-react@0.556.0+d86b59289c1a13ae/node_modules/lucide-react/dist/esm/icons/paintbrush-2.js.map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D:/pasar_fix/node_modules/.bun/lucide-react@0.556.0+d86b59289c1a13ae/node_modules/lucide-react/dist/esm/icons/paintbrush-vertical.js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D:/pasar_fix/node_modules/.bun/lucide-react@0.556.0+d86b59289c1a13ae/node_modules/lucide-react/dist/esm/icons/paintbrush-vertical.js.map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D:/pasar_fix/node_modules/.bun/lucide-react@0.556.0+d86b59289c1a13ae/node_modules/lucide-react/dist/esm/icons/paintbrush.js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D:/pasar_fix/node_modules/.bun/lucide-react@0.556.0+d86b59289c1a13ae/node_modules/lucide-react/dist/esm/icons/paintbrush.js.map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D:/pasar_fix/node_modules/.bun/lucide-react@0.556.0+d86b59289c1a13ae/node_modules/lucide-react/dist/esm/icons/palette.js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D:/pasar_fix/node_modules/.bun/lucide-react@0.556.0+d86b59289c1a13ae/node_modules/lucide-react/dist/esm/icons/palette.js.map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D:/pasar_fix/node_modules/.bun/lucide-react@0.556.0+d86b59289c1a13ae/node_modules/lucide-react/dist/esm/icons/palmtree.js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D:/pasar_fix/node_modules/.bun/lucide-react@0.556.0+d86b59289c1a13ae/node_modules/lucide-react/dist/esm/icons/palmtree.js.map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D:/pasar_fix/node_modules/.bun/lucide-react@0.556.0+d86b59289c1a13ae/node_modules/lucide-react/dist/esm/icons/panda.js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D:/pasar_fix/node_modules/.bun/lucide-react@0.556.0+d86b59289c1a13ae/node_modules/lucide-react/dist/esm/icons/panda.js.map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D:/pasar_fix/node_modules/.bun/lucide-react@0.556.0+d86b59289c1a13ae/node_modules/lucide-react/dist/esm/icons/panel-bottom-close.js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D:/pasar_fix/node_modules/.bun/lucide-react@0.556.0+d86b59289c1a13ae/node_modules/lucide-react/dist/esm/icons/panel-bottom-close.js.map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D:/pasar_fix/node_modules/.bun/lucide-react@0.556.0+d86b59289c1a13ae/node_modules/lucide-react/dist/esm/icons/panel-bottom-dashed.js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D:/pasar_fix/node_modules/.bun/lucide-react@0.556.0+d86b59289c1a13ae/node_modules/lucide-react/dist/esm/icons/panel-bottom-dashed.js.map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D:/pasar_fix/node_modules/.bun/lucide-react@0.556.0+d86b59289c1a13ae/node_modules/lucide-react/dist/esm/icons/panel-bottom-inactive.js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D:/pasar_fix/node_modules/.bun/lucide-react@0.556.0+d86b59289c1a13ae/node_modules/lucide-react/dist/esm/icons/panel-bottom-inactive.js.map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D:/pasar_fix/node_modules/.bun/lucide-react@0.556.0+d86b59289c1a13ae/node_modules/lucide-react/dist/esm/icons/panel-bottom-open.js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D:/pasar_fix/node_modules/.bun/lucide-react@0.556.0+d86b59289c1a13ae/node_modules/lucide-react/dist/esm/icons/panel-bottom-open.js.map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D:/pasar_fix/node_modules/.bun/lucide-react@0.556.0+d86b59289c1a13ae/node_modules/lucide-react/dist/esm/icons/panel-bottom.js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D:/pasar_fix/node_modules/.bun/lucide-react@0.556.0+d86b59289c1a13ae/node_modules/lucide-react/dist/esm/icons/panel-bottom.js.map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D:/pasar_fix/node_modules/.bun/lucide-react@0.556.0+d86b59289c1a13ae/node_modules/lucide-react/dist/esm/icons/panel-left-close.js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D:/pasar_fix/node_modules/.bun/lucide-react@0.556.0+d86b59289c1a13ae/node_modules/lucide-react/dist/esm/icons/panel-left-close.js.map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D:/pasar_fix/node_modules/.bun/lucide-react@0.556.0+d86b59289c1a13ae/node_modules/lucide-react/dist/esm/icons/panel-left-dashed.js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D:/pasar_fix/node_modules/.bun/lucide-react@0.556.0+d86b59289c1a13ae/node_modules/lucide-react/dist/esm/icons/panel-left-dashed.js.map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D:/pasar_fix/node_modules/.bun/lucide-react@0.556.0+d86b59289c1a13ae/node_modules/lucide-react/dist/esm/icons/panel-left-inactive.js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D:/pasar_fix/node_modules/.bun/lucide-react@0.556.0+d86b59289c1a13ae/node_modules/lucide-react/dist/esm/icons/panel-left-inactive.js.map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D:/pasar_fix/node_modules/.bun/lucide-react@0.556.0+d86b59289c1a13ae/node_modules/lucide-react/dist/esm/icons/panel-left-open.js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D:/pasar_fix/node_modules/.bun/lucide-react@0.556.0+d86b59289c1a13ae/node_modules/lucide-react/dist/esm/icons/panel-left-open.js.map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D:/pasar_fix/node_modules/.bun/lucide-react@0.556.0+d86b59289c1a13ae/node_modules/lucide-react/dist/esm/icons/panel-left-right-dashed.js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D:/pasar_fix/node_modules/.bun/lucide-react@0.556.0+d86b59289c1a13ae/node_modules/lucide-react/dist/esm/icons/panel-left-right-dashed.js.map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D:/pasar_fix/node_modules/.bun/lucide-react@0.556.0+d86b59289c1a13ae/node_modules/lucide-react/dist/esm/icons/panel-left.js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D:/pasar_fix/node_modules/.bun/lucide-react@0.556.0+d86b59289c1a13ae/node_modules/lucide-react/dist/esm/icons/panel-left.js.map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D:/pasar_fix/node_modules/.bun/lucide-react@0.556.0+d86b59289c1a13ae/node_modules/lucide-react/dist/esm/icons/panel-right-close.js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D:/pasar_fix/node_modules/.bun/lucide-react@0.556.0+d86b59289c1a13ae/node_modules/lucide-react/dist/esm/icons/panel-right-close.js.map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D:/pasar_fix/node_modules/.bun/lucide-react@0.556.0+d86b59289c1a13ae/node_modules/lucide-react/dist/esm/icons/panel-right-dashed.js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D:/pasar_fix/node_modules/.bun/lucide-react@0.556.0+d86b59289c1a13ae/node_modules/lucide-react/dist/esm/icons/panel-right-dashed.js.map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D:/pasar_fix/node_modules/.bun/lucide-react@0.556.0+d86b59289c1a13ae/node_modules/lucide-react/dist/esm/icons/panel-right-inactive.js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D:/pasar_fix/node_modules/.bun/lucide-react@0.556.0+d86b59289c1a13ae/node_modules/lucide-react/dist/esm/icons/panel-right-inactive.js.map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D:/pasar_fix/node_modules/.bun/lucide-react@0.556.0+d86b59289c1a13ae/node_modules/lucide-react/dist/esm/icons/panel-right-open.js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D:/pasar_fix/node_modules/.bun/lucide-react@0.556.0+d86b59289c1a13ae/node_modules/lucide-react/dist/esm/icons/panel-right-open.js.map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D:/pasar_fix/node_modules/.bun/lucide-react@0.556.0+d86b59289c1a13ae/node_modules/lucide-react/dist/esm/icons/panel-right.js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D:/pasar_fix/node_modules/.bun/lucide-react@0.556.0+d86b59289c1a13ae/node_modules/lucide-react/dist/esm/icons/panel-right.js.map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D:/pasar_fix/node_modules/.bun/lucide-react@0.556.0+d86b59289c1a13ae/node_modules/lucide-react/dist/esm/icons/panel-top-bottom-dashed.js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D:/pasar_fix/node_modules/.bun/lucide-react@0.556.0+d86b59289c1a13ae/node_modules/lucide-react/dist/esm/icons/panel-top-bottom-dashed.js.map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D:/pasar_fix/node_modules/.bun/lucide-react@0.556.0+d86b59289c1a13ae/node_modules/lucide-react/dist/esm/icons/panel-top-close.js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D:/pasar_fix/node_modules/.bun/lucide-react@0.556.0+d86b59289c1a13ae/node_modules/lucide-react/dist/esm/icons/panel-top-close.js.map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D:/pasar_fix/node_modules/.bun/lucide-react@0.556.0+d86b59289c1a13ae/node_modules/lucide-react/dist/esm/icons/panel-top-dashed.js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D:/pasar_fix/node_modules/.bun/lucide-react@0.556.0+d86b59289c1a13ae/node_modules/lucide-react/dist/esm/icons/panel-top-dashed.js.map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D:/pasar_fix/node_modules/.bun/lucide-react@0.556.0+d86b59289c1a13ae/node_modules/lucide-react/dist/esm/icons/panel-top-inactive.js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D:/pasar_fix/node_modules/.bun/lucide-react@0.556.0+d86b59289c1a13ae/node_modules/lucide-react/dist/esm/icons/panel-top-inactive.js.map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D:/pasar_fix/node_modules/.bun/lucide-react@0.556.0+d86b59289c1a13ae/node_modules/lucide-react/dist/esm/icons/panel-top-open.js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D:/pasar_fix/node_modules/.bun/lucide-react@0.556.0+d86b59289c1a13ae/node_modules/lucide-react/dist/esm/icons/panel-top-open.js.map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D:/pasar_fix/node_modules/.bun/lucide-react@0.556.0+d86b59289c1a13ae/node_modules/lucide-react/dist/esm/icons/panel-top.js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D:/pasar_fix/node_modules/.bun/lucide-react@0.556.0+d86b59289c1a13ae/node_modules/lucide-react/dist/esm/icons/panel-top.js.map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D:/pasar_fix/node_modules/.bun/lucide-react@0.556.0+d86b59289c1a13ae/node_modules/lucide-react/dist/esm/icons/panels-left-bottom.js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D:/pasar_fix/node_modules/.bun/lucide-react@0.556.0+d86b59289c1a13ae/node_modules/lucide-react/dist/esm/icons/panels-left-bottom.js.map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D:/pasar_fix/node_modules/.bun/lucide-react@0.556.0+d86b59289c1a13ae/node_modules/lucide-react/dist/esm/icons/panels-left-right.js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D:/pasar_fix/node_modules/.bun/lucide-react@0.556.0+d86b59289c1a13ae/node_modules/lucide-react/dist/esm/icons/panels-left-right.js.map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D:/pasar_fix/node_modules/.bun/lucide-react@0.556.0+d86b59289c1a13ae/node_modules/lucide-react/dist/esm/icons/panels-right-bottom.js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D:/pasar_fix/node_modules/.bun/lucide-react@0.556.0+d86b59289c1a13ae/node_modules/lucide-react/dist/esm/icons/panels-right-bottom.js.map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D:/pasar_fix/node_modules/.bun/lucide-react@0.556.0+d86b59289c1a13ae/node_modules/lucide-react/dist/esm/icons/panels-top-bottom.js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D:/pasar_fix/node_modules/.bun/lucide-react@0.556.0+d86b59289c1a13ae/node_modules/lucide-react/dist/esm/icons/panels-top-bottom.js.map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D:/pasar_fix/node_modules/.bun/lucide-react@0.556.0+d86b59289c1a13ae/node_modules/lucide-react/dist/esm/icons/panels-top-left.js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D:/pasar_fix/node_modules/.bun/lucide-react@0.556.0+d86b59289c1a13ae/node_modules/lucide-react/dist/esm/icons/panels-top-left.js.map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D:/pasar_fix/node_modules/.bun/lucide-react@0.556.0+d86b59289c1a13ae/node_modules/lucide-react/dist/esm/icons/paperclip.js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D:/pasar_fix/node_modules/.bun/lucide-react@0.556.0+d86b59289c1a13ae/node_modules/lucide-react/dist/esm/icons/paperclip.js.map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D:/pasar_fix/node_modules/.bun/lucide-react@0.556.0+d86b59289c1a13ae/node_modules/lucide-react/dist/esm/icons/parentheses.js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D:/pasar_fix/node_modules/.bun/lucide-react@0.556.0+d86b59289c1a13ae/node_modules/lucide-react/dist/esm/icons/parentheses.js.map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D:/pasar_fix/node_modules/.bun/lucide-react@0.556.0+d86b59289c1a13ae/node_modules/lucide-react/dist/esm/icons/parking-circle-off.js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D:/pasar_fix/node_modules/.bun/lucide-react@0.556.0+d86b59289c1a13ae/node_modules/lucide-react/dist/esm/icons/parking-circle-off.js.map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D:/pasar_fix/node_modules/.bun/lucide-react@0.556.0+d86b59289c1a13ae/node_modules/lucide-react/dist/esm/icons/parking-circle.js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D:/pasar_fix/node_modules/.bun/lucide-react@0.556.0+d86b59289c1a13ae/node_modules/lucide-react/dist/esm/icons/parking-circle.js.map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D:/pasar_fix/node_modules/.bun/lucide-react@0.556.0+d86b59289c1a13ae/node_modules/lucide-react/dist/esm/icons/parking-meter.js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D:/pasar_fix/node_modules/.bun/lucide-react@0.556.0+d86b59289c1a13ae/node_modules/lucide-react/dist/esm/icons/parking-meter.js.map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D:/pasar_fix/node_modules/.bun/lucide-react@0.556.0+d86b59289c1a13ae/node_modules/lucide-react/dist/esm/icons/parking-square-off.js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D:/pasar_fix/node_modules/.bun/lucide-react@0.556.0+d86b59289c1a13ae/node_modules/lucide-react/dist/esm/icons/parking-square-off.js.map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D:/pasar_fix/node_modules/.bun/lucide-react@0.556.0+d86b59289c1a13ae/node_modules/lucide-react/dist/esm/icons/parking-square.js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D:/pasar_fix/node_modules/.bun/lucide-react@0.556.0+d86b59289c1a13ae/node_modules/lucide-react/dist/esm/icons/parking-square.js.map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D:/pasar_fix/node_modules/.bun/lucide-react@0.556.0+d86b59289c1a13ae/node_modules/lucide-react/dist/esm/icons/party-popper.js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D:/pasar_fix/node_modules/.bun/lucide-react@0.556.0+d86b59289c1a13ae/node_modules/lucide-react/dist/esm/icons/party-popper.js.map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D:/pasar_fix/node_modules/.bun/lucide-react@0.556.0+d86b59289c1a13ae/node_modules/lucide-react/dist/esm/icons/pause-circle.js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D:/pasar_fix/node_modules/.bun/lucide-react@0.556.0+d86b59289c1a13ae/node_modules/lucide-react/dist/esm/icons/pause-circle.js.map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D:/pasar_fix/node_modules/.bun/lucide-react@0.556.0+d86b59289c1a13ae/node_modules/lucide-react/dist/esm/icons/pause-octagon.js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D:/pasar_fix/node_modules/.bun/lucide-react@0.556.0+d86b59289c1a13ae/node_modules/lucide-react/dist/esm/icons/pause-octagon.js.map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D:/pasar_fix/node_modules/.bun/lucide-react@0.556.0+d86b59289c1a13ae/node_modules/lucide-react/dist/esm/icons/pause.js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D:/pasar_fix/node_modules/.bun/lucide-react@0.556.0+d86b59289c1a13ae/node_modules/lucide-react/dist/esm/icons/pause.js.map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D:/pasar_fix/node_modules/.bun/lucide-react@0.556.0+d86b59289c1a13ae/node_modules/lucide-react/dist/esm/icons/paw-print.js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D:/pasar_fix/node_modules/.bun/lucide-react@0.556.0+d86b59289c1a13ae/node_modules/lucide-react/dist/esm/icons/paw-print.js.map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D:/pasar_fix/node_modules/.bun/lucide-react@0.556.0+d86b59289c1a13ae/node_modules/lucide-react/dist/esm/icons/pc-case.js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D:/pasar_fix/node_modules/.bun/lucide-react@0.556.0+d86b59289c1a13ae/node_modules/lucide-react/dist/esm/icons/pc-case.js.map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D:/pasar_fix/node_modules/.bun/lucide-react@0.556.0+d86b59289c1a13ae/node_modules/lucide-react/dist/esm/icons/pen-box.js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D:/pasar_fix/node_modules/.bun/lucide-react@0.556.0+d86b59289c1a13ae/node_modules/lucide-react/dist/esm/icons/pen-box.js.map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D:/pasar_fix/node_modules/.bun/lucide-react@0.556.0+d86b59289c1a13ae/node_modules/lucide-react/dist/esm/icons/pen-line.js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D:/pasar_fix/node_modules/.bun/lucide-react@0.556.0+d86b59289c1a13ae/node_modules/lucide-react/dist/esm/icons/pen-line.js.map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D:/pasar_fix/node_modules/.bun/lucide-react@0.556.0+d86b59289c1a13ae/node_modules/lucide-react/dist/esm/icons/pen-off.js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D:/pasar_fix/node_modules/.bun/lucide-react@0.556.0+d86b59289c1a13ae/node_modules/lucide-react/dist/esm/icons/pen-off.js.map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D:/pasar_fix/node_modules/.bun/lucide-react@0.556.0+d86b59289c1a13ae/node_modules/lucide-react/dist/esm/icons/pen-square.js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D:/pasar_fix/node_modules/.bun/lucide-react@0.556.0+d86b59289c1a13ae/node_modules/lucide-react/dist/esm/icons/pen-square.js.map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D:/pasar_fix/node_modules/.bun/lucide-react@0.556.0+d86b59289c1a13ae/node_modules/lucide-react/dist/esm/icons/pen-tool.js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D:/pasar_fix/node_modules/.bun/lucide-react@0.556.0+d86b59289c1a13ae/node_modules/lucide-react/dist/esm/icons/pen-tool.js.map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D:/pasar_fix/node_modules/.bun/lucide-react@0.556.0+d86b59289c1a13ae/node_modules/lucide-react/dist/esm/icons/pen.js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D:/pasar_fix/node_modules/.bun/lucide-react@0.556.0+d86b59289c1a13ae/node_modules/lucide-react/dist/esm/icons/pen.js.map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D:/pasar_fix/node_modules/.bun/lucide-react@0.556.0+d86b59289c1a13ae/node_modules/lucide-react/dist/esm/icons/pencil-line.js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D:/pasar_fix/node_modules/.bun/lucide-react@0.556.0+d86b59289c1a13ae/node_modules/lucide-react/dist/esm/icons/pencil-line.js.map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D:/pasar_fix/node_modules/.bun/lucide-react@0.556.0+d86b59289c1a13ae/node_modules/lucide-react/dist/esm/icons/pencil-off.js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D:/pasar_fix/node_modules/.bun/lucide-react@0.556.0+d86b59289c1a13ae/node_modules/lucide-react/dist/esm/icons/pencil-off.js.map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D:/pasar_fix/node_modules/.bun/lucide-react@0.556.0+d86b59289c1a13ae/node_modules/lucide-react/dist/esm/icons/pencil-ruler.js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D:/pasar_fix/node_modules/.bun/lucide-react@0.556.0+d86b59289c1a13ae/node_modules/lucide-react/dist/esm/icons/pencil-ruler.js.map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D:/pasar_fix/node_modules/.bun/lucide-react@0.556.0+d86b59289c1a13ae/node_modules/lucide-react/dist/esm/icons/pencil.js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D:/pasar_fix/node_modules/.bun/lucide-react@0.556.0+d86b59289c1a13ae/node_modules/lucide-react/dist/esm/icons/pencil.js.map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D:/pasar_fix/node_modules/.bun/lucide-react@0.556.0+d86b59289c1a13ae/node_modules/lucide-react/dist/esm/icons/pentagon.js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D:/pasar_fix/node_modules/.bun/lucide-react@0.556.0+d86b59289c1a13ae/node_modules/lucide-react/dist/esm/icons/pentagon.js.map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D:/pasar_fix/node_modules/.bun/lucide-react@0.556.0+d86b59289c1a13ae/node_modules/lucide-react/dist/esm/icons/percent-circle.js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D:/pasar_fix/node_modules/.bun/lucide-react@0.556.0+d86b59289c1a13ae/node_modules/lucide-react/dist/esm/icons/percent-circle.js.map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D:/pasar_fix/node_modules/.bun/lucide-react@0.556.0+d86b59289c1a13ae/node_modules/lucide-react/dist/esm/icons/percent-diamond.js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D:/pasar_fix/node_modules/.bun/lucide-react@0.556.0+d86b59289c1a13ae/node_modules/lucide-react/dist/esm/icons/percent-diamond.js.map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D:/pasar_fix/node_modules/.bun/lucide-react@0.556.0+d86b59289c1a13ae/node_modules/lucide-react/dist/esm/icons/percent-square.js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D:/pasar_fix/node_modules/.bun/lucide-react@0.556.0+d86b59289c1a13ae/node_modules/lucide-react/dist/esm/icons/percent-square.js.map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D:/pasar_fix/node_modules/.bun/lucide-react@0.556.0+d86b59289c1a13ae/node_modules/lucide-react/dist/esm/icons/percent.js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D:/pasar_fix/node_modules/.bun/lucide-react@0.556.0+d86b59289c1a13ae/node_modules/lucide-react/dist/esm/icons/percent.js.map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D:/pasar_fix/node_modules/.bun/lucide-react@0.556.0+d86b59289c1a13ae/node_modules/lucide-react/dist/esm/icons/person-standing.js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D:/pasar_fix/node_modules/.bun/lucide-react@0.556.0+d86b59289c1a13ae/node_modules/lucide-react/dist/esm/icons/person-standing.js.map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D:/pasar_fix/node_modules/.bun/lucide-react@0.556.0+d86b59289c1a13ae/node_modules/lucide-react/dist/esm/icons/philippine-peso.js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D:/pasar_fix/node_modules/.bun/lucide-react@0.556.0+d86b59289c1a13ae/node_modules/lucide-react/dist/esm/icons/philippine-peso.js.map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D:/pasar_fix/node_modules/.bun/lucide-react@0.556.0+d86b59289c1a13ae/node_modules/lucide-react/dist/esm/icons/phone-call.js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D:/pasar_fix/node_modules/.bun/lucide-react@0.556.0+d86b59289c1a13ae/node_modules/lucide-react/dist/esm/icons/phone-call.js.map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D:/pasar_fix/node_modules/.bun/lucide-react@0.556.0+d86b59289c1a13ae/node_modules/lucide-react/dist/esm/icons/phone-forwarded.js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D:/pasar_fix/node_modules/.bun/lucide-react@0.556.0+d86b59289c1a13ae/node_modules/lucide-react/dist/esm/icons/phone-forwarded.js.map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D:/pasar_fix/node_modules/.bun/lucide-react@0.556.0+d86b59289c1a13ae/node_modules/lucide-react/dist/esm/icons/phone-incoming.js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D:/pasar_fix/node_modules/.bun/lucide-react@0.556.0+d86b59289c1a13ae/node_modules/lucide-react/dist/esm/icons/phone-incoming.js.map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D:/pasar_fix/node_modules/.bun/lucide-react@0.556.0+d86b59289c1a13ae/node_modules/lucide-react/dist/esm/icons/phone-missed.js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D:/pasar_fix/node_modules/.bun/lucide-react@0.556.0+d86b59289c1a13ae/node_modules/lucide-react/dist/esm/icons/phone-missed.js.map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D:/pasar_fix/node_modules/.bun/lucide-react@0.556.0+d86b59289c1a13ae/node_modules/lucide-react/dist/esm/icons/phone-off.js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D:/pasar_fix/node_modules/.bun/lucide-react@0.556.0+d86b59289c1a13ae/node_modules/lucide-react/dist/esm/icons/phone-off.js.map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D:/pasar_fix/node_modules/.bun/lucide-react@0.556.0+d86b59289c1a13ae/node_modules/lucide-react/dist/esm/icons/phone-outgoing.js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D:/pasar_fix/node_modules/.bun/lucide-react@0.556.0+d86b59289c1a13ae/node_modules/lucide-react/dist/esm/icons/phone-outgoing.js.map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D:/pasar_fix/node_modules/.bun/lucide-react@0.556.0+d86b59289c1a13ae/node_modules/lucide-react/dist/esm/icons/phone.js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D:/pasar_fix/node_modules/.bun/lucide-react@0.556.0+d86b59289c1a13ae/node_modules/lucide-react/dist/esm/icons/phone.js.map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D:/pasar_fix/node_modules/.bun/lucide-react@0.556.0+d86b59289c1a13ae/node_modules/lucide-react/dist/esm/icons/pi-square.js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D:/pasar_fix/node_modules/.bun/lucide-react@0.556.0+d86b59289c1a13ae/node_modules/lucide-react/dist/esm/icons/pi-square.js.map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D:/pasar_fix/node_modules/.bun/lucide-react@0.556.0+d86b59289c1a13ae/node_modules/lucide-react/dist/esm/icons/pi.js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D:/pasar_fix/node_modules/.bun/lucide-react@0.556.0+d86b59289c1a13ae/node_modules/lucide-react/dist/esm/icons/pi.js.map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D:/pasar_fix/node_modules/.bun/lucide-react@0.556.0+d86b59289c1a13ae/node_modules/lucide-react/dist/esm/icons/piano.js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D:/pasar_fix/node_modules/.bun/lucide-react@0.556.0+d86b59289c1a13ae/node_modules/lucide-react/dist/esm/icons/piano.js.map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D:/pasar_fix/node_modules/.bun/lucide-react@0.556.0+d86b59289c1a13ae/node_modules/lucide-react/dist/esm/icons/pickaxe.js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D:/pasar_fix/node_modules/.bun/lucide-react@0.556.0+d86b59289c1a13ae/node_modules/lucide-react/dist/esm/icons/pickaxe.js.map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D:/pasar_fix/node_modules/.bun/lucide-react@0.556.0+d86b59289c1a13ae/node_modules/lucide-react/dist/esm/icons/picture-in-picture-2.js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D:/pasar_fix/node_modules/.bun/lucide-react@0.556.0+d86b59289c1a13ae/node_modules/lucide-react/dist/esm/icons/picture-in-picture-2.js.map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D:/pasar_fix/node_modules/.bun/lucide-react@0.556.0+d86b59289c1a13ae/node_modules/lucide-react/dist/esm/icons/picture-in-picture.js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D:/pasar_fix/node_modules/.bun/lucide-react@0.556.0+d86b59289c1a13ae/node_modules/lucide-react/dist/esm/icons/picture-in-picture.js.map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D:/pasar_fix/node_modules/.bun/lucide-react@0.556.0+d86b59289c1a13ae/node_modules/lucide-react/dist/esm/icons/pie-chart.js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D:/pasar_fix/node_modules/.bun/lucide-react@0.556.0+d86b59289c1a13ae/node_modules/lucide-react/dist/esm/icons/pie-chart.js.map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D:/pasar_fix/node_modules/.bun/lucide-react@0.556.0+d86b59289c1a13ae/node_modules/lucide-react/dist/esm/icons/piggy-bank.js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D:/pasar_fix/node_modules/.bun/lucide-react@0.556.0+d86b59289c1a13ae/node_modules/lucide-react/dist/esm/icons/piggy-bank.js.map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D:/pasar_fix/node_modules/.bun/lucide-react@0.556.0+d86b59289c1a13ae/node_modules/lucide-react/dist/esm/icons/pilcrow-left.js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D:/pasar_fix/node_modules/.bun/lucide-react@0.556.0+d86b59289c1a13ae/node_modules/lucide-react/dist/esm/icons/pilcrow-left.js.map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D:/pasar_fix/node_modules/.bun/lucide-react@0.556.0+d86b59289c1a13ae/node_modules/lucide-react/dist/esm/icons/pilcrow-right.js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D:/pasar_fix/node_modules/.bun/lucide-react@0.556.0+d86b59289c1a13ae/node_modules/lucide-react/dist/esm/icons/pilcrow-right.js.map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D:/pasar_fix/node_modules/.bun/lucide-react@0.556.0+d86b59289c1a13ae/node_modules/lucide-react/dist/esm/icons/pilcrow-square.js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D:/pasar_fix/node_modules/.bun/lucide-react@0.556.0+d86b59289c1a13ae/node_modules/lucide-react/dist/esm/icons/pilcrow-square.js.map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D:/pasar_fix/node_modules/.bun/lucide-react@0.556.0+d86b59289c1a13ae/node_modules/lucide-react/dist/esm/icons/pilcrow.js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D:/pasar_fix/node_modules/.bun/lucide-react@0.556.0+d86b59289c1a13ae/node_modules/lucide-react/dist/esm/icons/pilcrow.js.map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D:/pasar_fix/node_modules/.bun/lucide-react@0.556.0+d86b59289c1a13ae/node_modules/lucide-react/dist/esm/icons/pill-bottle.js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D:/pasar_fix/node_modules/.bun/lucide-react@0.556.0+d86b59289c1a13ae/node_modules/lucide-react/dist/esm/icons/pill-bottle.js.map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D:/pasar_fix/node_modules/.bun/lucide-react@0.556.0+d86b59289c1a13ae/node_modules/lucide-react/dist/esm/icons/pill.js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D:/pasar_fix/node_modules/.bun/lucide-react@0.556.0+d86b59289c1a13ae/node_modules/lucide-react/dist/esm/icons/pill.js.map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D:/pasar_fix/node_modules/.bun/lucide-react@0.556.0+d86b59289c1a13ae/node_modules/lucide-react/dist/esm/icons/pin-off.js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D:/pasar_fix/node_modules/.bun/lucide-react@0.556.0+d86b59289c1a13ae/node_modules/lucide-react/dist/esm/icons/pin-off.js.map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D:/pasar_fix/node_modules/.bun/lucide-react@0.556.0+d86b59289c1a13ae/node_modules/lucide-react/dist/esm/icons/pin.js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D:/pasar_fix/node_modules/.bun/lucide-react@0.556.0+d86b59289c1a13ae/node_modules/lucide-react/dist/esm/icons/pin.js.map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D:/pasar_fix/node_modules/.bun/lucide-react@0.556.0+d86b59289c1a13ae/node_modules/lucide-react/dist/esm/icons/pipette.js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D:/pasar_fix/node_modules/.bun/lucide-react@0.556.0+d86b59289c1a13ae/node_modules/lucide-react/dist/esm/icons/pipette.js.map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D:/pasar_fix/node_modules/.bun/lucide-react@0.556.0+d86b59289c1a13ae/node_modules/lucide-react/dist/esm/icons/pizza.js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D:/pasar_fix/node_modules/.bun/lucide-react@0.556.0+d86b59289c1a13ae/node_modules/lucide-react/dist/esm/icons/pizza.js.map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D:/pasar_fix/node_modules/.bun/lucide-react@0.556.0+d86b59289c1a13ae/node_modules/lucide-react/dist/esm/icons/plane-landing.js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D:/pasar_fix/node_modules/.bun/lucide-react@0.556.0+d86b59289c1a13ae/node_modules/lucide-react/dist/esm/icons/plane-landing.js.map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D:/pasar_fix/node_modules/.bun/lucide-react@0.556.0+d86b59289c1a13ae/node_modules/lucide-react/dist/esm/icons/plane-takeoff.js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D:/pasar_fix/node_modules/.bun/lucide-react@0.556.0+d86b59289c1a13ae/node_modules/lucide-react/dist/esm/icons/plane-takeoff.js.map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D:/pasar_fix/node_modules/.bun/lucide-react@0.556.0+d86b59289c1a13ae/node_modules/lucide-react/dist/esm/icons/plane.js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D:/pasar_fix/node_modules/.bun/lucide-react@0.556.0+d86b59289c1a13ae/node_modules/lucide-react/dist/esm/icons/plane.js.map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D:/pasar_fix/node_modules/.bun/lucide-react@0.556.0+d86b59289c1a13ae/node_modules/lucide-react/dist/esm/icons/play-circle.js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D:/pasar_fix/node_modules/.bun/lucide-react@0.556.0+d86b59289c1a13ae/node_modules/lucide-react/dist/esm/icons/play-circle.js.map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D:/pasar_fix/node_modules/.bun/lucide-react@0.556.0+d86b59289c1a13ae/node_modules/lucide-react/dist/esm/icons/play-square.js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D:/pasar_fix/node_modules/.bun/lucide-react@0.556.0+d86b59289c1a13ae/node_modules/lucide-react/dist/esm/icons/play-square.js.map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D:/pasar_fix/node_modules/.bun/lucide-react@0.556.0+d86b59289c1a13ae/node_modules/lucide-react/dist/esm/icons/play.js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D:/pasar_fix/node_modules/.bun/lucide-react@0.556.0+d86b59289c1a13ae/node_modules/lucide-react/dist/esm/icons/play.js.map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D:/pasar_fix/node_modules/.bun/lucide-react@0.556.0+d86b59289c1a13ae/node_modules/lucide-react/dist/esm/icons/plug-2.js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D:/pasar_fix/node_modules/.bun/lucide-react@0.556.0+d86b59289c1a13ae/node_modules/lucide-react/dist/esm/icons/plug-2.js.map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D:/pasar_fix/node_modules/.bun/lucide-react@0.556.0+d86b59289c1a13ae/node_modules/lucide-react/dist/esm/icons/plug-zap-2.js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D:/pasar_fix/node_modules/.bun/lucide-react@0.556.0+d86b59289c1a13ae/node_modules/lucide-react/dist/esm/icons/plug-zap-2.js.map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D:/pasar_fix/node_modules/.bun/lucide-react@0.556.0+d86b59289c1a13ae/node_modules/lucide-react/dist/esm/icons/plug-zap.js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D:/pasar_fix/node_modules/.bun/lucide-react@0.556.0+d86b59289c1a13ae/node_modules/lucide-react/dist/esm/icons/plug-zap.js.map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D:/pasar_fix/node_modules/.bun/lucide-react@0.556.0+d86b59289c1a13ae/node_modules/lucide-react/dist/esm/icons/plug.js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D:/pasar_fix/node_modules/.bun/lucide-react@0.556.0+d86b59289c1a13ae/node_modules/lucide-react/dist/esm/icons/plug.js.map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D:/pasar_fix/node_modules/.bun/lucide-react@0.556.0+d86b59289c1a13ae/node_modules/lucide-react/dist/esm/icons/plus-circle.js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D:/pasar_fix/node_modules/.bun/lucide-react@0.556.0+d86b59289c1a13ae/node_modules/lucide-react/dist/esm/icons/plus-circle.js.map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D:/pasar_fix/node_modules/.bun/lucide-react@0.556.0+d86b59289c1a13ae/node_modules/lucide-react/dist/esm/icons/plus-square.js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D:/pasar_fix/node_modules/.bun/lucide-react@0.556.0+d86b59289c1a13ae/node_modules/lucide-react/dist/esm/icons/plus-square.js.map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D:/pasar_fix/node_modules/.bun/lucide-react@0.556.0+d86b59289c1a13ae/node_modules/lucide-react/dist/esm/icons/plus.js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D:/pasar_fix/node_modules/.bun/lucide-react@0.556.0+d86b59289c1a13ae/node_modules/lucide-react/dist/esm/icons/plus.js.map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D:/pasar_fix/node_modules/.bun/lucide-react@0.556.0+d86b59289c1a13ae/node_modules/lucide-react/dist/esm/icons/pocket-knife.js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D:/pasar_fix/node_modules/.bun/lucide-react@0.556.0+d86b59289c1a13ae/node_modules/lucide-react/dist/esm/icons/pocket-knife.js.map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D:/pasar_fix/node_modules/.bun/lucide-react@0.556.0+d86b59289c1a13ae/node_modules/lucide-react/dist/esm/icons/pocket.js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D:/pasar_fix/node_modules/.bun/lucide-react@0.556.0+d86b59289c1a13ae/node_modules/lucide-react/dist/esm/icons/pocket.js.map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D:/pasar_fix/node_modules/.bun/lucide-react@0.556.0+d86b59289c1a13ae/node_modules/lucide-react/dist/esm/icons/podcast.js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D:/pasar_fix/node_modules/.bun/lucide-react@0.556.0+d86b59289c1a13ae/node_modules/lucide-react/dist/esm/icons/podcast.js.map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D:/pasar_fix/node_modules/.bun/lucide-react@0.556.0+d86b59289c1a13ae/node_modules/lucide-react/dist/esm/icons/pointer-off.js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D:/pasar_fix/node_modules/.bun/lucide-react@0.556.0+d86b59289c1a13ae/node_modules/lucide-react/dist/esm/icons/pointer-off.js.map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D:/pasar_fix/node_modules/.bun/lucide-react@0.556.0+d86b59289c1a13ae/node_modules/lucide-react/dist/esm/icons/pointer.js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D:/pasar_fix/node_modules/.bun/lucide-react@0.556.0+d86b59289c1a13ae/node_modules/lucide-react/dist/esm/icons/pointer.js.map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D:/pasar_fix/node_modules/.bun/lucide-react@0.556.0+d86b59289c1a13ae/node_modules/lucide-react/dist/esm/icons/popcorn.js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D:/pasar_fix/node_modules/.bun/lucide-react@0.556.0+d86b59289c1a13ae/node_modules/lucide-react/dist/esm/icons/popcorn.js.map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D:/pasar_fix/node_modules/.bun/lucide-react@0.556.0+d86b59289c1a13ae/node_modules/lucide-react/dist/esm/icons/popsicle.js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D:/pasar_fix/node_modules/.bun/lucide-react@0.556.0+d86b59289c1a13ae/node_modules/lucide-react/dist/esm/icons/popsicle.js.map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D:/pasar_fix/node_modules/.bun/lucide-react@0.556.0+d86b59289c1a13ae/node_modules/lucide-react/dist/esm/icons/pound-sterling.js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D:/pasar_fix/node_modules/.bun/lucide-react@0.556.0+d86b59289c1a13ae/node_modules/lucide-react/dist/esm/icons/pound-sterling.js.map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D:/pasar_fix/node_modules/.bun/lucide-react@0.556.0+d86b59289c1a13ae/node_modules/lucide-react/dist/esm/icons/power-circle.js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D:/pasar_fix/node_modules/.bun/lucide-react@0.556.0+d86b59289c1a13ae/node_modules/lucide-react/dist/esm/icons/power-circle.js.map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D:/pasar_fix/node_modules/.bun/lucide-react@0.556.0+d86b59289c1a13ae/node_modules/lucide-react/dist/esm/icons/power-off.js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D:/pasar_fix/node_modules/.bun/lucide-react@0.556.0+d86b59289c1a13ae/node_modules/lucide-react/dist/esm/icons/power-off.js.map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D:/pasar_fix/node_modules/.bun/lucide-react@0.556.0+d86b59289c1a13ae/node_modules/lucide-react/dist/esm/icons/power-square.js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D:/pasar_fix/node_modules/.bun/lucide-react@0.556.0+d86b59289c1a13ae/node_modules/lucide-react/dist/esm/icons/power-square.js.map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D:/pasar_fix/node_modules/.bun/lucide-react@0.556.0+d86b59289c1a13ae/node_modules/lucide-react/dist/esm/icons/power.js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D:/pasar_fix/node_modules/.bun/lucide-react@0.556.0+d86b59289c1a13ae/node_modules/lucide-react/dist/esm/icons/power.js.map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D:/pasar_fix/node_modules/.bun/lucide-react@0.556.0+d86b59289c1a13ae/node_modules/lucide-react/dist/esm/icons/presentation.js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D:/pasar_fix/node_modules/.bun/lucide-react@0.556.0+d86b59289c1a13ae/node_modules/lucide-react/dist/esm/icons/presentation.js.map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D:/pasar_fix/node_modules/.bun/lucide-react@0.556.0+d86b59289c1a13ae/node_modules/lucide-react/dist/esm/icons/printer-check.js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D:/pasar_fix/node_modules/.bun/lucide-react@0.556.0+d86b59289c1a13ae/node_modules/lucide-react/dist/esm/icons/printer-check.js.map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D:/pasar_fix/node_modules/.bun/lucide-react@0.556.0+d86b59289c1a13ae/node_modules/lucide-react/dist/esm/icons/printer.js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D:/pasar_fix/node_modules/.bun/lucide-react@0.556.0+d86b59289c1a13ae/node_modules/lucide-react/dist/esm/icons/printer.js.map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D:/pasar_fix/node_modules/.bun/lucide-react@0.556.0+d86b59289c1a13ae/node_modules/lucide-react/dist/esm/icons/projector.js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D:/pasar_fix/node_modules/.bun/lucide-react@0.556.0+d86b59289c1a13ae/node_modules/lucide-react/dist/esm/icons/projector.js.map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D:/pasar_fix/node_modules/.bun/lucide-react@0.556.0+d86b59289c1a13ae/node_modules/lucide-react/dist/esm/icons/proportions.js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D:/pasar_fix/node_modules/.bun/lucide-react@0.556.0+d86b59289c1a13ae/node_modules/lucide-react/dist/esm/icons/proportions.js.map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D:/pasar_fix/node_modules/.bun/lucide-react@0.556.0+d86b59289c1a13ae/node_modules/lucide-react/dist/esm/icons/puzzle.js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D:/pasar_fix/node_modules/.bun/lucide-react@0.556.0+d86b59289c1a13ae/node_modules/lucide-react/dist/esm/icons/puzzle.js.map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D:/pasar_fix/node_modules/.bun/lucide-react@0.556.0+d86b59289c1a13ae/node_modules/lucide-react/dist/esm/icons/pyramid.js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D:/pasar_fix/node_modules/.bun/lucide-react@0.556.0+d86b59289c1a13ae/node_modules/lucide-react/dist/esm/icons/pyramid.js.map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D:/pasar_fix/node_modules/.bun/lucide-react@0.556.0+d86b59289c1a13ae/node_modules/lucide-react/dist/esm/icons/qr-code.js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D:/pasar_fix/node_modules/.bun/lucide-react@0.556.0+d86b59289c1a13ae/node_modules/lucide-react/dist/esm/icons/qr-code.js.map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D:/pasar_fix/node_modules/.bun/lucide-react@0.556.0+d86b59289c1a13ae/node_modules/lucide-react/dist/esm/icons/quote.js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D:/pasar_fix/node_modules/.bun/lucide-react@0.556.0+d86b59289c1a13ae/node_modules/lucide-react/dist/esm/icons/quote.js.map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D:/pasar_fix/node_modules/.bun/lucide-react@0.556.0+d86b59289c1a13ae/node_modules/lucide-react/dist/esm/icons/rabbit.js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D:/pasar_fix/node_modules/.bun/lucide-react@0.556.0+d86b59289c1a13ae/node_modules/lucide-react/dist/esm/icons/rabbit.js.map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D:/pasar_fix/node_modules/.bun/lucide-react@0.556.0+d86b59289c1a13ae/node_modules/lucide-react/dist/esm/icons/radar.js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D:/pasar_fix/node_modules/.bun/lucide-react@0.556.0+d86b59289c1a13ae/node_modules/lucide-react/dist/esm/icons/radar.js.map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D:/pasar_fix/node_modules/.bun/lucide-react@0.556.0+d86b59289c1a13ae/node_modules/lucide-react/dist/esm/icons/radiation.js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D:/pasar_fix/node_modules/.bun/lucide-react@0.556.0+d86b59289c1a13ae/node_modules/lucide-react/dist/esm/icons/radiation.js.map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D:/pasar_fix/node_modules/.bun/lucide-react@0.556.0+d86b59289c1a13ae/node_modules/lucide-react/dist/esm/icons/radical.js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D:/pasar_fix/node_modules/.bun/lucide-react@0.556.0+d86b59289c1a13ae/node_modules/lucide-react/dist/esm/icons/radical.js.map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D:/pasar_fix/node_modules/.bun/lucide-react@0.556.0+d86b59289c1a13ae/node_modules/lucide-react/dist/esm/icons/radio-receiver.js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D:/pasar_fix/node_modules/.bun/lucide-react@0.556.0+d86b59289c1a13ae/node_modules/lucide-react/dist/esm/icons/radio-receiver.js.map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D:/pasar_fix/node_modules/.bun/lucide-react@0.556.0+d86b59289c1a13ae/node_modules/lucide-react/dist/esm/icons/radio-tower.js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D:/pasar_fix/node_modules/.bun/lucide-react@0.556.0+d86b59289c1a13ae/node_modules/lucide-react/dist/esm/icons/radio-tower.js.map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D:/pasar_fix/node_modules/.bun/lucide-react@0.556.0+d86b59289c1a13ae/node_modules/lucide-react/dist/esm/icons/radio.js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D:/pasar_fix/node_modules/.bun/lucide-react@0.556.0+d86b59289c1a13ae/node_modules/lucide-react/dist/esm/icons/radio.js.map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D:/pasar_fix/node_modules/.bun/lucide-react@0.556.0+d86b59289c1a13ae/node_modules/lucide-react/dist/esm/icons/radius.js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D:/pasar_fix/node_modules/.bun/lucide-react@0.556.0+d86b59289c1a13ae/node_modules/lucide-react/dist/esm/icons/radius.js.map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D:/pasar_fix/node_modules/.bun/lucide-react@0.556.0+d86b59289c1a13ae/node_modules/lucide-react/dist/esm/icons/rail-symbol.js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D:/pasar_fix/node_modules/.bun/lucide-react@0.556.0+d86b59289c1a13ae/node_modules/lucide-react/dist/esm/icons/rail-symbol.js.map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D:/pasar_fix/node_modules/.bun/lucide-react@0.556.0+d86b59289c1a13ae/node_modules/lucide-react/dist/esm/icons/rainbow.js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D:/pasar_fix/node_modules/.bun/lucide-react@0.556.0+d86b59289c1a13ae/node_modules/lucide-react/dist/esm/icons/rainbow.js.map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D:/pasar_fix/node_modules/.bun/lucide-react@0.556.0+d86b59289c1a13ae/node_modules/lucide-react/dist/esm/icons/rat.js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D:/pasar_fix/node_modules/.bun/lucide-react@0.556.0+d86b59289c1a13ae/node_modules/lucide-react/dist/esm/icons/rat.js.map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D:/pasar_fix/node_modules/.bun/lucide-react@0.556.0+d86b59289c1a13ae/node_modules/lucide-react/dist/esm/icons/ratio.js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D:/pasar_fix/node_modules/.bun/lucide-react@0.556.0+d86b59289c1a13ae/node_modules/lucide-react/dist/esm/icons/ratio.js.map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D:/pasar_fix/node_modules/.bun/lucide-react@0.556.0+d86b59289c1a13ae/node_modules/lucide-react/dist/esm/icons/receipt-cent.js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D:/pasar_fix/node_modules/.bun/lucide-react@0.556.0+d86b59289c1a13ae/node_modules/lucide-react/dist/esm/icons/receipt-cent.js.map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D:/pasar_fix/node_modules/.bun/lucide-react@0.556.0+d86b59289c1a13ae/node_modules/lucide-react/dist/esm/icons/receipt-euro.js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D:/pasar_fix/node_modules/.bun/lucide-react@0.556.0+d86b59289c1a13ae/node_modules/lucide-react/dist/esm/icons/receipt-euro.js.map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D:/pasar_fix/node_modules/.bun/lucide-react@0.556.0+d86b59289c1a13ae/node_modules/lucide-react/dist/esm/icons/receipt-indian-rupee.js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D:/pasar_fix/node_modules/.bun/lucide-react@0.556.0+d86b59289c1a13ae/node_modules/lucide-react/dist/esm/icons/receipt-indian-rupee.js.map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D:/pasar_fix/node_modules/.bun/lucide-react@0.556.0+d86b59289c1a13ae/node_modules/lucide-react/dist/esm/icons/receipt-japanese-yen.js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D:/pasar_fix/node_modules/.bun/lucide-react@0.556.0+d86b59289c1a13ae/node_modules/lucide-react/dist/esm/icons/receipt-japanese-yen.js.map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D:/pasar_fix/node_modules/.bun/lucide-react@0.556.0+d86b59289c1a13ae/node_modules/lucide-react/dist/esm/icons/receipt-pound-sterling.js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D:/pasar_fix/node_modules/.bun/lucide-react@0.556.0+d86b59289c1a13ae/node_modules/lucide-react/dist/esm/icons/receipt-pound-sterling.js.map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D:/pasar_fix/node_modules/.bun/lucide-react@0.556.0+d86b59289c1a13ae/node_modules/lucide-react/dist/esm/icons/receipt-russian-ruble.js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D:/pasar_fix/node_modules/.bun/lucide-react@0.556.0+d86b59289c1a13ae/node_modules/lucide-react/dist/esm/icons/receipt-russian-ruble.js.map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D:/pasar_fix/node_modules/.bun/lucide-react@0.556.0+d86b59289c1a13ae/node_modules/lucide-react/dist/esm/icons/receipt-swiss-franc.js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D:/pasar_fix/node_modules/.bun/lucide-react@0.556.0+d86b59289c1a13ae/node_modules/lucide-react/dist/esm/icons/receipt-swiss-franc.js.map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D:/pasar_fix/node_modules/.bun/lucide-react@0.556.0+d86b59289c1a13ae/node_modules/lucide-react/dist/esm/icons/receipt-text.js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D:/pasar_fix/node_modules/.bun/lucide-react@0.556.0+d86b59289c1a13ae/node_modules/lucide-react/dist/esm/icons/receipt-text.js.map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D:/pasar_fix/node_modules/.bun/lucide-react@0.556.0+d86b59289c1a13ae/node_modules/lucide-react/dist/esm/icons/receipt-turkish-lira.js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D:/pasar_fix/node_modules/.bun/lucide-react@0.556.0+d86b59289c1a13ae/node_modules/lucide-react/dist/esm/icons/receipt-turkish-lira.js.map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D:/pasar_fix/node_modules/.bun/lucide-react@0.556.0+d86b59289c1a13ae/node_modules/lucide-react/dist/esm/icons/receipt.js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D:/pasar_fix/node_modules/.bun/lucide-react@0.556.0+d86b59289c1a13ae/node_modules/lucide-react/dist/esm/icons/receipt.js.map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D:/pasar_fix/node_modules/.bun/lucide-react@0.556.0+d86b59289c1a13ae/node_modules/lucide-react/dist/esm/icons/rectangle-circle.js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D:/pasar_fix/node_modules/.bun/lucide-react@0.556.0+d86b59289c1a13ae/node_modules/lucide-react/dist/esm/icons/rectangle-circle.js.map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D:/pasar_fix/node_modules/.bun/lucide-react@0.556.0+d86b59289c1a13ae/node_modules/lucide-react/dist/esm/icons/rectangle-ellipsis.js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D:/pasar_fix/node_modules/.bun/lucide-react@0.556.0+d86b59289c1a13ae/node_modules/lucide-react/dist/esm/icons/rectangle-ellipsis.js.map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D:/pasar_fix/node_modules/.bun/lucide-react@0.556.0+d86b59289c1a13ae/node_modules/lucide-react/dist/esm/icons/rectangle-goggles.js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D:/pasar_fix/node_modules/.bun/lucide-react@0.556.0+d86b59289c1a13ae/node_modules/lucide-react/dist/esm/icons/rectangle-goggles.js.map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D:/pasar_fix/node_modules/.bun/lucide-react@0.556.0+d86b59289c1a13ae/node_modules/lucide-react/dist/esm/icons/rectangle-horizontal.js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D:/pasar_fix/node_modules/.bun/lucide-react@0.556.0+d86b59289c1a13ae/node_modules/lucide-react/dist/esm/icons/rectangle-horizontal.js.map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D:/pasar_fix/node_modules/.bun/lucide-react@0.556.0+d86b59289c1a13ae/node_modules/lucide-react/dist/esm/icons/rectangle-vertical.js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D:/pasar_fix/node_modules/.bun/lucide-react@0.556.0+d86b59289c1a13ae/node_modules/lucide-react/dist/esm/icons/rectangle-vertical.js.map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D:/pasar_fix/node_modules/.bun/lucide-react@0.556.0+d86b59289c1a13ae/node_modules/lucide-react/dist/esm/icons/recycle.js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D:/pasar_fix/node_modules/.bun/lucide-react@0.556.0+d86b59289c1a13ae/node_modules/lucide-react/dist/esm/icons/recycle.js.map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D:/pasar_fix/node_modules/.bun/lucide-react@0.556.0+d86b59289c1a13ae/node_modules/lucide-react/dist/esm/icons/redo-2.js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D:/pasar_fix/node_modules/.bun/lucide-react@0.556.0+d86b59289c1a13ae/node_modules/lucide-react/dist/esm/icons/redo-2.js.map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D:/pasar_fix/node_modules/.bun/lucide-react@0.556.0+d86b59289c1a13ae/node_modules/lucide-react/dist/esm/icons/redo-dot.js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D:/pasar_fix/node_modules/.bun/lucide-react@0.556.0+d86b59289c1a13ae/node_modules/lucide-react/dist/esm/icons/redo-dot.js.map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D:/pasar_fix/node_modules/.bun/lucide-react@0.556.0+d86b59289c1a13ae/node_modules/lucide-react/dist/esm/icons/redo.js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D:/pasar_fix/node_modules/.bun/lucide-react@0.556.0+d86b59289c1a13ae/node_modules/lucide-react/dist/esm/icons/redo.js.map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D:/pasar_fix/node_modules/.bun/lucide-react@0.556.0+d86b59289c1a13ae/node_modules/lucide-react/dist/esm/icons/refresh-ccw-dot.js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D:/pasar_fix/node_modules/.bun/lucide-react@0.556.0+d86b59289c1a13ae/node_modules/lucide-react/dist/esm/icons/refresh-ccw-dot.js.map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D:/pasar_fix/node_modules/.bun/lucide-react@0.556.0+d86b59289c1a13ae/node_modules/lucide-react/dist/esm/icons/refresh-ccw.js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D:/pasar_fix/node_modules/.bun/lucide-react@0.556.0+d86b59289c1a13ae/node_modules/lucide-react/dist/esm/icons/refresh-ccw.js.map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D:/pasar_fix/node_modules/.bun/lucide-react@0.556.0+d86b59289c1a13ae/node_modules/lucide-react/dist/esm/icons/refresh-cw-off.js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D:/pasar_fix/node_modules/.bun/lucide-react@0.556.0+d86b59289c1a13ae/node_modules/lucide-react/dist/esm/icons/refresh-cw-off.js.map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D:/pasar_fix/node_modules/.bun/lucide-react@0.556.0+d86b59289c1a13ae/node_modules/lucide-react/dist/esm/icons/refresh-cw.js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D:/pasar_fix/node_modules/.bun/lucide-react@0.556.0+d86b59289c1a13ae/node_modules/lucide-react/dist/esm/icons/refresh-cw.js.map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D:/pasar_fix/node_modules/.bun/lucide-react@0.556.0+d86b59289c1a13ae/node_modules/lucide-react/dist/esm/icons/refrigerator.js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D:/pasar_fix/node_modules/.bun/lucide-react@0.556.0+d86b59289c1a13ae/node_modules/lucide-react/dist/esm/icons/refrigerator.js.map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D:/pasar_fix/node_modules/.bun/lucide-react@0.556.0+d86b59289c1a13ae/node_modules/lucide-react/dist/esm/icons/regex.js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D:/pasar_fix/node_modules/.bun/lucide-react@0.556.0+d86b59289c1a13ae/node_modules/lucide-react/dist/esm/icons/regex.js.map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D:/pasar_fix/node_modules/.bun/lucide-react@0.556.0+d86b59289c1a13ae/node_modules/lucide-react/dist/esm/icons/remove-formatting.js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D:/pasar_fix/node_modules/.bun/lucide-react@0.556.0+d86b59289c1a13ae/node_modules/lucide-react/dist/esm/icons/remove-formatting.js.map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D:/pasar_fix/node_modules/.bun/lucide-react@0.556.0+d86b59289c1a13ae/node_modules/lucide-react/dist/esm/icons/repeat-1.js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D:/pasar_fix/node_modules/.bun/lucide-react@0.556.0+d86b59289c1a13ae/node_modules/lucide-react/dist/esm/icons/repeat-1.js.map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D:/pasar_fix/node_modules/.bun/lucide-react@0.556.0+d86b59289c1a13ae/node_modules/lucide-react/dist/esm/icons/repeat-2.js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D:/pasar_fix/node_modules/.bun/lucide-react@0.556.0+d86b59289c1a13ae/node_modules/lucide-react/dist/esm/icons/repeat-2.js.map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D:/pasar_fix/node_modules/.bun/lucide-react@0.556.0+d86b59289c1a13ae/node_modules/lucide-react/dist/esm/icons/repeat.js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D:/pasar_fix/node_modules/.bun/lucide-react@0.556.0+d86b59289c1a13ae/node_modules/lucide-react/dist/esm/icons/repeat.js.map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D:/pasar_fix/node_modules/.bun/lucide-react@0.556.0+d86b59289c1a13ae/node_modules/lucide-react/dist/esm/icons/replace-all.js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D:/pasar_fix/node_modules/.bun/lucide-react@0.556.0+d86b59289c1a13ae/node_modules/lucide-react/dist/esm/icons/replace-all.js.map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D:/pasar_fix/node_modules/.bun/lucide-react@0.556.0+d86b59289c1a13ae/node_modules/lucide-react/dist/esm/icons/replace.js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D:/pasar_fix/node_modules/.bun/lucide-react@0.556.0+d86b59289c1a13ae/node_modules/lucide-react/dist/esm/icons/replace.js.map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D:/pasar_fix/node_modules/.bun/lucide-react@0.556.0+d86b59289c1a13ae/node_modules/lucide-react/dist/esm/icons/reply-all.js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D:/pasar_fix/node_modules/.bun/lucide-react@0.556.0+d86b59289c1a13ae/node_modules/lucide-react/dist/esm/icons/reply-all.js.map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D:/pasar_fix/node_modules/.bun/lucide-react@0.556.0+d86b59289c1a13ae/node_modules/lucide-react/dist/esm/icons/reply.js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D:/pasar_fix/node_modules/.bun/lucide-react@0.556.0+d86b59289c1a13ae/node_modules/lucide-react/dist/esm/icons/reply.js.map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D:/pasar_fix/node_modules/.bun/lucide-react@0.556.0+d86b59289c1a13ae/node_modules/lucide-react/dist/esm/icons/rewind.js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D:/pasar_fix/node_modules/.bun/lucide-react@0.556.0+d86b59289c1a13ae/node_modules/lucide-react/dist/esm/icons/rewind.js.map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D:/pasar_fix/node_modules/.bun/lucide-react@0.556.0+d86b59289c1a13ae/node_modules/lucide-react/dist/esm/icons/ribbon.js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D:/pasar_fix/node_modules/.bun/lucide-react@0.556.0+d86b59289c1a13ae/node_modules/lucide-react/dist/esm/icons/ribbon.js.map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D:/pasar_fix/node_modules/.bun/lucide-react@0.556.0+d86b59289c1a13ae/node_modules/lucide-react/dist/esm/icons/rocket.js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D:/pasar_fix/node_modules/.bun/lucide-react@0.556.0+d86b59289c1a13ae/node_modules/lucide-react/dist/esm/icons/rocket.js.map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D:/pasar_fix/node_modules/.bun/lucide-react@0.556.0+d86b59289c1a13ae/node_modules/lucide-react/dist/esm/icons/rocking-chair.js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D:/pasar_fix/node_modules/.bun/lucide-react@0.556.0+d86b59289c1a13ae/node_modules/lucide-react/dist/esm/icons/rocking-chair.js.map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D:/pasar_fix/node_modules/.bun/lucide-react@0.556.0+d86b59289c1a13ae/node_modules/lucide-react/dist/esm/icons/roller-coaster.js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D:/pasar_fix/node_modules/.bun/lucide-react@0.556.0+d86b59289c1a13ae/node_modules/lucide-react/dist/esm/icons/roller-coaster.js.map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D:/pasar_fix/node_modules/.bun/lucide-react@0.556.0+d86b59289c1a13ae/node_modules/lucide-react/dist/esm/icons/rose.js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D:/pasar_fix/node_modules/.bun/lucide-react@0.556.0+d86b59289c1a13ae/node_modules/lucide-react/dist/esm/icons/rose.js.map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D:/pasar_fix/node_modules/.bun/lucide-react@0.556.0+d86b59289c1a13ae/node_modules/lucide-react/dist/esm/icons/rotate-3-d.js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D:/pasar_fix/node_modules/.bun/lucide-react@0.556.0+d86b59289c1a13ae/node_modules/lucide-react/dist/esm/icons/rotate-3-d.js.map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D:/pasar_fix/node_modules/.bun/lucide-react@0.556.0+d86b59289c1a13ae/node_modules/lucide-react/dist/esm/icons/rotate-3d.js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D:/pasar_fix/node_modules/.bun/lucide-react@0.556.0+d86b59289c1a13ae/node_modules/lucide-react/dist/esm/icons/rotate-3d.js.map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D:/pasar_fix/node_modules/.bun/lucide-react@0.556.0+d86b59289c1a13ae/node_modules/lucide-react/dist/esm/icons/rotate-ccw-key.js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D:/pasar_fix/node_modules/.bun/lucide-react@0.556.0+d86b59289c1a13ae/node_modules/lucide-react/dist/esm/icons/rotate-ccw-key.js.map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D:/pasar_fix/node_modules/.bun/lucide-react@0.556.0+d86b59289c1a13ae/node_modules/lucide-react/dist/esm/icons/rotate-ccw-square.js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D:/pasar_fix/node_modules/.bun/lucide-react@0.556.0+d86b59289c1a13ae/node_modules/lucide-react/dist/esm/icons/rotate-ccw-square.js.map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D:/pasar_fix/node_modules/.bun/lucide-react@0.556.0+d86b59289c1a13ae/node_modules/lucide-react/dist/esm/icons/rotate-ccw.js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D:/pasar_fix/node_modules/.bun/lucide-react@0.556.0+d86b59289c1a13ae/node_modules/lucide-react/dist/esm/icons/rotate-ccw.js.map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D:/pasar_fix/node_modules/.bun/lucide-react@0.556.0+d86b59289c1a13ae/node_modules/lucide-react/dist/esm/icons/rotate-cw-square.js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D:/pasar_fix/node_modules/.bun/lucide-react@0.556.0+d86b59289c1a13ae/node_modules/lucide-react/dist/esm/icons/rotate-cw-square.js.map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D:/pasar_fix/node_modules/.bun/lucide-react@0.556.0+d86b59289c1a13ae/node_modules/lucide-react/dist/esm/icons/rotate-cw.js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D:/pasar_fix/node_modules/.bun/lucide-react@0.556.0+d86b59289c1a13ae/node_modules/lucide-react/dist/esm/icons/rotate-cw.js.map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D:/pasar_fix/node_modules/.bun/lucide-react@0.556.0+d86b59289c1a13ae/node_modules/lucide-react/dist/esm/icons/route-off.js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D:/pasar_fix/node_modules/.bun/lucide-react@0.556.0+d86b59289c1a13ae/node_modules/lucide-react/dist/esm/icons/route-off.js.map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D:/pasar_fix/node_modules/.bun/lucide-react@0.556.0+d86b59289c1a13ae/node_modules/lucide-react/dist/esm/icons/route.js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D:/pasar_fix/node_modules/.bun/lucide-react@0.556.0+d86b59289c1a13ae/node_modules/lucide-react/dist/esm/icons/route.js.map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D:/pasar_fix/node_modules/.bun/lucide-react@0.556.0+d86b59289c1a13ae/node_modules/lucide-react/dist/esm/icons/router.js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D:/pasar_fix/node_modules/.bun/lucide-react@0.556.0+d86b59289c1a13ae/node_modules/lucide-react/dist/esm/icons/router.js.map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D:/pasar_fix/node_modules/.bun/lucide-react@0.556.0+d86b59289c1a13ae/node_modules/lucide-react/dist/esm/icons/rows-2.js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D:/pasar_fix/node_modules/.bun/lucide-react@0.556.0+d86b59289c1a13ae/node_modules/lucide-react/dist/esm/icons/rows-2.js.map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D:/pasar_fix/node_modules/.bun/lucide-react@0.556.0+d86b59289c1a13ae/node_modules/lucide-react/dist/esm/icons/rows-3.js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D:/pasar_fix/node_modules/.bun/lucide-react@0.556.0+d86b59289c1a13ae/node_modules/lucide-react/dist/esm/icons/rows-3.js.map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D:/pasar_fix/node_modules/.bun/lucide-react@0.556.0+d86b59289c1a13ae/node_modules/lucide-react/dist/esm/icons/rows-4.js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D:/pasar_fix/node_modules/.bun/lucide-react@0.556.0+d86b59289c1a13ae/node_modules/lucide-react/dist/esm/icons/rows-4.js.map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D:/pasar_fix/node_modules/.bun/lucide-react@0.556.0+d86b59289c1a13ae/node_modules/lucide-react/dist/esm/icons/rows.js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D:/pasar_fix/node_modules/.bun/lucide-react@0.556.0+d86b59289c1a13ae/node_modules/lucide-react/dist/esm/icons/rows.js.map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D:/pasar_fix/node_modules/.bun/lucide-react@0.556.0+d86b59289c1a13ae/node_modules/lucide-react/dist/esm/icons/rss.js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D:/pasar_fix/node_modules/.bun/lucide-react@0.556.0+d86b59289c1a13ae/node_modules/lucide-react/dist/esm/icons/rss.js.map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D:/pasar_fix/node_modules/.bun/lucide-react@0.556.0+d86b59289c1a13ae/node_modules/lucide-react/dist/esm/icons/ruler-dimension-line.js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D:/pasar_fix/node_modules/.bun/lucide-react@0.556.0+d86b59289c1a13ae/node_modules/lucide-react/dist/esm/icons/ruler-dimension-line.js.map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D:/pasar_fix/node_modules/.bun/lucide-react@0.556.0+d86b59289c1a13ae/node_modules/lucide-react/dist/esm/icons/ruler.js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D:/pasar_fix/node_modules/.bun/lucide-react@0.556.0+d86b59289c1a13ae/node_modules/lucide-react/dist/esm/icons/ruler.js.map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D:/pasar_fix/node_modules/.bun/lucide-react@0.556.0+d86b59289c1a13ae/node_modules/lucide-react/dist/esm/icons/russian-ruble.js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D:/pasar_fix/node_modules/.bun/lucide-react@0.556.0+d86b59289c1a13ae/node_modules/lucide-react/dist/esm/icons/russian-ruble.js.map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D:/pasar_fix/node_modules/.bun/lucide-react@0.556.0+d86b59289c1a13ae/node_modules/lucide-react/dist/esm/icons/sailboat.js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D:/pasar_fix/node_modules/.bun/lucide-react@0.556.0+d86b59289c1a13ae/node_modules/lucide-react/dist/esm/icons/sailboat.js.map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D:/pasar_fix/node_modules/.bun/lucide-react@0.556.0+d86b59289c1a13ae/node_modules/lucide-react/dist/esm/icons/salad.js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D:/pasar_fix/node_modules/.bun/lucide-react@0.556.0+d86b59289c1a13ae/node_modules/lucide-react/dist/esm/icons/salad.js.map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D:/pasar_fix/node_modules/.bun/lucide-react@0.556.0+d86b59289c1a13ae/node_modules/lucide-react/dist/esm/icons/sandwich.js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D:/pasar_fix/node_modules/.bun/lucide-react@0.556.0+d86b59289c1a13ae/node_modules/lucide-react/dist/esm/icons/sandwich.js.map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D:/pasar_fix/node_modules/.bun/lucide-react@0.556.0+d86b59289c1a13ae/node_modules/lucide-react/dist/esm/icons/satellite-dish.js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D:/pasar_fix/node_modules/.bun/lucide-react@0.556.0+d86b59289c1a13ae/node_modules/lucide-react/dist/esm/icons/satellite-dish.js.map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D:/pasar_fix/node_modules/.bun/lucide-react@0.556.0+d86b59289c1a13ae/node_modules/lucide-react/dist/esm/icons/satellite.js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D:/pasar_fix/node_modules/.bun/lucide-react@0.556.0+d86b59289c1a13ae/node_modules/lucide-react/dist/esm/icons/satellite.js.map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D:/pasar_fix/node_modules/.bun/lucide-react@0.556.0+d86b59289c1a13ae/node_modules/lucide-react/dist/esm/icons/saudi-riyal.js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D:/pasar_fix/node_modules/.bun/lucide-react@0.556.0+d86b59289c1a13ae/node_modules/lucide-react/dist/esm/icons/saudi-riyal.js.map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D:/pasar_fix/node_modules/.bun/lucide-react@0.556.0+d86b59289c1a13ae/node_modules/lucide-react/dist/esm/icons/save-all.js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D:/pasar_fix/node_modules/.bun/lucide-react@0.556.0+d86b59289c1a13ae/node_modules/lucide-react/dist/esm/icons/save-all.js.map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D:/pasar_fix/node_modules/.bun/lucide-react@0.556.0+d86b59289c1a13ae/node_modules/lucide-react/dist/esm/icons/save-off.js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D:/pasar_fix/node_modules/.bun/lucide-react@0.556.0+d86b59289c1a13ae/node_modules/lucide-react/dist/esm/icons/save-off.js.map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D:/pasar_fix/node_modules/.bun/lucide-react@0.556.0+d86b59289c1a13ae/node_modules/lucide-react/dist/esm/icons/save.js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D:/pasar_fix/node_modules/.bun/lucide-react@0.556.0+d86b59289c1a13ae/node_modules/lucide-react/dist/esm/icons/save.js.map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D:/pasar_fix/node_modules/.bun/lucide-react@0.556.0+d86b59289c1a13ae/node_modules/lucide-react/dist/esm/icons/scale-3-d.js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D:/pasar_fix/node_modules/.bun/lucide-react@0.556.0+d86b59289c1a13ae/node_modules/lucide-react/dist/esm/icons/scale-3-d.js.map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D:/pasar_fix/node_modules/.bun/lucide-react@0.556.0+d86b59289c1a13ae/node_modules/lucide-react/dist/esm/icons/scale-3d.js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D:/pasar_fix/node_modules/.bun/lucide-react@0.556.0+d86b59289c1a13ae/node_modules/lucide-react/dist/esm/icons/scale-3d.js.map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D:/pasar_fix/node_modules/.bun/lucide-react@0.556.0+d86b59289c1a13ae/node_modules/lucide-react/dist/esm/icons/scale.js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D:/pasar_fix/node_modules/.bun/lucide-react@0.556.0+d86b59289c1a13ae/node_modules/lucide-react/dist/esm/icons/scale.js.map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D:/pasar_fix/node_modules/.bun/lucide-react@0.556.0+d86b59289c1a13ae/node_modules/lucide-react/dist/esm/icons/scaling.js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D:/pasar_fix/node_modules/.bun/lucide-react@0.556.0+d86b59289c1a13ae/node_modules/lucide-react/dist/esm/icons/scaling.js.map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D:/pasar_fix/node_modules/.bun/lucide-react@0.556.0+d86b59289c1a13ae/node_modules/lucide-react/dist/esm/icons/scan-barcode.js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D:/pasar_fix/node_modules/.bun/lucide-react@0.556.0+d86b59289c1a13ae/node_modules/lucide-react/dist/esm/icons/scan-barcode.js.map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D:/pasar_fix/node_modules/.bun/lucide-react@0.556.0+d86b59289c1a13ae/node_modules/lucide-react/dist/esm/icons/scan-eye.js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D:/pasar_fix/node_modules/.bun/lucide-react@0.556.0+d86b59289c1a13ae/node_modules/lucide-react/dist/esm/icons/scan-eye.js.map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D:/pasar_fix/node_modules/.bun/lucide-react@0.556.0+d86b59289c1a13ae/node_modules/lucide-react/dist/esm/icons/scan-face.js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D:/pasar_fix/node_modules/.bun/lucide-react@0.556.0+d86b59289c1a13ae/node_modules/lucide-react/dist/esm/icons/scan-face.js.map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D:/pasar_fix/node_modules/.bun/lucide-react@0.556.0+d86b59289c1a13ae/node_modules/lucide-react/dist/esm/icons/scan-heart.js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D:/pasar_fix/node_modules/.bun/lucide-react@0.556.0+d86b59289c1a13ae/node_modules/lucide-react/dist/esm/icons/scan-heart.js.map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D:/pasar_fix/node_modules/.bun/lucide-react@0.556.0+d86b59289c1a13ae/node_modules/lucide-react/dist/esm/icons/scan-line.js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D:/pasar_fix/node_modules/.bun/lucide-react@0.556.0+d86b59289c1a13ae/node_modules/lucide-react/dist/esm/icons/scan-line.js.map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D:/pasar_fix/node_modules/.bun/lucide-react@0.556.0+d86b59289c1a13ae/node_modules/lucide-react/dist/esm/icons/scan-qr-code.js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D:/pasar_fix/node_modules/.bun/lucide-react@0.556.0+d86b59289c1a13ae/node_modules/lucide-react/dist/esm/icons/scan-qr-code.js.map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D:/pasar_fix/node_modules/.bun/lucide-react@0.556.0+d86b59289c1a13ae/node_modules/lucide-react/dist/esm/icons/scan-search.js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D:/pasar_fix/node_modules/.bun/lucide-react@0.556.0+d86b59289c1a13ae/node_modules/lucide-react/dist/esm/icons/scan-search.js.map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D:/pasar_fix/node_modules/.bun/lucide-react@0.556.0+d86b59289c1a13ae/node_modules/lucide-react/dist/esm/icons/scan-text.js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D:/pasar_fix/node_modules/.bun/lucide-react@0.556.0+d86b59289c1a13ae/node_modules/lucide-react/dist/esm/icons/scan-text.js.map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D:/pasar_fix/node_modules/.bun/lucide-react@0.556.0+d86b59289c1a13ae/node_modules/lucide-react/dist/esm/icons/scan.js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D:/pasar_fix/node_modules/.bun/lucide-react@0.556.0+d86b59289c1a13ae/node_modules/lucide-react/dist/esm/icons/scan.js.map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D:/pasar_fix/node_modules/.bun/lucide-react@0.556.0+d86b59289c1a13ae/node_modules/lucide-react/dist/esm/icons/scatter-chart.js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D:/pasar_fix/node_modules/.bun/lucide-react@0.556.0+d86b59289c1a13ae/node_modules/lucide-react/dist/esm/icons/scatter-chart.js.map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D:/pasar_fix/node_modules/.bun/lucide-react@0.556.0+d86b59289c1a13ae/node_modules/lucide-react/dist/esm/icons/school-2.js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D:/pasar_fix/node_modules/.bun/lucide-react@0.556.0+d86b59289c1a13ae/node_modules/lucide-react/dist/esm/icons/school-2.js.map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D:/pasar_fix/node_modules/.bun/lucide-react@0.556.0+d86b59289c1a13ae/node_modules/lucide-react/dist/esm/icons/school.js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D:/pasar_fix/node_modules/.bun/lucide-react@0.556.0+d86b59289c1a13ae/node_modules/lucide-react/dist/esm/icons/school.js.map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D:/pasar_fix/node_modules/.bun/lucide-react@0.556.0+d86b59289c1a13ae/node_modules/lucide-react/dist/esm/icons/scissors-line-dashed.js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D:/pasar_fix/node_modules/.bun/lucide-react@0.556.0+d86b59289c1a13ae/node_modules/lucide-react/dist/esm/icons/scissors-line-dashed.js.map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D:/pasar_fix/node_modules/.bun/lucide-react@0.556.0+d86b59289c1a13ae/node_modules/lucide-react/dist/esm/icons/scissors-square-dashed-bottom.js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D:/pasar_fix/node_modules/.bun/lucide-react@0.556.0+d86b59289c1a13ae/node_modules/lucide-react/dist/esm/icons/scissors-square-dashed-bottom.js.map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D:/pasar_fix/node_modules/.bun/lucide-react@0.556.0+d86b59289c1a13ae/node_modules/lucide-react/dist/esm/icons/scissors-square.js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D:/pasar_fix/node_modules/.bun/lucide-react@0.556.0+d86b59289c1a13ae/node_modules/lucide-react/dist/esm/icons/scissors-square.js.map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D:/pasar_fix/node_modules/.bun/lucide-react@0.556.0+d86b59289c1a13ae/node_modules/lucide-react/dist/esm/icons/scissors.js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D:/pasar_fix/node_modules/.bun/lucide-react@0.556.0+d86b59289c1a13ae/node_modules/lucide-react/dist/esm/icons/scissors.js.map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D:/pasar_fix/node_modules/.bun/lucide-react@0.556.0+d86b59289c1a13ae/node_modules/lucide-react/dist/esm/icons/scooter.js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D:/pasar_fix/node_modules/.bun/lucide-react@0.556.0+d86b59289c1a13ae/node_modules/lucide-react/dist/esm/icons/scooter.js.map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D:/pasar_fix/node_modules/.bun/lucide-react@0.556.0+d86b59289c1a13ae/node_modules/lucide-react/dist/esm/icons/screen-share-off.js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D:/pasar_fix/node_modules/.bun/lucide-react@0.556.0+d86b59289c1a13ae/node_modules/lucide-react/dist/esm/icons/screen-share-off.js.map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D:/pasar_fix/node_modules/.bun/lucide-react@0.556.0+d86b59289c1a13ae/node_modules/lucide-react/dist/esm/icons/screen-share.js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D:/pasar_fix/node_modules/.bun/lucide-react@0.556.0+d86b59289c1a13ae/node_modules/lucide-react/dist/esm/icons/screen-share.js.map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D:/pasar_fix/node_modules/.bun/lucide-react@0.556.0+d86b59289c1a13ae/node_modules/lucide-react/dist/esm/icons/scroll-text.js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D:/pasar_fix/node_modules/.bun/lucide-react@0.556.0+d86b59289c1a13ae/node_modules/lucide-react/dist/esm/icons/scroll-text.js.map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D:/pasar_fix/node_modules/.bun/lucide-react@0.556.0+d86b59289c1a13ae/node_modules/lucide-react/dist/esm/icons/scroll.js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D:/pasar_fix/node_modules/.bun/lucide-react@0.556.0+d86b59289c1a13ae/node_modules/lucide-react/dist/esm/icons/scroll.js.map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D:/pasar_fix/node_modules/.bun/lucide-react@0.556.0+d86b59289c1a13ae/node_modules/lucide-react/dist/esm/icons/search-check.js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D:/pasar_fix/node_modules/.bun/lucide-react@0.556.0+d86b59289c1a13ae/node_modules/lucide-react/dist/esm/icons/search-check.js.map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D:/pasar_fix/node_modules/.bun/lucide-react@0.556.0+d86b59289c1a13ae/node_modules/lucide-react/dist/esm/icons/search-code.js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D:/pasar_fix/node_modules/.bun/lucide-react@0.556.0+d86b59289c1a13ae/node_modules/lucide-react/dist/esm/icons/search-code.js.map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D:/pasar_fix/node_modules/.bun/lucide-react@0.556.0+d86b59289c1a13ae/node_modules/lucide-react/dist/esm/icons/search-slash.js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D:/pasar_fix/node_modules/.bun/lucide-react@0.556.0+d86b59289c1a13ae/node_modules/lucide-react/dist/esm/icons/search-slash.js.map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D:/pasar_fix/node_modules/.bun/lucide-react@0.556.0+d86b59289c1a13ae/node_modules/lucide-react/dist/esm/icons/search-x.js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D:/pasar_fix/node_modules/.bun/lucide-react@0.556.0+d86b59289c1a13ae/node_modules/lucide-react/dist/esm/icons/search-x.js.map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D:/pasar_fix/node_modules/.bun/lucide-react@0.556.0+d86b59289c1a13ae/node_modules/lucide-react/dist/esm/icons/search.js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D:/pasar_fix/node_modules/.bun/lucide-react@0.556.0+d86b59289c1a13ae/node_modules/lucide-react/dist/esm/icons/search.js.map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D:/pasar_fix/node_modules/.bun/lucide-react@0.556.0+d86b59289c1a13ae/node_modules/lucide-react/dist/esm/icons/section.js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D:/pasar_fix/node_modules/.bun/lucide-react@0.556.0+d86b59289c1a13ae/node_modules/lucide-react/dist/esm/icons/section.js.map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D:/pasar_fix/node_modules/.bun/lucide-react@0.556.0+d86b59289c1a13ae/node_modules/lucide-react/dist/esm/icons/send-horizonal.js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D:/pasar_fix/node_modules/.bun/lucide-react@0.556.0+d86b59289c1a13ae/node_modules/lucide-react/dist/esm/icons/send-horizonal.js.map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D:/pasar_fix/node_modules/.bun/lucide-react@0.556.0+d86b59289c1a13ae/node_modules/lucide-react/dist/esm/icons/send-horizontal.js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D:/pasar_fix/node_modules/.bun/lucide-react@0.556.0+d86b59289c1a13ae/node_modules/lucide-react/dist/esm/icons/send-horizontal.js.map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D:/pasar_fix/node_modules/.bun/lucide-react@0.556.0+d86b59289c1a13ae/node_modules/lucide-react/dist/esm/icons/send-to-back.js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D:/pasar_fix/node_modules/.bun/lucide-react@0.556.0+d86b59289c1a13ae/node_modules/lucide-react/dist/esm/icons/send-to-back.js.map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D:/pasar_fix/node_modules/.bun/lucide-react@0.556.0+d86b59289c1a13ae/node_modules/lucide-react/dist/esm/icons/send.js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D:/pasar_fix/node_modules/.bun/lucide-react@0.556.0+d86b59289c1a13ae/node_modules/lucide-react/dist/esm/icons/send.js.map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D:/pasar_fix/node_modules/.bun/lucide-react@0.556.0+d86b59289c1a13ae/node_modules/lucide-react/dist/esm/icons/separator-horizontal.js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D:/pasar_fix/node_modules/.bun/lucide-react@0.556.0+d86b59289c1a13ae/node_modules/lucide-react/dist/esm/icons/separator-horizontal.js.map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D:/pasar_fix/node_modules/.bun/lucide-react@0.556.0+d86b59289c1a13ae/node_modules/lucide-react/dist/esm/icons/separator-vertical.js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D:/pasar_fix/node_modules/.bun/lucide-react@0.556.0+d86b59289c1a13ae/node_modules/lucide-react/dist/esm/icons/separator-vertical.js.map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D:/pasar_fix/node_modules/.bun/lucide-react@0.556.0+d86b59289c1a13ae/node_modules/lucide-react/dist/esm/icons/server-cog.js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D:/pasar_fix/node_modules/.bun/lucide-react@0.556.0+d86b59289c1a13ae/node_modules/lucide-react/dist/esm/icons/server-cog.js.map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D:/pasar_fix/node_modules/.bun/lucide-react@0.556.0+d86b59289c1a13ae/node_modules/lucide-react/dist/esm/icons/server-crash.js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D:/pasar_fix/node_modules/.bun/lucide-react@0.556.0+d86b59289c1a13ae/node_modules/lucide-react/dist/esm/icons/server-crash.js.map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D:/pasar_fix/node_modules/.bun/lucide-react@0.556.0+d86b59289c1a13ae/node_modules/lucide-react/dist/esm/icons/server-off.js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D:/pasar_fix/node_modules/.bun/lucide-react@0.556.0+d86b59289c1a13ae/node_modules/lucide-react/dist/esm/icons/server-off.js.map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D:/pasar_fix/node_modules/.bun/lucide-react@0.556.0+d86b59289c1a13ae/node_modules/lucide-react/dist/esm/icons/server.js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D:/pasar_fix/node_modules/.bun/lucide-react@0.556.0+d86b59289c1a13ae/node_modules/lucide-react/dist/esm/icons/server.js.map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D:/pasar_fix/node_modules/.bun/lucide-react@0.556.0+d86b59289c1a13ae/node_modules/lucide-react/dist/esm/icons/settings-2.js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D:/pasar_fix/node_modules/.bun/lucide-react@0.556.0+d86b59289c1a13ae/node_modules/lucide-react/dist/esm/icons/settings-2.js.map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D:/pasar_fix/node_modules/.bun/lucide-react@0.556.0+d86b59289c1a13ae/node_modules/lucide-react/dist/esm/icons/settings.js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D:/pasar_fix/node_modules/.bun/lucide-react@0.556.0+d86b59289c1a13ae/node_modules/lucide-react/dist/esm/icons/settings.js.map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D:/pasar_fix/node_modules/.bun/lucide-react@0.556.0+d86b59289c1a13ae/node_modules/lucide-react/dist/esm/icons/shapes.js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D:/pasar_fix/node_modules/.bun/lucide-react@0.556.0+d86b59289c1a13ae/node_modules/lucide-react/dist/esm/icons/shapes.js.map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D:/pasar_fix/node_modules/.bun/lucide-react@0.556.0+d86b59289c1a13ae/node_modules/lucide-react/dist/esm/icons/share-2.js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D:/pasar_fix/node_modules/.bun/lucide-react@0.556.0+d86b59289c1a13ae/node_modules/lucide-react/dist/esm/icons/share-2.js.map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D:/pasar_fix/node_modules/.bun/lucide-react@0.556.0+d86b59289c1a13ae/node_modules/lucide-react/dist/esm/icons/share.js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D:/pasar_fix/node_modules/.bun/lucide-react@0.556.0+d86b59289c1a13ae/node_modules/lucide-react/dist/esm/icons/share.js.map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D:/pasar_fix/node_modules/.bun/lucide-react@0.556.0+d86b59289c1a13ae/node_modules/lucide-react/dist/esm/icons/sheet.js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D:/pasar_fix/node_modules/.bun/lucide-react@0.556.0+d86b59289c1a13ae/node_modules/lucide-react/dist/esm/icons/sheet.js.map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D:/pasar_fix/node_modules/.bun/lucide-react@0.556.0+d86b59289c1a13ae/node_modules/lucide-react/dist/esm/icons/shell.js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D:/pasar_fix/node_modules/.bun/lucide-react@0.556.0+d86b59289c1a13ae/node_modules/lucide-react/dist/esm/icons/shell.js.map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D:/pasar_fix/node_modules/.bun/lucide-react@0.556.0+d86b59289c1a13ae/node_modules/lucide-react/dist/esm/icons/shield-alert.js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D:/pasar_fix/node_modules/.bun/lucide-react@0.556.0+d86b59289c1a13ae/node_modules/lucide-react/dist/esm/icons/shield-alert.js.map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D:/pasar_fix/node_modules/.bun/lucide-react@0.556.0+d86b59289c1a13ae/node_modules/lucide-react/dist/esm/icons/shield-ban.js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D:/pasar_fix/node_modules/.bun/lucide-react@0.556.0+d86b59289c1a13ae/node_modules/lucide-react/dist/esm/icons/shield-ban.js.map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D:/pasar_fix/node_modules/.bun/lucide-react@0.556.0+d86b59289c1a13ae/node_modules/lucide-react/dist/esm/icons/shield-check.js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D:/pasar_fix/node_modules/.bun/lucide-react@0.556.0+d86b59289c1a13ae/node_modules/lucide-react/dist/esm/icons/shield-check.js.map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D:/pasar_fix/node_modules/.bun/lucide-react@0.556.0+d86b59289c1a13ae/node_modules/lucide-react/dist/esm/icons/shield-close.js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D:/pasar_fix/node_modules/.bun/lucide-react@0.556.0+d86b59289c1a13ae/node_modules/lucide-react/dist/esm/icons/shield-close.js.map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D:/pasar_fix/node_modules/.bun/lucide-react@0.556.0+d86b59289c1a13ae/node_modules/lucide-react/dist/esm/icons/shield-ellipsis.js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D:/pasar_fix/node_modules/.bun/lucide-react@0.556.0+d86b59289c1a13ae/node_modules/lucide-react/dist/esm/icons/shield-ellipsis.js.map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D:/pasar_fix/node_modules/.bun/lucide-react@0.556.0+d86b59289c1a13ae/node_modules/lucide-react/dist/esm/icons/shield-half.js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D:/pasar_fix/node_modules/.bun/lucide-react@0.556.0+d86b59289c1a13ae/node_modules/lucide-react/dist/esm/icons/shield-half.js.map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D:/pasar_fix/node_modules/.bun/lucide-react@0.556.0+d86b59289c1a13ae/node_modules/lucide-react/dist/esm/icons/shield-minus.js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D:/pasar_fix/node_modules/.bun/lucide-react@0.556.0+d86b59289c1a13ae/node_modules/lucide-react/dist/esm/icons/shield-minus.js.map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D:/pasar_fix/node_modules/.bun/lucide-react@0.556.0+d86b59289c1a13ae/node_modules/lucide-react/dist/esm/icons/shield-off.js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D:/pasar_fix/node_modules/.bun/lucide-react@0.556.0+d86b59289c1a13ae/node_modules/lucide-react/dist/esm/icons/shield-off.js.map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D:/pasar_fix/node_modules/.bun/lucide-react@0.556.0+d86b59289c1a13ae/node_modules/lucide-react/dist/esm/icons/shield-plus.js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D:/pasar_fix/node_modules/.bun/lucide-react@0.556.0+d86b59289c1a13ae/node_modules/lucide-react/dist/esm/icons/shield-plus.js.map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D:/pasar_fix/node_modules/.bun/lucide-react@0.556.0+d86b59289c1a13ae/node_modules/lucide-react/dist/esm/icons/shield-question-mark.js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D:/pasar_fix/node_modules/.bun/lucide-react@0.556.0+d86b59289c1a13ae/node_modules/lucide-react/dist/esm/icons/shield-question-mark.js.map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D:/pasar_fix/node_modules/.bun/lucide-react@0.556.0+d86b59289c1a13ae/node_modules/lucide-react/dist/esm/icons/shield-question.js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D:/pasar_fix/node_modules/.bun/lucide-react@0.556.0+d86b59289c1a13ae/node_modules/lucide-react/dist/esm/icons/shield-question.js.map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D:/pasar_fix/node_modules/.bun/lucide-react@0.556.0+d86b59289c1a13ae/node_modules/lucide-react/dist/esm/icons/shield-user.js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D:/pasar_fix/node_modules/.bun/lucide-react@0.556.0+d86b59289c1a13ae/node_modules/lucide-react/dist/esm/icons/shield-user.js.map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D:/pasar_fix/node_modules/.bun/lucide-react@0.556.0+d86b59289c1a13ae/node_modules/lucide-react/dist/esm/icons/shield-x.js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D:/pasar_fix/node_modules/.bun/lucide-react@0.556.0+d86b59289c1a13ae/node_modules/lucide-react/dist/esm/icons/shield-x.js.map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D:/pasar_fix/node_modules/.bun/lucide-react@0.556.0+d86b59289c1a13ae/node_modules/lucide-react/dist/esm/icons/shield.js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D:/pasar_fix/node_modules/.bun/lucide-react@0.556.0+d86b59289c1a13ae/node_modules/lucide-react/dist/esm/icons/shield.js.map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D:/pasar_fix/node_modules/.bun/lucide-react@0.556.0+d86b59289c1a13ae/node_modules/lucide-react/dist/esm/icons/ship-wheel.js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D:/pasar_fix/node_modules/.bun/lucide-react@0.556.0+d86b59289c1a13ae/node_modules/lucide-react/dist/esm/icons/ship-wheel.js.map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D:/pasar_fix/node_modules/.bun/lucide-react@0.556.0+d86b59289c1a13ae/node_modules/lucide-react/dist/esm/icons/ship.js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D:/pasar_fix/node_modules/.bun/lucide-react@0.556.0+d86b59289c1a13ae/node_modules/lucide-react/dist/esm/icons/ship.js.map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D:/pasar_fix/node_modules/.bun/lucide-react@0.556.0+d86b59289c1a13ae/node_modules/lucide-react/dist/esm/icons/shirt.js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D:/pasar_fix/node_modules/.bun/lucide-react@0.556.0+d86b59289c1a13ae/node_modules/lucide-react/dist/esm/icons/shirt.js.map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D:/pasar_fix/node_modules/.bun/lucide-react@0.556.0+d86b59289c1a13ae/node_modules/lucide-react/dist/esm/icons/shopping-bag.js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D:/pasar_fix/node_modules/.bun/lucide-react@0.556.0+d86b59289c1a13ae/node_modules/lucide-react/dist/esm/icons/shopping-bag.js.map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D:/pasar_fix/node_modules/.bun/lucide-react@0.556.0+d86b59289c1a13ae/node_modules/lucide-react/dist/esm/icons/shopping-basket.js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D:/pasar_fix/node_modules/.bun/lucide-react@0.556.0+d86b59289c1a13ae/node_modules/lucide-react/dist/esm/icons/shopping-basket.js.map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D:/pasar_fix/node_modules/.bun/lucide-react@0.556.0+d86b59289c1a13ae/node_modules/lucide-react/dist/esm/icons/shopping-cart.js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D:/pasar_fix/node_modules/.bun/lucide-react@0.556.0+d86b59289c1a13ae/node_modules/lucide-react/dist/esm/icons/shopping-cart.js.map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D:/pasar_fix/node_modules/.bun/lucide-react@0.556.0+d86b59289c1a13ae/node_modules/lucide-react/dist/esm/icons/shovel.js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D:/pasar_fix/node_modules/.bun/lucide-react@0.556.0+d86b59289c1a13ae/node_modules/lucide-react/dist/esm/icons/shovel.js.map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D:/pasar_fix/node_modules/.bun/lucide-react@0.556.0+d86b59289c1a13ae/node_modules/lucide-react/dist/esm/icons/shower-head.js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D:/pasar_fix/node_modules/.bun/lucide-react@0.556.0+d86b59289c1a13ae/node_modules/lucide-react/dist/esm/icons/shower-head.js.map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D:/pasar_fix/node_modules/.bun/lucide-react@0.556.0+d86b59289c1a13ae/node_modules/lucide-react/dist/esm/icons/shredder.js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D:/pasar_fix/node_modules/.bun/lucide-react@0.556.0+d86b59289c1a13ae/node_modules/lucide-react/dist/esm/icons/shredder.js.map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D:/pasar_fix/node_modules/.bun/lucide-react@0.556.0+d86b59289c1a13ae/node_modules/lucide-react/dist/esm/icons/shrimp.js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D:/pasar_fix/node_modules/.bun/lucide-react@0.556.0+d86b59289c1a13ae/node_modules/lucide-react/dist/esm/icons/shrimp.js.map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D:/pasar_fix/node_modules/.bun/lucide-react@0.556.0+d86b59289c1a13ae/node_modules/lucide-react/dist/esm/icons/shrink.js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D:/pasar_fix/node_modules/.bun/lucide-react@0.556.0+d86b59289c1a13ae/node_modules/lucide-react/dist/esm/icons/shrink.js.map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D:/pasar_fix/node_modules/.bun/lucide-react@0.556.0+d86b59289c1a13ae/node_modules/lucide-react/dist/esm/icons/shrub.js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D:/pasar_fix/node_modules/.bun/lucide-react@0.556.0+d86b59289c1a13ae/node_modules/lucide-react/dist/esm/icons/shrub.js.map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D:/pasar_fix/node_modules/.bun/lucide-react@0.556.0+d86b59289c1a13ae/node_modules/lucide-react/dist/esm/icons/shuffle.js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D:/pasar_fix/node_modules/.bun/lucide-react@0.556.0+d86b59289c1a13ae/node_modules/lucide-react/dist/esm/icons/shuffle.js.map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D:/pasar_fix/node_modules/.bun/lucide-react@0.556.0+d86b59289c1a13ae/node_modules/lucide-react/dist/esm/icons/sidebar-close.js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D:/pasar_fix/node_modules/.bun/lucide-react@0.556.0+d86b59289c1a13ae/node_modules/lucide-react/dist/esm/icons/sidebar-close.js.map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D:/pasar_fix/node_modules/.bun/lucide-react@0.556.0+d86b59289c1a13ae/node_modules/lucide-react/dist/esm/icons/sidebar-open.js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D:/pasar_fix/node_modules/.bun/lucide-react@0.556.0+d86b59289c1a13ae/node_modules/lucide-react/dist/esm/icons/sidebar-open.js.map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D:/pasar_fix/node_modules/.bun/lucide-react@0.556.0+d86b59289c1a13ae/node_modules/lucide-react/dist/esm/icons/sidebar.js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D:/pasar_fix/node_modules/.bun/lucide-react@0.556.0+d86b59289c1a13ae/node_modules/lucide-react/dist/esm/icons/sidebar.js.map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D:/pasar_fix/node_modules/.bun/lucide-react@0.556.0+d86b59289c1a13ae/node_modules/lucide-react/dist/esm/icons/sigma-square.js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D:/pasar_fix/node_modules/.bun/lucide-react@0.556.0+d86b59289c1a13ae/node_modules/lucide-react/dist/esm/icons/sigma-square.js.map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D:/pasar_fix/node_modules/.bun/lucide-react@0.556.0+d86b59289c1a13ae/node_modules/lucide-react/dist/esm/icons/sigma.js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D:/pasar_fix/node_modules/.bun/lucide-react@0.556.0+d86b59289c1a13ae/node_modules/lucide-react/dist/esm/icons/sigma.js.map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D:/pasar_fix/node_modules/.bun/lucide-react@0.556.0+d86b59289c1a13ae/node_modules/lucide-react/dist/esm/icons/signal-high.js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D:/pasar_fix/node_modules/.bun/lucide-react@0.556.0+d86b59289c1a13ae/node_modules/lucide-react/dist/esm/icons/signal-high.js.map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D:/pasar_fix/node_modules/.bun/lucide-react@0.556.0+d86b59289c1a13ae/node_modules/lucide-react/dist/esm/icons/signal-low.js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D:/pasar_fix/node_modules/.bun/lucide-react@0.556.0+d86b59289c1a13ae/node_modules/lucide-react/dist/esm/icons/signal-low.js.map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D:/pasar_fix/node_modules/.bun/lucide-react@0.556.0+d86b59289c1a13ae/node_modules/lucide-react/dist/esm/icons/signal-medium.js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D:/pasar_fix/node_modules/.bun/lucide-react@0.556.0+d86b59289c1a13ae/node_modules/lucide-react/dist/esm/icons/signal-medium.js.map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D:/pasar_fix/node_modules/.bun/lucide-react@0.556.0+d86b59289c1a13ae/node_modules/lucide-react/dist/esm/icons/signal-zero.js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D:/pasar_fix/node_modules/.bun/lucide-react@0.556.0+d86b59289c1a13ae/node_modules/lucide-react/dist/esm/icons/signal-zero.js.map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D:/pasar_fix/node_modules/.bun/lucide-react@0.556.0+d86b59289c1a13ae/node_modules/lucide-react/dist/esm/icons/signal.js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D:/pasar_fix/node_modules/.bun/lucide-react@0.556.0+d86b59289c1a13ae/node_modules/lucide-react/dist/esm/icons/signal.js.map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D:/pasar_fix/node_modules/.bun/lucide-react@0.556.0+d86b59289c1a13ae/node_modules/lucide-react/dist/esm/icons/signature.js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D:/pasar_fix/node_modules/.bun/lucide-react@0.556.0+d86b59289c1a13ae/node_modules/lucide-react/dist/esm/icons/signature.js.map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D:/pasar_fix/node_modules/.bun/lucide-react@0.556.0+d86b59289c1a13ae/node_modules/lucide-react/dist/esm/icons/signpost-big.js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D:/pasar_fix/node_modules/.bun/lucide-react@0.556.0+d86b59289c1a13ae/node_modules/lucide-react/dist/esm/icons/signpost-big.js.map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D:/pasar_fix/node_modules/.bun/lucide-react@0.556.0+d86b59289c1a13ae/node_modules/lucide-react/dist/esm/icons/signpost.js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D:/pasar_fix/node_modules/.bun/lucide-react@0.556.0+d86b59289c1a13ae/node_modules/lucide-react/dist/esm/icons/signpost.js.map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D:/pasar_fix/node_modules/.bun/lucide-react@0.556.0+d86b59289c1a13ae/node_modules/lucide-react/dist/esm/icons/siren.js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D:/pasar_fix/node_modules/.bun/lucide-react@0.556.0+d86b59289c1a13ae/node_modules/lucide-react/dist/esm/icons/siren.js.map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D:/pasar_fix/node_modules/.bun/lucide-react@0.556.0+d86b59289c1a13ae/node_modules/lucide-react/dist/esm/icons/skip-back.js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D:/pasar_fix/node_modules/.bun/lucide-react@0.556.0+d86b59289c1a13ae/node_modules/lucide-react/dist/esm/icons/skip-back.js.map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D:/pasar_fix/node_modules/.bun/lucide-react@0.556.0+d86b59289c1a13ae/node_modules/lucide-react/dist/esm/icons/skip-forward.js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D:/pasar_fix/node_modules/.bun/lucide-react@0.556.0+d86b59289c1a13ae/node_modules/lucide-react/dist/esm/icons/skip-forward.js.map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D:/pasar_fix/node_modules/.bun/lucide-react@0.556.0+d86b59289c1a13ae/node_modules/lucide-react/dist/esm/icons/skull.js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D:/pasar_fix/node_modules/.bun/lucide-react@0.556.0+d86b59289c1a13ae/node_modules/lucide-react/dist/esm/icons/skull.js.map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D:/pasar_fix/node_modules/.bun/lucide-react@0.556.0+d86b59289c1a13ae/node_modules/lucide-react/dist/esm/icons/slack.js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D:/pasar_fix/node_modules/.bun/lucide-react@0.556.0+d86b59289c1a13ae/node_modules/lucide-react/dist/esm/icons/slack.js.map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D:/pasar_fix/node_modules/.bun/lucide-react@0.556.0+d86b59289c1a13ae/node_modules/lucide-react/dist/esm/icons/slash-square.js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D:/pasar_fix/node_modules/.bun/lucide-react@0.556.0+d86b59289c1a13ae/node_modules/lucide-react/dist/esm/icons/slash-square.js.map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D:/pasar_fix/node_modules/.bun/lucide-react@0.556.0+d86b59289c1a13ae/node_modules/lucide-react/dist/esm/icons/slash.js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D:/pasar_fix/node_modules/.bun/lucide-react@0.556.0+d86b59289c1a13ae/node_modules/lucide-react/dist/esm/icons/slash.js.map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D:/pasar_fix/node_modules/.bun/lucide-react@0.556.0+d86b59289c1a13ae/node_modules/lucide-react/dist/esm/icons/slice.js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D:/pasar_fix/node_modules/.bun/lucide-react@0.556.0+d86b59289c1a13ae/node_modules/lucide-react/dist/esm/icons/slice.js.map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D:/pasar_fix/node_modules/.bun/lucide-react@0.556.0+d86b59289c1a13ae/node_modules/lucide-react/dist/esm/icons/sliders-horizontal.js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D:/pasar_fix/node_modules/.bun/lucide-react@0.556.0+d86b59289c1a13ae/node_modules/lucide-react/dist/esm/icons/sliders-horizontal.js.map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D:/pasar_fix/node_modules/.bun/lucide-react@0.556.0+d86b59289c1a13ae/node_modules/lucide-react/dist/esm/icons/sliders-vertical.js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D:/pasar_fix/node_modules/.bun/lucide-react@0.556.0+d86b59289c1a13ae/node_modules/lucide-react/dist/esm/icons/sliders-vertical.js.map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D:/pasar_fix/node_modules/.bun/lucide-react@0.556.0+d86b59289c1a13ae/node_modules/lucide-react/dist/esm/icons/sliders.js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D:/pasar_fix/node_modules/.bun/lucide-react@0.556.0+d86b59289c1a13ae/node_modules/lucide-react/dist/esm/icons/sliders.js.map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D:/pasar_fix/node_modules/.bun/lucide-react@0.556.0+d86b59289c1a13ae/node_modules/lucide-react/dist/esm/icons/smartphone-charging.js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D:/pasar_fix/node_modules/.bun/lucide-react@0.556.0+d86b59289c1a13ae/node_modules/lucide-react/dist/esm/icons/smartphone-charging.js.map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D:/pasar_fix/node_modules/.bun/lucide-react@0.556.0+d86b59289c1a13ae/node_modules/lucide-react/dist/esm/icons/smartphone-nfc.js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D:/pasar_fix/node_modules/.bun/lucide-react@0.556.0+d86b59289c1a13ae/node_modules/lucide-react/dist/esm/icons/smartphone-nfc.js.map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D:/pasar_fix/node_modules/.bun/lucide-react@0.556.0+d86b59289c1a13ae/node_modules/lucide-react/dist/esm/icons/smartphone.js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D:/pasar_fix/node_modules/.bun/lucide-react@0.556.0+d86b59289c1a13ae/node_modules/lucide-react/dist/esm/icons/smartphone.js.map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D:/pasar_fix/node_modules/.bun/lucide-react@0.556.0+d86b59289c1a13ae/node_modules/lucide-react/dist/esm/icons/smile-plus.js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D:/pasar_fix/node_modules/.bun/lucide-react@0.556.0+d86b59289c1a13ae/node_modules/lucide-react/dist/esm/icons/smile-plus.js.map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D:/pasar_fix/node_modules/.bun/lucide-react@0.556.0+d86b59289c1a13ae/node_modules/lucide-react/dist/esm/icons/smile.js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D:/pasar_fix/node_modules/.bun/lucide-react@0.556.0+d86b59289c1a13ae/node_modules/lucide-react/dist/esm/icons/smile.js.map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D:/pasar_fix/node_modules/.bun/lucide-react@0.556.0+d86b59289c1a13ae/node_modules/lucide-react/dist/esm/icons/snail.js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D:/pasar_fix/node_modules/.bun/lucide-react@0.556.0+d86b59289c1a13ae/node_modules/lucide-react/dist/esm/icons/snail.js.map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D:/pasar_fix/node_modules/.bun/lucide-react@0.556.0+d86b59289c1a13ae/node_modules/lucide-react/dist/esm/icons/snowflake.js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D:/pasar_fix/node_modules/.bun/lucide-react@0.556.0+d86b59289c1a13ae/node_modules/lucide-react/dist/esm/icons/snowflake.js.map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D:/pasar_fix/node_modules/.bun/lucide-react@0.556.0+d86b59289c1a13ae/node_modules/lucide-react/dist/esm/icons/soap-dispenser-droplet.js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D:/pasar_fix/node_modules/.bun/lucide-react@0.556.0+d86b59289c1a13ae/node_modules/lucide-react/dist/esm/icons/soap-dispenser-droplet.js.map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D:/pasar_fix/node_modules/.bun/lucide-react@0.556.0+d86b59289c1a13ae/node_modules/lucide-react/dist/esm/icons/sofa.js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D:/pasar_fix/node_modules/.bun/lucide-react@0.556.0+d86b59289c1a13ae/node_modules/lucide-react/dist/esm/icons/sofa.js.map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D:/pasar_fix/node_modules/.bun/lucide-react@0.556.0+d86b59289c1a13ae/node_modules/lucide-react/dist/esm/icons/solar-panel.js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D:/pasar_fix/node_modules/.bun/lucide-react@0.556.0+d86b59289c1a13ae/node_modules/lucide-react/dist/esm/icons/solar-panel.js.map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D:/pasar_fix/node_modules/.bun/lucide-react@0.556.0+d86b59289c1a13ae/node_modules/lucide-react/dist/esm/icons/sort-asc.js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D:/pasar_fix/node_modules/.bun/lucide-react@0.556.0+d86b59289c1a13ae/node_modules/lucide-react/dist/esm/icons/sort-asc.js.map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D:/pasar_fix/node_modules/.bun/lucide-react@0.556.0+d86b59289c1a13ae/node_modules/lucide-react/dist/esm/icons/sort-desc.js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D:/pasar_fix/node_modules/.bun/lucide-react@0.556.0+d86b59289c1a13ae/node_modules/lucide-react/dist/esm/icons/sort-desc.js.map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D:/pasar_fix/node_modules/.bun/lucide-react@0.556.0+d86b59289c1a13ae/node_modules/lucide-react/dist/esm/icons/soup.js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D:/pasar_fix/node_modules/.bun/lucide-react@0.556.0+d86b59289c1a13ae/node_modules/lucide-react/dist/esm/icons/soup.js.map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D:/pasar_fix/node_modules/.bun/lucide-react@0.556.0+d86b59289c1a13ae/node_modules/lucide-react/dist/esm/icons/space.js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D:/pasar_fix/node_modules/.bun/lucide-react@0.556.0+d86b59289c1a13ae/node_modules/lucide-react/dist/esm/icons/space.js.map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D:/pasar_fix/node_modules/.bun/lucide-react@0.556.0+d86b59289c1a13ae/node_modules/lucide-react/dist/esm/icons/spade.js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D:/pasar_fix/node_modules/.bun/lucide-react@0.556.0+d86b59289c1a13ae/node_modules/lucide-react/dist/esm/icons/spade.js.map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D:/pasar_fix/node_modules/.bun/lucide-react@0.556.0+d86b59289c1a13ae/node_modules/lucide-react/dist/esm/icons/sparkle.js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D:/pasar_fix/node_modules/.bun/lucide-react@0.556.0+d86b59289c1a13ae/node_modules/lucide-react/dist/esm/icons/sparkle.js.map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D:/pasar_fix/node_modules/.bun/lucide-react@0.556.0+d86b59289c1a13ae/node_modules/lucide-react/dist/esm/icons/sparkles.js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D:/pasar_fix/node_modules/.bun/lucide-react@0.556.0+d86b59289c1a13ae/node_modules/lucide-react/dist/esm/icons/sparkles.js.map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D:/pasar_fix/node_modules/.bun/lucide-react@0.556.0+d86b59289c1a13ae/node_modules/lucide-react/dist/esm/icons/speaker.js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D:/pasar_fix/node_modules/.bun/lucide-react@0.556.0+d86b59289c1a13ae/node_modules/lucide-react/dist/esm/icons/speaker.js.map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D:/pasar_fix/node_modules/.bun/lucide-react@0.556.0+d86b59289c1a13ae/node_modules/lucide-react/dist/esm/icons/speech.js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D:/pasar_fix/node_modules/.bun/lucide-react@0.556.0+d86b59289c1a13ae/node_modules/lucide-react/dist/esm/icons/speech.js.map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D:/pasar_fix/node_modules/.bun/lucide-react@0.556.0+d86b59289c1a13ae/node_modules/lucide-react/dist/esm/icons/spell-check-2.js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D:/pasar_fix/node_modules/.bun/lucide-react@0.556.0+d86b59289c1a13ae/node_modules/lucide-react/dist/esm/icons/spell-check-2.js.map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D:/pasar_fix/node_modules/.bun/lucide-react@0.556.0+d86b59289c1a13ae/node_modules/lucide-react/dist/esm/icons/spell-check.js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D:/pasar_fix/node_modules/.bun/lucide-react@0.556.0+d86b59289c1a13ae/node_modules/lucide-react/dist/esm/icons/spell-check.js.map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D:/pasar_fix/node_modules/.bun/lucide-react@0.556.0+d86b59289c1a13ae/node_modules/lucide-react/dist/esm/icons/spline-pointer.js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D:/pasar_fix/node_modules/.bun/lucide-react@0.556.0+d86b59289c1a13ae/node_modules/lucide-react/dist/esm/icons/spline-pointer.js.map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D:/pasar_fix/node_modules/.bun/lucide-react@0.556.0+d86b59289c1a13ae/node_modules/lucide-react/dist/esm/icons/spline.js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D:/pasar_fix/node_modules/.bun/lucide-react@0.556.0+d86b59289c1a13ae/node_modules/lucide-react/dist/esm/icons/spline.js.map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D:/pasar_fix/node_modules/.bun/lucide-react@0.556.0+d86b59289c1a13ae/node_modules/lucide-react/dist/esm/icons/split-square-horizontal.js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D:/pasar_fix/node_modules/.bun/lucide-react@0.556.0+d86b59289c1a13ae/node_modules/lucide-react/dist/esm/icons/split-square-horizontal.js.map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D:/pasar_fix/node_modules/.bun/lucide-react@0.556.0+d86b59289c1a13ae/node_modules/lucide-react/dist/esm/icons/split-square-vertical.js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D:/pasar_fix/node_modules/.bun/lucide-react@0.556.0+d86b59289c1a13ae/node_modules/lucide-react/dist/esm/icons/split-square-vertical.js.map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D:/pasar_fix/node_modules/.bun/lucide-react@0.556.0+d86b59289c1a13ae/node_modules/lucide-react/dist/esm/icons/split.js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D:/pasar_fix/node_modules/.bun/lucide-react@0.556.0+d86b59289c1a13ae/node_modules/lucide-react/dist/esm/icons/split.js.map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D:/pasar_fix/node_modules/.bun/lucide-react@0.556.0+d86b59289c1a13ae/node_modules/lucide-react/dist/esm/icons/spool.js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D:/pasar_fix/node_modules/.bun/lucide-react@0.556.0+d86b59289c1a13ae/node_modules/lucide-react/dist/esm/icons/spool.js.map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D:/pasar_fix/node_modules/.bun/lucide-react@0.556.0+d86b59289c1a13ae/node_modules/lucide-react/dist/esm/icons/spotlight.js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D:/pasar_fix/node_modules/.bun/lucide-react@0.556.0+d86b59289c1a13ae/node_modules/lucide-react/dist/esm/icons/spotlight.js.map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D:/pasar_fix/node_modules/.bun/lucide-react@0.556.0+d86b59289c1a13ae/node_modules/lucide-react/dist/esm/icons/spray-can.js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D:/pasar_fix/node_modules/.bun/lucide-react@0.556.0+d86b59289c1a13ae/node_modules/lucide-react/dist/esm/icons/spray-can.js.map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D:/pasar_fix/node_modules/.bun/lucide-react@0.556.0+d86b59289c1a13ae/node_modules/lucide-react/dist/esm/icons/sprout.js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D:/pasar_fix/node_modules/.bun/lucide-react@0.556.0+d86b59289c1a13ae/node_modules/lucide-react/dist/esm/icons/sprout.js.map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D:/pasar_fix/node_modules/.bun/lucide-react@0.556.0+d86b59289c1a13ae/node_modules/lucide-react/dist/esm/icons/square-activity.js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D:/pasar_fix/node_modules/.bun/lucide-react@0.556.0+d86b59289c1a13ae/node_modules/lucide-react/dist/esm/icons/square-activity.js.map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D:/pasar_fix/node_modules/.bun/lucide-react@0.556.0+d86b59289c1a13ae/node_modules/lucide-react/dist/esm/icons/square-arrow-down-left.js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D:/pasar_fix/node_modules/.bun/lucide-react@0.556.0+d86b59289c1a13ae/node_modules/lucide-react/dist/esm/icons/square-arrow-down-left.js.map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D:/pasar_fix/node_modules/.bun/lucide-react@0.556.0+d86b59289c1a13ae/node_modules/lucide-react/dist/esm/icons/square-arrow-down-right.js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D:/pasar_fix/node_modules/.bun/lucide-react@0.556.0+d86b59289c1a13ae/node_modules/lucide-react/dist/esm/icons/square-arrow-down-right.js.map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D:/pasar_fix/node_modules/.bun/lucide-react@0.556.0+d86b59289c1a13ae/node_modules/lucide-react/dist/esm/icons/square-arrow-down.js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D:/pasar_fix/node_modules/.bun/lucide-react@0.556.0+d86b59289c1a13ae/node_modules/lucide-react/dist/esm/icons/square-arrow-down.js.map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D:/pasar_fix/node_modules/.bun/lucide-react@0.556.0+d86b59289c1a13ae/node_modules/lucide-react/dist/esm/icons/square-arrow-left.js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D:/pasar_fix/node_modules/.bun/lucide-react@0.556.0+d86b59289c1a13ae/node_modules/lucide-react/dist/esm/icons/square-arrow-left.js.map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D:/pasar_fix/node_modules/.bun/lucide-react@0.556.0+d86b59289c1a13ae/node_modules/lucide-react/dist/esm/icons/square-arrow-out-down-left.js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D:/pasar_fix/node_modules/.bun/lucide-react@0.556.0+d86b59289c1a13ae/node_modules/lucide-react/dist/esm/icons/square-arrow-out-down-left.js.map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D:/pasar_fix/node_modules/.bun/lucide-react@0.556.0+d86b59289c1a13ae/node_modules/lucide-react/dist/esm/icons/square-arrow-out-down-right.js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D:/pasar_fix/node_modules/.bun/lucide-react@0.556.0+d86b59289c1a13ae/node_modules/lucide-react/dist/esm/icons/square-arrow-out-down-right.js.map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D:/pasar_fix/node_modules/.bun/lucide-react@0.556.0+d86b59289c1a13ae/node_modules/lucide-react/dist/esm/icons/square-arrow-out-up-left.js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D:/pasar_fix/node_modules/.bun/lucide-react@0.556.0+d86b59289c1a13ae/node_modules/lucide-react/dist/esm/icons/square-arrow-out-up-left.js.map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D:/pasar_fix/node_modules/.bun/lucide-react@0.556.0+d86b59289c1a13ae/node_modules/lucide-react/dist/esm/icons/square-arrow-out-up-right.js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D:/pasar_fix/node_modules/.bun/lucide-react@0.556.0+d86b59289c1a13ae/node_modules/lucide-react/dist/esm/icons/square-arrow-out-up-right.js.map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D:/pasar_fix/node_modules/.bun/lucide-react@0.556.0+d86b59289c1a13ae/node_modules/lucide-react/dist/esm/icons/square-arrow-right.js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D:/pasar_fix/node_modules/.bun/lucide-react@0.556.0+d86b59289c1a13ae/node_modules/lucide-react/dist/esm/icons/square-arrow-right.js.map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D:/pasar_fix/node_modules/.bun/lucide-react@0.556.0+d86b59289c1a13ae/node_modules/lucide-react/dist/esm/icons/square-arrow-up-left.js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D:/pasar_fix/node_modules/.bun/lucide-react@0.556.0+d86b59289c1a13ae/node_modules/lucide-react/dist/esm/icons/square-arrow-up-left.js.map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D:/pasar_fix/node_modules/.bun/lucide-react@0.556.0+d86b59289c1a13ae/node_modules/lucide-react/dist/esm/icons/square-arrow-up-right.js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D:/pasar_fix/node_modules/.bun/lucide-react@0.556.0+d86b59289c1a13ae/node_modules/lucide-react/dist/esm/icons/square-arrow-up-right.js.map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D:/pasar_fix/node_modules/.bun/lucide-react@0.556.0+d86b59289c1a13ae/node_modules/lucide-react/dist/esm/icons/square-arrow-up.js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D:/pasar_fix/node_modules/.bun/lucide-react@0.556.0+d86b59289c1a13ae/node_modules/lucide-react/dist/esm/icons/square-arrow-up.js.map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D:/pasar_fix/node_modules/.bun/lucide-react@0.556.0+d86b59289c1a13ae/node_modules/lucide-react/dist/esm/icons/square-asterisk.js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D:/pasar_fix/node_modules/.bun/lucide-react@0.556.0+d86b59289c1a13ae/node_modules/lucide-react/dist/esm/icons/square-asterisk.js.map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D:/pasar_fix/node_modules/.bun/lucide-react@0.556.0+d86b59289c1a13ae/node_modules/lucide-react/dist/esm/icons/square-bottom-dashed-scissors.js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D:/pasar_fix/node_modules/.bun/lucide-react@0.556.0+d86b59289c1a13ae/node_modules/lucide-react/dist/esm/icons/square-bottom-dashed-scissors.js.map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D:/pasar_fix/node_modules/.bun/lucide-react@0.556.0+d86b59289c1a13ae/node_modules/lucide-react/dist/esm/icons/square-chart-gantt.js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D:/pasar_fix/node_modules/.bun/lucide-react@0.556.0+d86b59289c1a13ae/node_modules/lucide-react/dist/esm/icons/square-chart-gantt.js.map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D:/pasar_fix/node_modules/.bun/lucide-react@0.556.0+d86b59289c1a13ae/node_modules/lucide-react/dist/esm/icons/square-check-big.js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D:/pasar_fix/node_modules/.bun/lucide-react@0.556.0+d86b59289c1a13ae/node_modules/lucide-react/dist/esm/icons/square-check-big.js.map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D:/pasar_fix/node_modules/.bun/lucide-react@0.556.0+d86b59289c1a13ae/node_modules/lucide-react/dist/esm/icons/square-check.js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D:/pasar_fix/node_modules/.bun/lucide-react@0.556.0+d86b59289c1a13ae/node_modules/lucide-react/dist/esm/icons/square-check.js.map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D:/pasar_fix/node_modules/.bun/lucide-react@0.556.0+d86b59289c1a13ae/node_modules/lucide-react/dist/esm/icons/square-chevron-down.js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D:/pasar_fix/node_modules/.bun/lucide-react@0.556.0+d86b59289c1a13ae/node_modules/lucide-react/dist/esm/icons/square-chevron-down.js.map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D:/pasar_fix/node_modules/.bun/lucide-react@0.556.0+d86b59289c1a13ae/node_modules/lucide-react/dist/esm/icons/square-chevron-left.js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D:/pasar_fix/node_modules/.bun/lucide-react@0.556.0+d86b59289c1a13ae/node_modules/lucide-react/dist/esm/icons/square-chevron-left.js.map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D:/pasar_fix/node_modules/.bun/lucide-react@0.556.0+d86b59289c1a13ae/node_modules/lucide-react/dist/esm/icons/square-chevron-right.js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D:/pasar_fix/node_modules/.bun/lucide-react@0.556.0+d86b59289c1a13ae/node_modules/lucide-react/dist/esm/icons/square-chevron-right.js.map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D:/pasar_fix/node_modules/.bun/lucide-react@0.556.0+d86b59289c1a13ae/node_modules/lucide-react/dist/esm/icons/square-chevron-up.js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D:/pasar_fix/node_modules/.bun/lucide-react@0.556.0+d86b59289c1a13ae/node_modules/lucide-react/dist/esm/icons/square-chevron-up.js.map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D:/pasar_fix/node_modules/.bun/lucide-react@0.556.0+d86b59289c1a13ae/node_modules/lucide-react/dist/esm/icons/square-code.js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D:/pasar_fix/node_modules/.bun/lucide-react@0.556.0+d86b59289c1a13ae/node_modules/lucide-react/dist/esm/icons/square-code.js.map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D:/pasar_fix/node_modules/.bun/lucide-react@0.556.0+d86b59289c1a13ae/node_modules/lucide-react/dist/esm/icons/square-dashed-bottom-code.js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D:/pasar_fix/node_modules/.bun/lucide-react@0.556.0+d86b59289c1a13ae/node_modules/lucide-react/dist/esm/icons/square-dashed-bottom-code.js.map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D:/pasar_fix/node_modules/.bun/lucide-react@0.556.0+d86b59289c1a13ae/node_modules/lucide-react/dist/esm/icons/square-dashed-bottom.js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D:/pasar_fix/node_modules/.bun/lucide-react@0.556.0+d86b59289c1a13ae/node_modules/lucide-react/dist/esm/icons/square-dashed-bottom.js.map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D:/pasar_fix/node_modules/.bun/lucide-react@0.556.0+d86b59289c1a13ae/node_modules/lucide-react/dist/esm/icons/square-dashed-kanban.js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D:/pasar_fix/node_modules/.bun/lucide-react@0.556.0+d86b59289c1a13ae/node_modules/lucide-react/dist/esm/icons/square-dashed-kanban.js.map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D:/pasar_fix/node_modules/.bun/lucide-react@0.556.0+d86b59289c1a13ae/node_modules/lucide-react/dist/esm/icons/square-dashed-mouse-pointer.js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D:/pasar_fix/node_modules/.bun/lucide-react@0.556.0+d86b59289c1a13ae/node_modules/lucide-react/dist/esm/icons/square-dashed-mouse-pointer.js.map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D:/pasar_fix/node_modules/.bun/lucide-react@0.556.0+d86b59289c1a13ae/node_modules/lucide-react/dist/esm/icons/square-dashed-top-solid.js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D:/pasar_fix/node_modules/.bun/lucide-react@0.556.0+d86b59289c1a13ae/node_modules/lucide-react/dist/esm/icons/square-dashed-top-solid.js.map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D:/pasar_fix/node_modules/.bun/lucide-react@0.556.0+d86b59289c1a13ae/node_modules/lucide-react/dist/esm/icons/square-dashed.js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D:/pasar_fix/node_modules/.bun/lucide-react@0.556.0+d86b59289c1a13ae/node_modules/lucide-react/dist/esm/icons/square-dashed.js.map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D:/pasar_fix/node_modules/.bun/lucide-react@0.556.0+d86b59289c1a13ae/node_modules/lucide-react/dist/esm/icons/square-divide.js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D:/pasar_fix/node_modules/.bun/lucide-react@0.556.0+d86b59289c1a13ae/node_modules/lucide-react/dist/esm/icons/square-divide.js.map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D:/pasar_fix/node_modules/.bun/lucide-react@0.556.0+d86b59289c1a13ae/node_modules/lucide-react/dist/esm/icons/square-dot.js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D:/pasar_fix/node_modules/.bun/lucide-react@0.556.0+d86b59289c1a13ae/node_modules/lucide-react/dist/esm/icons/square-dot.js.map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D:/pasar_fix/node_modules/.bun/lucide-react@0.556.0+d86b59289c1a13ae/node_modules/lucide-react/dist/esm/icons/square-equal.js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D:/pasar_fix/node_modules/.bun/lucide-react@0.556.0+d86b59289c1a13ae/node_modules/lucide-react/dist/esm/icons/square-equal.js.map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D:/pasar_fix/node_modules/.bun/lucide-react@0.556.0+d86b59289c1a13ae/node_modules/lucide-react/dist/esm/icons/square-function.js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D:/pasar_fix/node_modules/.bun/lucide-react@0.556.0+d86b59289c1a13ae/node_modules/lucide-react/dist/esm/icons/square-function.js.map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D:/pasar_fix/node_modules/.bun/lucide-react@0.556.0+d86b59289c1a13ae/node_modules/lucide-react/dist/esm/icons/square-gantt-chart.js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D:/pasar_fix/node_modules/.bun/lucide-react@0.556.0+d86b59289c1a13ae/node_modules/lucide-react/dist/esm/icons/square-gantt-chart.js.map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D:/pasar_fix/node_modules/.bun/lucide-react@0.556.0+d86b59289c1a13ae/node_modules/lucide-react/dist/esm/icons/square-kanban.js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D:/pasar_fix/node_modules/.bun/lucide-react@0.556.0+d86b59289c1a13ae/node_modules/lucide-react/dist/esm/icons/square-kanban.js.map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D:/pasar_fix/node_modules/.bun/lucide-react@0.556.0+d86b59289c1a13ae/node_modules/lucide-react/dist/esm/icons/square-library.js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D:/pasar_fix/node_modules/.bun/lucide-react@0.556.0+d86b59289c1a13ae/node_modules/lucide-react/dist/esm/icons/square-library.js.map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D:/pasar_fix/node_modules/.bun/lucide-react@0.556.0+d86b59289c1a13ae/node_modules/lucide-react/dist/esm/icons/square-m.js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D:/pasar_fix/node_modules/.bun/lucide-react@0.556.0+d86b59289c1a13ae/node_modules/lucide-react/dist/esm/icons/square-m.js.map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D:/pasar_fix/node_modules/.bun/lucide-react@0.556.0+d86b59289c1a13ae/node_modules/lucide-react/dist/esm/icons/square-menu.js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D:/pasar_fix/node_modules/.bun/lucide-react@0.556.0+d86b59289c1a13ae/node_modules/lucide-react/dist/esm/icons/square-menu.js.map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D:/pasar_fix/node_modules/.bun/lucide-react@0.556.0+d86b59289c1a13ae/node_modules/lucide-react/dist/esm/icons/square-minus.js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D:/pasar_fix/node_modules/.bun/lucide-react@0.556.0+d86b59289c1a13ae/node_modules/lucide-react/dist/esm/icons/square-minus.js.map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D:/pasar_fix/node_modules/.bun/lucide-react@0.556.0+d86b59289c1a13ae/node_modules/lucide-react/dist/esm/icons/square-mouse-pointer.js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D:/pasar_fix/node_modules/.bun/lucide-react@0.556.0+d86b59289c1a13ae/node_modules/lucide-react/dist/esm/icons/square-mouse-pointer.js.map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D:/pasar_fix/node_modules/.bun/lucide-react@0.556.0+d86b59289c1a13ae/node_modules/lucide-react/dist/esm/icons/square-parking-off.js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D:/pasar_fix/node_modules/.bun/lucide-react@0.556.0+d86b59289c1a13ae/node_modules/lucide-react/dist/esm/icons/square-parking-off.js.map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D:/pasar_fix/node_modules/.bun/lucide-react@0.556.0+d86b59289c1a13ae/node_modules/lucide-react/dist/esm/icons/square-parking.js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D:/pasar_fix/node_modules/.bun/lucide-react@0.556.0+d86b59289c1a13ae/node_modules/lucide-react/dist/esm/icons/square-parking.js.map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D:/pasar_fix/node_modules/.bun/lucide-react@0.556.0+d86b59289c1a13ae/node_modules/lucide-react/dist/esm/icons/square-pause.js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D:/pasar_fix/node_modules/.bun/lucide-react@0.556.0+d86b59289c1a13ae/node_modules/lucide-react/dist/esm/icons/square-pause.js.map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D:/pasar_fix/node_modules/.bun/lucide-react@0.556.0+d86b59289c1a13ae/node_modules/lucide-react/dist/esm/icons/square-pen.js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D:/pasar_fix/node_modules/.bun/lucide-react@0.556.0+d86b59289c1a13ae/node_modules/lucide-react/dist/esm/icons/square-pen.js.map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D:/pasar_fix/node_modules/.bun/lucide-react@0.556.0+d86b59289c1a13ae/node_modules/lucide-react/dist/esm/icons/square-percent.js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D:/pasar_fix/node_modules/.bun/lucide-react@0.556.0+d86b59289c1a13ae/node_modules/lucide-react/dist/esm/icons/square-percent.js.map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D:/pasar_fix/node_modules/.bun/lucide-react@0.556.0+d86b59289c1a13ae/node_modules/lucide-react/dist/esm/icons/square-pi.js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D:/pasar_fix/node_modules/.bun/lucide-react@0.556.0+d86b59289c1a13ae/node_modules/lucide-react/dist/esm/icons/square-pi.js.map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D:/pasar_fix/node_modules/.bun/lucide-react@0.556.0+d86b59289c1a13ae/node_modules/lucide-react/dist/esm/icons/square-pilcrow.js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D:/pasar_fix/node_modules/.bun/lucide-react@0.556.0+d86b59289c1a13ae/node_modules/lucide-react/dist/esm/icons/square-pilcrow.js.map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D:/pasar_fix/node_modules/.bun/lucide-react@0.556.0+d86b59289c1a13ae/node_modules/lucide-react/dist/esm/icons/square-play.js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D:/pasar_fix/node_modules/.bun/lucide-react@0.556.0+d86b59289c1a13ae/node_modules/lucide-react/dist/esm/icons/square-play.js.map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D:/pasar_fix/node_modules/.bun/lucide-react@0.556.0+d86b59289c1a13ae/node_modules/lucide-react/dist/esm/icons/square-plus.js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D:/pasar_fix/node_modules/.bun/lucide-react@0.556.0+d86b59289c1a13ae/node_modules/lucide-react/dist/esm/icons/square-plus.js.map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D:/pasar_fix/node_modules/.bun/lucide-react@0.556.0+d86b59289c1a13ae/node_modules/lucide-react/dist/esm/icons/square-power.js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D:/pasar_fix/node_modules/.bun/lucide-react@0.556.0+d86b59289c1a13ae/node_modules/lucide-react/dist/esm/icons/square-power.js.map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D:/pasar_fix/node_modules/.bun/lucide-react@0.556.0+d86b59289c1a13ae/node_modules/lucide-react/dist/esm/icons/square-radical.js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D:/pasar_fix/node_modules/.bun/lucide-react@0.556.0+d86b59289c1a13ae/node_modules/lucide-react/dist/esm/icons/square-radical.js.map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D:/pasar_fix/node_modules/.bun/lucide-react@0.556.0+d86b59289c1a13ae/node_modules/lucide-react/dist/esm/icons/square-round-corner.js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D:/pasar_fix/node_modules/.bun/lucide-react@0.556.0+d86b59289c1a13ae/node_modules/lucide-react/dist/esm/icons/square-round-corner.js.map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D:/pasar_fix/node_modules/.bun/lucide-react@0.556.0+d86b59289c1a13ae/node_modules/lucide-react/dist/esm/icons/square-scissors.js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D:/pasar_fix/node_modules/.bun/lucide-react@0.556.0+d86b59289c1a13ae/node_modules/lucide-react/dist/esm/icons/square-scissors.js.map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D:/pasar_fix/node_modules/.bun/lucide-react@0.556.0+d86b59289c1a13ae/node_modules/lucide-react/dist/esm/icons/square-sigma.js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D:/pasar_fix/node_modules/.bun/lucide-react@0.556.0+d86b59289c1a13ae/node_modules/lucide-react/dist/esm/icons/square-sigma.js.map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D:/pasar_fix/node_modules/.bun/lucide-react@0.556.0+d86b59289c1a13ae/node_modules/lucide-react/dist/esm/icons/square-slash.js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D:/pasar_fix/node_modules/.bun/lucide-react@0.556.0+d86b59289c1a13ae/node_modules/lucide-react/dist/esm/icons/square-slash.js.map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D:/pasar_fix/node_modules/.bun/lucide-react@0.556.0+d86b59289c1a13ae/node_modules/lucide-react/dist/esm/icons/square-split-horizontal.js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D:/pasar_fix/node_modules/.bun/lucide-react@0.556.0+d86b59289c1a13ae/node_modules/lucide-react/dist/esm/icons/square-split-horizontal.js.map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D:/pasar_fix/node_modules/.bun/lucide-react@0.556.0+d86b59289c1a13ae/node_modules/lucide-react/dist/esm/icons/square-split-vertical.js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D:/pasar_fix/node_modules/.bun/lucide-react@0.556.0+d86b59289c1a13ae/node_modules/lucide-react/dist/esm/icons/square-split-vertical.js.map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D:/pasar_fix/node_modules/.bun/lucide-react@0.556.0+d86b59289c1a13ae/node_modules/lucide-react/dist/esm/icons/square-square.js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D:/pasar_fix/node_modules/.bun/lucide-react@0.556.0+d86b59289c1a13ae/node_modules/lucide-react/dist/esm/icons/square-square.js.map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D:/pasar_fix/node_modules/.bun/lucide-react@0.556.0+d86b59289c1a13ae/node_modules/lucide-react/dist/esm/icons/square-stack.js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D:/pasar_fix/node_modules/.bun/lucide-react@0.556.0+d86b59289c1a13ae/node_modules/lucide-react/dist/esm/icons/square-stack.js.map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D:/pasar_fix/node_modules/.bun/lucide-react@0.556.0+d86b59289c1a13ae/node_modules/lucide-react/dist/esm/icons/square-star.js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D:/pasar_fix/node_modules/.bun/lucide-react@0.556.0+d86b59289c1a13ae/node_modules/lucide-react/dist/esm/icons/square-star.js.map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D:/pasar_fix/node_modules/.bun/lucide-react@0.556.0+d86b59289c1a13ae/node_modules/lucide-react/dist/esm/icons/square-stop.js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D:/pasar_fix/node_modules/.bun/lucide-react@0.556.0+d86b59289c1a13ae/node_modules/lucide-react/dist/esm/icons/square-stop.js.map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D:/pasar_fix/node_modules/.bun/lucide-react@0.556.0+d86b59289c1a13ae/node_modules/lucide-react/dist/esm/icons/square-terminal.js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D:/pasar_fix/node_modules/.bun/lucide-react@0.556.0+d86b59289c1a13ae/node_modules/lucide-react/dist/esm/icons/square-terminal.js.map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D:/pasar_fix/node_modules/.bun/lucide-react@0.556.0+d86b59289c1a13ae/node_modules/lucide-react/dist/esm/icons/square-user-round.js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D:/pasar_fix/node_modules/.bun/lucide-react@0.556.0+d86b59289c1a13ae/node_modules/lucide-react/dist/esm/icons/square-user-round.js.map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D:/pasar_fix/node_modules/.bun/lucide-react@0.556.0+d86b59289c1a13ae/node_modules/lucide-react/dist/esm/icons/square-user.js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D:/pasar_fix/node_modules/.bun/lucide-react@0.556.0+d86b59289c1a13ae/node_modules/lucide-react/dist/esm/icons/square-user.js.map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D:/pasar_fix/node_modules/.bun/lucide-react@0.556.0+d86b59289c1a13ae/node_modules/lucide-react/dist/esm/icons/square-x.js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D:/pasar_fix/node_modules/.bun/lucide-react@0.556.0+d86b59289c1a13ae/node_modules/lucide-react/dist/esm/icons/square-x.js.map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D:/pasar_fix/node_modules/.bun/lucide-react@0.556.0+d86b59289c1a13ae/node_modules/lucide-react/dist/esm/icons/squares-exclude.js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D:/pasar_fix/node_modules/.bun/lucide-react@0.556.0+d86b59289c1a13ae/node_modules/lucide-react/dist/esm/icons/squares-exclude.js.map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D:/pasar_fix/node_modules/.bun/lucide-react@0.556.0+d86b59289c1a13ae/node_modules/lucide-react/dist/esm/icons/squares-intersect.js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D:/pasar_fix/node_modules/.bun/lucide-react@0.556.0+d86b59289c1a13ae/node_modules/lucide-react/dist/esm/icons/squares-intersect.js.map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D:/pasar_fix/node_modules/.bun/lucide-react@0.556.0+d86b59289c1a13ae/node_modules/lucide-react/dist/esm/icons/squares-subtract.js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D:/pasar_fix/node_modules/.bun/lucide-react@0.556.0+d86b59289c1a13ae/node_modules/lucide-react/dist/esm/icons/squares-subtract.js.map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D:/pasar_fix/node_modules/.bun/lucide-react@0.556.0+d86b59289c1a13ae/node_modules/lucide-react/dist/esm/icons/squares-unite.js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D:/pasar_fix/node_modules/.bun/lucide-react@0.556.0+d86b59289c1a13ae/node_modules/lucide-react/dist/esm/icons/squares-unite.js.map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D:/pasar_fix/node_modules/.bun/lucide-react@0.556.0+d86b59289c1a13ae/node_modules/lucide-react/dist/esm/icons/squircle-dashed.js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D:/pasar_fix/node_modules/.bun/lucide-react@0.556.0+d86b59289c1a13ae/node_modules/lucide-react/dist/esm/icons/squircle-dashed.js.map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D:/pasar_fix/node_modules/.bun/lucide-react@0.556.0+d86b59289c1a13ae/node_modules/lucide-react/dist/esm/icons/squircle.js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D:/pasar_fix/node_modules/.bun/lucide-react@0.556.0+d86b59289c1a13ae/node_modules/lucide-react/dist/esm/icons/squircle.js.map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D:/pasar_fix/node_modules/.bun/lucide-react@0.556.0+d86b59289c1a13ae/node_modules/lucide-react/dist/esm/icons/squirrel.js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D:/pasar_fix/node_modules/.bun/lucide-react@0.556.0+d86b59289c1a13ae/node_modules/lucide-react/dist/esm/icons/squirrel.js.map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D:/pasar_fix/node_modules/.bun/lucide-react@0.556.0+d86b59289c1a13ae/node_modules/lucide-react/dist/esm/icons/stamp.js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D:/pasar_fix/node_modules/.bun/lucide-react@0.556.0+d86b59289c1a13ae/node_modules/lucide-react/dist/esm/icons/stamp.js.map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D:/pasar_fix/node_modules/.bun/lucide-react@0.556.0+d86b59289c1a13ae/node_modules/lucide-react/dist/esm/icons/star-half.js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D:/pasar_fix/node_modules/.bun/lucide-react@0.556.0+d86b59289c1a13ae/node_modules/lucide-react/dist/esm/icons/star-half.js.map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D:/pasar_fix/node_modules/.bun/lucide-react@0.556.0+d86b59289c1a13ae/node_modules/lucide-react/dist/esm/icons/star-off.js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D:/pasar_fix/node_modules/.bun/lucide-react@0.556.0+d86b59289c1a13ae/node_modules/lucide-react/dist/esm/icons/star-off.js.map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D:/pasar_fix/node_modules/.bun/lucide-react@0.556.0+d86b59289c1a13ae/node_modules/lucide-react/dist/esm/icons/star.js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D:/pasar_fix/node_modules/.bun/lucide-react@0.556.0+d86b59289c1a13ae/node_modules/lucide-react/dist/esm/icons/star.js.map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D:/pasar_fix/node_modules/.bun/lucide-react@0.556.0+d86b59289c1a13ae/node_modules/lucide-react/dist/esm/icons/stars.js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D:/pasar_fix/node_modules/.bun/lucide-react@0.556.0+d86b59289c1a13ae/node_modules/lucide-react/dist/esm/icons/stars.js.map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D:/pasar_fix/node_modules/.bun/lucide-react@0.556.0+d86b59289c1a13ae/node_modules/lucide-react/dist/esm/icons/step-back.js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D:/pasar_fix/node_modules/.bun/lucide-react@0.556.0+d86b59289c1a13ae/node_modules/lucide-react/dist/esm/icons/step-back.js.map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D:/pasar_fix/node_modules/.bun/lucide-react@0.556.0+d86b59289c1a13ae/node_modules/lucide-react/dist/esm/icons/step-forward.js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D:/pasar_fix/node_modules/.bun/lucide-react@0.556.0+d86b59289c1a13ae/node_modules/lucide-react/dist/esm/icons/step-forward.js.map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D:/pasar_fix/node_modules/.bun/lucide-react@0.556.0+d86b59289c1a13ae/node_modules/lucide-react/dist/esm/icons/stethoscope.js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D:/pasar_fix/node_modules/.bun/lucide-react@0.556.0+d86b59289c1a13ae/node_modules/lucide-react/dist/esm/icons/stethoscope.js.map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D:/pasar_fix/node_modules/.bun/lucide-react@0.556.0+d86b59289c1a13ae/node_modules/lucide-react/dist/esm/icons/sticker.js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D:/pasar_fix/node_modules/.bun/lucide-react@0.556.0+d86b59289c1a13ae/node_modules/lucide-react/dist/esm/icons/sticker.js.map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D:/pasar_fix/node_modules/.bun/lucide-react@0.556.0+d86b59289c1a13ae/node_modules/lucide-react/dist/esm/icons/sticky-note.js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D:/pasar_fix/node_modules/.bun/lucide-react@0.556.0+d86b59289c1a13ae/node_modules/lucide-react/dist/esm/icons/sticky-note.js.map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D:/pasar_fix/node_modules/.bun/lucide-react@0.556.0+d86b59289c1a13ae/node_modules/lucide-react/dist/esm/icons/stop-circle.js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D:/pasar_fix/node_modules/.bun/lucide-react@0.556.0+d86b59289c1a13ae/node_modules/lucide-react/dist/esm/icons/stop-circle.js.map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D:/pasar_fix/node_modules/.bun/lucide-react@0.556.0+d86b59289c1a13ae/node_modules/lucide-react/dist/esm/icons/store.js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D:/pasar_fix/node_modules/.bun/lucide-react@0.556.0+d86b59289c1a13ae/node_modules/lucide-react/dist/esm/icons/store.js.map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D:/pasar_fix/node_modules/.bun/lucide-react@0.556.0+d86b59289c1a13ae/node_modules/lucide-react/dist/esm/icons/stretch-horizontal.js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D:/pasar_fix/node_modules/.bun/lucide-react@0.556.0+d86b59289c1a13ae/node_modules/lucide-react/dist/esm/icons/stretch-horizontal.js.map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D:/pasar_fix/node_modules/.bun/lucide-react@0.556.0+d86b59289c1a13ae/node_modules/lucide-react/dist/esm/icons/stretch-vertical.js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D:/pasar_fix/node_modules/.bun/lucide-react@0.556.0+d86b59289c1a13ae/node_modules/lucide-react/dist/esm/icons/stretch-vertical.js.map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D:/pasar_fix/node_modules/.bun/lucide-react@0.556.0+d86b59289c1a13ae/node_modules/lucide-react/dist/esm/icons/strikethrough.js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D:/pasar_fix/node_modules/.bun/lucide-react@0.556.0+d86b59289c1a13ae/node_modules/lucide-react/dist/esm/icons/strikethrough.js.map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D:/pasar_fix/node_modules/.bun/lucide-react@0.556.0+d86b59289c1a13ae/node_modules/lucide-react/dist/esm/icons/subscript.js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D:/pasar_fix/node_modules/.bun/lucide-react@0.556.0+d86b59289c1a13ae/node_modules/lucide-react/dist/esm/icons/subscript.js.map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D:/pasar_fix/node_modules/.bun/lucide-react@0.556.0+d86b59289c1a13ae/node_modules/lucide-react/dist/esm/icons/subtitles.js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D:/pasar_fix/node_modules/.bun/lucide-react@0.556.0+d86b59289c1a13ae/node_modules/lucide-react/dist/esm/icons/subtitles.js.map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D:/pasar_fix/node_modules/.bun/lucide-react@0.556.0+d86b59289c1a13ae/node_modules/lucide-react/dist/esm/icons/sun-dim.js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D:/pasar_fix/node_modules/.bun/lucide-react@0.556.0+d86b59289c1a13ae/node_modules/lucide-react/dist/esm/icons/sun-dim.js.map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D:/pasar_fix/node_modules/.bun/lucide-react@0.556.0+d86b59289c1a13ae/node_modules/lucide-react/dist/esm/icons/sun-medium.js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D:/pasar_fix/node_modules/.bun/lucide-react@0.556.0+d86b59289c1a13ae/node_modules/lucide-react/dist/esm/icons/sun-medium.js.map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D:/pasar_fix/node_modules/.bun/lucide-react@0.556.0+d86b59289c1a13ae/node_modules/lucide-react/dist/esm/icons/sun-moon.js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D:/pasar_fix/node_modules/.bun/lucide-react@0.556.0+d86b59289c1a13ae/node_modules/lucide-react/dist/esm/icons/sun-moon.js.map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D:/pasar_fix/node_modules/.bun/lucide-react@0.556.0+d86b59289c1a13ae/node_modules/lucide-react/dist/esm/icons/sun-snow.js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D:/pasar_fix/node_modules/.bun/lucide-react@0.556.0+d86b59289c1a13ae/node_modules/lucide-react/dist/esm/icons/sun-snow.js.map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D:/pasar_fix/node_modules/.bun/lucide-react@0.556.0+d86b59289c1a13ae/node_modules/lucide-react/dist/esm/icons/sun.js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D:/pasar_fix/node_modules/.bun/lucide-react@0.556.0+d86b59289c1a13ae/node_modules/lucide-react/dist/esm/icons/sun.js.map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D:/pasar_fix/node_modules/.bun/lucide-react@0.556.0+d86b59289c1a13ae/node_modules/lucide-react/dist/esm/icons/sunrise.js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D:/pasar_fix/node_modules/.bun/lucide-react@0.556.0+d86b59289c1a13ae/node_modules/lucide-react/dist/esm/icons/sunrise.js.map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D:/pasar_fix/node_modules/.bun/lucide-react@0.556.0+d86b59289c1a13ae/node_modules/lucide-react/dist/esm/icons/sunset.js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D:/pasar_fix/node_modules/.bun/lucide-react@0.556.0+d86b59289c1a13ae/node_modules/lucide-react/dist/esm/icons/sunset.js.map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D:/pasar_fix/node_modules/.bun/lucide-react@0.556.0+d86b59289c1a13ae/node_modules/lucide-react/dist/esm/icons/superscript.js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D:/pasar_fix/node_modules/.bun/lucide-react@0.556.0+d86b59289c1a13ae/node_modules/lucide-react/dist/esm/icons/superscript.js.map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D:/pasar_fix/node_modules/.bun/lucide-react@0.556.0+d86b59289c1a13ae/node_modules/lucide-react/dist/esm/icons/swatch-book.js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D:/pasar_fix/node_modules/.bun/lucide-react@0.556.0+d86b59289c1a13ae/node_modules/lucide-react/dist/esm/icons/swatch-book.js.map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D:/pasar_fix/node_modules/.bun/lucide-react@0.556.0+d86b59289c1a13ae/node_modules/lucide-react/dist/esm/icons/swiss-franc.js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D:/pasar_fix/node_modules/.bun/lucide-react@0.556.0+d86b59289c1a13ae/node_modules/lucide-react/dist/esm/icons/swiss-franc.js.map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D:/pasar_fix/node_modules/.bun/lucide-react@0.556.0+d86b59289c1a13ae/node_modules/lucide-react/dist/esm/icons/switch-camera.js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D:/pasar_fix/node_modules/.bun/lucide-react@0.556.0+d86b59289c1a13ae/node_modules/lucide-react/dist/esm/icons/switch-camera.js.map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D:/pasar_fix/node_modules/.bun/lucide-react@0.556.0+d86b59289c1a13ae/node_modules/lucide-react/dist/esm/icons/sword.js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D:/pasar_fix/node_modules/.bun/lucide-react@0.556.0+d86b59289c1a13ae/node_modules/lucide-react/dist/esm/icons/sword.js.map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D:/pasar_fix/node_modules/.bun/lucide-react@0.556.0+d86b59289c1a13ae/node_modules/lucide-react/dist/esm/icons/swords.js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D:/pasar_fix/node_modules/.bun/lucide-react@0.556.0+d86b59289c1a13ae/node_modules/lucide-react/dist/esm/icons/swords.js.map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D:/pasar_fix/node_modules/.bun/lucide-react@0.556.0+d86b59289c1a13ae/node_modules/lucide-react/dist/esm/icons/syringe.js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D:/pasar_fix/node_modules/.bun/lucide-react@0.556.0+d86b59289c1a13ae/node_modules/lucide-react/dist/esm/icons/syringe.js.map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D:/pasar_fix/node_modules/.bun/lucide-react@0.556.0+d86b59289c1a13ae/node_modules/lucide-react/dist/esm/icons/table-2.js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D:/pasar_fix/node_modules/.bun/lucide-react@0.556.0+d86b59289c1a13ae/node_modules/lucide-react/dist/esm/icons/table-2.js.map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D:/pasar_fix/node_modules/.bun/lucide-react@0.556.0+d86b59289c1a13ae/node_modules/lucide-react/dist/esm/icons/table-cells-merge.js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D:/pasar_fix/node_modules/.bun/lucide-react@0.556.0+d86b59289c1a13ae/node_modules/lucide-react/dist/esm/icons/table-cells-merge.js.map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D:/pasar_fix/node_modules/.bun/lucide-react@0.556.0+d86b59289c1a13ae/node_modules/lucide-react/dist/esm/icons/table-cells-split.js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D:/pasar_fix/node_modules/.bun/lucide-react@0.556.0+d86b59289c1a13ae/node_modules/lucide-react/dist/esm/icons/table-cells-split.js.map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D:/pasar_fix/node_modules/.bun/lucide-react@0.556.0+d86b59289c1a13ae/node_modules/lucide-react/dist/esm/icons/table-columns-split.js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D:/pasar_fix/node_modules/.bun/lucide-react@0.556.0+d86b59289c1a13ae/node_modules/lucide-react/dist/esm/icons/table-columns-split.js.map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D:/pasar_fix/node_modules/.bun/lucide-react@0.556.0+d86b59289c1a13ae/node_modules/lucide-react/dist/esm/icons/table-config.js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D:/pasar_fix/node_modules/.bun/lucide-react@0.556.0+d86b59289c1a13ae/node_modules/lucide-react/dist/esm/icons/table-config.js.map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D:/pasar_fix/node_modules/.bun/lucide-react@0.556.0+d86b59289c1a13ae/node_modules/lucide-react/dist/esm/icons/table-of-contents.js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D:/pasar_fix/node_modules/.bun/lucide-react@0.556.0+d86b59289c1a13ae/node_modules/lucide-react/dist/esm/icons/table-of-contents.js.map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D:/pasar_fix/node_modules/.bun/lucide-react@0.556.0+d86b59289c1a13ae/node_modules/lucide-react/dist/esm/icons/table-properties.js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D:/pasar_fix/node_modules/.bun/lucide-react@0.556.0+d86b59289c1a13ae/node_modules/lucide-react/dist/esm/icons/table-properties.js.map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D:/pasar_fix/node_modules/.bun/lucide-react@0.556.0+d86b59289c1a13ae/node_modules/lucide-react/dist/esm/icons/table-rows-split.js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D:/pasar_fix/node_modules/.bun/lucide-react@0.556.0+d86b59289c1a13ae/node_modules/lucide-react/dist/esm/icons/table-rows-split.js.map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D:/pasar_fix/node_modules/.bun/lucide-react@0.556.0+d86b59289c1a13ae/node_modules/lucide-react/dist/esm/icons/table.js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D:/pasar_fix/node_modules/.bun/lucide-react@0.556.0+d86b59289c1a13ae/node_modules/lucide-react/dist/esm/icons/table.js.map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D:/pasar_fix/node_modules/.bun/lucide-react@0.556.0+d86b59289c1a13ae/node_modules/lucide-react/dist/esm/icons/tablet-smartphone.js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D:/pasar_fix/node_modules/.bun/lucide-react@0.556.0+d86b59289c1a13ae/node_modules/lucide-react/dist/esm/icons/tablet-smartphone.js.map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D:/pasar_fix/node_modules/.bun/lucide-react@0.556.0+d86b59289c1a13ae/node_modules/lucide-react/dist/esm/icons/tablet.js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D:/pasar_fix/node_modules/.bun/lucide-react@0.556.0+d86b59289c1a13ae/node_modules/lucide-react/dist/esm/icons/tablet.js.map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D:/pasar_fix/node_modules/.bun/lucide-react@0.556.0+d86b59289c1a13ae/node_modules/lucide-react/dist/esm/icons/tablets.js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D:/pasar_fix/node_modules/.bun/lucide-react@0.556.0+d86b59289c1a13ae/node_modules/lucide-react/dist/esm/icons/tablets.js.map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D:/pasar_fix/node_modules/.bun/lucide-react@0.556.0+d86b59289c1a13ae/node_modules/lucide-react/dist/esm/icons/tag.js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D:/pasar_fix/node_modules/.bun/lucide-react@0.556.0+d86b59289c1a13ae/node_modules/lucide-react/dist/esm/icons/tag.js.map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D:/pasar_fix/node_modules/.bun/lucide-react@0.556.0+d86b59289c1a13ae/node_modules/lucide-react/dist/esm/icons/tags.js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D:/pasar_fix/node_modules/.bun/lucide-react@0.556.0+d86b59289c1a13ae/node_modules/lucide-react/dist/esm/icons/tags.js.map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D:/pasar_fix/node_modules/.bun/lucide-react@0.556.0+d86b59289c1a13ae/node_modules/lucide-react/dist/esm/icons/tally-1.js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D:/pasar_fix/node_modules/.bun/lucide-react@0.556.0+d86b59289c1a13ae/node_modules/lucide-react/dist/esm/icons/tally-1.js.map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D:/pasar_fix/node_modules/.bun/lucide-react@0.556.0+d86b59289c1a13ae/node_modules/lucide-react/dist/esm/icons/tally-2.js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D:/pasar_fix/node_modules/.bun/lucide-react@0.556.0+d86b59289c1a13ae/node_modules/lucide-react/dist/esm/icons/tally-2.js.map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D:/pasar_fix/node_modules/.bun/lucide-react@0.556.0+d86b59289c1a13ae/node_modules/lucide-react/dist/esm/icons/tally-3.js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D:/pasar_fix/node_modules/.bun/lucide-react@0.556.0+d86b59289c1a13ae/node_modules/lucide-react/dist/esm/icons/tally-3.js.map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D:/pasar_fix/node_modules/.bun/lucide-react@0.556.0+d86b59289c1a13ae/node_modules/lucide-react/dist/esm/icons/tally-4.js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D:/pasar_fix/node_modules/.bun/lucide-react@0.556.0+d86b59289c1a13ae/node_modules/lucide-react/dist/esm/icons/tally-4.js.map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D:/pasar_fix/node_modules/.bun/lucide-react@0.556.0+d86b59289c1a13ae/node_modules/lucide-react/dist/esm/icons/tally-5.js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D:/pasar_fix/node_modules/.bun/lucide-react@0.556.0+d86b59289c1a13ae/node_modules/lucide-react/dist/esm/icons/tally-5.js.map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D:/pasar_fix/node_modules/.bun/lucide-react@0.556.0+d86b59289c1a13ae/node_modules/lucide-react/dist/esm/icons/tangent.js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D:/pasar_fix/node_modules/.bun/lucide-react@0.556.0+d86b59289c1a13ae/node_modules/lucide-react/dist/esm/icons/tangent.js.map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D:/pasar_fix/node_modules/.bun/lucide-react@0.556.0+d86b59289c1a13ae/node_modules/lucide-react/dist/esm/icons/target.js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D:/pasar_fix/node_modules/.bun/lucide-react@0.556.0+d86b59289c1a13ae/node_modules/lucide-react/dist/esm/icons/target.js.map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D:/pasar_fix/node_modules/.bun/lucide-react@0.556.0+d86b59289c1a13ae/node_modules/lucide-react/dist/esm/icons/telescope.js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D:/pasar_fix/node_modules/.bun/lucide-react@0.556.0+d86b59289c1a13ae/node_modules/lucide-react/dist/esm/icons/telescope.js.map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D:/pasar_fix/node_modules/.bun/lucide-react@0.556.0+d86b59289c1a13ae/node_modules/lucide-react/dist/esm/icons/tent-tree.js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D:/pasar_fix/node_modules/.bun/lucide-react@0.556.0+d86b59289c1a13ae/node_modules/lucide-react/dist/esm/icons/tent-tree.js.map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D:/pasar_fix/node_modules/.bun/lucide-react@0.556.0+d86b59289c1a13ae/node_modules/lucide-react/dist/esm/icons/tent.js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D:/pasar_fix/node_modules/.bun/lucide-react@0.556.0+d86b59289c1a13ae/node_modules/lucide-react/dist/esm/icons/tent.js.map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D:/pasar_fix/node_modules/.bun/lucide-react@0.556.0+d86b59289c1a13ae/node_modules/lucide-react/dist/esm/icons/terminal-square.js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D:/pasar_fix/node_modules/.bun/lucide-react@0.556.0+d86b59289c1a13ae/node_modules/lucide-react/dist/esm/icons/terminal-square.js.map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D:/pasar_fix/node_modules/.bun/lucide-react@0.556.0+d86b59289c1a13ae/node_modules/lucide-react/dist/esm/icons/terminal.js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D:/pasar_fix/node_modules/.bun/lucide-react@0.556.0+d86b59289c1a13ae/node_modules/lucide-react/dist/esm/icons/terminal.js.map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D:/pasar_fix/node_modules/.bun/lucide-react@0.556.0+d86b59289c1a13ae/node_modules/lucide-react/dist/esm/icons/test-tube-2.js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D:/pasar_fix/node_modules/.bun/lucide-react@0.556.0+d86b59289c1a13ae/node_modules/lucide-react/dist/esm/icons/test-tube-2.js.map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D:/pasar_fix/node_modules/.bun/lucide-react@0.556.0+d86b59289c1a13ae/node_modules/lucide-react/dist/esm/icons/test-tube-diagonal.js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D:/pasar_fix/node_modules/.bun/lucide-react@0.556.0+d86b59289c1a13ae/node_modules/lucide-react/dist/esm/icons/test-tube-diagonal.js.map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D:/pasar_fix/node_modules/.bun/lucide-react@0.556.0+d86b59289c1a13ae/node_modules/lucide-react/dist/esm/icons/test-tube.js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D:/pasar_fix/node_modules/.bun/lucide-react@0.556.0+d86b59289c1a13ae/node_modules/lucide-react/dist/esm/icons/test-tube.js.map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D:/pasar_fix/node_modules/.bun/lucide-react@0.556.0+d86b59289c1a13ae/node_modules/lucide-react/dist/esm/icons/test-tubes.js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D:/pasar_fix/node_modules/.bun/lucide-react@0.556.0+d86b59289c1a13ae/node_modules/lucide-react/dist/esm/icons/test-tubes.js.map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D:/pasar_fix/node_modules/.bun/lucide-react@0.556.0+d86b59289c1a13ae/node_modules/lucide-react/dist/esm/icons/text-align-center.js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D:/pasar_fix/node_modules/.bun/lucide-react@0.556.0+d86b59289c1a13ae/node_modules/lucide-react/dist/esm/icons/text-align-center.js.map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D:/pasar_fix/node_modules/.bun/lucide-react@0.556.0+d86b59289c1a13ae/node_modules/lucide-react/dist/esm/icons/text-align-end.js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D:/pasar_fix/node_modules/.bun/lucide-react@0.556.0+d86b59289c1a13ae/node_modules/lucide-react/dist/esm/icons/text-align-end.js.map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D:/pasar_fix/node_modules/.bun/lucide-react@0.556.0+d86b59289c1a13ae/node_modules/lucide-react/dist/esm/icons/text-align-justify.js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D:/pasar_fix/node_modules/.bun/lucide-react@0.556.0+d86b59289c1a13ae/node_modules/lucide-react/dist/esm/icons/text-align-justify.js.map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D:/pasar_fix/node_modules/.bun/lucide-react@0.556.0+d86b59289c1a13ae/node_modules/lucide-react/dist/esm/icons/text-align-start.js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D:/pasar_fix/node_modules/.bun/lucide-react@0.556.0+d86b59289c1a13ae/node_modules/lucide-react/dist/esm/icons/text-align-start.js.map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D:/pasar_fix/node_modules/.bun/lucide-react@0.556.0+d86b59289c1a13ae/node_modules/lucide-react/dist/esm/icons/text-cursor-input.js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D:/pasar_fix/node_modules/.bun/lucide-react@0.556.0+d86b59289c1a13ae/node_modules/lucide-react/dist/esm/icons/text-cursor-input.js.map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D:/pasar_fix/node_modules/.bun/lucide-react@0.556.0+d86b59289c1a13ae/node_modules/lucide-react/dist/esm/icons/text-cursor.js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D:/pasar_fix/node_modules/.bun/lucide-react@0.556.0+d86b59289c1a13ae/node_modules/lucide-react/dist/esm/icons/text-cursor.js.map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D:/pasar_fix/node_modules/.bun/lucide-react@0.556.0+d86b59289c1a13ae/node_modules/lucide-react/dist/esm/icons/text-initial.js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D:/pasar_fix/node_modules/.bun/lucide-react@0.556.0+d86b59289c1a13ae/node_modules/lucide-react/dist/esm/icons/text-initial.js.map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D:/pasar_fix/node_modules/.bun/lucide-react@0.556.0+d86b59289c1a13ae/node_modules/lucide-react/dist/esm/icons/text-quote.js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D:/pasar_fix/node_modules/.bun/lucide-react@0.556.0+d86b59289c1a13ae/node_modules/lucide-react/dist/esm/icons/text-quote.js.map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D:/pasar_fix/node_modules/.bun/lucide-react@0.556.0+d86b59289c1a13ae/node_modules/lucide-react/dist/esm/icons/text-search.js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D:/pasar_fix/node_modules/.bun/lucide-react@0.556.0+d86b59289c1a13ae/node_modules/lucide-react/dist/esm/icons/text-search.js.map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D:/pasar_fix/node_modules/.bun/lucide-react@0.556.0+d86b59289c1a13ae/node_modules/lucide-react/dist/esm/icons/text-select.js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D:/pasar_fix/node_modules/.bun/lucide-react@0.556.0+d86b59289c1a13ae/node_modules/lucide-react/dist/esm/icons/text-select.js.map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D:/pasar_fix/node_modules/.bun/lucide-react@0.556.0+d86b59289c1a13ae/node_modules/lucide-react/dist/esm/icons/text-selection.js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D:/pasar_fix/node_modules/.bun/lucide-react@0.556.0+d86b59289c1a13ae/node_modules/lucide-react/dist/esm/icons/text-selection.js.map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D:/pasar_fix/node_modules/.bun/lucide-react@0.556.0+d86b59289c1a13ae/node_modules/lucide-react/dist/esm/icons/text-wrap.js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D:/pasar_fix/node_modules/.bun/lucide-react@0.556.0+d86b59289c1a13ae/node_modules/lucide-react/dist/esm/icons/text-wrap.js.map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D:/pasar_fix/node_modules/.bun/lucide-react@0.556.0+d86b59289c1a13ae/node_modules/lucide-react/dist/esm/icons/text.js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D:/pasar_fix/node_modules/.bun/lucide-react@0.556.0+d86b59289c1a13ae/node_modules/lucide-react/dist/esm/icons/text.js.map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D:/pasar_fix/node_modules/.bun/lucide-react@0.556.0+d86b59289c1a13ae/node_modules/lucide-react/dist/esm/icons/theater.js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D:/pasar_fix/node_modules/.bun/lucide-react@0.556.0+d86b59289c1a13ae/node_modules/lucide-react/dist/esm/icons/theater.js.map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D:/pasar_fix/node_modules/.bun/lucide-react@0.556.0+d86b59289c1a13ae/node_modules/lucide-react/dist/esm/icons/thermometer-snowflake.js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D:/pasar_fix/node_modules/.bun/lucide-react@0.556.0+d86b59289c1a13ae/node_modules/lucide-react/dist/esm/icons/thermometer-snowflake.js.map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D:/pasar_fix/node_modules/.bun/lucide-react@0.556.0+d86b59289c1a13ae/node_modules/lucide-react/dist/esm/icons/thermometer-sun.js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D:/pasar_fix/node_modules/.bun/lucide-react@0.556.0+d86b59289c1a13ae/node_modules/lucide-react/dist/esm/icons/thermometer-sun.js.map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D:/pasar_fix/node_modules/.bun/lucide-react@0.556.0+d86b59289c1a13ae/node_modules/lucide-react/dist/esm/icons/thermometer.js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D:/pasar_fix/node_modules/.bun/lucide-react@0.556.0+d86b59289c1a13ae/node_modules/lucide-react/dist/esm/icons/thermometer.js.map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D:/pasar_fix/node_modules/.bun/lucide-react@0.556.0+d86b59289c1a13ae/node_modules/lucide-react/dist/esm/icons/thumbs-down.js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D:/pasar_fix/node_modules/.bun/lucide-react@0.556.0+d86b59289c1a13ae/node_modules/lucide-react/dist/esm/icons/thumbs-down.js.map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D:/pasar_fix/node_modules/.bun/lucide-react@0.556.0+d86b59289c1a13ae/node_modules/lucide-react/dist/esm/icons/thumbs-up.js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D:/pasar_fix/node_modules/.bun/lucide-react@0.556.0+d86b59289c1a13ae/node_modules/lucide-react/dist/esm/icons/thumbs-up.js.map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D:/pasar_fix/node_modules/.bun/lucide-react@0.556.0+d86b59289c1a13ae/node_modules/lucide-react/dist/esm/icons/ticket-check.js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D:/pasar_fix/node_modules/.bun/lucide-react@0.556.0+d86b59289c1a13ae/node_modules/lucide-react/dist/esm/icons/ticket-check.js.map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D:/pasar_fix/node_modules/.bun/lucide-react@0.556.0+d86b59289c1a13ae/node_modules/lucide-react/dist/esm/icons/ticket-minus.js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D:/pasar_fix/node_modules/.bun/lucide-react@0.556.0+d86b59289c1a13ae/node_modules/lucide-react/dist/esm/icons/ticket-minus.js.map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D:/pasar_fix/node_modules/.bun/lucide-react@0.556.0+d86b59289c1a13ae/node_modules/lucide-react/dist/esm/icons/ticket-percent.js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D:/pasar_fix/node_modules/.bun/lucide-react@0.556.0+d86b59289c1a13ae/node_modules/lucide-react/dist/esm/icons/ticket-percent.js.map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D:/pasar_fix/node_modules/.bun/lucide-react@0.556.0+d86b59289c1a13ae/node_modules/lucide-react/dist/esm/icons/ticket-plus.js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D:/pasar_fix/node_modules/.bun/lucide-react@0.556.0+d86b59289c1a13ae/node_modules/lucide-react/dist/esm/icons/ticket-plus.js.map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D:/pasar_fix/node_modules/.bun/lucide-react@0.556.0+d86b59289c1a13ae/node_modules/lucide-react/dist/esm/icons/ticket-slash.js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D:/pasar_fix/node_modules/.bun/lucide-react@0.556.0+d86b59289c1a13ae/node_modules/lucide-react/dist/esm/icons/ticket-slash.js.map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D:/pasar_fix/node_modules/.bun/lucide-react@0.556.0+d86b59289c1a13ae/node_modules/lucide-react/dist/esm/icons/ticket-x.js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D:/pasar_fix/node_modules/.bun/lucide-react@0.556.0+d86b59289c1a13ae/node_modules/lucide-react/dist/esm/icons/ticket-x.js.map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D:/pasar_fix/node_modules/.bun/lucide-react@0.556.0+d86b59289c1a13ae/node_modules/lucide-react/dist/esm/icons/ticket.js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D:/pasar_fix/node_modules/.bun/lucide-react@0.556.0+d86b59289c1a13ae/node_modules/lucide-react/dist/esm/icons/ticket.js.map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D:/pasar_fix/node_modules/.bun/lucide-react@0.556.0+d86b59289c1a13ae/node_modules/lucide-react/dist/esm/icons/tickets-plane.js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D:/pasar_fix/node_modules/.bun/lucide-react@0.556.0+d86b59289c1a13ae/node_modules/lucide-react/dist/esm/icons/tickets-plane.js.map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D:/pasar_fix/node_modules/.bun/lucide-react@0.556.0+d86b59289c1a13ae/node_modules/lucide-react/dist/esm/icons/tickets.js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D:/pasar_fix/node_modules/.bun/lucide-react@0.556.0+d86b59289c1a13ae/node_modules/lucide-react/dist/esm/icons/tickets.js.map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D:/pasar_fix/node_modules/.bun/lucide-react@0.556.0+d86b59289c1a13ae/node_modules/lucide-react/dist/esm/icons/timer-off.js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D:/pasar_fix/node_modules/.bun/lucide-react@0.556.0+d86b59289c1a13ae/node_modules/lucide-react/dist/esm/icons/timer-off.js.map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D:/pasar_fix/node_modules/.bun/lucide-react@0.556.0+d86b59289c1a13ae/node_modules/lucide-react/dist/esm/icons/timer-reset.js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D:/pasar_fix/node_modules/.bun/lucide-react@0.556.0+d86b59289c1a13ae/node_modules/lucide-react/dist/esm/icons/timer-reset.js.map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D:/pasar_fix/node_modules/.bun/lucide-react@0.556.0+d86b59289c1a13ae/node_modules/lucide-react/dist/esm/icons/timer.js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D:/pasar_fix/node_modules/.bun/lucide-react@0.556.0+d86b59289c1a13ae/node_modules/lucide-react/dist/esm/icons/timer.js.map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D:/pasar_fix/node_modules/.bun/lucide-react@0.556.0+d86b59289c1a13ae/node_modules/lucide-react/dist/esm/icons/toggle-left.js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D:/pasar_fix/node_modules/.bun/lucide-react@0.556.0+d86b59289c1a13ae/node_modules/lucide-react/dist/esm/icons/toggle-left.js.map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D:/pasar_fix/node_modules/.bun/lucide-react@0.556.0+d86b59289c1a13ae/node_modules/lucide-react/dist/esm/icons/toggle-right.js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D:/pasar_fix/node_modules/.bun/lucide-react@0.556.0+d86b59289c1a13ae/node_modules/lucide-react/dist/esm/icons/toggle-right.js.map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D:/pasar_fix/node_modules/.bun/lucide-react@0.556.0+d86b59289c1a13ae/node_modules/lucide-react/dist/esm/icons/toilet.js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D:/pasar_fix/node_modules/.bun/lucide-react@0.556.0+d86b59289c1a13ae/node_modules/lucide-react/dist/esm/icons/toilet.js.map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D:/pasar_fix/node_modules/.bun/lucide-react@0.556.0+d86b59289c1a13ae/node_modules/lucide-react/dist/esm/icons/tool-case.js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D:/pasar_fix/node_modules/.bun/lucide-react@0.556.0+d86b59289c1a13ae/node_modules/lucide-react/dist/esm/icons/tool-case.js.map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D:/pasar_fix/node_modules/.bun/lucide-react@0.556.0+d86b59289c1a13ae/node_modules/lucide-react/dist/esm/icons/tornado.js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D:/pasar_fix/node_modules/.bun/lucide-react@0.556.0+d86b59289c1a13ae/node_modules/lucide-react/dist/esm/icons/tornado.js.map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D:/pasar_fix/node_modules/.bun/lucide-react@0.556.0+d86b59289c1a13ae/node_modules/lucide-react/dist/esm/icons/torus.js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D:/pasar_fix/node_modules/.bun/lucide-react@0.556.0+d86b59289c1a13ae/node_modules/lucide-react/dist/esm/icons/torus.js.map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D:/pasar_fix/node_modules/.bun/lucide-react@0.556.0+d86b59289c1a13ae/node_modules/lucide-react/dist/esm/icons/touchpad-off.js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D:/pasar_fix/node_modules/.bun/lucide-react@0.556.0+d86b59289c1a13ae/node_modules/lucide-react/dist/esm/icons/touchpad-off.js.map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D:/pasar_fix/node_modules/.bun/lucide-react@0.556.0+d86b59289c1a13ae/node_modules/lucide-react/dist/esm/icons/touchpad.js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D:/pasar_fix/node_modules/.bun/lucide-react@0.556.0+d86b59289c1a13ae/node_modules/lucide-react/dist/esm/icons/touchpad.js.map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D:/pasar_fix/node_modules/.bun/lucide-react@0.556.0+d86b59289c1a13ae/node_modules/lucide-react/dist/esm/icons/tower-control.js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D:/pasar_fix/node_modules/.bun/lucide-react@0.556.0+d86b59289c1a13ae/node_modules/lucide-react/dist/esm/icons/tower-control.js.map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D:/pasar_fix/node_modules/.bun/lucide-react@0.556.0+d86b59289c1a13ae/node_modules/lucide-react/dist/esm/icons/toy-brick.js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D:/pasar_fix/node_modules/.bun/lucide-react@0.556.0+d86b59289c1a13ae/node_modules/lucide-react/dist/esm/icons/toy-brick.js.map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D:/pasar_fix/node_modules/.bun/lucide-react@0.556.0+d86b59289c1a13ae/node_modules/lucide-react/dist/esm/icons/tractor.js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D:/pasar_fix/node_modules/.bun/lucide-react@0.556.0+d86b59289c1a13ae/node_modules/lucide-react/dist/esm/icons/tractor.js.map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D:/pasar_fix/node_modules/.bun/lucide-react@0.556.0+d86b59289c1a13ae/node_modules/lucide-react/dist/esm/icons/traffic-cone.js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D:/pasar_fix/node_modules/.bun/lucide-react@0.556.0+d86b59289c1a13ae/node_modules/lucide-react/dist/esm/icons/traffic-cone.js.map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D:/pasar_fix/node_modules/.bun/lucide-react@0.556.0+d86b59289c1a13ae/node_modules/lucide-react/dist/esm/icons/train-front-tunnel.js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D:/pasar_fix/node_modules/.bun/lucide-react@0.556.0+d86b59289c1a13ae/node_modules/lucide-react/dist/esm/icons/train-front-tunnel.js.map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D:/pasar_fix/node_modules/.bun/lucide-react@0.556.0+d86b59289c1a13ae/node_modules/lucide-react/dist/esm/icons/train-front.js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D:/pasar_fix/node_modules/.bun/lucide-react@0.556.0+d86b59289c1a13ae/node_modules/lucide-react/dist/esm/icons/train-front.js.map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D:/pasar_fix/node_modules/.bun/lucide-react@0.556.0+d86b59289c1a13ae/node_modules/lucide-react/dist/esm/icons/train-track.js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D:/pasar_fix/node_modules/.bun/lucide-react@0.556.0+d86b59289c1a13ae/node_modules/lucide-react/dist/esm/icons/train-track.js.map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D:/pasar_fix/node_modules/.bun/lucide-react@0.556.0+d86b59289c1a13ae/node_modules/lucide-react/dist/esm/icons/train.js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D:/pasar_fix/node_modules/.bun/lucide-react@0.556.0+d86b59289c1a13ae/node_modules/lucide-react/dist/esm/icons/train.js.map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D:/pasar_fix/node_modules/.bun/lucide-react@0.556.0+d86b59289c1a13ae/node_modules/lucide-react/dist/esm/icons/tram-front.js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D:/pasar_fix/node_modules/.bun/lucide-react@0.556.0+d86b59289c1a13ae/node_modules/lucide-react/dist/esm/icons/tram-front.js.map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D:/pasar_fix/node_modules/.bun/lucide-react@0.556.0+d86b59289c1a13ae/node_modules/lucide-react/dist/esm/icons/transgender.js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D:/pasar_fix/node_modules/.bun/lucide-react@0.556.0+d86b59289c1a13ae/node_modules/lucide-react/dist/esm/icons/transgender.js.map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D:/pasar_fix/node_modules/.bun/lucide-react@0.556.0+d86b59289c1a13ae/node_modules/lucide-react/dist/esm/icons/trash-2.js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D:/pasar_fix/node_modules/.bun/lucide-react@0.556.0+d86b59289c1a13ae/node_modules/lucide-react/dist/esm/icons/trash-2.js.map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D:/pasar_fix/node_modules/.bun/lucide-react@0.556.0+d86b59289c1a13ae/node_modules/lucide-react/dist/esm/icons/trash.js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D:/pasar_fix/node_modules/.bun/lucide-react@0.556.0+d86b59289c1a13ae/node_modules/lucide-react/dist/esm/icons/trash.js.map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D:/pasar_fix/node_modules/.bun/lucide-react@0.556.0+d86b59289c1a13ae/node_modules/lucide-react/dist/esm/icons/tree-deciduous.js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D:/pasar_fix/node_modules/.bun/lucide-react@0.556.0+d86b59289c1a13ae/node_modules/lucide-react/dist/esm/icons/tree-deciduous.js.map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D:/pasar_fix/node_modules/.bun/lucide-react@0.556.0+d86b59289c1a13ae/node_modules/lucide-react/dist/esm/icons/tree-palm.js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D:/pasar_fix/node_modules/.bun/lucide-react@0.556.0+d86b59289c1a13ae/node_modules/lucide-react/dist/esm/icons/tree-palm.js.map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D:/pasar_fix/node_modules/.bun/lucide-react@0.556.0+d86b59289c1a13ae/node_modules/lucide-react/dist/esm/icons/tree-pine.js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D:/pasar_fix/node_modules/.bun/lucide-react@0.556.0+d86b59289c1a13ae/node_modules/lucide-react/dist/esm/icons/tree-pine.js.map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D:/pasar_fix/node_modules/.bun/lucide-react@0.556.0+d86b59289c1a13ae/node_modules/lucide-react/dist/esm/icons/trees.js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D:/pasar_fix/node_modules/.bun/lucide-react@0.556.0+d86b59289c1a13ae/node_modules/lucide-react/dist/esm/icons/trees.js.map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D:/pasar_fix/node_modules/.bun/lucide-react@0.556.0+d86b59289c1a13ae/node_modules/lucide-react/dist/esm/icons/trello.js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D:/pasar_fix/node_modules/.bun/lucide-react@0.556.0+d86b59289c1a13ae/node_modules/lucide-react/dist/esm/icons/trello.js.map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D:/pasar_fix/node_modules/.bun/lucide-react@0.556.0+d86b59289c1a13ae/node_modules/lucide-react/dist/esm/icons/trending-down.js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D:/pasar_fix/node_modules/.bun/lucide-react@0.556.0+d86b59289c1a13ae/node_modules/lucide-react/dist/esm/icons/trending-down.js.map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D:/pasar_fix/node_modules/.bun/lucide-react@0.556.0+d86b59289c1a13ae/node_modules/lucide-react/dist/esm/icons/trending-up-down.js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D:/pasar_fix/node_modules/.bun/lucide-react@0.556.0+d86b59289c1a13ae/node_modules/lucide-react/dist/esm/icons/trending-up-down.js.map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D:/pasar_fix/node_modules/.bun/lucide-react@0.556.0+d86b59289c1a13ae/node_modules/lucide-react/dist/esm/icons/trending-up.js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D:/pasar_fix/node_modules/.bun/lucide-react@0.556.0+d86b59289c1a13ae/node_modules/lucide-react/dist/esm/icons/trending-up.js.map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D:/pasar_fix/node_modules/.bun/lucide-react@0.556.0+d86b59289c1a13ae/node_modules/lucide-react/dist/esm/icons/triangle-alert.js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D:/pasar_fix/node_modules/.bun/lucide-react@0.556.0+d86b59289c1a13ae/node_modules/lucide-react/dist/esm/icons/triangle-alert.js.map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D:/pasar_fix/node_modules/.bun/lucide-react@0.556.0+d86b59289c1a13ae/node_modules/lucide-react/dist/esm/icons/triangle-dashed.js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D:/pasar_fix/node_modules/.bun/lucide-react@0.556.0+d86b59289c1a13ae/node_modules/lucide-react/dist/esm/icons/triangle-dashed.js.map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D:/pasar_fix/node_modules/.bun/lucide-react@0.556.0+d86b59289c1a13ae/node_modules/lucide-react/dist/esm/icons/triangle-right.js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D:/pasar_fix/node_modules/.bun/lucide-react@0.556.0+d86b59289c1a13ae/node_modules/lucide-react/dist/esm/icons/triangle-right.js.map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D:/pasar_fix/node_modules/.bun/lucide-react@0.556.0+d86b59289c1a13ae/node_modules/lucide-react/dist/esm/icons/triangle.js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D:/pasar_fix/node_modules/.bun/lucide-react@0.556.0+d86b59289c1a13ae/node_modules/lucide-react/dist/esm/icons/triangle.js.map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D:/pasar_fix/node_modules/.bun/lucide-react@0.556.0+d86b59289c1a13ae/node_modules/lucide-react/dist/esm/icons/trophy.js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D:/pasar_fix/node_modules/.bun/lucide-react@0.556.0+d86b59289c1a13ae/node_modules/lucide-react/dist/esm/icons/trophy.js.map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D:/pasar_fix/node_modules/.bun/lucide-react@0.556.0+d86b59289c1a13ae/node_modules/lucide-react/dist/esm/icons/truck-electric.js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D:/pasar_fix/node_modules/.bun/lucide-react@0.556.0+d86b59289c1a13ae/node_modules/lucide-react/dist/esm/icons/truck-electric.js.map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D:/pasar_fix/node_modules/.bun/lucide-react@0.556.0+d86b59289c1a13ae/node_modules/lucide-react/dist/esm/icons/truck.js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D:/pasar_fix/node_modules/.bun/lucide-react@0.556.0+d86b59289c1a13ae/node_modules/lucide-react/dist/esm/icons/truck.js.map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D:/pasar_fix/node_modules/.bun/lucide-react@0.556.0+d86b59289c1a13ae/node_modules/lucide-react/dist/esm/icons/turkish-lira.js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D:/pasar_fix/node_modules/.bun/lucide-react@0.556.0+d86b59289c1a13ae/node_modules/lucide-react/dist/esm/icons/turkish-lira.js.map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D:/pasar_fix/node_modules/.bun/lucide-react@0.556.0+d86b59289c1a13ae/node_modules/lucide-react/dist/esm/icons/turntable.js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D:/pasar_fix/node_modules/.bun/lucide-react@0.556.0+d86b59289c1a13ae/node_modules/lucide-react/dist/esm/icons/turntable.js.map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D:/pasar_fix/node_modules/.bun/lucide-react@0.556.0+d86b59289c1a13ae/node_modules/lucide-react/dist/esm/icons/turtle.js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D:/pasar_fix/node_modules/.bun/lucide-react@0.556.0+d86b59289c1a13ae/node_modules/lucide-react/dist/esm/icons/turtle.js.map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D:/pasar_fix/node_modules/.bun/lucide-react@0.556.0+d86b59289c1a13ae/node_modules/lucide-react/dist/esm/icons/tv-2.js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D:/pasar_fix/node_modules/.bun/lucide-react@0.556.0+d86b59289c1a13ae/node_modules/lucide-react/dist/esm/icons/tv-2.js.map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D:/pasar_fix/node_modules/.bun/lucide-react@0.556.0+d86b59289c1a13ae/node_modules/lucide-react/dist/esm/icons/tv-minimal-play.js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D:/pasar_fix/node_modules/.bun/lucide-react@0.556.0+d86b59289c1a13ae/node_modules/lucide-react/dist/esm/icons/tv-minimal-play.js.map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D:/pasar_fix/node_modules/.bun/lucide-react@0.556.0+d86b59289c1a13ae/node_modules/lucide-react/dist/esm/icons/tv-minimal.js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D:/pasar_fix/node_modules/.bun/lucide-react@0.556.0+d86b59289c1a13ae/node_modules/lucide-react/dist/esm/icons/tv-minimal.js.map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D:/pasar_fix/node_modules/.bun/lucide-react@0.556.0+d86b59289c1a13ae/node_modules/lucide-react/dist/esm/icons/tv.js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D:/pasar_fix/node_modules/.bun/lucide-react@0.556.0+d86b59289c1a13ae/node_modules/lucide-react/dist/esm/icons/tv.js.map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D:/pasar_fix/node_modules/.bun/lucide-react@0.556.0+d86b59289c1a13ae/node_modules/lucide-react/dist/esm/icons/twitch.js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D:/pasar_fix/node_modules/.bun/lucide-react@0.556.0+d86b59289c1a13ae/node_modules/lucide-react/dist/esm/icons/twitch.js.map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D:/pasar_fix/node_modules/.bun/lucide-react@0.556.0+d86b59289c1a13ae/node_modules/lucide-react/dist/esm/icons/twitter.js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D:/pasar_fix/node_modules/.bun/lucide-react@0.556.0+d86b59289c1a13ae/node_modules/lucide-react/dist/esm/icons/twitter.js.map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D:/pasar_fix/node_modules/.bun/lucide-react@0.556.0+d86b59289c1a13ae/node_modules/lucide-react/dist/esm/icons/type-outline.js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D:/pasar_fix/node_modules/.bun/lucide-react@0.556.0+d86b59289c1a13ae/node_modules/lucide-react/dist/esm/icons/type-outline.js.map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D:/pasar_fix/node_modules/.bun/lucide-react@0.556.0+d86b59289c1a13ae/node_modules/lucide-react/dist/esm/icons/type.js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D:/pasar_fix/node_modules/.bun/lucide-react@0.556.0+d86b59289c1a13ae/node_modules/lucide-react/dist/esm/icons/type.js.map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D:/pasar_fix/node_modules/.bun/lucide-react@0.556.0+d86b59289c1a13ae/node_modules/lucide-react/dist/esm/icons/umbrella-off.js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D:/pasar_fix/node_modules/.bun/lucide-react@0.556.0+d86b59289c1a13ae/node_modules/lucide-react/dist/esm/icons/umbrella-off.js.map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D:/pasar_fix/node_modules/.bun/lucide-react@0.556.0+d86b59289c1a13ae/node_modules/lucide-react/dist/esm/icons/umbrella.js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D:/pasar_fix/node_modules/.bun/lucide-react@0.556.0+d86b59289c1a13ae/node_modules/lucide-react/dist/esm/icons/umbrella.js.map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D:/pasar_fix/node_modules/.bun/lucide-react@0.556.0+d86b59289c1a13ae/node_modules/lucide-react/dist/esm/icons/underline.js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D:/pasar_fix/node_modules/.bun/lucide-react@0.556.0+d86b59289c1a13ae/node_modules/lucide-react/dist/esm/icons/underline.js.map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D:/pasar_fix/node_modules/.bun/lucide-react@0.556.0+d86b59289c1a13ae/node_modules/lucide-react/dist/esm/icons/undo-2.js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D:/pasar_fix/node_modules/.bun/lucide-react@0.556.0+d86b59289c1a13ae/node_modules/lucide-react/dist/esm/icons/undo-2.js.map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D:/pasar_fix/node_modules/.bun/lucide-react@0.556.0+d86b59289c1a13ae/node_modules/lucide-react/dist/esm/icons/undo-dot.js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D:/pasar_fix/node_modules/.bun/lucide-react@0.556.0+d86b59289c1a13ae/node_modules/lucide-react/dist/esm/icons/undo-dot.js.map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D:/pasar_fix/node_modules/.bun/lucide-react@0.556.0+d86b59289c1a13ae/node_modules/lucide-react/dist/esm/icons/undo.js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D:/pasar_fix/node_modules/.bun/lucide-react@0.556.0+d86b59289c1a13ae/node_modules/lucide-react/dist/esm/icons/undo.js.map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D:/pasar_fix/node_modules/.bun/lucide-react@0.556.0+d86b59289c1a13ae/node_modules/lucide-react/dist/esm/icons/unfold-horizontal.js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D:/pasar_fix/node_modules/.bun/lucide-react@0.556.0+d86b59289c1a13ae/node_modules/lucide-react/dist/esm/icons/unfold-horizontal.js.map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D:/pasar_fix/node_modules/.bun/lucide-react@0.556.0+d86b59289c1a13ae/node_modules/lucide-react/dist/esm/icons/unfold-vertical.js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D:/pasar_fix/node_modules/.bun/lucide-react@0.556.0+d86b59289c1a13ae/node_modules/lucide-react/dist/esm/icons/unfold-vertical.js.map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D:/pasar_fix/node_modules/.bun/lucide-react@0.556.0+d86b59289c1a13ae/node_modules/lucide-react/dist/esm/icons/ungroup.js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D:/pasar_fix/node_modules/.bun/lucide-react@0.556.0+d86b59289c1a13ae/node_modules/lucide-react/dist/esm/icons/ungroup.js.map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D:/pasar_fix/node_modules/.bun/lucide-react@0.556.0+d86b59289c1a13ae/node_modules/lucide-react/dist/esm/icons/university.js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D:/pasar_fix/node_modules/.bun/lucide-react@0.556.0+d86b59289c1a13ae/node_modules/lucide-react/dist/esm/icons/university.js.map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D:/pasar_fix/node_modules/.bun/lucide-react@0.556.0+d86b59289c1a13ae/node_modules/lucide-react/dist/esm/icons/unlink-2.js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D:/pasar_fix/node_modules/.bun/lucide-react@0.556.0+d86b59289c1a13ae/node_modules/lucide-react/dist/esm/icons/unlink-2.js.map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D:/pasar_fix/node_modules/.bun/lucide-react@0.556.0+d86b59289c1a13ae/node_modules/lucide-react/dist/esm/icons/unlink.js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D:/pasar_fix/node_modules/.bun/lucide-react@0.556.0+d86b59289c1a13ae/node_modules/lucide-react/dist/esm/icons/unlink.js.map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D:/pasar_fix/node_modules/.bun/lucide-react@0.556.0+d86b59289c1a13ae/node_modules/lucide-react/dist/esm/icons/unlock-keyhole.js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D:/pasar_fix/node_modules/.bun/lucide-react@0.556.0+d86b59289c1a13ae/node_modules/lucide-react/dist/esm/icons/unlock-keyhole.js.map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D:/pasar_fix/node_modules/.bun/lucide-react@0.556.0+d86b59289c1a13ae/node_modules/lucide-react/dist/esm/icons/unlock.js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D:/pasar_fix/node_modules/.bun/lucide-react@0.556.0+d86b59289c1a13ae/node_modules/lucide-react/dist/esm/icons/unlock.js.map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D:/pasar_fix/node_modules/.bun/lucide-react@0.556.0+d86b59289c1a13ae/node_modules/lucide-react/dist/esm/icons/unplug.js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D:/pasar_fix/node_modules/.bun/lucide-react@0.556.0+d86b59289c1a13ae/node_modules/lucide-react/dist/esm/icons/unplug.js.map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D:/pasar_fix/node_modules/.bun/lucide-react@0.556.0+d86b59289c1a13ae/node_modules/lucide-react/dist/esm/icons/upload-cloud.js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D:/pasar_fix/node_modules/.bun/lucide-react@0.556.0+d86b59289c1a13ae/node_modules/lucide-react/dist/esm/icons/upload-cloud.js.map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D:/pasar_fix/node_modules/.bun/lucide-react@0.556.0+d86b59289c1a13ae/node_modules/lucide-react/dist/esm/icons/upload.js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D:/pasar_fix/node_modules/.bun/lucide-react@0.556.0+d86b59289c1a13ae/node_modules/lucide-react/dist/esm/icons/upload.js.map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D:/pasar_fix/node_modules/.bun/lucide-react@0.556.0+d86b59289c1a13ae/node_modules/lucide-react/dist/esm/icons/usb.js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D:/pasar_fix/node_modules/.bun/lucide-react@0.556.0+d86b59289c1a13ae/node_modules/lucide-react/dist/esm/icons/usb.js.map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D:/pasar_fix/node_modules/.bun/lucide-react@0.556.0+d86b59289c1a13ae/node_modules/lucide-react/dist/esm/icons/user-2.js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D:/pasar_fix/node_modules/.bun/lucide-react@0.556.0+d86b59289c1a13ae/node_modules/lucide-react/dist/esm/icons/user-2.js.map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D:/pasar_fix/node_modules/.bun/lucide-react@0.556.0+d86b59289c1a13ae/node_modules/lucide-react/dist/esm/icons/user-check-2.js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D:/pasar_fix/node_modules/.bun/lucide-react@0.556.0+d86b59289c1a13ae/node_modules/lucide-react/dist/esm/icons/user-check-2.js.map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D:/pasar_fix/node_modules/.bun/lucide-react@0.556.0+d86b59289c1a13ae/node_modules/lucide-react/dist/esm/icons/user-check.js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D:/pasar_fix/node_modules/.bun/lucide-react@0.556.0+d86b59289c1a13ae/node_modules/lucide-react/dist/esm/icons/user-check.js.map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D:/pasar_fix/node_modules/.bun/lucide-react@0.556.0+d86b59289c1a13ae/node_modules/lucide-react/dist/esm/icons/user-circle-2.js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D:/pasar_fix/node_modules/.bun/lucide-react@0.556.0+d86b59289c1a13ae/node_modules/lucide-react/dist/esm/icons/user-circle-2.js.map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D:/pasar_fix/node_modules/.bun/lucide-react@0.556.0+d86b59289c1a13ae/node_modules/lucide-react/dist/esm/icons/user-circle.js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D:/pasar_fix/node_modules/.bun/lucide-react@0.556.0+d86b59289c1a13ae/node_modules/lucide-react/dist/esm/icons/user-circle.js.map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D:/pasar_fix/node_modules/.bun/lucide-react@0.556.0+d86b59289c1a13ae/node_modules/lucide-react/dist/esm/icons/user-cog-2.js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D:/pasar_fix/node_modules/.bun/lucide-react@0.556.0+d86b59289c1a13ae/node_modules/lucide-react/dist/esm/icons/user-cog-2.js.map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D:/pasar_fix/node_modules/.bun/lucide-react@0.556.0+d86b59289c1a13ae/node_modules/lucide-react/dist/esm/icons/user-cog.js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D:/pasar_fix/node_modules/.bun/lucide-react@0.556.0+d86b59289c1a13ae/node_modules/lucide-react/dist/esm/icons/user-cog.js.map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D:/pasar_fix/node_modules/.bun/lucide-react@0.556.0+d86b59289c1a13ae/node_modules/lucide-react/dist/esm/icons/user-lock.js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D:/pasar_fix/node_modules/.bun/lucide-react@0.556.0+d86b59289c1a13ae/node_modules/lucide-react/dist/esm/icons/user-lock.js.map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D:/pasar_fix/node_modules/.bun/lucide-react@0.556.0+d86b59289c1a13ae/node_modules/lucide-react/dist/esm/icons/user-minus-2.js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D:/pasar_fix/node_modules/.bun/lucide-react@0.556.0+d86b59289c1a13ae/node_modules/lucide-react/dist/esm/icons/user-minus-2.js.map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D:/pasar_fix/node_modules/.bun/lucide-react@0.556.0+d86b59289c1a13ae/node_modules/lucide-react/dist/esm/icons/user-minus.js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D:/pasar_fix/node_modules/.bun/lucide-react@0.556.0+d86b59289c1a13ae/node_modules/lucide-react/dist/esm/icons/user-minus.js.map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D:/pasar_fix/node_modules/.bun/lucide-react@0.556.0+d86b59289c1a13ae/node_modules/lucide-react/dist/esm/icons/user-pen.js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D:/pasar_fix/node_modules/.bun/lucide-react@0.556.0+d86b59289c1a13ae/node_modules/lucide-react/dist/esm/icons/user-pen.js.map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D:/pasar_fix/node_modules/.bun/lucide-react@0.556.0+d86b59289c1a13ae/node_modules/lucide-react/dist/esm/icons/user-plus-2.js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D:/pasar_fix/node_modules/.bun/lucide-react@0.556.0+d86b59289c1a13ae/node_modules/lucide-react/dist/esm/icons/user-plus-2.js.map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D:/pasar_fix/node_modules/.bun/lucide-react@0.556.0+d86b59289c1a13ae/node_modules/lucide-react/dist/esm/icons/user-plus.js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D:/pasar_fix/node_modules/.bun/lucide-react@0.556.0+d86b59289c1a13ae/node_modules/lucide-react/dist/esm/icons/user-plus.js.map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D:/pasar_fix/node_modules/.bun/lucide-react@0.556.0+d86b59289c1a13ae/node_modules/lucide-react/dist/esm/icons/user-round-check.js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D:/pasar_fix/node_modules/.bun/lucide-react@0.556.0+d86b59289c1a13ae/node_modules/lucide-react/dist/esm/icons/user-round-check.js.map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D:/pasar_fix/node_modules/.bun/lucide-react@0.556.0+d86b59289c1a13ae/node_modules/lucide-react/dist/esm/icons/user-round-cog.js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D:/pasar_fix/node_modules/.bun/lucide-react@0.556.0+d86b59289c1a13ae/node_modules/lucide-react/dist/esm/icons/user-round-cog.js.map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D:/pasar_fix/node_modules/.bun/lucide-react@0.556.0+d86b59289c1a13ae/node_modules/lucide-react/dist/esm/icons/user-round-minus.js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D:/pasar_fix/node_modules/.bun/lucide-react@0.556.0+d86b59289c1a13ae/node_modules/lucide-react/dist/esm/icons/user-round-minus.js.map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D:/pasar_fix/node_modules/.bun/lucide-react@0.556.0+d86b59289c1a13ae/node_modules/lucide-react/dist/esm/icons/user-round-pen.js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D:/pasar_fix/node_modules/.bun/lucide-react@0.556.0+d86b59289c1a13ae/node_modules/lucide-react/dist/esm/icons/user-round-pen.js.map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D:/pasar_fix/node_modules/.bun/lucide-react@0.556.0+d86b59289c1a13ae/node_modules/lucide-react/dist/esm/icons/user-round-plus.js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D:/pasar_fix/node_modules/.bun/lucide-react@0.556.0+d86b59289c1a13ae/node_modules/lucide-react/dist/esm/icons/user-round-plus.js.map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D:/pasar_fix/node_modules/.bun/lucide-react@0.556.0+d86b59289c1a13ae/node_modules/lucide-react/dist/esm/icons/user-round-search.js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D:/pasar_fix/node_modules/.bun/lucide-react@0.556.0+d86b59289c1a13ae/node_modules/lucide-react/dist/esm/icons/user-round-search.js.map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D:/pasar_fix/node_modules/.bun/lucide-react@0.556.0+d86b59289c1a13ae/node_modules/lucide-react/dist/esm/icons/user-round-x.js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D:/pasar_fix/node_modules/.bun/lucide-react@0.556.0+d86b59289c1a13ae/node_modules/lucide-react/dist/esm/icons/user-round-x.js.map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D:/pasar_fix/node_modules/.bun/lucide-react@0.556.0+d86b59289c1a13ae/node_modules/lucide-react/dist/esm/icons/user-round.js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D:/pasar_fix/node_modules/.bun/lucide-react@0.556.0+d86b59289c1a13ae/node_modules/lucide-react/dist/esm/icons/user-round.js.map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D:/pasar_fix/node_modules/.bun/lucide-react@0.556.0+d86b59289c1a13ae/node_modules/lucide-react/dist/esm/icons/user-search.js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D:/pasar_fix/node_modules/.bun/lucide-react@0.556.0+d86b59289c1a13ae/node_modules/lucide-react/dist/esm/icons/user-search.js.map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D:/pasar_fix/node_modules/.bun/lucide-react@0.556.0+d86b59289c1a13ae/node_modules/lucide-react/dist/esm/icons/user-square-2.js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D:/pasar_fix/node_modules/.bun/lucide-react@0.556.0+d86b59289c1a13ae/node_modules/lucide-react/dist/esm/icons/user-square-2.js.map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D:/pasar_fix/node_modules/.bun/lucide-react@0.556.0+d86b59289c1a13ae/node_modules/lucide-react/dist/esm/icons/user-square.js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D:/pasar_fix/node_modules/.bun/lucide-react@0.556.0+d86b59289c1a13ae/node_modules/lucide-react/dist/esm/icons/user-square.js.map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D:/pasar_fix/node_modules/.bun/lucide-react@0.556.0+d86b59289c1a13ae/node_modules/lucide-react/dist/esm/icons/user-star.js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D:/pasar_fix/node_modules/.bun/lucide-react@0.556.0+d86b59289c1a13ae/node_modules/lucide-react/dist/esm/icons/user-star.js.map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D:/pasar_fix/node_modules/.bun/lucide-react@0.556.0+d86b59289c1a13ae/node_modules/lucide-react/dist/esm/icons/user-x-2.js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D:/pasar_fix/node_modules/.bun/lucide-react@0.556.0+d86b59289c1a13ae/node_modules/lucide-react/dist/esm/icons/user-x-2.js.map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D:/pasar_fix/node_modules/.bun/lucide-react@0.556.0+d86b59289c1a13ae/node_modules/lucide-react/dist/esm/icons/user-x.js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D:/pasar_fix/node_modules/.bun/lucide-react@0.556.0+d86b59289c1a13ae/node_modules/lucide-react/dist/esm/icons/user-x.js.map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D:/pasar_fix/node_modules/.bun/lucide-react@0.556.0+d86b59289c1a13ae/node_modules/lucide-react/dist/esm/icons/user.js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D:/pasar_fix/node_modules/.bun/lucide-react@0.556.0+d86b59289c1a13ae/node_modules/lucide-react/dist/esm/icons/user.js.map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D:/pasar_fix/node_modules/.bun/lucide-react@0.556.0+d86b59289c1a13ae/node_modules/lucide-react/dist/esm/icons/users-2.js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D:/pasar_fix/node_modules/.bun/lucide-react@0.556.0+d86b59289c1a13ae/node_modules/lucide-react/dist/esm/icons/users-2.js.map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D:/pasar_fix/node_modules/.bun/lucide-react@0.556.0+d86b59289c1a13ae/node_modules/lucide-react/dist/esm/icons/users-round.js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D:/pasar_fix/node_modules/.bun/lucide-react@0.556.0+d86b59289c1a13ae/node_modules/lucide-react/dist/esm/icons/users-round.js.map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D:/pasar_fix/node_modules/.bun/lucide-react@0.556.0+d86b59289c1a13ae/node_modules/lucide-react/dist/esm/icons/users.js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D:/pasar_fix/node_modules/.bun/lucide-react@0.556.0+d86b59289c1a13ae/node_modules/lucide-react/dist/esm/icons/users.js.map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D:/pasar_fix/node_modules/.bun/lucide-react@0.556.0+d86b59289c1a13ae/node_modules/lucide-react/dist/esm/icons/utensils-crossed.js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D:/pasar_fix/node_modules/.bun/lucide-react@0.556.0+d86b59289c1a13ae/node_modules/lucide-react/dist/esm/icons/utensils-crossed.js.map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D:/pasar_fix/node_modules/.bun/lucide-react@0.556.0+d86b59289c1a13ae/node_modules/lucide-react/dist/esm/icons/utensils.js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D:/pasar_fix/node_modules/.bun/lucide-react@0.556.0+d86b59289c1a13ae/node_modules/lucide-react/dist/esm/icons/utensils.js.map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D:/pasar_fix/node_modules/.bun/lucide-react@0.556.0+d86b59289c1a13ae/node_modules/lucide-react/dist/esm/icons/utility-pole.js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D:/pasar_fix/node_modules/.bun/lucide-react@0.556.0+d86b59289c1a13ae/node_modules/lucide-react/dist/esm/icons/utility-pole.js.map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D:/pasar_fix/node_modules/.bun/lucide-react@0.556.0+d86b59289c1a13ae/node_modules/lucide-react/dist/esm/icons/van.js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D:/pasar_fix/node_modules/.bun/lucide-react@0.556.0+d86b59289c1a13ae/node_modules/lucide-react/dist/esm/icons/van.js.map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D:/pasar_fix/node_modules/.bun/lucide-react@0.556.0+d86b59289c1a13ae/node_modules/lucide-react/dist/esm/icons/variable.js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D:/pasar_fix/node_modules/.bun/lucide-react@0.556.0+d86b59289c1a13ae/node_modules/lucide-react/dist/esm/icons/variable.js.map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D:/pasar_fix/node_modules/.bun/lucide-react@0.556.0+d86b59289c1a13ae/node_modules/lucide-react/dist/esm/icons/vault.js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D:/pasar_fix/node_modules/.bun/lucide-react@0.556.0+d86b59289c1a13ae/node_modules/lucide-react/dist/esm/icons/vault.js.map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D:/pasar_fix/node_modules/.bun/lucide-react@0.556.0+d86b59289c1a13ae/node_modules/lucide-react/dist/esm/icons/vector-square.js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D:/pasar_fix/node_modules/.bun/lucide-react@0.556.0+d86b59289c1a13ae/node_modules/lucide-react/dist/esm/icons/vector-square.js.map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D:/pasar_fix/node_modules/.bun/lucide-react@0.556.0+d86b59289c1a13ae/node_modules/lucide-react/dist/esm/icons/vegan.js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D:/pasar_fix/node_modules/.bun/lucide-react@0.556.0+d86b59289c1a13ae/node_modules/lucide-react/dist/esm/icons/vegan.js.map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D:/pasar_fix/node_modules/.bun/lucide-react@0.556.0+d86b59289c1a13ae/node_modules/lucide-react/dist/esm/icons/venetian-mask.js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D:/pasar_fix/node_modules/.bun/lucide-react@0.556.0+d86b59289c1a13ae/node_modules/lucide-react/dist/esm/icons/venetian-mask.js.map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D:/pasar_fix/node_modules/.bun/lucide-react@0.556.0+d86b59289c1a13ae/node_modules/lucide-react/dist/esm/icons/venus-and-mars.js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D:/pasar_fix/node_modules/.bun/lucide-react@0.556.0+d86b59289c1a13ae/node_modules/lucide-react/dist/esm/icons/venus-and-mars.js.map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D:/pasar_fix/node_modules/.bun/lucide-react@0.556.0+d86b59289c1a13ae/node_modules/lucide-react/dist/esm/icons/venus.js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D:/pasar_fix/node_modules/.bun/lucide-react@0.556.0+d86b59289c1a13ae/node_modules/lucide-react/dist/esm/icons/venus.js.map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D:/pasar_fix/node_modules/.bun/lucide-react@0.556.0+d86b59289c1a13ae/node_modules/lucide-react/dist/esm/icons/verified.js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D:/pasar_fix/node_modules/.bun/lucide-react@0.556.0+d86b59289c1a13ae/node_modules/lucide-react/dist/esm/icons/verified.js.map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D:/pasar_fix/node_modules/.bun/lucide-react@0.556.0+d86b59289c1a13ae/node_modules/lucide-react/dist/esm/icons/vibrate-off.js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D:/pasar_fix/node_modules/.bun/lucide-react@0.556.0+d86b59289c1a13ae/node_modules/lucide-react/dist/esm/icons/vibrate-off.js.map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D:/pasar_fix/node_modules/.bun/lucide-react@0.556.0+d86b59289c1a13ae/node_modules/lucide-react/dist/esm/icons/vibrate.js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D:/pasar_fix/node_modules/.bun/lucide-react@0.556.0+d86b59289c1a13ae/node_modules/lucide-react/dist/esm/icons/vibrate.js.map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D:/pasar_fix/node_modules/.bun/lucide-react@0.556.0+d86b59289c1a13ae/node_modules/lucide-react/dist/esm/icons/video-off.js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D:/pasar_fix/node_modules/.bun/lucide-react@0.556.0+d86b59289c1a13ae/node_modules/lucide-react/dist/esm/icons/video-off.js.map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D:/pasar_fix/node_modules/.bun/lucide-react@0.556.0+d86b59289c1a13ae/node_modules/lucide-react/dist/esm/icons/video.js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D:/pasar_fix/node_modules/.bun/lucide-react@0.556.0+d86b59289c1a13ae/node_modules/lucide-react/dist/esm/icons/video.js.map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D:/pasar_fix/node_modules/.bun/lucide-react@0.556.0+d86b59289c1a13ae/node_modules/lucide-react/dist/esm/icons/videotape.js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D:/pasar_fix/node_modules/.bun/lucide-react@0.556.0+d86b59289c1a13ae/node_modules/lucide-react/dist/esm/icons/videotape.js.map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D:/pasar_fix/node_modules/.bun/lucide-react@0.556.0+d86b59289c1a13ae/node_modules/lucide-react/dist/esm/icons/view.js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D:/pasar_fix/node_modules/.bun/lucide-react@0.556.0+d86b59289c1a13ae/node_modules/lucide-react/dist/esm/icons/view.js.map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D:/pasar_fix/node_modules/.bun/lucide-react@0.556.0+d86b59289c1a13ae/node_modules/lucide-react/dist/esm/icons/voicemail.js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D:/pasar_fix/node_modules/.bun/lucide-react@0.556.0+d86b59289c1a13ae/node_modules/lucide-react/dist/esm/icons/voicemail.js.map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D:/pasar_fix/node_modules/.bun/lucide-react@0.556.0+d86b59289c1a13ae/node_modules/lucide-react/dist/esm/icons/volleyball.js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D:/pasar_fix/node_modules/.bun/lucide-react@0.556.0+d86b59289c1a13ae/node_modules/lucide-react/dist/esm/icons/volleyball.js.map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D:/pasar_fix/node_modules/.bun/lucide-react@0.556.0+d86b59289c1a13ae/node_modules/lucide-react/dist/esm/icons/volume-1.js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D:/pasar_fix/node_modules/.bun/lucide-react@0.556.0+d86b59289c1a13ae/node_modules/lucide-react/dist/esm/icons/volume-1.js.map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D:/pasar_fix/node_modules/.bun/lucide-react@0.556.0+d86b59289c1a13ae/node_modules/lucide-react/dist/esm/icons/volume-2.js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D:/pasar_fix/node_modules/.bun/lucide-react@0.556.0+d86b59289c1a13ae/node_modules/lucide-react/dist/esm/icons/volume-2.js.map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D:/pasar_fix/node_modules/.bun/lucide-react@0.556.0+d86b59289c1a13ae/node_modules/lucide-react/dist/esm/icons/volume-off.js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D:/pasar_fix/node_modules/.bun/lucide-react@0.556.0+d86b59289c1a13ae/node_modules/lucide-react/dist/esm/icons/volume-off.js.map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D:/pasar_fix/node_modules/.bun/lucide-react@0.556.0+d86b59289c1a13ae/node_modules/lucide-react/dist/esm/icons/volume-x.js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D:/pasar_fix/node_modules/.bun/lucide-react@0.556.0+d86b59289c1a13ae/node_modules/lucide-react/dist/esm/icons/volume-x.js.map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D:/pasar_fix/node_modules/.bun/lucide-react@0.556.0+d86b59289c1a13ae/node_modules/lucide-react/dist/esm/icons/volume.js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D:/pasar_fix/node_modules/.bun/lucide-react@0.556.0+d86b59289c1a13ae/node_modules/lucide-react/dist/esm/icons/volume.js.map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D:/pasar_fix/node_modules/.bun/lucide-react@0.556.0+d86b59289c1a13ae/node_modules/lucide-react/dist/esm/icons/vote.js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D:/pasar_fix/node_modules/.bun/lucide-react@0.556.0+d86b59289c1a13ae/node_modules/lucide-react/dist/esm/icons/vote.js.map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D:/pasar_fix/node_modules/.bun/lucide-react@0.556.0+d86b59289c1a13ae/node_modules/lucide-react/dist/esm/icons/wallet-2.js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D:/pasar_fix/node_modules/.bun/lucide-react@0.556.0+d86b59289c1a13ae/node_modules/lucide-react/dist/esm/icons/wallet-2.js.map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D:/pasar_fix/node_modules/.bun/lucide-react@0.556.0+d86b59289c1a13ae/node_modules/lucide-react/dist/esm/icons/wallet-cards.js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D:/pasar_fix/node_modules/.bun/lucide-react@0.556.0+d86b59289c1a13ae/node_modules/lucide-react/dist/esm/icons/wallet-cards.js.map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D:/pasar_fix/node_modules/.bun/lucide-react@0.556.0+d86b59289c1a13ae/node_modules/lucide-react/dist/esm/icons/wallet-minimal.js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D:/pasar_fix/node_modules/.bun/lucide-react@0.556.0+d86b59289c1a13ae/node_modules/lucide-react/dist/esm/icons/wallet-minimal.js.map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D:/pasar_fix/node_modules/.bun/lucide-react@0.556.0+d86b59289c1a13ae/node_modules/lucide-react/dist/esm/icons/wallet.js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D:/pasar_fix/node_modules/.bun/lucide-react@0.556.0+d86b59289c1a13ae/node_modules/lucide-react/dist/esm/icons/wallet.js.map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D:/pasar_fix/node_modules/.bun/lucide-react@0.556.0+d86b59289c1a13ae/node_modules/lucide-react/dist/esm/icons/wallpaper.js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D:/pasar_fix/node_modules/.bun/lucide-react@0.556.0+d86b59289c1a13ae/node_modules/lucide-react/dist/esm/icons/wallpaper.js.map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D:/pasar_fix/node_modules/.bun/lucide-react@0.556.0+d86b59289c1a13ae/node_modules/lucide-react/dist/esm/icons/wand-2.js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D:/pasar_fix/node_modules/.bun/lucide-react@0.556.0+d86b59289c1a13ae/node_modules/lucide-react/dist/esm/icons/wand-2.js.map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D:/pasar_fix/node_modules/.bun/lucide-react@0.556.0+d86b59289c1a13ae/node_modules/lucide-react/dist/esm/icons/wand-sparkles.js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D:/pasar_fix/node_modules/.bun/lucide-react@0.556.0+d86b59289c1a13ae/node_modules/lucide-react/dist/esm/icons/wand-sparkles.js.map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D:/pasar_fix/node_modules/.bun/lucide-react@0.556.0+d86b59289c1a13ae/node_modules/lucide-react/dist/esm/icons/wand.js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D:/pasar_fix/node_modules/.bun/lucide-react@0.556.0+d86b59289c1a13ae/node_modules/lucide-react/dist/esm/icons/wand.js.map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D:/pasar_fix/node_modules/.bun/lucide-react@0.556.0+d86b59289c1a13ae/node_modules/lucide-react/dist/esm/icons/warehouse.js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D:/pasar_fix/node_modules/.bun/lucide-react@0.556.0+d86b59289c1a13ae/node_modules/lucide-react/dist/esm/icons/warehouse.js.map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D:/pasar_fix/node_modules/.bun/lucide-react@0.556.0+d86b59289c1a13ae/node_modules/lucide-react/dist/esm/icons/washing-machine.js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D:/pasar_fix/node_modules/.bun/lucide-react@0.556.0+d86b59289c1a13ae/node_modules/lucide-react/dist/esm/icons/washing-machine.js.map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D:/pasar_fix/node_modules/.bun/lucide-react@0.556.0+d86b59289c1a13ae/node_modules/lucide-react/dist/esm/icons/watch.js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D:/pasar_fix/node_modules/.bun/lucide-react@0.556.0+d86b59289c1a13ae/node_modules/lucide-react/dist/esm/icons/watch.js.map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D:/pasar_fix/node_modules/.bun/lucide-react@0.556.0+d86b59289c1a13ae/node_modules/lucide-react/dist/esm/icons/waves-arrow-down.js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D:/pasar_fix/node_modules/.bun/lucide-react@0.556.0+d86b59289c1a13ae/node_modules/lucide-react/dist/esm/icons/waves-arrow-down.js.map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D:/pasar_fix/node_modules/.bun/lucide-react@0.556.0+d86b59289c1a13ae/node_modules/lucide-react/dist/esm/icons/waves-arrow-up.js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D:/pasar_fix/node_modules/.bun/lucide-react@0.556.0+d86b59289c1a13ae/node_modules/lucide-react/dist/esm/icons/waves-arrow-up.js.map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D:/pasar_fix/node_modules/.bun/lucide-react@0.556.0+d86b59289c1a13ae/node_modules/lucide-react/dist/esm/icons/waves-ladder.js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D:/pasar_fix/node_modules/.bun/lucide-react@0.556.0+d86b59289c1a13ae/node_modules/lucide-react/dist/esm/icons/waves-ladder.js.map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D:/pasar_fix/node_modules/.bun/lucide-react@0.556.0+d86b59289c1a13ae/node_modules/lucide-react/dist/esm/icons/waves.js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D:/pasar_fix/node_modules/.bun/lucide-react@0.556.0+d86b59289c1a13ae/node_modules/lucide-react/dist/esm/icons/waves.js.map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D:/pasar_fix/node_modules/.bun/lucide-react@0.556.0+d86b59289c1a13ae/node_modules/lucide-react/dist/esm/icons/waypoints.js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D:/pasar_fix/node_modules/.bun/lucide-react@0.556.0+d86b59289c1a13ae/node_modules/lucide-react/dist/esm/icons/waypoints.js.map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D:/pasar_fix/node_modules/.bun/lucide-react@0.556.0+d86b59289c1a13ae/node_modules/lucide-react/dist/esm/icons/webcam.js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D:/pasar_fix/node_modules/.bun/lucide-react@0.556.0+d86b59289c1a13ae/node_modules/lucide-react/dist/esm/icons/webcam.js.map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D:/pasar_fix/node_modules/.bun/lucide-react@0.556.0+d86b59289c1a13ae/node_modules/lucide-react/dist/esm/icons/webhook-off.js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D:/pasar_fix/node_modules/.bun/lucide-react@0.556.0+d86b59289c1a13ae/node_modules/lucide-react/dist/esm/icons/webhook-off.js.map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D:/pasar_fix/node_modules/.bun/lucide-react@0.556.0+d86b59289c1a13ae/node_modules/lucide-react/dist/esm/icons/webhook.js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D:/pasar_fix/node_modules/.bun/lucide-react@0.556.0+d86b59289c1a13ae/node_modules/lucide-react/dist/esm/icons/webhook.js.map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D:/pasar_fix/node_modules/.bun/lucide-react@0.556.0+d86b59289c1a13ae/node_modules/lucide-react/dist/esm/icons/weight-tilde.js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D:/pasar_fix/node_modules/.bun/lucide-react@0.556.0+d86b59289c1a13ae/node_modules/lucide-react/dist/esm/icons/weight-tilde.js.map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D:/pasar_fix/node_modules/.bun/lucide-react@0.556.0+d86b59289c1a13ae/node_modules/lucide-react/dist/esm/icons/weight.js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D:/pasar_fix/node_modules/.bun/lucide-react@0.556.0+d86b59289c1a13ae/node_modules/lucide-react/dist/esm/icons/weight.js.map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D:/pasar_fix/node_modules/.bun/lucide-react@0.556.0+d86b59289c1a13ae/node_modules/lucide-react/dist/esm/icons/wheat-off.js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D:/pasar_fix/node_modules/.bun/lucide-react@0.556.0+d86b59289c1a13ae/node_modules/lucide-react/dist/esm/icons/wheat-off.js.map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D:/pasar_fix/node_modules/.bun/lucide-react@0.556.0+d86b59289c1a13ae/node_modules/lucide-react/dist/esm/icons/wheat.js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D:/pasar_fix/node_modules/.bun/lucide-react@0.556.0+d86b59289c1a13ae/node_modules/lucide-react/dist/esm/icons/wheat.js.map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D:/pasar_fix/node_modules/.bun/lucide-react@0.556.0+d86b59289c1a13ae/node_modules/lucide-react/dist/esm/icons/whole-word.js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D:/pasar_fix/node_modules/.bun/lucide-react@0.556.0+d86b59289c1a13ae/node_modules/lucide-react/dist/esm/icons/whole-word.js.map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D:/pasar_fix/node_modules/.bun/lucide-react@0.556.0+d86b59289c1a13ae/node_modules/lucide-react/dist/esm/icons/wifi-cog.js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D:/pasar_fix/node_modules/.bun/lucide-react@0.556.0+d86b59289c1a13ae/node_modules/lucide-react/dist/esm/icons/wifi-cog.js.map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D:/pasar_fix/node_modules/.bun/lucide-react@0.556.0+d86b59289c1a13ae/node_modules/lucide-react/dist/esm/icons/wifi-high.js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D:/pasar_fix/node_modules/.bun/lucide-react@0.556.0+d86b59289c1a13ae/node_modules/lucide-react/dist/esm/icons/wifi-high.js.map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D:/pasar_fix/node_modules/.bun/lucide-react@0.556.0+d86b59289c1a13ae/node_modules/lucide-react/dist/esm/icons/wifi-low.js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D:/pasar_fix/node_modules/.bun/lucide-react@0.556.0+d86b59289c1a13ae/node_modules/lucide-react/dist/esm/icons/wifi-low.js.map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D:/pasar_fix/node_modules/.bun/lucide-react@0.556.0+d86b59289c1a13ae/node_modules/lucide-react/dist/esm/icons/wifi-off.js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D:/pasar_fix/node_modules/.bun/lucide-react@0.556.0+d86b59289c1a13ae/node_modules/lucide-react/dist/esm/icons/wifi-off.js.map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D:/pasar_fix/node_modules/.bun/lucide-react@0.556.0+d86b59289c1a13ae/node_modules/lucide-react/dist/esm/icons/wifi-pen.js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D:/pasar_fix/node_modules/.bun/lucide-react@0.556.0+d86b59289c1a13ae/node_modules/lucide-react/dist/esm/icons/wifi-pen.js.map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D:/pasar_fix/node_modules/.bun/lucide-react@0.556.0+d86b59289c1a13ae/node_modules/lucide-react/dist/esm/icons/wifi-sync.js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D:/pasar_fix/node_modules/.bun/lucide-react@0.556.0+d86b59289c1a13ae/node_modules/lucide-react/dist/esm/icons/wifi-sync.js.map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D:/pasar_fix/node_modules/.bun/lucide-react@0.556.0+d86b59289c1a13ae/node_modules/lucide-react/dist/esm/icons/wifi-zero.js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D:/pasar_fix/node_modules/.bun/lucide-react@0.556.0+d86b59289c1a13ae/node_modules/lucide-react/dist/esm/icons/wifi-zero.js.map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D:/pasar_fix/node_modules/.bun/lucide-react@0.556.0+d86b59289c1a13ae/node_modules/lucide-react/dist/esm/icons/wifi.js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D:/pasar_fix/node_modules/.bun/lucide-react@0.556.0+d86b59289c1a13ae/node_modules/lucide-react/dist/esm/icons/wifi.js.map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D:/pasar_fix/node_modules/.bun/lucide-react@0.556.0+d86b59289c1a13ae/node_modules/lucide-react/dist/esm/icons/wind-arrow-down.js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D:/pasar_fix/node_modules/.bun/lucide-react@0.556.0+d86b59289c1a13ae/node_modules/lucide-react/dist/esm/icons/wind-arrow-down.js.map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D:/pasar_fix/node_modules/.bun/lucide-react@0.556.0+d86b59289c1a13ae/node_modules/lucide-react/dist/esm/icons/wind.js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D:/pasar_fix/node_modules/.bun/lucide-react@0.556.0+d86b59289c1a13ae/node_modules/lucide-react/dist/esm/icons/wind.js.map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D:/pasar_fix/node_modules/.bun/lucide-react@0.556.0+d86b59289c1a13ae/node_modules/lucide-react/dist/esm/icons/wine-off.js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D:/pasar_fix/node_modules/.bun/lucide-react@0.556.0+d86b59289c1a13ae/node_modules/lucide-react/dist/esm/icons/wine-off.js.map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D:/pasar_fix/node_modules/.bun/lucide-react@0.556.0+d86b59289c1a13ae/node_modules/lucide-react/dist/esm/icons/wine.js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D:/pasar_fix/node_modules/.bun/lucide-react@0.556.0+d86b59289c1a13ae/node_modules/lucide-react/dist/esm/icons/wine.js.map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D:/pasar_fix/node_modules/.bun/lucide-react@0.556.0+d86b59289c1a13ae/node_modules/lucide-react/dist/esm/icons/workflow.js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D:/pasar_fix/node_modules/.bun/lucide-react@0.556.0+d86b59289c1a13ae/node_modules/lucide-react/dist/esm/icons/workflow.js.map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D:/pasar_fix/node_modules/.bun/lucide-react@0.556.0+d86b59289c1a13ae/node_modules/lucide-react/dist/esm/icons/worm.js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D:/pasar_fix/node_modules/.bun/lucide-react@0.556.0+d86b59289c1a13ae/node_modules/lucide-react/dist/esm/icons/worm.js.map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D:/pasar_fix/node_modules/.bun/lucide-react@0.556.0+d86b59289c1a13ae/node_modules/lucide-react/dist/esm/icons/wrap-text.js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D:/pasar_fix/node_modules/.bun/lucide-react@0.556.0+d86b59289c1a13ae/node_modules/lucide-react/dist/esm/icons/wrap-text.js.map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D:/pasar_fix/node_modules/.bun/lucide-react@0.556.0+d86b59289c1a13ae/node_modules/lucide-react/dist/esm/icons/wrench.js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D:/pasar_fix/node_modules/.bun/lucide-react@0.556.0+d86b59289c1a13ae/node_modules/lucide-react/dist/esm/icons/wrench.js.map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D:/pasar_fix/node_modules/.bun/lucide-react@0.556.0+d86b59289c1a13ae/node_modules/lucide-react/dist/esm/icons/x-circle.js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D:/pasar_fix/node_modules/.bun/lucide-react@0.556.0+d86b59289c1a13ae/node_modules/lucide-react/dist/esm/icons/x-circle.js.map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D:/pasar_fix/node_modules/.bun/lucide-react@0.556.0+d86b59289c1a13ae/node_modules/lucide-react/dist/esm/icons/x-octagon.js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D:/pasar_fix/node_modules/.bun/lucide-react@0.556.0+d86b59289c1a13ae/node_modules/lucide-react/dist/esm/icons/x-octagon.js.map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D:/pasar_fix/node_modules/.bun/lucide-react@0.556.0+d86b59289c1a13ae/node_modules/lucide-react/dist/esm/icons/x-square.js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D:/pasar_fix/node_modules/.bun/lucide-react@0.556.0+d86b59289c1a13ae/node_modules/lucide-react/dist/esm/icons/x-square.js.map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D:/pasar_fix/node_modules/.bun/lucide-react@0.556.0+d86b59289c1a13ae/node_modules/lucide-react/dist/esm/icons/x.js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D:/pasar_fix/node_modules/.bun/lucide-react@0.556.0+d86b59289c1a13ae/node_modules/lucide-react/dist/esm/icons/x.js.map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D:/pasar_fix/node_modules/.bun/lucide-react@0.556.0+d86b59289c1a13ae/node_modules/lucide-react/dist/esm/icons/youtube.js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D:/pasar_fix/node_modules/.bun/lucide-react@0.556.0+d86b59289c1a13ae/node_modules/lucide-react/dist/esm/icons/youtube.js.map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D:/pasar_fix/node_modules/.bun/lucide-react@0.556.0+d86b59289c1a13ae/node_modules/lucide-react/dist/esm/icons/zap-off.js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D:/pasar_fix/node_modules/.bun/lucide-react@0.556.0+d86b59289c1a13ae/node_modules/lucide-react/dist/esm/icons/zap-off.js.map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D:/pasar_fix/node_modules/.bun/lucide-react@0.556.0+d86b59289c1a13ae/node_modules/lucide-react/dist/esm/icons/zap.js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D:/pasar_fix/node_modules/.bun/lucide-react@0.556.0+d86b59289c1a13ae/node_modules/lucide-react/dist/esm/icons/zap.js.map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D:/pasar_fix/node_modules/.bun/lucide-react@0.556.0+d86b59289c1a13ae/node_modules/lucide-react/dist/esm/icons/zoom-in.js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D:/pasar_fix/node_modules/.bun/lucide-react@0.556.0+d86b59289c1a13ae/node_modules/lucide-react/dist/esm/icons/zoom-in.js.map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D:/pasar_fix/node_modules/.bun/lucide-react@0.556.0+d86b59289c1a13ae/node_modules/lucide-react/dist/esm/icons/zoom-out.js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D:/pasar_fix/node_modules/.bun/lucide-react@0.556.0+d86b59289c1a13ae/node_modules/lucide-react/dist/esm/icons/zoom-out.js.map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D:/pasar_fix/node_modules/.bun/lucide-react@0.556.0+d86b59289c1a13ae/node_modules/lucide-react/dist/esm/shared/src/utils.js</a:t>
            </a:r>
          </a:p>
          <a:p>
            <a:pPr>
              <a:defRPr sz="1200"/>
            </a:pPr>
            <a:r>
              <a:t>D:/pasar_fix/node_modules/.bun/lucide-react@0.556.0+d86b59289c1a13ae/node_modules/lucide-react/dist/esm/shared/src/utils.js.map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D:/pasar_fix/node_modules/.bun/lucide-react@0.556.0+d86b59289c1a13ae/node_modules/lucide-react/dist/umd/lucide-react.js</a:t>
            </a:r>
          </a:p>
          <a:p>
            <a:pPr>
              <a:defRPr sz="1200"/>
            </a:pPr>
            <a:r>
              <a:t>D:/pasar_fix/node_modules/.bun/lucide-react@0.556.0+d86b59289c1a13ae/node_modules/lucide-react/dist/umd/lucide-react.js.map</a:t>
            </a:r>
          </a:p>
          <a:p>
            <a:pPr>
              <a:defRPr sz="1200"/>
            </a:pPr>
            <a:r>
              <a:t>D:/pasar_fix/node_modules/.bun/lucide-react@0.556.0+d86b59289c1a13ae/node_modules/lucide-react/dist/umd/lucide-react.min.js</a:t>
            </a:r>
          </a:p>
          <a:p>
            <a:pPr>
              <a:defRPr sz="1200"/>
            </a:pPr>
            <a:r>
              <a:t>D:/pasar_fix/node_modules/.bun/lucide-react@0.556.0+d86b59289c1a13ae/node_modules/lucide-react/dist/umd/lucide-react.min.js.map</a:t>
            </a:r>
          </a:p>
          <a:p>
            <a:pPr>
              <a:defRPr sz="1200"/>
            </a:pPr>
            <a:r>
              <a:t>D:/pasar_fix/node_modules/.bun/lz-string@1.5.0/node_modules/.bin/lz-string.bunx</a:t>
            </a:r>
          </a:p>
          <a:p>
            <a:pPr>
              <a:defRPr sz="1200"/>
            </a:pPr>
            <a:r>
              <a:t>D:/pasar_fix/node_modules/.bun/lz-string@1.5.0/node_modules/.bin/lz-string.exe</a:t>
            </a:r>
          </a:p>
          <a:p>
            <a:pPr>
              <a:defRPr sz="1200"/>
            </a:pPr>
            <a:r>
              <a:t>D:/pasar_fix/node_modules/.bun/lz-string@1.5.0/node_modules/lz-string/bower.json</a:t>
            </a:r>
          </a:p>
          <a:p>
            <a:pPr>
              <a:defRPr sz="1200"/>
            </a:pPr>
            <a:r>
              <a:t>D:/pasar_fix/node_modules/.bun/lz-string@1.5.0/node_modules/lz-string/LICENSE</a:t>
            </a:r>
          </a:p>
          <a:p>
            <a:pPr>
              <a:defRPr sz="1200"/>
            </a:pPr>
            <a:r>
              <a:t>D:/pasar_fix/node_modules/.bun/lz-string@1.5.0/node_modules/lz-string/package.json</a:t>
            </a:r>
          </a:p>
          <a:p>
            <a:pPr>
              <a:defRPr sz="1200"/>
            </a:pPr>
            <a:r>
              <a:t>D:/pasar_fix/node_modules/.bun/lz-string@1.5.0/node_modules/lz-string/README.md</a:t>
            </a:r>
          </a:p>
          <a:p>
            <a:pPr>
              <a:defRPr sz="1200"/>
            </a:pPr>
            <a:r>
              <a:t>D:/pasar_fix/node_modules/.bun/lz-string@1.5.0/node_modules/lz-string/bin/bin.js</a:t>
            </a:r>
          </a:p>
          <a:p>
            <a:pPr>
              <a:defRPr sz="1200"/>
            </a:pPr>
            <a:r>
              <a:t>D:/pasar_fix/node_modules/.bun/lz-string@1.5.0/node_modules/lz-string/libs/base64-string.js</a:t>
            </a:r>
          </a:p>
          <a:p>
            <a:pPr>
              <a:defRPr sz="1200"/>
            </a:pPr>
            <a:r>
              <a:t>D:/pasar_fix/node_modules/.bun/lz-string@1.5.0/node_modules/lz-string/libs/lz-string.js</a:t>
            </a:r>
          </a:p>
          <a:p>
            <a:pPr>
              <a:defRPr sz="1200"/>
            </a:pPr>
            <a:r>
              <a:t>D:/pasar_fix/node_modules/.bun/lz-string@1.5.0/node_modules/lz-string/libs/lz-string.min.js</a:t>
            </a:r>
          </a:p>
          <a:p>
            <a:pPr>
              <a:defRPr sz="1200"/>
            </a:pPr>
            <a:r>
              <a:t>D:/pasar_fix/node_modules/.bun/lz-string@1.5.0/node_modules/lz-string/reference/lz-string-1.0.2.js</a:t>
            </a:r>
          </a:p>
          <a:p>
            <a:pPr>
              <a:defRPr sz="1200"/>
            </a:pPr>
            <a:r>
              <a:t>D:/pasar_fix/node_modules/.bun/lz-string@1.5.0/node_modules/lz-string/tests/lz-string-spec.js</a:t>
            </a:r>
          </a:p>
          <a:p>
            <a:pPr>
              <a:defRPr sz="1200"/>
            </a:pPr>
            <a:r>
              <a:t>D:/pasar_fix/node_modules/.bun/lz-string@1.5.0/node_modules/lz-string/tests/SpecRunner.html</a:t>
            </a:r>
          </a:p>
          <a:p>
            <a:pPr>
              <a:defRPr sz="1200"/>
            </a:pPr>
            <a:r>
              <a:t>D:/pasar_fix/node_modules/.bun/lz-string@1.5.0/node_modules/lz-string/tests/lib/jasmine-1.3.1/jasmine-html.js</a:t>
            </a:r>
          </a:p>
          <a:p>
            <a:pPr>
              <a:defRPr sz="1200"/>
            </a:pPr>
            <a:r>
              <a:t>D:/pasar_fix/node_modules/.bun/lz-string@1.5.0/node_modules/lz-string/tests/lib/jasmine-1.3.1/jasmine.css</a:t>
            </a:r>
          </a:p>
          <a:p>
            <a:pPr>
              <a:defRPr sz="1200"/>
            </a:pPr>
            <a:r>
              <a:t>D:/pasar_fix/node_modules/.bun/lz-string@1.5.0/node_modules/lz-string/tests/lib/jasmine-1.3.1/jasmine.js</a:t>
            </a:r>
          </a:p>
          <a:p>
            <a:pPr>
              <a:defRPr sz="1200"/>
            </a:pPr>
            <a:r>
              <a:t>D:/pasar_fix/node_modules/.bun/lz-string@1.5.0/node_modules/lz-string/tests/lib/jasmine-1.3.1/MIT.LICENSE</a:t>
            </a:r>
          </a:p>
          <a:p>
            <a:pPr>
              <a:defRPr sz="1200"/>
            </a:pPr>
            <a:r>
              <a:t>D:/pasar_fix/node_modules/.bun/lz-string@1.5.0/node_modules/lz-string/typings/lz-string.d.ts</a:t>
            </a:r>
          </a:p>
          <a:p>
            <a:pPr>
              <a:defRPr sz="1200"/>
            </a:pPr>
            <a:r>
              <a:t>D:/pasar_fix/node_modules/.bun/magic-string@0.30.21/node_modules/magic-string/LICENSE</a:t>
            </a:r>
          </a:p>
          <a:p>
            <a:pPr>
              <a:defRPr sz="1200"/>
            </a:pPr>
            <a:r>
              <a:t>D:/pasar_fix/node_modules/.bun/magic-string@0.30.21/node_modules/magic-string/package.json</a:t>
            </a:r>
          </a:p>
          <a:p>
            <a:pPr>
              <a:defRPr sz="1200"/>
            </a:pPr>
            <a:r>
              <a:t>D:/pasar_fix/node_modules/.bun/magic-string@0.30.21/node_modules/magic-string/README.md</a:t>
            </a:r>
          </a:p>
          <a:p>
            <a:pPr>
              <a:defRPr sz="1200"/>
            </a:pPr>
            <a:r>
              <a:t>D:/pasar_fix/node_modules/.bun/magic-string@0.30.21/node_modules/magic-string/dist/magic-string.cjs.d.ts</a:t>
            </a:r>
          </a:p>
          <a:p>
            <a:pPr>
              <a:defRPr sz="1200"/>
            </a:pPr>
            <a:r>
              <a:t>D:/pasar_fix/node_modules/.bun/magic-string@0.30.21/node_modules/magic-string/dist/magic-string.cjs.js</a:t>
            </a:r>
          </a:p>
          <a:p>
            <a:pPr>
              <a:defRPr sz="1200"/>
            </a:pPr>
            <a:r>
              <a:t>D:/pasar_fix/node_modules/.bun/magic-string@0.30.21/node_modules/magic-string/dist/magic-string.cjs.js.map</a:t>
            </a:r>
          </a:p>
          <a:p>
            <a:pPr>
              <a:defRPr sz="1200"/>
            </a:pPr>
            <a:r>
              <a:t>D:/pasar_fix/node_modules/.bun/magic-string@0.30.21/node_modules/magic-string/dist/magic-string.es.d.mts</a:t>
            </a:r>
          </a:p>
          <a:p>
            <a:pPr>
              <a:defRPr sz="1200"/>
            </a:pPr>
            <a:r>
              <a:t>D:/pasar_fix/node_modules/.bun/magic-string@0.30.21/node_modules/magic-string/dist/magic-string.es.mjs</a:t>
            </a:r>
          </a:p>
          <a:p>
            <a:pPr>
              <a:defRPr sz="1200"/>
            </a:pPr>
            <a:r>
              <a:t>D:/pasar_fix/node_modules/.bun/magic-string@0.30.21/node_modules/magic-string/dist/magic-string.es.mjs.map</a:t>
            </a:r>
          </a:p>
          <a:p>
            <a:pPr>
              <a:defRPr sz="1200"/>
            </a:pPr>
            <a:r>
              <a:t>D:/pasar_fix/node_modules/.bun/magic-string@0.30.21/node_modules/magic-string/dist/magic-string.umd.js</a:t>
            </a:r>
          </a:p>
          <a:p>
            <a:pPr>
              <a:defRPr sz="1200"/>
            </a:pPr>
            <a:r>
              <a:t>D:/pasar_fix/node_modules/.bun/magic-string@0.30.21/node_modules/magic-string/dist/magic-string.umd.js.map</a:t>
            </a:r>
          </a:p>
          <a:p>
            <a:pPr>
              <a:defRPr sz="1200"/>
            </a:pPr>
            <a:r>
              <a:t>D:/pasar_fix/node_modules/.bun/magicast@0.5.3/node_modules/.bin/parser.bunx</a:t>
            </a:r>
          </a:p>
          <a:p>
            <a:pPr>
              <a:defRPr sz="1200"/>
            </a:pPr>
            <a:r>
              <a:t>D:/pasar_fix/node_modules/.bun/magicast@0.5.3/node_modules/.bin/parser.exe</a:t>
            </a:r>
          </a:p>
          <a:p>
            <a:pPr>
              <a:defRPr sz="1200"/>
            </a:pPr>
            <a:r>
              <a:t>D:/pasar_fix/node_modules/.bun/magicast@0.5.3/node_modules/magicast/LICENSE</a:t>
            </a:r>
          </a:p>
          <a:p>
            <a:pPr>
              <a:defRPr sz="1200"/>
            </a:pPr>
            <a:r>
              <a:t>D:/pasar_fix/node_modules/.bun/magicast@0.5.3/node_modules/magicast/package.json</a:t>
            </a:r>
          </a:p>
          <a:p>
            <a:pPr>
              <a:defRPr sz="1200"/>
            </a:pPr>
            <a:r>
              <a:t>D:/pasar_fix/node_modules/.bun/magicast@0.5.3/node_modules/magicast/README.md</a:t>
            </a:r>
          </a:p>
          <a:p>
            <a:pPr>
              <a:defRPr sz="1200"/>
            </a:pPr>
            <a:r>
              <a:t>D:/pasar_fix/node_modules/.bun/magicast@0.5.3/node_modules/magicast/dist/builders-mk_DIY8_.js</a:t>
            </a:r>
          </a:p>
          <a:p>
            <a:pPr>
              <a:defRPr sz="1200"/>
            </a:pPr>
            <a:r>
              <a:t>D:/pasar_fix/node_modules/.bun/magicast@0.5.3/node_modules/magicast/dist/core.d.ts</a:t>
            </a:r>
          </a:p>
          <a:p>
            <a:pPr>
              <a:defRPr sz="1200"/>
            </a:pPr>
            <a:r>
              <a:t>D:/pasar_fix/node_modules/.bun/magicast@0.5.3/node_modules/magicast/dist/core.js</a:t>
            </a:r>
          </a:p>
          <a:p>
            <a:pPr>
              <a:defRPr sz="1200"/>
            </a:pPr>
            <a:r>
              <a:t>D:/pasar_fix/node_modules/.bun/magicast@0.5.3/node_modules/magicast/dist/helpers.d.ts</a:t>
            </a:r>
          </a:p>
          <a:p>
            <a:pPr>
              <a:defRPr sz="1200"/>
            </a:pPr>
            <a:r>
              <a:t>D:/pasar_fix/node_modules/.bun/magicast@0.5.3/node_modules/magicast/dist/helpers.js</a:t>
            </a:r>
          </a:p>
          <a:p>
            <a:pPr>
              <a:defRPr sz="1200"/>
            </a:pPr>
            <a:r>
              <a:t>D:/pasar_fix/node_modules/.bun/magicast@0.5.3/node_modules/magicast/dist/index.d.ts</a:t>
            </a:r>
          </a:p>
          <a:p>
            <a:pPr>
              <a:defRPr sz="1200"/>
            </a:pPr>
            <a:r>
              <a:t>D:/pasar_fix/node_modules/.bun/magicast@0.5.3/node_modules/magicast/dist/index.js</a:t>
            </a:r>
          </a:p>
          <a:p>
            <a:pPr>
              <a:defRPr sz="1200"/>
            </a:pPr>
            <a:r>
              <a:t>D:/pasar_fix/node_modules/.bun/magicast@0.5.3/node_modules/magicast/dist/types-D5FmR3uJ.d.ts</a:t>
            </a:r>
          </a:p>
          <a:p>
            <a:pPr>
              <a:defRPr sz="1200"/>
            </a:pPr>
            <a:r>
              <a:t>D:/pasar_fix/node_modules/.bun/marked@16.4.2/node_modules/.bin/marked.bunx</a:t>
            </a:r>
          </a:p>
          <a:p>
            <a:pPr>
              <a:defRPr sz="1200"/>
            </a:pPr>
            <a:r>
              <a:t>D:/pasar_fix/node_modules/.bun/marked@16.4.2/node_modules/.bin/marked.exe</a:t>
            </a:r>
          </a:p>
          <a:p>
            <a:pPr>
              <a:defRPr sz="1200"/>
            </a:pPr>
            <a:r>
              <a:t>D:/pasar_fix/node_modules/.bun/marked@16.4.2/node_modules/marked/LICENSE.md</a:t>
            </a:r>
          </a:p>
          <a:p>
            <a:pPr>
              <a:defRPr sz="1200"/>
            </a:pPr>
            <a:r>
              <a:t>D:/pasar_fix/node_modules/.bun/marked@16.4.2/node_modules/marked/package.json</a:t>
            </a:r>
          </a:p>
          <a:p>
            <a:pPr>
              <a:defRPr sz="1200"/>
            </a:pPr>
            <a:r>
              <a:t>D:/pasar_fix/node_modules/.bun/marked@16.4.2/node_modules/marked/README.md</a:t>
            </a:r>
          </a:p>
          <a:p>
            <a:pPr>
              <a:defRPr sz="1200"/>
            </a:pPr>
            <a:r>
              <a:t>D:/pasar_fix/node_modules/.bun/marked@16.4.2/node_modules/marked/bin/main.js</a:t>
            </a:r>
          </a:p>
          <a:p>
            <a:pPr>
              <a:defRPr sz="1200"/>
            </a:pPr>
            <a:r>
              <a:t>D:/pasar_fix/node_modules/.bun/marked@16.4.2/node_modules/marked/bin/marked.js</a:t>
            </a:r>
          </a:p>
          <a:p>
            <a:pPr>
              <a:defRPr sz="1200"/>
            </a:pPr>
            <a:r>
              <a:t>D:/pasar_fix/node_modules/.bun/marked@16.4.2/node_modules/marked/lib/marked.d.ts</a:t>
            </a:r>
          </a:p>
          <a:p>
            <a:pPr>
              <a:defRPr sz="1200"/>
            </a:pPr>
            <a:r>
              <a:t>D:/pasar_fix/node_modules/.bun/marked@16.4.2/node_modules/marked/lib/marked.esm.js</a:t>
            </a:r>
          </a:p>
          <a:p>
            <a:pPr>
              <a:defRPr sz="1200"/>
            </a:pPr>
            <a:r>
              <a:t>D:/pasar_fix/node_modules/.bun/marked@16.4.2/node_modules/marked/lib/marked.esm.js.map</a:t>
            </a:r>
          </a:p>
          <a:p>
            <a:pPr>
              <a:defRPr sz="1200"/>
            </a:pPr>
            <a:r>
              <a:t>D:/pasar_fix/node_modules/.bun/marked@16.4.2/node_modules/marked/lib/marked.umd.js</a:t>
            </a:r>
          </a:p>
          <a:p>
            <a:pPr>
              <a:defRPr sz="1200"/>
            </a:pPr>
            <a:r>
              <a:t>D:/pasar_fix/node_modules/.bun/marked@16.4.2/node_modules/marked/lib/marked.umd.js.map</a:t>
            </a:r>
          </a:p>
          <a:p>
            <a:pPr>
              <a:defRPr sz="1200"/>
            </a:pPr>
            <a:r>
              <a:t>D:/pasar_fix/node_modules/.bun/marked@16.4.2/node_modules/marked/man/marked.1</a:t>
            </a:r>
          </a:p>
          <a:p>
            <a:pPr>
              <a:defRPr sz="1200"/>
            </a:pPr>
            <a:r>
              <a:t>D:/pasar_fix/node_modules/.bun/marked@16.4.2/node_modules/marked/man/marked.1.md</a:t>
            </a:r>
          </a:p>
          <a:p>
            <a:pPr>
              <a:defRPr sz="1200"/>
            </a:pPr>
            <a:r>
              <a:t>D:/pasar_fix/node_modules/.bun/marked@4.3.0/node_modules/.bin/marked.bunx</a:t>
            </a:r>
          </a:p>
          <a:p>
            <a:pPr>
              <a:defRPr sz="1200"/>
            </a:pPr>
            <a:r>
              <a:t>D:/pasar_fix/node_modules/.bun/marked@4.3.0/node_modules/.bin/marked.exe</a:t>
            </a:r>
          </a:p>
          <a:p>
            <a:pPr>
              <a:defRPr sz="1200"/>
            </a:pPr>
            <a:r>
              <a:t>D:/pasar_fix/node_modules/.bun/marked@4.3.0/node_modules/marked/LICENSE.md</a:t>
            </a:r>
          </a:p>
          <a:p>
            <a:pPr>
              <a:defRPr sz="1200"/>
            </a:pPr>
            <a:r>
              <a:t>D:/pasar_fix/node_modules/.bun/marked@4.3.0/node_modules/marked/marked.min.js</a:t>
            </a:r>
          </a:p>
          <a:p>
            <a:pPr>
              <a:defRPr sz="1200"/>
            </a:pPr>
            <a:r>
              <a:t>D:/pasar_fix/node_modules/.bun/marked@4.3.0/node_modules/marked/package.json</a:t>
            </a:r>
          </a:p>
          <a:p>
            <a:pPr>
              <a:defRPr sz="1200"/>
            </a:pPr>
            <a:r>
              <a:t>D:/pasar_fix/node_modules/.bun/marked@4.3.0/node_modules/marked/README.md</a:t>
            </a:r>
          </a:p>
          <a:p>
            <a:pPr>
              <a:defRPr sz="1200"/>
            </a:pPr>
            <a:r>
              <a:t>D:/pasar_fix/node_modules/.bun/marked@4.3.0/node_modules/marked/bin/marked.js</a:t>
            </a:r>
          </a:p>
          <a:p>
            <a:pPr>
              <a:defRPr sz="1200"/>
            </a:pPr>
            <a:r>
              <a:t>D:/pasar_fix/node_modules/.bun/marked@4.3.0/node_modules/marked/lib/marked.cjs</a:t>
            </a:r>
          </a:p>
          <a:p>
            <a:pPr>
              <a:defRPr sz="1200"/>
            </a:pPr>
            <a:r>
              <a:t>D:/pasar_fix/node_modules/.bun/marked@4.3.0/node_modules/marked/lib/marked.esm.js</a:t>
            </a:r>
          </a:p>
          <a:p>
            <a:pPr>
              <a:defRPr sz="1200"/>
            </a:pPr>
            <a:r>
              <a:t>D:/pasar_fix/node_modules/.bun/marked@4.3.0/node_modules/marked/lib/marked.umd.js</a:t>
            </a:r>
          </a:p>
          <a:p>
            <a:pPr>
              <a:defRPr sz="1200"/>
            </a:pPr>
            <a:r>
              <a:t>D:/pasar_fix/node_modules/.bun/marked@4.3.0/node_modules/marked/man/marked.1</a:t>
            </a:r>
          </a:p>
          <a:p>
            <a:pPr>
              <a:defRPr sz="1200"/>
            </a:pPr>
            <a:r>
              <a:t>D:/pasar_fix/node_modules/.bun/marked@4.3.0/node_modules/marked/man/marked.1.txt</a:t>
            </a:r>
          </a:p>
          <a:p>
            <a:pPr>
              <a:defRPr sz="1200"/>
            </a:pPr>
            <a:r>
              <a:t>D:/pasar_fix/node_modules/.bun/marked@4.3.0/node_modules/marked/src/defaults.js</a:t>
            </a:r>
          </a:p>
          <a:p>
            <a:pPr>
              <a:defRPr sz="1200"/>
            </a:pPr>
            <a:r>
              <a:t>D:/pasar_fix/node_modules/.bun/marked@4.3.0/node_modules/marked/src/helpers.js</a:t>
            </a:r>
          </a:p>
          <a:p>
            <a:pPr>
              <a:defRPr sz="1200"/>
            </a:pPr>
            <a:r>
              <a:t>D:/pasar_fix/node_modules/.bun/marked@4.3.0/node_modules/marked/src/Hooks.js</a:t>
            </a:r>
          </a:p>
          <a:p>
            <a:pPr>
              <a:defRPr sz="1200"/>
            </a:pPr>
            <a:r>
              <a:t>D:/pasar_fix/node_modules/.bun/marked@4.3.0/node_modules/marked/src/Lexer.js</a:t>
            </a:r>
          </a:p>
          <a:p>
            <a:pPr>
              <a:defRPr sz="1200"/>
            </a:pPr>
            <a:r>
              <a:t>D:/pasar_fix/node_modules/.bun/marked@4.3.0/node_modules/marked/src/marked.js</a:t>
            </a:r>
          </a:p>
          <a:p>
            <a:pPr>
              <a:defRPr sz="1200"/>
            </a:pPr>
            <a:r>
              <a:t>D:/pasar_fix/node_modules/.bun/marked@4.3.0/node_modules/marked/src/Parser.js</a:t>
            </a:r>
          </a:p>
          <a:p>
            <a:pPr>
              <a:defRPr sz="1200"/>
            </a:pPr>
            <a:r>
              <a:t>D:/pasar_fix/node_modules/.bun/marked@4.3.0/node_modules/marked/src/Renderer.js</a:t>
            </a:r>
          </a:p>
          <a:p>
            <a:pPr>
              <a:defRPr sz="1200"/>
            </a:pPr>
            <a:r>
              <a:t>D:/pasar_fix/node_modules/.bun/marked@4.3.0/node_modules/marked/src/rules.js</a:t>
            </a:r>
          </a:p>
          <a:p>
            <a:pPr>
              <a:defRPr sz="1200"/>
            </a:pPr>
            <a:r>
              <a:t>D:/pasar_fix/node_modules/.bun/marked@4.3.0/node_modules/marked/src/Slugger.js</a:t>
            </a:r>
          </a:p>
          <a:p>
            <a:pPr>
              <a:defRPr sz="1200"/>
            </a:pPr>
            <a:r>
              <a:t>D:/pasar_fix/node_modules/.bun/marked@4.3.0/node_modules/marked/src/TextRenderer.js</a:t>
            </a:r>
          </a:p>
          <a:p>
            <a:pPr>
              <a:defRPr sz="1200"/>
            </a:pPr>
            <a:r>
              <a:t>D:/pasar_fix/node_modules/.bun/marked@4.3.0/node_modules/marked/src/Tokenizer.js</a:t>
            </a:r>
          </a:p>
          <a:p>
            <a:pPr>
              <a:defRPr sz="1200"/>
            </a:pPr>
            <a:r>
              <a:t>D:/pasar_fix/node_modules/.bun/merge2@1.4.1/node_modules/merge2/index.js</a:t>
            </a:r>
          </a:p>
          <a:p>
            <a:pPr>
              <a:defRPr sz="1200"/>
            </a:pPr>
            <a:r>
              <a:t>D:/pasar_fix/node_modules/.bun/merge2@1.4.1/node_modules/merge2/LICENSE</a:t>
            </a:r>
          </a:p>
          <a:p>
            <a:pPr>
              <a:defRPr sz="1200"/>
            </a:pPr>
            <a:r>
              <a:t>D:/pasar_fix/node_modules/.bun/merge2@1.4.1/node_modules/merge2/package.json</a:t>
            </a:r>
          </a:p>
          <a:p>
            <a:pPr>
              <a:defRPr sz="1200"/>
            </a:pPr>
            <a:r>
              <a:t>D:/pasar_fix/node_modules/.bun/merge2@1.4.1/node_modules/merge2/README.md</a:t>
            </a:r>
          </a:p>
          <a:p>
            <a:pPr>
              <a:defRPr sz="1200"/>
            </a:pPr>
            <a:r>
              <a:t>D:/pasar_fix/node_modules/.bun/mermaid@11.15.0/node_modules/.bin/katex.bunx</a:t>
            </a:r>
          </a:p>
          <a:p>
            <a:pPr>
              <a:defRPr sz="1200"/>
            </a:pPr>
            <a:r>
              <a:t>D:/pasar_fix/node_modules/.bun/mermaid@11.15.0/node_modules/.bin/katex.exe</a:t>
            </a:r>
          </a:p>
          <a:p>
            <a:pPr>
              <a:defRPr sz="1200"/>
            </a:pPr>
            <a:r>
              <a:t>D:/pasar_fix/node_modules/.bun/mermaid@11.15.0/node_modules/.bin/marked.bunx</a:t>
            </a:r>
          </a:p>
          <a:p>
            <a:pPr>
              <a:defRPr sz="1200"/>
            </a:pPr>
            <a:r>
              <a:t>D:/pasar_fix/node_modules/.bun/mermaid@11.15.0/node_modules/.bin/marked.exe</a:t>
            </a:r>
          </a:p>
          <a:p>
            <a:pPr>
              <a:defRPr sz="1200"/>
            </a:pPr>
            <a:r>
              <a:t>D:/pasar_fix/node_modules/.bun/mermaid@11.15.0/node_modules/.bin/uuid.bunx</a:t>
            </a:r>
          </a:p>
          <a:p>
            <a:pPr>
              <a:defRPr sz="1200"/>
            </a:pPr>
            <a:r>
              <a:t>D:/pasar_fix/node_modules/.bun/mermaid@11.15.0/node_modules/.bin/uuid.exe</a:t>
            </a:r>
          </a:p>
          <a:p>
            <a:pPr>
              <a:defRPr sz="1200"/>
            </a:pPr>
            <a:r>
              <a:t>D:/pasar_fix/node_modules/.bun/mermaid@11.15.0/node_modules/mermaid/LICENSE</a:t>
            </a:r>
          </a:p>
          <a:p>
            <a:pPr>
              <a:defRPr sz="1200"/>
            </a:pPr>
            <a:r>
              <a:t>D:/pasar_fix/node_modules/.bun/mermaid@11.15.0/node_modules/mermaid/package.json</a:t>
            </a:r>
          </a:p>
          <a:p>
            <a:pPr>
              <a:defRPr sz="1200"/>
            </a:pPr>
            <a:r>
              <a:t>D:/pasar_fix/node_modules/.bun/mermaid@11.15.0/node_modules/mermaid/README.md</a:t>
            </a:r>
          </a:p>
          <a:p>
            <a:pPr>
              <a:defRPr sz="1200"/>
            </a:pPr>
            <a:r>
              <a:t>D:/pasar_fix/node_modules/.bun/mermaid@11.15.0/node_modules/mermaid/README.zh-CN.md</a:t>
            </a:r>
          </a:p>
          <a:p>
            <a:pPr>
              <a:defRPr sz="1200"/>
            </a:pPr>
            <a:r>
              <a:t>D:/pasar_fix/node_modules/.bun/mermaid@11.15.0/node_modules/mermaid/dist/accessibility.d.ts</a:t>
            </a:r>
          </a:p>
          <a:p>
            <a:pPr>
              <a:defRPr sz="1200"/>
            </a:pPr>
            <a:r>
              <a:t>D:/pasar_fix/node_modules/.bun/mermaid@11.15.0/node_modules/mermaid/dist/accessibility.spec.d.ts</a:t>
            </a:r>
          </a:p>
          <a:p>
            <a:pPr>
              <a:defRPr sz="1200"/>
            </a:pPr>
            <a:r>
              <a:t>D:/pasar_fix/node_modules/.bun/mermaid@11.15.0/node_modules/mermaid/dist/assignWithDepth.d.ts</a:t>
            </a:r>
          </a:p>
          <a:p>
            <a:pPr>
              <a:defRPr sz="1200"/>
            </a:pPr>
            <a:r>
              <a:t>D:/pasar_fix/node_modules/.bun/mermaid@11.15.0/node_modules/mermaid/dist/config.d.ts</a:t>
            </a:r>
          </a:p>
          <a:p>
            <a:pPr>
              <a:defRPr sz="1200"/>
            </a:pPr>
            <a:r>
              <a:t>D:/pasar_fix/node_modules/.bun/mermaid@11.15.0/node_modules/mermaid/dist/config.spec.d.ts</a:t>
            </a:r>
          </a:p>
          <a:p>
            <a:pPr>
              <a:defRPr sz="1200"/>
            </a:pPr>
            <a:r>
              <a:t>D:/pasar_fix/node_modules/.bun/mermaid@11.15.0/node_modules/mermaid/dist/config.type.d.ts</a:t>
            </a:r>
          </a:p>
          <a:p>
            <a:pPr>
              <a:defRPr sz="1200"/>
            </a:pPr>
            <a:r>
              <a:t>D:/pasar_fix/node_modules/.bun/mermaid@11.15.0/node_modules/mermaid/dist/defaultConfig.d.ts</a:t>
            </a:r>
          </a:p>
          <a:p>
            <a:pPr>
              <a:defRPr sz="1200"/>
            </a:pPr>
            <a:r>
              <a:t>D:/pasar_fix/node_modules/.bun/mermaid@11.15.0/node_modules/mermaid/dist/Diagram.d.ts</a:t>
            </a:r>
          </a:p>
          <a:p>
            <a:pPr>
              <a:defRPr sz="1200"/>
            </a:pPr>
            <a:r>
              <a:t>D:/pasar_fix/node_modules/.bun/mermaid@11.15.0/node_modules/mermaid/dist/diagram.spec.d.ts</a:t>
            </a:r>
          </a:p>
          <a:p>
            <a:pPr>
              <a:defRPr sz="1200"/>
            </a:pPr>
            <a:r>
              <a:t>D:/pasar_fix/node_modules/.bun/mermaid@11.15.0/node_modules/mermaid/dist/errors.d.ts</a:t>
            </a:r>
          </a:p>
          <a:p>
            <a:pPr>
              <a:defRPr sz="1200"/>
            </a:pPr>
            <a:r>
              <a:t>D:/pasar_fix/node_modules/.bun/mermaid@11.15.0/node_modules/mermaid/dist/interactionDb.d.ts</a:t>
            </a:r>
          </a:p>
          <a:p>
            <a:pPr>
              <a:defRPr sz="1200"/>
            </a:pPr>
            <a:r>
              <a:t>D:/pasar_fix/node_modules/.bun/mermaid@11.15.0/node_modules/mermaid/dist/internals.d.ts</a:t>
            </a:r>
          </a:p>
          <a:p>
            <a:pPr>
              <a:defRPr sz="1200"/>
            </a:pPr>
            <a:r>
              <a:t>D:/pasar_fix/node_modules/.bun/mermaid@11.15.0/node_modules/mermaid/dist/logger.d.ts</a:t>
            </a:r>
          </a:p>
          <a:p>
            <a:pPr>
              <a:defRPr sz="1200"/>
            </a:pPr>
            <a:r>
              <a:t>D:/pasar_fix/node_modules/.bun/mermaid@11.15.0/node_modules/mermaid/dist/mermaid.core.mjs</a:t>
            </a:r>
          </a:p>
          <a:p>
            <a:pPr>
              <a:defRPr sz="1200"/>
            </a:pPr>
            <a:r>
              <a:t>D:/pasar_fix/node_modules/.bun/mermaid@11.15.0/node_modules/mermaid/dist/mermaid.core.mjs.map</a:t>
            </a:r>
          </a:p>
          <a:p>
            <a:pPr>
              <a:defRPr sz="1200"/>
            </a:pPr>
            <a:r>
              <a:t>D:/pasar_fix/node_modules/.bun/mermaid@11.15.0/node_modules/mermaid/dist/mermaid.d.ts</a:t>
            </a:r>
          </a:p>
          <a:p>
            <a:pPr>
              <a:defRPr sz="1200"/>
            </a:pPr>
            <a:r>
              <a:t>D:/pasar_fix/node_modules/.bun/mermaid@11.15.0/node_modules/mermaid/dist/mermaid.esm.min.mjs</a:t>
            </a:r>
          </a:p>
          <a:p>
            <a:pPr>
              <a:defRPr sz="1200"/>
            </a:pPr>
            <a:r>
              <a:t>D:/pasar_fix/node_modules/.bun/mermaid@11.15.0/node_modules/mermaid/dist/mermaid.esm.min.mjs.map</a:t>
            </a:r>
          </a:p>
          <a:p>
            <a:pPr>
              <a:defRPr sz="1200"/>
            </a:pPr>
            <a:r>
              <a:t>D:/pasar_fix/node_modules/.bun/mermaid@11.15.0/node_modules/mermaid/dist/mermaid.esm.mjs</a:t>
            </a:r>
          </a:p>
          <a:p>
            <a:pPr>
              <a:defRPr sz="1200"/>
            </a:pPr>
            <a:r>
              <a:t>D:/pasar_fix/node_modules/.bun/mermaid@11.15.0/node_modules/mermaid/dist/mermaid.esm.mjs.map</a:t>
            </a:r>
          </a:p>
          <a:p>
            <a:pPr>
              <a:defRPr sz="1200"/>
            </a:pPr>
            <a:r>
              <a:t>D:/pasar_fix/node_modules/.bun/mermaid@11.15.0/node_modules/mermaid/dist/mermaid.js</a:t>
            </a:r>
          </a:p>
          <a:p>
            <a:pPr>
              <a:defRPr sz="1200"/>
            </a:pPr>
            <a:r>
              <a:t>D:/pasar_fix/node_modules/.bun/mermaid@11.15.0/node_modules/mermaid/dist/mermaid.js.map</a:t>
            </a:r>
          </a:p>
          <a:p>
            <a:pPr>
              <a:defRPr sz="1200"/>
            </a:pPr>
            <a:r>
              <a:t>D:/pasar_fix/node_modules/.bun/mermaid@11.15.0/node_modules/mermaid/dist/mermaid.min.js</a:t>
            </a:r>
          </a:p>
          <a:p>
            <a:pPr>
              <a:defRPr sz="1200"/>
            </a:pPr>
            <a:r>
              <a:t>D:/pasar_fix/node_modules/.bun/mermaid@11.15.0/node_modules/mermaid/dist/mermaid.min.js.map</a:t>
            </a:r>
          </a:p>
          <a:p>
            <a:pPr>
              <a:defRPr sz="1200"/>
            </a:pPr>
            <a:r>
              <a:t>D:/pasar_fix/node_modules/.bun/mermaid@11.15.0/node_modules/mermaid/dist/mermaid.spec.d.ts</a:t>
            </a:r>
          </a:p>
          <a:p>
            <a:pPr>
              <a:defRPr sz="1200"/>
            </a:pPr>
            <a:r>
              <a:t>D:/pasar_fix/node_modules/.bun/mermaid@11.15.0/node_modules/mermaid/dist/mermaidAPI.d.ts</a:t>
            </a:r>
          </a:p>
          <a:p>
            <a:pPr>
              <a:defRPr sz="1200"/>
            </a:pPr>
            <a:r>
              <a:t>D:/pasar_fix/node_modules/.bun/mermaid@11.15.0/node_modules/mermaid/dist/mermaidAPI.spec.d.ts</a:t>
            </a:r>
          </a:p>
          <a:p>
            <a:pPr>
              <a:defRPr sz="1200"/>
            </a:pPr>
            <a:r>
              <a:t>D:/pasar_fix/node_modules/.bun/mermaid@11.15.0/node_modules/mermaid/dist/preprocess.d.ts</a:t>
            </a:r>
          </a:p>
          <a:p>
            <a:pPr>
              <a:defRPr sz="1200"/>
            </a:pPr>
            <a:r>
              <a:t>D:/pasar_fix/node_modules/.bun/mermaid@11.15.0/node_modules/mermaid/dist/setupGraphViewbox.d.ts</a:t>
            </a:r>
          </a:p>
          <a:p>
            <a:pPr>
              <a:defRPr sz="1200"/>
            </a:pPr>
            <a:r>
              <a:t>D:/pasar_fix/node_modules/.bun/mermaid@11.15.0/node_modules/mermaid/dist/styles.d.ts</a:t>
            </a:r>
          </a:p>
          <a:p>
            <a:pPr>
              <a:defRPr sz="1200"/>
            </a:pPr>
            <a:r>
              <a:t>D:/pasar_fix/node_modules/.bun/mermaid@11.15.0/node_modules/mermaid/dist/styles.spec.d.ts</a:t>
            </a:r>
          </a:p>
          <a:p>
            <a:pPr>
              <a:defRPr sz="1200"/>
            </a:pPr>
            <a:r>
              <a:t>D:/pasar_fix/node_modules/.bun/mermaid@11.15.0/node_modules/mermaid/dist/types.d.ts</a:t>
            </a:r>
          </a:p>
          <a:p>
            <a:pPr>
              <a:defRPr sz="1200"/>
            </a:pPr>
            <a:r>
              <a:t>D:/pasar_fix/node_modules/.bun/mermaid@11.15.0/node_modules/mermaid/dist/utils.d.ts</a:t>
            </a:r>
          </a:p>
          <a:p>
            <a:pPr>
              <a:defRPr sz="1200"/>
            </a:pPr>
            <a:r>
              <a:t>D:/pasar_fix/node_modules/.bun/mermaid@11.15.0/node_modules/mermaid/dist/utils.spec.d.ts</a:t>
            </a:r>
          </a:p>
          <a:p>
            <a:pPr>
              <a:defRPr sz="1200"/>
            </a:pPr>
            <a:r>
              <a:t>D:/pasar_fix/node_modules/.bun/mermaid@11.15.0/node_modules/mermaid/dist/chunks/mermaid.core/architectureDiagram-3BPJPVTR.mjs</a:t>
            </a:r>
          </a:p>
          <a:p>
            <a:pPr>
              <a:defRPr sz="1200"/>
            </a:pPr>
            <a:r>
              <a:t>D:/pasar_fix/node_modules/.bun/mermaid@11.15.0/node_modules/mermaid/dist/chunks/mermaid.core/architectureDiagram-3BPJPVTR.mjs.map</a:t>
            </a:r>
          </a:p>
          <a:p>
            <a:pPr>
              <a:defRPr sz="1200"/>
            </a:pPr>
            <a:r>
              <a:t>D:/pasar_fix/node_modules/.bun/mermaid@11.15.0/node_modules/mermaid/dist/chunks/mermaid.core/blockDiagram-GPEHLZMM.mjs</a:t>
            </a:r>
          </a:p>
          <a:p>
            <a:pPr>
              <a:defRPr sz="1200"/>
            </a:pPr>
            <a:r>
              <a:t>D:/pasar_fix/node_modules/.bun/mermaid@11.15.0/node_modules/mermaid/dist/chunks/mermaid.core/blockDiagram-GPEHLZMM.mjs.map</a:t>
            </a:r>
          </a:p>
          <a:p>
            <a:pPr>
              <a:defRPr sz="1200"/>
            </a:pPr>
            <a:r>
              <a:t>D:/pasar_fix/node_modules/.bun/mermaid@11.15.0/node_modules/mermaid/dist/chunks/mermaid.core/c4Diagram-AAUBKEIU.mjs</a:t>
            </a:r>
          </a:p>
          <a:p>
            <a:pPr>
              <a:defRPr sz="1200"/>
            </a:pPr>
            <a:r>
              <a:t>D:/pasar_fix/node_modules/.bun/mermaid@11.15.0/node_modules/mermaid/dist/chunks/mermaid.core/c4Diagram-AAUBKEIU.mjs.map</a:t>
            </a:r>
          </a:p>
          <a:p>
            <a:pPr>
              <a:defRPr sz="1200"/>
            </a:pPr>
            <a:r>
              <a:t>D:/pasar_fix/node_modules/.bun/mermaid@11.15.0/node_modules/mermaid/dist/chunks/mermaid.core/chunk-2J33WTMH.mjs</a:t>
            </a:r>
          </a:p>
          <a:p>
            <a:pPr>
              <a:defRPr sz="1200"/>
            </a:pPr>
            <a:r>
              <a:t>D:/pasar_fix/node_modules/.bun/mermaid@11.15.0/node_modules/mermaid/dist/chunks/mermaid.core/chunk-2J33WTMH.mjs.map</a:t>
            </a:r>
          </a:p>
          <a:p>
            <a:pPr>
              <a:defRPr sz="1200"/>
            </a:pPr>
            <a:r>
              <a:t>D:/pasar_fix/node_modules/.bun/mermaid@11.15.0/node_modules/mermaid/dist/chunks/mermaid.core/chunk-3OPIFGDE.mjs</a:t>
            </a:r>
          </a:p>
          <a:p>
            <a:pPr>
              <a:defRPr sz="1200"/>
            </a:pPr>
            <a:r>
              <a:t>D:/pasar_fix/node_modules/.bun/mermaid@11.15.0/node_modules/mermaid/dist/chunks/mermaid.core/chunk-3OPIFGDE.mjs.map</a:t>
            </a:r>
          </a:p>
          <a:p>
            <a:pPr>
              <a:defRPr sz="1200"/>
            </a:pPr>
            <a:r>
              <a:t>D:/pasar_fix/node_modules/.bun/mermaid@11.15.0/node_modules/mermaid/dist/chunks/mermaid.core/chunk-4BX2VUAB.mjs</a:t>
            </a:r>
          </a:p>
          <a:p>
            <a:pPr>
              <a:defRPr sz="1200"/>
            </a:pPr>
            <a:r>
              <a:t>D:/pasar_fix/node_modules/.bun/mermaid@11.15.0/node_modules/mermaid/dist/chunks/mermaid.core/chunk-4BX2VUAB.mjs.map</a:t>
            </a:r>
          </a:p>
          <a:p>
            <a:pPr>
              <a:defRPr sz="1200"/>
            </a:pPr>
            <a:r>
              <a:t>D:/pasar_fix/node_modules/.bun/mermaid@11.15.0/node_modules/mermaid/dist/chunks/mermaid.core/chunk-55IACEB6.mjs</a:t>
            </a:r>
          </a:p>
          <a:p>
            <a:pPr>
              <a:defRPr sz="1200"/>
            </a:pPr>
            <a:r>
              <a:t>D:/pasar_fix/node_modules/.bun/mermaid@11.15.0/node_modules/mermaid/dist/chunks/mermaid.core/chunk-55IACEB6.mjs.map</a:t>
            </a:r>
          </a:p>
          <a:p>
            <a:pPr>
              <a:defRPr sz="1200"/>
            </a:pPr>
            <a:r>
              <a:t>D:/pasar_fix/node_modules/.bun/mermaid@11.15.0/node_modules/mermaid/dist/chunks/mermaid.core/chunk-5ZQYHXKU.mjs</a:t>
            </a:r>
          </a:p>
          <a:p>
            <a:pPr>
              <a:defRPr sz="1200"/>
            </a:pPr>
            <a:r>
              <a:t>D:/pasar_fix/node_modules/.bun/mermaid@11.15.0/node_modules/mermaid/dist/chunks/mermaid.core/chunk-5ZQYHXKU.mjs.map</a:t>
            </a:r>
          </a:p>
          <a:p>
            <a:pPr>
              <a:defRPr sz="1200"/>
            </a:pPr>
            <a:r>
              <a:t>D:/pasar_fix/node_modules/.bun/mermaid@11.15.0/node_modules/mermaid/dist/chunks/mermaid.core/chunk-727SXJPM.mjs</a:t>
            </a:r>
          </a:p>
          <a:p>
            <a:pPr>
              <a:defRPr sz="1200"/>
            </a:pPr>
            <a:r>
              <a:t>D:/pasar_fix/node_modules/.bun/mermaid@11.15.0/node_modules/mermaid/dist/chunks/mermaid.core/chunk-727SXJPM.mjs.map</a:t>
            </a:r>
          </a:p>
          <a:p>
            <a:pPr>
              <a:defRPr sz="1200"/>
            </a:pPr>
            <a:r>
              <a:t>D:/pasar_fix/node_modules/.bun/mermaid@11.15.0/node_modules/mermaid/dist/chunks/mermaid.core/chunk-AGHRB4JF.mjs</a:t>
            </a:r>
          </a:p>
          <a:p>
            <a:pPr>
              <a:defRPr sz="1200"/>
            </a:pPr>
            <a:r>
              <a:t>D:/pasar_fix/node_modules/.bun/mermaid@11.15.0/node_modules/mermaid/dist/chunks/mermaid.core/chunk-AGHRB4JF.mjs.map</a:t>
            </a:r>
          </a:p>
          <a:p>
            <a:pPr>
              <a:defRPr sz="1200"/>
            </a:pPr>
            <a:r>
              <a:t>D:/pasar_fix/node_modules/.bun/mermaid@11.15.0/node_modules/mermaid/dist/chunks/mermaid.core/chunk-AQP2D5EJ.mjs</a:t>
            </a:r>
          </a:p>
          <a:p>
            <a:pPr>
              <a:defRPr sz="1200"/>
            </a:pPr>
            <a:r>
              <a:t>D:/pasar_fix/node_modules/.bun/mermaid@11.15.0/node_modules/mermaid/dist/chunks/mermaid.core/chunk-AQP2D5EJ.mjs.map</a:t>
            </a:r>
          </a:p>
          <a:p>
            <a:pPr>
              <a:defRPr sz="1200"/>
            </a:pPr>
            <a:r>
              <a:t>D:/pasar_fix/node_modules/.bun/mermaid@11.15.0/node_modules/mermaid/dist/chunks/mermaid.core/chunk-BSJP7CBP.mjs</a:t>
            </a:r>
          </a:p>
          <a:p>
            <a:pPr>
              <a:defRPr sz="1200"/>
            </a:pPr>
            <a:r>
              <a:t>D:/pasar_fix/node_modules/.bun/mermaid@11.15.0/node_modules/mermaid/dist/chunks/mermaid.core/chunk-BSJP7CBP.mjs.map</a:t>
            </a:r>
          </a:p>
          <a:p>
            <a:pPr>
              <a:defRPr sz="1200"/>
            </a:pPr>
            <a:r>
              <a:t>D:/pasar_fix/node_modules/.bun/mermaid@11.15.0/node_modules/mermaid/dist/chunks/mermaid.core/chunk-CSCIHK7Q.mjs</a:t>
            </a:r>
          </a:p>
          <a:p>
            <a:pPr>
              <a:defRPr sz="1200"/>
            </a:pPr>
            <a:r>
              <a:t>D:/pasar_fix/node_modules/.bun/mermaid@11.15.0/node_modules/mermaid/dist/chunks/mermaid.core/chunk-CSCIHK7Q.mjs.map</a:t>
            </a:r>
          </a:p>
          <a:p>
            <a:pPr>
              <a:defRPr sz="1200"/>
            </a:pPr>
            <a:r>
              <a:t>D:/pasar_fix/node_modules/.bun/mermaid@11.15.0/node_modules/mermaid/dist/chunks/mermaid.core/chunk-FMBD7UC4.mjs</a:t>
            </a:r>
          </a:p>
          <a:p>
            <a:pPr>
              <a:defRPr sz="1200"/>
            </a:pPr>
            <a:r>
              <a:t>D:/pasar_fix/node_modules/.bun/mermaid@11.15.0/node_modules/mermaid/dist/chunks/mermaid.core/chunk-FMBD7UC4.mjs.map</a:t>
            </a:r>
          </a:p>
          <a:p>
            <a:pPr>
              <a:defRPr sz="1200"/>
            </a:pPr>
            <a:r>
              <a:t>D:/pasar_fix/node_modules/.bun/mermaid@11.15.0/node_modules/mermaid/dist/chunks/mermaid.core/chunk-KSCS5N6A.mjs</a:t>
            </a:r>
          </a:p>
          <a:p>
            <a:pPr>
              <a:defRPr sz="1200"/>
            </a:pPr>
            <a:r>
              <a:t>D:/pasar_fix/node_modules/.bun/mermaid@11.15.0/node_modules/mermaid/dist/chunks/mermaid.core/chunk-KSCS5N6A.mjs.map</a:t>
            </a:r>
          </a:p>
          <a:p>
            <a:pPr>
              <a:defRPr sz="1200"/>
            </a:pPr>
            <a:r>
              <a:t>D:/pasar_fix/node_modules/.bun/mermaid@11.15.0/node_modules/mermaid/dist/chunks/mermaid.core/chunk-L5ZTLDWV.mjs</a:t>
            </a:r>
          </a:p>
          <a:p>
            <a:pPr>
              <a:defRPr sz="1200"/>
            </a:pPr>
            <a:r>
              <a:t>D:/pasar_fix/node_modules/.bun/mermaid@11.15.0/node_modules/mermaid/dist/chunks/mermaid.core/chunk-L5ZTLDWV.mjs.map</a:t>
            </a:r>
          </a:p>
          <a:p>
            <a:pPr>
              <a:defRPr sz="1200"/>
            </a:pPr>
            <a:r>
              <a:t>D:/pasar_fix/node_modules/.bun/mermaid@11.15.0/node_modules/mermaid/dist/chunks/mermaid.core/chunk-LZXEDZCA.mjs</a:t>
            </a:r>
          </a:p>
          <a:p>
            <a:pPr>
              <a:defRPr sz="1200"/>
            </a:pPr>
            <a:r>
              <a:t>D:/pasar_fix/node_modules/.bun/mermaid@11.15.0/node_modules/mermaid/dist/chunks/mermaid.core/chunk-LZXEDZCA.mjs.map</a:t>
            </a:r>
          </a:p>
          <a:p>
            <a:pPr>
              <a:defRPr sz="1200"/>
            </a:pPr>
            <a:r>
              <a:t>D:/pasar_fix/node_modules/.bun/mermaid@11.15.0/node_modules/mermaid/dist/chunks/mermaid.core/chunk-ND2GUHAM.mjs</a:t>
            </a:r>
          </a:p>
          <a:p>
            <a:pPr>
              <a:defRPr sz="1200"/>
            </a:pPr>
            <a:r>
              <a:t>D:/pasar_fix/node_modules/.bun/mermaid@11.15.0/node_modules/mermaid/dist/chunks/mermaid.core/chunk-ND2GUHAM.mjs.map</a:t>
            </a:r>
          </a:p>
          <a:p>
            <a:pPr>
              <a:defRPr sz="1200"/>
            </a:pPr>
            <a:r>
              <a:t>D:/pasar_fix/node_modules/.bun/mermaid@11.15.0/node_modules/mermaid/dist/chunks/mermaid.core/chunk-NZK2D7GU.mjs</a:t>
            </a:r>
          </a:p>
          <a:p>
            <a:pPr>
              <a:defRPr sz="1200"/>
            </a:pPr>
            <a:r>
              <a:t>D:/pasar_fix/node_modules/.bun/mermaid@11.15.0/node_modules/mermaid/dist/chunks/mermaid.core/chunk-NZK2D7GU.mjs.map</a:t>
            </a:r>
          </a:p>
          <a:p>
            <a:pPr>
              <a:defRPr sz="1200"/>
            </a:pPr>
            <a:r>
              <a:t>D:/pasar_fix/node_modules/.bun/mermaid@11.15.0/node_modules/mermaid/dist/chunks/mermaid.core/chunk-O5CBEL6O.mjs</a:t>
            </a:r>
          </a:p>
          <a:p>
            <a:pPr>
              <a:defRPr sz="1200"/>
            </a:pPr>
            <a:r>
              <a:t>D:/pasar_fix/node_modules/.bun/mermaid@11.15.0/node_modules/mermaid/dist/chunks/mermaid.core/chunk-O5CBEL6O.mjs.map</a:t>
            </a:r>
          </a:p>
          <a:p>
            <a:pPr>
              <a:defRPr sz="1200"/>
            </a:pPr>
            <a:r>
              <a:t>D:/pasar_fix/node_modules/.bun/mermaid@11.15.0/node_modules/mermaid/dist/chunks/mermaid.core/chunk-QZHKN3VN.mjs</a:t>
            </a:r>
          </a:p>
          <a:p>
            <a:pPr>
              <a:defRPr sz="1200"/>
            </a:pPr>
            <a:r>
              <a:t>D:/pasar_fix/node_modules/.bun/mermaid@11.15.0/node_modules/mermaid/dist/chunks/mermaid.core/chunk-QZHKN3VN.mjs.map</a:t>
            </a:r>
          </a:p>
          <a:p>
            <a:pPr>
              <a:defRPr sz="1200"/>
            </a:pPr>
            <a:r>
              <a:t>D:/pasar_fix/node_modules/.bun/mermaid@11.15.0/node_modules/mermaid/dist/chunks/mermaid.core/chunk-WU5MYG2G.mjs</a:t>
            </a:r>
          </a:p>
          <a:p>
            <a:pPr>
              <a:defRPr sz="1200"/>
            </a:pPr>
            <a:r>
              <a:t>D:/pasar_fix/node_modules/.bun/mermaid@11.15.0/node_modules/mermaid/dist/chunks/mermaid.core/chunk-WU5MYG2G.mjs.map</a:t>
            </a:r>
          </a:p>
          <a:p>
            <a:pPr>
              <a:defRPr sz="1200"/>
            </a:pPr>
            <a:r>
              <a:t>D:/pasar_fix/node_modules/.bun/mermaid@11.15.0/node_modules/mermaid/dist/chunks/mermaid.core/chunk-XPW4576I.mjs</a:t>
            </a:r>
          </a:p>
          <a:p>
            <a:pPr>
              <a:defRPr sz="1200"/>
            </a:pPr>
            <a:r>
              <a:t>D:/pasar_fix/node_modules/.bun/mermaid@11.15.0/node_modules/mermaid/dist/chunks/mermaid.core/chunk-XPW4576I.mjs.map</a:t>
            </a:r>
          </a:p>
          <a:p>
            <a:pPr>
              <a:defRPr sz="1200"/>
            </a:pPr>
            <a:r>
              <a:t>D:/pasar_fix/node_modules/.bun/mermaid@11.15.0/node_modules/mermaid/dist/chunks/mermaid.core/classDiagram-4FO5ZUOK.mjs</a:t>
            </a:r>
          </a:p>
          <a:p>
            <a:pPr>
              <a:defRPr sz="1200"/>
            </a:pPr>
            <a:r>
              <a:t>D:/pasar_fix/node_modules/.bun/mermaid@11.15.0/node_modules/mermaid/dist/chunks/mermaid.core/classDiagram-4FO5ZUOK.mjs.map</a:t>
            </a:r>
          </a:p>
          <a:p>
            <a:pPr>
              <a:defRPr sz="1200"/>
            </a:pPr>
            <a:r>
              <a:t>D:/pasar_fix/node_modules/.bun/mermaid@11.15.0/node_modules/mermaid/dist/chunks/mermaid.core/classDiagram-v2-Q7XG4LA2.mjs</a:t>
            </a:r>
          </a:p>
          <a:p>
            <a:pPr>
              <a:defRPr sz="1200"/>
            </a:pPr>
            <a:r>
              <a:t>D:/pasar_fix/node_modules/.bun/mermaid@11.15.0/node_modules/mermaid/dist/chunks/mermaid.core/classDiagram-v2-Q7XG4LA2.mjs.map</a:t>
            </a:r>
          </a:p>
          <a:p>
            <a:pPr>
              <a:defRPr sz="1200"/>
            </a:pPr>
            <a:r>
              <a:t>D:/pasar_fix/node_modules/.bun/mermaid@11.15.0/node_modules/mermaid/dist/chunks/mermaid.core/cose-bilkent-S5V4N54A.mjs</a:t>
            </a:r>
          </a:p>
          <a:p>
            <a:pPr>
              <a:defRPr sz="1200"/>
            </a:pPr>
            <a:r>
              <a:t>D:/pasar_fix/node_modules/.bun/mermaid@11.15.0/node_modules/mermaid/dist/chunks/mermaid.core/cose-bilkent-S5V4N54A.mjs.map</a:t>
            </a:r>
          </a:p>
          <a:p>
            <a:pPr>
              <a:defRPr sz="1200"/>
            </a:pPr>
            <a:r>
              <a:t>D:/pasar_fix/node_modules/.bun/mermaid@11.15.0/node_modules/mermaid/dist/chunks/mermaid.core/dagre-BM42HDAG.mjs</a:t>
            </a:r>
          </a:p>
          <a:p>
            <a:pPr>
              <a:defRPr sz="1200"/>
            </a:pPr>
            <a:r>
              <a:t>D:/pasar_fix/node_modules/.bun/mermaid@11.15.0/node_modules/mermaid/dist/chunks/mermaid.core/dagre-BM42HDAG.mjs.map</a:t>
            </a:r>
          </a:p>
          <a:p>
            <a:pPr>
              <a:defRPr sz="1200"/>
            </a:pPr>
            <a:r>
              <a:t>D:/pasar_fix/node_modules/.bun/mermaid@11.15.0/node_modules/mermaid/dist/chunks/mermaid.core/diagram-2AECGRRQ.mjs</a:t>
            </a:r>
          </a:p>
          <a:p>
            <a:pPr>
              <a:defRPr sz="1200"/>
            </a:pPr>
            <a:r>
              <a:t>D:/pasar_fix/node_modules/.bun/mermaid@11.15.0/node_modules/mermaid/dist/chunks/mermaid.core/diagram-2AECGRRQ.mjs.map</a:t>
            </a:r>
          </a:p>
          <a:p>
            <a:pPr>
              <a:defRPr sz="1200"/>
            </a:pPr>
            <a:r>
              <a:t>D:/pasar_fix/node_modules/.bun/mermaid@11.15.0/node_modules/mermaid/dist/chunks/mermaid.core/diagram-5GNKFQAL.mjs</a:t>
            </a:r>
          </a:p>
          <a:p>
            <a:pPr>
              <a:defRPr sz="1200"/>
            </a:pPr>
            <a:r>
              <a:t>D:/pasar_fix/node_modules/.bun/mermaid@11.15.0/node_modules/mermaid/dist/chunks/mermaid.core/diagram-5GNKFQAL.mjs.map</a:t>
            </a:r>
          </a:p>
          <a:p>
            <a:pPr>
              <a:defRPr sz="1200"/>
            </a:pPr>
            <a:r>
              <a:t>D:/pasar_fix/node_modules/.bun/mermaid@11.15.0/node_modules/mermaid/dist/chunks/mermaid.core/diagram-KO2AKTUF.mjs</a:t>
            </a:r>
          </a:p>
          <a:p>
            <a:pPr>
              <a:defRPr sz="1200"/>
            </a:pPr>
            <a:r>
              <a:t>D:/pasar_fix/node_modules/.bun/mermaid@11.15.0/node_modules/mermaid/dist/chunks/mermaid.core/diagram-KO2AKTUF.mjs.map</a:t>
            </a:r>
          </a:p>
          <a:p>
            <a:pPr>
              <a:defRPr sz="1200"/>
            </a:pPr>
            <a:r>
              <a:t>D:/pasar_fix/node_modules/.bun/mermaid@11.15.0/node_modules/mermaid/dist/chunks/mermaid.core/diagram-LMA3HP47.mjs</a:t>
            </a:r>
          </a:p>
          <a:p>
            <a:pPr>
              <a:defRPr sz="1200"/>
            </a:pPr>
            <a:r>
              <a:t>D:/pasar_fix/node_modules/.bun/mermaid@11.15.0/node_modules/mermaid/dist/chunks/mermaid.core/diagram-LMA3HP47.mjs.map</a:t>
            </a:r>
          </a:p>
          <a:p>
            <a:pPr>
              <a:defRPr sz="1200"/>
            </a:pPr>
            <a:r>
              <a:t>D:/pasar_fix/node_modules/.bun/mermaid@11.15.0/node_modules/mermaid/dist/chunks/mermaid.core/diagram-OG6HWLK6.mjs</a:t>
            </a:r>
          </a:p>
          <a:p>
            <a:pPr>
              <a:defRPr sz="1200"/>
            </a:pPr>
            <a:r>
              <a:t>D:/pasar_fix/node_modules/.bun/mermaid@11.15.0/node_modules/mermaid/dist/chunks/mermaid.core/diagram-OG6HWLK6.mjs.map</a:t>
            </a:r>
          </a:p>
          <a:p>
            <a:pPr>
              <a:defRPr sz="1200"/>
            </a:pPr>
            <a:r>
              <a:t>D:/pasar_fix/node_modules/.bun/mermaid@11.15.0/node_modules/mermaid/dist/chunks/mermaid.core/erDiagram-TEJ5UH35.mjs</a:t>
            </a:r>
          </a:p>
          <a:p>
            <a:pPr>
              <a:defRPr sz="1200"/>
            </a:pPr>
            <a:r>
              <a:t>D:/pasar_fix/node_modules/.bun/mermaid@11.15.0/node_modules/mermaid/dist/chunks/mermaid.core/erDiagram-TEJ5UH35.mjs.map</a:t>
            </a:r>
          </a:p>
          <a:p>
            <a:pPr>
              <a:defRPr sz="1200"/>
            </a:pPr>
            <a:r>
              <a:t>D:/pasar_fix/node_modules/.bun/mermaid@11.15.0/node_modules/mermaid/dist/chunks/mermaid.core/flowDiagram-I6XJVG4X.mjs</a:t>
            </a:r>
          </a:p>
          <a:p>
            <a:pPr>
              <a:defRPr sz="1200"/>
            </a:pPr>
            <a:r>
              <a:t>D:/pasar_fix/node_modules/.bun/mermaid@11.15.0/node_modules/mermaid/dist/chunks/mermaid.core/flowDiagram-I6XJVG4X.mjs.map</a:t>
            </a:r>
          </a:p>
          <a:p>
            <a:pPr>
              <a:defRPr sz="1200"/>
            </a:pPr>
            <a:r>
              <a:t>D:/pasar_fix/node_modules/.bun/mermaid@11.15.0/node_modules/mermaid/dist/chunks/mermaid.core/ganttDiagram-6RSMTGT7.mjs</a:t>
            </a:r>
          </a:p>
          <a:p>
            <a:pPr>
              <a:defRPr sz="1200"/>
            </a:pPr>
            <a:r>
              <a:t>D:/pasar_fix/node_modules/.bun/mermaid@11.15.0/node_modules/mermaid/dist/chunks/mermaid.core/ganttDiagram-6RSMTGT7.mjs.map</a:t>
            </a:r>
          </a:p>
          <a:p>
            <a:pPr>
              <a:defRPr sz="1200"/>
            </a:pPr>
            <a:r>
              <a:t>D:/pasar_fix/node_modules/.bun/mermaid@11.15.0/node_modules/mermaid/dist/chunks/mermaid.core/gitGraphDiagram-PVQCEYII.mjs</a:t>
            </a:r>
          </a:p>
          <a:p>
            <a:pPr>
              <a:defRPr sz="1200"/>
            </a:pPr>
            <a:r>
              <a:t>D:/pasar_fix/node_modules/.bun/mermaid@11.15.0/node_modules/mermaid/dist/chunks/mermaid.core/gitGraphDiagram-PVQCEYII.mjs.map</a:t>
            </a:r>
          </a:p>
          <a:p>
            <a:pPr>
              <a:defRPr sz="1200"/>
            </a:pPr>
            <a:r>
              <a:t>D:/pasar_fix/node_modules/.bun/mermaid@11.15.0/node_modules/mermaid/dist/chunks/mermaid.core/infoDiagram-5YYISTIA.mjs</a:t>
            </a:r>
          </a:p>
          <a:p>
            <a:pPr>
              <a:defRPr sz="1200"/>
            </a:pPr>
            <a:r>
              <a:t>D:/pasar_fix/node_modules/.bun/mermaid@11.15.0/node_modules/mermaid/dist/chunks/mermaid.core/infoDiagram-5YYISTIA.mjs.map</a:t>
            </a:r>
          </a:p>
          <a:p>
            <a:pPr>
              <a:defRPr sz="1200"/>
            </a:pPr>
            <a:r>
              <a:t>D:/pasar_fix/node_modules/.bun/mermaid@11.15.0/node_modules/mermaid/dist/chunks/mermaid.core/ishikawaDiagram-YF4QCWOH.mjs</a:t>
            </a:r>
          </a:p>
          <a:p>
            <a:pPr>
              <a:defRPr sz="1200"/>
            </a:pPr>
            <a:r>
              <a:t>D:/pasar_fix/node_modules/.bun/mermaid@11.15.0/node_modules/mermaid/dist/chunks/mermaid.core/ishikawaDiagram-YF4QCWOH.mjs.map</a:t>
            </a:r>
          </a:p>
          <a:p>
            <a:pPr>
              <a:defRPr sz="1200"/>
            </a:pPr>
            <a:r>
              <a:t>D:/pasar_fix/node_modules/.bun/mermaid@11.15.0/node_modules/mermaid/dist/chunks/mermaid.core/journeyDiagram-JHISSGLW.mjs</a:t>
            </a:r>
          </a:p>
          <a:p>
            <a:pPr>
              <a:defRPr sz="1200"/>
            </a:pPr>
            <a:r>
              <a:t>D:/pasar_fix/node_modules/.bun/mermaid@11.15.0/node_modules/mermaid/dist/chunks/mermaid.core/journeyDiagram-JHISSGLW.mjs.map</a:t>
            </a:r>
          </a:p>
          <a:p>
            <a:pPr>
              <a:defRPr sz="1200"/>
            </a:pPr>
            <a:r>
              <a:t>D:/pasar_fix/node_modules/.bun/mermaid@11.15.0/node_modules/mermaid/dist/chunks/mermaid.core/kanban-definition-UN3LZRKU.mjs</a:t>
            </a:r>
          </a:p>
          <a:p>
            <a:pPr>
              <a:defRPr sz="1200"/>
            </a:pPr>
            <a:r>
              <a:t>D:/pasar_fix/node_modules/.bun/mermaid@11.15.0/node_modules/mermaid/dist/chunks/mermaid.core/kanban-definition-UN3LZRKU.mjs.map</a:t>
            </a:r>
          </a:p>
          <a:p>
            <a:pPr>
              <a:defRPr sz="1200"/>
            </a:pPr>
            <a:r>
              <a:t>D:/pasar_fix/node_modules/.bun/mermaid@11.15.0/node_modules/mermaid/dist/chunks/mermaid.core/mindmap-definition-RKZ34NQL.mjs</a:t>
            </a:r>
          </a:p>
          <a:p>
            <a:pPr>
              <a:defRPr sz="1200"/>
            </a:pPr>
            <a:r>
              <a:t>D:/pasar_fix/node_modules/.bun/mermaid@11.15.0/node_modules/mermaid/dist/chunks/mermaid.core/mindmap-definition-RKZ34NQL.mjs.map</a:t>
            </a:r>
          </a:p>
          <a:p>
            <a:pPr>
              <a:defRPr sz="1200"/>
            </a:pPr>
            <a:r>
              <a:t>D:/pasar_fix/node_modules/.bun/mermaid@11.15.0/node_modules/mermaid/dist/chunks/mermaid.core/pieDiagram-4H26LBE5.mjs</a:t>
            </a:r>
          </a:p>
          <a:p>
            <a:pPr>
              <a:defRPr sz="1200"/>
            </a:pPr>
            <a:r>
              <a:t>D:/pasar_fix/node_modules/.bun/mermaid@11.15.0/node_modules/mermaid/dist/chunks/mermaid.core/pieDiagram-4H26LBE5.mjs.map</a:t>
            </a:r>
          </a:p>
          <a:p>
            <a:pPr>
              <a:defRPr sz="1200"/>
            </a:pPr>
            <a:r>
              <a:t>D:/pasar_fix/node_modules/.bun/mermaid@11.15.0/node_modules/mermaid/dist/chunks/mermaid.core/quadrantDiagram-W4KKPZXB.mjs</a:t>
            </a:r>
          </a:p>
          <a:p>
            <a:pPr>
              <a:defRPr sz="1200"/>
            </a:pPr>
            <a:r>
              <a:t>D:/pasar_fix/node_modules/.bun/mermaid@11.15.0/node_modules/mermaid/dist/chunks/mermaid.core/quadrantDiagram-W4KKPZXB.mjs.map</a:t>
            </a:r>
          </a:p>
          <a:p>
            <a:pPr>
              <a:defRPr sz="1200"/>
            </a:pPr>
            <a:r>
              <a:t>D:/pasar_fix/node_modules/.bun/mermaid@11.15.0/node_modules/mermaid/dist/chunks/mermaid.core/requirementDiagram-4Y6WPE33.mjs</a:t>
            </a:r>
          </a:p>
          <a:p>
            <a:pPr>
              <a:defRPr sz="1200"/>
            </a:pPr>
            <a:r>
              <a:t>D:/pasar_fix/node_modules/.bun/mermaid@11.15.0/node_modules/mermaid/dist/chunks/mermaid.core/requirementDiagram-4Y6WPE33.mjs.map</a:t>
            </a:r>
          </a:p>
          <a:p>
            <a:pPr>
              <a:defRPr sz="1200"/>
            </a:pPr>
            <a:r>
              <a:t>D:/pasar_fix/node_modules/.bun/mermaid@11.15.0/node_modules/mermaid/dist/chunks/mermaid.core/sankeyDiagram-5OEKKPKP.mjs</a:t>
            </a:r>
          </a:p>
          <a:p>
            <a:pPr>
              <a:defRPr sz="1200"/>
            </a:pPr>
            <a:r>
              <a:t>D:/pasar_fix/node_modules/.bun/mermaid@11.15.0/node_modules/mermaid/dist/chunks/mermaid.core/sankeyDiagram-5OEKKPKP.mjs.map</a:t>
            </a:r>
          </a:p>
          <a:p>
            <a:pPr>
              <a:defRPr sz="1200"/>
            </a:pPr>
            <a:r>
              <a:t>D:/pasar_fix/node_modules/.bun/mermaid@11.15.0/node_modules/mermaid/dist/chunks/mermaid.core/sequenceDiagram-3UESZ5HK.mjs</a:t>
            </a:r>
          </a:p>
          <a:p>
            <a:pPr>
              <a:defRPr sz="1200"/>
            </a:pPr>
            <a:r>
              <a:t>D:/pasar_fix/node_modules/.bun/mermaid@11.15.0/node_modules/mermaid/dist/chunks/mermaid.core/sequenceDiagram-3UESZ5HK.mjs.map</a:t>
            </a:r>
          </a:p>
          <a:p>
            <a:pPr>
              <a:defRPr sz="1200"/>
            </a:pPr>
            <a:r>
              <a:t>D:/pasar_fix/node_modules/.bun/mermaid@11.15.0/node_modules/mermaid/dist/chunks/mermaid.core/stateDiagram-AJRCARHV.mjs</a:t>
            </a:r>
          </a:p>
          <a:p>
            <a:pPr>
              <a:defRPr sz="1200"/>
            </a:pPr>
            <a:r>
              <a:t>D:/pasar_fix/node_modules/.bun/mermaid@11.15.0/node_modules/mermaid/dist/chunks/mermaid.core/stateDiagram-AJRCARHV.mjs.map</a:t>
            </a:r>
          </a:p>
          <a:p>
            <a:pPr>
              <a:defRPr sz="1200"/>
            </a:pPr>
            <a:r>
              <a:t>D:/pasar_fix/node_modules/.bun/mermaid@11.15.0/node_modules/mermaid/dist/chunks/mermaid.core/stateDiagram-v2-BHNVJYJU.mjs</a:t>
            </a:r>
          </a:p>
          <a:p>
            <a:pPr>
              <a:defRPr sz="1200"/>
            </a:pPr>
            <a:r>
              <a:t>D:/pasar_fix/node_modules/.bun/mermaid@11.15.0/node_modules/mermaid/dist/chunks/mermaid.core/stateDiagram-v2-BHNVJYJU.mjs.map</a:t>
            </a:r>
          </a:p>
          <a:p>
            <a:pPr>
              <a:defRPr sz="1200"/>
            </a:pPr>
            <a:r>
              <a:t>D:/pasar_fix/node_modules/.bun/mermaid@11.15.0/node_modules/mermaid/dist/chunks/mermaid.core/timeline-definition-PNZ67QCA.mjs</a:t>
            </a:r>
          </a:p>
          <a:p>
            <a:pPr>
              <a:defRPr sz="1200"/>
            </a:pPr>
            <a:r>
              <a:t>D:/pasar_fix/node_modules/.bun/mermaid@11.15.0/node_modules/mermaid/dist/chunks/mermaid.core/timeline-definition-PNZ67QCA.mjs.map</a:t>
            </a:r>
          </a:p>
          <a:p>
            <a:pPr>
              <a:defRPr sz="1200"/>
            </a:pPr>
            <a:r>
              <a:t>D:/pasar_fix/node_modules/.bun/mermaid@11.15.0/node_modules/mermaid/dist/chunks/mermaid.core/vennDiagram-CIIHVFJN.mjs</a:t>
            </a:r>
          </a:p>
          <a:p>
            <a:pPr>
              <a:defRPr sz="1200"/>
            </a:pPr>
            <a:r>
              <a:t>D:/pasar_fix/node_modules/.bun/mermaid@11.15.0/node_modules/mermaid/dist/chunks/mermaid.core/vennDiagram-CIIHVFJN.mjs.map</a:t>
            </a:r>
          </a:p>
          <a:p>
            <a:pPr>
              <a:defRPr sz="1200"/>
            </a:pPr>
            <a:r>
              <a:t>D:/pasar_fix/node_modules/.bun/mermaid@11.15.0/node_modules/mermaid/dist/chunks/mermaid.core/wardleyDiagram-YWT4CUSO.mjs</a:t>
            </a:r>
          </a:p>
          <a:p>
            <a:pPr>
              <a:defRPr sz="1200"/>
            </a:pPr>
            <a:r>
              <a:t>D:/pasar_fix/node_modules/.bun/mermaid@11.15.0/node_modules/mermaid/dist/chunks/mermaid.core/wardleyDiagram-YWT4CUSO.mjs.map</a:t>
            </a:r>
          </a:p>
          <a:p>
            <a:pPr>
              <a:defRPr sz="1200"/>
            </a:pPr>
            <a:r>
              <a:t>D:/pasar_fix/node_modules/.bun/mermaid@11.15.0/node_modules/mermaid/dist/chunks/mermaid.core/xychartDiagram-2RQKCTM6.mjs</a:t>
            </a:r>
          </a:p>
          <a:p>
            <a:pPr>
              <a:defRPr sz="1200"/>
            </a:pPr>
            <a:r>
              <a:t>D:/pasar_fix/node_modules/.bun/mermaid@11.15.0/node_modules/mermaid/dist/chunks/mermaid.core/xychartDiagram-2RQKCTM6.mjs.map</a:t>
            </a:r>
          </a:p>
          <a:p>
            <a:pPr>
              <a:defRPr sz="1200"/>
            </a:pPr>
            <a:r>
              <a:t>D:/pasar_fix/node_modules/.bun/mermaid@11.15.0/node_modules/mermaid/dist/chunks/mermaid.esm/architecture-7EHR7CIX-OP562TCL.mjs</a:t>
            </a:r>
          </a:p>
          <a:p>
            <a:pPr>
              <a:defRPr sz="1200"/>
            </a:pPr>
            <a:r>
              <a:t>D:/pasar_fix/node_modules/.bun/mermaid@11.15.0/node_modules/mermaid/dist/chunks/mermaid.esm/architecture-7EHR7CIX-OP562TCL.mjs.map</a:t>
            </a:r>
          </a:p>
          <a:p>
            <a:pPr>
              <a:defRPr sz="1200"/>
            </a:pPr>
            <a:r>
              <a:t>D:/pasar_fix/node_modules/.bun/mermaid@11.15.0/node_modules/mermaid/dist/chunks/mermaid.esm/architectureDiagram-BSNNHI6N.mjs</a:t>
            </a:r>
          </a:p>
          <a:p>
            <a:pPr>
              <a:defRPr sz="1200"/>
            </a:pPr>
            <a:r>
              <a:t>D:/pasar_fix/node_modules/.bun/mermaid@11.15.0/node_modules/mermaid/dist/chunks/mermaid.esm/architectureDiagram-BSNNHI6N.mjs.map</a:t>
            </a:r>
          </a:p>
          <a:p>
            <a:pPr>
              <a:defRPr sz="1200"/>
            </a:pPr>
            <a:r>
              <a:t>D:/pasar_fix/node_modules/.bun/mermaid@11.15.0/node_modules/mermaid/dist/chunks/mermaid.esm/blockDiagram-DM4EUEQ4.mjs</a:t>
            </a:r>
          </a:p>
          <a:p>
            <a:pPr>
              <a:defRPr sz="1200"/>
            </a:pPr>
            <a:r>
              <a:t>D:/pasar_fix/node_modules/.bun/mermaid@11.15.0/node_modules/mermaid/dist/chunks/mermaid.esm/blockDiagram-DM4EUEQ4.mjs.map</a:t>
            </a:r>
          </a:p>
          <a:p>
            <a:pPr>
              <a:defRPr sz="1200"/>
            </a:pPr>
            <a:r>
              <a:t>D:/pasar_fix/node_modules/.bun/mermaid@11.15.0/node_modules/mermaid/dist/chunks/mermaid.esm/c4Diagram-MWKDPP7W.mjs</a:t>
            </a:r>
          </a:p>
          <a:p>
            <a:pPr>
              <a:defRPr sz="1200"/>
            </a:pPr>
            <a:r>
              <a:t>D:/pasar_fix/node_modules/.bun/mermaid@11.15.0/node_modules/mermaid/dist/chunks/mermaid.esm/c4Diagram-MWKDPP7W.mjs.map</a:t>
            </a:r>
          </a:p>
          <a:p>
            <a:pPr>
              <a:defRPr sz="1200"/>
            </a:pPr>
            <a:r>
              <a:t>D:/pasar_fix/node_modules/.bun/mermaid@11.15.0/node_modules/mermaid/dist/chunks/mermaid.esm/chunk-234R4QNB.mjs</a:t>
            </a:r>
          </a:p>
          <a:p>
            <a:pPr>
              <a:defRPr sz="1200"/>
            </a:pPr>
            <a:r>
              <a:t>D:/pasar_fix/node_modules/.bun/mermaid@11.15.0/node_modules/mermaid/dist/chunks/mermaid.esm/chunk-234R4QNB.mjs.map</a:t>
            </a:r>
          </a:p>
          <a:p>
            <a:pPr>
              <a:defRPr sz="1200"/>
            </a:pPr>
            <a:r>
              <a:t>D:/pasar_fix/node_modules/.bun/mermaid@11.15.0/node_modules/mermaid/dist/chunks/mermaid.esm/chunk-2ENXBMWA.mjs</a:t>
            </a:r>
          </a:p>
          <a:p>
            <a:pPr>
              <a:defRPr sz="1200"/>
            </a:pPr>
            <a:r>
              <a:t>D:/pasar_fix/node_modules/.bun/mermaid@11.15.0/node_modules/mermaid/dist/chunks/mermaid.esm/chunk-2ENXBMWA.mjs.map</a:t>
            </a:r>
          </a:p>
          <a:p>
            <a:pPr>
              <a:defRPr sz="1200"/>
            </a:pPr>
            <a:r>
              <a:t>D:/pasar_fix/node_modules/.bun/mermaid@11.15.0/node_modules/mermaid/dist/chunks/mermaid.esm/chunk-3O5MS6M4.mjs</a:t>
            </a:r>
          </a:p>
          <a:p>
            <a:pPr>
              <a:defRPr sz="1200"/>
            </a:pPr>
            <a:r>
              <a:t>D:/pasar_fix/node_modules/.bun/mermaid@11.15.0/node_modules/mermaid/dist/chunks/mermaid.esm/chunk-3O5MS6M4.mjs.map</a:t>
            </a:r>
          </a:p>
          <a:p>
            <a:pPr>
              <a:defRPr sz="1200"/>
            </a:pPr>
            <a:r>
              <a:t>D:/pasar_fix/node_modules/.bun/mermaid@11.15.0/node_modules/mermaid/dist/chunks/mermaid.esm/chunk-6ZKBGPIT.mjs</a:t>
            </a:r>
          </a:p>
          <a:p>
            <a:pPr>
              <a:defRPr sz="1200"/>
            </a:pPr>
            <a:r>
              <a:t>D:/pasar_fix/node_modules/.bun/mermaid@11.15.0/node_modules/mermaid/dist/chunks/mermaid.esm/chunk-6ZKBGPIT.mjs.map</a:t>
            </a:r>
          </a:p>
          <a:p>
            <a:pPr>
              <a:defRPr sz="1200"/>
            </a:pPr>
            <a:r>
              <a:t>D:/pasar_fix/node_modules/.bun/mermaid@11.15.0/node_modules/mermaid/dist/chunks/mermaid.esm/chunk-7723GVCQ.mjs</a:t>
            </a:r>
          </a:p>
          <a:p>
            <a:pPr>
              <a:defRPr sz="1200"/>
            </a:pPr>
            <a:r>
              <a:t>D:/pasar_fix/node_modules/.bun/mermaid@11.15.0/node_modules/mermaid/dist/chunks/mermaid.esm/chunk-7723GVCQ.mjs.map</a:t>
            </a:r>
          </a:p>
          <a:p>
            <a:pPr>
              <a:defRPr sz="1200"/>
            </a:pPr>
            <a:r>
              <a:t>D:/pasar_fix/node_modules/.bun/mermaid@11.15.0/node_modules/mermaid/dist/chunks/mermaid.esm/chunk-7TFACZ55.mjs</a:t>
            </a:r>
          </a:p>
          <a:p>
            <a:pPr>
              <a:defRPr sz="1200"/>
            </a:pPr>
            <a:r>
              <a:t>D:/pasar_fix/node_modules/.bun/mermaid@11.15.0/node_modules/mermaid/dist/chunks/mermaid.esm/chunk-7TFACZ55.mjs.map</a:t>
            </a:r>
          </a:p>
          <a:p>
            <a:pPr>
              <a:defRPr sz="1200"/>
            </a:pPr>
            <a:r>
              <a:t>D:/pasar_fix/node_modules/.bun/mermaid@11.15.0/node_modules/mermaid/dist/chunks/mermaid.esm/chunk-BBDM4ZFP.mjs</a:t>
            </a:r>
          </a:p>
          <a:p>
            <a:pPr>
              <a:defRPr sz="1200"/>
            </a:pPr>
            <a:r>
              <a:t>D:/pasar_fix/node_modules/.bun/mermaid@11.15.0/node_modules/mermaid/dist/chunks/mermaid.esm/chunk-BBDM4ZFP.mjs.map</a:t>
            </a:r>
          </a:p>
          <a:p>
            <a:pPr>
              <a:defRPr sz="1200"/>
            </a:pPr>
            <a:r>
              <a:t>D:/pasar_fix/node_modules/.bun/mermaid@11.15.0/node_modules/mermaid/dist/chunks/mermaid.esm/chunk-BSZA5ISF.mjs</a:t>
            </a:r>
          </a:p>
          <a:p>
            <a:pPr>
              <a:defRPr sz="1200"/>
            </a:pPr>
            <a:r>
              <a:t>D:/pasar_fix/node_modules/.bun/mermaid@11.15.0/node_modules/mermaid/dist/chunks/mermaid.esm/chunk-BSZA5ISF.mjs.map</a:t>
            </a:r>
          </a:p>
          <a:p>
            <a:pPr>
              <a:defRPr sz="1200"/>
            </a:pPr>
            <a:r>
              <a:t>D:/pasar_fix/node_modules/.bun/mermaid@11.15.0/node_modules/mermaid/dist/chunks/mermaid.esm/chunk-CT5Q72BK.mjs</a:t>
            </a:r>
          </a:p>
          <a:p>
            <a:pPr>
              <a:defRPr sz="1200"/>
            </a:pPr>
            <a:r>
              <a:t>D:/pasar_fix/node_modules/.bun/mermaid@11.15.0/node_modules/mermaid/dist/chunks/mermaid.esm/chunk-CT5Q72BK.mjs.map</a:t>
            </a:r>
          </a:p>
          <a:p>
            <a:pPr>
              <a:defRPr sz="1200"/>
            </a:pPr>
            <a:r>
              <a:t>D:/pasar_fix/node_modules/.bun/mermaid@11.15.0/node_modules/mermaid/dist/chunks/mermaid.esm/chunk-CYW2HGLJ.mjs</a:t>
            </a:r>
          </a:p>
          <a:p>
            <a:pPr>
              <a:defRPr sz="1200"/>
            </a:pPr>
            <a:r>
              <a:t>D:/pasar_fix/node_modules/.bun/mermaid@11.15.0/node_modules/mermaid/dist/chunks/mermaid.esm/chunk-CYW2HGLJ.mjs.map</a:t>
            </a:r>
          </a:p>
          <a:p>
            <a:pPr>
              <a:defRPr sz="1200"/>
            </a:pPr>
            <a:r>
              <a:t>D:/pasar_fix/node_modules/.bun/mermaid@11.15.0/node_modules/mermaid/dist/chunks/mermaid.esm/chunk-D6MTONMS.mjs</a:t>
            </a:r>
          </a:p>
          <a:p>
            <a:pPr>
              <a:defRPr sz="1200"/>
            </a:pPr>
            <a:r>
              <a:t>D:/pasar_fix/node_modules/.bun/mermaid@11.15.0/node_modules/mermaid/dist/chunks/mermaid.esm/chunk-D6MTONMS.mjs.map</a:t>
            </a:r>
          </a:p>
          <a:p>
            <a:pPr>
              <a:defRPr sz="1200"/>
            </a:pPr>
            <a:r>
              <a:t>D:/pasar_fix/node_modules/.bun/mermaid@11.15.0/node_modules/mermaid/dist/chunks/mermaid.esm/chunk-D6UAH5RW.mjs</a:t>
            </a:r>
          </a:p>
          <a:p>
            <a:pPr>
              <a:defRPr sz="1200"/>
            </a:pPr>
            <a:r>
              <a:t>D:/pasar_fix/node_modules/.bun/mermaid@11.15.0/node_modules/mermaid/dist/chunks/mermaid.esm/chunk-D6UAH5RW.mjs.map</a:t>
            </a:r>
          </a:p>
          <a:p>
            <a:pPr>
              <a:defRPr sz="1200"/>
            </a:pPr>
            <a:r>
              <a:t>D:/pasar_fix/node_modules/.bun/mermaid@11.15.0/node_modules/mermaid/dist/chunks/mermaid.esm/chunk-GTILCTU2.mjs</a:t>
            </a:r>
          </a:p>
          <a:p>
            <a:pPr>
              <a:defRPr sz="1200"/>
            </a:pPr>
            <a:r>
              <a:t>D:/pasar_fix/node_modules/.bun/mermaid@11.15.0/node_modules/mermaid/dist/chunks/mermaid.esm/chunk-GTILCTU2.mjs.map</a:t>
            </a:r>
          </a:p>
          <a:p>
            <a:pPr>
              <a:defRPr sz="1200"/>
            </a:pPr>
            <a:r>
              <a:t>D:/pasar_fix/node_modules/.bun/mermaid@11.15.0/node_modules/mermaid/dist/chunks/mermaid.esm/chunk-HQDACWF7.mjs</a:t>
            </a:r>
          </a:p>
          <a:p>
            <a:pPr>
              <a:defRPr sz="1200"/>
            </a:pPr>
            <a:r>
              <a:t>D:/pasar_fix/node_modules/.bun/mermaid@11.15.0/node_modules/mermaid/dist/chunks/mermaid.esm/chunk-HQDACWF7.mjs.map</a:t>
            </a:r>
          </a:p>
          <a:p>
            <a:pPr>
              <a:defRPr sz="1200"/>
            </a:pPr>
            <a:r>
              <a:t>D:/pasar_fix/node_modules/.bun/mermaid@11.15.0/node_modules/mermaid/dist/chunks/mermaid.esm/chunk-HQMLCRZ6.mjs</a:t>
            </a:r>
          </a:p>
          <a:p>
            <a:pPr>
              <a:defRPr sz="1200"/>
            </a:pPr>
            <a:r>
              <a:t>D:/pasar_fix/node_modules/.bun/mermaid@11.15.0/node_modules/mermaid/dist/chunks/mermaid.esm/chunk-HQMLCRZ6.mjs.map</a:t>
            </a:r>
          </a:p>
          <a:p>
            <a:pPr>
              <a:defRPr sz="1200"/>
            </a:pPr>
            <a:r>
              <a:t>D:/pasar_fix/node_modules/.bun/mermaid@11.15.0/node_modules/mermaid/dist/chunks/mermaid.esm/chunk-IALYP65X.mjs</a:t>
            </a:r>
          </a:p>
          <a:p>
            <a:pPr>
              <a:defRPr sz="1200"/>
            </a:pPr>
            <a:r>
              <a:t>D:/pasar_fix/node_modules/.bun/mermaid@11.15.0/node_modules/mermaid/dist/chunks/mermaid.esm/chunk-IALYP65X.mjs.map</a:t>
            </a:r>
          </a:p>
          <a:p>
            <a:pPr>
              <a:defRPr sz="1200"/>
            </a:pPr>
            <a:r>
              <a:t>D:/pasar_fix/node_modules/.bun/mermaid@11.15.0/node_modules/mermaid/dist/chunks/mermaid.esm/chunk-KEUPHFFI.mjs</a:t>
            </a:r>
          </a:p>
          <a:p>
            <a:pPr>
              <a:defRPr sz="1200"/>
            </a:pPr>
            <a:r>
              <a:t>D:/pasar_fix/node_modules/.bun/mermaid@11.15.0/node_modules/mermaid/dist/chunks/mermaid.esm/chunk-KEUPHFFI.mjs.map</a:t>
            </a:r>
          </a:p>
          <a:p>
            <a:pPr>
              <a:defRPr sz="1200"/>
            </a:pPr>
            <a:r>
              <a:t>D:/pasar_fix/node_modules/.bun/mermaid@11.15.0/node_modules/mermaid/dist/chunks/mermaid.esm/chunk-L44QOBYK.mjs</a:t>
            </a:r>
          </a:p>
          <a:p>
            <a:pPr>
              <a:defRPr sz="1200"/>
            </a:pPr>
            <a:r>
              <a:t>D:/pasar_fix/node_modules/.bun/mermaid@11.15.0/node_modules/mermaid/dist/chunks/mermaid.esm/chunk-L44QOBYK.mjs.map</a:t>
            </a:r>
          </a:p>
          <a:p>
            <a:pPr>
              <a:defRPr sz="1200"/>
            </a:pPr>
            <a:r>
              <a:t>D:/pasar_fix/node_modules/.bun/mermaid@11.15.0/node_modules/mermaid/dist/chunks/mermaid.esm/chunk-LJRZYMMA.mjs</a:t>
            </a:r>
          </a:p>
          <a:p>
            <a:pPr>
              <a:defRPr sz="1200"/>
            </a:pPr>
            <a:r>
              <a:t>D:/pasar_fix/node_modules/.bun/mermaid@11.15.0/node_modules/mermaid/dist/chunks/mermaid.esm/chunk-LJRZYMMA.mjs.map</a:t>
            </a:r>
          </a:p>
          <a:p>
            <a:pPr>
              <a:defRPr sz="1200"/>
            </a:pPr>
            <a:r>
              <a:t>D:/pasar_fix/node_modules/.bun/mermaid@11.15.0/node_modules/mermaid/dist/chunks/mermaid.esm/chunk-NW2N4LI3.mjs</a:t>
            </a:r>
          </a:p>
          <a:p>
            <a:pPr>
              <a:defRPr sz="1200"/>
            </a:pPr>
            <a:r>
              <a:t>D:/pasar_fix/node_modules/.bun/mermaid@11.15.0/node_modules/mermaid/dist/chunks/mermaid.esm/chunk-NW2N4LI3.mjs.map</a:t>
            </a:r>
          </a:p>
          <a:p>
            <a:pPr>
              <a:defRPr sz="1200"/>
            </a:pPr>
            <a:r>
              <a:t>D:/pasar_fix/node_modules/.bun/mermaid@11.15.0/node_modules/mermaid/dist/chunks/mermaid.esm/chunk-NZTEHIZO.mjs</a:t>
            </a:r>
          </a:p>
          <a:p>
            <a:pPr>
              <a:defRPr sz="1200"/>
            </a:pPr>
            <a:r>
              <a:t>D:/pasar_fix/node_modules/.bun/mermaid@11.15.0/node_modules/mermaid/dist/chunks/mermaid.esm/chunk-NZTEHIZO.mjs.map</a:t>
            </a:r>
          </a:p>
          <a:p>
            <a:pPr>
              <a:defRPr sz="1200"/>
            </a:pPr>
            <a:r>
              <a:t>D:/pasar_fix/node_modules/.bun/mermaid@11.15.0/node_modules/mermaid/dist/chunks/mermaid.esm/chunk-O4A3IS3O.mjs</a:t>
            </a:r>
          </a:p>
          <a:p>
            <a:pPr>
              <a:defRPr sz="1200"/>
            </a:pPr>
            <a:r>
              <a:t>D:/pasar_fix/node_modules/.bun/mermaid@11.15.0/node_modules/mermaid/dist/chunks/mermaid.esm/chunk-O4A3IS3O.mjs.map</a:t>
            </a:r>
          </a:p>
          <a:p>
            <a:pPr>
              <a:defRPr sz="1200"/>
            </a:pPr>
            <a:r>
              <a:t>D:/pasar_fix/node_modules/.bun/mermaid@11.15.0/node_modules/mermaid/dist/chunks/mermaid.esm/chunk-PLCLPJVV.mjs</a:t>
            </a:r>
          </a:p>
          <a:p>
            <a:pPr>
              <a:defRPr sz="1200"/>
            </a:pPr>
            <a:r>
              <a:t>D:/pasar_fix/node_modules/.bun/mermaid@11.15.0/node_modules/mermaid/dist/chunks/mermaid.esm/chunk-PLCLPJVV.mjs.map</a:t>
            </a:r>
          </a:p>
          <a:p>
            <a:pPr>
              <a:defRPr sz="1200"/>
            </a:pPr>
            <a:r>
              <a:t>D:/pasar_fix/node_modules/.bun/mermaid@11.15.0/node_modules/mermaid/dist/chunks/mermaid.esm/chunk-PTVI3W5X.mjs</a:t>
            </a:r>
          </a:p>
          <a:p>
            <a:pPr>
              <a:defRPr sz="1200"/>
            </a:pPr>
            <a:r>
              <a:t>D:/pasar_fix/node_modules/.bun/mermaid@11.15.0/node_modules/mermaid/dist/chunks/mermaid.esm/chunk-PTVI3W5X.mjs.map</a:t>
            </a:r>
          </a:p>
          <a:p>
            <a:pPr>
              <a:defRPr sz="1200"/>
            </a:pPr>
            <a:r>
              <a:t>D:/pasar_fix/node_modules/.bun/mermaid@11.15.0/node_modules/mermaid/dist/chunks/mermaid.esm/chunk-PUIB63ON.mjs</a:t>
            </a:r>
          </a:p>
          <a:p>
            <a:pPr>
              <a:defRPr sz="1200"/>
            </a:pPr>
            <a:r>
              <a:t>D:/pasar_fix/node_modules/.bun/mermaid@11.15.0/node_modules/mermaid/dist/chunks/mermaid.esm/chunk-PUIB63ON.mjs.map</a:t>
            </a:r>
          </a:p>
          <a:p>
            <a:pPr>
              <a:defRPr sz="1200"/>
            </a:pPr>
            <a:r>
              <a:t>D:/pasar_fix/node_modules/.bun/mermaid@11.15.0/node_modules/mermaid/dist/chunks/mermaid.esm/chunk-PWCFYZI5.mjs</a:t>
            </a:r>
          </a:p>
          <a:p>
            <a:pPr>
              <a:defRPr sz="1200"/>
            </a:pPr>
            <a:r>
              <a:t>D:/pasar_fix/node_modules/.bun/mermaid@11.15.0/node_modules/mermaid/dist/chunks/mermaid.esm/chunk-PWCFYZI5.mjs.map</a:t>
            </a:r>
          </a:p>
          <a:p>
            <a:pPr>
              <a:defRPr sz="1200"/>
            </a:pPr>
            <a:r>
              <a:t>D:/pasar_fix/node_modules/.bun/mermaid@11.15.0/node_modules/mermaid/dist/chunks/mermaid.esm/chunk-Q52JI7PB.mjs</a:t>
            </a:r>
          </a:p>
          <a:p>
            <a:pPr>
              <a:defRPr sz="1200"/>
            </a:pPr>
            <a:r>
              <a:t>D:/pasar_fix/node_modules/.bun/mermaid@11.15.0/node_modules/mermaid/dist/chunks/mermaid.esm/chunk-Q52JI7PB.mjs.map</a:t>
            </a:r>
          </a:p>
          <a:p>
            <a:pPr>
              <a:defRPr sz="1200"/>
            </a:pPr>
            <a:r>
              <a:t>D:/pasar_fix/node_modules/.bun/mermaid@11.15.0/node_modules/mermaid/dist/chunks/mermaid.esm/chunk-RTBOCTTP.mjs</a:t>
            </a:r>
          </a:p>
          <a:p>
            <a:pPr>
              <a:defRPr sz="1200"/>
            </a:pPr>
            <a:r>
              <a:t>D:/pasar_fix/node_modules/.bun/mermaid@11.15.0/node_modules/mermaid/dist/chunks/mermaid.esm/chunk-RTBOCTTP.mjs.map</a:t>
            </a:r>
          </a:p>
          <a:p>
            <a:pPr>
              <a:defRPr sz="1200"/>
            </a:pPr>
            <a:r>
              <a:t>D:/pasar_fix/node_modules/.bun/mermaid@11.15.0/node_modules/mermaid/dist/chunks/mermaid.esm/chunk-RTI7CJYH.mjs</a:t>
            </a:r>
          </a:p>
          <a:p>
            <a:pPr>
              <a:defRPr sz="1200"/>
            </a:pPr>
            <a:r>
              <a:t>D:/pasar_fix/node_modules/.bun/mermaid@11.15.0/node_modules/mermaid/dist/chunks/mermaid.esm/chunk-RTI7CJYH.mjs.map</a:t>
            </a:r>
          </a:p>
          <a:p>
            <a:pPr>
              <a:defRPr sz="1200"/>
            </a:pPr>
            <a:r>
              <a:t>D:/pasar_fix/node_modules/.bun/mermaid@11.15.0/node_modules/mermaid/dist/chunks/mermaid.esm/chunk-SNQTKDUU.mjs</a:t>
            </a:r>
          </a:p>
          <a:p>
            <a:pPr>
              <a:defRPr sz="1200"/>
            </a:pPr>
            <a:r>
              <a:t>D:/pasar_fix/node_modules/.bun/mermaid@11.15.0/node_modules/mermaid/dist/chunks/mermaid.esm/chunk-SNQTKDUU.mjs.map</a:t>
            </a:r>
          </a:p>
          <a:p>
            <a:pPr>
              <a:defRPr sz="1200"/>
            </a:pPr>
            <a:r>
              <a:t>D:/pasar_fix/node_modules/.bun/mermaid@11.15.0/node_modules/mermaid/dist/chunks/mermaid.esm/chunk-SZ5Y56Q4.mjs</a:t>
            </a:r>
          </a:p>
          <a:p>
            <a:pPr>
              <a:defRPr sz="1200"/>
            </a:pPr>
            <a:r>
              <a:t>D:/pasar_fix/node_modules/.bun/mermaid@11.15.0/node_modules/mermaid/dist/chunks/mermaid.esm/chunk-SZ5Y56Q4.mjs.map</a:t>
            </a:r>
          </a:p>
          <a:p>
            <a:pPr>
              <a:defRPr sz="1200"/>
            </a:pPr>
            <a:r>
              <a:t>D:/pasar_fix/node_modules/.bun/mermaid@11.15.0/node_modules/mermaid/dist/chunks/mermaid.esm/chunk-T5XCKZAJ.mjs</a:t>
            </a:r>
          </a:p>
          <a:p>
            <a:pPr>
              <a:defRPr sz="1200"/>
            </a:pPr>
            <a:r>
              <a:t>D:/pasar_fix/node_modules/.bun/mermaid@11.15.0/node_modules/mermaid/dist/chunks/mermaid.esm/chunk-T5XCKZAJ.mjs.map</a:t>
            </a:r>
          </a:p>
          <a:p>
            <a:pPr>
              <a:defRPr sz="1200"/>
            </a:pPr>
            <a:r>
              <a:t>D:/pasar_fix/node_modules/.bun/mermaid@11.15.0/node_modules/mermaid/dist/chunks/mermaid.esm/chunk-TRQY2T3P.mjs</a:t>
            </a:r>
          </a:p>
          <a:p>
            <a:pPr>
              <a:defRPr sz="1200"/>
            </a:pPr>
            <a:r>
              <a:t>D:/pasar_fix/node_modules/.bun/mermaid@11.15.0/node_modules/mermaid/dist/chunks/mermaid.esm/chunk-TRQY2T3P.mjs.map</a:t>
            </a:r>
          </a:p>
          <a:p>
            <a:pPr>
              <a:defRPr sz="1200"/>
            </a:pPr>
            <a:r>
              <a:t>D:/pasar_fix/node_modules/.bun/mermaid@11.15.0/node_modules/mermaid/dist/chunks/mermaid.esm/chunk-V7P66DNM.mjs</a:t>
            </a:r>
          </a:p>
          <a:p>
            <a:pPr>
              <a:defRPr sz="1200"/>
            </a:pPr>
            <a:r>
              <a:t>D:/pasar_fix/node_modules/.bun/mermaid@11.15.0/node_modules/mermaid/dist/chunks/mermaid.esm/chunk-V7P66DNM.mjs.map</a:t>
            </a:r>
          </a:p>
          <a:p>
            <a:pPr>
              <a:defRPr sz="1200"/>
            </a:pPr>
            <a:r>
              <a:t>D:/pasar_fix/node_modules/.bun/mermaid@11.15.0/node_modules/mermaid/dist/chunks/mermaid.esm/chunk-VFD24L5A.mjs</a:t>
            </a:r>
          </a:p>
          <a:p>
            <a:pPr>
              <a:defRPr sz="1200"/>
            </a:pPr>
            <a:r>
              <a:t>D:/pasar_fix/node_modules/.bun/mermaid@11.15.0/node_modules/mermaid/dist/chunks/mermaid.esm/chunk-VFD24L5A.mjs.map</a:t>
            </a:r>
          </a:p>
          <a:p>
            <a:pPr>
              <a:defRPr sz="1200"/>
            </a:pPr>
            <a:r>
              <a:t>D:/pasar_fix/node_modules/.bun/mermaid@11.15.0/node_modules/mermaid/dist/chunks/mermaid.esm/chunk-WM6EUEOH.mjs</a:t>
            </a:r>
          </a:p>
          <a:p>
            <a:pPr>
              <a:defRPr sz="1200"/>
            </a:pPr>
            <a:r>
              <a:t>D:/pasar_fix/node_modules/.bun/mermaid@11.15.0/node_modules/mermaid/dist/chunks/mermaid.esm/chunk-WM6EUEOH.mjs.map</a:t>
            </a:r>
          </a:p>
          <a:p>
            <a:pPr>
              <a:defRPr sz="1200"/>
            </a:pPr>
            <a:r>
              <a:t>D:/pasar_fix/node_modules/.bun/mermaid@11.15.0/node_modules/mermaid/dist/chunks/mermaid.esm/chunk-XAKTCX7R.mjs</a:t>
            </a:r>
          </a:p>
          <a:p>
            <a:pPr>
              <a:defRPr sz="1200"/>
            </a:pPr>
            <a:r>
              <a:t>D:/pasar_fix/node_modules/.bun/mermaid@11.15.0/node_modules/mermaid/dist/chunks/mermaid.esm/chunk-XAKTCX7R.mjs.map</a:t>
            </a:r>
          </a:p>
          <a:p>
            <a:pPr>
              <a:defRPr sz="1200"/>
            </a:pPr>
            <a:r>
              <a:t>D:/pasar_fix/node_modules/.bun/mermaid@11.15.0/node_modules/mermaid/dist/chunks/mermaid.esm/chunk-YSJUE5HW.mjs</a:t>
            </a:r>
          </a:p>
          <a:p>
            <a:pPr>
              <a:defRPr sz="1200"/>
            </a:pPr>
            <a:r>
              <a:t>D:/pasar_fix/node_modules/.bun/mermaid@11.15.0/node_modules/mermaid/dist/chunks/mermaid.esm/chunk-YSJUE5HW.mjs.map</a:t>
            </a:r>
          </a:p>
          <a:p>
            <a:pPr>
              <a:defRPr sz="1200"/>
            </a:pPr>
            <a:r>
              <a:t>D:/pasar_fix/node_modules/.bun/mermaid@11.15.0/node_modules/mermaid/dist/chunks/mermaid.esm/classDiagram-SEOGYEGJ.mjs</a:t>
            </a:r>
          </a:p>
          <a:p>
            <a:pPr>
              <a:defRPr sz="1200"/>
            </a:pPr>
            <a:r>
              <a:t>D:/pasar_fix/node_modules/.bun/mermaid@11.15.0/node_modules/mermaid/dist/chunks/mermaid.esm/classDiagram-SEOGYEGJ.mjs.map</a:t>
            </a:r>
          </a:p>
          <a:p>
            <a:pPr>
              <a:defRPr sz="1200"/>
            </a:pPr>
            <a:r>
              <a:t>D:/pasar_fix/node_modules/.bun/mermaid@11.15.0/node_modules/mermaid/dist/chunks/mermaid.esm/classDiagram-v2-AOBZDD47.mjs</a:t>
            </a:r>
          </a:p>
          <a:p>
            <a:pPr>
              <a:defRPr sz="1200"/>
            </a:pPr>
            <a:r>
              <a:t>D:/pasar_fix/node_modules/.bun/mermaid@11.15.0/node_modules/mermaid/dist/chunks/mermaid.esm/classDiagram-v2-AOBZDD47.mjs.map</a:t>
            </a:r>
          </a:p>
          <a:p>
            <a:pPr>
              <a:defRPr sz="1200"/>
            </a:pPr>
            <a:r>
              <a:t>D:/pasar_fix/node_modules/.bun/mermaid@11.15.0/node_modules/mermaid/dist/chunks/mermaid.esm/cose-bilkent-WZ3F43K2.mjs</a:t>
            </a:r>
          </a:p>
          <a:p>
            <a:pPr>
              <a:defRPr sz="1200"/>
            </a:pPr>
            <a:r>
              <a:t>D:/pasar_fix/node_modules/.bun/mermaid@11.15.0/node_modules/mermaid/dist/chunks/mermaid.esm/cose-bilkent-WZ3F43K2.mjs.map</a:t>
            </a:r>
          </a:p>
          <a:p>
            <a:pPr>
              <a:defRPr sz="1200"/>
            </a:pPr>
            <a:r>
              <a:t>D:/pasar_fix/node_modules/.bun/mermaid@11.15.0/node_modules/mermaid/dist/chunks/mermaid.esm/dagre-ZXKKJJHT.mjs</a:t>
            </a:r>
          </a:p>
          <a:p>
            <a:pPr>
              <a:defRPr sz="1200"/>
            </a:pPr>
            <a:r>
              <a:t>D:/pasar_fix/node_modules/.bun/mermaid@11.15.0/node_modules/mermaid/dist/chunks/mermaid.esm/dagre-ZXKKJJHT.mjs.map</a:t>
            </a:r>
          </a:p>
          <a:p>
            <a:pPr>
              <a:defRPr sz="1200"/>
            </a:pPr>
            <a:r>
              <a:t>D:/pasar_fix/node_modules/.bun/mermaid@11.15.0/node_modules/mermaid/dist/chunks/mermaid.esm/diagram-AU3YPP64.mjs</a:t>
            </a:r>
          </a:p>
          <a:p>
            <a:pPr>
              <a:defRPr sz="1200"/>
            </a:pPr>
            <a:r>
              <a:t>D:/pasar_fix/node_modules/.bun/mermaid@11.15.0/node_modules/mermaid/dist/chunks/mermaid.esm/diagram-AU3YPP64.mjs.map</a:t>
            </a:r>
          </a:p>
          <a:p>
            <a:pPr>
              <a:defRPr sz="1200"/>
            </a:pPr>
            <a:r>
              <a:t>D:/pasar_fix/node_modules/.bun/mermaid@11.15.0/node_modules/mermaid/dist/chunks/mermaid.esm/diagram-CAG56N7L.mjs</a:t>
            </a:r>
          </a:p>
          <a:p>
            <a:pPr>
              <a:defRPr sz="1200"/>
            </a:pPr>
            <a:r>
              <a:t>D:/pasar_fix/node_modules/.bun/mermaid@11.15.0/node_modules/mermaid/dist/chunks/mermaid.esm/diagram-CAG56N7L.mjs.map</a:t>
            </a:r>
          </a:p>
          <a:p>
            <a:pPr>
              <a:defRPr sz="1200"/>
            </a:pPr>
            <a:r>
              <a:t>D:/pasar_fix/node_modules/.bun/mermaid@11.15.0/node_modules/mermaid/dist/chunks/mermaid.esm/diagram-N34NG4AO.mjs</a:t>
            </a:r>
          </a:p>
          <a:p>
            <a:pPr>
              <a:defRPr sz="1200"/>
            </a:pPr>
            <a:r>
              <a:t>D:/pasar_fix/node_modules/.bun/mermaid@11.15.0/node_modules/mermaid/dist/chunks/mermaid.esm/diagram-N34NG4AO.mjs.map</a:t>
            </a:r>
          </a:p>
          <a:p>
            <a:pPr>
              <a:defRPr sz="1200"/>
            </a:pPr>
            <a:r>
              <a:t>D:/pasar_fix/node_modules/.bun/mermaid@11.15.0/node_modules/mermaid/dist/chunks/mermaid.esm/diagram-OKXK7GIF.mjs</a:t>
            </a:r>
          </a:p>
          <a:p>
            <a:pPr>
              <a:defRPr sz="1200"/>
            </a:pPr>
            <a:r>
              <a:t>D:/pasar_fix/node_modules/.bun/mermaid@11.15.0/node_modules/mermaid/dist/chunks/mermaid.esm/diagram-OKXK7GIF.mjs.map</a:t>
            </a:r>
          </a:p>
          <a:p>
            <a:pPr>
              <a:defRPr sz="1200"/>
            </a:pPr>
            <a:r>
              <a:t>D:/pasar_fix/node_modules/.bun/mermaid@11.15.0/node_modules/mermaid/dist/chunks/mermaid.esm/diagram-ZEGC52LS.mjs</a:t>
            </a:r>
          </a:p>
          <a:p>
            <a:pPr>
              <a:defRPr sz="1200"/>
            </a:pPr>
            <a:r>
              <a:t>D:/pasar_fix/node_modules/.bun/mermaid@11.15.0/node_modules/mermaid/dist/chunks/mermaid.esm/diagram-ZEGC52LS.mjs.map</a:t>
            </a:r>
          </a:p>
          <a:p>
            <a:pPr>
              <a:defRPr sz="1200"/>
            </a:pPr>
            <a:r>
              <a:t>D:/pasar_fix/node_modules/.bun/mermaid@11.15.0/node_modules/mermaid/dist/chunks/mermaid.esm/erDiagram-T2DQBZM5.mjs</a:t>
            </a:r>
          </a:p>
          <a:p>
            <a:pPr>
              <a:defRPr sz="1200"/>
            </a:pPr>
            <a:r>
              <a:t>D:/pasar_fix/node_modules/.bun/mermaid@11.15.0/node_modules/mermaid/dist/chunks/mermaid.esm/erDiagram-T2DQBZM5.mjs.map</a:t>
            </a:r>
          </a:p>
          <a:p>
            <a:pPr>
              <a:defRPr sz="1200"/>
            </a:pPr>
            <a:r>
              <a:t>D:/pasar_fix/node_modules/.bun/mermaid@11.15.0/node_modules/mermaid/dist/chunks/mermaid.esm/eventmodeling-FCH6USID-KPOGAU7Q.mjs</a:t>
            </a:r>
          </a:p>
          <a:p>
            <a:pPr>
              <a:defRPr sz="1200"/>
            </a:pPr>
            <a:r>
              <a:t>D:/pasar_fix/node_modules/.bun/mermaid@11.15.0/node_modules/mermaid/dist/chunks/mermaid.esm/eventmodeling-FCH6USID-KPOGAU7Q.mjs.map</a:t>
            </a:r>
          </a:p>
          <a:p>
            <a:pPr>
              <a:defRPr sz="1200"/>
            </a:pPr>
            <a:r>
              <a:t>D:/pasar_fix/node_modules/.bun/mermaid@11.15.0/node_modules/mermaid/dist/chunks/mermaid.esm/flowDiagram-3HAHYXQ6.mjs</a:t>
            </a:r>
          </a:p>
          <a:p>
            <a:pPr>
              <a:defRPr sz="1200"/>
            </a:pPr>
            <a:r>
              <a:t>D:/pasar_fix/node_modules/.bun/mermaid@11.15.0/node_modules/mermaid/dist/chunks/mermaid.esm/flowDiagram-3HAHYXQ6.mjs.map</a:t>
            </a:r>
          </a:p>
          <a:p>
            <a:pPr>
              <a:defRPr sz="1200"/>
            </a:pPr>
            <a:r>
              <a:t>D:/pasar_fix/node_modules/.bun/mermaid@11.15.0/node_modules/mermaid/dist/chunks/mermaid.esm/ganttDiagram-2ISF3G2B.mjs</a:t>
            </a:r>
          </a:p>
          <a:p>
            <a:pPr>
              <a:defRPr sz="1200"/>
            </a:pPr>
            <a:r>
              <a:t>D:/pasar_fix/node_modules/.bun/mermaid@11.15.0/node_modules/mermaid/dist/chunks/mermaid.esm/ganttDiagram-2ISF3G2B.mjs.map</a:t>
            </a:r>
          </a:p>
          <a:p>
            <a:pPr>
              <a:defRPr sz="1200"/>
            </a:pPr>
            <a:r>
              <a:t>D:/pasar_fix/node_modules/.bun/mermaid@11.15.0/node_modules/mermaid/dist/chunks/mermaid.esm/gitGraph-WXDBUCRP-EUW4T63J.mjs</a:t>
            </a:r>
          </a:p>
          <a:p>
            <a:pPr>
              <a:defRPr sz="1200"/>
            </a:pPr>
            <a:r>
              <a:t>D:/pasar_fix/node_modules/.bun/mermaid@11.15.0/node_modules/mermaid/dist/chunks/mermaid.esm/gitGraph-WXDBUCRP-EUW4T63J.mjs.map</a:t>
            </a:r>
          </a:p>
          <a:p>
            <a:pPr>
              <a:defRPr sz="1200"/>
            </a:pPr>
            <a:r>
              <a:t>D:/pasar_fix/node_modules/.bun/mermaid@11.15.0/node_modules/mermaid/dist/chunks/mermaid.esm/gitGraphDiagram-6WOFZIJB.mjs</a:t>
            </a:r>
          </a:p>
          <a:p>
            <a:pPr>
              <a:defRPr sz="1200"/>
            </a:pPr>
            <a:r>
              <a:t>D:/pasar_fix/node_modules/.bun/mermaid@11.15.0/node_modules/mermaid/dist/chunks/mermaid.esm/gitGraphDiagram-6WOFZIJB.mjs.map</a:t>
            </a:r>
          </a:p>
          <a:p>
            <a:pPr>
              <a:defRPr sz="1200"/>
            </a:pPr>
            <a:r>
              <a:t>D:/pasar_fix/node_modules/.bun/mermaid@11.15.0/node_modules/mermaid/dist/chunks/mermaid.esm/info-J43DQDTF-ZY6QRYG4.mjs</a:t>
            </a:r>
          </a:p>
          <a:p>
            <a:pPr>
              <a:defRPr sz="1200"/>
            </a:pPr>
            <a:r>
              <a:t>D:/pasar_fix/node_modules/.bun/mermaid@11.15.0/node_modules/mermaid/dist/chunks/mermaid.esm/info-J43DQDTF-ZY6QRYG4.mjs.map</a:t>
            </a:r>
          </a:p>
          <a:p>
            <a:pPr>
              <a:defRPr sz="1200"/>
            </a:pPr>
            <a:r>
              <a:t>D:/pasar_fix/node_modules/.bun/mermaid@11.15.0/node_modules/mermaid/dist/chunks/mermaid.esm/infoDiagram-EYWOMQDI.mjs</a:t>
            </a:r>
          </a:p>
          <a:p>
            <a:pPr>
              <a:defRPr sz="1200"/>
            </a:pPr>
            <a:r>
              <a:t>D:/pasar_fix/node_modules/.bun/mermaid@11.15.0/node_modules/mermaid/dist/chunks/mermaid.esm/infoDiagram-EYWOMQDI.mjs.map</a:t>
            </a:r>
          </a:p>
          <a:p>
            <a:pPr>
              <a:defRPr sz="1200"/>
            </a:pPr>
            <a:r>
              <a:t>D:/pasar_fix/node_modules/.bun/mermaid@11.15.0/node_modules/mermaid/dist/chunks/mermaid.esm/ishikawaDiagram-RFIIXC3A.mjs</a:t>
            </a:r>
          </a:p>
          <a:p>
            <a:pPr>
              <a:defRPr sz="1200"/>
            </a:pPr>
            <a:r>
              <a:t>D:/pasar_fix/node_modules/.bun/mermaid@11.15.0/node_modules/mermaid/dist/chunks/mermaid.esm/ishikawaDiagram-RFIIXC3A.mjs.map</a:t>
            </a:r>
          </a:p>
          <a:p>
            <a:pPr>
              <a:defRPr sz="1200"/>
            </a:pPr>
            <a:r>
              <a:t>D:/pasar_fix/node_modules/.bun/mermaid@11.15.0/node_modules/mermaid/dist/chunks/mermaid.esm/journeyDiagram-MYZUOU3L.mjs</a:t>
            </a:r>
          </a:p>
          <a:p>
            <a:pPr>
              <a:defRPr sz="1200"/>
            </a:pPr>
            <a:r>
              <a:t>D:/pasar_fix/node_modules/.bun/mermaid@11.15.0/node_modules/mermaid/dist/chunks/mermaid.esm/journeyDiagram-MYZUOU3L.mjs.map</a:t>
            </a:r>
          </a:p>
          <a:p>
            <a:pPr>
              <a:defRPr sz="1200"/>
            </a:pPr>
            <a:r>
              <a:t>D:/pasar_fix/node_modules/.bun/mermaid@11.15.0/node_modules/mermaid/dist/chunks/mermaid.esm/kanban-definition-ERDM4LRJ.mjs</a:t>
            </a:r>
          </a:p>
          <a:p>
            <a:pPr>
              <a:defRPr sz="1200"/>
            </a:pPr>
            <a:r>
              <a:t>D:/pasar_fix/node_modules/.bun/mermaid@11.15.0/node_modules/mermaid/dist/chunks/mermaid.esm/kanban-definition-ERDM4LRJ.mjs.map</a:t>
            </a:r>
          </a:p>
          <a:p>
            <a:pPr>
              <a:defRPr sz="1200"/>
            </a:pPr>
            <a:r>
              <a:t>D:/pasar_fix/node_modules/.bun/mermaid@11.15.0/node_modules/mermaid/dist/chunks/mermaid.esm/katex-4FWWIGR4.mjs</a:t>
            </a:r>
          </a:p>
          <a:p>
            <a:pPr>
              <a:defRPr sz="1200"/>
            </a:pPr>
            <a:r>
              <a:t>D:/pasar_fix/node_modules/.bun/mermaid@11.15.0/node_modules/mermaid/dist/chunks/mermaid.esm/katex-4FWWIGR4.mjs.map</a:t>
            </a:r>
          </a:p>
          <a:p>
            <a:pPr>
              <a:defRPr sz="1200"/>
            </a:pPr>
            <a:r>
              <a:t>D:/pasar_fix/node_modules/.bun/mermaid@11.15.0/node_modules/mermaid/dist/chunks/mermaid.esm/mindmap-definition-AITDCVNG.mjs</a:t>
            </a:r>
          </a:p>
          <a:p>
            <a:pPr>
              <a:defRPr sz="1200"/>
            </a:pPr>
            <a:r>
              <a:t>D:/pasar_fix/node_modules/.bun/mermaid@11.15.0/node_modules/mermaid/dist/chunks/mermaid.esm/mindmap-definition-AITDCVNG.mjs.map</a:t>
            </a:r>
          </a:p>
          <a:p>
            <a:pPr>
              <a:defRPr sz="1200"/>
            </a:pPr>
            <a:r>
              <a:t>D:/pasar_fix/node_modules/.bun/mermaid@11.15.0/node_modules/mermaid/dist/chunks/mermaid.esm/packet-YPE3B663-JK7CTFV3.mjs</a:t>
            </a:r>
          </a:p>
          <a:p>
            <a:pPr>
              <a:defRPr sz="1200"/>
            </a:pPr>
            <a:r>
              <a:t>D:/pasar_fix/node_modules/.bun/mermaid@11.15.0/node_modules/mermaid/dist/chunks/mermaid.esm/packet-YPE3B663-JK7CTFV3.mjs.map</a:t>
            </a:r>
          </a:p>
          <a:p>
            <a:pPr>
              <a:defRPr sz="1200"/>
            </a:pPr>
            <a:r>
              <a:t>D:/pasar_fix/node_modules/.bun/mermaid@11.15.0/node_modules/mermaid/dist/chunks/mermaid.esm/pie-LRSECV5Y-YQIUPWZK.mjs</a:t>
            </a:r>
          </a:p>
          <a:p>
            <a:pPr>
              <a:defRPr sz="1200"/>
            </a:pPr>
            <a:r>
              <a:t>D:/pasar_fix/node_modules/.bun/mermaid@11.15.0/node_modules/mermaid/dist/chunks/mermaid.esm/pie-LRSECV5Y-YQIUPWZK.mjs.map</a:t>
            </a:r>
          </a:p>
          <a:p>
            <a:pPr>
              <a:defRPr sz="1200"/>
            </a:pPr>
            <a:r>
              <a:t>D:/pasar_fix/node_modules/.bun/mermaid@11.15.0/node_modules/mermaid/dist/chunks/mermaid.esm/pieDiagram-2C4A3L6T.mjs</a:t>
            </a:r>
          </a:p>
          <a:p>
            <a:pPr>
              <a:defRPr sz="1200"/>
            </a:pPr>
            <a:r>
              <a:t>D:/pasar_fix/node_modules/.bun/mermaid@11.15.0/node_modules/mermaid/dist/chunks/mermaid.esm/pieDiagram-2C4A3L6T.mjs.map</a:t>
            </a:r>
          </a:p>
          <a:p>
            <a:pPr>
              <a:defRPr sz="1200"/>
            </a:pPr>
            <a:r>
              <a:t>D:/pasar_fix/node_modules/.bun/mermaid@11.15.0/node_modules/mermaid/dist/chunks/mermaid.esm/quadrantDiagram-K3KQ5NL4.mjs</a:t>
            </a:r>
          </a:p>
          <a:p>
            <a:pPr>
              <a:defRPr sz="1200"/>
            </a:pPr>
            <a:r>
              <a:t>D:/pasar_fix/node_modules/.bun/mermaid@11.15.0/node_modules/mermaid/dist/chunks/mermaid.esm/quadrantDiagram-K3KQ5NL4.mjs.map</a:t>
            </a:r>
          </a:p>
          <a:p>
            <a:pPr>
              <a:defRPr sz="1200"/>
            </a:pPr>
            <a:r>
              <a:t>D:/pasar_fix/node_modules/.bun/mermaid@11.15.0/node_modules/mermaid/dist/chunks/mermaid.esm/radar-GUYGQ44K-S4BGN5FN.mjs</a:t>
            </a:r>
          </a:p>
          <a:p>
            <a:pPr>
              <a:defRPr sz="1200"/>
            </a:pPr>
            <a:r>
              <a:t>D:/pasar_fix/node_modules/.bun/mermaid@11.15.0/node_modules/mermaid/dist/chunks/mermaid.esm/radar-GUYGQ44K-S4BGN5FN.mjs.map</a:t>
            </a:r>
          </a:p>
          <a:p>
            <a:pPr>
              <a:defRPr sz="1200"/>
            </a:pPr>
            <a:r>
              <a:t>D:/pasar_fix/node_modules/.bun/mermaid@11.15.0/node_modules/mermaid/dist/chunks/mermaid.esm/requirementDiagram-WYUPVDHP.mjs</a:t>
            </a:r>
          </a:p>
          <a:p>
            <a:pPr>
              <a:defRPr sz="1200"/>
            </a:pPr>
            <a:r>
              <a:t>D:/pasar_fix/node_modules/.bun/mermaid@11.15.0/node_modules/mermaid/dist/chunks/mermaid.esm/requirementDiagram-WYUPVDHP.mjs.map</a:t>
            </a:r>
          </a:p>
          <a:p>
            <a:pPr>
              <a:defRPr sz="1200"/>
            </a:pPr>
            <a:r>
              <a:t>D:/pasar_fix/node_modules/.bun/mermaid@11.15.0/node_modules/mermaid/dist/chunks/mermaid.esm/sankeyDiagram-TAHJUD2B.mjs</a:t>
            </a:r>
          </a:p>
          <a:p>
            <a:pPr>
              <a:defRPr sz="1200"/>
            </a:pPr>
            <a:r>
              <a:t>D:/pasar_fix/node_modules/.bun/mermaid@11.15.0/node_modules/mermaid/dist/chunks/mermaid.esm/sankeyDiagram-TAHJUD2B.mjs.map</a:t>
            </a:r>
          </a:p>
          <a:p>
            <a:pPr>
              <a:defRPr sz="1200"/>
            </a:pPr>
            <a:r>
              <a:t>D:/pasar_fix/node_modules/.bun/mermaid@11.15.0/node_modules/mermaid/dist/chunks/mermaid.esm/sequenceDiagram-37ID66UD.mjs</a:t>
            </a:r>
          </a:p>
          <a:p>
            <a:pPr>
              <a:defRPr sz="1200"/>
            </a:pPr>
            <a:r>
              <a:t>D:/pasar_fix/node_modules/.bun/mermaid@11.15.0/node_modules/mermaid/dist/chunks/mermaid.esm/sequenceDiagram-37ID66UD.mjs.map</a:t>
            </a:r>
          </a:p>
          <a:p>
            <a:pPr>
              <a:defRPr sz="1200"/>
            </a:pPr>
            <a:r>
              <a:t>D:/pasar_fix/node_modules/.bun/mermaid@11.15.0/node_modules/mermaid/dist/chunks/mermaid.esm/stateDiagram-FKBH27AD.mjs</a:t>
            </a:r>
          </a:p>
          <a:p>
            <a:pPr>
              <a:defRPr sz="1200"/>
            </a:pPr>
            <a:r>
              <a:t>D:/pasar_fix/node_modules/.bun/mermaid@11.15.0/node_modules/mermaid/dist/chunks/mermaid.esm/stateDiagram-FKBH27AD.mjs.map</a:t>
            </a:r>
          </a:p>
          <a:p>
            <a:pPr>
              <a:defRPr sz="1200"/>
            </a:pPr>
            <a:r>
              <a:t>D:/pasar_fix/node_modules/.bun/mermaid@11.15.0/node_modules/mermaid/dist/chunks/mermaid.esm/stateDiagram-v2-PT3EUVB6.mjs</a:t>
            </a:r>
          </a:p>
          <a:p>
            <a:pPr>
              <a:defRPr sz="1200"/>
            </a:pPr>
            <a:r>
              <a:t>D:/pasar_fix/node_modules/.bun/mermaid@11.15.0/node_modules/mermaid/dist/chunks/mermaid.esm/stateDiagram-v2-PT3EUVB6.mjs.map</a:t>
            </a:r>
          </a:p>
          <a:p>
            <a:pPr>
              <a:defRPr sz="1200"/>
            </a:pPr>
            <a:r>
              <a:t>D:/pasar_fix/node_modules/.bun/mermaid@11.15.0/node_modules/mermaid/dist/chunks/mermaid.esm/timeline-definition-VWZII4OX.mjs</a:t>
            </a:r>
          </a:p>
          <a:p>
            <a:pPr>
              <a:defRPr sz="1200"/>
            </a:pPr>
            <a:r>
              <a:t>D:/pasar_fix/node_modules/.bun/mermaid@11.15.0/node_modules/mermaid/dist/chunks/mermaid.esm/timeline-definition-VWZII4OX.mjs.map</a:t>
            </a:r>
          </a:p>
          <a:p>
            <a:pPr>
              <a:defRPr sz="1200"/>
            </a:pPr>
            <a:r>
              <a:t>D:/pasar_fix/node_modules/.bun/mermaid@11.15.0/node_modules/mermaid/dist/chunks/mermaid.esm/treemap-LRROVOQU-URWGPAEI.mjs</a:t>
            </a:r>
          </a:p>
          <a:p>
            <a:pPr>
              <a:defRPr sz="1200"/>
            </a:pPr>
            <a:r>
              <a:t>D:/pasar_fix/node_modules/.bun/mermaid@11.15.0/node_modules/mermaid/dist/chunks/mermaid.esm/treemap-LRROVOQU-URWGPAEI.mjs.map</a:t>
            </a:r>
          </a:p>
          <a:p>
            <a:pPr>
              <a:defRPr sz="1200"/>
            </a:pPr>
            <a:r>
              <a:t>D:/pasar_fix/node_modules/.bun/mermaid@11.15.0/node_modules/mermaid/dist/chunks/mermaid.esm/treeView-BLDUP644-Z5PZNN5R.mjs</a:t>
            </a:r>
          </a:p>
          <a:p>
            <a:pPr>
              <a:defRPr sz="1200"/>
            </a:pPr>
            <a:r>
              <a:t>D:/pasar_fix/node_modules/.bun/mermaid@11.15.0/node_modules/mermaid/dist/chunks/mermaid.esm/treeView-BLDUP644-Z5PZNN5R.mjs.map</a:t>
            </a:r>
          </a:p>
          <a:p>
            <a:pPr>
              <a:defRPr sz="1200"/>
            </a:pPr>
            <a:r>
              <a:t>D:/pasar_fix/node_modules/.bun/mermaid@11.15.0/node_modules/mermaid/dist/chunks/mermaid.esm/vennDiagram-CDPVD3PM.mjs</a:t>
            </a:r>
          </a:p>
          <a:p>
            <a:pPr>
              <a:defRPr sz="1200"/>
            </a:pPr>
            <a:r>
              <a:t>D:/pasar_fix/node_modules/.bun/mermaid@11.15.0/node_modules/mermaid/dist/chunks/mermaid.esm/vennDiagram-CDPVD3PM.mjs.map</a:t>
            </a:r>
          </a:p>
          <a:p>
            <a:pPr>
              <a:defRPr sz="1200"/>
            </a:pPr>
            <a:r>
              <a:t>D:/pasar_fix/node_modules/.bun/mermaid@11.15.0/node_modules/mermaid/dist/chunks/mermaid.esm/wardley-L42UT6IY-YAZPMKU5.mjs</a:t>
            </a:r>
          </a:p>
          <a:p>
            <a:pPr>
              <a:defRPr sz="1200"/>
            </a:pPr>
            <a:r>
              <a:t>D:/pasar_fix/node_modules/.bun/mermaid@11.15.0/node_modules/mermaid/dist/chunks/mermaid.esm/wardley-L42UT6IY-YAZPMKU5.mjs.map</a:t>
            </a:r>
          </a:p>
          <a:p>
            <a:pPr>
              <a:defRPr sz="1200"/>
            </a:pPr>
            <a:r>
              <a:t>D:/pasar_fix/node_modules/.bun/mermaid@11.15.0/node_modules/mermaid/dist/chunks/mermaid.esm/wardleyDiagram-OB3YXH5L.mjs</a:t>
            </a:r>
          </a:p>
          <a:p>
            <a:pPr>
              <a:defRPr sz="1200"/>
            </a:pPr>
            <a:r>
              <a:t>D:/pasar_fix/node_modules/.bun/mermaid@11.15.0/node_modules/mermaid/dist/chunks/mermaid.esm/wardleyDiagram-OB3YXH5L.mjs.map</a:t>
            </a:r>
          </a:p>
          <a:p>
            <a:pPr>
              <a:defRPr sz="1200"/>
            </a:pPr>
            <a:r>
              <a:t>D:/pasar_fix/node_modules/.bun/mermaid@11.15.0/node_modules/mermaid/dist/chunks/mermaid.esm/xychartDiagram-2MMURBJR.mjs</a:t>
            </a:r>
          </a:p>
          <a:p>
            <a:pPr>
              <a:defRPr sz="1200"/>
            </a:pPr>
            <a:r>
              <a:t>D:/pasar_fix/node_modules/.bun/mermaid@11.15.0/node_modules/mermaid/dist/chunks/mermaid.esm/xychartDiagram-2MMURBJR.mjs.map</a:t>
            </a:r>
          </a:p>
          <a:p>
            <a:pPr>
              <a:defRPr sz="1200"/>
            </a:pPr>
            <a:r>
              <a:t>D:/pasar_fix/node_modules/.bun/mermaid@11.15.0/node_modules/mermaid/dist/chunks/mermaid.esm.min/architecture-7EHR7CIX-6QZW5X65.mjs</a:t>
            </a:r>
          </a:p>
          <a:p>
            <a:pPr>
              <a:defRPr sz="1200"/>
            </a:pPr>
            <a:r>
              <a:t>D:/pasar_fix/node_modules/.bun/mermaid@11.15.0/node_modules/mermaid/dist/chunks/mermaid.esm.min/architecture-7EHR7CIX-6QZW5X65.mjs.map</a:t>
            </a:r>
          </a:p>
          <a:p>
            <a:pPr>
              <a:defRPr sz="1200"/>
            </a:pPr>
            <a:r>
              <a:t>D:/pasar_fix/node_modules/.bun/mermaid@11.15.0/node_modules/mermaid/dist/chunks/mermaid.esm.min/architectureDiagram-UL44E2DR.mjs</a:t>
            </a:r>
          </a:p>
          <a:p>
            <a:pPr>
              <a:defRPr sz="1200"/>
            </a:pPr>
            <a:r>
              <a:t>D:/pasar_fix/node_modules/.bun/mermaid@11.15.0/node_modules/mermaid/dist/chunks/mermaid.esm.min/architectureDiagram-UL44E2DR.mjs.map</a:t>
            </a:r>
          </a:p>
          <a:p>
            <a:pPr>
              <a:defRPr sz="1200"/>
            </a:pPr>
            <a:r>
              <a:t>D:/pasar_fix/node_modules/.bun/mermaid@11.15.0/node_modules/mermaid/dist/chunks/mermaid.esm.min/blockDiagram-7IZFK4PR.mjs</a:t>
            </a:r>
          </a:p>
          <a:p>
            <a:pPr>
              <a:defRPr sz="1200"/>
            </a:pPr>
            <a:r>
              <a:t>D:/pasar_fix/node_modules/.bun/mermaid@11.15.0/node_modules/mermaid/dist/chunks/mermaid.esm.min/blockDiagram-7IZFK4PR.mjs.map</a:t>
            </a:r>
          </a:p>
          <a:p>
            <a:pPr>
              <a:defRPr sz="1200"/>
            </a:pPr>
            <a:r>
              <a:t>D:/pasar_fix/node_modules/.bun/mermaid@11.15.0/node_modules/mermaid/dist/chunks/mermaid.esm.min/c4Diagram-Y2BXMSZH.mjs</a:t>
            </a:r>
          </a:p>
          <a:p>
            <a:pPr>
              <a:defRPr sz="1200"/>
            </a:pPr>
            <a:r>
              <a:t>D:/pasar_fix/node_modules/.bun/mermaid@11.15.0/node_modules/mermaid/dist/chunks/mermaid.esm.min/c4Diagram-Y2BXMSZH.mjs.map</a:t>
            </a:r>
          </a:p>
          <a:p>
            <a:pPr>
              <a:defRPr sz="1200"/>
            </a:pPr>
            <a:r>
              <a:t>D:/pasar_fix/node_modules/.bun/mermaid@11.15.0/node_modules/mermaid/dist/chunks/mermaid.esm.min/chunk-2T2R6R2M.mjs</a:t>
            </a:r>
          </a:p>
          <a:p>
            <a:pPr>
              <a:defRPr sz="1200"/>
            </a:pPr>
            <a:r>
              <a:t>D:/pasar_fix/node_modules/.bun/mermaid@11.15.0/node_modules/mermaid/dist/chunks/mermaid.esm.min/chunk-2T2R6R2M.mjs.map</a:t>
            </a:r>
          </a:p>
          <a:p>
            <a:pPr>
              <a:defRPr sz="1200"/>
            </a:pPr>
            <a:r>
              <a:t>D:/pasar_fix/node_modules/.bun/mermaid@11.15.0/node_modules/mermaid/dist/chunks/mermaid.esm.min/chunk-2UTLFMKG.mjs</a:t>
            </a:r>
          </a:p>
          <a:p>
            <a:pPr>
              <a:defRPr sz="1200"/>
            </a:pPr>
            <a:r>
              <a:t>D:/pasar_fix/node_modules/.bun/mermaid@11.15.0/node_modules/mermaid/dist/chunks/mermaid.esm.min/chunk-2UTLFMKG.mjs.map</a:t>
            </a:r>
          </a:p>
          <a:p>
            <a:pPr>
              <a:defRPr sz="1200"/>
            </a:pPr>
            <a:r>
              <a:t>D:/pasar_fix/node_modules/.bun/mermaid@11.15.0/node_modules/mermaid/dist/chunks/mermaid.esm.min/chunk-3SSMPTDK.mjs</a:t>
            </a:r>
          </a:p>
          <a:p>
            <a:pPr>
              <a:defRPr sz="1200"/>
            </a:pPr>
            <a:r>
              <a:t>D:/pasar_fix/node_modules/.bun/mermaid@11.15.0/node_modules/mermaid/dist/chunks/mermaid.esm.min/chunk-3SSMPTDK.mjs.map</a:t>
            </a:r>
          </a:p>
          <a:p>
            <a:pPr>
              <a:defRPr sz="1200"/>
            </a:pPr>
            <a:r>
              <a:t>D:/pasar_fix/node_modules/.bun/mermaid@11.15.0/node_modules/mermaid/dist/chunks/mermaid.esm.min/chunk-4R4BOZG6.mjs</a:t>
            </a:r>
          </a:p>
          <a:p>
            <a:pPr>
              <a:defRPr sz="1200"/>
            </a:pPr>
            <a:r>
              <a:t>D:/pasar_fix/node_modules/.bun/mermaid@11.15.0/node_modules/mermaid/dist/chunks/mermaid.esm.min/chunk-4R4BOZG6.mjs.map</a:t>
            </a:r>
          </a:p>
          <a:p>
            <a:pPr>
              <a:defRPr sz="1200"/>
            </a:pPr>
            <a:r>
              <a:t>D:/pasar_fix/node_modules/.bun/mermaid@11.15.0/node_modules/mermaid/dist/chunks/mermaid.esm.min/chunk-5IMINLNL.mjs</a:t>
            </a:r>
          </a:p>
          <a:p>
            <a:pPr>
              <a:defRPr sz="1200"/>
            </a:pPr>
            <a:r>
              <a:t>D:/pasar_fix/node_modules/.bun/mermaid@11.15.0/node_modules/mermaid/dist/chunks/mermaid.esm.min/chunk-5IMINLNL.mjs.map</a:t>
            </a:r>
          </a:p>
          <a:p>
            <a:pPr>
              <a:defRPr sz="1200"/>
            </a:pPr>
            <a:r>
              <a:t>D:/pasar_fix/node_modules/.bun/mermaid@11.15.0/node_modules/mermaid/dist/chunks/mermaid.esm.min/chunk-5VCL7Z4A.mjs</a:t>
            </a:r>
          </a:p>
          <a:p>
            <a:pPr>
              <a:defRPr sz="1200"/>
            </a:pPr>
            <a:r>
              <a:t>D:/pasar_fix/node_modules/.bun/mermaid@11.15.0/node_modules/mermaid/dist/chunks/mermaid.esm.min/chunk-5VCL7Z4A.mjs.map</a:t>
            </a:r>
          </a:p>
          <a:p>
            <a:pPr>
              <a:defRPr sz="1200"/>
            </a:pPr>
            <a:r>
              <a:t>D:/pasar_fix/node_modules/.bun/mermaid@11.15.0/node_modules/mermaid/dist/chunks/mermaid.esm.min/chunk-6764PJDD.mjs</a:t>
            </a:r>
          </a:p>
          <a:p>
            <a:pPr>
              <a:defRPr sz="1200"/>
            </a:pPr>
            <a:r>
              <a:t>D:/pasar_fix/node_modules/.bun/mermaid@11.15.0/node_modules/mermaid/dist/chunks/mermaid.esm.min/chunk-6764PJDD.mjs.map</a:t>
            </a:r>
          </a:p>
          <a:p>
            <a:pPr>
              <a:defRPr sz="1200"/>
            </a:pPr>
            <a:r>
              <a:t>D:/pasar_fix/node_modules/.bun/mermaid@11.15.0/node_modules/mermaid/dist/chunks/mermaid.esm.min/chunk-67TQ5CYL.mjs</a:t>
            </a:r>
          </a:p>
          <a:p>
            <a:pPr>
              <a:defRPr sz="1200"/>
            </a:pPr>
            <a:r>
              <a:t>D:/pasar_fix/node_modules/.bun/mermaid@11.15.0/node_modules/mermaid/dist/chunks/mermaid.esm.min/chunk-67TQ5CYL.mjs.map</a:t>
            </a:r>
          </a:p>
          <a:p>
            <a:pPr>
              <a:defRPr sz="1200"/>
            </a:pPr>
            <a:r>
              <a:t>D:/pasar_fix/node_modules/.bun/mermaid@11.15.0/node_modules/mermaid/dist/chunks/mermaid.esm.min/chunk-7FYTHRHK.mjs</a:t>
            </a:r>
          </a:p>
          <a:p>
            <a:pPr>
              <a:defRPr sz="1200"/>
            </a:pPr>
            <a:r>
              <a:t>D:/pasar_fix/node_modules/.bun/mermaid@11.15.0/node_modules/mermaid/dist/chunks/mermaid.esm.min/chunk-7FYTHRHK.mjs.map</a:t>
            </a:r>
          </a:p>
          <a:p>
            <a:pPr>
              <a:defRPr sz="1200"/>
            </a:pPr>
            <a:r>
              <a:t>D:/pasar_fix/node_modules/.bun/mermaid@11.15.0/node_modules/mermaid/dist/chunks/mermaid.esm.min/chunk-7J6CGLKN.mjs</a:t>
            </a:r>
          </a:p>
          <a:p>
            <a:pPr>
              <a:defRPr sz="1200"/>
            </a:pPr>
            <a:r>
              <a:t>D:/pasar_fix/node_modules/.bun/mermaid@11.15.0/node_modules/mermaid/dist/chunks/mermaid.esm.min/chunk-7J6CGLKN.mjs.map</a:t>
            </a:r>
          </a:p>
          <a:p>
            <a:pPr>
              <a:defRPr sz="1200"/>
            </a:pPr>
            <a:r>
              <a:t>D:/pasar_fix/node_modules/.bun/mermaid@11.15.0/node_modules/mermaid/dist/chunks/mermaid.esm.min/chunk-7W6UQGC5.mjs</a:t>
            </a:r>
          </a:p>
          <a:p>
            <a:pPr>
              <a:defRPr sz="1200"/>
            </a:pPr>
            <a:r>
              <a:t>D:/pasar_fix/node_modules/.bun/mermaid@11.15.0/node_modules/mermaid/dist/chunks/mermaid.esm.min/chunk-7W6UQGC5.mjs.map</a:t>
            </a:r>
          </a:p>
          <a:p>
            <a:pPr>
              <a:defRPr sz="1200"/>
            </a:pPr>
            <a:r>
              <a:t>D:/pasar_fix/node_modules/.bun/mermaid@11.15.0/node_modules/mermaid/dist/chunks/mermaid.esm.min/chunk-AQ6EADP3.mjs</a:t>
            </a:r>
          </a:p>
          <a:p>
            <a:pPr>
              <a:defRPr sz="1200"/>
            </a:pPr>
            <a:r>
              <a:t>D:/pasar_fix/node_modules/.bun/mermaid@11.15.0/node_modules/mermaid/dist/chunks/mermaid.esm.min/chunk-AQ6EADP3.mjs.map</a:t>
            </a:r>
          </a:p>
          <a:p>
            <a:pPr>
              <a:defRPr sz="1200"/>
            </a:pPr>
            <a:r>
              <a:t>D:/pasar_fix/node_modules/.bun/mermaid@11.15.0/node_modules/mermaid/dist/chunks/mermaid.esm.min/chunk-AZZRMDJM.mjs</a:t>
            </a:r>
          </a:p>
          <a:p>
            <a:pPr>
              <a:defRPr sz="1200"/>
            </a:pPr>
            <a:r>
              <a:t>D:/pasar_fix/node_modules/.bun/mermaid@11.15.0/node_modules/mermaid/dist/chunks/mermaid.esm.min/chunk-AZZRMDJM.mjs.map</a:t>
            </a:r>
          </a:p>
          <a:p>
            <a:pPr>
              <a:defRPr sz="1200"/>
            </a:pPr>
            <a:r>
              <a:t>D:/pasar_fix/node_modules/.bun/mermaid@11.15.0/node_modules/mermaid/dist/chunks/mermaid.esm.min/chunk-C62D2QBJ.mjs</a:t>
            </a:r>
          </a:p>
          <a:p>
            <a:pPr>
              <a:defRPr sz="1200"/>
            </a:pPr>
            <a:r>
              <a:t>D:/pasar_fix/node_modules/.bun/mermaid@11.15.0/node_modules/mermaid/dist/chunks/mermaid.esm.min/chunk-C62D2QBJ.mjs.map</a:t>
            </a:r>
          </a:p>
          <a:p>
            <a:pPr>
              <a:defRPr sz="1200"/>
            </a:pPr>
            <a:r>
              <a:t>D:/pasar_fix/node_modules/.bun/mermaid@11.15.0/node_modules/mermaid/dist/chunks/mermaid.esm.min/chunk-CEXFNPSA.mjs</a:t>
            </a:r>
          </a:p>
          <a:p>
            <a:pPr>
              <a:defRPr sz="1200"/>
            </a:pPr>
            <a:r>
              <a:t>D:/pasar_fix/node_modules/.bun/mermaid@11.15.0/node_modules/mermaid/dist/chunks/mermaid.esm.min/chunk-CEXFNPSA.mjs.map</a:t>
            </a:r>
          </a:p>
          <a:p>
            <a:pPr>
              <a:defRPr sz="1200"/>
            </a:pPr>
            <a:r>
              <a:t>D:/pasar_fix/node_modules/.bun/mermaid@11.15.0/node_modules/mermaid/dist/chunks/mermaid.esm.min/chunk-INKRHTLW.mjs</a:t>
            </a:r>
          </a:p>
          <a:p>
            <a:pPr>
              <a:defRPr sz="1200"/>
            </a:pPr>
            <a:r>
              <a:t>D:/pasar_fix/node_modules/.bun/mermaid@11.15.0/node_modules/mermaid/dist/chunks/mermaid.esm.min/chunk-INKRHTLW.mjs.map</a:t>
            </a:r>
          </a:p>
          <a:p>
            <a:pPr>
              <a:defRPr sz="1200"/>
            </a:pPr>
            <a:r>
              <a:t>D:/pasar_fix/node_modules/.bun/mermaid@11.15.0/node_modules/mermaid/dist/chunks/mermaid.esm.min/chunk-J5EP6P6S.mjs</a:t>
            </a:r>
          </a:p>
          <a:p>
            <a:pPr>
              <a:defRPr sz="1200"/>
            </a:pPr>
            <a:r>
              <a:t>D:/pasar_fix/node_modules/.bun/mermaid@11.15.0/node_modules/mermaid/dist/chunks/mermaid.esm.min/chunk-J5EP6P6S.mjs.map</a:t>
            </a:r>
          </a:p>
          <a:p>
            <a:pPr>
              <a:defRPr sz="1200"/>
            </a:pPr>
            <a:r>
              <a:t>D:/pasar_fix/node_modules/.bun/mermaid@11.15.0/node_modules/mermaid/dist/chunks/mermaid.esm.min/chunk-JQRUD6KW.mjs</a:t>
            </a:r>
          </a:p>
          <a:p>
            <a:pPr>
              <a:defRPr sz="1200"/>
            </a:pPr>
            <a:r>
              <a:t>D:/pasar_fix/node_modules/.bun/mermaid@11.15.0/node_modules/mermaid/dist/chunks/mermaid.esm.min/chunk-JQRUD6KW.mjs.map</a:t>
            </a:r>
          </a:p>
          <a:p>
            <a:pPr>
              <a:defRPr sz="1200"/>
            </a:pPr>
            <a:r>
              <a:t>D:/pasar_fix/node_modules/.bun/mermaid@11.15.0/node_modules/mermaid/dist/chunks/mermaid.esm.min/chunk-KGFNY3KK.mjs</a:t>
            </a:r>
          </a:p>
          <a:p>
            <a:pPr>
              <a:defRPr sz="1200"/>
            </a:pPr>
            <a:r>
              <a:t>D:/pasar_fix/node_modules/.bun/mermaid@11.15.0/node_modules/mermaid/dist/chunks/mermaid.esm.min/chunk-KGFNY3KK.mjs.map</a:t>
            </a:r>
          </a:p>
          <a:p>
            <a:pPr>
              <a:defRPr sz="1200"/>
            </a:pPr>
            <a:r>
              <a:t>D:/pasar_fix/node_modules/.bun/mermaid@11.15.0/node_modules/mermaid/dist/chunks/mermaid.esm.min/chunk-KGYTTC2M.mjs</a:t>
            </a:r>
          </a:p>
          <a:p>
            <a:pPr>
              <a:defRPr sz="1200"/>
            </a:pPr>
            <a:r>
              <a:t>D:/pasar_fix/node_modules/.bun/mermaid@11.15.0/node_modules/mermaid/dist/chunks/mermaid.esm.min/chunk-KGYTTC2M.mjs.map</a:t>
            </a:r>
          </a:p>
          <a:p>
            <a:pPr>
              <a:defRPr sz="1200"/>
            </a:pPr>
            <a:r>
              <a:t>D:/pasar_fix/node_modules/.bun/mermaid@11.15.0/node_modules/mermaid/dist/chunks/mermaid.esm.min/chunk-KNLZD3CH.mjs</a:t>
            </a:r>
          </a:p>
          <a:p>
            <a:pPr>
              <a:defRPr sz="1200"/>
            </a:pPr>
            <a:r>
              <a:t>D:/pasar_fix/node_modules/.bun/mermaid@11.15.0/node_modules/mermaid/dist/chunks/mermaid.esm.min/chunk-KNLZD3CH.mjs.map</a:t>
            </a:r>
          </a:p>
          <a:p>
            <a:pPr>
              <a:defRPr sz="1200"/>
            </a:pPr>
            <a:r>
              <a:t>D:/pasar_fix/node_modules/.bun/mermaid@11.15.0/node_modules/mermaid/dist/chunks/mermaid.esm.min/chunk-KRXBNO2N.mjs</a:t>
            </a:r>
          </a:p>
          <a:p>
            <a:pPr>
              <a:defRPr sz="1200"/>
            </a:pPr>
            <a:r>
              <a:t>D:/pasar_fix/node_modules/.bun/mermaid@11.15.0/node_modules/mermaid/dist/chunks/mermaid.esm.min/chunk-KRXBNO2N.mjs.map</a:t>
            </a:r>
          </a:p>
          <a:p>
            <a:pPr>
              <a:defRPr sz="1200"/>
            </a:pPr>
            <a:r>
              <a:t>D:/pasar_fix/node_modules/.bun/mermaid@11.15.0/node_modules/mermaid/dist/chunks/mermaid.esm.min/chunk-LCXTWHL2.mjs</a:t>
            </a:r>
          </a:p>
          <a:p>
            <a:pPr>
              <a:defRPr sz="1200"/>
            </a:pPr>
            <a:r>
              <a:t>D:/pasar_fix/node_modules/.bun/mermaid@11.15.0/node_modules/mermaid/dist/chunks/mermaid.esm.min/chunk-LCXTWHL2.mjs.map</a:t>
            </a:r>
          </a:p>
          <a:p>
            <a:pPr>
              <a:defRPr sz="1200"/>
            </a:pPr>
            <a:r>
              <a:t>D:/pasar_fix/node_modules/.bun/mermaid@11.15.0/node_modules/mermaid/dist/chunks/mermaid.esm.min/chunk-LII3EMHJ.mjs</a:t>
            </a:r>
          </a:p>
          <a:p>
            <a:pPr>
              <a:defRPr sz="1200"/>
            </a:pPr>
            <a:r>
              <a:t>D:/pasar_fix/node_modules/.bun/mermaid@11.15.0/node_modules/mermaid/dist/chunks/mermaid.esm.min/chunk-LII3EMHJ.mjs.map</a:t>
            </a:r>
          </a:p>
          <a:p>
            <a:pPr>
              <a:defRPr sz="1200"/>
            </a:pPr>
            <a:r>
              <a:t>D:/pasar_fix/node_modules/.bun/mermaid@11.15.0/node_modules/mermaid/dist/chunks/mermaid.esm.min/chunk-LRIF4GLE.mjs</a:t>
            </a:r>
          </a:p>
          <a:p>
            <a:pPr>
              <a:defRPr sz="1200"/>
            </a:pPr>
            <a:r>
              <a:t>D:/pasar_fix/node_modules/.bun/mermaid@11.15.0/node_modules/mermaid/dist/chunks/mermaid.esm.min/chunk-LRIF4GLE.mjs.map</a:t>
            </a:r>
          </a:p>
          <a:p>
            <a:pPr>
              <a:defRPr sz="1200"/>
            </a:pPr>
            <a:r>
              <a:t>D:/pasar_fix/node_modules/.bun/mermaid@11.15.0/node_modules/mermaid/dist/chunks/mermaid.esm.min/chunk-QA3QBVWF.mjs</a:t>
            </a:r>
          </a:p>
          <a:p>
            <a:pPr>
              <a:defRPr sz="1200"/>
            </a:pPr>
            <a:r>
              <a:t>D:/pasar_fix/node_modules/.bun/mermaid@11.15.0/node_modules/mermaid/dist/chunks/mermaid.esm.min/chunk-QA3QBVWF.mjs.map</a:t>
            </a:r>
          </a:p>
          <a:p>
            <a:pPr>
              <a:defRPr sz="1200"/>
            </a:pPr>
            <a:r>
              <a:t>D:/pasar_fix/node_modules/.bun/mermaid@11.15.0/node_modules/mermaid/dist/chunks/mermaid.esm.min/chunk-RERM46MO.mjs</a:t>
            </a:r>
          </a:p>
          <a:p>
            <a:pPr>
              <a:defRPr sz="1200"/>
            </a:pPr>
            <a:r>
              <a:t>D:/pasar_fix/node_modules/.bun/mermaid@11.15.0/node_modules/mermaid/dist/chunks/mermaid.esm.min/chunk-RERM46MO.mjs.map</a:t>
            </a:r>
          </a:p>
          <a:p>
            <a:pPr>
              <a:defRPr sz="1200"/>
            </a:pPr>
            <a:r>
              <a:t>D:/pasar_fix/node_modules/.bun/mermaid@11.15.0/node_modules/mermaid/dist/chunks/mermaid.esm.min/chunk-RG4AUYOV.mjs</a:t>
            </a:r>
          </a:p>
          <a:p>
            <a:pPr>
              <a:defRPr sz="1200"/>
            </a:pPr>
            <a:r>
              <a:t>D:/pasar_fix/node_modules/.bun/mermaid@11.15.0/node_modules/mermaid/dist/chunks/mermaid.esm.min/chunk-RG4AUYOV.mjs.map</a:t>
            </a:r>
          </a:p>
          <a:p>
            <a:pPr>
              <a:defRPr sz="1200"/>
            </a:pPr>
            <a:r>
              <a:t>D:/pasar_fix/node_modules/.bun/mermaid@11.15.0/node_modules/mermaid/dist/chunks/mermaid.esm.min/chunk-RKZBBQEN.mjs</a:t>
            </a:r>
          </a:p>
          <a:p>
            <a:pPr>
              <a:defRPr sz="1200"/>
            </a:pPr>
            <a:r>
              <a:t>D:/pasar_fix/node_modules/.bun/mermaid@11.15.0/node_modules/mermaid/dist/chunks/mermaid.esm.min/chunk-RKZBBQEN.mjs.map</a:t>
            </a:r>
          </a:p>
          <a:p>
            <a:pPr>
              <a:defRPr sz="1200"/>
            </a:pPr>
            <a:r>
              <a:t>D:/pasar_fix/node_modules/.bun/mermaid@11.15.0/node_modules/mermaid/dist/chunks/mermaid.esm.min/chunk-RLI5ZMPA.mjs</a:t>
            </a:r>
          </a:p>
          <a:p>
            <a:pPr>
              <a:defRPr sz="1200"/>
            </a:pPr>
            <a:r>
              <a:t>D:/pasar_fix/node_modules/.bun/mermaid@11.15.0/node_modules/mermaid/dist/chunks/mermaid.esm.min/chunk-RLI5ZMPA.mjs.map</a:t>
            </a:r>
          </a:p>
          <a:p>
            <a:pPr>
              <a:defRPr sz="1200"/>
            </a:pPr>
            <a:r>
              <a:t>D:/pasar_fix/node_modules/.bun/mermaid@11.15.0/node_modules/mermaid/dist/chunks/mermaid.esm.min/chunk-T2UQINTJ.mjs</a:t>
            </a:r>
          </a:p>
          <a:p>
            <a:pPr>
              <a:defRPr sz="1200"/>
            </a:pPr>
            <a:r>
              <a:t>D:/pasar_fix/node_modules/.bun/mermaid@11.15.0/node_modules/mermaid/dist/chunks/mermaid.esm.min/chunk-T2UQINTJ.mjs.map</a:t>
            </a:r>
          </a:p>
          <a:p>
            <a:pPr>
              <a:defRPr sz="1200"/>
            </a:pPr>
            <a:r>
              <a:t>D:/pasar_fix/node_modules/.bun/mermaid@11.15.0/node_modules/mermaid/dist/chunks/mermaid.esm.min/chunk-T5OCTHI4.mjs</a:t>
            </a:r>
          </a:p>
          <a:p>
            <a:pPr>
              <a:defRPr sz="1200"/>
            </a:pPr>
            <a:r>
              <a:t>D:/pasar_fix/node_modules/.bun/mermaid@11.15.0/node_modules/mermaid/dist/chunks/mermaid.esm.min/chunk-T5OCTHI4.mjs.map</a:t>
            </a:r>
          </a:p>
          <a:p>
            <a:pPr>
              <a:defRPr sz="1200"/>
            </a:pPr>
            <a:r>
              <a:t>D:/pasar_fix/node_modules/.bun/mermaid@11.15.0/node_modules/mermaid/dist/chunks/mermaid.esm.min/chunk-UP6H54XL.mjs</a:t>
            </a:r>
          </a:p>
          <a:p>
            <a:pPr>
              <a:defRPr sz="1200"/>
            </a:pPr>
            <a:r>
              <a:t>D:/pasar_fix/node_modules/.bun/mermaid@11.15.0/node_modules/mermaid/dist/chunks/mermaid.esm.min/chunk-UP6H54XL.mjs.map</a:t>
            </a:r>
          </a:p>
          <a:p>
            <a:pPr>
              <a:defRPr sz="1200"/>
            </a:pPr>
            <a:r>
              <a:t>D:/pasar_fix/node_modules/.bun/mermaid@11.15.0/node_modules/mermaid/dist/chunks/mermaid.esm.min/chunk-UXSXWOXI.mjs</a:t>
            </a:r>
          </a:p>
          <a:p>
            <a:pPr>
              <a:defRPr sz="1200"/>
            </a:pPr>
            <a:r>
              <a:t>D:/pasar_fix/node_modules/.bun/mermaid@11.15.0/node_modules/mermaid/dist/chunks/mermaid.esm.min/chunk-UXSXWOXI.mjs.map</a:t>
            </a:r>
          </a:p>
          <a:p>
            <a:pPr>
              <a:defRPr sz="1200"/>
            </a:pPr>
            <a:r>
              <a:t>D:/pasar_fix/node_modules/.bun/mermaid@11.15.0/node_modules/mermaid/dist/chunks/mermaid.esm.min/chunk-UY5QBCOK.mjs</a:t>
            </a:r>
          </a:p>
          <a:p>
            <a:pPr>
              <a:defRPr sz="1200"/>
            </a:pPr>
            <a:r>
              <a:t>D:/pasar_fix/node_modules/.bun/mermaid@11.15.0/node_modules/mermaid/dist/chunks/mermaid.esm.min/chunk-UY5QBCOK.mjs.map</a:t>
            </a:r>
          </a:p>
          <a:p>
            <a:pPr>
              <a:defRPr sz="1200"/>
            </a:pPr>
            <a:r>
              <a:t>D:/pasar_fix/node_modules/.bun/mermaid@11.15.0/node_modules/mermaid/dist/chunks/mermaid.esm.min/chunk-VU6ZFW4Y.mjs</a:t>
            </a:r>
          </a:p>
          <a:p>
            <a:pPr>
              <a:defRPr sz="1200"/>
            </a:pPr>
            <a:r>
              <a:t>D:/pasar_fix/node_modules/.bun/mermaid@11.15.0/node_modules/mermaid/dist/chunks/mermaid.esm.min/chunk-VU6ZFW4Y.mjs.map</a:t>
            </a:r>
          </a:p>
          <a:p>
            <a:pPr>
              <a:defRPr sz="1200"/>
            </a:pPr>
            <a:r>
              <a:t>D:/pasar_fix/node_modules/.bun/mermaid@11.15.0/node_modules/mermaid/dist/chunks/mermaid.esm.min/chunk-W44A43WB.mjs</a:t>
            </a:r>
          </a:p>
          <a:p>
            <a:pPr>
              <a:defRPr sz="1200"/>
            </a:pPr>
            <a:r>
              <a:t>D:/pasar_fix/node_modules/.bun/mermaid@11.15.0/node_modules/mermaid/dist/chunks/mermaid.esm.min/chunk-W44A43WB.mjs.map</a:t>
            </a:r>
          </a:p>
          <a:p>
            <a:pPr>
              <a:defRPr sz="1200"/>
            </a:pPr>
            <a:r>
              <a:t>D:/pasar_fix/node_modules/.bun/mermaid@11.15.0/node_modules/mermaid/dist/chunks/mermaid.esm.min/chunk-ZXARS5L4.mjs</a:t>
            </a:r>
          </a:p>
          <a:p>
            <a:pPr>
              <a:defRPr sz="1200"/>
            </a:pPr>
            <a:r>
              <a:t>D:/pasar_fix/node_modules/.bun/mermaid@11.15.0/node_modules/mermaid/dist/chunks/mermaid.esm.min/chunk-ZXARS5L4.mjs.map</a:t>
            </a:r>
          </a:p>
          <a:p>
            <a:pPr>
              <a:defRPr sz="1200"/>
            </a:pPr>
            <a:r>
              <a:t>D:/pasar_fix/node_modules/.bun/mermaid@11.15.0/node_modules/mermaid/dist/chunks/mermaid.esm.min/classDiagram-KGZ6W3CR.mjs</a:t>
            </a:r>
          </a:p>
          <a:p>
            <a:pPr>
              <a:defRPr sz="1200"/>
            </a:pPr>
            <a:r>
              <a:t>D:/pasar_fix/node_modules/.bun/mermaid@11.15.0/node_modules/mermaid/dist/chunks/mermaid.esm.min/classDiagram-KGZ6W3CR.mjs.map</a:t>
            </a:r>
          </a:p>
          <a:p>
            <a:pPr>
              <a:defRPr sz="1200"/>
            </a:pPr>
            <a:r>
              <a:t>D:/pasar_fix/node_modules/.bun/mermaid@11.15.0/node_modules/mermaid/dist/chunks/mermaid.esm.min/classDiagram-v2-72OJOZXJ.mjs</a:t>
            </a:r>
          </a:p>
          <a:p>
            <a:pPr>
              <a:defRPr sz="1200"/>
            </a:pPr>
            <a:r>
              <a:t>D:/pasar_fix/node_modules/.bun/mermaid@11.15.0/node_modules/mermaid/dist/chunks/mermaid.esm.min/classDiagram-v2-72OJOZXJ.mjs.map</a:t>
            </a:r>
          </a:p>
          <a:p>
            <a:pPr>
              <a:defRPr sz="1200"/>
            </a:pPr>
            <a:r>
              <a:t>D:/pasar_fix/node_modules/.bun/mermaid@11.15.0/node_modules/mermaid/dist/chunks/mermaid.esm.min/cose-bilkent-UX7MHV2Q.mjs</a:t>
            </a:r>
          </a:p>
          <a:p>
            <a:pPr>
              <a:defRPr sz="1200"/>
            </a:pPr>
            <a:r>
              <a:t>D:/pasar_fix/node_modules/.bun/mermaid@11.15.0/node_modules/mermaid/dist/chunks/mermaid.esm.min/cose-bilkent-UX7MHV2Q.mjs.map</a:t>
            </a:r>
          </a:p>
          <a:p>
            <a:pPr>
              <a:defRPr sz="1200"/>
            </a:pPr>
            <a:r>
              <a:t>D:/pasar_fix/node_modules/.bun/mermaid@11.15.0/node_modules/mermaid/dist/chunks/mermaid.esm.min/dagre-ND4H6XIP.mjs</a:t>
            </a:r>
          </a:p>
          <a:p>
            <a:pPr>
              <a:defRPr sz="1200"/>
            </a:pPr>
            <a:r>
              <a:t>D:/pasar_fix/node_modules/.bun/mermaid@11.15.0/node_modules/mermaid/dist/chunks/mermaid.esm.min/dagre-ND4H6XIP.mjs.map</a:t>
            </a:r>
          </a:p>
          <a:p>
            <a:pPr>
              <a:defRPr sz="1200"/>
            </a:pPr>
            <a:r>
              <a:t>D:/pasar_fix/node_modules/.bun/mermaid@11.15.0/node_modules/mermaid/dist/chunks/mermaid.esm.min/diagram-3NCE3AQN.mjs</a:t>
            </a:r>
          </a:p>
          <a:p>
            <a:pPr>
              <a:defRPr sz="1200"/>
            </a:pPr>
            <a:r>
              <a:t>D:/pasar_fix/node_modules/.bun/mermaid@11.15.0/node_modules/mermaid/dist/chunks/mermaid.esm.min/diagram-3NCE3AQN.mjs.map</a:t>
            </a:r>
          </a:p>
          <a:p>
            <a:pPr>
              <a:defRPr sz="1200"/>
            </a:pPr>
            <a:r>
              <a:t>D:/pasar_fix/node_modules/.bun/mermaid@11.15.0/node_modules/mermaid/dist/chunks/mermaid.esm.min/diagram-GF46GFSD.mjs</a:t>
            </a:r>
          </a:p>
          <a:p>
            <a:pPr>
              <a:defRPr sz="1200"/>
            </a:pPr>
            <a:r>
              <a:t>D:/pasar_fix/node_modules/.bun/mermaid@11.15.0/node_modules/mermaid/dist/chunks/mermaid.esm.min/diagram-GF46GFSD.mjs.map</a:t>
            </a:r>
          </a:p>
          <a:p>
            <a:pPr>
              <a:defRPr sz="1200"/>
            </a:pPr>
            <a:r>
              <a:t>D:/pasar_fix/node_modules/.bun/mermaid@11.15.0/node_modules/mermaid/dist/chunks/mermaid.esm.min/diagram-HNR7UZ2L.mjs</a:t>
            </a:r>
          </a:p>
          <a:p>
            <a:pPr>
              <a:defRPr sz="1200"/>
            </a:pPr>
            <a:r>
              <a:t>D:/pasar_fix/node_modules/.bun/mermaid@11.15.0/node_modules/mermaid/dist/chunks/mermaid.esm.min/diagram-HNR7UZ2L.mjs.map</a:t>
            </a:r>
          </a:p>
          <a:p>
            <a:pPr>
              <a:defRPr sz="1200"/>
            </a:pPr>
            <a:r>
              <a:t>D:/pasar_fix/node_modules/.bun/mermaid@11.15.0/node_modules/mermaid/dist/chunks/mermaid.esm.min/diagram-QXG6HAR7.mjs</a:t>
            </a:r>
          </a:p>
          <a:p>
            <a:pPr>
              <a:defRPr sz="1200"/>
            </a:pPr>
            <a:r>
              <a:t>D:/pasar_fix/node_modules/.bun/mermaid@11.15.0/node_modules/mermaid/dist/chunks/mermaid.esm.min/diagram-QXG6HAR7.mjs.map</a:t>
            </a:r>
          </a:p>
          <a:p>
            <a:pPr>
              <a:defRPr sz="1200"/>
            </a:pPr>
            <a:r>
              <a:t>D:/pasar_fix/node_modules/.bun/mermaid@11.15.0/node_modules/mermaid/dist/chunks/mermaid.esm.min/diagram-WEQXMOUZ.mjs</a:t>
            </a:r>
          </a:p>
          <a:p>
            <a:pPr>
              <a:defRPr sz="1200"/>
            </a:pPr>
            <a:r>
              <a:t>D:/pasar_fix/node_modules/.bun/mermaid@11.15.0/node_modules/mermaid/dist/chunks/mermaid.esm.min/diagram-WEQXMOUZ.mjs.map</a:t>
            </a:r>
          </a:p>
          <a:p>
            <a:pPr>
              <a:defRPr sz="1200"/>
            </a:pPr>
            <a:r>
              <a:t>D:/pasar_fix/node_modules/.bun/mermaid@11.15.0/node_modules/mermaid/dist/chunks/mermaid.esm.min/erDiagram-L5TCEMPS.mjs</a:t>
            </a:r>
          </a:p>
          <a:p>
            <a:pPr>
              <a:defRPr sz="1200"/>
            </a:pPr>
            <a:r>
              <a:t>D:/pasar_fix/node_modules/.bun/mermaid@11.15.0/node_modules/mermaid/dist/chunks/mermaid.esm.min/erDiagram-L5TCEMPS.mjs.map</a:t>
            </a:r>
          </a:p>
          <a:p>
            <a:pPr>
              <a:defRPr sz="1200"/>
            </a:pPr>
            <a:r>
              <a:t>D:/pasar_fix/node_modules/.bun/mermaid@11.15.0/node_modules/mermaid/dist/chunks/mermaid.esm.min/eventmodeling-FCH6USID-MREXMVOE.mjs</a:t>
            </a:r>
          </a:p>
          <a:p>
            <a:pPr>
              <a:defRPr sz="1200"/>
            </a:pPr>
            <a:r>
              <a:t>D:/pasar_fix/node_modules/.bun/mermaid@11.15.0/node_modules/mermaid/dist/chunks/mermaid.esm.min/eventmodeling-FCH6USID-MREXMVOE.mjs.map</a:t>
            </a:r>
          </a:p>
          <a:p>
            <a:pPr>
              <a:defRPr sz="1200"/>
            </a:pPr>
            <a:r>
              <a:t>D:/pasar_fix/node_modules/.bun/mermaid@11.15.0/node_modules/mermaid/dist/chunks/mermaid.esm.min/flowDiagram-H6V6AXG4.mjs</a:t>
            </a:r>
          </a:p>
          <a:p>
            <a:pPr>
              <a:defRPr sz="1200"/>
            </a:pPr>
            <a:r>
              <a:t>D:/pasar_fix/node_modules/.bun/mermaid@11.15.0/node_modules/mermaid/dist/chunks/mermaid.esm.min/flowDiagram-H6V6AXG4.mjs.map</a:t>
            </a:r>
          </a:p>
          <a:p>
            <a:pPr>
              <a:defRPr sz="1200"/>
            </a:pPr>
            <a:r>
              <a:t>D:/pasar_fix/node_modules/.bun/mermaid@11.15.0/node_modules/mermaid/dist/chunks/mermaid.esm.min/ganttDiagram-JCBTUEKG.mjs</a:t>
            </a:r>
          </a:p>
          <a:p>
            <a:pPr>
              <a:defRPr sz="1200"/>
            </a:pPr>
            <a:r>
              <a:t>D:/pasar_fix/node_modules/.bun/mermaid@11.15.0/node_modules/mermaid/dist/chunks/mermaid.esm.min/ganttDiagram-JCBTUEKG.mjs.map</a:t>
            </a:r>
          </a:p>
          <a:p>
            <a:pPr>
              <a:defRPr sz="1200"/>
            </a:pPr>
            <a:r>
              <a:t>D:/pasar_fix/node_modules/.bun/mermaid@11.15.0/node_modules/mermaid/dist/chunks/mermaid.esm.min/gitGraph-WXDBUCRP-R675I2BI.mjs</a:t>
            </a:r>
          </a:p>
          <a:p>
            <a:pPr>
              <a:defRPr sz="1200"/>
            </a:pPr>
            <a:r>
              <a:t>D:/pasar_fix/node_modules/.bun/mermaid@11.15.0/node_modules/mermaid/dist/chunks/mermaid.esm.min/gitGraph-WXDBUCRP-R675I2BI.mjs.map</a:t>
            </a:r>
          </a:p>
          <a:p>
            <a:pPr>
              <a:defRPr sz="1200"/>
            </a:pPr>
            <a:r>
              <a:t>D:/pasar_fix/node_modules/.bun/mermaid@11.15.0/node_modules/mermaid/dist/chunks/mermaid.esm.min/gitGraphDiagram-S2ZK5IYY.mjs</a:t>
            </a:r>
          </a:p>
          <a:p>
            <a:pPr>
              <a:defRPr sz="1200"/>
            </a:pPr>
            <a:r>
              <a:t>D:/pasar_fix/node_modules/.bun/mermaid@11.15.0/node_modules/mermaid/dist/chunks/mermaid.esm.min/gitGraphDiagram-S2ZK5IYY.mjs.map</a:t>
            </a:r>
          </a:p>
          <a:p>
            <a:pPr>
              <a:defRPr sz="1200"/>
            </a:pPr>
            <a:r>
              <a:t>D:/pasar_fix/node_modules/.bun/mermaid@11.15.0/node_modules/mermaid/dist/chunks/mermaid.esm.min/info-J43DQDTF-KCYPFFUO.mjs</a:t>
            </a:r>
          </a:p>
          <a:p>
            <a:pPr>
              <a:defRPr sz="1200"/>
            </a:pPr>
            <a:r>
              <a:t>D:/pasar_fix/node_modules/.bun/mermaid@11.15.0/node_modules/mermaid/dist/chunks/mermaid.esm.min/info-J43DQDTF-KCYPFFUO.mjs.map</a:t>
            </a:r>
          </a:p>
          <a:p>
            <a:pPr>
              <a:defRPr sz="1200"/>
            </a:pPr>
            <a:r>
              <a:t>D:/pasar_fix/node_modules/.bun/mermaid@11.15.0/node_modules/mermaid/dist/chunks/mermaid.esm.min/infoDiagram-3YFTVSEB.mjs</a:t>
            </a:r>
          </a:p>
          <a:p>
            <a:pPr>
              <a:defRPr sz="1200"/>
            </a:pPr>
            <a:r>
              <a:t>D:/pasar_fix/node_modules/.bun/mermaid@11.15.0/node_modules/mermaid/dist/chunks/mermaid.esm.min/infoDiagram-3YFTVSEB.mjs.map</a:t>
            </a:r>
          </a:p>
          <a:p>
            <a:pPr>
              <a:defRPr sz="1200"/>
            </a:pPr>
            <a:r>
              <a:t>D:/pasar_fix/node_modules/.bun/mermaid@11.15.0/node_modules/mermaid/dist/chunks/mermaid.esm.min/ishikawaDiagram-BNXS4ZKH.mjs</a:t>
            </a:r>
          </a:p>
          <a:p>
            <a:pPr>
              <a:defRPr sz="1200"/>
            </a:pPr>
            <a:r>
              <a:t>D:/pasar_fix/node_modules/.bun/mermaid@11.15.0/node_modules/mermaid/dist/chunks/mermaid.esm.min/ishikawaDiagram-BNXS4ZKH.mjs.map</a:t>
            </a:r>
          </a:p>
          <a:p>
            <a:pPr>
              <a:defRPr sz="1200"/>
            </a:pPr>
            <a:r>
              <a:t>D:/pasar_fix/node_modules/.bun/mermaid@11.15.0/node_modules/mermaid/dist/chunks/mermaid.esm.min/journeyDiagram-M6C3CM3L.mjs</a:t>
            </a:r>
          </a:p>
          <a:p>
            <a:pPr>
              <a:defRPr sz="1200"/>
            </a:pPr>
            <a:r>
              <a:t>D:/pasar_fix/node_modules/.bun/mermaid@11.15.0/node_modules/mermaid/dist/chunks/mermaid.esm.min/journeyDiagram-M6C3CM3L.mjs.map</a:t>
            </a:r>
          </a:p>
          <a:p>
            <a:pPr>
              <a:defRPr sz="1200"/>
            </a:pPr>
            <a:r>
              <a:t>D:/pasar_fix/node_modules/.bun/mermaid@11.15.0/node_modules/mermaid/dist/chunks/mermaid.esm.min/kanban-definition-75IXJCU3.mjs</a:t>
            </a:r>
          </a:p>
          <a:p>
            <a:pPr>
              <a:defRPr sz="1200"/>
            </a:pPr>
            <a:r>
              <a:t>D:/pasar_fix/node_modules/.bun/mermaid@11.15.0/node_modules/mermaid/dist/chunks/mermaid.esm.min/kanban-definition-75IXJCU3.mjs.map</a:t>
            </a:r>
          </a:p>
          <a:p>
            <a:pPr>
              <a:defRPr sz="1200"/>
            </a:pPr>
            <a:r>
              <a:t>D:/pasar_fix/node_modules/.bun/mermaid@11.15.0/node_modules/mermaid/dist/chunks/mermaid.esm.min/katex-K3KEBU37.mjs</a:t>
            </a:r>
          </a:p>
          <a:p>
            <a:pPr>
              <a:defRPr sz="1200"/>
            </a:pPr>
            <a:r>
              <a:t>D:/pasar_fix/node_modules/.bun/mermaid@11.15.0/node_modules/mermaid/dist/chunks/mermaid.esm.min/katex-K3KEBU37.mjs.map</a:t>
            </a:r>
          </a:p>
          <a:p>
            <a:pPr>
              <a:defRPr sz="1200"/>
            </a:pPr>
            <a:r>
              <a:t>D:/pasar_fix/node_modules/.bun/mermaid@11.15.0/node_modules/mermaid/dist/chunks/mermaid.esm.min/mindmap-definition-2TDM6QVE.mjs</a:t>
            </a:r>
          </a:p>
          <a:p>
            <a:pPr>
              <a:defRPr sz="1200"/>
            </a:pPr>
            <a:r>
              <a:t>D:/pasar_fix/node_modules/.bun/mermaid@11.15.0/node_modules/mermaid/dist/chunks/mermaid.esm.min/mindmap-definition-2TDM6QVE.mjs.map</a:t>
            </a:r>
          </a:p>
          <a:p>
            <a:pPr>
              <a:defRPr sz="1200"/>
            </a:pPr>
            <a:r>
              <a:t>D:/pasar_fix/node_modules/.bun/mermaid@11.15.0/node_modules/mermaid/dist/chunks/mermaid.esm.min/packet-YPE3B663-LP52Z2RK.mjs</a:t>
            </a:r>
          </a:p>
          <a:p>
            <a:pPr>
              <a:defRPr sz="1200"/>
            </a:pPr>
            <a:r>
              <a:t>D:/pasar_fix/node_modules/.bun/mermaid@11.15.0/node_modules/mermaid/dist/chunks/mermaid.esm.min/packet-YPE3B663-LP52Z2RK.mjs.map</a:t>
            </a:r>
          </a:p>
          <a:p>
            <a:pPr>
              <a:defRPr sz="1200"/>
            </a:pPr>
            <a:r>
              <a:t>D:/pasar_fix/node_modules/.bun/mermaid@11.15.0/node_modules/mermaid/dist/chunks/mermaid.esm.min/pie-LRSECV5Y-TCRJHUBD.mjs</a:t>
            </a:r>
          </a:p>
          <a:p>
            <a:pPr>
              <a:defRPr sz="1200"/>
            </a:pPr>
            <a:r>
              <a:t>D:/pasar_fix/node_modules/.bun/mermaid@11.15.0/node_modules/mermaid/dist/chunks/mermaid.esm.min/pie-LRSECV5Y-TCRJHUBD.mjs.map</a:t>
            </a:r>
          </a:p>
          <a:p>
            <a:pPr>
              <a:defRPr sz="1200"/>
            </a:pPr>
            <a:r>
              <a:t>D:/pasar_fix/node_modules/.bun/mermaid@11.15.0/node_modules/mermaid/dist/chunks/mermaid.esm.min/pieDiagram-CU6KROY3.mjs</a:t>
            </a:r>
          </a:p>
          <a:p>
            <a:pPr>
              <a:defRPr sz="1200"/>
            </a:pPr>
            <a:r>
              <a:t>D:/pasar_fix/node_modules/.bun/mermaid@11.15.0/node_modules/mermaid/dist/chunks/mermaid.esm.min/pieDiagram-CU6KROY3.mjs.map</a:t>
            </a:r>
          </a:p>
          <a:p>
            <a:pPr>
              <a:defRPr sz="1200"/>
            </a:pPr>
            <a:r>
              <a:t>D:/pasar_fix/node_modules/.bun/mermaid@11.15.0/node_modules/mermaid/dist/chunks/mermaid.esm.min/quadrantDiagram-VICAPDV7.mjs</a:t>
            </a:r>
          </a:p>
          <a:p>
            <a:pPr>
              <a:defRPr sz="1200"/>
            </a:pPr>
            <a:r>
              <a:t>D:/pasar_fix/node_modules/.bun/mermaid@11.15.0/node_modules/mermaid/dist/chunks/mermaid.esm.min/quadrantDiagram-VICAPDV7.mjs.map</a:t>
            </a:r>
          </a:p>
          <a:p>
            <a:pPr>
              <a:defRPr sz="1200"/>
            </a:pPr>
            <a:r>
              <a:t>D:/pasar_fix/node_modules/.bun/mermaid@11.15.0/node_modules/mermaid/dist/chunks/mermaid.esm.min/radar-GUYGQ44K-RDLRG3WG.mjs</a:t>
            </a:r>
          </a:p>
          <a:p>
            <a:pPr>
              <a:defRPr sz="1200"/>
            </a:pPr>
            <a:r>
              <a:t>D:/pasar_fix/node_modules/.bun/mermaid@11.15.0/node_modules/mermaid/dist/chunks/mermaid.esm.min/radar-GUYGQ44K-RDLRG3WG.mjs.map</a:t>
            </a:r>
          </a:p>
          <a:p>
            <a:pPr>
              <a:defRPr sz="1200"/>
            </a:pPr>
            <a:r>
              <a:t>D:/pasar_fix/node_modules/.bun/mermaid@11.15.0/node_modules/mermaid/dist/chunks/mermaid.esm.min/requirementDiagram-JXO7QTGE.mjs</a:t>
            </a:r>
          </a:p>
          <a:p>
            <a:pPr>
              <a:defRPr sz="1200"/>
            </a:pPr>
            <a:r>
              <a:t>D:/pasar_fix/node_modules/.bun/mermaid@11.15.0/node_modules/mermaid/dist/chunks/mermaid.esm.min/requirementDiagram-JXO7QTGE.mjs.map</a:t>
            </a:r>
          </a:p>
          <a:p>
            <a:pPr>
              <a:defRPr sz="1200"/>
            </a:pPr>
            <a:r>
              <a:t>D:/pasar_fix/node_modules/.bun/mermaid@11.15.0/node_modules/mermaid/dist/chunks/mermaid.esm.min/sankeyDiagram-URQDO5SZ.mjs</a:t>
            </a:r>
          </a:p>
          <a:p>
            <a:pPr>
              <a:defRPr sz="1200"/>
            </a:pPr>
            <a:r>
              <a:t>D:/pasar_fix/node_modules/.bun/mermaid@11.15.0/node_modules/mermaid/dist/chunks/mermaid.esm.min/sankeyDiagram-URQDO5SZ.mjs.map</a:t>
            </a:r>
          </a:p>
          <a:p>
            <a:pPr>
              <a:defRPr sz="1200"/>
            </a:pPr>
            <a:r>
              <a:t>D:/pasar_fix/node_modules/.bun/mermaid@11.15.0/node_modules/mermaid/dist/chunks/mermaid.esm.min/sequenceDiagram-VS2MUI6T.mjs</a:t>
            </a:r>
          </a:p>
          <a:p>
            <a:pPr>
              <a:defRPr sz="1200"/>
            </a:pPr>
            <a:r>
              <a:t>D:/pasar_fix/node_modules/.bun/mermaid@11.15.0/node_modules/mermaid/dist/chunks/mermaid.esm.min/sequenceDiagram-VS2MUI6T.mjs.map</a:t>
            </a:r>
          </a:p>
          <a:p>
            <a:pPr>
              <a:defRPr sz="1200"/>
            </a:pPr>
            <a:r>
              <a:t>D:/pasar_fix/node_modules/.bun/mermaid@11.15.0/node_modules/mermaid/dist/chunks/mermaid.esm.min/stateDiagram-7D4R322I.mjs</a:t>
            </a:r>
          </a:p>
          <a:p>
            <a:pPr>
              <a:defRPr sz="1200"/>
            </a:pPr>
            <a:r>
              <a:t>D:/pasar_fix/node_modules/.bun/mermaid@11.15.0/node_modules/mermaid/dist/chunks/mermaid.esm.min/stateDiagram-7D4R322I.mjs.map</a:t>
            </a:r>
          </a:p>
          <a:p>
            <a:pPr>
              <a:defRPr sz="1200"/>
            </a:pPr>
            <a:r>
              <a:t>D:/pasar_fix/node_modules/.bun/mermaid@11.15.0/node_modules/mermaid/dist/chunks/mermaid.esm.min/stateDiagram-v2-36443NZ5.mjs</a:t>
            </a:r>
          </a:p>
          <a:p>
            <a:pPr>
              <a:defRPr sz="1200"/>
            </a:pPr>
            <a:r>
              <a:t>D:/pasar_fix/node_modules/.bun/mermaid@11.15.0/node_modules/mermaid/dist/chunks/mermaid.esm.min/stateDiagram-v2-36443NZ5.mjs.map</a:t>
            </a:r>
          </a:p>
          <a:p>
            <a:pPr>
              <a:defRPr sz="1200"/>
            </a:pPr>
            <a:r>
              <a:t>D:/pasar_fix/node_modules/.bun/mermaid@11.15.0/node_modules/mermaid/dist/chunks/mermaid.esm.min/timeline-definition-O6YCAMPW.mjs</a:t>
            </a:r>
          </a:p>
          <a:p>
            <a:pPr>
              <a:defRPr sz="1200"/>
            </a:pPr>
            <a:r>
              <a:t>D:/pasar_fix/node_modules/.bun/mermaid@11.15.0/node_modules/mermaid/dist/chunks/mermaid.esm.min/timeline-definition-O6YCAMPW.mjs.map</a:t>
            </a:r>
          </a:p>
          <a:p>
            <a:pPr>
              <a:defRPr sz="1200"/>
            </a:pPr>
            <a:r>
              <a:t>D:/pasar_fix/node_modules/.bun/mermaid@11.15.0/node_modules/mermaid/dist/chunks/mermaid.esm.min/treemap-LRROVOQU-LLAWBHMP.mjs</a:t>
            </a:r>
          </a:p>
          <a:p>
            <a:pPr>
              <a:defRPr sz="1200"/>
            </a:pPr>
            <a:r>
              <a:t>D:/pasar_fix/node_modules/.bun/mermaid@11.15.0/node_modules/mermaid/dist/chunks/mermaid.esm.min/treemap-LRROVOQU-LLAWBHMP.mjs.map</a:t>
            </a:r>
          </a:p>
          <a:p>
            <a:pPr>
              <a:defRPr sz="1200"/>
            </a:pPr>
            <a:r>
              <a:t>D:/pasar_fix/node_modules/.bun/mermaid@11.15.0/node_modules/mermaid/dist/chunks/mermaid.esm.min/treeView-BLDUP644-QA4HXRO3.mjs</a:t>
            </a:r>
          </a:p>
          <a:p>
            <a:pPr>
              <a:defRPr sz="1200"/>
            </a:pPr>
            <a:r>
              <a:t>D:/pasar_fix/node_modules/.bun/mermaid@11.15.0/node_modules/mermaid/dist/chunks/mermaid.esm.min/treeView-BLDUP644-QA4HXRO3.mjs.map</a:t>
            </a:r>
          </a:p>
          <a:p>
            <a:pPr>
              <a:defRPr sz="1200"/>
            </a:pPr>
            <a:r>
              <a:t>D:/pasar_fix/node_modules/.bun/mermaid@11.15.0/node_modules/mermaid/dist/chunks/mermaid.esm.min/vennDiagram-MWXL3ELB.mjs</a:t>
            </a:r>
          </a:p>
          <a:p>
            <a:pPr>
              <a:defRPr sz="1200"/>
            </a:pPr>
            <a:r>
              <a:t>D:/pasar_fix/node_modules/.bun/mermaid@11.15.0/node_modules/mermaid/dist/chunks/mermaid.esm.min/vennDiagram-MWXL3ELB.mjs.map</a:t>
            </a:r>
          </a:p>
          <a:p>
            <a:pPr>
              <a:defRPr sz="1200"/>
            </a:pPr>
            <a:r>
              <a:t>D:/pasar_fix/node_modules/.bun/mermaid@11.15.0/node_modules/mermaid/dist/chunks/mermaid.esm.min/wardley-L42UT6IY-5TKZOOLJ.mjs</a:t>
            </a:r>
          </a:p>
          <a:p>
            <a:pPr>
              <a:defRPr sz="1200"/>
            </a:pPr>
            <a:r>
              <a:t>D:/pasar_fix/node_modules/.bun/mermaid@11.15.0/node_modules/mermaid/dist/chunks/mermaid.esm.min/wardley-L42UT6IY-5TKZOOLJ.mjs.map</a:t>
            </a:r>
          </a:p>
          <a:p>
            <a:pPr>
              <a:defRPr sz="1200"/>
            </a:pPr>
            <a:r>
              <a:t>D:/pasar_fix/node_modules/.bun/mermaid@11.15.0/node_modules/mermaid/dist/chunks/mermaid.esm.min/wardleyDiagram-CUQ6CDDI.mjs</a:t>
            </a:r>
          </a:p>
          <a:p>
            <a:pPr>
              <a:defRPr sz="1200"/>
            </a:pPr>
            <a:r>
              <a:t>D:/pasar_fix/node_modules/.bun/mermaid@11.15.0/node_modules/mermaid/dist/chunks/mermaid.esm.min/wardleyDiagram-CUQ6CDDI.mjs.map</a:t>
            </a:r>
          </a:p>
          <a:p>
            <a:pPr>
              <a:defRPr sz="1200"/>
            </a:pPr>
            <a:r>
              <a:t>D:/pasar_fix/node_modules/.bun/mermaid@11.15.0/node_modules/mermaid/dist/chunks/mermaid.esm.min/xychartDiagram-N2JHSOCM.mjs</a:t>
            </a:r>
          </a:p>
          <a:p>
            <a:pPr>
              <a:defRPr sz="1200"/>
            </a:pPr>
            <a:r>
              <a:t>D:/pasar_fix/node_modules/.bun/mermaid@11.15.0/node_modules/mermaid/dist/chunks/mermaid.esm.min/xychartDiagram-N2JHSOCM.mjs.map</a:t>
            </a:r>
          </a:p>
          <a:p>
            <a:pPr>
              <a:defRPr sz="1200"/>
            </a:pPr>
            <a:r>
              <a:t>D:/pasar_fix/node_modules/.bun/mermaid@11.15.0/node_modules/mermaid/dist/dagre-wrapper/blockArrowHelper.d.ts</a:t>
            </a:r>
          </a:p>
          <a:p>
            <a:pPr>
              <a:defRPr sz="1200"/>
            </a:pPr>
            <a:r>
              <a:t>D:/pasar_fix/node_modules/.bun/mermaid@11.15.0/node_modules/mermaid/dist/dagre-wrapper/clusters.d.ts</a:t>
            </a:r>
          </a:p>
          <a:p>
            <a:pPr>
              <a:defRPr sz="1200"/>
            </a:pPr>
            <a:r>
              <a:t>D:/pasar_fix/node_modules/.bun/mermaid@11.15.0/node_modules/mermaid/dist/dagre-wrapper/createLabel.d.ts</a:t>
            </a:r>
          </a:p>
          <a:p>
            <a:pPr>
              <a:defRPr sz="1200"/>
            </a:pPr>
            <a:r>
              <a:t>D:/pasar_fix/node_modules/.bun/mermaid@11.15.0/node_modules/mermaid/dist/dagre-wrapper/edgeMarker.d.ts</a:t>
            </a:r>
          </a:p>
          <a:p>
            <a:pPr>
              <a:defRPr sz="1200"/>
            </a:pPr>
            <a:r>
              <a:t>D:/pasar_fix/node_modules/.bun/mermaid@11.15.0/node_modules/mermaid/dist/dagre-wrapper/edgeMarker.spec.d.ts</a:t>
            </a:r>
          </a:p>
          <a:p>
            <a:pPr>
              <a:defRPr sz="1200"/>
            </a:pPr>
            <a:r>
              <a:t>D:/pasar_fix/node_modules/.bun/mermaid@11.15.0/node_modules/mermaid/dist/dagre-wrapper/edges.d.ts</a:t>
            </a:r>
          </a:p>
          <a:p>
            <a:pPr>
              <a:defRPr sz="1200"/>
            </a:pPr>
            <a:r>
              <a:t>D:/pasar_fix/node_modules/.bun/mermaid@11.15.0/node_modules/mermaid/dist/dagre-wrapper/index.d.ts</a:t>
            </a:r>
          </a:p>
          <a:p>
            <a:pPr>
              <a:defRPr sz="1200"/>
            </a:pPr>
            <a:r>
              <a:t>D:/pasar_fix/node_modules/.bun/mermaid@11.15.0/node_modules/mermaid/dist/dagre-wrapper/markers.d.ts</a:t>
            </a:r>
          </a:p>
          <a:p>
            <a:pPr>
              <a:defRPr sz="1200"/>
            </a:pPr>
            <a:r>
              <a:t>D:/pasar_fix/node_modules/.bun/mermaid@11.15.0/node_modules/mermaid/dist/dagre-wrapper/mermaid-graphlib.d.ts</a:t>
            </a:r>
          </a:p>
          <a:p>
            <a:pPr>
              <a:defRPr sz="1200"/>
            </a:pPr>
            <a:r>
              <a:t>D:/pasar_fix/node_modules/.bun/mermaid@11.15.0/node_modules/mermaid/dist/dagre-wrapper/nodes.d.ts</a:t>
            </a:r>
          </a:p>
          <a:p>
            <a:pPr>
              <a:defRPr sz="1200"/>
            </a:pPr>
            <a:r>
              <a:t>D:/pasar_fix/node_modules/.bun/mermaid@11.15.0/node_modules/mermaid/dist/dagre-wrapper/intersect/index.d.ts</a:t>
            </a:r>
          </a:p>
          <a:p>
            <a:pPr>
              <a:defRPr sz="1200"/>
            </a:pPr>
            <a:r>
              <a:t>D:/pasar_fix/node_modules/.bun/mermaid@11.15.0/node_modules/mermaid/dist/dagre-wrapper/intersect/intersect-circle.d.ts</a:t>
            </a:r>
          </a:p>
          <a:p>
            <a:pPr>
              <a:defRPr sz="1200"/>
            </a:pPr>
            <a:r>
              <a:t>D:/pasar_fix/node_modules/.bun/mermaid@11.15.0/node_modules/mermaid/dist/dagre-wrapper/intersect/intersect-ellipse.d.ts</a:t>
            </a:r>
          </a:p>
          <a:p>
            <a:pPr>
              <a:defRPr sz="1200"/>
            </a:pPr>
            <a:r>
              <a:t>D:/pasar_fix/node_modules/.bun/mermaid@11.15.0/node_modules/mermaid/dist/dagre-wrapper/intersect/intersect-line.d.ts</a:t>
            </a:r>
          </a:p>
          <a:p>
            <a:pPr>
              <a:defRPr sz="1200"/>
            </a:pPr>
            <a:r>
              <a:t>D:/pasar_fix/node_modules/.bun/mermaid@11.15.0/node_modules/mermaid/dist/dagre-wrapper/intersect/intersect-node.d.ts</a:t>
            </a:r>
          </a:p>
          <a:p>
            <a:pPr>
              <a:defRPr sz="1200"/>
            </a:pPr>
            <a:r>
              <a:t>D:/pasar_fix/node_modules/.bun/mermaid@11.15.0/node_modules/mermaid/dist/dagre-wrapper/intersect/intersect-polygon.d.ts</a:t>
            </a:r>
          </a:p>
          <a:p>
            <a:pPr>
              <a:defRPr sz="1200"/>
            </a:pPr>
            <a:r>
              <a:t>D:/pasar_fix/node_modules/.bun/mermaid@11.15.0/node_modules/mermaid/dist/dagre-wrapper/intersect/intersect-rect.d.ts</a:t>
            </a:r>
          </a:p>
          <a:p>
            <a:pPr>
              <a:defRPr sz="1200"/>
            </a:pPr>
            <a:r>
              <a:t>D:/pasar_fix/node_modules/.bun/mermaid@11.15.0/node_modules/mermaid/dist/dagre-wrapper/shapes/note.d.ts</a:t>
            </a:r>
          </a:p>
          <a:p>
            <a:pPr>
              <a:defRPr sz="1200"/>
            </a:pPr>
            <a:r>
              <a:t>D:/pasar_fix/node_modules/.bun/mermaid@11.15.0/node_modules/mermaid/dist/dagre-wrapper/shapes/util.d.ts</a:t>
            </a:r>
          </a:p>
          <a:p>
            <a:pPr>
              <a:defRPr sz="1200"/>
            </a:pPr>
            <a:r>
              <a:t>D:/pasar_fix/node_modules/.bun/mermaid@11.15.0/node_modules/mermaid/dist/diagram-api/comments.d.ts</a:t>
            </a:r>
          </a:p>
          <a:p>
            <a:pPr>
              <a:defRPr sz="1200"/>
            </a:pPr>
            <a:r>
              <a:t>D:/pasar_fix/node_modules/.bun/mermaid@11.15.0/node_modules/mermaid/dist/diagram-api/comments.spec.d.ts</a:t>
            </a:r>
          </a:p>
          <a:p>
            <a:pPr>
              <a:defRPr sz="1200"/>
            </a:pPr>
            <a:r>
              <a:t>D:/pasar_fix/node_modules/.bun/mermaid@11.15.0/node_modules/mermaid/dist/diagram-api/detectType.d.ts</a:t>
            </a:r>
          </a:p>
          <a:p>
            <a:pPr>
              <a:defRPr sz="1200"/>
            </a:pPr>
            <a:r>
              <a:t>D:/pasar_fix/node_modules/.bun/mermaid@11.15.0/node_modules/mermaid/dist/diagram-api/diagram-orchestration.d.ts</a:t>
            </a:r>
          </a:p>
          <a:p>
            <a:pPr>
              <a:defRPr sz="1200"/>
            </a:pPr>
            <a:r>
              <a:t>D:/pasar_fix/node_modules/.bun/mermaid@11.15.0/node_modules/mermaid/dist/diagram-api/diagram-orchestration.spec.d.ts</a:t>
            </a:r>
          </a:p>
          <a:p>
            <a:pPr>
              <a:defRPr sz="1200"/>
            </a:pPr>
            <a:r>
              <a:t>D:/pasar_fix/node_modules/.bun/mermaid@11.15.0/node_modules/mermaid/dist/diagram-api/diagramAPI.d.ts</a:t>
            </a:r>
          </a:p>
          <a:p>
            <a:pPr>
              <a:defRPr sz="1200"/>
            </a:pPr>
            <a:r>
              <a:t>D:/pasar_fix/node_modules/.bun/mermaid@11.15.0/node_modules/mermaid/dist/diagram-api/diagramAPI.spec.d.ts</a:t>
            </a:r>
          </a:p>
          <a:p>
            <a:pPr>
              <a:defRPr sz="1200"/>
            </a:pPr>
            <a:r>
              <a:t>D:/pasar_fix/node_modules/.bun/mermaid@11.15.0/node_modules/mermaid/dist/diagram-api/frontmatter.d.ts</a:t>
            </a:r>
          </a:p>
          <a:p>
            <a:pPr>
              <a:defRPr sz="1200"/>
            </a:pPr>
            <a:r>
              <a:t>D:/pasar_fix/node_modules/.bun/mermaid@11.15.0/node_modules/mermaid/dist/diagram-api/frontmatter.spec.d.ts</a:t>
            </a:r>
          </a:p>
          <a:p>
            <a:pPr>
              <a:defRPr sz="1200"/>
            </a:pPr>
            <a:r>
              <a:t>D:/pasar_fix/node_modules/.bun/mermaid@11.15.0/node_modules/mermaid/dist/diagram-api/loadDiagram.d.ts</a:t>
            </a:r>
          </a:p>
          <a:p>
            <a:pPr>
              <a:defRPr sz="1200"/>
            </a:pPr>
            <a:r>
              <a:t>D:/pasar_fix/node_modules/.bun/mermaid@11.15.0/node_modules/mermaid/dist/diagram-api/regexes.d.ts</a:t>
            </a:r>
          </a:p>
          <a:p>
            <a:pPr>
              <a:defRPr sz="1200"/>
            </a:pPr>
            <a:r>
              <a:t>D:/pasar_fix/node_modules/.bun/mermaid@11.15.0/node_modules/mermaid/dist/diagram-api/types.d.ts</a:t>
            </a:r>
          </a:p>
          <a:p>
            <a:pPr>
              <a:defRPr sz="1200"/>
            </a:pPr>
            <a:r>
              <a:t>D:/pasar_fix/node_modules/.bun/mermaid@11.15.0/node_modules/mermaid/dist/diagrams/globalStyles.d.ts</a:t>
            </a:r>
          </a:p>
          <a:p>
            <a:pPr>
              <a:defRPr sz="1200"/>
            </a:pPr>
            <a:r>
              <a:t>D:/pasar_fix/node_modules/.bun/mermaid@11.15.0/node_modules/mermaid/dist/diagrams/architecture/architecture.spec.d.ts</a:t>
            </a:r>
          </a:p>
          <a:p>
            <a:pPr>
              <a:defRPr sz="1200"/>
            </a:pPr>
            <a:r>
              <a:t>D:/pasar_fix/node_modules/.bun/mermaid@11.15.0/node_modules/mermaid/dist/diagrams/architecture/architectureDb.d.ts</a:t>
            </a:r>
          </a:p>
          <a:p>
            <a:pPr>
              <a:defRPr sz="1200"/>
            </a:pPr>
            <a:r>
              <a:t>D:/pasar_fix/node_modules/.bun/mermaid@11.15.0/node_modules/mermaid/dist/diagrams/architecture/architectureDetector.d.ts</a:t>
            </a:r>
          </a:p>
          <a:p>
            <a:pPr>
              <a:defRPr sz="1200"/>
            </a:pPr>
            <a:r>
              <a:t>D:/pasar_fix/node_modules/.bun/mermaid@11.15.0/node_modules/mermaid/dist/diagrams/architecture/architectureDiagram.d.ts</a:t>
            </a:r>
          </a:p>
          <a:p>
            <a:pPr>
              <a:defRPr sz="1200"/>
            </a:pPr>
            <a:r>
              <a:t>D:/pasar_fix/node_modules/.bun/mermaid@11.15.0/node_modules/mermaid/dist/diagrams/architecture/architectureIcons.d.ts</a:t>
            </a:r>
          </a:p>
          <a:p>
            <a:pPr>
              <a:defRPr sz="1200"/>
            </a:pPr>
            <a:r>
              <a:t>D:/pasar_fix/node_modules/.bun/mermaid@11.15.0/node_modules/mermaid/dist/diagrams/architecture/architectureParser.d.ts</a:t>
            </a:r>
          </a:p>
          <a:p>
            <a:pPr>
              <a:defRPr sz="1200"/>
            </a:pPr>
            <a:r>
              <a:t>D:/pasar_fix/node_modules/.bun/mermaid@11.15.0/node_modules/mermaid/dist/diagrams/architecture/architectureRenderer.d.ts</a:t>
            </a:r>
          </a:p>
          <a:p>
            <a:pPr>
              <a:defRPr sz="1200"/>
            </a:pPr>
            <a:r>
              <a:t>D:/pasar_fix/node_modules/.bun/mermaid@11.15.0/node_modules/mermaid/dist/diagrams/architecture/architectureStyles.d.ts</a:t>
            </a:r>
          </a:p>
          <a:p>
            <a:pPr>
              <a:defRPr sz="1200"/>
            </a:pPr>
            <a:r>
              <a:t>D:/pasar_fix/node_modules/.bun/mermaid@11.15.0/node_modules/mermaid/dist/diagrams/architecture/architectureTypes.d.ts</a:t>
            </a:r>
          </a:p>
          <a:p>
            <a:pPr>
              <a:defRPr sz="1200"/>
            </a:pPr>
            <a:r>
              <a:t>D:/pasar_fix/node_modules/.bun/mermaid@11.15.0/node_modules/mermaid/dist/diagrams/architecture/svgDraw.d.ts</a:t>
            </a:r>
          </a:p>
          <a:p>
            <a:pPr>
              <a:defRPr sz="1200"/>
            </a:pPr>
            <a:r>
              <a:t>D:/pasar_fix/node_modules/.bun/mermaid@11.15.0/node_modules/mermaid/dist/diagrams/architecture/svgDraw.spec.d.ts</a:t>
            </a:r>
          </a:p>
          <a:p>
            <a:pPr>
              <a:defRPr sz="1200"/>
            </a:pPr>
            <a:r>
              <a:t>D:/pasar_fix/node_modules/.bun/mermaid@11.15.0/node_modules/mermaid/dist/diagrams/block/blockDB.d.ts</a:t>
            </a:r>
          </a:p>
          <a:p>
            <a:pPr>
              <a:defRPr sz="1200"/>
            </a:pPr>
            <a:r>
              <a:t>D:/pasar_fix/node_modules/.bun/mermaid@11.15.0/node_modules/mermaid/dist/diagrams/block/blockDB.spec.d.ts</a:t>
            </a:r>
          </a:p>
          <a:p>
            <a:pPr>
              <a:defRPr sz="1200"/>
            </a:pPr>
            <a:r>
              <a:t>D:/pasar_fix/node_modules/.bun/mermaid@11.15.0/node_modules/mermaid/dist/diagrams/block/blockDetector.d.ts</a:t>
            </a:r>
          </a:p>
          <a:p>
            <a:pPr>
              <a:defRPr sz="1200"/>
            </a:pPr>
            <a:r>
              <a:t>D:/pasar_fix/node_modules/.bun/mermaid@11.15.0/node_modules/mermaid/dist/diagrams/block/blockDiagram.d.ts</a:t>
            </a:r>
          </a:p>
          <a:p>
            <a:pPr>
              <a:defRPr sz="1200"/>
            </a:pPr>
            <a:r>
              <a:t>D:/pasar_fix/node_modules/.bun/mermaid@11.15.0/node_modules/mermaid/dist/diagrams/block/blockRenderer.d.ts</a:t>
            </a:r>
          </a:p>
          <a:p>
            <a:pPr>
              <a:defRPr sz="1200"/>
            </a:pPr>
            <a:r>
              <a:t>D:/pasar_fix/node_modules/.bun/mermaid@11.15.0/node_modules/mermaid/dist/diagrams/block/blockTypes.d.ts</a:t>
            </a:r>
          </a:p>
          <a:p>
            <a:pPr>
              <a:defRPr sz="1200"/>
            </a:pPr>
            <a:r>
              <a:t>D:/pasar_fix/node_modules/.bun/mermaid@11.15.0/node_modules/mermaid/dist/diagrams/block/blockUtils.d.ts</a:t>
            </a:r>
          </a:p>
          <a:p>
            <a:pPr>
              <a:defRPr sz="1200"/>
            </a:pPr>
            <a:r>
              <a:t>D:/pasar_fix/node_modules/.bun/mermaid@11.15.0/node_modules/mermaid/dist/diagrams/block/layout.d.ts</a:t>
            </a:r>
          </a:p>
          <a:p>
            <a:pPr>
              <a:defRPr sz="1200"/>
            </a:pPr>
            <a:r>
              <a:t>D:/pasar_fix/node_modules/.bun/mermaid@11.15.0/node_modules/mermaid/dist/diagrams/block/layout.spec.d.ts</a:t>
            </a:r>
          </a:p>
          <a:p>
            <a:pPr>
              <a:defRPr sz="1200"/>
            </a:pPr>
            <a:r>
              <a:t>D:/pasar_fix/node_modules/.bun/mermaid@11.15.0/node_modules/mermaid/dist/diagrams/block/renderHelpers.d.ts</a:t>
            </a:r>
          </a:p>
          <a:p>
            <a:pPr>
              <a:defRPr sz="1200"/>
            </a:pPr>
            <a:r>
              <a:t>D:/pasar_fix/node_modules/.bun/mermaid@11.15.0/node_modules/mermaid/dist/diagrams/block/styles.d.ts</a:t>
            </a:r>
          </a:p>
          <a:p>
            <a:pPr>
              <a:defRPr sz="1200"/>
            </a:pPr>
            <a:r>
              <a:t>D:/pasar_fix/node_modules/.bun/mermaid@11.15.0/node_modules/mermaid/dist/diagrams/block/parser/block.spec.d.ts</a:t>
            </a:r>
          </a:p>
          <a:p>
            <a:pPr>
              <a:defRPr sz="1200"/>
            </a:pPr>
            <a:r>
              <a:t>D:/pasar_fix/node_modules/.bun/mermaid@11.15.0/node_modules/mermaid/dist/diagrams/c4/c4Db.d.ts</a:t>
            </a:r>
          </a:p>
          <a:p>
            <a:pPr>
              <a:defRPr sz="1200"/>
            </a:pPr>
            <a:r>
              <a:t>D:/pasar_fix/node_modules/.bun/mermaid@11.15.0/node_modules/mermaid/dist/diagrams/c4/c4Detector.d.ts</a:t>
            </a:r>
          </a:p>
          <a:p>
            <a:pPr>
              <a:defRPr sz="1200"/>
            </a:pPr>
            <a:r>
              <a:t>D:/pasar_fix/node_modules/.bun/mermaid@11.15.0/node_modules/mermaid/dist/diagrams/c4/c4Diagram.d.ts</a:t>
            </a:r>
          </a:p>
          <a:p>
            <a:pPr>
              <a:defRPr sz="1200"/>
            </a:pPr>
            <a:r>
              <a:t>D:/pasar_fix/node_modules/.bun/mermaid@11.15.0/node_modules/mermaid/dist/diagrams/c4/c4Renderer.d.ts</a:t>
            </a:r>
          </a:p>
          <a:p>
            <a:pPr>
              <a:defRPr sz="1200"/>
            </a:pPr>
            <a:r>
              <a:t>D:/pasar_fix/node_modules/.bun/mermaid@11.15.0/node_modules/mermaid/dist/diagrams/c4/styles.d.ts</a:t>
            </a:r>
          </a:p>
          <a:p>
            <a:pPr>
              <a:defRPr sz="1200"/>
            </a:pPr>
            <a:r>
              <a:t>D:/pasar_fix/node_modules/.bun/mermaid@11.15.0/node_modules/mermaid/dist/diagrams/c4/svgDraw.d.ts</a:t>
            </a:r>
          </a:p>
          <a:p>
            <a:pPr>
              <a:defRPr sz="1200"/>
            </a:pPr>
            <a:r>
              <a:t>D:/pasar_fix/node_modules/.bun/mermaid@11.15.0/node_modules/mermaid/dist/diagrams/class/classDb.d.ts</a:t>
            </a:r>
          </a:p>
          <a:p>
            <a:pPr>
              <a:defRPr sz="1200"/>
            </a:pPr>
            <a:r>
              <a:t>D:/pasar_fix/node_modules/.bun/mermaid@11.15.0/node_modules/mermaid/dist/diagrams/class/classDetector-V2.d.ts</a:t>
            </a:r>
          </a:p>
          <a:p>
            <a:pPr>
              <a:defRPr sz="1200"/>
            </a:pPr>
            <a:r>
              <a:t>D:/pasar_fix/node_modules/.bun/mermaid@11.15.0/node_modules/mermaid/dist/diagrams/class/classDetector.d.ts</a:t>
            </a:r>
          </a:p>
          <a:p>
            <a:pPr>
              <a:defRPr sz="1200"/>
            </a:pPr>
            <a:r>
              <a:t>D:/pasar_fix/node_modules/.bun/mermaid@11.15.0/node_modules/mermaid/dist/diagrams/class/classDiagram-v2.d.ts</a:t>
            </a:r>
          </a:p>
          <a:p>
            <a:pPr>
              <a:defRPr sz="1200"/>
            </a:pPr>
            <a:r>
              <a:t>D:/pasar_fix/node_modules/.bun/mermaid@11.15.0/node_modules/mermaid/dist/diagrams/class/classDiagram.d.ts</a:t>
            </a:r>
          </a:p>
          <a:p>
            <a:pPr>
              <a:defRPr sz="1200"/>
            </a:pPr>
            <a:r>
              <a:t>D:/pasar_fix/node_modules/.bun/mermaid@11.15.0/node_modules/mermaid/dist/diagrams/class/classDiagram.spec.d.ts</a:t>
            </a:r>
          </a:p>
          <a:p>
            <a:pPr>
              <a:defRPr sz="1200"/>
            </a:pPr>
            <a:r>
              <a:t>D:/pasar_fix/node_modules/.bun/mermaid@11.15.0/node_modules/mermaid/dist/diagrams/class/classRenderer-v2.d.ts</a:t>
            </a:r>
          </a:p>
          <a:p>
            <a:pPr>
              <a:defRPr sz="1200"/>
            </a:pPr>
            <a:r>
              <a:t>D:/pasar_fix/node_modules/.bun/mermaid@11.15.0/node_modules/mermaid/dist/diagrams/class/classRenderer-v3-unified.d.ts</a:t>
            </a:r>
          </a:p>
          <a:p>
            <a:pPr>
              <a:defRPr sz="1200"/>
            </a:pPr>
            <a:r>
              <a:t>D:/pasar_fix/node_modules/.bun/mermaid@11.15.0/node_modules/mermaid/dist/diagrams/class/classRenderer.d.ts</a:t>
            </a:r>
          </a:p>
          <a:p>
            <a:pPr>
              <a:defRPr sz="1200"/>
            </a:pPr>
            <a:r>
              <a:t>D:/pasar_fix/node_modules/.bun/mermaid@11.15.0/node_modules/mermaid/dist/diagrams/class/classTypes.d.ts</a:t>
            </a:r>
          </a:p>
          <a:p>
            <a:pPr>
              <a:defRPr sz="1200"/>
            </a:pPr>
            <a:r>
              <a:t>D:/pasar_fix/node_modules/.bun/mermaid@11.15.0/node_modules/mermaid/dist/diagrams/class/classTypes.spec.d.ts</a:t>
            </a:r>
          </a:p>
          <a:p>
            <a:pPr>
              <a:defRPr sz="1200"/>
            </a:pPr>
            <a:r>
              <a:t>D:/pasar_fix/node_modules/.bun/mermaid@11.15.0/node_modules/mermaid/dist/diagrams/class/shapeUtil.d.ts</a:t>
            </a:r>
          </a:p>
          <a:p>
            <a:pPr>
              <a:defRPr sz="1200"/>
            </a:pPr>
            <a:r>
              <a:t>D:/pasar_fix/node_modules/.bun/mermaid@11.15.0/node_modules/mermaid/dist/diagrams/class/styles.d.ts</a:t>
            </a:r>
          </a:p>
          <a:p>
            <a:pPr>
              <a:defRPr sz="1200"/>
            </a:pPr>
            <a:r>
              <a:t>D:/pasar_fix/node_modules/.bun/mermaid@11.15.0/node_modules/mermaid/dist/diagrams/class/svgDraw.d.ts</a:t>
            </a:r>
          </a:p>
          <a:p>
            <a:pPr>
              <a:defRPr sz="1200"/>
            </a:pPr>
            <a:r>
              <a:t>D:/pasar_fix/node_modules/.bun/mermaid@11.15.0/node_modules/mermaid/dist/diagrams/common/common.d.ts</a:t>
            </a:r>
          </a:p>
          <a:p>
            <a:pPr>
              <a:defRPr sz="1200"/>
            </a:pPr>
            <a:r>
              <a:t>D:/pasar_fix/node_modules/.bun/mermaid@11.15.0/node_modules/mermaid/dist/diagrams/common/common.spec.d.ts</a:t>
            </a:r>
          </a:p>
          <a:p>
            <a:pPr>
              <a:defRPr sz="1200"/>
            </a:pPr>
            <a:r>
              <a:t>D:/pasar_fix/node_modules/.bun/mermaid@11.15.0/node_modules/mermaid/dist/diagrams/common/commonDb.d.ts</a:t>
            </a:r>
          </a:p>
          <a:p>
            <a:pPr>
              <a:defRPr sz="1200"/>
            </a:pPr>
            <a:r>
              <a:t>D:/pasar_fix/node_modules/.bun/mermaid@11.15.0/node_modules/mermaid/dist/diagrams/common/commonTypes.d.ts</a:t>
            </a:r>
          </a:p>
          <a:p>
            <a:pPr>
              <a:defRPr sz="1200"/>
            </a:pPr>
            <a:r>
              <a:t>D:/pasar_fix/node_modules/.bun/mermaid@11.15.0/node_modules/mermaid/dist/diagrams/common/populateCommonDb.d.ts</a:t>
            </a:r>
          </a:p>
          <a:p>
            <a:pPr>
              <a:defRPr sz="1200"/>
            </a:pPr>
            <a:r>
              <a:t>D:/pasar_fix/node_modules/.bun/mermaid@11.15.0/node_modules/mermaid/dist/diagrams/common/svgDrawCommon.d.ts</a:t>
            </a:r>
          </a:p>
          <a:p>
            <a:pPr>
              <a:defRPr sz="1200"/>
            </a:pPr>
            <a:r>
              <a:t>D:/pasar_fix/node_modules/.bun/mermaid@11.15.0/node_modules/mermaid/dist/diagrams/er/erDb.d.ts</a:t>
            </a:r>
          </a:p>
          <a:p>
            <a:pPr>
              <a:defRPr sz="1200"/>
            </a:pPr>
            <a:r>
              <a:t>D:/pasar_fix/node_modules/.bun/mermaid@11.15.0/node_modules/mermaid/dist/diagrams/er/erDetector.d.ts</a:t>
            </a:r>
          </a:p>
          <a:p>
            <a:pPr>
              <a:defRPr sz="1200"/>
            </a:pPr>
            <a:r>
              <a:t>D:/pasar_fix/node_modules/.bun/mermaid@11.15.0/node_modules/mermaid/dist/diagrams/er/erDiagram.d.ts</a:t>
            </a:r>
          </a:p>
          <a:p>
            <a:pPr>
              <a:defRPr sz="1200"/>
            </a:pPr>
            <a:r>
              <a:t>D:/pasar_fix/node_modules/.bun/mermaid@11.15.0/node_modules/mermaid/dist/diagrams/er/erMarkers.d.ts</a:t>
            </a:r>
          </a:p>
          <a:p>
            <a:pPr>
              <a:defRPr sz="1200"/>
            </a:pPr>
            <a:r>
              <a:t>D:/pasar_fix/node_modules/.bun/mermaid@11.15.0/node_modules/mermaid/dist/diagrams/er/erRenderer-unified.d.ts</a:t>
            </a:r>
          </a:p>
          <a:p>
            <a:pPr>
              <a:defRPr sz="1200"/>
            </a:pPr>
            <a:r>
              <a:t>D:/pasar_fix/node_modules/.bun/mermaid@11.15.0/node_modules/mermaid/dist/diagrams/er/erRenderer.d.ts</a:t>
            </a:r>
          </a:p>
          <a:p>
            <a:pPr>
              <a:defRPr sz="1200"/>
            </a:pPr>
            <a:r>
              <a:t>D:/pasar_fix/node_modules/.bun/mermaid@11.15.0/node_modules/mermaid/dist/diagrams/er/erRenderer.spec.d.ts</a:t>
            </a:r>
          </a:p>
          <a:p>
            <a:pPr>
              <a:defRPr sz="1200"/>
            </a:pPr>
            <a:r>
              <a:t>D:/pasar_fix/node_modules/.bun/mermaid@11.15.0/node_modules/mermaid/dist/diagrams/er/erTypes.d.ts</a:t>
            </a:r>
          </a:p>
          <a:p>
            <a:pPr>
              <a:defRPr sz="1200"/>
            </a:pPr>
            <a:r>
              <a:t>D:/pasar_fix/node_modules/.bun/mermaid@11.15.0/node_modules/mermaid/dist/diagrams/er/styles.d.ts</a:t>
            </a:r>
          </a:p>
          <a:p>
            <a:pPr>
              <a:defRPr sz="1200"/>
            </a:pPr>
            <a:r>
              <a:t>D:/pasar_fix/node_modules/.bun/mermaid@11.15.0/node_modules/mermaid/dist/diagrams/error/errorDiagram.d.ts</a:t>
            </a:r>
          </a:p>
          <a:p>
            <a:pPr>
              <a:defRPr sz="1200"/>
            </a:pPr>
            <a:r>
              <a:t>D:/pasar_fix/node_modules/.bun/mermaid@11.15.0/node_modules/mermaid/dist/diagrams/error/errorRenderer.d.ts</a:t>
            </a:r>
          </a:p>
          <a:p>
            <a:pPr>
              <a:defRPr sz="1200"/>
            </a:pPr>
            <a:r>
              <a:t>D:/pasar_fix/node_modules/.bun/mermaid@11.15.0/node_modules/mermaid/dist/diagrams/eventmodeling/db.d.ts</a:t>
            </a:r>
          </a:p>
          <a:p>
            <a:pPr>
              <a:defRPr sz="1200"/>
            </a:pPr>
            <a:r>
              <a:t>D:/pasar_fix/node_modules/.bun/mermaid@11.15.0/node_modules/mermaid/dist/diagrams/eventmodeling/detector.d.ts</a:t>
            </a:r>
          </a:p>
          <a:p>
            <a:pPr>
              <a:defRPr sz="1200"/>
            </a:pPr>
            <a:r>
              <a:t>D:/pasar_fix/node_modules/.bun/mermaid@11.15.0/node_modules/mermaid/dist/diagrams/eventmodeling/diagram.d.ts</a:t>
            </a:r>
          </a:p>
          <a:p>
            <a:pPr>
              <a:defRPr sz="1200"/>
            </a:pPr>
            <a:r>
              <a:t>D:/pasar_fix/node_modules/.bun/mermaid@11.15.0/node_modules/mermaid/dist/diagrams/eventmodeling/eventmodeling.spec.d.ts</a:t>
            </a:r>
          </a:p>
          <a:p>
            <a:pPr>
              <a:defRPr sz="1200"/>
            </a:pPr>
            <a:r>
              <a:t>D:/pasar_fix/node_modules/.bun/mermaid@11.15.0/node_modules/mermaid/dist/diagrams/eventmodeling/parser.d.ts</a:t>
            </a:r>
          </a:p>
          <a:p>
            <a:pPr>
              <a:defRPr sz="1200"/>
            </a:pPr>
            <a:r>
              <a:t>D:/pasar_fix/node_modules/.bun/mermaid@11.15.0/node_modules/mermaid/dist/diagrams/eventmodeling/renderer.d.ts</a:t>
            </a:r>
          </a:p>
          <a:p>
            <a:pPr>
              <a:defRPr sz="1200"/>
            </a:pPr>
            <a:r>
              <a:t>D:/pasar_fix/node_modules/.bun/mermaid@11.15.0/node_modules/mermaid/dist/diagrams/eventmodeling/styles.d.ts</a:t>
            </a:r>
          </a:p>
          <a:p>
            <a:pPr>
              <a:defRPr sz="1200"/>
            </a:pPr>
            <a:r>
              <a:t>D:/pasar_fix/node_modules/.bun/mermaid@11.15.0/node_modules/mermaid/dist/diagrams/eventmodeling/types.d.ts</a:t>
            </a:r>
          </a:p>
          <a:p>
            <a:pPr>
              <a:defRPr sz="1200"/>
            </a:pPr>
            <a:r>
              <a:t>D:/pasar_fix/node_modules/.bun/mermaid@11.15.0/node_modules/mermaid/dist/diagrams/flowchart/flowDb.d.ts</a:t>
            </a:r>
          </a:p>
          <a:p>
            <a:pPr>
              <a:defRPr sz="1200"/>
            </a:pPr>
            <a:r>
              <a:t>D:/pasar_fix/node_modules/.bun/mermaid@11.15.0/node_modules/mermaid/dist/diagrams/flowchart/flowDb.spec.d.ts</a:t>
            </a:r>
          </a:p>
          <a:p>
            <a:pPr>
              <a:defRPr sz="1200"/>
            </a:pPr>
            <a:r>
              <a:t>D:/pasar_fix/node_modules/.bun/mermaid@11.15.0/node_modules/mermaid/dist/diagrams/flowchart/flowDetector-v2.d.ts</a:t>
            </a:r>
          </a:p>
          <a:p>
            <a:pPr>
              <a:defRPr sz="1200"/>
            </a:pPr>
            <a:r>
              <a:t>D:/pasar_fix/node_modules/.bun/mermaid@11.15.0/node_modules/mermaid/dist/diagrams/flowchart/flowDetector.d.ts</a:t>
            </a:r>
          </a:p>
          <a:p>
            <a:pPr>
              <a:defRPr sz="1200"/>
            </a:pPr>
            <a:r>
              <a:t>D:/pasar_fix/node_modules/.bun/mermaid@11.15.0/node_modules/mermaid/dist/diagrams/flowchart/flowDiagram.d.ts</a:t>
            </a:r>
          </a:p>
          <a:p>
            <a:pPr>
              <a:defRPr sz="1200"/>
            </a:pPr>
            <a:r>
              <a:t>D:/pasar_fix/node_modules/.bun/mermaid@11.15.0/node_modules/mermaid/dist/diagrams/flowchart/flowRenderer-v3-unified.d.ts</a:t>
            </a:r>
          </a:p>
          <a:p>
            <a:pPr>
              <a:defRPr sz="1200"/>
            </a:pPr>
            <a:r>
              <a:t>D:/pasar_fix/node_modules/.bun/mermaid@11.15.0/node_modules/mermaid/dist/diagrams/flowchart/flowRenderer-v3-unified.spec.d.ts</a:t>
            </a:r>
          </a:p>
          <a:p>
            <a:pPr>
              <a:defRPr sz="1200"/>
            </a:pPr>
            <a:r>
              <a:t>D:/pasar_fix/node_modules/.bun/mermaid@11.15.0/node_modules/mermaid/dist/diagrams/flowchart/styles.d.ts</a:t>
            </a:r>
          </a:p>
          <a:p>
            <a:pPr>
              <a:defRPr sz="1200"/>
            </a:pPr>
            <a:r>
              <a:t>D:/pasar_fix/node_modules/.bun/mermaid@11.15.0/node_modules/mermaid/dist/diagrams/flowchart/types.d.ts</a:t>
            </a:r>
          </a:p>
          <a:p>
            <a:pPr>
              <a:defRPr sz="1200"/>
            </a:pPr>
            <a:r>
              <a:t>D:/pasar_fix/node_modules/.bun/mermaid@11.15.0/node_modules/mermaid/dist/diagrams/flowchart/elk/detector.d.ts</a:t>
            </a:r>
          </a:p>
          <a:p>
            <a:pPr>
              <a:defRPr sz="1200"/>
            </a:pPr>
            <a:r>
              <a:t>D:/pasar_fix/node_modules/.bun/mermaid@11.15.0/node_modules/mermaid/dist/diagrams/flowchart/parser/flowParser.d.ts</a:t>
            </a:r>
          </a:p>
          <a:p>
            <a:pPr>
              <a:defRPr sz="1200"/>
            </a:pPr>
            <a:r>
              <a:t>D:/pasar_fix/node_modules/.bun/mermaid@11.15.0/node_modules/mermaid/dist/diagrams/gantt/ganttDb.d.ts</a:t>
            </a:r>
          </a:p>
          <a:p>
            <a:pPr>
              <a:defRPr sz="1200"/>
            </a:pPr>
            <a:r>
              <a:t>D:/pasar_fix/node_modules/.bun/mermaid@11.15.0/node_modules/mermaid/dist/diagrams/gantt/ganttDb.spec.d.ts</a:t>
            </a:r>
          </a:p>
          <a:p>
            <a:pPr>
              <a:defRPr sz="1200"/>
            </a:pPr>
            <a:r>
              <a:t>D:/pasar_fix/node_modules/.bun/mermaid@11.15.0/node_modules/mermaid/dist/diagrams/gantt/ganttDetector.d.ts</a:t>
            </a:r>
          </a:p>
          <a:p>
            <a:pPr>
              <a:defRPr sz="1200"/>
            </a:pPr>
            <a:r>
              <a:t>D:/pasar_fix/node_modules/.bun/mermaid@11.15.0/node_modules/mermaid/dist/diagrams/gantt/ganttDiagram.d.ts</a:t>
            </a:r>
          </a:p>
          <a:p>
            <a:pPr>
              <a:defRPr sz="1200"/>
            </a:pPr>
            <a:r>
              <a:t>D:/pasar_fix/node_modules/.bun/mermaid@11.15.0/node_modules/mermaid/dist/diagrams/gantt/ganttRenderer.d.ts</a:t>
            </a:r>
          </a:p>
          <a:p>
            <a:pPr>
              <a:defRPr sz="1200"/>
            </a:pPr>
            <a:r>
              <a:t>D:/pasar_fix/node_modules/.bun/mermaid@11.15.0/node_modules/mermaid/dist/diagrams/gantt/styles.d.ts</a:t>
            </a:r>
          </a:p>
          <a:p>
            <a:pPr>
              <a:defRPr sz="1200"/>
            </a:pPr>
            <a:r>
              <a:t>D:/pasar_fix/node_modules/.bun/mermaid@11.15.0/node_modules/mermaid/dist/diagrams/git/gitGraph.spec.d.ts</a:t>
            </a:r>
          </a:p>
          <a:p>
            <a:pPr>
              <a:defRPr sz="1200"/>
            </a:pPr>
            <a:r>
              <a:t>D:/pasar_fix/node_modules/.bun/mermaid@11.15.0/node_modules/mermaid/dist/diagrams/git/gitGraphAst.d.ts</a:t>
            </a:r>
          </a:p>
          <a:p>
            <a:pPr>
              <a:defRPr sz="1200"/>
            </a:pPr>
            <a:r>
              <a:t>D:/pasar_fix/node_modules/.bun/mermaid@11.15.0/node_modules/mermaid/dist/diagrams/git/gitGraphDetector.d.ts</a:t>
            </a:r>
          </a:p>
          <a:p>
            <a:pPr>
              <a:defRPr sz="1200"/>
            </a:pPr>
            <a:r>
              <a:t>D:/pasar_fix/node_modules/.bun/mermaid@11.15.0/node_modules/mermaid/dist/diagrams/git/gitGraphDiagram.d.ts</a:t>
            </a:r>
          </a:p>
          <a:p>
            <a:pPr>
              <a:defRPr sz="1200"/>
            </a:pPr>
            <a:r>
              <a:t>D:/pasar_fix/node_modules/.bun/mermaid@11.15.0/node_modules/mermaid/dist/diagrams/git/gitGraphParser.d.ts</a:t>
            </a:r>
          </a:p>
          <a:p>
            <a:pPr>
              <a:defRPr sz="1200"/>
            </a:pPr>
            <a:r>
              <a:t>D:/pasar_fix/node_modules/.bun/mermaid@11.15.0/node_modules/mermaid/dist/diagrams/git/gitGraphRenderer.d.ts</a:t>
            </a:r>
          </a:p>
          <a:p>
            <a:pPr>
              <a:defRPr sz="1200"/>
            </a:pPr>
            <a:r>
              <a:t>D:/pasar_fix/node_modules/.bun/mermaid@11.15.0/node_modules/mermaid/dist/diagrams/git/gitGraphTypes.d.ts</a:t>
            </a:r>
          </a:p>
          <a:p>
            <a:pPr>
              <a:defRPr sz="1200"/>
            </a:pPr>
            <a:r>
              <a:t>D:/pasar_fix/node_modules/.bun/mermaid@11.15.0/node_modules/mermaid/dist/diagrams/git/styles.d.ts</a:t>
            </a:r>
          </a:p>
          <a:p>
            <a:pPr>
              <a:defRPr sz="1200"/>
            </a:pPr>
            <a:r>
              <a:t>D:/pasar_fix/node_modules/.bun/mermaid@11.15.0/node_modules/mermaid/dist/diagrams/info/info.spec.d.ts</a:t>
            </a:r>
          </a:p>
          <a:p>
            <a:pPr>
              <a:defRPr sz="1200"/>
            </a:pPr>
            <a:r>
              <a:t>D:/pasar_fix/node_modules/.bun/mermaid@11.15.0/node_modules/mermaid/dist/diagrams/info/infoDb.d.ts</a:t>
            </a:r>
          </a:p>
          <a:p>
            <a:pPr>
              <a:defRPr sz="1200"/>
            </a:pPr>
            <a:r>
              <a:t>D:/pasar_fix/node_modules/.bun/mermaid@11.15.0/node_modules/mermaid/dist/diagrams/info/infoDetector.d.ts</a:t>
            </a:r>
          </a:p>
          <a:p>
            <a:pPr>
              <a:defRPr sz="1200"/>
            </a:pPr>
            <a:r>
              <a:t>D:/pasar_fix/node_modules/.bun/mermaid@11.15.0/node_modules/mermaid/dist/diagrams/info/infoDiagram.d.ts</a:t>
            </a:r>
          </a:p>
          <a:p>
            <a:pPr>
              <a:defRPr sz="1200"/>
            </a:pPr>
            <a:r>
              <a:t>D:/pasar_fix/node_modules/.bun/mermaid@11.15.0/node_modules/mermaid/dist/diagrams/info/infoParser.d.ts</a:t>
            </a:r>
          </a:p>
          <a:p>
            <a:pPr>
              <a:defRPr sz="1200"/>
            </a:pPr>
            <a:r>
              <a:t>D:/pasar_fix/node_modules/.bun/mermaid@11.15.0/node_modules/mermaid/dist/diagrams/info/infoRenderer.d.ts</a:t>
            </a:r>
          </a:p>
          <a:p>
            <a:pPr>
              <a:defRPr sz="1200"/>
            </a:pPr>
            <a:r>
              <a:t>D:/pasar_fix/node_modules/.bun/mermaid@11.15.0/node_modules/mermaid/dist/diagrams/info/infoTypes.d.ts</a:t>
            </a:r>
          </a:p>
          <a:p>
            <a:pPr>
              <a:defRPr sz="1200"/>
            </a:pPr>
            <a:r>
              <a:t>D:/pasar_fix/node_modules/.bun/mermaid@11.15.0/node_modules/mermaid/dist/diagrams/ishikawa/ishikawa.spec.d.ts</a:t>
            </a:r>
          </a:p>
          <a:p>
            <a:pPr>
              <a:defRPr sz="1200"/>
            </a:pPr>
            <a:r>
              <a:t>D:/pasar_fix/node_modules/.bun/mermaid@11.15.0/node_modules/mermaid/dist/diagrams/ishikawa/ishikawaDb.d.ts</a:t>
            </a:r>
          </a:p>
          <a:p>
            <a:pPr>
              <a:defRPr sz="1200"/>
            </a:pPr>
            <a:r>
              <a:t>D:/pasar_fix/node_modules/.bun/mermaid@11.15.0/node_modules/mermaid/dist/diagrams/ishikawa/ishikawaDetector.d.ts</a:t>
            </a:r>
          </a:p>
          <a:p>
            <a:pPr>
              <a:defRPr sz="1200"/>
            </a:pPr>
            <a:r>
              <a:t>D:/pasar_fix/node_modules/.bun/mermaid@11.15.0/node_modules/mermaid/dist/diagrams/ishikawa/ishikawaDiagram.d.ts</a:t>
            </a:r>
          </a:p>
          <a:p>
            <a:pPr>
              <a:defRPr sz="1200"/>
            </a:pPr>
            <a:r>
              <a:t>D:/pasar_fix/node_modules/.bun/mermaid@11.15.0/node_modules/mermaid/dist/diagrams/ishikawa/ishikawaRenderer.d.ts</a:t>
            </a:r>
          </a:p>
          <a:p>
            <a:pPr>
              <a:defRPr sz="1200"/>
            </a:pPr>
            <a:r>
              <a:t>D:/pasar_fix/node_modules/.bun/mermaid@11.15.0/node_modules/mermaid/dist/diagrams/ishikawa/ishikawaStyles.d.ts</a:t>
            </a:r>
          </a:p>
          <a:p>
            <a:pPr>
              <a:defRPr sz="1200"/>
            </a:pPr>
            <a:r>
              <a:t>D:/pasar_fix/node_modules/.bun/mermaid@11.15.0/node_modules/mermaid/dist/diagrams/ishikawa/ishikawaTypes.d.ts</a:t>
            </a:r>
          </a:p>
          <a:p>
            <a:pPr>
              <a:defRPr sz="1200"/>
            </a:pPr>
            <a:r>
              <a:t>D:/pasar_fix/node_modules/.bun/mermaid@11.15.0/node_modules/mermaid/dist/diagrams/kanban/detector.d.ts</a:t>
            </a:r>
          </a:p>
          <a:p>
            <a:pPr>
              <a:defRPr sz="1200"/>
            </a:pPr>
            <a:r>
              <a:t>D:/pasar_fix/node_modules/.bun/mermaid@11.15.0/node_modules/mermaid/dist/diagrams/kanban/kanban-definition.d.ts</a:t>
            </a:r>
          </a:p>
          <a:p>
            <a:pPr>
              <a:defRPr sz="1200"/>
            </a:pPr>
            <a:r>
              <a:t>D:/pasar_fix/node_modules/.bun/mermaid@11.15.0/node_modules/mermaid/dist/diagrams/kanban/kanban.spec.d.ts</a:t>
            </a:r>
          </a:p>
          <a:p>
            <a:pPr>
              <a:defRPr sz="1200"/>
            </a:pPr>
            <a:r>
              <a:t>D:/pasar_fix/node_modules/.bun/mermaid@11.15.0/node_modules/mermaid/dist/diagrams/kanban/kanbanDb.d.ts</a:t>
            </a:r>
          </a:p>
          <a:p>
            <a:pPr>
              <a:defRPr sz="1200"/>
            </a:pPr>
            <a:r>
              <a:t>D:/pasar_fix/node_modules/.bun/mermaid@11.15.0/node_modules/mermaid/dist/diagrams/kanban/kanbanRenderer.d.ts</a:t>
            </a:r>
          </a:p>
          <a:p>
            <a:pPr>
              <a:defRPr sz="1200"/>
            </a:pPr>
            <a:r>
              <a:t>D:/pasar_fix/node_modules/.bun/mermaid@11.15.0/node_modules/mermaid/dist/diagrams/kanban/kanbanTypes.d.ts</a:t>
            </a:r>
          </a:p>
          <a:p>
            <a:pPr>
              <a:defRPr sz="1200"/>
            </a:pPr>
            <a:r>
              <a:t>D:/pasar_fix/node_modules/.bun/mermaid@11.15.0/node_modules/mermaid/dist/diagrams/kanban/styles.d.ts</a:t>
            </a:r>
          </a:p>
          <a:p>
            <a:pPr>
              <a:defRPr sz="1200"/>
            </a:pPr>
            <a:r>
              <a:t>D:/pasar_fix/node_modules/.bun/mermaid@11.15.0/node_modules/mermaid/dist/diagrams/mindmap/detector.d.ts</a:t>
            </a:r>
          </a:p>
          <a:p>
            <a:pPr>
              <a:defRPr sz="1200"/>
            </a:pPr>
            <a:r>
              <a:t>D:/pasar_fix/node_modules/.bun/mermaid@11.15.0/node_modules/mermaid/dist/diagrams/mindmap/mindmap-definition.d.ts</a:t>
            </a:r>
          </a:p>
          <a:p>
            <a:pPr>
              <a:defRPr sz="1200"/>
            </a:pPr>
            <a:r>
              <a:t>D:/pasar_fix/node_modules/.bun/mermaid@11.15.0/node_modules/mermaid/dist/diagrams/mindmap/mindmap.spec.d.ts</a:t>
            </a:r>
          </a:p>
          <a:p>
            <a:pPr>
              <a:defRPr sz="1200"/>
            </a:pPr>
            <a:r>
              <a:t>D:/pasar_fix/node_modules/.bun/mermaid@11.15.0/node_modules/mermaid/dist/diagrams/mindmap/mindmapDb.d.ts</a:t>
            </a:r>
          </a:p>
          <a:p>
            <a:pPr>
              <a:defRPr sz="1200"/>
            </a:pPr>
            <a:r>
              <a:t>D:/pasar_fix/node_modules/.bun/mermaid@11.15.0/node_modules/mermaid/dist/diagrams/mindmap/mindmapDb.getData.test.d.ts</a:t>
            </a:r>
          </a:p>
          <a:p>
            <a:pPr>
              <a:defRPr sz="1200"/>
            </a:pPr>
            <a:r>
              <a:t>D:/pasar_fix/node_modules/.bun/mermaid@11.15.0/node_modules/mermaid/dist/diagrams/mindmap/mindmapRenderer.d.ts</a:t>
            </a:r>
          </a:p>
          <a:p>
            <a:pPr>
              <a:defRPr sz="1200"/>
            </a:pPr>
            <a:r>
              <a:t>D:/pasar_fix/node_modules/.bun/mermaid@11.15.0/node_modules/mermaid/dist/diagrams/mindmap/mindmapTypes.d.ts</a:t>
            </a:r>
          </a:p>
          <a:p>
            <a:pPr>
              <a:defRPr sz="1200"/>
            </a:pPr>
            <a:r>
              <a:t>D:/pasar_fix/node_modules/.bun/mermaid@11.15.0/node_modules/mermaid/dist/diagrams/mindmap/styles.d.ts</a:t>
            </a:r>
          </a:p>
          <a:p>
            <a:pPr>
              <a:defRPr sz="1200"/>
            </a:pPr>
            <a:r>
              <a:t>D:/pasar_fix/node_modules/.bun/mermaid@11.15.0/node_modules/mermaid/dist/diagrams/mindmap/svgDraw.d.ts</a:t>
            </a:r>
          </a:p>
          <a:p>
            <a:pPr>
              <a:defRPr sz="1200"/>
            </a:pPr>
            <a:r>
              <a:t>D:/pasar_fix/node_modules/.bun/mermaid@11.15.0/node_modules/mermaid/dist/diagrams/packet/db.d.ts</a:t>
            </a:r>
          </a:p>
          <a:p>
            <a:pPr>
              <a:defRPr sz="1200"/>
            </a:pPr>
            <a:r>
              <a:t>D:/pasar_fix/node_modules/.bun/mermaid@11.15.0/node_modules/mermaid/dist/diagrams/packet/detector.d.ts</a:t>
            </a:r>
          </a:p>
          <a:p>
            <a:pPr>
              <a:defRPr sz="1200"/>
            </a:pPr>
            <a:r>
              <a:t>D:/pasar_fix/node_modules/.bun/mermaid@11.15.0/node_modules/mermaid/dist/diagrams/packet/diagram.d.ts</a:t>
            </a:r>
          </a:p>
          <a:p>
            <a:pPr>
              <a:defRPr sz="1200"/>
            </a:pPr>
            <a:r>
              <a:t>D:/pasar_fix/node_modules/.bun/mermaid@11.15.0/node_modules/mermaid/dist/diagrams/packet/packet.spec.d.ts</a:t>
            </a:r>
          </a:p>
          <a:p>
            <a:pPr>
              <a:defRPr sz="1200"/>
            </a:pPr>
            <a:r>
              <a:t>D:/pasar_fix/node_modules/.bun/mermaid@11.15.0/node_modules/mermaid/dist/diagrams/packet/parser.d.ts</a:t>
            </a:r>
          </a:p>
          <a:p>
            <a:pPr>
              <a:defRPr sz="1200"/>
            </a:pPr>
            <a:r>
              <a:t>D:/pasar_fix/node_modules/.bun/mermaid@11.15.0/node_modules/mermaid/dist/diagrams/packet/renderer.d.ts</a:t>
            </a:r>
          </a:p>
          <a:p>
            <a:pPr>
              <a:defRPr sz="1200"/>
            </a:pPr>
            <a:r>
              <a:t>D:/pasar_fix/node_modules/.bun/mermaid@11.15.0/node_modules/mermaid/dist/diagrams/packet/styles.d.ts</a:t>
            </a:r>
          </a:p>
          <a:p>
            <a:pPr>
              <a:defRPr sz="1200"/>
            </a:pPr>
            <a:r>
              <a:t>D:/pasar_fix/node_modules/.bun/mermaid@11.15.0/node_modules/mermaid/dist/diagrams/packet/types.d.ts</a:t>
            </a:r>
          </a:p>
          <a:p>
            <a:pPr>
              <a:defRPr sz="1200"/>
            </a:pPr>
            <a:r>
              <a:t>D:/pasar_fix/node_modules/.bun/mermaid@11.15.0/node_modules/mermaid/dist/diagrams/pie/pie.spec.d.ts</a:t>
            </a:r>
          </a:p>
          <a:p>
            <a:pPr>
              <a:defRPr sz="1200"/>
            </a:pPr>
            <a:r>
              <a:t>D:/pasar_fix/node_modules/.bun/mermaid@11.15.0/node_modules/mermaid/dist/diagrams/pie/pieDb.d.ts</a:t>
            </a:r>
          </a:p>
          <a:p>
            <a:pPr>
              <a:defRPr sz="1200"/>
            </a:pPr>
            <a:r>
              <a:t>D:/pasar_fix/node_modules/.bun/mermaid@11.15.0/node_modules/mermaid/dist/diagrams/pie/pieDetector.d.ts</a:t>
            </a:r>
          </a:p>
          <a:p>
            <a:pPr>
              <a:defRPr sz="1200"/>
            </a:pPr>
            <a:r>
              <a:t>D:/pasar_fix/node_modules/.bun/mermaid@11.15.0/node_modules/mermaid/dist/diagrams/pie/pieDiagram.d.ts</a:t>
            </a:r>
          </a:p>
          <a:p>
            <a:pPr>
              <a:defRPr sz="1200"/>
            </a:pPr>
            <a:r>
              <a:t>D:/pasar_fix/node_modules/.bun/mermaid@11.15.0/node_modules/mermaid/dist/diagrams/pie/pieParser.d.ts</a:t>
            </a:r>
          </a:p>
          <a:p>
            <a:pPr>
              <a:defRPr sz="1200"/>
            </a:pPr>
            <a:r>
              <a:t>D:/pasar_fix/node_modules/.bun/mermaid@11.15.0/node_modules/mermaid/dist/diagrams/pie/pieRenderer.d.ts</a:t>
            </a:r>
          </a:p>
          <a:p>
            <a:pPr>
              <a:defRPr sz="1200"/>
            </a:pPr>
            <a:r>
              <a:t>D:/pasar_fix/node_modules/.bun/mermaid@11.15.0/node_modules/mermaid/dist/diagrams/pie/pieRenderer.spec.d.ts</a:t>
            </a:r>
          </a:p>
          <a:p>
            <a:pPr>
              <a:defRPr sz="1200"/>
            </a:pPr>
            <a:r>
              <a:t>D:/pasar_fix/node_modules/.bun/mermaid@11.15.0/node_modules/mermaid/dist/diagrams/pie/pieStyles.d.ts</a:t>
            </a:r>
          </a:p>
          <a:p>
            <a:pPr>
              <a:defRPr sz="1200"/>
            </a:pPr>
            <a:r>
              <a:t>D:/pasar_fix/node_modules/.bun/mermaid@11.15.0/node_modules/mermaid/dist/diagrams/pie/pieTypes.d.ts</a:t>
            </a:r>
          </a:p>
          <a:p>
            <a:pPr>
              <a:defRPr sz="1200"/>
            </a:pPr>
            <a:r>
              <a:t>D:/pasar_fix/node_modules/.bun/mermaid@11.15.0/node_modules/mermaid/dist/diagrams/quadrant-chart/quadrantBuilder.d.ts</a:t>
            </a:r>
          </a:p>
          <a:p>
            <a:pPr>
              <a:defRPr sz="1200"/>
            </a:pPr>
            <a:r>
              <a:t>D:/pasar_fix/node_modules/.bun/mermaid@11.15.0/node_modules/mermaid/dist/diagrams/quadrant-chart/quadrantDb.d.ts</a:t>
            </a:r>
          </a:p>
          <a:p>
            <a:pPr>
              <a:defRPr sz="1200"/>
            </a:pPr>
            <a:r>
              <a:t>D:/pasar_fix/node_modules/.bun/mermaid@11.15.0/node_modules/mermaid/dist/diagrams/quadrant-chart/quadrantDb.spec.d.ts</a:t>
            </a:r>
          </a:p>
          <a:p>
            <a:pPr>
              <a:defRPr sz="1200"/>
            </a:pPr>
            <a:r>
              <a:t>D:/pasar_fix/node_modules/.bun/mermaid@11.15.0/node_modules/mermaid/dist/diagrams/quadrant-chart/quadrantDetector.d.ts</a:t>
            </a:r>
          </a:p>
          <a:p>
            <a:pPr>
              <a:defRPr sz="1200"/>
            </a:pPr>
            <a:r>
              <a:t>D:/pasar_fix/node_modules/.bun/mermaid@11.15.0/node_modules/mermaid/dist/diagrams/quadrant-chart/quadrantDiagram.d.ts</a:t>
            </a:r>
          </a:p>
          <a:p>
            <a:pPr>
              <a:defRPr sz="1200"/>
            </a:pPr>
            <a:r>
              <a:t>D:/pasar_fix/node_modules/.bun/mermaid@11.15.0/node_modules/mermaid/dist/diagrams/quadrant-chart/quadrantRenderer.d.ts</a:t>
            </a:r>
          </a:p>
          <a:p>
            <a:pPr>
              <a:defRPr sz="1200"/>
            </a:pPr>
            <a:r>
              <a:t>D:/pasar_fix/node_modules/.bun/mermaid@11.15.0/node_modules/mermaid/dist/diagrams/quadrant-chart/utils.d.ts</a:t>
            </a:r>
          </a:p>
          <a:p>
            <a:pPr>
              <a:defRPr sz="1200"/>
            </a:pPr>
            <a:r>
              <a:t>D:/pasar_fix/node_modules/.bun/mermaid@11.15.0/node_modules/mermaid/dist/diagrams/quadrant-chart/parser/quadrant.jison.spec.d.ts</a:t>
            </a:r>
          </a:p>
          <a:p>
            <a:pPr>
              <a:defRPr sz="1200"/>
            </a:pPr>
            <a:r>
              <a:t>D:/pasar_fix/node_modules/.bun/mermaid@11.15.0/node_modules/mermaid/dist/diagrams/radar/db.d.ts</a:t>
            </a:r>
          </a:p>
          <a:p>
            <a:pPr>
              <a:defRPr sz="1200"/>
            </a:pPr>
            <a:r>
              <a:t>D:/pasar_fix/node_modules/.bun/mermaid@11.15.0/node_modules/mermaid/dist/diagrams/radar/detector.d.ts</a:t>
            </a:r>
          </a:p>
          <a:p>
            <a:pPr>
              <a:defRPr sz="1200"/>
            </a:pPr>
            <a:r>
              <a:t>D:/pasar_fix/node_modules/.bun/mermaid@11.15.0/node_modules/mermaid/dist/diagrams/radar/diagram.d.ts</a:t>
            </a:r>
          </a:p>
          <a:p>
            <a:pPr>
              <a:defRPr sz="1200"/>
            </a:pPr>
            <a:r>
              <a:t>D:/pasar_fix/node_modules/.bun/mermaid@11.15.0/node_modules/mermaid/dist/diagrams/radar/parser.d.ts</a:t>
            </a:r>
          </a:p>
          <a:p>
            <a:pPr>
              <a:defRPr sz="1200"/>
            </a:pPr>
            <a:r>
              <a:t>D:/pasar_fix/node_modules/.bun/mermaid@11.15.0/node_modules/mermaid/dist/diagrams/radar/radar.spec.d.ts</a:t>
            </a:r>
          </a:p>
          <a:p>
            <a:pPr>
              <a:defRPr sz="1200"/>
            </a:pPr>
            <a:r>
              <a:t>D:/pasar_fix/node_modules/.bun/mermaid@11.15.0/node_modules/mermaid/dist/diagrams/radar/renderer.d.ts</a:t>
            </a:r>
          </a:p>
          <a:p>
            <a:pPr>
              <a:defRPr sz="1200"/>
            </a:pPr>
            <a:r>
              <a:t>D:/pasar_fix/node_modules/.bun/mermaid@11.15.0/node_modules/mermaid/dist/diagrams/radar/styles.d.ts</a:t>
            </a:r>
          </a:p>
          <a:p>
            <a:pPr>
              <a:defRPr sz="1200"/>
            </a:pPr>
            <a:r>
              <a:t>D:/pasar_fix/node_modules/.bun/mermaid@11.15.0/node_modules/mermaid/dist/diagrams/radar/types.d.ts</a:t>
            </a:r>
          </a:p>
          <a:p>
            <a:pPr>
              <a:defRPr sz="1200"/>
            </a:pPr>
            <a:r>
              <a:t>D:/pasar_fix/node_modules/.bun/mermaid@11.15.0/node_modules/mermaid/dist/diagrams/requirement/requirementDb.d.ts</a:t>
            </a:r>
          </a:p>
          <a:p>
            <a:pPr>
              <a:defRPr sz="1200"/>
            </a:pPr>
            <a:r>
              <a:t>D:/pasar_fix/node_modules/.bun/mermaid@11.15.0/node_modules/mermaid/dist/diagrams/requirement/requirementDb.spec.d.ts</a:t>
            </a:r>
          </a:p>
          <a:p>
            <a:pPr>
              <a:defRPr sz="1200"/>
            </a:pPr>
            <a:r>
              <a:t>D:/pasar_fix/node_modules/.bun/mermaid@11.15.0/node_modules/mermaid/dist/diagrams/requirement/requirementDetector.d.ts</a:t>
            </a:r>
          </a:p>
          <a:p>
            <a:pPr>
              <a:defRPr sz="1200"/>
            </a:pPr>
            <a:r>
              <a:t>D:/pasar_fix/node_modules/.bun/mermaid@11.15.0/node_modules/mermaid/dist/diagrams/requirement/requirementDiagram.d.ts</a:t>
            </a:r>
          </a:p>
          <a:p>
            <a:pPr>
              <a:defRPr sz="1200"/>
            </a:pPr>
            <a:r>
              <a:t>D:/pasar_fix/node_modules/.bun/mermaid@11.15.0/node_modules/mermaid/dist/diagrams/requirement/requirementRenderer.d.ts</a:t>
            </a:r>
          </a:p>
          <a:p>
            <a:pPr>
              <a:defRPr sz="1200"/>
            </a:pPr>
            <a:r>
              <a:t>D:/pasar_fix/node_modules/.bun/mermaid@11.15.0/node_modules/mermaid/dist/diagrams/requirement/styles.d.ts</a:t>
            </a:r>
          </a:p>
          <a:p>
            <a:pPr>
              <a:defRPr sz="1200"/>
            </a:pPr>
            <a:r>
              <a:t>D:/pasar_fix/node_modules/.bun/mermaid@11.15.0/node_modules/mermaid/dist/diagrams/requirement/types.d.ts</a:t>
            </a:r>
          </a:p>
          <a:p>
            <a:pPr>
              <a:defRPr sz="1200"/>
            </a:pPr>
            <a:r>
              <a:t>D:/pasar_fix/node_modules/.bun/mermaid@11.15.0/node_modules/mermaid/dist/diagrams/sankey/sankeyDB.d.ts</a:t>
            </a:r>
          </a:p>
          <a:p>
            <a:pPr>
              <a:defRPr sz="1200"/>
            </a:pPr>
            <a:r>
              <a:t>D:/pasar_fix/node_modules/.bun/mermaid@11.15.0/node_modules/mermaid/dist/diagrams/sankey/sankeyDetector.d.ts</a:t>
            </a:r>
          </a:p>
          <a:p>
            <a:pPr>
              <a:defRPr sz="1200"/>
            </a:pPr>
            <a:r>
              <a:t>D:/pasar_fix/node_modules/.bun/mermaid@11.15.0/node_modules/mermaid/dist/diagrams/sankey/sankeyDiagram.d.ts</a:t>
            </a:r>
          </a:p>
          <a:p>
            <a:pPr>
              <a:defRPr sz="1200"/>
            </a:pPr>
            <a:r>
              <a:t>D:/pasar_fix/node_modules/.bun/mermaid@11.15.0/node_modules/mermaid/dist/diagrams/sankey/sankeyRenderer.d.ts</a:t>
            </a:r>
          </a:p>
          <a:p>
            <a:pPr>
              <a:defRPr sz="1200"/>
            </a:pPr>
            <a:r>
              <a:t>D:/pasar_fix/node_modules/.bun/mermaid@11.15.0/node_modules/mermaid/dist/diagrams/sankey/sankeyUtils.d.ts</a:t>
            </a:r>
          </a:p>
          <a:p>
            <a:pPr>
              <a:defRPr sz="1200"/>
            </a:pPr>
            <a:r>
              <a:t>D:/pasar_fix/node_modules/.bun/mermaid@11.15.0/node_modules/mermaid/dist/diagrams/sankey/styles.d.ts</a:t>
            </a:r>
          </a:p>
          <a:p>
            <a:pPr>
              <a:defRPr sz="1200"/>
            </a:pPr>
            <a:r>
              <a:t>D:/pasar_fix/node_modules/.bun/mermaid@11.15.0/node_modules/mermaid/dist/diagrams/sankey/parser/sankey.spec.d.ts</a:t>
            </a:r>
          </a:p>
          <a:p>
            <a:pPr>
              <a:defRPr sz="1200"/>
            </a:pPr>
            <a:r>
              <a:t>D:/pasar_fix/node_modules/.bun/mermaid@11.15.0/node_modules/mermaid/dist/diagrams/sequence/sequenceDb.d.ts</a:t>
            </a:r>
          </a:p>
          <a:p>
            <a:pPr>
              <a:defRPr sz="1200"/>
            </a:pPr>
            <a:r>
              <a:t>D:/pasar_fix/node_modules/.bun/mermaid@11.15.0/node_modules/mermaid/dist/diagrams/sequence/sequenceDetector.d.ts</a:t>
            </a:r>
          </a:p>
          <a:p>
            <a:pPr>
              <a:defRPr sz="1200"/>
            </a:pPr>
            <a:r>
              <a:t>D:/pasar_fix/node_modules/.bun/mermaid@11.15.0/node_modules/mermaid/dist/diagrams/sequence/sequenceDiagram.d.ts</a:t>
            </a:r>
          </a:p>
          <a:p>
            <a:pPr>
              <a:defRPr sz="1200"/>
            </a:pPr>
            <a:r>
              <a:t>D:/pasar_fix/node_modules/.bun/mermaid@11.15.0/node_modules/mermaid/dist/diagrams/sequence/sequenceRenderer.d.ts</a:t>
            </a:r>
          </a:p>
          <a:p>
            <a:pPr>
              <a:defRPr sz="1200"/>
            </a:pPr>
            <a:r>
              <a:t>D:/pasar_fix/node_modules/.bun/mermaid@11.15.0/node_modules/mermaid/dist/diagrams/sequence/styles.d.ts</a:t>
            </a:r>
          </a:p>
          <a:p>
            <a:pPr>
              <a:defRPr sz="1200"/>
            </a:pPr>
            <a:r>
              <a:t>D:/pasar_fix/node_modules/.bun/mermaid@11.15.0/node_modules/mermaid/dist/diagrams/sequence/svgDraw.d.ts</a:t>
            </a:r>
          </a:p>
          <a:p>
            <a:pPr>
              <a:defRPr sz="1200"/>
            </a:pPr>
            <a:r>
              <a:t>D:/pasar_fix/node_modules/.bun/mermaid@11.15.0/node_modules/mermaid/dist/diagrams/sequence/types.d.ts</a:t>
            </a:r>
          </a:p>
          <a:p>
            <a:pPr>
              <a:defRPr sz="1200"/>
            </a:pPr>
            <a:r>
              <a:t>D:/pasar_fix/node_modules/.bun/mermaid@11.15.0/node_modules/mermaid/dist/diagrams/state/dataFetcher.d.ts</a:t>
            </a:r>
          </a:p>
          <a:p>
            <a:pPr>
              <a:defRPr sz="1200"/>
            </a:pPr>
            <a:r>
              <a:t>D:/pasar_fix/node_modules/.bun/mermaid@11.15.0/node_modules/mermaid/dist/diagrams/state/shapes.d.ts</a:t>
            </a:r>
          </a:p>
          <a:p>
            <a:pPr>
              <a:defRPr sz="1200"/>
            </a:pPr>
            <a:r>
              <a:t>D:/pasar_fix/node_modules/.bun/mermaid@11.15.0/node_modules/mermaid/dist/diagrams/state/stateCommon.d.ts</a:t>
            </a:r>
          </a:p>
          <a:p>
            <a:pPr>
              <a:defRPr sz="1200"/>
            </a:pPr>
            <a:r>
              <a:t>D:/pasar_fix/node_modules/.bun/mermaid@11.15.0/node_modules/mermaid/dist/diagrams/state/stateDb.d.ts</a:t>
            </a:r>
          </a:p>
          <a:p>
            <a:pPr>
              <a:defRPr sz="1200"/>
            </a:pPr>
            <a:r>
              <a:t>D:/pasar_fix/node_modules/.bun/mermaid@11.15.0/node_modules/mermaid/dist/diagrams/state/stateDetector-V2.d.ts</a:t>
            </a:r>
          </a:p>
          <a:p>
            <a:pPr>
              <a:defRPr sz="1200"/>
            </a:pPr>
            <a:r>
              <a:t>D:/pasar_fix/node_modules/.bun/mermaid@11.15.0/node_modules/mermaid/dist/diagrams/state/stateDetector.d.ts</a:t>
            </a:r>
          </a:p>
          <a:p>
            <a:pPr>
              <a:defRPr sz="1200"/>
            </a:pPr>
            <a:r>
              <a:t>D:/pasar_fix/node_modules/.bun/mermaid@11.15.0/node_modules/mermaid/dist/diagrams/state/stateDiagram-v2.d.ts</a:t>
            </a:r>
          </a:p>
          <a:p>
            <a:pPr>
              <a:defRPr sz="1200"/>
            </a:pPr>
            <a:r>
              <a:t>D:/pasar_fix/node_modules/.bun/mermaid@11.15.0/node_modules/mermaid/dist/diagrams/state/stateDiagram.d.ts</a:t>
            </a:r>
          </a:p>
          <a:p>
            <a:pPr>
              <a:defRPr sz="1200"/>
            </a:pPr>
            <a:r>
              <a:t>D:/pasar_fix/node_modules/.bun/mermaid@11.15.0/node_modules/mermaid/dist/diagrams/state/stateRenderer-v3-unified.d.ts</a:t>
            </a:r>
          </a:p>
          <a:p>
            <a:pPr>
              <a:defRPr sz="1200"/>
            </a:pPr>
            <a:r>
              <a:t>D:/pasar_fix/node_modules/.bun/mermaid@11.15.0/node_modules/mermaid/dist/diagrams/state/stateRenderer.d.ts</a:t>
            </a:r>
          </a:p>
          <a:p>
            <a:pPr>
              <a:defRPr sz="1200"/>
            </a:pPr>
            <a:r>
              <a:t>D:/pasar_fix/node_modules/.bun/mermaid@11.15.0/node_modules/mermaid/dist/diagrams/state/styles.d.ts</a:t>
            </a:r>
          </a:p>
          <a:p>
            <a:pPr>
              <a:defRPr sz="1200"/>
            </a:pPr>
            <a:r>
              <a:t>D:/pasar_fix/node_modules/.bun/mermaid@11.15.0/node_modules/mermaid/dist/diagrams/timeline/detector.d.ts</a:t>
            </a:r>
          </a:p>
          <a:p>
            <a:pPr>
              <a:defRPr sz="1200"/>
            </a:pPr>
            <a:r>
              <a:t>D:/pasar_fix/node_modules/.bun/mermaid@11.15.0/node_modules/mermaid/dist/diagrams/timeline/styles.d.ts</a:t>
            </a:r>
          </a:p>
          <a:p>
            <a:pPr>
              <a:defRPr sz="1200"/>
            </a:pPr>
            <a:r>
              <a:t>D:/pasar_fix/node_modules/.bun/mermaid@11.15.0/node_modules/mermaid/dist/diagrams/timeline/svgDraw.d.ts</a:t>
            </a:r>
          </a:p>
          <a:p>
            <a:pPr>
              <a:defRPr sz="1200"/>
            </a:pPr>
            <a:r>
              <a:t>D:/pasar_fix/node_modules/.bun/mermaid@11.15.0/node_modules/mermaid/dist/diagrams/timeline/timeline-definition.d.ts</a:t>
            </a:r>
          </a:p>
          <a:p>
            <a:pPr>
              <a:defRPr sz="1200"/>
            </a:pPr>
            <a:r>
              <a:t>D:/pasar_fix/node_modules/.bun/mermaid@11.15.0/node_modules/mermaid/dist/diagrams/timeline/timelineDb.d.ts</a:t>
            </a:r>
          </a:p>
          <a:p>
            <a:pPr>
              <a:defRPr sz="1200"/>
            </a:pPr>
            <a:r>
              <a:t>D:/pasar_fix/node_modules/.bun/mermaid@11.15.0/node_modules/mermaid/dist/diagrams/timeline/timelineRenderer.d.ts</a:t>
            </a:r>
          </a:p>
          <a:p>
            <a:pPr>
              <a:defRPr sz="1200"/>
            </a:pPr>
            <a:r>
              <a:t>D:/pasar_fix/node_modules/.bun/mermaid@11.15.0/node_modules/mermaid/dist/diagrams/timeline/timelineRendererVertical.d.ts</a:t>
            </a:r>
          </a:p>
          <a:p>
            <a:pPr>
              <a:defRPr sz="1200"/>
            </a:pPr>
            <a:r>
              <a:t>D:/pasar_fix/node_modules/.bun/mermaid@11.15.0/node_modules/mermaid/dist/diagrams/treemap/db.d.ts</a:t>
            </a:r>
          </a:p>
          <a:p>
            <a:pPr>
              <a:defRPr sz="1200"/>
            </a:pPr>
            <a:r>
              <a:t>D:/pasar_fix/node_modules/.bun/mermaid@11.15.0/node_modules/mermaid/dist/diagrams/treemap/detector.d.ts</a:t>
            </a:r>
          </a:p>
          <a:p>
            <a:pPr>
              <a:defRPr sz="1200"/>
            </a:pPr>
            <a:r>
              <a:t>D:/pasar_fix/node_modules/.bun/mermaid@11.15.0/node_modules/mermaid/dist/diagrams/treemap/diagram.d.ts</a:t>
            </a:r>
          </a:p>
          <a:p>
            <a:pPr>
              <a:defRPr sz="1200"/>
            </a:pPr>
            <a:r>
              <a:t>D:/pasar_fix/node_modules/.bun/mermaid@11.15.0/node_modules/mermaid/dist/diagrams/treemap/parser.d.ts</a:t>
            </a:r>
          </a:p>
          <a:p>
            <a:pPr>
              <a:defRPr sz="1200"/>
            </a:pPr>
            <a:r>
              <a:t>D:/pasar_fix/node_modules/.bun/mermaid@11.15.0/node_modules/mermaid/dist/diagrams/treemap/renderer.d.ts</a:t>
            </a:r>
          </a:p>
          <a:p>
            <a:pPr>
              <a:defRPr sz="1200"/>
            </a:pPr>
            <a:r>
              <a:t>D:/pasar_fix/node_modules/.bun/mermaid@11.15.0/node_modules/mermaid/dist/diagrams/treemap/styles.d.ts</a:t>
            </a:r>
          </a:p>
          <a:p>
            <a:pPr>
              <a:defRPr sz="1200"/>
            </a:pPr>
            <a:r>
              <a:t>D:/pasar_fix/node_modules/.bun/mermaid@11.15.0/node_modules/mermaid/dist/diagrams/treemap/types.d.ts</a:t>
            </a:r>
          </a:p>
          <a:p>
            <a:pPr>
              <a:defRPr sz="1200"/>
            </a:pPr>
            <a:r>
              <a:t>D:/pasar_fix/node_modules/.bun/mermaid@11.15.0/node_modules/mermaid/dist/diagrams/treemap/utils.d.ts</a:t>
            </a:r>
          </a:p>
          <a:p>
            <a:pPr>
              <a:defRPr sz="1200"/>
            </a:pPr>
            <a:r>
              <a:t>D:/pasar_fix/node_modules/.bun/mermaid@11.15.0/node_modules/mermaid/dist/diagrams/treemap/utils.test.d.ts</a:t>
            </a:r>
          </a:p>
          <a:p>
            <a:pPr>
              <a:defRPr sz="1200"/>
            </a:pPr>
            <a:r>
              <a:t>D:/pasar_fix/node_modules/.bun/mermaid@11.15.0/node_modules/mermaid/dist/diagrams/treeView/db.d.ts</a:t>
            </a:r>
          </a:p>
          <a:p>
            <a:pPr>
              <a:defRPr sz="1200"/>
            </a:pPr>
            <a:r>
              <a:t>D:/pasar_fix/node_modules/.bun/mermaid@11.15.0/node_modules/mermaid/dist/diagrams/treeView/detector.d.ts</a:t>
            </a:r>
          </a:p>
          <a:p>
            <a:pPr>
              <a:defRPr sz="1200"/>
            </a:pPr>
            <a:r>
              <a:t>D:/pasar_fix/node_modules/.bun/mermaid@11.15.0/node_modules/mermaid/dist/diagrams/treeView/diagram.d.ts</a:t>
            </a:r>
          </a:p>
          <a:p>
            <a:pPr>
              <a:defRPr sz="1200"/>
            </a:pPr>
            <a:r>
              <a:t>D:/pasar_fix/node_modules/.bun/mermaid@11.15.0/node_modules/mermaid/dist/diagrams/treeView/parser.d.ts</a:t>
            </a:r>
          </a:p>
          <a:p>
            <a:pPr>
              <a:defRPr sz="1200"/>
            </a:pPr>
            <a:r>
              <a:t>D:/pasar_fix/node_modules/.bun/mermaid@11.15.0/node_modules/mermaid/dist/diagrams/treeView/renderer.d.ts</a:t>
            </a:r>
          </a:p>
          <a:p>
            <a:pPr>
              <a:defRPr sz="1200"/>
            </a:pPr>
            <a:r>
              <a:t>D:/pasar_fix/node_modules/.bun/mermaid@11.15.0/node_modules/mermaid/dist/diagrams/treeView/styles.d.ts</a:t>
            </a:r>
          </a:p>
          <a:p>
            <a:pPr>
              <a:defRPr sz="1200"/>
            </a:pPr>
            <a:r>
              <a:t>D:/pasar_fix/node_modules/.bun/mermaid@11.15.0/node_modules/mermaid/dist/diagrams/treeView/types.d.ts</a:t>
            </a:r>
          </a:p>
          <a:p>
            <a:pPr>
              <a:defRPr sz="1200"/>
            </a:pPr>
            <a:r>
              <a:t>D:/pasar_fix/node_modules/.bun/mermaid@11.15.0/node_modules/mermaid/dist/diagrams/user-journey/journeyDb.d.ts</a:t>
            </a:r>
          </a:p>
          <a:p>
            <a:pPr>
              <a:defRPr sz="1200"/>
            </a:pPr>
            <a:r>
              <a:t>D:/pasar_fix/node_modules/.bun/mermaid@11.15.0/node_modules/mermaid/dist/diagrams/user-journey/journeyDetector.d.ts</a:t>
            </a:r>
          </a:p>
          <a:p>
            <a:pPr>
              <a:defRPr sz="1200"/>
            </a:pPr>
            <a:r>
              <a:t>D:/pasar_fix/node_modules/.bun/mermaid@11.15.0/node_modules/mermaid/dist/diagrams/user-journey/journeyDiagram.d.ts</a:t>
            </a:r>
          </a:p>
          <a:p>
            <a:pPr>
              <a:defRPr sz="1200"/>
            </a:pPr>
            <a:r>
              <a:t>D:/pasar_fix/node_modules/.bun/mermaid@11.15.0/node_modules/mermaid/dist/diagrams/user-journey/journeyRenderer.d.ts</a:t>
            </a:r>
          </a:p>
          <a:p>
            <a:pPr>
              <a:defRPr sz="1200"/>
            </a:pPr>
            <a:r>
              <a:t>D:/pasar_fix/node_modules/.bun/mermaid@11.15.0/node_modules/mermaid/dist/diagrams/user-journey/styles.d.ts</a:t>
            </a:r>
          </a:p>
          <a:p>
            <a:pPr>
              <a:defRPr sz="1200"/>
            </a:pPr>
            <a:r>
              <a:t>D:/pasar_fix/node_modules/.bun/mermaid@11.15.0/node_modules/mermaid/dist/diagrams/user-journey/svgDraw.d.ts</a:t>
            </a:r>
          </a:p>
          <a:p>
            <a:pPr>
              <a:defRPr sz="1200"/>
            </a:pPr>
            <a:r>
              <a:t>D:/pasar_fix/node_modules/.bun/mermaid@11.15.0/node_modules/mermaid/dist/diagrams/venn/styles.d.ts</a:t>
            </a:r>
          </a:p>
          <a:p>
            <a:pPr>
              <a:defRPr sz="1200"/>
            </a:pPr>
            <a:r>
              <a:t>D:/pasar_fix/node_modules/.bun/mermaid@11.15.0/node_modules/mermaid/dist/diagrams/venn/vennDB.d.ts</a:t>
            </a:r>
          </a:p>
          <a:p>
            <a:pPr>
              <a:defRPr sz="1200"/>
            </a:pPr>
            <a:r>
              <a:t>D:/pasar_fix/node_modules/.bun/mermaid@11.15.0/node_modules/mermaid/dist/diagrams/venn/vennDetector.d.ts</a:t>
            </a:r>
          </a:p>
          <a:p>
            <a:pPr>
              <a:defRPr sz="1200"/>
            </a:pPr>
            <a:r>
              <a:t>D:/pasar_fix/node_modules/.bun/mermaid@11.15.0/node_modules/mermaid/dist/diagrams/venn/vennDiagram.d.ts</a:t>
            </a:r>
          </a:p>
          <a:p>
            <a:pPr>
              <a:defRPr sz="1200"/>
            </a:pPr>
            <a:r>
              <a:t>D:/pasar_fix/node_modules/.bun/mermaid@11.15.0/node_modules/mermaid/dist/diagrams/venn/vennRenderer.d.ts</a:t>
            </a:r>
          </a:p>
          <a:p>
            <a:pPr>
              <a:defRPr sz="1200"/>
            </a:pPr>
            <a:r>
              <a:t>D:/pasar_fix/node_modules/.bun/mermaid@11.15.0/node_modules/mermaid/dist/diagrams/venn/vennRenderer.spec.d.ts</a:t>
            </a:r>
          </a:p>
          <a:p>
            <a:pPr>
              <a:defRPr sz="1200"/>
            </a:pPr>
            <a:r>
              <a:t>D:/pasar_fix/node_modules/.bun/mermaid@11.15.0/node_modules/mermaid/dist/diagrams/venn/vennTypes.d.ts</a:t>
            </a:r>
          </a:p>
          <a:p>
            <a:pPr>
              <a:defRPr sz="1200"/>
            </a:pPr>
            <a:r>
              <a:t>D:/pasar_fix/node_modules/.bun/mermaid@11.15.0/node_modules/mermaid/dist/diagrams/venn/parser/venn.spec.d.ts</a:t>
            </a:r>
          </a:p>
          <a:p>
            <a:pPr>
              <a:defRPr sz="1200"/>
            </a:pPr>
            <a:r>
              <a:t>D:/pasar_fix/node_modules/.bun/mermaid@11.15.0/node_modules/mermaid/dist/diagrams/wardley/styles.d.ts</a:t>
            </a:r>
          </a:p>
          <a:p>
            <a:pPr>
              <a:defRPr sz="1200"/>
            </a:pPr>
            <a:r>
              <a:t>D:/pasar_fix/node_modules/.bun/mermaid@11.15.0/node_modules/mermaid/dist/diagrams/wardley/wardleyBuilder.d.ts</a:t>
            </a:r>
          </a:p>
          <a:p>
            <a:pPr>
              <a:defRPr sz="1200"/>
            </a:pPr>
            <a:r>
              <a:t>D:/pasar_fix/node_modules/.bun/mermaid@11.15.0/node_modules/mermaid/dist/diagrams/wardley/wardleyBuilder.spec.d.ts</a:t>
            </a:r>
          </a:p>
          <a:p>
            <a:pPr>
              <a:defRPr sz="1200"/>
            </a:pPr>
            <a:r>
              <a:t>D:/pasar_fix/node_modules/.bun/mermaid@11.15.0/node_modules/mermaid/dist/diagrams/wardley/wardleyDb.d.ts</a:t>
            </a:r>
          </a:p>
          <a:p>
            <a:pPr>
              <a:defRPr sz="1200"/>
            </a:pPr>
            <a:r>
              <a:t>D:/pasar_fix/node_modules/.bun/mermaid@11.15.0/node_modules/mermaid/dist/diagrams/wardley/wardleyDetector.d.ts</a:t>
            </a:r>
          </a:p>
          <a:p>
            <a:pPr>
              <a:defRPr sz="1200"/>
            </a:pPr>
            <a:r>
              <a:t>D:/pasar_fix/node_modules/.bun/mermaid@11.15.0/node_modules/mermaid/dist/diagrams/wardley/wardleyDiagram.d.ts</a:t>
            </a:r>
          </a:p>
          <a:p>
            <a:pPr>
              <a:defRPr sz="1200"/>
            </a:pPr>
            <a:r>
              <a:t>D:/pasar_fix/node_modules/.bun/mermaid@11.15.0/node_modules/mermaid/dist/diagrams/wardley/wardleyParser.d.ts</a:t>
            </a:r>
          </a:p>
          <a:p>
            <a:pPr>
              <a:defRPr sz="1200"/>
            </a:pPr>
            <a:r>
              <a:t>D:/pasar_fix/node_modules/.bun/mermaid@11.15.0/node_modules/mermaid/dist/diagrams/wardley/wardleyParser.spec.d.ts</a:t>
            </a:r>
          </a:p>
          <a:p>
            <a:pPr>
              <a:defRPr sz="1200"/>
            </a:pPr>
            <a:r>
              <a:t>D:/pasar_fix/node_modules/.bun/mermaid@11.15.0/node_modules/mermaid/dist/diagrams/wardley/wardleyRenderer.d.ts</a:t>
            </a:r>
          </a:p>
          <a:p>
            <a:pPr>
              <a:defRPr sz="1200"/>
            </a:pPr>
            <a:r>
              <a:t>D:/pasar_fix/node_modules/.bun/mermaid@11.15.0/node_modules/mermaid/dist/diagrams/wardley/wardleyTypes.d.ts</a:t>
            </a:r>
          </a:p>
          <a:p>
            <a:pPr>
              <a:defRPr sz="1200"/>
            </a:pPr>
            <a:r>
              <a:t>D:/pasar_fix/node_modules/.bun/mermaid@11.15.0/node_modules/mermaid/dist/diagrams/xychart/xychartDb.d.ts</a:t>
            </a:r>
          </a:p>
          <a:p>
            <a:pPr>
              <a:defRPr sz="1200"/>
            </a:pPr>
            <a:r>
              <a:t>D:/pasar_fix/node_modules/.bun/mermaid@11.15.0/node_modules/mermaid/dist/diagrams/xychart/xychartDetector.d.ts</a:t>
            </a:r>
          </a:p>
          <a:p>
            <a:pPr>
              <a:defRPr sz="1200"/>
            </a:pPr>
            <a:r>
              <a:t>D:/pasar_fix/node_modules/.bun/mermaid@11.15.0/node_modules/mermaid/dist/diagrams/xychart/xychartDiagram.d.ts</a:t>
            </a:r>
          </a:p>
          <a:p>
            <a:pPr>
              <a:defRPr sz="1200"/>
            </a:pPr>
            <a:r>
              <a:t>D:/pasar_fix/node_modules/.bun/mermaid@11.15.0/node_modules/mermaid/dist/diagrams/xychart/xychartRenderer.d.ts</a:t>
            </a:r>
          </a:p>
          <a:p>
            <a:pPr>
              <a:defRPr sz="1200"/>
            </a:pPr>
            <a:r>
              <a:t>D:/pasar_fix/node_modules/.bun/mermaid@11.15.0/node_modules/mermaid/dist/diagrams/xychart/chartBuilder/index.d.ts</a:t>
            </a:r>
          </a:p>
          <a:p>
            <a:pPr>
              <a:defRPr sz="1200"/>
            </a:pPr>
            <a:r>
              <a:t>D:/pasar_fix/node_modules/.bun/mermaid@11.15.0/node_modules/mermaid/dist/diagrams/xychart/chartBuilder/interfaces.d.ts</a:t>
            </a:r>
          </a:p>
          <a:p>
            <a:pPr>
              <a:defRPr sz="1200"/>
            </a:pPr>
            <a:r>
              <a:t>D:/pasar_fix/node_modules/.bun/mermaid@11.15.0/node_modules/mermaid/dist/diagrams/xychart/chartBuilder/orchestrator.d.ts</a:t>
            </a:r>
          </a:p>
          <a:p>
            <a:pPr>
              <a:defRPr sz="1200"/>
            </a:pPr>
            <a:r>
              <a:t>D:/pasar_fix/node_modules/.bun/mermaid@11.15.0/node_modules/mermaid/dist/diagrams/xychart/chartBuilder/textDimensionCalculator.d.ts</a:t>
            </a:r>
          </a:p>
          <a:p>
            <a:pPr>
              <a:defRPr sz="1200"/>
            </a:pPr>
            <a:r>
              <a:t>D:/pasar_fix/node_modules/.bun/mermaid@11.15.0/node_modules/mermaid/dist/diagrams/xychart/chartBuilder/components/chartTitle.d.ts</a:t>
            </a:r>
          </a:p>
          <a:p>
            <a:pPr>
              <a:defRPr sz="1200"/>
            </a:pPr>
            <a:r>
              <a:t>D:/pasar_fix/node_modules/.bun/mermaid@11.15.0/node_modules/mermaid/dist/diagrams/xychart/chartBuilder/components/axis/bandAxis.d.ts</a:t>
            </a:r>
          </a:p>
          <a:p>
            <a:pPr>
              <a:defRPr sz="1200"/>
            </a:pPr>
            <a:r>
              <a:t>D:/pasar_fix/node_modules/.bun/mermaid@11.15.0/node_modules/mermaid/dist/diagrams/xychart/chartBuilder/components/axis/baseAxis.d.ts</a:t>
            </a:r>
          </a:p>
          <a:p>
            <a:pPr>
              <a:defRPr sz="1200"/>
            </a:pPr>
            <a:r>
              <a:t>D:/pasar_fix/node_modules/.bun/mermaid@11.15.0/node_modules/mermaid/dist/diagrams/xychart/chartBuilder/components/axis/index.d.ts</a:t>
            </a:r>
          </a:p>
          <a:p>
            <a:pPr>
              <a:defRPr sz="1200"/>
            </a:pPr>
            <a:r>
              <a:t>D:/pasar_fix/node_modules/.bun/mermaid@11.15.0/node_modules/mermaid/dist/diagrams/xychart/chartBuilder/components/axis/linearAxis.d.ts</a:t>
            </a:r>
          </a:p>
          <a:p>
            <a:pPr>
              <a:defRPr sz="1200"/>
            </a:pPr>
            <a:r>
              <a:t>D:/pasar_fix/node_modules/.bun/mermaid@11.15.0/node_modules/mermaid/dist/diagrams/xychart/chartBuilder/components/plot/barPlot.d.ts</a:t>
            </a:r>
          </a:p>
          <a:p>
            <a:pPr>
              <a:defRPr sz="1200"/>
            </a:pPr>
            <a:r>
              <a:t>D:/pasar_fix/node_modules/.bun/mermaid@11.15.0/node_modules/mermaid/dist/diagrams/xychart/chartBuilder/components/plot/index.d.ts</a:t>
            </a:r>
          </a:p>
          <a:p>
            <a:pPr>
              <a:defRPr sz="1200"/>
            </a:pPr>
            <a:r>
              <a:t>D:/pasar_fix/node_modules/.bun/mermaid@11.15.0/node_modules/mermaid/dist/diagrams/xychart/chartBuilder/components/plot/linePlot.d.ts</a:t>
            </a:r>
          </a:p>
          <a:p>
            <a:pPr>
              <a:defRPr sz="1200"/>
            </a:pPr>
            <a:r>
              <a:t>D:/pasar_fix/node_modules/.bun/mermaid@11.15.0/node_modules/mermaid/dist/diagrams/xychart/parser/xychart.jison.spec.d.ts</a:t>
            </a:r>
          </a:p>
          <a:p>
            <a:pPr>
              <a:defRPr sz="1200"/>
            </a:pPr>
            <a:r>
              <a:t>D:/pasar_fix/node_modules/.bun/mermaid@11.15.0/node_modules/mermaid/dist/docs/vite.config.d.ts</a:t>
            </a:r>
          </a:p>
          <a:p>
            <a:pPr>
              <a:defRPr sz="1200"/>
            </a:pPr>
            <a:r>
              <a:t>D:/pasar_fix/node_modules/.bun/mermaid@11.15.0/node_modules/mermaid/dist/rendering-util/createText.d.ts</a:t>
            </a:r>
          </a:p>
          <a:p>
            <a:pPr>
              <a:defRPr sz="1200"/>
            </a:pPr>
            <a:r>
              <a:t>D:/pasar_fix/node_modules/.bun/mermaid@11.15.0/node_modules/mermaid/dist/rendering-util/createText.spec.d.ts</a:t>
            </a:r>
          </a:p>
          <a:p>
            <a:pPr>
              <a:defRPr sz="1200"/>
            </a:pPr>
            <a:r>
              <a:t>D:/pasar_fix/node_modules/.bun/mermaid@11.15.0/node_modules/mermaid/dist/rendering-util/handle-markdown-text.d.ts</a:t>
            </a:r>
          </a:p>
          <a:p>
            <a:pPr>
              <a:defRPr sz="1200"/>
            </a:pPr>
            <a:r>
              <a:t>D:/pasar_fix/node_modules/.bun/mermaid@11.15.0/node_modules/mermaid/dist/rendering-util/handle-markdown-text.spec.d.ts</a:t>
            </a:r>
          </a:p>
          <a:p>
            <a:pPr>
              <a:defRPr sz="1200"/>
            </a:pPr>
            <a:r>
              <a:t>D:/pasar_fix/node_modules/.bun/mermaid@11.15.0/node_modules/mermaid/dist/rendering-util/icons.d.ts</a:t>
            </a:r>
          </a:p>
          <a:p>
            <a:pPr>
              <a:defRPr sz="1200"/>
            </a:pPr>
            <a:r>
              <a:t>D:/pasar_fix/node_modules/.bun/mermaid@11.15.0/node_modules/mermaid/dist/rendering-util/insertElementsForSize.d.ts</a:t>
            </a:r>
          </a:p>
          <a:p>
            <a:pPr>
              <a:defRPr sz="1200"/>
            </a:pPr>
            <a:r>
              <a:t>D:/pasar_fix/node_modules/.bun/mermaid@11.15.0/node_modules/mermaid/dist/rendering-util/labelTransform.d.ts</a:t>
            </a:r>
          </a:p>
          <a:p>
            <a:pPr>
              <a:defRPr sz="1200"/>
            </a:pPr>
            <a:r>
              <a:t>D:/pasar_fix/node_modules/.bun/mermaid@11.15.0/node_modules/mermaid/dist/rendering-util/multi-diagram-id-uniqueness.spec.d.ts</a:t>
            </a:r>
          </a:p>
          <a:p>
            <a:pPr>
              <a:defRPr sz="1200"/>
            </a:pPr>
            <a:r>
              <a:t>D:/pasar_fix/node_modules/.bun/mermaid@11.15.0/node_modules/mermaid/dist/rendering-util/render.d.ts</a:t>
            </a:r>
          </a:p>
          <a:p>
            <a:pPr>
              <a:defRPr sz="1200"/>
            </a:pPr>
            <a:r>
              <a:t>D:/pasar_fix/node_modules/.bun/mermaid@11.15.0/node_modules/mermaid/dist/rendering-util/selectSvgElement.d.ts</a:t>
            </a:r>
          </a:p>
          <a:p>
            <a:pPr>
              <a:defRPr sz="1200"/>
            </a:pPr>
            <a:r>
              <a:t>D:/pasar_fix/node_modules/.bun/mermaid@11.15.0/node_modules/mermaid/dist/rendering-util/setupViewPortForSVG.d.ts</a:t>
            </a:r>
          </a:p>
          <a:p>
            <a:pPr>
              <a:defRPr sz="1200"/>
            </a:pPr>
            <a:r>
              <a:t>D:/pasar_fix/node_modules/.bun/mermaid@11.15.0/node_modules/mermaid/dist/rendering-util/splitText.d.ts</a:t>
            </a:r>
          </a:p>
          <a:p>
            <a:pPr>
              <a:defRPr sz="1200"/>
            </a:pPr>
            <a:r>
              <a:t>D:/pasar_fix/node_modules/.bun/mermaid@11.15.0/node_modules/mermaid/dist/rendering-util/splitText.spec.d.ts</a:t>
            </a:r>
          </a:p>
          <a:p>
            <a:pPr>
              <a:defRPr sz="1200"/>
            </a:pPr>
            <a:r>
              <a:t>D:/pasar_fix/node_modules/.bun/mermaid@11.15.0/node_modules/mermaid/dist/rendering-util/types.d.ts</a:t>
            </a:r>
          </a:p>
          <a:p>
            <a:pPr>
              <a:defRPr sz="1200"/>
            </a:pPr>
            <a:r>
              <a:t>D:/pasar_fix/node_modules/.bun/mermaid@11.15.0/node_modules/mermaid/dist/rendering-util/uid.d.ts</a:t>
            </a:r>
          </a:p>
          <a:p>
            <a:pPr>
              <a:defRPr sz="1200"/>
            </a:pPr>
            <a:r>
              <a:t>D:/pasar_fix/node_modules/.bun/mermaid@11.15.0/node_modules/mermaid/dist/rendering-util/unique-dom-ids.spec.d.ts</a:t>
            </a:r>
          </a:p>
          <a:p>
            <a:pPr>
              <a:defRPr sz="1200"/>
            </a:pPr>
            <a:r>
              <a:t>D:/pasar_fix/node_modules/.bun/mermaid@11.15.0/node_modules/mermaid/dist/rendering-util/layout-algorithms/cose-bilkent/cytoscape-setup.d.ts</a:t>
            </a:r>
          </a:p>
          <a:p>
            <a:pPr>
              <a:defRPr sz="1200"/>
            </a:pPr>
            <a:r>
              <a:t>D:/pasar_fix/node_modules/.bun/mermaid@11.15.0/node_modules/mermaid/dist/rendering-util/layout-algorithms/cose-bilkent/cytoscape-setup.test.d.ts</a:t>
            </a:r>
          </a:p>
          <a:p>
            <a:pPr>
              <a:defRPr sz="1200"/>
            </a:pPr>
            <a:r>
              <a:t>D:/pasar_fix/node_modules/.bun/mermaid@11.15.0/node_modules/mermaid/dist/rendering-util/layout-algorithms/cose-bilkent/index.d.ts</a:t>
            </a:r>
          </a:p>
          <a:p>
            <a:pPr>
              <a:defRPr sz="1200"/>
            </a:pPr>
            <a:r>
              <a:t>D:/pasar_fix/node_modules/.bun/mermaid@11.15.0/node_modules/mermaid/dist/rendering-util/layout-algorithms/cose-bilkent/layout.d.ts</a:t>
            </a:r>
          </a:p>
          <a:p>
            <a:pPr>
              <a:defRPr sz="1200"/>
            </a:pPr>
            <a:r>
              <a:t>D:/pasar_fix/node_modules/.bun/mermaid@11.15.0/node_modules/mermaid/dist/rendering-util/layout-algorithms/cose-bilkent/layout.test.d.ts</a:t>
            </a:r>
          </a:p>
          <a:p>
            <a:pPr>
              <a:defRPr sz="1200"/>
            </a:pPr>
            <a:r>
              <a:t>D:/pasar_fix/node_modules/.bun/mermaid@11.15.0/node_modules/mermaid/dist/rendering-util/layout-algorithms/cose-bilkent/render.d.ts</a:t>
            </a:r>
          </a:p>
          <a:p>
            <a:pPr>
              <a:defRPr sz="1200"/>
            </a:pPr>
            <a:r>
              <a:t>D:/pasar_fix/node_modules/.bun/mermaid@11.15.0/node_modules/mermaid/dist/rendering-util/layout-algorithms/cose-bilkent/types.d.ts</a:t>
            </a:r>
          </a:p>
          <a:p>
            <a:pPr>
              <a:defRPr sz="1200"/>
            </a:pPr>
            <a:r>
              <a:t>D:/pasar_fix/node_modules/.bun/mermaid@11.15.0/node_modules/mermaid/dist/rendering-util/layout-algorithms/dagre/index.d.ts</a:t>
            </a:r>
          </a:p>
          <a:p>
            <a:pPr>
              <a:defRPr sz="1200"/>
            </a:pPr>
            <a:r>
              <a:t>D:/pasar_fix/node_modules/.bun/mermaid@11.15.0/node_modules/mermaid/dist/rendering-util/layout-algorithms/dagre/mermaid-graphlib.d.ts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D:/pasar_fix/node_modules/.bun/mermaid@11.15.0/node_modules/mermaid/dist/rendering-util/rendering-elements/clusters.d.ts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D:/pasar_fix/node_modules/.bun/mermaid@11.15.0/node_modules/mermaid/dist/rendering-util/rendering-elements/createLabel.d.ts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D:/pasar_fix/node_modules/.bun/mermaid@11.15.0/node_modules/mermaid/dist/rendering-util/rendering-elements/edgeMarker.d.ts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D:/pasar_fix/node_modules/.bun/mermaid@11.15.0/node_modules/mermaid/dist/rendering-util/rendering-elements/edgeMarker.spec.d.ts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D:/pasar_fix/node_modules/.bun/mermaid@11.15.0/node_modules/mermaid/dist/rendering-util/rendering-elements/edges.d.ts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D:/pasar_fix/node_modules/.bun/mermaid@11.15.0/node_modules/mermaid/dist/rendering-util/rendering-elements/markers.d.ts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D:/pasar_fix/node_modules/.bun/mermaid@11.15.0/node_modules/mermaid/dist/rendering-util/rendering-elements/nodes.d.ts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D:/pasar_fix/node_modules/.bun/mermaid@11.15.0/node_modules/mermaid/dist/rendering-util/rendering-elements/nodes.spec.d.ts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D:/pasar_fix/node_modules/.bun/mermaid@11.15.0/node_modules/mermaid/dist/rendering-util/rendering-elements/shapes.d.ts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D:/pasar_fix/node_modules/.bun/mermaid@11.15.0/node_modules/mermaid/dist/rendering-util/rendering-elements/intersect/index.d.ts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D:/pasar_fix/node_modules/.bun/mermaid@11.15.0/node_modules/mermaid/dist/rendering-util/rendering-elements/intersect/intersect-circle.d.ts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D:/pasar_fix/node_modules/.bun/mermaid@11.15.0/node_modules/mermaid/dist/rendering-util/rendering-elements/intersect/intersect-ellipse.d.ts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D:/pasar_fix/node_modules/.bun/mermaid@11.15.0/node_modules/mermaid/dist/rendering-util/rendering-elements/intersect/intersect-line.d.ts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D:/pasar_fix/node_modules/.bun/mermaid@11.15.0/node_modules/mermaid/dist/rendering-util/rendering-elements/intersect/intersect-node.d.ts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D:/pasar_fix/node_modules/.bun/mermaid@11.15.0/node_modules/mermaid/dist/rendering-util/rendering-elements/intersect/intersect-polygon.d.ts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D:/pasar_fix/node_modules/.bun/mermaid@11.15.0/node_modules/mermaid/dist/rendering-util/rendering-elements/intersect/intersect-rect.d.ts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D:/pasar_fix/node_modules/.bun/mermaid@11.15.0/node_modules/mermaid/dist/rendering-util/rendering-elements/shapes/anchor.d.ts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D:/pasar_fix/node_modules/.bun/mermaid@11.15.0/node_modules/mermaid/dist/rendering-util/rendering-elements/shapes/bang.d.ts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D:/pasar_fix/node_modules/.bun/mermaid@11.15.0/node_modules/mermaid/dist/rendering-util/rendering-elements/shapes/bowTieRect.d.ts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D:/pasar_fix/node_modules/.bun/mermaid@11.15.0/node_modules/mermaid/dist/rendering-util/rendering-elements/shapes/card.d.ts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D:/pasar_fix/node_modules/.bun/mermaid@11.15.0/node_modules/mermaid/dist/rendering-util/rendering-elements/shapes/choice.d.ts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D:/pasar_fix/node_modules/.bun/mermaid@11.15.0/node_modules/mermaid/dist/rendering-util/rendering-elements/shapes/circle.d.ts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D:/pasar_fix/node_modules/.bun/mermaid@11.15.0/node_modules/mermaid/dist/rendering-util/rendering-elements/shapes/classBox.d.ts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D:/pasar_fix/node_modules/.bun/mermaid@11.15.0/node_modules/mermaid/dist/rendering-util/rendering-elements/shapes/cloud.d.ts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D:/pasar_fix/node_modules/.bun/mermaid@11.15.0/node_modules/mermaid/dist/rendering-util/rendering-elements/shapes/crossedCircle.d.ts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D:/pasar_fix/node_modules/.bun/mermaid@11.15.0/node_modules/mermaid/dist/rendering-util/rendering-elements/shapes/curlyBraceLeft.d.ts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D:/pasar_fix/node_modules/.bun/mermaid@11.15.0/node_modules/mermaid/dist/rendering-util/rendering-elements/shapes/curlyBraceRight.d.ts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D:/pasar_fix/node_modules/.bun/mermaid@11.15.0/node_modules/mermaid/dist/rendering-util/rendering-elements/shapes/curlyBraces.d.ts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D:/pasar_fix/node_modules/.bun/mermaid@11.15.0/node_modules/mermaid/dist/rendering-util/rendering-elements/shapes/curvedTrapezoid.d.ts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D:/pasar_fix/node_modules/.bun/mermaid@11.15.0/node_modules/mermaid/dist/rendering-util/rendering-elements/shapes/cylinder.d.ts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D:/pasar_fix/node_modules/.bun/mermaid@11.15.0/node_modules/mermaid/dist/rendering-util/rendering-elements/shapes/datastore.d.ts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D:/pasar_fix/node_modules/.bun/mermaid@11.15.0/node_modules/mermaid/dist/rendering-util/rendering-elements/shapes/defaultMindmapNode.d.ts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D:/pasar_fix/node_modules/.bun/mermaid@11.15.0/node_modules/mermaid/dist/rendering-util/rendering-elements/shapes/defaultMindmapNode.spec.d.ts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D:/pasar_fix/node_modules/.bun/mermaid@11.15.0/node_modules/mermaid/dist/rendering-util/rendering-elements/shapes/dividedRect.d.ts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D:/pasar_fix/node_modules/.bun/mermaid@11.15.0/node_modules/mermaid/dist/rendering-util/rendering-elements/shapes/document.d.ts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D:/pasar_fix/node_modules/.bun/mermaid@11.15.0/node_modules/mermaid/dist/rendering-util/rendering-elements/shapes/doubleCircle.d.ts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D:/pasar_fix/node_modules/.bun/mermaid@11.15.0/node_modules/mermaid/dist/rendering-util/rendering-elements/shapes/drawRect.d.ts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D:/pasar_fix/node_modules/.bun/mermaid@11.15.0/node_modules/mermaid/dist/rendering-util/rendering-elements/shapes/erBox.d.ts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D:/pasar_fix/node_modules/.bun/mermaid@11.15.0/node_modules/mermaid/dist/rendering-util/rendering-elements/shapes/filledCircle.d.ts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D:/pasar_fix/node_modules/.bun/mermaid@11.15.0/node_modules/mermaid/dist/rendering-util/rendering-elements/shapes/flippedTriangle.d.ts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D:/pasar_fix/node_modules/.bun/mermaid@11.15.0/node_modules/mermaid/dist/rendering-util/rendering-elements/shapes/forkJoin.d.ts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D:/pasar_fix/node_modules/.bun/mermaid@11.15.0/node_modules/mermaid/dist/rendering-util/rendering-elements/shapes/halfRoundedRectangle.d.ts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D:/pasar_fix/node_modules/.bun/mermaid@11.15.0/node_modules/mermaid/dist/rendering-util/rendering-elements/shapes/handDrawnShapeStyles.d.ts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D:/pasar_fix/node_modules/.bun/mermaid@11.15.0/node_modules/mermaid/dist/rendering-util/rendering-elements/shapes/hexagon.d.ts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D:/pasar_fix/node_modules/.bun/mermaid@11.15.0/node_modules/mermaid/dist/rendering-util/rendering-elements/shapes/hourglass.d.ts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D:/pasar_fix/node_modules/.bun/mermaid@11.15.0/node_modules/mermaid/dist/rendering-util/rendering-elements/shapes/icon.d.ts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D:/pasar_fix/node_modules/.bun/mermaid@11.15.0/node_modules/mermaid/dist/rendering-util/rendering-elements/shapes/iconCircle.d.ts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D:/pasar_fix/node_modules/.bun/mermaid@11.15.0/node_modules/mermaid/dist/rendering-util/rendering-elements/shapes/iconRounded.d.ts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D:/pasar_fix/node_modules/.bun/mermaid@11.15.0/node_modules/mermaid/dist/rendering-util/rendering-elements/shapes/iconSquare.d.ts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D:/pasar_fix/node_modules/.bun/mermaid@11.15.0/node_modules/mermaid/dist/rendering-util/rendering-elements/shapes/imageSquare.d.ts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D:/pasar_fix/node_modules/.bun/mermaid@11.15.0/node_modules/mermaid/dist/rendering-util/rendering-elements/shapes/insertPolygonShape.d.ts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D:/pasar_fix/node_modules/.bun/mermaid@11.15.0/node_modules/mermaid/dist/rendering-util/rendering-elements/shapes/invertedTrapezoid.d.ts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D:/pasar_fix/node_modules/.bun/mermaid@11.15.0/node_modules/mermaid/dist/rendering-util/rendering-elements/shapes/kanbanItem.d.ts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D:/pasar_fix/node_modules/.bun/mermaid@11.15.0/node_modules/mermaid/dist/rendering-util/rendering-elements/shapes/labelImageUtils.d.ts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D:/pasar_fix/node_modules/.bun/mermaid@11.15.0/node_modules/mermaid/dist/rendering-util/rendering-elements/shapes/labelRect.d.ts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D:/pasar_fix/node_modules/.bun/mermaid@11.15.0/node_modules/mermaid/dist/rendering-util/rendering-elements/shapes/leanLeft.d.ts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D:/pasar_fix/node_modules/.bun/mermaid@11.15.0/node_modules/mermaid/dist/rendering-util/rendering-elements/shapes/leanRight.d.ts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D:/pasar_fix/node_modules/.bun/mermaid@11.15.0/node_modules/mermaid/dist/rendering-util/rendering-elements/shapes/lightningBolt.d.ts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D:/pasar_fix/node_modules/.bun/mermaid@11.15.0/node_modules/mermaid/dist/rendering-util/rendering-elements/shapes/linedCylinder.d.ts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D:/pasar_fix/node_modules/.bun/mermaid@11.15.0/node_modules/mermaid/dist/rendering-util/rendering-elements/shapes/linedWaveEdgedRect.d.ts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D:/pasar_fix/node_modules/.bun/mermaid@11.15.0/node_modules/mermaid/dist/rendering-util/rendering-elements/shapes/mindmapCircle.d.ts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D:/pasar_fix/node_modules/.bun/mermaid@11.15.0/node_modules/mermaid/dist/rendering-util/rendering-elements/shapes/multiRect.d.ts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D:/pasar_fix/node_modules/.bun/mermaid@11.15.0/node_modules/mermaid/dist/rendering-util/rendering-elements/shapes/multiWaveEdgedRectangle.d.ts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D:/pasar_fix/node_modules/.bun/mermaid@11.15.0/node_modules/mermaid/dist/rendering-util/rendering-elements/shapes/note.d.ts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D:/pasar_fix/node_modules/.bun/mermaid@11.15.0/node_modules/mermaid/dist/rendering-util/rendering-elements/shapes/question.d.ts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D:/pasar_fix/node_modules/.bun/mermaid@11.15.0/node_modules/mermaid/dist/rendering-util/rendering-elements/shapes/rectLeftInvArrow.d.ts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D:/pasar_fix/node_modules/.bun/mermaid@11.15.0/node_modules/mermaid/dist/rendering-util/rendering-elements/shapes/rectWithTitle.d.ts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D:/pasar_fix/node_modules/.bun/mermaid@11.15.0/node_modules/mermaid/dist/rendering-util/rendering-elements/shapes/requirementBox.d.ts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D:/pasar_fix/node_modules/.bun/mermaid@11.15.0/node_modules/mermaid/dist/rendering-util/rendering-elements/shapes/roundedRect.d.ts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D:/pasar_fix/node_modules/.bun/mermaid@11.15.0/node_modules/mermaid/dist/rendering-util/rendering-elements/shapes/roundedRectPath.d.ts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D:/pasar_fix/node_modules/.bun/mermaid@11.15.0/node_modules/mermaid/dist/rendering-util/rendering-elements/shapes/shadedProcess.d.ts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D:/pasar_fix/node_modules/.bun/mermaid@11.15.0/node_modules/mermaid/dist/rendering-util/rendering-elements/shapes/slopedRect.d.ts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D:/pasar_fix/node_modules/.bun/mermaid@11.15.0/node_modules/mermaid/dist/rendering-util/rendering-elements/shapes/squareRect.d.ts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D:/pasar_fix/node_modules/.bun/mermaid@11.15.0/node_modules/mermaid/dist/rendering-util/rendering-elements/shapes/stadium.d.ts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D:/pasar_fix/node_modules/.bun/mermaid@11.15.0/node_modules/mermaid/dist/rendering-util/rendering-elements/shapes/state.d.ts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D:/pasar_fix/node_modules/.bun/mermaid@11.15.0/node_modules/mermaid/dist/rendering-util/rendering-elements/shapes/stateEnd.d.ts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D:/pasar_fix/node_modules/.bun/mermaid@11.15.0/node_modules/mermaid/dist/rendering-util/rendering-elements/shapes/stateStart.d.ts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D:/pasar_fix/node_modules/.bun/mermaid@11.15.0/node_modules/mermaid/dist/rendering-util/rendering-elements/shapes/subroutine.d.ts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D:/pasar_fix/node_modules/.bun/mermaid@11.15.0/node_modules/mermaid/dist/rendering-util/rendering-elements/shapes/taggedRect.d.ts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D:/pasar_fix/node_modules/.bun/mermaid@11.15.0/node_modules/mermaid/dist/rendering-util/rendering-elements/shapes/taggedWaveEdgedRectangle.d.ts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D:/pasar_fix/node_modules/.bun/mermaid@11.15.0/node_modules/mermaid/dist/rendering-util/rendering-elements/shapes/text.d.ts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D:/pasar_fix/node_modules/.bun/mermaid@11.15.0/node_modules/mermaid/dist/rendering-util/rendering-elements/shapes/tiltedCylinder.d.ts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D:/pasar_fix/node_modules/.bun/mermaid@11.15.0/node_modules/mermaid/dist/rendering-util/rendering-elements/shapes/trapezoid.d.ts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D:/pasar_fix/node_modules/.bun/mermaid@11.15.0/node_modules/mermaid/dist/rendering-util/rendering-elements/shapes/trapezoidalPentagon.d.ts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D:/pasar_fix/node_modules/.bun/mermaid@11.15.0/node_modules/mermaid/dist/rendering-util/rendering-elements/shapes/triangle.d.ts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D:/pasar_fix/node_modules/.bun/mermaid@11.15.0/node_modules/mermaid/dist/rendering-util/rendering-elements/shapes/util.d.ts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D:/pasar_fix/node_modules/.bun/mermaid@11.15.0/node_modules/mermaid/dist/rendering-util/rendering-elements/shapes/waveEdgedRectangle.d.ts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D:/pasar_fix/node_modules/.bun/mermaid@11.15.0/node_modules/mermaid/dist/rendering-util/rendering-elements/shapes/waveRectangle.d.ts</a:t>
            </a:r>
          </a:p>
          <a:p>
            <a:pPr>
              <a:defRPr sz="1200"/>
            </a:pPr>
            <a:r>
              <a:t>D:/pasar_fix/node_modules/.bun/mermaid@11.15.0/node_modules/mermaid/dist/rendering-util/rendering-elements/shapes/windowPane.d.ts</a:t>
            </a:r>
          </a:p>
          <a:p>
            <a:pPr>
              <a:defRPr sz="1200"/>
            </a:pPr>
            <a:r>
              <a:t>D:/pasar_fix/node_modules/.bun/mermaid@11.15.0/node_modules/mermaid/dist/tests/util.d.ts</a:t>
            </a:r>
          </a:p>
          <a:p>
            <a:pPr>
              <a:defRPr sz="1200"/>
            </a:pPr>
            <a:r>
              <a:t>D:/pasar_fix/node_modules/.bun/mermaid@11.15.0/node_modules/mermaid/dist/themes/erDiagram-oldHardcodedValues.d.ts</a:t>
            </a:r>
          </a:p>
          <a:p>
            <a:pPr>
              <a:defRPr sz="1200"/>
            </a:pPr>
            <a:r>
              <a:t>D:/pasar_fix/node_modules/.bun/mermaid@11.15.0/node_modules/mermaid/dist/themes/index.d.ts</a:t>
            </a:r>
          </a:p>
          <a:p>
            <a:pPr>
              <a:defRPr sz="1200"/>
            </a:pPr>
            <a:r>
              <a:t>D:/pasar_fix/node_modules/.bun/mermaid@11.15.0/node_modules/mermaid/dist/themes/theme-base.d.ts</a:t>
            </a:r>
          </a:p>
          <a:p>
            <a:pPr>
              <a:defRPr sz="1200"/>
            </a:pPr>
            <a:r>
              <a:t>D:/pasar_fix/node_modules/.bun/mermaid@11.15.0/node_modules/mermaid/dist/themes/theme-dark.d.ts</a:t>
            </a:r>
          </a:p>
          <a:p>
            <a:pPr>
              <a:defRPr sz="1200"/>
            </a:pPr>
            <a:r>
              <a:t>D:/pasar_fix/node_modules/.bun/mermaid@11.15.0/node_modules/mermaid/dist/themes/theme-default.d.ts</a:t>
            </a:r>
          </a:p>
          <a:p>
            <a:pPr>
              <a:defRPr sz="1200"/>
            </a:pPr>
            <a:r>
              <a:t>D:/pasar_fix/node_modules/.bun/mermaid@11.15.0/node_modules/mermaid/dist/themes/theme-forest.d.ts</a:t>
            </a:r>
          </a:p>
          <a:p>
            <a:pPr>
              <a:defRPr sz="1200"/>
            </a:pPr>
            <a:r>
              <a:t>D:/pasar_fix/node_modules/.bun/mermaid@11.15.0/node_modules/mermaid/dist/themes/theme-helpers.d.ts</a:t>
            </a:r>
          </a:p>
          <a:p>
            <a:pPr>
              <a:defRPr sz="1200"/>
            </a:pPr>
            <a:r>
              <a:t>D:/pasar_fix/node_modules/.bun/mermaid@11.15.0/node_modules/mermaid/dist/themes/theme-neo-dark.d.ts</a:t>
            </a:r>
          </a:p>
          <a:p>
            <a:pPr>
              <a:defRPr sz="1200"/>
            </a:pPr>
            <a:r>
              <a:t>D:/pasar_fix/node_modules/.bun/mermaid@11.15.0/node_modules/mermaid/dist/themes/theme-neo.d.ts</a:t>
            </a:r>
          </a:p>
          <a:p>
            <a:pPr>
              <a:defRPr sz="1200"/>
            </a:pPr>
            <a:r>
              <a:t>D:/pasar_fix/node_modules/.bun/mermaid@11.15.0/node_modules/mermaid/dist/themes/theme-neutral.d.ts</a:t>
            </a:r>
          </a:p>
          <a:p>
            <a:pPr>
              <a:defRPr sz="1200"/>
            </a:pPr>
            <a:r>
              <a:t>D:/pasar_fix/node_modules/.bun/mermaid@11.15.0/node_modules/mermaid/dist/themes/theme-redux-color.d.ts</a:t>
            </a:r>
          </a:p>
          <a:p>
            <a:pPr>
              <a:defRPr sz="1200"/>
            </a:pPr>
            <a:r>
              <a:t>D:/pasar_fix/node_modules/.bun/mermaid@11.15.0/node_modules/mermaid/dist/themes/theme-redux-dark-color.d.ts</a:t>
            </a:r>
          </a:p>
          <a:p>
            <a:pPr>
              <a:defRPr sz="1200"/>
            </a:pPr>
            <a:r>
              <a:t>D:/pasar_fix/node_modules/.bun/mermaid@11.15.0/node_modules/mermaid/dist/themes/theme-redux-dark.d.ts</a:t>
            </a:r>
          </a:p>
          <a:p>
            <a:pPr>
              <a:defRPr sz="1200"/>
            </a:pPr>
            <a:r>
              <a:t>D:/pasar_fix/node_modules/.bun/mermaid@11.15.0/node_modules/mermaid/dist/themes/theme-redux.d.ts</a:t>
            </a:r>
          </a:p>
          <a:p>
            <a:pPr>
              <a:defRPr sz="1200"/>
            </a:pPr>
            <a:r>
              <a:t>D:/pasar_fix/node_modules/.bun/mermaid@11.15.0/node_modules/mermaid/dist/utils/base64.d.ts</a:t>
            </a:r>
          </a:p>
          <a:p>
            <a:pPr>
              <a:defRPr sz="1200"/>
            </a:pPr>
            <a:r>
              <a:t>D:/pasar_fix/node_modules/.bun/mermaid@11.15.0/node_modules/mermaid/dist/utils/imperativeState.d.ts</a:t>
            </a:r>
          </a:p>
          <a:p>
            <a:pPr>
              <a:defRPr sz="1200"/>
            </a:pPr>
            <a:r>
              <a:t>D:/pasar_fix/node_modules/.bun/mermaid@11.15.0/node_modules/mermaid/dist/utils/imperativeState.spec.d.ts</a:t>
            </a:r>
          </a:p>
          <a:p>
            <a:pPr>
              <a:defRPr sz="1200"/>
            </a:pPr>
            <a:r>
              <a:t>D:/pasar_fix/node_modules/.bun/mermaid@11.15.0/node_modules/mermaid/dist/utils/lineWithOffset.d.ts</a:t>
            </a:r>
          </a:p>
          <a:p>
            <a:pPr>
              <a:defRPr sz="1200"/>
            </a:pPr>
            <a:r>
              <a:t>D:/pasar_fix/node_modules/.bun/mermaid@11.15.0/node_modules/mermaid/dist/utils/sanitizeDirective.d.ts</a:t>
            </a:r>
          </a:p>
          <a:p>
            <a:pPr>
              <a:defRPr sz="1200"/>
            </a:pPr>
            <a:r>
              <a:t>D:/pasar_fix/node_modules/.bun/mermaid@11.15.0/node_modules/mermaid/dist/utils/subGraphTitleMargins.d.ts</a:t>
            </a:r>
          </a:p>
          <a:p>
            <a:pPr>
              <a:defRPr sz="1200"/>
            </a:pPr>
            <a:r>
              <a:t>D:/pasar_fix/node_modules/.bun/mermaid@11.15.0/node_modules/mermaid/dist/utils/subGraphTitleMargins.spec.d.ts</a:t>
            </a:r>
          </a:p>
          <a:p>
            <a:pPr>
              <a:defRPr sz="1200"/>
            </a:pPr>
            <a:r>
              <a:t>D:/pasar_fix/node_modules/.bun/mermaid@11.15.0/node_modules/mermaid/dist/__mocks__/mermaidAPI.d.ts</a:t>
            </a:r>
          </a:p>
          <a:p>
            <a:pPr>
              <a:defRPr sz="1200"/>
            </a:pPr>
            <a:r>
              <a:t>D:/pasar_fix/node_modules/.bun/micromatch@4.0.8/node_modules/micromatch/index.js</a:t>
            </a:r>
          </a:p>
          <a:p>
            <a:pPr>
              <a:defRPr sz="1200"/>
            </a:pPr>
            <a:r>
              <a:t>D:/pasar_fix/node_modules/.bun/micromatch@4.0.8/node_modules/micromatch/LICENSE</a:t>
            </a:r>
          </a:p>
          <a:p>
            <a:pPr>
              <a:defRPr sz="1200"/>
            </a:pPr>
            <a:r>
              <a:t>D:/pasar_fix/node_modules/.bun/micromatch@4.0.8/node_modules/micromatch/package.json</a:t>
            </a:r>
          </a:p>
          <a:p>
            <a:pPr>
              <a:defRPr sz="1200"/>
            </a:pPr>
            <a:r>
              <a:t>D:/pasar_fix/node_modules/.bun/micromatch@4.0.8/node_modules/micromatch/README.md</a:t>
            </a:r>
          </a:p>
          <a:p>
            <a:pPr>
              <a:defRPr sz="1200"/>
            </a:pPr>
            <a:r>
              <a:t>D:/pasar_fix/node_modules/.bun/mime-db@1.54.0/node_modules/mime-db/db.json</a:t>
            </a:r>
          </a:p>
          <a:p>
            <a:pPr>
              <a:defRPr sz="1200"/>
            </a:pPr>
            <a:r>
              <a:t>D:/pasar_fix/node_modules/.bun/mime-db@1.54.0/node_modules/mime-db/HISTORY.md</a:t>
            </a:r>
          </a:p>
          <a:p>
            <a:pPr>
              <a:defRPr sz="1200"/>
            </a:pPr>
            <a:r>
              <a:t>D:/pasar_fix/node_modules/.bun/mime-db@1.54.0/node_modules/mime-db/index.js</a:t>
            </a:r>
          </a:p>
          <a:p>
            <a:pPr>
              <a:defRPr sz="1200"/>
            </a:pPr>
            <a:r>
              <a:t>D:/pasar_fix/node_modules/.bun/mime-db@1.54.0/node_modules/mime-db/LICENSE</a:t>
            </a:r>
          </a:p>
          <a:p>
            <a:pPr>
              <a:defRPr sz="1200"/>
            </a:pPr>
            <a:r>
              <a:t>D:/pasar_fix/node_modules/.bun/mime-db@1.54.0/node_modules/mime-db/package.json</a:t>
            </a:r>
          </a:p>
          <a:p>
            <a:pPr>
              <a:defRPr sz="1200"/>
            </a:pPr>
            <a:r>
              <a:t>D:/pasar_fix/node_modules/.bun/mime-db@1.54.0/node_modules/mime-db/README.md</a:t>
            </a:r>
          </a:p>
          <a:p>
            <a:pPr>
              <a:defRPr sz="1200"/>
            </a:pPr>
            <a:r>
              <a:t>D:/pasar_fix/node_modules/.bun/mime-types@3.0.2/node_modules/mime-types/HISTORY.md</a:t>
            </a:r>
          </a:p>
          <a:p>
            <a:pPr>
              <a:defRPr sz="1200"/>
            </a:pPr>
            <a:r>
              <a:t>D:/pasar_fix/node_modules/.bun/mime-types@3.0.2/node_modules/mime-types/index.js</a:t>
            </a:r>
          </a:p>
          <a:p>
            <a:pPr>
              <a:defRPr sz="1200"/>
            </a:pPr>
            <a:r>
              <a:t>D:/pasar_fix/node_modules/.bun/mime-types@3.0.2/node_modules/mime-types/LICENSE</a:t>
            </a:r>
          </a:p>
          <a:p>
            <a:pPr>
              <a:defRPr sz="1200"/>
            </a:pPr>
            <a:r>
              <a:t>D:/pasar_fix/node_modules/.bun/mime-types@3.0.2/node_modules/mime-types/mimeScore.js</a:t>
            </a:r>
          </a:p>
          <a:p>
            <a:pPr>
              <a:defRPr sz="1200"/>
            </a:pPr>
            <a:r>
              <a:t>D:/pasar_fix/node_modules/.bun/mime-types@3.0.2/node_modules/mime-types/package.json</a:t>
            </a:r>
          </a:p>
          <a:p>
            <a:pPr>
              <a:defRPr sz="1200"/>
            </a:pPr>
            <a:r>
              <a:t>D:/pasar_fix/node_modules/.bun/mime-types@3.0.2/node_modules/mime-types/README.md</a:t>
            </a:r>
          </a:p>
          <a:p>
            <a:pPr>
              <a:defRPr sz="1200"/>
            </a:pPr>
            <a:r>
              <a:t>D:/pasar_fix/node_modules/.bun/mime@3.0.0/node_modules/.bin/mime.bunx</a:t>
            </a:r>
          </a:p>
          <a:p>
            <a:pPr>
              <a:defRPr sz="1200"/>
            </a:pPr>
            <a:r>
              <a:t>D:/pasar_fix/node_modules/.bun/mime@3.0.0/node_modules/.bin/mime.exe</a:t>
            </a:r>
          </a:p>
          <a:p>
            <a:pPr>
              <a:defRPr sz="1200"/>
            </a:pPr>
            <a:r>
              <a:t>D:/pasar_fix/node_modules/.bun/mime@3.0.0/node_modules/mime/CHANGELOG.md</a:t>
            </a:r>
          </a:p>
          <a:p>
            <a:pPr>
              <a:defRPr sz="1200"/>
            </a:pPr>
            <a:r>
              <a:t>D:/pasar_fix/node_modules/.bun/mime@3.0.0/node_modules/mime/cli.js</a:t>
            </a:r>
          </a:p>
          <a:p>
            <a:pPr>
              <a:defRPr sz="1200"/>
            </a:pPr>
            <a:r>
              <a:t>D:/pasar_fix/node_modules/.bun/mime@3.0.0/node_modules/mime/index.js</a:t>
            </a:r>
          </a:p>
          <a:p>
            <a:pPr>
              <a:defRPr sz="1200"/>
            </a:pPr>
            <a:r>
              <a:t>D:/pasar_fix/node_modules/.bun/mime@3.0.0/node_modules/mime/LICENSE</a:t>
            </a:r>
          </a:p>
          <a:p>
            <a:pPr>
              <a:defRPr sz="1200"/>
            </a:pPr>
            <a:r>
              <a:t>D:/pasar_fix/node_modules/.bun/mime@3.0.0/node_modules/mime/lite.js</a:t>
            </a:r>
          </a:p>
          <a:p>
            <a:pPr>
              <a:defRPr sz="1200"/>
            </a:pPr>
            <a:r>
              <a:t>D:/pasar_fix/node_modules/.bun/mime@3.0.0/node_modules/mime/Mime.js</a:t>
            </a:r>
          </a:p>
          <a:p>
            <a:pPr>
              <a:defRPr sz="1200"/>
            </a:pPr>
            <a:r>
              <a:t>D:/pasar_fix/node_modules/.bun/mime@3.0.0/node_modules/mime/package.json</a:t>
            </a:r>
          </a:p>
          <a:p>
            <a:pPr>
              <a:defRPr sz="1200"/>
            </a:pPr>
            <a:r>
              <a:t>D:/pasar_fix/node_modules/.bun/mime@3.0.0/node_modules/mime/README.md</a:t>
            </a:r>
          </a:p>
          <a:p>
            <a:pPr>
              <a:defRPr sz="1200"/>
            </a:pPr>
            <a:r>
              <a:t>D:/pasar_fix/node_modules/.bun/mime@3.0.0/node_modules/mime/types/other.js</a:t>
            </a:r>
          </a:p>
          <a:p>
            <a:pPr>
              <a:defRPr sz="1200"/>
            </a:pPr>
            <a:r>
              <a:t>D:/pasar_fix/node_modules/.bun/mime@3.0.0/node_modules/mime/types/standard.js</a:t>
            </a:r>
          </a:p>
          <a:p>
            <a:pPr>
              <a:defRPr sz="1200"/>
            </a:pPr>
            <a:r>
              <a:t>D:/pasar_fix/node_modules/.bun/mime@4.1.0/node_modules/.bin/mime.bunx</a:t>
            </a:r>
          </a:p>
          <a:p>
            <a:pPr>
              <a:defRPr sz="1200"/>
            </a:pPr>
            <a:r>
              <a:t>D:/pasar_fix/node_modules/.bun/mime@4.1.0/node_modules/.bin/mime.exe</a:t>
            </a:r>
          </a:p>
          <a:p>
            <a:pPr>
              <a:defRPr sz="1200"/>
            </a:pPr>
            <a:r>
              <a:t>D:/pasar_fix/node_modules/.bun/mime@4.1.0/node_modules/mime/LICENSE</a:t>
            </a:r>
          </a:p>
          <a:p>
            <a:pPr>
              <a:defRPr sz="1200"/>
            </a:pPr>
            <a:r>
              <a:t>D:/pasar_fix/node_modules/.bun/mime@4.1.0/node_modules/mime/package.json</a:t>
            </a:r>
          </a:p>
          <a:p>
            <a:pPr>
              <a:defRPr sz="1200"/>
            </a:pPr>
            <a:r>
              <a:t>D:/pasar_fix/node_modules/.bun/mime@4.1.0/node_modules/mime/README.md</a:t>
            </a:r>
          </a:p>
          <a:p>
            <a:pPr>
              <a:defRPr sz="1200"/>
            </a:pPr>
            <a:r>
              <a:t>D:/pasar_fix/node_modules/.bun/mime@4.1.0/node_modules/mime/bin/cli.js</a:t>
            </a:r>
          </a:p>
          <a:p>
            <a:pPr>
              <a:defRPr sz="1200"/>
            </a:pPr>
            <a:r>
              <a:t>D:/pasar_fix/node_modules/.bun/mime@4.1.0/node_modules/mime/dist/src/index.d.ts</a:t>
            </a:r>
          </a:p>
          <a:p>
            <a:pPr>
              <a:defRPr sz="1200"/>
            </a:pPr>
            <a:r>
              <a:t>D:/pasar_fix/node_modules/.bun/mime@4.1.0/node_modules/mime/dist/src/index.js</a:t>
            </a:r>
          </a:p>
          <a:p>
            <a:pPr>
              <a:defRPr sz="1200"/>
            </a:pPr>
            <a:r>
              <a:t>D:/pasar_fix/node_modules/.bun/mime@4.1.0/node_modules/mime/dist/src/index_lite.d.ts</a:t>
            </a:r>
          </a:p>
          <a:p>
            <a:pPr>
              <a:defRPr sz="1200"/>
            </a:pPr>
            <a:r>
              <a:t>D:/pasar_fix/node_modules/.bun/mime@4.1.0/node_modules/mime/dist/src/index_lite.js</a:t>
            </a:r>
          </a:p>
          <a:p>
            <a:pPr>
              <a:defRPr sz="1200"/>
            </a:pPr>
            <a:r>
              <a:t>D:/pasar_fix/node_modules/.bun/mime@4.1.0/node_modules/mime/dist/src/Mime.d.ts</a:t>
            </a:r>
          </a:p>
          <a:p>
            <a:pPr>
              <a:defRPr sz="1200"/>
            </a:pPr>
            <a:r>
              <a:t>D:/pasar_fix/node_modules/.bun/mime@4.1.0/node_modules/mime/dist/src/Mime.js</a:t>
            </a:r>
          </a:p>
          <a:p>
            <a:pPr>
              <a:defRPr sz="1200"/>
            </a:pPr>
            <a:r>
              <a:t>D:/pasar_fix/node_modules/.bun/mime@4.1.0/node_modules/mime/dist/src/mime_cli.d.ts</a:t>
            </a:r>
          </a:p>
          <a:p>
            <a:pPr>
              <a:defRPr sz="1200"/>
            </a:pPr>
            <a:r>
              <a:t>D:/pasar_fix/node_modules/.bun/mime@4.1.0/node_modules/mime/dist/src/mime_cli.js</a:t>
            </a:r>
          </a:p>
          <a:p>
            <a:pPr>
              <a:defRPr sz="1200"/>
            </a:pPr>
            <a:r>
              <a:t>D:/pasar_fix/node_modules/.bun/mime@4.1.0/node_modules/mime/dist/types/other.d.ts</a:t>
            </a:r>
          </a:p>
          <a:p>
            <a:pPr>
              <a:defRPr sz="1200"/>
            </a:pPr>
            <a:r>
              <a:t>D:/pasar_fix/node_modules/.bun/mime@4.1.0/node_modules/mime/dist/types/other.js</a:t>
            </a:r>
          </a:p>
          <a:p>
            <a:pPr>
              <a:defRPr sz="1200"/>
            </a:pPr>
            <a:r>
              <a:t>D:/pasar_fix/node_modules/.bun/mime@4.1.0/node_modules/mime/dist/types/standard.d.ts</a:t>
            </a:r>
          </a:p>
          <a:p>
            <a:pPr>
              <a:defRPr sz="1200"/>
            </a:pPr>
            <a:r>
              <a:t>D:/pasar_fix/node_modules/.bun/mime@4.1.0/node_modules/mime/dist/types/standard.js</a:t>
            </a:r>
          </a:p>
          <a:p>
            <a:pPr>
              <a:defRPr sz="1200"/>
            </a:pPr>
            <a:r>
              <a:t>D:/pasar_fix/node_modules/.bun/mime@4.1.0/node_modules/mime/src/index.ts</a:t>
            </a:r>
          </a:p>
          <a:p>
            <a:pPr>
              <a:defRPr sz="1200"/>
            </a:pPr>
            <a:r>
              <a:t>D:/pasar_fix/node_modules/.bun/mime@4.1.0/node_modules/mime/src/index_lite.ts</a:t>
            </a:r>
          </a:p>
          <a:p>
            <a:pPr>
              <a:defRPr sz="1200"/>
            </a:pPr>
            <a:r>
              <a:t>D:/pasar_fix/node_modules/.bun/mime@4.1.0/node_modules/mime/src/Mime.ts</a:t>
            </a:r>
          </a:p>
          <a:p>
            <a:pPr>
              <a:defRPr sz="1200"/>
            </a:pPr>
            <a:r>
              <a:t>D:/pasar_fix/node_modules/.bun/mime@4.1.0/node_modules/mime/src/mime_cli.ts</a:t>
            </a:r>
          </a:p>
          <a:p>
            <a:pPr>
              <a:defRPr sz="1200"/>
            </a:pPr>
            <a:r>
              <a:t>D:/pasar_fix/node_modules/.bun/mime@4.1.0/node_modules/mime/types/other.ts</a:t>
            </a:r>
          </a:p>
          <a:p>
            <a:pPr>
              <a:defRPr sz="1200"/>
            </a:pPr>
            <a:r>
              <a:t>D:/pasar_fix/node_modules/.bun/mime@4.1.0/node_modules/mime/types/standard.ts</a:t>
            </a:r>
          </a:p>
          <a:p>
            <a:pPr>
              <a:defRPr sz="1200"/>
            </a:pPr>
            <a:r>
              <a:t>D:/pasar_fix/node_modules/.bun/mimic-fn@2.1.0/node_modules/mimic-fn/index.d.ts</a:t>
            </a:r>
          </a:p>
          <a:p>
            <a:pPr>
              <a:defRPr sz="1200"/>
            </a:pPr>
            <a:r>
              <a:t>D:/pasar_fix/node_modules/.bun/mimic-fn@2.1.0/node_modules/mimic-fn/index.js</a:t>
            </a:r>
          </a:p>
          <a:p>
            <a:pPr>
              <a:defRPr sz="1200"/>
            </a:pPr>
            <a:r>
              <a:t>D:/pasar_fix/node_modules/.bun/mimic-fn@2.1.0/node_modules/mimic-fn/license</a:t>
            </a:r>
          </a:p>
          <a:p>
            <a:pPr>
              <a:defRPr sz="1200"/>
            </a:pPr>
            <a:r>
              <a:t>D:/pasar_fix/node_modules/.bun/mimic-fn@2.1.0/node_modules/mimic-fn/package.json</a:t>
            </a:r>
          </a:p>
          <a:p>
            <a:pPr>
              <a:defRPr sz="1200"/>
            </a:pPr>
            <a:r>
              <a:t>D:/pasar_fix/node_modules/.bun/mimic-fn@2.1.0/node_modules/mimic-fn/readme.md</a:t>
            </a:r>
          </a:p>
          <a:p>
            <a:pPr>
              <a:defRPr sz="1200"/>
            </a:pPr>
            <a:r>
              <a:t>D:/pasar_fix/node_modules/.bun/minimatch@10.2.5/node_modules/minimatch/LICENSE.md</a:t>
            </a:r>
          </a:p>
          <a:p>
            <a:pPr>
              <a:defRPr sz="1200"/>
            </a:pPr>
            <a:r>
              <a:t>D:/pasar_fix/node_modules/.bun/minimatch@10.2.5/node_modules/minimatch/package.json</a:t>
            </a:r>
          </a:p>
          <a:p>
            <a:pPr>
              <a:defRPr sz="1200"/>
            </a:pPr>
            <a:r>
              <a:t>D:/pasar_fix/node_modules/.bun/minimatch@10.2.5/node_modules/minimatch/README.md</a:t>
            </a:r>
          </a:p>
          <a:p>
            <a:pPr>
              <a:defRPr sz="1200"/>
            </a:pPr>
            <a:r>
              <a:t>D:/pasar_fix/node_modules/.bun/minimatch@10.2.5/node_modules/minimatch/dist/commonjs/assert-valid-pattern.d.ts</a:t>
            </a:r>
          </a:p>
          <a:p>
            <a:pPr>
              <a:defRPr sz="1200"/>
            </a:pPr>
            <a:r>
              <a:t>D:/pasar_fix/node_modules/.bun/minimatch@10.2.5/node_modules/minimatch/dist/commonjs/assert-valid-pattern.d.ts.map</a:t>
            </a:r>
          </a:p>
          <a:p>
            <a:pPr>
              <a:defRPr sz="1200"/>
            </a:pPr>
            <a:r>
              <a:t>D:/pasar_fix/node_modules/.bun/minimatch@10.2.5/node_modules/minimatch/dist/commonjs/assert-valid-pattern.js</a:t>
            </a:r>
          </a:p>
          <a:p>
            <a:pPr>
              <a:defRPr sz="1200"/>
            </a:pPr>
            <a:r>
              <a:t>D:/pasar_fix/node_modules/.bun/minimatch@10.2.5/node_modules/minimatch/dist/commonjs/assert-valid-pattern.js.map</a:t>
            </a:r>
          </a:p>
          <a:p>
            <a:pPr>
              <a:defRPr sz="1200"/>
            </a:pPr>
            <a:r>
              <a:t>D:/pasar_fix/node_modules/.bun/minimatch@10.2.5/node_modules/minimatch/dist/commonjs/ast.d.ts</a:t>
            </a:r>
          </a:p>
          <a:p>
            <a:pPr>
              <a:defRPr sz="1200"/>
            </a:pPr>
            <a:r>
              <a:t>D:/pasar_fix/node_modules/.bun/minimatch@10.2.5/node_modules/minimatch/dist/commonjs/ast.d.ts.map</a:t>
            </a:r>
          </a:p>
          <a:p>
            <a:pPr>
              <a:defRPr sz="1200"/>
            </a:pPr>
            <a:r>
              <a:t>D:/pasar_fix/node_modules/.bun/minimatch@10.2.5/node_modules/minimatch/dist/commonjs/ast.js</a:t>
            </a:r>
          </a:p>
          <a:p>
            <a:pPr>
              <a:defRPr sz="1200"/>
            </a:pPr>
            <a:r>
              <a:t>D:/pasar_fix/node_modules/.bun/minimatch@10.2.5/node_modules/minimatch/dist/commonjs/ast.js.map</a:t>
            </a:r>
          </a:p>
          <a:p>
            <a:pPr>
              <a:defRPr sz="1200"/>
            </a:pPr>
            <a:r>
              <a:t>D:/pasar_fix/node_modules/.bun/minimatch@10.2.5/node_modules/minimatch/dist/commonjs/brace-expressions.d.ts</a:t>
            </a:r>
          </a:p>
          <a:p>
            <a:pPr>
              <a:defRPr sz="1200"/>
            </a:pPr>
            <a:r>
              <a:t>D:/pasar_fix/node_modules/.bun/minimatch@10.2.5/node_modules/minimatch/dist/commonjs/brace-expressions.d.ts.map</a:t>
            </a:r>
          </a:p>
          <a:p>
            <a:pPr>
              <a:defRPr sz="1200"/>
            </a:pPr>
            <a:r>
              <a:t>D:/pasar_fix/node_modules/.bun/minimatch@10.2.5/node_modules/minimatch/dist/commonjs/brace-expressions.js</a:t>
            </a:r>
          </a:p>
          <a:p>
            <a:pPr>
              <a:defRPr sz="1200"/>
            </a:pPr>
            <a:r>
              <a:t>D:/pasar_fix/node_modules/.bun/minimatch@10.2.5/node_modules/minimatch/dist/commonjs/brace-expressions.js.map</a:t>
            </a:r>
          </a:p>
          <a:p>
            <a:pPr>
              <a:defRPr sz="1200"/>
            </a:pPr>
            <a:r>
              <a:t>D:/pasar_fix/node_modules/.bun/minimatch@10.2.5/node_modules/minimatch/dist/commonjs/escape.d.ts</a:t>
            </a:r>
          </a:p>
          <a:p>
            <a:pPr>
              <a:defRPr sz="1200"/>
            </a:pPr>
            <a:r>
              <a:t>D:/pasar_fix/node_modules/.bun/minimatch@10.2.5/node_modules/minimatch/dist/commonjs/escape.d.ts.map</a:t>
            </a:r>
          </a:p>
          <a:p>
            <a:pPr>
              <a:defRPr sz="1200"/>
            </a:pPr>
            <a:r>
              <a:t>D:/pasar_fix/node_modules/.bun/minimatch@10.2.5/node_modules/minimatch/dist/commonjs/escape.js</a:t>
            </a:r>
          </a:p>
          <a:p>
            <a:pPr>
              <a:defRPr sz="1200"/>
            </a:pPr>
            <a:r>
              <a:t>D:/pasar_fix/node_modules/.bun/minimatch@10.2.5/node_modules/minimatch/dist/commonjs/escape.js.map</a:t>
            </a:r>
          </a:p>
          <a:p>
            <a:pPr>
              <a:defRPr sz="1200"/>
            </a:pPr>
            <a:r>
              <a:t>D:/pasar_fix/node_modules/.bun/minimatch@10.2.5/node_modules/minimatch/dist/commonjs/index.d.ts</a:t>
            </a:r>
          </a:p>
          <a:p>
            <a:pPr>
              <a:defRPr sz="1200"/>
            </a:pPr>
            <a:r>
              <a:t>D:/pasar_fix/node_modules/.bun/minimatch@10.2.5/node_modules/minimatch/dist/commonjs/index.d.ts.map</a:t>
            </a:r>
          </a:p>
          <a:p>
            <a:pPr>
              <a:defRPr sz="1200"/>
            </a:pPr>
            <a:r>
              <a:t>D:/pasar_fix/node_modules/.bun/minimatch@10.2.5/node_modules/minimatch/dist/commonjs/index.js</a:t>
            </a:r>
          </a:p>
          <a:p>
            <a:pPr>
              <a:defRPr sz="1200"/>
            </a:pPr>
            <a:r>
              <a:t>D:/pasar_fix/node_modules/.bun/minimatch@10.2.5/node_modules/minimatch/dist/commonjs/index.js.map</a:t>
            </a:r>
          </a:p>
          <a:p>
            <a:pPr>
              <a:defRPr sz="1200"/>
            </a:pPr>
            <a:r>
              <a:t>D:/pasar_fix/node_modules/.bun/minimatch@10.2.5/node_modules/minimatch/dist/commonjs/package.json</a:t>
            </a:r>
          </a:p>
          <a:p>
            <a:pPr>
              <a:defRPr sz="1200"/>
            </a:pPr>
            <a:r>
              <a:t>D:/pasar_fix/node_modules/.bun/minimatch@10.2.5/node_modules/minimatch/dist/commonjs/unescape.d.ts</a:t>
            </a:r>
          </a:p>
          <a:p>
            <a:pPr>
              <a:defRPr sz="1200"/>
            </a:pPr>
            <a:r>
              <a:t>D:/pasar_fix/node_modules/.bun/minimatch@10.2.5/node_modules/minimatch/dist/commonjs/unescape.d.ts.map</a:t>
            </a:r>
          </a:p>
          <a:p>
            <a:pPr>
              <a:defRPr sz="1200"/>
            </a:pPr>
            <a:r>
              <a:t>D:/pasar_fix/node_modules/.bun/minimatch@10.2.5/node_modules/minimatch/dist/commonjs/unescape.js</a:t>
            </a:r>
          </a:p>
          <a:p>
            <a:pPr>
              <a:defRPr sz="1200"/>
            </a:pPr>
            <a:r>
              <a:t>D:/pasar_fix/node_modules/.bun/minimatch@10.2.5/node_modules/minimatch/dist/commonjs/unescape.js.map</a:t>
            </a:r>
          </a:p>
          <a:p>
            <a:pPr>
              <a:defRPr sz="1200"/>
            </a:pPr>
            <a:r>
              <a:t>D:/pasar_fix/node_modules/.bun/minimatch@10.2.5/node_modules/minimatch/dist/esm/assert-valid-pattern.d.ts</a:t>
            </a:r>
          </a:p>
          <a:p>
            <a:pPr>
              <a:defRPr sz="1200"/>
            </a:pPr>
            <a:r>
              <a:t>D:/pasar_fix/node_modules/.bun/minimatch@10.2.5/node_modules/minimatch/dist/esm/assert-valid-pattern.d.ts.map</a:t>
            </a:r>
          </a:p>
          <a:p>
            <a:pPr>
              <a:defRPr sz="1200"/>
            </a:pPr>
            <a:r>
              <a:t>D:/pasar_fix/node_modules/.bun/minimatch@10.2.5/node_modules/minimatch/dist/esm/assert-valid-pattern.js</a:t>
            </a:r>
          </a:p>
          <a:p>
            <a:pPr>
              <a:defRPr sz="1200"/>
            </a:pPr>
            <a:r>
              <a:t>D:/pasar_fix/node_modules/.bun/minimatch@10.2.5/node_modules/minimatch/dist/esm/assert-valid-pattern.js.map</a:t>
            </a:r>
          </a:p>
          <a:p>
            <a:pPr>
              <a:defRPr sz="1200"/>
            </a:pPr>
            <a:r>
              <a:t>D:/pasar_fix/node_modules/.bun/minimatch@10.2.5/node_modules/minimatch/dist/esm/ast.d.ts</a:t>
            </a:r>
          </a:p>
          <a:p>
            <a:pPr>
              <a:defRPr sz="1200"/>
            </a:pPr>
            <a:r>
              <a:t>D:/pasar_fix/node_modules/.bun/minimatch@10.2.5/node_modules/minimatch/dist/esm/ast.d.ts.map</a:t>
            </a:r>
          </a:p>
          <a:p>
            <a:pPr>
              <a:defRPr sz="1200"/>
            </a:pPr>
            <a:r>
              <a:t>D:/pasar_fix/node_modules/.bun/minimatch@10.2.5/node_modules/minimatch/dist/esm/ast.js</a:t>
            </a:r>
          </a:p>
          <a:p>
            <a:pPr>
              <a:defRPr sz="1200"/>
            </a:pPr>
            <a:r>
              <a:t>D:/pasar_fix/node_modules/.bun/minimatch@10.2.5/node_modules/minimatch/dist/esm/ast.js.map</a:t>
            </a:r>
          </a:p>
          <a:p>
            <a:pPr>
              <a:defRPr sz="1200"/>
            </a:pPr>
            <a:r>
              <a:t>D:/pasar_fix/node_modules/.bun/minimatch@10.2.5/node_modules/minimatch/dist/esm/brace-expressions.d.ts</a:t>
            </a:r>
          </a:p>
          <a:p>
            <a:pPr>
              <a:defRPr sz="1200"/>
            </a:pPr>
            <a:r>
              <a:t>D:/pasar_fix/node_modules/.bun/minimatch@10.2.5/node_modules/minimatch/dist/esm/brace-expressions.d.ts.map</a:t>
            </a:r>
          </a:p>
          <a:p>
            <a:pPr>
              <a:defRPr sz="1200"/>
            </a:pPr>
            <a:r>
              <a:t>D:/pasar_fix/node_modules/.bun/minimatch@10.2.5/node_modules/minimatch/dist/esm/brace-expressions.js</a:t>
            </a:r>
          </a:p>
          <a:p>
            <a:pPr>
              <a:defRPr sz="1200"/>
            </a:pPr>
            <a:r>
              <a:t>D:/pasar_fix/node_modules/.bun/minimatch@10.2.5/node_modules/minimatch/dist/esm/brace-expressions.js.map</a:t>
            </a:r>
          </a:p>
          <a:p>
            <a:pPr>
              <a:defRPr sz="1200"/>
            </a:pPr>
            <a:r>
              <a:t>D:/pasar_fix/node_modules/.bun/minimatch@10.2.5/node_modules/minimatch/dist/esm/escape.d.ts</a:t>
            </a:r>
          </a:p>
          <a:p>
            <a:pPr>
              <a:defRPr sz="1200"/>
            </a:pPr>
            <a:r>
              <a:t>D:/pasar_fix/node_modules/.bun/minimatch@10.2.5/node_modules/minimatch/dist/esm/escape.d.ts.map</a:t>
            </a:r>
          </a:p>
          <a:p>
            <a:pPr>
              <a:defRPr sz="1200"/>
            </a:pPr>
            <a:r>
              <a:t>D:/pasar_fix/node_modules/.bun/minimatch@10.2.5/node_modules/minimatch/dist/esm/escape.js</a:t>
            </a:r>
          </a:p>
          <a:p>
            <a:pPr>
              <a:defRPr sz="1200"/>
            </a:pPr>
            <a:r>
              <a:t>D:/pasar_fix/node_modules/.bun/minimatch@10.2.5/node_modules/minimatch/dist/esm/escape.js.map</a:t>
            </a:r>
          </a:p>
          <a:p>
            <a:pPr>
              <a:defRPr sz="1200"/>
            </a:pPr>
            <a:r>
              <a:t>D:/pasar_fix/node_modules/.bun/minimatch@10.2.5/node_modules/minimatch/dist/esm/index.d.ts</a:t>
            </a:r>
          </a:p>
          <a:p>
            <a:pPr>
              <a:defRPr sz="1200"/>
            </a:pPr>
            <a:r>
              <a:t>D:/pasar_fix/node_modules/.bun/minimatch@10.2.5/node_modules/minimatch/dist/esm/index.d.ts.map</a:t>
            </a:r>
          </a:p>
          <a:p>
            <a:pPr>
              <a:defRPr sz="1200"/>
            </a:pPr>
            <a:r>
              <a:t>D:/pasar_fix/node_modules/.bun/minimatch@10.2.5/node_modules/minimatch/dist/esm/index.js</a:t>
            </a:r>
          </a:p>
          <a:p>
            <a:pPr>
              <a:defRPr sz="1200"/>
            </a:pPr>
            <a:r>
              <a:t>D:/pasar_fix/node_modules/.bun/minimatch@10.2.5/node_modules/minimatch/dist/esm/index.js.map</a:t>
            </a:r>
          </a:p>
          <a:p>
            <a:pPr>
              <a:defRPr sz="1200"/>
            </a:pPr>
            <a:r>
              <a:t>D:/pasar_fix/node_modules/.bun/minimatch@10.2.5/node_modules/minimatch/dist/esm/package.json</a:t>
            </a:r>
          </a:p>
          <a:p>
            <a:pPr>
              <a:defRPr sz="1200"/>
            </a:pPr>
            <a:r>
              <a:t>D:/pasar_fix/node_modules/.bun/minimatch@10.2.5/node_modules/minimatch/dist/esm/unescape.d.ts</a:t>
            </a:r>
          </a:p>
          <a:p>
            <a:pPr>
              <a:defRPr sz="1200"/>
            </a:pPr>
            <a:r>
              <a:t>D:/pasar_fix/node_modules/.bun/minimatch@10.2.5/node_modules/minimatch/dist/esm/unescape.d.ts.map</a:t>
            </a:r>
          </a:p>
          <a:p>
            <a:pPr>
              <a:defRPr sz="1200"/>
            </a:pPr>
            <a:r>
              <a:t>D:/pasar_fix/node_modules/.bun/minimatch@10.2.5/node_modules/minimatch/dist/esm/unescape.js</a:t>
            </a:r>
          </a:p>
          <a:p>
            <a:pPr>
              <a:defRPr sz="1200"/>
            </a:pPr>
            <a:r>
              <a:t>D:/pasar_fix/node_modules/.bun/minimatch@10.2.5/node_modules/minimatch/dist/esm/unescape.js.map</a:t>
            </a:r>
          </a:p>
          <a:p>
            <a:pPr>
              <a:defRPr sz="1200"/>
            </a:pPr>
            <a:r>
              <a:t>D:/pasar_fix/node_modules/.bun/minimatch@5.1.9/node_modules/minimatch/changelog.md</a:t>
            </a:r>
          </a:p>
          <a:p>
            <a:pPr>
              <a:defRPr sz="1200"/>
            </a:pPr>
            <a:r>
              <a:t>D:/pasar_fix/node_modules/.bun/minimatch@5.1.9/node_modules/minimatch/LICENSE</a:t>
            </a:r>
          </a:p>
          <a:p>
            <a:pPr>
              <a:defRPr sz="1200"/>
            </a:pPr>
            <a:r>
              <a:t>D:/pasar_fix/node_modules/.bun/minimatch@5.1.9/node_modules/minimatch/minimatch.js</a:t>
            </a:r>
          </a:p>
          <a:p>
            <a:pPr>
              <a:defRPr sz="1200"/>
            </a:pPr>
            <a:r>
              <a:t>D:/pasar_fix/node_modules/.bun/minimatch@5.1.9/node_modules/minimatch/package.json</a:t>
            </a:r>
          </a:p>
          <a:p>
            <a:pPr>
              <a:defRPr sz="1200"/>
            </a:pPr>
            <a:r>
              <a:t>D:/pasar_fix/node_modules/.bun/minimatch@5.1.9/node_modules/minimatch/README.md</a:t>
            </a:r>
          </a:p>
          <a:p>
            <a:pPr>
              <a:defRPr sz="1200"/>
            </a:pPr>
            <a:r>
              <a:t>D:/pasar_fix/node_modules/.bun/minimatch@5.1.9/node_modules/minimatch/lib/path.js</a:t>
            </a:r>
          </a:p>
          <a:p>
            <a:pPr>
              <a:defRPr sz="1200"/>
            </a:pPr>
            <a:r>
              <a:t>D:/pasar_fix/node_modules/.bun/minimatch@9.0.9/node_modules/minimatch/LICENSE</a:t>
            </a:r>
          </a:p>
          <a:p>
            <a:pPr>
              <a:defRPr sz="1200"/>
            </a:pPr>
            <a:r>
              <a:t>D:/pasar_fix/node_modules/.bun/minimatch@9.0.9/node_modules/minimatch/package.json</a:t>
            </a:r>
          </a:p>
          <a:p>
            <a:pPr>
              <a:defRPr sz="1200"/>
            </a:pPr>
            <a:r>
              <a:t>D:/pasar_fix/node_modules/.bun/minimatch@9.0.9/node_modules/minimatch/README.md</a:t>
            </a:r>
          </a:p>
          <a:p>
            <a:pPr>
              <a:defRPr sz="1200"/>
            </a:pPr>
            <a:r>
              <a:t>D:/pasar_fix/node_modules/.bun/minimatch@9.0.9/node_modules/minimatch/dist/commonjs/assert-valid-pattern.d.ts</a:t>
            </a:r>
          </a:p>
          <a:p>
            <a:pPr>
              <a:defRPr sz="1200"/>
            </a:pPr>
            <a:r>
              <a:t>D:/pasar_fix/node_modules/.bun/minimatch@9.0.9/node_modules/minimatch/dist/commonjs/assert-valid-pattern.d.ts.map</a:t>
            </a:r>
          </a:p>
          <a:p>
            <a:pPr>
              <a:defRPr sz="1200"/>
            </a:pPr>
            <a:r>
              <a:t>D:/pasar_fix/node_modules/.bun/minimatch@9.0.9/node_modules/minimatch/dist/commonjs/assert-valid-pattern.js</a:t>
            </a:r>
          </a:p>
          <a:p>
            <a:pPr>
              <a:defRPr sz="1200"/>
            </a:pPr>
            <a:r>
              <a:t>D:/pasar_fix/node_modules/.bun/minimatch@9.0.9/node_modules/minimatch/dist/commonjs/assert-valid-pattern.js.map</a:t>
            </a:r>
          </a:p>
          <a:p>
            <a:pPr>
              <a:defRPr sz="1200"/>
            </a:pPr>
            <a:r>
              <a:t>D:/pasar_fix/node_modules/.bun/minimatch@9.0.9/node_modules/minimatch/dist/commonjs/ast.d.ts</a:t>
            </a:r>
          </a:p>
          <a:p>
            <a:pPr>
              <a:defRPr sz="1200"/>
            </a:pPr>
            <a:r>
              <a:t>D:/pasar_fix/node_modules/.bun/minimatch@9.0.9/node_modules/minimatch/dist/commonjs/ast.d.ts.map</a:t>
            </a:r>
          </a:p>
          <a:p>
            <a:pPr>
              <a:defRPr sz="1200"/>
            </a:pPr>
            <a:r>
              <a:t>D:/pasar_fix/node_modules/.bun/minimatch@9.0.9/node_modules/minimatch/dist/commonjs/ast.js</a:t>
            </a:r>
          </a:p>
          <a:p>
            <a:pPr>
              <a:defRPr sz="1200"/>
            </a:pPr>
            <a:r>
              <a:t>D:/pasar_fix/node_modules/.bun/minimatch@9.0.9/node_modules/minimatch/dist/commonjs/ast.js.map</a:t>
            </a:r>
          </a:p>
          <a:p>
            <a:pPr>
              <a:defRPr sz="1200"/>
            </a:pPr>
            <a:r>
              <a:t>D:/pasar_fix/node_modules/.bun/minimatch@9.0.9/node_modules/minimatch/dist/commonjs/brace-expressions.d.ts</a:t>
            </a:r>
          </a:p>
          <a:p>
            <a:pPr>
              <a:defRPr sz="1200"/>
            </a:pPr>
            <a:r>
              <a:t>D:/pasar_fix/node_modules/.bun/minimatch@9.0.9/node_modules/minimatch/dist/commonjs/brace-expressions.d.ts.map</a:t>
            </a:r>
          </a:p>
          <a:p>
            <a:pPr>
              <a:defRPr sz="1200"/>
            </a:pPr>
            <a:r>
              <a:t>D:/pasar_fix/node_modules/.bun/minimatch@9.0.9/node_modules/minimatch/dist/commonjs/brace-expressions.js</a:t>
            </a:r>
          </a:p>
          <a:p>
            <a:pPr>
              <a:defRPr sz="1200"/>
            </a:pPr>
            <a:r>
              <a:t>D:/pasar_fix/node_modules/.bun/minimatch@9.0.9/node_modules/minimatch/dist/commonjs/brace-expressions.js.map</a:t>
            </a:r>
          </a:p>
          <a:p>
            <a:pPr>
              <a:defRPr sz="1200"/>
            </a:pPr>
            <a:r>
              <a:t>D:/pasar_fix/node_modules/.bun/minimatch@9.0.9/node_modules/minimatch/dist/commonjs/escape.d.ts</a:t>
            </a:r>
          </a:p>
          <a:p>
            <a:pPr>
              <a:defRPr sz="1200"/>
            </a:pPr>
            <a:r>
              <a:t>D:/pasar_fix/node_modules/.bun/minimatch@9.0.9/node_modules/minimatch/dist/commonjs/escape.d.ts.map</a:t>
            </a:r>
          </a:p>
          <a:p>
            <a:pPr>
              <a:defRPr sz="1200"/>
            </a:pPr>
            <a:r>
              <a:t>D:/pasar_fix/node_modules/.bun/minimatch@9.0.9/node_modules/minimatch/dist/commonjs/escape.js</a:t>
            </a:r>
          </a:p>
          <a:p>
            <a:pPr>
              <a:defRPr sz="1200"/>
            </a:pPr>
            <a:r>
              <a:t>D:/pasar_fix/node_modules/.bun/minimatch@9.0.9/node_modules/minimatch/dist/commonjs/escape.js.map</a:t>
            </a:r>
          </a:p>
          <a:p>
            <a:pPr>
              <a:defRPr sz="1200"/>
            </a:pPr>
            <a:r>
              <a:t>D:/pasar_fix/node_modules/.bun/minimatch@9.0.9/node_modules/minimatch/dist/commonjs/index.d.ts</a:t>
            </a:r>
          </a:p>
          <a:p>
            <a:pPr>
              <a:defRPr sz="1200"/>
            </a:pPr>
            <a:r>
              <a:t>D:/pasar_fix/node_modules/.bun/minimatch@9.0.9/node_modules/minimatch/dist/commonjs/index.d.ts.map</a:t>
            </a:r>
          </a:p>
          <a:p>
            <a:pPr>
              <a:defRPr sz="1200"/>
            </a:pPr>
            <a:r>
              <a:t>D:/pasar_fix/node_modules/.bun/minimatch@9.0.9/node_modules/minimatch/dist/commonjs/index.js</a:t>
            </a:r>
          </a:p>
          <a:p>
            <a:pPr>
              <a:defRPr sz="1200"/>
            </a:pPr>
            <a:r>
              <a:t>D:/pasar_fix/node_modules/.bun/minimatch@9.0.9/node_modules/minimatch/dist/commonjs/index.js.map</a:t>
            </a:r>
          </a:p>
          <a:p>
            <a:pPr>
              <a:defRPr sz="1200"/>
            </a:pPr>
            <a:r>
              <a:t>D:/pasar_fix/node_modules/.bun/minimatch@9.0.9/node_modules/minimatch/dist/commonjs/package.json</a:t>
            </a:r>
          </a:p>
          <a:p>
            <a:pPr>
              <a:defRPr sz="1200"/>
            </a:pPr>
            <a:r>
              <a:t>D:/pasar_fix/node_modules/.bun/minimatch@9.0.9/node_modules/minimatch/dist/commonjs/unescape.d.ts</a:t>
            </a:r>
          </a:p>
          <a:p>
            <a:pPr>
              <a:defRPr sz="1200"/>
            </a:pPr>
            <a:r>
              <a:t>D:/pasar_fix/node_modules/.bun/minimatch@9.0.9/node_modules/minimatch/dist/commonjs/unescape.d.ts.map</a:t>
            </a:r>
          </a:p>
          <a:p>
            <a:pPr>
              <a:defRPr sz="1200"/>
            </a:pPr>
            <a:r>
              <a:t>D:/pasar_fix/node_modules/.bun/minimatch@9.0.9/node_modules/minimatch/dist/commonjs/unescape.js</a:t>
            </a:r>
          </a:p>
          <a:p>
            <a:pPr>
              <a:defRPr sz="1200"/>
            </a:pPr>
            <a:r>
              <a:t>D:/pasar_fix/node_modules/.bun/minimatch@9.0.9/node_modules/minimatch/dist/commonjs/unescape.js.map</a:t>
            </a:r>
          </a:p>
          <a:p>
            <a:pPr>
              <a:defRPr sz="1200"/>
            </a:pPr>
            <a:r>
              <a:t>D:/pasar_fix/node_modules/.bun/minimatch@9.0.9/node_modules/minimatch/dist/esm/assert-valid-pattern.d.ts</a:t>
            </a:r>
          </a:p>
          <a:p>
            <a:pPr>
              <a:defRPr sz="1200"/>
            </a:pPr>
            <a:r>
              <a:t>D:/pasar_fix/node_modules/.bun/minimatch@9.0.9/node_modules/minimatch/dist/esm/assert-valid-pattern.d.ts.map</a:t>
            </a:r>
          </a:p>
          <a:p>
            <a:pPr>
              <a:defRPr sz="1200"/>
            </a:pPr>
            <a:r>
              <a:t>D:/pasar_fix/node_modules/.bun/minimatch@9.0.9/node_modules/minimatch/dist/esm/assert-valid-pattern.js</a:t>
            </a:r>
          </a:p>
          <a:p>
            <a:pPr>
              <a:defRPr sz="1200"/>
            </a:pPr>
            <a:r>
              <a:t>D:/pasar_fix/node_modules/.bun/minimatch@9.0.9/node_modules/minimatch/dist/esm/assert-valid-pattern.js.map</a:t>
            </a:r>
          </a:p>
          <a:p>
            <a:pPr>
              <a:defRPr sz="1200"/>
            </a:pPr>
            <a:r>
              <a:t>D:/pasar_fix/node_modules/.bun/minimatch@9.0.9/node_modules/minimatch/dist/esm/ast.d.ts</a:t>
            </a:r>
          </a:p>
          <a:p>
            <a:pPr>
              <a:defRPr sz="1200"/>
            </a:pPr>
            <a:r>
              <a:t>D:/pasar_fix/node_modules/.bun/minimatch@9.0.9/node_modules/minimatch/dist/esm/ast.d.ts.map</a:t>
            </a:r>
          </a:p>
          <a:p>
            <a:pPr>
              <a:defRPr sz="1200"/>
            </a:pPr>
            <a:r>
              <a:t>D:/pasar_fix/node_modules/.bun/minimatch@9.0.9/node_modules/minimatch/dist/esm/ast.js</a:t>
            </a:r>
          </a:p>
          <a:p>
            <a:pPr>
              <a:defRPr sz="1200"/>
            </a:pPr>
            <a:r>
              <a:t>D:/pasar_fix/node_modules/.bun/minimatch@9.0.9/node_modules/minimatch/dist/esm/ast.js.map</a:t>
            </a:r>
          </a:p>
          <a:p>
            <a:pPr>
              <a:defRPr sz="1200"/>
            </a:pPr>
            <a:r>
              <a:t>D:/pasar_fix/node_modules/.bun/minimatch@9.0.9/node_modules/minimatch/dist/esm/brace-expressions.d.ts</a:t>
            </a:r>
          </a:p>
          <a:p>
            <a:pPr>
              <a:defRPr sz="1200"/>
            </a:pPr>
            <a:r>
              <a:t>D:/pasar_fix/node_modules/.bun/minimatch@9.0.9/node_modules/minimatch/dist/esm/brace-expressions.d.ts.map</a:t>
            </a:r>
          </a:p>
          <a:p>
            <a:pPr>
              <a:defRPr sz="1200"/>
            </a:pPr>
            <a:r>
              <a:t>D:/pasar_fix/node_modules/.bun/minimatch@9.0.9/node_modules/minimatch/dist/esm/brace-expressions.js</a:t>
            </a:r>
          </a:p>
          <a:p>
            <a:pPr>
              <a:defRPr sz="1200"/>
            </a:pPr>
            <a:r>
              <a:t>D:/pasar_fix/node_modules/.bun/minimatch@9.0.9/node_modules/minimatch/dist/esm/brace-expressions.js.map</a:t>
            </a:r>
          </a:p>
          <a:p>
            <a:pPr>
              <a:defRPr sz="1200"/>
            </a:pPr>
            <a:r>
              <a:t>D:/pasar_fix/node_modules/.bun/minimatch@9.0.9/node_modules/minimatch/dist/esm/escape.d.ts</a:t>
            </a:r>
          </a:p>
          <a:p>
            <a:pPr>
              <a:defRPr sz="1200"/>
            </a:pPr>
            <a:r>
              <a:t>D:/pasar_fix/node_modules/.bun/minimatch@9.0.9/node_modules/minimatch/dist/esm/escape.d.ts.map</a:t>
            </a:r>
          </a:p>
          <a:p>
            <a:pPr>
              <a:defRPr sz="1200"/>
            </a:pPr>
            <a:r>
              <a:t>D:/pasar_fix/node_modules/.bun/minimatch@9.0.9/node_modules/minimatch/dist/esm/escape.js</a:t>
            </a:r>
          </a:p>
          <a:p>
            <a:pPr>
              <a:defRPr sz="1200"/>
            </a:pPr>
            <a:r>
              <a:t>D:/pasar_fix/node_modules/.bun/minimatch@9.0.9/node_modules/minimatch/dist/esm/escape.js.map</a:t>
            </a:r>
          </a:p>
          <a:p>
            <a:pPr>
              <a:defRPr sz="1200"/>
            </a:pPr>
            <a:r>
              <a:t>D:/pasar_fix/node_modules/.bun/minimatch@9.0.9/node_modules/minimatch/dist/esm/index.d.ts</a:t>
            </a:r>
          </a:p>
          <a:p>
            <a:pPr>
              <a:defRPr sz="1200"/>
            </a:pPr>
            <a:r>
              <a:t>D:/pasar_fix/node_modules/.bun/minimatch@9.0.9/node_modules/minimatch/dist/esm/index.d.ts.map</a:t>
            </a:r>
          </a:p>
          <a:p>
            <a:pPr>
              <a:defRPr sz="1200"/>
            </a:pPr>
            <a:r>
              <a:t>D:/pasar_fix/node_modules/.bun/minimatch@9.0.9/node_modules/minimatch/dist/esm/index.js</a:t>
            </a:r>
          </a:p>
          <a:p>
            <a:pPr>
              <a:defRPr sz="1200"/>
            </a:pPr>
            <a:r>
              <a:t>D:/pasar_fix/node_modules/.bun/minimatch@9.0.9/node_modules/minimatch/dist/esm/index.js.map</a:t>
            </a:r>
          </a:p>
          <a:p>
            <a:pPr>
              <a:defRPr sz="1200"/>
            </a:pPr>
            <a:r>
              <a:t>D:/pasar_fix/node_modules/.bun/minimatch@9.0.9/node_modules/minimatch/dist/esm/package.json</a:t>
            </a:r>
          </a:p>
          <a:p>
            <a:pPr>
              <a:defRPr sz="1200"/>
            </a:pPr>
            <a:r>
              <a:t>D:/pasar_fix/node_modules/.bun/minimatch@9.0.9/node_modules/minimatch/dist/esm/unescape.d.ts</a:t>
            </a:r>
          </a:p>
          <a:p>
            <a:pPr>
              <a:defRPr sz="1200"/>
            </a:pPr>
            <a:r>
              <a:t>D:/pasar_fix/node_modules/.bun/minimatch@9.0.9/node_modules/minimatch/dist/esm/unescape.d.ts.map</a:t>
            </a:r>
          </a:p>
          <a:p>
            <a:pPr>
              <a:defRPr sz="1200"/>
            </a:pPr>
            <a:r>
              <a:t>D:/pasar_fix/node_modules/.bun/minimatch@9.0.9/node_modules/minimatch/dist/esm/unescape.js</a:t>
            </a:r>
          </a:p>
          <a:p>
            <a:pPr>
              <a:defRPr sz="1200"/>
            </a:pPr>
            <a:r>
              <a:t>D:/pasar_fix/node_modules/.bun/minimatch@9.0.9/node_modules/minimatch/dist/esm/unescape.js.map</a:t>
            </a:r>
          </a:p>
          <a:p>
            <a:pPr>
              <a:defRPr sz="1200"/>
            </a:pPr>
            <a:r>
              <a:t>D:/pasar_fix/node_modules/.bun/minipass@7.1.3/node_modules/minipass/LICENSE.md</a:t>
            </a:r>
          </a:p>
          <a:p>
            <a:pPr>
              <a:defRPr sz="1200"/>
            </a:pPr>
            <a:r>
              <a:t>D:/pasar_fix/node_modules/.bun/minipass@7.1.3/node_modules/minipass/package.json</a:t>
            </a:r>
          </a:p>
          <a:p>
            <a:pPr>
              <a:defRPr sz="1200"/>
            </a:pPr>
            <a:r>
              <a:t>D:/pasar_fix/node_modules/.bun/minipass@7.1.3/node_modules/minipass/README.md</a:t>
            </a:r>
          </a:p>
          <a:p>
            <a:pPr>
              <a:defRPr sz="1200"/>
            </a:pPr>
            <a:r>
              <a:t>D:/pasar_fix/node_modules/.bun/minipass@7.1.3/node_modules/minipass/dist/commonjs/index.d.ts</a:t>
            </a:r>
          </a:p>
          <a:p>
            <a:pPr>
              <a:defRPr sz="1200"/>
            </a:pPr>
            <a:r>
              <a:t>D:/pasar_fix/node_modules/.bun/minipass@7.1.3/node_modules/minipass/dist/commonjs/index.d.ts.map</a:t>
            </a:r>
          </a:p>
          <a:p>
            <a:pPr>
              <a:defRPr sz="1200"/>
            </a:pPr>
            <a:r>
              <a:t>D:/pasar_fix/node_modules/.bun/minipass@7.1.3/node_modules/minipass/dist/commonjs/index.js</a:t>
            </a:r>
          </a:p>
          <a:p>
            <a:pPr>
              <a:defRPr sz="1200"/>
            </a:pPr>
            <a:r>
              <a:t>D:/pasar_fix/node_modules/.bun/minipass@7.1.3/node_modules/minipass/dist/commonjs/index.js.map</a:t>
            </a:r>
          </a:p>
          <a:p>
            <a:pPr>
              <a:defRPr sz="1200"/>
            </a:pPr>
            <a:r>
              <a:t>D:/pasar_fix/node_modules/.bun/minipass@7.1.3/node_modules/minipass/dist/commonjs/package.json</a:t>
            </a:r>
          </a:p>
          <a:p>
            <a:pPr>
              <a:defRPr sz="1200"/>
            </a:pPr>
            <a:r>
              <a:t>D:/pasar_fix/node_modules/.bun/minipass@7.1.3/node_modules/minipass/dist/esm/index.d.ts</a:t>
            </a:r>
          </a:p>
          <a:p>
            <a:pPr>
              <a:defRPr sz="1200"/>
            </a:pPr>
            <a:r>
              <a:t>D:/pasar_fix/node_modules/.bun/minipass@7.1.3/node_modules/minipass/dist/esm/index.d.ts.map</a:t>
            </a:r>
          </a:p>
          <a:p>
            <a:pPr>
              <a:defRPr sz="1200"/>
            </a:pPr>
            <a:r>
              <a:t>D:/pasar_fix/node_modules/.bun/minipass@7.1.3/node_modules/minipass/dist/esm/index.js</a:t>
            </a:r>
          </a:p>
          <a:p>
            <a:pPr>
              <a:defRPr sz="1200"/>
            </a:pPr>
            <a:r>
              <a:t>D:/pasar_fix/node_modules/.bun/minipass@7.1.3/node_modules/minipass/dist/esm/index.js.map</a:t>
            </a:r>
          </a:p>
          <a:p>
            <a:pPr>
              <a:defRPr sz="1200"/>
            </a:pPr>
            <a:r>
              <a:t>D:/pasar_fix/node_modules/.bun/minipass@7.1.3/node_modules/minipass/dist/esm/package.json</a:t>
            </a:r>
          </a:p>
          <a:p>
            <a:pPr>
              <a:defRPr sz="1200"/>
            </a:pPr>
            <a:r>
              <a:t>D:/pasar_fix/node_modules/.bun/minizlib@3.1.0/node_modules/minizlib/LICENSE</a:t>
            </a:r>
          </a:p>
          <a:p>
            <a:pPr>
              <a:defRPr sz="1200"/>
            </a:pPr>
            <a:r>
              <a:t>D:/pasar_fix/node_modules/.bun/minizlib@3.1.0/node_modules/minizlib/package.json</a:t>
            </a:r>
          </a:p>
          <a:p>
            <a:pPr>
              <a:defRPr sz="1200"/>
            </a:pPr>
            <a:r>
              <a:t>D:/pasar_fix/node_modules/.bun/minizlib@3.1.0/node_modules/minizlib/README.md</a:t>
            </a:r>
          </a:p>
          <a:p>
            <a:pPr>
              <a:defRPr sz="1200"/>
            </a:pPr>
            <a:r>
              <a:t>D:/pasar_fix/node_modules/.bun/minizlib@3.1.0/node_modules/minizlib/dist/commonjs/constants.d.ts</a:t>
            </a:r>
          </a:p>
          <a:p>
            <a:pPr>
              <a:defRPr sz="1200"/>
            </a:pPr>
            <a:r>
              <a:t>D:/pasar_fix/node_modules/.bun/minizlib@3.1.0/node_modules/minizlib/dist/commonjs/constants.d.ts.map</a:t>
            </a:r>
          </a:p>
          <a:p>
            <a:pPr>
              <a:defRPr sz="1200"/>
            </a:pPr>
            <a:r>
              <a:t>D:/pasar_fix/node_modules/.bun/minizlib@3.1.0/node_modules/minizlib/dist/commonjs/constants.js</a:t>
            </a:r>
          </a:p>
          <a:p>
            <a:pPr>
              <a:defRPr sz="1200"/>
            </a:pPr>
            <a:r>
              <a:t>D:/pasar_fix/node_modules/.bun/minizlib@3.1.0/node_modules/minizlib/dist/commonjs/constants.js.map</a:t>
            </a:r>
          </a:p>
          <a:p>
            <a:pPr>
              <a:defRPr sz="1200"/>
            </a:pPr>
            <a:r>
              <a:t>D:/pasar_fix/node_modules/.bun/minizlib@3.1.0/node_modules/minizlib/dist/commonjs/index.d.ts</a:t>
            </a:r>
          </a:p>
          <a:p>
            <a:pPr>
              <a:defRPr sz="1200"/>
            </a:pPr>
            <a:r>
              <a:t>D:/pasar_fix/node_modules/.bun/minizlib@3.1.0/node_modules/minizlib/dist/commonjs/index.d.ts.map</a:t>
            </a:r>
          </a:p>
          <a:p>
            <a:pPr>
              <a:defRPr sz="1200"/>
            </a:pPr>
            <a:r>
              <a:t>D:/pasar_fix/node_modules/.bun/minizlib@3.1.0/node_modules/minizlib/dist/commonjs/index.js</a:t>
            </a:r>
          </a:p>
          <a:p>
            <a:pPr>
              <a:defRPr sz="1200"/>
            </a:pPr>
            <a:r>
              <a:t>D:/pasar_fix/node_modules/.bun/minizlib@3.1.0/node_modules/minizlib/dist/commonjs/index.js.map</a:t>
            </a:r>
          </a:p>
          <a:p>
            <a:pPr>
              <a:defRPr sz="1200"/>
            </a:pPr>
            <a:r>
              <a:t>D:/pasar_fix/node_modules/.bun/minizlib@3.1.0/node_modules/minizlib/dist/commonjs/package.json</a:t>
            </a:r>
          </a:p>
          <a:p>
            <a:pPr>
              <a:defRPr sz="1200"/>
            </a:pPr>
            <a:r>
              <a:t>D:/pasar_fix/node_modules/.bun/minizlib@3.1.0/node_modules/minizlib/dist/esm/constants.d.ts</a:t>
            </a:r>
          </a:p>
          <a:p>
            <a:pPr>
              <a:defRPr sz="1200"/>
            </a:pPr>
            <a:r>
              <a:t>D:/pasar_fix/node_modules/.bun/minizlib@3.1.0/node_modules/minizlib/dist/esm/constants.d.ts.map</a:t>
            </a:r>
          </a:p>
          <a:p>
            <a:pPr>
              <a:defRPr sz="1200"/>
            </a:pPr>
            <a:r>
              <a:t>D:/pasar_fix/node_modules/.bun/minizlib@3.1.0/node_modules/minizlib/dist/esm/constants.js</a:t>
            </a:r>
          </a:p>
          <a:p>
            <a:pPr>
              <a:defRPr sz="1200"/>
            </a:pPr>
            <a:r>
              <a:t>D:/pasar_fix/node_modules/.bun/minizlib@3.1.0/node_modules/minizlib/dist/esm/constants.js.map</a:t>
            </a:r>
          </a:p>
          <a:p>
            <a:pPr>
              <a:defRPr sz="1200"/>
            </a:pPr>
            <a:r>
              <a:t>D:/pasar_fix/node_modules/.bun/minizlib@3.1.0/node_modules/minizlib/dist/esm/index.d.ts</a:t>
            </a:r>
          </a:p>
          <a:p>
            <a:pPr>
              <a:defRPr sz="1200"/>
            </a:pPr>
            <a:r>
              <a:t>D:/pasar_fix/node_modules/.bun/minizlib@3.1.0/node_modules/minizlib/dist/esm/index.d.ts.map</a:t>
            </a:r>
          </a:p>
          <a:p>
            <a:pPr>
              <a:defRPr sz="1200"/>
            </a:pPr>
            <a:r>
              <a:t>D:/pasar_fix/node_modules/.bun/minizlib@3.1.0/node_modules/minizlib/dist/esm/index.js</a:t>
            </a:r>
          </a:p>
          <a:p>
            <a:pPr>
              <a:defRPr sz="1200"/>
            </a:pPr>
            <a:r>
              <a:t>D:/pasar_fix/node_modules/.bun/minizlib@3.1.0/node_modules/minizlib/dist/esm/index.js.map</a:t>
            </a:r>
          </a:p>
          <a:p>
            <a:pPr>
              <a:defRPr sz="1200"/>
            </a:pPr>
            <a:r>
              <a:t>D:/pasar_fix/node_modules/.bun/minizlib@3.1.0/node_modules/minizlib/dist/esm/package.json</a:t>
            </a:r>
          </a:p>
          <a:p>
            <a:pPr>
              <a:defRPr sz="1200"/>
            </a:pPr>
            <a:r>
              <a:t>D:/pasar_fix/node_modules/.bun/mitt@3.0.1/node_modules/mitt/index.d.ts</a:t>
            </a:r>
          </a:p>
          <a:p>
            <a:pPr>
              <a:defRPr sz="1200"/>
            </a:pPr>
            <a:r>
              <a:t>D:/pasar_fix/node_modules/.bun/mitt@3.0.1/node_modules/mitt/LICENSE</a:t>
            </a:r>
          </a:p>
          <a:p>
            <a:pPr>
              <a:defRPr sz="1200"/>
            </a:pPr>
            <a:r>
              <a:t>D:/pasar_fix/node_modules/.bun/mitt@3.0.1/node_modules/mitt/package.json</a:t>
            </a:r>
          </a:p>
          <a:p>
            <a:pPr>
              <a:defRPr sz="1200"/>
            </a:pPr>
            <a:r>
              <a:t>D:/pasar_fix/node_modules/.bun/mitt@3.0.1/node_modules/mitt/README.md</a:t>
            </a:r>
          </a:p>
          <a:p>
            <a:pPr>
              <a:defRPr sz="1200"/>
            </a:pPr>
            <a:r>
              <a:t>D:/pasar_fix/node_modules/.bun/mitt@3.0.1/node_modules/mitt/dist/mitt.js</a:t>
            </a:r>
          </a:p>
          <a:p>
            <a:pPr>
              <a:defRPr sz="1200"/>
            </a:pPr>
            <a:r>
              <a:t>D:/pasar_fix/node_modules/.bun/mitt@3.0.1/node_modules/mitt/dist/mitt.js.map</a:t>
            </a:r>
          </a:p>
          <a:p>
            <a:pPr>
              <a:defRPr sz="1200"/>
            </a:pPr>
            <a:r>
              <a:t>D:/pasar_fix/node_modules/.bun/mitt@3.0.1/node_modules/mitt/dist/mitt.mjs</a:t>
            </a:r>
          </a:p>
          <a:p>
            <a:pPr>
              <a:defRPr sz="1200"/>
            </a:pPr>
            <a:r>
              <a:t>D:/pasar_fix/node_modules/.bun/mitt@3.0.1/node_modules/mitt/dist/mitt.mjs.map</a:t>
            </a:r>
          </a:p>
          <a:p>
            <a:pPr>
              <a:defRPr sz="1200"/>
            </a:pPr>
            <a:r>
              <a:t>D:/pasar_fix/node_modules/.bun/mitt@3.0.1/node_modules/mitt/dist/mitt.umd.js</a:t>
            </a:r>
          </a:p>
          <a:p>
            <a:pPr>
              <a:defRPr sz="1200"/>
            </a:pPr>
            <a:r>
              <a:t>D:/pasar_fix/node_modules/.bun/mitt@3.0.1/node_modules/mitt/dist/mitt.umd.js.map</a:t>
            </a:r>
          </a:p>
          <a:p>
            <a:pPr>
              <a:defRPr sz="1200"/>
            </a:pPr>
            <a:r>
              <a:t>D:/pasar_fix/node_modules/.bun/mlly@1.8.2/node_modules/.bin/acorn.bunx</a:t>
            </a:r>
          </a:p>
          <a:p>
            <a:pPr>
              <a:defRPr sz="1200"/>
            </a:pPr>
            <a:r>
              <a:t>D:/pasar_fix/node_modules/.bun/mlly@1.8.2/node_modules/.bin/acorn.exe</a:t>
            </a:r>
          </a:p>
          <a:p>
            <a:pPr>
              <a:defRPr sz="1200"/>
            </a:pPr>
            <a:r>
              <a:t>D:/pasar_fix/node_modules/.bun/mlly@1.8.2/node_modules/mlly/LICENSE</a:t>
            </a:r>
          </a:p>
          <a:p>
            <a:pPr>
              <a:defRPr sz="1200"/>
            </a:pPr>
            <a:r>
              <a:t>D:/pasar_fix/node_modules/.bun/mlly@1.8.2/node_modules/mlly/package.json</a:t>
            </a:r>
          </a:p>
          <a:p>
            <a:pPr>
              <a:defRPr sz="1200"/>
            </a:pPr>
            <a:r>
              <a:t>D:/pasar_fix/node_modules/.bun/mlly@1.8.2/node_modules/mlly/README.md</a:t>
            </a:r>
          </a:p>
          <a:p>
            <a:pPr>
              <a:defRPr sz="1200"/>
            </a:pPr>
            <a:r>
              <a:t>D:/pasar_fix/node_modules/.bun/mlly@1.8.2/node_modules/mlly/dist/index.cjs</a:t>
            </a:r>
          </a:p>
          <a:p>
            <a:pPr>
              <a:defRPr sz="1200"/>
            </a:pPr>
            <a:r>
              <a:t>D:/pasar_fix/node_modules/.bun/mlly@1.8.2/node_modules/mlly/dist/index.d.cts</a:t>
            </a:r>
          </a:p>
          <a:p>
            <a:pPr>
              <a:defRPr sz="1200"/>
            </a:pPr>
            <a:r>
              <a:t>D:/pasar_fix/node_modules/.bun/mlly@1.8.2/node_modules/mlly/dist/index.d.mts</a:t>
            </a:r>
          </a:p>
          <a:p>
            <a:pPr>
              <a:defRPr sz="1200"/>
            </a:pPr>
            <a:r>
              <a:t>D:/pasar_fix/node_modules/.bun/mlly@1.8.2/node_modules/mlly/dist/index.d.ts</a:t>
            </a:r>
          </a:p>
          <a:p>
            <a:pPr>
              <a:defRPr sz="1200"/>
            </a:pPr>
            <a:r>
              <a:t>D:/pasar_fix/node_modules/.bun/mlly@1.8.2/node_modules/mlly/dist/index.mjs</a:t>
            </a:r>
          </a:p>
          <a:p>
            <a:pPr>
              <a:defRPr sz="1200"/>
            </a:pPr>
            <a:r>
              <a:t>D:/pasar_fix/node_modules/.bun/moo@0.5.3/node_modules/moo/LICENSE</a:t>
            </a:r>
          </a:p>
          <a:p>
            <a:pPr>
              <a:defRPr sz="1200"/>
            </a:pPr>
            <a:r>
              <a:t>D:/pasar_fix/node_modules/.bun/moo@0.5.3/node_modules/moo/moo.js</a:t>
            </a:r>
          </a:p>
          <a:p>
            <a:pPr>
              <a:defRPr sz="1200"/>
            </a:pPr>
            <a:r>
              <a:t>D:/pasar_fix/node_modules/.bun/moo@0.5.3/node_modules/moo/package.json</a:t>
            </a:r>
          </a:p>
          <a:p>
            <a:pPr>
              <a:defRPr sz="1200"/>
            </a:pPr>
            <a:r>
              <a:t>D:/pasar_fix/node_modules/.bun/moo@0.5.3/node_modules/moo/README.md</a:t>
            </a:r>
          </a:p>
          <a:p>
            <a:pPr>
              <a:defRPr sz="1200"/>
            </a:pPr>
            <a:r>
              <a:t>D:/pasar_fix/node_modules/.bun/ms@2.1.3/node_modules/ms/index.js</a:t>
            </a:r>
          </a:p>
          <a:p>
            <a:pPr>
              <a:defRPr sz="1200"/>
            </a:pPr>
            <a:r>
              <a:t>D:/pasar_fix/node_modules/.bun/ms@2.1.3/node_modules/ms/license.md</a:t>
            </a:r>
          </a:p>
          <a:p>
            <a:pPr>
              <a:defRPr sz="1200"/>
            </a:pPr>
            <a:r>
              <a:t>D:/pasar_fix/node_modules/.bun/ms@2.1.3/node_modules/ms/package.json</a:t>
            </a:r>
          </a:p>
          <a:p>
            <a:pPr>
              <a:defRPr sz="1200"/>
            </a:pPr>
            <a:r>
              <a:t>D:/pasar_fix/node_modules/.bun/ms@2.1.3/node_modules/ms/readme.md</a:t>
            </a:r>
          </a:p>
          <a:p>
            <a:pPr>
              <a:defRPr sz="1200"/>
            </a:pPr>
            <a:r>
              <a:t>D:/pasar_fix/node_modules/.bun/nanoid@3.3.12/node_modules/.bin/nanoid.bunx</a:t>
            </a:r>
          </a:p>
          <a:p>
            <a:pPr>
              <a:defRPr sz="1200"/>
            </a:pPr>
            <a:r>
              <a:t>D:/pasar_fix/node_modules/.bun/nanoid@3.3.12/node_modules/.bin/nanoid.exe</a:t>
            </a:r>
          </a:p>
          <a:p>
            <a:pPr>
              <a:defRPr sz="1200"/>
            </a:pPr>
            <a:r>
              <a:t>D:/pasar_fix/node_modules/.bun/nanoid@3.3.12/node_modules/nanoid/index.browser.cjs</a:t>
            </a:r>
          </a:p>
          <a:p>
            <a:pPr>
              <a:defRPr sz="1200"/>
            </a:pPr>
            <a:r>
              <a:t>D:/pasar_fix/node_modules/.bun/nanoid@3.3.12/node_modules/nanoid/index.browser.js</a:t>
            </a:r>
          </a:p>
          <a:p>
            <a:pPr>
              <a:defRPr sz="1200"/>
            </a:pPr>
            <a:r>
              <a:t>D:/pasar_fix/node_modules/.bun/nanoid@3.3.12/node_modules/nanoid/index.cjs</a:t>
            </a:r>
          </a:p>
          <a:p>
            <a:pPr>
              <a:defRPr sz="1200"/>
            </a:pPr>
            <a:r>
              <a:t>D:/pasar_fix/node_modules/.bun/nanoid@3.3.12/node_modules/nanoid/index.d.cts</a:t>
            </a:r>
          </a:p>
          <a:p>
            <a:pPr>
              <a:defRPr sz="1200"/>
            </a:pPr>
            <a:r>
              <a:t>D:/pasar_fix/node_modules/.bun/nanoid@3.3.12/node_modules/nanoid/index.d.ts</a:t>
            </a:r>
          </a:p>
          <a:p>
            <a:pPr>
              <a:defRPr sz="1200"/>
            </a:pPr>
            <a:r>
              <a:t>D:/pasar_fix/node_modules/.bun/nanoid@3.3.12/node_modules/nanoid/index.js</a:t>
            </a:r>
          </a:p>
          <a:p>
            <a:pPr>
              <a:defRPr sz="1200"/>
            </a:pPr>
            <a:r>
              <a:t>D:/pasar_fix/node_modules/.bun/nanoid@3.3.12/node_modules/nanoid/LICENSE</a:t>
            </a:r>
          </a:p>
          <a:p>
            <a:pPr>
              <a:defRPr sz="1200"/>
            </a:pPr>
            <a:r>
              <a:t>D:/pasar_fix/node_modules/.bun/nanoid@3.3.12/node_modules/nanoid/nanoid.js</a:t>
            </a:r>
          </a:p>
          <a:p>
            <a:pPr>
              <a:defRPr sz="1200"/>
            </a:pPr>
            <a:r>
              <a:t>D:/pasar_fix/node_modules/.bun/nanoid@3.3.12/node_modules/nanoid/package.json</a:t>
            </a:r>
          </a:p>
          <a:p>
            <a:pPr>
              <a:defRPr sz="1200"/>
            </a:pPr>
            <a:r>
              <a:t>D:/pasar_fix/node_modules/.bun/nanoid@3.3.12/node_modules/nanoid/README.md</a:t>
            </a:r>
          </a:p>
          <a:p>
            <a:pPr>
              <a:defRPr sz="1200"/>
            </a:pPr>
            <a:r>
              <a:t>D:/pasar_fix/node_modules/.bun/nanoid@3.3.12/node_modules/nanoid/.claude/settings.local.json</a:t>
            </a:r>
          </a:p>
          <a:p>
            <a:pPr>
              <a:defRPr sz="1200"/>
            </a:pPr>
            <a:r>
              <a:t>D:/pasar_fix/node_modules/.bun/nanoid@3.3.12/node_modules/nanoid/async/index.browser.cjs</a:t>
            </a:r>
          </a:p>
          <a:p>
            <a:pPr>
              <a:defRPr sz="1200"/>
            </a:pPr>
            <a:r>
              <a:t>D:/pasar_fix/node_modules/.bun/nanoid@3.3.12/node_modules/nanoid/async/index.browser.js</a:t>
            </a:r>
          </a:p>
          <a:p>
            <a:pPr>
              <a:defRPr sz="1200"/>
            </a:pPr>
            <a:r>
              <a:t>D:/pasar_fix/node_modules/.bun/nanoid@3.3.12/node_modules/nanoid/async/index.cjs</a:t>
            </a:r>
          </a:p>
          <a:p>
            <a:pPr>
              <a:defRPr sz="1200"/>
            </a:pPr>
            <a:r>
              <a:t>D:/pasar_fix/node_modules/.bun/nanoid@3.3.12/node_modules/nanoid/async/index.d.ts</a:t>
            </a:r>
          </a:p>
          <a:p>
            <a:pPr>
              <a:defRPr sz="1200"/>
            </a:pPr>
            <a:r>
              <a:t>D:/pasar_fix/node_modules/.bun/nanoid@3.3.12/node_modules/nanoid/async/index.js</a:t>
            </a:r>
          </a:p>
          <a:p>
            <a:pPr>
              <a:defRPr sz="1200"/>
            </a:pPr>
            <a:r>
              <a:t>D:/pasar_fix/node_modules/.bun/nanoid@3.3.12/node_modules/nanoid/async/index.native.js</a:t>
            </a:r>
          </a:p>
          <a:p>
            <a:pPr>
              <a:defRPr sz="1200"/>
            </a:pPr>
            <a:r>
              <a:t>D:/pasar_fix/node_modules/.bun/nanoid@3.3.12/node_modules/nanoid/async/package.json</a:t>
            </a:r>
          </a:p>
          <a:p>
            <a:pPr>
              <a:defRPr sz="1200"/>
            </a:pPr>
            <a:r>
              <a:t>D:/pasar_fix/node_modules/.bun/nanoid@3.3.12/node_modules/nanoid/bin/nanoid.cjs</a:t>
            </a:r>
          </a:p>
          <a:p>
            <a:pPr>
              <a:defRPr sz="1200"/>
            </a:pPr>
            <a:r>
              <a:t>D:/pasar_fix/node_modules/.bun/nanoid@3.3.12/node_modules/nanoid/non-secure/index.cjs</a:t>
            </a:r>
          </a:p>
          <a:p>
            <a:pPr>
              <a:defRPr sz="1200"/>
            </a:pPr>
            <a:r>
              <a:t>D:/pasar_fix/node_modules/.bun/nanoid@3.3.12/node_modules/nanoid/non-secure/index.d.ts</a:t>
            </a:r>
          </a:p>
          <a:p>
            <a:pPr>
              <a:defRPr sz="1200"/>
            </a:pPr>
            <a:r>
              <a:t>D:/pasar_fix/node_modules/.bun/nanoid@3.3.12/node_modules/nanoid/non-secure/index.js</a:t>
            </a:r>
          </a:p>
          <a:p>
            <a:pPr>
              <a:defRPr sz="1200"/>
            </a:pPr>
            <a:r>
              <a:t>D:/pasar_fix/node_modules/.bun/nanoid@3.3.12/node_modules/nanoid/non-secure/package.json</a:t>
            </a:r>
          </a:p>
          <a:p>
            <a:pPr>
              <a:defRPr sz="1200"/>
            </a:pPr>
            <a:r>
              <a:t>D:/pasar_fix/node_modules/.bun/nanoid@3.3.12/node_modules/nanoid/url-alphabet/index.cjs</a:t>
            </a:r>
          </a:p>
          <a:p>
            <a:pPr>
              <a:defRPr sz="1200"/>
            </a:pPr>
            <a:r>
              <a:t>D:/pasar_fix/node_modules/.bun/nanoid@3.3.12/node_modules/nanoid/url-alphabet/index.js</a:t>
            </a:r>
          </a:p>
          <a:p>
            <a:pPr>
              <a:defRPr sz="1200"/>
            </a:pPr>
            <a:r>
              <a:t>D:/pasar_fix/node_modules/.bun/nanoid@3.3.12/node_modules/nanoid/url-alphabet/package.json</a:t>
            </a:r>
          </a:p>
          <a:p>
            <a:pPr>
              <a:defRPr sz="1200"/>
            </a:pPr>
            <a:r>
              <a:t>D:/pasar_fix/node_modules/.bun/nanostores@0.11.4/node_modules/nanostores/index.d.ts</a:t>
            </a:r>
          </a:p>
          <a:p>
            <a:pPr>
              <a:defRPr sz="1200"/>
            </a:pPr>
            <a:r>
              <a:t>D:/pasar_fix/node_modules/.bun/nanostores@0.11.4/node_modules/nanostores/index.js</a:t>
            </a:r>
          </a:p>
          <a:p>
            <a:pPr>
              <a:defRPr sz="1200"/>
            </a:pPr>
            <a:r>
              <a:t>D:/pasar_fix/node_modules/.bun/nanostores@0.11.4/node_modules/nanostores/LICENSE</a:t>
            </a:r>
          </a:p>
          <a:p>
            <a:pPr>
              <a:defRPr sz="1200"/>
            </a:pPr>
            <a:r>
              <a:t>D:/pasar_fix/node_modules/.bun/nanostores@0.11.4/node_modules/nanostores/package.json</a:t>
            </a:r>
          </a:p>
          <a:p>
            <a:pPr>
              <a:defRPr sz="1200"/>
            </a:pPr>
            <a:r>
              <a:t>D:/pasar_fix/node_modules/.bun/nanostores@0.11.4/node_modules/nanostores/README.md</a:t>
            </a:r>
          </a:p>
          <a:p>
            <a:pPr>
              <a:defRPr sz="1200"/>
            </a:pPr>
            <a:r>
              <a:t>D:/pasar_fix/node_modules/.bun/nanostores@0.11.4/node_modules/nanostores/atom/index.d.ts</a:t>
            </a:r>
          </a:p>
          <a:p>
            <a:pPr>
              <a:defRPr sz="1200"/>
            </a:pPr>
            <a:r>
              <a:t>D:/pasar_fix/node_modules/.bun/nanostores@0.11.4/node_modules/nanostores/atom/index.js</a:t>
            </a:r>
          </a:p>
          <a:p>
            <a:pPr>
              <a:defRPr sz="1200"/>
            </a:pPr>
            <a:r>
              <a:t>D:/pasar_fix/node_modules/.bun/nanostores@0.11.4/node_modules/nanostores/clean-stores/index.d.ts</a:t>
            </a:r>
          </a:p>
          <a:p>
            <a:pPr>
              <a:defRPr sz="1200"/>
            </a:pPr>
            <a:r>
              <a:t>D:/pasar_fix/node_modules/.bun/nanostores@0.11.4/node_modules/nanostores/clean-stores/index.js</a:t>
            </a:r>
          </a:p>
          <a:p>
            <a:pPr>
              <a:defRPr sz="1200"/>
            </a:pPr>
            <a:r>
              <a:t>D:/pasar_fix/node_modules/.bun/nanostores@0.11.4/node_modules/nanostores/computed/index.d.ts</a:t>
            </a:r>
          </a:p>
          <a:p>
            <a:pPr>
              <a:defRPr sz="1200"/>
            </a:pPr>
            <a:r>
              <a:t>D:/pasar_fix/node_modules/.bun/nanostores@0.11.4/node_modules/nanostores/computed/index.js</a:t>
            </a:r>
          </a:p>
          <a:p>
            <a:pPr>
              <a:defRPr sz="1200"/>
            </a:pPr>
            <a:r>
              <a:t>D:/pasar_fix/node_modules/.bun/nanostores@0.11.4/node_modules/nanostores/deep-map/index.d.ts</a:t>
            </a:r>
          </a:p>
          <a:p>
            <a:pPr>
              <a:defRPr sz="1200"/>
            </a:pPr>
            <a:r>
              <a:t>D:/pasar_fix/node_modules/.bun/nanostores@0.11.4/node_modules/nanostores/deep-map/index.js</a:t>
            </a:r>
          </a:p>
          <a:p>
            <a:pPr>
              <a:defRPr sz="1200"/>
            </a:pPr>
            <a:r>
              <a:t>D:/pasar_fix/node_modules/.bun/nanostores@0.11.4/node_modules/nanostores/deep-map/path.d.ts</a:t>
            </a:r>
          </a:p>
          <a:p>
            <a:pPr>
              <a:defRPr sz="1200"/>
            </a:pPr>
            <a:r>
              <a:t>D:/pasar_fix/node_modules/.bun/nanostores@0.11.4/node_modules/nanostores/deep-map/path.js</a:t>
            </a:r>
          </a:p>
          <a:p>
            <a:pPr>
              <a:defRPr sz="1200"/>
            </a:pPr>
            <a:r>
              <a:t>D:/pasar_fix/node_modules/.bun/nanostores@0.11.4/node_modules/nanostores/keep-mount/index.d.ts</a:t>
            </a:r>
          </a:p>
          <a:p>
            <a:pPr>
              <a:defRPr sz="1200"/>
            </a:pPr>
            <a:r>
              <a:t>D:/pasar_fix/node_modules/.bun/nanostores@0.11.4/node_modules/nanostores/keep-mount/index.js</a:t>
            </a:r>
          </a:p>
          <a:p>
            <a:pPr>
              <a:defRPr sz="1200"/>
            </a:pPr>
            <a:r>
              <a:t>D:/pasar_fix/node_modules/.bun/nanostores@0.11.4/node_modules/nanostores/lifecycle/index.d.ts</a:t>
            </a:r>
          </a:p>
          <a:p>
            <a:pPr>
              <a:defRPr sz="1200"/>
            </a:pPr>
            <a:r>
              <a:t>D:/pasar_fix/node_modules/.bun/nanostores@0.11.4/node_modules/nanostores/lifecycle/index.js</a:t>
            </a:r>
          </a:p>
          <a:p>
            <a:pPr>
              <a:defRPr sz="1200"/>
            </a:pPr>
            <a:r>
              <a:t>D:/pasar_fix/node_modules/.bun/nanostores@0.11.4/node_modules/nanostores/listen-keys/index.d.ts</a:t>
            </a:r>
          </a:p>
          <a:p>
            <a:pPr>
              <a:defRPr sz="1200"/>
            </a:pPr>
            <a:r>
              <a:t>D:/pasar_fix/node_modules/.bun/nanostores@0.11.4/node_modules/nanostores/listen-keys/index.js</a:t>
            </a:r>
          </a:p>
          <a:p>
            <a:pPr>
              <a:defRPr sz="1200"/>
            </a:pPr>
            <a:r>
              <a:t>D:/pasar_fix/node_modules/.bun/nanostores@0.11.4/node_modules/nanostores/map/index.d.ts</a:t>
            </a:r>
          </a:p>
          <a:p>
            <a:pPr>
              <a:defRPr sz="1200"/>
            </a:pPr>
            <a:r>
              <a:t>D:/pasar_fix/node_modules/.bun/nanostores@0.11.4/node_modules/nanostores/map/index.js</a:t>
            </a:r>
          </a:p>
          <a:p>
            <a:pPr>
              <a:defRPr sz="1200"/>
            </a:pPr>
            <a:r>
              <a:t>D:/pasar_fix/node_modules/.bun/nanostores@0.11.4/node_modules/nanostores/map-creator/index.d.ts</a:t>
            </a:r>
          </a:p>
          <a:p>
            <a:pPr>
              <a:defRPr sz="1200"/>
            </a:pPr>
            <a:r>
              <a:t>D:/pasar_fix/node_modules/.bun/nanostores@0.11.4/node_modules/nanostores/map-creator/index.js</a:t>
            </a:r>
          </a:p>
          <a:p>
            <a:pPr>
              <a:defRPr sz="1200"/>
            </a:pPr>
            <a:r>
              <a:t>D:/pasar_fix/node_modules/.bun/nanostores@0.11.4/node_modules/nanostores/task/index.d.ts</a:t>
            </a:r>
          </a:p>
          <a:p>
            <a:pPr>
              <a:defRPr sz="1200"/>
            </a:pPr>
            <a:r>
              <a:t>D:/pasar_fix/node_modules/.bun/nanostores@0.11.4/node_modules/nanostores/task/index.js</a:t>
            </a:r>
          </a:p>
          <a:p>
            <a:pPr>
              <a:defRPr sz="1200"/>
            </a:pPr>
            <a:r>
              <a:t>D:/pasar_fix/node_modules/.bun/netmask@2.1.1/node_modules/netmask/CHANGELOG.md</a:t>
            </a:r>
          </a:p>
          <a:p>
            <a:pPr>
              <a:defRPr sz="1200"/>
            </a:pPr>
            <a:r>
              <a:t>D:/pasar_fix/node_modules/.bun/netmask@2.1.1/node_modules/netmask/LICENSE.md</a:t>
            </a:r>
          </a:p>
          <a:p>
            <a:pPr>
              <a:defRPr sz="1200"/>
            </a:pPr>
            <a:r>
              <a:t>D:/pasar_fix/node_modules/.bun/netmask@2.1.1/node_modules/netmask/package.json</a:t>
            </a:r>
          </a:p>
          <a:p>
            <a:pPr>
              <a:defRPr sz="1200"/>
            </a:pPr>
            <a:r>
              <a:t>D:/pasar_fix/node_modules/.bun/netmask@2.1.1/node_modules/netmask/README.md</a:t>
            </a:r>
          </a:p>
          <a:p>
            <a:pPr>
              <a:defRPr sz="1200"/>
            </a:pPr>
            <a:r>
              <a:t>D:/pasar_fix/node_modules/.bun/netmask@2.1.1/node_modules/netmask/dist/netmask.d.ts</a:t>
            </a:r>
          </a:p>
          <a:p>
            <a:pPr>
              <a:defRPr sz="1200"/>
            </a:pPr>
            <a:r>
              <a:t>D:/pasar_fix/node_modules/.bun/netmask@2.1.1/node_modules/netmask/dist/netmask.js</a:t>
            </a:r>
          </a:p>
          <a:p>
            <a:pPr>
              <a:defRPr sz="1200"/>
            </a:pPr>
            <a:r>
              <a:t>D:/pasar_fix/node_modules/.bun/netmask@2.1.1/node_modules/netmask/dist/netmask4.d.ts</a:t>
            </a:r>
          </a:p>
          <a:p>
            <a:pPr>
              <a:defRPr sz="1200"/>
            </a:pPr>
            <a:r>
              <a:t>D:/pasar_fix/node_modules/.bun/netmask@2.1.1/node_modules/netmask/dist/netmask4.js</a:t>
            </a:r>
          </a:p>
          <a:p>
            <a:pPr>
              <a:defRPr sz="1200"/>
            </a:pPr>
            <a:r>
              <a:t>D:/pasar_fix/node_modules/.bun/netmask@2.1.1/node_modules/netmask/dist/netmask6.d.ts</a:t>
            </a:r>
          </a:p>
          <a:p>
            <a:pPr>
              <a:defRPr sz="1200"/>
            </a:pPr>
            <a:r>
              <a:t>D:/pasar_fix/node_modules/.bun/netmask@2.1.1/node_modules/netmask/dist/netmask6.js</a:t>
            </a:r>
          </a:p>
          <a:p>
            <a:pPr>
              <a:defRPr sz="1200"/>
            </a:pPr>
            <a:r>
              <a:t>D:/pasar_fix/node_modules/.bun/nitropack@2.13.4+7a71f8b37000f34b/node_modules/.bin/esbuild.bunx</a:t>
            </a:r>
          </a:p>
          <a:p>
            <a:pPr>
              <a:defRPr sz="1200"/>
            </a:pPr>
            <a:r>
              <a:t>D:/pasar_fix/node_modules/.bun/nitropack@2.13.4+7a71f8b37000f34b/node_modules/.bin/esbuild.exe</a:t>
            </a:r>
          </a:p>
          <a:p>
            <a:pPr>
              <a:defRPr sz="1200"/>
            </a:pPr>
            <a:r>
              <a:t>D:/pasar_fix/node_modules/.bun/nitropack@2.13.4+7a71f8b37000f34b/node_modules/.bin/jiti.bunx</a:t>
            </a:r>
          </a:p>
          <a:p>
            <a:pPr>
              <a:defRPr sz="1200"/>
            </a:pPr>
            <a:r>
              <a:t>D:/pasar_fix/node_modules/.bun/nitropack@2.13.4+7a71f8b37000f34b/node_modules/.bin/jiti.exe</a:t>
            </a:r>
          </a:p>
          <a:p>
            <a:pPr>
              <a:defRPr sz="1200"/>
            </a:pPr>
            <a:r>
              <a:t>D:/pasar_fix/node_modules/.bun/nitropack@2.13.4+7a71f8b37000f34b/node_modules/.bin/listen.bunx</a:t>
            </a:r>
          </a:p>
          <a:p>
            <a:pPr>
              <a:defRPr sz="1200"/>
            </a:pPr>
            <a:r>
              <a:t>D:/pasar_fix/node_modules/.bun/nitropack@2.13.4+7a71f8b37000f34b/node_modules/.bin/listen.exe</a:t>
            </a:r>
          </a:p>
          <a:p>
            <a:pPr>
              <a:defRPr sz="1200"/>
            </a:pPr>
            <a:r>
              <a:t>D:/pasar_fix/node_modules/.bun/nitropack@2.13.4+7a71f8b37000f34b/node_modules/.bin/listhen.bunx</a:t>
            </a:r>
          </a:p>
          <a:p>
            <a:pPr>
              <a:defRPr sz="1200"/>
            </a:pPr>
            <a:r>
              <a:t>D:/pasar_fix/node_modules/.bun/nitropack@2.13.4+7a71f8b37000f34b/node_modules/.bin/listhen.exe</a:t>
            </a:r>
          </a:p>
          <a:p>
            <a:pPr>
              <a:defRPr sz="1200"/>
            </a:pPr>
            <a:r>
              <a:t>D:/pasar_fix/node_modules/.bun/nitropack@2.13.4+7a71f8b37000f34b/node_modules/.bin/mime.bunx</a:t>
            </a:r>
          </a:p>
          <a:p>
            <a:pPr>
              <a:defRPr sz="1200"/>
            </a:pPr>
            <a:r>
              <a:t>D:/pasar_fix/node_modules/.bun/nitropack@2.13.4+7a71f8b37000f34b/node_modules/.bin/mime.exe</a:t>
            </a:r>
          </a:p>
          <a:p>
            <a:pPr>
              <a:defRPr sz="1200"/>
            </a:pPr>
            <a:r>
              <a:t>D:/pasar_fix/node_modules/.bun/nitropack@2.13.4+7a71f8b37000f34b/node_modules/.bin/nft.bunx</a:t>
            </a:r>
          </a:p>
          <a:p>
            <a:pPr>
              <a:defRPr sz="1200"/>
            </a:pPr>
            <a:r>
              <a:t>D:/pasar_fix/node_modules/.bun/nitropack@2.13.4+7a71f8b37000f34b/node_modules/.bin/nft.exe</a:t>
            </a:r>
          </a:p>
          <a:p>
            <a:pPr>
              <a:defRPr sz="1200"/>
            </a:pPr>
            <a:r>
              <a:t>D:/pasar_fix/node_modules/.bun/nitropack@2.13.4+7a71f8b37000f34b/node_modules/.bin/nitro.bunx</a:t>
            </a:r>
          </a:p>
          <a:p>
            <a:pPr>
              <a:defRPr sz="1200"/>
            </a:pPr>
            <a:r>
              <a:t>D:/pasar_fix/node_modules/.bun/nitropack@2.13.4+7a71f8b37000f34b/node_modules/.bin/nitro.exe</a:t>
            </a:r>
          </a:p>
          <a:p>
            <a:pPr>
              <a:defRPr sz="1200"/>
            </a:pPr>
            <a:r>
              <a:t>D:/pasar_fix/node_modules/.bun/nitropack@2.13.4+7a71f8b37000f34b/node_modules/.bin/nitropack.bunx</a:t>
            </a:r>
          </a:p>
          <a:p>
            <a:pPr>
              <a:defRPr sz="1200"/>
            </a:pPr>
            <a:r>
              <a:t>D:/pasar_fix/node_modules/.bun/nitropack@2.13.4+7a71f8b37000f34b/node_modules/.bin/nitropack.exe</a:t>
            </a:r>
          </a:p>
          <a:p>
            <a:pPr>
              <a:defRPr sz="1200"/>
            </a:pPr>
            <a:r>
              <a:t>D:/pasar_fix/node_modules/.bun/nitropack@2.13.4+7a71f8b37000f34b/node_modules/.bin/rollup-plugin-visualizer.bunx</a:t>
            </a:r>
          </a:p>
          <a:p>
            <a:pPr>
              <a:defRPr sz="1200"/>
            </a:pPr>
            <a:r>
              <a:t>D:/pasar_fix/node_modules/.bun/nitropack@2.13.4+7a71f8b37000f34b/node_modules/.bin/rollup-plugin-visualizer.exe</a:t>
            </a:r>
          </a:p>
          <a:p>
            <a:pPr>
              <a:defRPr sz="1200"/>
            </a:pPr>
            <a:r>
              <a:t>D:/pasar_fix/node_modules/.bun/nitropack@2.13.4+7a71f8b37000f34b/node_modules/.bin/rollup.bunx</a:t>
            </a:r>
          </a:p>
          <a:p>
            <a:pPr>
              <a:defRPr sz="1200"/>
            </a:pPr>
            <a:r>
              <a:t>D:/pasar_fix/node_modules/.bun/nitropack@2.13.4+7a71f8b37000f34b/node_modules/.bin/rollup.exe</a:t>
            </a:r>
          </a:p>
          <a:p>
            <a:pPr>
              <a:defRPr sz="1200"/>
            </a:pPr>
            <a:r>
              <a:t>D:/pasar_fix/node_modules/.bun/nitropack@2.13.4+7a71f8b37000f34b/node_modules/.bin/semver.bunx</a:t>
            </a:r>
          </a:p>
          <a:p>
            <a:pPr>
              <a:defRPr sz="1200"/>
            </a:pPr>
            <a:r>
              <a:t>D:/pasar_fix/node_modules/.bun/nitropack@2.13.4+7a71f8b37000f34b/node_modules/.bin/semver.exe</a:t>
            </a:r>
          </a:p>
          <a:p>
            <a:pPr>
              <a:defRPr sz="1200"/>
            </a:pPr>
            <a:r>
              <a:t>D:/pasar_fix/node_modules/.bun/nitropack@2.13.4+7a71f8b37000f34b/node_modules/.bin/untyped.bunx</a:t>
            </a:r>
          </a:p>
          <a:p>
            <a:pPr>
              <a:defRPr sz="1200"/>
            </a:pPr>
            <a:r>
              <a:t>D:/pasar_fix/node_modules/.bun/nitropack@2.13.4+7a71f8b37000f34b/node_modules/.bin/untyped.exe</a:t>
            </a:r>
          </a:p>
          <a:p>
            <a:pPr>
              <a:defRPr sz="1200"/>
            </a:pPr>
            <a:r>
              <a:t>D:/pasar_fix/node_modules/.bun/nitropack@2.13.4+7a71f8b37000f34b/node_modules/nitropack/cli.d.ts</a:t>
            </a:r>
          </a:p>
          <a:p>
            <a:pPr>
              <a:defRPr sz="1200"/>
            </a:pPr>
            <a:r>
              <a:t>D:/pasar_fix/node_modules/.bun/nitropack@2.13.4+7a71f8b37000f34b/node_modules/nitropack/config.d.ts</a:t>
            </a:r>
          </a:p>
          <a:p>
            <a:pPr>
              <a:defRPr sz="1200"/>
            </a:pPr>
            <a:r>
              <a:t>D:/pasar_fix/node_modules/.bun/nitropack@2.13.4+7a71f8b37000f34b/node_modules/nitropack/core.d.ts</a:t>
            </a:r>
          </a:p>
          <a:p>
            <a:pPr>
              <a:defRPr sz="1200"/>
            </a:pPr>
            <a:r>
              <a:t>D:/pasar_fix/node_modules/.bun/nitropack@2.13.4+7a71f8b37000f34b/node_modules/nitropack/kit.d.ts</a:t>
            </a:r>
          </a:p>
          <a:p>
            <a:pPr>
              <a:defRPr sz="1200"/>
            </a:pPr>
            <a:r>
              <a:t>D:/pasar_fix/node_modules/.bun/nitropack@2.13.4+7a71f8b37000f34b/node_modules/nitropack/LICENSE</a:t>
            </a:r>
          </a:p>
          <a:p>
            <a:pPr>
              <a:defRPr sz="1200"/>
            </a:pPr>
            <a:r>
              <a:t>D:/pasar_fix/node_modules/.bun/nitropack@2.13.4+7a71f8b37000f34b/node_modules/nitropack/meta.d.ts</a:t>
            </a:r>
          </a:p>
          <a:p>
            <a:pPr>
              <a:defRPr sz="1200"/>
            </a:pPr>
            <a:r>
              <a:t>D:/pasar_fix/node_modules/.bun/nitropack@2.13.4+7a71f8b37000f34b/node_modules/nitropack/package.json</a:t>
            </a:r>
          </a:p>
          <a:p>
            <a:pPr>
              <a:defRPr sz="1200"/>
            </a:pPr>
            <a:r>
              <a:t>D:/pasar_fix/node_modules/.bun/nitropack@2.13.4+7a71f8b37000f34b/node_modules/nitropack/presets.d.ts</a:t>
            </a:r>
          </a:p>
          <a:p>
            <a:pPr>
              <a:defRPr sz="1200"/>
            </a:pPr>
            <a:r>
              <a:t>D:/pasar_fix/node_modules/.bun/nitropack@2.13.4+7a71f8b37000f34b/node_modules/nitropack/README.md</a:t>
            </a:r>
          </a:p>
          <a:p>
            <a:pPr>
              <a:defRPr sz="1200"/>
            </a:pPr>
            <a:r>
              <a:t>D:/pasar_fix/node_modules/.bun/nitropack@2.13.4+7a71f8b37000f34b/node_modules/nitropack/rollup.d.ts</a:t>
            </a:r>
          </a:p>
          <a:p>
            <a:pPr>
              <a:defRPr sz="1200"/>
            </a:pPr>
            <a:r>
              <a:t>D:/pasar_fix/node_modules/.bun/nitropack@2.13.4+7a71f8b37000f34b/node_modules/nitropack/runtime-meta.d.ts</a:t>
            </a:r>
          </a:p>
          <a:p>
            <a:pPr>
              <a:defRPr sz="1200"/>
            </a:pPr>
            <a:r>
              <a:t>D:/pasar_fix/node_modules/.bun/nitropack@2.13.4+7a71f8b37000f34b/node_modules/nitropack/runtime-meta.mjs</a:t>
            </a:r>
          </a:p>
          <a:p>
            <a:pPr>
              <a:defRPr sz="1200"/>
            </a:pPr>
            <a:r>
              <a:t>D:/pasar_fix/node_modules/.bun/nitropack@2.13.4+7a71f8b37000f34b/node_modules/nitropack/runtime.d.ts</a:t>
            </a:r>
          </a:p>
          <a:p>
            <a:pPr>
              <a:defRPr sz="1200"/>
            </a:pPr>
            <a:r>
              <a:t>D:/pasar_fix/node_modules/.bun/nitropack@2.13.4+7a71f8b37000f34b/node_modules/nitropack/types.d.ts</a:t>
            </a:r>
          </a:p>
          <a:p>
            <a:pPr>
              <a:defRPr sz="1200"/>
            </a:pPr>
            <a:r>
              <a:t>D:/pasar_fix/node_modules/.bun/nitropack@2.13.4+7a71f8b37000f34b/node_modules/nitropack/dist/cli/build.mjs</a:t>
            </a:r>
          </a:p>
          <a:p>
            <a:pPr>
              <a:defRPr sz="1200"/>
            </a:pPr>
            <a:r>
              <a:t>D:/pasar_fix/node_modules/.bun/nitropack@2.13.4+7a71f8b37000f34b/node_modules/nitropack/dist/cli/common.mjs</a:t>
            </a:r>
          </a:p>
          <a:p>
            <a:pPr>
              <a:defRPr sz="1200"/>
            </a:pPr>
            <a:r>
              <a:t>D:/pasar_fix/node_modules/.bun/nitropack@2.13.4+7a71f8b37000f34b/node_modules/nitropack/dist/cli/dev.mjs</a:t>
            </a:r>
          </a:p>
          <a:p>
            <a:pPr>
              <a:defRPr sz="1200"/>
            </a:pPr>
            <a:r>
              <a:t>D:/pasar_fix/node_modules/.bun/nitropack@2.13.4+7a71f8b37000f34b/node_modules/nitropack/dist/cli/index.d.mts</a:t>
            </a:r>
          </a:p>
          <a:p>
            <a:pPr>
              <a:defRPr sz="1200"/>
            </a:pPr>
            <a:r>
              <a:t>D:/pasar_fix/node_modules/.bun/nitropack@2.13.4+7a71f8b37000f34b/node_modules/nitropack/dist/cli/index.d.ts</a:t>
            </a:r>
          </a:p>
          <a:p>
            <a:pPr>
              <a:defRPr sz="1200"/>
            </a:pPr>
            <a:r>
              <a:t>D:/pasar_fix/node_modules/.bun/nitropack@2.13.4+7a71f8b37000f34b/node_modules/nitropack/dist/cli/index.mjs</a:t>
            </a:r>
          </a:p>
          <a:p>
            <a:pPr>
              <a:defRPr sz="1200"/>
            </a:pPr>
            <a:r>
              <a:t>D:/pasar_fix/node_modules/.bun/nitropack@2.13.4+7a71f8b37000f34b/node_modules/nitropack/dist/cli/index2.mjs</a:t>
            </a:r>
          </a:p>
          <a:p>
            <a:pPr>
              <a:defRPr sz="1200"/>
            </a:pPr>
            <a:r>
              <a:t>D:/pasar_fix/node_modules/.bun/nitropack@2.13.4+7a71f8b37000f34b/node_modules/nitropack/dist/cli/list.mjs</a:t>
            </a:r>
          </a:p>
          <a:p>
            <a:pPr>
              <a:defRPr sz="1200"/>
            </a:pPr>
            <a:r>
              <a:t>D:/pasar_fix/node_modules/.bun/nitropack@2.13.4+7a71f8b37000f34b/node_modules/nitropack/dist/cli/prepare.mjs</a:t>
            </a:r>
          </a:p>
          <a:p>
            <a:pPr>
              <a:defRPr sz="1200"/>
            </a:pPr>
            <a:r>
              <a:t>D:/pasar_fix/node_modules/.bun/nitropack@2.13.4+7a71f8b37000f34b/node_modules/nitropack/dist/cli/run.mjs</a:t>
            </a:r>
          </a:p>
          <a:p>
            <a:pPr>
              <a:defRPr sz="1200"/>
            </a:pPr>
            <a:r>
              <a:t>D:/pasar_fix/node_modules/.bun/nitropack@2.13.4+7a71f8b37000f34b/node_modules/nitropack/dist/config/index.d.mts</a:t>
            </a:r>
          </a:p>
          <a:p>
            <a:pPr>
              <a:defRPr sz="1200"/>
            </a:pPr>
            <a:r>
              <a:t>D:/pasar_fix/node_modules/.bun/nitropack@2.13.4+7a71f8b37000f34b/node_modules/nitropack/dist/config/index.d.ts</a:t>
            </a:r>
          </a:p>
          <a:p>
            <a:pPr>
              <a:defRPr sz="1200"/>
            </a:pPr>
            <a:r>
              <a:t>D:/pasar_fix/node_modules/.bun/nitropack@2.13.4+7a71f8b37000f34b/node_modules/nitropack/dist/config/index.mjs</a:t>
            </a:r>
          </a:p>
          <a:p>
            <a:pPr>
              <a:defRPr sz="1200"/>
            </a:pPr>
            <a:r>
              <a:t>D:/pasar_fix/node_modules/.bun/nitropack@2.13.4+7a71f8b37000f34b/node_modules/nitropack/dist/core/index.d.mts</a:t>
            </a:r>
          </a:p>
          <a:p>
            <a:pPr>
              <a:defRPr sz="1200"/>
            </a:pPr>
            <a:r>
              <a:t>D:/pasar_fix/node_modules/.bun/nitropack@2.13.4+7a71f8b37000f34b/node_modules/nitropack/dist/core/index.d.ts</a:t>
            </a:r>
          </a:p>
          <a:p>
            <a:pPr>
              <a:defRPr sz="1200"/>
            </a:pPr>
            <a:r>
              <a:t>D:/pasar_fix/node_modules/.bun/nitropack@2.13.4+7a71f8b37000f34b/node_modules/nitropack/dist/core/index.mjs</a:t>
            </a:r>
          </a:p>
          <a:p>
            <a:pPr>
              <a:defRPr sz="1200"/>
            </a:pPr>
            <a:r>
              <a:t>D:/pasar_fix/node_modules/.bun/nitropack@2.13.4+7a71f8b37000f34b/node_modules/nitropack/dist/kit/index.d.mts</a:t>
            </a:r>
          </a:p>
          <a:p>
            <a:pPr>
              <a:defRPr sz="1200"/>
            </a:pPr>
            <a:r>
              <a:t>D:/pasar_fix/node_modules/.bun/nitropack@2.13.4+7a71f8b37000f34b/node_modules/nitropack/dist/kit/index.d.ts</a:t>
            </a:r>
          </a:p>
          <a:p>
            <a:pPr>
              <a:defRPr sz="1200"/>
            </a:pPr>
            <a:r>
              <a:t>D:/pasar_fix/node_modules/.bun/nitropack@2.13.4+7a71f8b37000f34b/node_modules/nitropack/dist/kit/index.mjs</a:t>
            </a:r>
          </a:p>
          <a:p>
            <a:pPr>
              <a:defRPr sz="1200"/>
            </a:pPr>
            <a:r>
              <a:t>D:/pasar_fix/node_modules/.bun/nitropack@2.13.4+7a71f8b37000f34b/node_modules/nitropack/dist/meta/index.d.mts</a:t>
            </a:r>
          </a:p>
          <a:p>
            <a:pPr>
              <a:defRPr sz="1200"/>
            </a:pPr>
            <a:r>
              <a:t>D:/pasar_fix/node_modules/.bun/nitropack@2.13.4+7a71f8b37000f34b/node_modules/nitropack/dist/meta/index.d.ts</a:t>
            </a:r>
          </a:p>
          <a:p>
            <a:pPr>
              <a:defRPr sz="1200"/>
            </a:pPr>
            <a:r>
              <a:t>D:/pasar_fix/node_modules/.bun/nitropack@2.13.4+7a71f8b37000f34b/node_modules/nitropack/dist/meta/index.mjs</a:t>
            </a:r>
          </a:p>
          <a:p>
            <a:pPr>
              <a:defRPr sz="1200"/>
            </a:pPr>
            <a:r>
              <a:t>D:/pasar_fix/node_modules/.bun/nitropack@2.13.4+7a71f8b37000f34b/node_modules/nitropack/dist/presets/index.d.mts</a:t>
            </a:r>
          </a:p>
          <a:p>
            <a:pPr>
              <a:defRPr sz="1200"/>
            </a:pPr>
            <a:r>
              <a:t>D:/pasar_fix/node_modules/.bun/nitropack@2.13.4+7a71f8b37000f34b/node_modules/nitropack/dist/presets/index.d.ts</a:t>
            </a:r>
          </a:p>
          <a:p>
            <a:pPr>
              <a:defRPr sz="1200"/>
            </a:pPr>
            <a:r>
              <a:t>D:/pasar_fix/node_modules/.bun/nitropack@2.13.4+7a71f8b37000f34b/node_modules/nitropack/dist/presets/index.mjs</a:t>
            </a:r>
          </a:p>
          <a:p>
            <a:pPr>
              <a:defRPr sz="1200"/>
            </a:pPr>
            <a:r>
              <a:t>D:/pasar_fix/node_modules/.bun/nitropack@2.13.4+7a71f8b37000f34b/node_modules/nitropack/dist/presets/_all.gen.d.ts</a:t>
            </a:r>
          </a:p>
          <a:p>
            <a:pPr>
              <a:defRPr sz="1200"/>
            </a:pPr>
            <a:r>
              <a:t>D:/pasar_fix/node_modules/.bun/nitropack@2.13.4+7a71f8b37000f34b/node_modules/nitropack/dist/presets/_all.gen.mjs</a:t>
            </a:r>
          </a:p>
          <a:p>
            <a:pPr>
              <a:defRPr sz="1200"/>
            </a:pPr>
            <a:r>
              <a:t>D:/pasar_fix/node_modules/.bun/nitropack@2.13.4+7a71f8b37000f34b/node_modules/nitropack/dist/presets/_resolve.d.ts</a:t>
            </a:r>
          </a:p>
          <a:p>
            <a:pPr>
              <a:defRPr sz="1200"/>
            </a:pPr>
            <a:r>
              <a:t>D:/pasar_fix/node_modules/.bun/nitropack@2.13.4+7a71f8b37000f34b/node_modules/nitropack/dist/presets/_resolve.mjs</a:t>
            </a:r>
          </a:p>
          <a:p>
            <a:pPr>
              <a:defRPr sz="1200"/>
            </a:pPr>
            <a:r>
              <a:t>D:/pasar_fix/node_modules/.bun/nitropack@2.13.4+7a71f8b37000f34b/node_modules/nitropack/dist/presets/_types.gen.d.ts</a:t>
            </a:r>
          </a:p>
          <a:p>
            <a:pPr>
              <a:defRPr sz="1200"/>
            </a:pPr>
            <a:r>
              <a:t>D:/pasar_fix/node_modules/.bun/nitropack@2.13.4+7a71f8b37000f34b/node_modules/nitropack/dist/presets/_types.gen.mjs</a:t>
            </a:r>
          </a:p>
          <a:p>
            <a:pPr>
              <a:defRPr sz="1200"/>
            </a:pPr>
            <a:r>
              <a:t>D:/pasar_fix/node_modules/.bun/nitropack@2.13.4+7a71f8b37000f34b/node_modules/nitropack/dist/presets/alwaysdata/preset.d.ts</a:t>
            </a:r>
          </a:p>
          <a:p>
            <a:pPr>
              <a:defRPr sz="1200"/>
            </a:pPr>
            <a:r>
              <a:t>D:/pasar_fix/node_modules/.bun/nitropack@2.13.4+7a71f8b37000f34b/node_modules/nitropack/dist/presets/alwaysdata/preset.mjs</a:t>
            </a:r>
          </a:p>
          <a:p>
            <a:pPr>
              <a:defRPr sz="1200"/>
            </a:pPr>
            <a:r>
              <a:t>D:/pasar_fix/node_modules/.bun/nitropack@2.13.4+7a71f8b37000f34b/node_modules/nitropack/dist/presets/aws-amplify/preset.d.ts</a:t>
            </a:r>
          </a:p>
          <a:p>
            <a:pPr>
              <a:defRPr sz="1200"/>
            </a:pPr>
            <a:r>
              <a:t>D:/pasar_fix/node_modules/.bun/nitropack@2.13.4+7a71f8b37000f34b/node_modules/nitropack/dist/presets/aws-amplify/preset.mjs</a:t>
            </a:r>
          </a:p>
          <a:p>
            <a:pPr>
              <a:defRPr sz="1200"/>
            </a:pPr>
            <a:r>
              <a:t>D:/pasar_fix/node_modules/.bun/nitropack@2.13.4+7a71f8b37000f34b/node_modules/nitropack/dist/presets/aws-amplify/types.d.ts</a:t>
            </a:r>
          </a:p>
          <a:p>
            <a:pPr>
              <a:defRPr sz="1200"/>
            </a:pPr>
            <a:r>
              <a:t>D:/pasar_fix/node_modules/.bun/nitropack@2.13.4+7a71f8b37000f34b/node_modules/nitropack/dist/presets/aws-amplify/types.mjs</a:t>
            </a:r>
          </a:p>
          <a:p>
            <a:pPr>
              <a:defRPr sz="1200"/>
            </a:pPr>
            <a:r>
              <a:t>D:/pasar_fix/node_modules/.bun/nitropack@2.13.4+7a71f8b37000f34b/node_modules/nitropack/dist/presets/aws-amplify/utils.d.ts</a:t>
            </a:r>
          </a:p>
          <a:p>
            <a:pPr>
              <a:defRPr sz="1200"/>
            </a:pPr>
            <a:r>
              <a:t>D:/pasar_fix/node_modules/.bun/nitropack@2.13.4+7a71f8b37000f34b/node_modules/nitropack/dist/presets/aws-amplify/utils.mjs</a:t>
            </a:r>
          </a:p>
          <a:p>
            <a:pPr>
              <a:defRPr sz="1200"/>
            </a:pPr>
            <a:r>
              <a:t>D:/pasar_fix/node_modules/.bun/nitropack@2.13.4+7a71f8b37000f34b/node_modules/nitropack/dist/presets/aws-amplify/runtime/aws-amplify.d.ts</a:t>
            </a:r>
          </a:p>
          <a:p>
            <a:pPr>
              <a:defRPr sz="1200"/>
            </a:pPr>
            <a:r>
              <a:t>D:/pasar_fix/node_modules/.bun/nitropack@2.13.4+7a71f8b37000f34b/node_modules/nitropack/dist/presets/aws-amplify/runtime/aws-amplify.mjs</a:t>
            </a:r>
          </a:p>
          <a:p>
            <a:pPr>
              <a:defRPr sz="1200"/>
            </a:pPr>
            <a:r>
              <a:t>D:/pasar_fix/node_modules/.bun/nitropack@2.13.4+7a71f8b37000f34b/node_modules/nitropack/dist/presets/aws-lambda/preset.d.ts</a:t>
            </a:r>
          </a:p>
          <a:p>
            <a:pPr>
              <a:defRPr sz="1200"/>
            </a:pPr>
            <a:r>
              <a:t>D:/pasar_fix/node_modules/.bun/nitropack@2.13.4+7a71f8b37000f34b/node_modules/nitropack/dist/presets/aws-lambda/preset.mjs</a:t>
            </a:r>
          </a:p>
          <a:p>
            <a:pPr>
              <a:defRPr sz="1200"/>
            </a:pPr>
            <a:r>
              <a:t>D:/pasar_fix/node_modules/.bun/nitropack@2.13.4+7a71f8b37000f34b/node_modules/nitropack/dist/presets/aws-lambda/types.d.ts</a:t>
            </a:r>
          </a:p>
          <a:p>
            <a:pPr>
              <a:defRPr sz="1200"/>
            </a:pPr>
            <a:r>
              <a:t>D:/pasar_fix/node_modules/.bun/nitropack@2.13.4+7a71f8b37000f34b/node_modules/nitropack/dist/presets/aws-lambda/types.mjs</a:t>
            </a:r>
          </a:p>
          <a:p>
            <a:pPr>
              <a:defRPr sz="1200"/>
            </a:pPr>
            <a:r>
              <a:t>D:/pasar_fix/node_modules/.bun/nitropack@2.13.4+7a71f8b37000f34b/node_modules/nitropack/dist/presets/aws-lambda/runtime/aws-lambda-streaming.d.ts</a:t>
            </a:r>
          </a:p>
          <a:p>
            <a:pPr>
              <a:defRPr sz="1200"/>
            </a:pPr>
            <a:r>
              <a:t>D:/pasar_fix/node_modules/.bun/nitropack@2.13.4+7a71f8b37000f34b/node_modules/nitropack/dist/presets/aws-lambda/runtime/aws-lambda-streaming.mjs</a:t>
            </a:r>
          </a:p>
          <a:p>
            <a:pPr>
              <a:defRPr sz="1200"/>
            </a:pPr>
            <a:r>
              <a:t>D:/pasar_fix/node_modules/.bun/nitropack@2.13.4+7a71f8b37000f34b/node_modules/nitropack/dist/presets/aws-lambda/runtime/aws-lambda.d.ts</a:t>
            </a:r>
          </a:p>
          <a:p>
            <a:pPr>
              <a:defRPr sz="1200"/>
            </a:pPr>
            <a:r>
              <a:t>D:/pasar_fix/node_modules/.bun/nitropack@2.13.4+7a71f8b37000f34b/node_modules/nitropack/dist/presets/aws-lambda/runtime/aws-lambda.mjs</a:t>
            </a:r>
          </a:p>
          <a:p>
            <a:pPr>
              <a:defRPr sz="1200"/>
            </a:pPr>
            <a:r>
              <a:t>D:/pasar_fix/node_modules/.bun/nitropack@2.13.4+7a71f8b37000f34b/node_modules/nitropack/dist/presets/azure/preset.d.ts</a:t>
            </a:r>
          </a:p>
          <a:p>
            <a:pPr>
              <a:defRPr sz="1200"/>
            </a:pPr>
            <a:r>
              <a:t>D:/pasar_fix/node_modules/.bun/nitropack@2.13.4+7a71f8b37000f34b/node_modules/nitropack/dist/presets/azure/preset.mjs</a:t>
            </a:r>
          </a:p>
          <a:p>
            <a:pPr>
              <a:defRPr sz="1200"/>
            </a:pPr>
            <a:r>
              <a:t>D:/pasar_fix/node_modules/.bun/nitropack@2.13.4+7a71f8b37000f34b/node_modules/nitropack/dist/presets/azure/types.d.ts</a:t>
            </a:r>
          </a:p>
          <a:p>
            <a:pPr>
              <a:defRPr sz="1200"/>
            </a:pPr>
            <a:r>
              <a:t>D:/pasar_fix/node_modules/.bun/nitropack@2.13.4+7a71f8b37000f34b/node_modules/nitropack/dist/presets/azure/types.mjs</a:t>
            </a:r>
          </a:p>
          <a:p>
            <a:pPr>
              <a:defRPr sz="1200"/>
            </a:pPr>
            <a:r>
              <a:t>D:/pasar_fix/node_modules/.bun/nitropack@2.13.4+7a71f8b37000f34b/node_modules/nitropack/dist/presets/azure/utils.d.ts</a:t>
            </a:r>
          </a:p>
          <a:p>
            <a:pPr>
              <a:defRPr sz="1200"/>
            </a:pPr>
            <a:r>
              <a:t>D:/pasar_fix/node_modules/.bun/nitropack@2.13.4+7a71f8b37000f34b/node_modules/nitropack/dist/presets/azure/utils.mjs</a:t>
            </a:r>
          </a:p>
          <a:p>
            <a:pPr>
              <a:defRPr sz="1200"/>
            </a:pPr>
            <a:r>
              <a:t>D:/pasar_fix/node_modules/.bun/nitropack@2.13.4+7a71f8b37000f34b/node_modules/nitropack/dist/presets/azure/runtime/azure-functions.d.ts</a:t>
            </a:r>
          </a:p>
          <a:p>
            <a:pPr>
              <a:defRPr sz="1200"/>
            </a:pPr>
            <a:r>
              <a:t>D:/pasar_fix/node_modules/.bun/nitropack@2.13.4+7a71f8b37000f34b/node_modules/nitropack/dist/presets/azure/runtime/azure-functions.mjs</a:t>
            </a:r>
          </a:p>
          <a:p>
            <a:pPr>
              <a:defRPr sz="1200"/>
            </a:pPr>
            <a:r>
              <a:t>D:/pasar_fix/node_modules/.bun/nitropack@2.13.4+7a71f8b37000f34b/node_modules/nitropack/dist/presets/azure/runtime/azure-swa.d.ts</a:t>
            </a:r>
          </a:p>
          <a:p>
            <a:pPr>
              <a:defRPr sz="1200"/>
            </a:pPr>
            <a:r>
              <a:t>D:/pasar_fix/node_modules/.bun/nitropack@2.13.4+7a71f8b37000f34b/node_modules/nitropack/dist/presets/azure/runtime/azure-swa.mjs</a:t>
            </a:r>
          </a:p>
          <a:p>
            <a:pPr>
              <a:defRPr sz="1200"/>
            </a:pPr>
            <a:r>
              <a:t>D:/pasar_fix/node_modules/.bun/nitropack@2.13.4+7a71f8b37000f34b/node_modules/nitropack/dist/presets/bun/preset.d.ts</a:t>
            </a:r>
          </a:p>
          <a:p>
            <a:pPr>
              <a:defRPr sz="1200"/>
            </a:pPr>
            <a:r>
              <a:t>D:/pasar_fix/node_modules/.bun/nitropack@2.13.4+7a71f8b37000f34b/node_modules/nitropack/dist/presets/bun/preset.mjs</a:t>
            </a:r>
          </a:p>
          <a:p>
            <a:pPr>
              <a:defRPr sz="1200"/>
            </a:pPr>
            <a:r>
              <a:t>D:/pasar_fix/node_modules/.bun/nitropack@2.13.4+7a71f8b37000f34b/node_modules/nitropack/dist/presets/bun/runtime/bun.d.ts</a:t>
            </a:r>
          </a:p>
          <a:p>
            <a:pPr>
              <a:defRPr sz="1200"/>
            </a:pPr>
            <a:r>
              <a:t>D:/pasar_fix/node_modules/.bun/nitropack@2.13.4+7a71f8b37000f34b/node_modules/nitropack/dist/presets/bun/runtime/bun.mjs</a:t>
            </a:r>
          </a:p>
          <a:p>
            <a:pPr>
              <a:defRPr sz="1200"/>
            </a:pPr>
            <a:r>
              <a:t>D:/pasar_fix/node_modules/.bun/nitropack@2.13.4+7a71f8b37000f34b/node_modules/nitropack/dist/presets/cleavr/preset.d.ts</a:t>
            </a:r>
          </a:p>
          <a:p>
            <a:pPr>
              <a:defRPr sz="1200"/>
            </a:pPr>
            <a:r>
              <a:t>D:/pasar_fix/node_modules/.bun/nitropack@2.13.4+7a71f8b37000f34b/node_modules/nitropack/dist/presets/cleavr/preset.mjs</a:t>
            </a:r>
          </a:p>
          <a:p>
            <a:pPr>
              <a:defRPr sz="1200"/>
            </a:pPr>
            <a:r>
              <a:t>D:/pasar_fix/node_modules/.bun/nitropack@2.13.4+7a71f8b37000f34b/node_modules/nitropack/dist/presets/cloudflare/dev.d.ts</a:t>
            </a:r>
          </a:p>
          <a:p>
            <a:pPr>
              <a:defRPr sz="1200"/>
            </a:pPr>
            <a:r>
              <a:t>D:/pasar_fix/node_modules/.bun/nitropack@2.13.4+7a71f8b37000f34b/node_modules/nitropack/dist/presets/cloudflare/dev.mjs</a:t>
            </a:r>
          </a:p>
          <a:p>
            <a:pPr>
              <a:defRPr sz="1200"/>
            </a:pPr>
            <a:r>
              <a:t>D:/pasar_fix/node_modules/.bun/nitropack@2.13.4+7a71f8b37000f34b/node_modules/nitropack/dist/presets/cloudflare/preset-legacy.d.ts</a:t>
            </a:r>
          </a:p>
          <a:p>
            <a:pPr>
              <a:defRPr sz="1200"/>
            </a:pPr>
            <a:r>
              <a:t>D:/pasar_fix/node_modules/.bun/nitropack@2.13.4+7a71f8b37000f34b/node_modules/nitropack/dist/presets/cloudflare/preset-legacy.mjs</a:t>
            </a:r>
          </a:p>
          <a:p>
            <a:pPr>
              <a:defRPr sz="1200"/>
            </a:pPr>
            <a:r>
              <a:t>D:/pasar_fix/node_modules/.bun/nitropack@2.13.4+7a71f8b37000f34b/node_modules/nitropack/dist/presets/cloudflare/preset.d.ts</a:t>
            </a:r>
          </a:p>
          <a:p>
            <a:pPr>
              <a:defRPr sz="1200"/>
            </a:pPr>
            <a:r>
              <a:t>D:/pasar_fix/node_modules/.bun/nitropack@2.13.4+7a71f8b37000f34b/node_modules/nitropack/dist/presets/cloudflare/preset.mjs</a:t>
            </a:r>
          </a:p>
          <a:p>
            <a:pPr>
              <a:defRPr sz="1200"/>
            </a:pPr>
            <a:r>
              <a:t>D:/pasar_fix/node_modules/.bun/nitropack@2.13.4+7a71f8b37000f34b/node_modules/nitropack/dist/presets/cloudflare/types.d.ts</a:t>
            </a:r>
          </a:p>
          <a:p>
            <a:pPr>
              <a:defRPr sz="1200"/>
            </a:pPr>
            <a:r>
              <a:t>D:/pasar_fix/node_modules/.bun/nitropack@2.13.4+7a71f8b37000f34b/node_modules/nitropack/dist/presets/cloudflare/types.mjs</a:t>
            </a:r>
          </a:p>
          <a:p>
            <a:pPr>
              <a:defRPr sz="1200"/>
            </a:pPr>
            <a:r>
              <a:t>D:/pasar_fix/node_modules/.bun/nitropack@2.13.4+7a71f8b37000f34b/node_modules/nitropack/dist/presets/cloudflare/utils.d.ts</a:t>
            </a:r>
          </a:p>
          <a:p>
            <a:pPr>
              <a:defRPr sz="1200"/>
            </a:pPr>
            <a:r>
              <a:t>D:/pasar_fix/node_modules/.bun/nitropack@2.13.4+7a71f8b37000f34b/node_modules/nitropack/dist/presets/cloudflare/utils.mjs</a:t>
            </a:r>
          </a:p>
          <a:p>
            <a:pPr>
              <a:defRPr sz="1200"/>
            </a:pPr>
            <a:r>
              <a:t>D:/pasar_fix/node_modules/.bun/nitropack@2.13.4+7a71f8b37000f34b/node_modules/nitropack/dist/presets/cloudflare/runtime/cloudflare-durable.d.ts</a:t>
            </a:r>
          </a:p>
          <a:p>
            <a:pPr>
              <a:defRPr sz="1200"/>
            </a:pPr>
            <a:r>
              <a:t>D:/pasar_fix/node_modules/.bun/nitropack@2.13.4+7a71f8b37000f34b/node_modules/nitropack/dist/presets/cloudflare/runtime/cloudflare-durable.mjs</a:t>
            </a:r>
          </a:p>
          <a:p>
            <a:pPr>
              <a:defRPr sz="1200"/>
            </a:pPr>
            <a:r>
              <a:t>D:/pasar_fix/node_modules/.bun/nitropack@2.13.4+7a71f8b37000f34b/node_modules/nitropack/dist/presets/cloudflare/runtime/cloudflare-module-legacy.d.ts</a:t>
            </a:r>
          </a:p>
          <a:p>
            <a:pPr>
              <a:defRPr sz="1200"/>
            </a:pPr>
            <a:r>
              <a:t>D:/pasar_fix/node_modules/.bun/nitropack@2.13.4+7a71f8b37000f34b/node_modules/nitropack/dist/presets/cloudflare/runtime/cloudflare-module-legacy.mjs</a:t>
            </a:r>
          </a:p>
          <a:p>
            <a:pPr>
              <a:defRPr sz="1200"/>
            </a:pPr>
            <a:r>
              <a:t>D:/pasar_fix/node_modules/.bun/nitropack@2.13.4+7a71f8b37000f34b/node_modules/nitropack/dist/presets/cloudflare/runtime/cloudflare-module.d.ts</a:t>
            </a:r>
          </a:p>
          <a:p>
            <a:pPr>
              <a:defRPr sz="1200"/>
            </a:pPr>
            <a:r>
              <a:t>D:/pasar_fix/node_modules/.bun/nitropack@2.13.4+7a71f8b37000f34b/node_modules/nitropack/dist/presets/cloudflare/runtime/cloudflare-module.mjs</a:t>
            </a:r>
          </a:p>
          <a:p>
            <a:pPr>
              <a:defRPr sz="1200"/>
            </a:pPr>
            <a:r>
              <a:t>D:/pasar_fix/node_modules/.bun/nitropack@2.13.4+7a71f8b37000f34b/node_modules/nitropack/dist/presets/cloudflare/runtime/cloudflare-pages.d.ts</a:t>
            </a:r>
          </a:p>
          <a:p>
            <a:pPr>
              <a:defRPr sz="1200"/>
            </a:pPr>
            <a:r>
              <a:t>D:/pasar_fix/node_modules/.bun/nitropack@2.13.4+7a71f8b37000f34b/node_modules/nitropack/dist/presets/cloudflare/runtime/cloudflare-pages.mjs</a:t>
            </a:r>
          </a:p>
          <a:p>
            <a:pPr>
              <a:defRPr sz="1200"/>
            </a:pPr>
            <a:r>
              <a:t>D:/pasar_fix/node_modules/.bun/nitropack@2.13.4+7a71f8b37000f34b/node_modules/nitropack/dist/presets/cloudflare/runtime/cloudflare-worker.d.ts</a:t>
            </a:r>
          </a:p>
          <a:p>
            <a:pPr>
              <a:defRPr sz="1200"/>
            </a:pPr>
            <a:r>
              <a:t>D:/pasar_fix/node_modules/.bun/nitropack@2.13.4+7a71f8b37000f34b/node_modules/nitropack/dist/presets/cloudflare/runtime/cloudflare-worker.mjs</a:t>
            </a:r>
          </a:p>
          <a:p>
            <a:pPr>
              <a:defRPr sz="1200"/>
            </a:pPr>
            <a:r>
              <a:t>D:/pasar_fix/node_modules/.bun/nitropack@2.13.4+7a71f8b37000f34b/node_modules/nitropack/dist/presets/cloudflare/runtime/plugin.dev.d.ts</a:t>
            </a:r>
          </a:p>
          <a:p>
            <a:pPr>
              <a:defRPr sz="1200"/>
            </a:pPr>
            <a:r>
              <a:t>D:/pasar_fix/node_modules/.bun/nitropack@2.13.4+7a71f8b37000f34b/node_modules/nitropack/dist/presets/cloudflare/runtime/plugin.dev.mjs</a:t>
            </a:r>
          </a:p>
          <a:p>
            <a:pPr>
              <a:defRPr sz="1200"/>
            </a:pPr>
            <a:r>
              <a:t>D:/pasar_fix/node_modules/.bun/nitropack@2.13.4+7a71f8b37000f34b/node_modules/nitropack/dist/presets/cloudflare/runtime/_module-handler.d.ts</a:t>
            </a:r>
          </a:p>
          <a:p>
            <a:pPr>
              <a:defRPr sz="1200"/>
            </a:pPr>
            <a:r>
              <a:t>D:/pasar_fix/node_modules/.bun/nitropack@2.13.4+7a71f8b37000f34b/node_modules/nitropack/dist/presets/cloudflare/runtime/_module-handler.mjs</a:t>
            </a:r>
          </a:p>
          <a:p>
            <a:pPr>
              <a:defRPr sz="1200"/>
            </a:pPr>
            <a:r>
              <a:t>D:/pasar_fix/node_modules/.bun/nitropack@2.13.4+7a71f8b37000f34b/node_modules/nitropack/dist/presets/cloudflare/runtime/shims/workers.dev.d.mts</a:t>
            </a:r>
          </a:p>
          <a:p>
            <a:pPr>
              <a:defRPr sz="1200"/>
            </a:pPr>
            <a:r>
              <a:t>D:/pasar_fix/node_modules/.bun/nitropack@2.13.4+7a71f8b37000f34b/node_modules/nitropack/dist/presets/cloudflare/runtime/shims/workers.dev.mjs</a:t>
            </a:r>
          </a:p>
          <a:p>
            <a:pPr>
              <a:defRPr sz="1200"/>
            </a:pPr>
            <a:r>
              <a:t>D:/pasar_fix/node_modules/.bun/nitropack@2.13.4+7a71f8b37000f34b/node_modules/nitropack/dist/presets/cloudflare/wrangler/config.d.ts</a:t>
            </a:r>
          </a:p>
          <a:p>
            <a:pPr>
              <a:defRPr sz="1200"/>
            </a:pPr>
            <a:r>
              <a:t>D:/pasar_fix/node_modules/.bun/nitropack@2.13.4+7a71f8b37000f34b/node_modules/nitropack/dist/presets/cloudflare/wrangler/config.mjs</a:t>
            </a:r>
          </a:p>
          <a:p>
            <a:pPr>
              <a:defRPr sz="1200"/>
            </a:pPr>
            <a:r>
              <a:t>D:/pasar_fix/node_modules/.bun/nitropack@2.13.4+7a71f8b37000f34b/node_modules/nitropack/dist/presets/cloudflare/wrangler/environment.d.ts</a:t>
            </a:r>
          </a:p>
          <a:p>
            <a:pPr>
              <a:defRPr sz="1200"/>
            </a:pPr>
            <a:r>
              <a:t>D:/pasar_fix/node_modules/.bun/nitropack@2.13.4+7a71f8b37000f34b/node_modules/nitropack/dist/presets/cloudflare/wrangler/environment.mjs</a:t>
            </a:r>
          </a:p>
          <a:p>
            <a:pPr>
              <a:defRPr sz="1200"/>
            </a:pPr>
            <a:r>
              <a:t>D:/pasar_fix/node_modules/.bun/nitropack@2.13.4+7a71f8b37000f34b/node_modules/nitropack/dist/presets/cloudflare/wrangler/_utils.d.ts</a:t>
            </a:r>
          </a:p>
          <a:p>
            <a:pPr>
              <a:defRPr sz="1200"/>
            </a:pPr>
            <a:r>
              <a:t>D:/pasar_fix/node_modules/.bun/nitropack@2.13.4+7a71f8b37000f34b/node_modules/nitropack/dist/presets/cloudflare/wrangler/_utils.mjs</a:t>
            </a:r>
          </a:p>
          <a:p>
            <a:pPr>
              <a:defRPr sz="1200"/>
            </a:pPr>
            <a:r>
              <a:t>D:/pasar_fix/node_modules/.bun/nitropack@2.13.4+7a71f8b37000f34b/node_modules/nitropack/dist/presets/deno/preset-legacy.d.ts</a:t>
            </a:r>
          </a:p>
          <a:p>
            <a:pPr>
              <a:defRPr sz="1200"/>
            </a:pPr>
            <a:r>
              <a:t>D:/pasar_fix/node_modules/.bun/nitropack@2.13.4+7a71f8b37000f34b/node_modules/nitropack/dist/presets/deno/preset-legacy.mjs</a:t>
            </a:r>
          </a:p>
          <a:p>
            <a:pPr>
              <a:defRPr sz="1200"/>
            </a:pPr>
            <a:r>
              <a:t>D:/pasar_fix/node_modules/.bun/nitropack@2.13.4+7a71f8b37000f34b/node_modules/nitropack/dist/presets/deno/preset.d.ts</a:t>
            </a:r>
          </a:p>
          <a:p>
            <a:pPr>
              <a:defRPr sz="1200"/>
            </a:pPr>
            <a:r>
              <a:t>D:/pasar_fix/node_modules/.bun/nitropack@2.13.4+7a71f8b37000f34b/node_modules/nitropack/dist/presets/deno/preset.mjs</a:t>
            </a:r>
          </a:p>
          <a:p>
            <a:pPr>
              <a:defRPr sz="1200"/>
            </a:pPr>
            <a:r>
              <a:t>D:/pasar_fix/node_modules/.bun/nitropack@2.13.4+7a71f8b37000f34b/node_modules/nitropack/dist/presets/deno/runtime/deno-deploy.d.ts</a:t>
            </a:r>
          </a:p>
          <a:p>
            <a:pPr>
              <a:defRPr sz="1200"/>
            </a:pPr>
            <a:r>
              <a:t>D:/pasar_fix/node_modules/.bun/nitropack@2.13.4+7a71f8b37000f34b/node_modules/nitropack/dist/presets/deno/runtime/deno-deploy.mjs</a:t>
            </a:r>
          </a:p>
          <a:p>
            <a:pPr>
              <a:defRPr sz="1200"/>
            </a:pPr>
            <a:r>
              <a:t>D:/pasar_fix/node_modules/.bun/nitropack@2.13.4+7a71f8b37000f34b/node_modules/nitropack/dist/presets/deno/runtime/deno-server.d.ts</a:t>
            </a:r>
          </a:p>
          <a:p>
            <a:pPr>
              <a:defRPr sz="1200"/>
            </a:pPr>
            <a:r>
              <a:t>D:/pasar_fix/node_modules/.bun/nitropack@2.13.4+7a71f8b37000f34b/node_modules/nitropack/dist/presets/deno/runtime/deno-server.mjs</a:t>
            </a:r>
          </a:p>
          <a:p>
            <a:pPr>
              <a:defRPr sz="1200"/>
            </a:pPr>
            <a:r>
              <a:t>D:/pasar_fix/node_modules/.bun/nitropack@2.13.4+7a71f8b37000f34b/node_modules/nitropack/dist/presets/deno/runtime/_deno-env-polyfill.d.ts</a:t>
            </a:r>
          </a:p>
          <a:p>
            <a:pPr>
              <a:defRPr sz="1200"/>
            </a:pPr>
            <a:r>
              <a:t>D:/pasar_fix/node_modules/.bun/nitropack@2.13.4+7a71f8b37000f34b/node_modules/nitropack/dist/presets/deno/runtime/_deno-env-polyfill.mjs</a:t>
            </a:r>
          </a:p>
          <a:p>
            <a:pPr>
              <a:defRPr sz="1200"/>
            </a:pPr>
            <a:r>
              <a:t>D:/pasar_fix/node_modules/.bun/nitropack@2.13.4+7a71f8b37000f34b/node_modules/nitropack/dist/presets/digitalocean/preset.d.ts</a:t>
            </a:r>
          </a:p>
          <a:p>
            <a:pPr>
              <a:defRPr sz="1200"/>
            </a:pPr>
            <a:r>
              <a:t>D:/pasar_fix/node_modules/.bun/nitropack@2.13.4+7a71f8b37000f34b/node_modules/nitropack/dist/presets/digitalocean/preset.mjs</a:t>
            </a:r>
          </a:p>
          <a:p>
            <a:pPr>
              <a:defRPr sz="1200"/>
            </a:pPr>
            <a:r>
              <a:t>D:/pasar_fix/node_modules/.bun/nitropack@2.13.4+7a71f8b37000f34b/node_modules/nitropack/dist/presets/edgio/preset.d.ts</a:t>
            </a:r>
          </a:p>
          <a:p>
            <a:pPr>
              <a:defRPr sz="1200"/>
            </a:pPr>
            <a:r>
              <a:t>D:/pasar_fix/node_modules/.bun/nitropack@2.13.4+7a71f8b37000f34b/node_modules/nitropack/dist/presets/edgio/preset.mjs</a:t>
            </a:r>
          </a:p>
          <a:p>
            <a:pPr>
              <a:defRPr sz="1200"/>
            </a:pPr>
            <a:r>
              <a:t>D:/pasar_fix/node_modules/.bun/nitropack@2.13.4+7a71f8b37000f34b/node_modules/nitropack/dist/presets/firebase/preset.d.ts</a:t>
            </a:r>
          </a:p>
          <a:p>
            <a:pPr>
              <a:defRPr sz="1200"/>
            </a:pPr>
            <a:r>
              <a:t>D:/pasar_fix/node_modules/.bun/nitropack@2.13.4+7a71f8b37000f34b/node_modules/nitropack/dist/presets/firebase/preset.mjs</a:t>
            </a:r>
          </a:p>
          <a:p>
            <a:pPr>
              <a:defRPr sz="1200"/>
            </a:pPr>
            <a:r>
              <a:t>D:/pasar_fix/node_modules/.bun/nitropack@2.13.4+7a71f8b37000f34b/node_modules/nitropack/dist/presets/firebase/types.d.ts</a:t>
            </a:r>
          </a:p>
          <a:p>
            <a:pPr>
              <a:defRPr sz="1200"/>
            </a:pPr>
            <a:r>
              <a:t>D:/pasar_fix/node_modules/.bun/nitropack@2.13.4+7a71f8b37000f34b/node_modules/nitropack/dist/presets/firebase/types.mjs</a:t>
            </a:r>
          </a:p>
          <a:p>
            <a:pPr>
              <a:defRPr sz="1200"/>
            </a:pPr>
            <a:r>
              <a:t>D:/pasar_fix/node_modules/.bun/nitropack@2.13.4+7a71f8b37000f34b/node_modules/nitropack/dist/presets/firebase/utils.d.ts</a:t>
            </a:r>
          </a:p>
          <a:p>
            <a:pPr>
              <a:defRPr sz="1200"/>
            </a:pPr>
            <a:r>
              <a:t>D:/pasar_fix/node_modules/.bun/nitropack@2.13.4+7a71f8b37000f34b/node_modules/nitropack/dist/presets/firebase/utils.mjs</a:t>
            </a:r>
          </a:p>
          <a:p>
            <a:pPr>
              <a:defRPr sz="1200"/>
            </a:pPr>
            <a:r>
              <a:t>D:/pasar_fix/node_modules/.bun/nitropack@2.13.4+7a71f8b37000f34b/node_modules/nitropack/dist/presets/firebase/runtime/firebase-gen-1.d.ts</a:t>
            </a:r>
          </a:p>
          <a:p>
            <a:pPr>
              <a:defRPr sz="1200"/>
            </a:pPr>
            <a:r>
              <a:t>D:/pasar_fix/node_modules/.bun/nitropack@2.13.4+7a71f8b37000f34b/node_modules/nitropack/dist/presets/firebase/runtime/firebase-gen-1.mjs</a:t>
            </a:r>
          </a:p>
          <a:p>
            <a:pPr>
              <a:defRPr sz="1200"/>
            </a:pPr>
            <a:r>
              <a:t>D:/pasar_fix/node_modules/.bun/nitropack@2.13.4+7a71f8b37000f34b/node_modules/nitropack/dist/presets/firebase/runtime/firebase-gen-2.d.ts</a:t>
            </a:r>
          </a:p>
          <a:p>
            <a:pPr>
              <a:defRPr sz="1200"/>
            </a:pPr>
            <a:r>
              <a:t>D:/pasar_fix/node_modules/.bun/nitropack@2.13.4+7a71f8b37000f34b/node_modules/nitropack/dist/presets/firebase/runtime/firebase-gen-2.mjs</a:t>
            </a:r>
          </a:p>
          <a:p>
            <a:pPr>
              <a:defRPr sz="1200"/>
            </a:pPr>
            <a:r>
              <a:t>D:/pasar_fix/node_modules/.bun/nitropack@2.13.4+7a71f8b37000f34b/node_modules/nitropack/dist/presets/firebase/runtime/firebase-gen-default.d.ts</a:t>
            </a:r>
          </a:p>
          <a:p>
            <a:pPr>
              <a:defRPr sz="1200"/>
            </a:pPr>
            <a:r>
              <a:t>D:/pasar_fix/node_modules/.bun/nitropack@2.13.4+7a71f8b37000f34b/node_modules/nitropack/dist/presets/firebase/runtime/firebase-gen-default.mjs</a:t>
            </a:r>
          </a:p>
          <a:p>
            <a:pPr>
              <a:defRPr sz="1200"/>
            </a:pPr>
            <a:r>
              <a:t>D:/pasar_fix/node_modules/.bun/nitropack@2.13.4+7a71f8b37000f34b/node_modules/nitropack/dist/presets/flightcontrol/preset.d.ts</a:t>
            </a:r>
          </a:p>
          <a:p>
            <a:pPr>
              <a:defRPr sz="1200"/>
            </a:pPr>
            <a:r>
              <a:t>D:/pasar_fix/node_modules/.bun/nitropack@2.13.4+7a71f8b37000f34b/node_modules/nitropack/dist/presets/flightcontrol/preset.mjs</a:t>
            </a:r>
          </a:p>
          <a:p>
            <a:pPr>
              <a:defRPr sz="1200"/>
            </a:pPr>
            <a:r>
              <a:t>D:/pasar_fix/node_modules/.bun/nitropack@2.13.4+7a71f8b37000f34b/node_modules/nitropack/dist/presets/genezio/preset.d.ts</a:t>
            </a:r>
          </a:p>
          <a:p>
            <a:pPr>
              <a:defRPr sz="1200"/>
            </a:pPr>
            <a:r>
              <a:t>D:/pasar_fix/node_modules/.bun/nitropack@2.13.4+7a71f8b37000f34b/node_modules/nitropack/dist/presets/genezio/preset.mjs</a:t>
            </a:r>
          </a:p>
          <a:p>
            <a:pPr>
              <a:defRPr sz="1200"/>
            </a:pPr>
            <a:r>
              <a:t>D:/pasar_fix/node_modules/.bun/nitropack@2.13.4+7a71f8b37000f34b/node_modules/nitropack/dist/presets/heroku/preset.d.ts</a:t>
            </a:r>
          </a:p>
          <a:p>
            <a:pPr>
              <a:defRPr sz="1200"/>
            </a:pPr>
            <a:r>
              <a:t>D:/pasar_fix/node_modules/.bun/nitropack@2.13.4+7a71f8b37000f34b/node_modules/nitropack/dist/presets/heroku/preset.mjs</a:t>
            </a:r>
          </a:p>
          <a:p>
            <a:pPr>
              <a:defRPr sz="1200"/>
            </a:pPr>
            <a:r>
              <a:t>D:/pasar_fix/node_modules/.bun/nitropack@2.13.4+7a71f8b37000f34b/node_modules/nitropack/dist/presets/iis/preset.d.ts</a:t>
            </a:r>
          </a:p>
          <a:p>
            <a:pPr>
              <a:defRPr sz="1200"/>
            </a:pPr>
            <a:r>
              <a:t>D:/pasar_fix/node_modules/.bun/nitropack@2.13.4+7a71f8b37000f34b/node_modules/nitropack/dist/presets/iis/preset.mjs</a:t>
            </a:r>
          </a:p>
          <a:p>
            <a:pPr>
              <a:defRPr sz="1200"/>
            </a:pPr>
            <a:r>
              <a:t>D:/pasar_fix/node_modules/.bun/nitropack@2.13.4+7a71f8b37000f34b/node_modules/nitropack/dist/presets/iis/utils.d.ts</a:t>
            </a:r>
          </a:p>
          <a:p>
            <a:pPr>
              <a:defRPr sz="1200"/>
            </a:pPr>
            <a:r>
              <a:t>D:/pasar_fix/node_modules/.bun/nitropack@2.13.4+7a71f8b37000f34b/node_modules/nitropack/dist/presets/iis/utils.mjs</a:t>
            </a:r>
          </a:p>
          <a:p>
            <a:pPr>
              <a:defRPr sz="1200"/>
            </a:pPr>
            <a:r>
              <a:t>D:/pasar_fix/node_modules/.bun/nitropack@2.13.4+7a71f8b37000f34b/node_modules/nitropack/dist/presets/koyeb/preset.d.ts</a:t>
            </a:r>
          </a:p>
          <a:p>
            <a:pPr>
              <a:defRPr sz="1200"/>
            </a:pPr>
            <a:r>
              <a:t>D:/pasar_fix/node_modules/.bun/nitropack@2.13.4+7a71f8b37000f34b/node_modules/nitropack/dist/presets/koyeb/preset.mjs</a:t>
            </a:r>
          </a:p>
          <a:p>
            <a:pPr>
              <a:defRPr sz="1200"/>
            </a:pPr>
            <a:r>
              <a:t>D:/pasar_fix/node_modules/.bun/nitropack@2.13.4+7a71f8b37000f34b/node_modules/nitropack/dist/presets/netlify/preset.d.ts</a:t>
            </a:r>
          </a:p>
          <a:p>
            <a:pPr>
              <a:defRPr sz="1200"/>
            </a:pPr>
            <a:r>
              <a:t>D:/pasar_fix/node_modules/.bun/nitropack@2.13.4+7a71f8b37000f34b/node_modules/nitropack/dist/presets/netlify/preset.mjs</a:t>
            </a:r>
          </a:p>
          <a:p>
            <a:pPr>
              <a:defRPr sz="1200"/>
            </a:pPr>
            <a:r>
              <a:t>D:/pasar_fix/node_modules/.bun/nitropack@2.13.4+7a71f8b37000f34b/node_modules/nitropack/dist/presets/netlify/types.d.ts</a:t>
            </a:r>
          </a:p>
          <a:p>
            <a:pPr>
              <a:defRPr sz="1200"/>
            </a:pPr>
            <a:r>
              <a:t>D:/pasar_fix/node_modules/.bun/nitropack@2.13.4+7a71f8b37000f34b/node_modules/nitropack/dist/presets/netlify/types.mjs</a:t>
            </a:r>
          </a:p>
          <a:p>
            <a:pPr>
              <a:defRPr sz="1200"/>
            </a:pPr>
            <a:r>
              <a:t>D:/pasar_fix/node_modules/.bun/nitropack@2.13.4+7a71f8b37000f34b/node_modules/nitropack/dist/presets/netlify/utils.d.ts</a:t>
            </a:r>
          </a:p>
          <a:p>
            <a:pPr>
              <a:defRPr sz="1200"/>
            </a:pPr>
            <a:r>
              <a:t>D:/pasar_fix/node_modules/.bun/nitropack@2.13.4+7a71f8b37000f34b/node_modules/nitropack/dist/presets/netlify/utils.mjs</a:t>
            </a:r>
          </a:p>
          <a:p>
            <a:pPr>
              <a:defRPr sz="1200"/>
            </a:pPr>
            <a:r>
              <a:t>D:/pasar_fix/node_modules/.bun/nitropack@2.13.4+7a71f8b37000f34b/node_modules/nitropack/dist/presets/netlify/legacy/preset.d.ts</a:t>
            </a:r>
          </a:p>
          <a:p>
            <a:pPr>
              <a:defRPr sz="1200"/>
            </a:pPr>
            <a:r>
              <a:t>D:/pasar_fix/node_modules/.bun/nitropack@2.13.4+7a71f8b37000f34b/node_modules/nitropack/dist/presets/netlify/legacy/preset.mjs</a:t>
            </a:r>
          </a:p>
          <a:p>
            <a:pPr>
              <a:defRPr sz="1200"/>
            </a:pPr>
            <a:r>
              <a:t>D:/pasar_fix/node_modules/.bun/nitropack@2.13.4+7a71f8b37000f34b/node_modules/nitropack/dist/presets/netlify/legacy/utils.d.ts</a:t>
            </a:r>
          </a:p>
          <a:p>
            <a:pPr>
              <a:defRPr sz="1200"/>
            </a:pPr>
            <a:r>
              <a:t>D:/pasar_fix/node_modules/.bun/nitropack@2.13.4+7a71f8b37000f34b/node_modules/nitropack/dist/presets/netlify/legacy/utils.mjs</a:t>
            </a:r>
          </a:p>
          <a:p>
            <a:pPr>
              <a:defRPr sz="1200"/>
            </a:pPr>
            <a:r>
              <a:t>D:/pasar_fix/node_modules/.bun/nitropack@2.13.4+7a71f8b37000f34b/node_modules/nitropack/dist/presets/netlify/legacy/runtime/netlify-builder.d.ts</a:t>
            </a:r>
          </a:p>
          <a:p>
            <a:pPr>
              <a:defRPr sz="1200"/>
            </a:pPr>
            <a:r>
              <a:t>D:/pasar_fix/node_modules/.bun/nitropack@2.13.4+7a71f8b37000f34b/node_modules/nitropack/dist/presets/netlify/legacy/runtime/netlify-builder.mjs</a:t>
            </a:r>
          </a:p>
          <a:p>
            <a:pPr>
              <a:defRPr sz="1200"/>
            </a:pPr>
            <a:r>
              <a:t>D:/pasar_fix/node_modules/.bun/nitropack@2.13.4+7a71f8b37000f34b/node_modules/nitropack/dist/presets/netlify/legacy/runtime/netlify-edge.d.ts</a:t>
            </a:r>
          </a:p>
          <a:p>
            <a:pPr>
              <a:defRPr sz="1200"/>
            </a:pPr>
            <a:r>
              <a:t>D:/pasar_fix/node_modules/.bun/nitropack@2.13.4+7a71f8b37000f34b/node_modules/nitropack/dist/presets/netlify/legacy/runtime/netlify-edge.mjs</a:t>
            </a:r>
          </a:p>
          <a:p>
            <a:pPr>
              <a:defRPr sz="1200"/>
            </a:pPr>
            <a:r>
              <a:t>D:/pasar_fix/node_modules/.bun/nitropack@2.13.4+7a71f8b37000f34b/node_modules/nitropack/dist/presets/netlify/legacy/runtime/netlify-lambda.d.ts</a:t>
            </a:r>
          </a:p>
          <a:p>
            <a:pPr>
              <a:defRPr sz="1200"/>
            </a:pPr>
            <a:r>
              <a:t>D:/pasar_fix/node_modules/.bun/nitropack@2.13.4+7a71f8b37000f34b/node_modules/nitropack/dist/presets/netlify/legacy/runtime/netlify-lambda.mjs</a:t>
            </a:r>
          </a:p>
          <a:p>
            <a:pPr>
              <a:defRPr sz="1200"/>
            </a:pPr>
            <a:r>
              <a:t>D:/pasar_fix/node_modules/.bun/nitropack@2.13.4+7a71f8b37000f34b/node_modules/nitropack/dist/presets/netlify/legacy/runtime/netlify.d.ts</a:t>
            </a:r>
          </a:p>
          <a:p>
            <a:pPr>
              <a:defRPr sz="1200"/>
            </a:pPr>
            <a:r>
              <a:t>D:/pasar_fix/node_modules/.bun/nitropack@2.13.4+7a71f8b37000f34b/node_modules/nitropack/dist/presets/netlify/legacy/runtime/netlify.mjs</a:t>
            </a:r>
          </a:p>
          <a:p>
            <a:pPr>
              <a:defRPr sz="1200"/>
            </a:pPr>
            <a:r>
              <a:t>D:/pasar_fix/node_modules/.bun/nitropack@2.13.4+7a71f8b37000f34b/node_modules/nitropack/dist/presets/netlify/legacy/runtime/_deno-env-polyfill.d.ts</a:t>
            </a:r>
          </a:p>
          <a:p>
            <a:pPr>
              <a:defRPr sz="1200"/>
            </a:pPr>
            <a:r>
              <a:t>D:/pasar_fix/node_modules/.bun/nitropack@2.13.4+7a71f8b37000f34b/node_modules/nitropack/dist/presets/netlify/legacy/runtime/_deno-env-polyfill.mjs</a:t>
            </a:r>
          </a:p>
          <a:p>
            <a:pPr>
              <a:defRPr sz="1200"/>
            </a:pPr>
            <a:r>
              <a:t>D:/pasar_fix/node_modules/.bun/nitropack@2.13.4+7a71f8b37000f34b/node_modules/nitropack/dist/presets/netlify/runtime/netlify-edge.d.ts</a:t>
            </a:r>
          </a:p>
          <a:p>
            <a:pPr>
              <a:defRPr sz="1200"/>
            </a:pPr>
            <a:r>
              <a:t>D:/pasar_fix/node_modules/.bun/nitropack@2.13.4+7a71f8b37000f34b/node_modules/nitropack/dist/presets/netlify/runtime/netlify-edge.mjs</a:t>
            </a:r>
          </a:p>
          <a:p>
            <a:pPr>
              <a:defRPr sz="1200"/>
            </a:pPr>
            <a:r>
              <a:t>D:/pasar_fix/node_modules/.bun/nitropack@2.13.4+7a71f8b37000f34b/node_modules/nitropack/dist/presets/netlify/runtime/netlify.d.ts</a:t>
            </a:r>
          </a:p>
          <a:p>
            <a:pPr>
              <a:defRPr sz="1200"/>
            </a:pPr>
            <a:r>
              <a:t>D:/pasar_fix/node_modules/.bun/nitropack@2.13.4+7a71f8b37000f34b/node_modules/nitropack/dist/presets/netlify/runtime/netlify.mjs</a:t>
            </a:r>
          </a:p>
          <a:p>
            <a:pPr>
              <a:defRPr sz="1200"/>
            </a:pPr>
            <a:r>
              <a:t>D:/pasar_fix/node_modules/.bun/nitropack@2.13.4+7a71f8b37000f34b/node_modules/nitropack/dist/presets/node/preset.d.ts</a:t>
            </a:r>
          </a:p>
          <a:p>
            <a:pPr>
              <a:defRPr sz="1200"/>
            </a:pPr>
            <a:r>
              <a:t>D:/pasar_fix/node_modules/.bun/nitropack@2.13.4+7a71f8b37000f34b/node_modules/nitropack/dist/presets/node/preset.mjs</a:t>
            </a:r>
          </a:p>
          <a:p>
            <a:pPr>
              <a:defRPr sz="1200"/>
            </a:pPr>
            <a:r>
              <a:t>D:/pasar_fix/node_modules/.bun/nitropack@2.13.4+7a71f8b37000f34b/node_modules/nitropack/dist/presets/node/runtime/cli.d.ts</a:t>
            </a:r>
          </a:p>
          <a:p>
            <a:pPr>
              <a:defRPr sz="1200"/>
            </a:pPr>
            <a:r>
              <a:t>D:/pasar_fix/node_modules/.bun/nitropack@2.13.4+7a71f8b37000f34b/node_modules/nitropack/dist/presets/node/runtime/cli.mjs</a:t>
            </a:r>
          </a:p>
          <a:p>
            <a:pPr>
              <a:defRPr sz="1200"/>
            </a:pPr>
            <a:r>
              <a:t>D:/pasar_fix/node_modules/.bun/nitropack@2.13.4+7a71f8b37000f34b/node_modules/nitropack/dist/presets/node/runtime/node-cluster.d.ts</a:t>
            </a:r>
          </a:p>
          <a:p>
            <a:pPr>
              <a:defRPr sz="1200"/>
            </a:pPr>
            <a:r>
              <a:t>D:/pasar_fix/node_modules/.bun/nitropack@2.13.4+7a71f8b37000f34b/node_modules/nitropack/dist/presets/node/runtime/node-cluster.mjs</a:t>
            </a:r>
          </a:p>
          <a:p>
            <a:pPr>
              <a:defRPr sz="1200"/>
            </a:pPr>
            <a:r>
              <a:t>D:/pasar_fix/node_modules/.bun/nitropack@2.13.4+7a71f8b37000f34b/node_modules/nitropack/dist/presets/node/runtime/node-listener.d.ts</a:t>
            </a:r>
          </a:p>
          <a:p>
            <a:pPr>
              <a:defRPr sz="1200"/>
            </a:pPr>
            <a:r>
              <a:t>D:/pasar_fix/node_modules/.bun/nitropack@2.13.4+7a71f8b37000f34b/node_modules/nitropack/dist/presets/node/runtime/node-listener.mjs</a:t>
            </a:r>
          </a:p>
          <a:p>
            <a:pPr>
              <a:defRPr sz="1200"/>
            </a:pPr>
            <a:r>
              <a:t>D:/pasar_fix/node_modules/.bun/nitropack@2.13.4+7a71f8b37000f34b/node_modules/nitropack/dist/presets/node/runtime/node-server.d.ts</a:t>
            </a:r>
          </a:p>
          <a:p>
            <a:pPr>
              <a:defRPr sz="1200"/>
            </a:pPr>
            <a:r>
              <a:t>D:/pasar_fix/node_modules/.bun/nitropack@2.13.4+7a71f8b37000f34b/node_modules/nitropack/dist/presets/node/runtime/node-server.mjs</a:t>
            </a:r>
          </a:p>
          <a:p>
            <a:pPr>
              <a:defRPr sz="1200"/>
            </a:pPr>
            <a:r>
              <a:t>D:/pasar_fix/node_modules/.bun/nitropack@2.13.4+7a71f8b37000f34b/node_modules/nitropack/dist/presets/platform.sh/preset.d.ts</a:t>
            </a:r>
          </a:p>
          <a:p>
            <a:pPr>
              <a:defRPr sz="1200"/>
            </a:pPr>
            <a:r>
              <a:t>D:/pasar_fix/node_modules/.bun/nitropack@2.13.4+7a71f8b37000f34b/node_modules/nitropack/dist/presets/platform.sh/preset.mjs</a:t>
            </a:r>
          </a:p>
          <a:p>
            <a:pPr>
              <a:defRPr sz="1200"/>
            </a:pPr>
            <a:r>
              <a:t>D:/pasar_fix/node_modules/.bun/nitropack@2.13.4+7a71f8b37000f34b/node_modules/nitropack/dist/presets/render.com/preset.d.ts</a:t>
            </a:r>
          </a:p>
          <a:p>
            <a:pPr>
              <a:defRPr sz="1200"/>
            </a:pPr>
            <a:r>
              <a:t>D:/pasar_fix/node_modules/.bun/nitropack@2.13.4+7a71f8b37000f34b/node_modules/nitropack/dist/presets/render.com/preset.mjs</a:t>
            </a:r>
          </a:p>
          <a:p>
            <a:pPr>
              <a:defRPr sz="1200"/>
            </a:pPr>
            <a:r>
              <a:t>D:/pasar_fix/node_modules/.bun/nitropack@2.13.4+7a71f8b37000f34b/node_modules/nitropack/dist/presets/stormkit/preset.d.ts</a:t>
            </a:r>
          </a:p>
          <a:p>
            <a:pPr>
              <a:defRPr sz="1200"/>
            </a:pPr>
            <a:r>
              <a:t>D:/pasar_fix/node_modules/.bun/nitropack@2.13.4+7a71f8b37000f34b/node_modules/nitropack/dist/presets/stormkit/preset.mjs</a:t>
            </a:r>
          </a:p>
          <a:p>
            <a:pPr>
              <a:defRPr sz="1200"/>
            </a:pPr>
            <a:r>
              <a:t>D:/pasar_fix/node_modules/.bun/nitropack@2.13.4+7a71f8b37000f34b/node_modules/nitropack/dist/presets/stormkit/runtime/stormkit.d.ts</a:t>
            </a:r>
          </a:p>
          <a:p>
            <a:pPr>
              <a:defRPr sz="1200"/>
            </a:pPr>
            <a:r>
              <a:t>D:/pasar_fix/node_modules/.bun/nitropack@2.13.4+7a71f8b37000f34b/node_modules/nitropack/dist/presets/stormkit/runtime/stormkit.mjs</a:t>
            </a:r>
          </a:p>
          <a:p>
            <a:pPr>
              <a:defRPr sz="1200"/>
            </a:pPr>
            <a:r>
              <a:t>D:/pasar_fix/node_modules/.bun/nitropack@2.13.4+7a71f8b37000f34b/node_modules/nitropack/dist/presets/vercel/preset.d.ts</a:t>
            </a:r>
          </a:p>
          <a:p>
            <a:pPr>
              <a:defRPr sz="1200"/>
            </a:pPr>
            <a:r>
              <a:t>D:/pasar_fix/node_modules/.bun/nitropack@2.13.4+7a71f8b37000f34b/node_modules/nitropack/dist/presets/vercel/preset.mjs</a:t>
            </a:r>
          </a:p>
          <a:p>
            <a:pPr>
              <a:defRPr sz="1200"/>
            </a:pPr>
            <a:r>
              <a:t>D:/pasar_fix/node_modules/.bun/nitropack@2.13.4+7a71f8b37000f34b/node_modules/nitropack/dist/presets/vercel/types.d.ts</a:t>
            </a:r>
          </a:p>
          <a:p>
            <a:pPr>
              <a:defRPr sz="1200"/>
            </a:pPr>
            <a:r>
              <a:t>D:/pasar_fix/node_modules/.bun/nitropack@2.13.4+7a71f8b37000f34b/node_modules/nitropack/dist/presets/vercel/types.mjs</a:t>
            </a:r>
          </a:p>
          <a:p>
            <a:pPr>
              <a:defRPr sz="1200"/>
            </a:pPr>
            <a:r>
              <a:t>D:/pasar_fix/node_modules/.bun/nitropack@2.13.4+7a71f8b37000f34b/node_modules/nitropack/dist/presets/vercel/utils.d.ts</a:t>
            </a:r>
          </a:p>
          <a:p>
            <a:pPr>
              <a:defRPr sz="1200"/>
            </a:pPr>
            <a:r>
              <a:t>D:/pasar_fix/node_modules/.bun/nitropack@2.13.4+7a71f8b37000f34b/node_modules/nitropack/dist/presets/vercel/utils.mjs</a:t>
            </a:r>
          </a:p>
          <a:p>
            <a:pPr>
              <a:defRPr sz="1200"/>
            </a:pPr>
            <a:r>
              <a:t>D:/pasar_fix/node_modules/.bun/nitropack@2.13.4+7a71f8b37000f34b/node_modules/nitropack/dist/presets/vercel/runtime/consts.d.ts</a:t>
            </a:r>
          </a:p>
          <a:p>
            <a:pPr>
              <a:defRPr sz="1200"/>
            </a:pPr>
            <a:r>
              <a:t>D:/pasar_fix/node_modules/.bun/nitropack@2.13.4+7a71f8b37000f34b/node_modules/nitropack/dist/presets/vercel/runtime/consts.mjs</a:t>
            </a:r>
          </a:p>
          <a:p>
            <a:pPr>
              <a:defRPr sz="1200"/>
            </a:pPr>
            <a:r>
              <a:t>D:/pasar_fix/node_modules/.bun/nitropack@2.13.4+7a71f8b37000f34b/node_modules/nitropack/dist/presets/vercel/runtime/vercel-edge.d.ts</a:t>
            </a:r>
          </a:p>
          <a:p>
            <a:pPr>
              <a:defRPr sz="1200"/>
            </a:pPr>
            <a:r>
              <a:t>D:/pasar_fix/node_modules/.bun/nitropack@2.13.4+7a71f8b37000f34b/node_modules/nitropack/dist/presets/vercel/runtime/vercel-edge.mjs</a:t>
            </a:r>
          </a:p>
          <a:p>
            <a:pPr>
              <a:defRPr sz="1200"/>
            </a:pPr>
            <a:r>
              <a:t>D:/pasar_fix/node_modules/.bun/nitropack@2.13.4+7a71f8b37000f34b/node_modules/nitropack/dist/presets/vercel/runtime/vercel.d.ts</a:t>
            </a:r>
          </a:p>
          <a:p>
            <a:pPr>
              <a:defRPr sz="1200"/>
            </a:pPr>
            <a:r>
              <a:t>D:/pasar_fix/node_modules/.bun/nitropack@2.13.4+7a71f8b37000f34b/node_modules/nitropack/dist/presets/vercel/runtime/vercel.mjs</a:t>
            </a:r>
          </a:p>
          <a:p>
            <a:pPr>
              <a:defRPr sz="1200"/>
            </a:pPr>
            <a:r>
              <a:t>D:/pasar_fix/node_modules/.bun/nitropack@2.13.4+7a71f8b37000f34b/node_modules/nitropack/dist/presets/winterjs/preset.d.ts</a:t>
            </a:r>
          </a:p>
          <a:p>
            <a:pPr>
              <a:defRPr sz="1200"/>
            </a:pPr>
            <a:r>
              <a:t>D:/pasar_fix/node_modules/.bun/nitropack@2.13.4+7a71f8b37000f34b/node_modules/nitropack/dist/presets/winterjs/preset.mjs</a:t>
            </a:r>
          </a:p>
          <a:p>
            <a:pPr>
              <a:defRPr sz="1200"/>
            </a:pPr>
            <a:r>
              <a:t>D:/pasar_fix/node_modules/.bun/nitropack@2.13.4+7a71f8b37000f34b/node_modules/nitropack/dist/presets/winterjs/runtime/winterjs.d.ts</a:t>
            </a:r>
          </a:p>
          <a:p>
            <a:pPr>
              <a:defRPr sz="1200"/>
            </a:pPr>
            <a:r>
              <a:t>D:/pasar_fix/node_modules/.bun/nitropack@2.13.4+7a71f8b37000f34b/node_modules/nitropack/dist/presets/winterjs/runtime/winterjs.mjs</a:t>
            </a:r>
          </a:p>
          <a:p>
            <a:pPr>
              <a:defRPr sz="1200"/>
            </a:pPr>
            <a:r>
              <a:t>D:/pasar_fix/node_modules/.bun/nitropack@2.13.4+7a71f8b37000f34b/node_modules/nitropack/dist/presets/zeabur/preset.d.ts</a:t>
            </a:r>
          </a:p>
          <a:p>
            <a:pPr>
              <a:defRPr sz="1200"/>
            </a:pPr>
            <a:r>
              <a:t>D:/pasar_fix/node_modules/.bun/nitropack@2.13.4+7a71f8b37000f34b/node_modules/nitropack/dist/presets/zeabur/preset.mjs</a:t>
            </a:r>
          </a:p>
          <a:p>
            <a:pPr>
              <a:defRPr sz="1200"/>
            </a:pPr>
            <a:r>
              <a:t>D:/pasar_fix/node_modules/.bun/nitropack@2.13.4+7a71f8b37000f34b/node_modules/nitropack/dist/presets/zeabur/runtime/zeabur.d.ts</a:t>
            </a:r>
          </a:p>
          <a:p>
            <a:pPr>
              <a:defRPr sz="1200"/>
            </a:pPr>
            <a:r>
              <a:t>D:/pasar_fix/node_modules/.bun/nitropack@2.13.4+7a71f8b37000f34b/node_modules/nitropack/dist/presets/zeabur/runtime/zeabur.mjs</a:t>
            </a:r>
          </a:p>
          <a:p>
            <a:pPr>
              <a:defRPr sz="1200"/>
            </a:pPr>
            <a:r>
              <a:t>D:/pasar_fix/node_modules/.bun/nitropack@2.13.4+7a71f8b37000f34b/node_modules/nitropack/dist/presets/zerops/preset.d.ts</a:t>
            </a:r>
          </a:p>
          <a:p>
            <a:pPr>
              <a:defRPr sz="1200"/>
            </a:pPr>
            <a:r>
              <a:t>D:/pasar_fix/node_modules/.bun/nitropack@2.13.4+7a71f8b37000f34b/node_modules/nitropack/dist/presets/zerops/preset.mjs</a:t>
            </a:r>
          </a:p>
          <a:p>
            <a:pPr>
              <a:defRPr sz="1200"/>
            </a:pPr>
            <a:r>
              <a:t>D:/pasar_fix/node_modules/.bun/nitropack@2.13.4+7a71f8b37000f34b/node_modules/nitropack/dist/presets/_nitro/base-worker.d.ts</a:t>
            </a:r>
          </a:p>
          <a:p>
            <a:pPr>
              <a:defRPr sz="1200"/>
            </a:pPr>
            <a:r>
              <a:t>D:/pasar_fix/node_modules/.bun/nitropack@2.13.4+7a71f8b37000f34b/node_modules/nitropack/dist/presets/_nitro/base-worker.mjs</a:t>
            </a:r>
          </a:p>
          <a:p>
            <a:pPr>
              <a:defRPr sz="1200"/>
            </a:pPr>
            <a:r>
              <a:t>D:/pasar_fix/node_modules/.bun/nitropack@2.13.4+7a71f8b37000f34b/node_modules/nitropack/dist/presets/_nitro/nitro-dev.d.ts</a:t>
            </a:r>
          </a:p>
          <a:p>
            <a:pPr>
              <a:defRPr sz="1200"/>
            </a:pPr>
            <a:r>
              <a:t>D:/pasar_fix/node_modules/.bun/nitropack@2.13.4+7a71f8b37000f34b/node_modules/nitropack/dist/presets/_nitro/nitro-dev.mjs</a:t>
            </a:r>
          </a:p>
          <a:p>
            <a:pPr>
              <a:defRPr sz="1200"/>
            </a:pPr>
            <a:r>
              <a:t>D:/pasar_fix/node_modules/.bun/nitropack@2.13.4+7a71f8b37000f34b/node_modules/nitropack/dist/presets/_nitro/nitro-prerender.d.ts</a:t>
            </a:r>
          </a:p>
          <a:p>
            <a:pPr>
              <a:defRPr sz="1200"/>
            </a:pPr>
            <a:r>
              <a:t>D:/pasar_fix/node_modules/.bun/nitropack@2.13.4+7a71f8b37000f34b/node_modules/nitropack/dist/presets/_nitro/nitro-prerender.mjs</a:t>
            </a:r>
          </a:p>
          <a:p>
            <a:pPr>
              <a:defRPr sz="1200"/>
            </a:pPr>
            <a:r>
              <a:t>D:/pasar_fix/node_modules/.bun/nitropack@2.13.4+7a71f8b37000f34b/node_modules/nitropack/dist/presets/_nitro/preset.d.ts</a:t>
            </a:r>
          </a:p>
          <a:p>
            <a:pPr>
              <a:defRPr sz="1200"/>
            </a:pPr>
            <a:r>
              <a:t>D:/pasar_fix/node_modules/.bun/nitropack@2.13.4+7a71f8b37000f34b/node_modules/nitropack/dist/presets/_nitro/preset.mjs</a:t>
            </a:r>
          </a:p>
          <a:p>
            <a:pPr>
              <a:defRPr sz="1200"/>
            </a:pPr>
            <a:r>
              <a:t>D:/pasar_fix/node_modules/.bun/nitropack@2.13.4+7a71f8b37000f34b/node_modules/nitropack/dist/presets/_nitro/service-worker.d.ts</a:t>
            </a:r>
          </a:p>
          <a:p>
            <a:pPr>
              <a:defRPr sz="1200"/>
            </a:pPr>
            <a:r>
              <a:t>D:/pasar_fix/node_modules/.bun/nitropack@2.13.4+7a71f8b37000f34b/node_modules/nitropack/dist/presets/_nitro/service-worker.mjs</a:t>
            </a:r>
          </a:p>
          <a:p>
            <a:pPr>
              <a:defRPr sz="1200"/>
            </a:pPr>
            <a:r>
              <a:t>D:/pasar_fix/node_modules/.bun/nitropack@2.13.4+7a71f8b37000f34b/node_modules/nitropack/dist/presets/_nitro/runtime/nitro-dev.d.ts</a:t>
            </a:r>
          </a:p>
          <a:p>
            <a:pPr>
              <a:defRPr sz="1200"/>
            </a:pPr>
            <a:r>
              <a:t>D:/pasar_fix/node_modules/.bun/nitropack@2.13.4+7a71f8b37000f34b/node_modules/nitropack/dist/presets/_nitro/runtime/nitro-dev.mjs</a:t>
            </a:r>
          </a:p>
          <a:p>
            <a:pPr>
              <a:defRPr sz="1200"/>
            </a:pPr>
            <a:r>
              <a:t>D:/pasar_fix/node_modules/.bun/nitropack@2.13.4+7a71f8b37000f34b/node_modules/nitropack/dist/presets/_nitro/runtime/nitro-prerenderer.d.ts</a:t>
            </a:r>
          </a:p>
          <a:p>
            <a:pPr>
              <a:defRPr sz="1200"/>
            </a:pPr>
            <a:r>
              <a:t>D:/pasar_fix/node_modules/.bun/nitropack@2.13.4+7a71f8b37000f34b/node_modules/nitropack/dist/presets/_nitro/runtime/nitro-prerenderer.mjs</a:t>
            </a:r>
          </a:p>
          <a:p>
            <a:pPr>
              <a:defRPr sz="1200"/>
            </a:pPr>
            <a:r>
              <a:t>D:/pasar_fix/node_modules/.bun/nitropack@2.13.4+7a71f8b37000f34b/node_modules/nitropack/dist/presets/_nitro/runtime/service-worker.d.ts</a:t>
            </a:r>
          </a:p>
          <a:p>
            <a:pPr>
              <a:defRPr sz="1200"/>
            </a:pPr>
            <a:r>
              <a:t>D:/pasar_fix/node_modules/.bun/nitropack@2.13.4+7a71f8b37000f34b/node_modules/nitropack/dist/presets/_nitro/runtime/service-worker.mjs</a:t>
            </a:r>
          </a:p>
          <a:p>
            <a:pPr>
              <a:defRPr sz="1200"/>
            </a:pPr>
            <a:r>
              <a:t>D:/pasar_fix/node_modules/.bun/nitropack@2.13.4+7a71f8b37000f34b/node_modules/nitropack/dist/presets/_static/preset.d.ts</a:t>
            </a:r>
          </a:p>
          <a:p>
            <a:pPr>
              <a:defRPr sz="1200"/>
            </a:pPr>
            <a:r>
              <a:t>D:/pasar_fix/node_modules/.bun/nitropack@2.13.4+7a71f8b37000f34b/node_modules/nitropack/dist/presets/_static/preset.mjs</a:t>
            </a:r>
          </a:p>
          <a:p>
            <a:pPr>
              <a:defRPr sz="1200"/>
            </a:pPr>
            <a:r>
              <a:t>D:/pasar_fix/node_modules/.bun/nitropack@2.13.4+7a71f8b37000f34b/node_modules/nitropack/dist/presets/_unenv/preset-deno.d.ts</a:t>
            </a:r>
          </a:p>
          <a:p>
            <a:pPr>
              <a:defRPr sz="1200"/>
            </a:pPr>
            <a:r>
              <a:t>D:/pasar_fix/node_modules/.bun/nitropack@2.13.4+7a71f8b37000f34b/node_modules/nitropack/dist/presets/_unenv/preset-deno.mjs</a:t>
            </a:r>
          </a:p>
          <a:p>
            <a:pPr>
              <a:defRPr sz="1200"/>
            </a:pPr>
            <a:r>
              <a:t>D:/pasar_fix/node_modules/.bun/nitropack@2.13.4+7a71f8b37000f34b/node_modules/nitropack/dist/presets/_unenv/preset-workerd.d.ts</a:t>
            </a:r>
          </a:p>
          <a:p>
            <a:pPr>
              <a:defRPr sz="1200"/>
            </a:pPr>
            <a:r>
              <a:t>D:/pasar_fix/node_modules/.bun/nitropack@2.13.4+7a71f8b37000f34b/node_modules/nitropack/dist/presets/_unenv/preset-workerd.mjs</a:t>
            </a:r>
          </a:p>
          <a:p>
            <a:pPr>
              <a:defRPr sz="1200"/>
            </a:pPr>
            <a:r>
              <a:t>D:/pasar_fix/node_modules/.bun/nitropack@2.13.4+7a71f8b37000f34b/node_modules/nitropack/dist/presets/_unenv/node-compat/cloudflare.d.ts</a:t>
            </a:r>
          </a:p>
          <a:p>
            <a:pPr>
              <a:defRPr sz="1200"/>
            </a:pPr>
            <a:r>
              <a:t>D:/pasar_fix/node_modules/.bun/nitropack@2.13.4+7a71f8b37000f34b/node_modules/nitropack/dist/presets/_unenv/node-compat/cloudflare.mjs</a:t>
            </a:r>
          </a:p>
          <a:p>
            <a:pPr>
              <a:defRPr sz="1200"/>
            </a:pPr>
            <a:r>
              <a:t>D:/pasar_fix/node_modules/.bun/nitropack@2.13.4+7a71f8b37000f34b/node_modules/nitropack/dist/presets/_unenv/node-compat/deno.d.ts</a:t>
            </a:r>
          </a:p>
          <a:p>
            <a:pPr>
              <a:defRPr sz="1200"/>
            </a:pPr>
            <a:r>
              <a:t>D:/pasar_fix/node_modules/.bun/nitropack@2.13.4+7a71f8b37000f34b/node_modules/nitropack/dist/presets/_unenv/node-compat/deno.mjs</a:t>
            </a:r>
          </a:p>
          <a:p>
            <a:pPr>
              <a:defRPr sz="1200"/>
            </a:pPr>
            <a:r>
              <a:t>D:/pasar_fix/node_modules/.bun/nitropack@2.13.4+7a71f8b37000f34b/node_modules/nitropack/dist/presets/_unenv/node-compat/netlify.d.ts</a:t>
            </a:r>
          </a:p>
          <a:p>
            <a:pPr>
              <a:defRPr sz="1200"/>
            </a:pPr>
            <a:r>
              <a:t>D:/pasar_fix/node_modules/.bun/nitropack@2.13.4+7a71f8b37000f34b/node_modules/nitropack/dist/presets/_unenv/node-compat/netlify.mjs</a:t>
            </a:r>
          </a:p>
          <a:p>
            <a:pPr>
              <a:defRPr sz="1200"/>
            </a:pPr>
            <a:r>
              <a:t>D:/pasar_fix/node_modules/.bun/nitropack@2.13.4+7a71f8b37000f34b/node_modules/nitropack/dist/presets/_unenv/node-compat/vercel.d.ts</a:t>
            </a:r>
          </a:p>
          <a:p>
            <a:pPr>
              <a:defRPr sz="1200"/>
            </a:pPr>
            <a:r>
              <a:t>D:/pasar_fix/node_modules/.bun/nitropack@2.13.4+7a71f8b37000f34b/node_modules/nitropack/dist/presets/_unenv/node-compat/vercel.mjs</a:t>
            </a:r>
          </a:p>
          <a:p>
            <a:pPr>
              <a:defRPr sz="1200"/>
            </a:pPr>
            <a:r>
              <a:t>D:/pasar_fix/node_modules/.bun/nitropack@2.13.4+7a71f8b37000f34b/node_modules/nitropack/dist/presets/_unenv/workerd/console.d.mts</a:t>
            </a:r>
          </a:p>
          <a:p>
            <a:pPr>
              <a:defRPr sz="1200"/>
            </a:pPr>
            <a:r>
              <a:t>D:/pasar_fix/node_modules/.bun/nitropack@2.13.4+7a71f8b37000f34b/node_modules/nitropack/dist/presets/_unenv/workerd/console.mjs</a:t>
            </a:r>
          </a:p>
          <a:p>
            <a:pPr>
              <a:defRPr sz="1200"/>
            </a:pPr>
            <a:r>
              <a:t>D:/pasar_fix/node_modules/.bun/nitropack@2.13.4+7a71f8b37000f34b/node_modules/nitropack/dist/presets/_unenv/workerd/process.d.mts</a:t>
            </a:r>
          </a:p>
          <a:p>
            <a:pPr>
              <a:defRPr sz="1200"/>
            </a:pPr>
            <a:r>
              <a:t>D:/pasar_fix/node_modules/.bun/nitropack@2.13.4+7a71f8b37000f34b/node_modules/nitropack/dist/presets/_unenv/workerd/process.mjs</a:t>
            </a:r>
          </a:p>
          <a:p>
            <a:pPr>
              <a:defRPr sz="1200"/>
            </a:pPr>
            <a:r>
              <a:t>D:/pasar_fix/node_modules/.bun/nitropack@2.13.4+7a71f8b37000f34b/node_modules/nitropack/dist/rollup/index.d.mts</a:t>
            </a:r>
          </a:p>
          <a:p>
            <a:pPr>
              <a:defRPr sz="1200"/>
            </a:pPr>
            <a:r>
              <a:t>D:/pasar_fix/node_modules/.bun/nitropack@2.13.4+7a71f8b37000f34b/node_modules/nitropack/dist/rollup/index.d.ts</a:t>
            </a:r>
          </a:p>
          <a:p>
            <a:pPr>
              <a:defRPr sz="1200"/>
            </a:pPr>
            <a:r>
              <a:t>D:/pasar_fix/node_modules/.bun/nitropack@2.13.4+7a71f8b37000f34b/node_modules/nitropack/dist/rollup/index.mjs</a:t>
            </a:r>
          </a:p>
          <a:p>
            <a:pPr>
              <a:defRPr sz="1200"/>
            </a:pPr>
            <a:r>
              <a:t>D:/pasar_fix/node_modules/.bun/nitropack@2.13.4+7a71f8b37000f34b/node_modules/nitropack/dist/runtime/app.d.ts</a:t>
            </a:r>
          </a:p>
          <a:p>
            <a:pPr>
              <a:defRPr sz="1200"/>
            </a:pPr>
            <a:r>
              <a:t>D:/pasar_fix/node_modules/.bun/nitropack@2.13.4+7a71f8b37000f34b/node_modules/nitropack/dist/runtime/app.mjs</a:t>
            </a:r>
          </a:p>
          <a:p>
            <a:pPr>
              <a:defRPr sz="1200"/>
            </a:pPr>
            <a:r>
              <a:t>D:/pasar_fix/node_modules/.bun/nitropack@2.13.4+7a71f8b37000f34b/node_modules/nitropack/dist/runtime/cache.d.ts</a:t>
            </a:r>
          </a:p>
          <a:p>
            <a:pPr>
              <a:defRPr sz="1200"/>
            </a:pPr>
            <a:r>
              <a:t>D:/pasar_fix/node_modules/.bun/nitropack@2.13.4+7a71f8b37000f34b/node_modules/nitropack/dist/runtime/cache.mjs</a:t>
            </a:r>
          </a:p>
          <a:p>
            <a:pPr>
              <a:defRPr sz="1200"/>
            </a:pPr>
            <a:r>
              <a:t>D:/pasar_fix/node_modules/.bun/nitropack@2.13.4+7a71f8b37000f34b/node_modules/nitropack/dist/runtime/config.d.ts</a:t>
            </a:r>
          </a:p>
          <a:p>
            <a:pPr>
              <a:defRPr sz="1200"/>
            </a:pPr>
            <a:r>
              <a:t>D:/pasar_fix/node_modules/.bun/nitropack@2.13.4+7a71f8b37000f34b/node_modules/nitropack/dist/runtime/config.mjs</a:t>
            </a:r>
          </a:p>
          <a:p>
            <a:pPr>
              <a:defRPr sz="1200"/>
            </a:pPr>
            <a:r>
              <a:t>D:/pasar_fix/node_modules/.bun/nitropack@2.13.4+7a71f8b37000f34b/node_modules/nitropack/dist/runtime/context.d.ts</a:t>
            </a:r>
          </a:p>
          <a:p>
            <a:pPr>
              <a:defRPr sz="1200"/>
            </a:pPr>
            <a:r>
              <a:t>D:/pasar_fix/node_modules/.bun/nitropack@2.13.4+7a71f8b37000f34b/node_modules/nitropack/dist/runtime/context.mjs</a:t>
            </a:r>
          </a:p>
          <a:p>
            <a:pPr>
              <a:defRPr sz="1200"/>
            </a:pPr>
            <a:r>
              <a:t>D:/pasar_fix/node_modules/.bun/nitropack@2.13.4+7a71f8b37000f34b/node_modules/nitropack/dist/runtime/database.d.ts</a:t>
            </a:r>
          </a:p>
          <a:p>
            <a:pPr>
              <a:defRPr sz="1200"/>
            </a:pPr>
            <a:r>
              <a:t>D:/pasar_fix/node_modules/.bun/nitropack@2.13.4+7a71f8b37000f34b/node_modules/nitropack/dist/runtime/database.mjs</a:t>
            </a:r>
          </a:p>
          <a:p>
            <a:pPr>
              <a:defRPr sz="1200"/>
            </a:pPr>
            <a:r>
              <a:t>D:/pasar_fix/node_modules/.bun/nitropack@2.13.4+7a71f8b37000f34b/node_modules/nitropack/dist/runtime/error.d.ts</a:t>
            </a:r>
          </a:p>
          <a:p>
            <a:pPr>
              <a:defRPr sz="1200"/>
            </a:pPr>
            <a:r>
              <a:t>D:/pasar_fix/node_modules/.bun/nitropack@2.13.4+7a71f8b37000f34b/node_modules/nitropack/dist/runtime/error.mjs</a:t>
            </a:r>
          </a:p>
          <a:p>
            <a:pPr>
              <a:defRPr sz="1200"/>
            </a:pPr>
            <a:r>
              <a:t>D:/pasar_fix/node_modules/.bun/nitropack@2.13.4+7a71f8b37000f34b/node_modules/nitropack/dist/runtime/index.d.ts</a:t>
            </a:r>
          </a:p>
          <a:p>
            <a:pPr>
              <a:defRPr sz="1200"/>
            </a:pPr>
            <a:r>
              <a:t>D:/pasar_fix/node_modules/.bun/nitropack@2.13.4+7a71f8b37000f34b/node_modules/nitropack/dist/runtime/index.mjs</a:t>
            </a:r>
          </a:p>
          <a:p>
            <a:pPr>
              <a:defRPr sz="1200"/>
            </a:pPr>
            <a:r>
              <a:t>D:/pasar_fix/node_modules/.bun/nitropack@2.13.4+7a71f8b37000f34b/node_modules/nitropack/dist/runtime/plugin.d.ts</a:t>
            </a:r>
          </a:p>
          <a:p>
            <a:pPr>
              <a:defRPr sz="1200"/>
            </a:pPr>
            <a:r>
              <a:t>D:/pasar_fix/node_modules/.bun/nitropack@2.13.4+7a71f8b37000f34b/node_modules/nitropack/dist/runtime/plugin.mjs</a:t>
            </a:r>
          </a:p>
          <a:p>
            <a:pPr>
              <a:defRPr sz="1200"/>
            </a:pPr>
            <a:r>
              <a:t>D:/pasar_fix/node_modules/.bun/nitropack@2.13.4+7a71f8b37000f34b/node_modules/nitropack/dist/runtime/storage.d.ts</a:t>
            </a:r>
          </a:p>
          <a:p>
            <a:pPr>
              <a:defRPr sz="1200"/>
            </a:pPr>
            <a:r>
              <a:t>D:/pasar_fix/node_modules/.bun/nitropack@2.13.4+7a71f8b37000f34b/node_modules/nitropack/dist/runtime/storage.mjs</a:t>
            </a:r>
          </a:p>
          <a:p>
            <a:pPr>
              <a:defRPr sz="1200"/>
            </a:pPr>
            <a:r>
              <a:t>D:/pasar_fix/node_modules/.bun/nitropack@2.13.4+7a71f8b37000f34b/node_modules/nitropack/dist/runtime/task.d.ts</a:t>
            </a:r>
          </a:p>
          <a:p>
            <a:pPr>
              <a:defRPr sz="1200"/>
            </a:pPr>
            <a:r>
              <a:t>D:/pasar_fix/node_modules/.bun/nitropack@2.13.4+7a71f8b37000f34b/node_modules/nitropack/dist/runtime/task.mjs</a:t>
            </a:r>
          </a:p>
          <a:p>
            <a:pPr>
              <a:defRPr sz="1200"/>
            </a:pPr>
            <a:r>
              <a:t>D:/pasar_fix/node_modules/.bun/nitropack@2.13.4+7a71f8b37000f34b/node_modules/nitropack/dist/runtime/utils.d.ts</a:t>
            </a:r>
          </a:p>
          <a:p>
            <a:pPr>
              <a:defRPr sz="1200"/>
            </a:pPr>
            <a:r>
              <a:t>D:/pasar_fix/node_modules/.bun/nitropack@2.13.4+7a71f8b37000f34b/node_modules/nitropack/dist/runtime/utils.mjs</a:t>
            </a:r>
          </a:p>
          <a:p>
            <a:pPr>
              <a:defRPr sz="1200"/>
            </a:pPr>
            <a:r>
              <a:t>D:/pasar_fix/node_modules/.bun/nitropack@2.13.4+7a71f8b37000f34b/node_modules/nitropack/dist/runtime/internal/app.d.ts</a:t>
            </a:r>
          </a:p>
          <a:p>
            <a:pPr>
              <a:defRPr sz="1200"/>
            </a:pPr>
            <a:r>
              <a:t>D:/pasar_fix/node_modules/.bun/nitropack@2.13.4+7a71f8b37000f34b/node_modules/nitropack/dist/runtime/internal/app.mjs</a:t>
            </a:r>
          </a:p>
          <a:p>
            <a:pPr>
              <a:defRPr sz="1200"/>
            </a:pPr>
            <a:r>
              <a:t>D:/pasar_fix/node_modules/.bun/nitropack@2.13.4+7a71f8b37000f34b/node_modules/nitropack/dist/runtime/internal/cache.d.ts</a:t>
            </a:r>
          </a:p>
          <a:p>
            <a:pPr>
              <a:defRPr sz="1200"/>
            </a:pPr>
            <a:r>
              <a:t>D:/pasar_fix/node_modules/.bun/nitropack@2.13.4+7a71f8b37000f34b/node_modules/nitropack/dist/runtime/internal/cache.mjs</a:t>
            </a:r>
          </a:p>
          <a:p>
            <a:pPr>
              <a:defRPr sz="1200"/>
            </a:pPr>
            <a:r>
              <a:t>D:/pasar_fix/node_modules/.bun/nitropack@2.13.4+7a71f8b37000f34b/node_modules/nitropack/dist/runtime/internal/client.d.ts</a:t>
            </a:r>
          </a:p>
          <a:p>
            <a:pPr>
              <a:defRPr sz="1200"/>
            </a:pPr>
            <a:r>
              <a:t>D:/pasar_fix/node_modules/.bun/nitropack@2.13.4+7a71f8b37000f34b/node_modules/nitropack/dist/runtime/internal/client.mjs</a:t>
            </a:r>
          </a:p>
          <a:p>
            <a:pPr>
              <a:defRPr sz="1200"/>
            </a:pPr>
            <a:r>
              <a:t>D:/pasar_fix/node_modules/.bun/nitropack@2.13.4+7a71f8b37000f34b/node_modules/nitropack/dist/runtime/internal/config.d.ts</a:t>
            </a:r>
          </a:p>
          <a:p>
            <a:pPr>
              <a:defRPr sz="1200"/>
            </a:pPr>
            <a:r>
              <a:t>D:/pasar_fix/node_modules/.bun/nitropack@2.13.4+7a71f8b37000f34b/node_modules/nitropack/dist/runtime/internal/config.mjs</a:t>
            </a:r>
          </a:p>
          <a:p>
            <a:pPr>
              <a:defRPr sz="1200"/>
            </a:pPr>
            <a:r>
              <a:t>D:/pasar_fix/node_modules/.bun/nitropack@2.13.4+7a71f8b37000f34b/node_modules/nitropack/dist/runtime/internal/context.d.ts</a:t>
            </a:r>
          </a:p>
          <a:p>
            <a:pPr>
              <a:defRPr sz="1200"/>
            </a:pPr>
            <a:r>
              <a:t>D:/pasar_fix/node_modules/.bun/nitropack@2.13.4+7a71f8b37000f34b/node_modules/nitropack/dist/runtime/internal/context.mjs</a:t>
            </a:r>
          </a:p>
          <a:p>
            <a:pPr>
              <a:defRPr sz="1200"/>
            </a:pPr>
            <a:r>
              <a:t>D:/pasar_fix/node_modules/.bun/nitropack@2.13.4+7a71f8b37000f34b/node_modules/nitropack/dist/runtime/internal/database.d.ts</a:t>
            </a:r>
          </a:p>
          <a:p>
            <a:pPr>
              <a:defRPr sz="1200"/>
            </a:pPr>
            <a:r>
              <a:t>D:/pasar_fix/node_modules/.bun/nitropack@2.13.4+7a71f8b37000f34b/node_modules/nitropack/dist/runtime/internal/database.mjs</a:t>
            </a:r>
          </a:p>
          <a:p>
            <a:pPr>
              <a:defRPr sz="1200"/>
            </a:pPr>
            <a:r>
              <a:t>D:/pasar_fix/node_modules/.bun/nitropack@2.13.4+7a71f8b37000f34b/node_modules/nitropack/dist/runtime/internal/debug.d.ts</a:t>
            </a:r>
          </a:p>
          <a:p>
            <a:pPr>
              <a:defRPr sz="1200"/>
            </a:pPr>
            <a:r>
              <a:t>D:/pasar_fix/node_modules/.bun/nitropack@2.13.4+7a71f8b37000f34b/node_modules/nitropack/dist/runtime/internal/debug.mjs</a:t>
            </a:r>
          </a:p>
          <a:p>
            <a:pPr>
              <a:defRPr sz="1200"/>
            </a:pPr>
            <a:r>
              <a:t>D:/pasar_fix/node_modules/.bun/nitropack@2.13.4+7a71f8b37000f34b/node_modules/nitropack/dist/runtime/internal/empty.d.ts</a:t>
            </a:r>
          </a:p>
          <a:p>
            <a:pPr>
              <a:defRPr sz="1200"/>
            </a:pPr>
            <a:r>
              <a:t>D:/pasar_fix/node_modules/.bun/nitropack@2.13.4+7a71f8b37000f34b/node_modules/nitropack/dist/runtime/internal/empty.mjs</a:t>
            </a:r>
          </a:p>
          <a:p>
            <a:pPr>
              <a:defRPr sz="1200"/>
            </a:pPr>
            <a:r>
              <a:t>D:/pasar_fix/node_modules/.bun/nitropack@2.13.4+7a71f8b37000f34b/node_modules/nitropack/dist/runtime/internal/hash.d.ts</a:t>
            </a:r>
          </a:p>
          <a:p>
            <a:pPr>
              <a:defRPr sz="1200"/>
            </a:pPr>
            <a:r>
              <a:t>D:/pasar_fix/node_modules/.bun/nitropack@2.13.4+7a71f8b37000f34b/node_modules/nitropack/dist/runtime/internal/hash.mjs</a:t>
            </a:r>
          </a:p>
          <a:p>
            <a:pPr>
              <a:defRPr sz="1200"/>
            </a:pPr>
            <a:r>
              <a:t>D:/pasar_fix/node_modules/.bun/nitropack@2.13.4+7a71f8b37000f34b/node_modules/nitropack/dist/runtime/internal/index.d.ts</a:t>
            </a:r>
          </a:p>
          <a:p>
            <a:pPr>
              <a:defRPr sz="1200"/>
            </a:pPr>
            <a:r>
              <a:t>D:/pasar_fix/node_modules/.bun/nitropack@2.13.4+7a71f8b37000f34b/node_modules/nitropack/dist/runtime/internal/index.mjs</a:t>
            </a:r>
          </a:p>
          <a:p>
            <a:pPr>
              <a:defRPr sz="1200"/>
            </a:pPr>
            <a:r>
              <a:t>D:/pasar_fix/node_modules/.bun/nitropack@2.13.4+7a71f8b37000f34b/node_modules/nitropack/dist/runtime/internal/meta.d.ts</a:t>
            </a:r>
          </a:p>
          <a:p>
            <a:pPr>
              <a:defRPr sz="1200"/>
            </a:pPr>
            <a:r>
              <a:t>D:/pasar_fix/node_modules/.bun/nitropack@2.13.4+7a71f8b37000f34b/node_modules/nitropack/dist/runtime/internal/meta.mjs</a:t>
            </a:r>
          </a:p>
          <a:p>
            <a:pPr>
              <a:defRPr sz="1200"/>
            </a:pPr>
            <a:r>
              <a:t>D:/pasar_fix/node_modules/.bun/nitropack@2.13.4+7a71f8b37000f34b/node_modules/nitropack/dist/runtime/internal/plugin.d.ts</a:t>
            </a:r>
          </a:p>
          <a:p>
            <a:pPr>
              <a:defRPr sz="1200"/>
            </a:pPr>
            <a:r>
              <a:t>D:/pasar_fix/node_modules/.bun/nitropack@2.13.4+7a71f8b37000f34b/node_modules/nitropack/dist/runtime/internal/plugin.mjs</a:t>
            </a:r>
          </a:p>
          <a:p>
            <a:pPr>
              <a:defRPr sz="1200"/>
            </a:pPr>
            <a:r>
              <a:t>D:/pasar_fix/node_modules/.bun/nitropack@2.13.4+7a71f8b37000f34b/node_modules/nitropack/dist/runtime/internal/renderer.d.ts</a:t>
            </a:r>
          </a:p>
          <a:p>
            <a:pPr>
              <a:defRPr sz="1200"/>
            </a:pPr>
            <a:r>
              <a:t>D:/pasar_fix/node_modules/.bun/nitropack@2.13.4+7a71f8b37000f34b/node_modules/nitropack/dist/runtime/internal/renderer.mjs</a:t>
            </a:r>
          </a:p>
          <a:p>
            <a:pPr>
              <a:defRPr sz="1200"/>
            </a:pPr>
            <a:r>
              <a:t>D:/pasar_fix/node_modules/.bun/nitropack@2.13.4+7a71f8b37000f34b/node_modules/nitropack/dist/runtime/internal/route-rules-utils.d.ts</a:t>
            </a:r>
          </a:p>
          <a:p>
            <a:pPr>
              <a:defRPr sz="1200"/>
            </a:pPr>
            <a:r>
              <a:t>D:/pasar_fix/node_modules/.bun/nitropack@2.13.4+7a71f8b37000f34b/node_modules/nitropack/dist/runtime/internal/route-rules-utils.mjs</a:t>
            </a:r>
          </a:p>
          <a:p>
            <a:pPr>
              <a:defRPr sz="1200"/>
            </a:pPr>
            <a:r>
              <a:t>D:/pasar_fix/node_modules/.bun/nitropack@2.13.4+7a71f8b37000f34b/node_modules/nitropack/dist/runtime/internal/route-rules.d.ts</a:t>
            </a:r>
          </a:p>
          <a:p>
            <a:pPr>
              <a:defRPr sz="1200"/>
            </a:pPr>
            <a:r>
              <a:t>D:/pasar_fix/node_modules/.bun/nitropack@2.13.4+7a71f8b37000f34b/node_modules/nitropack/dist/runtime/internal/route-rules.mjs</a:t>
            </a:r>
          </a:p>
          <a:p>
            <a:pPr>
              <a:defRPr sz="1200"/>
            </a:pPr>
            <a:r>
              <a:t>D:/pasar_fix/node_modules/.bun/nitropack@2.13.4+7a71f8b37000f34b/node_modules/nitropack/dist/runtime/internal/shutdown.d.ts</a:t>
            </a:r>
          </a:p>
          <a:p>
            <a:pPr>
              <a:defRPr sz="1200"/>
            </a:pPr>
            <a:r>
              <a:t>D:/pasar_fix/node_modules/.bun/nitropack@2.13.4+7a71f8b37000f34b/node_modules/nitropack/dist/runtime/internal/shutdown.mjs</a:t>
            </a:r>
          </a:p>
          <a:p>
            <a:pPr>
              <a:defRPr sz="1200"/>
            </a:pPr>
            <a:r>
              <a:t>D:/pasar_fix/node_modules/.bun/nitropack@2.13.4+7a71f8b37000f34b/node_modules/nitropack/dist/runtime/internal/static.d.ts</a:t>
            </a:r>
          </a:p>
          <a:p>
            <a:pPr>
              <a:defRPr sz="1200"/>
            </a:pPr>
            <a:r>
              <a:t>D:/pasar_fix/node_modules/.bun/nitropack@2.13.4+7a71f8b37000f34b/node_modules/nitropack/dist/runtime/internal/static.mjs</a:t>
            </a:r>
          </a:p>
          <a:p>
            <a:pPr>
              <a:defRPr sz="1200"/>
            </a:pPr>
            <a:r>
              <a:t>D:/pasar_fix/node_modules/.bun/nitropack@2.13.4+7a71f8b37000f34b/node_modules/nitropack/dist/runtime/internal/storage.d.ts</a:t>
            </a:r>
          </a:p>
          <a:p>
            <a:pPr>
              <a:defRPr sz="1200"/>
            </a:pPr>
            <a:r>
              <a:t>D:/pasar_fix/node_modules/.bun/nitropack@2.13.4+7a71f8b37000f34b/node_modules/nitropack/dist/runtime/internal/storage.mjs</a:t>
            </a:r>
          </a:p>
          <a:p>
            <a:pPr>
              <a:defRPr sz="1200"/>
            </a:pPr>
            <a:r>
              <a:t>D:/pasar_fix/node_modules/.bun/nitropack@2.13.4+7a71f8b37000f34b/node_modules/nitropack/dist/runtime/internal/task.d.ts</a:t>
            </a:r>
          </a:p>
          <a:p>
            <a:pPr>
              <a:defRPr sz="1200"/>
            </a:pPr>
            <a:r>
              <a:t>D:/pasar_fix/node_modules/.bun/nitropack@2.13.4+7a71f8b37000f34b/node_modules/nitropack/dist/runtime/internal/task.mjs</a:t>
            </a:r>
          </a:p>
          <a:p>
            <a:pPr>
              <a:defRPr sz="1200"/>
            </a:pPr>
            <a:r>
              <a:t>D:/pasar_fix/node_modules/.bun/nitropack@2.13.4+7a71f8b37000f34b/node_modules/nitropack/dist/runtime/internal/timing.d.ts</a:t>
            </a:r>
          </a:p>
          <a:p>
            <a:pPr>
              <a:defRPr sz="1200"/>
            </a:pPr>
            <a:r>
              <a:t>D:/pasar_fix/node_modules/.bun/nitropack@2.13.4+7a71f8b37000f34b/node_modules/nitropack/dist/runtime/internal/timing.mjs</a:t>
            </a:r>
          </a:p>
          <a:p>
            <a:pPr>
              <a:defRPr sz="1200"/>
            </a:pPr>
            <a:r>
              <a:t>D:/pasar_fix/node_modules/.bun/nitropack@2.13.4+7a71f8b37000f34b/node_modules/nitropack/dist/runtime/internal/utils.azure.d.ts</a:t>
            </a:r>
          </a:p>
          <a:p>
            <a:pPr>
              <a:defRPr sz="1200"/>
            </a:pPr>
            <a:r>
              <a:t>D:/pasar_fix/node_modules/.bun/nitropack@2.13.4+7a71f8b37000f34b/node_modules/nitropack/dist/runtime/internal/utils.azure.mjs</a:t>
            </a:r>
          </a:p>
          <a:p>
            <a:pPr>
              <a:defRPr sz="1200"/>
            </a:pPr>
            <a:r>
              <a:t>D:/pasar_fix/node_modules/.bun/nitropack@2.13.4+7a71f8b37000f34b/node_modules/nitropack/dist/runtime/internal/utils.d.ts</a:t>
            </a:r>
          </a:p>
          <a:p>
            <a:pPr>
              <a:defRPr sz="1200"/>
            </a:pPr>
            <a:r>
              <a:t>D:/pasar_fix/node_modules/.bun/nitropack@2.13.4+7a71f8b37000f34b/node_modules/nitropack/dist/runtime/internal/utils.env.d.ts</a:t>
            </a:r>
          </a:p>
          <a:p>
            <a:pPr>
              <a:defRPr sz="1200"/>
            </a:pPr>
            <a:r>
              <a:t>D:/pasar_fix/node_modules/.bun/nitropack@2.13.4+7a71f8b37000f34b/node_modules/nitropack/dist/runtime/internal/utils.env.mjs</a:t>
            </a:r>
          </a:p>
          <a:p>
            <a:pPr>
              <a:defRPr sz="1200"/>
            </a:pPr>
            <a:r>
              <a:t>D:/pasar_fix/node_modules/.bun/nitropack@2.13.4+7a71f8b37000f34b/node_modules/nitropack/dist/runtime/internal/utils.lambda.d.ts</a:t>
            </a:r>
          </a:p>
          <a:p>
            <a:pPr>
              <a:defRPr sz="1200"/>
            </a:pPr>
            <a:r>
              <a:t>D:/pasar_fix/node_modules/.bun/nitropack@2.13.4+7a71f8b37000f34b/node_modules/nitropack/dist/runtime/internal/utils.lambda.mjs</a:t>
            </a:r>
          </a:p>
          <a:p>
            <a:pPr>
              <a:defRPr sz="1200"/>
            </a:pPr>
            <a:r>
              <a:t>D:/pasar_fix/node_modules/.bun/nitropack@2.13.4+7a71f8b37000f34b/node_modules/nitropack/dist/runtime/internal/utils.mjs</a:t>
            </a:r>
          </a:p>
          <a:p>
            <a:pPr>
              <a:defRPr sz="1200"/>
            </a:pPr>
            <a:r>
              <a:t>D:/pasar_fix/node_modules/.bun/nitropack@2.13.4+7a71f8b37000f34b/node_modules/nitropack/dist/runtime/internal/error/dev.d.ts</a:t>
            </a:r>
          </a:p>
          <a:p>
            <a:pPr>
              <a:defRPr sz="1200"/>
            </a:pPr>
            <a:r>
              <a:t>D:/pasar_fix/node_modules/.bun/nitropack@2.13.4+7a71f8b37000f34b/node_modules/nitropack/dist/runtime/internal/error/dev.mjs</a:t>
            </a:r>
          </a:p>
          <a:p>
            <a:pPr>
              <a:defRPr sz="1200"/>
            </a:pPr>
            <a:r>
              <a:t>D:/pasar_fix/node_modules/.bun/nitropack@2.13.4+7a71f8b37000f34b/node_modules/nitropack/dist/runtime/internal/error/prod.d.ts</a:t>
            </a:r>
          </a:p>
          <a:p>
            <a:pPr>
              <a:defRPr sz="1200"/>
            </a:pPr>
            <a:r>
              <a:t>D:/pasar_fix/node_modules/.bun/nitropack@2.13.4+7a71f8b37000f34b/node_modules/nitropack/dist/runtime/internal/error/prod.mjs</a:t>
            </a:r>
          </a:p>
          <a:p>
            <a:pPr>
              <a:defRPr sz="1200"/>
            </a:pPr>
            <a:r>
              <a:t>D:/pasar_fix/node_modules/.bun/nitropack@2.13.4+7a71f8b37000f34b/node_modules/nitropack/dist/runtime/internal/error/utils.d.ts</a:t>
            </a:r>
          </a:p>
          <a:p>
            <a:pPr>
              <a:defRPr sz="1200"/>
            </a:pPr>
            <a:r>
              <a:t>D:/pasar_fix/node_modules/.bun/nitropack@2.13.4+7a71f8b37000f34b/node_modules/nitropack/dist/runtime/internal/error/utils.mjs</a:t>
            </a:r>
          </a:p>
          <a:p>
            <a:pPr>
              <a:defRPr sz="1200"/>
            </a:pPr>
            <a:r>
              <a:t>D:/pasar_fix/node_modules/.bun/nitropack@2.13.4+7a71f8b37000f34b/node_modules/nitropack/dist/runtime/internal/lib/http-graceful-shutdown.d.ts</a:t>
            </a:r>
          </a:p>
          <a:p>
            <a:pPr>
              <a:defRPr sz="1200"/>
            </a:pPr>
            <a:r>
              <a:t>D:/pasar_fix/node_modules/.bun/nitropack@2.13.4+7a71f8b37000f34b/node_modules/nitropack/dist/runtime/internal/lib/http-graceful-shutdown.mjs</a:t>
            </a:r>
          </a:p>
          <a:p>
            <a:pPr>
              <a:defRPr sz="1200"/>
            </a:pPr>
            <a:r>
              <a:t>D:/pasar_fix/node_modules/.bun/nitropack@2.13.4+7a71f8b37000f34b/node_modules/nitropack/dist/runtime/internal/routes/openapi.d.ts</a:t>
            </a:r>
          </a:p>
          <a:p>
            <a:pPr>
              <a:defRPr sz="1200"/>
            </a:pPr>
            <a:r>
              <a:t>D:/pasar_fix/node_modules/.bun/nitropack@2.13.4+7a71f8b37000f34b/node_modules/nitropack/dist/runtime/internal/routes/openapi.mjs</a:t>
            </a:r>
          </a:p>
          <a:p>
            <a:pPr>
              <a:defRPr sz="1200"/>
            </a:pPr>
            <a:r>
              <a:t>D:/pasar_fix/node_modules/.bun/nitropack@2.13.4+7a71f8b37000f34b/node_modules/nitropack/dist/runtime/internal/routes/scalar.d.ts</a:t>
            </a:r>
          </a:p>
          <a:p>
            <a:pPr>
              <a:defRPr sz="1200"/>
            </a:pPr>
            <a:r>
              <a:t>D:/pasar_fix/node_modules/.bun/nitropack@2.13.4+7a71f8b37000f34b/node_modules/nitropack/dist/runtime/internal/routes/scalar.mjs</a:t>
            </a:r>
          </a:p>
          <a:p>
            <a:pPr>
              <a:defRPr sz="1200"/>
            </a:pPr>
            <a:r>
              <a:t>D:/pasar_fix/node_modules/.bun/nitropack@2.13.4+7a71f8b37000f34b/node_modules/nitropack/dist/runtime/internal/routes/swagger.d.ts</a:t>
            </a:r>
          </a:p>
          <a:p>
            <a:pPr>
              <a:defRPr sz="1200"/>
            </a:pPr>
            <a:r>
              <a:t>D:/pasar_fix/node_modules/.bun/nitropack@2.13.4+7a71f8b37000f34b/node_modules/nitropack/dist/runtime/internal/routes/swagger.mjs</a:t>
            </a:r>
          </a:p>
          <a:p>
            <a:pPr>
              <a:defRPr sz="1200"/>
            </a:pPr>
            <a:r>
              <a:t>D:/pasar_fix/node_modules/.bun/nitropack@2.13.4+7a71f8b37000f34b/node_modules/nitropack/dist/shared/nitro.D682J6aL.d.mts</a:t>
            </a:r>
          </a:p>
          <a:p>
            <a:pPr>
              <a:defRPr sz="1200"/>
            </a:pPr>
            <a:r>
              <a:t>D:/pasar_fix/node_modules/.bun/nitropack@2.13.4+7a71f8b37000f34b/node_modules/nitropack/dist/shared/nitro.D682J6aL.d.ts</a:t>
            </a:r>
          </a:p>
          <a:p>
            <a:pPr>
              <a:defRPr sz="1200"/>
            </a:pPr>
            <a:r>
              <a:t>D:/pasar_fix/node_modules/.bun/nitropack@2.13.4+7a71f8b37000f34b/node_modules/nitropack/dist/types/index.d.mts</a:t>
            </a:r>
          </a:p>
          <a:p>
            <a:pPr>
              <a:defRPr sz="1200"/>
            </a:pPr>
            <a:r>
              <a:t>D:/pasar_fix/node_modules/.bun/nitropack@2.13.4+7a71f8b37000f34b/node_modules/nitropack/dist/types/index.d.ts</a:t>
            </a:r>
          </a:p>
          <a:p>
            <a:pPr>
              <a:defRPr sz="1200"/>
            </a:pPr>
            <a:r>
              <a:t>D:/pasar_fix/node_modules/.bun/nitropack@2.13.4+7a71f8b37000f34b/node_modules/nitropack/dist/types/index.mjs</a:t>
            </a:r>
          </a:p>
          <a:p>
            <a:pPr>
              <a:defRPr sz="1200"/>
            </a:pPr>
            <a:r>
              <a:t>D:/pasar_fix/node_modules/.bun/nitropack@2.13.4+7a71f8b37000f34b/node_modules/nitropack/dist/_chunks/parallel.mjs</a:t>
            </a:r>
          </a:p>
          <a:p>
            <a:pPr>
              <a:defRPr sz="1200"/>
            </a:pPr>
            <a:r>
              <a:t>D:/pasar_fix/node_modules/.bun/node-addon-api@7.1.1/node_modules/node-addon-api/common.gypi</a:t>
            </a:r>
          </a:p>
          <a:p>
            <a:pPr>
              <a:defRPr sz="1200"/>
            </a:pPr>
            <a:r>
              <a:t>D:/pasar_fix/node_modules/.bun/node-addon-api@7.1.1/node_modules/node-addon-api/except.gypi</a:t>
            </a:r>
          </a:p>
          <a:p>
            <a:pPr>
              <a:defRPr sz="1200"/>
            </a:pPr>
            <a:r>
              <a:t>D:/pasar_fix/node_modules/.bun/node-addon-api@7.1.1/node_modules/node-addon-api/index.js</a:t>
            </a:r>
          </a:p>
          <a:p>
            <a:pPr>
              <a:defRPr sz="1200"/>
            </a:pPr>
            <a:r>
              <a:t>D:/pasar_fix/node_modules/.bun/node-addon-api@7.1.1/node_modules/node-addon-api/LICENSE.md</a:t>
            </a:r>
          </a:p>
          <a:p>
            <a:pPr>
              <a:defRPr sz="1200"/>
            </a:pPr>
            <a:r>
              <a:t>D:/pasar_fix/node_modules/.bun/node-addon-api@7.1.1/node_modules/node-addon-api/napi-inl.deprecated.h</a:t>
            </a:r>
          </a:p>
          <a:p>
            <a:pPr>
              <a:defRPr sz="1200"/>
            </a:pPr>
            <a:r>
              <a:t>D:/pasar_fix/node_modules/.bun/node-addon-api@7.1.1/node_modules/node-addon-api/napi-inl.h</a:t>
            </a:r>
          </a:p>
          <a:p>
            <a:pPr>
              <a:defRPr sz="1200"/>
            </a:pPr>
            <a:r>
              <a:t>D:/pasar_fix/node_modules/.bun/node-addon-api@7.1.1/node_modules/node-addon-api/napi.h</a:t>
            </a:r>
          </a:p>
          <a:p>
            <a:pPr>
              <a:defRPr sz="1200"/>
            </a:pPr>
            <a:r>
              <a:t>D:/pasar_fix/node_modules/.bun/node-addon-api@7.1.1/node_modules/node-addon-api/node_addon_api.gyp</a:t>
            </a:r>
          </a:p>
          <a:p>
            <a:pPr>
              <a:defRPr sz="1200"/>
            </a:pPr>
            <a:r>
              <a:t>D:/pasar_fix/node_modules/.bun/node-addon-api@7.1.1/node_modules/node-addon-api/node_api.gyp</a:t>
            </a:r>
          </a:p>
          <a:p>
            <a:pPr>
              <a:defRPr sz="1200"/>
            </a:pPr>
            <a:r>
              <a:t>D:/pasar_fix/node_modules/.bun/node-addon-api@7.1.1/node_modules/node-addon-api/noexcept.gypi</a:t>
            </a:r>
          </a:p>
          <a:p>
            <a:pPr>
              <a:defRPr sz="1200"/>
            </a:pPr>
            <a:r>
              <a:t>D:/pasar_fix/node_modules/.bun/node-addon-api@7.1.1/node_modules/node-addon-api/nothing.c</a:t>
            </a:r>
          </a:p>
          <a:p>
            <a:pPr>
              <a:defRPr sz="1200"/>
            </a:pPr>
            <a:r>
              <a:t>D:/pasar_fix/node_modules/.bun/node-addon-api@7.1.1/node_modules/node-addon-api/package-support.json</a:t>
            </a:r>
          </a:p>
          <a:p>
            <a:pPr>
              <a:defRPr sz="1200"/>
            </a:pPr>
            <a:r>
              <a:t>D:/pasar_fix/node_modules/.bun/node-addon-api@7.1.1/node_modules/node-addon-api/package.json</a:t>
            </a:r>
          </a:p>
          <a:p>
            <a:pPr>
              <a:defRPr sz="1200"/>
            </a:pPr>
            <a:r>
              <a:t>D:/pasar_fix/node_modules/.bun/node-addon-api@7.1.1/node_modules/node-addon-api/README.md</a:t>
            </a:r>
          </a:p>
          <a:p>
            <a:pPr>
              <a:defRPr sz="1200"/>
            </a:pPr>
            <a:r>
              <a:t>D:/pasar_fix/node_modules/.bun/node-addon-api@7.1.1/node_modules/node-addon-api/tools/check-napi.js</a:t>
            </a:r>
          </a:p>
          <a:p>
            <a:pPr>
              <a:defRPr sz="1200"/>
            </a:pPr>
            <a:r>
              <a:t>D:/pasar_fix/node_modules/.bun/node-addon-api@7.1.1/node_modules/node-addon-api/tools/clang-format.js</a:t>
            </a:r>
          </a:p>
          <a:p>
            <a:pPr>
              <a:defRPr sz="1200"/>
            </a:pPr>
            <a:r>
              <a:t>D:/pasar_fix/node_modules/.bun/node-addon-api@7.1.1/node_modules/node-addon-api/tools/conversion.js</a:t>
            </a:r>
          </a:p>
          <a:p>
            <a:pPr>
              <a:defRPr sz="1200"/>
            </a:pPr>
            <a:r>
              <a:t>D:/pasar_fix/node_modules/.bun/node-addon-api@7.1.1/node_modules/node-addon-api/tools/eslint-format.js</a:t>
            </a:r>
          </a:p>
          <a:p>
            <a:pPr>
              <a:defRPr sz="1200"/>
            </a:pPr>
            <a:r>
              <a:t>D:/pasar_fix/node_modules/.bun/node-addon-api@7.1.1/node_modules/node-addon-api/tools/README.md</a:t>
            </a:r>
          </a:p>
          <a:p>
            <a:pPr>
              <a:defRPr sz="1200"/>
            </a:pPr>
            <a:r>
              <a:t>D:/pasar_fix/node_modules/.bun/node-fetch-native@1.6.7/node_modules/node-fetch-native/index.d.ts</a:t>
            </a:r>
          </a:p>
          <a:p>
            <a:pPr>
              <a:defRPr sz="1200"/>
            </a:pPr>
            <a:r>
              <a:t>D:/pasar_fix/node_modules/.bun/node-fetch-native@1.6.7/node_modules/node-fetch-native/LICENSE</a:t>
            </a:r>
          </a:p>
          <a:p>
            <a:pPr>
              <a:defRPr sz="1200"/>
            </a:pPr>
            <a:r>
              <a:t>D:/pasar_fix/node_modules/.bun/node-fetch-native@1.6.7/node_modules/node-fetch-native/node.d.ts</a:t>
            </a:r>
          </a:p>
          <a:p>
            <a:pPr>
              <a:defRPr sz="1200"/>
            </a:pPr>
            <a:r>
              <a:t>D:/pasar_fix/node_modules/.bun/node-fetch-native@1.6.7/node_modules/node-fetch-native/package.json</a:t>
            </a:r>
          </a:p>
          <a:p>
            <a:pPr>
              <a:defRPr sz="1200"/>
            </a:pPr>
            <a:r>
              <a:t>D:/pasar_fix/node_modules/.bun/node-fetch-native@1.6.7/node_modules/node-fetch-native/polyfill.d.ts</a:t>
            </a:r>
          </a:p>
          <a:p>
            <a:pPr>
              <a:defRPr sz="1200"/>
            </a:pPr>
            <a:r>
              <a:t>D:/pasar_fix/node_modules/.bun/node-fetch-native@1.6.7/node_modules/node-fetch-native/proxy.d.ts</a:t>
            </a:r>
          </a:p>
          <a:p>
            <a:pPr>
              <a:defRPr sz="1200"/>
            </a:pPr>
            <a:r>
              <a:t>D:/pasar_fix/node_modules/.bun/node-fetch-native@1.6.7/node_modules/node-fetch-native/README.md</a:t>
            </a:r>
          </a:p>
          <a:p>
            <a:pPr>
              <a:defRPr sz="1200"/>
            </a:pPr>
            <a:r>
              <a:t>D:/pasar_fix/node_modules/.bun/node-fetch-native@1.6.7/node_modules/node-fetch-native/dist/index.cjs</a:t>
            </a:r>
          </a:p>
          <a:p>
            <a:pPr>
              <a:defRPr sz="1200"/>
            </a:pPr>
            <a:r>
              <a:t>D:/pasar_fix/node_modules/.bun/node-fetch-native@1.6.7/node_modules/node-fetch-native/dist/index.mjs</a:t>
            </a:r>
          </a:p>
          <a:p>
            <a:pPr>
              <a:defRPr sz="1200"/>
            </a:pPr>
            <a:r>
              <a:t>D:/pasar_fix/node_modules/.bun/node-fetch-native@1.6.7/node_modules/node-fetch-native/dist/native.cjs</a:t>
            </a:r>
          </a:p>
          <a:p>
            <a:pPr>
              <a:defRPr sz="1200"/>
            </a:pPr>
            <a:r>
              <a:t>D:/pasar_fix/node_modules/.bun/node-fetch-native@1.6.7/node_modules/node-fetch-native/dist/native.mjs</a:t>
            </a:r>
          </a:p>
          <a:p>
            <a:pPr>
              <a:defRPr sz="1200"/>
            </a:pPr>
            <a:r>
              <a:t>D:/pasar_fix/node_modules/.bun/node-fetch-native@1.6.7/node_modules/node-fetch-native/dist/node.cjs</a:t>
            </a:r>
          </a:p>
          <a:p>
            <a:pPr>
              <a:defRPr sz="1200"/>
            </a:pPr>
            <a:r>
              <a:t>D:/pasar_fix/node_modules/.bun/node-fetch-native@1.6.7/node_modules/node-fetch-native/dist/node.mjs</a:t>
            </a:r>
          </a:p>
          <a:p>
            <a:pPr>
              <a:defRPr sz="1200"/>
            </a:pPr>
            <a:r>
              <a:t>D:/pasar_fix/node_modules/.bun/node-fetch-native@1.6.7/node_modules/node-fetch-native/dist/polyfill.cjs</a:t>
            </a:r>
          </a:p>
          <a:p>
            <a:pPr>
              <a:defRPr sz="1200"/>
            </a:pPr>
            <a:r>
              <a:t>D:/pasar_fix/node_modules/.bun/node-fetch-native@1.6.7/node_modules/node-fetch-native/dist/polyfill.mjs</a:t>
            </a:r>
          </a:p>
          <a:p>
            <a:pPr>
              <a:defRPr sz="1200"/>
            </a:pPr>
            <a:r>
              <a:t>D:/pasar_fix/node_modules/.bun/node-fetch-native@1.6.7/node_modules/node-fetch-native/dist/proxy-stub.cjs</a:t>
            </a:r>
          </a:p>
          <a:p>
            <a:pPr>
              <a:defRPr sz="1200"/>
            </a:pPr>
            <a:r>
              <a:t>D:/pasar_fix/node_modules/.bun/node-fetch-native@1.6.7/node_modules/node-fetch-native/dist/proxy-stub.mjs</a:t>
            </a:r>
          </a:p>
          <a:p>
            <a:pPr>
              <a:defRPr sz="1200"/>
            </a:pPr>
            <a:r>
              <a:t>D:/pasar_fix/node_modules/.bun/node-fetch-native@1.6.7/node_modules/node-fetch-native/dist/proxy.cjs</a:t>
            </a:r>
          </a:p>
          <a:p>
            <a:pPr>
              <a:defRPr sz="1200"/>
            </a:pPr>
            <a:r>
              <a:t>D:/pasar_fix/node_modules/.bun/node-fetch-native@1.6.7/node_modules/node-fetch-native/dist/chunks/multipart-parser.cjs</a:t>
            </a:r>
          </a:p>
          <a:p>
            <a:pPr>
              <a:defRPr sz="1200"/>
            </a:pPr>
            <a:r>
              <a:t>D:/pasar_fix/node_modules/.bun/node-fetch-native@1.6.7/node_modules/node-fetch-native/dist/chunks/multipart-parser.mjs</a:t>
            </a:r>
          </a:p>
          <a:p>
            <a:pPr>
              <a:defRPr sz="1200"/>
            </a:pPr>
            <a:r>
              <a:t>D:/pasar_fix/node_modules/.bun/node-fetch-native@1.6.7/node_modules/node-fetch-native/dist/shared/node-fetch-native.DfbY2q-x.mjs</a:t>
            </a:r>
          </a:p>
          <a:p>
            <a:pPr>
              <a:defRPr sz="1200"/>
            </a:pPr>
            <a:r>
              <a:t>D:/pasar_fix/node_modules/.bun/node-fetch-native@1.6.7/node_modules/node-fetch-native/dist/shared/node-fetch-native.DhEqb06g.cjs</a:t>
            </a:r>
          </a:p>
          <a:p>
            <a:pPr>
              <a:defRPr sz="1200"/>
            </a:pPr>
            <a:r>
              <a:t>D:/pasar_fix/node_modules/.bun/node-fetch-native@1.6.7/node_modules/node-fetch-native/lib/empty.cjs</a:t>
            </a:r>
          </a:p>
          <a:p>
            <a:pPr>
              <a:defRPr sz="1200"/>
            </a:pPr>
            <a:r>
              <a:t>D:/pasar_fix/node_modules/.bun/node-fetch-native@1.6.7/node_modules/node-fetch-native/lib/empty.mjs</a:t>
            </a:r>
          </a:p>
          <a:p>
            <a:pPr>
              <a:defRPr sz="1200"/>
            </a:pPr>
            <a:r>
              <a:t>D:/pasar_fix/node_modules/.bun/node-fetch-native@1.6.7/node_modules/node-fetch-native/lib/index.cjs</a:t>
            </a:r>
          </a:p>
          <a:p>
            <a:pPr>
              <a:defRPr sz="1200"/>
            </a:pPr>
            <a:r>
              <a:t>D:/pasar_fix/node_modules/.bun/node-fetch-native@1.6.7/node_modules/node-fetch-native/lib/index.d.cts</a:t>
            </a:r>
          </a:p>
          <a:p>
            <a:pPr>
              <a:defRPr sz="1200"/>
            </a:pPr>
            <a:r>
              <a:t>D:/pasar_fix/node_modules/.bun/node-fetch-native@1.6.7/node_modules/node-fetch-native/lib/index.d.mts</a:t>
            </a:r>
          </a:p>
          <a:p>
            <a:pPr>
              <a:defRPr sz="1200"/>
            </a:pPr>
            <a:r>
              <a:t>D:/pasar_fix/node_modules/.bun/node-fetch-native@1.6.7/node_modules/node-fetch-native/lib/index.d.ts</a:t>
            </a:r>
          </a:p>
          <a:p>
            <a:pPr>
              <a:defRPr sz="1200"/>
            </a:pPr>
            <a:r>
              <a:t>D:/pasar_fix/node_modules/.bun/node-fetch-native@1.6.7/node_modules/node-fetch-native/lib/native.cjs</a:t>
            </a:r>
          </a:p>
          <a:p>
            <a:pPr>
              <a:defRPr sz="1200"/>
            </a:pPr>
            <a:r>
              <a:t>D:/pasar_fix/node_modules/.bun/node-fetch-native@1.6.7/node_modules/node-fetch-native/lib/polyfill.d.cts</a:t>
            </a:r>
          </a:p>
          <a:p>
            <a:pPr>
              <a:defRPr sz="1200"/>
            </a:pPr>
            <a:r>
              <a:t>D:/pasar_fix/node_modules/.bun/node-fetch-native@1.6.7/node_modules/node-fetch-native/lib/polyfill.d.mts</a:t>
            </a:r>
          </a:p>
          <a:p>
            <a:pPr>
              <a:defRPr sz="1200"/>
            </a:pPr>
            <a:r>
              <a:t>D:/pasar_fix/node_modules/.bun/node-fetch-native@1.6.7/node_modules/node-fetch-native/lib/polyfill.d.ts</a:t>
            </a:r>
          </a:p>
          <a:p>
            <a:pPr>
              <a:defRPr sz="1200"/>
            </a:pPr>
            <a:r>
              <a:t>D:/pasar_fix/node_modules/.bun/node-fetch-native@1.6.7/node_modules/node-fetch-native/lib/proxy.d.ts</a:t>
            </a:r>
          </a:p>
          <a:p>
            <a:pPr>
              <a:defRPr sz="1200"/>
            </a:pPr>
            <a:r>
              <a:t>D:/pasar_fix/node_modules/.bun/node-fetch@2.7.0/node_modules/node-fetch/browser.js</a:t>
            </a:r>
          </a:p>
          <a:p>
            <a:pPr>
              <a:defRPr sz="1200"/>
            </a:pPr>
            <a:r>
              <a:t>D:/pasar_fix/node_modules/.bun/node-fetch@2.7.0/node_modules/node-fetch/LICENSE.md</a:t>
            </a:r>
          </a:p>
          <a:p>
            <a:pPr>
              <a:defRPr sz="1200"/>
            </a:pPr>
            <a:r>
              <a:t>D:/pasar_fix/node_modules/.bun/node-fetch@2.7.0/node_modules/node-fetch/package.json</a:t>
            </a:r>
          </a:p>
          <a:p>
            <a:pPr>
              <a:defRPr sz="1200"/>
            </a:pPr>
            <a:r>
              <a:t>D:/pasar_fix/node_modules/.bun/node-fetch@2.7.0/node_modules/node-fetch/README.md</a:t>
            </a:r>
          </a:p>
          <a:p>
            <a:pPr>
              <a:defRPr sz="1200"/>
            </a:pPr>
            <a:r>
              <a:t>D:/pasar_fix/node_modules/.bun/node-fetch@2.7.0/node_modules/node-fetch/lib/index.es.js</a:t>
            </a:r>
          </a:p>
          <a:p>
            <a:pPr>
              <a:defRPr sz="1200"/>
            </a:pPr>
            <a:r>
              <a:t>D:/pasar_fix/node_modules/.bun/node-fetch@2.7.0/node_modules/node-fetch/lib/index.js</a:t>
            </a:r>
          </a:p>
          <a:p>
            <a:pPr>
              <a:defRPr sz="1200"/>
            </a:pPr>
            <a:r>
              <a:t>D:/pasar_fix/node_modules/.bun/node-fetch@2.7.0/node_modules/node-fetch/lib/index.mjs</a:t>
            </a:r>
          </a:p>
          <a:p>
            <a:pPr>
              <a:defRPr sz="1200"/>
            </a:pPr>
            <a:r>
              <a:t>D:/pasar_fix/node_modules/.bun/node-forge@1.4.0/node_modules/node-forge/LICENSE</a:t>
            </a:r>
          </a:p>
          <a:p>
            <a:pPr>
              <a:defRPr sz="1200"/>
            </a:pPr>
            <a:r>
              <a:t>D:/pasar_fix/node_modules/.bun/node-forge@1.4.0/node_modules/node-forge/package.json</a:t>
            </a:r>
          </a:p>
          <a:p>
            <a:pPr>
              <a:defRPr sz="1200"/>
            </a:pPr>
            <a:r>
              <a:t>D:/pasar_fix/node_modules/.bun/node-forge@1.4.0/node_modules/node-forge/README.md</a:t>
            </a:r>
          </a:p>
          <a:p>
            <a:pPr>
              <a:defRPr sz="1200"/>
            </a:pPr>
            <a:r>
              <a:t>D:/pasar_fix/node_modules/.bun/node-forge@1.4.0/node_modules/node-forge/dist/forge.all.min.js</a:t>
            </a:r>
          </a:p>
          <a:p>
            <a:pPr>
              <a:defRPr sz="1200"/>
            </a:pPr>
            <a:r>
              <a:t>D:/pasar_fix/node_modules/.bun/node-forge@1.4.0/node_modules/node-forge/dist/forge.all.min.js.map</a:t>
            </a:r>
          </a:p>
          <a:p>
            <a:pPr>
              <a:defRPr sz="1200"/>
            </a:pPr>
            <a:r>
              <a:t>D:/pasar_fix/node_modules/.bun/node-forge@1.4.0/node_modules/node-forge/dist/forge.min.js</a:t>
            </a:r>
          </a:p>
          <a:p>
            <a:pPr>
              <a:defRPr sz="1200"/>
            </a:pPr>
            <a:r>
              <a:t>D:/pasar_fix/node_modules/.bun/node-forge@1.4.0/node_modules/node-forge/dist/forge.min.js.map</a:t>
            </a:r>
          </a:p>
          <a:p>
            <a:pPr>
              <a:defRPr sz="1200"/>
            </a:pPr>
            <a:r>
              <a:t>D:/pasar_fix/node_modules/.bun/node-forge@1.4.0/node_modules/node-forge/dist/prime.worker.min.js</a:t>
            </a:r>
          </a:p>
          <a:p>
            <a:pPr>
              <a:defRPr sz="1200"/>
            </a:pPr>
            <a:r>
              <a:t>D:/pasar_fix/node_modules/.bun/node-forge@1.4.0/node_modules/node-forge/dist/prime.worker.min.js.map</a:t>
            </a:r>
          </a:p>
          <a:p>
            <a:pPr>
              <a:defRPr sz="1200"/>
            </a:pPr>
            <a:r>
              <a:t>D:/pasar_fix/node_modules/.bun/node-forge@1.4.0/node_modules/node-forge/flash/swf/SocketPool.swf</a:t>
            </a:r>
          </a:p>
          <a:p>
            <a:pPr>
              <a:defRPr sz="1200"/>
            </a:pPr>
            <a:r>
              <a:t>D:/pasar_fix/node_modules/.bun/node-forge@1.4.0/node_modules/node-forge/lib/aes.js</a:t>
            </a:r>
          </a:p>
          <a:p>
            <a:pPr>
              <a:defRPr sz="1200"/>
            </a:pPr>
            <a:r>
              <a:t>D:/pasar_fix/node_modules/.bun/node-forge@1.4.0/node_modules/node-forge/lib/aesCipherSuites.js</a:t>
            </a:r>
          </a:p>
          <a:p>
            <a:pPr>
              <a:defRPr sz="1200"/>
            </a:pPr>
            <a:r>
              <a:t>D:/pasar_fix/node_modules/.bun/node-forge@1.4.0/node_modules/node-forge/lib/asn1-validator.js</a:t>
            </a:r>
          </a:p>
          <a:p>
            <a:pPr>
              <a:defRPr sz="1200"/>
            </a:pPr>
            <a:r>
              <a:t>D:/pasar_fix/node_modules/.bun/node-forge@1.4.0/node_modules/node-forge/lib/asn1.js</a:t>
            </a:r>
          </a:p>
          <a:p>
            <a:pPr>
              <a:defRPr sz="1200"/>
            </a:pPr>
            <a:r>
              <a:t>D:/pasar_fix/node_modules/.bun/node-forge@1.4.0/node_modules/node-forge/lib/baseN.js</a:t>
            </a:r>
          </a:p>
          <a:p>
            <a:pPr>
              <a:defRPr sz="1200"/>
            </a:pPr>
            <a:r>
              <a:t>D:/pasar_fix/node_modules/.bun/node-forge@1.4.0/node_modules/node-forge/lib/cipher.js</a:t>
            </a:r>
          </a:p>
          <a:p>
            <a:pPr>
              <a:defRPr sz="1200"/>
            </a:pPr>
            <a:r>
              <a:t>D:/pasar_fix/node_modules/.bun/node-forge@1.4.0/node_modules/node-forge/lib/cipherModes.js</a:t>
            </a:r>
          </a:p>
          <a:p>
            <a:pPr>
              <a:defRPr sz="1200"/>
            </a:pPr>
            <a:r>
              <a:t>D:/pasar_fix/node_modules/.bun/node-forge@1.4.0/node_modules/node-forge/lib/des.js</a:t>
            </a:r>
          </a:p>
          <a:p>
            <a:pPr>
              <a:defRPr sz="1200"/>
            </a:pPr>
            <a:r>
              <a:t>D:/pasar_fix/node_modules/.bun/node-forge@1.4.0/node_modules/node-forge/lib/ed25519.js</a:t>
            </a:r>
          </a:p>
          <a:p>
            <a:pPr>
              <a:defRPr sz="1200"/>
            </a:pPr>
            <a:r>
              <a:t>D:/pasar_fix/node_modules/.bun/node-forge@1.4.0/node_modules/node-forge/lib/forge.js</a:t>
            </a:r>
          </a:p>
          <a:p>
            <a:pPr>
              <a:defRPr sz="1200"/>
            </a:pPr>
            <a:r>
              <a:t>D:/pasar_fix/node_modules/.bun/node-forge@1.4.0/node_modules/node-forge/lib/form.js</a:t>
            </a:r>
          </a:p>
          <a:p>
            <a:pPr>
              <a:defRPr sz="1200"/>
            </a:pPr>
            <a:r>
              <a:t>D:/pasar_fix/node_modules/.bun/node-forge@1.4.0/node_modules/node-forge/lib/hmac.js</a:t>
            </a:r>
          </a:p>
          <a:p>
            <a:pPr>
              <a:defRPr sz="1200"/>
            </a:pPr>
            <a:r>
              <a:t>D:/pasar_fix/node_modules/.bun/node-forge@1.4.0/node_modules/node-forge/lib/http.js</a:t>
            </a:r>
          </a:p>
          <a:p>
            <a:pPr>
              <a:defRPr sz="1200"/>
            </a:pPr>
            <a:r>
              <a:t>D:/pasar_fix/node_modules/.bun/node-forge@1.4.0/node_modules/node-forge/lib/index.all.js</a:t>
            </a:r>
          </a:p>
          <a:p>
            <a:pPr>
              <a:defRPr sz="1200"/>
            </a:pPr>
            <a:r>
              <a:t>D:/pasar_fix/node_modules/.bun/node-forge@1.4.0/node_modules/node-forge/lib/index.js</a:t>
            </a:r>
          </a:p>
          <a:p>
            <a:pPr>
              <a:defRPr sz="1200"/>
            </a:pPr>
            <a:r>
              <a:t>D:/pasar_fix/node_modules/.bun/node-forge@1.4.0/node_modules/node-forge/lib/jsbn.js</a:t>
            </a:r>
          </a:p>
          <a:p>
            <a:pPr>
              <a:defRPr sz="1200"/>
            </a:pPr>
            <a:r>
              <a:t>D:/pasar_fix/node_modules/.bun/node-forge@1.4.0/node_modules/node-forge/lib/kem.js</a:t>
            </a:r>
          </a:p>
          <a:p>
            <a:pPr>
              <a:defRPr sz="1200"/>
            </a:pPr>
            <a:r>
              <a:t>D:/pasar_fix/node_modules/.bun/node-forge@1.4.0/node_modules/node-forge/lib/log.js</a:t>
            </a:r>
          </a:p>
          <a:p>
            <a:pPr>
              <a:defRPr sz="1200"/>
            </a:pPr>
            <a:r>
              <a:t>D:/pasar_fix/node_modules/.bun/node-forge@1.4.0/node_modules/node-forge/lib/md.all.js</a:t>
            </a:r>
          </a:p>
          <a:p>
            <a:pPr>
              <a:defRPr sz="1200"/>
            </a:pPr>
            <a:r>
              <a:t>D:/pasar_fix/node_modules/.bun/node-forge@1.4.0/node_modules/node-forge/lib/md.js</a:t>
            </a:r>
          </a:p>
          <a:p>
            <a:pPr>
              <a:defRPr sz="1200"/>
            </a:pPr>
            <a:r>
              <a:t>D:/pasar_fix/node_modules/.bun/node-forge@1.4.0/node_modules/node-forge/lib/md5.js</a:t>
            </a:r>
          </a:p>
          <a:p>
            <a:pPr>
              <a:defRPr sz="1200"/>
            </a:pPr>
            <a:r>
              <a:t>D:/pasar_fix/node_modules/.bun/node-forge@1.4.0/node_modules/node-forge/lib/mgf.js</a:t>
            </a:r>
          </a:p>
          <a:p>
            <a:pPr>
              <a:defRPr sz="1200"/>
            </a:pPr>
            <a:r>
              <a:t>D:/pasar_fix/node_modules/.bun/node-forge@1.4.0/node_modules/node-forge/lib/mgf1.js</a:t>
            </a:r>
          </a:p>
          <a:p>
            <a:pPr>
              <a:defRPr sz="1200"/>
            </a:pPr>
            <a:r>
              <a:t>D:/pasar_fix/node_modules/.bun/node-forge@1.4.0/node_modules/node-forge/lib/oids.js</a:t>
            </a:r>
          </a:p>
          <a:p>
            <a:pPr>
              <a:defRPr sz="1200"/>
            </a:pPr>
            <a:r>
              <a:t>D:/pasar_fix/node_modules/.bun/node-forge@1.4.0/node_modules/node-forge/lib/pbe.js</a:t>
            </a:r>
          </a:p>
          <a:p>
            <a:pPr>
              <a:defRPr sz="1200"/>
            </a:pPr>
            <a:r>
              <a:t>D:/pasar_fix/node_modules/.bun/node-forge@1.4.0/node_modules/node-forge/lib/pbkdf2.js</a:t>
            </a:r>
          </a:p>
          <a:p>
            <a:pPr>
              <a:defRPr sz="1200"/>
            </a:pPr>
            <a:r>
              <a:t>D:/pasar_fix/node_modules/.bun/node-forge@1.4.0/node_modules/node-forge/lib/pem.js</a:t>
            </a:r>
          </a:p>
          <a:p>
            <a:pPr>
              <a:defRPr sz="1200"/>
            </a:pPr>
            <a:r>
              <a:t>D:/pasar_fix/node_modules/.bun/node-forge@1.4.0/node_modules/node-forge/lib/pkcs1.js</a:t>
            </a:r>
          </a:p>
          <a:p>
            <a:pPr>
              <a:defRPr sz="1200"/>
            </a:pPr>
            <a:r>
              <a:t>D:/pasar_fix/node_modules/.bun/node-forge@1.4.0/node_modules/node-forge/lib/pkcs12.js</a:t>
            </a:r>
          </a:p>
          <a:p>
            <a:pPr>
              <a:defRPr sz="1200"/>
            </a:pPr>
            <a:r>
              <a:t>D:/pasar_fix/node_modules/.bun/node-forge@1.4.0/node_modules/node-forge/lib/pkcs7.js</a:t>
            </a:r>
          </a:p>
          <a:p>
            <a:pPr>
              <a:defRPr sz="1200"/>
            </a:pPr>
            <a:r>
              <a:t>D:/pasar_fix/node_modules/.bun/node-forge@1.4.0/node_modules/node-forge/lib/pkcs7asn1.js</a:t>
            </a:r>
          </a:p>
          <a:p>
            <a:pPr>
              <a:defRPr sz="1200"/>
            </a:pPr>
            <a:r>
              <a:t>D:/pasar_fix/node_modules/.bun/node-forge@1.4.0/node_modules/node-forge/lib/pki.js</a:t>
            </a:r>
          </a:p>
          <a:p>
            <a:pPr>
              <a:defRPr sz="1200"/>
            </a:pPr>
            <a:r>
              <a:t>D:/pasar_fix/node_modules/.bun/node-forge@1.4.0/node_modules/node-forge/lib/prime.js</a:t>
            </a:r>
          </a:p>
          <a:p>
            <a:pPr>
              <a:defRPr sz="1200"/>
            </a:pPr>
            <a:r>
              <a:t>D:/pasar_fix/node_modules/.bun/node-forge@1.4.0/node_modules/node-forge/lib/prime.worker.js</a:t>
            </a:r>
          </a:p>
          <a:p>
            <a:pPr>
              <a:defRPr sz="1200"/>
            </a:pPr>
            <a:r>
              <a:t>D:/pasar_fix/node_modules/.bun/node-forge@1.4.0/node_modules/node-forge/lib/prng.js</a:t>
            </a:r>
          </a:p>
          <a:p>
            <a:pPr>
              <a:defRPr sz="1200"/>
            </a:pPr>
            <a:r>
              <a:t>D:/pasar_fix/node_modules/.bun/node-forge@1.4.0/node_modules/node-forge/lib/pss.js</a:t>
            </a:r>
          </a:p>
          <a:p>
            <a:pPr>
              <a:defRPr sz="1200"/>
            </a:pPr>
            <a:r>
              <a:t>D:/pasar_fix/node_modules/.bun/node-forge@1.4.0/node_modules/node-forge/lib/random.js</a:t>
            </a:r>
          </a:p>
          <a:p>
            <a:pPr>
              <a:defRPr sz="1200"/>
            </a:pPr>
            <a:r>
              <a:t>D:/pasar_fix/node_modules/.bun/node-forge@1.4.0/node_modules/node-forge/lib/rc2.js</a:t>
            </a:r>
          </a:p>
          <a:p>
            <a:pPr>
              <a:defRPr sz="1200"/>
            </a:pPr>
            <a:r>
              <a:t>D:/pasar_fix/node_modules/.bun/node-forge@1.4.0/node_modules/node-forge/lib/rsa.js</a:t>
            </a:r>
          </a:p>
          <a:p>
            <a:pPr>
              <a:defRPr sz="1200"/>
            </a:pPr>
            <a:r>
              <a:t>D:/pasar_fix/node_modules/.bun/node-forge@1.4.0/node_modules/node-forge/lib/sha1.js</a:t>
            </a:r>
          </a:p>
          <a:p>
            <a:pPr>
              <a:defRPr sz="1200"/>
            </a:pPr>
            <a:r>
              <a:t>D:/pasar_fix/node_modules/.bun/node-forge@1.4.0/node_modules/node-forge/lib/sha256.js</a:t>
            </a:r>
          </a:p>
          <a:p>
            <a:pPr>
              <a:defRPr sz="1200"/>
            </a:pPr>
            <a:r>
              <a:t>D:/pasar_fix/node_modules/.bun/node-forge@1.4.0/node_modules/node-forge/lib/sha512.js</a:t>
            </a:r>
          </a:p>
          <a:p>
            <a:pPr>
              <a:defRPr sz="1200"/>
            </a:pPr>
            <a:r>
              <a:t>D:/pasar_fix/node_modules/.bun/node-forge@1.4.0/node_modules/node-forge/lib/socket.js</a:t>
            </a:r>
          </a:p>
          <a:p>
            <a:pPr>
              <a:defRPr sz="1200"/>
            </a:pPr>
            <a:r>
              <a:t>D:/pasar_fix/node_modules/.bun/node-forge@1.4.0/node_modules/node-forge/lib/ssh.js</a:t>
            </a:r>
          </a:p>
          <a:p>
            <a:pPr>
              <a:defRPr sz="1200"/>
            </a:pPr>
            <a:r>
              <a:t>D:/pasar_fix/node_modules/.bun/node-forge@1.4.0/node_modules/node-forge/lib/tls.js</a:t>
            </a:r>
          </a:p>
          <a:p>
            <a:pPr>
              <a:defRPr sz="1200"/>
            </a:pPr>
            <a:r>
              <a:t>D:/pasar_fix/node_modules/.bun/node-forge@1.4.0/node_modules/node-forge/lib/tlssocket.js</a:t>
            </a:r>
          </a:p>
          <a:p>
            <a:pPr>
              <a:defRPr sz="1200"/>
            </a:pPr>
            <a:r>
              <a:t>D:/pasar_fix/node_modules/.bun/node-forge@1.4.0/node_modules/node-forge/lib/util.js</a:t>
            </a:r>
          </a:p>
          <a:p>
            <a:pPr>
              <a:defRPr sz="1200"/>
            </a:pPr>
            <a:r>
              <a:t>D:/pasar_fix/node_modules/.bun/node-forge@1.4.0/node_modules/node-forge/lib/x509.js</a:t>
            </a:r>
          </a:p>
          <a:p>
            <a:pPr>
              <a:defRPr sz="1200"/>
            </a:pPr>
            <a:r>
              <a:t>D:/pasar_fix/node_modules/.bun/node-forge@1.4.0/node_modules/node-forge/lib/xhr.js</a:t>
            </a:r>
          </a:p>
          <a:p>
            <a:pPr>
              <a:defRPr sz="1200"/>
            </a:pPr>
            <a:r>
              <a:t>D:/pasar_fix/node_modules/.bun/node-gyp-build@4.8.4/node_modules/.bin/node-gyp-build-optional.bunx</a:t>
            </a:r>
          </a:p>
          <a:p>
            <a:pPr>
              <a:defRPr sz="1200"/>
            </a:pPr>
            <a:r>
              <a:t>D:/pasar_fix/node_modules/.bun/node-gyp-build@4.8.4/node_modules/.bin/node-gyp-build-optional.exe</a:t>
            </a:r>
          </a:p>
          <a:p>
            <a:pPr>
              <a:defRPr sz="1200"/>
            </a:pPr>
            <a:r>
              <a:t>D:/pasar_fix/node_modules/.bun/node-gyp-build@4.8.4/node_modules/.bin/node-gyp-build-test.bunx</a:t>
            </a:r>
          </a:p>
          <a:p>
            <a:pPr>
              <a:defRPr sz="1200"/>
            </a:pPr>
            <a:r>
              <a:t>D:/pasar_fix/node_modules/.bun/node-gyp-build@4.8.4/node_modules/.bin/node-gyp-build-test.exe</a:t>
            </a:r>
          </a:p>
          <a:p>
            <a:pPr>
              <a:defRPr sz="1200"/>
            </a:pPr>
            <a:r>
              <a:t>D:/pasar_fix/node_modules/.bun/node-gyp-build@4.8.4/node_modules/.bin/node-gyp-build.bunx</a:t>
            </a:r>
          </a:p>
          <a:p>
            <a:pPr>
              <a:defRPr sz="1200"/>
            </a:pPr>
            <a:r>
              <a:t>D:/pasar_fix/node_modules/.bun/node-gyp-build@4.8.4/node_modules/.bin/node-gyp-build.exe</a:t>
            </a:r>
          </a:p>
          <a:p>
            <a:pPr>
              <a:defRPr sz="1200"/>
            </a:pPr>
            <a:r>
              <a:t>D:/pasar_fix/node_modules/.bun/node-gyp-build@4.8.4/node_modules/node-gyp-build/bin.js</a:t>
            </a:r>
          </a:p>
          <a:p>
            <a:pPr>
              <a:defRPr sz="1200"/>
            </a:pPr>
            <a:r>
              <a:t>D:/pasar_fix/node_modules/.bun/node-gyp-build@4.8.4/node_modules/node-gyp-build/build-test.js</a:t>
            </a:r>
          </a:p>
          <a:p>
            <a:pPr>
              <a:defRPr sz="1200"/>
            </a:pPr>
            <a:r>
              <a:t>D:/pasar_fix/node_modules/.bun/node-gyp-build@4.8.4/node_modules/node-gyp-build/index.js</a:t>
            </a:r>
          </a:p>
          <a:p>
            <a:pPr>
              <a:defRPr sz="1200"/>
            </a:pPr>
            <a:r>
              <a:t>D:/pasar_fix/node_modules/.bun/node-gyp-build@4.8.4/node_modules/node-gyp-build/LICENSE</a:t>
            </a:r>
          </a:p>
          <a:p>
            <a:pPr>
              <a:defRPr sz="1200"/>
            </a:pPr>
            <a:r>
              <a:t>D:/pasar_fix/node_modules/.bun/node-gyp-build@4.8.4/node_modules/node-gyp-build/node-gyp-build.js</a:t>
            </a:r>
          </a:p>
          <a:p>
            <a:pPr>
              <a:defRPr sz="1200"/>
            </a:pPr>
            <a:r>
              <a:t>D:/pasar_fix/node_modules/.bun/node-gyp-build@4.8.4/node_modules/node-gyp-build/optional.js</a:t>
            </a:r>
          </a:p>
          <a:p>
            <a:pPr>
              <a:defRPr sz="1200"/>
            </a:pPr>
            <a:r>
              <a:t>D:/pasar_fix/node_modules/.bun/node-gyp-build@4.8.4/node_modules/node-gyp-build/package.json</a:t>
            </a:r>
          </a:p>
          <a:p>
            <a:pPr>
              <a:defRPr sz="1200"/>
            </a:pPr>
            <a:r>
              <a:t>D:/pasar_fix/node_modules/.bun/node-gyp-build@4.8.4/node_modules/node-gyp-build/README.md</a:t>
            </a:r>
          </a:p>
          <a:p>
            <a:pPr>
              <a:defRPr sz="1200"/>
            </a:pPr>
            <a:r>
              <a:t>D:/pasar_fix/node_modules/.bun/node-gyp-build@4.8.4/node_modules/node-gyp-build/SECURITY.md</a:t>
            </a:r>
          </a:p>
          <a:p>
            <a:pPr>
              <a:defRPr sz="1200"/>
            </a:pPr>
            <a:r>
              <a:t>D:/pasar_fix/node_modules/.bun/node-mock-http@1.0.4/node_modules/node-mock-http/LICENSE</a:t>
            </a:r>
          </a:p>
          <a:p>
            <a:pPr>
              <a:defRPr sz="1200"/>
            </a:pPr>
            <a:r>
              <a:t>D:/pasar_fix/node_modules/.bun/node-mock-http@1.0.4/node_modules/node-mock-http/package.json</a:t>
            </a:r>
          </a:p>
          <a:p>
            <a:pPr>
              <a:defRPr sz="1200"/>
            </a:pPr>
            <a:r>
              <a:t>D:/pasar_fix/node_modules/.bun/node-mock-http@1.0.4/node_modules/node-mock-http/README.md</a:t>
            </a:r>
          </a:p>
          <a:p>
            <a:pPr>
              <a:defRPr sz="1200"/>
            </a:pPr>
            <a:r>
              <a:t>D:/pasar_fix/node_modules/.bun/node-mock-http@1.0.4/node_modules/node-mock-http/dist/index.cjs</a:t>
            </a:r>
          </a:p>
          <a:p>
            <a:pPr>
              <a:defRPr sz="1200"/>
            </a:pPr>
            <a:r>
              <a:t>D:/pasar_fix/node_modules/.bun/node-mock-http@1.0.4/node_modules/node-mock-http/dist/index.d.cts</a:t>
            </a:r>
          </a:p>
          <a:p>
            <a:pPr>
              <a:defRPr sz="1200"/>
            </a:pPr>
            <a:r>
              <a:t>D:/pasar_fix/node_modules/.bun/node-mock-http@1.0.4/node_modules/node-mock-http/dist/index.d.mts</a:t>
            </a:r>
          </a:p>
          <a:p>
            <a:pPr>
              <a:defRPr sz="1200"/>
            </a:pPr>
            <a:r>
              <a:t>D:/pasar_fix/node_modules/.bun/node-mock-http@1.0.4/node_modules/node-mock-http/dist/index.d.ts</a:t>
            </a:r>
          </a:p>
          <a:p>
            <a:pPr>
              <a:defRPr sz="1200"/>
            </a:pPr>
            <a:r>
              <a:t>D:/pasar_fix/node_modules/.bun/node-mock-http@1.0.4/node_modules/node-mock-http/dist/index.mjs</a:t>
            </a:r>
          </a:p>
          <a:p>
            <a:pPr>
              <a:defRPr sz="1200"/>
            </a:pPr>
            <a:r>
              <a:t>D:/pasar_fix/node_modules/.bun/node-mock-http@1.0.4/node_modules/node-mock-http/dist/_polyfill/buffer/node.cjs</a:t>
            </a:r>
          </a:p>
          <a:p>
            <a:pPr>
              <a:defRPr sz="1200"/>
            </a:pPr>
            <a:r>
              <a:t>D:/pasar_fix/node_modules/.bun/node-mock-http@1.0.4/node_modules/node-mock-http/dist/_polyfill/buffer/node.d.cts</a:t>
            </a:r>
          </a:p>
          <a:p>
            <a:pPr>
              <a:defRPr sz="1200"/>
            </a:pPr>
            <a:r>
              <a:t>D:/pasar_fix/node_modules/.bun/node-mock-http@1.0.4/node_modules/node-mock-http/dist/_polyfill/buffer/node.d.mts</a:t>
            </a:r>
          </a:p>
          <a:p>
            <a:pPr>
              <a:defRPr sz="1200"/>
            </a:pPr>
            <a:r>
              <a:t>D:/pasar_fix/node_modules/.bun/node-mock-http@1.0.4/node_modules/node-mock-http/dist/_polyfill/buffer/node.d.ts</a:t>
            </a:r>
          </a:p>
          <a:p>
            <a:pPr>
              <a:defRPr sz="1200"/>
            </a:pPr>
            <a:r>
              <a:t>D:/pasar_fix/node_modules/.bun/node-mock-http@1.0.4/node_modules/node-mock-http/dist/_polyfill/buffer/node.mjs</a:t>
            </a:r>
          </a:p>
          <a:p>
            <a:pPr>
              <a:defRPr sz="1200"/>
            </a:pPr>
            <a:r>
              <a:t>D:/pasar_fix/node_modules/.bun/node-mock-http@1.0.4/node_modules/node-mock-http/dist/_polyfill/buffer/nodeless.cjs</a:t>
            </a:r>
          </a:p>
          <a:p>
            <a:pPr>
              <a:defRPr sz="1200"/>
            </a:pPr>
            <a:r>
              <a:t>D:/pasar_fix/node_modules/.bun/node-mock-http@1.0.4/node_modules/node-mock-http/dist/_polyfill/buffer/nodeless.d.cts</a:t>
            </a:r>
          </a:p>
          <a:p>
            <a:pPr>
              <a:defRPr sz="1200"/>
            </a:pPr>
            <a:r>
              <a:t>D:/pasar_fix/node_modules/.bun/node-mock-http@1.0.4/node_modules/node-mock-http/dist/_polyfill/buffer/nodeless.d.mts</a:t>
            </a:r>
          </a:p>
          <a:p>
            <a:pPr>
              <a:defRPr sz="1200"/>
            </a:pPr>
            <a:r>
              <a:t>D:/pasar_fix/node_modules/.bun/node-mock-http@1.0.4/node_modules/node-mock-http/dist/_polyfill/buffer/nodeless.d.ts</a:t>
            </a:r>
          </a:p>
          <a:p>
            <a:pPr>
              <a:defRPr sz="1200"/>
            </a:pPr>
            <a:r>
              <a:t>D:/pasar_fix/node_modules/.bun/node-mock-http@1.0.4/node_modules/node-mock-http/dist/_polyfill/buffer/nodeless.mjs</a:t>
            </a:r>
          </a:p>
          <a:p>
            <a:pPr>
              <a:defRPr sz="1200"/>
            </a:pPr>
            <a:r>
              <a:t>D:/pasar_fix/node_modules/.bun/node-mock-http@1.0.4/node_modules/node-mock-http/dist/_polyfill/events/node.cjs</a:t>
            </a:r>
          </a:p>
          <a:p>
            <a:pPr>
              <a:defRPr sz="1200"/>
            </a:pPr>
            <a:r>
              <a:t>D:/pasar_fix/node_modules/.bun/node-mock-http@1.0.4/node_modules/node-mock-http/dist/_polyfill/events/node.d.cts</a:t>
            </a:r>
          </a:p>
          <a:p>
            <a:pPr>
              <a:defRPr sz="1200"/>
            </a:pPr>
            <a:r>
              <a:t>D:/pasar_fix/node_modules/.bun/node-mock-http@1.0.4/node_modules/node-mock-http/dist/_polyfill/events/node.d.mts</a:t>
            </a:r>
          </a:p>
          <a:p>
            <a:pPr>
              <a:defRPr sz="1200"/>
            </a:pPr>
            <a:r>
              <a:t>D:/pasar_fix/node_modules/.bun/node-mock-http@1.0.4/node_modules/node-mock-http/dist/_polyfill/events/node.d.ts</a:t>
            </a:r>
          </a:p>
          <a:p>
            <a:pPr>
              <a:defRPr sz="1200"/>
            </a:pPr>
            <a:r>
              <a:t>D:/pasar_fix/node_modules/.bun/node-mock-http@1.0.4/node_modules/node-mock-http/dist/_polyfill/events/node.mjs</a:t>
            </a:r>
          </a:p>
          <a:p>
            <a:pPr>
              <a:defRPr sz="1200"/>
            </a:pPr>
            <a:r>
              <a:t>D:/pasar_fix/node_modules/.bun/node-mock-http@1.0.4/node_modules/node-mock-http/dist/_polyfill/events/nodeless.cjs</a:t>
            </a:r>
          </a:p>
          <a:p>
            <a:pPr>
              <a:defRPr sz="1200"/>
            </a:pPr>
            <a:r>
              <a:t>D:/pasar_fix/node_modules/.bun/node-mock-http@1.0.4/node_modules/node-mock-http/dist/_polyfill/events/nodeless.d.cts</a:t>
            </a:r>
          </a:p>
          <a:p>
            <a:pPr>
              <a:defRPr sz="1200"/>
            </a:pPr>
            <a:r>
              <a:t>D:/pasar_fix/node_modules/.bun/node-mock-http@1.0.4/node_modules/node-mock-http/dist/_polyfill/events/nodeless.d.mts</a:t>
            </a:r>
          </a:p>
          <a:p>
            <a:pPr>
              <a:defRPr sz="1200"/>
            </a:pPr>
            <a:r>
              <a:t>D:/pasar_fix/node_modules/.bun/node-mock-http@1.0.4/node_modules/node-mock-http/dist/_polyfill/events/nodeless.d.ts</a:t>
            </a:r>
          </a:p>
          <a:p>
            <a:pPr>
              <a:defRPr sz="1200"/>
            </a:pPr>
            <a:r>
              <a:t>D:/pasar_fix/node_modules/.bun/node-mock-http@1.0.4/node_modules/node-mock-http/dist/_polyfill/events/nodeless.mjs</a:t>
            </a:r>
          </a:p>
          <a:p>
            <a:pPr>
              <a:defRPr sz="1200"/>
            </a:pPr>
            <a:r>
              <a:t>D:/pasar_fix/node_modules/.bun/node-releases@2.0.44/node_modules/node-releases/LICENSE</a:t>
            </a:r>
          </a:p>
          <a:p>
            <a:pPr>
              <a:defRPr sz="1200"/>
            </a:pPr>
            <a:r>
              <a:t>D:/pasar_fix/node_modules/.bun/node-releases@2.0.44/node_modules/node-releases/package.json</a:t>
            </a:r>
          </a:p>
          <a:p>
            <a:pPr>
              <a:defRPr sz="1200"/>
            </a:pPr>
            <a:r>
              <a:t>D:/pasar_fix/node_modules/.bun/node-releases@2.0.44/node_modules/node-releases/README.md</a:t>
            </a:r>
          </a:p>
          <a:p>
            <a:pPr>
              <a:defRPr sz="1200"/>
            </a:pPr>
            <a:r>
              <a:t>D:/pasar_fix/node_modules/.bun/node-releases@2.0.44/node_modules/node-releases/data/processed/envs.json</a:t>
            </a:r>
          </a:p>
          <a:p>
            <a:pPr>
              <a:defRPr sz="1200"/>
            </a:pPr>
            <a:r>
              <a:t>D:/pasar_fix/node_modules/.bun/node-releases@2.0.44/node_modules/node-releases/data/release-schedule/release-schedule.json</a:t>
            </a:r>
          </a:p>
          <a:p>
            <a:pPr>
              <a:defRPr sz="1200"/>
            </a:pPr>
            <a:r>
              <a:t>D:/pasar_fix/node_modules/.bun/nopt@8.1.0/node_modules/.bin/nopt.bunx</a:t>
            </a:r>
          </a:p>
          <a:p>
            <a:pPr>
              <a:defRPr sz="1200"/>
            </a:pPr>
            <a:r>
              <a:t>D:/pasar_fix/node_modules/.bun/nopt@8.1.0/node_modules/.bin/nopt.exe</a:t>
            </a:r>
          </a:p>
          <a:p>
            <a:pPr>
              <a:defRPr sz="1200"/>
            </a:pPr>
            <a:r>
              <a:t>D:/pasar_fix/node_modules/.bun/nopt@8.1.0/node_modules/nopt/LICENSE</a:t>
            </a:r>
          </a:p>
          <a:p>
            <a:pPr>
              <a:defRPr sz="1200"/>
            </a:pPr>
            <a:r>
              <a:t>D:/pasar_fix/node_modules/.bun/nopt@8.1.0/node_modules/nopt/package.json</a:t>
            </a:r>
          </a:p>
          <a:p>
            <a:pPr>
              <a:defRPr sz="1200"/>
            </a:pPr>
            <a:r>
              <a:t>D:/pasar_fix/node_modules/.bun/nopt@8.1.0/node_modules/nopt/README.md</a:t>
            </a:r>
          </a:p>
          <a:p>
            <a:pPr>
              <a:defRPr sz="1200"/>
            </a:pPr>
            <a:r>
              <a:t>D:/pasar_fix/node_modules/.bun/nopt@8.1.0/node_modules/nopt/bin/nopt.js</a:t>
            </a:r>
          </a:p>
          <a:p>
            <a:pPr>
              <a:defRPr sz="1200"/>
            </a:pPr>
            <a:r>
              <a:t>D:/pasar_fix/node_modules/.bun/nopt@8.1.0/node_modules/nopt/lib/debug.js</a:t>
            </a:r>
          </a:p>
          <a:p>
            <a:pPr>
              <a:defRPr sz="1200"/>
            </a:pPr>
            <a:r>
              <a:t>D:/pasar_fix/node_modules/.bun/nopt@8.1.0/node_modules/nopt/lib/nopt-lib.js</a:t>
            </a:r>
          </a:p>
          <a:p>
            <a:pPr>
              <a:defRPr sz="1200"/>
            </a:pPr>
            <a:r>
              <a:t>D:/pasar_fix/node_modules/.bun/nopt@8.1.0/node_modules/nopt/lib/nopt.js</a:t>
            </a:r>
          </a:p>
          <a:p>
            <a:pPr>
              <a:defRPr sz="1200"/>
            </a:pPr>
            <a:r>
              <a:t>D:/pasar_fix/node_modules/.bun/nopt@8.1.0/node_modules/nopt/lib/type-defs.js</a:t>
            </a:r>
          </a:p>
          <a:p>
            <a:pPr>
              <a:defRPr sz="1200"/>
            </a:pPr>
            <a:r>
              <a:t>D:/pasar_fix/node_modules/.bun/normalize-path@3.0.0/node_modules/normalize-path/index.js</a:t>
            </a:r>
          </a:p>
          <a:p>
            <a:pPr>
              <a:defRPr sz="1200"/>
            </a:pPr>
            <a:r>
              <a:t>D:/pasar_fix/node_modules/.bun/normalize-path@3.0.0/node_modules/normalize-path/LICENSE</a:t>
            </a:r>
          </a:p>
          <a:p>
            <a:pPr>
              <a:defRPr sz="1200"/>
            </a:pPr>
            <a:r>
              <a:t>D:/pasar_fix/node_modules/.bun/normalize-path@3.0.0/node_modules/normalize-path/package.json</a:t>
            </a:r>
          </a:p>
          <a:p>
            <a:pPr>
              <a:defRPr sz="1200"/>
            </a:pPr>
            <a:r>
              <a:t>D:/pasar_fix/node_modules/.bun/normalize-path@3.0.0/node_modules/normalize-path/README.md</a:t>
            </a:r>
          </a:p>
          <a:p>
            <a:pPr>
              <a:defRPr sz="1200"/>
            </a:pPr>
            <a:r>
              <a:t>D:/pasar_fix/node_modules/.bun/nth-check@2.1.1/node_modules/nth-check/LICENSE</a:t>
            </a:r>
          </a:p>
          <a:p>
            <a:pPr>
              <a:defRPr sz="1200"/>
            </a:pPr>
            <a:r>
              <a:t>D:/pasar_fix/node_modules/.bun/nth-check@2.1.1/node_modules/nth-check/package.json</a:t>
            </a:r>
          </a:p>
          <a:p>
            <a:pPr>
              <a:defRPr sz="1200"/>
            </a:pPr>
            <a:r>
              <a:t>D:/pasar_fix/node_modules/.bun/nth-check@2.1.1/node_modules/nth-check/README.md</a:t>
            </a:r>
          </a:p>
          <a:p>
            <a:pPr>
              <a:defRPr sz="1200"/>
            </a:pPr>
            <a:r>
              <a:t>D:/pasar_fix/node_modules/.bun/nth-check@2.1.1/node_modules/nth-check/lib/compile.d.ts</a:t>
            </a:r>
          </a:p>
          <a:p>
            <a:pPr>
              <a:defRPr sz="1200"/>
            </a:pPr>
            <a:r>
              <a:t>D:/pasar_fix/node_modules/.bun/nth-check@2.1.1/node_modules/nth-check/lib/compile.d.ts.map</a:t>
            </a:r>
          </a:p>
          <a:p>
            <a:pPr>
              <a:defRPr sz="1200"/>
            </a:pPr>
            <a:r>
              <a:t>D:/pasar_fix/node_modules/.bun/nth-check@2.1.1/node_modules/nth-check/lib/compile.js</a:t>
            </a:r>
          </a:p>
          <a:p>
            <a:pPr>
              <a:defRPr sz="1200"/>
            </a:pPr>
            <a:r>
              <a:t>D:/pasar_fix/node_modules/.bun/nth-check@2.1.1/node_modules/nth-check/lib/compile.js.map</a:t>
            </a:r>
          </a:p>
          <a:p>
            <a:pPr>
              <a:defRPr sz="1200"/>
            </a:pPr>
            <a:r>
              <a:t>D:/pasar_fix/node_modules/.bun/nth-check@2.1.1/node_modules/nth-check/lib/index.d.ts</a:t>
            </a:r>
          </a:p>
          <a:p>
            <a:pPr>
              <a:defRPr sz="1200"/>
            </a:pPr>
            <a:r>
              <a:t>D:/pasar_fix/node_modules/.bun/nth-check@2.1.1/node_modules/nth-check/lib/index.d.ts.map</a:t>
            </a:r>
          </a:p>
          <a:p>
            <a:pPr>
              <a:defRPr sz="1200"/>
            </a:pPr>
            <a:r>
              <a:t>D:/pasar_fix/node_modules/.bun/nth-check@2.1.1/node_modules/nth-check/lib/index.js</a:t>
            </a:r>
          </a:p>
          <a:p>
            <a:pPr>
              <a:defRPr sz="1200"/>
            </a:pPr>
            <a:r>
              <a:t>D:/pasar_fix/node_modules/.bun/nth-check@2.1.1/node_modules/nth-check/lib/index.js.map</a:t>
            </a:r>
          </a:p>
          <a:p>
            <a:pPr>
              <a:defRPr sz="1200"/>
            </a:pPr>
            <a:r>
              <a:t>D:/pasar_fix/node_modules/.bun/nth-check@2.1.1/node_modules/nth-check/lib/parse.d.ts</a:t>
            </a:r>
          </a:p>
          <a:p>
            <a:pPr>
              <a:defRPr sz="1200"/>
            </a:pPr>
            <a:r>
              <a:t>D:/pasar_fix/node_modules/.bun/nth-check@2.1.1/node_modules/nth-check/lib/parse.d.ts.map</a:t>
            </a:r>
          </a:p>
          <a:p>
            <a:pPr>
              <a:defRPr sz="1200"/>
            </a:pPr>
            <a:r>
              <a:t>D:/pasar_fix/node_modules/.bun/nth-check@2.1.1/node_modules/nth-check/lib/parse.js</a:t>
            </a:r>
          </a:p>
          <a:p>
            <a:pPr>
              <a:defRPr sz="1200"/>
            </a:pPr>
            <a:r>
              <a:t>D:/pasar_fix/node_modules/.bun/nth-check@2.1.1/node_modules/nth-check/lib/parse.js.map</a:t>
            </a:r>
          </a:p>
          <a:p>
            <a:pPr>
              <a:defRPr sz="1200"/>
            </a:pPr>
            <a:r>
              <a:t>D:/pasar_fix/node_modules/.bun/nth-check@2.1.1/node_modules/nth-check/lib/esm/compile.d.ts</a:t>
            </a:r>
          </a:p>
          <a:p>
            <a:pPr>
              <a:defRPr sz="1200"/>
            </a:pPr>
            <a:r>
              <a:t>D:/pasar_fix/node_modules/.bun/nth-check@2.1.1/node_modules/nth-check/lib/esm/compile.d.ts.map</a:t>
            </a:r>
          </a:p>
          <a:p>
            <a:pPr>
              <a:defRPr sz="1200"/>
            </a:pPr>
            <a:r>
              <a:t>D:/pasar_fix/node_modules/.bun/nth-check@2.1.1/node_modules/nth-check/lib/esm/compile.js</a:t>
            </a:r>
          </a:p>
          <a:p>
            <a:pPr>
              <a:defRPr sz="1200"/>
            </a:pPr>
            <a:r>
              <a:t>D:/pasar_fix/node_modules/.bun/nth-check@2.1.1/node_modules/nth-check/lib/esm/compile.js.map</a:t>
            </a:r>
          </a:p>
          <a:p>
            <a:pPr>
              <a:defRPr sz="1200"/>
            </a:pPr>
            <a:r>
              <a:t>D:/pasar_fix/node_modules/.bun/nth-check@2.1.1/node_modules/nth-check/lib/esm/index.d.ts</a:t>
            </a:r>
          </a:p>
          <a:p>
            <a:pPr>
              <a:defRPr sz="1200"/>
            </a:pPr>
            <a:r>
              <a:t>D:/pasar_fix/node_modules/.bun/nth-check@2.1.1/node_modules/nth-check/lib/esm/index.d.ts.map</a:t>
            </a:r>
          </a:p>
          <a:p>
            <a:pPr>
              <a:defRPr sz="1200"/>
            </a:pPr>
            <a:r>
              <a:t>D:/pasar_fix/node_modules/.bun/nth-check@2.1.1/node_modules/nth-check/lib/esm/index.js</a:t>
            </a:r>
          </a:p>
          <a:p>
            <a:pPr>
              <a:defRPr sz="1200"/>
            </a:pPr>
            <a:r>
              <a:t>D:/pasar_fix/node_modules/.bun/nth-check@2.1.1/node_modules/nth-check/lib/esm/index.js.map</a:t>
            </a:r>
          </a:p>
          <a:p>
            <a:pPr>
              <a:defRPr sz="1200"/>
            </a:pPr>
            <a:r>
              <a:t>D:/pasar_fix/node_modules/.bun/nth-check@2.1.1/node_modules/nth-check/lib/esm/package.json</a:t>
            </a:r>
          </a:p>
          <a:p>
            <a:pPr>
              <a:defRPr sz="1200"/>
            </a:pPr>
            <a:r>
              <a:t>D:/pasar_fix/node_modules/.bun/nth-check@2.1.1/node_modules/nth-check/lib/esm/parse.d.ts</a:t>
            </a:r>
          </a:p>
          <a:p>
            <a:pPr>
              <a:defRPr sz="1200"/>
            </a:pPr>
            <a:r>
              <a:t>D:/pasar_fix/node_modules/.bun/nth-check@2.1.1/node_modules/nth-check/lib/esm/parse.d.ts.map</a:t>
            </a:r>
          </a:p>
          <a:p>
            <a:pPr>
              <a:defRPr sz="1200"/>
            </a:pPr>
            <a:r>
              <a:t>D:/pasar_fix/node_modules/.bun/nth-check@2.1.1/node_modules/nth-check/lib/esm/parse.js</a:t>
            </a:r>
          </a:p>
          <a:p>
            <a:pPr>
              <a:defRPr sz="1200"/>
            </a:pPr>
            <a:r>
              <a:t>D:/pasar_fix/node_modules/.bun/nth-check@2.1.1/node_modules/nth-check/lib/esm/parse.js.map</a:t>
            </a:r>
          </a:p>
          <a:p>
            <a:pPr>
              <a:defRPr sz="1200"/>
            </a:pPr>
            <a:r>
              <a:t>D:/pasar_fix/node_modules/.bun/nwsapi@2.2.23/node_modules/nwsapi/LICENSE</a:t>
            </a:r>
          </a:p>
          <a:p>
            <a:pPr>
              <a:defRPr sz="1200"/>
            </a:pPr>
            <a:r>
              <a:t>D:/pasar_fix/node_modules/.bun/nwsapi@2.2.23/node_modules/nwsapi/package.json</a:t>
            </a:r>
          </a:p>
          <a:p>
            <a:pPr>
              <a:defRPr sz="1200"/>
            </a:pPr>
            <a:r>
              <a:t>D:/pasar_fix/node_modules/.bun/nwsapi@2.2.23/node_modules/nwsapi/README.md</a:t>
            </a:r>
          </a:p>
          <a:p>
            <a:pPr>
              <a:defRPr sz="1200"/>
            </a:pPr>
            <a:r>
              <a:t>D:/pasar_fix/node_modules/.bun/nwsapi@2.2.23/node_modules/nwsapi/dist/lint.log</a:t>
            </a:r>
          </a:p>
          <a:p>
            <a:pPr>
              <a:defRPr sz="1200"/>
            </a:pPr>
            <a:r>
              <a:t>D:/pasar_fix/node_modules/.bun/nwsapi@2.2.23/node_modules/nwsapi/src/nwsapi.js</a:t>
            </a:r>
          </a:p>
          <a:p>
            <a:pPr>
              <a:defRPr sz="1200"/>
            </a:pPr>
            <a:r>
              <a:t>D:/pasar_fix/node_modules/.bun/nwsapi@2.2.23/node_modules/nwsapi/src/modules/nwsapi-jquery.js</a:t>
            </a:r>
          </a:p>
          <a:p>
            <a:pPr>
              <a:defRPr sz="1200"/>
            </a:pPr>
            <a:r>
              <a:t>D:/pasar_fix/node_modules/.bun/nwsapi@2.2.23/node_modules/nwsapi/src/modules/nwsapi-traversal.js</a:t>
            </a:r>
          </a:p>
          <a:p>
            <a:pPr>
              <a:defRPr sz="1200"/>
            </a:pPr>
            <a:r>
              <a:t>D:/pasar_fix/node_modules/.bun/object-assign@4.1.1/node_modules/object-assign/index.js</a:t>
            </a:r>
          </a:p>
          <a:p>
            <a:pPr>
              <a:defRPr sz="1200"/>
            </a:pPr>
            <a:r>
              <a:t>D:/pasar_fix/node_modules/.bun/object-assign@4.1.1/node_modules/object-assign/license</a:t>
            </a:r>
          </a:p>
          <a:p>
            <a:pPr>
              <a:defRPr sz="1200"/>
            </a:pPr>
            <a:r>
              <a:t>D:/pasar_fix/node_modules/.bun/object-assign@4.1.1/node_modules/object-assign/package.json</a:t>
            </a:r>
          </a:p>
          <a:p>
            <a:pPr>
              <a:defRPr sz="1200"/>
            </a:pPr>
            <a:r>
              <a:t>D:/pasar_fix/node_modules/.bun/object-assign@4.1.1/node_modules/object-assign/readme.md</a:t>
            </a:r>
          </a:p>
          <a:p>
            <a:pPr>
              <a:defRPr sz="1200"/>
            </a:pPr>
            <a:r>
              <a:t>D:/pasar_fix/node_modules/.bun/ofetch@1.5.1/node_modules/ofetch/LICENSE</a:t>
            </a:r>
          </a:p>
          <a:p>
            <a:pPr>
              <a:defRPr sz="1200"/>
            </a:pPr>
            <a:r>
              <a:t>D:/pasar_fix/node_modules/.bun/ofetch@1.5.1/node_modules/ofetch/node.d.ts</a:t>
            </a:r>
          </a:p>
          <a:p>
            <a:pPr>
              <a:defRPr sz="1200"/>
            </a:pPr>
            <a:r>
              <a:t>D:/pasar_fix/node_modules/.bun/ofetch@1.5.1/node_modules/ofetch/package.json</a:t>
            </a:r>
          </a:p>
          <a:p>
            <a:pPr>
              <a:defRPr sz="1200"/>
            </a:pPr>
            <a:r>
              <a:t>D:/pasar_fix/node_modules/.bun/ofetch@1.5.1/node_modules/ofetch/README.md</a:t>
            </a:r>
          </a:p>
          <a:p>
            <a:pPr>
              <a:defRPr sz="1200"/>
            </a:pPr>
            <a:r>
              <a:t>D:/pasar_fix/node_modules/.bun/ofetch@1.5.1/node_modules/ofetch/dist/index.cjs</a:t>
            </a:r>
          </a:p>
          <a:p>
            <a:pPr>
              <a:defRPr sz="1200"/>
            </a:pPr>
            <a:r>
              <a:t>D:/pasar_fix/node_modules/.bun/ofetch@1.5.1/node_modules/ofetch/dist/index.d.cts</a:t>
            </a:r>
          </a:p>
          <a:p>
            <a:pPr>
              <a:defRPr sz="1200"/>
            </a:pPr>
            <a:r>
              <a:t>D:/pasar_fix/node_modules/.bun/ofetch@1.5.1/node_modules/ofetch/dist/index.d.mts</a:t>
            </a:r>
          </a:p>
          <a:p>
            <a:pPr>
              <a:defRPr sz="1200"/>
            </a:pPr>
            <a:r>
              <a:t>D:/pasar_fix/node_modules/.bun/ofetch@1.5.1/node_modules/ofetch/dist/index.d.ts</a:t>
            </a:r>
          </a:p>
          <a:p>
            <a:pPr>
              <a:defRPr sz="1200"/>
            </a:pPr>
            <a:r>
              <a:t>D:/pasar_fix/node_modules/.bun/ofetch@1.5.1/node_modules/ofetch/dist/index.mjs</a:t>
            </a:r>
          </a:p>
          <a:p>
            <a:pPr>
              <a:defRPr sz="1200"/>
            </a:pPr>
            <a:r>
              <a:t>D:/pasar_fix/node_modules/.bun/ofetch@1.5.1/node_modules/ofetch/dist/node.cjs</a:t>
            </a:r>
          </a:p>
          <a:p>
            <a:pPr>
              <a:defRPr sz="1200"/>
            </a:pPr>
            <a:r>
              <a:t>D:/pasar_fix/node_modules/.bun/ofetch@1.5.1/node_modules/ofetch/dist/node.d.cts</a:t>
            </a:r>
          </a:p>
          <a:p>
            <a:pPr>
              <a:defRPr sz="1200"/>
            </a:pPr>
            <a:r>
              <a:t>D:/pasar_fix/node_modules/.bun/ofetch@1.5.1/node_modules/ofetch/dist/node.d.mts</a:t>
            </a:r>
          </a:p>
          <a:p>
            <a:pPr>
              <a:defRPr sz="1200"/>
            </a:pPr>
            <a:r>
              <a:t>D:/pasar_fix/node_modules/.bun/ofetch@1.5.1/node_modules/ofetch/dist/node.d.ts</a:t>
            </a:r>
          </a:p>
          <a:p>
            <a:pPr>
              <a:defRPr sz="1200"/>
            </a:pPr>
            <a:r>
              <a:t>D:/pasar_fix/node_modules/.bun/ofetch@1.5.1/node_modules/ofetch/dist/node.mjs</a:t>
            </a:r>
          </a:p>
          <a:p>
            <a:pPr>
              <a:defRPr sz="1200"/>
            </a:pPr>
            <a:r>
              <a:t>D:/pasar_fix/node_modules/.bun/ofetch@1.5.1/node_modules/ofetch/dist/shared/ofetch.BbrTaNPp.d.cts</a:t>
            </a:r>
          </a:p>
          <a:p>
            <a:pPr>
              <a:defRPr sz="1200"/>
            </a:pPr>
            <a:r>
              <a:t>D:/pasar_fix/node_modules/.bun/ofetch@1.5.1/node_modules/ofetch/dist/shared/ofetch.BbrTaNPp.d.mts</a:t>
            </a:r>
          </a:p>
          <a:p>
            <a:pPr>
              <a:defRPr sz="1200"/>
            </a:pPr>
            <a:r>
              <a:t>D:/pasar_fix/node_modules/.bun/ofetch@1.5.1/node_modules/ofetch/dist/shared/ofetch.BbrTaNPp.d.ts</a:t>
            </a:r>
          </a:p>
          <a:p>
            <a:pPr>
              <a:defRPr sz="1200"/>
            </a:pPr>
            <a:r>
              <a:t>D:/pasar_fix/node_modules/.bun/ofetch@1.5.1/node_modules/ofetch/dist/shared/ofetch.BBShr9Pz.cjs</a:t>
            </a:r>
          </a:p>
          <a:p>
            <a:pPr>
              <a:defRPr sz="1200"/>
            </a:pPr>
            <a:r>
              <a:t>D:/pasar_fix/node_modules/.bun/ofetch@1.5.1/node_modules/ofetch/dist/shared/ofetch.CWycOUEr.mjs</a:t>
            </a:r>
          </a:p>
          <a:p>
            <a:pPr>
              <a:defRPr sz="1200"/>
            </a:pPr>
            <a:r>
              <a:t>D:/pasar_fix/node_modules/.bun/ohash@1.1.6/node_modules/ohash/LICENSE</a:t>
            </a:r>
          </a:p>
          <a:p>
            <a:pPr>
              <a:defRPr sz="1200"/>
            </a:pPr>
            <a:r>
              <a:t>D:/pasar_fix/node_modules/.bun/ohash@1.1.6/node_modules/ohash/package.json</a:t>
            </a:r>
          </a:p>
          <a:p>
            <a:pPr>
              <a:defRPr sz="1200"/>
            </a:pPr>
            <a:r>
              <a:t>D:/pasar_fix/node_modules/.bun/ohash@1.1.6/node_modules/ohash/README.md</a:t>
            </a:r>
          </a:p>
          <a:p>
            <a:pPr>
              <a:defRPr sz="1200"/>
            </a:pPr>
            <a:r>
              <a:t>D:/pasar_fix/node_modules/.bun/ohash@1.1.6/node_modules/ohash/dist/index.cjs</a:t>
            </a:r>
          </a:p>
          <a:p>
            <a:pPr>
              <a:defRPr sz="1200"/>
            </a:pPr>
            <a:r>
              <a:t>D:/pasar_fix/node_modules/.bun/ohash@1.1.6/node_modules/ohash/dist/index.d.cts</a:t>
            </a:r>
          </a:p>
          <a:p>
            <a:pPr>
              <a:defRPr sz="1200"/>
            </a:pPr>
            <a:r>
              <a:t>D:/pasar_fix/node_modules/.bun/ohash@1.1.6/node_modules/ohash/dist/index.d.mts</a:t>
            </a:r>
          </a:p>
          <a:p>
            <a:pPr>
              <a:defRPr sz="1200"/>
            </a:pPr>
            <a:r>
              <a:t>D:/pasar_fix/node_modules/.bun/ohash@1.1.6/node_modules/ohash/dist/index.d.ts</a:t>
            </a:r>
          </a:p>
          <a:p>
            <a:pPr>
              <a:defRPr sz="1200"/>
            </a:pPr>
            <a:r>
              <a:t>D:/pasar_fix/node_modules/.bun/ohash@1.1.6/node_modules/ohash/dist/index.mjs</a:t>
            </a:r>
          </a:p>
          <a:p>
            <a:pPr>
              <a:defRPr sz="1200"/>
            </a:pPr>
            <a:r>
              <a:t>D:/pasar_fix/node_modules/.bun/ohash@1.1.6/node_modules/ohash/dist/utils.cjs</a:t>
            </a:r>
          </a:p>
          <a:p>
            <a:pPr>
              <a:defRPr sz="1200"/>
            </a:pPr>
            <a:r>
              <a:t>D:/pasar_fix/node_modules/.bun/ohash@1.1.6/node_modules/ohash/dist/utils.d.cts</a:t>
            </a:r>
          </a:p>
          <a:p>
            <a:pPr>
              <a:defRPr sz="1200"/>
            </a:pPr>
            <a:r>
              <a:t>D:/pasar_fix/node_modules/.bun/ohash@1.1.6/node_modules/ohash/dist/utils.d.mts</a:t>
            </a:r>
          </a:p>
          <a:p>
            <a:pPr>
              <a:defRPr sz="1200"/>
            </a:pPr>
            <a:r>
              <a:t>D:/pasar_fix/node_modules/.bun/ohash@1.1.6/node_modules/ohash/dist/utils.d.ts</a:t>
            </a:r>
          </a:p>
          <a:p>
            <a:pPr>
              <a:defRPr sz="1200"/>
            </a:pPr>
            <a:r>
              <a:t>D:/pasar_fix/node_modules/.bun/ohash@1.1.6/node_modules/ohash/dist/utils.mjs</a:t>
            </a:r>
          </a:p>
          <a:p>
            <a:pPr>
              <a:defRPr sz="1200"/>
            </a:pPr>
            <a:r>
              <a:t>D:/pasar_fix/node_modules/.bun/ohash@1.1.6/node_modules/ohash/dist/shared/ohash.BElz9Fxo.cjs</a:t>
            </a:r>
          </a:p>
          <a:p>
            <a:pPr>
              <a:defRPr sz="1200"/>
            </a:pPr>
            <a:r>
              <a:t>D:/pasar_fix/node_modules/.bun/ohash@1.1.6/node_modules/ohash/dist/shared/ohash.BvSMZzli.mjs</a:t>
            </a:r>
          </a:p>
          <a:p>
            <a:pPr>
              <a:defRPr sz="1200"/>
            </a:pPr>
            <a:r>
              <a:t>D:/pasar_fix/node_modules/.bun/ohash@1.1.6/node_modules/ohash/dist/shared/ohash.DTXTHv91.d.cts</a:t>
            </a:r>
          </a:p>
          <a:p>
            <a:pPr>
              <a:defRPr sz="1200"/>
            </a:pPr>
            <a:r>
              <a:t>D:/pasar_fix/node_modules/.bun/ohash@1.1.6/node_modules/ohash/dist/shared/ohash.DTXTHv91.d.mts</a:t>
            </a:r>
          </a:p>
          <a:p>
            <a:pPr>
              <a:defRPr sz="1200"/>
            </a:pPr>
            <a:r>
              <a:t>D:/pasar_fix/node_modules/.bun/ohash@1.1.6/node_modules/ohash/dist/shared/ohash.DTXTHv91.d.ts</a:t>
            </a:r>
          </a:p>
          <a:p>
            <a:pPr>
              <a:defRPr sz="1200"/>
            </a:pPr>
            <a:r>
              <a:t>D:/pasar_fix/node_modules/.bun/ohash@2.0.11/node_modules/ohash/LICENSE</a:t>
            </a:r>
          </a:p>
          <a:p>
            <a:pPr>
              <a:defRPr sz="1200"/>
            </a:pPr>
            <a:r>
              <a:t>D:/pasar_fix/node_modules/.bun/ohash@2.0.11/node_modules/ohash/package.json</a:t>
            </a:r>
          </a:p>
          <a:p>
            <a:pPr>
              <a:defRPr sz="1200"/>
            </a:pPr>
            <a:r>
              <a:t>D:/pasar_fix/node_modules/.bun/ohash@2.0.11/node_modules/ohash/README.md</a:t>
            </a:r>
          </a:p>
          <a:p>
            <a:pPr>
              <a:defRPr sz="1200"/>
            </a:pPr>
            <a:r>
              <a:t>D:/pasar_fix/node_modules/.bun/ohash@2.0.11/node_modules/ohash/dist/index.d.mts</a:t>
            </a:r>
          </a:p>
          <a:p>
            <a:pPr>
              <a:defRPr sz="1200"/>
            </a:pPr>
            <a:r>
              <a:t>D:/pasar_fix/node_modules/.bun/ohash@2.0.11/node_modules/ohash/dist/index.mjs</a:t>
            </a:r>
          </a:p>
          <a:p>
            <a:pPr>
              <a:defRPr sz="1200"/>
            </a:pPr>
            <a:r>
              <a:t>D:/pasar_fix/node_modules/.bun/ohash@2.0.11/node_modules/ohash/dist/crypto/js/index.d.mts</a:t>
            </a:r>
          </a:p>
          <a:p>
            <a:pPr>
              <a:defRPr sz="1200"/>
            </a:pPr>
            <a:r>
              <a:t>D:/pasar_fix/node_modules/.bun/ohash@2.0.11/node_modules/ohash/dist/crypto/js/index.mjs</a:t>
            </a:r>
          </a:p>
          <a:p>
            <a:pPr>
              <a:defRPr sz="1200"/>
            </a:pPr>
            <a:r>
              <a:t>D:/pasar_fix/node_modules/.bun/ohash@2.0.11/node_modules/ohash/dist/crypto/node/index.d.mts</a:t>
            </a:r>
          </a:p>
          <a:p>
            <a:pPr>
              <a:defRPr sz="1200"/>
            </a:pPr>
            <a:r>
              <a:t>D:/pasar_fix/node_modules/.bun/ohash@2.0.11/node_modules/ohash/dist/crypto/node/index.mjs</a:t>
            </a:r>
          </a:p>
          <a:p>
            <a:pPr>
              <a:defRPr sz="1200"/>
            </a:pPr>
            <a:r>
              <a:t>D:/pasar_fix/node_modules/.bun/ohash@2.0.11/node_modules/ohash/dist/shared/ohash.CMR0vuBX.d.mts</a:t>
            </a:r>
          </a:p>
          <a:p>
            <a:pPr>
              <a:defRPr sz="1200"/>
            </a:pPr>
            <a:r>
              <a:t>D:/pasar_fix/node_modules/.bun/ohash@2.0.11/node_modules/ohash/dist/shared/ohash.CMR0vuBX.d.ts</a:t>
            </a:r>
          </a:p>
          <a:p>
            <a:pPr>
              <a:defRPr sz="1200"/>
            </a:pPr>
            <a:r>
              <a:t>D:/pasar_fix/node_modules/.bun/ohash@2.0.11/node_modules/ohash/dist/shared/ohash.D__AXeF1.mjs</a:t>
            </a:r>
          </a:p>
          <a:p>
            <a:pPr>
              <a:defRPr sz="1200"/>
            </a:pPr>
            <a:r>
              <a:t>D:/pasar_fix/node_modules/.bun/ohash@2.0.11/node_modules/ohash/dist/utils/index.d.mts</a:t>
            </a:r>
          </a:p>
          <a:p>
            <a:pPr>
              <a:defRPr sz="1200"/>
            </a:pPr>
            <a:r>
              <a:t>D:/pasar_fix/node_modules/.bun/ohash@2.0.11/node_modules/ohash/dist/utils/index.d.ts</a:t>
            </a:r>
          </a:p>
          <a:p>
            <a:pPr>
              <a:defRPr sz="1200"/>
            </a:pPr>
            <a:r>
              <a:t>D:/pasar_fix/node_modules/.bun/ohash@2.0.11/node_modules/ohash/dist/utils/index.mjs</a:t>
            </a:r>
          </a:p>
          <a:p>
            <a:pPr>
              <a:defRPr sz="1200"/>
            </a:pPr>
            <a:r>
              <a:t>D:/pasar_fix/node_modules/.bun/on-finished@2.4.1/node_modules/on-finished/HISTORY.md</a:t>
            </a:r>
          </a:p>
          <a:p>
            <a:pPr>
              <a:defRPr sz="1200"/>
            </a:pPr>
            <a:r>
              <a:t>D:/pasar_fix/node_modules/.bun/on-finished@2.4.1/node_modules/on-finished/index.js</a:t>
            </a:r>
          </a:p>
          <a:p>
            <a:pPr>
              <a:defRPr sz="1200"/>
            </a:pPr>
            <a:r>
              <a:t>D:/pasar_fix/node_modules/.bun/on-finished@2.4.1/node_modules/on-finished/LICENSE</a:t>
            </a:r>
          </a:p>
          <a:p>
            <a:pPr>
              <a:defRPr sz="1200"/>
            </a:pPr>
            <a:r>
              <a:t>D:/pasar_fix/node_modules/.bun/on-finished@2.4.1/node_modules/on-finished/package.json</a:t>
            </a:r>
          </a:p>
          <a:p>
            <a:pPr>
              <a:defRPr sz="1200"/>
            </a:pPr>
            <a:r>
              <a:t>D:/pasar_fix/node_modules/.bun/on-finished@2.4.1/node_modules/on-finished/README.md</a:t>
            </a:r>
          </a:p>
          <a:p>
            <a:pPr>
              <a:defRPr sz="1200"/>
            </a:pPr>
            <a:r>
              <a:t>D:/pasar_fix/node_modules/.bun/once@1.4.0/node_modules/once/LICENSE</a:t>
            </a:r>
          </a:p>
          <a:p>
            <a:pPr>
              <a:defRPr sz="1200"/>
            </a:pPr>
            <a:r>
              <a:t>D:/pasar_fix/node_modules/.bun/once@1.4.0/node_modules/once/once.js</a:t>
            </a:r>
          </a:p>
          <a:p>
            <a:pPr>
              <a:defRPr sz="1200"/>
            </a:pPr>
            <a:r>
              <a:t>D:/pasar_fix/node_modules/.bun/once@1.4.0/node_modules/once/package.json</a:t>
            </a:r>
          </a:p>
          <a:p>
            <a:pPr>
              <a:defRPr sz="1200"/>
            </a:pPr>
            <a:r>
              <a:t>D:/pasar_fix/node_modules/.bun/once@1.4.0/node_modules/once/README.md</a:t>
            </a:r>
          </a:p>
          <a:p>
            <a:pPr>
              <a:defRPr sz="1200"/>
            </a:pPr>
            <a:r>
              <a:t>D:/pasar_fix/node_modules/.bun/onetime@5.1.2/node_modules/onetime/index.d.ts</a:t>
            </a:r>
          </a:p>
          <a:p>
            <a:pPr>
              <a:defRPr sz="1200"/>
            </a:pPr>
            <a:r>
              <a:t>D:/pasar_fix/node_modules/.bun/onetime@5.1.2/node_modules/onetime/index.js</a:t>
            </a:r>
          </a:p>
          <a:p>
            <a:pPr>
              <a:defRPr sz="1200"/>
            </a:pPr>
            <a:r>
              <a:t>D:/pasar_fix/node_modules/.bun/onetime@5.1.2/node_modules/onetime/license</a:t>
            </a:r>
          </a:p>
          <a:p>
            <a:pPr>
              <a:defRPr sz="1200"/>
            </a:pPr>
            <a:r>
              <a:t>D:/pasar_fix/node_modules/.bun/onetime@5.1.2/node_modules/onetime/package.json</a:t>
            </a:r>
          </a:p>
          <a:p>
            <a:pPr>
              <a:defRPr sz="1200"/>
            </a:pPr>
            <a:r>
              <a:t>D:/pasar_fix/node_modules/.bun/onetime@5.1.2/node_modules/onetime/readme.md</a:t>
            </a:r>
          </a:p>
          <a:p>
            <a:pPr>
              <a:defRPr sz="1200"/>
            </a:pPr>
            <a:r>
              <a:t>D:/pasar_fix/node_modules/.bun/open@11.0.0/node_modules/.bin/is-inside-container.bunx</a:t>
            </a:r>
          </a:p>
          <a:p>
            <a:pPr>
              <a:defRPr sz="1200"/>
            </a:pPr>
            <a:r>
              <a:t>D:/pasar_fix/node_modules/.bun/open@11.0.0/node_modules/.bin/is-inside-container.exe</a:t>
            </a:r>
          </a:p>
          <a:p>
            <a:pPr>
              <a:defRPr sz="1200"/>
            </a:pPr>
            <a:r>
              <a:t>D:/pasar_fix/node_modules/.bun/open@11.0.0/node_modules/open/index.d.ts</a:t>
            </a:r>
          </a:p>
          <a:p>
            <a:pPr>
              <a:defRPr sz="1200"/>
            </a:pPr>
            <a:r>
              <a:t>D:/pasar_fix/node_modules/.bun/open@11.0.0/node_modules/open/index.js</a:t>
            </a:r>
          </a:p>
          <a:p>
            <a:pPr>
              <a:defRPr sz="1200"/>
            </a:pPr>
            <a:r>
              <a:t>D:/pasar_fix/node_modules/.bun/open@11.0.0/node_modules/open/license</a:t>
            </a:r>
          </a:p>
          <a:p>
            <a:pPr>
              <a:defRPr sz="1200"/>
            </a:pPr>
            <a:r>
              <a:t>D:/pasar_fix/node_modules/.bun/open@11.0.0/node_modules/open/package.json</a:t>
            </a:r>
          </a:p>
          <a:p>
            <a:pPr>
              <a:defRPr sz="1200"/>
            </a:pPr>
            <a:r>
              <a:t>D:/pasar_fix/node_modules/.bun/open@11.0.0/node_modules/open/readme.md</a:t>
            </a:r>
          </a:p>
          <a:p>
            <a:pPr>
              <a:defRPr sz="1200"/>
            </a:pPr>
            <a:r>
              <a:t>D:/pasar_fix/node_modules/.bun/open@11.0.0/node_modules/open/xdg-open</a:t>
            </a:r>
          </a:p>
          <a:p>
            <a:pPr>
              <a:defRPr sz="1200"/>
            </a:pPr>
            <a:r>
              <a:t>D:/pasar_fix/node_modules/.bun/openapi-types@12.1.3/node_modules/openapi-types/CHANGELOG.md</a:t>
            </a:r>
          </a:p>
          <a:p>
            <a:pPr>
              <a:defRPr sz="1200"/>
            </a:pPr>
            <a:r>
              <a:t>D:/pasar_fix/node_modules/.bun/openapi-types@12.1.3/node_modules/openapi-types/LICENSE</a:t>
            </a:r>
          </a:p>
          <a:p>
            <a:pPr>
              <a:defRPr sz="1200"/>
            </a:pPr>
            <a:r>
              <a:t>D:/pasar_fix/node_modules/.bun/openapi-types@12.1.3/node_modules/openapi-types/package.json</a:t>
            </a:r>
          </a:p>
          <a:p>
            <a:pPr>
              <a:defRPr sz="1200"/>
            </a:pPr>
            <a:r>
              <a:t>D:/pasar_fix/node_modules/.bun/openapi-types@12.1.3/node_modules/openapi-types/README.md</a:t>
            </a:r>
          </a:p>
          <a:p>
            <a:pPr>
              <a:defRPr sz="1200"/>
            </a:pPr>
            <a:r>
              <a:t>D:/pasar_fix/node_modules/.bun/openapi-types@12.1.3/node_modules/openapi-types/dist/index.d.ts</a:t>
            </a:r>
          </a:p>
          <a:p>
            <a:pPr>
              <a:defRPr sz="1200"/>
            </a:pPr>
            <a:r>
              <a:t>D:/pasar_fix/node_modules/.bun/openapi-types@12.1.3/node_modules/openapi-types/dist/index.js</a:t>
            </a:r>
          </a:p>
          <a:p>
            <a:pPr>
              <a:defRPr sz="1200"/>
            </a:pPr>
            <a:r>
              <a:t>D:/pasar_fix/node_modules/.bun/openapi-types@12.1.3/node_modules/openapi-types/dist/index.js.map</a:t>
            </a:r>
          </a:p>
          <a:p>
            <a:pPr>
              <a:defRPr sz="1200"/>
            </a:pPr>
            <a:r>
              <a:t>D:/pasar_fix/node_modules/.bun/ora@5.4.1/node_modules/ora/index.d.ts</a:t>
            </a:r>
          </a:p>
          <a:p>
            <a:pPr>
              <a:defRPr sz="1200"/>
            </a:pPr>
            <a:r>
              <a:t>D:/pasar_fix/node_modules/.bun/ora@5.4.1/node_modules/ora/index.js</a:t>
            </a:r>
          </a:p>
          <a:p>
            <a:pPr>
              <a:defRPr sz="1200"/>
            </a:pPr>
            <a:r>
              <a:t>D:/pasar_fix/node_modules/.bun/ora@5.4.1/node_modules/ora/license</a:t>
            </a:r>
          </a:p>
          <a:p>
            <a:pPr>
              <a:defRPr sz="1200"/>
            </a:pPr>
            <a:r>
              <a:t>D:/pasar_fix/node_modules/.bun/ora@5.4.1/node_modules/ora/package.json</a:t>
            </a:r>
          </a:p>
          <a:p>
            <a:pPr>
              <a:defRPr sz="1200"/>
            </a:pPr>
            <a:r>
              <a:t>D:/pasar_fix/node_modules/.bun/ora@5.4.1/node_modules/ora/readme.md</a:t>
            </a:r>
          </a:p>
          <a:p>
            <a:pPr>
              <a:defRPr sz="1200"/>
            </a:pPr>
            <a:r>
              <a:t>D:/pasar_fix/node_modules/.bun/p-limit@6.2.0/node_modules/p-limit/index.d.ts</a:t>
            </a:r>
          </a:p>
          <a:p>
            <a:pPr>
              <a:defRPr sz="1200"/>
            </a:pPr>
            <a:r>
              <a:t>D:/pasar_fix/node_modules/.bun/p-limit@6.2.0/node_modules/p-limit/index.js</a:t>
            </a:r>
          </a:p>
          <a:p>
            <a:pPr>
              <a:defRPr sz="1200"/>
            </a:pPr>
            <a:r>
              <a:t>D:/pasar_fix/node_modules/.bun/p-limit@6.2.0/node_modules/p-limit/license</a:t>
            </a:r>
          </a:p>
          <a:p>
            <a:pPr>
              <a:defRPr sz="1200"/>
            </a:pPr>
            <a:r>
              <a:t>D:/pasar_fix/node_modules/.bun/p-limit@6.2.0/node_modules/p-limit/package.json</a:t>
            </a:r>
          </a:p>
          <a:p>
            <a:pPr>
              <a:defRPr sz="1200"/>
            </a:pPr>
            <a:r>
              <a:t>D:/pasar_fix/node_modules/.bun/p-limit@6.2.0/node_modules/p-limit/readme.md</a:t>
            </a:r>
          </a:p>
          <a:p>
            <a:pPr>
              <a:defRPr sz="1200"/>
            </a:pPr>
            <a:r>
              <a:t>D:/pasar_fix/node_modules/.bun/pac-proxy-agent@7.2.0/node_modules/pac-proxy-agent/LICENSE</a:t>
            </a:r>
          </a:p>
          <a:p>
            <a:pPr>
              <a:defRPr sz="1200"/>
            </a:pPr>
            <a:r>
              <a:t>D:/pasar_fix/node_modules/.bun/pac-proxy-agent@7.2.0/node_modules/pac-proxy-agent/package.json</a:t>
            </a:r>
          </a:p>
          <a:p>
            <a:pPr>
              <a:defRPr sz="1200"/>
            </a:pPr>
            <a:r>
              <a:t>D:/pasar_fix/node_modules/.bun/pac-proxy-agent@7.2.0/node_modules/pac-proxy-agent/README.md</a:t>
            </a:r>
          </a:p>
          <a:p>
            <a:pPr>
              <a:defRPr sz="1200"/>
            </a:pPr>
            <a:r>
              <a:t>D:/pasar_fix/node_modules/.bun/pac-proxy-agent@7.2.0/node_modules/pac-proxy-agent/dist/index.d.ts</a:t>
            </a:r>
          </a:p>
          <a:p>
            <a:pPr>
              <a:defRPr sz="1200"/>
            </a:pPr>
            <a:r>
              <a:t>D:/pasar_fix/node_modules/.bun/pac-proxy-agent@7.2.0/node_modules/pac-proxy-agent/dist/index.d.ts.map</a:t>
            </a:r>
          </a:p>
          <a:p>
            <a:pPr>
              <a:defRPr sz="1200"/>
            </a:pPr>
            <a:r>
              <a:t>D:/pasar_fix/node_modules/.bun/pac-proxy-agent@7.2.0/node_modules/pac-proxy-agent/dist/index.js</a:t>
            </a:r>
          </a:p>
          <a:p>
            <a:pPr>
              <a:defRPr sz="1200"/>
            </a:pPr>
            <a:r>
              <a:t>D:/pasar_fix/node_modules/.bun/pac-proxy-agent@7.2.0/node_modules/pac-proxy-agent/dist/index.js.map</a:t>
            </a:r>
          </a:p>
          <a:p>
            <a:pPr>
              <a:defRPr sz="1200"/>
            </a:pPr>
            <a:r>
              <a:t>D:/pasar_fix/node_modules/.bun/pac-resolver@7.0.1/node_modules/pac-resolver/LICENSE</a:t>
            </a:r>
          </a:p>
          <a:p>
            <a:pPr>
              <a:defRPr sz="1200"/>
            </a:pPr>
            <a:r>
              <a:t>D:/pasar_fix/node_modules/.bun/pac-resolver@7.0.1/node_modules/pac-resolver/package.json</a:t>
            </a:r>
          </a:p>
          <a:p>
            <a:pPr>
              <a:defRPr sz="1200"/>
            </a:pPr>
            <a:r>
              <a:t>D:/pasar_fix/node_modules/.bun/pac-resolver@7.0.1/node_modules/pac-resolver/README.md</a:t>
            </a:r>
          </a:p>
          <a:p>
            <a:pPr>
              <a:defRPr sz="1200"/>
            </a:pPr>
            <a:r>
              <a:t>D:/pasar_fix/node_modules/.bun/pac-resolver@7.0.1/node_modules/pac-resolver/dist/dateRange.d.ts</a:t>
            </a:r>
          </a:p>
          <a:p>
            <a:pPr>
              <a:defRPr sz="1200"/>
            </a:pPr>
            <a:r>
              <a:t>D:/pasar_fix/node_modules/.bun/pac-resolver@7.0.1/node_modules/pac-resolver/dist/dateRange.d.ts.map</a:t>
            </a:r>
          </a:p>
          <a:p>
            <a:pPr>
              <a:defRPr sz="1200"/>
            </a:pPr>
            <a:r>
              <a:t>D:/pasar_fix/node_modules/.bun/pac-resolver@7.0.1/node_modules/pac-resolver/dist/dateRange.js</a:t>
            </a:r>
          </a:p>
          <a:p>
            <a:pPr>
              <a:defRPr sz="1200"/>
            </a:pPr>
            <a:r>
              <a:t>D:/pasar_fix/node_modules/.bun/pac-resolver@7.0.1/node_modules/pac-resolver/dist/dateRange.js.map</a:t>
            </a:r>
          </a:p>
          <a:p>
            <a:pPr>
              <a:defRPr sz="1200"/>
            </a:pPr>
            <a:r>
              <a:t>D:/pasar_fix/node_modules/.bun/pac-resolver@7.0.1/node_modules/pac-resolver/dist/dnsDomainIs.d.ts</a:t>
            </a:r>
          </a:p>
          <a:p>
            <a:pPr>
              <a:defRPr sz="1200"/>
            </a:pPr>
            <a:r>
              <a:t>D:/pasar_fix/node_modules/.bun/pac-resolver@7.0.1/node_modules/pac-resolver/dist/dnsDomainIs.d.ts.map</a:t>
            </a:r>
          </a:p>
          <a:p>
            <a:pPr>
              <a:defRPr sz="1200"/>
            </a:pPr>
            <a:r>
              <a:t>D:/pasar_fix/node_modules/.bun/pac-resolver@7.0.1/node_modules/pac-resolver/dist/dnsDomainIs.js</a:t>
            </a:r>
          </a:p>
          <a:p>
            <a:pPr>
              <a:defRPr sz="1200"/>
            </a:pPr>
            <a:r>
              <a:t>D:/pasar_fix/node_modules/.bun/pac-resolver@7.0.1/node_modules/pac-resolver/dist/dnsDomainIs.js.map</a:t>
            </a:r>
          </a:p>
          <a:p>
            <a:pPr>
              <a:defRPr sz="1200"/>
            </a:pPr>
            <a:r>
              <a:t>D:/pasar_fix/node_modules/.bun/pac-resolver@7.0.1/node_modules/pac-resolver/dist/dnsDomainLevels.d.ts</a:t>
            </a:r>
          </a:p>
          <a:p>
            <a:pPr>
              <a:defRPr sz="1200"/>
            </a:pPr>
            <a:r>
              <a:t>D:/pasar_fix/node_modules/.bun/pac-resolver@7.0.1/node_modules/pac-resolver/dist/dnsDomainLevels.d.ts.map</a:t>
            </a:r>
          </a:p>
          <a:p>
            <a:pPr>
              <a:defRPr sz="1200"/>
            </a:pPr>
            <a:r>
              <a:t>D:/pasar_fix/node_modules/.bun/pac-resolver@7.0.1/node_modules/pac-resolver/dist/dnsDomainLevels.js</a:t>
            </a:r>
          </a:p>
          <a:p>
            <a:pPr>
              <a:defRPr sz="1200"/>
            </a:pPr>
            <a:r>
              <a:t>D:/pasar_fix/node_modules/.bun/pac-resolver@7.0.1/node_modules/pac-resolver/dist/dnsDomainLevels.js.map</a:t>
            </a:r>
          </a:p>
          <a:p>
            <a:pPr>
              <a:defRPr sz="1200"/>
            </a:pPr>
            <a:r>
              <a:t>D:/pasar_fix/node_modules/.bun/pac-resolver@7.0.1/node_modules/pac-resolver/dist/dnsResolve.d.ts</a:t>
            </a:r>
          </a:p>
          <a:p>
            <a:pPr>
              <a:defRPr sz="1200"/>
            </a:pPr>
            <a:r>
              <a:t>D:/pasar_fix/node_modules/.bun/pac-resolver@7.0.1/node_modules/pac-resolver/dist/dnsResolve.d.ts.map</a:t>
            </a:r>
          </a:p>
          <a:p>
            <a:pPr>
              <a:defRPr sz="1200"/>
            </a:pPr>
            <a:r>
              <a:t>D:/pasar_fix/node_modules/.bun/pac-resolver@7.0.1/node_modules/pac-resolver/dist/dnsResolve.js</a:t>
            </a:r>
          </a:p>
          <a:p>
            <a:pPr>
              <a:defRPr sz="1200"/>
            </a:pPr>
            <a:r>
              <a:t>D:/pasar_fix/node_modules/.bun/pac-resolver@7.0.1/node_modules/pac-resolver/dist/dnsResolve.js.map</a:t>
            </a:r>
          </a:p>
          <a:p>
            <a:pPr>
              <a:defRPr sz="1200"/>
            </a:pPr>
            <a:r>
              <a:t>D:/pasar_fix/node_modules/.bun/pac-resolver@7.0.1/node_modules/pac-resolver/dist/index.d.ts</a:t>
            </a:r>
          </a:p>
          <a:p>
            <a:pPr>
              <a:defRPr sz="1200"/>
            </a:pPr>
            <a:r>
              <a:t>D:/pasar_fix/node_modules/.bun/pac-resolver@7.0.1/node_modules/pac-resolver/dist/index.d.ts.map</a:t>
            </a:r>
          </a:p>
          <a:p>
            <a:pPr>
              <a:defRPr sz="1200"/>
            </a:pPr>
            <a:r>
              <a:t>D:/pasar_fix/node_modules/.bun/pac-resolver@7.0.1/node_modules/pac-resolver/dist/index.js</a:t>
            </a:r>
          </a:p>
          <a:p>
            <a:pPr>
              <a:defRPr sz="1200"/>
            </a:pPr>
            <a:r>
              <a:t>D:/pasar_fix/node_modules/.bun/pac-resolver@7.0.1/node_modules/pac-resolver/dist/index.js.map</a:t>
            </a:r>
          </a:p>
          <a:p>
            <a:pPr>
              <a:defRPr sz="1200"/>
            </a:pPr>
            <a:r>
              <a:t>D:/pasar_fix/node_modules/.bun/pac-resolver@7.0.1/node_modules/pac-resolver/dist/ip.d.ts</a:t>
            </a:r>
          </a:p>
          <a:p>
            <a:pPr>
              <a:defRPr sz="1200"/>
            </a:pPr>
            <a:r>
              <a:t>D:/pasar_fix/node_modules/.bun/pac-resolver@7.0.1/node_modules/pac-resolver/dist/ip.d.ts.map</a:t>
            </a:r>
          </a:p>
          <a:p>
            <a:pPr>
              <a:defRPr sz="1200"/>
            </a:pPr>
            <a:r>
              <a:t>D:/pasar_fix/node_modules/.bun/pac-resolver@7.0.1/node_modules/pac-resolver/dist/ip.js</a:t>
            </a:r>
          </a:p>
          <a:p>
            <a:pPr>
              <a:defRPr sz="1200"/>
            </a:pPr>
            <a:r>
              <a:t>D:/pasar_fix/node_modules/.bun/pac-resolver@7.0.1/node_modules/pac-resolver/dist/ip.js.map</a:t>
            </a:r>
          </a:p>
          <a:p>
            <a:pPr>
              <a:defRPr sz="1200"/>
            </a:pPr>
            <a:r>
              <a:t>D:/pasar_fix/node_modules/.bun/pac-resolver@7.0.1/node_modules/pac-resolver/dist/isInNet.d.ts</a:t>
            </a:r>
          </a:p>
          <a:p>
            <a:pPr>
              <a:defRPr sz="1200"/>
            </a:pPr>
            <a:r>
              <a:t>D:/pasar_fix/node_modules/.bun/pac-resolver@7.0.1/node_modules/pac-resolver/dist/isInNet.d.ts.map</a:t>
            </a:r>
          </a:p>
          <a:p>
            <a:pPr>
              <a:defRPr sz="1200"/>
            </a:pPr>
            <a:r>
              <a:t>D:/pasar_fix/node_modules/.bun/pac-resolver@7.0.1/node_modules/pac-resolver/dist/isInNet.js</a:t>
            </a:r>
          </a:p>
          <a:p>
            <a:pPr>
              <a:defRPr sz="1200"/>
            </a:pPr>
            <a:r>
              <a:t>D:/pasar_fix/node_modules/.bun/pac-resolver@7.0.1/node_modules/pac-resolver/dist/isInNet.js.map</a:t>
            </a:r>
          </a:p>
          <a:p>
            <a:pPr>
              <a:defRPr sz="1200"/>
            </a:pPr>
            <a:r>
              <a:t>D:/pasar_fix/node_modules/.bun/pac-resolver@7.0.1/node_modules/pac-resolver/dist/isPlainHostName.d.ts</a:t>
            </a:r>
          </a:p>
          <a:p>
            <a:pPr>
              <a:defRPr sz="1200"/>
            </a:pPr>
            <a:r>
              <a:t>D:/pasar_fix/node_modules/.bun/pac-resolver@7.0.1/node_modules/pac-resolver/dist/isPlainHostName.d.ts.map</a:t>
            </a:r>
          </a:p>
          <a:p>
            <a:pPr>
              <a:defRPr sz="1200"/>
            </a:pPr>
            <a:r>
              <a:t>D:/pasar_fix/node_modules/.bun/pac-resolver@7.0.1/node_modules/pac-resolver/dist/isPlainHostName.js</a:t>
            </a:r>
          </a:p>
          <a:p>
            <a:pPr>
              <a:defRPr sz="1200"/>
            </a:pPr>
            <a:r>
              <a:t>D:/pasar_fix/node_modules/.bun/pac-resolver@7.0.1/node_modules/pac-resolver/dist/isPlainHostName.js.map</a:t>
            </a:r>
          </a:p>
          <a:p>
            <a:pPr>
              <a:defRPr sz="1200"/>
            </a:pPr>
            <a:r>
              <a:t>D:/pasar_fix/node_modules/.bun/pac-resolver@7.0.1/node_modules/pac-resolver/dist/isResolvable.d.ts</a:t>
            </a:r>
          </a:p>
          <a:p>
            <a:pPr>
              <a:defRPr sz="1200"/>
            </a:pPr>
            <a:r>
              <a:t>D:/pasar_fix/node_modules/.bun/pac-resolver@7.0.1/node_modules/pac-resolver/dist/isResolvable.d.ts.map</a:t>
            </a:r>
          </a:p>
          <a:p>
            <a:pPr>
              <a:defRPr sz="1200"/>
            </a:pPr>
            <a:r>
              <a:t>D:/pasar_fix/node_modules/.bun/pac-resolver@7.0.1/node_modules/pac-resolver/dist/isResolvable.js</a:t>
            </a:r>
          </a:p>
          <a:p>
            <a:pPr>
              <a:defRPr sz="1200"/>
            </a:pPr>
            <a:r>
              <a:t>D:/pasar_fix/node_modules/.bun/pac-resolver@7.0.1/node_modules/pac-resolver/dist/isResolvable.js.map</a:t>
            </a:r>
          </a:p>
          <a:p>
            <a:pPr>
              <a:defRPr sz="1200"/>
            </a:pPr>
            <a:r>
              <a:t>D:/pasar_fix/node_modules/.bun/pac-resolver@7.0.1/node_modules/pac-resolver/dist/localHostOrDomainIs.d.ts</a:t>
            </a:r>
          </a:p>
          <a:p>
            <a:pPr>
              <a:defRPr sz="1200"/>
            </a:pPr>
            <a:r>
              <a:t>D:/pasar_fix/node_modules/.bun/pac-resolver@7.0.1/node_modules/pac-resolver/dist/localHostOrDomainIs.d.ts.map</a:t>
            </a:r>
          </a:p>
          <a:p>
            <a:pPr>
              <a:defRPr sz="1200"/>
            </a:pPr>
            <a:r>
              <a:t>D:/pasar_fix/node_modules/.bun/pac-resolver@7.0.1/node_modules/pac-resolver/dist/localHostOrDomainIs.js</a:t>
            </a:r>
          </a:p>
          <a:p>
            <a:pPr>
              <a:defRPr sz="1200"/>
            </a:pPr>
            <a:r>
              <a:t>D:/pasar_fix/node_modules/.bun/pac-resolver@7.0.1/node_modules/pac-resolver/dist/localHostOrDomainIs.js.map</a:t>
            </a:r>
          </a:p>
          <a:p>
            <a:pPr>
              <a:defRPr sz="1200"/>
            </a:pPr>
            <a:r>
              <a:t>D:/pasar_fix/node_modules/.bun/pac-resolver@7.0.1/node_modules/pac-resolver/dist/myIpAddress.d.ts</a:t>
            </a:r>
          </a:p>
          <a:p>
            <a:pPr>
              <a:defRPr sz="1200"/>
            </a:pPr>
            <a:r>
              <a:t>D:/pasar_fix/node_modules/.bun/pac-resolver@7.0.1/node_modules/pac-resolver/dist/myIpAddress.d.ts.map</a:t>
            </a:r>
          </a:p>
          <a:p>
            <a:pPr>
              <a:defRPr sz="1200"/>
            </a:pPr>
            <a:r>
              <a:t>D:/pasar_fix/node_modules/.bun/pac-resolver@7.0.1/node_modules/pac-resolver/dist/myIpAddress.js</a:t>
            </a:r>
          </a:p>
          <a:p>
            <a:pPr>
              <a:defRPr sz="1200"/>
            </a:pPr>
            <a:r>
              <a:t>D:/pasar_fix/node_modules/.bun/pac-resolver@7.0.1/node_modules/pac-resolver/dist/myIpAddress.js.map</a:t>
            </a:r>
          </a:p>
          <a:p>
            <a:pPr>
              <a:defRPr sz="1200"/>
            </a:pPr>
            <a:r>
              <a:t>D:/pasar_fix/node_modules/.bun/pac-resolver@7.0.1/node_modules/pac-resolver/dist/shExpMatch.d.ts</a:t>
            </a:r>
          </a:p>
          <a:p>
            <a:pPr>
              <a:defRPr sz="1200"/>
            </a:pPr>
            <a:r>
              <a:t>D:/pasar_fix/node_modules/.bun/pac-resolver@7.0.1/node_modules/pac-resolver/dist/shExpMatch.d.ts.map</a:t>
            </a:r>
          </a:p>
          <a:p>
            <a:pPr>
              <a:defRPr sz="1200"/>
            </a:pPr>
            <a:r>
              <a:t>D:/pasar_fix/node_modules/.bun/pac-resolver@7.0.1/node_modules/pac-resolver/dist/shExpMatch.js</a:t>
            </a:r>
          </a:p>
          <a:p>
            <a:pPr>
              <a:defRPr sz="1200"/>
            </a:pPr>
            <a:r>
              <a:t>D:/pasar_fix/node_modules/.bun/pac-resolver@7.0.1/node_modules/pac-resolver/dist/shExpMatch.js.map</a:t>
            </a:r>
          </a:p>
          <a:p>
            <a:pPr>
              <a:defRPr sz="1200"/>
            </a:pPr>
            <a:r>
              <a:t>D:/pasar_fix/node_modules/.bun/pac-resolver@7.0.1/node_modules/pac-resolver/dist/timeRange.d.ts</a:t>
            </a:r>
          </a:p>
          <a:p>
            <a:pPr>
              <a:defRPr sz="1200"/>
            </a:pPr>
            <a:r>
              <a:t>D:/pasar_fix/node_modules/.bun/pac-resolver@7.0.1/node_modules/pac-resolver/dist/timeRange.d.ts.map</a:t>
            </a:r>
          </a:p>
          <a:p>
            <a:pPr>
              <a:defRPr sz="1200"/>
            </a:pPr>
            <a:r>
              <a:t>D:/pasar_fix/node_modules/.bun/pac-resolver@7.0.1/node_modules/pac-resolver/dist/timeRange.js</a:t>
            </a:r>
          </a:p>
          <a:p>
            <a:pPr>
              <a:defRPr sz="1200"/>
            </a:pPr>
            <a:r>
              <a:t>D:/pasar_fix/node_modules/.bun/pac-resolver@7.0.1/node_modules/pac-resolver/dist/timeRange.js.map</a:t>
            </a:r>
          </a:p>
          <a:p>
            <a:pPr>
              <a:defRPr sz="1200"/>
            </a:pPr>
            <a:r>
              <a:t>D:/pasar_fix/node_modules/.bun/pac-resolver@7.0.1/node_modules/pac-resolver/dist/util.d.ts</a:t>
            </a:r>
          </a:p>
          <a:p>
            <a:pPr>
              <a:defRPr sz="1200"/>
            </a:pPr>
            <a:r>
              <a:t>D:/pasar_fix/node_modules/.bun/pac-resolver@7.0.1/node_modules/pac-resolver/dist/util.d.ts.map</a:t>
            </a:r>
          </a:p>
          <a:p>
            <a:pPr>
              <a:defRPr sz="1200"/>
            </a:pPr>
            <a:r>
              <a:t>D:/pasar_fix/node_modules/.bun/pac-resolver@7.0.1/node_modules/pac-resolver/dist/util.js</a:t>
            </a:r>
          </a:p>
          <a:p>
            <a:pPr>
              <a:defRPr sz="1200"/>
            </a:pPr>
            <a:r>
              <a:t>D:/pasar_fix/node_modules/.bun/pac-resolver@7.0.1/node_modules/pac-resolver/dist/util.js.map</a:t>
            </a:r>
          </a:p>
          <a:p>
            <a:pPr>
              <a:defRPr sz="1200"/>
            </a:pPr>
            <a:r>
              <a:t>D:/pasar_fix/node_modules/.bun/pac-resolver@7.0.1/node_modules/pac-resolver/dist/weekdayRange.d.ts</a:t>
            </a:r>
          </a:p>
          <a:p>
            <a:pPr>
              <a:defRPr sz="1200"/>
            </a:pPr>
            <a:r>
              <a:t>D:/pasar_fix/node_modules/.bun/pac-resolver@7.0.1/node_modules/pac-resolver/dist/weekdayRange.d.ts.map</a:t>
            </a:r>
          </a:p>
          <a:p>
            <a:pPr>
              <a:defRPr sz="1200"/>
            </a:pPr>
            <a:r>
              <a:t>D:/pasar_fix/node_modules/.bun/pac-resolver@7.0.1/node_modules/pac-resolver/dist/weekdayRange.js</a:t>
            </a:r>
          </a:p>
          <a:p>
            <a:pPr>
              <a:defRPr sz="1200"/>
            </a:pPr>
            <a:r>
              <a:t>D:/pasar_fix/node_modules/.bun/pac-resolver@7.0.1/node_modules/pac-resolver/dist/weekdayRange.js.map</a:t>
            </a:r>
          </a:p>
          <a:p>
            <a:pPr>
              <a:defRPr sz="1200"/>
            </a:pPr>
            <a:r>
              <a:t>D:/pasar_fix/node_modules/.bun/package-json-from-dist@1.0.1/node_modules/package-json-from-dist/LICENSE.md</a:t>
            </a:r>
          </a:p>
          <a:p>
            <a:pPr>
              <a:defRPr sz="1200"/>
            </a:pPr>
            <a:r>
              <a:t>D:/pasar_fix/node_modules/.bun/package-json-from-dist@1.0.1/node_modules/package-json-from-dist/package.json</a:t>
            </a:r>
          </a:p>
          <a:p>
            <a:pPr>
              <a:defRPr sz="1200"/>
            </a:pPr>
            <a:r>
              <a:t>D:/pasar_fix/node_modules/.bun/package-json-from-dist@1.0.1/node_modules/package-json-from-dist/README.md</a:t>
            </a:r>
          </a:p>
          <a:p>
            <a:pPr>
              <a:defRPr sz="1200"/>
            </a:pPr>
            <a:r>
              <a:t>D:/pasar_fix/node_modules/.bun/package-json-from-dist@1.0.1/node_modules/package-json-from-dist/dist/commonjs/index.d.ts</a:t>
            </a:r>
          </a:p>
          <a:p>
            <a:pPr>
              <a:defRPr sz="1200"/>
            </a:pPr>
            <a:r>
              <a:t>D:/pasar_fix/node_modules/.bun/package-json-from-dist@1.0.1/node_modules/package-json-from-dist/dist/commonjs/index.d.ts.map</a:t>
            </a:r>
          </a:p>
          <a:p>
            <a:pPr>
              <a:defRPr sz="1200"/>
            </a:pPr>
            <a:r>
              <a:t>D:/pasar_fix/node_modules/.bun/package-json-from-dist@1.0.1/node_modules/package-json-from-dist/dist/commonjs/index.js</a:t>
            </a:r>
          </a:p>
          <a:p>
            <a:pPr>
              <a:defRPr sz="1200"/>
            </a:pPr>
            <a:r>
              <a:t>D:/pasar_fix/node_modules/.bun/package-json-from-dist@1.0.1/node_modules/package-json-from-dist/dist/commonjs/index.js.map</a:t>
            </a:r>
          </a:p>
          <a:p>
            <a:pPr>
              <a:defRPr sz="1200"/>
            </a:pPr>
            <a:r>
              <a:t>D:/pasar_fix/node_modules/.bun/package-json-from-dist@1.0.1/node_modules/package-json-from-dist/dist/commonjs/package.json</a:t>
            </a:r>
          </a:p>
          <a:p>
            <a:pPr>
              <a:defRPr sz="1200"/>
            </a:pPr>
            <a:r>
              <a:t>D:/pasar_fix/node_modules/.bun/package-json-from-dist@1.0.1/node_modules/package-json-from-dist/dist/esm/index.d.ts</a:t>
            </a:r>
          </a:p>
          <a:p>
            <a:pPr>
              <a:defRPr sz="1200"/>
            </a:pPr>
            <a:r>
              <a:t>D:/pasar_fix/node_modules/.bun/package-json-from-dist@1.0.1/node_modules/package-json-from-dist/dist/esm/index.d.ts.map</a:t>
            </a:r>
          </a:p>
          <a:p>
            <a:pPr>
              <a:defRPr sz="1200"/>
            </a:pPr>
            <a:r>
              <a:t>D:/pasar_fix/node_modules/.bun/package-json-from-dist@1.0.1/node_modules/package-json-from-dist/dist/esm/index.js</a:t>
            </a:r>
          </a:p>
          <a:p>
            <a:pPr>
              <a:defRPr sz="1200"/>
            </a:pPr>
            <a:r>
              <a:t>D:/pasar_fix/node_modules/.bun/package-json-from-dist@1.0.1/node_modules/package-json-from-dist/dist/esm/index.js.map</a:t>
            </a:r>
          </a:p>
          <a:p>
            <a:pPr>
              <a:defRPr sz="1200"/>
            </a:pPr>
            <a:r>
              <a:t>D:/pasar_fix/node_modules/.bun/package-json-from-dist@1.0.1/node_modules/package-json-from-dist/dist/esm/package.json</a:t>
            </a:r>
          </a:p>
          <a:p>
            <a:pPr>
              <a:defRPr sz="1200"/>
            </a:pPr>
            <a:r>
              <a:t>D:/pasar_fix/node_modules/.bun/package-manager-detector@1.6.0/node_modules/package-manager-detector/LICENSE</a:t>
            </a:r>
          </a:p>
          <a:p>
            <a:pPr>
              <a:defRPr sz="1200"/>
            </a:pPr>
            <a:r>
              <a:t>D:/pasar_fix/node_modules/.bun/package-manager-detector@1.6.0/node_modules/package-manager-detector/package.json</a:t>
            </a:r>
          </a:p>
          <a:p>
            <a:pPr>
              <a:defRPr sz="1200"/>
            </a:pPr>
            <a:r>
              <a:t>D:/pasar_fix/node_modules/.bun/package-manager-detector@1.6.0/node_modules/package-manager-detector/README.md</a:t>
            </a:r>
          </a:p>
          <a:p>
            <a:pPr>
              <a:defRPr sz="1200"/>
            </a:pPr>
            <a:r>
              <a:t>D:/pasar_fix/node_modules/.bun/package-manager-detector@1.6.0/node_modules/package-manager-detector/dist/commands.d.mts</a:t>
            </a:r>
          </a:p>
          <a:p>
            <a:pPr>
              <a:defRPr sz="1200"/>
            </a:pPr>
            <a:r>
              <a:t>D:/pasar_fix/node_modules/.bun/package-manager-detector@1.6.0/node_modules/package-manager-detector/dist/commands.mjs</a:t>
            </a:r>
          </a:p>
          <a:p>
            <a:pPr>
              <a:defRPr sz="1200"/>
            </a:pPr>
            <a:r>
              <a:t>D:/pasar_fix/node_modules/.bun/package-manager-detector@1.6.0/node_modules/package-manager-detector/dist/constants.d.mts</a:t>
            </a:r>
          </a:p>
          <a:p>
            <a:pPr>
              <a:defRPr sz="1200"/>
            </a:pPr>
            <a:r>
              <a:t>D:/pasar_fix/node_modules/.bun/package-manager-detector@1.6.0/node_modules/package-manager-detector/dist/constants.mjs</a:t>
            </a:r>
          </a:p>
          <a:p>
            <a:pPr>
              <a:defRPr sz="1200"/>
            </a:pPr>
            <a:r>
              <a:t>D:/pasar_fix/node_modules/.bun/package-manager-detector@1.6.0/node_modules/package-manager-detector/dist/detect.d.mts</a:t>
            </a:r>
          </a:p>
          <a:p>
            <a:pPr>
              <a:defRPr sz="1200"/>
            </a:pPr>
            <a:r>
              <a:t>D:/pasar_fix/node_modules/.bun/package-manager-detector@1.6.0/node_modules/package-manager-detector/dist/detect.mjs</a:t>
            </a:r>
          </a:p>
          <a:p>
            <a:pPr>
              <a:defRPr sz="1200"/>
            </a:pPr>
            <a:r>
              <a:t>D:/pasar_fix/node_modules/.bun/package-manager-detector@1.6.0/node_modules/package-manager-detector/dist/index.d.mts</a:t>
            </a:r>
          </a:p>
          <a:p>
            <a:pPr>
              <a:defRPr sz="1200"/>
            </a:pPr>
            <a:r>
              <a:t>D:/pasar_fix/node_modules/.bun/package-manager-detector@1.6.0/node_modules/package-manager-detector/dist/index.mjs</a:t>
            </a:r>
          </a:p>
          <a:p>
            <a:pPr>
              <a:defRPr sz="1200"/>
            </a:pPr>
            <a:r>
              <a:t>D:/pasar_fix/node_modules/.bun/package-manager-detector@1.6.0/node_modules/package-manager-detector/dist/shared/package-manager-detector.DksAilYA.d.mts</a:t>
            </a:r>
          </a:p>
          <a:p>
            <a:pPr>
              <a:defRPr sz="1200"/>
            </a:pPr>
            <a:r>
              <a:t>D:/pasar_fix/node_modules/.bun/parent-module@1.0.1/node_modules/parent-module/index.js</a:t>
            </a:r>
          </a:p>
          <a:p>
            <a:pPr>
              <a:defRPr sz="1200"/>
            </a:pPr>
            <a:r>
              <a:t>D:/pasar_fix/node_modules/.bun/parent-module@1.0.1/node_modules/parent-module/license</a:t>
            </a:r>
          </a:p>
          <a:p>
            <a:pPr>
              <a:defRPr sz="1200"/>
            </a:pPr>
            <a:r>
              <a:t>D:/pasar_fix/node_modules/.bun/parent-module@1.0.1/node_modules/parent-module/package.json</a:t>
            </a:r>
          </a:p>
          <a:p>
            <a:pPr>
              <a:defRPr sz="1200"/>
            </a:pPr>
            <a:r>
              <a:t>D:/pasar_fix/node_modules/.bun/parent-module@1.0.1/node_modules/parent-module/readme.md</a:t>
            </a:r>
          </a:p>
          <a:p>
            <a:pPr>
              <a:defRPr sz="1200"/>
            </a:pPr>
            <a:r>
              <a:t>D:/pasar_fix/node_modules/.bun/parse-json@5.2.0/node_modules/parse-json/index.js</a:t>
            </a:r>
          </a:p>
          <a:p>
            <a:pPr>
              <a:defRPr sz="1200"/>
            </a:pPr>
            <a:r>
              <a:t>D:/pasar_fix/node_modules/.bun/parse-json@5.2.0/node_modules/parse-json/license</a:t>
            </a:r>
          </a:p>
          <a:p>
            <a:pPr>
              <a:defRPr sz="1200"/>
            </a:pPr>
            <a:r>
              <a:t>D:/pasar_fix/node_modules/.bun/parse-json@5.2.0/node_modules/parse-json/package.json</a:t>
            </a:r>
          </a:p>
          <a:p>
            <a:pPr>
              <a:defRPr sz="1200"/>
            </a:pPr>
            <a:r>
              <a:t>D:/pasar_fix/node_modules/.bun/parse-json@5.2.0/node_modules/parse-json/readme.md</a:t>
            </a:r>
          </a:p>
          <a:p>
            <a:pPr>
              <a:defRPr sz="1200"/>
            </a:pPr>
            <a:r>
              <a:t>D:/pasar_fix/node_modules/.bun/parse5-htmlparser2-tree-adapter@7.1.0/node_modules/parse5-htmlparser2-tree-adapter/LICENSE</a:t>
            </a:r>
          </a:p>
          <a:p>
            <a:pPr>
              <a:defRPr sz="1200"/>
            </a:pPr>
            <a:r>
              <a:t>D:/pasar_fix/node_modules/.bun/parse5-htmlparser2-tree-adapter@7.1.0/node_modules/parse5-htmlparser2-tree-adapter/package.json</a:t>
            </a:r>
          </a:p>
          <a:p>
            <a:pPr>
              <a:defRPr sz="1200"/>
            </a:pPr>
            <a:r>
              <a:t>D:/pasar_fix/node_modules/.bun/parse5-htmlparser2-tree-adapter@7.1.0/node_modules/parse5-htmlparser2-tree-adapter/README.md</a:t>
            </a:r>
          </a:p>
          <a:p>
            <a:pPr>
              <a:defRPr sz="1200"/>
            </a:pPr>
            <a:r>
              <a:t>D:/pasar_fix/node_modules/.bun/parse5-htmlparser2-tree-adapter@7.1.0/node_modules/parse5-htmlparser2-tree-adapter/dist/index.d.ts</a:t>
            </a:r>
          </a:p>
          <a:p>
            <a:pPr>
              <a:defRPr sz="1200"/>
            </a:pPr>
            <a:r>
              <a:t>D:/pasar_fix/node_modules/.bun/parse5-htmlparser2-tree-adapter@7.1.0/node_modules/parse5-htmlparser2-tree-adapter/dist/index.js</a:t>
            </a:r>
          </a:p>
          <a:p>
            <a:pPr>
              <a:defRPr sz="1200"/>
            </a:pPr>
            <a:r>
              <a:t>D:/pasar_fix/node_modules/.bun/parse5-htmlparser2-tree-adapter@7.1.0/node_modules/parse5-htmlparser2-tree-adapter/dist/cjs/index.d.ts</a:t>
            </a:r>
          </a:p>
          <a:p>
            <a:pPr>
              <a:defRPr sz="1200"/>
            </a:pPr>
            <a:r>
              <a:t>D:/pasar_fix/node_modules/.bun/parse5-htmlparser2-tree-adapter@7.1.0/node_modules/parse5-htmlparser2-tree-adapter/dist/cjs/index.js</a:t>
            </a:r>
          </a:p>
          <a:p>
            <a:pPr>
              <a:defRPr sz="1200"/>
            </a:pPr>
            <a:r>
              <a:t>D:/pasar_fix/node_modules/.bun/parse5-htmlparser2-tree-adapter@7.1.0/node_modules/parse5-htmlparser2-tree-adapter/dist/cjs/package.json</a:t>
            </a:r>
          </a:p>
          <a:p>
            <a:pPr>
              <a:defRPr sz="1200"/>
            </a:pPr>
            <a:r>
              <a:t>D:/pasar_fix/node_modules/.bun/parse5-parser-stream@7.1.2/node_modules/parse5-parser-stream/LICENSE</a:t>
            </a:r>
          </a:p>
          <a:p>
            <a:pPr>
              <a:defRPr sz="1200"/>
            </a:pPr>
            <a:r>
              <a:t>D:/pasar_fix/node_modules/.bun/parse5-parser-stream@7.1.2/node_modules/parse5-parser-stream/package.json</a:t>
            </a:r>
          </a:p>
          <a:p>
            <a:pPr>
              <a:defRPr sz="1200"/>
            </a:pPr>
            <a:r>
              <a:t>D:/pasar_fix/node_modules/.bun/parse5-parser-stream@7.1.2/node_modules/parse5-parser-stream/README.md</a:t>
            </a:r>
          </a:p>
          <a:p>
            <a:pPr>
              <a:defRPr sz="1200"/>
            </a:pPr>
            <a:r>
              <a:t>D:/pasar_fix/node_modules/.bun/parse5-parser-stream@7.1.2/node_modules/parse5-parser-stream/dist/index.d.ts</a:t>
            </a:r>
          </a:p>
          <a:p>
            <a:pPr>
              <a:defRPr sz="1200"/>
            </a:pPr>
            <a:r>
              <a:t>D:/pasar_fix/node_modules/.bun/parse5-parser-stream@7.1.2/node_modules/parse5-parser-stream/dist/index.js</a:t>
            </a:r>
          </a:p>
          <a:p>
            <a:pPr>
              <a:defRPr sz="1200"/>
            </a:pPr>
            <a:r>
              <a:t>D:/pasar_fix/node_modules/.bun/parse5-parser-stream@7.1.2/node_modules/parse5-parser-stream/dist/cjs/index.d.ts</a:t>
            </a:r>
          </a:p>
          <a:p>
            <a:pPr>
              <a:defRPr sz="1200"/>
            </a:pPr>
            <a:r>
              <a:t>D:/pasar_fix/node_modules/.bun/parse5-parser-stream@7.1.2/node_modules/parse5-parser-stream/dist/cjs/index.js</a:t>
            </a:r>
          </a:p>
          <a:p>
            <a:pPr>
              <a:defRPr sz="1200"/>
            </a:pPr>
            <a:r>
              <a:t>D:/pasar_fix/node_modules/.bun/parse5-parser-stream@7.1.2/node_modules/parse5-parser-stream/dist/cjs/package.json</a:t>
            </a:r>
          </a:p>
          <a:p>
            <a:pPr>
              <a:defRPr sz="1200"/>
            </a:pPr>
            <a:r>
              <a:t>D:/pasar_fix/node_modules/.bun/parse5@7.3.0/node_modules/parse5/LICENSE</a:t>
            </a:r>
          </a:p>
          <a:p>
            <a:pPr>
              <a:defRPr sz="1200"/>
            </a:pPr>
            <a:r>
              <a:t>D:/pasar_fix/node_modules/.bun/parse5@7.3.0/node_modules/parse5/package.json</a:t>
            </a:r>
          </a:p>
          <a:p>
            <a:pPr>
              <a:defRPr sz="1200"/>
            </a:pPr>
            <a:r>
              <a:t>D:/pasar_fix/node_modules/.bun/parse5@7.3.0/node_modules/parse5/README.md</a:t>
            </a:r>
          </a:p>
          <a:p>
            <a:pPr>
              <a:defRPr sz="1200"/>
            </a:pPr>
            <a:r>
              <a:t>D:/pasar_fix/node_modules/.bun/parse5@7.3.0/node_modules/parse5/dist/index.d.ts</a:t>
            </a:r>
          </a:p>
          <a:p>
            <a:pPr>
              <a:defRPr sz="1200"/>
            </a:pPr>
            <a:r>
              <a:t>D:/pasar_fix/node_modules/.bun/parse5@7.3.0/node_modules/parse5/dist/index.js</a:t>
            </a:r>
          </a:p>
          <a:p>
            <a:pPr>
              <a:defRPr sz="1200"/>
            </a:pPr>
            <a:r>
              <a:t>D:/pasar_fix/node_modules/.bun/parse5@7.3.0/node_modules/parse5/dist/cjs/index.d.ts</a:t>
            </a:r>
          </a:p>
          <a:p>
            <a:pPr>
              <a:defRPr sz="1200"/>
            </a:pPr>
            <a:r>
              <a:t>D:/pasar_fix/node_modules/.bun/parse5@7.3.0/node_modules/parse5/dist/cjs/index.js</a:t>
            </a:r>
          </a:p>
          <a:p>
            <a:pPr>
              <a:defRPr sz="1200"/>
            </a:pPr>
            <a:r>
              <a:t>D:/pasar_fix/node_modules/.bun/parse5@7.3.0/node_modules/parse5/dist/cjs/package.json</a:t>
            </a:r>
          </a:p>
          <a:p>
            <a:pPr>
              <a:defRPr sz="1200"/>
            </a:pPr>
            <a:r>
              <a:t>D:/pasar_fix/node_modules/.bun/parse5@7.3.0/node_modules/parse5/dist/cjs/common/doctype.d.ts</a:t>
            </a:r>
          </a:p>
          <a:p>
            <a:pPr>
              <a:defRPr sz="1200"/>
            </a:pPr>
            <a:r>
              <a:t>D:/pasar_fix/node_modules/.bun/parse5@7.3.0/node_modules/parse5/dist/cjs/common/doctype.js</a:t>
            </a:r>
          </a:p>
          <a:p>
            <a:pPr>
              <a:defRPr sz="1200"/>
            </a:pPr>
            <a:r>
              <a:t>D:/pasar_fix/node_modules/.bun/parse5@7.3.0/node_modules/parse5/dist/cjs/common/error-codes.d.ts</a:t>
            </a:r>
          </a:p>
          <a:p>
            <a:pPr>
              <a:defRPr sz="1200"/>
            </a:pPr>
            <a:r>
              <a:t>D:/pasar_fix/node_modules/.bun/parse5@7.3.0/node_modules/parse5/dist/cjs/common/error-codes.js</a:t>
            </a:r>
          </a:p>
          <a:p>
            <a:pPr>
              <a:defRPr sz="1200"/>
            </a:pPr>
            <a:r>
              <a:t>D:/pasar_fix/node_modules/.bun/parse5@7.3.0/node_modules/parse5/dist/cjs/common/foreign-content.d.ts</a:t>
            </a:r>
          </a:p>
          <a:p>
            <a:pPr>
              <a:defRPr sz="1200"/>
            </a:pPr>
            <a:r>
              <a:t>D:/pasar_fix/node_modules/.bun/parse5@7.3.0/node_modules/parse5/dist/cjs/common/foreign-content.js</a:t>
            </a:r>
          </a:p>
          <a:p>
            <a:pPr>
              <a:defRPr sz="1200"/>
            </a:pPr>
            <a:r>
              <a:t>D:/pasar_fix/node_modules/.bun/parse5@7.3.0/node_modules/parse5/dist/cjs/common/html.d.ts</a:t>
            </a:r>
          </a:p>
          <a:p>
            <a:pPr>
              <a:defRPr sz="1200"/>
            </a:pPr>
            <a:r>
              <a:t>D:/pasar_fix/node_modules/.bun/parse5@7.3.0/node_modules/parse5/dist/cjs/common/html.js</a:t>
            </a:r>
          </a:p>
          <a:p>
            <a:pPr>
              <a:defRPr sz="1200"/>
            </a:pPr>
            <a:r>
              <a:t>D:/pasar_fix/node_modules/.bun/parse5@7.3.0/node_modules/parse5/dist/cjs/common/token.d.ts</a:t>
            </a:r>
          </a:p>
          <a:p>
            <a:pPr>
              <a:defRPr sz="1200"/>
            </a:pPr>
            <a:r>
              <a:t>D:/pasar_fix/node_modules/.bun/parse5@7.3.0/node_modules/parse5/dist/cjs/common/token.js</a:t>
            </a:r>
          </a:p>
          <a:p>
            <a:pPr>
              <a:defRPr sz="1200"/>
            </a:pPr>
            <a:r>
              <a:t>D:/pasar_fix/node_modules/.bun/parse5@7.3.0/node_modules/parse5/dist/cjs/common/unicode.d.ts</a:t>
            </a:r>
          </a:p>
          <a:p>
            <a:pPr>
              <a:defRPr sz="1200"/>
            </a:pPr>
            <a:r>
              <a:t>D:/pasar_fix/node_modules/.bun/parse5@7.3.0/node_modules/parse5/dist/cjs/common/unicode.js</a:t>
            </a:r>
          </a:p>
          <a:p>
            <a:pPr>
              <a:defRPr sz="1200"/>
            </a:pPr>
            <a:r>
              <a:t>D:/pasar_fix/node_modules/.bun/parse5@7.3.0/node_modules/parse5/dist/cjs/parser/formatting-element-list.d.ts</a:t>
            </a:r>
          </a:p>
          <a:p>
            <a:pPr>
              <a:defRPr sz="1200"/>
            </a:pPr>
            <a:r>
              <a:t>D:/pasar_fix/node_modules/.bun/parse5@7.3.0/node_modules/parse5/dist/cjs/parser/formatting-element-list.js</a:t>
            </a:r>
          </a:p>
          <a:p>
            <a:pPr>
              <a:defRPr sz="1200"/>
            </a:pPr>
            <a:r>
              <a:t>D:/pasar_fix/node_modules/.bun/parse5@7.3.0/node_modules/parse5/dist/cjs/parser/index.d.ts</a:t>
            </a:r>
          </a:p>
          <a:p>
            <a:pPr>
              <a:defRPr sz="1200"/>
            </a:pPr>
            <a:r>
              <a:t>D:/pasar_fix/node_modules/.bun/parse5@7.3.0/node_modules/parse5/dist/cjs/parser/index.js</a:t>
            </a:r>
          </a:p>
          <a:p>
            <a:pPr>
              <a:defRPr sz="1200"/>
            </a:pPr>
            <a:r>
              <a:t>D:/pasar_fix/node_modules/.bun/parse5@7.3.0/node_modules/parse5/dist/cjs/parser/open-element-stack.d.ts</a:t>
            </a:r>
          </a:p>
          <a:p>
            <a:pPr>
              <a:defRPr sz="1200"/>
            </a:pPr>
            <a:r>
              <a:t>D:/pasar_fix/node_modules/.bun/parse5@7.3.0/node_modules/parse5/dist/cjs/parser/open-element-stack.js</a:t>
            </a:r>
          </a:p>
          <a:p>
            <a:pPr>
              <a:defRPr sz="1200"/>
            </a:pPr>
            <a:r>
              <a:t>D:/pasar_fix/node_modules/.bun/parse5@7.3.0/node_modules/parse5/dist/cjs/serializer/index.d.ts</a:t>
            </a:r>
          </a:p>
          <a:p>
            <a:pPr>
              <a:defRPr sz="1200"/>
            </a:pPr>
            <a:r>
              <a:t>D:/pasar_fix/node_modules/.bun/parse5@7.3.0/node_modules/parse5/dist/cjs/serializer/index.js</a:t>
            </a:r>
          </a:p>
          <a:p>
            <a:pPr>
              <a:defRPr sz="1200"/>
            </a:pPr>
            <a:r>
              <a:t>D:/pasar_fix/node_modules/.bun/parse5@7.3.0/node_modules/parse5/dist/cjs/tokenizer/index.d.ts</a:t>
            </a:r>
          </a:p>
          <a:p>
            <a:pPr>
              <a:defRPr sz="1200"/>
            </a:pPr>
            <a:r>
              <a:t>D:/pasar_fix/node_modules/.bun/parse5@7.3.0/node_modules/parse5/dist/cjs/tokenizer/index.js</a:t>
            </a:r>
          </a:p>
          <a:p>
            <a:pPr>
              <a:defRPr sz="1200"/>
            </a:pPr>
            <a:r>
              <a:t>D:/pasar_fix/node_modules/.bun/parse5@7.3.0/node_modules/parse5/dist/cjs/tokenizer/preprocessor.d.ts</a:t>
            </a:r>
          </a:p>
          <a:p>
            <a:pPr>
              <a:defRPr sz="1200"/>
            </a:pPr>
            <a:r>
              <a:t>D:/pasar_fix/node_modules/.bun/parse5@7.3.0/node_modules/parse5/dist/cjs/tokenizer/preprocessor.js</a:t>
            </a:r>
          </a:p>
          <a:p>
            <a:pPr>
              <a:defRPr sz="1200"/>
            </a:pPr>
            <a:r>
              <a:t>D:/pasar_fix/node_modules/.bun/parse5@7.3.0/node_modules/parse5/dist/cjs/tree-adapters/default.d.ts</a:t>
            </a:r>
          </a:p>
          <a:p>
            <a:pPr>
              <a:defRPr sz="1200"/>
            </a:pPr>
            <a:r>
              <a:t>D:/pasar_fix/node_modules/.bun/parse5@7.3.0/node_modules/parse5/dist/cjs/tree-adapters/default.js</a:t>
            </a:r>
          </a:p>
          <a:p>
            <a:pPr>
              <a:defRPr sz="1200"/>
            </a:pPr>
            <a:r>
              <a:t>D:/pasar_fix/node_modules/.bun/parse5@7.3.0/node_modules/parse5/dist/cjs/tree-adapters/interface.d.ts</a:t>
            </a:r>
          </a:p>
          <a:p>
            <a:pPr>
              <a:defRPr sz="1200"/>
            </a:pPr>
            <a:r>
              <a:t>D:/pasar_fix/node_modules/.bun/parse5@7.3.0/node_modules/parse5/dist/cjs/tree-adapters/interface.js</a:t>
            </a:r>
          </a:p>
          <a:p>
            <a:pPr>
              <a:defRPr sz="1200"/>
            </a:pPr>
            <a:r>
              <a:t>D:/pasar_fix/node_modules/.bun/parse5@7.3.0/node_modules/parse5/dist/common/doctype.d.ts</a:t>
            </a:r>
          </a:p>
          <a:p>
            <a:pPr>
              <a:defRPr sz="1200"/>
            </a:pPr>
            <a:r>
              <a:t>D:/pasar_fix/node_modules/.bun/parse5@7.3.0/node_modules/parse5/dist/common/doctype.js</a:t>
            </a:r>
          </a:p>
          <a:p>
            <a:pPr>
              <a:defRPr sz="1200"/>
            </a:pPr>
            <a:r>
              <a:t>D:/pasar_fix/node_modules/.bun/parse5@7.3.0/node_modules/parse5/dist/common/error-codes.d.ts</a:t>
            </a:r>
          </a:p>
          <a:p>
            <a:pPr>
              <a:defRPr sz="1200"/>
            </a:pPr>
            <a:r>
              <a:t>D:/pasar_fix/node_modules/.bun/parse5@7.3.0/node_modules/parse5/dist/common/error-codes.js</a:t>
            </a:r>
          </a:p>
          <a:p>
            <a:pPr>
              <a:defRPr sz="1200"/>
            </a:pPr>
            <a:r>
              <a:t>D:/pasar_fix/node_modules/.bun/parse5@7.3.0/node_modules/parse5/dist/common/foreign-content.d.ts</a:t>
            </a:r>
          </a:p>
          <a:p>
            <a:pPr>
              <a:defRPr sz="1200"/>
            </a:pPr>
            <a:r>
              <a:t>D:/pasar_fix/node_modules/.bun/parse5@7.3.0/node_modules/parse5/dist/common/foreign-content.js</a:t>
            </a:r>
          </a:p>
          <a:p>
            <a:pPr>
              <a:defRPr sz="1200"/>
            </a:pPr>
            <a:r>
              <a:t>D:/pasar_fix/node_modules/.bun/parse5@7.3.0/node_modules/parse5/dist/common/html.d.ts</a:t>
            </a:r>
          </a:p>
          <a:p>
            <a:pPr>
              <a:defRPr sz="1200"/>
            </a:pPr>
            <a:r>
              <a:t>D:/pasar_fix/node_modules/.bun/parse5@7.3.0/node_modules/parse5/dist/common/html.js</a:t>
            </a:r>
          </a:p>
          <a:p>
            <a:pPr>
              <a:defRPr sz="1200"/>
            </a:pPr>
            <a:r>
              <a:t>D:/pasar_fix/node_modules/.bun/parse5@7.3.0/node_modules/parse5/dist/common/token.d.ts</a:t>
            </a:r>
          </a:p>
          <a:p>
            <a:pPr>
              <a:defRPr sz="1200"/>
            </a:pPr>
            <a:r>
              <a:t>D:/pasar_fix/node_modules/.bun/parse5@7.3.0/node_modules/parse5/dist/common/token.js</a:t>
            </a:r>
          </a:p>
          <a:p>
            <a:pPr>
              <a:defRPr sz="1200"/>
            </a:pPr>
            <a:r>
              <a:t>D:/pasar_fix/node_modules/.bun/parse5@7.3.0/node_modules/parse5/dist/common/unicode.d.ts</a:t>
            </a:r>
          </a:p>
          <a:p>
            <a:pPr>
              <a:defRPr sz="1200"/>
            </a:pPr>
            <a:r>
              <a:t>D:/pasar_fix/node_modules/.bun/parse5@7.3.0/node_modules/parse5/dist/common/unicode.js</a:t>
            </a:r>
          </a:p>
          <a:p>
            <a:pPr>
              <a:defRPr sz="1200"/>
            </a:pPr>
            <a:r>
              <a:t>D:/pasar_fix/node_modules/.bun/parse5@7.3.0/node_modules/parse5/dist/parser/formatting-element-list.d.ts</a:t>
            </a:r>
          </a:p>
          <a:p>
            <a:pPr>
              <a:defRPr sz="1200"/>
            </a:pPr>
            <a:r>
              <a:t>D:/pasar_fix/node_modules/.bun/parse5@7.3.0/node_modules/parse5/dist/parser/formatting-element-list.js</a:t>
            </a:r>
          </a:p>
          <a:p>
            <a:pPr>
              <a:defRPr sz="1200"/>
            </a:pPr>
            <a:r>
              <a:t>D:/pasar_fix/node_modules/.bun/parse5@7.3.0/node_modules/parse5/dist/parser/index.d.ts</a:t>
            </a:r>
          </a:p>
          <a:p>
            <a:pPr>
              <a:defRPr sz="1200"/>
            </a:pPr>
            <a:r>
              <a:t>D:/pasar_fix/node_modules/.bun/parse5@7.3.0/node_modules/parse5/dist/parser/index.js</a:t>
            </a:r>
          </a:p>
          <a:p>
            <a:pPr>
              <a:defRPr sz="1200"/>
            </a:pPr>
            <a:r>
              <a:t>D:/pasar_fix/node_modules/.bun/parse5@7.3.0/node_modules/parse5/dist/parser/open-element-stack.d.ts</a:t>
            </a:r>
          </a:p>
          <a:p>
            <a:pPr>
              <a:defRPr sz="1200"/>
            </a:pPr>
            <a:r>
              <a:t>D:/pasar_fix/node_modules/.bun/parse5@7.3.0/node_modules/parse5/dist/parser/open-element-stack.js</a:t>
            </a:r>
          </a:p>
          <a:p>
            <a:pPr>
              <a:defRPr sz="1200"/>
            </a:pPr>
            <a:r>
              <a:t>D:/pasar_fix/node_modules/.bun/parse5@7.3.0/node_modules/parse5/dist/serializer/index.d.ts</a:t>
            </a:r>
          </a:p>
          <a:p>
            <a:pPr>
              <a:defRPr sz="1200"/>
            </a:pPr>
            <a:r>
              <a:t>D:/pasar_fix/node_modules/.bun/parse5@7.3.0/node_modules/parse5/dist/serializer/index.js</a:t>
            </a:r>
          </a:p>
          <a:p>
            <a:pPr>
              <a:defRPr sz="1200"/>
            </a:pPr>
            <a:r>
              <a:t>D:/pasar_fix/node_modules/.bun/parse5@7.3.0/node_modules/parse5/dist/tokenizer/index.d.ts</a:t>
            </a:r>
          </a:p>
          <a:p>
            <a:pPr>
              <a:defRPr sz="1200"/>
            </a:pPr>
            <a:r>
              <a:t>D:/pasar_fix/node_modules/.bun/parse5@7.3.0/node_modules/parse5/dist/tokenizer/index.js</a:t>
            </a:r>
          </a:p>
          <a:p>
            <a:pPr>
              <a:defRPr sz="1200"/>
            </a:pPr>
            <a:r>
              <a:t>D:/pasar_fix/node_modules/.bun/parse5@7.3.0/node_modules/parse5/dist/tokenizer/preprocessor.d.ts</a:t>
            </a:r>
          </a:p>
          <a:p>
            <a:pPr>
              <a:defRPr sz="1200"/>
            </a:pPr>
            <a:r>
              <a:t>D:/pasar_fix/node_modules/.bun/parse5@7.3.0/node_modules/parse5/dist/tokenizer/preprocessor.js</a:t>
            </a:r>
          </a:p>
          <a:p>
            <a:pPr>
              <a:defRPr sz="1200"/>
            </a:pPr>
            <a:r>
              <a:t>D:/pasar_fix/node_modules/.bun/parse5@7.3.0/node_modules/parse5/dist/tree-adapters/default.d.ts</a:t>
            </a:r>
          </a:p>
          <a:p>
            <a:pPr>
              <a:defRPr sz="1200"/>
            </a:pPr>
            <a:r>
              <a:t>D:/pasar_fix/node_modules/.bun/parse5@7.3.0/node_modules/parse5/dist/tree-adapters/default.js</a:t>
            </a:r>
          </a:p>
          <a:p>
            <a:pPr>
              <a:defRPr sz="1200"/>
            </a:pPr>
            <a:r>
              <a:t>D:/pasar_fix/node_modules/.bun/parse5@7.3.0/node_modules/parse5/dist/tree-adapters/interface.d.ts</a:t>
            </a:r>
          </a:p>
          <a:p>
            <a:pPr>
              <a:defRPr sz="1200"/>
            </a:pPr>
            <a:r>
              <a:t>D:/pasar_fix/node_modules/.bun/parse5@7.3.0/node_modules/parse5/dist/tree-adapters/interface.js</a:t>
            </a:r>
          </a:p>
          <a:p>
            <a:pPr>
              <a:defRPr sz="1200"/>
            </a:pPr>
            <a:r>
              <a:t>D:/pasar_fix/node_modules/.bun/parseurl@1.3.3/node_modules/parseurl/HISTORY.md</a:t>
            </a:r>
          </a:p>
          <a:p>
            <a:pPr>
              <a:defRPr sz="1200"/>
            </a:pPr>
            <a:r>
              <a:t>D:/pasar_fix/node_modules/.bun/parseurl@1.3.3/node_modules/parseurl/index.js</a:t>
            </a:r>
          </a:p>
          <a:p>
            <a:pPr>
              <a:defRPr sz="1200"/>
            </a:pPr>
            <a:r>
              <a:t>D:/pasar_fix/node_modules/.bun/parseurl@1.3.3/node_modules/parseurl/LICENSE</a:t>
            </a:r>
          </a:p>
          <a:p>
            <a:pPr>
              <a:defRPr sz="1200"/>
            </a:pPr>
            <a:r>
              <a:t>D:/pasar_fix/node_modules/.bun/parseurl@1.3.3/node_modules/parseurl/package.json</a:t>
            </a:r>
          </a:p>
          <a:p>
            <a:pPr>
              <a:defRPr sz="1200"/>
            </a:pPr>
            <a:r>
              <a:t>D:/pasar_fix/node_modules/.bun/parseurl@1.3.3/node_modules/parseurl/README.md</a:t>
            </a:r>
          </a:p>
          <a:p>
            <a:pPr>
              <a:defRPr sz="1200"/>
            </a:pPr>
            <a:r>
              <a:t>D:/pasar_fix/node_modules/.bun/path-data-parser@0.1.0/node_modules/path-data-parser/LICENSE</a:t>
            </a:r>
          </a:p>
          <a:p>
            <a:pPr>
              <a:defRPr sz="1200"/>
            </a:pPr>
            <a:r>
              <a:t>D:/pasar_fix/node_modules/.bun/path-data-parser@0.1.0/node_modules/path-data-parser/package.json</a:t>
            </a:r>
          </a:p>
          <a:p>
            <a:pPr>
              <a:defRPr sz="1200"/>
            </a:pPr>
            <a:r>
              <a:t>D:/pasar_fix/node_modules/.bun/path-data-parser@0.1.0/node_modules/path-data-parser/README.md</a:t>
            </a:r>
          </a:p>
          <a:p>
            <a:pPr>
              <a:defRPr sz="1200"/>
            </a:pPr>
            <a:r>
              <a:t>D:/pasar_fix/node_modules/.bun/path-data-parser@0.1.0/node_modules/path-data-parser/tsconfig.json</a:t>
            </a:r>
          </a:p>
          <a:p>
            <a:pPr>
              <a:defRPr sz="1200"/>
            </a:pPr>
            <a:r>
              <a:t>D:/pasar_fix/node_modules/.bun/path-data-parser@0.1.0/node_modules/path-data-parser/tslint.json</a:t>
            </a:r>
          </a:p>
          <a:p>
            <a:pPr>
              <a:defRPr sz="1200"/>
            </a:pPr>
            <a:r>
              <a:t>D:/pasar_fix/node_modules/.bun/path-data-parser@0.1.0/node_modules/path-data-parser/lib/absolutize.d.ts</a:t>
            </a:r>
          </a:p>
          <a:p>
            <a:pPr>
              <a:defRPr sz="1200"/>
            </a:pPr>
            <a:r>
              <a:t>D:/pasar_fix/node_modules/.bun/path-data-parser@0.1.0/node_modules/path-data-parser/lib/absolutize.js</a:t>
            </a:r>
          </a:p>
          <a:p>
            <a:pPr>
              <a:defRPr sz="1200"/>
            </a:pPr>
            <a:r>
              <a:t>D:/pasar_fix/node_modules/.bun/path-data-parser@0.1.0/node_modules/path-data-parser/lib/index.d.ts</a:t>
            </a:r>
          </a:p>
          <a:p>
            <a:pPr>
              <a:defRPr sz="1200"/>
            </a:pPr>
            <a:r>
              <a:t>D:/pasar_fix/node_modules/.bun/path-data-parser@0.1.0/node_modules/path-data-parser/lib/index.js</a:t>
            </a:r>
          </a:p>
          <a:p>
            <a:pPr>
              <a:defRPr sz="1200"/>
            </a:pPr>
            <a:r>
              <a:t>D:/pasar_fix/node_modules/.bun/path-data-parser@0.1.0/node_modules/path-data-parser/lib/normalize.d.ts</a:t>
            </a:r>
          </a:p>
          <a:p>
            <a:pPr>
              <a:defRPr sz="1200"/>
            </a:pPr>
            <a:r>
              <a:t>D:/pasar_fix/node_modules/.bun/path-data-parser@0.1.0/node_modules/path-data-parser/lib/normalize.js</a:t>
            </a:r>
          </a:p>
          <a:p>
            <a:pPr>
              <a:defRPr sz="1200"/>
            </a:pPr>
            <a:r>
              <a:t>D:/pasar_fix/node_modules/.bun/path-data-parser@0.1.0/node_modules/path-data-parser/lib/parser.d.ts</a:t>
            </a:r>
          </a:p>
          <a:p>
            <a:pPr>
              <a:defRPr sz="1200"/>
            </a:pPr>
            <a:r>
              <a:t>D:/pasar_fix/node_modules/.bun/path-data-parser@0.1.0/node_modules/path-data-parser/lib/parser.js</a:t>
            </a:r>
          </a:p>
          <a:p>
            <a:pPr>
              <a:defRPr sz="1200"/>
            </a:pPr>
            <a:r>
              <a:t>D:/pasar_fix/node_modules/.bun/path-data-parser@0.1.0/node_modules/path-data-parser/src/absolutize.ts</a:t>
            </a:r>
          </a:p>
          <a:p>
            <a:pPr>
              <a:defRPr sz="1200"/>
            </a:pPr>
            <a:r>
              <a:t>D:/pasar_fix/node_modules/.bun/path-data-parser@0.1.0/node_modules/path-data-parser/src/index.ts</a:t>
            </a:r>
          </a:p>
          <a:p>
            <a:pPr>
              <a:defRPr sz="1200"/>
            </a:pPr>
            <a:r>
              <a:t>D:/pasar_fix/node_modules/.bun/path-data-parser@0.1.0/node_modules/path-data-parser/src/normalize.ts</a:t>
            </a:r>
          </a:p>
          <a:p>
            <a:pPr>
              <a:defRPr sz="1200"/>
            </a:pPr>
            <a:r>
              <a:t>D:/pasar_fix/node_modules/.bun/path-data-parser@0.1.0/node_modules/path-data-parser/src/parser.ts</a:t>
            </a:r>
          </a:p>
          <a:p>
            <a:pPr>
              <a:defRPr sz="1200"/>
            </a:pPr>
            <a:r>
              <a:t>D:/pasar_fix/node_modules/.bun/path-key@3.1.1/node_modules/path-key/index.d.ts</a:t>
            </a:r>
          </a:p>
          <a:p>
            <a:pPr>
              <a:defRPr sz="1200"/>
            </a:pPr>
            <a:r>
              <a:t>D:/pasar_fix/node_modules/.bun/path-key@3.1.1/node_modules/path-key/index.js</a:t>
            </a:r>
          </a:p>
          <a:p>
            <a:pPr>
              <a:defRPr sz="1200"/>
            </a:pPr>
            <a:r>
              <a:t>D:/pasar_fix/node_modules/.bun/path-key@3.1.1/node_modules/path-key/license</a:t>
            </a:r>
          </a:p>
          <a:p>
            <a:pPr>
              <a:defRPr sz="1200"/>
            </a:pPr>
            <a:r>
              <a:t>D:/pasar_fix/node_modules/.bun/path-key@3.1.1/node_modules/path-key/package.json</a:t>
            </a:r>
          </a:p>
          <a:p>
            <a:pPr>
              <a:defRPr sz="1200"/>
            </a:pPr>
            <a:r>
              <a:t>D:/pasar_fix/node_modules/.bun/path-key@3.1.1/node_modules/path-key/readme.md</a:t>
            </a:r>
          </a:p>
          <a:p>
            <a:pPr>
              <a:defRPr sz="1200"/>
            </a:pPr>
            <a:r>
              <a:t>D:/pasar_fix/node_modules/.bun/path-parse@1.0.7/node_modules/path-parse/index.js</a:t>
            </a:r>
          </a:p>
          <a:p>
            <a:pPr>
              <a:defRPr sz="1200"/>
            </a:pPr>
            <a:r>
              <a:t>D:/pasar_fix/node_modules/.bun/path-parse@1.0.7/node_modules/path-parse/LICENSE</a:t>
            </a:r>
          </a:p>
          <a:p>
            <a:pPr>
              <a:defRPr sz="1200"/>
            </a:pPr>
            <a:r>
              <a:t>D:/pasar_fix/node_modules/.bun/path-parse@1.0.7/node_modules/path-parse/package.json</a:t>
            </a:r>
          </a:p>
          <a:p>
            <a:pPr>
              <a:defRPr sz="1200"/>
            </a:pPr>
            <a:r>
              <a:t>D:/pasar_fix/node_modules/.bun/path-parse@1.0.7/node_modules/path-parse/README.md</a:t>
            </a:r>
          </a:p>
          <a:p>
            <a:pPr>
              <a:defRPr sz="1200"/>
            </a:pPr>
            <a:r>
              <a:t>D:/pasar_fix/node_modules/.bun/path-scurry@1.11.1/node_modules/path-scurry/LICENSE.md</a:t>
            </a:r>
          </a:p>
          <a:p>
            <a:pPr>
              <a:defRPr sz="1200"/>
            </a:pPr>
            <a:r>
              <a:t>D:/pasar_fix/node_modules/.bun/path-scurry@1.11.1/node_modules/path-scurry/package.json</a:t>
            </a:r>
          </a:p>
          <a:p>
            <a:pPr>
              <a:defRPr sz="1200"/>
            </a:pPr>
            <a:r>
              <a:t>D:/pasar_fix/node_modules/.bun/path-scurry@1.11.1/node_modules/path-scurry/README.md</a:t>
            </a:r>
          </a:p>
          <a:p>
            <a:pPr>
              <a:defRPr sz="1200"/>
            </a:pPr>
            <a:r>
              <a:t>D:/pasar_fix/node_modules/.bun/path-scurry@1.11.1/node_modules/path-scurry/dist/commonjs/index.d.ts</a:t>
            </a:r>
          </a:p>
          <a:p>
            <a:pPr>
              <a:defRPr sz="1200"/>
            </a:pPr>
            <a:r>
              <a:t>D:/pasar_fix/node_modules/.bun/path-scurry@1.11.1/node_modules/path-scurry/dist/commonjs/index.d.ts.map</a:t>
            </a:r>
          </a:p>
          <a:p>
            <a:pPr>
              <a:defRPr sz="1200"/>
            </a:pPr>
            <a:r>
              <a:t>D:/pasar_fix/node_modules/.bun/path-scurry@1.11.1/node_modules/path-scurry/dist/commonjs/index.js</a:t>
            </a:r>
          </a:p>
          <a:p>
            <a:pPr>
              <a:defRPr sz="1200"/>
            </a:pPr>
            <a:r>
              <a:t>D:/pasar_fix/node_modules/.bun/path-scurry@1.11.1/node_modules/path-scurry/dist/commonjs/index.js.map</a:t>
            </a:r>
          </a:p>
          <a:p>
            <a:pPr>
              <a:defRPr sz="1200"/>
            </a:pPr>
            <a:r>
              <a:t>D:/pasar_fix/node_modules/.bun/path-scurry@1.11.1/node_modules/path-scurry/dist/commonjs/package.json</a:t>
            </a:r>
          </a:p>
          <a:p>
            <a:pPr>
              <a:defRPr sz="1200"/>
            </a:pPr>
            <a:r>
              <a:t>D:/pasar_fix/node_modules/.bun/path-scurry@1.11.1/node_modules/path-scurry/dist/esm/index.d.ts</a:t>
            </a:r>
          </a:p>
          <a:p>
            <a:pPr>
              <a:defRPr sz="1200"/>
            </a:pPr>
            <a:r>
              <a:t>D:/pasar_fix/node_modules/.bun/path-scurry@1.11.1/node_modules/path-scurry/dist/esm/index.d.ts.map</a:t>
            </a:r>
          </a:p>
          <a:p>
            <a:pPr>
              <a:defRPr sz="1200"/>
            </a:pPr>
            <a:r>
              <a:t>D:/pasar_fix/node_modules/.bun/path-scurry@1.11.1/node_modules/path-scurry/dist/esm/index.js</a:t>
            </a:r>
          </a:p>
          <a:p>
            <a:pPr>
              <a:defRPr sz="1200"/>
            </a:pPr>
            <a:r>
              <a:t>D:/pasar_fix/node_modules/.bun/path-scurry@1.11.1/node_modules/path-scurry/dist/esm/index.js.map</a:t>
            </a:r>
          </a:p>
          <a:p>
            <a:pPr>
              <a:defRPr sz="1200"/>
            </a:pPr>
            <a:r>
              <a:t>D:/pasar_fix/node_modules/.bun/path-scurry@1.11.1/node_modules/path-scurry/dist/esm/package.json</a:t>
            </a:r>
          </a:p>
          <a:p>
            <a:pPr>
              <a:defRPr sz="1200"/>
            </a:pPr>
            <a:r>
              <a:t>D:/pasar_fix/node_modules/.bun/path-scurry@2.0.2/node_modules/path-scurry/LICENSE.md</a:t>
            </a:r>
          </a:p>
          <a:p>
            <a:pPr>
              <a:defRPr sz="1200"/>
            </a:pPr>
            <a:r>
              <a:t>D:/pasar_fix/node_modules/.bun/path-scurry@2.0.2/node_modules/path-scurry/package.json</a:t>
            </a:r>
          </a:p>
          <a:p>
            <a:pPr>
              <a:defRPr sz="1200"/>
            </a:pPr>
            <a:r>
              <a:t>D:/pasar_fix/node_modules/.bun/path-scurry@2.0.2/node_modules/path-scurry/README.md</a:t>
            </a:r>
          </a:p>
          <a:p>
            <a:pPr>
              <a:defRPr sz="1200"/>
            </a:pPr>
            <a:r>
              <a:t>D:/pasar_fix/node_modules/.bun/path-scurry@2.0.2/node_modules/path-scurry/dist/commonjs/index.d.ts</a:t>
            </a:r>
          </a:p>
          <a:p>
            <a:pPr>
              <a:defRPr sz="1200"/>
            </a:pPr>
            <a:r>
              <a:t>D:/pasar_fix/node_modules/.bun/path-scurry@2.0.2/node_modules/path-scurry/dist/commonjs/index.d.ts.map</a:t>
            </a:r>
          </a:p>
          <a:p>
            <a:pPr>
              <a:defRPr sz="1200"/>
            </a:pPr>
            <a:r>
              <a:t>D:/pasar_fix/node_modules/.bun/path-scurry@2.0.2/node_modules/path-scurry/dist/commonjs/index.js</a:t>
            </a:r>
          </a:p>
          <a:p>
            <a:pPr>
              <a:defRPr sz="1200"/>
            </a:pPr>
            <a:r>
              <a:t>D:/pasar_fix/node_modules/.bun/path-scurry@2.0.2/node_modules/path-scurry/dist/commonjs/index.js.map</a:t>
            </a:r>
          </a:p>
          <a:p>
            <a:pPr>
              <a:defRPr sz="1200"/>
            </a:pPr>
            <a:r>
              <a:t>D:/pasar_fix/node_modules/.bun/path-scurry@2.0.2/node_modules/path-scurry/dist/commonjs/package.json</a:t>
            </a:r>
          </a:p>
          <a:p>
            <a:pPr>
              <a:defRPr sz="1200"/>
            </a:pPr>
            <a:r>
              <a:t>D:/pasar_fix/node_modules/.bun/path-scurry@2.0.2/node_modules/path-scurry/dist/esm/index.d.ts</a:t>
            </a:r>
          </a:p>
          <a:p>
            <a:pPr>
              <a:defRPr sz="1200"/>
            </a:pPr>
            <a:r>
              <a:t>D:/pasar_fix/node_modules/.bun/path-scurry@2.0.2/node_modules/path-scurry/dist/esm/index.d.ts.map</a:t>
            </a:r>
          </a:p>
          <a:p>
            <a:pPr>
              <a:defRPr sz="1200"/>
            </a:pPr>
            <a:r>
              <a:t>D:/pasar_fix/node_modules/.bun/path-scurry@2.0.2/node_modules/path-scurry/dist/esm/index.js</a:t>
            </a:r>
          </a:p>
          <a:p>
            <a:pPr>
              <a:defRPr sz="1200"/>
            </a:pPr>
            <a:r>
              <a:t>D:/pasar_fix/node_modules/.bun/path-scurry@2.0.2/node_modules/path-scurry/dist/esm/index.js.map</a:t>
            </a:r>
          </a:p>
          <a:p>
            <a:pPr>
              <a:defRPr sz="1200"/>
            </a:pPr>
            <a:r>
              <a:t>D:/pasar_fix/node_modules/.bun/path-scurry@2.0.2/node_modules/path-scurry/dist/esm/package.json</a:t>
            </a:r>
          </a:p>
          <a:p>
            <a:pPr>
              <a:defRPr sz="1200"/>
            </a:pPr>
            <a:r>
              <a:t>D:/pasar_fix/node_modules/.bun/path-type@4.0.0/node_modules/path-type/index.d.ts</a:t>
            </a:r>
          </a:p>
          <a:p>
            <a:pPr>
              <a:defRPr sz="1200"/>
            </a:pPr>
            <a:r>
              <a:t>D:/pasar_fix/node_modules/.bun/path-type@4.0.0/node_modules/path-type/index.js</a:t>
            </a:r>
          </a:p>
          <a:p>
            <a:pPr>
              <a:defRPr sz="1200"/>
            </a:pPr>
            <a:r>
              <a:t>D:/pasar_fix/node_modules/.bun/path-type@4.0.0/node_modules/path-type/license</a:t>
            </a:r>
          </a:p>
          <a:p>
            <a:pPr>
              <a:defRPr sz="1200"/>
            </a:pPr>
            <a:r>
              <a:t>D:/pasar_fix/node_modules/.bun/path-type@4.0.0/node_modules/path-type/package.json</a:t>
            </a:r>
          </a:p>
          <a:p>
            <a:pPr>
              <a:defRPr sz="1200"/>
            </a:pPr>
            <a:r>
              <a:t>D:/pasar_fix/node_modules/.bun/path-type@4.0.0/node_modules/path-type/readme.md</a:t>
            </a:r>
          </a:p>
          <a:p>
            <a:pPr>
              <a:defRPr sz="1200"/>
            </a:pPr>
            <a:r>
              <a:t>D:/pasar_fix/node_modules/.bun/pathe@1.1.2/node_modules/pathe/LICENSE</a:t>
            </a:r>
          </a:p>
          <a:p>
            <a:pPr>
              <a:defRPr sz="1200"/>
            </a:pPr>
            <a:r>
              <a:t>D:/pasar_fix/node_modules/.bun/pathe@1.1.2/node_modules/pathe/package.json</a:t>
            </a:r>
          </a:p>
          <a:p>
            <a:pPr>
              <a:defRPr sz="1200"/>
            </a:pPr>
            <a:r>
              <a:t>D:/pasar_fix/node_modules/.bun/pathe@1.1.2/node_modules/pathe/README.md</a:t>
            </a:r>
          </a:p>
          <a:p>
            <a:pPr>
              <a:defRPr sz="1200"/>
            </a:pPr>
            <a:r>
              <a:t>D:/pasar_fix/node_modules/.bun/pathe@1.1.2/node_modules/pathe/utils.d.ts</a:t>
            </a:r>
          </a:p>
          <a:p>
            <a:pPr>
              <a:defRPr sz="1200"/>
            </a:pPr>
            <a:r>
              <a:t>D:/pasar_fix/node_modules/.bun/pathe@1.1.2/node_modules/pathe/dist/index.cjs</a:t>
            </a:r>
          </a:p>
          <a:p>
            <a:pPr>
              <a:defRPr sz="1200"/>
            </a:pPr>
            <a:r>
              <a:t>D:/pasar_fix/node_modules/.bun/pathe@1.1.2/node_modules/pathe/dist/index.d.cts</a:t>
            </a:r>
          </a:p>
          <a:p>
            <a:pPr>
              <a:defRPr sz="1200"/>
            </a:pPr>
            <a:r>
              <a:t>D:/pasar_fix/node_modules/.bun/pathe@1.1.2/node_modules/pathe/dist/index.d.mts</a:t>
            </a:r>
          </a:p>
          <a:p>
            <a:pPr>
              <a:defRPr sz="1200"/>
            </a:pPr>
            <a:r>
              <a:t>D:/pasar_fix/node_modules/.bun/pathe@1.1.2/node_modules/pathe/dist/index.d.ts</a:t>
            </a:r>
          </a:p>
          <a:p>
            <a:pPr>
              <a:defRPr sz="1200"/>
            </a:pPr>
            <a:r>
              <a:t>D:/pasar_fix/node_modules/.bun/pathe@1.1.2/node_modules/pathe/dist/index.mjs</a:t>
            </a:r>
          </a:p>
          <a:p>
            <a:pPr>
              <a:defRPr sz="1200"/>
            </a:pPr>
            <a:r>
              <a:t>D:/pasar_fix/node_modules/.bun/pathe@1.1.2/node_modules/pathe/dist/utils.cjs</a:t>
            </a:r>
          </a:p>
          <a:p>
            <a:pPr>
              <a:defRPr sz="1200"/>
            </a:pPr>
            <a:r>
              <a:t>D:/pasar_fix/node_modules/.bun/pathe@1.1.2/node_modules/pathe/dist/utils.d.cts</a:t>
            </a:r>
          </a:p>
          <a:p>
            <a:pPr>
              <a:defRPr sz="1200"/>
            </a:pPr>
            <a:r>
              <a:t>D:/pasar_fix/node_modules/.bun/pathe@1.1.2/node_modules/pathe/dist/utils.d.mts</a:t>
            </a:r>
          </a:p>
          <a:p>
            <a:pPr>
              <a:defRPr sz="1200"/>
            </a:pPr>
            <a:r>
              <a:t>D:/pasar_fix/node_modules/.bun/pathe@1.1.2/node_modules/pathe/dist/utils.d.ts</a:t>
            </a:r>
          </a:p>
          <a:p>
            <a:pPr>
              <a:defRPr sz="1200"/>
            </a:pPr>
            <a:r>
              <a:t>D:/pasar_fix/node_modules/.bun/pathe@1.1.2/node_modules/pathe/dist/utils.mjs</a:t>
            </a:r>
          </a:p>
          <a:p>
            <a:pPr>
              <a:defRPr sz="1200"/>
            </a:pPr>
            <a:r>
              <a:t>D:/pasar_fix/node_modules/.bun/pathe@1.1.2/node_modules/pathe/dist/shared/pathe.1f0a373c.cjs</a:t>
            </a:r>
          </a:p>
          <a:p>
            <a:pPr>
              <a:defRPr sz="1200"/>
            </a:pPr>
            <a:r>
              <a:t>D:/pasar_fix/node_modules/.bun/pathe@1.1.2/node_modules/pathe/dist/shared/pathe.ff20891b.mjs</a:t>
            </a:r>
          </a:p>
          <a:p>
            <a:pPr>
              <a:defRPr sz="1200"/>
            </a:pPr>
            <a:r>
              <a:t>D:/pasar_fix/node_modules/.bun/pathe@2.0.3/node_modules/pathe/LICENSE</a:t>
            </a:r>
          </a:p>
          <a:p>
            <a:pPr>
              <a:defRPr sz="1200"/>
            </a:pPr>
            <a:r>
              <a:t>D:/pasar_fix/node_modules/.bun/pathe@2.0.3/node_modules/pathe/package.json</a:t>
            </a:r>
          </a:p>
          <a:p>
            <a:pPr>
              <a:defRPr sz="1200"/>
            </a:pPr>
            <a:r>
              <a:t>D:/pasar_fix/node_modules/.bun/pathe@2.0.3/node_modules/pathe/README.md</a:t>
            </a:r>
          </a:p>
          <a:p>
            <a:pPr>
              <a:defRPr sz="1200"/>
            </a:pPr>
            <a:r>
              <a:t>D:/pasar_fix/node_modules/.bun/pathe@2.0.3/node_modules/pathe/utils.d.ts</a:t>
            </a:r>
          </a:p>
          <a:p>
            <a:pPr>
              <a:defRPr sz="1200"/>
            </a:pPr>
            <a:r>
              <a:t>D:/pasar_fix/node_modules/.bun/pathe@2.0.3/node_modules/pathe/dist/index.cjs</a:t>
            </a:r>
          </a:p>
          <a:p>
            <a:pPr>
              <a:defRPr sz="1200"/>
            </a:pPr>
            <a:r>
              <a:t>D:/pasar_fix/node_modules/.bun/pathe@2.0.3/node_modules/pathe/dist/index.d.cts</a:t>
            </a:r>
          </a:p>
          <a:p>
            <a:pPr>
              <a:defRPr sz="1200"/>
            </a:pPr>
            <a:r>
              <a:t>D:/pasar_fix/node_modules/.bun/pathe@2.0.3/node_modules/pathe/dist/index.d.mts</a:t>
            </a:r>
          </a:p>
          <a:p>
            <a:pPr>
              <a:defRPr sz="1200"/>
            </a:pPr>
            <a:r>
              <a:t>D:/pasar_fix/node_modules/.bun/pathe@2.0.3/node_modules/pathe/dist/index.d.ts</a:t>
            </a:r>
          </a:p>
          <a:p>
            <a:pPr>
              <a:defRPr sz="1200"/>
            </a:pPr>
            <a:r>
              <a:t>D:/pasar_fix/node_modules/.bun/pathe@2.0.3/node_modules/pathe/dist/index.mjs</a:t>
            </a:r>
          </a:p>
          <a:p>
            <a:pPr>
              <a:defRPr sz="1200"/>
            </a:pPr>
            <a:r>
              <a:t>D:/pasar_fix/node_modules/.bun/pathe@2.0.3/node_modules/pathe/dist/utils.cjs</a:t>
            </a:r>
          </a:p>
          <a:p>
            <a:pPr>
              <a:defRPr sz="1200"/>
            </a:pPr>
            <a:r>
              <a:t>D:/pasar_fix/node_modules/.bun/pathe@2.0.3/node_modules/pathe/dist/utils.d.cts</a:t>
            </a:r>
          </a:p>
          <a:p>
            <a:pPr>
              <a:defRPr sz="1200"/>
            </a:pPr>
            <a:r>
              <a:t>D:/pasar_fix/node_modules/.bun/pathe@2.0.3/node_modules/pathe/dist/utils.d.mts</a:t>
            </a:r>
          </a:p>
          <a:p>
            <a:pPr>
              <a:defRPr sz="1200"/>
            </a:pPr>
            <a:r>
              <a:t>D:/pasar_fix/node_modules/.bun/pathe@2.0.3/node_modules/pathe/dist/utils.d.ts</a:t>
            </a:r>
          </a:p>
          <a:p>
            <a:pPr>
              <a:defRPr sz="1200"/>
            </a:pPr>
            <a:r>
              <a:t>D:/pasar_fix/node_modules/.bun/pathe@2.0.3/node_modules/pathe/dist/utils.mjs</a:t>
            </a:r>
          </a:p>
          <a:p>
            <a:pPr>
              <a:defRPr sz="1200"/>
            </a:pPr>
            <a:r>
              <a:t>D:/pasar_fix/node_modules/.bun/pathe@2.0.3/node_modules/pathe/dist/shared/pathe.BSlhyZSM.cjs</a:t>
            </a:r>
          </a:p>
          <a:p>
            <a:pPr>
              <a:defRPr sz="1200"/>
            </a:pPr>
            <a:r>
              <a:t>D:/pasar_fix/node_modules/.bun/pathe@2.0.3/node_modules/pathe/dist/shared/pathe.M-eThtNZ.mjs</a:t>
            </a:r>
          </a:p>
          <a:p>
            <a:pPr>
              <a:defRPr sz="1200"/>
            </a:pPr>
            <a:r>
              <a:t>D:/pasar_fix/node_modules/.bun/pathval@2.0.1/node_modules/pathval/index.js</a:t>
            </a:r>
          </a:p>
          <a:p>
            <a:pPr>
              <a:defRPr sz="1200"/>
            </a:pPr>
            <a:r>
              <a:t>D:/pasar_fix/node_modules/.bun/pathval@2.0.1/node_modules/pathval/LICENSE</a:t>
            </a:r>
          </a:p>
          <a:p>
            <a:pPr>
              <a:defRPr sz="1200"/>
            </a:pPr>
            <a:r>
              <a:t>D:/pasar_fix/node_modules/.bun/pathval@2.0.1/node_modules/pathval/package.json</a:t>
            </a:r>
          </a:p>
          <a:p>
            <a:pPr>
              <a:defRPr sz="1200"/>
            </a:pPr>
            <a:r>
              <a:t>D:/pasar_fix/node_modules/.bun/pathval@2.0.1/node_modules/pathval/README.md</a:t>
            </a:r>
          </a:p>
          <a:p>
            <a:pPr>
              <a:defRPr sz="1200"/>
            </a:pPr>
            <a:r>
              <a:t>D:/pasar_fix/node_modules/.bun/pend@1.2.0/node_modules/pend/index.js</a:t>
            </a:r>
          </a:p>
          <a:p>
            <a:pPr>
              <a:defRPr sz="1200"/>
            </a:pPr>
            <a:r>
              <a:t>D:/pasar_fix/node_modules/.bun/pend@1.2.0/node_modules/pend/LICENSE</a:t>
            </a:r>
          </a:p>
          <a:p>
            <a:pPr>
              <a:defRPr sz="1200"/>
            </a:pPr>
            <a:r>
              <a:t>D:/pasar_fix/node_modules/.bun/pend@1.2.0/node_modules/pend/package.json</a:t>
            </a:r>
          </a:p>
          <a:p>
            <a:pPr>
              <a:defRPr sz="1200"/>
            </a:pPr>
            <a:r>
              <a:t>D:/pasar_fix/node_modules/.bun/pend@1.2.0/node_modules/pend/README.md</a:t>
            </a:r>
          </a:p>
          <a:p>
            <a:pPr>
              <a:defRPr sz="1200"/>
            </a:pPr>
            <a:r>
              <a:t>D:/pasar_fix/node_modules/.bun/pend@1.2.0/node_modules/pend/test.js</a:t>
            </a:r>
          </a:p>
          <a:p>
            <a:pPr>
              <a:defRPr sz="1200"/>
            </a:pPr>
            <a:r>
              <a:t>D:/pasar_fix/node_modules/.bun/perfect-debounce@2.1.0/node_modules/perfect-debounce/LICENSE</a:t>
            </a:r>
          </a:p>
          <a:p>
            <a:pPr>
              <a:defRPr sz="1200"/>
            </a:pPr>
            <a:r>
              <a:t>D:/pasar_fix/node_modules/.bun/perfect-debounce@2.1.0/node_modules/perfect-debounce/package.json</a:t>
            </a:r>
          </a:p>
          <a:p>
            <a:pPr>
              <a:defRPr sz="1200"/>
            </a:pPr>
            <a:r>
              <a:t>D:/pasar_fix/node_modules/.bun/perfect-debounce@2.1.0/node_modules/perfect-debounce/README.md</a:t>
            </a:r>
          </a:p>
          <a:p>
            <a:pPr>
              <a:defRPr sz="1200"/>
            </a:pPr>
            <a:r>
              <a:t>D:/pasar_fix/node_modules/.bun/perfect-debounce@2.1.0/node_modules/perfect-debounce/dist/index.d.mts</a:t>
            </a:r>
          </a:p>
          <a:p>
            <a:pPr>
              <a:defRPr sz="1200"/>
            </a:pPr>
            <a:r>
              <a:t>D:/pasar_fix/node_modules/.bun/perfect-debounce@2.1.0/node_modules/perfect-debounce/dist/index.mjs</a:t>
            </a:r>
          </a:p>
          <a:p>
            <a:pPr>
              <a:defRPr sz="1200"/>
            </a:pPr>
            <a:r>
              <a:t>D:/pasar_fix/node_modules/.bun/pg-cloudflare@1.3.0/node_modules/pg-cloudflare/LICENSE</a:t>
            </a:r>
          </a:p>
          <a:p>
            <a:pPr>
              <a:defRPr sz="1200"/>
            </a:pPr>
            <a:r>
              <a:t>D:/pasar_fix/node_modules/.bun/pg-cloudflare@1.3.0/node_modules/pg-cloudflare/package.json</a:t>
            </a:r>
          </a:p>
          <a:p>
            <a:pPr>
              <a:defRPr sz="1200"/>
            </a:pPr>
            <a:r>
              <a:t>D:/pasar_fix/node_modules/.bun/pg-cloudflare@1.3.0/node_modules/pg-cloudflare/README.md</a:t>
            </a:r>
          </a:p>
          <a:p>
            <a:pPr>
              <a:defRPr sz="1200"/>
            </a:pPr>
            <a:r>
              <a:t>D:/pasar_fix/node_modules/.bun/pg-cloudflare@1.3.0/node_modules/pg-cloudflare/dist/empty.d.ts</a:t>
            </a:r>
          </a:p>
          <a:p>
            <a:pPr>
              <a:defRPr sz="1200"/>
            </a:pPr>
            <a:r>
              <a:t>D:/pasar_fix/node_modules/.bun/pg-cloudflare@1.3.0/node_modules/pg-cloudflare/dist/empty.js</a:t>
            </a:r>
          </a:p>
          <a:p>
            <a:pPr>
              <a:defRPr sz="1200"/>
            </a:pPr>
            <a:r>
              <a:t>D:/pasar_fix/node_modules/.bun/pg-cloudflare@1.3.0/node_modules/pg-cloudflare/dist/empty.js.map</a:t>
            </a:r>
          </a:p>
          <a:p>
            <a:pPr>
              <a:defRPr sz="1200"/>
            </a:pPr>
            <a:r>
              <a:t>D:/pasar_fix/node_modules/.bun/pg-cloudflare@1.3.0/node_modules/pg-cloudflare/dist/index.d.ts</a:t>
            </a:r>
          </a:p>
          <a:p>
            <a:pPr>
              <a:defRPr sz="1200"/>
            </a:pPr>
            <a:r>
              <a:t>D:/pasar_fix/node_modules/.bun/pg-cloudflare@1.3.0/node_modules/pg-cloudflare/dist/index.js</a:t>
            </a:r>
          </a:p>
          <a:p>
            <a:pPr>
              <a:defRPr sz="1200"/>
            </a:pPr>
            <a:r>
              <a:t>D:/pasar_fix/node_modules/.bun/pg-cloudflare@1.3.0/node_modules/pg-cloudflare/dist/index.js.map</a:t>
            </a:r>
          </a:p>
          <a:p>
            <a:pPr>
              <a:defRPr sz="1200"/>
            </a:pPr>
            <a:r>
              <a:t>D:/pasar_fix/node_modules/.bun/pg-cloudflare@1.3.0/node_modules/pg-cloudflare/esm/index.mjs</a:t>
            </a:r>
          </a:p>
          <a:p>
            <a:pPr>
              <a:defRPr sz="1200"/>
            </a:pPr>
            <a:r>
              <a:t>D:/pasar_fix/node_modules/.bun/pg-cloudflare@1.3.0/node_modules/pg-cloudflare/src/empty.ts</a:t>
            </a:r>
          </a:p>
          <a:p>
            <a:pPr>
              <a:defRPr sz="1200"/>
            </a:pPr>
            <a:r>
              <a:t>D:/pasar_fix/node_modules/.bun/pg-cloudflare@1.3.0/node_modules/pg-cloudflare/src/index.ts</a:t>
            </a:r>
          </a:p>
          <a:p>
            <a:pPr>
              <a:defRPr sz="1200"/>
            </a:pPr>
            <a:r>
              <a:t>D:/pasar_fix/node_modules/.bun/pg-cloudflare@1.3.0/node_modules/pg-cloudflare/src/types.d.ts</a:t>
            </a:r>
          </a:p>
          <a:p>
            <a:pPr>
              <a:defRPr sz="1200"/>
            </a:pPr>
            <a:r>
              <a:t>D:/pasar_fix/node_modules/.bun/pg-connection-string@2.12.0/node_modules/pg-connection-string/index.d.ts</a:t>
            </a:r>
          </a:p>
          <a:p>
            <a:pPr>
              <a:defRPr sz="1200"/>
            </a:pPr>
            <a:r>
              <a:t>D:/pasar_fix/node_modules/.bun/pg-connection-string@2.12.0/node_modules/pg-connection-string/index.js</a:t>
            </a:r>
          </a:p>
          <a:p>
            <a:pPr>
              <a:defRPr sz="1200"/>
            </a:pPr>
            <a:r>
              <a:t>D:/pasar_fix/node_modules/.bun/pg-connection-string@2.12.0/node_modules/pg-connection-string/LICENSE</a:t>
            </a:r>
          </a:p>
          <a:p>
            <a:pPr>
              <a:defRPr sz="1200"/>
            </a:pPr>
            <a:r>
              <a:t>D:/pasar_fix/node_modules/.bun/pg-connection-string@2.12.0/node_modules/pg-connection-string/package.json</a:t>
            </a:r>
          </a:p>
          <a:p>
            <a:pPr>
              <a:defRPr sz="1200"/>
            </a:pPr>
            <a:r>
              <a:t>D:/pasar_fix/node_modules/.bun/pg-connection-string@2.12.0/node_modules/pg-connection-string/README.md</a:t>
            </a:r>
          </a:p>
          <a:p>
            <a:pPr>
              <a:defRPr sz="1200"/>
            </a:pPr>
            <a:r>
              <a:t>D:/pasar_fix/node_modules/.bun/pg-connection-string@2.12.0/node_modules/pg-connection-string/esm/index.mjs</a:t>
            </a:r>
          </a:p>
          <a:p>
            <a:pPr>
              <a:defRPr sz="1200"/>
            </a:pPr>
            <a:r>
              <a:t>D:/pasar_fix/node_modules/.bun/pg-int8@1.0.1/node_modules/pg-int8/index.js</a:t>
            </a:r>
          </a:p>
          <a:p>
            <a:pPr>
              <a:defRPr sz="1200"/>
            </a:pPr>
            <a:r>
              <a:t>D:/pasar_fix/node_modules/.bun/pg-int8@1.0.1/node_modules/pg-int8/LICENSE</a:t>
            </a:r>
          </a:p>
          <a:p>
            <a:pPr>
              <a:defRPr sz="1200"/>
            </a:pPr>
            <a:r>
              <a:t>D:/pasar_fix/node_modules/.bun/pg-int8@1.0.1/node_modules/pg-int8/package.json</a:t>
            </a:r>
          </a:p>
          <a:p>
            <a:pPr>
              <a:defRPr sz="1200"/>
            </a:pPr>
            <a:r>
              <a:t>D:/pasar_fix/node_modules/.bun/pg-int8@1.0.1/node_modules/pg-int8/README.md</a:t>
            </a:r>
          </a:p>
          <a:p>
            <a:pPr>
              <a:defRPr sz="1200"/>
            </a:pPr>
            <a:r>
              <a:t>D:/pasar_fix/node_modules/.bun/pg-pool@3.13.0+52bd52a0bccfa6a2/node_modules/pg-pool/index.js</a:t>
            </a:r>
          </a:p>
          <a:p>
            <a:pPr>
              <a:defRPr sz="1200"/>
            </a:pPr>
            <a:r>
              <a:t>D:/pasar_fix/node_modules/.bun/pg-pool@3.13.0+52bd52a0bccfa6a2/node_modules/pg-pool/LICENSE</a:t>
            </a:r>
          </a:p>
          <a:p>
            <a:pPr>
              <a:defRPr sz="1200"/>
            </a:pPr>
            <a:r>
              <a:t>D:/pasar_fix/node_modules/.bun/pg-pool@3.13.0+52bd52a0bccfa6a2/node_modules/pg-pool/package.json</a:t>
            </a:r>
          </a:p>
          <a:p>
            <a:pPr>
              <a:defRPr sz="1200"/>
            </a:pPr>
            <a:r>
              <a:t>D:/pasar_fix/node_modules/.bun/pg-pool@3.13.0+52bd52a0bccfa6a2/node_modules/pg-pool/README.md</a:t>
            </a:r>
          </a:p>
          <a:p>
            <a:pPr>
              <a:defRPr sz="1200"/>
            </a:pPr>
            <a:r>
              <a:t>D:/pasar_fix/node_modules/.bun/pg-pool@3.13.0+52bd52a0bccfa6a2/node_modules/pg-pool/esm/index.mjs</a:t>
            </a:r>
          </a:p>
          <a:p>
            <a:pPr>
              <a:defRPr sz="1200"/>
            </a:pPr>
            <a:r>
              <a:t>D:/pasar_fix/node_modules/.bun/pg-protocol@1.13.0/node_modules/pg-protocol/LICENSE</a:t>
            </a:r>
          </a:p>
          <a:p>
            <a:pPr>
              <a:defRPr sz="1200"/>
            </a:pPr>
            <a:r>
              <a:t>D:/pasar_fix/node_modules/.bun/pg-protocol@1.13.0/node_modules/pg-protocol/package.json</a:t>
            </a:r>
          </a:p>
          <a:p>
            <a:pPr>
              <a:defRPr sz="1200"/>
            </a:pPr>
            <a:r>
              <a:t>D:/pasar_fix/node_modules/.bun/pg-protocol@1.13.0/node_modules/pg-protocol/README.md</a:t>
            </a:r>
          </a:p>
          <a:p>
            <a:pPr>
              <a:defRPr sz="1200"/>
            </a:pPr>
            <a:r>
              <a:t>D:/pasar_fix/node_modules/.bun/pg-protocol@1.13.0/node_modules/pg-protocol/dist/b.d.ts</a:t>
            </a:r>
          </a:p>
          <a:p>
            <a:pPr>
              <a:defRPr sz="1200"/>
            </a:pPr>
            <a:r>
              <a:t>D:/pasar_fix/node_modules/.bun/pg-protocol@1.13.0/node_modules/pg-protocol/dist/b.js</a:t>
            </a:r>
          </a:p>
          <a:p>
            <a:pPr>
              <a:defRPr sz="1200"/>
            </a:pPr>
            <a:r>
              <a:t>D:/pasar_fix/node_modules/.bun/pg-protocol@1.13.0/node_modules/pg-protocol/dist/b.js.map</a:t>
            </a:r>
          </a:p>
          <a:p>
            <a:pPr>
              <a:defRPr sz="1200"/>
            </a:pPr>
            <a:r>
              <a:t>D:/pasar_fix/node_modules/.bun/pg-protocol@1.13.0/node_modules/pg-protocol/dist/buffer-reader.d.ts</a:t>
            </a:r>
          </a:p>
          <a:p>
            <a:pPr>
              <a:defRPr sz="1200"/>
            </a:pPr>
            <a:r>
              <a:t>D:/pasar_fix/node_modules/.bun/pg-protocol@1.13.0/node_modules/pg-protocol/dist/buffer-reader.js</a:t>
            </a:r>
          </a:p>
          <a:p>
            <a:pPr>
              <a:defRPr sz="1200"/>
            </a:pPr>
            <a:r>
              <a:t>D:/pasar_fix/node_modules/.bun/pg-protocol@1.13.0/node_modules/pg-protocol/dist/buffer-reader.js.map</a:t>
            </a:r>
          </a:p>
          <a:p>
            <a:pPr>
              <a:defRPr sz="1200"/>
            </a:pPr>
            <a:r>
              <a:t>D:/pasar_fix/node_modules/.bun/pg-protocol@1.13.0/node_modules/pg-protocol/dist/buffer-writer.d.ts</a:t>
            </a:r>
          </a:p>
          <a:p>
            <a:pPr>
              <a:defRPr sz="1200"/>
            </a:pPr>
            <a:r>
              <a:t>D:/pasar_fix/node_modules/.bun/pg-protocol@1.13.0/node_modules/pg-protocol/dist/buffer-writer.js</a:t>
            </a:r>
          </a:p>
          <a:p>
            <a:pPr>
              <a:defRPr sz="1200"/>
            </a:pPr>
            <a:r>
              <a:t>D:/pasar_fix/node_modules/.bun/pg-protocol@1.13.0/node_modules/pg-protocol/dist/buffer-writer.js.map</a:t>
            </a:r>
          </a:p>
          <a:p>
            <a:pPr>
              <a:defRPr sz="1200"/>
            </a:pPr>
            <a:r>
              <a:t>D:/pasar_fix/node_modules/.bun/pg-protocol@1.13.0/node_modules/pg-protocol/dist/inbound-parser.test.d.ts</a:t>
            </a:r>
          </a:p>
          <a:p>
            <a:pPr>
              <a:defRPr sz="1200"/>
            </a:pPr>
            <a:r>
              <a:t>D:/pasar_fix/node_modules/.bun/pg-protocol@1.13.0/node_modules/pg-protocol/dist/inbound-parser.test.js</a:t>
            </a:r>
          </a:p>
          <a:p>
            <a:pPr>
              <a:defRPr sz="1200"/>
            </a:pPr>
            <a:r>
              <a:t>D:/pasar_fix/node_modules/.bun/pg-protocol@1.13.0/node_modules/pg-protocol/dist/inbound-parser.test.js.map</a:t>
            </a:r>
          </a:p>
          <a:p>
            <a:pPr>
              <a:defRPr sz="1200"/>
            </a:pPr>
            <a:r>
              <a:t>D:/pasar_fix/node_modules/.bun/pg-protocol@1.13.0/node_modules/pg-protocol/dist/index.d.ts</a:t>
            </a:r>
          </a:p>
          <a:p>
            <a:pPr>
              <a:defRPr sz="1200"/>
            </a:pPr>
            <a:r>
              <a:t>D:/pasar_fix/node_modules/.bun/pg-protocol@1.13.0/node_modules/pg-protocol/dist/index.js</a:t>
            </a:r>
          </a:p>
          <a:p>
            <a:pPr>
              <a:defRPr sz="1200"/>
            </a:pPr>
            <a:r>
              <a:t>D:/pasar_fix/node_modules/.bun/pg-protocol@1.13.0/node_modules/pg-protocol/dist/index.js.map</a:t>
            </a:r>
          </a:p>
          <a:p>
            <a:pPr>
              <a:defRPr sz="1200"/>
            </a:pPr>
            <a:r>
              <a:t>D:/pasar_fix/node_modules/.bun/pg-protocol@1.13.0/node_modules/pg-protocol/dist/messages.d.ts</a:t>
            </a:r>
          </a:p>
          <a:p>
            <a:pPr>
              <a:defRPr sz="1200"/>
            </a:pPr>
            <a:r>
              <a:t>D:/pasar_fix/node_modules/.bun/pg-protocol@1.13.0/node_modules/pg-protocol/dist/messages.js</a:t>
            </a:r>
          </a:p>
          <a:p>
            <a:pPr>
              <a:defRPr sz="1200"/>
            </a:pPr>
            <a:r>
              <a:t>D:/pasar_fix/node_modules/.bun/pg-protocol@1.13.0/node_modules/pg-protocol/dist/messages.js.map</a:t>
            </a:r>
          </a:p>
          <a:p>
            <a:pPr>
              <a:defRPr sz="1200"/>
            </a:pPr>
            <a:r>
              <a:t>D:/pasar_fix/node_modules/.bun/pg-protocol@1.13.0/node_modules/pg-protocol/dist/outbound-serializer.test.d.ts</a:t>
            </a:r>
          </a:p>
          <a:p>
            <a:pPr>
              <a:defRPr sz="1200"/>
            </a:pPr>
            <a:r>
              <a:t>D:/pasar_fix/node_modules/.bun/pg-protocol@1.13.0/node_modules/pg-protocol/dist/outbound-serializer.test.js</a:t>
            </a:r>
          </a:p>
          <a:p>
            <a:pPr>
              <a:defRPr sz="1200"/>
            </a:pPr>
            <a:r>
              <a:t>D:/pasar_fix/node_modules/.bun/pg-protocol@1.13.0/node_modules/pg-protocol/dist/outbound-serializer.test.js.map</a:t>
            </a:r>
          </a:p>
          <a:p>
            <a:pPr>
              <a:defRPr sz="1200"/>
            </a:pPr>
            <a:r>
              <a:t>D:/pasar_fix/node_modules/.bun/pg-protocol@1.13.0/node_modules/pg-protocol/dist/parser.d.ts</a:t>
            </a:r>
          </a:p>
          <a:p>
            <a:pPr>
              <a:defRPr sz="1200"/>
            </a:pPr>
            <a:r>
              <a:t>D:/pasar_fix/node_modules/.bun/pg-protocol@1.13.0/node_modules/pg-protocol/dist/parser.js</a:t>
            </a:r>
          </a:p>
          <a:p>
            <a:pPr>
              <a:defRPr sz="1200"/>
            </a:pPr>
            <a:r>
              <a:t>D:/pasar_fix/node_modules/.bun/pg-protocol@1.13.0/node_modules/pg-protocol/dist/parser.js.map</a:t>
            </a:r>
          </a:p>
          <a:p>
            <a:pPr>
              <a:defRPr sz="1200"/>
            </a:pPr>
            <a:r>
              <a:t>D:/pasar_fix/node_modules/.bun/pg-protocol@1.13.0/node_modules/pg-protocol/dist/serializer.d.ts</a:t>
            </a:r>
          </a:p>
          <a:p>
            <a:pPr>
              <a:defRPr sz="1200"/>
            </a:pPr>
            <a:r>
              <a:t>D:/pasar_fix/node_modules/.bun/pg-protocol@1.13.0/node_modules/pg-protocol/dist/serializer.js</a:t>
            </a:r>
          </a:p>
          <a:p>
            <a:pPr>
              <a:defRPr sz="1200"/>
            </a:pPr>
            <a:r>
              <a:t>D:/pasar_fix/node_modules/.bun/pg-protocol@1.13.0/node_modules/pg-protocol/dist/serializer.js.map</a:t>
            </a:r>
          </a:p>
          <a:p>
            <a:pPr>
              <a:defRPr sz="1200"/>
            </a:pPr>
            <a:r>
              <a:t>D:/pasar_fix/node_modules/.bun/pg-protocol@1.13.0/node_modules/pg-protocol/esm/index.js</a:t>
            </a:r>
          </a:p>
          <a:p>
            <a:pPr>
              <a:defRPr sz="1200"/>
            </a:pPr>
            <a:r>
              <a:t>D:/pasar_fix/node_modules/.bun/pg-protocol@1.13.0/node_modules/pg-protocol/src/b.ts</a:t>
            </a:r>
          </a:p>
          <a:p>
            <a:pPr>
              <a:defRPr sz="1200"/>
            </a:pPr>
            <a:r>
              <a:t>D:/pasar_fix/node_modules/.bun/pg-protocol@1.13.0/node_modules/pg-protocol/src/buffer-reader.ts</a:t>
            </a:r>
          </a:p>
          <a:p>
            <a:pPr>
              <a:defRPr sz="1200"/>
            </a:pPr>
            <a:r>
              <a:t>D:/pasar_fix/node_modules/.bun/pg-protocol@1.13.0/node_modules/pg-protocol/src/buffer-writer.ts</a:t>
            </a:r>
          </a:p>
          <a:p>
            <a:pPr>
              <a:defRPr sz="1200"/>
            </a:pPr>
            <a:r>
              <a:t>D:/pasar_fix/node_modules/.bun/pg-protocol@1.13.0/node_modules/pg-protocol/src/inbound-parser.test.ts</a:t>
            </a:r>
          </a:p>
          <a:p>
            <a:pPr>
              <a:defRPr sz="1200"/>
            </a:pPr>
            <a:r>
              <a:t>D:/pasar_fix/node_modules/.bun/pg-protocol@1.13.0/node_modules/pg-protocol/src/index.ts</a:t>
            </a:r>
          </a:p>
          <a:p>
            <a:pPr>
              <a:defRPr sz="1200"/>
            </a:pPr>
            <a:r>
              <a:t>D:/pasar_fix/node_modules/.bun/pg-protocol@1.13.0/node_modules/pg-protocol/src/messages.ts</a:t>
            </a:r>
          </a:p>
          <a:p>
            <a:pPr>
              <a:defRPr sz="1200"/>
            </a:pPr>
            <a:r>
              <a:t>D:/pasar_fix/node_modules/.bun/pg-protocol@1.13.0/node_modules/pg-protocol/src/outbound-serializer.test.ts</a:t>
            </a:r>
          </a:p>
          <a:p>
            <a:pPr>
              <a:defRPr sz="1200"/>
            </a:pPr>
            <a:r>
              <a:t>D:/pasar_fix/node_modules/.bun/pg-protocol@1.13.0/node_modules/pg-protocol/src/parser.ts</a:t>
            </a:r>
          </a:p>
          <a:p>
            <a:pPr>
              <a:defRPr sz="1200"/>
            </a:pPr>
            <a:r>
              <a:t>D:/pasar_fix/node_modules/.bun/pg-protocol@1.13.0/node_modules/pg-protocol/src/serializer.ts</a:t>
            </a:r>
          </a:p>
          <a:p>
            <a:pPr>
              <a:defRPr sz="1200"/>
            </a:pPr>
            <a:r>
              <a:t>D:/pasar_fix/node_modules/.bun/pg-protocol@1.13.0/node_modules/pg-protocol/src/testing/buffer-list.ts</a:t>
            </a:r>
          </a:p>
          <a:p>
            <a:pPr>
              <a:defRPr sz="1200"/>
            </a:pPr>
            <a:r>
              <a:t>D:/pasar_fix/node_modules/.bun/pg-protocol@1.13.0/node_modules/pg-protocol/src/testing/test-buffers.ts</a:t>
            </a:r>
          </a:p>
          <a:p>
            <a:pPr>
              <a:defRPr sz="1200"/>
            </a:pPr>
            <a:r>
              <a:t>D:/pasar_fix/node_modules/.bun/pg-protocol@1.13.0/node_modules/pg-protocol/src/types/chunky.d.ts</a:t>
            </a:r>
          </a:p>
          <a:p>
            <a:pPr>
              <a:defRPr sz="1200"/>
            </a:pPr>
            <a:r>
              <a:t>D:/pasar_fix/node_modules/.bun/pg-types@2.2.0/node_modules/pg-types/.travis.yml</a:t>
            </a:r>
          </a:p>
          <a:p>
            <a:pPr>
              <a:defRPr sz="1200"/>
            </a:pPr>
            <a:r>
              <a:t>D:/pasar_fix/node_modules/.bun/pg-types@2.2.0/node_modules/pg-types/index.d.ts</a:t>
            </a:r>
          </a:p>
          <a:p>
            <a:pPr>
              <a:defRPr sz="1200"/>
            </a:pPr>
            <a:r>
              <a:t>D:/pasar_fix/node_modules/.bun/pg-types@2.2.0/node_modules/pg-types/index.js</a:t>
            </a:r>
          </a:p>
          <a:p>
            <a:pPr>
              <a:defRPr sz="1200"/>
            </a:pPr>
            <a:r>
              <a:t>D:/pasar_fix/node_modules/.bun/pg-types@2.2.0/node_modules/pg-types/index.test-d.ts</a:t>
            </a:r>
          </a:p>
          <a:p>
            <a:pPr>
              <a:defRPr sz="1200"/>
            </a:pPr>
            <a:r>
              <a:t>D:/pasar_fix/node_modules/.bun/pg-types@2.2.0/node_modules/pg-types/Makefile</a:t>
            </a:r>
          </a:p>
          <a:p>
            <a:pPr>
              <a:defRPr sz="1200"/>
            </a:pPr>
            <a:r>
              <a:t>D:/pasar_fix/node_modules/.bun/pg-types@2.2.0/node_modules/pg-types/package.json</a:t>
            </a:r>
          </a:p>
          <a:p>
            <a:pPr>
              <a:defRPr sz="1200"/>
            </a:pPr>
            <a:r>
              <a:t>D:/pasar_fix/node_modules/.bun/pg-types@2.2.0/node_modules/pg-types/README.md</a:t>
            </a:r>
          </a:p>
          <a:p>
            <a:pPr>
              <a:defRPr sz="1200"/>
            </a:pPr>
            <a:r>
              <a:t>D:/pasar_fix/node_modules/.bun/pg-types@2.2.0/node_modules/pg-types/lib/arrayParser.js</a:t>
            </a:r>
          </a:p>
          <a:p>
            <a:pPr>
              <a:defRPr sz="1200"/>
            </a:pPr>
            <a:r>
              <a:t>D:/pasar_fix/node_modules/.bun/pg-types@2.2.0/node_modules/pg-types/lib/binaryParsers.js</a:t>
            </a:r>
          </a:p>
          <a:p>
            <a:pPr>
              <a:defRPr sz="1200"/>
            </a:pPr>
            <a:r>
              <a:t>D:/pasar_fix/node_modules/.bun/pg-types@2.2.0/node_modules/pg-types/lib/builtins.js</a:t>
            </a:r>
          </a:p>
          <a:p>
            <a:pPr>
              <a:defRPr sz="1200"/>
            </a:pPr>
            <a:r>
              <a:t>D:/pasar_fix/node_modules/.bun/pg-types@2.2.0/node_modules/pg-types/lib/textParsers.js</a:t>
            </a:r>
          </a:p>
          <a:p>
            <a:pPr>
              <a:defRPr sz="1200"/>
            </a:pPr>
            <a:r>
              <a:t>D:/pasar_fix/node_modules/.bun/pg-types@2.2.0/node_modules/pg-types/test/index.js</a:t>
            </a:r>
          </a:p>
          <a:p>
            <a:pPr>
              <a:defRPr sz="1200"/>
            </a:pPr>
            <a:r>
              <a:t>D:/pasar_fix/node_modules/.bun/pg-types@2.2.0/node_modules/pg-types/test/types.js</a:t>
            </a:r>
          </a:p>
          <a:p>
            <a:pPr>
              <a:defRPr sz="1200"/>
            </a:pPr>
            <a:r>
              <a:t>D:/pasar_fix/node_modules/.bun/pg@8.20.0+52bd52a0bccfa6a2/node_modules/pg/LICENSE</a:t>
            </a:r>
          </a:p>
          <a:p>
            <a:pPr>
              <a:defRPr sz="1200"/>
            </a:pPr>
            <a:r>
              <a:t>D:/pasar_fix/node_modules/.bun/pg@8.20.0+52bd52a0bccfa6a2/node_modules/pg/package.json</a:t>
            </a:r>
          </a:p>
          <a:p>
            <a:pPr>
              <a:defRPr sz="1200"/>
            </a:pPr>
            <a:r>
              <a:t>D:/pasar_fix/node_modules/.bun/pg@8.20.0+52bd52a0bccfa6a2/node_modules/pg/README.md</a:t>
            </a:r>
          </a:p>
          <a:p>
            <a:pPr>
              <a:defRPr sz="1200"/>
            </a:pPr>
            <a:r>
              <a:t>D:/pasar_fix/node_modules/.bun/pg@8.20.0+52bd52a0bccfa6a2/node_modules/pg/esm/index.mjs</a:t>
            </a:r>
          </a:p>
          <a:p>
            <a:pPr>
              <a:defRPr sz="1200"/>
            </a:pPr>
            <a:r>
              <a:t>D:/pasar_fix/node_modules/.bun/pg@8.20.0+52bd52a0bccfa6a2/node_modules/pg/lib/client.js</a:t>
            </a:r>
          </a:p>
          <a:p>
            <a:pPr>
              <a:defRPr sz="1200"/>
            </a:pPr>
            <a:r>
              <a:t>D:/pasar_fix/node_modules/.bun/pg@8.20.0+52bd52a0bccfa6a2/node_modules/pg/lib/connection-parameters.js</a:t>
            </a:r>
          </a:p>
          <a:p>
            <a:pPr>
              <a:defRPr sz="1200"/>
            </a:pPr>
            <a:r>
              <a:t>D:/pasar_fix/node_modules/.bun/pg@8.20.0+52bd52a0bccfa6a2/node_modules/pg/lib/connection.js</a:t>
            </a:r>
          </a:p>
          <a:p>
            <a:pPr>
              <a:defRPr sz="1200"/>
            </a:pPr>
            <a:r>
              <a:t>D:/pasar_fix/node_modules/.bun/pg@8.20.0+52bd52a0bccfa6a2/node_modules/pg/lib/defaults.js</a:t>
            </a:r>
          </a:p>
          <a:p>
            <a:pPr>
              <a:defRPr sz="1200"/>
            </a:pPr>
            <a:r>
              <a:t>D:/pasar_fix/node_modules/.bun/pg@8.20.0+52bd52a0bccfa6a2/node_modules/pg/lib/index.js</a:t>
            </a:r>
          </a:p>
          <a:p>
            <a:pPr>
              <a:defRPr sz="1200"/>
            </a:pPr>
            <a:r>
              <a:t>D:/pasar_fix/node_modules/.bun/pg@8.20.0+52bd52a0bccfa6a2/node_modules/pg/lib/query.js</a:t>
            </a:r>
          </a:p>
          <a:p>
            <a:pPr>
              <a:defRPr sz="1200"/>
            </a:pPr>
            <a:r>
              <a:t>D:/pasar_fix/node_modules/.bun/pg@8.20.0+52bd52a0bccfa6a2/node_modules/pg/lib/result.js</a:t>
            </a:r>
          </a:p>
          <a:p>
            <a:pPr>
              <a:defRPr sz="1200"/>
            </a:pPr>
            <a:r>
              <a:t>D:/pasar_fix/node_modules/.bun/pg@8.20.0+52bd52a0bccfa6a2/node_modules/pg/lib/stream.js</a:t>
            </a:r>
          </a:p>
          <a:p>
            <a:pPr>
              <a:defRPr sz="1200"/>
            </a:pPr>
            <a:r>
              <a:t>D:/pasar_fix/node_modules/.bun/pg@8.20.0+52bd52a0bccfa6a2/node_modules/pg/lib/type-overrides.js</a:t>
            </a:r>
          </a:p>
          <a:p>
            <a:pPr>
              <a:defRPr sz="1200"/>
            </a:pPr>
            <a:r>
              <a:t>D:/pasar_fix/node_modules/.bun/pg@8.20.0+52bd52a0bccfa6a2/node_modules/pg/lib/utils.js</a:t>
            </a:r>
          </a:p>
          <a:p>
            <a:pPr>
              <a:defRPr sz="1200"/>
            </a:pPr>
            <a:r>
              <a:t>D:/pasar_fix/node_modules/.bun/pg@8.20.0+52bd52a0bccfa6a2/node_modules/pg/lib/crypto/cert-signatures.js</a:t>
            </a:r>
          </a:p>
          <a:p>
            <a:pPr>
              <a:defRPr sz="1200"/>
            </a:pPr>
            <a:r>
              <a:t>D:/pasar_fix/node_modules/.bun/pg@8.20.0+52bd52a0bccfa6a2/node_modules/pg/lib/crypto/sasl.js</a:t>
            </a:r>
          </a:p>
          <a:p>
            <a:pPr>
              <a:defRPr sz="1200"/>
            </a:pPr>
            <a:r>
              <a:t>D:/pasar_fix/node_modules/.bun/pg@8.20.0+52bd52a0bccfa6a2/node_modules/pg/lib/crypto/utils-legacy.js</a:t>
            </a:r>
          </a:p>
          <a:p>
            <a:pPr>
              <a:defRPr sz="1200"/>
            </a:pPr>
            <a:r>
              <a:t>D:/pasar_fix/node_modules/.bun/pg@8.20.0+52bd52a0bccfa6a2/node_modules/pg/lib/crypto/utils-webcrypto.js</a:t>
            </a:r>
          </a:p>
          <a:p>
            <a:pPr>
              <a:defRPr sz="1200"/>
            </a:pPr>
            <a:r>
              <a:t>D:/pasar_fix/node_modules/.bun/pg@8.20.0+52bd52a0bccfa6a2/node_modules/pg/lib/crypto/utils.js</a:t>
            </a:r>
          </a:p>
          <a:p>
            <a:pPr>
              <a:defRPr sz="1200"/>
            </a:pPr>
            <a:r>
              <a:t>D:/pasar_fix/node_modules/.bun/pg@8.20.0+52bd52a0bccfa6a2/node_modules/pg/lib/native/client.js</a:t>
            </a:r>
          </a:p>
          <a:p>
            <a:pPr>
              <a:defRPr sz="1200"/>
            </a:pPr>
            <a:r>
              <a:t>D:/pasar_fix/node_modules/.bun/pg@8.20.0+52bd52a0bccfa6a2/node_modules/pg/lib/native/index.js</a:t>
            </a:r>
          </a:p>
          <a:p>
            <a:pPr>
              <a:defRPr sz="1200"/>
            </a:pPr>
            <a:r>
              <a:t>D:/pasar_fix/node_modules/.bun/pg@8.20.0+52bd52a0bccfa6a2/node_modules/pg/lib/native/query.js</a:t>
            </a:r>
          </a:p>
          <a:p>
            <a:pPr>
              <a:defRPr sz="1200"/>
            </a:pPr>
            <a:r>
              <a:t>D:/pasar_fix/node_modules/.bun/pgpass@1.0.5/node_modules/pgpass/package.json</a:t>
            </a:r>
          </a:p>
          <a:p>
            <a:pPr>
              <a:defRPr sz="1200"/>
            </a:pPr>
            <a:r>
              <a:t>D:/pasar_fix/node_modules/.bun/pgpass@1.0.5/node_modules/pgpass/README.md</a:t>
            </a:r>
          </a:p>
          <a:p>
            <a:pPr>
              <a:defRPr sz="1200"/>
            </a:pPr>
            <a:r>
              <a:t>D:/pasar_fix/node_modules/.bun/pgpass@1.0.5/node_modules/pgpass/lib/helper.js</a:t>
            </a:r>
          </a:p>
          <a:p>
            <a:pPr>
              <a:defRPr sz="1200"/>
            </a:pPr>
            <a:r>
              <a:t>D:/pasar_fix/node_modules/.bun/pgpass@1.0.5/node_modules/pgpass/lib/index.js</a:t>
            </a:r>
          </a:p>
          <a:p>
            <a:pPr>
              <a:defRPr sz="1200"/>
            </a:pPr>
            <a:r>
              <a:t>D:/pasar_fix/node_modules/.bun/picocolors@1.1.1/node_modules/picocolors/LICENSE</a:t>
            </a:r>
          </a:p>
          <a:p>
            <a:pPr>
              <a:defRPr sz="1200"/>
            </a:pPr>
            <a:r>
              <a:t>D:/pasar_fix/node_modules/.bun/picocolors@1.1.1/node_modules/picocolors/package.json</a:t>
            </a:r>
          </a:p>
          <a:p>
            <a:pPr>
              <a:defRPr sz="1200"/>
            </a:pPr>
            <a:r>
              <a:t>D:/pasar_fix/node_modules/.bun/picocolors@1.1.1/node_modules/picocolors/picocolors.browser.js</a:t>
            </a:r>
          </a:p>
          <a:p>
            <a:pPr>
              <a:defRPr sz="1200"/>
            </a:pPr>
            <a:r>
              <a:t>D:/pasar_fix/node_modules/.bun/picocolors@1.1.1/node_modules/picocolors/picocolors.d.ts</a:t>
            </a:r>
          </a:p>
          <a:p>
            <a:pPr>
              <a:defRPr sz="1200"/>
            </a:pPr>
            <a:r>
              <a:t>D:/pasar_fix/node_modules/.bun/picocolors@1.1.1/node_modules/picocolors/picocolors.js</a:t>
            </a:r>
          </a:p>
          <a:p>
            <a:pPr>
              <a:defRPr sz="1200"/>
            </a:pPr>
            <a:r>
              <a:t>D:/pasar_fix/node_modules/.bun/picocolors@1.1.1/node_modules/picocolors/README.md</a:t>
            </a:r>
          </a:p>
          <a:p>
            <a:pPr>
              <a:defRPr sz="1200"/>
            </a:pPr>
            <a:r>
              <a:t>D:/pasar_fix/node_modules/.bun/picocolors@1.1.1/node_modules/picocolors/types.d.ts</a:t>
            </a:r>
          </a:p>
          <a:p>
            <a:pPr>
              <a:defRPr sz="1200"/>
            </a:pPr>
            <a:r>
              <a:t>D:/pasar_fix/node_modules/.bun/picomatch@2.3.2/node_modules/picomatch/index.js</a:t>
            </a:r>
          </a:p>
          <a:p>
            <a:pPr>
              <a:defRPr sz="1200"/>
            </a:pPr>
            <a:r>
              <a:t>D:/pasar_fix/node_modules/.bun/picomatch@2.3.2/node_modules/picomatch/LICENSE</a:t>
            </a:r>
          </a:p>
          <a:p>
            <a:pPr>
              <a:defRPr sz="1200"/>
            </a:pPr>
            <a:r>
              <a:t>D:/pasar_fix/node_modules/.bun/picomatch@2.3.2/node_modules/picomatch/package.json</a:t>
            </a:r>
          </a:p>
          <a:p>
            <a:pPr>
              <a:defRPr sz="1200"/>
            </a:pPr>
            <a:r>
              <a:t>D:/pasar_fix/node_modules/.bun/picomatch@2.3.2/node_modules/picomatch/README.md</a:t>
            </a:r>
          </a:p>
          <a:p>
            <a:pPr>
              <a:defRPr sz="1200"/>
            </a:pPr>
            <a:r>
              <a:t>D:/pasar_fix/node_modules/.bun/picomatch@2.3.2/node_modules/picomatch/lib/constants.js</a:t>
            </a:r>
          </a:p>
          <a:p>
            <a:pPr>
              <a:defRPr sz="1200"/>
            </a:pPr>
            <a:r>
              <a:t>D:/pasar_fix/node_modules/.bun/picomatch@2.3.2/node_modules/picomatch/lib/parse.js</a:t>
            </a:r>
          </a:p>
          <a:p>
            <a:pPr>
              <a:defRPr sz="1200"/>
            </a:pPr>
            <a:r>
              <a:t>D:/pasar_fix/node_modules/.bun/picomatch@2.3.2/node_modules/picomatch/lib/picomatch.js</a:t>
            </a:r>
          </a:p>
          <a:p>
            <a:pPr>
              <a:defRPr sz="1200"/>
            </a:pPr>
            <a:r>
              <a:t>D:/pasar_fix/node_modules/.bun/picomatch@2.3.2/node_modules/picomatch/lib/scan.js</a:t>
            </a:r>
          </a:p>
          <a:p>
            <a:pPr>
              <a:defRPr sz="1200"/>
            </a:pPr>
            <a:r>
              <a:t>D:/pasar_fix/node_modules/.bun/picomatch@2.3.2/node_modules/picomatch/lib/utils.js</a:t>
            </a:r>
          </a:p>
          <a:p>
            <a:pPr>
              <a:defRPr sz="1200"/>
            </a:pPr>
            <a:r>
              <a:t>D:/pasar_fix/node_modules/.bun/picomatch@4.0.4/node_modules/picomatch/index.js</a:t>
            </a:r>
          </a:p>
          <a:p>
            <a:pPr>
              <a:defRPr sz="1200"/>
            </a:pPr>
            <a:r>
              <a:t>D:/pasar_fix/node_modules/.bun/picomatch@4.0.4/node_modules/picomatch/LICENSE</a:t>
            </a:r>
          </a:p>
          <a:p>
            <a:pPr>
              <a:defRPr sz="1200"/>
            </a:pPr>
            <a:r>
              <a:t>D:/pasar_fix/node_modules/.bun/picomatch@4.0.4/node_modules/picomatch/package.json</a:t>
            </a:r>
          </a:p>
          <a:p>
            <a:pPr>
              <a:defRPr sz="1200"/>
            </a:pPr>
            <a:r>
              <a:t>D:/pasar_fix/node_modules/.bun/picomatch@4.0.4/node_modules/picomatch/posix.js</a:t>
            </a:r>
          </a:p>
          <a:p>
            <a:pPr>
              <a:defRPr sz="1200"/>
            </a:pPr>
            <a:r>
              <a:t>D:/pasar_fix/node_modules/.bun/picomatch@4.0.4/node_modules/picomatch/README.md</a:t>
            </a:r>
          </a:p>
          <a:p>
            <a:pPr>
              <a:defRPr sz="1200"/>
            </a:pPr>
            <a:r>
              <a:t>D:/pasar_fix/node_modules/.bun/picomatch@4.0.4/node_modules/picomatch/lib/constants.js</a:t>
            </a:r>
          </a:p>
          <a:p>
            <a:pPr>
              <a:defRPr sz="1200"/>
            </a:pPr>
            <a:r>
              <a:t>D:/pasar_fix/node_modules/.bun/picomatch@4.0.4/node_modules/picomatch/lib/parse.js</a:t>
            </a:r>
          </a:p>
          <a:p>
            <a:pPr>
              <a:defRPr sz="1200"/>
            </a:pPr>
            <a:r>
              <a:t>D:/pasar_fix/node_modules/.bun/picomatch@4.0.4/node_modules/picomatch/lib/picomatch.js</a:t>
            </a:r>
          </a:p>
          <a:p>
            <a:pPr>
              <a:defRPr sz="1200"/>
            </a:pPr>
            <a:r>
              <a:t>D:/pasar_fix/node_modules/.bun/picomatch@4.0.4/node_modules/picomatch/lib/scan.js</a:t>
            </a:r>
          </a:p>
          <a:p>
            <a:pPr>
              <a:defRPr sz="1200"/>
            </a:pPr>
            <a:r>
              <a:t>D:/pasar_fix/node_modules/.bun/picomatch@4.0.4/node_modules/picomatch/lib/utils.js</a:t>
            </a:r>
          </a:p>
          <a:p>
            <a:pPr>
              <a:defRPr sz="1200"/>
            </a:pPr>
            <a:r>
              <a:t>D:/pasar_fix/node_modules/.bun/pkg-types@1.3.1/node_modules/pkg-types/LICENSE</a:t>
            </a:r>
          </a:p>
          <a:p>
            <a:pPr>
              <a:defRPr sz="1200"/>
            </a:pPr>
            <a:r>
              <a:t>D:/pasar_fix/node_modules/.bun/pkg-types@1.3.1/node_modules/pkg-types/package.json</a:t>
            </a:r>
          </a:p>
          <a:p>
            <a:pPr>
              <a:defRPr sz="1200"/>
            </a:pPr>
            <a:r>
              <a:t>D:/pasar_fix/node_modules/.bun/pkg-types@1.3.1/node_modules/pkg-types/README.md</a:t>
            </a:r>
          </a:p>
          <a:p>
            <a:pPr>
              <a:defRPr sz="1200"/>
            </a:pPr>
            <a:r>
              <a:t>D:/pasar_fix/node_modules/.bun/pkg-types@1.3.1/node_modules/pkg-types/dist/index.cjs</a:t>
            </a:r>
          </a:p>
          <a:p>
            <a:pPr>
              <a:defRPr sz="1200"/>
            </a:pPr>
            <a:r>
              <a:t>D:/pasar_fix/node_modules/.bun/pkg-types@1.3.1/node_modules/pkg-types/dist/index.d.cts</a:t>
            </a:r>
          </a:p>
          <a:p>
            <a:pPr>
              <a:defRPr sz="1200"/>
            </a:pPr>
            <a:r>
              <a:t>D:/pasar_fix/node_modules/.bun/pkg-types@1.3.1/node_modules/pkg-types/dist/index.d.mts</a:t>
            </a:r>
          </a:p>
          <a:p>
            <a:pPr>
              <a:defRPr sz="1200"/>
            </a:pPr>
            <a:r>
              <a:t>D:/pasar_fix/node_modules/.bun/pkg-types@1.3.1/node_modules/pkg-types/dist/index.d.ts</a:t>
            </a:r>
          </a:p>
          <a:p>
            <a:pPr>
              <a:defRPr sz="1200"/>
            </a:pPr>
            <a:r>
              <a:t>D:/pasar_fix/node_modules/.bun/pkg-types@1.3.1/node_modules/pkg-types/dist/index.mjs</a:t>
            </a:r>
          </a:p>
          <a:p>
            <a:pPr>
              <a:defRPr sz="1200"/>
            </a:pPr>
            <a:r>
              <a:t>D:/pasar_fix/node_modules/.bun/pkg-types@2.3.1/node_modules/pkg-types/LICENSE</a:t>
            </a:r>
          </a:p>
          <a:p>
            <a:pPr>
              <a:defRPr sz="1200"/>
            </a:pPr>
            <a:r>
              <a:t>D:/pasar_fix/node_modules/.bun/pkg-types@2.3.1/node_modules/pkg-types/package.json</a:t>
            </a:r>
          </a:p>
          <a:p>
            <a:pPr>
              <a:defRPr sz="1200"/>
            </a:pPr>
            <a:r>
              <a:t>D:/pasar_fix/node_modules/.bun/pkg-types@2.3.1/node_modules/pkg-types/README.md</a:t>
            </a:r>
          </a:p>
          <a:p>
            <a:pPr>
              <a:defRPr sz="1200"/>
            </a:pPr>
            <a:r>
              <a:t>D:/pasar_fix/node_modules/.bun/pkg-types@2.3.1/node_modules/pkg-types/dist/index.d.mts</a:t>
            </a:r>
          </a:p>
          <a:p>
            <a:pPr>
              <a:defRPr sz="1200"/>
            </a:pPr>
            <a:r>
              <a:t>D:/pasar_fix/node_modules/.bun/pkg-types@2.3.1/node_modules/pkg-types/dist/index.mjs</a:t>
            </a:r>
          </a:p>
          <a:p>
            <a:pPr>
              <a:defRPr sz="1200"/>
            </a:pPr>
            <a:r>
              <a:t>D:/pasar_fix/node_modules/.bun/playwright-core@1.61.1/node_modules/.bin/playwright-core.bunx</a:t>
            </a:r>
          </a:p>
          <a:p>
            <a:pPr>
              <a:defRPr sz="1200"/>
            </a:pPr>
            <a:r>
              <a:t>D:/pasar_fix/node_modules/.bun/playwright-core@1.61.1/node_modules/.bin/playwright-core.exe</a:t>
            </a:r>
          </a:p>
          <a:p>
            <a:pPr>
              <a:defRPr sz="1200"/>
            </a:pPr>
            <a:r>
              <a:t>D:/pasar_fix/node_modules/.bun/playwright-core@1.61.1/node_modules/playwright-core/browsers.json</a:t>
            </a:r>
          </a:p>
          <a:p>
            <a:pPr>
              <a:defRPr sz="1200"/>
            </a:pPr>
            <a:r>
              <a:t>D:/pasar_fix/node_modules/.bun/playwright-core@1.61.1/node_modules/playwright-core/cli.js</a:t>
            </a:r>
          </a:p>
          <a:p>
            <a:pPr>
              <a:defRPr sz="1200"/>
            </a:pPr>
            <a:r>
              <a:t>D:/pasar_fix/node_modules/.bun/playwright-core@1.61.1/node_modules/playwright-core/index.d.ts</a:t>
            </a:r>
          </a:p>
          <a:p>
            <a:pPr>
              <a:defRPr sz="1200"/>
            </a:pPr>
            <a:r>
              <a:t>D:/pasar_fix/node_modules/.bun/playwright-core@1.61.1/node_modules/playwright-core/index.js</a:t>
            </a:r>
          </a:p>
          <a:p>
            <a:pPr>
              <a:defRPr sz="1200"/>
            </a:pPr>
            <a:r>
              <a:t>D:/pasar_fix/node_modules/.bun/playwright-core@1.61.1/node_modules/playwright-core/index.mjs</a:t>
            </a:r>
          </a:p>
          <a:p>
            <a:pPr>
              <a:defRPr sz="1200"/>
            </a:pPr>
            <a:r>
              <a:t>D:/pasar_fix/node_modules/.bun/playwright-core@1.61.1/node_modules/playwright-core/LICENSE</a:t>
            </a:r>
          </a:p>
          <a:p>
            <a:pPr>
              <a:defRPr sz="1200"/>
            </a:pPr>
            <a:r>
              <a:t>D:/pasar_fix/node_modules/.bun/playwright-core@1.61.1/node_modules/playwright-core/NOTICE</a:t>
            </a:r>
          </a:p>
          <a:p>
            <a:pPr>
              <a:defRPr sz="1200"/>
            </a:pPr>
            <a:r>
              <a:t>D:/pasar_fix/node_modules/.bun/playwright-core@1.61.1/node_modules/playwright-core/package.json</a:t>
            </a:r>
          </a:p>
          <a:p>
            <a:pPr>
              <a:defRPr sz="1200"/>
            </a:pPr>
            <a:r>
              <a:t>D:/pasar_fix/node_modules/.bun/playwright-core@1.61.1/node_modules/playwright-core/README.md</a:t>
            </a:r>
          </a:p>
          <a:p>
            <a:pPr>
              <a:defRPr sz="1200"/>
            </a:pPr>
            <a:r>
              <a:t>D:/pasar_fix/node_modules/.bun/playwright-core@1.61.1/node_modules/playwright-core/ThirdPartyNotices.txt</a:t>
            </a:r>
          </a:p>
          <a:p>
            <a:pPr>
              <a:defRPr sz="1200"/>
            </a:pPr>
            <a:r>
              <a:t>D:/pasar_fix/node_modules/.bun/playwright-core@1.61.1/node_modules/playwright-core/bin/install_media_pack.ps1</a:t>
            </a:r>
          </a:p>
          <a:p>
            <a:pPr>
              <a:defRPr sz="1200"/>
            </a:pPr>
            <a:r>
              <a:t>D:/pasar_fix/node_modules/.bun/playwright-core@1.61.1/node_modules/playwright-core/bin/install_webkit_wsl.ps1</a:t>
            </a:r>
          </a:p>
          <a:p>
            <a:pPr>
              <a:defRPr sz="1200"/>
            </a:pPr>
            <a:r>
              <a:t>D:/pasar_fix/node_modules/.bun/playwright-core@1.61.1/node_modules/playwright-core/bin/reinstall_chrome_beta_linux.sh</a:t>
            </a:r>
          </a:p>
          <a:p>
            <a:pPr>
              <a:defRPr sz="1200"/>
            </a:pPr>
            <a:r>
              <a:t>D:/pasar_fix/node_modules/.bun/playwright-core@1.61.1/node_modules/playwright-core/bin/reinstall_chrome_beta_mac.sh</a:t>
            </a:r>
          </a:p>
          <a:p>
            <a:pPr>
              <a:defRPr sz="1200"/>
            </a:pPr>
            <a:r>
              <a:t>D:/pasar_fix/node_modules/.bun/playwright-core@1.61.1/node_modules/playwright-core/bin/reinstall_chrome_beta_win.ps1</a:t>
            </a:r>
          </a:p>
          <a:p>
            <a:pPr>
              <a:defRPr sz="1200"/>
            </a:pPr>
            <a:r>
              <a:t>D:/pasar_fix/node_modules/.bun/playwright-core@1.61.1/node_modules/playwright-core/bin/reinstall_chrome_stable_linux.sh</a:t>
            </a:r>
          </a:p>
          <a:p>
            <a:pPr>
              <a:defRPr sz="1200"/>
            </a:pPr>
            <a:r>
              <a:t>D:/pasar_fix/node_modules/.bun/playwright-core@1.61.1/node_modules/playwright-core/bin/reinstall_chrome_stable_mac.sh</a:t>
            </a:r>
          </a:p>
          <a:p>
            <a:pPr>
              <a:defRPr sz="1200"/>
            </a:pPr>
            <a:r>
              <a:t>D:/pasar_fix/node_modules/.bun/playwright-core@1.61.1/node_modules/playwright-core/bin/reinstall_chrome_stable_win.ps1</a:t>
            </a:r>
          </a:p>
          <a:p>
            <a:pPr>
              <a:defRPr sz="1200"/>
            </a:pPr>
            <a:r>
              <a:t>D:/pasar_fix/node_modules/.bun/playwright-core@1.61.1/node_modules/playwright-core/bin/reinstall_msedge_beta_linux.sh</a:t>
            </a:r>
          </a:p>
          <a:p>
            <a:pPr>
              <a:defRPr sz="1200"/>
            </a:pPr>
            <a:r>
              <a:t>D:/pasar_fix/node_modules/.bun/playwright-core@1.61.1/node_modules/playwright-core/bin/reinstall_msedge_beta_mac.sh</a:t>
            </a:r>
          </a:p>
          <a:p>
            <a:pPr>
              <a:defRPr sz="1200"/>
            </a:pPr>
            <a:r>
              <a:t>D:/pasar_fix/node_modules/.bun/playwright-core@1.61.1/node_modules/playwright-core/bin/reinstall_msedge_beta_win.ps1</a:t>
            </a:r>
          </a:p>
          <a:p>
            <a:pPr>
              <a:defRPr sz="1200"/>
            </a:pPr>
            <a:r>
              <a:t>D:/pasar_fix/node_modules/.bun/playwright-core@1.61.1/node_modules/playwright-core/bin/reinstall_msedge_dev_linux.sh</a:t>
            </a:r>
          </a:p>
          <a:p>
            <a:pPr>
              <a:defRPr sz="1200"/>
            </a:pPr>
            <a:r>
              <a:t>D:/pasar_fix/node_modules/.bun/playwright-core@1.61.1/node_modules/playwright-core/bin/reinstall_msedge_dev_mac.sh</a:t>
            </a:r>
          </a:p>
          <a:p>
            <a:pPr>
              <a:defRPr sz="1200"/>
            </a:pPr>
            <a:r>
              <a:t>D:/pasar_fix/node_modules/.bun/playwright-core@1.61.1/node_modules/playwright-core/bin/reinstall_msedge_dev_win.ps1</a:t>
            </a:r>
          </a:p>
          <a:p>
            <a:pPr>
              <a:defRPr sz="1200"/>
            </a:pPr>
            <a:r>
              <a:t>D:/pasar_fix/node_modules/.bun/playwright-core@1.61.1/node_modules/playwright-core/bin/reinstall_msedge_stable_linux.sh</a:t>
            </a:r>
          </a:p>
          <a:p>
            <a:pPr>
              <a:defRPr sz="1200"/>
            </a:pPr>
            <a:r>
              <a:t>D:/pasar_fix/node_modules/.bun/playwright-core@1.61.1/node_modules/playwright-core/bin/reinstall_msedge_stable_mac.sh</a:t>
            </a:r>
          </a:p>
          <a:p>
            <a:pPr>
              <a:defRPr sz="1200"/>
            </a:pPr>
            <a:r>
              <a:t>D:/pasar_fix/node_modules/.bun/playwright-core@1.61.1/node_modules/playwright-core/bin/reinstall_msedge_stable_win.ps1</a:t>
            </a:r>
          </a:p>
          <a:p>
            <a:pPr>
              <a:defRPr sz="1200"/>
            </a:pPr>
            <a:r>
              <a:t>D:/pasar_fix/node_modules/.bun/playwright-core@1.61.1/node_modules/playwright-core/lib/bootstrap.js</a:t>
            </a:r>
          </a:p>
          <a:p>
            <a:pPr>
              <a:defRPr sz="1200"/>
            </a:pPr>
            <a:r>
              <a:t>D:/pasar_fix/node_modules/.bun/playwright-core@1.61.1/node_modules/playwright-core/lib/coreBundle.js</a:t>
            </a:r>
          </a:p>
          <a:p>
            <a:pPr>
              <a:defRPr sz="1200"/>
            </a:pPr>
            <a:r>
              <a:t>D:/pasar_fix/node_modules/.bun/playwright-core@1.61.1/node_modules/playwright-core/lib/package.js</a:t>
            </a:r>
          </a:p>
          <a:p>
            <a:pPr>
              <a:defRPr sz="1200"/>
            </a:pPr>
            <a:r>
              <a:t>D:/pasar_fix/node_modules/.bun/playwright-core@1.61.1/node_modules/playwright-core/lib/serverRegistry.js</a:t>
            </a:r>
          </a:p>
          <a:p>
            <a:pPr>
              <a:defRPr sz="1200"/>
            </a:pPr>
            <a:r>
              <a:t>D:/pasar_fix/node_modules/.bun/playwright-core@1.61.1/node_modules/playwright-core/lib/serverRegistry.js.LICENSE</a:t>
            </a:r>
          </a:p>
          <a:p>
            <a:pPr>
              <a:defRPr sz="1200"/>
            </a:pPr>
            <a:r>
              <a:t>D:/pasar_fix/node_modules/.bun/playwright-core@1.61.1/node_modules/playwright-core/lib/utilsBundle.js</a:t>
            </a:r>
          </a:p>
          <a:p>
            <a:pPr>
              <a:defRPr sz="1200"/>
            </a:pPr>
            <a:r>
              <a:t>D:/pasar_fix/node_modules/.bun/playwright-core@1.61.1/node_modules/playwright-core/lib/utilsBundle.js.LICENSE</a:t>
            </a:r>
          </a:p>
          <a:p>
            <a:pPr>
              <a:defRPr sz="1200"/>
            </a:pPr>
            <a:r>
              <a:t>D:/pasar_fix/node_modules/.bun/playwright-core@1.61.1/node_modules/playwright-core/lib/xdg-open</a:t>
            </a:r>
          </a:p>
          <a:p>
            <a:pPr>
              <a:defRPr sz="1200"/>
            </a:pPr>
            <a:r>
              <a:t>D:/pasar_fix/node_modules/.bun/playwright-core@1.61.1/node_modules/playwright-core/lib/entry/cliDaemon.js</a:t>
            </a:r>
          </a:p>
          <a:p>
            <a:pPr>
              <a:defRPr sz="1200"/>
            </a:pPr>
            <a:r>
              <a:t>D:/pasar_fix/node_modules/.bun/playwright-core@1.61.1/node_modules/playwright-core/lib/entry/dashboardApp.js</a:t>
            </a:r>
          </a:p>
          <a:p>
            <a:pPr>
              <a:defRPr sz="1200"/>
            </a:pPr>
            <a:r>
              <a:t>D:/pasar_fix/node_modules/.bun/playwright-core@1.61.1/node_modules/playwright-core/lib/entry/mcp.js</a:t>
            </a:r>
          </a:p>
          <a:p>
            <a:pPr>
              <a:defRPr sz="1200"/>
            </a:pPr>
            <a:r>
              <a:t>D:/pasar_fix/node_modules/.bun/playwright-core@1.61.1/node_modules/playwright-core/lib/entry/oopBrowserDownload.js</a:t>
            </a:r>
          </a:p>
          <a:p>
            <a:pPr>
              <a:defRPr sz="1200"/>
            </a:pPr>
            <a:r>
              <a:t>D:/pasar_fix/node_modules/.bun/playwright-core@1.61.1/node_modules/playwright-core/lib/server/deviceDescriptorsSource.json</a:t>
            </a:r>
          </a:p>
          <a:p>
            <a:pPr>
              <a:defRPr sz="1200"/>
            </a:pPr>
            <a:r>
              <a:t>D:/pasar_fix/node_modules/.bun/playwright-core@1.61.1/node_modules/playwright-core/lib/server/chromium/appIcon.png</a:t>
            </a:r>
          </a:p>
          <a:p>
            <a:pPr>
              <a:defRPr sz="1200"/>
            </a:pPr>
            <a:r>
              <a:t>D:/pasar_fix/node_modules/.bun/playwright-core@1.61.1/node_modules/playwright-core/lib/server/electron/loader.js</a:t>
            </a:r>
          </a:p>
          <a:p>
            <a:pPr>
              <a:defRPr sz="1200"/>
            </a:pPr>
            <a:r>
              <a:t>D:/pasar_fix/node_modules/.bun/playwright-core@1.61.1/node_modules/playwright-core/lib/tools/cli-client/channelSessions.js</a:t>
            </a:r>
          </a:p>
          <a:p>
            <a:pPr>
              <a:defRPr sz="1200"/>
            </a:pPr>
            <a:r>
              <a:t>D:/pasar_fix/node_modules/.bun/playwright-core@1.61.1/node_modules/playwright-core/lib/tools/cli-client/cli.js</a:t>
            </a:r>
          </a:p>
          <a:p>
            <a:pPr>
              <a:defRPr sz="1200"/>
            </a:pPr>
            <a:r>
              <a:t>D:/pasar_fix/node_modules/.bun/playwright-core@1.61.1/node_modules/playwright-core/lib/tools/cli-client/help.json</a:t>
            </a:r>
          </a:p>
          <a:p>
            <a:pPr>
              <a:defRPr sz="1200"/>
            </a:pPr>
            <a:r>
              <a:t>D:/pasar_fix/node_modules/.bun/playwright-core@1.61.1/node_modules/playwright-core/lib/tools/cli-client/minimist.js</a:t>
            </a:r>
          </a:p>
          <a:p>
            <a:pPr>
              <a:defRPr sz="1200"/>
            </a:pPr>
            <a:r>
              <a:t>D:/pasar_fix/node_modules/.bun/playwright-core@1.61.1/node_modules/playwright-core/lib/tools/cli-client/output.js</a:t>
            </a:r>
          </a:p>
          <a:p>
            <a:pPr>
              <a:defRPr sz="1200"/>
            </a:pPr>
            <a:r>
              <a:t>D:/pasar_fix/node_modules/.bun/playwright-core@1.61.1/node_modules/playwright-core/lib/tools/cli-client/program.js</a:t>
            </a:r>
          </a:p>
          <a:p>
            <a:pPr>
              <a:defRPr sz="1200"/>
            </a:pPr>
            <a:r>
              <a:t>D:/pasar_fix/node_modules/.bun/playwright-core@1.61.1/node_modules/playwright-core/lib/tools/cli-client/registry.js</a:t>
            </a:r>
          </a:p>
          <a:p>
            <a:pPr>
              <a:defRPr sz="1200"/>
            </a:pPr>
            <a:r>
              <a:t>D:/pasar_fix/node_modules/.bun/playwright-core@1.61.1/node_modules/playwright-core/lib/tools/cli-client/session.js</a:t>
            </a:r>
          </a:p>
          <a:p>
            <a:pPr>
              <a:defRPr sz="1200"/>
            </a:pPr>
            <a:r>
              <a:t>D:/pasar_fix/node_modules/.bun/playwright-core@1.61.1/node_modules/playwright-core/lib/tools/cli-client/skill/SKILL.md</a:t>
            </a:r>
          </a:p>
          <a:p>
            <a:pPr>
              <a:defRPr sz="1200"/>
            </a:pPr>
            <a:r>
              <a:t>D:/pasar_fix/node_modules/.bun/playwright-core@1.61.1/node_modules/playwright-core/lib/tools/cli-client/skill/references/element-attributes.md</a:t>
            </a:r>
          </a:p>
          <a:p>
            <a:pPr>
              <a:defRPr sz="1200"/>
            </a:pPr>
            <a:r>
              <a:t>D:/pasar_fix/node_modules/.bun/playwright-core@1.61.1/node_modules/playwright-core/lib/tools/cli-client/skill/references/playwright-tests.md</a:t>
            </a:r>
          </a:p>
          <a:p>
            <a:pPr>
              <a:defRPr sz="1200"/>
            </a:pPr>
            <a:r>
              <a:t>D:/pasar_fix/node_modules/.bun/playwright-core@1.61.1/node_modules/playwright-core/lib/tools/cli-client/skill/references/request-mocking.md</a:t>
            </a:r>
          </a:p>
          <a:p>
            <a:pPr>
              <a:defRPr sz="1200"/>
            </a:pPr>
            <a:r>
              <a:t>D:/pasar_fix/node_modules/.bun/playwright-core@1.61.1/node_modules/playwright-core/lib/tools/cli-client/skill/references/running-code.md</a:t>
            </a:r>
          </a:p>
          <a:p>
            <a:pPr>
              <a:defRPr sz="1200"/>
            </a:pPr>
            <a:r>
              <a:t>D:/pasar_fix/node_modules/.bun/playwright-core@1.61.1/node_modules/playwright-core/lib/tools/cli-client/skill/references/session-management.md</a:t>
            </a:r>
          </a:p>
          <a:p>
            <a:pPr>
              <a:defRPr sz="1200"/>
            </a:pPr>
            <a:r>
              <a:t>D:/pasar_fix/node_modules/.bun/playwright-core@1.61.1/node_modules/playwright-core/lib/tools/cli-client/skill/references/spec-driven-testing.md</a:t>
            </a:r>
          </a:p>
          <a:p>
            <a:pPr>
              <a:defRPr sz="1200"/>
            </a:pPr>
            <a:r>
              <a:t>D:/pasar_fix/node_modules/.bun/playwright-core@1.61.1/node_modules/playwright-core/lib/tools/cli-client/skill/references/storage-state.md</a:t>
            </a:r>
          </a:p>
          <a:p>
            <a:pPr>
              <a:defRPr sz="1200"/>
            </a:pPr>
            <a:r>
              <a:t>D:/pasar_fix/node_modules/.bun/playwright-core@1.61.1/node_modules/playwright-core/lib/tools/cli-client/skill/references/test-generation.md</a:t>
            </a:r>
          </a:p>
          <a:p>
            <a:pPr>
              <a:defRPr sz="1200"/>
            </a:pPr>
            <a:r>
              <a:t>D:/pasar_fix/node_modules/.bun/playwright-core@1.61.1/node_modules/playwright-core/lib/tools/cli-client/skill/references/tracing.md</a:t>
            </a:r>
          </a:p>
          <a:p>
            <a:pPr>
              <a:defRPr sz="1200"/>
            </a:pPr>
            <a:r>
              <a:t>D:/pasar_fix/node_modules/.bun/playwright-core@1.61.1/node_modules/playwright-core/lib/tools/cli-client/skill/references/video-recording.md</a:t>
            </a:r>
          </a:p>
          <a:p>
            <a:pPr>
              <a:defRPr sz="1200"/>
            </a:pPr>
            <a:r>
              <a:t>D:/pasar_fix/node_modules/.bun/playwright-core@1.61.1/node_modules/playwright-core/lib/tools/dashboard/appIcon.png</a:t>
            </a:r>
          </a:p>
          <a:p>
            <a:pPr>
              <a:defRPr sz="1200"/>
            </a:pPr>
            <a:r>
              <a:t>D:/pasar_fix/node_modules/.bun/playwright-core@1.61.1/node_modules/playwright-core/lib/tools/trace/SKILL.md</a:t>
            </a:r>
          </a:p>
          <a:p>
            <a:pPr>
              <a:defRPr sz="1200"/>
            </a:pPr>
            <a:r>
              <a:t>D:/pasar_fix/node_modules/.bun/playwright-core@1.61.1/node_modules/playwright-core/lib/tools/utils/extension.js</a:t>
            </a:r>
          </a:p>
          <a:p>
            <a:pPr>
              <a:defRPr sz="1200"/>
            </a:pPr>
            <a:r>
              <a:t>D:/pasar_fix/node_modules/.bun/playwright-core@1.61.1/node_modules/playwright-core/lib/tools/utils/socketConnection.js</a:t>
            </a:r>
          </a:p>
          <a:p>
            <a:pPr>
              <a:defRPr sz="1200"/>
            </a:pPr>
            <a:r>
              <a:t>D:/pasar_fix/node_modules/.bun/playwright-core@1.61.1/node_modules/playwright-core/lib/vite/dashboard/index.html</a:t>
            </a:r>
          </a:p>
          <a:p>
            <a:pPr>
              <a:defRPr sz="1200"/>
            </a:pPr>
            <a:r>
              <a:t>D:/pasar_fix/node_modules/.bun/playwright-core@1.61.1/node_modules/playwright-core/lib/vite/dashboard/playwright-logo.svg</a:t>
            </a:r>
          </a:p>
          <a:p>
            <a:pPr>
              <a:defRPr sz="1200"/>
            </a:pPr>
            <a:r>
              <a:t>D:/pasar_fix/node_modules/.bun/playwright-core@1.61.1/node_modules/playwright-core/lib/vite/dashboard/assets/codicon-DCmgc-ay.ttf</a:t>
            </a:r>
          </a:p>
          <a:p>
            <a:pPr>
              <a:defRPr sz="1200"/>
            </a:pPr>
            <a:r>
              <a:t>D:/pasar_fix/node_modules/.bun/playwright-core@1.61.1/node_modules/playwright-core/lib/vite/dashboard/assets/firefox-1bWoP6pv.svg</a:t>
            </a:r>
          </a:p>
          <a:p>
            <a:pPr>
              <a:defRPr sz="1200"/>
            </a:pPr>
            <a:r>
              <a:t>D:/pasar_fix/node_modules/.bun/playwright-core@1.61.1/node_modules/playwright-core/lib/vite/dashboard/assets/firefox-beta-k3eOH_eK.svg</a:t>
            </a:r>
          </a:p>
          <a:p>
            <a:pPr>
              <a:defRPr sz="1200"/>
            </a:pPr>
            <a:r>
              <a:t>D:/pasar_fix/node_modules/.bun/playwright-core@1.61.1/node_modules/playwright-core/lib/vite/dashboard/assets/firefox-nightly-Cp5nfeDT.svg</a:t>
            </a:r>
          </a:p>
          <a:p>
            <a:pPr>
              <a:defRPr sz="1200"/>
            </a:pPr>
            <a:r>
              <a:t>D:/pasar_fix/node_modules/.bun/playwright-core@1.61.1/node_modules/playwright-core/lib/vite/dashboard/assets/index-BY2S1tHT.css</a:t>
            </a:r>
          </a:p>
          <a:p>
            <a:pPr>
              <a:defRPr sz="1200"/>
            </a:pPr>
            <a:r>
              <a:t>D:/pasar_fix/node_modules/.bun/playwright-core@1.61.1/node_modules/playwright-core/lib/vite/dashboard/assets/index-C_5TMfeg.js</a:t>
            </a:r>
          </a:p>
          <a:p>
            <a:pPr>
              <a:defRPr sz="1200"/>
            </a:pPr>
            <a:r>
              <a:t>D:/pasar_fix/node_modules/.bun/playwright-core@1.61.1/node_modules/playwright-core/lib/vite/dashboard/assets/safari-na3_-uQk.svg</a:t>
            </a:r>
          </a:p>
          <a:p>
            <a:pPr>
              <a:defRPr sz="1200"/>
            </a:pPr>
            <a:r>
              <a:t>D:/pasar_fix/node_modules/.bun/playwright-core@1.61.1/node_modules/playwright-core/lib/vite/htmlReport/index.html</a:t>
            </a:r>
          </a:p>
          <a:p>
            <a:pPr>
              <a:defRPr sz="1200"/>
            </a:pPr>
            <a:r>
              <a:t>D:/pasar_fix/node_modules/.bun/playwright-core@1.61.1/node_modules/playwright-core/lib/vite/htmlReport/report.css</a:t>
            </a:r>
          </a:p>
          <a:p>
            <a:pPr>
              <a:defRPr sz="1200"/>
            </a:pPr>
            <a:r>
              <a:t>D:/pasar_fix/node_modules/.bun/playwright-core@1.61.1/node_modules/playwright-core/lib/vite/htmlReport/report.js</a:t>
            </a:r>
          </a:p>
          <a:p>
            <a:pPr>
              <a:defRPr sz="1200"/>
            </a:pPr>
            <a:r>
              <a:t>D:/pasar_fix/node_modules/.bun/playwright-core@1.61.1/node_modules/playwright-core/lib/vite/recorder/index.html</a:t>
            </a:r>
          </a:p>
          <a:p>
            <a:pPr>
              <a:defRPr sz="1200"/>
            </a:pPr>
            <a:r>
              <a:t>D:/pasar_fix/node_modules/.bun/playwright-core@1.61.1/node_modules/playwright-core/lib/vite/recorder/playwright-logo.svg</a:t>
            </a:r>
          </a:p>
          <a:p>
            <a:pPr>
              <a:defRPr sz="1200"/>
            </a:pPr>
            <a:r>
              <a:t>D:/pasar_fix/node_modules/.bun/playwright-core@1.61.1/node_modules/playwright-core/lib/vite/recorder/assets/codeMirrorModule-DeBYQozu.js</a:t>
            </a:r>
          </a:p>
          <a:p>
            <a:pPr>
              <a:defRPr sz="1200"/>
            </a:pPr>
            <a:r>
              <a:t>D:/pasar_fix/node_modules/.bun/playwright-core@1.61.1/node_modules/playwright-core/lib/vite/recorder/assets/codeMirrorModule-DYBRYzYX.css</a:t>
            </a:r>
          </a:p>
          <a:p>
            <a:pPr>
              <a:defRPr sz="1200"/>
            </a:pPr>
            <a:r>
              <a:t>D:/pasar_fix/node_modules/.bun/playwright-core@1.61.1/node_modules/playwright-core/lib/vite/recorder/assets/codicon-DCmgc-ay.ttf</a:t>
            </a:r>
          </a:p>
          <a:p>
            <a:pPr>
              <a:defRPr sz="1200"/>
            </a:pPr>
            <a:r>
              <a:t>D:/pasar_fix/node_modules/.bun/playwright-core@1.61.1/node_modules/playwright-core/lib/vite/recorder/assets/index-4ZiSSCmn.css</a:t>
            </a:r>
          </a:p>
          <a:p>
            <a:pPr>
              <a:defRPr sz="1200"/>
            </a:pPr>
            <a:r>
              <a:t>D:/pasar_fix/node_modules/.bun/playwright-core@1.61.1/node_modules/playwright-core/lib/vite/recorder/assets/index-Bq-mQf8S.js</a:t>
            </a:r>
          </a:p>
          <a:p>
            <a:pPr>
              <a:defRPr sz="1200"/>
            </a:pPr>
            <a:r>
              <a:t>D:/pasar_fix/node_modules/.bun/playwright-core@1.61.1/node_modules/playwright-core/lib/vite/traceViewer/codeMirrorModule.DYBRYzYX.css</a:t>
            </a:r>
          </a:p>
          <a:p>
            <a:pPr>
              <a:defRPr sz="1200"/>
            </a:pPr>
            <a:r>
              <a:t>D:/pasar_fix/node_modules/.bun/playwright-core@1.61.1/node_modules/playwright-core/lib/vite/traceViewer/codicon.DCmgc-ay.ttf</a:t>
            </a:r>
          </a:p>
          <a:p>
            <a:pPr>
              <a:defRPr sz="1200"/>
            </a:pPr>
            <a:r>
              <a:t>D:/pasar_fix/node_modules/.bun/playwright-core@1.61.1/node_modules/playwright-core/lib/vite/traceViewer/defaultSettingsView.CjdS-WJx.css</a:t>
            </a:r>
          </a:p>
          <a:p>
            <a:pPr>
              <a:defRPr sz="1200"/>
            </a:pPr>
            <a:r>
              <a:t>D:/pasar_fix/node_modules/.bun/playwright-core@1.61.1/node_modules/playwright-core/lib/vite/traceViewer/index.CzXZzn5A.css</a:t>
            </a:r>
          </a:p>
          <a:p>
            <a:pPr>
              <a:defRPr sz="1200"/>
            </a:pPr>
            <a:r>
              <a:t>D:/pasar_fix/node_modules/.bun/playwright-core@1.61.1/node_modules/playwright-core/lib/vite/traceViewer/index.DMMX1gXU.js</a:t>
            </a:r>
          </a:p>
          <a:p>
            <a:pPr>
              <a:defRPr sz="1200"/>
            </a:pPr>
            <a:r>
              <a:t>D:/pasar_fix/node_modules/.bun/playwright-core@1.61.1/node_modules/playwright-core/lib/vite/traceViewer/index.html</a:t>
            </a:r>
          </a:p>
          <a:p>
            <a:pPr>
              <a:defRPr sz="1200"/>
            </a:pPr>
            <a:r>
              <a:t>D:/pasar_fix/node_modules/.bun/playwright-core@1.61.1/node_modules/playwright-core/lib/vite/traceViewer/manifest.webmanifest</a:t>
            </a:r>
          </a:p>
          <a:p>
            <a:pPr>
              <a:defRPr sz="1200"/>
            </a:pPr>
            <a:r>
              <a:t>D:/pasar_fix/node_modules/.bun/playwright-core@1.61.1/node_modules/playwright-core/lib/vite/traceViewer/playwright-logo.svg</a:t>
            </a:r>
          </a:p>
          <a:p>
            <a:pPr>
              <a:defRPr sz="1200"/>
            </a:pPr>
            <a:r>
              <a:t>D:/pasar_fix/node_modules/.bun/playwright-core@1.61.1/node_modules/playwright-core/lib/vite/traceViewer/snapshot.html</a:t>
            </a:r>
          </a:p>
          <a:p>
            <a:pPr>
              <a:defRPr sz="1200"/>
            </a:pPr>
            <a:r>
              <a:t>D:/pasar_fix/node_modules/.bun/playwright-core@1.61.1/node_modules/playwright-core/lib/vite/traceViewer/snapshot.v8KI4P3m.js</a:t>
            </a:r>
          </a:p>
          <a:p>
            <a:pPr>
              <a:defRPr sz="1200"/>
            </a:pPr>
            <a:r>
              <a:t>D:/pasar_fix/node_modules/.bun/playwright-core@1.61.1/node_modules/playwright-core/lib/vite/traceViewer/sw.bundle.js</a:t>
            </a:r>
          </a:p>
          <a:p>
            <a:pPr>
              <a:defRPr sz="1200"/>
            </a:pPr>
            <a:r>
              <a:t>D:/pasar_fix/node_modules/.bun/playwright-core@1.61.1/node_modules/playwright-core/lib/vite/traceViewer/uiMode.BZQ54Kgt.css</a:t>
            </a:r>
          </a:p>
          <a:p>
            <a:pPr>
              <a:defRPr sz="1200"/>
            </a:pPr>
            <a:r>
              <a:t>D:/pasar_fix/node_modules/.bun/playwright-core@1.61.1/node_modules/playwright-core/lib/vite/traceViewer/uiMode.html</a:t>
            </a:r>
          </a:p>
          <a:p>
            <a:pPr>
              <a:defRPr sz="1200"/>
            </a:pPr>
            <a:r>
              <a:t>D:/pasar_fix/node_modules/.bun/playwright-core@1.61.1/node_modules/playwright-core/lib/vite/traceViewer/uiMode.Ut8wwJNp.js</a:t>
            </a:r>
          </a:p>
          <a:p>
            <a:pPr>
              <a:defRPr sz="1200"/>
            </a:pPr>
            <a:r>
              <a:t>D:/pasar_fix/node_modules/.bun/playwright-core@1.61.1/node_modules/playwright-core/lib/vite/traceViewer/xtermModule.DYP7pi_n.css</a:t>
            </a:r>
          </a:p>
          <a:p>
            <a:pPr>
              <a:defRPr sz="1200"/>
            </a:pPr>
            <a:r>
              <a:t>D:/pasar_fix/node_modules/.bun/playwright-core@1.61.1/node_modules/playwright-core/lib/vite/traceViewer/assets/codeMirrorModule-LEHpjmcn.js</a:t>
            </a:r>
          </a:p>
          <a:p>
            <a:pPr>
              <a:defRPr sz="1200"/>
            </a:pPr>
            <a:r>
              <a:t>D:/pasar_fix/node_modules/.bun/playwright-core@1.61.1/node_modules/playwright-core/lib/vite/traceViewer/assets/defaultSettingsView-BNmKHKpQ.js</a:t>
            </a:r>
          </a:p>
          <a:p>
            <a:pPr>
              <a:defRPr sz="1200"/>
            </a:pPr>
            <a:r>
              <a:t>D:/pasar_fix/node_modules/.bun/playwright-core@1.61.1/node_modules/playwright-core/lib/vite/traceViewer/assets/urlMatch-BYQrIQwR.js</a:t>
            </a:r>
          </a:p>
          <a:p>
            <a:pPr>
              <a:defRPr sz="1200"/>
            </a:pPr>
            <a:r>
              <a:t>D:/pasar_fix/node_modules/.bun/playwright-core@1.61.1/node_modules/playwright-core/lib/vite/traceViewer/assets/xtermModule-CsJ4vdCR.js</a:t>
            </a:r>
          </a:p>
          <a:p>
            <a:pPr>
              <a:defRPr sz="1200"/>
            </a:pPr>
            <a:r>
              <a:t>D:/pasar_fix/node_modules/.bun/playwright-core@1.61.1/node_modules/playwright-core/types/protocol.d.ts</a:t>
            </a:r>
          </a:p>
          <a:p>
            <a:pPr>
              <a:defRPr sz="1200"/>
            </a:pPr>
            <a:r>
              <a:t>D:/pasar_fix/node_modules/.bun/playwright-core@1.61.1/node_modules/playwright-core/types/structs.d.ts</a:t>
            </a:r>
          </a:p>
          <a:p>
            <a:pPr>
              <a:defRPr sz="1200"/>
            </a:pPr>
            <a:r>
              <a:t>D:/pasar_fix/node_modules/.bun/playwright-core@1.61.1/node_modules/playwright-core/types/types.d.ts</a:t>
            </a:r>
          </a:p>
          <a:p>
            <a:pPr>
              <a:defRPr sz="1200"/>
            </a:pPr>
            <a:r>
              <a:t>D:/pasar_fix/node_modules/.bun/playwright@1.61.1/node_modules/.bin/playwright-core.bunx</a:t>
            </a:r>
          </a:p>
          <a:p>
            <a:pPr>
              <a:defRPr sz="1200"/>
            </a:pPr>
            <a:r>
              <a:t>D:/pasar_fix/node_modules/.bun/playwright@1.61.1/node_modules/.bin/playwright-core.exe</a:t>
            </a:r>
          </a:p>
          <a:p>
            <a:pPr>
              <a:defRPr sz="1200"/>
            </a:pPr>
            <a:r>
              <a:t>D:/pasar_fix/node_modules/.bun/playwright@1.61.1/node_modules/.bin/playwright.bunx</a:t>
            </a:r>
          </a:p>
          <a:p>
            <a:pPr>
              <a:defRPr sz="1200"/>
            </a:pPr>
            <a:r>
              <a:t>D:/pasar_fix/node_modules/.bun/playwright@1.61.1/node_modules/.bin/playwright.exe</a:t>
            </a:r>
          </a:p>
          <a:p>
            <a:pPr>
              <a:defRPr sz="1200"/>
            </a:pPr>
            <a:r>
              <a:t>D:/pasar_fix/node_modules/.bun/playwright@1.61.1/node_modules/playwright/cli.js</a:t>
            </a:r>
          </a:p>
          <a:p>
            <a:pPr>
              <a:defRPr sz="1200"/>
            </a:pPr>
            <a:r>
              <a:t>D:/pasar_fix/node_modules/.bun/playwright@1.61.1/node_modules/playwright/index.d.ts</a:t>
            </a:r>
          </a:p>
          <a:p>
            <a:pPr>
              <a:defRPr sz="1200"/>
            </a:pPr>
            <a:r>
              <a:t>D:/pasar_fix/node_modules/.bun/playwright@1.61.1/node_modules/playwright/index.js</a:t>
            </a:r>
          </a:p>
          <a:p>
            <a:pPr>
              <a:defRPr sz="1200"/>
            </a:pPr>
            <a:r>
              <a:t>D:/pasar_fix/node_modules/.bun/playwright@1.61.1/node_modules/playwright/index.mjs</a:t>
            </a:r>
          </a:p>
          <a:p>
            <a:pPr>
              <a:defRPr sz="1200"/>
            </a:pPr>
            <a:r>
              <a:t>D:/pasar_fix/node_modules/.bun/playwright@1.61.1/node_modules/playwright/jsx-runtime.js</a:t>
            </a:r>
          </a:p>
          <a:p>
            <a:pPr>
              <a:defRPr sz="1200"/>
            </a:pPr>
            <a:r>
              <a:t>D:/pasar_fix/node_modules/.bun/playwright@1.61.1/node_modules/playwright/jsx-runtime.mjs</a:t>
            </a:r>
          </a:p>
          <a:p>
            <a:pPr>
              <a:defRPr sz="1200"/>
            </a:pPr>
            <a:r>
              <a:t>D:/pasar_fix/node_modules/.bun/playwright@1.61.1/node_modules/playwright/LICENSE</a:t>
            </a:r>
          </a:p>
          <a:p>
            <a:pPr>
              <a:defRPr sz="1200"/>
            </a:pPr>
            <a:r>
              <a:t>D:/pasar_fix/node_modules/.bun/playwright@1.61.1/node_modules/playwright/NOTICE</a:t>
            </a:r>
          </a:p>
          <a:p>
            <a:pPr>
              <a:defRPr sz="1200"/>
            </a:pPr>
            <a:r>
              <a:t>D:/pasar_fix/node_modules/.bun/playwright@1.61.1/node_modules/playwright/package.json</a:t>
            </a:r>
          </a:p>
          <a:p>
            <a:pPr>
              <a:defRPr sz="1200"/>
            </a:pPr>
            <a:r>
              <a:t>D:/pasar_fix/node_modules/.bun/playwright@1.61.1/node_modules/playwright/README.md</a:t>
            </a:r>
          </a:p>
          <a:p>
            <a:pPr>
              <a:defRPr sz="1200"/>
            </a:pPr>
            <a:r>
              <a:t>D:/pasar_fix/node_modules/.bun/playwright@1.61.1/node_modules/playwright/test.d.ts</a:t>
            </a:r>
          </a:p>
          <a:p>
            <a:pPr>
              <a:defRPr sz="1200"/>
            </a:pPr>
            <a:r>
              <a:t>D:/pasar_fix/node_modules/.bun/playwright@1.61.1/node_modules/playwright/test.js</a:t>
            </a:r>
          </a:p>
          <a:p>
            <a:pPr>
              <a:defRPr sz="1200"/>
            </a:pPr>
            <a:r>
              <a:t>D:/pasar_fix/node_modules/.bun/playwright@1.61.1/node_modules/playwright/test.mjs</a:t>
            </a:r>
          </a:p>
          <a:p>
            <a:pPr>
              <a:defRPr sz="1200"/>
            </a:pPr>
            <a:r>
              <a:t>D:/pasar_fix/node_modules/.bun/playwright@1.61.1/node_modules/playwright/ThirdPartyNotices.txt</a:t>
            </a:r>
          </a:p>
          <a:p>
            <a:pPr>
              <a:defRPr sz="1200"/>
            </a:pPr>
            <a:r>
              <a:t>D:/pasar_fix/node_modules/.bun/playwright@1.61.1/node_modules/playwright/lib/errorContext.js</a:t>
            </a:r>
          </a:p>
          <a:p>
            <a:pPr>
              <a:defRPr sz="1200"/>
            </a:pPr>
            <a:r>
              <a:t>D:/pasar_fix/node_modules/.bun/playwright@1.61.1/node_modules/playwright/lib/globals.js</a:t>
            </a:r>
          </a:p>
          <a:p>
            <a:pPr>
              <a:defRPr sz="1200"/>
            </a:pPr>
            <a:r>
              <a:t>D:/pasar_fix/node_modules/.bun/playwright@1.61.1/node_modules/playwright/lib/index.js</a:t>
            </a:r>
          </a:p>
          <a:p>
            <a:pPr>
              <a:defRPr sz="1200"/>
            </a:pPr>
            <a:r>
              <a:t>D:/pasar_fix/node_modules/.bun/playwright@1.61.1/node_modules/playwright/lib/isomorphic.js</a:t>
            </a:r>
          </a:p>
          <a:p>
            <a:pPr>
              <a:defRPr sz="1200"/>
            </a:pPr>
            <a:r>
              <a:t>D:/pasar_fix/node_modules/.bun/playwright@1.61.1/node_modules/playwright/lib/isomorphic.js.txt</a:t>
            </a:r>
          </a:p>
          <a:p>
            <a:pPr>
              <a:defRPr sz="1200"/>
            </a:pPr>
            <a:r>
              <a:t>D:/pasar_fix/node_modules/.bun/playwright@1.61.1/node_modules/playwright/lib/package.js</a:t>
            </a:r>
          </a:p>
          <a:p>
            <a:pPr>
              <a:defRPr sz="1200"/>
            </a:pPr>
            <a:r>
              <a:t>D:/pasar_fix/node_modules/.bun/playwright@1.61.1/node_modules/playwright/lib/program.js</a:t>
            </a:r>
          </a:p>
          <a:p>
            <a:pPr>
              <a:defRPr sz="1200"/>
            </a:pPr>
            <a:r>
              <a:t>D:/pasar_fix/node_modules/.bun/playwright@1.61.1/node_modules/playwright/lib/util.js</a:t>
            </a:r>
          </a:p>
          <a:p>
            <a:pPr>
              <a:defRPr sz="1200"/>
            </a:pPr>
            <a:r>
              <a:t>D:/pasar_fix/node_modules/.bun/playwright@1.61.1/node_modules/playwright/lib/agents/agentParser.js</a:t>
            </a:r>
          </a:p>
          <a:p>
            <a:pPr>
              <a:defRPr sz="1200"/>
            </a:pPr>
            <a:r>
              <a:t>D:/pasar_fix/node_modules/.bun/playwright@1.61.1/node_modules/playwright/lib/agents/copilot-setup-steps.yml</a:t>
            </a:r>
          </a:p>
          <a:p>
            <a:pPr>
              <a:defRPr sz="1200"/>
            </a:pPr>
            <a:r>
              <a:t>D:/pasar_fix/node_modules/.bun/playwright@1.61.1/node_modules/playwright/lib/agents/generateAgents.js</a:t>
            </a:r>
          </a:p>
          <a:p>
            <a:pPr>
              <a:defRPr sz="1200"/>
            </a:pPr>
            <a:r>
              <a:t>D:/pasar_fix/node_modules/.bun/playwright@1.61.1/node_modules/playwright/lib/agents/playwright-test-coverage.prompt.md</a:t>
            </a:r>
          </a:p>
          <a:p>
            <a:pPr>
              <a:defRPr sz="1200"/>
            </a:pPr>
            <a:r>
              <a:t>D:/pasar_fix/node_modules/.bun/playwright@1.61.1/node_modules/playwright/lib/agents/playwright-test-generate.prompt.md</a:t>
            </a:r>
          </a:p>
          <a:p>
            <a:pPr>
              <a:defRPr sz="1200"/>
            </a:pPr>
            <a:r>
              <a:t>D:/pasar_fix/node_modules/.bun/playwright@1.61.1/node_modules/playwright/lib/agents/playwright-test-generator.agent.md</a:t>
            </a:r>
          </a:p>
          <a:p>
            <a:pPr>
              <a:defRPr sz="1200"/>
            </a:pPr>
            <a:r>
              <a:t>D:/pasar_fix/node_modules/.bun/playwright@1.61.1/node_modules/playwright/lib/agents/playwright-test-heal.prompt.md</a:t>
            </a:r>
          </a:p>
          <a:p>
            <a:pPr>
              <a:defRPr sz="1200"/>
            </a:pPr>
            <a:r>
              <a:t>D:/pasar_fix/node_modules/.bun/playwright@1.61.1/node_modules/playwright/lib/agents/playwright-test-healer.agent.md</a:t>
            </a:r>
          </a:p>
          <a:p>
            <a:pPr>
              <a:defRPr sz="1200"/>
            </a:pPr>
            <a:r>
              <a:t>D:/pasar_fix/node_modules/.bun/playwright@1.61.1/node_modules/playwright/lib/agents/playwright-test-plan.prompt.md</a:t>
            </a:r>
          </a:p>
          <a:p>
            <a:pPr>
              <a:defRPr sz="1200"/>
            </a:pPr>
            <a:r>
              <a:t>D:/pasar_fix/node_modules/.bun/playwright@1.61.1/node_modules/playwright/lib/agents/playwright-test-planner.agent.md</a:t>
            </a:r>
          </a:p>
          <a:p>
            <a:pPr>
              <a:defRPr sz="1200"/>
            </a:pPr>
            <a:r>
              <a:t>D:/pasar_fix/node_modules/.bun/playwright@1.61.1/node_modules/playwright/lib/cli/reportActions.js</a:t>
            </a:r>
          </a:p>
          <a:p>
            <a:pPr>
              <a:defRPr sz="1200"/>
            </a:pPr>
            <a:r>
              <a:t>D:/pasar_fix/node_modules/.bun/playwright@1.61.1/node_modules/playwright/lib/cli/testActions.js</a:t>
            </a:r>
          </a:p>
          <a:p>
            <a:pPr>
              <a:defRPr sz="1200"/>
            </a:pPr>
            <a:r>
              <a:t>D:/pasar_fix/node_modules/.bun/playwright@1.61.1/node_modules/playwright/lib/common/index.js</a:t>
            </a:r>
          </a:p>
          <a:p>
            <a:pPr>
              <a:defRPr sz="1200"/>
            </a:pPr>
            <a:r>
              <a:t>D:/pasar_fix/node_modules/.bun/playwright@1.61.1/node_modules/playwright/lib/common/index.js.txt</a:t>
            </a:r>
          </a:p>
          <a:p>
            <a:pPr>
              <a:defRPr sz="1200"/>
            </a:pPr>
            <a:r>
              <a:t>D:/pasar_fix/node_modules/.bun/playwright@1.61.1/node_modules/playwright/lib/loader/loaderProcessEntry.js</a:t>
            </a:r>
          </a:p>
          <a:p>
            <a:pPr>
              <a:defRPr sz="1200"/>
            </a:pPr>
            <a:r>
              <a:t>D:/pasar_fix/node_modules/.bun/playwright@1.61.1/node_modules/playwright/lib/loader/loaderProcessEntry.js.txt</a:t>
            </a:r>
          </a:p>
          <a:p>
            <a:pPr>
              <a:defRPr sz="1200"/>
            </a:pPr>
            <a:r>
              <a:t>D:/pasar_fix/node_modules/.bun/playwright@1.61.1/node_modules/playwright/lib/matchers/expect.js</a:t>
            </a:r>
          </a:p>
          <a:p>
            <a:pPr>
              <a:defRPr sz="1200"/>
            </a:pPr>
            <a:r>
              <a:t>D:/pasar_fix/node_modules/.bun/playwright@1.61.1/node_modules/playwright/lib/matchers/expect.js.LICENSE</a:t>
            </a:r>
          </a:p>
          <a:p>
            <a:pPr>
              <a:defRPr sz="1200"/>
            </a:pPr>
            <a:r>
              <a:t>D:/pasar_fix/node_modules/.bun/playwright@1.61.1/node_modules/playwright/lib/matchers/expect.js.txt</a:t>
            </a:r>
          </a:p>
          <a:p>
            <a:pPr>
              <a:defRPr sz="1200"/>
            </a:pPr>
            <a:r>
              <a:t>D:/pasar_fix/node_modules/.bun/playwright@1.61.1/node_modules/playwright/lib/mcp/test/browserBackend.js</a:t>
            </a:r>
          </a:p>
          <a:p>
            <a:pPr>
              <a:defRPr sz="1200"/>
            </a:pPr>
            <a:r>
              <a:t>D:/pasar_fix/node_modules/.bun/playwright@1.61.1/node_modules/playwright/lib/mcp/test/generatorTools.js</a:t>
            </a:r>
          </a:p>
          <a:p>
            <a:pPr>
              <a:defRPr sz="1200"/>
            </a:pPr>
            <a:r>
              <a:t>D:/pasar_fix/node_modules/.bun/playwright@1.61.1/node_modules/playwright/lib/mcp/test/plannerTools.js</a:t>
            </a:r>
          </a:p>
          <a:p>
            <a:pPr>
              <a:defRPr sz="1200"/>
            </a:pPr>
            <a:r>
              <a:t>D:/pasar_fix/node_modules/.bun/playwright@1.61.1/node_modules/playwright/lib/mcp/test/seed.js</a:t>
            </a:r>
          </a:p>
          <a:p>
            <a:pPr>
              <a:defRPr sz="1200"/>
            </a:pPr>
            <a:r>
              <a:t>D:/pasar_fix/node_modules/.bun/playwright@1.61.1/node_modules/playwright/lib/mcp/test/streams.js</a:t>
            </a:r>
          </a:p>
          <a:p>
            <a:pPr>
              <a:defRPr sz="1200"/>
            </a:pPr>
            <a:r>
              <a:t>D:/pasar_fix/node_modules/.bun/playwright@1.61.1/node_modules/playwright/lib/mcp/test/testBackend.js</a:t>
            </a:r>
          </a:p>
          <a:p>
            <a:pPr>
              <a:defRPr sz="1200"/>
            </a:pPr>
            <a:r>
              <a:t>D:/pasar_fix/node_modules/.bun/playwright@1.61.1/node_modules/playwright/lib/mcp/test/testContext.js</a:t>
            </a:r>
          </a:p>
          <a:p>
            <a:pPr>
              <a:defRPr sz="1200"/>
            </a:pPr>
            <a:r>
              <a:t>D:/pasar_fix/node_modules/.bun/playwright@1.61.1/node_modules/playwright/lib/mcp/test/testTool.js</a:t>
            </a:r>
          </a:p>
          <a:p>
            <a:pPr>
              <a:defRPr sz="1200"/>
            </a:pPr>
            <a:r>
              <a:t>D:/pasar_fix/node_modules/.bun/playwright@1.61.1/node_modules/playwright/lib/mcp/test/testTools.js</a:t>
            </a:r>
          </a:p>
          <a:p>
            <a:pPr>
              <a:defRPr sz="1200"/>
            </a:pPr>
            <a:r>
              <a:t>D:/pasar_fix/node_modules/.bun/playwright@1.61.1/node_modules/playwright/lib/runner/index.js</a:t>
            </a:r>
          </a:p>
          <a:p>
            <a:pPr>
              <a:defRPr sz="1200"/>
            </a:pPr>
            <a:r>
              <a:t>D:/pasar_fix/node_modules/.bun/playwright@1.61.1/node_modules/playwright/lib/runner/index.js.txt</a:t>
            </a:r>
          </a:p>
          <a:p>
            <a:pPr>
              <a:defRPr sz="1200"/>
            </a:pPr>
            <a:r>
              <a:t>D:/pasar_fix/node_modules/.bun/playwright@1.61.1/node_modules/playwright/lib/transform/babelBundle.js</a:t>
            </a:r>
          </a:p>
          <a:p>
            <a:pPr>
              <a:defRPr sz="1200"/>
            </a:pPr>
            <a:r>
              <a:t>D:/pasar_fix/node_modules/.bun/playwright@1.61.1/node_modules/playwright/lib/transform/babelBundle.js.LICENSE</a:t>
            </a:r>
          </a:p>
          <a:p>
            <a:pPr>
              <a:defRPr sz="1200"/>
            </a:pPr>
            <a:r>
              <a:t>D:/pasar_fix/node_modules/.bun/playwright@1.61.1/node_modules/playwright/lib/transform/babelBundle.js.txt</a:t>
            </a:r>
          </a:p>
          <a:p>
            <a:pPr>
              <a:defRPr sz="1200"/>
            </a:pPr>
            <a:r>
              <a:t>D:/pasar_fix/node_modules/.bun/playwright@1.61.1/node_modules/playwright/lib/transform/esmLoader.js</a:t>
            </a:r>
          </a:p>
          <a:p>
            <a:pPr>
              <a:defRPr sz="1200"/>
            </a:pPr>
            <a:r>
              <a:t>D:/pasar_fix/node_modules/.bun/playwright@1.61.1/node_modules/playwright/lib/transform/esmLoader.js.LICENSE</a:t>
            </a:r>
          </a:p>
          <a:p>
            <a:pPr>
              <a:defRPr sz="1200"/>
            </a:pPr>
            <a:r>
              <a:t>D:/pasar_fix/node_modules/.bun/playwright@1.61.1/node_modules/playwright/lib/transform/esmLoader.js.txt</a:t>
            </a:r>
          </a:p>
          <a:p>
            <a:pPr>
              <a:defRPr sz="1200"/>
            </a:pPr>
            <a:r>
              <a:t>D:/pasar_fix/node_modules/.bun/playwright@1.61.1/node_modules/playwright/lib/worker/workerProcessEntry.js</a:t>
            </a:r>
          </a:p>
          <a:p>
            <a:pPr>
              <a:defRPr sz="1200"/>
            </a:pPr>
            <a:r>
              <a:t>D:/pasar_fix/node_modules/.bun/playwright@1.61.1/node_modules/playwright/lib/worker/workerProcessEntry.js.txt</a:t>
            </a:r>
          </a:p>
          <a:p>
            <a:pPr>
              <a:defRPr sz="1200"/>
            </a:pPr>
            <a:r>
              <a:t>D:/pasar_fix/node_modules/.bun/playwright@1.61.1/node_modules/playwright/types/test.d.ts</a:t>
            </a:r>
          </a:p>
          <a:p>
            <a:pPr>
              <a:defRPr sz="1200"/>
            </a:pPr>
            <a:r>
              <a:t>D:/pasar_fix/node_modules/.bun/playwright@1.61.1/node_modules/playwright/types/testReporter.d.ts</a:t>
            </a:r>
          </a:p>
          <a:p>
            <a:pPr>
              <a:defRPr sz="1200"/>
            </a:pPr>
            <a:r>
              <a:t>D:/pasar_fix/node_modules/.bun/pofile@1.1.4/node_modules/pofile/.jscs.json</a:t>
            </a:r>
          </a:p>
          <a:p>
            <a:pPr>
              <a:defRPr sz="1200"/>
            </a:pPr>
            <a:r>
              <a:t>D:/pasar_fix/node_modules/.bun/pofile@1.1.4/node_modules/pofile/LICENSE</a:t>
            </a:r>
          </a:p>
          <a:p>
            <a:pPr>
              <a:defRPr sz="1200"/>
            </a:pPr>
            <a:r>
              <a:t>D:/pasar_fix/node_modules/.bun/pofile@1.1.4/node_modules/pofile/package.json</a:t>
            </a:r>
          </a:p>
          <a:p>
            <a:pPr>
              <a:defRPr sz="1200"/>
            </a:pPr>
            <a:r>
              <a:t>D:/pasar_fix/node_modules/.bun/pofile@1.1.4/node_modules/pofile/pofile.d.ts</a:t>
            </a:r>
          </a:p>
          <a:p>
            <a:pPr>
              <a:defRPr sz="1200"/>
            </a:pPr>
            <a:r>
              <a:t>D:/pasar_fix/node_modules/.bun/pofile@1.1.4/node_modules/pofile/README.md</a:t>
            </a:r>
          </a:p>
          <a:p>
            <a:pPr>
              <a:defRPr sz="1200"/>
            </a:pPr>
            <a:r>
              <a:t>D:/pasar_fix/node_modules/.bun/pofile@1.1.4/node_modules/pofile/lib/po.js</a:t>
            </a:r>
          </a:p>
          <a:p>
            <a:pPr>
              <a:defRPr sz="1200"/>
            </a:pPr>
            <a:r>
              <a:t>D:/pasar_fix/node_modules/.bun/points-on-curve@0.2.0/node_modules/points-on-curve/LICENSE</a:t>
            </a:r>
          </a:p>
          <a:p>
            <a:pPr>
              <a:defRPr sz="1200"/>
            </a:pPr>
            <a:r>
              <a:t>D:/pasar_fix/node_modules/.bun/points-on-curve@0.2.0/node_modules/points-on-curve/package.json</a:t>
            </a:r>
          </a:p>
          <a:p>
            <a:pPr>
              <a:defRPr sz="1200"/>
            </a:pPr>
            <a:r>
              <a:t>D:/pasar_fix/node_modules/.bun/points-on-curve@0.2.0/node_modules/points-on-curve/README.md</a:t>
            </a:r>
          </a:p>
          <a:p>
            <a:pPr>
              <a:defRPr sz="1200"/>
            </a:pPr>
            <a:r>
              <a:t>D:/pasar_fix/node_modules/.bun/points-on-curve@0.2.0/node_modules/points-on-curve/tsconfig.json</a:t>
            </a:r>
          </a:p>
          <a:p>
            <a:pPr>
              <a:defRPr sz="1200"/>
            </a:pPr>
            <a:r>
              <a:t>D:/pasar_fix/node_modules/.bun/points-on-curve@0.2.0/node_modules/points-on-curve/tslint.json</a:t>
            </a:r>
          </a:p>
          <a:p>
            <a:pPr>
              <a:defRPr sz="1200"/>
            </a:pPr>
            <a:r>
              <a:t>D:/pasar_fix/node_modules/.bun/points-on-curve@0.2.0/node_modules/points-on-curve/lib/curve-to-bezier.d.ts</a:t>
            </a:r>
          </a:p>
          <a:p>
            <a:pPr>
              <a:defRPr sz="1200"/>
            </a:pPr>
            <a:r>
              <a:t>D:/pasar_fix/node_modules/.bun/points-on-curve@0.2.0/node_modules/points-on-curve/lib/curve-to-bezier.js</a:t>
            </a:r>
          </a:p>
          <a:p>
            <a:pPr>
              <a:defRPr sz="1200"/>
            </a:pPr>
            <a:r>
              <a:t>D:/pasar_fix/node_modules/.bun/points-on-curve@0.2.0/node_modules/points-on-curve/lib/index.d.ts</a:t>
            </a:r>
          </a:p>
          <a:p>
            <a:pPr>
              <a:defRPr sz="1200"/>
            </a:pPr>
            <a:r>
              <a:t>D:/pasar_fix/node_modules/.bun/points-on-curve@0.2.0/node_modules/points-on-curve/lib/index.js</a:t>
            </a:r>
          </a:p>
          <a:p>
            <a:pPr>
              <a:defRPr sz="1200"/>
            </a:pPr>
            <a:r>
              <a:t>D:/pasar_fix/node_modules/.bun/points-on-curve@0.2.0/node_modules/points-on-curve/src/curve-to-bezier.ts</a:t>
            </a:r>
          </a:p>
          <a:p>
            <a:pPr>
              <a:defRPr sz="1200"/>
            </a:pPr>
            <a:r>
              <a:t>D:/pasar_fix/node_modules/.bun/points-on-curve@0.2.0/node_modules/points-on-curve/src/index.ts</a:t>
            </a:r>
          </a:p>
          <a:p>
            <a:pPr>
              <a:defRPr sz="1200"/>
            </a:pPr>
            <a:r>
              <a:t>D:/pasar_fix/node_modules/.bun/points-on-path@0.2.1/node_modules/points-on-path/LICENSE</a:t>
            </a:r>
          </a:p>
          <a:p>
            <a:pPr>
              <a:defRPr sz="1200"/>
            </a:pPr>
            <a:r>
              <a:t>D:/pasar_fix/node_modules/.bun/points-on-path@0.2.1/node_modules/points-on-path/package.json</a:t>
            </a:r>
          </a:p>
          <a:p>
            <a:pPr>
              <a:defRPr sz="1200"/>
            </a:pPr>
            <a:r>
              <a:t>D:/pasar_fix/node_modules/.bun/points-on-path@0.2.1/node_modules/points-on-path/README.md</a:t>
            </a:r>
          </a:p>
          <a:p>
            <a:pPr>
              <a:defRPr sz="1200"/>
            </a:pPr>
            <a:r>
              <a:t>D:/pasar_fix/node_modules/.bun/points-on-path@0.2.1/node_modules/points-on-path/tsconfig.json</a:t>
            </a:r>
          </a:p>
          <a:p>
            <a:pPr>
              <a:defRPr sz="1200"/>
            </a:pPr>
            <a:r>
              <a:t>D:/pasar_fix/node_modules/.bun/points-on-path@0.2.1/node_modules/points-on-path/tslint.json</a:t>
            </a:r>
          </a:p>
          <a:p>
            <a:pPr>
              <a:defRPr sz="1200"/>
            </a:pPr>
            <a:r>
              <a:t>D:/pasar_fix/node_modules/.bun/points-on-path@0.2.1/node_modules/points-on-path/lib/index.d.ts</a:t>
            </a:r>
          </a:p>
          <a:p>
            <a:pPr>
              <a:defRPr sz="1200"/>
            </a:pPr>
            <a:r>
              <a:t>D:/pasar_fix/node_modules/.bun/points-on-path@0.2.1/node_modules/points-on-path/lib/index.js</a:t>
            </a:r>
          </a:p>
          <a:p>
            <a:pPr>
              <a:defRPr sz="1200"/>
            </a:pPr>
            <a:r>
              <a:t>D:/pasar_fix/node_modules/.bun/points-on-path@0.2.1/node_modules/points-on-path/src/index.ts</a:t>
            </a:r>
          </a:p>
          <a:p>
            <a:pPr>
              <a:defRPr sz="1200"/>
            </a:pPr>
            <a:r>
              <a:t>D:/pasar_fix/node_modules/.bun/postcss@8.5.14/node_modules/.bin/nanoid.bunx</a:t>
            </a:r>
          </a:p>
          <a:p>
            <a:pPr>
              <a:defRPr sz="1200"/>
            </a:pPr>
            <a:r>
              <a:t>D:/pasar_fix/node_modules/.bun/postcss@8.5.14/node_modules/.bin/nanoid.exe</a:t>
            </a:r>
          </a:p>
          <a:p>
            <a:pPr>
              <a:defRPr sz="1200"/>
            </a:pPr>
            <a:r>
              <a:t>D:/pasar_fix/node_modules/.bun/postcss@8.5.14/node_modules/postcss/LICENSE</a:t>
            </a:r>
          </a:p>
          <a:p>
            <a:pPr>
              <a:defRPr sz="1200"/>
            </a:pPr>
            <a:r>
              <a:t>D:/pasar_fix/node_modules/.bun/postcss@8.5.14/node_modules/postcss/package.json</a:t>
            </a:r>
          </a:p>
          <a:p>
            <a:pPr>
              <a:defRPr sz="1200"/>
            </a:pPr>
            <a:r>
              <a:t>D:/pasar_fix/node_modules/.bun/postcss@8.5.14/node_modules/postcss/README.md</a:t>
            </a:r>
          </a:p>
          <a:p>
            <a:pPr>
              <a:defRPr sz="1200"/>
            </a:pPr>
            <a:r>
              <a:t>D:/pasar_fix/node_modules/.bun/postcss@8.5.14/node_modules/postcss/lib/at-rule.d.ts</a:t>
            </a:r>
          </a:p>
          <a:p>
            <a:pPr>
              <a:defRPr sz="1200"/>
            </a:pPr>
            <a:r>
              <a:t>D:/pasar_fix/node_modules/.bun/postcss@8.5.14/node_modules/postcss/lib/at-rule.js</a:t>
            </a:r>
          </a:p>
          <a:p>
            <a:pPr>
              <a:defRPr sz="1200"/>
            </a:pPr>
            <a:r>
              <a:t>D:/pasar_fix/node_modules/.bun/postcss@8.5.14/node_modules/postcss/lib/comment.d.ts</a:t>
            </a:r>
          </a:p>
          <a:p>
            <a:pPr>
              <a:defRPr sz="1200"/>
            </a:pPr>
            <a:r>
              <a:t>D:/pasar_fix/node_modules/.bun/postcss@8.5.14/node_modules/postcss/lib/comment.js</a:t>
            </a:r>
          </a:p>
          <a:p>
            <a:pPr>
              <a:defRPr sz="1200"/>
            </a:pPr>
            <a:r>
              <a:t>D:/pasar_fix/node_modules/.bun/postcss@8.5.14/node_modules/postcss/lib/container.d.ts</a:t>
            </a:r>
          </a:p>
          <a:p>
            <a:pPr>
              <a:defRPr sz="1200"/>
            </a:pPr>
            <a:r>
              <a:t>D:/pasar_fix/node_modules/.bun/postcss@8.5.14/node_modules/postcss/lib/container.js</a:t>
            </a:r>
          </a:p>
          <a:p>
            <a:pPr>
              <a:defRPr sz="1200"/>
            </a:pPr>
            <a:r>
              <a:t>D:/pasar_fix/node_modules/.bun/postcss@8.5.14/node_modules/postcss/lib/css-syntax-error.d.ts</a:t>
            </a:r>
          </a:p>
          <a:p>
            <a:pPr>
              <a:defRPr sz="1200"/>
            </a:pPr>
            <a:r>
              <a:t>D:/pasar_fix/node_modules/.bun/postcss@8.5.14/node_modules/postcss/lib/css-syntax-error.js</a:t>
            </a:r>
          </a:p>
          <a:p>
            <a:pPr>
              <a:defRPr sz="1200"/>
            </a:pPr>
            <a:r>
              <a:t>D:/pasar_fix/node_modules/.bun/postcss@8.5.14/node_modules/postcss/lib/declaration.d.ts</a:t>
            </a:r>
          </a:p>
          <a:p>
            <a:pPr>
              <a:defRPr sz="1200"/>
            </a:pPr>
            <a:r>
              <a:t>D:/pasar_fix/node_modules/.bun/postcss@8.5.14/node_modules/postcss/lib/declaration.js</a:t>
            </a:r>
          </a:p>
          <a:p>
            <a:pPr>
              <a:defRPr sz="1200"/>
            </a:pPr>
            <a:r>
              <a:t>D:/pasar_fix/node_modules/.bun/postcss@8.5.14/node_modules/postcss/lib/document.d.ts</a:t>
            </a:r>
          </a:p>
          <a:p>
            <a:pPr>
              <a:defRPr sz="1200"/>
            </a:pPr>
            <a:r>
              <a:t>D:/pasar_fix/node_modules/.bun/postcss@8.5.14/node_modules/postcss/lib/document.js</a:t>
            </a:r>
          </a:p>
          <a:p>
            <a:pPr>
              <a:defRPr sz="1200"/>
            </a:pPr>
            <a:r>
              <a:t>D:/pasar_fix/node_modules/.bun/postcss@8.5.14/node_modules/postcss/lib/fromJSON.d.ts</a:t>
            </a:r>
          </a:p>
          <a:p>
            <a:pPr>
              <a:defRPr sz="1200"/>
            </a:pPr>
            <a:r>
              <a:t>D:/pasar_fix/node_modules/.bun/postcss@8.5.14/node_modules/postcss/lib/fromJSON.js</a:t>
            </a:r>
          </a:p>
          <a:p>
            <a:pPr>
              <a:defRPr sz="1200"/>
            </a:pPr>
            <a:r>
              <a:t>D:/pasar_fix/node_modules/.bun/postcss@8.5.14/node_modules/postcss/lib/input.d.ts</a:t>
            </a:r>
          </a:p>
          <a:p>
            <a:pPr>
              <a:defRPr sz="1200"/>
            </a:pPr>
            <a:r>
              <a:t>D:/pasar_fix/node_modules/.bun/postcss@8.5.14/node_modules/postcss/lib/input.js</a:t>
            </a:r>
          </a:p>
          <a:p>
            <a:pPr>
              <a:defRPr sz="1200"/>
            </a:pPr>
            <a:r>
              <a:t>D:/pasar_fix/node_modules/.bun/postcss@8.5.14/node_modules/postcss/lib/lazy-result.d.ts</a:t>
            </a:r>
          </a:p>
          <a:p>
            <a:pPr>
              <a:defRPr sz="1200"/>
            </a:pPr>
            <a:r>
              <a:t>D:/pasar_fix/node_modules/.bun/postcss@8.5.14/node_modules/postcss/lib/lazy-result.js</a:t>
            </a:r>
          </a:p>
          <a:p>
            <a:pPr>
              <a:defRPr sz="1200"/>
            </a:pPr>
            <a:r>
              <a:t>D:/pasar_fix/node_modules/.bun/postcss@8.5.14/node_modules/postcss/lib/list.d.ts</a:t>
            </a:r>
          </a:p>
          <a:p>
            <a:pPr>
              <a:defRPr sz="1200"/>
            </a:pPr>
            <a:r>
              <a:t>D:/pasar_fix/node_modules/.bun/postcss@8.5.14/node_modules/postcss/lib/list.js</a:t>
            </a:r>
          </a:p>
          <a:p>
            <a:pPr>
              <a:defRPr sz="1200"/>
            </a:pPr>
            <a:r>
              <a:t>D:/pasar_fix/node_modules/.bun/postcss@8.5.14/node_modules/postcss/lib/map-generator.js</a:t>
            </a:r>
          </a:p>
          <a:p>
            <a:pPr>
              <a:defRPr sz="1200"/>
            </a:pPr>
            <a:r>
              <a:t>D:/pasar_fix/node_modules/.bun/postcss@8.5.14/node_modules/postcss/lib/no-work-result.d.ts</a:t>
            </a:r>
          </a:p>
          <a:p>
            <a:pPr>
              <a:defRPr sz="1200"/>
            </a:pPr>
            <a:r>
              <a:t>D:/pasar_fix/node_modules/.bun/postcss@8.5.14/node_modules/postcss/lib/no-work-result.js</a:t>
            </a:r>
          </a:p>
          <a:p>
            <a:pPr>
              <a:defRPr sz="1200"/>
            </a:pPr>
            <a:r>
              <a:t>D:/pasar_fix/node_modules/.bun/postcss@8.5.14/node_modules/postcss/lib/node.d.ts</a:t>
            </a:r>
          </a:p>
          <a:p>
            <a:pPr>
              <a:defRPr sz="1200"/>
            </a:pPr>
            <a:r>
              <a:t>D:/pasar_fix/node_modules/.bun/postcss@8.5.14/node_modules/postcss/lib/node.js</a:t>
            </a:r>
          </a:p>
          <a:p>
            <a:pPr>
              <a:defRPr sz="1200"/>
            </a:pPr>
            <a:r>
              <a:t>D:/pasar_fix/node_modules/.bun/postcss@8.5.14/node_modules/postcss/lib/parse.d.ts</a:t>
            </a:r>
          </a:p>
          <a:p>
            <a:pPr>
              <a:defRPr sz="1200"/>
            </a:pPr>
            <a:r>
              <a:t>D:/pasar_fix/node_modules/.bun/postcss@8.5.14/node_modules/postcss/lib/parse.js</a:t>
            </a:r>
          </a:p>
          <a:p>
            <a:pPr>
              <a:defRPr sz="1200"/>
            </a:pPr>
            <a:r>
              <a:t>D:/pasar_fix/node_modules/.bun/postcss@8.5.14/node_modules/postcss/lib/parser.js</a:t>
            </a:r>
          </a:p>
          <a:p>
            <a:pPr>
              <a:defRPr sz="1200"/>
            </a:pPr>
            <a:r>
              <a:t>D:/pasar_fix/node_modules/.bun/postcss@8.5.14/node_modules/postcss/lib/postcss.d.mts</a:t>
            </a:r>
          </a:p>
          <a:p>
            <a:pPr>
              <a:defRPr sz="1200"/>
            </a:pPr>
            <a:r>
              <a:t>D:/pasar_fix/node_modules/.bun/postcss@8.5.14/node_modules/postcss/lib/postcss.d.ts</a:t>
            </a:r>
          </a:p>
          <a:p>
            <a:pPr>
              <a:defRPr sz="1200"/>
            </a:pPr>
            <a:r>
              <a:t>D:/pasar_fix/node_modules/.bun/postcss@8.5.14/node_modules/postcss/lib/postcss.js</a:t>
            </a:r>
          </a:p>
          <a:p>
            <a:pPr>
              <a:defRPr sz="1200"/>
            </a:pPr>
            <a:r>
              <a:t>D:/pasar_fix/node_modules/.bun/postcss@8.5.14/node_modules/postcss/lib/postcss.mjs</a:t>
            </a:r>
          </a:p>
          <a:p>
            <a:pPr>
              <a:defRPr sz="1200"/>
            </a:pPr>
            <a:r>
              <a:t>D:/pasar_fix/node_modules/.bun/postcss@8.5.14/node_modules/postcss/lib/previous-map.d.ts</a:t>
            </a:r>
          </a:p>
          <a:p>
            <a:pPr>
              <a:defRPr sz="1200"/>
            </a:pPr>
            <a:r>
              <a:t>D:/pasar_fix/node_modules/.bun/postcss@8.5.14/node_modules/postcss/lib/previous-map.js</a:t>
            </a:r>
          </a:p>
          <a:p>
            <a:pPr>
              <a:defRPr sz="1200"/>
            </a:pPr>
            <a:r>
              <a:t>D:/pasar_fix/node_modules/.bun/postcss@8.5.14/node_modules/postcss/lib/processor.d.ts</a:t>
            </a:r>
          </a:p>
          <a:p>
            <a:pPr>
              <a:defRPr sz="1200"/>
            </a:pPr>
            <a:r>
              <a:t>D:/pasar_fix/node_modules/.bun/postcss@8.5.14/node_modules/postcss/lib/processor.js</a:t>
            </a:r>
          </a:p>
          <a:p>
            <a:pPr>
              <a:defRPr sz="1200"/>
            </a:pPr>
            <a:r>
              <a:t>D:/pasar_fix/node_modules/.bun/postcss@8.5.14/node_modules/postcss/lib/result.d.ts</a:t>
            </a:r>
          </a:p>
          <a:p>
            <a:pPr>
              <a:defRPr sz="1200"/>
            </a:pPr>
            <a:r>
              <a:t>D:/pasar_fix/node_modules/.bun/postcss@8.5.14/node_modules/postcss/lib/result.js</a:t>
            </a:r>
          </a:p>
          <a:p>
            <a:pPr>
              <a:defRPr sz="1200"/>
            </a:pPr>
            <a:r>
              <a:t>D:/pasar_fix/node_modules/.bun/postcss@8.5.14/node_modules/postcss/lib/root.d.ts</a:t>
            </a:r>
          </a:p>
          <a:p>
            <a:pPr>
              <a:defRPr sz="1200"/>
            </a:pPr>
            <a:r>
              <a:t>D:/pasar_fix/node_modules/.bun/postcss@8.5.14/node_modules/postcss/lib/root.js</a:t>
            </a:r>
          </a:p>
          <a:p>
            <a:pPr>
              <a:defRPr sz="1200"/>
            </a:pPr>
            <a:r>
              <a:t>D:/pasar_fix/node_modules/.bun/postcss@8.5.14/node_modules/postcss/lib/rule.d.ts</a:t>
            </a:r>
          </a:p>
          <a:p>
            <a:pPr>
              <a:defRPr sz="1200"/>
            </a:pPr>
            <a:r>
              <a:t>D:/pasar_fix/node_modules/.bun/postcss@8.5.14/node_modules/postcss/lib/rule.js</a:t>
            </a:r>
          </a:p>
          <a:p>
            <a:pPr>
              <a:defRPr sz="1200"/>
            </a:pPr>
            <a:r>
              <a:t>D:/pasar_fix/node_modules/.bun/postcss@8.5.14/node_modules/postcss/lib/stringifier.d.ts</a:t>
            </a:r>
          </a:p>
          <a:p>
            <a:pPr>
              <a:defRPr sz="1200"/>
            </a:pPr>
            <a:r>
              <a:t>D:/pasar_fix/node_modules/.bun/postcss@8.5.14/node_modules/postcss/lib/stringifier.js</a:t>
            </a:r>
          </a:p>
          <a:p>
            <a:pPr>
              <a:defRPr sz="1200"/>
            </a:pPr>
            <a:r>
              <a:t>D:/pasar_fix/node_modules/.bun/postcss@8.5.14/node_modules/postcss/lib/stringify.d.ts</a:t>
            </a:r>
          </a:p>
          <a:p>
            <a:pPr>
              <a:defRPr sz="1200"/>
            </a:pPr>
            <a:r>
              <a:t>D:/pasar_fix/node_modules/.bun/postcss@8.5.14/node_modules/postcss/lib/stringify.js</a:t>
            </a:r>
          </a:p>
          <a:p>
            <a:pPr>
              <a:defRPr sz="1200"/>
            </a:pPr>
            <a:r>
              <a:t>D:/pasar_fix/node_modules/.bun/postcss@8.5.14/node_modules/postcss/lib/symbols.js</a:t>
            </a:r>
          </a:p>
          <a:p>
            <a:pPr>
              <a:defRPr sz="1200"/>
            </a:pPr>
            <a:r>
              <a:t>D:/pasar_fix/node_modules/.bun/postcss@8.5.14/node_modules/postcss/lib/terminal-highlight.js</a:t>
            </a:r>
          </a:p>
          <a:p>
            <a:pPr>
              <a:defRPr sz="1200"/>
            </a:pPr>
            <a:r>
              <a:t>D:/pasar_fix/node_modules/.bun/postcss@8.5.14/node_modules/postcss/lib/tokenize.js</a:t>
            </a:r>
          </a:p>
          <a:p>
            <a:pPr>
              <a:defRPr sz="1200"/>
            </a:pPr>
            <a:r>
              <a:t>D:/pasar_fix/node_modules/.bun/postcss@8.5.14/node_modules/postcss/lib/warn-once.js</a:t>
            </a:r>
          </a:p>
          <a:p>
            <a:pPr>
              <a:defRPr sz="1200"/>
            </a:pPr>
            <a:r>
              <a:t>D:/pasar_fix/node_modules/.bun/postcss@8.5.14/node_modules/postcss/lib/warning.d.ts</a:t>
            </a:r>
          </a:p>
          <a:p>
            <a:pPr>
              <a:defRPr sz="1200"/>
            </a:pPr>
            <a:r>
              <a:t>D:/pasar_fix/node_modules/.bun/postcss@8.5.14/node_modules/postcss/lib/warning.js</a:t>
            </a:r>
          </a:p>
          <a:p>
            <a:pPr>
              <a:defRPr sz="1200"/>
            </a:pPr>
            <a:r>
              <a:t>D:/pasar_fix/node_modules/.bun/postgres-array@2.0.0/node_modules/postgres-array/index.d.ts</a:t>
            </a:r>
          </a:p>
          <a:p>
            <a:pPr>
              <a:defRPr sz="1200"/>
            </a:pPr>
            <a:r>
              <a:t>D:/pasar_fix/node_modules/.bun/postgres-array@2.0.0/node_modules/postgres-array/index.js</a:t>
            </a:r>
          </a:p>
          <a:p>
            <a:pPr>
              <a:defRPr sz="1200"/>
            </a:pPr>
            <a:r>
              <a:t>D:/pasar_fix/node_modules/.bun/postgres-array@2.0.0/node_modules/postgres-array/license</a:t>
            </a:r>
          </a:p>
          <a:p>
            <a:pPr>
              <a:defRPr sz="1200"/>
            </a:pPr>
            <a:r>
              <a:t>D:/pasar_fix/node_modules/.bun/postgres-array@2.0.0/node_modules/postgres-array/package.json</a:t>
            </a:r>
          </a:p>
          <a:p>
            <a:pPr>
              <a:defRPr sz="1200"/>
            </a:pPr>
            <a:r>
              <a:t>D:/pasar_fix/node_modules/.bun/postgres-array@2.0.0/node_modules/postgres-array/readme.md</a:t>
            </a:r>
          </a:p>
          <a:p>
            <a:pPr>
              <a:defRPr sz="1200"/>
            </a:pPr>
            <a:r>
              <a:t>D:/pasar_fix/node_modules/.bun/postgres-bytea@1.0.1/node_modules/postgres-bytea/index.js</a:t>
            </a:r>
          </a:p>
          <a:p>
            <a:pPr>
              <a:defRPr sz="1200"/>
            </a:pPr>
            <a:r>
              <a:t>D:/pasar_fix/node_modules/.bun/postgres-bytea@1.0.1/node_modules/postgres-bytea/license</a:t>
            </a:r>
          </a:p>
          <a:p>
            <a:pPr>
              <a:defRPr sz="1200"/>
            </a:pPr>
            <a:r>
              <a:t>D:/pasar_fix/node_modules/.bun/postgres-bytea@1.0.1/node_modules/postgres-bytea/package.json</a:t>
            </a:r>
          </a:p>
          <a:p>
            <a:pPr>
              <a:defRPr sz="1200"/>
            </a:pPr>
            <a:r>
              <a:t>D:/pasar_fix/node_modules/.bun/postgres-bytea@1.0.1/node_modules/postgres-bytea/readme.md</a:t>
            </a:r>
          </a:p>
          <a:p>
            <a:pPr>
              <a:defRPr sz="1200"/>
            </a:pPr>
            <a:r>
              <a:t>D:/pasar_fix/node_modules/.bun/postgres-date@1.0.7/node_modules/postgres-date/index.js</a:t>
            </a:r>
          </a:p>
          <a:p>
            <a:pPr>
              <a:defRPr sz="1200"/>
            </a:pPr>
            <a:r>
              <a:t>D:/pasar_fix/node_modules/.bun/postgres-date@1.0.7/node_modules/postgres-date/license</a:t>
            </a:r>
          </a:p>
          <a:p>
            <a:pPr>
              <a:defRPr sz="1200"/>
            </a:pPr>
            <a:r>
              <a:t>D:/pasar_fix/node_modules/.bun/postgres-date@1.0.7/node_modules/postgres-date/package.json</a:t>
            </a:r>
          </a:p>
          <a:p>
            <a:pPr>
              <a:defRPr sz="1200"/>
            </a:pPr>
            <a:r>
              <a:t>D:/pasar_fix/node_modules/.bun/postgres-date@1.0.7/node_modules/postgres-date/readme.md</a:t>
            </a:r>
          </a:p>
          <a:p>
            <a:pPr>
              <a:defRPr sz="1200"/>
            </a:pPr>
            <a:r>
              <a:t>D:/pasar_fix/node_modules/.bun/postgres-interval@1.2.0/node_modules/postgres-interval/index.d.ts</a:t>
            </a:r>
          </a:p>
          <a:p>
            <a:pPr>
              <a:defRPr sz="1200"/>
            </a:pPr>
            <a:r>
              <a:t>D:/pasar_fix/node_modules/.bun/postgres-interval@1.2.0/node_modules/postgres-interval/index.js</a:t>
            </a:r>
          </a:p>
          <a:p>
            <a:pPr>
              <a:defRPr sz="1200"/>
            </a:pPr>
            <a:r>
              <a:t>D:/pasar_fix/node_modules/.bun/postgres-interval@1.2.0/node_modules/postgres-interval/license</a:t>
            </a:r>
          </a:p>
          <a:p>
            <a:pPr>
              <a:defRPr sz="1200"/>
            </a:pPr>
            <a:r>
              <a:t>D:/pasar_fix/node_modules/.bun/postgres-interval@1.2.0/node_modules/postgres-interval/package.json</a:t>
            </a:r>
          </a:p>
          <a:p>
            <a:pPr>
              <a:defRPr sz="1200"/>
            </a:pPr>
            <a:r>
              <a:t>D:/pasar_fix/node_modules/.bun/postgres-interval@1.2.0/node_modules/postgres-interval/readme.md</a:t>
            </a:r>
          </a:p>
          <a:p>
            <a:pPr>
              <a:defRPr sz="1200"/>
            </a:pPr>
            <a:r>
              <a:t>D:/pasar_fix/node_modules/.bun/powershell-utils@0.1.0/node_modules/powershell-utils/index.d.ts</a:t>
            </a:r>
          </a:p>
          <a:p>
            <a:pPr>
              <a:defRPr sz="1200"/>
            </a:pPr>
            <a:r>
              <a:t>D:/pasar_fix/node_modules/.bun/powershell-utils@0.1.0/node_modules/powershell-utils/index.js</a:t>
            </a:r>
          </a:p>
          <a:p>
            <a:pPr>
              <a:defRPr sz="1200"/>
            </a:pPr>
            <a:r>
              <a:t>D:/pasar_fix/node_modules/.bun/powershell-utils@0.1.0/node_modules/powershell-utils/license</a:t>
            </a:r>
          </a:p>
          <a:p>
            <a:pPr>
              <a:defRPr sz="1200"/>
            </a:pPr>
            <a:r>
              <a:t>D:/pasar_fix/node_modules/.bun/powershell-utils@0.1.0/node_modules/powershell-utils/package.json</a:t>
            </a:r>
          </a:p>
          <a:p>
            <a:pPr>
              <a:defRPr sz="1200"/>
            </a:pPr>
            <a:r>
              <a:t>D:/pasar_fix/node_modules/.bun/powershell-utils@0.1.0/node_modules/powershell-utils/readme.md</a:t>
            </a:r>
          </a:p>
          <a:p>
            <a:pPr>
              <a:defRPr sz="1200"/>
            </a:pPr>
            <a:r>
              <a:t>D:/pasar_fix/node_modules/.bun/prettier@3.8.3/node_modules/.bin/prettier.bunx</a:t>
            </a:r>
          </a:p>
          <a:p>
            <a:pPr>
              <a:defRPr sz="1200"/>
            </a:pPr>
            <a:r>
              <a:t>D:/pasar_fix/node_modules/.bun/prettier@3.8.3/node_modules/.bin/prettier.exe</a:t>
            </a:r>
          </a:p>
          <a:p>
            <a:pPr>
              <a:defRPr sz="1200"/>
            </a:pPr>
            <a:r>
              <a:t>D:/pasar_fix/node_modules/.bun/prettier@3.8.3/node_modules/prettier/doc.d.ts</a:t>
            </a:r>
          </a:p>
          <a:p>
            <a:pPr>
              <a:defRPr sz="1200"/>
            </a:pPr>
            <a:r>
              <a:t>D:/pasar_fix/node_modules/.bun/prettier@3.8.3/node_modules/prettier/doc.js</a:t>
            </a:r>
          </a:p>
          <a:p>
            <a:pPr>
              <a:defRPr sz="1200"/>
            </a:pPr>
            <a:r>
              <a:t>D:/pasar_fix/node_modules/.bun/prettier@3.8.3/node_modules/prettier/doc.mjs</a:t>
            </a:r>
          </a:p>
          <a:p>
            <a:pPr>
              <a:defRPr sz="1200"/>
            </a:pPr>
            <a:r>
              <a:t>D:/pasar_fix/node_modules/.bun/prettier@3.8.3/node_modules/prettier/index.cjs</a:t>
            </a:r>
          </a:p>
          <a:p>
            <a:pPr>
              <a:defRPr sz="1200"/>
            </a:pPr>
            <a:r>
              <a:t>D:/pasar_fix/node_modules/.bun/prettier@3.8.3/node_modules/prettier/index.d.ts</a:t>
            </a:r>
          </a:p>
          <a:p>
            <a:pPr>
              <a:defRPr sz="1200"/>
            </a:pPr>
            <a:r>
              <a:t>D:/pasar_fix/node_modules/.bun/prettier@3.8.3/node_modules/prettier/index.mjs</a:t>
            </a:r>
          </a:p>
          <a:p>
            <a:pPr>
              <a:defRPr sz="1200"/>
            </a:pPr>
            <a:r>
              <a:t>D:/pasar_fix/node_modules/.bun/prettier@3.8.3/node_modules/prettier/LICENSE</a:t>
            </a:r>
          </a:p>
          <a:p>
            <a:pPr>
              <a:defRPr sz="1200"/>
            </a:pPr>
            <a:r>
              <a:t>D:/pasar_fix/node_modules/.bun/prettier@3.8.3/node_modules/prettier/package.json</a:t>
            </a:r>
          </a:p>
          <a:p>
            <a:pPr>
              <a:defRPr sz="1200"/>
            </a:pPr>
            <a:r>
              <a:t>D:/pasar_fix/node_modules/.bun/prettier@3.8.3/node_modules/prettier/README.md</a:t>
            </a:r>
          </a:p>
          <a:p>
            <a:pPr>
              <a:defRPr sz="1200"/>
            </a:pPr>
            <a:r>
              <a:t>D:/pasar_fix/node_modules/.bun/prettier@3.8.3/node_modules/prettier/standalone.d.ts</a:t>
            </a:r>
          </a:p>
          <a:p>
            <a:pPr>
              <a:defRPr sz="1200"/>
            </a:pPr>
            <a:r>
              <a:t>D:/pasar_fix/node_modules/.bun/prettier@3.8.3/node_modules/prettier/standalone.js</a:t>
            </a:r>
          </a:p>
          <a:p>
            <a:pPr>
              <a:defRPr sz="1200"/>
            </a:pPr>
            <a:r>
              <a:t>D:/pasar_fix/node_modules/.bun/prettier@3.8.3/node_modules/prettier/standalone.mjs</a:t>
            </a:r>
          </a:p>
          <a:p>
            <a:pPr>
              <a:defRPr sz="1200"/>
            </a:pPr>
            <a:r>
              <a:t>D:/pasar_fix/node_modules/.bun/prettier@3.8.3/node_modules/prettier/THIRD-PARTY-NOTICES.md</a:t>
            </a:r>
          </a:p>
          <a:p>
            <a:pPr>
              <a:defRPr sz="1200"/>
            </a:pPr>
            <a:r>
              <a:t>D:/pasar_fix/node_modules/.bun/prettier@3.8.3/node_modules/prettier/bin/prettier.cjs</a:t>
            </a:r>
          </a:p>
          <a:p>
            <a:pPr>
              <a:defRPr sz="1200"/>
            </a:pPr>
            <a:r>
              <a:t>D:/pasar_fix/node_modules/.bun/prettier@3.8.3/node_modules/prettier/internal/experimental-cli-worker.mjs</a:t>
            </a:r>
          </a:p>
          <a:p>
            <a:pPr>
              <a:defRPr sz="1200"/>
            </a:pPr>
            <a:r>
              <a:t>D:/pasar_fix/node_modules/.bun/prettier@3.8.3/node_modules/prettier/internal/experimental-cli.mjs</a:t>
            </a:r>
          </a:p>
          <a:p>
            <a:pPr>
              <a:defRPr sz="1200"/>
            </a:pPr>
            <a:r>
              <a:t>D:/pasar_fix/node_modules/.bun/prettier@3.8.3/node_modules/prettier/internal/legacy-cli.mjs</a:t>
            </a:r>
          </a:p>
          <a:p>
            <a:pPr>
              <a:defRPr sz="1200"/>
            </a:pPr>
            <a:r>
              <a:t>D:/pasar_fix/node_modules/.bun/prettier@3.8.3/node_modules/prettier/plugins/acorn.d.ts</a:t>
            </a:r>
          </a:p>
          <a:p>
            <a:pPr>
              <a:defRPr sz="1200"/>
            </a:pPr>
            <a:r>
              <a:t>D:/pasar_fix/node_modules/.bun/prettier@3.8.3/node_modules/prettier/plugins/acorn.js</a:t>
            </a:r>
          </a:p>
          <a:p>
            <a:pPr>
              <a:defRPr sz="1200"/>
            </a:pPr>
            <a:r>
              <a:t>D:/pasar_fix/node_modules/.bun/prettier@3.8.3/node_modules/prettier/plugins/acorn.mjs</a:t>
            </a:r>
          </a:p>
          <a:p>
            <a:pPr>
              <a:defRPr sz="1200"/>
            </a:pPr>
            <a:r>
              <a:t>D:/pasar_fix/node_modules/.bun/prettier@3.8.3/node_modules/prettier/plugins/angular.d.ts</a:t>
            </a:r>
          </a:p>
          <a:p>
            <a:pPr>
              <a:defRPr sz="1200"/>
            </a:pPr>
            <a:r>
              <a:t>D:/pasar_fix/node_modules/.bun/prettier@3.8.3/node_modules/prettier/plugins/angular.js</a:t>
            </a:r>
          </a:p>
          <a:p>
            <a:pPr>
              <a:defRPr sz="1200"/>
            </a:pPr>
            <a:r>
              <a:t>D:/pasar_fix/node_modules/.bun/prettier@3.8.3/node_modules/prettier/plugins/angular.mjs</a:t>
            </a:r>
          </a:p>
          <a:p>
            <a:pPr>
              <a:defRPr sz="1200"/>
            </a:pPr>
            <a:r>
              <a:t>D:/pasar_fix/node_modules/.bun/prettier@3.8.3/node_modules/prettier/plugins/babel.d.ts</a:t>
            </a:r>
          </a:p>
          <a:p>
            <a:pPr>
              <a:defRPr sz="1200"/>
            </a:pPr>
            <a:r>
              <a:t>D:/pasar_fix/node_modules/.bun/prettier@3.8.3/node_modules/prettier/plugins/babel.js</a:t>
            </a:r>
          </a:p>
          <a:p>
            <a:pPr>
              <a:defRPr sz="1200"/>
            </a:pPr>
            <a:r>
              <a:t>D:/pasar_fix/node_modules/.bun/prettier@3.8.3/node_modules/prettier/plugins/babel.mjs</a:t>
            </a:r>
          </a:p>
          <a:p>
            <a:pPr>
              <a:defRPr sz="1200"/>
            </a:pPr>
            <a:r>
              <a:t>D:/pasar_fix/node_modules/.bun/prettier@3.8.3/node_modules/prettier/plugins/estree.d.ts</a:t>
            </a:r>
          </a:p>
          <a:p>
            <a:pPr>
              <a:defRPr sz="1200"/>
            </a:pPr>
            <a:r>
              <a:t>D:/pasar_fix/node_modules/.bun/prettier@3.8.3/node_modules/prettier/plugins/estree.js</a:t>
            </a:r>
          </a:p>
          <a:p>
            <a:pPr>
              <a:defRPr sz="1200"/>
            </a:pPr>
            <a:r>
              <a:t>D:/pasar_fix/node_modules/.bun/prettier@3.8.3/node_modules/prettier/plugins/estree.mjs</a:t>
            </a:r>
          </a:p>
          <a:p>
            <a:pPr>
              <a:defRPr sz="1200"/>
            </a:pPr>
            <a:r>
              <a:t>D:/pasar_fix/node_modules/.bun/prettier@3.8.3/node_modules/prettier/plugins/flow.d.ts</a:t>
            </a:r>
          </a:p>
          <a:p>
            <a:pPr>
              <a:defRPr sz="1200"/>
            </a:pPr>
            <a:r>
              <a:t>D:/pasar_fix/node_modules/.bun/prettier@3.8.3/node_modules/prettier/plugins/flow.js</a:t>
            </a:r>
          </a:p>
          <a:p>
            <a:pPr>
              <a:defRPr sz="1200"/>
            </a:pPr>
            <a:r>
              <a:t>D:/pasar_fix/node_modules/.bun/prettier@3.8.3/node_modules/prettier/plugins/flow.mjs</a:t>
            </a:r>
          </a:p>
          <a:p>
            <a:pPr>
              <a:defRPr sz="1200"/>
            </a:pPr>
            <a:r>
              <a:t>D:/pasar_fix/node_modules/.bun/prettier@3.8.3/node_modules/prettier/plugins/glimmer.d.ts</a:t>
            </a:r>
          </a:p>
          <a:p>
            <a:pPr>
              <a:defRPr sz="1200"/>
            </a:pPr>
            <a:r>
              <a:t>D:/pasar_fix/node_modules/.bun/prettier@3.8.3/node_modules/prettier/plugins/glimmer.js</a:t>
            </a:r>
          </a:p>
          <a:p>
            <a:pPr>
              <a:defRPr sz="1200"/>
            </a:pPr>
            <a:r>
              <a:t>D:/pasar_fix/node_modules/.bun/prettier@3.8.3/node_modules/prettier/plugins/glimmer.mjs</a:t>
            </a:r>
          </a:p>
          <a:p>
            <a:pPr>
              <a:defRPr sz="1200"/>
            </a:pPr>
            <a:r>
              <a:t>D:/pasar_fix/node_modules/.bun/prettier@3.8.3/node_modules/prettier/plugins/graphql.d.ts</a:t>
            </a:r>
          </a:p>
          <a:p>
            <a:pPr>
              <a:defRPr sz="1200"/>
            </a:pPr>
            <a:r>
              <a:t>D:/pasar_fix/node_modules/.bun/prettier@3.8.3/node_modules/prettier/plugins/graphql.js</a:t>
            </a:r>
          </a:p>
          <a:p>
            <a:pPr>
              <a:defRPr sz="1200"/>
            </a:pPr>
            <a:r>
              <a:t>D:/pasar_fix/node_modules/.bun/prettier@3.8.3/node_modules/prettier/plugins/graphql.mjs</a:t>
            </a:r>
          </a:p>
          <a:p>
            <a:pPr>
              <a:defRPr sz="1200"/>
            </a:pPr>
            <a:r>
              <a:t>D:/pasar_fix/node_modules/.bun/prettier@3.8.3/node_modules/prettier/plugins/html.d.ts</a:t>
            </a:r>
          </a:p>
          <a:p>
            <a:pPr>
              <a:defRPr sz="1200"/>
            </a:pPr>
            <a:r>
              <a:t>D:/pasar_fix/node_modules/.bun/prettier@3.8.3/node_modules/prettier/plugins/html.js</a:t>
            </a:r>
          </a:p>
          <a:p>
            <a:pPr>
              <a:defRPr sz="1200"/>
            </a:pPr>
            <a:r>
              <a:t>D:/pasar_fix/node_modules/.bun/prettier@3.8.3/node_modules/prettier/plugins/html.mjs</a:t>
            </a:r>
          </a:p>
          <a:p>
            <a:pPr>
              <a:defRPr sz="1200"/>
            </a:pPr>
            <a:r>
              <a:t>D:/pasar_fix/node_modules/.bun/prettier@3.8.3/node_modules/prettier/plugins/markdown.d.ts</a:t>
            </a:r>
          </a:p>
          <a:p>
            <a:pPr>
              <a:defRPr sz="1200"/>
            </a:pPr>
            <a:r>
              <a:t>D:/pasar_fix/node_modules/.bun/prettier@3.8.3/node_modules/prettier/plugins/markdown.js</a:t>
            </a:r>
          </a:p>
          <a:p>
            <a:pPr>
              <a:defRPr sz="1200"/>
            </a:pPr>
            <a:r>
              <a:t>D:/pasar_fix/node_modules/.bun/prettier@3.8.3/node_modules/prettier/plugins/markdown.mjs</a:t>
            </a:r>
          </a:p>
          <a:p>
            <a:pPr>
              <a:defRPr sz="1200"/>
            </a:pPr>
            <a:r>
              <a:t>D:/pasar_fix/node_modules/.bun/prettier@3.8.3/node_modules/prettier/plugins/meriyah.d.ts</a:t>
            </a:r>
          </a:p>
          <a:p>
            <a:pPr>
              <a:defRPr sz="1200"/>
            </a:pPr>
            <a:r>
              <a:t>D:/pasar_fix/node_modules/.bun/prettier@3.8.3/node_modules/prettier/plugins/meriyah.js</a:t>
            </a:r>
          </a:p>
          <a:p>
            <a:pPr>
              <a:defRPr sz="1200"/>
            </a:pPr>
            <a:r>
              <a:t>D:/pasar_fix/node_modules/.bun/prettier@3.8.3/node_modules/prettier/plugins/meriyah.mjs</a:t>
            </a:r>
          </a:p>
          <a:p>
            <a:pPr>
              <a:defRPr sz="1200"/>
            </a:pPr>
            <a:r>
              <a:t>D:/pasar_fix/node_modules/.bun/prettier@3.8.3/node_modules/prettier/plugins/postcss.d.ts</a:t>
            </a:r>
          </a:p>
          <a:p>
            <a:pPr>
              <a:defRPr sz="1200"/>
            </a:pPr>
            <a:r>
              <a:t>D:/pasar_fix/node_modules/.bun/prettier@3.8.3/node_modules/prettier/plugins/postcss.js</a:t>
            </a:r>
          </a:p>
          <a:p>
            <a:pPr>
              <a:defRPr sz="1200"/>
            </a:pPr>
            <a:r>
              <a:t>D:/pasar_fix/node_modules/.bun/prettier@3.8.3/node_modules/prettier/plugins/postcss.mjs</a:t>
            </a:r>
          </a:p>
          <a:p>
            <a:pPr>
              <a:defRPr sz="1200"/>
            </a:pPr>
            <a:r>
              <a:t>D:/pasar_fix/node_modules/.bun/prettier@3.8.3/node_modules/prettier/plugins/typescript.d.ts</a:t>
            </a:r>
          </a:p>
          <a:p>
            <a:pPr>
              <a:defRPr sz="1200"/>
            </a:pPr>
            <a:r>
              <a:t>D:/pasar_fix/node_modules/.bun/prettier@3.8.3/node_modules/prettier/plugins/typescript.js</a:t>
            </a:r>
          </a:p>
          <a:p>
            <a:pPr>
              <a:defRPr sz="1200"/>
            </a:pPr>
            <a:r>
              <a:t>D:/pasar_fix/node_modules/.bun/prettier@3.8.3/node_modules/prettier/plugins/typescript.mjs</a:t>
            </a:r>
          </a:p>
          <a:p>
            <a:pPr>
              <a:defRPr sz="1200"/>
            </a:pPr>
            <a:r>
              <a:t>D:/pasar_fix/node_modules/.bun/prettier@3.8.3/node_modules/prettier/plugins/yaml.d.ts</a:t>
            </a:r>
          </a:p>
          <a:p>
            <a:pPr>
              <a:defRPr sz="1200"/>
            </a:pPr>
            <a:r>
              <a:t>D:/pasar_fix/node_modules/.bun/prettier@3.8.3/node_modules/prettier/plugins/yaml.js</a:t>
            </a:r>
          </a:p>
          <a:p>
            <a:pPr>
              <a:defRPr sz="1200"/>
            </a:pPr>
            <a:r>
              <a:t>D:/pasar_fix/node_modules/.bun/prettier@3.8.3/node_modules/prettier/plugins/yaml.mjs</a:t>
            </a:r>
          </a:p>
          <a:p>
            <a:pPr>
              <a:defRPr sz="1200"/>
            </a:pPr>
            <a:r>
              <a:t>D:/pasar_fix/node_modules/.bun/pretty-bytes@7.1.0/node_modules/pretty-bytes/index.d.ts</a:t>
            </a:r>
          </a:p>
          <a:p>
            <a:pPr>
              <a:defRPr sz="1200"/>
            </a:pPr>
            <a:r>
              <a:t>D:/pasar_fix/node_modules/.bun/pretty-bytes@7.1.0/node_modules/pretty-bytes/index.js</a:t>
            </a:r>
          </a:p>
          <a:p>
            <a:pPr>
              <a:defRPr sz="1200"/>
            </a:pPr>
            <a:r>
              <a:t>D:/pasar_fix/node_modules/.bun/pretty-bytes@7.1.0/node_modules/pretty-bytes/license</a:t>
            </a:r>
          </a:p>
          <a:p>
            <a:pPr>
              <a:defRPr sz="1200"/>
            </a:pPr>
            <a:r>
              <a:t>D:/pasar_fix/node_modules/.bun/pretty-bytes@7.1.0/node_modules/pretty-bytes/package.json</a:t>
            </a:r>
          </a:p>
          <a:p>
            <a:pPr>
              <a:defRPr sz="1200"/>
            </a:pPr>
            <a:r>
              <a:t>D:/pasar_fix/node_modules/.bun/pretty-bytes@7.1.0/node_modules/pretty-bytes/readme.md</a:t>
            </a:r>
          </a:p>
          <a:p>
            <a:pPr>
              <a:defRPr sz="1200"/>
            </a:pPr>
            <a:r>
              <a:t>D:/pasar_fix/node_modules/.bun/pretty-format@27.5.1/node_modules/pretty-format/LICENSE</a:t>
            </a:r>
          </a:p>
          <a:p>
            <a:pPr>
              <a:defRPr sz="1200"/>
            </a:pPr>
            <a:r>
              <a:t>D:/pasar_fix/node_modules/.bun/pretty-format@27.5.1/node_modules/pretty-format/package.json</a:t>
            </a:r>
          </a:p>
          <a:p>
            <a:pPr>
              <a:defRPr sz="1200"/>
            </a:pPr>
            <a:r>
              <a:t>D:/pasar_fix/node_modules/.bun/pretty-format@27.5.1/node_modules/pretty-format/README.md</a:t>
            </a:r>
          </a:p>
          <a:p>
            <a:pPr>
              <a:defRPr sz="1200"/>
            </a:pPr>
            <a:r>
              <a:t>D:/pasar_fix/node_modules/.bun/pretty-format@27.5.1/node_modules/pretty-format/build/collections.d.ts</a:t>
            </a:r>
          </a:p>
          <a:p>
            <a:pPr>
              <a:defRPr sz="1200"/>
            </a:pPr>
            <a:r>
              <a:t>D:/pasar_fix/node_modules/.bun/pretty-format@27.5.1/node_modules/pretty-format/build/collections.js</a:t>
            </a:r>
          </a:p>
          <a:p>
            <a:pPr>
              <a:defRPr sz="1200"/>
            </a:pPr>
            <a:r>
              <a:t>D:/pasar_fix/node_modules/.bun/pretty-format@27.5.1/node_modules/pretty-format/build/index.d.ts</a:t>
            </a:r>
          </a:p>
          <a:p>
            <a:pPr>
              <a:defRPr sz="1200"/>
            </a:pPr>
            <a:r>
              <a:t>D:/pasar_fix/node_modules/.bun/pretty-format@27.5.1/node_modules/pretty-format/build/index.js</a:t>
            </a:r>
          </a:p>
          <a:p>
            <a:pPr>
              <a:defRPr sz="1200"/>
            </a:pPr>
            <a:r>
              <a:t>D:/pasar_fix/node_modules/.bun/pretty-format@27.5.1/node_modules/pretty-format/build/types.d.ts</a:t>
            </a:r>
          </a:p>
          <a:p>
            <a:pPr>
              <a:defRPr sz="1200"/>
            </a:pPr>
            <a:r>
              <a:t>D:/pasar_fix/node_modules/.bun/pretty-format@27.5.1/node_modules/pretty-format/build/types.js</a:t>
            </a:r>
          </a:p>
          <a:p>
            <a:pPr>
              <a:defRPr sz="1200"/>
            </a:pPr>
            <a:r>
              <a:t>D:/pasar_fix/node_modules/.bun/pretty-format@27.5.1/node_modules/pretty-format/build/plugins/AsymmetricMatcher.d.ts</a:t>
            </a:r>
          </a:p>
          <a:p>
            <a:pPr>
              <a:defRPr sz="1200"/>
            </a:pPr>
            <a:r>
              <a:t>D:/pasar_fix/node_modules/.bun/pretty-format@27.5.1/node_modules/pretty-format/build/plugins/AsymmetricMatcher.js</a:t>
            </a:r>
          </a:p>
          <a:p>
            <a:pPr>
              <a:defRPr sz="1200"/>
            </a:pPr>
            <a:r>
              <a:t>D:/pasar_fix/node_modules/.bun/pretty-format@27.5.1/node_modules/pretty-format/build/plugins/ConvertAnsi.d.ts</a:t>
            </a:r>
          </a:p>
          <a:p>
            <a:pPr>
              <a:defRPr sz="1200"/>
            </a:pPr>
            <a:r>
              <a:t>D:/pasar_fix/node_modules/.bun/pretty-format@27.5.1/node_modules/pretty-format/build/plugins/ConvertAnsi.js</a:t>
            </a:r>
          </a:p>
          <a:p>
            <a:pPr>
              <a:defRPr sz="1200"/>
            </a:pPr>
            <a:r>
              <a:t>D:/pasar_fix/node_modules/.bun/pretty-format@27.5.1/node_modules/pretty-format/build/plugins/DOMCollection.d.ts</a:t>
            </a:r>
          </a:p>
          <a:p>
            <a:pPr>
              <a:defRPr sz="1200"/>
            </a:pPr>
            <a:r>
              <a:t>D:/pasar_fix/node_modules/.bun/pretty-format@27.5.1/node_modules/pretty-format/build/plugins/DOMCollection.js</a:t>
            </a:r>
          </a:p>
          <a:p>
            <a:pPr>
              <a:defRPr sz="1200"/>
            </a:pPr>
            <a:r>
              <a:t>D:/pasar_fix/node_modules/.bun/pretty-format@27.5.1/node_modules/pretty-format/build/plugins/DOMElement.d.ts</a:t>
            </a:r>
          </a:p>
          <a:p>
            <a:pPr>
              <a:defRPr sz="1200"/>
            </a:pPr>
            <a:r>
              <a:t>D:/pasar_fix/node_modules/.bun/pretty-format@27.5.1/node_modules/pretty-format/build/plugins/DOMElement.js</a:t>
            </a:r>
          </a:p>
          <a:p>
            <a:pPr>
              <a:defRPr sz="1200"/>
            </a:pPr>
            <a:r>
              <a:t>D:/pasar_fix/node_modules/.bun/pretty-format@27.5.1/node_modules/pretty-format/build/plugins/Immutable.d.ts</a:t>
            </a:r>
          </a:p>
          <a:p>
            <a:pPr>
              <a:defRPr sz="1200"/>
            </a:pPr>
            <a:r>
              <a:t>D:/pasar_fix/node_modules/.bun/pretty-format@27.5.1/node_modules/pretty-format/build/plugins/Immutable.js</a:t>
            </a:r>
          </a:p>
          <a:p>
            <a:pPr>
              <a:defRPr sz="1200"/>
            </a:pPr>
            <a:r>
              <a:t>D:/pasar_fix/node_modules/.bun/pretty-format@27.5.1/node_modules/pretty-format/build/plugins/ReactElement.d.ts</a:t>
            </a:r>
          </a:p>
          <a:p>
            <a:pPr>
              <a:defRPr sz="1200"/>
            </a:pPr>
            <a:r>
              <a:t>D:/pasar_fix/node_modules/.bun/pretty-format@27.5.1/node_modules/pretty-format/build/plugins/ReactElement.js</a:t>
            </a:r>
          </a:p>
          <a:p>
            <a:pPr>
              <a:defRPr sz="1200"/>
            </a:pPr>
            <a:r>
              <a:t>D:/pasar_fix/node_modules/.bun/pretty-format@27.5.1/node_modules/pretty-format/build/plugins/ReactTestComponent.d.ts</a:t>
            </a:r>
          </a:p>
          <a:p>
            <a:pPr>
              <a:defRPr sz="1200"/>
            </a:pPr>
            <a:r>
              <a:t>D:/pasar_fix/node_modules/.bun/pretty-format@27.5.1/node_modules/pretty-format/build/plugins/ReactTestComponent.js</a:t>
            </a:r>
          </a:p>
          <a:p>
            <a:pPr>
              <a:defRPr sz="1200"/>
            </a:pPr>
            <a:r>
              <a:t>D:/pasar_fix/node_modules/.bun/pretty-format@27.5.1/node_modules/pretty-format/build/plugins/lib/escapeHTML.d.ts</a:t>
            </a:r>
          </a:p>
          <a:p>
            <a:pPr>
              <a:defRPr sz="1200"/>
            </a:pPr>
            <a:r>
              <a:t>D:/pasar_fix/node_modules/.bun/pretty-format@27.5.1/node_modules/pretty-format/build/plugins/lib/escapeHTML.js</a:t>
            </a:r>
          </a:p>
          <a:p>
            <a:pPr>
              <a:defRPr sz="1200"/>
            </a:pPr>
            <a:r>
              <a:t>D:/pasar_fix/node_modules/.bun/pretty-format@27.5.1/node_modules/pretty-format/build/plugins/lib/markup.d.ts</a:t>
            </a:r>
          </a:p>
          <a:p>
            <a:pPr>
              <a:defRPr sz="1200"/>
            </a:pPr>
            <a:r>
              <a:t>D:/pasar_fix/node_modules/.bun/pretty-format@27.5.1/node_modules/pretty-format/build/plugins/lib/markup.js</a:t>
            </a:r>
          </a:p>
          <a:p>
            <a:pPr>
              <a:defRPr sz="1200"/>
            </a:pPr>
            <a:r>
              <a:t>D:/pasar_fix/node_modules/.bun/pretty-format@29.7.0/node_modules/pretty-format/LICENSE</a:t>
            </a:r>
          </a:p>
          <a:p>
            <a:pPr>
              <a:defRPr sz="1200"/>
            </a:pPr>
            <a:r>
              <a:t>D:/pasar_fix/node_modules/.bun/pretty-format@29.7.0/node_modules/pretty-format/package.json</a:t>
            </a:r>
          </a:p>
          <a:p>
            <a:pPr>
              <a:defRPr sz="1200"/>
            </a:pPr>
            <a:r>
              <a:t>D:/pasar_fix/node_modules/.bun/pretty-format@29.7.0/node_modules/pretty-format/README.md</a:t>
            </a:r>
          </a:p>
          <a:p>
            <a:pPr>
              <a:defRPr sz="1200"/>
            </a:pPr>
            <a:r>
              <a:t>D:/pasar_fix/node_modules/.bun/pretty-format@29.7.0/node_modules/pretty-format/build/collections.js</a:t>
            </a:r>
          </a:p>
          <a:p>
            <a:pPr>
              <a:defRPr sz="1200"/>
            </a:pPr>
            <a:r>
              <a:t>D:/pasar_fix/node_modules/.bun/pretty-format@29.7.0/node_modules/pretty-format/build/index.d.ts</a:t>
            </a:r>
          </a:p>
          <a:p>
            <a:pPr>
              <a:defRPr sz="1200"/>
            </a:pPr>
            <a:r>
              <a:t>D:/pasar_fix/node_modules/.bun/pretty-format@29.7.0/node_modules/pretty-format/build/index.js</a:t>
            </a:r>
          </a:p>
          <a:p>
            <a:pPr>
              <a:defRPr sz="1200"/>
            </a:pPr>
            <a:r>
              <a:t>D:/pasar_fix/node_modules/.bun/pretty-format@29.7.0/node_modules/pretty-format/build/types.js</a:t>
            </a:r>
          </a:p>
          <a:p>
            <a:pPr>
              <a:defRPr sz="1200"/>
            </a:pPr>
            <a:r>
              <a:t>D:/pasar_fix/node_modules/.bun/pretty-format@29.7.0/node_modules/pretty-format/build/plugins/AsymmetricMatcher.js</a:t>
            </a:r>
          </a:p>
          <a:p>
            <a:pPr>
              <a:defRPr sz="1200"/>
            </a:pPr>
            <a:r>
              <a:t>D:/pasar_fix/node_modules/.bun/pretty-format@29.7.0/node_modules/pretty-format/build/plugins/DOMCollection.js</a:t>
            </a:r>
          </a:p>
          <a:p>
            <a:pPr>
              <a:defRPr sz="1200"/>
            </a:pPr>
            <a:r>
              <a:t>D:/pasar_fix/node_modules/.bun/pretty-format@29.7.0/node_modules/pretty-format/build/plugins/DOMElement.js</a:t>
            </a:r>
          </a:p>
          <a:p>
            <a:pPr>
              <a:defRPr sz="1200"/>
            </a:pPr>
            <a:r>
              <a:t>D:/pasar_fix/node_modules/.bun/pretty-format@29.7.0/node_modules/pretty-format/build/plugins/Immutable.js</a:t>
            </a:r>
          </a:p>
          <a:p>
            <a:pPr>
              <a:defRPr sz="1200"/>
            </a:pPr>
            <a:r>
              <a:t>D:/pasar_fix/node_modules/.bun/pretty-format@29.7.0/node_modules/pretty-format/build/plugins/ReactElement.js</a:t>
            </a:r>
          </a:p>
          <a:p>
            <a:pPr>
              <a:defRPr sz="1200"/>
            </a:pPr>
            <a:r>
              <a:t>D:/pasar_fix/node_modules/.bun/pretty-format@29.7.0/node_modules/pretty-format/build/plugins/ReactTestComponent.js</a:t>
            </a:r>
          </a:p>
          <a:p>
            <a:pPr>
              <a:defRPr sz="1200"/>
            </a:pPr>
            <a:r>
              <a:t>D:/pasar_fix/node_modules/.bun/pretty-format@29.7.0/node_modules/pretty-format/build/plugins/lib/escapeHTML.js</a:t>
            </a:r>
          </a:p>
          <a:p>
            <a:pPr>
              <a:defRPr sz="1200"/>
            </a:pPr>
            <a:r>
              <a:t>D:/pasar_fix/node_modules/.bun/pretty-format@29.7.0/node_modules/pretty-format/build/plugins/lib/markup.js</a:t>
            </a:r>
          </a:p>
          <a:p>
            <a:pPr>
              <a:defRPr sz="1200"/>
            </a:pPr>
            <a:r>
              <a:t>D:/pasar_fix/node_modules/.bun/process-nextick-args@2.0.1/node_modules/process-nextick-args/index.js</a:t>
            </a:r>
          </a:p>
          <a:p>
            <a:pPr>
              <a:defRPr sz="1200"/>
            </a:pPr>
            <a:r>
              <a:t>D:/pasar_fix/node_modules/.bun/process-nextick-args@2.0.1/node_modules/process-nextick-args/license.md</a:t>
            </a:r>
          </a:p>
          <a:p>
            <a:pPr>
              <a:defRPr sz="1200"/>
            </a:pPr>
            <a:r>
              <a:t>D:/pasar_fix/node_modules/.bun/process-nextick-args@2.0.1/node_modules/process-nextick-args/package.json</a:t>
            </a:r>
          </a:p>
          <a:p>
            <a:pPr>
              <a:defRPr sz="1200"/>
            </a:pPr>
            <a:r>
              <a:t>D:/pasar_fix/node_modules/.bun/process-nextick-args@2.0.1/node_modules/process-nextick-args/readme.md</a:t>
            </a:r>
          </a:p>
          <a:p>
            <a:pPr>
              <a:defRPr sz="1200"/>
            </a:pPr>
            <a:r>
              <a:t>D:/pasar_fix/node_modules/.bun/process@0.11.10/node_modules/process/.eslintrc</a:t>
            </a:r>
          </a:p>
          <a:p>
            <a:pPr>
              <a:defRPr sz="1200"/>
            </a:pPr>
            <a:r>
              <a:t>D:/pasar_fix/node_modules/.bun/process@0.11.10/node_modules/process/browser.js</a:t>
            </a:r>
          </a:p>
          <a:p>
            <a:pPr>
              <a:defRPr sz="1200"/>
            </a:pPr>
            <a:r>
              <a:t>D:/pasar_fix/node_modules/.bun/process@0.11.10/node_modules/process/index.js</a:t>
            </a:r>
          </a:p>
          <a:p>
            <a:pPr>
              <a:defRPr sz="1200"/>
            </a:pPr>
            <a:r>
              <a:t>D:/pasar_fix/node_modules/.bun/process@0.11.10/node_modules/process/LICENSE</a:t>
            </a:r>
          </a:p>
          <a:p>
            <a:pPr>
              <a:defRPr sz="1200"/>
            </a:pPr>
            <a:r>
              <a:t>D:/pasar_fix/node_modules/.bun/process@0.11.10/node_modules/process/package.json</a:t>
            </a:r>
          </a:p>
          <a:p>
            <a:pPr>
              <a:defRPr sz="1200"/>
            </a:pPr>
            <a:r>
              <a:t>D:/pasar_fix/node_modules/.bun/process@0.11.10/node_modules/process/README.md</a:t>
            </a:r>
          </a:p>
          <a:p>
            <a:pPr>
              <a:defRPr sz="1200"/>
            </a:pPr>
            <a:r>
              <a:t>D:/pasar_fix/node_modules/.bun/process@0.11.10/node_modules/process/test.js</a:t>
            </a:r>
          </a:p>
          <a:p>
            <a:pPr>
              <a:defRPr sz="1200"/>
            </a:pPr>
            <a:r>
              <a:t>D:/pasar_fix/node_modules/.bun/progress@2.0.3/node_modules/progress/CHANGELOG.md</a:t>
            </a:r>
          </a:p>
          <a:p>
            <a:pPr>
              <a:defRPr sz="1200"/>
            </a:pPr>
            <a:r>
              <a:t>D:/pasar_fix/node_modules/.bun/progress@2.0.3/node_modules/progress/index.js</a:t>
            </a:r>
          </a:p>
          <a:p>
            <a:pPr>
              <a:defRPr sz="1200"/>
            </a:pPr>
            <a:r>
              <a:t>D:/pasar_fix/node_modules/.bun/progress@2.0.3/node_modules/progress/LICENSE</a:t>
            </a:r>
          </a:p>
          <a:p>
            <a:pPr>
              <a:defRPr sz="1200"/>
            </a:pPr>
            <a:r>
              <a:t>D:/pasar_fix/node_modules/.bun/progress@2.0.3/node_modules/progress/Makefile</a:t>
            </a:r>
          </a:p>
          <a:p>
            <a:pPr>
              <a:defRPr sz="1200"/>
            </a:pPr>
            <a:r>
              <a:t>D:/pasar_fix/node_modules/.bun/progress@2.0.3/node_modules/progress/package.json</a:t>
            </a:r>
          </a:p>
          <a:p>
            <a:pPr>
              <a:defRPr sz="1200"/>
            </a:pPr>
            <a:r>
              <a:t>D:/pasar_fix/node_modules/.bun/progress@2.0.3/node_modules/progress/Readme.md</a:t>
            </a:r>
          </a:p>
          <a:p>
            <a:pPr>
              <a:defRPr sz="1200"/>
            </a:pPr>
            <a:r>
              <a:t>D:/pasar_fix/node_modules/.bun/progress@2.0.3/node_modules/progress/lib/node-progress.js</a:t>
            </a:r>
          </a:p>
          <a:p>
            <a:pPr>
              <a:defRPr sz="1200"/>
            </a:pPr>
            <a:r>
              <a:t>D:/pasar_fix/node_modules/.bun/prop-types@15.8.1/node_modules/.bin/loose-envify.bunx</a:t>
            </a:r>
          </a:p>
          <a:p>
            <a:pPr>
              <a:defRPr sz="1200"/>
            </a:pPr>
            <a:r>
              <a:t>D:/pasar_fix/node_modules/.bun/prop-types@15.8.1/node_modules/.bin/loose-envify.exe</a:t>
            </a:r>
          </a:p>
          <a:p>
            <a:pPr>
              <a:defRPr sz="1200"/>
            </a:pPr>
            <a:r>
              <a:t>D:/pasar_fix/node_modules/.bun/prop-types@15.8.1/node_modules/prop-types/checkPropTypes.js</a:t>
            </a:r>
          </a:p>
          <a:p>
            <a:pPr>
              <a:defRPr sz="1200"/>
            </a:pPr>
            <a:r>
              <a:t>D:/pasar_fix/node_modules/.bun/prop-types@15.8.1/node_modules/prop-types/factory.js</a:t>
            </a:r>
          </a:p>
          <a:p>
            <a:pPr>
              <a:defRPr sz="1200"/>
            </a:pPr>
            <a:r>
              <a:t>D:/pasar_fix/node_modules/.bun/prop-types@15.8.1/node_modules/prop-types/factoryWithThrowingShims.js</a:t>
            </a:r>
          </a:p>
          <a:p>
            <a:pPr>
              <a:defRPr sz="1200"/>
            </a:pPr>
            <a:r>
              <a:t>D:/pasar_fix/node_modules/.bun/prop-types@15.8.1/node_modules/prop-types/factoryWithTypeCheckers.js</a:t>
            </a:r>
          </a:p>
          <a:p>
            <a:pPr>
              <a:defRPr sz="1200"/>
            </a:pPr>
            <a:r>
              <a:t>D:/pasar_fix/node_modules/.bun/prop-types@15.8.1/node_modules/prop-types/index.js</a:t>
            </a:r>
          </a:p>
          <a:p>
            <a:pPr>
              <a:defRPr sz="1200"/>
            </a:pPr>
            <a:r>
              <a:t>D:/pasar_fix/node_modules/.bun/prop-types@15.8.1/node_modules/prop-types/LICENSE</a:t>
            </a:r>
          </a:p>
          <a:p>
            <a:pPr>
              <a:defRPr sz="1200"/>
            </a:pPr>
            <a:r>
              <a:t>D:/pasar_fix/node_modules/.bun/prop-types@15.8.1/node_modules/prop-types/package.json</a:t>
            </a:r>
          </a:p>
          <a:p>
            <a:pPr>
              <a:defRPr sz="1200"/>
            </a:pPr>
            <a:r>
              <a:t>D:/pasar_fix/node_modules/.bun/prop-types@15.8.1/node_modules/prop-types/prop-types.js</a:t>
            </a:r>
          </a:p>
          <a:p>
            <a:pPr>
              <a:defRPr sz="1200"/>
            </a:pPr>
            <a:r>
              <a:t>D:/pasar_fix/node_modules/.bun/prop-types@15.8.1/node_modules/prop-types/prop-types.min.js</a:t>
            </a:r>
          </a:p>
          <a:p>
            <a:pPr>
              <a:defRPr sz="1200"/>
            </a:pPr>
            <a:r>
              <a:t>D:/pasar_fix/node_modules/.bun/prop-types@15.8.1/node_modules/prop-types/README.md</a:t>
            </a:r>
          </a:p>
          <a:p>
            <a:pPr>
              <a:defRPr sz="1200"/>
            </a:pPr>
            <a:r>
              <a:t>D:/pasar_fix/node_modules/.bun/prop-types@15.8.1/node_modules/prop-types/lib/has.js</a:t>
            </a:r>
          </a:p>
          <a:p>
            <a:pPr>
              <a:defRPr sz="1200"/>
            </a:pPr>
            <a:r>
              <a:t>D:/pasar_fix/node_modules/.bun/prop-types@15.8.1/node_modules/prop-types/lib/ReactPropTypesSecret.js</a:t>
            </a:r>
          </a:p>
          <a:p>
            <a:pPr>
              <a:defRPr sz="1200"/>
            </a:pPr>
            <a:r>
              <a:t>D:/pasar_fix/node_modules/.bun/proxy-agent@6.5.0/node_modules/proxy-agent/LICENSE</a:t>
            </a:r>
          </a:p>
          <a:p>
            <a:pPr>
              <a:defRPr sz="1200"/>
            </a:pPr>
            <a:r>
              <a:t>D:/pasar_fix/node_modules/.bun/proxy-agent@6.5.0/node_modules/proxy-agent/package.json</a:t>
            </a:r>
          </a:p>
          <a:p>
            <a:pPr>
              <a:defRPr sz="1200"/>
            </a:pPr>
            <a:r>
              <a:t>D:/pasar_fix/node_modules/.bun/proxy-agent@6.5.0/node_modules/proxy-agent/README.md</a:t>
            </a:r>
          </a:p>
          <a:p>
            <a:pPr>
              <a:defRPr sz="1200"/>
            </a:pPr>
            <a:r>
              <a:t>D:/pasar_fix/node_modules/.bun/proxy-agent@6.5.0/node_modules/proxy-agent/dist/index.d.ts</a:t>
            </a:r>
          </a:p>
          <a:p>
            <a:pPr>
              <a:defRPr sz="1200"/>
            </a:pPr>
            <a:r>
              <a:t>D:/pasar_fix/node_modules/.bun/proxy-agent@6.5.0/node_modules/proxy-agent/dist/index.d.ts.map</a:t>
            </a:r>
          </a:p>
          <a:p>
            <a:pPr>
              <a:defRPr sz="1200"/>
            </a:pPr>
            <a:r>
              <a:t>D:/pasar_fix/node_modules/.bun/proxy-agent@6.5.0/node_modules/proxy-agent/dist/index.js</a:t>
            </a:r>
          </a:p>
          <a:p>
            <a:pPr>
              <a:defRPr sz="1200"/>
            </a:pPr>
            <a:r>
              <a:t>D:/pasar_fix/node_modules/.bun/proxy-agent@6.5.0/node_modules/proxy-agent/dist/index.js.map</a:t>
            </a:r>
          </a:p>
          <a:p>
            <a:pPr>
              <a:defRPr sz="1200"/>
            </a:pPr>
            <a:r>
              <a:t>D:/pasar_fix/node_modules/.bun/proxy-from-env@1.1.0/node_modules/proxy-from-env/.eslintrc</a:t>
            </a:r>
          </a:p>
          <a:p>
            <a:pPr>
              <a:defRPr sz="1200"/>
            </a:pPr>
            <a:r>
              <a:t>D:/pasar_fix/node_modules/.bun/proxy-from-env@1.1.0/node_modules/proxy-from-env/.travis.yml</a:t>
            </a:r>
          </a:p>
          <a:p>
            <a:pPr>
              <a:defRPr sz="1200"/>
            </a:pPr>
            <a:r>
              <a:t>D:/pasar_fix/node_modules/.bun/proxy-from-env@1.1.0/node_modules/proxy-from-env/index.js</a:t>
            </a:r>
          </a:p>
          <a:p>
            <a:pPr>
              <a:defRPr sz="1200"/>
            </a:pPr>
            <a:r>
              <a:t>D:/pasar_fix/node_modules/.bun/proxy-from-env@1.1.0/node_modules/proxy-from-env/LICENSE</a:t>
            </a:r>
          </a:p>
          <a:p>
            <a:pPr>
              <a:defRPr sz="1200"/>
            </a:pPr>
            <a:r>
              <a:t>D:/pasar_fix/node_modules/.bun/proxy-from-env@1.1.0/node_modules/proxy-from-env/package.json</a:t>
            </a:r>
          </a:p>
          <a:p>
            <a:pPr>
              <a:defRPr sz="1200"/>
            </a:pPr>
            <a:r>
              <a:t>D:/pasar_fix/node_modules/.bun/proxy-from-env@1.1.0/node_modules/proxy-from-env/README.md</a:t>
            </a:r>
          </a:p>
          <a:p>
            <a:pPr>
              <a:defRPr sz="1200"/>
            </a:pPr>
            <a:r>
              <a:t>D:/pasar_fix/node_modules/.bun/proxy-from-env@1.1.0/node_modules/proxy-from-env/test.js</a:t>
            </a:r>
          </a:p>
          <a:p>
            <a:pPr>
              <a:defRPr sz="1200"/>
            </a:pPr>
            <a:r>
              <a:t>D:/pasar_fix/node_modules/.bun/pseudolocale@2.2.0/node_modules/.bin/pseudolocale.bunx</a:t>
            </a:r>
          </a:p>
          <a:p>
            <a:pPr>
              <a:defRPr sz="1200"/>
            </a:pPr>
            <a:r>
              <a:t>D:/pasar_fix/node_modules/.bun/pseudolocale@2.2.0/node_modules/.bin/pseudolocale.exe</a:t>
            </a:r>
          </a:p>
          <a:p>
            <a:pPr>
              <a:defRPr sz="1200"/>
            </a:pPr>
            <a:r>
              <a:t>D:/pasar_fix/node_modules/.bun/pseudolocale@2.2.0/node_modules/pseudolocale/package.json</a:t>
            </a:r>
          </a:p>
          <a:p>
            <a:pPr>
              <a:defRPr sz="1200"/>
            </a:pPr>
            <a:r>
              <a:t>D:/pasar_fix/node_modules/.bun/pseudolocale@2.2.0/node_modules/pseudolocale/README.md</a:t>
            </a:r>
          </a:p>
          <a:p>
            <a:pPr>
              <a:defRPr sz="1200"/>
            </a:pPr>
            <a:r>
              <a:t>D:/pasar_fix/node_modules/.bun/pseudolocale@2.2.0/node_modules/pseudolocale/dist/cli.cjs</a:t>
            </a:r>
          </a:p>
          <a:p>
            <a:pPr>
              <a:defRPr sz="1200"/>
            </a:pPr>
            <a:r>
              <a:t>D:/pasar_fix/node_modules/.bun/pseudolocale@2.2.0/node_modules/pseudolocale/dist/cli.d.cts</a:t>
            </a:r>
          </a:p>
          <a:p>
            <a:pPr>
              <a:defRPr sz="1200"/>
            </a:pPr>
            <a:r>
              <a:t>D:/pasar_fix/node_modules/.bun/pseudolocale@2.2.0/node_modules/pseudolocale/dist/cli.d.mts</a:t>
            </a:r>
          </a:p>
          <a:p>
            <a:pPr>
              <a:defRPr sz="1200"/>
            </a:pPr>
            <a:r>
              <a:t>D:/pasar_fix/node_modules/.bun/pseudolocale@2.2.0/node_modules/pseudolocale/dist/cli.d.ts</a:t>
            </a:r>
          </a:p>
          <a:p>
            <a:pPr>
              <a:defRPr sz="1200"/>
            </a:pPr>
            <a:r>
              <a:t>D:/pasar_fix/node_modules/.bun/pseudolocale@2.2.0/node_modules/pseudolocale/dist/cli.mjs</a:t>
            </a:r>
          </a:p>
          <a:p>
            <a:pPr>
              <a:defRPr sz="1200"/>
            </a:pPr>
            <a:r>
              <a:t>D:/pasar_fix/node_modules/.bun/pseudolocale@2.2.0/node_modules/pseudolocale/dist/index.cjs</a:t>
            </a:r>
          </a:p>
          <a:p>
            <a:pPr>
              <a:defRPr sz="1200"/>
            </a:pPr>
            <a:r>
              <a:t>D:/pasar_fix/node_modules/.bun/pseudolocale@2.2.0/node_modules/pseudolocale/dist/index.d.cts</a:t>
            </a:r>
          </a:p>
          <a:p>
            <a:pPr>
              <a:defRPr sz="1200"/>
            </a:pPr>
            <a:r>
              <a:t>D:/pasar_fix/node_modules/.bun/pseudolocale@2.2.0/node_modules/pseudolocale/dist/index.d.mts</a:t>
            </a:r>
          </a:p>
          <a:p>
            <a:pPr>
              <a:defRPr sz="1200"/>
            </a:pPr>
            <a:r>
              <a:t>D:/pasar_fix/node_modules/.bun/pseudolocale@2.2.0/node_modules/pseudolocale/dist/index.d.ts</a:t>
            </a:r>
          </a:p>
          <a:p>
            <a:pPr>
              <a:defRPr sz="1200"/>
            </a:pPr>
            <a:r>
              <a:t>D:/pasar_fix/node_modules/.bun/pseudolocale@2.2.0/node_modules/pseudolocale/dist/index.mjs</a:t>
            </a:r>
          </a:p>
          <a:p>
            <a:pPr>
              <a:defRPr sz="1200"/>
            </a:pPr>
            <a:r>
              <a:t>D:/pasar_fix/node_modules/.bun/pseudolocale@2.2.0/node_modules/pseudolocale/dist/shared/pseudolocale.BUae-tEt.cjs</a:t>
            </a:r>
          </a:p>
          <a:p>
            <a:pPr>
              <a:defRPr sz="1200"/>
            </a:pPr>
            <a:r>
              <a:t>D:/pasar_fix/node_modules/.bun/pseudolocale@2.2.0/node_modules/pseudolocale/dist/shared/pseudolocale.DXFl8INO.mjs</a:t>
            </a:r>
          </a:p>
          <a:p>
            <a:pPr>
              <a:defRPr sz="1200"/>
            </a:pPr>
            <a:r>
              <a:t>D:/pasar_fix/node_modules/.bun/pump@3.0.4/node_modules/pump/.travis.yml</a:t>
            </a:r>
          </a:p>
          <a:p>
            <a:pPr>
              <a:defRPr sz="1200"/>
            </a:pPr>
            <a:r>
              <a:t>D:/pasar_fix/node_modules/.bun/pump@3.0.4/node_modules/pump/empty.js</a:t>
            </a:r>
          </a:p>
          <a:p>
            <a:pPr>
              <a:defRPr sz="1200"/>
            </a:pPr>
            <a:r>
              <a:t>D:/pasar_fix/node_modules/.bun/pump@3.0.4/node_modules/pump/index.js</a:t>
            </a:r>
          </a:p>
          <a:p>
            <a:pPr>
              <a:defRPr sz="1200"/>
            </a:pPr>
            <a:r>
              <a:t>D:/pasar_fix/node_modules/.bun/pump@3.0.4/node_modules/pump/LICENSE</a:t>
            </a:r>
          </a:p>
          <a:p>
            <a:pPr>
              <a:defRPr sz="1200"/>
            </a:pPr>
            <a:r>
              <a:t>D:/pasar_fix/node_modules/.bun/pump@3.0.4/node_modules/pump/package.json</a:t>
            </a:r>
          </a:p>
          <a:p>
            <a:pPr>
              <a:defRPr sz="1200"/>
            </a:pPr>
            <a:r>
              <a:t>D:/pasar_fix/node_modules/.bun/pump@3.0.4/node_modules/pump/README.md</a:t>
            </a:r>
          </a:p>
          <a:p>
            <a:pPr>
              <a:defRPr sz="1200"/>
            </a:pPr>
            <a:r>
              <a:t>D:/pasar_fix/node_modules/.bun/pump@3.0.4/node_modules/pump/SECURITY.md</a:t>
            </a:r>
          </a:p>
          <a:p>
            <a:pPr>
              <a:defRPr sz="1200"/>
            </a:pPr>
            <a:r>
              <a:t>D:/pasar_fix/node_modules/.bun/pump@3.0.4/node_modules/pump/test-browser.js</a:t>
            </a:r>
          </a:p>
          <a:p>
            <a:pPr>
              <a:defRPr sz="1200"/>
            </a:pPr>
            <a:r>
              <a:t>D:/pasar_fix/node_modules/.bun/pump@3.0.4/node_modules/pump/test-node.js</a:t>
            </a:r>
          </a:p>
          <a:p>
            <a:pPr>
              <a:defRPr sz="1200"/>
            </a:pPr>
            <a:r>
              <a:t>D:/pasar_fix/node_modules/.bun/pump@3.0.4/node_modules/pump/.github/FUNDING.yml</a:t>
            </a:r>
          </a:p>
          <a:p>
            <a:pPr>
              <a:defRPr sz="1200"/>
            </a:pPr>
            <a:r>
              <a:t>D:/pasar_fix/node_modules/.bun/punycode@2.3.1/node_modules/punycode/LICENSE-MIT.txt</a:t>
            </a:r>
          </a:p>
          <a:p>
            <a:pPr>
              <a:defRPr sz="1200"/>
            </a:pPr>
            <a:r>
              <a:t>D:/pasar_fix/node_modules/.bun/punycode@2.3.1/node_modules/punycode/package.json</a:t>
            </a:r>
          </a:p>
          <a:p>
            <a:pPr>
              <a:defRPr sz="1200"/>
            </a:pPr>
            <a:r>
              <a:t>D:/pasar_fix/node_modules/.bun/punycode@2.3.1/node_modules/punycode/punycode.es6.js</a:t>
            </a:r>
          </a:p>
          <a:p>
            <a:pPr>
              <a:defRPr sz="1200"/>
            </a:pPr>
            <a:r>
              <a:t>D:/pasar_fix/node_modules/.bun/punycode@2.3.1/node_modules/punycode/punycode.js</a:t>
            </a:r>
          </a:p>
          <a:p>
            <a:pPr>
              <a:defRPr sz="1200"/>
            </a:pPr>
            <a:r>
              <a:t>D:/pasar_fix/node_modules/.bun/punycode@2.3.1/node_modules/punycode/README.md</a:t>
            </a:r>
          </a:p>
          <a:p>
            <a:pPr>
              <a:defRPr sz="1200"/>
            </a:pPr>
            <a:r>
              <a:t>D:/pasar_fix/node_modules/.bun/puppeteer-core@24.43.1/node_modules/.bin/browsers.bunx</a:t>
            </a:r>
          </a:p>
          <a:p>
            <a:pPr>
              <a:defRPr sz="1200"/>
            </a:pPr>
            <a:r>
              <a:t>D:/pasar_fix/node_modules/.bun/puppeteer-core@24.43.1/node_modules/.bin/browsers.exe</a:t>
            </a:r>
          </a:p>
          <a:p>
            <a:pPr>
              <a:defRPr sz="1200"/>
            </a:pPr>
            <a:r>
              <a:t>D:/pasar_fix/node_modules/.bun/puppeteer-core@24.43.1/node_modules/puppeteer-core/package.json</a:t>
            </a:r>
          </a:p>
          <a:p>
            <a:pPr>
              <a:defRPr sz="1200"/>
            </a:pPr>
            <a:r>
              <a:t>D:/pasar_fix/node_modules/.bun/puppeteer-core@24.43.1/node_modules/puppeteer-core/README.md</a:t>
            </a:r>
          </a:p>
          <a:p>
            <a:pPr>
              <a:defRPr sz="1200"/>
            </a:pPr>
            <a:r>
              <a:t>D:/pasar_fix/node_modules/.bun/puppeteer-core@24.43.1/node_modules/puppeteer-core/lib/types.d.ts</a:t>
            </a:r>
          </a:p>
          <a:p>
            <a:pPr>
              <a:defRPr sz="1200"/>
            </a:pPr>
            <a:r>
              <a:t>D:/pasar_fix/node_modules/.bun/puppeteer-core@24.43.1/node_modules/puppeteer-core/lib/cjs/puppeteer/environment.d.ts</a:t>
            </a:r>
          </a:p>
          <a:p>
            <a:pPr>
              <a:defRPr sz="1200"/>
            </a:pPr>
            <a:r>
              <a:t>D:/pasar_fix/node_modules/.bun/puppeteer-core@24.43.1/node_modules/puppeteer-core/lib/cjs/puppeteer/environment.d.ts.map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D:/pasar_fix/node_modules/.bun/puppeteer-core@24.43.1/node_modules/puppeteer-core/lib/cjs/puppeteer/environment.js</a:t>
            </a:r>
          </a:p>
          <a:p>
            <a:pPr>
              <a:defRPr sz="1200"/>
            </a:pPr>
            <a:r>
              <a:t>D:/pasar_fix/node_modules/.bun/puppeteer-core@24.43.1/node_modules/puppeteer-core/lib/cjs/puppeteer/environment.js.map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D:/pasar_fix/node_modules/.bun/puppeteer-core@24.43.1/node_modules/puppeteer-core/lib/cjs/puppeteer/index-browser.d.ts</a:t>
            </a:r>
          </a:p>
          <a:p>
            <a:pPr>
              <a:defRPr sz="1200"/>
            </a:pPr>
            <a:r>
              <a:t>D:/pasar_fix/node_modules/.bun/puppeteer-core@24.43.1/node_modules/puppeteer-core/lib/cjs/puppeteer/index-browser.d.ts.map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D:/pasar_fix/node_modules/.bun/puppeteer-core@24.43.1/node_modules/puppeteer-core/lib/cjs/puppeteer/index-browser.js</a:t>
            </a:r>
          </a:p>
          <a:p>
            <a:pPr>
              <a:defRPr sz="1200"/>
            </a:pPr>
            <a:r>
              <a:t>D:/pasar_fix/node_modules/.bun/puppeteer-core@24.43.1/node_modules/puppeteer-core/lib/cjs/puppeteer/index-browser.js.map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D:/pasar_fix/node_modules/.bun/puppeteer-core@24.43.1/node_modules/puppeteer-core/lib/cjs/puppeteer/index.d.ts</a:t>
            </a:r>
          </a:p>
          <a:p>
            <a:pPr>
              <a:defRPr sz="1200"/>
            </a:pPr>
            <a:r>
              <a:t>D:/pasar_fix/node_modules/.bun/puppeteer-core@24.43.1/node_modules/puppeteer-core/lib/cjs/puppeteer/index.d.ts.map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D:/pasar_fix/node_modules/.bun/puppeteer-core@24.43.1/node_modules/puppeteer-core/lib/cjs/puppeteer/index.js</a:t>
            </a:r>
          </a:p>
          <a:p>
            <a:pPr>
              <a:defRPr sz="1200"/>
            </a:pPr>
            <a:r>
              <a:t>D:/pasar_fix/node_modules/.bun/puppeteer-core@24.43.1/node_modules/puppeteer-core/lib/cjs/puppeteer/index.js.map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D:/pasar_fix/node_modules/.bun/puppeteer-core@24.43.1/node_modules/puppeteer-core/lib/cjs/puppeteer/puppeteer-core-browser.d.ts</a:t>
            </a:r>
          </a:p>
          <a:p>
            <a:pPr>
              <a:defRPr sz="1200"/>
            </a:pPr>
            <a:r>
              <a:t>D:/pasar_fix/node_modules/.bun/puppeteer-core@24.43.1/node_modules/puppeteer-core/lib/cjs/puppeteer/puppeteer-core-browser.d.ts.map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D:/pasar_fix/node_modules/.bun/puppeteer-core@24.43.1/node_modules/puppeteer-core/lib/cjs/puppeteer/puppeteer-core-browser.js</a:t>
            </a:r>
          </a:p>
          <a:p>
            <a:pPr>
              <a:defRPr sz="1200"/>
            </a:pPr>
            <a:r>
              <a:t>D:/pasar_fix/node_modules/.bun/puppeteer-core@24.43.1/node_modules/puppeteer-core/lib/cjs/puppeteer/puppeteer-core-browser.js.map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D:/pasar_fix/node_modules/.bun/puppeteer-core@24.43.1/node_modules/puppeteer-core/lib/cjs/puppeteer/puppeteer-core.d.ts</a:t>
            </a:r>
          </a:p>
          <a:p>
            <a:pPr>
              <a:defRPr sz="1200"/>
            </a:pPr>
            <a:r>
              <a:t>D:/pasar_fix/node_modules/.bun/puppeteer-core@24.43.1/node_modules/puppeteer-core/lib/cjs/puppeteer/puppeteer-core.d.ts.map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D:/pasar_fix/node_modules/.bun/puppeteer-core@24.43.1/node_modules/puppeteer-core/lib/cjs/puppeteer/puppeteer-core.js</a:t>
            </a:r>
          </a:p>
          <a:p>
            <a:pPr>
              <a:defRPr sz="1200"/>
            </a:pPr>
            <a:r>
              <a:t>D:/pasar_fix/node_modules/.bun/puppeteer-core@24.43.1/node_modules/puppeteer-core/lib/cjs/puppeteer/puppeteer-core.js.map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D:/pasar_fix/node_modules/.bun/puppeteer-core@24.43.1/node_modules/puppeteer-core/lib/cjs/puppeteer/revisions.d.ts</a:t>
            </a:r>
          </a:p>
          <a:p>
            <a:pPr>
              <a:defRPr sz="1200"/>
            </a:pPr>
            <a:r>
              <a:t>D:/pasar_fix/node_modules/.bun/puppeteer-core@24.43.1/node_modules/puppeteer-core/lib/cjs/puppeteer/revisions.d.ts.map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D:/pasar_fix/node_modules/.bun/puppeteer-core@24.43.1/node_modules/puppeteer-core/lib/cjs/puppeteer/revisions.js</a:t>
            </a:r>
          </a:p>
          <a:p>
            <a:pPr>
              <a:defRPr sz="1200"/>
            </a:pPr>
            <a:r>
              <a:t>D:/pasar_fix/node_modules/.bun/puppeteer-core@24.43.1/node_modules/puppeteer-core/lib/cjs/puppeteer/revisions.js.map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D:/pasar_fix/node_modules/.bun/puppeteer-core@24.43.1/node_modules/puppeteer-core/lib/cjs/puppeteer/api/api.d.ts</a:t>
            </a:r>
          </a:p>
          <a:p>
            <a:pPr>
              <a:defRPr sz="1200"/>
            </a:pPr>
            <a:r>
              <a:t>D:/pasar_fix/node_modules/.bun/puppeteer-core@24.43.1/node_modules/puppeteer-core/lib/cjs/puppeteer/api/api.d.ts.map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D:/pasar_fix/node_modules/.bun/puppeteer-core@24.43.1/node_modules/puppeteer-core/lib/cjs/puppeteer/api/api.js</a:t>
            </a:r>
          </a:p>
          <a:p>
            <a:pPr>
              <a:defRPr sz="1200"/>
            </a:pPr>
            <a:r>
              <a:t>D:/pasar_fix/node_modules/.bun/puppeteer-core@24.43.1/node_modules/puppeteer-core/lib/cjs/puppeteer/api/api.js.map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D:/pasar_fix/node_modules/.bun/puppeteer-core@24.43.1/node_modules/puppeteer-core/lib/cjs/puppeteer/api/BluetoothEmulation.d.ts</a:t>
            </a:r>
          </a:p>
          <a:p>
            <a:pPr>
              <a:defRPr sz="1200"/>
            </a:pPr>
            <a:r>
              <a:t>D:/pasar_fix/node_modules/.bun/puppeteer-core@24.43.1/node_modules/puppeteer-core/lib/cjs/puppeteer/api/BluetoothEmulation.d.ts.map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D:/pasar_fix/node_modules/.bun/puppeteer-core@24.43.1/node_modules/puppeteer-core/lib/cjs/puppeteer/api/BluetoothEmulation.js</a:t>
            </a:r>
          </a:p>
          <a:p>
            <a:pPr>
              <a:defRPr sz="1200"/>
            </a:pPr>
            <a:r>
              <a:t>D:/pasar_fix/node_modules/.bun/puppeteer-core@24.43.1/node_modules/puppeteer-core/lib/cjs/puppeteer/api/BluetoothEmulation.js.map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D:/pasar_fix/node_modules/.bun/puppeteer-core@24.43.1/node_modules/puppeteer-core/lib/cjs/puppeteer/api/Browser.d.ts</a:t>
            </a:r>
          </a:p>
          <a:p>
            <a:pPr>
              <a:defRPr sz="1200"/>
            </a:pPr>
            <a:r>
              <a:t>D:/pasar_fix/node_modules/.bun/puppeteer-core@24.43.1/node_modules/puppeteer-core/lib/cjs/puppeteer/api/Browser.d.ts.map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D:/pasar_fix/node_modules/.bun/puppeteer-core@24.43.1/node_modules/puppeteer-core/lib/cjs/puppeteer/api/Browser.js</a:t>
            </a:r>
          </a:p>
          <a:p>
            <a:pPr>
              <a:defRPr sz="1200"/>
            </a:pPr>
            <a:r>
              <a:t>D:/pasar_fix/node_modules/.bun/puppeteer-core@24.43.1/node_modules/puppeteer-core/lib/cjs/puppeteer/api/Browser.js.map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D:/pasar_fix/node_modules/.bun/puppeteer-core@24.43.1/node_modules/puppeteer-core/lib/cjs/puppeteer/api/BrowserContext.d.ts</a:t>
            </a:r>
          </a:p>
          <a:p>
            <a:pPr>
              <a:defRPr sz="1200"/>
            </a:pPr>
            <a:r>
              <a:t>D:/pasar_fix/node_modules/.bun/puppeteer-core@24.43.1/node_modules/puppeteer-core/lib/cjs/puppeteer/api/BrowserContext.d.ts.map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D:/pasar_fix/node_modules/.bun/puppeteer-core@24.43.1/node_modules/puppeteer-core/lib/cjs/puppeteer/api/BrowserContext.js</a:t>
            </a:r>
          </a:p>
          <a:p>
            <a:pPr>
              <a:defRPr sz="1200"/>
            </a:pPr>
            <a:r>
              <a:t>D:/pasar_fix/node_modules/.bun/puppeteer-core@24.43.1/node_modules/puppeteer-core/lib/cjs/puppeteer/api/BrowserContext.js.map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D:/pasar_fix/node_modules/.bun/puppeteer-core@24.43.1/node_modules/puppeteer-core/lib/cjs/puppeteer/api/CDPSession.d.ts</a:t>
            </a:r>
          </a:p>
          <a:p>
            <a:pPr>
              <a:defRPr sz="1200"/>
            </a:pPr>
            <a:r>
              <a:t>D:/pasar_fix/node_modules/.bun/puppeteer-core@24.43.1/node_modules/puppeteer-core/lib/cjs/puppeteer/api/CDPSession.d.ts.map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D:/pasar_fix/node_modules/.bun/puppeteer-core@24.43.1/node_modules/puppeteer-core/lib/cjs/puppeteer/api/CDPSession.js</a:t>
            </a:r>
          </a:p>
          <a:p>
            <a:pPr>
              <a:defRPr sz="1200"/>
            </a:pPr>
            <a:r>
              <a:t>D:/pasar_fix/node_modules/.bun/puppeteer-core@24.43.1/node_modules/puppeteer-core/lib/cjs/puppeteer/api/CDPSession.js.map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D:/pasar_fix/node_modules/.bun/puppeteer-core@24.43.1/node_modules/puppeteer-core/lib/cjs/puppeteer/api/DeviceRequestPrompt.d.ts</a:t>
            </a:r>
          </a:p>
          <a:p>
            <a:pPr>
              <a:defRPr sz="1200"/>
            </a:pPr>
            <a:r>
              <a:t>D:/pasar_fix/node_modules/.bun/puppeteer-core@24.43.1/node_modules/puppeteer-core/lib/cjs/puppeteer/api/DeviceRequestPrompt.d.ts.map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D:/pasar_fix/node_modules/.bun/puppeteer-core@24.43.1/node_modules/puppeteer-core/lib/cjs/puppeteer/api/DeviceRequestPrompt.js</a:t>
            </a:r>
          </a:p>
          <a:p>
            <a:pPr>
              <a:defRPr sz="1200"/>
            </a:pPr>
            <a:r>
              <a:t>D:/pasar_fix/node_modules/.bun/puppeteer-core@24.43.1/node_modules/puppeteer-core/lib/cjs/puppeteer/api/DeviceRequestPrompt.js.map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D:/pasar_fix/node_modules/.bun/puppeteer-core@24.43.1/node_modules/puppeteer-core/lib/cjs/puppeteer/api/Dialog.d.ts</a:t>
            </a:r>
          </a:p>
          <a:p>
            <a:pPr>
              <a:defRPr sz="1200"/>
            </a:pPr>
            <a:r>
              <a:t>D:/pasar_fix/node_modules/.bun/puppeteer-core@24.43.1/node_modules/puppeteer-core/lib/cjs/puppeteer/api/Dialog.d.ts.map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D:/pasar_fix/node_modules/.bun/puppeteer-core@24.43.1/node_modules/puppeteer-core/lib/cjs/puppeteer/api/Dialog.js</a:t>
            </a:r>
          </a:p>
          <a:p>
            <a:pPr>
              <a:defRPr sz="1200"/>
            </a:pPr>
            <a:r>
              <a:t>D:/pasar_fix/node_modules/.bun/puppeteer-core@24.43.1/node_modules/puppeteer-core/lib/cjs/puppeteer/api/Dialog.js.map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D:/pasar_fix/node_modules/.bun/puppeteer-core@24.43.1/node_modules/puppeteer-core/lib/cjs/puppeteer/api/ElementHandle.d.ts</a:t>
            </a:r>
          </a:p>
          <a:p>
            <a:pPr>
              <a:defRPr sz="1200"/>
            </a:pPr>
            <a:r>
              <a:t>D:/pasar_fix/node_modules/.bun/puppeteer-core@24.43.1/node_modules/puppeteer-core/lib/cjs/puppeteer/api/ElementHandle.d.ts.map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D:/pasar_fix/node_modules/.bun/puppeteer-core@24.43.1/node_modules/puppeteer-core/lib/cjs/puppeteer/api/ElementHandle.js</a:t>
            </a:r>
          </a:p>
          <a:p>
            <a:pPr>
              <a:defRPr sz="1200"/>
            </a:pPr>
            <a:r>
              <a:t>D:/pasar_fix/node_modules/.bun/puppeteer-core@24.43.1/node_modules/puppeteer-core/lib/cjs/puppeteer/api/ElementHandle.js.map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D:/pasar_fix/node_modules/.bun/puppeteer-core@24.43.1/node_modules/puppeteer-core/lib/cjs/puppeteer/api/ElementHandleSymbol.d.ts</a:t>
            </a:r>
          </a:p>
          <a:p>
            <a:pPr>
              <a:defRPr sz="1200"/>
            </a:pPr>
            <a:r>
              <a:t>D:/pasar_fix/node_modules/.bun/puppeteer-core@24.43.1/node_modules/puppeteer-core/lib/cjs/puppeteer/api/ElementHandleSymbol.d.ts.map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D:/pasar_fix/node_modules/.bun/puppeteer-core@24.43.1/node_modules/puppeteer-core/lib/cjs/puppeteer/api/ElementHandleSymbol.js</a:t>
            </a:r>
          </a:p>
          <a:p>
            <a:pPr>
              <a:defRPr sz="1200"/>
            </a:pPr>
            <a:r>
              <a:t>D:/pasar_fix/node_modules/.bun/puppeteer-core@24.43.1/node_modules/puppeteer-core/lib/cjs/puppeteer/api/ElementHandleSymbol.js.map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D:/pasar_fix/node_modules/.bun/puppeteer-core@24.43.1/node_modules/puppeteer-core/lib/cjs/puppeteer/api/Environment.d.ts</a:t>
            </a:r>
          </a:p>
          <a:p>
            <a:pPr>
              <a:defRPr sz="1200"/>
            </a:pPr>
            <a:r>
              <a:t>D:/pasar_fix/node_modules/.bun/puppeteer-core@24.43.1/node_modules/puppeteer-core/lib/cjs/puppeteer/api/Environment.d.ts.map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D:/pasar_fix/node_modules/.bun/puppeteer-core@24.43.1/node_modules/puppeteer-core/lib/cjs/puppeteer/api/Environment.js</a:t>
            </a:r>
          </a:p>
          <a:p>
            <a:pPr>
              <a:defRPr sz="1200"/>
            </a:pPr>
            <a:r>
              <a:t>D:/pasar_fix/node_modules/.bun/puppeteer-core@24.43.1/node_modules/puppeteer-core/lib/cjs/puppeteer/api/Environment.js.map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D:/pasar_fix/node_modules/.bun/puppeteer-core@24.43.1/node_modules/puppeteer-core/lib/cjs/puppeteer/api/Extension.d.ts</a:t>
            </a:r>
          </a:p>
          <a:p>
            <a:pPr>
              <a:defRPr sz="1200"/>
            </a:pPr>
            <a:r>
              <a:t>D:/pasar_fix/node_modules/.bun/puppeteer-core@24.43.1/node_modules/puppeteer-core/lib/cjs/puppeteer/api/Extension.d.ts.map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D:/pasar_fix/node_modules/.bun/puppeteer-core@24.43.1/node_modules/puppeteer-core/lib/cjs/puppeteer/api/Extension.js</a:t>
            </a:r>
          </a:p>
          <a:p>
            <a:pPr>
              <a:defRPr sz="1200"/>
            </a:pPr>
            <a:r>
              <a:t>D:/pasar_fix/node_modules/.bun/puppeteer-core@24.43.1/node_modules/puppeteer-core/lib/cjs/puppeteer/api/Extension.js.map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D:/pasar_fix/node_modules/.bun/puppeteer-core@24.43.1/node_modules/puppeteer-core/lib/cjs/puppeteer/api/Frame.d.ts</a:t>
            </a:r>
          </a:p>
          <a:p>
            <a:pPr>
              <a:defRPr sz="1200"/>
            </a:pPr>
            <a:r>
              <a:t>D:/pasar_fix/node_modules/.bun/puppeteer-core@24.43.1/node_modules/puppeteer-core/lib/cjs/puppeteer/api/Frame.d.ts.map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D:/pasar_fix/node_modules/.bun/puppeteer-core@24.43.1/node_modules/puppeteer-core/lib/cjs/puppeteer/api/Frame.js</a:t>
            </a:r>
          </a:p>
          <a:p>
            <a:pPr>
              <a:defRPr sz="1200"/>
            </a:pPr>
            <a:r>
              <a:t>D:/pasar_fix/node_modules/.bun/puppeteer-core@24.43.1/node_modules/puppeteer-core/lib/cjs/puppeteer/api/Frame.js.map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D:/pasar_fix/node_modules/.bun/puppeteer-core@24.43.1/node_modules/puppeteer-core/lib/cjs/puppeteer/api/HTTPRequest.d.ts</a:t>
            </a:r>
          </a:p>
          <a:p>
            <a:pPr>
              <a:defRPr sz="1200"/>
            </a:pPr>
            <a:r>
              <a:t>D:/pasar_fix/node_modules/.bun/puppeteer-core@24.43.1/node_modules/puppeteer-core/lib/cjs/puppeteer/api/HTTPRequest.d.ts.map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D:/pasar_fix/node_modules/.bun/puppeteer-core@24.43.1/node_modules/puppeteer-core/lib/cjs/puppeteer/api/HTTPRequest.js</a:t>
            </a:r>
          </a:p>
          <a:p>
            <a:pPr>
              <a:defRPr sz="1200"/>
            </a:pPr>
            <a:r>
              <a:t>D:/pasar_fix/node_modules/.bun/puppeteer-core@24.43.1/node_modules/puppeteer-core/lib/cjs/puppeteer/api/HTTPRequest.js.map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D:/pasar_fix/node_modules/.bun/puppeteer-core@24.43.1/node_modules/puppeteer-core/lib/cjs/puppeteer/api/HTTPResponse.d.ts</a:t>
            </a:r>
          </a:p>
          <a:p>
            <a:pPr>
              <a:defRPr sz="1200"/>
            </a:pPr>
            <a:r>
              <a:t>D:/pasar_fix/node_modules/.bun/puppeteer-core@24.43.1/node_modules/puppeteer-core/lib/cjs/puppeteer/api/HTTPResponse.d.ts.map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D:/pasar_fix/node_modules/.bun/puppeteer-core@24.43.1/node_modules/puppeteer-core/lib/cjs/puppeteer/api/HTTPResponse.js</a:t>
            </a:r>
          </a:p>
          <a:p>
            <a:pPr>
              <a:defRPr sz="1200"/>
            </a:pPr>
            <a:r>
              <a:t>D:/pasar_fix/node_modules/.bun/puppeteer-core@24.43.1/node_modules/puppeteer-core/lib/cjs/puppeteer/api/HTTPResponse.js.map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D:/pasar_fix/node_modules/.bun/puppeteer-core@24.43.1/node_modules/puppeteer-core/lib/cjs/puppeteer/api/Input.d.ts</a:t>
            </a:r>
          </a:p>
          <a:p>
            <a:pPr>
              <a:defRPr sz="1200"/>
            </a:pPr>
            <a:r>
              <a:t>D:/pasar_fix/node_modules/.bun/puppeteer-core@24.43.1/node_modules/puppeteer-core/lib/cjs/puppeteer/api/Input.d.ts.map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D:/pasar_fix/node_modules/.bun/puppeteer-core@24.43.1/node_modules/puppeteer-core/lib/cjs/puppeteer/api/Input.js</a:t>
            </a:r>
          </a:p>
          <a:p>
            <a:pPr>
              <a:defRPr sz="1200"/>
            </a:pPr>
            <a:r>
              <a:t>D:/pasar_fix/node_modules/.bun/puppeteer-core@24.43.1/node_modules/puppeteer-core/lib/cjs/puppeteer/api/Input.js.map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D:/pasar_fix/node_modules/.bun/puppeteer-core@24.43.1/node_modules/puppeteer-core/lib/cjs/puppeteer/api/Issue.d.ts</a:t>
            </a:r>
          </a:p>
          <a:p>
            <a:pPr>
              <a:defRPr sz="1200"/>
            </a:pPr>
            <a:r>
              <a:t>D:/pasar_fix/node_modules/.bun/puppeteer-core@24.43.1/node_modules/puppeteer-core/lib/cjs/puppeteer/api/Issue.d.ts.map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D:/pasar_fix/node_modules/.bun/puppeteer-core@24.43.1/node_modules/puppeteer-core/lib/cjs/puppeteer/api/Issue.js</a:t>
            </a:r>
          </a:p>
          <a:p>
            <a:pPr>
              <a:defRPr sz="1200"/>
            </a:pPr>
            <a:r>
              <a:t>D:/pasar_fix/node_modules/.bun/puppeteer-core@24.43.1/node_modules/puppeteer-core/lib/cjs/puppeteer/api/Issue.js.map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D:/pasar_fix/node_modules/.bun/puppeteer-core@24.43.1/node_modules/puppeteer-core/lib/cjs/puppeteer/api/JSHandle.d.ts</a:t>
            </a:r>
          </a:p>
          <a:p>
            <a:pPr>
              <a:defRPr sz="1200"/>
            </a:pPr>
            <a:r>
              <a:t>D:/pasar_fix/node_modules/.bun/puppeteer-core@24.43.1/node_modules/puppeteer-core/lib/cjs/puppeteer/api/JSHandle.d.ts.map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D:/pasar_fix/node_modules/.bun/puppeteer-core@24.43.1/node_modules/puppeteer-core/lib/cjs/puppeteer/api/JSHandle.js</a:t>
            </a:r>
          </a:p>
          <a:p>
            <a:pPr>
              <a:defRPr sz="1200"/>
            </a:pPr>
            <a:r>
              <a:t>D:/pasar_fix/node_modules/.bun/puppeteer-core@24.43.1/node_modules/puppeteer-core/lib/cjs/puppeteer/api/JSHandle.js.map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D:/pasar_fix/node_modules/.bun/puppeteer-core@24.43.1/node_modules/puppeteer-core/lib/cjs/puppeteer/api/Page.d.ts</a:t>
            </a:r>
          </a:p>
          <a:p>
            <a:pPr>
              <a:defRPr sz="1200"/>
            </a:pPr>
            <a:r>
              <a:t>D:/pasar_fix/node_modules/.bun/puppeteer-core@24.43.1/node_modules/puppeteer-core/lib/cjs/puppeteer/api/Page.d.ts.map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D:/pasar_fix/node_modules/.bun/puppeteer-core@24.43.1/node_modules/puppeteer-core/lib/cjs/puppeteer/api/Page.js</a:t>
            </a:r>
          </a:p>
          <a:p>
            <a:pPr>
              <a:defRPr sz="1200"/>
            </a:pPr>
            <a:r>
              <a:t>D:/pasar_fix/node_modules/.bun/puppeteer-core@24.43.1/node_modules/puppeteer-core/lib/cjs/puppeteer/api/Page.js.map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D:/pasar_fix/node_modules/.bun/puppeteer-core@24.43.1/node_modules/puppeteer-core/lib/cjs/puppeteer/api/Realm.d.ts</a:t>
            </a:r>
          </a:p>
          <a:p>
            <a:pPr>
              <a:defRPr sz="1200"/>
            </a:pPr>
            <a:r>
              <a:t>D:/pasar_fix/node_modules/.bun/puppeteer-core@24.43.1/node_modules/puppeteer-core/lib/cjs/puppeteer/api/Realm.d.ts.map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D:/pasar_fix/node_modules/.bun/puppeteer-core@24.43.1/node_modules/puppeteer-core/lib/cjs/puppeteer/api/Realm.js</a:t>
            </a:r>
          </a:p>
          <a:p>
            <a:pPr>
              <a:defRPr sz="1200"/>
            </a:pPr>
            <a:r>
              <a:t>D:/pasar_fix/node_modules/.bun/puppeteer-core@24.43.1/node_modules/puppeteer-core/lib/cjs/puppeteer/api/Realm.js.map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D:/pasar_fix/node_modules/.bun/puppeteer-core@24.43.1/node_modules/puppeteer-core/lib/cjs/puppeteer/api/Target.d.ts</a:t>
            </a:r>
          </a:p>
          <a:p>
            <a:pPr>
              <a:defRPr sz="1200"/>
            </a:pPr>
            <a:r>
              <a:t>D:/pasar_fix/node_modules/.bun/puppeteer-core@24.43.1/node_modules/puppeteer-core/lib/cjs/puppeteer/api/Target.d.ts.map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D:/pasar_fix/node_modules/.bun/puppeteer-core@24.43.1/node_modules/puppeteer-core/lib/cjs/puppeteer/api/Target.js</a:t>
            </a:r>
          </a:p>
          <a:p>
            <a:pPr>
              <a:defRPr sz="1200"/>
            </a:pPr>
            <a:r>
              <a:t>D:/pasar_fix/node_modules/.bun/puppeteer-core@24.43.1/node_modules/puppeteer-core/lib/cjs/puppeteer/api/Target.js.map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D:/pasar_fix/node_modules/.bun/puppeteer-core@24.43.1/node_modules/puppeteer-core/lib/cjs/puppeteer/api/WebWorker.d.ts</a:t>
            </a:r>
          </a:p>
          <a:p>
            <a:pPr>
              <a:defRPr sz="1200"/>
            </a:pPr>
            <a:r>
              <a:t>D:/pasar_fix/node_modules/.bun/puppeteer-core@24.43.1/node_modules/puppeteer-core/lib/cjs/puppeteer/api/WebWorker.d.ts.map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D:/pasar_fix/node_modules/.bun/puppeteer-core@24.43.1/node_modules/puppeteer-core/lib/cjs/puppeteer/api/WebWorker.js</a:t>
            </a:r>
          </a:p>
          <a:p>
            <a:pPr>
              <a:defRPr sz="1200"/>
            </a:pPr>
            <a:r>
              <a:t>D:/pasar_fix/node_modules/.bun/puppeteer-core@24.43.1/node_modules/puppeteer-core/lib/cjs/puppeteer/api/WebWorker.js.map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D:/pasar_fix/node_modules/.bun/puppeteer-core@24.43.1/node_modules/puppeteer-core/lib/cjs/puppeteer/api/locators/locators.d.ts</a:t>
            </a:r>
          </a:p>
          <a:p>
            <a:pPr>
              <a:defRPr sz="1200"/>
            </a:pPr>
            <a:r>
              <a:t>D:/pasar_fix/node_modules/.bun/puppeteer-core@24.43.1/node_modules/puppeteer-core/lib/cjs/puppeteer/api/locators/locators.d.ts.map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D:/pasar_fix/node_modules/.bun/puppeteer-core@24.43.1/node_modules/puppeteer-core/lib/cjs/puppeteer/api/locators/locators.js</a:t>
            </a:r>
          </a:p>
          <a:p>
            <a:pPr>
              <a:defRPr sz="1200"/>
            </a:pPr>
            <a:r>
              <a:t>D:/pasar_fix/node_modules/.bun/puppeteer-core@24.43.1/node_modules/puppeteer-core/lib/cjs/puppeteer/api/locators/locators.js.map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D:/pasar_fix/node_modules/.bun/puppeteer-core@24.43.1/node_modules/puppeteer-core/lib/cjs/puppeteer/bidi/bidi.d.ts</a:t>
            </a:r>
          </a:p>
          <a:p>
            <a:pPr>
              <a:defRPr sz="1200"/>
            </a:pPr>
            <a:r>
              <a:t>D:/pasar_fix/node_modules/.bun/puppeteer-core@24.43.1/node_modules/puppeteer-core/lib/cjs/puppeteer/bidi/bidi.d.ts.map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D:/pasar_fix/node_modules/.bun/puppeteer-core@24.43.1/node_modules/puppeteer-core/lib/cjs/puppeteer/bidi/bidi.js</a:t>
            </a:r>
          </a:p>
          <a:p>
            <a:pPr>
              <a:defRPr sz="1200"/>
            </a:pPr>
            <a:r>
              <a:t>D:/pasar_fix/node_modules/.bun/puppeteer-core@24.43.1/node_modules/puppeteer-core/lib/cjs/puppeteer/bidi/bidi.js.map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D:/pasar_fix/node_modules/.bun/puppeteer-core@24.43.1/node_modules/puppeteer-core/lib/cjs/puppeteer/bidi/BidiOverCdp.d.ts</a:t>
            </a:r>
          </a:p>
          <a:p>
            <a:pPr>
              <a:defRPr sz="1200"/>
            </a:pPr>
            <a:r>
              <a:t>D:/pasar_fix/node_modules/.bun/puppeteer-core@24.43.1/node_modules/puppeteer-core/lib/cjs/puppeteer/bidi/BidiOverCdp.d.ts.map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D:/pasar_fix/node_modules/.bun/puppeteer-core@24.43.1/node_modules/puppeteer-core/lib/cjs/puppeteer/bidi/BidiOverCdp.js</a:t>
            </a:r>
          </a:p>
          <a:p>
            <a:pPr>
              <a:defRPr sz="1200"/>
            </a:pPr>
            <a:r>
              <a:t>D:/pasar_fix/node_modules/.bun/puppeteer-core@24.43.1/node_modules/puppeteer-core/lib/cjs/puppeteer/bidi/BidiOverCdp.js.map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D:/pasar_fix/node_modules/.bun/puppeteer-core@24.43.1/node_modules/puppeteer-core/lib/cjs/puppeteer/bidi/BluetoothEmulation.d.ts</a:t>
            </a:r>
          </a:p>
          <a:p>
            <a:pPr>
              <a:defRPr sz="1200"/>
            </a:pPr>
            <a:r>
              <a:t>D:/pasar_fix/node_modules/.bun/puppeteer-core@24.43.1/node_modules/puppeteer-core/lib/cjs/puppeteer/bidi/BluetoothEmulation.d.ts.map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D:/pasar_fix/node_modules/.bun/puppeteer-core@24.43.1/node_modules/puppeteer-core/lib/cjs/puppeteer/bidi/BluetoothEmulation.js</a:t>
            </a:r>
          </a:p>
          <a:p>
            <a:pPr>
              <a:defRPr sz="1200"/>
            </a:pPr>
            <a:r>
              <a:t>D:/pasar_fix/node_modules/.bun/puppeteer-core@24.43.1/node_modules/puppeteer-core/lib/cjs/puppeteer/bidi/BluetoothEmulation.js.map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D:/pasar_fix/node_modules/.bun/puppeteer-core@24.43.1/node_modules/puppeteer-core/lib/cjs/puppeteer/bidi/Browser.d.ts</a:t>
            </a:r>
          </a:p>
          <a:p>
            <a:pPr>
              <a:defRPr sz="1200"/>
            </a:pPr>
            <a:r>
              <a:t>D:/pasar_fix/node_modules/.bun/puppeteer-core@24.43.1/node_modules/puppeteer-core/lib/cjs/puppeteer/bidi/Browser.d.ts.map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D:/pasar_fix/node_modules/.bun/puppeteer-core@24.43.1/node_modules/puppeteer-core/lib/cjs/puppeteer/bidi/Browser.js</a:t>
            </a:r>
          </a:p>
          <a:p>
            <a:pPr>
              <a:defRPr sz="1200"/>
            </a:pPr>
            <a:r>
              <a:t>D:/pasar_fix/node_modules/.bun/puppeteer-core@24.43.1/node_modules/puppeteer-core/lib/cjs/puppeteer/bidi/Browser.js.map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D:/pasar_fix/node_modules/.bun/puppeteer-core@24.43.1/node_modules/puppeteer-core/lib/cjs/puppeteer/bidi/BrowserConnector.d.ts</a:t>
            </a:r>
          </a:p>
          <a:p>
            <a:pPr>
              <a:defRPr sz="1200"/>
            </a:pPr>
            <a:r>
              <a:t>D:/pasar_fix/node_modules/.bun/puppeteer-core@24.43.1/node_modules/puppeteer-core/lib/cjs/puppeteer/bidi/BrowserConnector.d.ts.map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D:/pasar_fix/node_modules/.bun/puppeteer-core@24.43.1/node_modules/puppeteer-core/lib/cjs/puppeteer/bidi/BrowserConnector.js</a:t>
            </a:r>
          </a:p>
          <a:p>
            <a:pPr>
              <a:defRPr sz="1200"/>
            </a:pPr>
            <a:r>
              <a:t>D:/pasar_fix/node_modules/.bun/puppeteer-core@24.43.1/node_modules/puppeteer-core/lib/cjs/puppeteer/bidi/BrowserConnector.js.map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D:/pasar_fix/node_modules/.bun/puppeteer-core@24.43.1/node_modules/puppeteer-core/lib/cjs/puppeteer/bidi/BrowserContext.d.ts</a:t>
            </a:r>
          </a:p>
          <a:p>
            <a:pPr>
              <a:defRPr sz="1200"/>
            </a:pPr>
            <a:r>
              <a:t>D:/pasar_fix/node_modules/.bun/puppeteer-core@24.43.1/node_modules/puppeteer-core/lib/cjs/puppeteer/bidi/BrowserContext.d.ts.map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D:/pasar_fix/node_modules/.bun/puppeteer-core@24.43.1/node_modules/puppeteer-core/lib/cjs/puppeteer/bidi/BrowserContext.js</a:t>
            </a:r>
          </a:p>
          <a:p>
            <a:pPr>
              <a:defRPr sz="1200"/>
            </a:pPr>
            <a:r>
              <a:t>D:/pasar_fix/node_modules/.bun/puppeteer-core@24.43.1/node_modules/puppeteer-core/lib/cjs/puppeteer/bidi/BrowserContext.js.map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D:/pasar_fix/node_modules/.bun/puppeteer-core@24.43.1/node_modules/puppeteer-core/lib/cjs/puppeteer/bidi/CDPSession.d.ts</a:t>
            </a:r>
          </a:p>
          <a:p>
            <a:pPr>
              <a:defRPr sz="1200"/>
            </a:pPr>
            <a:r>
              <a:t>D:/pasar_fix/node_modules/.bun/puppeteer-core@24.43.1/node_modules/puppeteer-core/lib/cjs/puppeteer/bidi/CDPSession.d.ts.map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D:/pasar_fix/node_modules/.bun/puppeteer-core@24.43.1/node_modules/puppeteer-core/lib/cjs/puppeteer/bidi/CDPSession.js</a:t>
            </a:r>
          </a:p>
          <a:p>
            <a:pPr>
              <a:defRPr sz="1200"/>
            </a:pPr>
            <a:r>
              <a:t>D:/pasar_fix/node_modules/.bun/puppeteer-core@24.43.1/node_modules/puppeteer-core/lib/cjs/puppeteer/bidi/CDPSession.js.map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D:/pasar_fix/node_modules/.bun/puppeteer-core@24.43.1/node_modules/puppeteer-core/lib/cjs/puppeteer/bidi/Connection.d.ts</a:t>
            </a:r>
          </a:p>
          <a:p>
            <a:pPr>
              <a:defRPr sz="1200"/>
            </a:pPr>
            <a:r>
              <a:t>D:/pasar_fix/node_modules/.bun/puppeteer-core@24.43.1/node_modules/puppeteer-core/lib/cjs/puppeteer/bidi/Connection.d.ts.map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D:/pasar_fix/node_modules/.bun/puppeteer-core@24.43.1/node_modules/puppeteer-core/lib/cjs/puppeteer/bidi/Connection.js</a:t>
            </a:r>
          </a:p>
          <a:p>
            <a:pPr>
              <a:defRPr sz="1200"/>
            </a:pPr>
            <a:r>
              <a:t>D:/pasar_fix/node_modules/.bun/puppeteer-core@24.43.1/node_modules/puppeteer-core/lib/cjs/puppeteer/bidi/Connection.js.map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D:/pasar_fix/node_modules/.bun/puppeteer-core@24.43.1/node_modules/puppeteer-core/lib/cjs/puppeteer/bidi/Deserializer.d.ts</a:t>
            </a:r>
          </a:p>
          <a:p>
            <a:pPr>
              <a:defRPr sz="1200"/>
            </a:pPr>
            <a:r>
              <a:t>D:/pasar_fix/node_modules/.bun/puppeteer-core@24.43.1/node_modules/puppeteer-core/lib/cjs/puppeteer/bidi/Deserializer.d.ts.map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D:/pasar_fix/node_modules/.bun/puppeteer-core@24.43.1/node_modules/puppeteer-core/lib/cjs/puppeteer/bidi/Deserializer.js</a:t>
            </a:r>
          </a:p>
          <a:p>
            <a:pPr>
              <a:defRPr sz="1200"/>
            </a:pPr>
            <a:r>
              <a:t>D:/pasar_fix/node_modules/.bun/puppeteer-core@24.43.1/node_modules/puppeteer-core/lib/cjs/puppeteer/bidi/Deserializer.js.map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D:/pasar_fix/node_modules/.bun/puppeteer-core@24.43.1/node_modules/puppeteer-core/lib/cjs/puppeteer/bidi/DeviceRequestPrompt.d.ts</a:t>
            </a:r>
          </a:p>
          <a:p>
            <a:pPr>
              <a:defRPr sz="1200"/>
            </a:pPr>
            <a:r>
              <a:t>D:/pasar_fix/node_modules/.bun/puppeteer-core@24.43.1/node_modules/puppeteer-core/lib/cjs/puppeteer/bidi/DeviceRequestPrompt.d.ts.map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D:/pasar_fix/node_modules/.bun/puppeteer-core@24.43.1/node_modules/puppeteer-core/lib/cjs/puppeteer/bidi/DeviceRequestPrompt.js</a:t>
            </a:r>
          </a:p>
          <a:p>
            <a:pPr>
              <a:defRPr sz="1200"/>
            </a:pPr>
            <a:r>
              <a:t>D:/pasar_fix/node_modules/.bun/puppeteer-core@24.43.1/node_modules/puppeteer-core/lib/cjs/puppeteer/bidi/DeviceRequestPrompt.js.map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D:/pasar_fix/node_modules/.bun/puppeteer-core@24.43.1/node_modules/puppeteer-core/lib/cjs/puppeteer/bidi/Dialog.d.ts</a:t>
            </a:r>
          </a:p>
          <a:p>
            <a:pPr>
              <a:defRPr sz="1200"/>
            </a:pPr>
            <a:r>
              <a:t>D:/pasar_fix/node_modules/.bun/puppeteer-core@24.43.1/node_modules/puppeteer-core/lib/cjs/puppeteer/bidi/Dialog.d.ts.map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D:/pasar_fix/node_modules/.bun/puppeteer-core@24.43.1/node_modules/puppeteer-core/lib/cjs/puppeteer/bidi/Dialog.js</a:t>
            </a:r>
          </a:p>
          <a:p>
            <a:pPr>
              <a:defRPr sz="1200"/>
            </a:pPr>
            <a:r>
              <a:t>D:/pasar_fix/node_modules/.bun/puppeteer-core@24.43.1/node_modules/puppeteer-core/lib/cjs/puppeteer/bidi/Dialog.js.map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D:/pasar_fix/node_modules/.bun/puppeteer-core@24.43.1/node_modules/puppeteer-core/lib/cjs/puppeteer/bidi/ElementHandle.d.ts</a:t>
            </a:r>
          </a:p>
          <a:p>
            <a:pPr>
              <a:defRPr sz="1200"/>
            </a:pPr>
            <a:r>
              <a:t>D:/pasar_fix/node_modules/.bun/puppeteer-core@24.43.1/node_modules/puppeteer-core/lib/cjs/puppeteer/bidi/ElementHandle.d.ts.map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D:/pasar_fix/node_modules/.bun/puppeteer-core@24.43.1/node_modules/puppeteer-core/lib/cjs/puppeteer/bidi/ElementHandle.js</a:t>
            </a:r>
          </a:p>
          <a:p>
            <a:pPr>
              <a:defRPr sz="1200"/>
            </a:pPr>
            <a:r>
              <a:t>D:/pasar_fix/node_modules/.bun/puppeteer-core@24.43.1/node_modules/puppeteer-core/lib/cjs/puppeteer/bidi/ElementHandle.js.map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D:/pasar_fix/node_modules/.bun/puppeteer-core@24.43.1/node_modules/puppeteer-core/lib/cjs/puppeteer/bidi/ExposedFunction.d.ts</a:t>
            </a:r>
          </a:p>
          <a:p>
            <a:pPr>
              <a:defRPr sz="1200"/>
            </a:pPr>
            <a:r>
              <a:t>D:/pasar_fix/node_modules/.bun/puppeteer-core@24.43.1/node_modules/puppeteer-core/lib/cjs/puppeteer/bidi/ExposedFunction.d.ts.map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D:/pasar_fix/node_modules/.bun/puppeteer-core@24.43.1/node_modules/puppeteer-core/lib/cjs/puppeteer/bidi/ExposedFunction.js</a:t>
            </a:r>
          </a:p>
          <a:p>
            <a:pPr>
              <a:defRPr sz="1200"/>
            </a:pPr>
            <a:r>
              <a:t>D:/pasar_fix/node_modules/.bun/puppeteer-core@24.43.1/node_modules/puppeteer-core/lib/cjs/puppeteer/bidi/ExposedFunction.js.map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D:/pasar_fix/node_modules/.bun/puppeteer-core@24.43.1/node_modules/puppeteer-core/lib/cjs/puppeteer/bidi/Frame.d.ts</a:t>
            </a:r>
          </a:p>
          <a:p>
            <a:pPr>
              <a:defRPr sz="1200"/>
            </a:pPr>
            <a:r>
              <a:t>D:/pasar_fix/node_modules/.bun/puppeteer-core@24.43.1/node_modules/puppeteer-core/lib/cjs/puppeteer/bidi/Frame.d.ts.map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D:/pasar_fix/node_modules/.bun/puppeteer-core@24.43.1/node_modules/puppeteer-core/lib/cjs/puppeteer/bidi/Frame.js</a:t>
            </a:r>
          </a:p>
          <a:p>
            <a:pPr>
              <a:defRPr sz="1200"/>
            </a:pPr>
            <a:r>
              <a:t>D:/pasar_fix/node_modules/.bun/puppeteer-core@24.43.1/node_modules/puppeteer-core/lib/cjs/puppeteer/bidi/Frame.js.map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D:/pasar_fix/node_modules/.bun/puppeteer-core@24.43.1/node_modules/puppeteer-core/lib/cjs/puppeteer/bidi/HTTPRequest.d.ts</a:t>
            </a:r>
          </a:p>
          <a:p>
            <a:pPr>
              <a:defRPr sz="1200"/>
            </a:pPr>
            <a:r>
              <a:t>D:/pasar_fix/node_modules/.bun/puppeteer-core@24.43.1/node_modules/puppeteer-core/lib/cjs/puppeteer/bidi/HTTPRequest.d.ts.map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D:/pasar_fix/node_modules/.bun/puppeteer-core@24.43.1/node_modules/puppeteer-core/lib/cjs/puppeteer/bidi/HTTPRequest.js</a:t>
            </a:r>
          </a:p>
          <a:p>
            <a:pPr>
              <a:defRPr sz="1200"/>
            </a:pPr>
            <a:r>
              <a:t>D:/pasar_fix/node_modules/.bun/puppeteer-core@24.43.1/node_modules/puppeteer-core/lib/cjs/puppeteer/bidi/HTTPRequest.js.map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D:/pasar_fix/node_modules/.bun/puppeteer-core@24.43.1/node_modules/puppeteer-core/lib/cjs/puppeteer/bidi/HTTPResponse.d.ts</a:t>
            </a:r>
          </a:p>
          <a:p>
            <a:pPr>
              <a:defRPr sz="1200"/>
            </a:pPr>
            <a:r>
              <a:t>D:/pasar_fix/node_modules/.bun/puppeteer-core@24.43.1/node_modules/puppeteer-core/lib/cjs/puppeteer/bidi/HTTPResponse.d.ts.map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D:/pasar_fix/node_modules/.bun/puppeteer-core@24.43.1/node_modules/puppeteer-core/lib/cjs/puppeteer/bidi/HTTPResponse.js</a:t>
            </a:r>
          </a:p>
          <a:p>
            <a:pPr>
              <a:defRPr sz="1200"/>
            </a:pPr>
            <a:r>
              <a:t>D:/pasar_fix/node_modules/.bun/puppeteer-core@24.43.1/node_modules/puppeteer-core/lib/cjs/puppeteer/bidi/HTTPResponse.js.map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D:/pasar_fix/node_modules/.bun/puppeteer-core@24.43.1/node_modules/puppeteer-core/lib/cjs/puppeteer/bidi/Input.d.ts</a:t>
            </a:r>
          </a:p>
          <a:p>
            <a:pPr>
              <a:defRPr sz="1200"/>
            </a:pPr>
            <a:r>
              <a:t>D:/pasar_fix/node_modules/.bun/puppeteer-core@24.43.1/node_modules/puppeteer-core/lib/cjs/puppeteer/bidi/Input.d.ts.map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D:/pasar_fix/node_modules/.bun/puppeteer-core@24.43.1/node_modules/puppeteer-core/lib/cjs/puppeteer/bidi/Input.js</a:t>
            </a:r>
          </a:p>
          <a:p>
            <a:pPr>
              <a:defRPr sz="1200"/>
            </a:pPr>
            <a:r>
              <a:t>D:/pasar_fix/node_modules/.bun/puppeteer-core@24.43.1/node_modules/puppeteer-core/lib/cjs/puppeteer/bidi/Input.js.map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D:/pasar_fix/node_modules/.bun/puppeteer-core@24.43.1/node_modules/puppeteer-core/lib/cjs/puppeteer/bidi/JSHandle.d.ts</a:t>
            </a:r>
          </a:p>
          <a:p>
            <a:pPr>
              <a:defRPr sz="1200"/>
            </a:pPr>
            <a:r>
              <a:t>D:/pasar_fix/node_modules/.bun/puppeteer-core@24.43.1/node_modules/puppeteer-core/lib/cjs/puppeteer/bidi/JSHandle.d.ts.map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D:/pasar_fix/node_modules/.bun/puppeteer-core@24.43.1/node_modules/puppeteer-core/lib/cjs/puppeteer/bidi/JSHandle.js</a:t>
            </a:r>
          </a:p>
          <a:p>
            <a:pPr>
              <a:defRPr sz="1200"/>
            </a:pPr>
            <a:r>
              <a:t>D:/pasar_fix/node_modules/.bun/puppeteer-core@24.43.1/node_modules/puppeteer-core/lib/cjs/puppeteer/bidi/JSHandle.js.map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D:/pasar_fix/node_modules/.bun/puppeteer-core@24.43.1/node_modules/puppeteer-core/lib/cjs/puppeteer/bidi/Page.d.ts</a:t>
            </a:r>
          </a:p>
          <a:p>
            <a:pPr>
              <a:defRPr sz="1200"/>
            </a:pPr>
            <a:r>
              <a:t>D:/pasar_fix/node_modules/.bun/puppeteer-core@24.43.1/node_modules/puppeteer-core/lib/cjs/puppeteer/bidi/Page.d.ts.map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D:/pasar_fix/node_modules/.bun/puppeteer-core@24.43.1/node_modules/puppeteer-core/lib/cjs/puppeteer/bidi/Page.js</a:t>
            </a:r>
          </a:p>
          <a:p>
            <a:pPr>
              <a:defRPr sz="1200"/>
            </a:pPr>
            <a:r>
              <a:t>D:/pasar_fix/node_modules/.bun/puppeteer-core@24.43.1/node_modules/puppeteer-core/lib/cjs/puppeteer/bidi/Page.js.map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D:/pasar_fix/node_modules/.bun/puppeteer-core@24.43.1/node_modules/puppeteer-core/lib/cjs/puppeteer/bidi/Realm.d.ts</a:t>
            </a:r>
          </a:p>
          <a:p>
            <a:pPr>
              <a:defRPr sz="1200"/>
            </a:pPr>
            <a:r>
              <a:t>D:/pasar_fix/node_modules/.bun/puppeteer-core@24.43.1/node_modules/puppeteer-core/lib/cjs/puppeteer/bidi/Realm.d.ts.map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D:/pasar_fix/node_modules/.bun/puppeteer-core@24.43.1/node_modules/puppeteer-core/lib/cjs/puppeteer/bidi/Realm.js</a:t>
            </a:r>
          </a:p>
          <a:p>
            <a:pPr>
              <a:defRPr sz="1200"/>
            </a:pPr>
            <a:r>
              <a:t>D:/pasar_fix/node_modules/.bun/puppeteer-core@24.43.1/node_modules/puppeteer-core/lib/cjs/puppeteer/bidi/Realm.js.map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D:/pasar_fix/node_modules/.bun/puppeteer-core@24.43.1/node_modules/puppeteer-core/lib/cjs/puppeteer/bidi/Serializer.d.ts</a:t>
            </a:r>
          </a:p>
          <a:p>
            <a:pPr>
              <a:defRPr sz="1200"/>
            </a:pPr>
            <a:r>
              <a:t>D:/pasar_fix/node_modules/.bun/puppeteer-core@24.43.1/node_modules/puppeteer-core/lib/cjs/puppeteer/bidi/Serializer.d.ts.map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D:/pasar_fix/node_modules/.bun/puppeteer-core@24.43.1/node_modules/puppeteer-core/lib/cjs/puppeteer/bidi/Serializer.js</a:t>
            </a:r>
          </a:p>
          <a:p>
            <a:pPr>
              <a:defRPr sz="1200"/>
            </a:pPr>
            <a:r>
              <a:t>D:/pasar_fix/node_modules/.bun/puppeteer-core@24.43.1/node_modules/puppeteer-core/lib/cjs/puppeteer/bidi/Serializer.js.map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D:/pasar_fix/node_modules/.bun/puppeteer-core@24.43.1/node_modules/puppeteer-core/lib/cjs/puppeteer/bidi/Target.d.ts</a:t>
            </a:r>
          </a:p>
          <a:p>
            <a:pPr>
              <a:defRPr sz="1200"/>
            </a:pPr>
            <a:r>
              <a:t>D:/pasar_fix/node_modules/.bun/puppeteer-core@24.43.1/node_modules/puppeteer-core/lib/cjs/puppeteer/bidi/Target.d.ts.map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D:/pasar_fix/node_modules/.bun/puppeteer-core@24.43.1/node_modules/puppeteer-core/lib/cjs/puppeteer/bidi/Target.js</a:t>
            </a:r>
          </a:p>
          <a:p>
            <a:pPr>
              <a:defRPr sz="1200"/>
            </a:pPr>
            <a:r>
              <a:t>D:/pasar_fix/node_modules/.bun/puppeteer-core@24.43.1/node_modules/puppeteer-core/lib/cjs/puppeteer/bidi/Target.js.map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D:/pasar_fix/node_modules/.bun/puppeteer-core@24.43.1/node_modules/puppeteer-core/lib/cjs/puppeteer/bidi/util.d.ts</a:t>
            </a:r>
          </a:p>
          <a:p>
            <a:pPr>
              <a:defRPr sz="1200"/>
            </a:pPr>
            <a:r>
              <a:t>D:/pasar_fix/node_modules/.bun/puppeteer-core@24.43.1/node_modules/puppeteer-core/lib/cjs/puppeteer/bidi/util.d.ts.map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D:/pasar_fix/node_modules/.bun/puppeteer-core@24.43.1/node_modules/puppeteer-core/lib/cjs/puppeteer/bidi/util.js</a:t>
            </a:r>
          </a:p>
          <a:p>
            <a:pPr>
              <a:defRPr sz="1200"/>
            </a:pPr>
            <a:r>
              <a:t>D:/pasar_fix/node_modules/.bun/puppeteer-core@24.43.1/node_modules/puppeteer-core/lib/cjs/puppeteer/bidi/util.js.map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D:/pasar_fix/node_modules/.bun/puppeteer-core@24.43.1/node_modules/puppeteer-core/lib/cjs/puppeteer/bidi/WebWorker.d.ts</a:t>
            </a:r>
          </a:p>
          <a:p>
            <a:pPr>
              <a:defRPr sz="1200"/>
            </a:pPr>
            <a:r>
              <a:t>D:/pasar_fix/node_modules/.bun/puppeteer-core@24.43.1/node_modules/puppeteer-core/lib/cjs/puppeteer/bidi/WebWorker.d.ts.map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D:/pasar_fix/node_modules/.bun/puppeteer-core@24.43.1/node_modules/puppeteer-core/lib/cjs/puppeteer/bidi/WebWorker.js</a:t>
            </a:r>
          </a:p>
          <a:p>
            <a:pPr>
              <a:defRPr sz="1200"/>
            </a:pPr>
            <a:r>
              <a:t>D:/pasar_fix/node_modules/.bun/puppeteer-core@24.43.1/node_modules/puppeteer-core/lib/cjs/puppeteer/bidi/WebWorker.js.map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D:/pasar_fix/node_modules/.bun/puppeteer-core@24.43.1/node_modules/puppeteer-core/lib/cjs/puppeteer/bidi/core/Browser.d.ts</a:t>
            </a:r>
          </a:p>
          <a:p>
            <a:pPr>
              <a:defRPr sz="1200"/>
            </a:pPr>
            <a:r>
              <a:t>D:/pasar_fix/node_modules/.bun/puppeteer-core@24.43.1/node_modules/puppeteer-core/lib/cjs/puppeteer/bidi/core/Browser.d.ts.map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D:/pasar_fix/node_modules/.bun/puppeteer-core@24.43.1/node_modules/puppeteer-core/lib/cjs/puppeteer/bidi/core/Browser.js</a:t>
            </a:r>
          </a:p>
          <a:p>
            <a:pPr>
              <a:defRPr sz="1200"/>
            </a:pPr>
            <a:r>
              <a:t>D:/pasar_fix/node_modules/.bun/puppeteer-core@24.43.1/node_modules/puppeteer-core/lib/cjs/puppeteer/bidi/core/Browser.js.map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D:/pasar_fix/node_modules/.bun/puppeteer-core@24.43.1/node_modules/puppeteer-core/lib/cjs/puppeteer/bidi/core/BrowsingContext.d.ts</a:t>
            </a:r>
          </a:p>
          <a:p>
            <a:pPr>
              <a:defRPr sz="1200"/>
            </a:pPr>
            <a:r>
              <a:t>D:/pasar_fix/node_modules/.bun/puppeteer-core@24.43.1/node_modules/puppeteer-core/lib/cjs/puppeteer/bidi/core/BrowsingContext.d.ts.map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D:/pasar_fix/node_modules/.bun/puppeteer-core@24.43.1/node_modules/puppeteer-core/lib/cjs/puppeteer/bidi/core/BrowsingContext.js</a:t>
            </a:r>
          </a:p>
          <a:p>
            <a:pPr>
              <a:defRPr sz="1200"/>
            </a:pPr>
            <a:r>
              <a:t>D:/pasar_fix/node_modules/.bun/puppeteer-core@24.43.1/node_modules/puppeteer-core/lib/cjs/puppeteer/bidi/core/BrowsingContext.js.map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D:/pasar_fix/node_modules/.bun/puppeteer-core@24.43.1/node_modules/puppeteer-core/lib/cjs/puppeteer/bidi/core/Connection.d.ts</a:t>
            </a:r>
          </a:p>
          <a:p>
            <a:pPr>
              <a:defRPr sz="1200"/>
            </a:pPr>
            <a:r>
              <a:t>D:/pasar_fix/node_modules/.bun/puppeteer-core@24.43.1/node_modules/puppeteer-core/lib/cjs/puppeteer/bidi/core/Connection.d.ts.map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D:/pasar_fix/node_modules/.bun/puppeteer-core@24.43.1/node_modules/puppeteer-core/lib/cjs/puppeteer/bidi/core/Connection.js</a:t>
            </a:r>
          </a:p>
          <a:p>
            <a:pPr>
              <a:defRPr sz="1200"/>
            </a:pPr>
            <a:r>
              <a:t>D:/pasar_fix/node_modules/.bun/puppeteer-core@24.43.1/node_modules/puppeteer-core/lib/cjs/puppeteer/bidi/core/Connection.js.map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D:/pasar_fix/node_modules/.bun/puppeteer-core@24.43.1/node_modules/puppeteer-core/lib/cjs/puppeteer/bidi/core/core.d.ts</a:t>
            </a:r>
          </a:p>
          <a:p>
            <a:pPr>
              <a:defRPr sz="1200"/>
            </a:pPr>
            <a:r>
              <a:t>D:/pasar_fix/node_modules/.bun/puppeteer-core@24.43.1/node_modules/puppeteer-core/lib/cjs/puppeteer/bidi/core/core.d.ts.map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D:/pasar_fix/node_modules/.bun/puppeteer-core@24.43.1/node_modules/puppeteer-core/lib/cjs/puppeteer/bidi/core/core.js</a:t>
            </a:r>
          </a:p>
          <a:p>
            <a:pPr>
              <a:defRPr sz="1200"/>
            </a:pPr>
            <a:r>
              <a:t>D:/pasar_fix/node_modules/.bun/puppeteer-core@24.43.1/node_modules/puppeteer-core/lib/cjs/puppeteer/bidi/core/core.js.map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D:/pasar_fix/node_modules/.bun/puppeteer-core@24.43.1/node_modules/puppeteer-core/lib/cjs/puppeteer/bidi/core/Navigation.d.ts</a:t>
            </a:r>
          </a:p>
          <a:p>
            <a:pPr>
              <a:defRPr sz="1200"/>
            </a:pPr>
            <a:r>
              <a:t>D:/pasar_fix/node_modules/.bun/puppeteer-core@24.43.1/node_modules/puppeteer-core/lib/cjs/puppeteer/bidi/core/Navigation.d.ts.map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D:/pasar_fix/node_modules/.bun/puppeteer-core@24.43.1/node_modules/puppeteer-core/lib/cjs/puppeteer/bidi/core/Navigation.js</a:t>
            </a:r>
          </a:p>
          <a:p>
            <a:pPr>
              <a:defRPr sz="1200"/>
            </a:pPr>
            <a:r>
              <a:t>D:/pasar_fix/node_modules/.bun/puppeteer-core@24.43.1/node_modules/puppeteer-core/lib/cjs/puppeteer/bidi/core/Navigation.js.map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D:/pasar_fix/node_modules/.bun/puppeteer-core@24.43.1/node_modules/puppeteer-core/lib/cjs/puppeteer/bidi/core/Realm.d.ts</a:t>
            </a:r>
          </a:p>
          <a:p>
            <a:pPr>
              <a:defRPr sz="1200"/>
            </a:pPr>
            <a:r>
              <a:t>D:/pasar_fix/node_modules/.bun/puppeteer-core@24.43.1/node_modules/puppeteer-core/lib/cjs/puppeteer/bidi/core/Realm.d.ts.map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D:/pasar_fix/node_modules/.bun/puppeteer-core@24.43.1/node_modules/puppeteer-core/lib/cjs/puppeteer/bidi/core/Realm.js</a:t>
            </a:r>
          </a:p>
          <a:p>
            <a:pPr>
              <a:defRPr sz="1200"/>
            </a:pPr>
            <a:r>
              <a:t>D:/pasar_fix/node_modules/.bun/puppeteer-core@24.43.1/node_modules/puppeteer-core/lib/cjs/puppeteer/bidi/core/Realm.js.map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D:/pasar_fix/node_modules/.bun/puppeteer-core@24.43.1/node_modules/puppeteer-core/lib/cjs/puppeteer/bidi/core/Request.d.ts</a:t>
            </a:r>
          </a:p>
          <a:p>
            <a:pPr>
              <a:defRPr sz="1200"/>
            </a:pPr>
            <a:r>
              <a:t>D:/pasar_fix/node_modules/.bun/puppeteer-core@24.43.1/node_modules/puppeteer-core/lib/cjs/puppeteer/bidi/core/Request.d.ts.map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D:/pasar_fix/node_modules/.bun/puppeteer-core@24.43.1/node_modules/puppeteer-core/lib/cjs/puppeteer/bidi/core/Request.js</a:t>
            </a:r>
          </a:p>
          <a:p>
            <a:pPr>
              <a:defRPr sz="1200"/>
            </a:pPr>
            <a:r>
              <a:t>D:/pasar_fix/node_modules/.bun/puppeteer-core@24.43.1/node_modules/puppeteer-core/lib/cjs/puppeteer/bidi/core/Request.js.map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D:/pasar_fix/node_modules/.bun/puppeteer-core@24.43.1/node_modules/puppeteer-core/lib/cjs/puppeteer/bidi/core/Session.d.ts</a:t>
            </a:r>
          </a:p>
          <a:p>
            <a:pPr>
              <a:defRPr sz="1200"/>
            </a:pPr>
            <a:r>
              <a:t>D:/pasar_fix/node_modules/.bun/puppeteer-core@24.43.1/node_modules/puppeteer-core/lib/cjs/puppeteer/bidi/core/Session.d.ts.map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D:/pasar_fix/node_modules/.bun/puppeteer-core@24.43.1/node_modules/puppeteer-core/lib/cjs/puppeteer/bidi/core/Session.js</a:t>
            </a:r>
          </a:p>
          <a:p>
            <a:pPr>
              <a:defRPr sz="1200"/>
            </a:pPr>
            <a:r>
              <a:t>D:/pasar_fix/node_modules/.bun/puppeteer-core@24.43.1/node_modules/puppeteer-core/lib/cjs/puppeteer/bidi/core/Session.js.map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D:/pasar_fix/node_modules/.bun/puppeteer-core@24.43.1/node_modules/puppeteer-core/lib/cjs/puppeteer/bidi/core/UserContext.d.ts</a:t>
            </a:r>
          </a:p>
          <a:p>
            <a:pPr>
              <a:defRPr sz="1200"/>
            </a:pPr>
            <a:r>
              <a:t>D:/pasar_fix/node_modules/.bun/puppeteer-core@24.43.1/node_modules/puppeteer-core/lib/cjs/puppeteer/bidi/core/UserContext.d.ts.map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D:/pasar_fix/node_modules/.bun/puppeteer-core@24.43.1/node_modules/puppeteer-core/lib/cjs/puppeteer/bidi/core/UserContext.js</a:t>
            </a:r>
          </a:p>
          <a:p>
            <a:pPr>
              <a:defRPr sz="1200"/>
            </a:pPr>
            <a:r>
              <a:t>D:/pasar_fix/node_modules/.bun/puppeteer-core@24.43.1/node_modules/puppeteer-core/lib/cjs/puppeteer/bidi/core/UserContext.js.map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D:/pasar_fix/node_modules/.bun/puppeteer-core@24.43.1/node_modules/puppeteer-core/lib/cjs/puppeteer/bidi/core/UserPrompt.d.ts</a:t>
            </a:r>
          </a:p>
          <a:p>
            <a:pPr>
              <a:defRPr sz="1200"/>
            </a:pPr>
            <a:r>
              <a:t>D:/pasar_fix/node_modules/.bun/puppeteer-core@24.43.1/node_modules/puppeteer-core/lib/cjs/puppeteer/bidi/core/UserPrompt.d.ts.map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D:/pasar_fix/node_modules/.bun/puppeteer-core@24.43.1/node_modules/puppeteer-core/lib/cjs/puppeteer/bidi/core/UserPrompt.js</a:t>
            </a:r>
          </a:p>
          <a:p>
            <a:pPr>
              <a:defRPr sz="1200"/>
            </a:pPr>
            <a:r>
              <a:t>D:/pasar_fix/node_modules/.bun/puppeteer-core@24.43.1/node_modules/puppeteer-core/lib/cjs/puppeteer/bidi/core/UserPrompt.js.map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D:/pasar_fix/node_modules/.bun/puppeteer-core@24.43.1/node_modules/puppeteer-core/lib/cjs/puppeteer/cdp/Accessibility.d.ts</a:t>
            </a:r>
          </a:p>
          <a:p>
            <a:pPr>
              <a:defRPr sz="1200"/>
            </a:pPr>
            <a:r>
              <a:t>D:/pasar_fix/node_modules/.bun/puppeteer-core@24.43.1/node_modules/puppeteer-core/lib/cjs/puppeteer/cdp/Accessibility.d.ts.map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D:/pasar_fix/node_modules/.bun/puppeteer-core@24.43.1/node_modules/puppeteer-core/lib/cjs/puppeteer/cdp/Accessibility.js</a:t>
            </a:r>
          </a:p>
          <a:p>
            <a:pPr>
              <a:defRPr sz="1200"/>
            </a:pPr>
            <a:r>
              <a:t>D:/pasar_fix/node_modules/.bun/puppeteer-core@24.43.1/node_modules/puppeteer-core/lib/cjs/puppeteer/cdp/Accessibility.js.map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D:/pasar_fix/node_modules/.bun/puppeteer-core@24.43.1/node_modules/puppeteer-core/lib/cjs/puppeteer/cdp/Binding.d.ts</a:t>
            </a:r>
          </a:p>
          <a:p>
            <a:pPr>
              <a:defRPr sz="1200"/>
            </a:pPr>
            <a:r>
              <a:t>D:/pasar_fix/node_modules/.bun/puppeteer-core@24.43.1/node_modules/puppeteer-core/lib/cjs/puppeteer/cdp/Binding.d.ts.map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D:/pasar_fix/node_modules/.bun/puppeteer-core@24.43.1/node_modules/puppeteer-core/lib/cjs/puppeteer/cdp/Binding.js</a:t>
            </a:r>
          </a:p>
          <a:p>
            <a:pPr>
              <a:defRPr sz="1200"/>
            </a:pPr>
            <a:r>
              <a:t>D:/pasar_fix/node_modules/.bun/puppeteer-core@24.43.1/node_modules/puppeteer-core/lib/cjs/puppeteer/cdp/Binding.js.map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D:/pasar_fix/node_modules/.bun/puppeteer-core@24.43.1/node_modules/puppeteer-core/lib/cjs/puppeteer/cdp/BluetoothEmulation.d.ts</a:t>
            </a:r>
          </a:p>
          <a:p>
            <a:pPr>
              <a:defRPr sz="1200"/>
            </a:pPr>
            <a:r>
              <a:t>D:/pasar_fix/node_modules/.bun/puppeteer-core@24.43.1/node_modules/puppeteer-core/lib/cjs/puppeteer/cdp/BluetoothEmulation.d.ts.map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D:/pasar_fix/node_modules/.bun/puppeteer-core@24.43.1/node_modules/puppeteer-core/lib/cjs/puppeteer/cdp/BluetoothEmulation.js</a:t>
            </a:r>
          </a:p>
          <a:p>
            <a:pPr>
              <a:defRPr sz="1200"/>
            </a:pPr>
            <a:r>
              <a:t>D:/pasar_fix/node_modules/.bun/puppeteer-core@24.43.1/node_modules/puppeteer-core/lib/cjs/puppeteer/cdp/BluetoothEmulation.js.map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D:/pasar_fix/node_modules/.bun/puppeteer-core@24.43.1/node_modules/puppeteer-core/lib/cjs/puppeteer/cdp/Browser.d.ts</a:t>
            </a:r>
          </a:p>
          <a:p>
            <a:pPr>
              <a:defRPr sz="1200"/>
            </a:pPr>
            <a:r>
              <a:t>D:/pasar_fix/node_modules/.bun/puppeteer-core@24.43.1/node_modules/puppeteer-core/lib/cjs/puppeteer/cdp/Browser.d.ts.map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D:/pasar_fix/node_modules/.bun/puppeteer-core@24.43.1/node_modules/puppeteer-core/lib/cjs/puppeteer/cdp/Browser.js</a:t>
            </a:r>
          </a:p>
          <a:p>
            <a:pPr>
              <a:defRPr sz="1200"/>
            </a:pPr>
            <a:r>
              <a:t>D:/pasar_fix/node_modules/.bun/puppeteer-core@24.43.1/node_modules/puppeteer-core/lib/cjs/puppeteer/cdp/Browser.js.map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D:/pasar_fix/node_modules/.bun/puppeteer-core@24.43.1/node_modules/puppeteer-core/lib/cjs/puppeteer/cdp/BrowserConnector.d.ts</a:t>
            </a:r>
          </a:p>
          <a:p>
            <a:pPr>
              <a:defRPr sz="1200"/>
            </a:pPr>
            <a:r>
              <a:t>D:/pasar_fix/node_modules/.bun/puppeteer-core@24.43.1/node_modules/puppeteer-core/lib/cjs/puppeteer/cdp/BrowserConnector.d.ts.map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D:/pasar_fix/node_modules/.bun/puppeteer-core@24.43.1/node_modules/puppeteer-core/lib/cjs/puppeteer/cdp/BrowserConnector.js</a:t>
            </a:r>
          </a:p>
          <a:p>
            <a:pPr>
              <a:defRPr sz="1200"/>
            </a:pPr>
            <a:r>
              <a:t>D:/pasar_fix/node_modules/.bun/puppeteer-core@24.43.1/node_modules/puppeteer-core/lib/cjs/puppeteer/cdp/BrowserConnector.js.map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D:/pasar_fix/node_modules/.bun/puppeteer-core@24.43.1/node_modules/puppeteer-core/lib/cjs/puppeteer/cdp/BrowserContext.d.ts</a:t>
            </a:r>
          </a:p>
          <a:p>
            <a:pPr>
              <a:defRPr sz="1200"/>
            </a:pPr>
            <a:r>
              <a:t>D:/pasar_fix/node_modules/.bun/puppeteer-core@24.43.1/node_modules/puppeteer-core/lib/cjs/puppeteer/cdp/BrowserContext.d.ts.map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D:/pasar_fix/node_modules/.bun/puppeteer-core@24.43.1/node_modules/puppeteer-core/lib/cjs/puppeteer/cdp/BrowserContext.js</a:t>
            </a:r>
          </a:p>
          <a:p>
            <a:pPr>
              <a:defRPr sz="1200"/>
            </a:pPr>
            <a:r>
              <a:t>D:/pasar_fix/node_modules/.bun/puppeteer-core@24.43.1/node_modules/puppeteer-core/lib/cjs/puppeteer/cdp/BrowserContext.js.map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D:/pasar_fix/node_modules/.bun/puppeteer-core@24.43.1/node_modules/puppeteer-core/lib/cjs/puppeteer/cdp/cdp.d.ts</a:t>
            </a:r>
          </a:p>
          <a:p>
            <a:pPr>
              <a:defRPr sz="1200"/>
            </a:pPr>
            <a:r>
              <a:t>D:/pasar_fix/node_modules/.bun/puppeteer-core@24.43.1/node_modules/puppeteer-core/lib/cjs/puppeteer/cdp/cdp.d.ts.map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D:/pasar_fix/node_modules/.bun/puppeteer-core@24.43.1/node_modules/puppeteer-core/lib/cjs/puppeteer/cdp/cdp.js</a:t>
            </a:r>
          </a:p>
          <a:p>
            <a:pPr>
              <a:defRPr sz="1200"/>
            </a:pPr>
            <a:r>
              <a:t>D:/pasar_fix/node_modules/.bun/puppeteer-core@24.43.1/node_modules/puppeteer-core/lib/cjs/puppeteer/cdp/cdp.js.map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D:/pasar_fix/node_modules/.bun/puppeteer-core@24.43.1/node_modules/puppeteer-core/lib/cjs/puppeteer/cdp/CdpIssue.d.ts</a:t>
            </a:r>
          </a:p>
          <a:p>
            <a:pPr>
              <a:defRPr sz="1200"/>
            </a:pPr>
            <a:r>
              <a:t>D:/pasar_fix/node_modules/.bun/puppeteer-core@24.43.1/node_modules/puppeteer-core/lib/cjs/puppeteer/cdp/CdpIssue.d.ts.map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D:/pasar_fix/node_modules/.bun/puppeteer-core@24.43.1/node_modules/puppeteer-core/lib/cjs/puppeteer/cdp/CdpIssue.js</a:t>
            </a:r>
          </a:p>
          <a:p>
            <a:pPr>
              <a:defRPr sz="1200"/>
            </a:pPr>
            <a:r>
              <a:t>D:/pasar_fix/node_modules/.bun/puppeteer-core@24.43.1/node_modules/puppeteer-core/lib/cjs/puppeteer/cdp/CdpIssue.js.map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D:/pasar_fix/node_modules/.bun/puppeteer-core@24.43.1/node_modules/puppeteer-core/lib/cjs/puppeteer/cdp/CdpPreloadScript.d.ts</a:t>
            </a:r>
          </a:p>
          <a:p>
            <a:pPr>
              <a:defRPr sz="1200"/>
            </a:pPr>
            <a:r>
              <a:t>D:/pasar_fix/node_modules/.bun/puppeteer-core@24.43.1/node_modules/puppeteer-core/lib/cjs/puppeteer/cdp/CdpPreloadScript.d.ts.map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D:/pasar_fix/node_modules/.bun/puppeteer-core@24.43.1/node_modules/puppeteer-core/lib/cjs/puppeteer/cdp/CdpPreloadScript.js</a:t>
            </a:r>
          </a:p>
          <a:p>
            <a:pPr>
              <a:defRPr sz="1200"/>
            </a:pPr>
            <a:r>
              <a:t>D:/pasar_fix/node_modules/.bun/puppeteer-core@24.43.1/node_modules/puppeteer-core/lib/cjs/puppeteer/cdp/CdpPreloadScript.js.map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D:/pasar_fix/node_modules/.bun/puppeteer-core@24.43.1/node_modules/puppeteer-core/lib/cjs/puppeteer/cdp/CdpSession.d.ts</a:t>
            </a:r>
          </a:p>
          <a:p>
            <a:pPr>
              <a:defRPr sz="1200"/>
            </a:pPr>
            <a:r>
              <a:t>D:/pasar_fix/node_modules/.bun/puppeteer-core@24.43.1/node_modules/puppeteer-core/lib/cjs/puppeteer/cdp/CdpSession.d.ts.map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D:/pasar_fix/node_modules/.bun/puppeteer-core@24.43.1/node_modules/puppeteer-core/lib/cjs/puppeteer/cdp/CdpSession.js</a:t>
            </a:r>
          </a:p>
          <a:p>
            <a:pPr>
              <a:defRPr sz="1200"/>
            </a:pPr>
            <a:r>
              <a:t>D:/pasar_fix/node_modules/.bun/puppeteer-core@24.43.1/node_modules/puppeteer-core/lib/cjs/puppeteer/cdp/CdpSession.js.map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D:/pasar_fix/node_modules/.bun/puppeteer-core@24.43.1/node_modules/puppeteer-core/lib/cjs/puppeteer/cdp/Connection.d.ts</a:t>
            </a:r>
          </a:p>
          <a:p>
            <a:pPr>
              <a:defRPr sz="1200"/>
            </a:pPr>
            <a:r>
              <a:t>D:/pasar_fix/node_modules/.bun/puppeteer-core@24.43.1/node_modules/puppeteer-core/lib/cjs/puppeteer/cdp/Connection.d.ts.map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D:/pasar_fix/node_modules/.bun/puppeteer-core@24.43.1/node_modules/puppeteer-core/lib/cjs/puppeteer/cdp/Connection.js</a:t>
            </a:r>
          </a:p>
          <a:p>
            <a:pPr>
              <a:defRPr sz="1200"/>
            </a:pPr>
            <a:r>
              <a:t>D:/pasar_fix/node_modules/.bun/puppeteer-core@24.43.1/node_modules/puppeteer-core/lib/cjs/puppeteer/cdp/Connection.js.map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D:/pasar_fix/node_modules/.bun/puppeteer-core@24.43.1/node_modules/puppeteer-core/lib/cjs/puppeteer/cdp/Coverage.d.ts</a:t>
            </a:r>
          </a:p>
          <a:p>
            <a:pPr>
              <a:defRPr sz="1200"/>
            </a:pPr>
            <a:r>
              <a:t>D:/pasar_fix/node_modules/.bun/puppeteer-core@24.43.1/node_modules/puppeteer-core/lib/cjs/puppeteer/cdp/Coverage.d.ts.map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D:/pasar_fix/node_modules/.bun/puppeteer-core@24.43.1/node_modules/puppeteer-core/lib/cjs/puppeteer/cdp/Coverage.js</a:t>
            </a:r>
          </a:p>
          <a:p>
            <a:pPr>
              <a:defRPr sz="1200"/>
            </a:pPr>
            <a:r>
              <a:t>D:/pasar_fix/node_modules/.bun/puppeteer-core@24.43.1/node_modules/puppeteer-core/lib/cjs/puppeteer/cdp/Coverage.js.map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D:/pasar_fix/node_modules/.bun/puppeteer-core@24.43.1/node_modules/puppeteer-core/lib/cjs/puppeteer/cdp/DeviceRequestPrompt.d.ts</a:t>
            </a:r>
          </a:p>
          <a:p>
            <a:pPr>
              <a:defRPr sz="1200"/>
            </a:pPr>
            <a:r>
              <a:t>D:/pasar_fix/node_modules/.bun/puppeteer-core@24.43.1/node_modules/puppeteer-core/lib/cjs/puppeteer/cdp/DeviceRequestPrompt.d.ts.map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D:/pasar_fix/node_modules/.bun/puppeteer-core@24.43.1/node_modules/puppeteer-core/lib/cjs/puppeteer/cdp/DeviceRequestPrompt.js</a:t>
            </a:r>
          </a:p>
          <a:p>
            <a:pPr>
              <a:defRPr sz="1200"/>
            </a:pPr>
            <a:r>
              <a:t>D:/pasar_fix/node_modules/.bun/puppeteer-core@24.43.1/node_modules/puppeteer-core/lib/cjs/puppeteer/cdp/DeviceRequestPrompt.js.map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D:/pasar_fix/node_modules/.bun/puppeteer-core@24.43.1/node_modules/puppeteer-core/lib/cjs/puppeteer/cdp/Dialog.d.ts</a:t>
            </a:r>
          </a:p>
          <a:p>
            <a:pPr>
              <a:defRPr sz="1200"/>
            </a:pPr>
            <a:r>
              <a:t>D:/pasar_fix/node_modules/.bun/puppeteer-core@24.43.1/node_modules/puppeteer-core/lib/cjs/puppeteer/cdp/Dialog.d.ts.map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D:/pasar_fix/node_modules/.bun/puppeteer-core@24.43.1/node_modules/puppeteer-core/lib/cjs/puppeteer/cdp/Dialog.js</a:t>
            </a:r>
          </a:p>
          <a:p>
            <a:pPr>
              <a:defRPr sz="1200"/>
            </a:pPr>
            <a:r>
              <a:t>D:/pasar_fix/node_modules/.bun/puppeteer-core@24.43.1/node_modules/puppeteer-core/lib/cjs/puppeteer/cdp/Dialog.js.map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D:/pasar_fix/node_modules/.bun/puppeteer-core@24.43.1/node_modules/puppeteer-core/lib/cjs/puppeteer/cdp/ElementHandle.d.ts</a:t>
            </a:r>
          </a:p>
          <a:p>
            <a:pPr>
              <a:defRPr sz="1200"/>
            </a:pPr>
            <a:r>
              <a:t>D:/pasar_fix/node_modules/.bun/puppeteer-core@24.43.1/node_modules/puppeteer-core/lib/cjs/puppeteer/cdp/ElementHandle.d.ts.map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D:/pasar_fix/node_modules/.bun/puppeteer-core@24.43.1/node_modules/puppeteer-core/lib/cjs/puppeteer/cdp/ElementHandle.js</a:t>
            </a:r>
          </a:p>
          <a:p>
            <a:pPr>
              <a:defRPr sz="1200"/>
            </a:pPr>
            <a:r>
              <a:t>D:/pasar_fix/node_modules/.bun/puppeteer-core@24.43.1/node_modules/puppeteer-core/lib/cjs/puppeteer/cdp/ElementHandle.js.map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D:/pasar_fix/node_modules/.bun/puppeteer-core@24.43.1/node_modules/puppeteer-core/lib/cjs/puppeteer/cdp/EmulationManager.d.ts</a:t>
            </a:r>
          </a:p>
          <a:p>
            <a:pPr>
              <a:defRPr sz="1200"/>
            </a:pPr>
            <a:r>
              <a:t>D:/pasar_fix/node_modules/.bun/puppeteer-core@24.43.1/node_modules/puppeteer-core/lib/cjs/puppeteer/cdp/EmulationManager.d.ts.map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D:/pasar_fix/node_modules/.bun/puppeteer-core@24.43.1/node_modules/puppeteer-core/lib/cjs/puppeteer/cdp/EmulationManager.js</a:t>
            </a:r>
          </a:p>
          <a:p>
            <a:pPr>
              <a:defRPr sz="1200"/>
            </a:pPr>
            <a:r>
              <a:t>D:/pasar_fix/node_modules/.bun/puppeteer-core@24.43.1/node_modules/puppeteer-core/lib/cjs/puppeteer/cdp/EmulationManager.js.map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D:/pasar_fix/node_modules/.bun/puppeteer-core@24.43.1/node_modules/puppeteer-core/lib/cjs/puppeteer/cdp/ExecutionContext.d.ts</a:t>
            </a:r>
          </a:p>
          <a:p>
            <a:pPr>
              <a:defRPr sz="1200"/>
            </a:pPr>
            <a:r>
              <a:t>D:/pasar_fix/node_modules/.bun/puppeteer-core@24.43.1/node_modules/puppeteer-core/lib/cjs/puppeteer/cdp/ExecutionContext.d.ts.map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D:/pasar_fix/node_modules/.bun/puppeteer-core@24.43.1/node_modules/puppeteer-core/lib/cjs/puppeteer/cdp/ExecutionContext.js</a:t>
            </a:r>
          </a:p>
          <a:p>
            <a:pPr>
              <a:defRPr sz="1200"/>
            </a:pPr>
            <a:r>
              <a:t>D:/pasar_fix/node_modules/.bun/puppeteer-core@24.43.1/node_modules/puppeteer-core/lib/cjs/puppeteer/cdp/ExecutionContext.js.map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D:/pasar_fix/node_modules/.bun/puppeteer-core@24.43.1/node_modules/puppeteer-core/lib/cjs/puppeteer/cdp/Extension.d.ts</a:t>
            </a:r>
          </a:p>
          <a:p>
            <a:pPr>
              <a:defRPr sz="1200"/>
            </a:pPr>
            <a:r>
              <a:t>D:/pasar_fix/node_modules/.bun/puppeteer-core@24.43.1/node_modules/puppeteer-core/lib/cjs/puppeteer/cdp/Extension.d.ts.map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D:/pasar_fix/node_modules/.bun/puppeteer-core@24.43.1/node_modules/puppeteer-core/lib/cjs/puppeteer/cdp/Extension.js</a:t>
            </a:r>
          </a:p>
          <a:p>
            <a:pPr>
              <a:defRPr sz="1200"/>
            </a:pPr>
            <a:r>
              <a:t>D:/pasar_fix/node_modules/.bun/puppeteer-core@24.43.1/node_modules/puppeteer-core/lib/cjs/puppeteer/cdp/Extension.js.map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D:/pasar_fix/node_modules/.bun/puppeteer-core@24.43.1/node_modules/puppeteer-core/lib/cjs/puppeteer/cdp/ExtensionTransport.d.ts</a:t>
            </a:r>
          </a:p>
          <a:p>
            <a:pPr>
              <a:defRPr sz="1200"/>
            </a:pPr>
            <a:r>
              <a:t>D:/pasar_fix/node_modules/.bun/puppeteer-core@24.43.1/node_modules/puppeteer-core/lib/cjs/puppeteer/cdp/ExtensionTransport.d.ts.map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D:/pasar_fix/node_modules/.bun/puppeteer-core@24.43.1/node_modules/puppeteer-core/lib/cjs/puppeteer/cdp/ExtensionTransport.js</a:t>
            </a:r>
          </a:p>
          <a:p>
            <a:pPr>
              <a:defRPr sz="1200"/>
            </a:pPr>
            <a:r>
              <a:t>D:/pasar_fix/node_modules/.bun/puppeteer-core@24.43.1/node_modules/puppeteer-core/lib/cjs/puppeteer/cdp/ExtensionTransport.js.map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D:/pasar_fix/node_modules/.bun/puppeteer-core@24.43.1/node_modules/puppeteer-core/lib/cjs/puppeteer/cdp/Frame.d.ts</a:t>
            </a:r>
          </a:p>
          <a:p>
            <a:pPr>
              <a:defRPr sz="1200"/>
            </a:pPr>
            <a:r>
              <a:t>D:/pasar_fix/node_modules/.bun/puppeteer-core@24.43.1/node_modules/puppeteer-core/lib/cjs/puppeteer/cdp/Frame.d.ts.map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D:/pasar_fix/node_modules/.bun/puppeteer-core@24.43.1/node_modules/puppeteer-core/lib/cjs/puppeteer/cdp/Frame.js</a:t>
            </a:r>
          </a:p>
          <a:p>
            <a:pPr>
              <a:defRPr sz="1200"/>
            </a:pPr>
            <a:r>
              <a:t>D:/pasar_fix/node_modules/.bun/puppeteer-core@24.43.1/node_modules/puppeteer-core/lib/cjs/puppeteer/cdp/Frame.js.map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D:/pasar_fix/node_modules/.bun/puppeteer-core@24.43.1/node_modules/puppeteer-core/lib/cjs/puppeteer/cdp/FrameManager.d.ts</a:t>
            </a:r>
          </a:p>
          <a:p>
            <a:pPr>
              <a:defRPr sz="1200"/>
            </a:pPr>
            <a:r>
              <a:t>D:/pasar_fix/node_modules/.bun/puppeteer-core@24.43.1/node_modules/puppeteer-core/lib/cjs/puppeteer/cdp/FrameManager.d.ts.map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D:/pasar_fix/node_modules/.bun/puppeteer-core@24.43.1/node_modules/puppeteer-core/lib/cjs/puppeteer/cdp/FrameManager.js</a:t>
            </a:r>
          </a:p>
          <a:p>
            <a:pPr>
              <a:defRPr sz="1200"/>
            </a:pPr>
            <a:r>
              <a:t>D:/pasar_fix/node_modules/.bun/puppeteer-core@24.43.1/node_modules/puppeteer-core/lib/cjs/puppeteer/cdp/FrameManager.js.map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D:/pasar_fix/node_modules/.bun/puppeteer-core@24.43.1/node_modules/puppeteer-core/lib/cjs/puppeteer/cdp/FrameManagerEvents.d.ts</a:t>
            </a:r>
          </a:p>
          <a:p>
            <a:pPr>
              <a:defRPr sz="1200"/>
            </a:pPr>
            <a:r>
              <a:t>D:/pasar_fix/node_modules/.bun/puppeteer-core@24.43.1/node_modules/puppeteer-core/lib/cjs/puppeteer/cdp/FrameManagerEvents.d.ts.map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D:/pasar_fix/node_modules/.bun/puppeteer-core@24.43.1/node_modules/puppeteer-core/lib/cjs/puppeteer/cdp/FrameManagerEvents.js</a:t>
            </a:r>
          </a:p>
          <a:p>
            <a:pPr>
              <a:defRPr sz="1200"/>
            </a:pPr>
            <a:r>
              <a:t>D:/pasar_fix/node_modules/.bun/puppeteer-core@24.43.1/node_modules/puppeteer-core/lib/cjs/puppeteer/cdp/FrameManagerEvents.js.map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D:/pasar_fix/node_modules/.bun/puppeteer-core@24.43.1/node_modules/puppeteer-core/lib/cjs/puppeteer/cdp/FrameTree.d.ts</a:t>
            </a:r>
          </a:p>
          <a:p>
            <a:pPr>
              <a:defRPr sz="1200"/>
            </a:pPr>
            <a:r>
              <a:t>D:/pasar_fix/node_modules/.bun/puppeteer-core@24.43.1/node_modules/puppeteer-core/lib/cjs/puppeteer/cdp/FrameTree.d.ts.map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D:/pasar_fix/node_modules/.bun/puppeteer-core@24.43.1/node_modules/puppeteer-core/lib/cjs/puppeteer/cdp/FrameTree.js</a:t>
            </a:r>
          </a:p>
          <a:p>
            <a:pPr>
              <a:defRPr sz="1200"/>
            </a:pPr>
            <a:r>
              <a:t>D:/pasar_fix/node_modules/.bun/puppeteer-core@24.43.1/node_modules/puppeteer-core/lib/cjs/puppeteer/cdp/FrameTree.js.map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D:/pasar_fix/node_modules/.bun/puppeteer-core@24.43.1/node_modules/puppeteer-core/lib/cjs/puppeteer/cdp/HTTPRequest.d.ts</a:t>
            </a:r>
          </a:p>
          <a:p>
            <a:pPr>
              <a:defRPr sz="1200"/>
            </a:pPr>
            <a:r>
              <a:t>D:/pasar_fix/node_modules/.bun/puppeteer-core@24.43.1/node_modules/puppeteer-core/lib/cjs/puppeteer/cdp/HTTPRequest.d.ts.map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D:/pasar_fix/node_modules/.bun/puppeteer-core@24.43.1/node_modules/puppeteer-core/lib/cjs/puppeteer/cdp/HTTPRequest.js</a:t>
            </a:r>
          </a:p>
          <a:p>
            <a:pPr>
              <a:defRPr sz="1200"/>
            </a:pPr>
            <a:r>
              <a:t>D:/pasar_fix/node_modules/.bun/puppeteer-core@24.43.1/node_modules/puppeteer-core/lib/cjs/puppeteer/cdp/HTTPRequest.js.map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D:/pasar_fix/node_modules/.bun/puppeteer-core@24.43.1/node_modules/puppeteer-core/lib/cjs/puppeteer/cdp/HTTPResponse.d.ts</a:t>
            </a:r>
          </a:p>
          <a:p>
            <a:pPr>
              <a:defRPr sz="1200"/>
            </a:pPr>
            <a:r>
              <a:t>D:/pasar_fix/node_modules/.bun/puppeteer-core@24.43.1/node_modules/puppeteer-core/lib/cjs/puppeteer/cdp/HTTPResponse.d.ts.map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D:/pasar_fix/node_modules/.bun/puppeteer-core@24.43.1/node_modules/puppeteer-core/lib/cjs/puppeteer/cdp/HTTPResponse.js</a:t>
            </a:r>
          </a:p>
          <a:p>
            <a:pPr>
              <a:defRPr sz="1200"/>
            </a:pPr>
            <a:r>
              <a:t>D:/pasar_fix/node_modules/.bun/puppeteer-core@24.43.1/node_modules/puppeteer-core/lib/cjs/puppeteer/cdp/HTTPResponse.js.map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D:/pasar_fix/node_modules/.bun/puppeteer-core@24.43.1/node_modules/puppeteer-core/lib/cjs/puppeteer/cdp/Input.d.ts</a:t>
            </a:r>
          </a:p>
          <a:p>
            <a:pPr>
              <a:defRPr sz="1200"/>
            </a:pPr>
            <a:r>
              <a:t>D:/pasar_fix/node_modules/.bun/puppeteer-core@24.43.1/node_modules/puppeteer-core/lib/cjs/puppeteer/cdp/Input.d.ts.map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D:/pasar_fix/node_modules/.bun/puppeteer-core@24.43.1/node_modules/puppeteer-core/lib/cjs/puppeteer/cdp/Input.js</a:t>
            </a:r>
          </a:p>
          <a:p>
            <a:pPr>
              <a:defRPr sz="1200"/>
            </a:pPr>
            <a:r>
              <a:t>D:/pasar_fix/node_modules/.bun/puppeteer-core@24.43.1/node_modules/puppeteer-core/lib/cjs/puppeteer/cdp/Input.js.map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D:/pasar_fix/node_modules/.bun/puppeteer-core@24.43.1/node_modules/puppeteer-core/lib/cjs/puppeteer/cdp/IsolatedWorld.d.ts</a:t>
            </a:r>
          </a:p>
          <a:p>
            <a:pPr>
              <a:defRPr sz="1200"/>
            </a:pPr>
            <a:r>
              <a:t>D:/pasar_fix/node_modules/.bun/puppeteer-core@24.43.1/node_modules/puppeteer-core/lib/cjs/puppeteer/cdp/IsolatedWorld.d.ts.map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D:/pasar_fix/node_modules/.bun/puppeteer-core@24.43.1/node_modules/puppeteer-core/lib/cjs/puppeteer/cdp/IsolatedWorld.js</a:t>
            </a:r>
          </a:p>
          <a:p>
            <a:pPr>
              <a:defRPr sz="1200"/>
            </a:pPr>
            <a:r>
              <a:t>D:/pasar_fix/node_modules/.bun/puppeteer-core@24.43.1/node_modules/puppeteer-core/lib/cjs/puppeteer/cdp/IsolatedWorld.js.map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D:/pasar_fix/node_modules/.bun/puppeteer-core@24.43.1/node_modules/puppeteer-core/lib/cjs/puppeteer/cdp/IsolatedWorlds.d.ts</a:t>
            </a:r>
          </a:p>
          <a:p>
            <a:pPr>
              <a:defRPr sz="1200"/>
            </a:pPr>
            <a:r>
              <a:t>D:/pasar_fix/node_modules/.bun/puppeteer-core@24.43.1/node_modules/puppeteer-core/lib/cjs/puppeteer/cdp/IsolatedWorlds.d.ts.map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D:/pasar_fix/node_modules/.bun/puppeteer-core@24.43.1/node_modules/puppeteer-core/lib/cjs/puppeteer/cdp/IsolatedWorlds.js</a:t>
            </a:r>
          </a:p>
          <a:p>
            <a:pPr>
              <a:defRPr sz="1200"/>
            </a:pPr>
            <a:r>
              <a:t>D:/pasar_fix/node_modules/.bun/puppeteer-core@24.43.1/node_modules/puppeteer-core/lib/cjs/puppeteer/cdp/IsolatedWorlds.js.map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D:/pasar_fix/node_modules/.bun/puppeteer-core@24.43.1/node_modules/puppeteer-core/lib/cjs/puppeteer/cdp/JSHandle.d.ts</a:t>
            </a:r>
          </a:p>
          <a:p>
            <a:pPr>
              <a:defRPr sz="1200"/>
            </a:pPr>
            <a:r>
              <a:t>D:/pasar_fix/node_modules/.bun/puppeteer-core@24.43.1/node_modules/puppeteer-core/lib/cjs/puppeteer/cdp/JSHandle.d.ts.map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D:/pasar_fix/node_modules/.bun/puppeteer-core@24.43.1/node_modules/puppeteer-core/lib/cjs/puppeteer/cdp/JSHandle.js</a:t>
            </a:r>
          </a:p>
          <a:p>
            <a:pPr>
              <a:defRPr sz="1200"/>
            </a:pPr>
            <a:r>
              <a:t>D:/pasar_fix/node_modules/.bun/puppeteer-core@24.43.1/node_modules/puppeteer-core/lib/cjs/puppeteer/cdp/JSHandle.js.map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D:/pasar_fix/node_modules/.bun/puppeteer-core@24.43.1/node_modules/puppeteer-core/lib/cjs/puppeteer/cdp/LifecycleWatcher.d.ts</a:t>
            </a:r>
          </a:p>
          <a:p>
            <a:pPr>
              <a:defRPr sz="1200"/>
            </a:pPr>
            <a:r>
              <a:t>D:/pasar_fix/node_modules/.bun/puppeteer-core@24.43.1/node_modules/puppeteer-core/lib/cjs/puppeteer/cdp/LifecycleWatcher.d.ts.map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D:/pasar_fix/node_modules/.bun/puppeteer-core@24.43.1/node_modules/puppeteer-core/lib/cjs/puppeteer/cdp/LifecycleWatcher.js</a:t>
            </a:r>
          </a:p>
          <a:p>
            <a:pPr>
              <a:defRPr sz="1200"/>
            </a:pPr>
            <a:r>
              <a:t>D:/pasar_fix/node_modules/.bun/puppeteer-core@24.43.1/node_modules/puppeteer-core/lib/cjs/puppeteer/cdp/LifecycleWatcher.js.map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D:/pasar_fix/node_modules/.bun/puppeteer-core@24.43.1/node_modules/puppeteer-core/lib/cjs/puppeteer/cdp/NetworkEventManager.d.ts</a:t>
            </a:r>
          </a:p>
          <a:p>
            <a:pPr>
              <a:defRPr sz="1200"/>
            </a:pPr>
            <a:r>
              <a:t>D:/pasar_fix/node_modules/.bun/puppeteer-core@24.43.1/node_modules/puppeteer-core/lib/cjs/puppeteer/cdp/NetworkEventManager.d.ts.map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D:/pasar_fix/node_modules/.bun/puppeteer-core@24.43.1/node_modules/puppeteer-core/lib/cjs/puppeteer/cdp/NetworkEventManager.js</a:t>
            </a:r>
          </a:p>
          <a:p>
            <a:pPr>
              <a:defRPr sz="1200"/>
            </a:pPr>
            <a:r>
              <a:t>D:/pasar_fix/node_modules/.bun/puppeteer-core@24.43.1/node_modules/puppeteer-core/lib/cjs/puppeteer/cdp/NetworkEventManager.js.map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D:/pasar_fix/node_modules/.bun/puppeteer-core@24.43.1/node_modules/puppeteer-core/lib/cjs/puppeteer/cdp/NetworkManager.d.ts</a:t>
            </a:r>
          </a:p>
          <a:p>
            <a:pPr>
              <a:defRPr sz="1200"/>
            </a:pPr>
            <a:r>
              <a:t>D:/pasar_fix/node_modules/.bun/puppeteer-core@24.43.1/node_modules/puppeteer-core/lib/cjs/puppeteer/cdp/NetworkManager.d.ts.map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D:/pasar_fix/node_modules/.bun/puppeteer-core@24.43.1/node_modules/puppeteer-core/lib/cjs/puppeteer/cdp/NetworkManager.js</a:t>
            </a:r>
          </a:p>
          <a:p>
            <a:pPr>
              <a:defRPr sz="1200"/>
            </a:pPr>
            <a:r>
              <a:t>D:/pasar_fix/node_modules/.bun/puppeteer-core@24.43.1/node_modules/puppeteer-core/lib/cjs/puppeteer/cdp/NetworkManager.js.map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D:/pasar_fix/node_modules/.bun/puppeteer-core@24.43.1/node_modules/puppeteer-core/lib/cjs/puppeteer/cdp/Page.d.ts</a:t>
            </a:r>
          </a:p>
          <a:p>
            <a:pPr>
              <a:defRPr sz="1200"/>
            </a:pPr>
            <a:r>
              <a:t>D:/pasar_fix/node_modules/.bun/puppeteer-core@24.43.1/node_modules/puppeteer-core/lib/cjs/puppeteer/cdp/Page.d.ts.map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D:/pasar_fix/node_modules/.bun/puppeteer-core@24.43.1/node_modules/puppeteer-core/lib/cjs/puppeteer/cdp/Page.js</a:t>
            </a:r>
          </a:p>
          <a:p>
            <a:pPr>
              <a:defRPr sz="1200"/>
            </a:pPr>
            <a:r>
              <a:t>D:/pasar_fix/node_modules/.bun/puppeteer-core@24.43.1/node_modules/puppeteer-core/lib/cjs/puppeteer/cdp/Page.js.map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D:/pasar_fix/node_modules/.bun/puppeteer-core@24.43.1/node_modules/puppeteer-core/lib/cjs/puppeteer/cdp/PredefinedNetworkConditions.d.ts</a:t>
            </a:r>
          </a:p>
          <a:p>
            <a:pPr>
              <a:defRPr sz="1200"/>
            </a:pPr>
            <a:r>
              <a:t>D:/pasar_fix/node_modules/.bun/puppeteer-core@24.43.1/node_modules/puppeteer-core/lib/cjs/puppeteer/cdp/PredefinedNetworkConditions.d.ts.map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D:/pasar_fix/node_modules/.bun/puppeteer-core@24.43.1/node_modules/puppeteer-core/lib/cjs/puppeteer/cdp/PredefinedNetworkConditions.js</a:t>
            </a:r>
          </a:p>
          <a:p>
            <a:pPr>
              <a:defRPr sz="1200"/>
            </a:pPr>
            <a:r>
              <a:t>D:/pasar_fix/node_modules/.bun/puppeteer-core@24.43.1/node_modules/puppeteer-core/lib/cjs/puppeteer/cdp/PredefinedNetworkConditions.js.map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D:/pasar_fix/node_modules/.bun/puppeteer-core@24.43.1/node_modules/puppeteer-core/lib/cjs/puppeteer/cdp/Target.d.ts</a:t>
            </a:r>
          </a:p>
          <a:p>
            <a:pPr>
              <a:defRPr sz="1200"/>
            </a:pPr>
            <a:r>
              <a:t>D:/pasar_fix/node_modules/.bun/puppeteer-core@24.43.1/node_modules/puppeteer-core/lib/cjs/puppeteer/cdp/Target.d.ts.map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D:/pasar_fix/node_modules/.bun/puppeteer-core@24.43.1/node_modules/puppeteer-core/lib/cjs/puppeteer/cdp/Target.js</a:t>
            </a:r>
          </a:p>
          <a:p>
            <a:pPr>
              <a:defRPr sz="1200"/>
            </a:pPr>
            <a:r>
              <a:t>D:/pasar_fix/node_modules/.bun/puppeteer-core@24.43.1/node_modules/puppeteer-core/lib/cjs/puppeteer/cdp/Target.js.map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D:/pasar_fix/node_modules/.bun/puppeteer-core@24.43.1/node_modules/puppeteer-core/lib/cjs/puppeteer/cdp/TargetManageEvents.d.ts</a:t>
            </a:r>
          </a:p>
          <a:p>
            <a:pPr>
              <a:defRPr sz="1200"/>
            </a:pPr>
            <a:r>
              <a:t>D:/pasar_fix/node_modules/.bun/puppeteer-core@24.43.1/node_modules/puppeteer-core/lib/cjs/puppeteer/cdp/TargetManageEvents.d.ts.map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D:/pasar_fix/node_modules/.bun/puppeteer-core@24.43.1/node_modules/puppeteer-core/lib/cjs/puppeteer/cdp/TargetManageEvents.js</a:t>
            </a:r>
          </a:p>
          <a:p>
            <a:pPr>
              <a:defRPr sz="1200"/>
            </a:pPr>
            <a:r>
              <a:t>D:/pasar_fix/node_modules/.bun/puppeteer-core@24.43.1/node_modules/puppeteer-core/lib/cjs/puppeteer/cdp/TargetManageEvents.js.map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D:/pasar_fix/node_modules/.bun/puppeteer-core@24.43.1/node_modules/puppeteer-core/lib/cjs/puppeteer/cdp/TargetManager.d.ts</a:t>
            </a:r>
          </a:p>
          <a:p>
            <a:pPr>
              <a:defRPr sz="1200"/>
            </a:pPr>
            <a:r>
              <a:t>D:/pasar_fix/node_modules/.bun/puppeteer-core@24.43.1/node_modules/puppeteer-core/lib/cjs/puppeteer/cdp/TargetManager.d.ts.map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D:/pasar_fix/node_modules/.bun/puppeteer-core@24.43.1/node_modules/puppeteer-core/lib/cjs/puppeteer/cdp/TargetManager.js</a:t>
            </a:r>
          </a:p>
          <a:p>
            <a:pPr>
              <a:defRPr sz="1200"/>
            </a:pPr>
            <a:r>
              <a:t>D:/pasar_fix/node_modules/.bun/puppeteer-core@24.43.1/node_modules/puppeteer-core/lib/cjs/puppeteer/cdp/TargetManager.js.map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D:/pasar_fix/node_modules/.bun/puppeteer-core@24.43.1/node_modules/puppeteer-core/lib/cjs/puppeteer/cdp/Tracing.d.ts</a:t>
            </a:r>
          </a:p>
          <a:p>
            <a:pPr>
              <a:defRPr sz="1200"/>
            </a:pPr>
            <a:r>
              <a:t>D:/pasar_fix/node_modules/.bun/puppeteer-core@24.43.1/node_modules/puppeteer-core/lib/cjs/puppeteer/cdp/Tracing.d.ts.map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D:/pasar_fix/node_modules/.bun/puppeteer-core@24.43.1/node_modules/puppeteer-core/lib/cjs/puppeteer/cdp/Tracing.js</a:t>
            </a:r>
          </a:p>
          <a:p>
            <a:pPr>
              <a:defRPr sz="1200"/>
            </a:pPr>
            <a:r>
              <a:t>D:/pasar_fix/node_modules/.bun/puppeteer-core@24.43.1/node_modules/puppeteer-core/lib/cjs/puppeteer/cdp/Tracing.js.map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D:/pasar_fix/node_modules/.bun/puppeteer-core@24.43.1/node_modules/puppeteer-core/lib/cjs/puppeteer/cdp/utils.d.ts</a:t>
            </a:r>
          </a:p>
          <a:p>
            <a:pPr>
              <a:defRPr sz="1200"/>
            </a:pPr>
            <a:r>
              <a:t>D:/pasar_fix/node_modules/.bun/puppeteer-core@24.43.1/node_modules/puppeteer-core/lib/cjs/puppeteer/cdp/utils.d.ts.map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D:/pasar_fix/node_modules/.bun/puppeteer-core@24.43.1/node_modules/puppeteer-core/lib/cjs/puppeteer/cdp/utils.js</a:t>
            </a:r>
          </a:p>
          <a:p>
            <a:pPr>
              <a:defRPr sz="1200"/>
            </a:pPr>
            <a:r>
              <a:t>D:/pasar_fix/node_modules/.bun/puppeteer-core@24.43.1/node_modules/puppeteer-core/lib/cjs/puppeteer/cdp/utils.js.map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D:/pasar_fix/node_modules/.bun/puppeteer-core@24.43.1/node_modules/puppeteer-core/lib/cjs/puppeteer/cdp/WebMCP.d.ts</a:t>
            </a:r>
          </a:p>
          <a:p>
            <a:pPr>
              <a:defRPr sz="1200"/>
            </a:pPr>
            <a:r>
              <a:t>D:/pasar_fix/node_modules/.bun/puppeteer-core@24.43.1/node_modules/puppeteer-core/lib/cjs/puppeteer/cdp/WebMCP.d.ts.map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D:/pasar_fix/node_modules/.bun/puppeteer-core@24.43.1/node_modules/puppeteer-core/lib/cjs/puppeteer/cdp/WebMCP.js</a:t>
            </a:r>
          </a:p>
          <a:p>
            <a:pPr>
              <a:defRPr sz="1200"/>
            </a:pPr>
            <a:r>
              <a:t>D:/pasar_fix/node_modules/.bun/puppeteer-core@24.43.1/node_modules/puppeteer-core/lib/cjs/puppeteer/cdp/WebMCP.js.map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D:/pasar_fix/node_modules/.bun/puppeteer-core@24.43.1/node_modules/puppeteer-core/lib/cjs/puppeteer/cdp/WebWorker.d.ts</a:t>
            </a:r>
          </a:p>
          <a:p>
            <a:pPr>
              <a:defRPr sz="1200"/>
            </a:pPr>
            <a:r>
              <a:t>D:/pasar_fix/node_modules/.bun/puppeteer-core@24.43.1/node_modules/puppeteer-core/lib/cjs/puppeteer/cdp/WebWorker.d.ts.map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D:/pasar_fix/node_modules/.bun/puppeteer-core@24.43.1/node_modules/puppeteer-core/lib/cjs/puppeteer/cdp/WebWorker.js</a:t>
            </a:r>
          </a:p>
          <a:p>
            <a:pPr>
              <a:defRPr sz="1200"/>
            </a:pPr>
            <a:r>
              <a:t>D:/pasar_fix/node_modules/.bun/puppeteer-core@24.43.1/node_modules/puppeteer-core/lib/cjs/puppeteer/cdp/WebWorker.js.map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D:/pasar_fix/node_modules/.bun/puppeteer-core@24.43.1/node_modules/puppeteer-core/lib/cjs/puppeteer/common/AriaQueryHandler.d.ts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D:/pasar_fix/node_modules/.bun/puppeteer-core@24.43.1/node_modules/puppeteer-core/lib/cjs/puppeteer/common/AriaQueryHandler.d.ts.map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D:/pasar_fix/node_modules/.bun/puppeteer-core@24.43.1/node_modules/puppeteer-core/lib/cjs/puppeteer/common/AriaQueryHandler.js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D:/pasar_fix/node_modules/.bun/puppeteer-core@24.43.1/node_modules/puppeteer-core/lib/cjs/puppeteer/common/AriaQueryHandler.js.map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D:/pasar_fix/node_modules/.bun/puppeteer-core@24.43.1/node_modules/puppeteer-core/lib/cjs/puppeteer/common/BrowserConnector.d.ts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D:/pasar_fix/node_modules/.bun/puppeteer-core@24.43.1/node_modules/puppeteer-core/lib/cjs/puppeteer/common/BrowserConnector.d.ts.map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D:/pasar_fix/node_modules/.bun/puppeteer-core@24.43.1/node_modules/puppeteer-core/lib/cjs/puppeteer/common/BrowserConnector.js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D:/pasar_fix/node_modules/.bun/puppeteer-core@24.43.1/node_modules/puppeteer-core/lib/cjs/puppeteer/common/BrowserConnector.js.map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D:/pasar_fix/node_modules/.bun/puppeteer-core@24.43.1/node_modules/puppeteer-core/lib/cjs/puppeteer/common/BrowserWebSocketTransport.d.ts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D:/pasar_fix/node_modules/.bun/puppeteer-core@24.43.1/node_modules/puppeteer-core/lib/cjs/puppeteer/common/BrowserWebSocketTransport.d.ts.map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D:/pasar_fix/node_modules/.bun/puppeteer-core@24.43.1/node_modules/puppeteer-core/lib/cjs/puppeteer/common/BrowserWebSocketTransport.js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D:/pasar_fix/node_modules/.bun/puppeteer-core@24.43.1/node_modules/puppeteer-core/lib/cjs/puppeteer/common/BrowserWebSocketTransport.js.map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D:/pasar_fix/node_modules/.bun/puppeteer-core@24.43.1/node_modules/puppeteer-core/lib/cjs/puppeteer/common/CallbackRegistry.d.ts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D:/pasar_fix/node_modules/.bun/puppeteer-core@24.43.1/node_modules/puppeteer-core/lib/cjs/puppeteer/common/CallbackRegistry.d.ts.map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D:/pasar_fix/node_modules/.bun/puppeteer-core@24.43.1/node_modules/puppeteer-core/lib/cjs/puppeteer/common/CallbackRegistry.js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D:/pasar_fix/node_modules/.bun/puppeteer-core@24.43.1/node_modules/puppeteer-core/lib/cjs/puppeteer/common/CallbackRegistry.js.map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D:/pasar_fix/node_modules/.bun/puppeteer-core@24.43.1/node_modules/puppeteer-core/lib/cjs/puppeteer/common/common.d.ts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D:/pasar_fix/node_modules/.bun/puppeteer-core@24.43.1/node_modules/puppeteer-core/lib/cjs/puppeteer/common/common.d.ts.map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D:/pasar_fix/node_modules/.bun/puppeteer-core@24.43.1/node_modules/puppeteer-core/lib/cjs/puppeteer/common/common.js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D:/pasar_fix/node_modules/.bun/puppeteer-core@24.43.1/node_modules/puppeteer-core/lib/cjs/puppeteer/common/common.js.map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D:/pasar_fix/node_modules/.bun/puppeteer-core@24.43.1/node_modules/puppeteer-core/lib/cjs/puppeteer/common/Configuration.d.ts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D:/pasar_fix/node_modules/.bun/puppeteer-core@24.43.1/node_modules/puppeteer-core/lib/cjs/puppeteer/common/Configuration.d.ts.map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D:/pasar_fix/node_modules/.bun/puppeteer-core@24.43.1/node_modules/puppeteer-core/lib/cjs/puppeteer/common/Configuration.js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D:/pasar_fix/node_modules/.bun/puppeteer-core@24.43.1/node_modules/puppeteer-core/lib/cjs/puppeteer/common/Configuration.js.map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D:/pasar_fix/node_modules/.bun/puppeteer-core@24.43.1/node_modules/puppeteer-core/lib/cjs/puppeteer/common/ConnectionTransport.d.ts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D:/pasar_fix/node_modules/.bun/puppeteer-core@24.43.1/node_modules/puppeteer-core/lib/cjs/puppeteer/common/ConnectionTransport.d.ts.map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D:/pasar_fix/node_modules/.bun/puppeteer-core@24.43.1/node_modules/puppeteer-core/lib/cjs/puppeteer/common/ConnectionTransport.js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D:/pasar_fix/node_modules/.bun/puppeteer-core@24.43.1/node_modules/puppeteer-core/lib/cjs/puppeteer/common/ConnectionTransport.js.map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D:/pasar_fix/node_modules/.bun/puppeteer-core@24.43.1/node_modules/puppeteer-core/lib/cjs/puppeteer/common/ConnectOptions.d.ts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D:/pasar_fix/node_modules/.bun/puppeteer-core@24.43.1/node_modules/puppeteer-core/lib/cjs/puppeteer/common/ConnectOptions.d.ts.map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D:/pasar_fix/node_modules/.bun/puppeteer-core@24.43.1/node_modules/puppeteer-core/lib/cjs/puppeteer/common/ConnectOptions.js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D:/pasar_fix/node_modules/.bun/puppeteer-core@24.43.1/node_modules/puppeteer-core/lib/cjs/puppeteer/common/ConnectOptions.js.map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D:/pasar_fix/node_modules/.bun/puppeteer-core@24.43.1/node_modules/puppeteer-core/lib/cjs/puppeteer/common/ConsoleMessage.d.ts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D:/pasar_fix/node_modules/.bun/puppeteer-core@24.43.1/node_modules/puppeteer-core/lib/cjs/puppeteer/common/ConsoleMessage.d.ts.map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D:/pasar_fix/node_modules/.bun/puppeteer-core@24.43.1/node_modules/puppeteer-core/lib/cjs/puppeteer/common/ConsoleMessage.js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D:/pasar_fix/node_modules/.bun/puppeteer-core@24.43.1/node_modules/puppeteer-core/lib/cjs/puppeteer/common/ConsoleMessage.js.map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D:/pasar_fix/node_modules/.bun/puppeteer-core@24.43.1/node_modules/puppeteer-core/lib/cjs/puppeteer/common/Cookie.d.ts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D:/pasar_fix/node_modules/.bun/puppeteer-core@24.43.1/node_modules/puppeteer-core/lib/cjs/puppeteer/common/Cookie.d.ts.map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D:/pasar_fix/node_modules/.bun/puppeteer-core@24.43.1/node_modules/puppeteer-core/lib/cjs/puppeteer/common/Cookie.js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D:/pasar_fix/node_modules/.bun/puppeteer-core@24.43.1/node_modules/puppeteer-core/lib/cjs/puppeteer/common/Cookie.js.map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D:/pasar_fix/node_modules/.bun/puppeteer-core@24.43.1/node_modules/puppeteer-core/lib/cjs/puppeteer/common/CSSQueryHandler.d.ts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D:/pasar_fix/node_modules/.bun/puppeteer-core@24.43.1/node_modules/puppeteer-core/lib/cjs/puppeteer/common/CSSQueryHandler.d.ts.map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D:/pasar_fix/node_modules/.bun/puppeteer-core@24.43.1/node_modules/puppeteer-core/lib/cjs/puppeteer/common/CSSQueryHandler.js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D:/pasar_fix/node_modules/.bun/puppeteer-core@24.43.1/node_modules/puppeteer-core/lib/cjs/puppeteer/common/CSSQueryHandler.js.map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D:/pasar_fix/node_modules/.bun/puppeteer-core@24.43.1/node_modules/puppeteer-core/lib/cjs/puppeteer/common/CustomQueryHandler.d.ts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D:/pasar_fix/node_modules/.bun/puppeteer-core@24.43.1/node_modules/puppeteer-core/lib/cjs/puppeteer/common/CustomQueryHandler.d.ts.map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D:/pasar_fix/node_modules/.bun/puppeteer-core@24.43.1/node_modules/puppeteer-core/lib/cjs/puppeteer/common/CustomQueryHandler.js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D:/pasar_fix/node_modules/.bun/puppeteer-core@24.43.1/node_modules/puppeteer-core/lib/cjs/puppeteer/common/CustomQueryHandler.js.map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D:/pasar_fix/node_modules/.bun/puppeteer-core@24.43.1/node_modules/puppeteer-core/lib/cjs/puppeteer/common/Debug.d.ts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D:/pasar_fix/node_modules/.bun/puppeteer-core@24.43.1/node_modules/puppeteer-core/lib/cjs/puppeteer/common/Debug.d.ts.map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D:/pasar_fix/node_modules/.bun/puppeteer-core@24.43.1/node_modules/puppeteer-core/lib/cjs/puppeteer/common/Debug.js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D:/pasar_fix/node_modules/.bun/puppeteer-core@24.43.1/node_modules/puppeteer-core/lib/cjs/puppeteer/common/Debug.js.map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D:/pasar_fix/node_modules/.bun/puppeteer-core@24.43.1/node_modules/puppeteer-core/lib/cjs/puppeteer/common/Device.d.ts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D:/pasar_fix/node_modules/.bun/puppeteer-core@24.43.1/node_modules/puppeteer-core/lib/cjs/puppeteer/common/Device.d.ts.map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D:/pasar_fix/node_modules/.bun/puppeteer-core@24.43.1/node_modules/puppeteer-core/lib/cjs/puppeteer/common/Device.js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D:/pasar_fix/node_modules/.bun/puppeteer-core@24.43.1/node_modules/puppeteer-core/lib/cjs/puppeteer/common/Device.js.map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D:/pasar_fix/node_modules/.bun/puppeteer-core@24.43.1/node_modules/puppeteer-core/lib/cjs/puppeteer/common/DownloadBehavior.d.ts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D:/pasar_fix/node_modules/.bun/puppeteer-core@24.43.1/node_modules/puppeteer-core/lib/cjs/puppeteer/common/DownloadBehavior.d.ts.map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D:/pasar_fix/node_modules/.bun/puppeteer-core@24.43.1/node_modules/puppeteer-core/lib/cjs/puppeteer/common/DownloadBehavior.js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D:/pasar_fix/node_modules/.bun/puppeteer-core@24.43.1/node_modules/puppeteer-core/lib/cjs/puppeteer/common/DownloadBehavior.js.map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D:/pasar_fix/node_modules/.bun/puppeteer-core@24.43.1/node_modules/puppeteer-core/lib/cjs/puppeteer/common/Errors.d.ts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D:/pasar_fix/node_modules/.bun/puppeteer-core@24.43.1/node_modules/puppeteer-core/lib/cjs/puppeteer/common/Errors.d.ts.map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D:/pasar_fix/node_modules/.bun/puppeteer-core@24.43.1/node_modules/puppeteer-core/lib/cjs/puppeteer/common/Errors.js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D:/pasar_fix/node_modules/.bun/puppeteer-core@24.43.1/node_modules/puppeteer-core/lib/cjs/puppeteer/common/Errors.js.map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D:/pasar_fix/node_modules/.bun/puppeteer-core@24.43.1/node_modules/puppeteer-core/lib/cjs/puppeteer/common/EventEmitter.d.ts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D:/pasar_fix/node_modules/.bun/puppeteer-core@24.43.1/node_modules/puppeteer-core/lib/cjs/puppeteer/common/EventEmitter.d.ts.map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D:/pasar_fix/node_modules/.bun/puppeteer-core@24.43.1/node_modules/puppeteer-core/lib/cjs/puppeteer/common/EventEmitter.js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D:/pasar_fix/node_modules/.bun/puppeteer-core@24.43.1/node_modules/puppeteer-core/lib/cjs/puppeteer/common/EventEmitter.js.map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D:/pasar_fix/node_modules/.bun/puppeteer-core@24.43.1/node_modules/puppeteer-core/lib/cjs/puppeteer/common/FileChooser.d.ts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D:/pasar_fix/node_modules/.bun/puppeteer-core@24.43.1/node_modules/puppeteer-core/lib/cjs/puppeteer/common/FileChooser.d.ts.map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D:/pasar_fix/node_modules/.bun/puppeteer-core@24.43.1/node_modules/puppeteer-core/lib/cjs/puppeteer/common/FileChooser.js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D:/pasar_fix/node_modules/.bun/puppeteer-core@24.43.1/node_modules/puppeteer-core/lib/cjs/puppeteer/common/FileChooser.js.map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D:/pasar_fix/node_modules/.bun/puppeteer-core@24.43.1/node_modules/puppeteer-core/lib/cjs/puppeteer/common/GetQueryHandler.d.ts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D:/pasar_fix/node_modules/.bun/puppeteer-core@24.43.1/node_modules/puppeteer-core/lib/cjs/puppeteer/common/GetQueryHandler.d.ts.map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D:/pasar_fix/node_modules/.bun/puppeteer-core@24.43.1/node_modules/puppeteer-core/lib/cjs/puppeteer/common/GetQueryHandler.js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D:/pasar_fix/node_modules/.bun/puppeteer-core@24.43.1/node_modules/puppeteer-core/lib/cjs/puppeteer/common/GetQueryHandler.js.map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D:/pasar_fix/node_modules/.bun/puppeteer-core@24.43.1/node_modules/puppeteer-core/lib/cjs/puppeteer/common/HandleIterator.d.ts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D:/pasar_fix/node_modules/.bun/puppeteer-core@24.43.1/node_modules/puppeteer-core/lib/cjs/puppeteer/common/HandleIterator.d.ts.map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D:/pasar_fix/node_modules/.bun/puppeteer-core@24.43.1/node_modules/puppeteer-core/lib/cjs/puppeteer/common/HandleIterator.js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D:/pasar_fix/node_modules/.bun/puppeteer-core@24.43.1/node_modules/puppeteer-core/lib/cjs/puppeteer/common/HandleIterator.js.map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D:/pasar_fix/node_modules/.bun/puppeteer-core@24.43.1/node_modules/puppeteer-core/lib/cjs/puppeteer/common/LazyArg.d.ts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D:/pasar_fix/node_modules/.bun/puppeteer-core@24.43.1/node_modules/puppeteer-core/lib/cjs/puppeteer/common/LazyArg.d.ts.map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D:/pasar_fix/node_modules/.bun/puppeteer-core@24.43.1/node_modules/puppeteer-core/lib/cjs/puppeteer/common/LazyArg.js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D:/pasar_fix/node_modules/.bun/puppeteer-core@24.43.1/node_modules/puppeteer-core/lib/cjs/puppeteer/common/LazyArg.js.map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D:/pasar_fix/node_modules/.bun/puppeteer-core@24.43.1/node_modules/puppeteer-core/lib/cjs/puppeteer/common/NetworkManagerEvents.d.ts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D:/pasar_fix/node_modules/.bun/puppeteer-core@24.43.1/node_modules/puppeteer-core/lib/cjs/puppeteer/common/NetworkManagerEvents.d.ts.map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D:/pasar_fix/node_modules/.bun/puppeteer-core@24.43.1/node_modules/puppeteer-core/lib/cjs/puppeteer/common/NetworkManagerEvents.js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D:/pasar_fix/node_modules/.bun/puppeteer-core@24.43.1/node_modules/puppeteer-core/lib/cjs/puppeteer/common/NetworkManagerEvents.js.map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D:/pasar_fix/node_modules/.bun/puppeteer-core@24.43.1/node_modules/puppeteer-core/lib/cjs/puppeteer/common/PDFOptions.d.ts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D:/pasar_fix/node_modules/.bun/puppeteer-core@24.43.1/node_modules/puppeteer-core/lib/cjs/puppeteer/common/PDFOptions.d.ts.map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D:/pasar_fix/node_modules/.bun/puppeteer-core@24.43.1/node_modules/puppeteer-core/lib/cjs/puppeteer/common/PDFOptions.js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D:/pasar_fix/node_modules/.bun/puppeteer-core@24.43.1/node_modules/puppeteer-core/lib/cjs/puppeteer/common/PDFOptions.js.map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D:/pasar_fix/node_modules/.bun/puppeteer-core@24.43.1/node_modules/puppeteer-core/lib/cjs/puppeteer/common/PierceQueryHandler.d.ts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D:/pasar_fix/node_modules/.bun/puppeteer-core@24.43.1/node_modules/puppeteer-core/lib/cjs/puppeteer/common/PierceQueryHandler.d.ts.map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D:/pasar_fix/node_modules/.bun/puppeteer-core@24.43.1/node_modules/puppeteer-core/lib/cjs/puppeteer/common/PierceQueryHandler.js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D:/pasar_fix/node_modules/.bun/puppeteer-core@24.43.1/node_modules/puppeteer-core/lib/cjs/puppeteer/common/PierceQueryHandler.js.map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D:/pasar_fix/node_modules/.bun/puppeteer-core@24.43.1/node_modules/puppeteer-core/lib/cjs/puppeteer/common/PQueryHandler.d.ts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D:/pasar_fix/node_modules/.bun/puppeteer-core@24.43.1/node_modules/puppeteer-core/lib/cjs/puppeteer/common/PQueryHandler.d.ts.map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D:/pasar_fix/node_modules/.bun/puppeteer-core@24.43.1/node_modules/puppeteer-core/lib/cjs/puppeteer/common/PQueryHandler.js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D:/pasar_fix/node_modules/.bun/puppeteer-core@24.43.1/node_modules/puppeteer-core/lib/cjs/puppeteer/common/PQueryHandler.js.map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D:/pasar_fix/node_modules/.bun/puppeteer-core@24.43.1/node_modules/puppeteer-core/lib/cjs/puppeteer/common/PSelectorParser.d.ts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D:/pasar_fix/node_modules/.bun/puppeteer-core@24.43.1/node_modules/puppeteer-core/lib/cjs/puppeteer/common/PSelectorParser.d.ts.map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D:/pasar_fix/node_modules/.bun/puppeteer-core@24.43.1/node_modules/puppeteer-core/lib/cjs/puppeteer/common/PSelectorParser.js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D:/pasar_fix/node_modules/.bun/puppeteer-core@24.43.1/node_modules/puppeteer-core/lib/cjs/puppeteer/common/PSelectorParser.js.map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D:/pasar_fix/node_modules/.bun/puppeteer-core@24.43.1/node_modules/puppeteer-core/lib/cjs/puppeteer/common/Puppeteer.d.ts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D:/pasar_fix/node_modules/.bun/puppeteer-core@24.43.1/node_modules/puppeteer-core/lib/cjs/puppeteer/common/Puppeteer.d.ts.map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D:/pasar_fix/node_modules/.bun/puppeteer-core@24.43.1/node_modules/puppeteer-core/lib/cjs/puppeteer/common/Puppeteer.js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D:/pasar_fix/node_modules/.bun/puppeteer-core@24.43.1/node_modules/puppeteer-core/lib/cjs/puppeteer/common/Puppeteer.js.map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D:/pasar_fix/node_modules/.bun/puppeteer-core@24.43.1/node_modules/puppeteer-core/lib/cjs/puppeteer/common/QueryHandler.d.ts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D:/pasar_fix/node_modules/.bun/puppeteer-core@24.43.1/node_modules/puppeteer-core/lib/cjs/puppeteer/common/QueryHandler.d.ts.map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D:/pasar_fix/node_modules/.bun/puppeteer-core@24.43.1/node_modules/puppeteer-core/lib/cjs/puppeteer/common/QueryHandler.js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D:/pasar_fix/node_modules/.bun/puppeteer-core@24.43.1/node_modules/puppeteer-core/lib/cjs/puppeteer/common/QueryHandler.js.map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D:/pasar_fix/node_modules/.bun/puppeteer-core@24.43.1/node_modules/puppeteer-core/lib/cjs/puppeteer/common/ScriptInjector.d.ts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D:/pasar_fix/node_modules/.bun/puppeteer-core@24.43.1/node_modules/puppeteer-core/lib/cjs/puppeteer/common/ScriptInjector.d.ts.map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D:/pasar_fix/node_modules/.bun/puppeteer-core@24.43.1/node_modules/puppeteer-core/lib/cjs/puppeteer/common/ScriptInjector.js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D:/pasar_fix/node_modules/.bun/puppeteer-core@24.43.1/node_modules/puppeteer-core/lib/cjs/puppeteer/common/ScriptInjector.js.map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D:/pasar_fix/node_modules/.bun/puppeteer-core@24.43.1/node_modules/puppeteer-core/lib/cjs/puppeteer/common/SecurityDetails.d.ts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D:/pasar_fix/node_modules/.bun/puppeteer-core@24.43.1/node_modules/puppeteer-core/lib/cjs/puppeteer/common/SecurityDetails.d.ts.map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D:/pasar_fix/node_modules/.bun/puppeteer-core@24.43.1/node_modules/puppeteer-core/lib/cjs/puppeteer/common/SecurityDetails.js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D:/pasar_fix/node_modules/.bun/puppeteer-core@24.43.1/node_modules/puppeteer-core/lib/cjs/puppeteer/common/SecurityDetails.js.map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D:/pasar_fix/node_modules/.bun/puppeteer-core@24.43.1/node_modules/puppeteer-core/lib/cjs/puppeteer/common/SupportedBrowser.d.ts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D:/pasar_fix/node_modules/.bun/puppeteer-core@24.43.1/node_modules/puppeteer-core/lib/cjs/puppeteer/common/SupportedBrowser.d.ts.map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D:/pasar_fix/node_modules/.bun/puppeteer-core@24.43.1/node_modules/puppeteer-core/lib/cjs/puppeteer/common/SupportedBrowser.js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D:/pasar_fix/node_modules/.bun/puppeteer-core@24.43.1/node_modules/puppeteer-core/lib/cjs/puppeteer/common/SupportedBrowser.js.map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D:/pasar_fix/node_modules/.bun/puppeteer-core@24.43.1/node_modules/puppeteer-core/lib/cjs/puppeteer/common/TaskQueue.d.ts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D:/pasar_fix/node_modules/.bun/puppeteer-core@24.43.1/node_modules/puppeteer-core/lib/cjs/puppeteer/common/TaskQueue.d.ts.map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D:/pasar_fix/node_modules/.bun/puppeteer-core@24.43.1/node_modules/puppeteer-core/lib/cjs/puppeteer/common/TaskQueue.js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D:/pasar_fix/node_modules/.bun/puppeteer-core@24.43.1/node_modules/puppeteer-core/lib/cjs/puppeteer/common/TaskQueue.js.map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D:/pasar_fix/node_modules/.bun/puppeteer-core@24.43.1/node_modules/puppeteer-core/lib/cjs/puppeteer/common/TextQueryHandler.d.ts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D:/pasar_fix/node_modules/.bun/puppeteer-core@24.43.1/node_modules/puppeteer-core/lib/cjs/puppeteer/common/TextQueryHandler.d.ts.map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D:/pasar_fix/node_modules/.bun/puppeteer-core@24.43.1/node_modules/puppeteer-core/lib/cjs/puppeteer/common/TextQueryHandler.js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D:/pasar_fix/node_modules/.bun/puppeteer-core@24.43.1/node_modules/puppeteer-core/lib/cjs/puppeteer/common/TextQueryHandler.js.map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D:/pasar_fix/node_modules/.bun/puppeteer-core@24.43.1/node_modules/puppeteer-core/lib/cjs/puppeteer/common/TimeoutSettings.d.ts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D:/pasar_fix/node_modules/.bun/puppeteer-core@24.43.1/node_modules/puppeteer-core/lib/cjs/puppeteer/common/TimeoutSettings.d.ts.map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D:/pasar_fix/node_modules/.bun/puppeteer-core@24.43.1/node_modules/puppeteer-core/lib/cjs/puppeteer/common/TimeoutSettings.js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D:/pasar_fix/node_modules/.bun/puppeteer-core@24.43.1/node_modules/puppeteer-core/lib/cjs/puppeteer/common/TimeoutSettings.js.map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D:/pasar_fix/node_modules/.bun/puppeteer-core@24.43.1/node_modules/puppeteer-core/lib/cjs/puppeteer/common/types.d.ts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D:/pasar_fix/node_modules/.bun/puppeteer-core@24.43.1/node_modules/puppeteer-core/lib/cjs/puppeteer/common/types.d.ts.map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D:/pasar_fix/node_modules/.bun/puppeteer-core@24.43.1/node_modules/puppeteer-core/lib/cjs/puppeteer/common/types.js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D:/pasar_fix/node_modules/.bun/puppeteer-core@24.43.1/node_modules/puppeteer-core/lib/cjs/puppeteer/common/types.js.map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D:/pasar_fix/node_modules/.bun/puppeteer-core@24.43.1/node_modules/puppeteer-core/lib/cjs/puppeteer/common/USKeyboardLayout.d.ts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D:/pasar_fix/node_modules/.bun/puppeteer-core@24.43.1/node_modules/puppeteer-core/lib/cjs/puppeteer/common/USKeyboardLayout.d.ts.map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D:/pasar_fix/node_modules/.bun/puppeteer-core@24.43.1/node_modules/puppeteer-core/lib/cjs/puppeteer/common/USKeyboardLayout.js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D:/pasar_fix/node_modules/.bun/puppeteer-core@24.43.1/node_modules/puppeteer-core/lib/cjs/puppeteer/common/USKeyboardLayout.js.map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D:/pasar_fix/node_modules/.bun/puppeteer-core@24.43.1/node_modules/puppeteer-core/lib/cjs/puppeteer/common/util.d.ts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D:/pasar_fix/node_modules/.bun/puppeteer-core@24.43.1/node_modules/puppeteer-core/lib/cjs/puppeteer/common/util.d.ts.map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D:/pasar_fix/node_modules/.bun/puppeteer-core@24.43.1/node_modules/puppeteer-core/lib/cjs/puppeteer/common/util.js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D:/pasar_fix/node_modules/.bun/puppeteer-core@24.43.1/node_modules/puppeteer-core/lib/cjs/puppeteer/common/util.js.map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D:/pasar_fix/node_modules/.bun/puppeteer-core@24.43.1/node_modules/puppeteer-core/lib/cjs/puppeteer/common/Viewport.d.ts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D:/pasar_fix/node_modules/.bun/puppeteer-core@24.43.1/node_modules/puppeteer-core/lib/cjs/puppeteer/common/Viewport.d.ts.map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D:/pasar_fix/node_modules/.bun/puppeteer-core@24.43.1/node_modules/puppeteer-core/lib/cjs/puppeteer/common/Viewport.js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D:/pasar_fix/node_modules/.bun/puppeteer-core@24.43.1/node_modules/puppeteer-core/lib/cjs/puppeteer/common/Viewport.js.map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D:/pasar_fix/node_modules/.bun/puppeteer-core@24.43.1/node_modules/puppeteer-core/lib/cjs/puppeteer/common/WaitTask.d.ts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D:/pasar_fix/node_modules/.bun/puppeteer-core@24.43.1/node_modules/puppeteer-core/lib/cjs/puppeteer/common/WaitTask.d.ts.map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D:/pasar_fix/node_modules/.bun/puppeteer-core@24.43.1/node_modules/puppeteer-core/lib/cjs/puppeteer/common/WaitTask.js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D:/pasar_fix/node_modules/.bun/puppeteer-core@24.43.1/node_modules/puppeteer-core/lib/cjs/puppeteer/common/WaitTask.js.map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D:/pasar_fix/node_modules/.bun/puppeteer-core@24.43.1/node_modules/puppeteer-core/lib/cjs/puppeteer/common/XPathQueryHandler.d.ts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D:/pasar_fix/node_modules/.bun/puppeteer-core@24.43.1/node_modules/puppeteer-core/lib/cjs/puppeteer/common/XPathQueryHandler.d.ts.map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D:/pasar_fix/node_modules/.bun/puppeteer-core@24.43.1/node_modules/puppeteer-core/lib/cjs/puppeteer/common/XPathQueryHandler.js</a:t>
            </a:r>
          </a:p>
          <a:p>
            <a:pPr>
              <a:defRPr sz="1200"/>
            </a:pPr>
            <a:r>
              <a:t>D:/pasar_fix/node_modules/.bun/puppeteer-core@24.43.1/node_modules/puppeteer-core/lib/cjs/puppeteer/common/XPathQueryHandler.js.map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D:/pasar_fix/node_modules/.bun/puppeteer-core@24.43.1/node_modules/puppeteer-core/lib/cjs/puppeteer/generated/injected.d.ts</a:t>
            </a:r>
          </a:p>
          <a:p>
            <a:pPr>
              <a:defRPr sz="1200"/>
            </a:pPr>
            <a:r>
              <a:t>D:/pasar_fix/node_modules/.bun/puppeteer-core@24.43.1/node_modules/puppeteer-core/lib/cjs/puppeteer/generated/injected.d.ts.map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D:/pasar_fix/node_modules/.bun/puppeteer-core@24.43.1/node_modules/puppeteer-core/lib/cjs/puppeteer/generated/injected.js</a:t>
            </a:r>
          </a:p>
          <a:p>
            <a:pPr>
              <a:defRPr sz="1200"/>
            </a:pPr>
            <a:r>
              <a:t>D:/pasar_fix/node_modules/.bun/puppeteer-core@24.43.1/node_modules/puppeteer-core/lib/cjs/puppeteer/generated/injected.js.map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D:/pasar_fix/node_modules/.bun/puppeteer-core@24.43.1/node_modules/puppeteer-core/lib/cjs/puppeteer/injected/ARIAQuerySelector.d.ts</a:t>
            </a:r>
          </a:p>
          <a:p>
            <a:pPr>
              <a:defRPr sz="1200"/>
            </a:pPr>
            <a:r>
              <a:t>D:/pasar_fix/node_modules/.bun/puppeteer-core@24.43.1/node_modules/puppeteer-core/lib/cjs/puppeteer/injected/ARIAQuerySelector.d.ts.map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D:/pasar_fix/node_modules/.bun/puppeteer-core@24.43.1/node_modules/puppeteer-core/lib/cjs/puppeteer/injected/ARIAQuerySelector.js</a:t>
            </a:r>
          </a:p>
          <a:p>
            <a:pPr>
              <a:defRPr sz="1200"/>
            </a:pPr>
            <a:r>
              <a:t>D:/pasar_fix/node_modules/.bun/puppeteer-core@24.43.1/node_modules/puppeteer-core/lib/cjs/puppeteer/injected/ARIAQuerySelector.js.map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D:/pasar_fix/node_modules/.bun/puppeteer-core@24.43.1/node_modules/puppeteer-core/lib/cjs/puppeteer/injected/CSSSelector.d.ts</a:t>
            </a:r>
          </a:p>
          <a:p>
            <a:pPr>
              <a:defRPr sz="1200"/>
            </a:pPr>
            <a:r>
              <a:t>D:/pasar_fix/node_modules/.bun/puppeteer-core@24.43.1/node_modules/puppeteer-core/lib/cjs/puppeteer/injected/CSSSelector.d.ts.map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D:/pasar_fix/node_modules/.bun/puppeteer-core@24.43.1/node_modules/puppeteer-core/lib/cjs/puppeteer/injected/CSSSelector.js</a:t>
            </a:r>
          </a:p>
          <a:p>
            <a:pPr>
              <a:defRPr sz="1200"/>
            </a:pPr>
            <a:r>
              <a:t>D:/pasar_fix/node_modules/.bun/puppeteer-core@24.43.1/node_modules/puppeteer-core/lib/cjs/puppeteer/injected/CSSSelector.js.map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D:/pasar_fix/node_modules/.bun/puppeteer-core@24.43.1/node_modules/puppeteer-core/lib/cjs/puppeteer/injected/CustomQuerySelector.d.ts</a:t>
            </a:r>
          </a:p>
          <a:p>
            <a:pPr>
              <a:defRPr sz="1200"/>
            </a:pPr>
            <a:r>
              <a:t>D:/pasar_fix/node_modules/.bun/puppeteer-core@24.43.1/node_modules/puppeteer-core/lib/cjs/puppeteer/injected/CustomQuerySelector.d.ts.map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D:/pasar_fix/node_modules/.bun/puppeteer-core@24.43.1/node_modules/puppeteer-core/lib/cjs/puppeteer/injected/CustomQuerySelector.js</a:t>
            </a:r>
          </a:p>
          <a:p>
            <a:pPr>
              <a:defRPr sz="1200"/>
            </a:pPr>
            <a:r>
              <a:t>D:/pasar_fix/node_modules/.bun/puppeteer-core@24.43.1/node_modules/puppeteer-core/lib/cjs/puppeteer/injected/CustomQuerySelector.js.map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D:/pasar_fix/node_modules/.bun/puppeteer-core@24.43.1/node_modules/puppeteer-core/lib/cjs/puppeteer/injected/injected.d.ts</a:t>
            </a:r>
          </a:p>
          <a:p>
            <a:pPr>
              <a:defRPr sz="1200"/>
            </a:pPr>
            <a:r>
              <a:t>D:/pasar_fix/node_modules/.bun/puppeteer-core@24.43.1/node_modules/puppeteer-core/lib/cjs/puppeteer/injected/injected.d.ts.map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D:/pasar_fix/node_modules/.bun/puppeteer-core@24.43.1/node_modules/puppeteer-core/lib/cjs/puppeteer/injected/injected.js</a:t>
            </a:r>
          </a:p>
          <a:p>
            <a:pPr>
              <a:defRPr sz="1200"/>
            </a:pPr>
            <a:r>
              <a:t>D:/pasar_fix/node_modules/.bun/puppeteer-core@24.43.1/node_modules/puppeteer-core/lib/cjs/puppeteer/injected/injected.js.map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D:/pasar_fix/node_modules/.bun/puppeteer-core@24.43.1/node_modules/puppeteer-core/lib/cjs/puppeteer/injected/PierceQuerySelector.d.ts</a:t>
            </a:r>
          </a:p>
          <a:p>
            <a:pPr>
              <a:defRPr sz="1200"/>
            </a:pPr>
            <a:r>
              <a:t>D:/pasar_fix/node_modules/.bun/puppeteer-core@24.43.1/node_modules/puppeteer-core/lib/cjs/puppeteer/injected/PierceQuerySelector.d.ts.map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D:/pasar_fix/node_modules/.bun/puppeteer-core@24.43.1/node_modules/puppeteer-core/lib/cjs/puppeteer/injected/PierceQuerySelector.js</a:t>
            </a:r>
          </a:p>
          <a:p>
            <a:pPr>
              <a:defRPr sz="1200"/>
            </a:pPr>
            <a:r>
              <a:t>D:/pasar_fix/node_modules/.bun/puppeteer-core@24.43.1/node_modules/puppeteer-core/lib/cjs/puppeteer/injected/PierceQuerySelector.js.map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D:/pasar_fix/node_modules/.bun/puppeteer-core@24.43.1/node_modules/puppeteer-core/lib/cjs/puppeteer/injected/Poller.d.ts</a:t>
            </a:r>
          </a:p>
          <a:p>
            <a:pPr>
              <a:defRPr sz="1200"/>
            </a:pPr>
            <a:r>
              <a:t>D:/pasar_fix/node_modules/.bun/puppeteer-core@24.43.1/node_modules/puppeteer-core/lib/cjs/puppeteer/injected/Poller.d.ts.map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D:/pasar_fix/node_modules/.bun/puppeteer-core@24.43.1/node_modules/puppeteer-core/lib/cjs/puppeteer/injected/Poller.js</a:t>
            </a:r>
          </a:p>
          <a:p>
            <a:pPr>
              <a:defRPr sz="1200"/>
            </a:pPr>
            <a:r>
              <a:t>D:/pasar_fix/node_modules/.bun/puppeteer-core@24.43.1/node_modules/puppeteer-core/lib/cjs/puppeteer/injected/Poller.js.map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D:/pasar_fix/node_modules/.bun/puppeteer-core@24.43.1/node_modules/puppeteer-core/lib/cjs/puppeteer/injected/PQuerySelector.d.ts</a:t>
            </a:r>
          </a:p>
          <a:p>
            <a:pPr>
              <a:defRPr sz="1200"/>
            </a:pPr>
            <a:r>
              <a:t>D:/pasar_fix/node_modules/.bun/puppeteer-core@24.43.1/node_modules/puppeteer-core/lib/cjs/puppeteer/injected/PQuerySelector.d.ts.map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D:/pasar_fix/node_modules/.bun/puppeteer-core@24.43.1/node_modules/puppeteer-core/lib/cjs/puppeteer/injected/PQuerySelector.js</a:t>
            </a:r>
          </a:p>
          <a:p>
            <a:pPr>
              <a:defRPr sz="1200"/>
            </a:pPr>
            <a:r>
              <a:t>D:/pasar_fix/node_modules/.bun/puppeteer-core@24.43.1/node_modules/puppeteer-core/lib/cjs/puppeteer/injected/PQuerySelector.js.map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D:/pasar_fix/node_modules/.bun/puppeteer-core@24.43.1/node_modules/puppeteer-core/lib/cjs/puppeteer/injected/TextContent.d.ts</a:t>
            </a:r>
          </a:p>
          <a:p>
            <a:pPr>
              <a:defRPr sz="1200"/>
            </a:pPr>
            <a:r>
              <a:t>D:/pasar_fix/node_modules/.bun/puppeteer-core@24.43.1/node_modules/puppeteer-core/lib/cjs/puppeteer/injected/TextContent.d.ts.map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D:/pasar_fix/node_modules/.bun/puppeteer-core@24.43.1/node_modules/puppeteer-core/lib/cjs/puppeteer/injected/TextContent.js</a:t>
            </a:r>
          </a:p>
          <a:p>
            <a:pPr>
              <a:defRPr sz="1200"/>
            </a:pPr>
            <a:r>
              <a:t>D:/pasar_fix/node_modules/.bun/puppeteer-core@24.43.1/node_modules/puppeteer-core/lib/cjs/puppeteer/injected/TextContent.js.map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D:/pasar_fix/node_modules/.bun/puppeteer-core@24.43.1/node_modules/puppeteer-core/lib/cjs/puppeteer/injected/TextQuerySelector.d.ts</a:t>
            </a:r>
          </a:p>
          <a:p>
            <a:pPr>
              <a:defRPr sz="1200"/>
            </a:pPr>
            <a:r>
              <a:t>D:/pasar_fix/node_modules/.bun/puppeteer-core@24.43.1/node_modules/puppeteer-core/lib/cjs/puppeteer/injected/TextQuerySelector.d.ts.map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D:/pasar_fix/node_modules/.bun/puppeteer-core@24.43.1/node_modules/puppeteer-core/lib/cjs/puppeteer/injected/TextQuerySelector.js</a:t>
            </a:r>
          </a:p>
          <a:p>
            <a:pPr>
              <a:defRPr sz="1200"/>
            </a:pPr>
            <a:r>
              <a:t>D:/pasar_fix/node_modules/.bun/puppeteer-core@24.43.1/node_modules/puppeteer-core/lib/cjs/puppeteer/injected/TextQuerySelector.js.map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D:/pasar_fix/node_modules/.bun/puppeteer-core@24.43.1/node_modules/puppeteer-core/lib/cjs/puppeteer/injected/util.d.ts</a:t>
            </a:r>
          </a:p>
          <a:p>
            <a:pPr>
              <a:defRPr sz="1200"/>
            </a:pPr>
            <a:r>
              <a:t>D:/pasar_fix/node_modules/.bun/puppeteer-core@24.43.1/node_modules/puppeteer-core/lib/cjs/puppeteer/injected/util.d.ts.map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D:/pasar_fix/node_modules/.bun/puppeteer-core@24.43.1/node_modules/puppeteer-core/lib/cjs/puppeteer/injected/util.js</a:t>
            </a:r>
          </a:p>
          <a:p>
            <a:pPr>
              <a:defRPr sz="1200"/>
            </a:pPr>
            <a:r>
              <a:t>D:/pasar_fix/node_modules/.bun/puppeteer-core@24.43.1/node_modules/puppeteer-core/lib/cjs/puppeteer/injected/util.js.map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D:/pasar_fix/node_modules/.bun/puppeteer-core@24.43.1/node_modules/puppeteer-core/lib/cjs/puppeteer/injected/XPathQuerySelector.d.ts</a:t>
            </a:r>
          </a:p>
          <a:p>
            <a:pPr>
              <a:defRPr sz="1200"/>
            </a:pPr>
            <a:r>
              <a:t>D:/pasar_fix/node_modules/.bun/puppeteer-core@24.43.1/node_modules/puppeteer-core/lib/cjs/puppeteer/injected/XPathQuerySelector.d.ts.map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D:/pasar_fix/node_modules/.bun/puppeteer-core@24.43.1/node_modules/puppeteer-core/lib/cjs/puppeteer/injected/XPathQuerySelector.js</a:t>
            </a:r>
          </a:p>
          <a:p>
            <a:pPr>
              <a:defRPr sz="1200"/>
            </a:pPr>
            <a:r>
              <a:t>D:/pasar_fix/node_modules/.bun/puppeteer-core@24.43.1/node_modules/puppeteer-core/lib/cjs/puppeteer/injected/XPathQuerySelector.js.map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D:/pasar_fix/node_modules/.bun/puppeteer-core@24.43.1/node_modules/puppeteer-core/lib/cjs/puppeteer/node/BrowserLauncher.d.ts</a:t>
            </a:r>
          </a:p>
          <a:p>
            <a:pPr>
              <a:defRPr sz="1200"/>
            </a:pPr>
            <a:r>
              <a:t>D:/pasar_fix/node_modules/.bun/puppeteer-core@24.43.1/node_modules/puppeteer-core/lib/cjs/puppeteer/node/BrowserLauncher.d.ts.map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D:/pasar_fix/node_modules/.bun/puppeteer-core@24.43.1/node_modules/puppeteer-core/lib/cjs/puppeteer/node/BrowserLauncher.js</a:t>
            </a:r>
          </a:p>
          <a:p>
            <a:pPr>
              <a:defRPr sz="1200"/>
            </a:pPr>
            <a:r>
              <a:t>D:/pasar_fix/node_modules/.bun/puppeteer-core@24.43.1/node_modules/puppeteer-core/lib/cjs/puppeteer/node/BrowserLauncher.js.map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D:/pasar_fix/node_modules/.bun/puppeteer-core@24.43.1/node_modules/puppeteer-core/lib/cjs/puppeteer/node/ChromeLauncher.d.ts</a:t>
            </a:r>
          </a:p>
          <a:p>
            <a:pPr>
              <a:defRPr sz="1200"/>
            </a:pPr>
            <a:r>
              <a:t>D:/pasar_fix/node_modules/.bun/puppeteer-core@24.43.1/node_modules/puppeteer-core/lib/cjs/puppeteer/node/ChromeLauncher.d.ts.map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D:/pasar_fix/node_modules/.bun/puppeteer-core@24.43.1/node_modules/puppeteer-core/lib/cjs/puppeteer/node/ChromeLauncher.js</a:t>
            </a:r>
          </a:p>
          <a:p>
            <a:pPr>
              <a:defRPr sz="1200"/>
            </a:pPr>
            <a:r>
              <a:t>D:/pasar_fix/node_modules/.bun/puppeteer-core@24.43.1/node_modules/puppeteer-core/lib/cjs/puppeteer/node/ChromeLauncher.js.map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D:/pasar_fix/node_modules/.bun/puppeteer-core@24.43.1/node_modules/puppeteer-core/lib/cjs/puppeteer/node/FirefoxLauncher.d.ts</a:t>
            </a:r>
          </a:p>
          <a:p>
            <a:pPr>
              <a:defRPr sz="1200"/>
            </a:pPr>
            <a:r>
              <a:t>D:/pasar_fix/node_modules/.bun/puppeteer-core@24.43.1/node_modules/puppeteer-core/lib/cjs/puppeteer/node/FirefoxLauncher.d.ts.map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D:/pasar_fix/node_modules/.bun/puppeteer-core@24.43.1/node_modules/puppeteer-core/lib/cjs/puppeteer/node/FirefoxLauncher.js</a:t>
            </a:r>
          </a:p>
          <a:p>
            <a:pPr>
              <a:defRPr sz="1200"/>
            </a:pPr>
            <a:r>
              <a:t>D:/pasar_fix/node_modules/.bun/puppeteer-core@24.43.1/node_modules/puppeteer-core/lib/cjs/puppeteer/node/FirefoxLauncher.js.map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D:/pasar_fix/node_modules/.bun/puppeteer-core@24.43.1/node_modules/puppeteer-core/lib/cjs/puppeteer/node/LaunchOptions.d.ts</a:t>
            </a:r>
          </a:p>
          <a:p>
            <a:pPr>
              <a:defRPr sz="1200"/>
            </a:pPr>
            <a:r>
              <a:t>D:/pasar_fix/node_modules/.bun/puppeteer-core@24.43.1/node_modules/puppeteer-core/lib/cjs/puppeteer/node/LaunchOptions.d.ts.map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D:/pasar_fix/node_modules/.bun/puppeteer-core@24.43.1/node_modules/puppeteer-core/lib/cjs/puppeteer/node/LaunchOptions.js</a:t>
            </a:r>
          </a:p>
          <a:p>
            <a:pPr>
              <a:defRPr sz="1200"/>
            </a:pPr>
            <a:r>
              <a:t>D:/pasar_fix/node_modules/.bun/puppeteer-core@24.43.1/node_modules/puppeteer-core/lib/cjs/puppeteer/node/LaunchOptions.js.map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D:/pasar_fix/node_modules/.bun/puppeteer-core@24.43.1/node_modules/puppeteer-core/lib/cjs/puppeteer/node/node.d.ts</a:t>
            </a:r>
          </a:p>
          <a:p>
            <a:pPr>
              <a:defRPr sz="1200"/>
            </a:pPr>
            <a:r>
              <a:t>D:/pasar_fix/node_modules/.bun/puppeteer-core@24.43.1/node_modules/puppeteer-core/lib/cjs/puppeteer/node/node.d.ts.map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D:/pasar_fix/node_modules/.bun/puppeteer-core@24.43.1/node_modules/puppeteer-core/lib/cjs/puppeteer/node/node.js</a:t>
            </a:r>
          </a:p>
          <a:p>
            <a:pPr>
              <a:defRPr sz="1200"/>
            </a:pPr>
            <a:r>
              <a:t>D:/pasar_fix/node_modules/.bun/puppeteer-core@24.43.1/node_modules/puppeteer-core/lib/cjs/puppeteer/node/node.js.map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D:/pasar_fix/node_modules/.bun/puppeteer-core@24.43.1/node_modules/puppeteer-core/lib/cjs/puppeteer/node/NodeWebSocketTransport.d.ts</a:t>
            </a:r>
          </a:p>
          <a:p>
            <a:pPr>
              <a:defRPr sz="1200"/>
            </a:pPr>
            <a:r>
              <a:t>D:/pasar_fix/node_modules/.bun/puppeteer-core@24.43.1/node_modules/puppeteer-core/lib/cjs/puppeteer/node/NodeWebSocketTransport.d.ts.map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D:/pasar_fix/node_modules/.bun/puppeteer-core@24.43.1/node_modules/puppeteer-core/lib/cjs/puppeteer/node/NodeWebSocketTransport.js</a:t>
            </a:r>
          </a:p>
          <a:p>
            <a:pPr>
              <a:defRPr sz="1200"/>
            </a:pPr>
            <a:r>
              <a:t>D:/pasar_fix/node_modules/.bun/puppeteer-core@24.43.1/node_modules/puppeteer-core/lib/cjs/puppeteer/node/NodeWebSocketTransport.js.map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D:/pasar_fix/node_modules/.bun/puppeteer-core@24.43.1/node_modules/puppeteer-core/lib/cjs/puppeteer/node/PipeTransport.d.ts</a:t>
            </a:r>
          </a:p>
          <a:p>
            <a:pPr>
              <a:defRPr sz="1200"/>
            </a:pPr>
            <a:r>
              <a:t>D:/pasar_fix/node_modules/.bun/puppeteer-core@24.43.1/node_modules/puppeteer-core/lib/cjs/puppeteer/node/PipeTransport.d.ts.map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D:/pasar_fix/node_modules/.bun/puppeteer-core@24.43.1/node_modules/puppeteer-core/lib/cjs/puppeteer/node/PipeTransport.js</a:t>
            </a:r>
          </a:p>
          <a:p>
            <a:pPr>
              <a:defRPr sz="1200"/>
            </a:pPr>
            <a:r>
              <a:t>D:/pasar_fix/node_modules/.bun/puppeteer-core@24.43.1/node_modules/puppeteer-core/lib/cjs/puppeteer/node/PipeTransport.js.map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D:/pasar_fix/node_modules/.bun/puppeteer-core@24.43.1/node_modules/puppeteer-core/lib/cjs/puppeteer/node/PuppeteerNode.d.ts</a:t>
            </a:r>
          </a:p>
          <a:p>
            <a:pPr>
              <a:defRPr sz="1200"/>
            </a:pPr>
            <a:r>
              <a:t>D:/pasar_fix/node_modules/.bun/puppeteer-core@24.43.1/node_modules/puppeteer-core/lib/cjs/puppeteer/node/PuppeteerNode.d.ts.map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D:/pasar_fix/node_modules/.bun/puppeteer-core@24.43.1/node_modules/puppeteer-core/lib/cjs/puppeteer/node/PuppeteerNode.js</a:t>
            </a:r>
          </a:p>
          <a:p>
            <a:pPr>
              <a:defRPr sz="1200"/>
            </a:pPr>
            <a:r>
              <a:t>D:/pasar_fix/node_modules/.bun/puppeteer-core@24.43.1/node_modules/puppeteer-core/lib/cjs/puppeteer/node/PuppeteerNode.js.map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D:/pasar_fix/node_modules/.bun/puppeteer-core@24.43.1/node_modules/puppeteer-core/lib/cjs/puppeteer/node/ScreenRecorder.d.ts</a:t>
            </a:r>
          </a:p>
          <a:p>
            <a:pPr>
              <a:defRPr sz="1200"/>
            </a:pPr>
            <a:r>
              <a:t>D:/pasar_fix/node_modules/.bun/puppeteer-core@24.43.1/node_modules/puppeteer-core/lib/cjs/puppeteer/node/ScreenRecorder.d.ts.map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D:/pasar_fix/node_modules/.bun/puppeteer-core@24.43.1/node_modules/puppeteer-core/lib/cjs/puppeteer/node/ScreenRecorder.js</a:t>
            </a:r>
          </a:p>
          <a:p>
            <a:pPr>
              <a:defRPr sz="1200"/>
            </a:pPr>
            <a:r>
              <a:t>D:/pasar_fix/node_modules/.bun/puppeteer-core@24.43.1/node_modules/puppeteer-core/lib/cjs/puppeteer/node/ScreenRecorder.js.map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D:/pasar_fix/node_modules/.bun/puppeteer-core@24.43.1/node_modules/puppeteer-core/lib/cjs/puppeteer/node/util/fs.d.ts</a:t>
            </a:r>
          </a:p>
          <a:p>
            <a:pPr>
              <a:defRPr sz="1200"/>
            </a:pPr>
            <a:r>
              <a:t>D:/pasar_fix/node_modules/.bun/puppeteer-core@24.43.1/node_modules/puppeteer-core/lib/cjs/puppeteer/node/util/fs.d.ts.map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D:/pasar_fix/node_modules/.bun/puppeteer-core@24.43.1/node_modules/puppeteer-core/lib/cjs/puppeteer/node/util/fs.js</a:t>
            </a:r>
          </a:p>
          <a:p>
            <a:pPr>
              <a:defRPr sz="1200"/>
            </a:pPr>
            <a:r>
              <a:t>D:/pasar_fix/node_modules/.bun/puppeteer-core@24.43.1/node_modules/puppeteer-core/lib/cjs/puppeteer/node/util/fs.js.map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D:/pasar_fix/node_modules/.bun/puppeteer-core@24.43.1/node_modules/puppeteer-core/lib/cjs/puppeteer/util/assert.d.ts</a:t>
            </a:r>
          </a:p>
          <a:p>
            <a:pPr>
              <a:defRPr sz="1200"/>
            </a:pPr>
            <a:r>
              <a:t>D:/pasar_fix/node_modules/.bun/puppeteer-core@24.43.1/node_modules/puppeteer-core/lib/cjs/puppeteer/util/assert.d.ts.map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D:/pasar_fix/node_modules/.bun/puppeteer-core@24.43.1/node_modules/puppeteer-core/lib/cjs/puppeteer/util/assert.js</a:t>
            </a:r>
          </a:p>
          <a:p>
            <a:pPr>
              <a:defRPr sz="1200"/>
            </a:pPr>
            <a:r>
              <a:t>D:/pasar_fix/node_modules/.bun/puppeteer-core@24.43.1/node_modules/puppeteer-core/lib/cjs/puppeteer/util/assert.js.map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D:/pasar_fix/node_modules/.bun/puppeteer-core@24.43.1/node_modules/puppeteer-core/lib/cjs/puppeteer/util/AsyncIterableUtil.d.ts</a:t>
            </a:r>
          </a:p>
          <a:p>
            <a:pPr>
              <a:defRPr sz="1200"/>
            </a:pPr>
            <a:r>
              <a:t>D:/pasar_fix/node_modules/.bun/puppeteer-core@24.43.1/node_modules/puppeteer-core/lib/cjs/puppeteer/util/AsyncIterableUtil.d.ts.map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D:/pasar_fix/node_modules/.bun/puppeteer-core@24.43.1/node_modules/puppeteer-core/lib/cjs/puppeteer/util/AsyncIterableUtil.js</a:t>
            </a:r>
          </a:p>
          <a:p>
            <a:pPr>
              <a:defRPr sz="1200"/>
            </a:pPr>
            <a:r>
              <a:t>D:/pasar_fix/node_modules/.bun/puppeteer-core@24.43.1/node_modules/puppeteer-core/lib/cjs/puppeteer/util/AsyncIterableUtil.js.map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D:/pasar_fix/node_modules/.bun/puppeteer-core@24.43.1/node_modules/puppeteer-core/lib/cjs/puppeteer/util/decorators.d.ts</a:t>
            </a:r>
          </a:p>
          <a:p>
            <a:pPr>
              <a:defRPr sz="1200"/>
            </a:pPr>
            <a:r>
              <a:t>D:/pasar_fix/node_modules/.bun/puppeteer-core@24.43.1/node_modules/puppeteer-core/lib/cjs/puppeteer/util/decorators.d.ts.map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D:/pasar_fix/node_modules/.bun/puppeteer-core@24.43.1/node_modules/puppeteer-core/lib/cjs/puppeteer/util/decorators.js</a:t>
            </a:r>
          </a:p>
          <a:p>
            <a:pPr>
              <a:defRPr sz="1200"/>
            </a:pPr>
            <a:r>
              <a:t>D:/pasar_fix/node_modules/.bun/puppeteer-core@24.43.1/node_modules/puppeteer-core/lib/cjs/puppeteer/util/decorators.js.map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D:/pasar_fix/node_modules/.bun/puppeteer-core@24.43.1/node_modules/puppeteer-core/lib/cjs/puppeteer/util/Deferred.d.ts</a:t>
            </a:r>
          </a:p>
          <a:p>
            <a:pPr>
              <a:defRPr sz="1200"/>
            </a:pPr>
            <a:r>
              <a:t>D:/pasar_fix/node_modules/.bun/puppeteer-core@24.43.1/node_modules/puppeteer-core/lib/cjs/puppeteer/util/Deferred.d.ts.map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D:/pasar_fix/node_modules/.bun/puppeteer-core@24.43.1/node_modules/puppeteer-core/lib/cjs/puppeteer/util/Deferred.js</a:t>
            </a:r>
          </a:p>
          <a:p>
            <a:pPr>
              <a:defRPr sz="1200"/>
            </a:pPr>
            <a:r>
              <a:t>D:/pasar_fix/node_modules/.bun/puppeteer-core@24.43.1/node_modules/puppeteer-core/lib/cjs/puppeteer/util/Deferred.js.map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D:/pasar_fix/node_modules/.bun/puppeteer-core@24.43.1/node_modules/puppeteer-core/lib/cjs/puppeteer/util/disposable.d.ts</a:t>
            </a:r>
          </a:p>
          <a:p>
            <a:pPr>
              <a:defRPr sz="1200"/>
            </a:pPr>
            <a:r>
              <a:t>D:/pasar_fix/node_modules/.bun/puppeteer-core@24.43.1/node_modules/puppeteer-core/lib/cjs/puppeteer/util/disposable.d.ts.map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D:/pasar_fix/node_modules/.bun/puppeteer-core@24.43.1/node_modules/puppeteer-core/lib/cjs/puppeteer/util/disposable.js</a:t>
            </a:r>
          </a:p>
          <a:p>
            <a:pPr>
              <a:defRPr sz="1200"/>
            </a:pPr>
            <a:r>
              <a:t>D:/pasar_fix/node_modules/.bun/puppeteer-core@24.43.1/node_modules/puppeteer-core/lib/cjs/puppeteer/util/disposable.js.map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D:/pasar_fix/node_modules/.bun/puppeteer-core@24.43.1/node_modules/puppeteer-core/lib/cjs/puppeteer/util/encoding.d.ts</a:t>
            </a:r>
          </a:p>
          <a:p>
            <a:pPr>
              <a:defRPr sz="1200"/>
            </a:pPr>
            <a:r>
              <a:t>D:/pasar_fix/node_modules/.bun/puppeteer-core@24.43.1/node_modules/puppeteer-core/lib/cjs/puppeteer/util/encoding.d.ts.map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D:/pasar_fix/node_modules/.bun/puppeteer-core@24.43.1/node_modules/puppeteer-core/lib/cjs/puppeteer/util/encoding.js</a:t>
            </a:r>
          </a:p>
          <a:p>
            <a:pPr>
              <a:defRPr sz="1200"/>
            </a:pPr>
            <a:r>
              <a:t>D:/pasar_fix/node_modules/.bun/puppeteer-core@24.43.1/node_modules/puppeteer-core/lib/cjs/puppeteer/util/encoding.js.map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D:/pasar_fix/node_modules/.bun/puppeteer-core@24.43.1/node_modules/puppeteer-core/lib/cjs/puppeteer/util/ErrorLike.d.ts</a:t>
            </a:r>
          </a:p>
          <a:p>
            <a:pPr>
              <a:defRPr sz="1200"/>
            </a:pPr>
            <a:r>
              <a:t>D:/pasar_fix/node_modules/.bun/puppeteer-core@24.43.1/node_modules/puppeteer-core/lib/cjs/puppeteer/util/ErrorLike.d.ts.map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D:/pasar_fix/node_modules/.bun/puppeteer-core@24.43.1/node_modules/puppeteer-core/lib/cjs/puppeteer/util/ErrorLike.js</a:t>
            </a:r>
          </a:p>
          <a:p>
            <a:pPr>
              <a:defRPr sz="1200"/>
            </a:pPr>
            <a:r>
              <a:t>D:/pasar_fix/node_modules/.bun/puppeteer-core@24.43.1/node_modules/puppeteer-core/lib/cjs/puppeteer/util/ErrorLike.js.map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D:/pasar_fix/node_modules/.bun/puppeteer-core@24.43.1/node_modules/puppeteer-core/lib/cjs/puppeteer/util/Function.d.ts</a:t>
            </a:r>
          </a:p>
          <a:p>
            <a:pPr>
              <a:defRPr sz="1200"/>
            </a:pPr>
            <a:r>
              <a:t>D:/pasar_fix/node_modules/.bun/puppeteer-core@24.43.1/node_modules/puppeteer-core/lib/cjs/puppeteer/util/Function.d.ts.map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D:/pasar_fix/node_modules/.bun/puppeteer-core@24.43.1/node_modules/puppeteer-core/lib/cjs/puppeteer/util/Function.js</a:t>
            </a:r>
          </a:p>
          <a:p>
            <a:pPr>
              <a:defRPr sz="1200"/>
            </a:pPr>
            <a:r>
              <a:t>D:/pasar_fix/node_modules/.bun/puppeteer-core@24.43.1/node_modules/puppeteer-core/lib/cjs/puppeteer/util/Function.js.map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D:/pasar_fix/node_modules/.bun/puppeteer-core@24.43.1/node_modules/puppeteer-core/lib/cjs/puppeteer/util/incremental-id-generator.d.ts</a:t>
            </a:r>
          </a:p>
          <a:p>
            <a:pPr>
              <a:defRPr sz="1200"/>
            </a:pPr>
            <a:r>
              <a:t>D:/pasar_fix/node_modules/.bun/puppeteer-core@24.43.1/node_modules/puppeteer-core/lib/cjs/puppeteer/util/incremental-id-generator.d.ts.map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D:/pasar_fix/node_modules/.bun/puppeteer-core@24.43.1/node_modules/puppeteer-core/lib/cjs/puppeteer/util/incremental-id-generator.js</a:t>
            </a:r>
          </a:p>
          <a:p>
            <a:pPr>
              <a:defRPr sz="1200"/>
            </a:pPr>
            <a:r>
              <a:t>D:/pasar_fix/node_modules/.bun/puppeteer-core@24.43.1/node_modules/puppeteer-core/lib/cjs/puppeteer/util/incremental-id-generator.js.map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D:/pasar_fix/node_modules/.bun/puppeteer-core@24.43.1/node_modules/puppeteer-core/lib/cjs/puppeteer/util/Mutex.d.ts</a:t>
            </a:r>
          </a:p>
          <a:p>
            <a:pPr>
              <a:defRPr sz="1200"/>
            </a:pPr>
            <a:r>
              <a:t>D:/pasar_fix/node_modules/.bun/puppeteer-core@24.43.1/node_modules/puppeteer-core/lib/cjs/puppeteer/util/Mutex.d.ts.map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D:/pasar_fix/node_modules/.bun/puppeteer-core@24.43.1/node_modules/puppeteer-core/lib/cjs/puppeteer/util/Mutex.js</a:t>
            </a:r>
          </a:p>
          <a:p>
            <a:pPr>
              <a:defRPr sz="1200"/>
            </a:pPr>
            <a:r>
              <a:t>D:/pasar_fix/node_modules/.bun/puppeteer-core@24.43.1/node_modules/puppeteer-core/lib/cjs/puppeteer/util/Mutex.js.map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D:/pasar_fix/node_modules/.bun/puppeteer-core@24.43.1/node_modules/puppeteer-core/lib/cjs/puppeteer/util/util.d.ts</a:t>
            </a:r>
          </a:p>
          <a:p>
            <a:pPr>
              <a:defRPr sz="1200"/>
            </a:pPr>
            <a:r>
              <a:t>D:/pasar_fix/node_modules/.bun/puppeteer-core@24.43.1/node_modules/puppeteer-core/lib/cjs/puppeteer/util/util.d.ts.map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D:/pasar_fix/node_modules/.bun/puppeteer-core@24.43.1/node_modules/puppeteer-core/lib/cjs/puppeteer/util/util.js</a:t>
            </a:r>
          </a:p>
          <a:p>
            <a:pPr>
              <a:defRPr sz="1200"/>
            </a:pPr>
            <a:r>
              <a:t>D:/pasar_fix/node_modules/.bun/puppeteer-core@24.43.1/node_modules/puppeteer-core/lib/cjs/puppeteer/util/util.js.map</a:t>
            </a:r>
          </a:p>
          <a:p>
            <a:pPr>
              <a:defRPr sz="1200"/>
            </a:pPr>
            <a:r>
              <a:t>D:/pasar_fix/node_modules/.bun/puppeteer-core@24.43.1/node_modules/puppeteer-core/lib/cjs/puppeteer/util/version.d.ts</a:t>
            </a:r>
          </a:p>
          <a:p>
            <a:pPr>
              <a:defRPr sz="1200"/>
            </a:pPr>
            <a:r>
              <a:t>D:/pasar_fix/node_modules/.bun/puppeteer-core@24.43.1/node_modules/puppeteer-core/lib/cjs/puppeteer/util/version.d.ts.map</a:t>
            </a:r>
          </a:p>
          <a:p>
            <a:pPr>
              <a:defRPr sz="1200"/>
            </a:pPr>
            <a:r>
              <a:t>D:/pasar_fix/node_modules/.bun/puppeteer-core@24.43.1/node_modules/puppeteer-core/lib/cjs/puppeteer/util/version.js</a:t>
            </a:r>
          </a:p>
          <a:p>
            <a:pPr>
              <a:defRPr sz="1200"/>
            </a:pPr>
            <a:r>
              <a:t>D:/pasar_fix/node_modules/.bun/puppeteer-core@24.43.1/node_modules/puppeteer-core/lib/cjs/puppeteer/util/version.js.map</a:t>
            </a:r>
          </a:p>
          <a:p>
            <a:pPr>
              <a:defRPr sz="1200"/>
            </a:pPr>
            <a:r>
              <a:t>D:/pasar_fix/node_modules/.bun/puppeteer-core@24.43.1/node_modules/puppeteer-core/lib/cjs/third_party/mitt/mitt.d.ts</a:t>
            </a:r>
          </a:p>
          <a:p>
            <a:pPr>
              <a:defRPr sz="1200"/>
            </a:pPr>
            <a:r>
              <a:t>D:/pasar_fix/node_modules/.bun/puppeteer-core@24.43.1/node_modules/puppeteer-core/lib/cjs/third_party/mitt/mitt.js</a:t>
            </a:r>
          </a:p>
          <a:p>
            <a:pPr>
              <a:defRPr sz="1200"/>
            </a:pPr>
            <a:r>
              <a:t>D:/pasar_fix/node_modules/.bun/puppeteer-core@24.43.1/node_modules/puppeteer-core/lib/cjs/third_party/parsel-js/parsel-js.d.ts</a:t>
            </a:r>
          </a:p>
          <a:p>
            <a:pPr>
              <a:defRPr sz="1200"/>
            </a:pPr>
            <a:r>
              <a:t>D:/pasar_fix/node_modules/.bun/puppeteer-core@24.43.1/node_modules/puppeteer-core/lib/cjs/third_party/parsel-js/parsel-js.js</a:t>
            </a:r>
          </a:p>
          <a:p>
            <a:pPr>
              <a:defRPr sz="1200"/>
            </a:pPr>
            <a:r>
              <a:t>D:/pasar_fix/node_modules/.bun/puppeteer-core@24.43.1/node_modules/puppeteer-core/lib/cjs/third_party/rxjs/rxjs.d.ts</a:t>
            </a:r>
          </a:p>
          <a:p>
            <a:pPr>
              <a:defRPr sz="1200"/>
            </a:pPr>
            <a:r>
              <a:t>D:/pasar_fix/node_modules/.bun/puppeteer-core@24.43.1/node_modules/puppeteer-core/lib/cjs/third_party/rxjs/rxjs.js</a:t>
            </a:r>
          </a:p>
          <a:p>
            <a:pPr>
              <a:defRPr sz="1200"/>
            </a:pPr>
            <a:r>
              <a:t>D:/pasar_fix/node_modules/.bun/puppeteer-core@24.43.1/node_modules/puppeteer-core/lib/cjs/third_party/urlpattern-polyfill/urlpattern-polyfill.d.ts</a:t>
            </a:r>
          </a:p>
          <a:p>
            <a:pPr>
              <a:defRPr sz="1200"/>
            </a:pPr>
            <a:r>
              <a:t>D:/pasar_fix/node_modules/.bun/puppeteer-core@24.43.1/node_modules/puppeteer-core/lib/cjs/third_party/urlpattern-polyfill/urlpattern-polyfill.js</a:t>
            </a:r>
          </a:p>
          <a:p>
            <a:pPr>
              <a:defRPr sz="1200"/>
            </a:pPr>
            <a:r>
              <a:t>D:/pasar_fix/node_modules/.bun/puppeteer-core@24.43.1/node_modules/puppeteer-core/lib/es5-iife/puppeteer-core-browser.d.ts</a:t>
            </a:r>
          </a:p>
          <a:p>
            <a:pPr>
              <a:defRPr sz="1200"/>
            </a:pPr>
            <a:r>
              <a:t>D:/pasar_fix/node_modules/.bun/puppeteer-core@24.43.1/node_modules/puppeteer-core/lib/es5-iife/puppeteer-core-browser.js</a:t>
            </a:r>
          </a:p>
          <a:p>
            <a:pPr>
              <a:defRPr sz="1200"/>
            </a:pPr>
            <a:r>
              <a:t>D:/pasar_fix/node_modules/.bun/puppeteer-core@24.43.1/node_modules/puppeteer-core/lib/esm/package.json</a:t>
            </a:r>
          </a:p>
          <a:p>
            <a:pPr>
              <a:defRPr sz="1200"/>
            </a:pPr>
            <a:r>
              <a:t>D:/pasar_fix/node_modules/.bun/puppeteer-core@24.43.1/node_modules/puppeteer-core/lib/esm/puppeteer/environment.d.ts</a:t>
            </a:r>
          </a:p>
          <a:p>
            <a:pPr>
              <a:defRPr sz="1200"/>
            </a:pPr>
            <a:r>
              <a:t>D:/pasar_fix/node_modules/.bun/puppeteer-core@24.43.1/node_modules/puppeteer-core/lib/esm/puppeteer/environment.d.ts.map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D:/pasar_fix/node_modules/.bun/puppeteer-core@24.43.1/node_modules/puppeteer-core/lib/esm/puppeteer/environment.js</a:t>
            </a:r>
          </a:p>
          <a:p>
            <a:pPr>
              <a:defRPr sz="1200"/>
            </a:pPr>
            <a:r>
              <a:t>D:/pasar_fix/node_modules/.bun/puppeteer-core@24.43.1/node_modules/puppeteer-core/lib/esm/puppeteer/environment.js.map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D:/pasar_fix/node_modules/.bun/puppeteer-core@24.43.1/node_modules/puppeteer-core/lib/esm/puppeteer/index-browser.d.ts</a:t>
            </a:r>
          </a:p>
          <a:p>
            <a:pPr>
              <a:defRPr sz="1200"/>
            </a:pPr>
            <a:r>
              <a:t>D:/pasar_fix/node_modules/.bun/puppeteer-core@24.43.1/node_modules/puppeteer-core/lib/esm/puppeteer/index-browser.d.ts.map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D:/pasar_fix/node_modules/.bun/puppeteer-core@24.43.1/node_modules/puppeteer-core/lib/esm/puppeteer/index-browser.js</a:t>
            </a:r>
          </a:p>
          <a:p>
            <a:pPr>
              <a:defRPr sz="1200"/>
            </a:pPr>
            <a:r>
              <a:t>D:/pasar_fix/node_modules/.bun/puppeteer-core@24.43.1/node_modules/puppeteer-core/lib/esm/puppeteer/index-browser.js.map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D:/pasar_fix/node_modules/.bun/puppeteer-core@24.43.1/node_modules/puppeteer-core/lib/esm/puppeteer/index.d.ts</a:t>
            </a:r>
          </a:p>
          <a:p>
            <a:pPr>
              <a:defRPr sz="1200"/>
            </a:pPr>
            <a:r>
              <a:t>D:/pasar_fix/node_modules/.bun/puppeteer-core@24.43.1/node_modules/puppeteer-core/lib/esm/puppeteer/index.d.ts.map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D:/pasar_fix/node_modules/.bun/puppeteer-core@24.43.1/node_modules/puppeteer-core/lib/esm/puppeteer/index.js</a:t>
            </a:r>
          </a:p>
          <a:p>
            <a:pPr>
              <a:defRPr sz="1200"/>
            </a:pPr>
            <a:r>
              <a:t>D:/pasar_fix/node_modules/.bun/puppeteer-core@24.43.1/node_modules/puppeteer-core/lib/esm/puppeteer/index.js.map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D:/pasar_fix/node_modules/.bun/puppeteer-core@24.43.1/node_modules/puppeteer-core/lib/esm/puppeteer/puppeteer-core-browser.d.ts</a:t>
            </a:r>
          </a:p>
          <a:p>
            <a:pPr>
              <a:defRPr sz="1200"/>
            </a:pPr>
            <a:r>
              <a:t>D:/pasar_fix/node_modules/.bun/puppeteer-core@24.43.1/node_modules/puppeteer-core/lib/esm/puppeteer/puppeteer-core-browser.d.ts.map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D:/pasar_fix/node_modules/.bun/puppeteer-core@24.43.1/node_modules/puppeteer-core/lib/esm/puppeteer/puppeteer-core-browser.js</a:t>
            </a:r>
          </a:p>
          <a:p>
            <a:pPr>
              <a:defRPr sz="1200"/>
            </a:pPr>
            <a:r>
              <a:t>D:/pasar_fix/node_modules/.bun/puppeteer-core@24.43.1/node_modules/puppeteer-core/lib/esm/puppeteer/puppeteer-core-browser.js.map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D:/pasar_fix/node_modules/.bun/puppeteer-core@24.43.1/node_modules/puppeteer-core/lib/esm/puppeteer/puppeteer-core.d.ts</a:t>
            </a:r>
          </a:p>
          <a:p>
            <a:pPr>
              <a:defRPr sz="1200"/>
            </a:pPr>
            <a:r>
              <a:t>D:/pasar_fix/node_modules/.bun/puppeteer-core@24.43.1/node_modules/puppeteer-core/lib/esm/puppeteer/puppeteer-core.d.ts.map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D:/pasar_fix/node_modules/.bun/puppeteer-core@24.43.1/node_modules/puppeteer-core/lib/esm/puppeteer/puppeteer-core.js</a:t>
            </a:r>
          </a:p>
          <a:p>
            <a:pPr>
              <a:defRPr sz="1200"/>
            </a:pPr>
            <a:r>
              <a:t>D:/pasar_fix/node_modules/.bun/puppeteer-core@24.43.1/node_modules/puppeteer-core/lib/esm/puppeteer/puppeteer-core.js.map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D:/pasar_fix/node_modules/.bun/puppeteer-core@24.43.1/node_modules/puppeteer-core/lib/esm/puppeteer/revisions.d.ts</a:t>
            </a:r>
          </a:p>
          <a:p>
            <a:pPr>
              <a:defRPr sz="1200"/>
            </a:pPr>
            <a:r>
              <a:t>D:/pasar_fix/node_modules/.bun/puppeteer-core@24.43.1/node_modules/puppeteer-core/lib/esm/puppeteer/revisions.d.ts.map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D:/pasar_fix/node_modules/.bun/puppeteer-core@24.43.1/node_modules/puppeteer-core/lib/esm/puppeteer/revisions.js</a:t>
            </a:r>
          </a:p>
          <a:p>
            <a:pPr>
              <a:defRPr sz="1200"/>
            </a:pPr>
            <a:r>
              <a:t>D:/pasar_fix/node_modules/.bun/puppeteer-core@24.43.1/node_modules/puppeteer-core/lib/esm/puppeteer/revisions.js.map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D:/pasar_fix/node_modules/.bun/puppeteer-core@24.43.1/node_modules/puppeteer-core/lib/esm/puppeteer/api/api.d.ts</a:t>
            </a:r>
          </a:p>
          <a:p>
            <a:pPr>
              <a:defRPr sz="1200"/>
            </a:pPr>
            <a:r>
              <a:t>D:/pasar_fix/node_modules/.bun/puppeteer-core@24.43.1/node_modules/puppeteer-core/lib/esm/puppeteer/api/api.d.ts.map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D:/pasar_fix/node_modules/.bun/puppeteer-core@24.43.1/node_modules/puppeteer-core/lib/esm/puppeteer/api/api.js</a:t>
            </a:r>
          </a:p>
          <a:p>
            <a:pPr>
              <a:defRPr sz="1200"/>
            </a:pPr>
            <a:r>
              <a:t>D:/pasar_fix/node_modules/.bun/puppeteer-core@24.43.1/node_modules/puppeteer-core/lib/esm/puppeteer/api/api.js.map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D:/pasar_fix/node_modules/.bun/puppeteer-core@24.43.1/node_modules/puppeteer-core/lib/esm/puppeteer/api/BluetoothEmulation.d.ts</a:t>
            </a:r>
          </a:p>
          <a:p>
            <a:pPr>
              <a:defRPr sz="1200"/>
            </a:pPr>
            <a:r>
              <a:t>D:/pasar_fix/node_modules/.bun/puppeteer-core@24.43.1/node_modules/puppeteer-core/lib/esm/puppeteer/api/BluetoothEmulation.d.ts.map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D:/pasar_fix/node_modules/.bun/puppeteer-core@24.43.1/node_modules/puppeteer-core/lib/esm/puppeteer/api/BluetoothEmulation.js</a:t>
            </a:r>
          </a:p>
          <a:p>
            <a:pPr>
              <a:defRPr sz="1200"/>
            </a:pPr>
            <a:r>
              <a:t>D:/pasar_fix/node_modules/.bun/puppeteer-core@24.43.1/node_modules/puppeteer-core/lib/esm/puppeteer/api/BluetoothEmulation.js.map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D:/pasar_fix/node_modules/.bun/puppeteer-core@24.43.1/node_modules/puppeteer-core/lib/esm/puppeteer/api/Browser.d.ts</a:t>
            </a:r>
          </a:p>
          <a:p>
            <a:pPr>
              <a:defRPr sz="1200"/>
            </a:pPr>
            <a:r>
              <a:t>D:/pasar_fix/node_modules/.bun/puppeteer-core@24.43.1/node_modules/puppeteer-core/lib/esm/puppeteer/api/Browser.d.ts.map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D:/pasar_fix/node_modules/.bun/puppeteer-core@24.43.1/node_modules/puppeteer-core/lib/esm/puppeteer/api/Browser.js</a:t>
            </a:r>
          </a:p>
          <a:p>
            <a:pPr>
              <a:defRPr sz="1200"/>
            </a:pPr>
            <a:r>
              <a:t>D:/pasar_fix/node_modules/.bun/puppeteer-core@24.43.1/node_modules/puppeteer-core/lib/esm/puppeteer/api/Browser.js.map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D:/pasar_fix/node_modules/.bun/puppeteer-core@24.43.1/node_modules/puppeteer-core/lib/esm/puppeteer/api/BrowserContext.d.ts</a:t>
            </a:r>
          </a:p>
          <a:p>
            <a:pPr>
              <a:defRPr sz="1200"/>
            </a:pPr>
            <a:r>
              <a:t>D:/pasar_fix/node_modules/.bun/puppeteer-core@24.43.1/node_modules/puppeteer-core/lib/esm/puppeteer/api/BrowserContext.d.ts.map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D:/pasar_fix/node_modules/.bun/puppeteer-core@24.43.1/node_modules/puppeteer-core/lib/esm/puppeteer/api/BrowserContext.js</a:t>
            </a:r>
          </a:p>
          <a:p>
            <a:pPr>
              <a:defRPr sz="1200"/>
            </a:pPr>
            <a:r>
              <a:t>D:/pasar_fix/node_modules/.bun/puppeteer-core@24.43.1/node_modules/puppeteer-core/lib/esm/puppeteer/api/BrowserContext.js.map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D:/pasar_fix/node_modules/.bun/puppeteer-core@24.43.1/node_modules/puppeteer-core/lib/esm/puppeteer/api/CDPSession.d.ts</a:t>
            </a:r>
          </a:p>
          <a:p>
            <a:pPr>
              <a:defRPr sz="1200"/>
            </a:pPr>
            <a:r>
              <a:t>D:/pasar_fix/node_modules/.bun/puppeteer-core@24.43.1/node_modules/puppeteer-core/lib/esm/puppeteer/api/CDPSession.d.ts.map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D:/pasar_fix/node_modules/.bun/puppeteer-core@24.43.1/node_modules/puppeteer-core/lib/esm/puppeteer/api/CDPSession.js</a:t>
            </a:r>
          </a:p>
          <a:p>
            <a:pPr>
              <a:defRPr sz="1200"/>
            </a:pPr>
            <a:r>
              <a:t>D:/pasar_fix/node_modules/.bun/puppeteer-core@24.43.1/node_modules/puppeteer-core/lib/esm/puppeteer/api/CDPSession.js.map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D:/pasar_fix/node_modules/.bun/puppeteer-core@24.43.1/node_modules/puppeteer-core/lib/esm/puppeteer/api/DeviceRequestPrompt.d.ts</a:t>
            </a:r>
          </a:p>
          <a:p>
            <a:pPr>
              <a:defRPr sz="1200"/>
            </a:pPr>
            <a:r>
              <a:t>D:/pasar_fix/node_modules/.bun/puppeteer-core@24.43.1/node_modules/puppeteer-core/lib/esm/puppeteer/api/DeviceRequestPrompt.d.ts.map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D:/pasar_fix/node_modules/.bun/puppeteer-core@24.43.1/node_modules/puppeteer-core/lib/esm/puppeteer/api/DeviceRequestPrompt.js</a:t>
            </a:r>
          </a:p>
          <a:p>
            <a:pPr>
              <a:defRPr sz="1200"/>
            </a:pPr>
            <a:r>
              <a:t>D:/pasar_fix/node_modules/.bun/puppeteer-core@24.43.1/node_modules/puppeteer-core/lib/esm/puppeteer/api/DeviceRequestPrompt.js.map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D:/pasar_fix/node_modules/.bun/puppeteer-core@24.43.1/node_modules/puppeteer-core/lib/esm/puppeteer/api/Dialog.d.ts</a:t>
            </a:r>
          </a:p>
          <a:p>
            <a:pPr>
              <a:defRPr sz="1200"/>
            </a:pPr>
            <a:r>
              <a:t>D:/pasar_fix/node_modules/.bun/puppeteer-core@24.43.1/node_modules/puppeteer-core/lib/esm/puppeteer/api/Dialog.d.ts.map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D:/pasar_fix/node_modules/.bun/puppeteer-core@24.43.1/node_modules/puppeteer-core/lib/esm/puppeteer/api/Dialog.js</a:t>
            </a:r>
          </a:p>
          <a:p>
            <a:pPr>
              <a:defRPr sz="1200"/>
            </a:pPr>
            <a:r>
              <a:t>D:/pasar_fix/node_modules/.bun/puppeteer-core@24.43.1/node_modules/puppeteer-core/lib/esm/puppeteer/api/Dialog.js.map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D:/pasar_fix/node_modules/.bun/puppeteer-core@24.43.1/node_modules/puppeteer-core/lib/esm/puppeteer/api/ElementHandle.d.ts</a:t>
            </a:r>
          </a:p>
          <a:p>
            <a:pPr>
              <a:defRPr sz="1200"/>
            </a:pPr>
            <a:r>
              <a:t>D:/pasar_fix/node_modules/.bun/puppeteer-core@24.43.1/node_modules/puppeteer-core/lib/esm/puppeteer/api/ElementHandle.d.ts.map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D:/pasar_fix/node_modules/.bun/puppeteer-core@24.43.1/node_modules/puppeteer-core/lib/esm/puppeteer/api/ElementHandle.js</a:t>
            </a:r>
          </a:p>
          <a:p>
            <a:pPr>
              <a:defRPr sz="1200"/>
            </a:pPr>
            <a:r>
              <a:t>D:/pasar_fix/node_modules/.bun/puppeteer-core@24.43.1/node_modules/puppeteer-core/lib/esm/puppeteer/api/ElementHandle.js.map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D:/pasar_fix/node_modules/.bun/puppeteer-core@24.43.1/node_modules/puppeteer-core/lib/esm/puppeteer/api/ElementHandleSymbol.d.ts</a:t>
            </a:r>
          </a:p>
          <a:p>
            <a:pPr>
              <a:defRPr sz="1200"/>
            </a:pPr>
            <a:r>
              <a:t>D:/pasar_fix/node_modules/.bun/puppeteer-core@24.43.1/node_modules/puppeteer-core/lib/esm/puppeteer/api/ElementHandleSymbol.d.ts.map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D:/pasar_fix/node_modules/.bun/puppeteer-core@24.43.1/node_modules/puppeteer-core/lib/esm/puppeteer/api/ElementHandleSymbol.js</a:t>
            </a:r>
          </a:p>
          <a:p>
            <a:pPr>
              <a:defRPr sz="1200"/>
            </a:pPr>
            <a:r>
              <a:t>D:/pasar_fix/node_modules/.bun/puppeteer-core@24.43.1/node_modules/puppeteer-core/lib/esm/puppeteer/api/ElementHandleSymbol.js.map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D:/pasar_fix/node_modules/.bun/puppeteer-core@24.43.1/node_modules/puppeteer-core/lib/esm/puppeteer/api/Environment.d.ts</a:t>
            </a:r>
          </a:p>
          <a:p>
            <a:pPr>
              <a:defRPr sz="1200"/>
            </a:pPr>
            <a:r>
              <a:t>D:/pasar_fix/node_modules/.bun/puppeteer-core@24.43.1/node_modules/puppeteer-core/lib/esm/puppeteer/api/Environment.d.ts.map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D:/pasar_fix/node_modules/.bun/puppeteer-core@24.43.1/node_modules/puppeteer-core/lib/esm/puppeteer/api/Environment.js</a:t>
            </a:r>
          </a:p>
          <a:p>
            <a:pPr>
              <a:defRPr sz="1200"/>
            </a:pPr>
            <a:r>
              <a:t>D:/pasar_fix/node_modules/.bun/puppeteer-core@24.43.1/node_modules/puppeteer-core/lib/esm/puppeteer/api/Environment.js.map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D:/pasar_fix/node_modules/.bun/puppeteer-core@24.43.1/node_modules/puppeteer-core/lib/esm/puppeteer/api/Extension.d.ts</a:t>
            </a:r>
          </a:p>
          <a:p>
            <a:pPr>
              <a:defRPr sz="1200"/>
            </a:pPr>
            <a:r>
              <a:t>D:/pasar_fix/node_modules/.bun/puppeteer-core@24.43.1/node_modules/puppeteer-core/lib/esm/puppeteer/api/Extension.d.ts.map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D:/pasar_fix/node_modules/.bun/puppeteer-core@24.43.1/node_modules/puppeteer-core/lib/esm/puppeteer/api/Extension.js</a:t>
            </a:r>
          </a:p>
          <a:p>
            <a:pPr>
              <a:defRPr sz="1200"/>
            </a:pPr>
            <a:r>
              <a:t>D:/pasar_fix/node_modules/.bun/puppeteer-core@24.43.1/node_modules/puppeteer-core/lib/esm/puppeteer/api/Extension.js.map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D:/pasar_fix/node_modules/.bun/puppeteer-core@24.43.1/node_modules/puppeteer-core/lib/esm/puppeteer/api/Frame.d.ts</a:t>
            </a:r>
          </a:p>
          <a:p>
            <a:pPr>
              <a:defRPr sz="1200"/>
            </a:pPr>
            <a:r>
              <a:t>D:/pasar_fix/node_modules/.bun/puppeteer-core@24.43.1/node_modules/puppeteer-core/lib/esm/puppeteer/api/Frame.d.ts.map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D:/pasar_fix/node_modules/.bun/puppeteer-core@24.43.1/node_modules/puppeteer-core/lib/esm/puppeteer/api/Frame.js</a:t>
            </a:r>
          </a:p>
          <a:p>
            <a:pPr>
              <a:defRPr sz="1200"/>
            </a:pPr>
            <a:r>
              <a:t>D:/pasar_fix/node_modules/.bun/puppeteer-core@24.43.1/node_modules/puppeteer-core/lib/esm/puppeteer/api/Frame.js.map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D:/pasar_fix/node_modules/.bun/puppeteer-core@24.43.1/node_modules/puppeteer-core/lib/esm/puppeteer/api/HTTPRequest.d.ts</a:t>
            </a:r>
          </a:p>
          <a:p>
            <a:pPr>
              <a:defRPr sz="1200"/>
            </a:pPr>
            <a:r>
              <a:t>D:/pasar_fix/node_modules/.bun/puppeteer-core@24.43.1/node_modules/puppeteer-core/lib/esm/puppeteer/api/HTTPRequest.d.ts.map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D:/pasar_fix/node_modules/.bun/puppeteer-core@24.43.1/node_modules/puppeteer-core/lib/esm/puppeteer/api/HTTPRequest.js</a:t>
            </a:r>
          </a:p>
          <a:p>
            <a:pPr>
              <a:defRPr sz="1200"/>
            </a:pPr>
            <a:r>
              <a:t>D:/pasar_fix/node_modules/.bun/puppeteer-core@24.43.1/node_modules/puppeteer-core/lib/esm/puppeteer/api/HTTPRequest.js.map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D:/pasar_fix/node_modules/.bun/puppeteer-core@24.43.1/node_modules/puppeteer-core/lib/esm/puppeteer/api/HTTPResponse.d.ts</a:t>
            </a:r>
          </a:p>
          <a:p>
            <a:pPr>
              <a:defRPr sz="1200"/>
            </a:pPr>
            <a:r>
              <a:t>D:/pasar_fix/node_modules/.bun/puppeteer-core@24.43.1/node_modules/puppeteer-core/lib/esm/puppeteer/api/HTTPResponse.d.ts.map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D:/pasar_fix/node_modules/.bun/puppeteer-core@24.43.1/node_modules/puppeteer-core/lib/esm/puppeteer/api/HTTPResponse.js</a:t>
            </a:r>
          </a:p>
          <a:p>
            <a:pPr>
              <a:defRPr sz="1200"/>
            </a:pPr>
            <a:r>
              <a:t>D:/pasar_fix/node_modules/.bun/puppeteer-core@24.43.1/node_modules/puppeteer-core/lib/esm/puppeteer/api/HTTPResponse.js.map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D:/pasar_fix/node_modules/.bun/puppeteer-core@24.43.1/node_modules/puppeteer-core/lib/esm/puppeteer/api/Input.d.ts</a:t>
            </a:r>
          </a:p>
          <a:p>
            <a:pPr>
              <a:defRPr sz="1200"/>
            </a:pPr>
            <a:r>
              <a:t>D:/pasar_fix/node_modules/.bun/puppeteer-core@24.43.1/node_modules/puppeteer-core/lib/esm/puppeteer/api/Input.d.ts.map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D:/pasar_fix/node_modules/.bun/puppeteer-core@24.43.1/node_modules/puppeteer-core/lib/esm/puppeteer/api/Input.js</a:t>
            </a:r>
          </a:p>
          <a:p>
            <a:pPr>
              <a:defRPr sz="1200"/>
            </a:pPr>
            <a:r>
              <a:t>D:/pasar_fix/node_modules/.bun/puppeteer-core@24.43.1/node_modules/puppeteer-core/lib/esm/puppeteer/api/Input.js.map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D:/pasar_fix/node_modules/.bun/puppeteer-core@24.43.1/node_modules/puppeteer-core/lib/esm/puppeteer/api/Issue.d.ts</a:t>
            </a:r>
          </a:p>
          <a:p>
            <a:pPr>
              <a:defRPr sz="1200"/>
            </a:pPr>
            <a:r>
              <a:t>D:/pasar_fix/node_modules/.bun/puppeteer-core@24.43.1/node_modules/puppeteer-core/lib/esm/puppeteer/api/Issue.d.ts.map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D:/pasar_fix/node_modules/.bun/puppeteer-core@24.43.1/node_modules/puppeteer-core/lib/esm/puppeteer/api/Issue.js</a:t>
            </a:r>
          </a:p>
          <a:p>
            <a:pPr>
              <a:defRPr sz="1200"/>
            </a:pPr>
            <a:r>
              <a:t>D:/pasar_fix/node_modules/.bun/puppeteer-core@24.43.1/node_modules/puppeteer-core/lib/esm/puppeteer/api/Issue.js.map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D:/pasar_fix/node_modules/.bun/puppeteer-core@24.43.1/node_modules/puppeteer-core/lib/esm/puppeteer/api/JSHandle.d.ts</a:t>
            </a:r>
          </a:p>
          <a:p>
            <a:pPr>
              <a:defRPr sz="1200"/>
            </a:pPr>
            <a:r>
              <a:t>D:/pasar_fix/node_modules/.bun/puppeteer-core@24.43.1/node_modules/puppeteer-core/lib/esm/puppeteer/api/JSHandle.d.ts.map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D:/pasar_fix/node_modules/.bun/puppeteer-core@24.43.1/node_modules/puppeteer-core/lib/esm/puppeteer/api/JSHandle.js</a:t>
            </a:r>
          </a:p>
          <a:p>
            <a:pPr>
              <a:defRPr sz="1200"/>
            </a:pPr>
            <a:r>
              <a:t>D:/pasar_fix/node_modules/.bun/puppeteer-core@24.43.1/node_modules/puppeteer-core/lib/esm/puppeteer/api/JSHandle.js.map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D:/pasar_fix/node_modules/.bun/puppeteer-core@24.43.1/node_modules/puppeteer-core/lib/esm/puppeteer/api/Page.d.ts</a:t>
            </a:r>
          </a:p>
          <a:p>
            <a:pPr>
              <a:defRPr sz="1200"/>
            </a:pPr>
            <a:r>
              <a:t>D:/pasar_fix/node_modules/.bun/puppeteer-core@24.43.1/node_modules/puppeteer-core/lib/esm/puppeteer/api/Page.d.ts.map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D:/pasar_fix/node_modules/.bun/puppeteer-core@24.43.1/node_modules/puppeteer-core/lib/esm/puppeteer/api/Page.js</a:t>
            </a:r>
          </a:p>
          <a:p>
            <a:pPr>
              <a:defRPr sz="1200"/>
            </a:pPr>
            <a:r>
              <a:t>D:/pasar_fix/node_modules/.bun/puppeteer-core@24.43.1/node_modules/puppeteer-core/lib/esm/puppeteer/api/Page.js.map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D:/pasar_fix/node_modules/.bun/puppeteer-core@24.43.1/node_modules/puppeteer-core/lib/esm/puppeteer/api/Realm.d.ts</a:t>
            </a:r>
          </a:p>
          <a:p>
            <a:pPr>
              <a:defRPr sz="1200"/>
            </a:pPr>
            <a:r>
              <a:t>D:/pasar_fix/node_modules/.bun/puppeteer-core@24.43.1/node_modules/puppeteer-core/lib/esm/puppeteer/api/Realm.d.ts.map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D:/pasar_fix/node_modules/.bun/puppeteer-core@24.43.1/node_modules/puppeteer-core/lib/esm/puppeteer/api/Realm.js</a:t>
            </a:r>
          </a:p>
          <a:p>
            <a:pPr>
              <a:defRPr sz="1200"/>
            </a:pPr>
            <a:r>
              <a:t>D:/pasar_fix/node_modules/.bun/puppeteer-core@24.43.1/node_modules/puppeteer-core/lib/esm/puppeteer/api/Realm.js.map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D:/pasar_fix/node_modules/.bun/puppeteer-core@24.43.1/node_modules/puppeteer-core/lib/esm/puppeteer/api/Target.d.ts</a:t>
            </a:r>
          </a:p>
          <a:p>
            <a:pPr>
              <a:defRPr sz="1200"/>
            </a:pPr>
            <a:r>
              <a:t>D:/pasar_fix/node_modules/.bun/puppeteer-core@24.43.1/node_modules/puppeteer-core/lib/esm/puppeteer/api/Target.d.ts.map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D:/pasar_fix/node_modules/.bun/puppeteer-core@24.43.1/node_modules/puppeteer-core/lib/esm/puppeteer/api/Target.js</a:t>
            </a:r>
          </a:p>
          <a:p>
            <a:pPr>
              <a:defRPr sz="1200"/>
            </a:pPr>
            <a:r>
              <a:t>D:/pasar_fix/node_modules/.bun/puppeteer-core@24.43.1/node_modules/puppeteer-core/lib/esm/puppeteer/api/Target.js.map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D:/pasar_fix/node_modules/.bun/puppeteer-core@24.43.1/node_modules/puppeteer-core/lib/esm/puppeteer/api/WebWorker.d.ts</a:t>
            </a:r>
          </a:p>
          <a:p>
            <a:pPr>
              <a:defRPr sz="1200"/>
            </a:pPr>
            <a:r>
              <a:t>D:/pasar_fix/node_modules/.bun/puppeteer-core@24.43.1/node_modules/puppeteer-core/lib/esm/puppeteer/api/WebWorker.d.ts.map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D:/pasar_fix/node_modules/.bun/puppeteer-core@24.43.1/node_modules/puppeteer-core/lib/esm/puppeteer/api/WebWorker.js</a:t>
            </a:r>
          </a:p>
          <a:p>
            <a:pPr>
              <a:defRPr sz="1200"/>
            </a:pPr>
            <a:r>
              <a:t>D:/pasar_fix/node_modules/.bun/puppeteer-core@24.43.1/node_modules/puppeteer-core/lib/esm/puppeteer/api/WebWorker.js.map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D:/pasar_fix/node_modules/.bun/puppeteer-core@24.43.1/node_modules/puppeteer-core/lib/esm/puppeteer/api/locators/locators.d.ts</a:t>
            </a:r>
          </a:p>
          <a:p>
            <a:pPr>
              <a:defRPr sz="1200"/>
            </a:pPr>
            <a:r>
              <a:t>D:/pasar_fix/node_modules/.bun/puppeteer-core@24.43.1/node_modules/puppeteer-core/lib/esm/puppeteer/api/locators/locators.d.ts.map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D:/pasar_fix/node_modules/.bun/puppeteer-core@24.43.1/node_modules/puppeteer-core/lib/esm/puppeteer/api/locators/locators.js</a:t>
            </a:r>
          </a:p>
          <a:p>
            <a:pPr>
              <a:defRPr sz="1200"/>
            </a:pPr>
            <a:r>
              <a:t>D:/pasar_fix/node_modules/.bun/puppeteer-core@24.43.1/node_modules/puppeteer-core/lib/esm/puppeteer/api/locators/locators.js.map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D:/pasar_fix/node_modules/.bun/puppeteer-core@24.43.1/node_modules/puppeteer-core/lib/esm/puppeteer/bidi/bidi.d.ts</a:t>
            </a:r>
          </a:p>
          <a:p>
            <a:pPr>
              <a:defRPr sz="1200"/>
            </a:pPr>
            <a:r>
              <a:t>D:/pasar_fix/node_modules/.bun/puppeteer-core@24.43.1/node_modules/puppeteer-core/lib/esm/puppeteer/bidi/bidi.d.ts.map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D:/pasar_fix/node_modules/.bun/puppeteer-core@24.43.1/node_modules/puppeteer-core/lib/esm/puppeteer/bidi/bidi.js</a:t>
            </a:r>
          </a:p>
          <a:p>
            <a:pPr>
              <a:defRPr sz="1200"/>
            </a:pPr>
            <a:r>
              <a:t>D:/pasar_fix/node_modules/.bun/puppeteer-core@24.43.1/node_modules/puppeteer-core/lib/esm/puppeteer/bidi/bidi.js.map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D:/pasar_fix/node_modules/.bun/puppeteer-core@24.43.1/node_modules/puppeteer-core/lib/esm/puppeteer/bidi/BidiOverCdp.d.ts</a:t>
            </a:r>
          </a:p>
          <a:p>
            <a:pPr>
              <a:defRPr sz="1200"/>
            </a:pPr>
            <a:r>
              <a:t>D:/pasar_fix/node_modules/.bun/puppeteer-core@24.43.1/node_modules/puppeteer-core/lib/esm/puppeteer/bidi/BidiOverCdp.d.ts.map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D:/pasar_fix/node_modules/.bun/puppeteer-core@24.43.1/node_modules/puppeteer-core/lib/esm/puppeteer/bidi/BidiOverCdp.js</a:t>
            </a:r>
          </a:p>
          <a:p>
            <a:pPr>
              <a:defRPr sz="1200"/>
            </a:pPr>
            <a:r>
              <a:t>D:/pasar_fix/node_modules/.bun/puppeteer-core@24.43.1/node_modules/puppeteer-core/lib/esm/puppeteer/bidi/BidiOverCdp.js.map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D:/pasar_fix/node_modules/.bun/puppeteer-core@24.43.1/node_modules/puppeteer-core/lib/esm/puppeteer/bidi/BluetoothEmulation.d.ts</a:t>
            </a:r>
          </a:p>
          <a:p>
            <a:pPr>
              <a:defRPr sz="1200"/>
            </a:pPr>
            <a:r>
              <a:t>D:/pasar_fix/node_modules/.bun/puppeteer-core@24.43.1/node_modules/puppeteer-core/lib/esm/puppeteer/bidi/BluetoothEmulation.d.ts.map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D:/pasar_fix/node_modules/.bun/puppeteer-core@24.43.1/node_modules/puppeteer-core/lib/esm/puppeteer/bidi/BluetoothEmulation.js</a:t>
            </a:r>
          </a:p>
          <a:p>
            <a:pPr>
              <a:defRPr sz="1200"/>
            </a:pPr>
            <a:r>
              <a:t>D:/pasar_fix/node_modules/.bun/puppeteer-core@24.43.1/node_modules/puppeteer-core/lib/esm/puppeteer/bidi/BluetoothEmulation.js.map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D:/pasar_fix/node_modules/.bun/puppeteer-core@24.43.1/node_modules/puppeteer-core/lib/esm/puppeteer/bidi/Browser.d.ts</a:t>
            </a:r>
          </a:p>
          <a:p>
            <a:pPr>
              <a:defRPr sz="1200"/>
            </a:pPr>
            <a:r>
              <a:t>D:/pasar_fix/node_modules/.bun/puppeteer-core@24.43.1/node_modules/puppeteer-core/lib/esm/puppeteer/bidi/Browser.d.ts.map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D:/pasar_fix/node_modules/.bun/puppeteer-core@24.43.1/node_modules/puppeteer-core/lib/esm/puppeteer/bidi/Browser.js</a:t>
            </a:r>
          </a:p>
          <a:p>
            <a:pPr>
              <a:defRPr sz="1200"/>
            </a:pPr>
            <a:r>
              <a:t>D:/pasar_fix/node_modules/.bun/puppeteer-core@24.43.1/node_modules/puppeteer-core/lib/esm/puppeteer/bidi/Browser.js.map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D:/pasar_fix/node_modules/.bun/puppeteer-core@24.43.1/node_modules/puppeteer-core/lib/esm/puppeteer/bidi/BrowserConnector.d.ts</a:t>
            </a:r>
          </a:p>
          <a:p>
            <a:pPr>
              <a:defRPr sz="1200"/>
            </a:pPr>
            <a:r>
              <a:t>D:/pasar_fix/node_modules/.bun/puppeteer-core@24.43.1/node_modules/puppeteer-core/lib/esm/puppeteer/bidi/BrowserConnector.d.ts.map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D:/pasar_fix/node_modules/.bun/puppeteer-core@24.43.1/node_modules/puppeteer-core/lib/esm/puppeteer/bidi/BrowserConnector.js</a:t>
            </a:r>
          </a:p>
          <a:p>
            <a:pPr>
              <a:defRPr sz="1200"/>
            </a:pPr>
            <a:r>
              <a:t>D:/pasar_fix/node_modules/.bun/puppeteer-core@24.43.1/node_modules/puppeteer-core/lib/esm/puppeteer/bidi/BrowserConnector.js.map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D:/pasar_fix/node_modules/.bun/puppeteer-core@24.43.1/node_modules/puppeteer-core/lib/esm/puppeteer/bidi/BrowserContext.d.ts</a:t>
            </a:r>
          </a:p>
          <a:p>
            <a:pPr>
              <a:defRPr sz="1200"/>
            </a:pPr>
            <a:r>
              <a:t>D:/pasar_fix/node_modules/.bun/puppeteer-core@24.43.1/node_modules/puppeteer-core/lib/esm/puppeteer/bidi/BrowserContext.d.ts.map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D:/pasar_fix/node_modules/.bun/puppeteer-core@24.43.1/node_modules/puppeteer-core/lib/esm/puppeteer/bidi/BrowserContext.js</a:t>
            </a:r>
          </a:p>
          <a:p>
            <a:pPr>
              <a:defRPr sz="1200"/>
            </a:pPr>
            <a:r>
              <a:t>D:/pasar_fix/node_modules/.bun/puppeteer-core@24.43.1/node_modules/puppeteer-core/lib/esm/puppeteer/bidi/BrowserContext.js.map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D:/pasar_fix/node_modules/.bun/puppeteer-core@24.43.1/node_modules/puppeteer-core/lib/esm/puppeteer/bidi/CDPSession.d.ts</a:t>
            </a:r>
          </a:p>
          <a:p>
            <a:pPr>
              <a:defRPr sz="1200"/>
            </a:pPr>
            <a:r>
              <a:t>D:/pasar_fix/node_modules/.bun/puppeteer-core@24.43.1/node_modules/puppeteer-core/lib/esm/puppeteer/bidi/CDPSession.d.ts.map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D:/pasar_fix/node_modules/.bun/puppeteer-core@24.43.1/node_modules/puppeteer-core/lib/esm/puppeteer/bidi/CDPSession.js</a:t>
            </a:r>
          </a:p>
          <a:p>
            <a:pPr>
              <a:defRPr sz="1200"/>
            </a:pPr>
            <a:r>
              <a:t>D:/pasar_fix/node_modules/.bun/puppeteer-core@24.43.1/node_modules/puppeteer-core/lib/esm/puppeteer/bidi/CDPSession.js.map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D:/pasar_fix/node_modules/.bun/puppeteer-core@24.43.1/node_modules/puppeteer-core/lib/esm/puppeteer/bidi/Connection.d.ts</a:t>
            </a:r>
          </a:p>
          <a:p>
            <a:pPr>
              <a:defRPr sz="1200"/>
            </a:pPr>
            <a:r>
              <a:t>D:/pasar_fix/node_modules/.bun/puppeteer-core@24.43.1/node_modules/puppeteer-core/lib/esm/puppeteer/bidi/Connection.d.ts.map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D:/pasar_fix/node_modules/.bun/puppeteer-core@24.43.1/node_modules/puppeteer-core/lib/esm/puppeteer/bidi/Connection.js</a:t>
            </a:r>
          </a:p>
          <a:p>
            <a:pPr>
              <a:defRPr sz="1200"/>
            </a:pPr>
            <a:r>
              <a:t>D:/pasar_fix/node_modules/.bun/puppeteer-core@24.43.1/node_modules/puppeteer-core/lib/esm/puppeteer/bidi/Connection.js.map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D:/pasar_fix/node_modules/.bun/puppeteer-core@24.43.1/node_modules/puppeteer-core/lib/esm/puppeteer/bidi/Deserializer.d.ts</a:t>
            </a:r>
          </a:p>
          <a:p>
            <a:pPr>
              <a:defRPr sz="1200"/>
            </a:pPr>
            <a:r>
              <a:t>D:/pasar_fix/node_modules/.bun/puppeteer-core@24.43.1/node_modules/puppeteer-core/lib/esm/puppeteer/bidi/Deserializer.d.ts.map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D:/pasar_fix/node_modules/.bun/puppeteer-core@24.43.1/node_modules/puppeteer-core/lib/esm/puppeteer/bidi/Deserializer.js</a:t>
            </a:r>
          </a:p>
          <a:p>
            <a:pPr>
              <a:defRPr sz="1200"/>
            </a:pPr>
            <a:r>
              <a:t>D:/pasar_fix/node_modules/.bun/puppeteer-core@24.43.1/node_modules/puppeteer-core/lib/esm/puppeteer/bidi/Deserializer.js.map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D:/pasar_fix/node_modules/.bun/puppeteer-core@24.43.1/node_modules/puppeteer-core/lib/esm/puppeteer/bidi/DeviceRequestPrompt.d.ts</a:t>
            </a:r>
          </a:p>
          <a:p>
            <a:pPr>
              <a:defRPr sz="1200"/>
            </a:pPr>
            <a:r>
              <a:t>D:/pasar_fix/node_modules/.bun/puppeteer-core@24.43.1/node_modules/puppeteer-core/lib/esm/puppeteer/bidi/DeviceRequestPrompt.d.ts.map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D:/pasar_fix/node_modules/.bun/puppeteer-core@24.43.1/node_modules/puppeteer-core/lib/esm/puppeteer/bidi/DeviceRequestPrompt.js</a:t>
            </a:r>
          </a:p>
          <a:p>
            <a:pPr>
              <a:defRPr sz="1200"/>
            </a:pPr>
            <a:r>
              <a:t>D:/pasar_fix/node_modules/.bun/puppeteer-core@24.43.1/node_modules/puppeteer-core/lib/esm/puppeteer/bidi/DeviceRequestPrompt.js.map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D:/pasar_fix/node_modules/.bun/puppeteer-core@24.43.1/node_modules/puppeteer-core/lib/esm/puppeteer/bidi/Dialog.d.ts</a:t>
            </a:r>
          </a:p>
          <a:p>
            <a:pPr>
              <a:defRPr sz="1200"/>
            </a:pPr>
            <a:r>
              <a:t>D:/pasar_fix/node_modules/.bun/puppeteer-core@24.43.1/node_modules/puppeteer-core/lib/esm/puppeteer/bidi/Dialog.d.ts.map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D:/pasar_fix/node_modules/.bun/puppeteer-core@24.43.1/node_modules/puppeteer-core/lib/esm/puppeteer/bidi/Dialog.js</a:t>
            </a:r>
          </a:p>
          <a:p>
            <a:pPr>
              <a:defRPr sz="1200"/>
            </a:pPr>
            <a:r>
              <a:t>D:/pasar_fix/node_modules/.bun/puppeteer-core@24.43.1/node_modules/puppeteer-core/lib/esm/puppeteer/bidi/Dialog.js.map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D:/pasar_fix/node_modules/.bun/puppeteer-core@24.43.1/node_modules/puppeteer-core/lib/esm/puppeteer/bidi/ElementHandle.d.ts</a:t>
            </a:r>
          </a:p>
          <a:p>
            <a:pPr>
              <a:defRPr sz="1200"/>
            </a:pPr>
            <a:r>
              <a:t>D:/pasar_fix/node_modules/.bun/puppeteer-core@24.43.1/node_modules/puppeteer-core/lib/esm/puppeteer/bidi/ElementHandle.d.ts.map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D:/pasar_fix/node_modules/.bun/puppeteer-core@24.43.1/node_modules/puppeteer-core/lib/esm/puppeteer/bidi/ElementHandle.js</a:t>
            </a:r>
          </a:p>
          <a:p>
            <a:pPr>
              <a:defRPr sz="1200"/>
            </a:pPr>
            <a:r>
              <a:t>D:/pasar_fix/node_modules/.bun/puppeteer-core@24.43.1/node_modules/puppeteer-core/lib/esm/puppeteer/bidi/ElementHandle.js.map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D:/pasar_fix/node_modules/.bun/puppeteer-core@24.43.1/node_modules/puppeteer-core/lib/esm/puppeteer/bidi/ExposedFunction.d.ts</a:t>
            </a:r>
          </a:p>
          <a:p>
            <a:pPr>
              <a:defRPr sz="1200"/>
            </a:pPr>
            <a:r>
              <a:t>D:/pasar_fix/node_modules/.bun/puppeteer-core@24.43.1/node_modules/puppeteer-core/lib/esm/puppeteer/bidi/ExposedFunction.d.ts.map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D:/pasar_fix/node_modules/.bun/puppeteer-core@24.43.1/node_modules/puppeteer-core/lib/esm/puppeteer/bidi/ExposedFunction.js</a:t>
            </a:r>
          </a:p>
          <a:p>
            <a:pPr>
              <a:defRPr sz="1200"/>
            </a:pPr>
            <a:r>
              <a:t>D:/pasar_fix/node_modules/.bun/puppeteer-core@24.43.1/node_modules/puppeteer-core/lib/esm/puppeteer/bidi/ExposedFunction.js.map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D:/pasar_fix/node_modules/.bun/puppeteer-core@24.43.1/node_modules/puppeteer-core/lib/esm/puppeteer/bidi/Frame.d.ts</a:t>
            </a:r>
          </a:p>
          <a:p>
            <a:pPr>
              <a:defRPr sz="1200"/>
            </a:pPr>
            <a:r>
              <a:t>D:/pasar_fix/node_modules/.bun/puppeteer-core@24.43.1/node_modules/puppeteer-core/lib/esm/puppeteer/bidi/Frame.d.ts.map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D:/pasar_fix/node_modules/.bun/puppeteer-core@24.43.1/node_modules/puppeteer-core/lib/esm/puppeteer/bidi/Frame.js</a:t>
            </a:r>
          </a:p>
          <a:p>
            <a:pPr>
              <a:defRPr sz="1200"/>
            </a:pPr>
            <a:r>
              <a:t>D:/pasar_fix/node_modules/.bun/puppeteer-core@24.43.1/node_modules/puppeteer-core/lib/esm/puppeteer/bidi/Frame.js.map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D:/pasar_fix/node_modules/.bun/puppeteer-core@24.43.1/node_modules/puppeteer-core/lib/esm/puppeteer/bidi/HTTPRequest.d.ts</a:t>
            </a:r>
          </a:p>
          <a:p>
            <a:pPr>
              <a:defRPr sz="1200"/>
            </a:pPr>
            <a:r>
              <a:t>D:/pasar_fix/node_modules/.bun/puppeteer-core@24.43.1/node_modules/puppeteer-core/lib/esm/puppeteer/bidi/HTTPRequest.d.ts.map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D:/pasar_fix/node_modules/.bun/puppeteer-core@24.43.1/node_modules/puppeteer-core/lib/esm/puppeteer/bidi/HTTPRequest.js</a:t>
            </a:r>
          </a:p>
          <a:p>
            <a:pPr>
              <a:defRPr sz="1200"/>
            </a:pPr>
            <a:r>
              <a:t>D:/pasar_fix/node_modules/.bun/puppeteer-core@24.43.1/node_modules/puppeteer-core/lib/esm/puppeteer/bidi/HTTPRequest.js.map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D:/pasar_fix/node_modules/.bun/puppeteer-core@24.43.1/node_modules/puppeteer-core/lib/esm/puppeteer/bidi/HTTPResponse.d.ts</a:t>
            </a:r>
          </a:p>
          <a:p>
            <a:pPr>
              <a:defRPr sz="1200"/>
            </a:pPr>
            <a:r>
              <a:t>D:/pasar_fix/node_modules/.bun/puppeteer-core@24.43.1/node_modules/puppeteer-core/lib/esm/puppeteer/bidi/HTTPResponse.d.ts.map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D:/pasar_fix/node_modules/.bun/puppeteer-core@24.43.1/node_modules/puppeteer-core/lib/esm/puppeteer/bidi/HTTPResponse.js</a:t>
            </a:r>
          </a:p>
          <a:p>
            <a:pPr>
              <a:defRPr sz="1200"/>
            </a:pPr>
            <a:r>
              <a:t>D:/pasar_fix/node_modules/.bun/puppeteer-core@24.43.1/node_modules/puppeteer-core/lib/esm/puppeteer/bidi/HTTPResponse.js.map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D:/pasar_fix/node_modules/.bun/puppeteer-core@24.43.1/node_modules/puppeteer-core/lib/esm/puppeteer/bidi/Input.d.ts</a:t>
            </a:r>
          </a:p>
          <a:p>
            <a:pPr>
              <a:defRPr sz="1200"/>
            </a:pPr>
            <a:r>
              <a:t>D:/pasar_fix/node_modules/.bun/puppeteer-core@24.43.1/node_modules/puppeteer-core/lib/esm/puppeteer/bidi/Input.d.ts.map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D:/pasar_fix/node_modules/.bun/puppeteer-core@24.43.1/node_modules/puppeteer-core/lib/esm/puppeteer/bidi/Input.js</a:t>
            </a:r>
          </a:p>
          <a:p>
            <a:pPr>
              <a:defRPr sz="1200"/>
            </a:pPr>
            <a:r>
              <a:t>D:/pasar_fix/node_modules/.bun/puppeteer-core@24.43.1/node_modules/puppeteer-core/lib/esm/puppeteer/bidi/Input.js.map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D:/pasar_fix/node_modules/.bun/puppeteer-core@24.43.1/node_modules/puppeteer-core/lib/esm/puppeteer/bidi/JSHandle.d.ts</a:t>
            </a:r>
          </a:p>
          <a:p>
            <a:pPr>
              <a:defRPr sz="1200"/>
            </a:pPr>
            <a:r>
              <a:t>D:/pasar_fix/node_modules/.bun/puppeteer-core@24.43.1/node_modules/puppeteer-core/lib/esm/puppeteer/bidi/JSHandle.d.ts.map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D:/pasar_fix/node_modules/.bun/puppeteer-core@24.43.1/node_modules/puppeteer-core/lib/esm/puppeteer/bidi/JSHandle.js</a:t>
            </a:r>
          </a:p>
          <a:p>
            <a:pPr>
              <a:defRPr sz="1200"/>
            </a:pPr>
            <a:r>
              <a:t>D:/pasar_fix/node_modules/.bun/puppeteer-core@24.43.1/node_modules/puppeteer-core/lib/esm/puppeteer/bidi/JSHandle.js.map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D:/pasar_fix/node_modules/.bun/puppeteer-core@24.43.1/node_modules/puppeteer-core/lib/esm/puppeteer/bidi/Page.d.ts</a:t>
            </a:r>
          </a:p>
          <a:p>
            <a:pPr>
              <a:defRPr sz="1200"/>
            </a:pPr>
            <a:r>
              <a:t>D:/pasar_fix/node_modules/.bun/puppeteer-core@24.43.1/node_modules/puppeteer-core/lib/esm/puppeteer/bidi/Page.d.ts.map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D:/pasar_fix/node_modules/.bun/puppeteer-core@24.43.1/node_modules/puppeteer-core/lib/esm/puppeteer/bidi/Page.js</a:t>
            </a:r>
          </a:p>
          <a:p>
            <a:pPr>
              <a:defRPr sz="1200"/>
            </a:pPr>
            <a:r>
              <a:t>D:/pasar_fix/node_modules/.bun/puppeteer-core@24.43.1/node_modules/puppeteer-core/lib/esm/puppeteer/bidi/Page.js.map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D:/pasar_fix/node_modules/.bun/puppeteer-core@24.43.1/node_modules/puppeteer-core/lib/esm/puppeteer/bidi/Realm.d.ts</a:t>
            </a:r>
          </a:p>
          <a:p>
            <a:pPr>
              <a:defRPr sz="1200"/>
            </a:pPr>
            <a:r>
              <a:t>D:/pasar_fix/node_modules/.bun/puppeteer-core@24.43.1/node_modules/puppeteer-core/lib/esm/puppeteer/bidi/Realm.d.ts.map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D:/pasar_fix/node_modules/.bun/puppeteer-core@24.43.1/node_modules/puppeteer-core/lib/esm/puppeteer/bidi/Realm.js</a:t>
            </a:r>
          </a:p>
          <a:p>
            <a:pPr>
              <a:defRPr sz="1200"/>
            </a:pPr>
            <a:r>
              <a:t>D:/pasar_fix/node_modules/.bun/puppeteer-core@24.43.1/node_modules/puppeteer-core/lib/esm/puppeteer/bidi/Realm.js.map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D:/pasar_fix/node_modules/.bun/puppeteer-core@24.43.1/node_modules/puppeteer-core/lib/esm/puppeteer/bidi/Serializer.d.ts</a:t>
            </a:r>
          </a:p>
          <a:p>
            <a:pPr>
              <a:defRPr sz="1200"/>
            </a:pPr>
            <a:r>
              <a:t>D:/pasar_fix/node_modules/.bun/puppeteer-core@24.43.1/node_modules/puppeteer-core/lib/esm/puppeteer/bidi/Serializer.d.ts.map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D:/pasar_fix/node_modules/.bun/puppeteer-core@24.43.1/node_modules/puppeteer-core/lib/esm/puppeteer/bidi/Serializer.js</a:t>
            </a:r>
          </a:p>
          <a:p>
            <a:pPr>
              <a:defRPr sz="1200"/>
            </a:pPr>
            <a:r>
              <a:t>D:/pasar_fix/node_modules/.bun/puppeteer-core@24.43.1/node_modules/puppeteer-core/lib/esm/puppeteer/bidi/Serializer.js.map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D:/pasar_fix/node_modules/.bun/puppeteer-core@24.43.1/node_modules/puppeteer-core/lib/esm/puppeteer/bidi/Target.d.ts</a:t>
            </a:r>
          </a:p>
          <a:p>
            <a:pPr>
              <a:defRPr sz="1200"/>
            </a:pPr>
            <a:r>
              <a:t>D:/pasar_fix/node_modules/.bun/puppeteer-core@24.43.1/node_modules/puppeteer-core/lib/esm/puppeteer/bidi/Target.d.ts.map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D:/pasar_fix/node_modules/.bun/puppeteer-core@24.43.1/node_modules/puppeteer-core/lib/esm/puppeteer/bidi/Target.js</a:t>
            </a:r>
          </a:p>
          <a:p>
            <a:pPr>
              <a:defRPr sz="1200"/>
            </a:pPr>
            <a:r>
              <a:t>D:/pasar_fix/node_modules/.bun/puppeteer-core@24.43.1/node_modules/puppeteer-core/lib/esm/puppeteer/bidi/Target.js.map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D:/pasar_fix/node_modules/.bun/puppeteer-core@24.43.1/node_modules/puppeteer-core/lib/esm/puppeteer/bidi/util.d.ts</a:t>
            </a:r>
          </a:p>
          <a:p>
            <a:pPr>
              <a:defRPr sz="1200"/>
            </a:pPr>
            <a:r>
              <a:t>D:/pasar_fix/node_modules/.bun/puppeteer-core@24.43.1/node_modules/puppeteer-core/lib/esm/puppeteer/bidi/util.d.ts.map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D:/pasar_fix/node_modules/.bun/puppeteer-core@24.43.1/node_modules/puppeteer-core/lib/esm/puppeteer/bidi/util.js</a:t>
            </a:r>
          </a:p>
          <a:p>
            <a:pPr>
              <a:defRPr sz="1200"/>
            </a:pPr>
            <a:r>
              <a:t>D:/pasar_fix/node_modules/.bun/puppeteer-core@24.43.1/node_modules/puppeteer-core/lib/esm/puppeteer/bidi/util.js.map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D:/pasar_fix/node_modules/.bun/puppeteer-core@24.43.1/node_modules/puppeteer-core/lib/esm/puppeteer/bidi/WebWorker.d.ts</a:t>
            </a:r>
          </a:p>
          <a:p>
            <a:pPr>
              <a:defRPr sz="1200"/>
            </a:pPr>
            <a:r>
              <a:t>D:/pasar_fix/node_modules/.bun/puppeteer-core@24.43.1/node_modules/puppeteer-core/lib/esm/puppeteer/bidi/WebWorker.d.ts.map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D:/pasar_fix/node_modules/.bun/puppeteer-core@24.43.1/node_modules/puppeteer-core/lib/esm/puppeteer/bidi/WebWorker.js</a:t>
            </a:r>
          </a:p>
          <a:p>
            <a:pPr>
              <a:defRPr sz="1200"/>
            </a:pPr>
            <a:r>
              <a:t>D:/pasar_fix/node_modules/.bun/puppeteer-core@24.43.1/node_modules/puppeteer-core/lib/esm/puppeteer/bidi/WebWorker.js.map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D:/pasar_fix/node_modules/.bun/puppeteer-core@24.43.1/node_modules/puppeteer-core/lib/esm/puppeteer/bidi/core/Browser.d.ts</a:t>
            </a:r>
          </a:p>
          <a:p>
            <a:pPr>
              <a:defRPr sz="1200"/>
            </a:pPr>
            <a:r>
              <a:t>D:/pasar_fix/node_modules/.bun/puppeteer-core@24.43.1/node_modules/puppeteer-core/lib/esm/puppeteer/bidi/core/Browser.d.ts.map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D:/pasar_fix/node_modules/.bun/puppeteer-core@24.43.1/node_modules/puppeteer-core/lib/esm/puppeteer/bidi/core/Browser.js</a:t>
            </a:r>
          </a:p>
          <a:p>
            <a:pPr>
              <a:defRPr sz="1200"/>
            </a:pPr>
            <a:r>
              <a:t>D:/pasar_fix/node_modules/.bun/puppeteer-core@24.43.1/node_modules/puppeteer-core/lib/esm/puppeteer/bidi/core/Browser.js.map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D:/pasar_fix/node_modules/.bun/puppeteer-core@24.43.1/node_modules/puppeteer-core/lib/esm/puppeteer/bidi/core/BrowsingContext.d.ts</a:t>
            </a:r>
          </a:p>
          <a:p>
            <a:pPr>
              <a:defRPr sz="1200"/>
            </a:pPr>
            <a:r>
              <a:t>D:/pasar_fix/node_modules/.bun/puppeteer-core@24.43.1/node_modules/puppeteer-core/lib/esm/puppeteer/bidi/core/BrowsingContext.d.ts.map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D:/pasar_fix/node_modules/.bun/puppeteer-core@24.43.1/node_modules/puppeteer-core/lib/esm/puppeteer/bidi/core/BrowsingContext.js</a:t>
            </a:r>
          </a:p>
          <a:p>
            <a:pPr>
              <a:defRPr sz="1200"/>
            </a:pPr>
            <a:r>
              <a:t>D:/pasar_fix/node_modules/.bun/puppeteer-core@24.43.1/node_modules/puppeteer-core/lib/esm/puppeteer/bidi/core/BrowsingContext.js.map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D:/pasar_fix/node_modules/.bun/puppeteer-core@24.43.1/node_modules/puppeteer-core/lib/esm/puppeteer/bidi/core/Connection.d.ts</a:t>
            </a:r>
          </a:p>
          <a:p>
            <a:pPr>
              <a:defRPr sz="1200"/>
            </a:pPr>
            <a:r>
              <a:t>D:/pasar_fix/node_modules/.bun/puppeteer-core@24.43.1/node_modules/puppeteer-core/lib/esm/puppeteer/bidi/core/Connection.d.ts.map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D:/pasar_fix/node_modules/.bun/puppeteer-core@24.43.1/node_modules/puppeteer-core/lib/esm/puppeteer/bidi/core/Connection.js</a:t>
            </a:r>
          </a:p>
          <a:p>
            <a:pPr>
              <a:defRPr sz="1200"/>
            </a:pPr>
            <a:r>
              <a:t>D:/pasar_fix/node_modules/.bun/puppeteer-core@24.43.1/node_modules/puppeteer-core/lib/esm/puppeteer/bidi/core/Connection.js.map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D:/pasar_fix/node_modules/.bun/puppeteer-core@24.43.1/node_modules/puppeteer-core/lib/esm/puppeteer/bidi/core/core.d.ts</a:t>
            </a:r>
          </a:p>
          <a:p>
            <a:pPr>
              <a:defRPr sz="1200"/>
            </a:pPr>
            <a:r>
              <a:t>D:/pasar_fix/node_modules/.bun/puppeteer-core@24.43.1/node_modules/puppeteer-core/lib/esm/puppeteer/bidi/core/core.d.ts.map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D:/pasar_fix/node_modules/.bun/puppeteer-core@24.43.1/node_modules/puppeteer-core/lib/esm/puppeteer/bidi/core/core.js</a:t>
            </a:r>
          </a:p>
          <a:p>
            <a:pPr>
              <a:defRPr sz="1200"/>
            </a:pPr>
            <a:r>
              <a:t>D:/pasar_fix/node_modules/.bun/puppeteer-core@24.43.1/node_modules/puppeteer-core/lib/esm/puppeteer/bidi/core/core.js.map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D:/pasar_fix/node_modules/.bun/puppeteer-core@24.43.1/node_modules/puppeteer-core/lib/esm/puppeteer/bidi/core/Navigation.d.ts</a:t>
            </a:r>
          </a:p>
          <a:p>
            <a:pPr>
              <a:defRPr sz="1200"/>
            </a:pPr>
            <a:r>
              <a:t>D:/pasar_fix/node_modules/.bun/puppeteer-core@24.43.1/node_modules/puppeteer-core/lib/esm/puppeteer/bidi/core/Navigation.d.ts.map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D:/pasar_fix/node_modules/.bun/puppeteer-core@24.43.1/node_modules/puppeteer-core/lib/esm/puppeteer/bidi/core/Navigation.js</a:t>
            </a:r>
          </a:p>
          <a:p>
            <a:pPr>
              <a:defRPr sz="1200"/>
            </a:pPr>
            <a:r>
              <a:t>D:/pasar_fix/node_modules/.bun/puppeteer-core@24.43.1/node_modules/puppeteer-core/lib/esm/puppeteer/bidi/core/Navigation.js.map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D:/pasar_fix/node_modules/.bun/puppeteer-core@24.43.1/node_modules/puppeteer-core/lib/esm/puppeteer/bidi/core/Realm.d.ts</a:t>
            </a:r>
          </a:p>
          <a:p>
            <a:pPr>
              <a:defRPr sz="1200"/>
            </a:pPr>
            <a:r>
              <a:t>D:/pasar_fix/node_modules/.bun/puppeteer-core@24.43.1/node_modules/puppeteer-core/lib/esm/puppeteer/bidi/core/Realm.d.ts.map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D:/pasar_fix/node_modules/.bun/puppeteer-core@24.43.1/node_modules/puppeteer-core/lib/esm/puppeteer/bidi/core/Realm.js</a:t>
            </a:r>
          </a:p>
          <a:p>
            <a:pPr>
              <a:defRPr sz="1200"/>
            </a:pPr>
            <a:r>
              <a:t>D:/pasar_fix/node_modules/.bun/puppeteer-core@24.43.1/node_modules/puppeteer-core/lib/esm/puppeteer/bidi/core/Realm.js.map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D:/pasar_fix/node_modules/.bun/puppeteer-core@24.43.1/node_modules/puppeteer-core/lib/esm/puppeteer/bidi/core/Request.d.ts</a:t>
            </a:r>
          </a:p>
          <a:p>
            <a:pPr>
              <a:defRPr sz="1200"/>
            </a:pPr>
            <a:r>
              <a:t>D:/pasar_fix/node_modules/.bun/puppeteer-core@24.43.1/node_modules/puppeteer-core/lib/esm/puppeteer/bidi/core/Request.d.ts.map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D:/pasar_fix/node_modules/.bun/puppeteer-core@24.43.1/node_modules/puppeteer-core/lib/esm/puppeteer/bidi/core/Request.js</a:t>
            </a:r>
          </a:p>
          <a:p>
            <a:pPr>
              <a:defRPr sz="1200"/>
            </a:pPr>
            <a:r>
              <a:t>D:/pasar_fix/node_modules/.bun/puppeteer-core@24.43.1/node_modules/puppeteer-core/lib/esm/puppeteer/bidi/core/Request.js.map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D:/pasar_fix/node_modules/.bun/puppeteer-core@24.43.1/node_modules/puppeteer-core/lib/esm/puppeteer/bidi/core/Session.d.ts</a:t>
            </a:r>
          </a:p>
          <a:p>
            <a:pPr>
              <a:defRPr sz="1200"/>
            </a:pPr>
            <a:r>
              <a:t>D:/pasar_fix/node_modules/.bun/puppeteer-core@24.43.1/node_modules/puppeteer-core/lib/esm/puppeteer/bidi/core/Session.d.ts.map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D:/pasar_fix/node_modules/.bun/puppeteer-core@24.43.1/node_modules/puppeteer-core/lib/esm/puppeteer/bidi/core/Session.js</a:t>
            </a:r>
          </a:p>
          <a:p>
            <a:pPr>
              <a:defRPr sz="1200"/>
            </a:pPr>
            <a:r>
              <a:t>D:/pasar_fix/node_modules/.bun/puppeteer-core@24.43.1/node_modules/puppeteer-core/lib/esm/puppeteer/bidi/core/Session.js.map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D:/pasar_fix/node_modules/.bun/puppeteer-core@24.43.1/node_modules/puppeteer-core/lib/esm/puppeteer/bidi/core/UserContext.d.ts</a:t>
            </a:r>
          </a:p>
          <a:p>
            <a:pPr>
              <a:defRPr sz="1200"/>
            </a:pPr>
            <a:r>
              <a:t>D:/pasar_fix/node_modules/.bun/puppeteer-core@24.43.1/node_modules/puppeteer-core/lib/esm/puppeteer/bidi/core/UserContext.d.ts.map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D:/pasar_fix/node_modules/.bun/puppeteer-core@24.43.1/node_modules/puppeteer-core/lib/esm/puppeteer/bidi/core/UserContext.js</a:t>
            </a:r>
          </a:p>
          <a:p>
            <a:pPr>
              <a:defRPr sz="1200"/>
            </a:pPr>
            <a:r>
              <a:t>D:/pasar_fix/node_modules/.bun/puppeteer-core@24.43.1/node_modules/puppeteer-core/lib/esm/puppeteer/bidi/core/UserContext.js.map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D:/pasar_fix/node_modules/.bun/puppeteer-core@24.43.1/node_modules/puppeteer-core/lib/esm/puppeteer/bidi/core/UserPrompt.d.ts</a:t>
            </a:r>
          </a:p>
          <a:p>
            <a:pPr>
              <a:defRPr sz="1200"/>
            </a:pPr>
            <a:r>
              <a:t>D:/pasar_fix/node_modules/.bun/puppeteer-core@24.43.1/node_modules/puppeteer-core/lib/esm/puppeteer/bidi/core/UserPrompt.d.ts.map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D:/pasar_fix/node_modules/.bun/puppeteer-core@24.43.1/node_modules/puppeteer-core/lib/esm/puppeteer/bidi/core/UserPrompt.js</a:t>
            </a:r>
          </a:p>
          <a:p>
            <a:pPr>
              <a:defRPr sz="1200"/>
            </a:pPr>
            <a:r>
              <a:t>D:/pasar_fix/node_modules/.bun/puppeteer-core@24.43.1/node_modules/puppeteer-core/lib/esm/puppeteer/bidi/core/UserPrompt.js.map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D:/pasar_fix/node_modules/.bun/puppeteer-core@24.43.1/node_modules/puppeteer-core/lib/esm/puppeteer/cdp/Accessibility.d.ts</a:t>
            </a:r>
          </a:p>
          <a:p>
            <a:pPr>
              <a:defRPr sz="1200"/>
            </a:pPr>
            <a:r>
              <a:t>D:/pasar_fix/node_modules/.bun/puppeteer-core@24.43.1/node_modules/puppeteer-core/lib/esm/puppeteer/cdp/Accessibility.d.ts.map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D:/pasar_fix/node_modules/.bun/puppeteer-core@24.43.1/node_modules/puppeteer-core/lib/esm/puppeteer/cdp/Accessibility.js</a:t>
            </a:r>
          </a:p>
          <a:p>
            <a:pPr>
              <a:defRPr sz="1200"/>
            </a:pPr>
            <a:r>
              <a:t>D:/pasar_fix/node_modules/.bun/puppeteer-core@24.43.1/node_modules/puppeteer-core/lib/esm/puppeteer/cdp/Accessibility.js.map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D:/pasar_fix/node_modules/.bun/puppeteer-core@24.43.1/node_modules/puppeteer-core/lib/esm/puppeteer/cdp/Binding.d.ts</a:t>
            </a:r>
          </a:p>
          <a:p>
            <a:pPr>
              <a:defRPr sz="1200"/>
            </a:pPr>
            <a:r>
              <a:t>D:/pasar_fix/node_modules/.bun/puppeteer-core@24.43.1/node_modules/puppeteer-core/lib/esm/puppeteer/cdp/Binding.d.ts.map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D:/pasar_fix/node_modules/.bun/puppeteer-core@24.43.1/node_modules/puppeteer-core/lib/esm/puppeteer/cdp/Binding.js</a:t>
            </a:r>
          </a:p>
          <a:p>
            <a:pPr>
              <a:defRPr sz="1200"/>
            </a:pPr>
            <a:r>
              <a:t>D:/pasar_fix/node_modules/.bun/puppeteer-core@24.43.1/node_modules/puppeteer-core/lib/esm/puppeteer/cdp/Binding.js.map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D:/pasar_fix/node_modules/.bun/puppeteer-core@24.43.1/node_modules/puppeteer-core/lib/esm/puppeteer/cdp/BluetoothEmulation.d.ts</a:t>
            </a:r>
          </a:p>
          <a:p>
            <a:pPr>
              <a:defRPr sz="1200"/>
            </a:pPr>
            <a:r>
              <a:t>D:/pasar_fix/node_modules/.bun/puppeteer-core@24.43.1/node_modules/puppeteer-core/lib/esm/puppeteer/cdp/BluetoothEmulation.d.ts.map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D:/pasar_fix/node_modules/.bun/puppeteer-core@24.43.1/node_modules/puppeteer-core/lib/esm/puppeteer/cdp/BluetoothEmulation.js</a:t>
            </a:r>
          </a:p>
          <a:p>
            <a:pPr>
              <a:defRPr sz="1200"/>
            </a:pPr>
            <a:r>
              <a:t>D:/pasar_fix/node_modules/.bun/puppeteer-core@24.43.1/node_modules/puppeteer-core/lib/esm/puppeteer/cdp/BluetoothEmulation.js.map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D:/pasar_fix/node_modules/.bun/puppeteer-core@24.43.1/node_modules/puppeteer-core/lib/esm/puppeteer/cdp/Browser.d.ts</a:t>
            </a:r>
          </a:p>
          <a:p>
            <a:pPr>
              <a:defRPr sz="1200"/>
            </a:pPr>
            <a:r>
              <a:t>D:/pasar_fix/node_modules/.bun/puppeteer-core@24.43.1/node_modules/puppeteer-core/lib/esm/puppeteer/cdp/Browser.d.ts.map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D:/pasar_fix/node_modules/.bun/puppeteer-core@24.43.1/node_modules/puppeteer-core/lib/esm/puppeteer/cdp/Browser.js</a:t>
            </a:r>
          </a:p>
          <a:p>
            <a:pPr>
              <a:defRPr sz="1200"/>
            </a:pPr>
            <a:r>
              <a:t>D:/pasar_fix/node_modules/.bun/puppeteer-core@24.43.1/node_modules/puppeteer-core/lib/esm/puppeteer/cdp/Browser.js.map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D:/pasar_fix/node_modules/.bun/puppeteer-core@24.43.1/node_modules/puppeteer-core/lib/esm/puppeteer/cdp/BrowserConnector.d.ts</a:t>
            </a:r>
          </a:p>
          <a:p>
            <a:pPr>
              <a:defRPr sz="1200"/>
            </a:pPr>
            <a:r>
              <a:t>D:/pasar_fix/node_modules/.bun/puppeteer-core@24.43.1/node_modules/puppeteer-core/lib/esm/puppeteer/cdp/BrowserConnector.d.ts.map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D:/pasar_fix/node_modules/.bun/puppeteer-core@24.43.1/node_modules/puppeteer-core/lib/esm/puppeteer/cdp/BrowserConnector.js</a:t>
            </a:r>
          </a:p>
          <a:p>
            <a:pPr>
              <a:defRPr sz="1200"/>
            </a:pPr>
            <a:r>
              <a:t>D:/pasar_fix/node_modules/.bun/puppeteer-core@24.43.1/node_modules/puppeteer-core/lib/esm/puppeteer/cdp/BrowserConnector.js.map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D:/pasar_fix/node_modules/.bun/puppeteer-core@24.43.1/node_modules/puppeteer-core/lib/esm/puppeteer/cdp/BrowserContext.d.ts</a:t>
            </a:r>
          </a:p>
          <a:p>
            <a:pPr>
              <a:defRPr sz="1200"/>
            </a:pPr>
            <a:r>
              <a:t>D:/pasar_fix/node_modules/.bun/puppeteer-core@24.43.1/node_modules/puppeteer-core/lib/esm/puppeteer/cdp/BrowserContext.d.ts.map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D:/pasar_fix/node_modules/.bun/puppeteer-core@24.43.1/node_modules/puppeteer-core/lib/esm/puppeteer/cdp/BrowserContext.js</a:t>
            </a:r>
          </a:p>
          <a:p>
            <a:pPr>
              <a:defRPr sz="1200"/>
            </a:pPr>
            <a:r>
              <a:t>D:/pasar_fix/node_modules/.bun/puppeteer-core@24.43.1/node_modules/puppeteer-core/lib/esm/puppeteer/cdp/BrowserContext.js.map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D:/pasar_fix/node_modules/.bun/puppeteer-core@24.43.1/node_modules/puppeteer-core/lib/esm/puppeteer/cdp/cdp.d.ts</a:t>
            </a:r>
          </a:p>
          <a:p>
            <a:pPr>
              <a:defRPr sz="1200"/>
            </a:pPr>
            <a:r>
              <a:t>D:/pasar_fix/node_modules/.bun/puppeteer-core@24.43.1/node_modules/puppeteer-core/lib/esm/puppeteer/cdp/cdp.d.ts.map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D:/pasar_fix/node_modules/.bun/puppeteer-core@24.43.1/node_modules/puppeteer-core/lib/esm/puppeteer/cdp/cdp.js</a:t>
            </a:r>
          </a:p>
          <a:p>
            <a:pPr>
              <a:defRPr sz="1200"/>
            </a:pPr>
            <a:r>
              <a:t>D:/pasar_fix/node_modules/.bun/puppeteer-core@24.43.1/node_modules/puppeteer-core/lib/esm/puppeteer/cdp/cdp.js.map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D:/pasar_fix/node_modules/.bun/puppeteer-core@24.43.1/node_modules/puppeteer-core/lib/esm/puppeteer/cdp/CdpIssue.d.ts</a:t>
            </a:r>
          </a:p>
          <a:p>
            <a:pPr>
              <a:defRPr sz="1200"/>
            </a:pPr>
            <a:r>
              <a:t>D:/pasar_fix/node_modules/.bun/puppeteer-core@24.43.1/node_modules/puppeteer-core/lib/esm/puppeteer/cdp/CdpIssue.d.ts.map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D:/pasar_fix/node_modules/.bun/puppeteer-core@24.43.1/node_modules/puppeteer-core/lib/esm/puppeteer/cdp/CdpIssue.js</a:t>
            </a:r>
          </a:p>
          <a:p>
            <a:pPr>
              <a:defRPr sz="1200"/>
            </a:pPr>
            <a:r>
              <a:t>D:/pasar_fix/node_modules/.bun/puppeteer-core@24.43.1/node_modules/puppeteer-core/lib/esm/puppeteer/cdp/CdpIssue.js.map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D:/pasar_fix/node_modules/.bun/puppeteer-core@24.43.1/node_modules/puppeteer-core/lib/esm/puppeteer/cdp/CdpPreloadScript.d.ts</a:t>
            </a:r>
          </a:p>
          <a:p>
            <a:pPr>
              <a:defRPr sz="1200"/>
            </a:pPr>
            <a:r>
              <a:t>D:/pasar_fix/node_modules/.bun/puppeteer-core@24.43.1/node_modules/puppeteer-core/lib/esm/puppeteer/cdp/CdpPreloadScript.d.ts.map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D:/pasar_fix/node_modules/.bun/puppeteer-core@24.43.1/node_modules/puppeteer-core/lib/esm/puppeteer/cdp/CdpPreloadScript.js</a:t>
            </a:r>
          </a:p>
          <a:p>
            <a:pPr>
              <a:defRPr sz="1200"/>
            </a:pPr>
            <a:r>
              <a:t>D:/pasar_fix/node_modules/.bun/puppeteer-core@24.43.1/node_modules/puppeteer-core/lib/esm/puppeteer/cdp/CdpPreloadScript.js.map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D:/pasar_fix/node_modules/.bun/puppeteer-core@24.43.1/node_modules/puppeteer-core/lib/esm/puppeteer/cdp/CdpSession.d.ts</a:t>
            </a:r>
          </a:p>
          <a:p>
            <a:pPr>
              <a:defRPr sz="1200"/>
            </a:pPr>
            <a:r>
              <a:t>D:/pasar_fix/node_modules/.bun/puppeteer-core@24.43.1/node_modules/puppeteer-core/lib/esm/puppeteer/cdp/CdpSession.d.ts.map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D:/pasar_fix/node_modules/.bun/puppeteer-core@24.43.1/node_modules/puppeteer-core/lib/esm/puppeteer/cdp/CdpSession.js</a:t>
            </a:r>
          </a:p>
          <a:p>
            <a:pPr>
              <a:defRPr sz="1200"/>
            </a:pPr>
            <a:r>
              <a:t>D:/pasar_fix/node_modules/.bun/puppeteer-core@24.43.1/node_modules/puppeteer-core/lib/esm/puppeteer/cdp/CdpSession.js.map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D:/pasar_fix/node_modules/.bun/puppeteer-core@24.43.1/node_modules/puppeteer-core/lib/esm/puppeteer/cdp/Connection.d.ts</a:t>
            </a:r>
          </a:p>
          <a:p>
            <a:pPr>
              <a:defRPr sz="1200"/>
            </a:pPr>
            <a:r>
              <a:t>D:/pasar_fix/node_modules/.bun/puppeteer-core@24.43.1/node_modules/puppeteer-core/lib/esm/puppeteer/cdp/Connection.d.ts.map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D:/pasar_fix/node_modules/.bun/puppeteer-core@24.43.1/node_modules/puppeteer-core/lib/esm/puppeteer/cdp/Connection.js</a:t>
            </a:r>
          </a:p>
          <a:p>
            <a:pPr>
              <a:defRPr sz="1200"/>
            </a:pPr>
            <a:r>
              <a:t>D:/pasar_fix/node_modules/.bun/puppeteer-core@24.43.1/node_modules/puppeteer-core/lib/esm/puppeteer/cdp/Connection.js.map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D:/pasar_fix/node_modules/.bun/puppeteer-core@24.43.1/node_modules/puppeteer-core/lib/esm/puppeteer/cdp/Coverage.d.ts</a:t>
            </a:r>
          </a:p>
          <a:p>
            <a:pPr>
              <a:defRPr sz="1200"/>
            </a:pPr>
            <a:r>
              <a:t>D:/pasar_fix/node_modules/.bun/puppeteer-core@24.43.1/node_modules/puppeteer-core/lib/esm/puppeteer/cdp/Coverage.d.ts.map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D:/pasar_fix/node_modules/.bun/puppeteer-core@24.43.1/node_modules/puppeteer-core/lib/esm/puppeteer/cdp/Coverage.js</a:t>
            </a:r>
          </a:p>
          <a:p>
            <a:pPr>
              <a:defRPr sz="1200"/>
            </a:pPr>
            <a:r>
              <a:t>D:/pasar_fix/node_modules/.bun/puppeteer-core@24.43.1/node_modules/puppeteer-core/lib/esm/puppeteer/cdp/Coverage.js.map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D:/pasar_fix/node_modules/.bun/puppeteer-core@24.43.1/node_modules/puppeteer-core/lib/esm/puppeteer/cdp/DeviceRequestPrompt.d.ts</a:t>
            </a:r>
          </a:p>
          <a:p>
            <a:pPr>
              <a:defRPr sz="1200"/>
            </a:pPr>
            <a:r>
              <a:t>D:/pasar_fix/node_modules/.bun/puppeteer-core@24.43.1/node_modules/puppeteer-core/lib/esm/puppeteer/cdp/DeviceRequestPrompt.d.ts.map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D:/pasar_fix/node_modules/.bun/puppeteer-core@24.43.1/node_modules/puppeteer-core/lib/esm/puppeteer/cdp/DeviceRequestPrompt.js</a:t>
            </a:r>
          </a:p>
          <a:p>
            <a:pPr>
              <a:defRPr sz="1200"/>
            </a:pPr>
            <a:r>
              <a:t>D:/pasar_fix/node_modules/.bun/puppeteer-core@24.43.1/node_modules/puppeteer-core/lib/esm/puppeteer/cdp/DeviceRequestPrompt.js.map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D:/pasar_fix/node_modules/.bun/puppeteer-core@24.43.1/node_modules/puppeteer-core/lib/esm/puppeteer/cdp/Dialog.d.ts</a:t>
            </a:r>
          </a:p>
          <a:p>
            <a:pPr>
              <a:defRPr sz="1200"/>
            </a:pPr>
            <a:r>
              <a:t>D:/pasar_fix/node_modules/.bun/puppeteer-core@24.43.1/node_modules/puppeteer-core/lib/esm/puppeteer/cdp/Dialog.d.ts.map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D:/pasar_fix/node_modules/.bun/puppeteer-core@24.43.1/node_modules/puppeteer-core/lib/esm/puppeteer/cdp/Dialog.js</a:t>
            </a:r>
          </a:p>
          <a:p>
            <a:pPr>
              <a:defRPr sz="1200"/>
            </a:pPr>
            <a:r>
              <a:t>D:/pasar_fix/node_modules/.bun/puppeteer-core@24.43.1/node_modules/puppeteer-core/lib/esm/puppeteer/cdp/Dialog.js.map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D:/pasar_fix/node_modules/.bun/puppeteer-core@24.43.1/node_modules/puppeteer-core/lib/esm/puppeteer/cdp/ElementHandle.d.ts</a:t>
            </a:r>
          </a:p>
          <a:p>
            <a:pPr>
              <a:defRPr sz="1200"/>
            </a:pPr>
            <a:r>
              <a:t>D:/pasar_fix/node_modules/.bun/puppeteer-core@24.43.1/node_modules/puppeteer-core/lib/esm/puppeteer/cdp/ElementHandle.d.ts.map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D:/pasar_fix/node_modules/.bun/puppeteer-core@24.43.1/node_modules/puppeteer-core/lib/esm/puppeteer/cdp/ElementHandle.js</a:t>
            </a:r>
          </a:p>
          <a:p>
            <a:pPr>
              <a:defRPr sz="1200"/>
            </a:pPr>
            <a:r>
              <a:t>D:/pasar_fix/node_modules/.bun/puppeteer-core@24.43.1/node_modules/puppeteer-core/lib/esm/puppeteer/cdp/ElementHandle.js.map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D:/pasar_fix/node_modules/.bun/puppeteer-core@24.43.1/node_modules/puppeteer-core/lib/esm/puppeteer/cdp/EmulationManager.d.ts</a:t>
            </a:r>
          </a:p>
          <a:p>
            <a:pPr>
              <a:defRPr sz="1200"/>
            </a:pPr>
            <a:r>
              <a:t>D:/pasar_fix/node_modules/.bun/puppeteer-core@24.43.1/node_modules/puppeteer-core/lib/esm/puppeteer/cdp/EmulationManager.d.ts.map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D:/pasar_fix/node_modules/.bun/puppeteer-core@24.43.1/node_modules/puppeteer-core/lib/esm/puppeteer/cdp/EmulationManager.js</a:t>
            </a:r>
          </a:p>
          <a:p>
            <a:pPr>
              <a:defRPr sz="1200"/>
            </a:pPr>
            <a:r>
              <a:t>D:/pasar_fix/node_modules/.bun/puppeteer-core@24.43.1/node_modules/puppeteer-core/lib/esm/puppeteer/cdp/EmulationManager.js.map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D:/pasar_fix/node_modules/.bun/puppeteer-core@24.43.1/node_modules/puppeteer-core/lib/esm/puppeteer/cdp/ExecutionContext.d.ts</a:t>
            </a:r>
          </a:p>
          <a:p>
            <a:pPr>
              <a:defRPr sz="1200"/>
            </a:pPr>
            <a:r>
              <a:t>D:/pasar_fix/node_modules/.bun/puppeteer-core@24.43.1/node_modules/puppeteer-core/lib/esm/puppeteer/cdp/ExecutionContext.d.ts.map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D:/pasar_fix/node_modules/.bun/puppeteer-core@24.43.1/node_modules/puppeteer-core/lib/esm/puppeteer/cdp/ExecutionContext.js</a:t>
            </a:r>
          </a:p>
          <a:p>
            <a:pPr>
              <a:defRPr sz="1200"/>
            </a:pPr>
            <a:r>
              <a:t>D:/pasar_fix/node_modules/.bun/puppeteer-core@24.43.1/node_modules/puppeteer-core/lib/esm/puppeteer/cdp/ExecutionContext.js.map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D:/pasar_fix/node_modules/.bun/puppeteer-core@24.43.1/node_modules/puppeteer-core/lib/esm/puppeteer/cdp/Extension.d.ts</a:t>
            </a:r>
          </a:p>
          <a:p>
            <a:pPr>
              <a:defRPr sz="1200"/>
            </a:pPr>
            <a:r>
              <a:t>D:/pasar_fix/node_modules/.bun/puppeteer-core@24.43.1/node_modules/puppeteer-core/lib/esm/puppeteer/cdp/Extension.d.ts.map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D:/pasar_fix/node_modules/.bun/puppeteer-core@24.43.1/node_modules/puppeteer-core/lib/esm/puppeteer/cdp/Extension.js</a:t>
            </a:r>
          </a:p>
          <a:p>
            <a:pPr>
              <a:defRPr sz="1200"/>
            </a:pPr>
            <a:r>
              <a:t>D:/pasar_fix/node_modules/.bun/puppeteer-core@24.43.1/node_modules/puppeteer-core/lib/esm/puppeteer/cdp/Extension.js.map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D:/pasar_fix/node_modules/.bun/puppeteer-core@24.43.1/node_modules/puppeteer-core/lib/esm/puppeteer/cdp/ExtensionTransport.d.ts</a:t>
            </a:r>
          </a:p>
          <a:p>
            <a:pPr>
              <a:defRPr sz="1200"/>
            </a:pPr>
            <a:r>
              <a:t>D:/pasar_fix/node_modules/.bun/puppeteer-core@24.43.1/node_modules/puppeteer-core/lib/esm/puppeteer/cdp/ExtensionTransport.d.ts.map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D:/pasar_fix/node_modules/.bun/puppeteer-core@24.43.1/node_modules/puppeteer-core/lib/esm/puppeteer/cdp/ExtensionTransport.js</a:t>
            </a:r>
          </a:p>
          <a:p>
            <a:pPr>
              <a:defRPr sz="1200"/>
            </a:pPr>
            <a:r>
              <a:t>D:/pasar_fix/node_modules/.bun/puppeteer-core@24.43.1/node_modules/puppeteer-core/lib/esm/puppeteer/cdp/ExtensionTransport.js.map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D:/pasar_fix/node_modules/.bun/puppeteer-core@24.43.1/node_modules/puppeteer-core/lib/esm/puppeteer/cdp/Frame.d.ts</a:t>
            </a:r>
          </a:p>
          <a:p>
            <a:pPr>
              <a:defRPr sz="1200"/>
            </a:pPr>
            <a:r>
              <a:t>D:/pasar_fix/node_modules/.bun/puppeteer-core@24.43.1/node_modules/puppeteer-core/lib/esm/puppeteer/cdp/Frame.d.ts.map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D:/pasar_fix/node_modules/.bun/puppeteer-core@24.43.1/node_modules/puppeteer-core/lib/esm/puppeteer/cdp/Frame.js</a:t>
            </a:r>
          </a:p>
          <a:p>
            <a:pPr>
              <a:defRPr sz="1200"/>
            </a:pPr>
            <a:r>
              <a:t>D:/pasar_fix/node_modules/.bun/puppeteer-core@24.43.1/node_modules/puppeteer-core/lib/esm/puppeteer/cdp/Frame.js.map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D:/pasar_fix/node_modules/.bun/puppeteer-core@24.43.1/node_modules/puppeteer-core/lib/esm/puppeteer/cdp/FrameManager.d.ts</a:t>
            </a:r>
          </a:p>
          <a:p>
            <a:pPr>
              <a:defRPr sz="1200"/>
            </a:pPr>
            <a:r>
              <a:t>D:/pasar_fix/node_modules/.bun/puppeteer-core@24.43.1/node_modules/puppeteer-core/lib/esm/puppeteer/cdp/FrameManager.d.ts.map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D:/pasar_fix/node_modules/.bun/puppeteer-core@24.43.1/node_modules/puppeteer-core/lib/esm/puppeteer/cdp/FrameManager.js</a:t>
            </a:r>
          </a:p>
          <a:p>
            <a:pPr>
              <a:defRPr sz="1200"/>
            </a:pPr>
            <a:r>
              <a:t>D:/pasar_fix/node_modules/.bun/puppeteer-core@24.43.1/node_modules/puppeteer-core/lib/esm/puppeteer/cdp/FrameManager.js.map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D:/pasar_fix/node_modules/.bun/puppeteer-core@24.43.1/node_modules/puppeteer-core/lib/esm/puppeteer/cdp/FrameManagerEvents.d.ts</a:t>
            </a:r>
          </a:p>
          <a:p>
            <a:pPr>
              <a:defRPr sz="1200"/>
            </a:pPr>
            <a:r>
              <a:t>D:/pasar_fix/node_modules/.bun/puppeteer-core@24.43.1/node_modules/puppeteer-core/lib/esm/puppeteer/cdp/FrameManagerEvents.d.ts.map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D:/pasar_fix/node_modules/.bun/puppeteer-core@24.43.1/node_modules/puppeteer-core/lib/esm/puppeteer/cdp/FrameManagerEvents.js</a:t>
            </a:r>
          </a:p>
          <a:p>
            <a:pPr>
              <a:defRPr sz="1200"/>
            </a:pPr>
            <a:r>
              <a:t>D:/pasar_fix/node_modules/.bun/puppeteer-core@24.43.1/node_modules/puppeteer-core/lib/esm/puppeteer/cdp/FrameManagerEvents.js.map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D:/pasar_fix/node_modules/.bun/puppeteer-core@24.43.1/node_modules/puppeteer-core/lib/esm/puppeteer/cdp/FrameTree.d.ts</a:t>
            </a:r>
          </a:p>
          <a:p>
            <a:pPr>
              <a:defRPr sz="1200"/>
            </a:pPr>
            <a:r>
              <a:t>D:/pasar_fix/node_modules/.bun/puppeteer-core@24.43.1/node_modules/puppeteer-core/lib/esm/puppeteer/cdp/FrameTree.d.ts.map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D:/pasar_fix/node_modules/.bun/puppeteer-core@24.43.1/node_modules/puppeteer-core/lib/esm/puppeteer/cdp/FrameTree.js</a:t>
            </a:r>
          </a:p>
          <a:p>
            <a:pPr>
              <a:defRPr sz="1200"/>
            </a:pPr>
            <a:r>
              <a:t>D:/pasar_fix/node_modules/.bun/puppeteer-core@24.43.1/node_modules/puppeteer-core/lib/esm/puppeteer/cdp/FrameTree.js.map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D:/pasar_fix/node_modules/.bun/puppeteer-core@24.43.1/node_modules/puppeteer-core/lib/esm/puppeteer/cdp/HTTPRequest.d.ts</a:t>
            </a:r>
          </a:p>
          <a:p>
            <a:pPr>
              <a:defRPr sz="1200"/>
            </a:pPr>
            <a:r>
              <a:t>D:/pasar_fix/node_modules/.bun/puppeteer-core@24.43.1/node_modules/puppeteer-core/lib/esm/puppeteer/cdp/HTTPRequest.d.ts.map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D:/pasar_fix/node_modules/.bun/puppeteer-core@24.43.1/node_modules/puppeteer-core/lib/esm/puppeteer/cdp/HTTPRequest.js</a:t>
            </a:r>
          </a:p>
          <a:p>
            <a:pPr>
              <a:defRPr sz="1200"/>
            </a:pPr>
            <a:r>
              <a:t>D:/pasar_fix/node_modules/.bun/puppeteer-core@24.43.1/node_modules/puppeteer-core/lib/esm/puppeteer/cdp/HTTPRequest.js.map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D:/pasar_fix/node_modules/.bun/puppeteer-core@24.43.1/node_modules/puppeteer-core/lib/esm/puppeteer/cdp/HTTPResponse.d.ts</a:t>
            </a:r>
          </a:p>
          <a:p>
            <a:pPr>
              <a:defRPr sz="1200"/>
            </a:pPr>
            <a:r>
              <a:t>D:/pasar_fix/node_modules/.bun/puppeteer-core@24.43.1/node_modules/puppeteer-core/lib/esm/puppeteer/cdp/HTTPResponse.d.ts.map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D:/pasar_fix/node_modules/.bun/puppeteer-core@24.43.1/node_modules/puppeteer-core/lib/esm/puppeteer/cdp/HTTPResponse.js</a:t>
            </a:r>
          </a:p>
          <a:p>
            <a:pPr>
              <a:defRPr sz="1200"/>
            </a:pPr>
            <a:r>
              <a:t>D:/pasar_fix/node_modules/.bun/puppeteer-core@24.43.1/node_modules/puppeteer-core/lib/esm/puppeteer/cdp/HTTPResponse.js.map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D:/pasar_fix/node_modules/.bun/puppeteer-core@24.43.1/node_modules/puppeteer-core/lib/esm/puppeteer/cdp/Input.d.ts</a:t>
            </a:r>
          </a:p>
          <a:p>
            <a:pPr>
              <a:defRPr sz="1200"/>
            </a:pPr>
            <a:r>
              <a:t>D:/pasar_fix/node_modules/.bun/puppeteer-core@24.43.1/node_modules/puppeteer-core/lib/esm/puppeteer/cdp/Input.d.ts.map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D:/pasar_fix/node_modules/.bun/puppeteer-core@24.43.1/node_modules/puppeteer-core/lib/esm/puppeteer/cdp/Input.js</a:t>
            </a:r>
          </a:p>
          <a:p>
            <a:pPr>
              <a:defRPr sz="1200"/>
            </a:pPr>
            <a:r>
              <a:t>D:/pasar_fix/node_modules/.bun/puppeteer-core@24.43.1/node_modules/puppeteer-core/lib/esm/puppeteer/cdp/Input.js.map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D:/pasar_fix/node_modules/.bun/puppeteer-core@24.43.1/node_modules/puppeteer-core/lib/esm/puppeteer/cdp/IsolatedWorld.d.ts</a:t>
            </a:r>
          </a:p>
          <a:p>
            <a:pPr>
              <a:defRPr sz="1200"/>
            </a:pPr>
            <a:r>
              <a:t>D:/pasar_fix/node_modules/.bun/puppeteer-core@24.43.1/node_modules/puppeteer-core/lib/esm/puppeteer/cdp/IsolatedWorld.d.ts.map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D:/pasar_fix/node_modules/.bun/puppeteer-core@24.43.1/node_modules/puppeteer-core/lib/esm/puppeteer/cdp/IsolatedWorld.js</a:t>
            </a:r>
          </a:p>
          <a:p>
            <a:pPr>
              <a:defRPr sz="1200"/>
            </a:pPr>
            <a:r>
              <a:t>D:/pasar_fix/node_modules/.bun/puppeteer-core@24.43.1/node_modules/puppeteer-core/lib/esm/puppeteer/cdp/IsolatedWorld.js.map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D:/pasar_fix/node_modules/.bun/puppeteer-core@24.43.1/node_modules/puppeteer-core/lib/esm/puppeteer/cdp/IsolatedWorlds.d.ts</a:t>
            </a:r>
          </a:p>
          <a:p>
            <a:pPr>
              <a:defRPr sz="1200"/>
            </a:pPr>
            <a:r>
              <a:t>D:/pasar_fix/node_modules/.bun/puppeteer-core@24.43.1/node_modules/puppeteer-core/lib/esm/puppeteer/cdp/IsolatedWorlds.d.ts.map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D:/pasar_fix/node_modules/.bun/puppeteer-core@24.43.1/node_modules/puppeteer-core/lib/esm/puppeteer/cdp/IsolatedWorlds.js</a:t>
            </a:r>
          </a:p>
          <a:p>
            <a:pPr>
              <a:defRPr sz="1200"/>
            </a:pPr>
            <a:r>
              <a:t>D:/pasar_fix/node_modules/.bun/puppeteer-core@24.43.1/node_modules/puppeteer-core/lib/esm/puppeteer/cdp/IsolatedWorlds.js.map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D:/pasar_fix/node_modules/.bun/puppeteer-core@24.43.1/node_modules/puppeteer-core/lib/esm/puppeteer/cdp/JSHandle.d.ts</a:t>
            </a:r>
          </a:p>
          <a:p>
            <a:pPr>
              <a:defRPr sz="1200"/>
            </a:pPr>
            <a:r>
              <a:t>D:/pasar_fix/node_modules/.bun/puppeteer-core@24.43.1/node_modules/puppeteer-core/lib/esm/puppeteer/cdp/JSHandle.d.ts.map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D:/pasar_fix/node_modules/.bun/puppeteer-core@24.43.1/node_modules/puppeteer-core/lib/esm/puppeteer/cdp/JSHandle.js</a:t>
            </a:r>
          </a:p>
          <a:p>
            <a:pPr>
              <a:defRPr sz="1200"/>
            </a:pPr>
            <a:r>
              <a:t>D:/pasar_fix/node_modules/.bun/puppeteer-core@24.43.1/node_modules/puppeteer-core/lib/esm/puppeteer/cdp/JSHandle.js.map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D:/pasar_fix/node_modules/.bun/puppeteer-core@24.43.1/node_modules/puppeteer-core/lib/esm/puppeteer/cdp/LifecycleWatcher.d.ts</a:t>
            </a:r>
          </a:p>
          <a:p>
            <a:pPr>
              <a:defRPr sz="1200"/>
            </a:pPr>
            <a:r>
              <a:t>D:/pasar_fix/node_modules/.bun/puppeteer-core@24.43.1/node_modules/puppeteer-core/lib/esm/puppeteer/cdp/LifecycleWatcher.d.ts.map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D:/pasar_fix/node_modules/.bun/puppeteer-core@24.43.1/node_modules/puppeteer-core/lib/esm/puppeteer/cdp/LifecycleWatcher.js</a:t>
            </a:r>
          </a:p>
          <a:p>
            <a:pPr>
              <a:defRPr sz="1200"/>
            </a:pPr>
            <a:r>
              <a:t>D:/pasar_fix/node_modules/.bun/puppeteer-core@24.43.1/node_modules/puppeteer-core/lib/esm/puppeteer/cdp/LifecycleWatcher.js.map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D:/pasar_fix/node_modules/.bun/puppeteer-core@24.43.1/node_modules/puppeteer-core/lib/esm/puppeteer/cdp/NetworkEventManager.d.ts</a:t>
            </a:r>
          </a:p>
          <a:p>
            <a:pPr>
              <a:defRPr sz="1200"/>
            </a:pPr>
            <a:r>
              <a:t>D:/pasar_fix/node_modules/.bun/puppeteer-core@24.43.1/node_modules/puppeteer-core/lib/esm/puppeteer/cdp/NetworkEventManager.d.ts.map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D:/pasar_fix/node_modules/.bun/puppeteer-core@24.43.1/node_modules/puppeteer-core/lib/esm/puppeteer/cdp/NetworkEventManager.js</a:t>
            </a:r>
          </a:p>
          <a:p>
            <a:pPr>
              <a:defRPr sz="1200"/>
            </a:pPr>
            <a:r>
              <a:t>D:/pasar_fix/node_modules/.bun/puppeteer-core@24.43.1/node_modules/puppeteer-core/lib/esm/puppeteer/cdp/NetworkEventManager.js.map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D:/pasar_fix/node_modules/.bun/puppeteer-core@24.43.1/node_modules/puppeteer-core/lib/esm/puppeteer/cdp/NetworkManager.d.ts</a:t>
            </a:r>
          </a:p>
          <a:p>
            <a:pPr>
              <a:defRPr sz="1200"/>
            </a:pPr>
            <a:r>
              <a:t>D:/pasar_fix/node_modules/.bun/puppeteer-core@24.43.1/node_modules/puppeteer-core/lib/esm/puppeteer/cdp/NetworkManager.d.ts.map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D:/pasar_fix/node_modules/.bun/puppeteer-core@24.43.1/node_modules/puppeteer-core/lib/esm/puppeteer/cdp/NetworkManager.js</a:t>
            </a:r>
          </a:p>
          <a:p>
            <a:pPr>
              <a:defRPr sz="1200"/>
            </a:pPr>
            <a:r>
              <a:t>D:/pasar_fix/node_modules/.bun/puppeteer-core@24.43.1/node_modules/puppeteer-core/lib/esm/puppeteer/cdp/NetworkManager.js.map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D:/pasar_fix/node_modules/.bun/puppeteer-core@24.43.1/node_modules/puppeteer-core/lib/esm/puppeteer/cdp/Page.d.ts</a:t>
            </a:r>
          </a:p>
          <a:p>
            <a:pPr>
              <a:defRPr sz="1200"/>
            </a:pPr>
            <a:r>
              <a:t>D:/pasar_fix/node_modules/.bun/puppeteer-core@24.43.1/node_modules/puppeteer-core/lib/esm/puppeteer/cdp/Page.d.ts.map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D:/pasar_fix/node_modules/.bun/puppeteer-core@24.43.1/node_modules/puppeteer-core/lib/esm/puppeteer/cdp/Page.js</a:t>
            </a:r>
          </a:p>
          <a:p>
            <a:pPr>
              <a:defRPr sz="1200"/>
            </a:pPr>
            <a:r>
              <a:t>D:/pasar_fix/node_modules/.bun/puppeteer-core@24.43.1/node_modules/puppeteer-core/lib/esm/puppeteer/cdp/Page.js.map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D:/pasar_fix/node_modules/.bun/puppeteer-core@24.43.1/node_modules/puppeteer-core/lib/esm/puppeteer/cdp/PredefinedNetworkConditions.d.ts</a:t>
            </a:r>
          </a:p>
          <a:p>
            <a:pPr>
              <a:defRPr sz="1200"/>
            </a:pPr>
            <a:r>
              <a:t>D:/pasar_fix/node_modules/.bun/puppeteer-core@24.43.1/node_modules/puppeteer-core/lib/esm/puppeteer/cdp/PredefinedNetworkConditions.d.ts.map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D:/pasar_fix/node_modules/.bun/puppeteer-core@24.43.1/node_modules/puppeteer-core/lib/esm/puppeteer/cdp/PredefinedNetworkConditions.js</a:t>
            </a:r>
          </a:p>
          <a:p>
            <a:pPr>
              <a:defRPr sz="1200"/>
            </a:pPr>
            <a:r>
              <a:t>D:/pasar_fix/node_modules/.bun/puppeteer-core@24.43.1/node_modules/puppeteer-core/lib/esm/puppeteer/cdp/PredefinedNetworkConditions.js.map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D:/pasar_fix/node_modules/.bun/puppeteer-core@24.43.1/node_modules/puppeteer-core/lib/esm/puppeteer/cdp/Target.d.ts</a:t>
            </a:r>
          </a:p>
          <a:p>
            <a:pPr>
              <a:defRPr sz="1200"/>
            </a:pPr>
            <a:r>
              <a:t>D:/pasar_fix/node_modules/.bun/puppeteer-core@24.43.1/node_modules/puppeteer-core/lib/esm/puppeteer/cdp/Target.d.ts.map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D:/pasar_fix/node_modules/.bun/puppeteer-core@24.43.1/node_modules/puppeteer-core/lib/esm/puppeteer/cdp/Target.js</a:t>
            </a:r>
          </a:p>
          <a:p>
            <a:pPr>
              <a:defRPr sz="1200"/>
            </a:pPr>
            <a:r>
              <a:t>D:/pasar_fix/node_modules/.bun/puppeteer-core@24.43.1/node_modules/puppeteer-core/lib/esm/puppeteer/cdp/Target.js.map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D:/pasar_fix/node_modules/.bun/puppeteer-core@24.43.1/node_modules/puppeteer-core/lib/esm/puppeteer/cdp/TargetManageEvents.d.ts</a:t>
            </a:r>
          </a:p>
          <a:p>
            <a:pPr>
              <a:defRPr sz="1200"/>
            </a:pPr>
            <a:r>
              <a:t>D:/pasar_fix/node_modules/.bun/puppeteer-core@24.43.1/node_modules/puppeteer-core/lib/esm/puppeteer/cdp/TargetManageEvents.d.ts.map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D:/pasar_fix/node_modules/.bun/puppeteer-core@24.43.1/node_modules/puppeteer-core/lib/esm/puppeteer/cdp/TargetManageEvents.js</a:t>
            </a:r>
          </a:p>
          <a:p>
            <a:pPr>
              <a:defRPr sz="1200"/>
            </a:pPr>
            <a:r>
              <a:t>D:/pasar_fix/node_modules/.bun/puppeteer-core@24.43.1/node_modules/puppeteer-core/lib/esm/puppeteer/cdp/TargetManageEvents.js.map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D:/pasar_fix/node_modules/.bun/puppeteer-core@24.43.1/node_modules/puppeteer-core/lib/esm/puppeteer/cdp/TargetManager.d.ts</a:t>
            </a:r>
          </a:p>
          <a:p>
            <a:pPr>
              <a:defRPr sz="1200"/>
            </a:pPr>
            <a:r>
              <a:t>D:/pasar_fix/node_modules/.bun/puppeteer-core@24.43.1/node_modules/puppeteer-core/lib/esm/puppeteer/cdp/TargetManager.d.ts.map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D:/pasar_fix/node_modules/.bun/puppeteer-core@24.43.1/node_modules/puppeteer-core/lib/esm/puppeteer/cdp/TargetManager.js</a:t>
            </a:r>
          </a:p>
          <a:p>
            <a:pPr>
              <a:defRPr sz="1200"/>
            </a:pPr>
            <a:r>
              <a:t>D:/pasar_fix/node_modules/.bun/puppeteer-core@24.43.1/node_modules/puppeteer-core/lib/esm/puppeteer/cdp/TargetManager.js.map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D:/pasar_fix/node_modules/.bun/puppeteer-core@24.43.1/node_modules/puppeteer-core/lib/esm/puppeteer/cdp/Tracing.d.ts</a:t>
            </a:r>
          </a:p>
          <a:p>
            <a:pPr>
              <a:defRPr sz="1200"/>
            </a:pPr>
            <a:r>
              <a:t>D:/pasar_fix/node_modules/.bun/puppeteer-core@24.43.1/node_modules/puppeteer-core/lib/esm/puppeteer/cdp/Tracing.d.ts.map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D:/pasar_fix/node_modules/.bun/puppeteer-core@24.43.1/node_modules/puppeteer-core/lib/esm/puppeteer/cdp/Tracing.js</a:t>
            </a:r>
          </a:p>
          <a:p>
            <a:pPr>
              <a:defRPr sz="1200"/>
            </a:pPr>
            <a:r>
              <a:t>D:/pasar_fix/node_modules/.bun/puppeteer-core@24.43.1/node_modules/puppeteer-core/lib/esm/puppeteer/cdp/Tracing.js.map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D:/pasar_fix/node_modules/.bun/puppeteer-core@24.43.1/node_modules/puppeteer-core/lib/esm/puppeteer/cdp/utils.d.ts</a:t>
            </a:r>
          </a:p>
          <a:p>
            <a:pPr>
              <a:defRPr sz="1200"/>
            </a:pPr>
            <a:r>
              <a:t>D:/pasar_fix/node_modules/.bun/puppeteer-core@24.43.1/node_modules/puppeteer-core/lib/esm/puppeteer/cdp/utils.d.ts.map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D:/pasar_fix/node_modules/.bun/puppeteer-core@24.43.1/node_modules/puppeteer-core/lib/esm/puppeteer/cdp/utils.js</a:t>
            </a:r>
          </a:p>
          <a:p>
            <a:pPr>
              <a:defRPr sz="1200"/>
            </a:pPr>
            <a:r>
              <a:t>D:/pasar_fix/node_modules/.bun/puppeteer-core@24.43.1/node_modules/puppeteer-core/lib/esm/puppeteer/cdp/utils.js.map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D:/pasar_fix/node_modules/.bun/puppeteer-core@24.43.1/node_modules/puppeteer-core/lib/esm/puppeteer/cdp/WebMCP.d.ts</a:t>
            </a:r>
          </a:p>
          <a:p>
            <a:pPr>
              <a:defRPr sz="1200"/>
            </a:pPr>
            <a:r>
              <a:t>D:/pasar_fix/node_modules/.bun/puppeteer-core@24.43.1/node_modules/puppeteer-core/lib/esm/puppeteer/cdp/WebMCP.d.ts.map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D:/pasar_fix/node_modules/.bun/puppeteer-core@24.43.1/node_modules/puppeteer-core/lib/esm/puppeteer/cdp/WebMCP.js</a:t>
            </a:r>
          </a:p>
          <a:p>
            <a:pPr>
              <a:defRPr sz="1200"/>
            </a:pPr>
            <a:r>
              <a:t>D:/pasar_fix/node_modules/.bun/puppeteer-core@24.43.1/node_modules/puppeteer-core/lib/esm/puppeteer/cdp/WebMCP.js.map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D:/pasar_fix/node_modules/.bun/puppeteer-core@24.43.1/node_modules/puppeteer-core/lib/esm/puppeteer/cdp/WebWorker.d.ts</a:t>
            </a:r>
          </a:p>
          <a:p>
            <a:pPr>
              <a:defRPr sz="1200"/>
            </a:pPr>
            <a:r>
              <a:t>D:/pasar_fix/node_modules/.bun/puppeteer-core@24.43.1/node_modules/puppeteer-core/lib/esm/puppeteer/cdp/WebWorker.d.ts.map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D:/pasar_fix/node_modules/.bun/puppeteer-core@24.43.1/node_modules/puppeteer-core/lib/esm/puppeteer/cdp/WebWorker.js</a:t>
            </a:r>
          </a:p>
          <a:p>
            <a:pPr>
              <a:defRPr sz="1200"/>
            </a:pPr>
            <a:r>
              <a:t>D:/pasar_fix/node_modules/.bun/puppeteer-core@24.43.1/node_modules/puppeteer-core/lib/esm/puppeteer/cdp/WebWorker.js.map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D:/pasar_fix/node_modules/.bun/puppeteer-core@24.43.1/node_modules/puppeteer-core/lib/esm/puppeteer/common/AriaQueryHandler.d.ts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D:/pasar_fix/node_modules/.bun/puppeteer-core@24.43.1/node_modules/puppeteer-core/lib/esm/puppeteer/common/AriaQueryHandler.d.ts.map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D:/pasar_fix/node_modules/.bun/puppeteer-core@24.43.1/node_modules/puppeteer-core/lib/esm/puppeteer/common/AriaQueryHandler.js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D:/pasar_fix/node_modules/.bun/puppeteer-core@24.43.1/node_modules/puppeteer-core/lib/esm/puppeteer/common/AriaQueryHandler.js.map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D:/pasar_fix/node_modules/.bun/puppeteer-core@24.43.1/node_modules/puppeteer-core/lib/esm/puppeteer/common/BrowserConnector.d.ts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D:/pasar_fix/node_modules/.bun/puppeteer-core@24.43.1/node_modules/puppeteer-core/lib/esm/puppeteer/common/BrowserConnector.d.ts.map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D:/pasar_fix/node_modules/.bun/puppeteer-core@24.43.1/node_modules/puppeteer-core/lib/esm/puppeteer/common/BrowserConnector.js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D:/pasar_fix/node_modules/.bun/puppeteer-core@24.43.1/node_modules/puppeteer-core/lib/esm/puppeteer/common/BrowserConnector.js.map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D:/pasar_fix/node_modules/.bun/puppeteer-core@24.43.1/node_modules/puppeteer-core/lib/esm/puppeteer/common/BrowserWebSocketTransport.d.ts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D:/pasar_fix/node_modules/.bun/puppeteer-core@24.43.1/node_modules/puppeteer-core/lib/esm/puppeteer/common/BrowserWebSocketTransport.d.ts.map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D:/pasar_fix/node_modules/.bun/puppeteer-core@24.43.1/node_modules/puppeteer-core/lib/esm/puppeteer/common/BrowserWebSocketTransport.js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D:/pasar_fix/node_modules/.bun/puppeteer-core@24.43.1/node_modules/puppeteer-core/lib/esm/puppeteer/common/BrowserWebSocketTransport.js.map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D:/pasar_fix/node_modules/.bun/puppeteer-core@24.43.1/node_modules/puppeteer-core/lib/esm/puppeteer/common/CallbackRegistry.d.ts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D:/pasar_fix/node_modules/.bun/puppeteer-core@24.43.1/node_modules/puppeteer-core/lib/esm/puppeteer/common/CallbackRegistry.d.ts.map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D:/pasar_fix/node_modules/.bun/puppeteer-core@24.43.1/node_modules/puppeteer-core/lib/esm/puppeteer/common/CallbackRegistry.js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D:/pasar_fix/node_modules/.bun/puppeteer-core@24.43.1/node_modules/puppeteer-core/lib/esm/puppeteer/common/CallbackRegistry.js.map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D:/pasar_fix/node_modules/.bun/puppeteer-core@24.43.1/node_modules/puppeteer-core/lib/esm/puppeteer/common/common.d.ts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D:/pasar_fix/node_modules/.bun/puppeteer-core@24.43.1/node_modules/puppeteer-core/lib/esm/puppeteer/common/common.d.ts.map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D:/pasar_fix/node_modules/.bun/puppeteer-core@24.43.1/node_modules/puppeteer-core/lib/esm/puppeteer/common/common.js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D:/pasar_fix/node_modules/.bun/puppeteer-core@24.43.1/node_modules/puppeteer-core/lib/esm/puppeteer/common/common.js.map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D:/pasar_fix/node_modules/.bun/puppeteer-core@24.43.1/node_modules/puppeteer-core/lib/esm/puppeteer/common/Configuration.d.ts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D:/pasar_fix/node_modules/.bun/puppeteer-core@24.43.1/node_modules/puppeteer-core/lib/esm/puppeteer/common/Configuration.d.ts.map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D:/pasar_fix/node_modules/.bun/puppeteer-core@24.43.1/node_modules/puppeteer-core/lib/esm/puppeteer/common/Configuration.js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D:/pasar_fix/node_modules/.bun/puppeteer-core@24.43.1/node_modules/puppeteer-core/lib/esm/puppeteer/common/Configuration.js.map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D:/pasar_fix/node_modules/.bun/puppeteer-core@24.43.1/node_modules/puppeteer-core/lib/esm/puppeteer/common/ConnectionTransport.d.ts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D:/pasar_fix/node_modules/.bun/puppeteer-core@24.43.1/node_modules/puppeteer-core/lib/esm/puppeteer/common/ConnectionTransport.d.ts.map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D:/pasar_fix/node_modules/.bun/puppeteer-core@24.43.1/node_modules/puppeteer-core/lib/esm/puppeteer/common/ConnectionTransport.js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D:/pasar_fix/node_modules/.bun/puppeteer-core@24.43.1/node_modules/puppeteer-core/lib/esm/puppeteer/common/ConnectionTransport.js.map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D:/pasar_fix/node_modules/.bun/puppeteer-core@24.43.1/node_modules/puppeteer-core/lib/esm/puppeteer/common/ConnectOptions.d.ts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D:/pasar_fix/node_modules/.bun/puppeteer-core@24.43.1/node_modules/puppeteer-core/lib/esm/puppeteer/common/ConnectOptions.d.ts.map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D:/pasar_fix/node_modules/.bun/puppeteer-core@24.43.1/node_modules/puppeteer-core/lib/esm/puppeteer/common/ConnectOptions.js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D:/pasar_fix/node_modules/.bun/puppeteer-core@24.43.1/node_modules/puppeteer-core/lib/esm/puppeteer/common/ConnectOptions.js.map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D:/pasar_fix/node_modules/.bun/puppeteer-core@24.43.1/node_modules/puppeteer-core/lib/esm/puppeteer/common/ConsoleMessage.d.ts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D:/pasar_fix/node_modules/.bun/puppeteer-core@24.43.1/node_modules/puppeteer-core/lib/esm/puppeteer/common/ConsoleMessage.d.ts.map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D:/pasar_fix/node_modules/.bun/puppeteer-core@24.43.1/node_modules/puppeteer-core/lib/esm/puppeteer/common/ConsoleMessage.js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D:/pasar_fix/node_modules/.bun/puppeteer-core@24.43.1/node_modules/puppeteer-core/lib/esm/puppeteer/common/ConsoleMessage.js.map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D:/pasar_fix/node_modules/.bun/puppeteer-core@24.43.1/node_modules/puppeteer-core/lib/esm/puppeteer/common/Cookie.d.ts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D:/pasar_fix/node_modules/.bun/puppeteer-core@24.43.1/node_modules/puppeteer-core/lib/esm/puppeteer/common/Cookie.d.ts.map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D:/pasar_fix/node_modules/.bun/puppeteer-core@24.43.1/node_modules/puppeteer-core/lib/esm/puppeteer/common/Cookie.js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D:/pasar_fix/node_modules/.bun/puppeteer-core@24.43.1/node_modules/puppeteer-core/lib/esm/puppeteer/common/Cookie.js.map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D:/pasar_fix/node_modules/.bun/puppeteer-core@24.43.1/node_modules/puppeteer-core/lib/esm/puppeteer/common/CSSQueryHandler.d.ts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D:/pasar_fix/node_modules/.bun/puppeteer-core@24.43.1/node_modules/puppeteer-core/lib/esm/puppeteer/common/CSSQueryHandler.d.ts.map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D:/pasar_fix/node_modules/.bun/puppeteer-core@24.43.1/node_modules/puppeteer-core/lib/esm/puppeteer/common/CSSQueryHandler.js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D:/pasar_fix/node_modules/.bun/puppeteer-core@24.43.1/node_modules/puppeteer-core/lib/esm/puppeteer/common/CSSQueryHandler.js.map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D:/pasar_fix/node_modules/.bun/puppeteer-core@24.43.1/node_modules/puppeteer-core/lib/esm/puppeteer/common/CustomQueryHandler.d.ts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D:/pasar_fix/node_modules/.bun/puppeteer-core@24.43.1/node_modules/puppeteer-core/lib/esm/puppeteer/common/CustomQueryHandler.d.ts.map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D:/pasar_fix/node_modules/.bun/puppeteer-core@24.43.1/node_modules/puppeteer-core/lib/esm/puppeteer/common/CustomQueryHandler.js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D:/pasar_fix/node_modules/.bun/puppeteer-core@24.43.1/node_modules/puppeteer-core/lib/esm/puppeteer/common/CustomQueryHandler.js.map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D:/pasar_fix/node_modules/.bun/puppeteer-core@24.43.1/node_modules/puppeteer-core/lib/esm/puppeteer/common/Debug.d.ts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D:/pasar_fix/node_modules/.bun/puppeteer-core@24.43.1/node_modules/puppeteer-core/lib/esm/puppeteer/common/Debug.d.ts.map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D:/pasar_fix/node_modules/.bun/puppeteer-core@24.43.1/node_modules/puppeteer-core/lib/esm/puppeteer/common/Debug.js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D:/pasar_fix/node_modules/.bun/puppeteer-core@24.43.1/node_modules/puppeteer-core/lib/esm/puppeteer/common/Debug.js.map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D:/pasar_fix/node_modules/.bun/puppeteer-core@24.43.1/node_modules/puppeteer-core/lib/esm/puppeteer/common/Device.d.ts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D:/pasar_fix/node_modules/.bun/puppeteer-core@24.43.1/node_modules/puppeteer-core/lib/esm/puppeteer/common/Device.d.ts.map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D:/pasar_fix/node_modules/.bun/puppeteer-core@24.43.1/node_modules/puppeteer-core/lib/esm/puppeteer/common/Device.js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D:/pasar_fix/node_modules/.bun/puppeteer-core@24.43.1/node_modules/puppeteer-core/lib/esm/puppeteer/common/Device.js.map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D:/pasar_fix/node_modules/.bun/puppeteer-core@24.43.1/node_modules/puppeteer-core/lib/esm/puppeteer/common/DownloadBehavior.d.ts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D:/pasar_fix/node_modules/.bun/puppeteer-core@24.43.1/node_modules/puppeteer-core/lib/esm/puppeteer/common/DownloadBehavior.d.ts.map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D:/pasar_fix/node_modules/.bun/puppeteer-core@24.43.1/node_modules/puppeteer-core/lib/esm/puppeteer/common/DownloadBehavior.js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D:/pasar_fix/node_modules/.bun/puppeteer-core@24.43.1/node_modules/puppeteer-core/lib/esm/puppeteer/common/DownloadBehavior.js.map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D:/pasar_fix/node_modules/.bun/puppeteer-core@24.43.1/node_modules/puppeteer-core/lib/esm/puppeteer/common/Errors.d.ts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D:/pasar_fix/node_modules/.bun/puppeteer-core@24.43.1/node_modules/puppeteer-core/lib/esm/puppeteer/common/Errors.d.ts.map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D:/pasar_fix/node_modules/.bun/puppeteer-core@24.43.1/node_modules/puppeteer-core/lib/esm/puppeteer/common/Errors.js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D:/pasar_fix/node_modules/.bun/puppeteer-core@24.43.1/node_modules/puppeteer-core/lib/esm/puppeteer/common/Errors.js.map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D:/pasar_fix/node_modules/.bun/puppeteer-core@24.43.1/node_modules/puppeteer-core/lib/esm/puppeteer/common/EventEmitter.d.ts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D:/pasar_fix/node_modules/.bun/puppeteer-core@24.43.1/node_modules/puppeteer-core/lib/esm/puppeteer/common/EventEmitter.d.ts.map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D:/pasar_fix/node_modules/.bun/puppeteer-core@24.43.1/node_modules/puppeteer-core/lib/esm/puppeteer/common/EventEmitter.js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D:/pasar_fix/node_modules/.bun/puppeteer-core@24.43.1/node_modules/puppeteer-core/lib/esm/puppeteer/common/EventEmitter.js.map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D:/pasar_fix/node_modules/.bun/puppeteer-core@24.43.1/node_modules/puppeteer-core/lib/esm/puppeteer/common/FileChooser.d.ts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D:/pasar_fix/node_modules/.bun/puppeteer-core@24.43.1/node_modules/puppeteer-core/lib/esm/puppeteer/common/FileChooser.d.ts.map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D:/pasar_fix/node_modules/.bun/puppeteer-core@24.43.1/node_modules/puppeteer-core/lib/esm/puppeteer/common/FileChooser.js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D:/pasar_fix/node_modules/.bun/puppeteer-core@24.43.1/node_modules/puppeteer-core/lib/esm/puppeteer/common/FileChooser.js.map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D:/pasar_fix/node_modules/.bun/puppeteer-core@24.43.1/node_modules/puppeteer-core/lib/esm/puppeteer/common/GetQueryHandler.d.ts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D:/pasar_fix/node_modules/.bun/puppeteer-core@24.43.1/node_modules/puppeteer-core/lib/esm/puppeteer/common/GetQueryHandler.d.ts.map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D:/pasar_fix/node_modules/.bun/puppeteer-core@24.43.1/node_modules/puppeteer-core/lib/esm/puppeteer/common/GetQueryHandler.js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D:/pasar_fix/node_modules/.bun/puppeteer-core@24.43.1/node_modules/puppeteer-core/lib/esm/puppeteer/common/GetQueryHandler.js.map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D:/pasar_fix/node_modules/.bun/puppeteer-core@24.43.1/node_modules/puppeteer-core/lib/esm/puppeteer/common/HandleIterator.d.ts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D:/pasar_fix/node_modules/.bun/puppeteer-core@24.43.1/node_modules/puppeteer-core/lib/esm/puppeteer/common/HandleIterator.d.ts.map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D:/pasar_fix/node_modules/.bun/puppeteer-core@24.43.1/node_modules/puppeteer-core/lib/esm/puppeteer/common/HandleIterator.js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D:/pasar_fix/node_modules/.bun/puppeteer-core@24.43.1/node_modules/puppeteer-core/lib/esm/puppeteer/common/HandleIterator.js.map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D:/pasar_fix/node_modules/.bun/puppeteer-core@24.43.1/node_modules/puppeteer-core/lib/esm/puppeteer/common/LazyArg.d.ts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D:/pasar_fix/node_modules/.bun/puppeteer-core@24.43.1/node_modules/puppeteer-core/lib/esm/puppeteer/common/LazyArg.d.ts.map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D:/pasar_fix/node_modules/.bun/puppeteer-core@24.43.1/node_modules/puppeteer-core/lib/esm/puppeteer/common/LazyArg.js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D:/pasar_fix/node_modules/.bun/puppeteer-core@24.43.1/node_modules/puppeteer-core/lib/esm/puppeteer/common/LazyArg.js.map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D:/pasar_fix/node_modules/.bun/puppeteer-core@24.43.1/node_modules/puppeteer-core/lib/esm/puppeteer/common/NetworkManagerEvents.d.ts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D:/pasar_fix/node_modules/.bun/puppeteer-core@24.43.1/node_modules/puppeteer-core/lib/esm/puppeteer/common/NetworkManagerEvents.d.ts.map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D:/pasar_fix/node_modules/.bun/puppeteer-core@24.43.1/node_modules/puppeteer-core/lib/esm/puppeteer/common/NetworkManagerEvents.js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D:/pasar_fix/node_modules/.bun/puppeteer-core@24.43.1/node_modules/puppeteer-core/lib/esm/puppeteer/common/NetworkManagerEvents.js.map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D:/pasar_fix/node_modules/.bun/puppeteer-core@24.43.1/node_modules/puppeteer-core/lib/esm/puppeteer/common/PDFOptions.d.ts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D:/pasar_fix/node_modules/.bun/puppeteer-core@24.43.1/node_modules/puppeteer-core/lib/esm/puppeteer/common/PDFOptions.d.ts.map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D:/pasar_fix/node_modules/.bun/puppeteer-core@24.43.1/node_modules/puppeteer-core/lib/esm/puppeteer/common/PDFOptions.js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D:/pasar_fix/node_modules/.bun/puppeteer-core@24.43.1/node_modules/puppeteer-core/lib/esm/puppeteer/common/PDFOptions.js.map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D:/pasar_fix/node_modules/.bun/puppeteer-core@24.43.1/node_modules/puppeteer-core/lib/esm/puppeteer/common/PierceQueryHandler.d.ts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D:/pasar_fix/node_modules/.bun/puppeteer-core@24.43.1/node_modules/puppeteer-core/lib/esm/puppeteer/common/PierceQueryHandler.d.ts.map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D:/pasar_fix/node_modules/.bun/puppeteer-core@24.43.1/node_modules/puppeteer-core/lib/esm/puppeteer/common/PierceQueryHandler.js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D:/pasar_fix/node_modules/.bun/puppeteer-core@24.43.1/node_modules/puppeteer-core/lib/esm/puppeteer/common/PierceQueryHandler.js.map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D:/pasar_fix/node_modules/.bun/puppeteer-core@24.43.1/node_modules/puppeteer-core/lib/esm/puppeteer/common/PQueryHandler.d.ts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D:/pasar_fix/node_modules/.bun/puppeteer-core@24.43.1/node_modules/puppeteer-core/lib/esm/puppeteer/common/PQueryHandler.d.ts.map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D:/pasar_fix/node_modules/.bun/puppeteer-core@24.43.1/node_modules/puppeteer-core/lib/esm/puppeteer/common/PQueryHandler.js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D:/pasar_fix/node_modules/.bun/puppeteer-core@24.43.1/node_modules/puppeteer-core/lib/esm/puppeteer/common/PQueryHandler.js.map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D:/pasar_fix/node_modules/.bun/puppeteer-core@24.43.1/node_modules/puppeteer-core/lib/esm/puppeteer/common/PSelectorParser.d.ts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D:/pasar_fix/node_modules/.bun/puppeteer-core@24.43.1/node_modules/puppeteer-core/lib/esm/puppeteer/common/PSelectorParser.d.ts.map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D:/pasar_fix/node_modules/.bun/puppeteer-core@24.43.1/node_modules/puppeteer-core/lib/esm/puppeteer/common/PSelectorParser.js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D:/pasar_fix/node_modules/.bun/puppeteer-core@24.43.1/node_modules/puppeteer-core/lib/esm/puppeteer/common/PSelectorParser.js.map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D:/pasar_fix/node_modules/.bun/puppeteer-core@24.43.1/node_modules/puppeteer-core/lib/esm/puppeteer/common/Puppeteer.d.ts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D:/pasar_fix/node_modules/.bun/puppeteer-core@24.43.1/node_modules/puppeteer-core/lib/esm/puppeteer/common/Puppeteer.d.ts.map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D:/pasar_fix/node_modules/.bun/puppeteer-core@24.43.1/node_modules/puppeteer-core/lib/esm/puppeteer/common/Puppeteer.js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D:/pasar_fix/node_modules/.bun/puppeteer-core@24.43.1/node_modules/puppeteer-core/lib/esm/puppeteer/common/Puppeteer.js.map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D:/pasar_fix/node_modules/.bun/puppeteer-core@24.43.1/node_modules/puppeteer-core/lib/esm/puppeteer/common/QueryHandler.d.ts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D:/pasar_fix/node_modules/.bun/puppeteer-core@24.43.1/node_modules/puppeteer-core/lib/esm/puppeteer/common/QueryHandler.d.ts.map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D:/pasar_fix/node_modules/.bun/puppeteer-core@24.43.1/node_modules/puppeteer-core/lib/esm/puppeteer/common/QueryHandler.js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D:/pasar_fix/node_modules/.bun/puppeteer-core@24.43.1/node_modules/puppeteer-core/lib/esm/puppeteer/common/QueryHandler.js.map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D:/pasar_fix/node_modules/.bun/puppeteer-core@24.43.1/node_modules/puppeteer-core/lib/esm/puppeteer/common/ScriptInjector.d.ts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D:/pasar_fix/node_modules/.bun/puppeteer-core@24.43.1/node_modules/puppeteer-core/lib/esm/puppeteer/common/ScriptInjector.d.ts.map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D:/pasar_fix/node_modules/.bun/puppeteer-core@24.43.1/node_modules/puppeteer-core/lib/esm/puppeteer/common/ScriptInjector.js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D:/pasar_fix/node_modules/.bun/puppeteer-core@24.43.1/node_modules/puppeteer-core/lib/esm/puppeteer/common/ScriptInjector.js.map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D:/pasar_fix/node_modules/.bun/puppeteer-core@24.43.1/node_modules/puppeteer-core/lib/esm/puppeteer/common/SecurityDetails.d.ts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D:/pasar_fix/node_modules/.bun/puppeteer-core@24.43.1/node_modules/puppeteer-core/lib/esm/puppeteer/common/SecurityDetails.d.ts.map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D:/pasar_fix/node_modules/.bun/puppeteer-core@24.43.1/node_modules/puppeteer-core/lib/esm/puppeteer/common/SecurityDetails.js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D:/pasar_fix/node_modules/.bun/puppeteer-core@24.43.1/node_modules/puppeteer-core/lib/esm/puppeteer/common/SecurityDetails.js.map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D:/pasar_fix/node_modules/.bun/puppeteer-core@24.43.1/node_modules/puppeteer-core/lib/esm/puppeteer/common/SupportedBrowser.d.ts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D:/pasar_fix/node_modules/.bun/puppeteer-core@24.43.1/node_modules/puppeteer-core/lib/esm/puppeteer/common/SupportedBrowser.d.ts.map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D:/pasar_fix/node_modules/.bun/puppeteer-core@24.43.1/node_modules/puppeteer-core/lib/esm/puppeteer/common/SupportedBrowser.js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D:/pasar_fix/node_modules/.bun/puppeteer-core@24.43.1/node_modules/puppeteer-core/lib/esm/puppeteer/common/SupportedBrowser.js.map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D:/pasar_fix/node_modules/.bun/puppeteer-core@24.43.1/node_modules/puppeteer-core/lib/esm/puppeteer/common/TaskQueue.d.ts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D:/pasar_fix/node_modules/.bun/puppeteer-core@24.43.1/node_modules/puppeteer-core/lib/esm/puppeteer/common/TaskQueue.d.ts.map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D:/pasar_fix/node_modules/.bun/puppeteer-core@24.43.1/node_modules/puppeteer-core/lib/esm/puppeteer/common/TaskQueue.js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D:/pasar_fix/node_modules/.bun/puppeteer-core@24.43.1/node_modules/puppeteer-core/lib/esm/puppeteer/common/TaskQueue.js.map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D:/pasar_fix/node_modules/.bun/puppeteer-core@24.43.1/node_modules/puppeteer-core/lib/esm/puppeteer/common/TextQueryHandler.d.ts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D:/pasar_fix/node_modules/.bun/puppeteer-core@24.43.1/node_modules/puppeteer-core/lib/esm/puppeteer/common/TextQueryHandler.d.ts.map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D:/pasar_fix/node_modules/.bun/puppeteer-core@24.43.1/node_modules/puppeteer-core/lib/esm/puppeteer/common/TextQueryHandler.js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D:/pasar_fix/node_modules/.bun/puppeteer-core@24.43.1/node_modules/puppeteer-core/lib/esm/puppeteer/common/TextQueryHandler.js.map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D:/pasar_fix/node_modules/.bun/puppeteer-core@24.43.1/node_modules/puppeteer-core/lib/esm/puppeteer/common/TimeoutSettings.d.ts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D:/pasar_fix/node_modules/.bun/puppeteer-core@24.43.1/node_modules/puppeteer-core/lib/esm/puppeteer/common/TimeoutSettings.d.ts.map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D:/pasar_fix/node_modules/.bun/puppeteer-core@24.43.1/node_modules/puppeteer-core/lib/esm/puppeteer/common/TimeoutSettings.js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D:/pasar_fix/node_modules/.bun/puppeteer-core@24.43.1/node_modules/puppeteer-core/lib/esm/puppeteer/common/TimeoutSettings.js.map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D:/pasar_fix/node_modules/.bun/puppeteer-core@24.43.1/node_modules/puppeteer-core/lib/esm/puppeteer/common/types.d.ts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D:/pasar_fix/node_modules/.bun/puppeteer-core@24.43.1/node_modules/puppeteer-core/lib/esm/puppeteer/common/types.d.ts.map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D:/pasar_fix/node_modules/.bun/puppeteer-core@24.43.1/node_modules/puppeteer-core/lib/esm/puppeteer/common/types.js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D:/pasar_fix/node_modules/.bun/puppeteer-core@24.43.1/node_modules/puppeteer-core/lib/esm/puppeteer/common/types.js.map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D:/pasar_fix/node_modules/.bun/puppeteer-core@24.43.1/node_modules/puppeteer-core/lib/esm/puppeteer/common/USKeyboardLayout.d.ts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D:/pasar_fix/node_modules/.bun/puppeteer-core@24.43.1/node_modules/puppeteer-core/lib/esm/puppeteer/common/USKeyboardLayout.d.ts.map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D:/pasar_fix/node_modules/.bun/puppeteer-core@24.43.1/node_modules/puppeteer-core/lib/esm/puppeteer/common/USKeyboardLayout.js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D:/pasar_fix/node_modules/.bun/puppeteer-core@24.43.1/node_modules/puppeteer-core/lib/esm/puppeteer/common/USKeyboardLayout.js.map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D:/pasar_fix/node_modules/.bun/puppeteer-core@24.43.1/node_modules/puppeteer-core/lib/esm/puppeteer/common/util.d.ts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D:/pasar_fix/node_modules/.bun/puppeteer-core@24.43.1/node_modules/puppeteer-core/lib/esm/puppeteer/common/util.d.ts.map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D:/pasar_fix/node_modules/.bun/puppeteer-core@24.43.1/node_modules/puppeteer-core/lib/esm/puppeteer/common/util.js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D:/pasar_fix/node_modules/.bun/puppeteer-core@24.43.1/node_modules/puppeteer-core/lib/esm/puppeteer/common/util.js.map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D:/pasar_fix/node_modules/.bun/puppeteer-core@24.43.1/node_modules/puppeteer-core/lib/esm/puppeteer/common/Viewport.d.ts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D:/pasar_fix/node_modules/.bun/puppeteer-core@24.43.1/node_modules/puppeteer-core/lib/esm/puppeteer/common/Viewport.d.ts.map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D:/pasar_fix/node_modules/.bun/puppeteer-core@24.43.1/node_modules/puppeteer-core/lib/esm/puppeteer/common/Viewport.js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D:/pasar_fix/node_modules/.bun/puppeteer-core@24.43.1/node_modules/puppeteer-core/lib/esm/puppeteer/common/Viewport.js.map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D:/pasar_fix/node_modules/.bun/puppeteer-core@24.43.1/node_modules/puppeteer-core/lib/esm/puppeteer/common/WaitTask.d.ts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D:/pasar_fix/node_modules/.bun/puppeteer-core@24.43.1/node_modules/puppeteer-core/lib/esm/puppeteer/common/WaitTask.d.ts.map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D:/pasar_fix/node_modules/.bun/puppeteer-core@24.43.1/node_modules/puppeteer-core/lib/esm/puppeteer/common/WaitTask.js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D:/pasar_fix/node_modules/.bun/puppeteer-core@24.43.1/node_modules/puppeteer-core/lib/esm/puppeteer/common/WaitTask.js.map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D:/pasar_fix/node_modules/.bun/puppeteer-core@24.43.1/node_modules/puppeteer-core/lib/esm/puppeteer/common/XPathQueryHandler.d.ts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D:/pasar_fix/node_modules/.bun/puppeteer-core@24.43.1/node_modules/puppeteer-core/lib/esm/puppeteer/common/XPathQueryHandler.d.ts.map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D:/pasar_fix/node_modules/.bun/puppeteer-core@24.43.1/node_modules/puppeteer-core/lib/esm/puppeteer/common/XPathQueryHandler.js</a:t>
            </a:r>
          </a:p>
          <a:p>
            <a:pPr>
              <a:defRPr sz="1200"/>
            </a:pPr>
            <a:r>
              <a:t>D:/pasar_fix/node_modules/.bun/puppeteer-core@24.43.1/node_modules/puppeteer-core/lib/esm/puppeteer/common/XPathQueryHandler.js.map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D:/pasar_fix/node_modules/.bun/puppeteer-core@24.43.1/node_modules/puppeteer-core/lib/esm/puppeteer/generated/injected.d.ts</a:t>
            </a:r>
          </a:p>
          <a:p>
            <a:pPr>
              <a:defRPr sz="1200"/>
            </a:pPr>
            <a:r>
              <a:t>D:/pasar_fix/node_modules/.bun/puppeteer-core@24.43.1/node_modules/puppeteer-core/lib/esm/puppeteer/generated/injected.d.ts.map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D:/pasar_fix/node_modules/.bun/puppeteer-core@24.43.1/node_modules/puppeteer-core/lib/esm/puppeteer/generated/injected.js</a:t>
            </a:r>
          </a:p>
          <a:p>
            <a:pPr>
              <a:defRPr sz="1200"/>
            </a:pPr>
            <a:r>
              <a:t>D:/pasar_fix/node_modules/.bun/puppeteer-core@24.43.1/node_modules/puppeteer-core/lib/esm/puppeteer/generated/injected.js.map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D:/pasar_fix/node_modules/.bun/puppeteer-core@24.43.1/node_modules/puppeteer-core/lib/esm/puppeteer/injected/ARIAQuerySelector.d.ts</a:t>
            </a:r>
          </a:p>
          <a:p>
            <a:pPr>
              <a:defRPr sz="1200"/>
            </a:pPr>
            <a:r>
              <a:t>D:/pasar_fix/node_modules/.bun/puppeteer-core@24.43.1/node_modules/puppeteer-core/lib/esm/puppeteer/injected/ARIAQuerySelector.d.ts.map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D:/pasar_fix/node_modules/.bun/puppeteer-core@24.43.1/node_modules/puppeteer-core/lib/esm/puppeteer/injected/ARIAQuerySelector.js</a:t>
            </a:r>
          </a:p>
          <a:p>
            <a:pPr>
              <a:defRPr sz="1200"/>
            </a:pPr>
            <a:r>
              <a:t>D:/pasar_fix/node_modules/.bun/puppeteer-core@24.43.1/node_modules/puppeteer-core/lib/esm/puppeteer/injected/ARIAQuerySelector.js.map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D:/pasar_fix/node_modules/.bun/puppeteer-core@24.43.1/node_modules/puppeteer-core/lib/esm/puppeteer/injected/CSSSelector.d.ts</a:t>
            </a:r>
          </a:p>
          <a:p>
            <a:pPr>
              <a:defRPr sz="1200"/>
            </a:pPr>
            <a:r>
              <a:t>D:/pasar_fix/node_modules/.bun/puppeteer-core@24.43.1/node_modules/puppeteer-core/lib/esm/puppeteer/injected/CSSSelector.d.ts.map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D:/pasar_fix/node_modules/.bun/puppeteer-core@24.43.1/node_modules/puppeteer-core/lib/esm/puppeteer/injected/CSSSelector.js</a:t>
            </a:r>
          </a:p>
          <a:p>
            <a:pPr>
              <a:defRPr sz="1200"/>
            </a:pPr>
            <a:r>
              <a:t>D:/pasar_fix/node_modules/.bun/puppeteer-core@24.43.1/node_modules/puppeteer-core/lib/esm/puppeteer/injected/CSSSelector.js.map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D:/pasar_fix/node_modules/.bun/puppeteer-core@24.43.1/node_modules/puppeteer-core/lib/esm/puppeteer/injected/CustomQuerySelector.d.ts</a:t>
            </a:r>
          </a:p>
          <a:p>
            <a:pPr>
              <a:defRPr sz="1200"/>
            </a:pPr>
            <a:r>
              <a:t>D:/pasar_fix/node_modules/.bun/puppeteer-core@24.43.1/node_modules/puppeteer-core/lib/esm/puppeteer/injected/CustomQuerySelector.d.ts.map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D:/pasar_fix/node_modules/.bun/puppeteer-core@24.43.1/node_modules/puppeteer-core/lib/esm/puppeteer/injected/CustomQuerySelector.js</a:t>
            </a:r>
          </a:p>
          <a:p>
            <a:pPr>
              <a:defRPr sz="1200"/>
            </a:pPr>
            <a:r>
              <a:t>D:/pasar_fix/node_modules/.bun/puppeteer-core@24.43.1/node_modules/puppeteer-core/lib/esm/puppeteer/injected/CustomQuerySelector.js.map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D:/pasar_fix/node_modules/.bun/puppeteer-core@24.43.1/node_modules/puppeteer-core/lib/esm/puppeteer/injected/injected.d.ts</a:t>
            </a:r>
          </a:p>
          <a:p>
            <a:pPr>
              <a:defRPr sz="1200"/>
            </a:pPr>
            <a:r>
              <a:t>D:/pasar_fix/node_modules/.bun/puppeteer-core@24.43.1/node_modules/puppeteer-core/lib/esm/puppeteer/injected/injected.d.ts.map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D:/pasar_fix/node_modules/.bun/puppeteer-core@24.43.1/node_modules/puppeteer-core/lib/esm/puppeteer/injected/injected.js</a:t>
            </a:r>
          </a:p>
          <a:p>
            <a:pPr>
              <a:defRPr sz="1200"/>
            </a:pPr>
            <a:r>
              <a:t>D:/pasar_fix/node_modules/.bun/puppeteer-core@24.43.1/node_modules/puppeteer-core/lib/esm/puppeteer/injected/injected.js.map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D:/pasar_fix/node_modules/.bun/puppeteer-core@24.43.1/node_modules/puppeteer-core/lib/esm/puppeteer/injected/PierceQuerySelector.d.ts</a:t>
            </a:r>
          </a:p>
          <a:p>
            <a:pPr>
              <a:defRPr sz="1200"/>
            </a:pPr>
            <a:r>
              <a:t>D:/pasar_fix/node_modules/.bun/puppeteer-core@24.43.1/node_modules/puppeteer-core/lib/esm/puppeteer/injected/PierceQuerySelector.d.ts.map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D:/pasar_fix/node_modules/.bun/puppeteer-core@24.43.1/node_modules/puppeteer-core/lib/esm/puppeteer/injected/PierceQuerySelector.js</a:t>
            </a:r>
          </a:p>
          <a:p>
            <a:pPr>
              <a:defRPr sz="1200"/>
            </a:pPr>
            <a:r>
              <a:t>D:/pasar_fix/node_modules/.bun/puppeteer-core@24.43.1/node_modules/puppeteer-core/lib/esm/puppeteer/injected/PierceQuerySelector.js.map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D:/pasar_fix/node_modules/.bun/puppeteer-core@24.43.1/node_modules/puppeteer-core/lib/esm/puppeteer/injected/Poller.d.ts</a:t>
            </a:r>
          </a:p>
          <a:p>
            <a:pPr>
              <a:defRPr sz="1200"/>
            </a:pPr>
            <a:r>
              <a:t>D:/pasar_fix/node_modules/.bun/puppeteer-core@24.43.1/node_modules/puppeteer-core/lib/esm/puppeteer/injected/Poller.d.ts.map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D:/pasar_fix/node_modules/.bun/puppeteer-core@24.43.1/node_modules/puppeteer-core/lib/esm/puppeteer/injected/Poller.js</a:t>
            </a:r>
          </a:p>
          <a:p>
            <a:pPr>
              <a:defRPr sz="1200"/>
            </a:pPr>
            <a:r>
              <a:t>D:/pasar_fix/node_modules/.bun/puppeteer-core@24.43.1/node_modules/puppeteer-core/lib/esm/puppeteer/injected/Poller.js.map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D:/pasar_fix/node_modules/.bun/puppeteer-core@24.43.1/node_modules/puppeteer-core/lib/esm/puppeteer/injected/PQuerySelector.d.ts</a:t>
            </a:r>
          </a:p>
          <a:p>
            <a:pPr>
              <a:defRPr sz="1200"/>
            </a:pPr>
            <a:r>
              <a:t>D:/pasar_fix/node_modules/.bun/puppeteer-core@24.43.1/node_modules/puppeteer-core/lib/esm/puppeteer/injected/PQuerySelector.d.ts.map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D:/pasar_fix/node_modules/.bun/puppeteer-core@24.43.1/node_modules/puppeteer-core/lib/esm/puppeteer/injected/PQuerySelector.js</a:t>
            </a:r>
          </a:p>
          <a:p>
            <a:pPr>
              <a:defRPr sz="1200"/>
            </a:pPr>
            <a:r>
              <a:t>D:/pasar_fix/node_modules/.bun/puppeteer-core@24.43.1/node_modules/puppeteer-core/lib/esm/puppeteer/injected/PQuerySelector.js.map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D:/pasar_fix/node_modules/.bun/puppeteer-core@24.43.1/node_modules/puppeteer-core/lib/esm/puppeteer/injected/TextContent.d.ts</a:t>
            </a:r>
          </a:p>
          <a:p>
            <a:pPr>
              <a:defRPr sz="1200"/>
            </a:pPr>
            <a:r>
              <a:t>D:/pasar_fix/node_modules/.bun/puppeteer-core@24.43.1/node_modules/puppeteer-core/lib/esm/puppeteer/injected/TextContent.d.ts.map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D:/pasar_fix/node_modules/.bun/puppeteer-core@24.43.1/node_modules/puppeteer-core/lib/esm/puppeteer/injected/TextContent.js</a:t>
            </a:r>
          </a:p>
          <a:p>
            <a:pPr>
              <a:defRPr sz="1200"/>
            </a:pPr>
            <a:r>
              <a:t>D:/pasar_fix/node_modules/.bun/puppeteer-core@24.43.1/node_modules/puppeteer-core/lib/esm/puppeteer/injected/TextContent.js.map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D:/pasar_fix/node_modules/.bun/puppeteer-core@24.43.1/node_modules/puppeteer-core/lib/esm/puppeteer/injected/TextQuerySelector.d.ts</a:t>
            </a:r>
          </a:p>
          <a:p>
            <a:pPr>
              <a:defRPr sz="1200"/>
            </a:pPr>
            <a:r>
              <a:t>D:/pasar_fix/node_modules/.bun/puppeteer-core@24.43.1/node_modules/puppeteer-core/lib/esm/puppeteer/injected/TextQuerySelector.d.ts.map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D:/pasar_fix/node_modules/.bun/puppeteer-core@24.43.1/node_modules/puppeteer-core/lib/esm/puppeteer/injected/TextQuerySelector.js</a:t>
            </a:r>
          </a:p>
          <a:p>
            <a:pPr>
              <a:defRPr sz="1200"/>
            </a:pPr>
            <a:r>
              <a:t>D:/pasar_fix/node_modules/.bun/puppeteer-core@24.43.1/node_modules/puppeteer-core/lib/esm/puppeteer/injected/TextQuerySelector.js.map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D:/pasar_fix/node_modules/.bun/puppeteer-core@24.43.1/node_modules/puppeteer-core/lib/esm/puppeteer/injected/util.d.ts</a:t>
            </a:r>
          </a:p>
          <a:p>
            <a:pPr>
              <a:defRPr sz="1200"/>
            </a:pPr>
            <a:r>
              <a:t>D:/pasar_fix/node_modules/.bun/puppeteer-core@24.43.1/node_modules/puppeteer-core/lib/esm/puppeteer/injected/util.d.ts.map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D:/pasar_fix/node_modules/.bun/puppeteer-core@24.43.1/node_modules/puppeteer-core/lib/esm/puppeteer/injected/util.js</a:t>
            </a:r>
          </a:p>
          <a:p>
            <a:pPr>
              <a:defRPr sz="1200"/>
            </a:pPr>
            <a:r>
              <a:t>D:/pasar_fix/node_modules/.bun/puppeteer-core@24.43.1/node_modules/puppeteer-core/lib/esm/puppeteer/injected/util.js.map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D:/pasar_fix/node_modules/.bun/puppeteer-core@24.43.1/node_modules/puppeteer-core/lib/esm/puppeteer/injected/XPathQuerySelector.d.ts</a:t>
            </a:r>
          </a:p>
          <a:p>
            <a:pPr>
              <a:defRPr sz="1200"/>
            </a:pPr>
            <a:r>
              <a:t>D:/pasar_fix/node_modules/.bun/puppeteer-core@24.43.1/node_modules/puppeteer-core/lib/esm/puppeteer/injected/XPathQuerySelector.d.ts.map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D:/pasar_fix/node_modules/.bun/puppeteer-core@24.43.1/node_modules/puppeteer-core/lib/esm/puppeteer/injected/XPathQuerySelector.js</a:t>
            </a:r>
          </a:p>
          <a:p>
            <a:pPr>
              <a:defRPr sz="1200"/>
            </a:pPr>
            <a:r>
              <a:t>D:/pasar_fix/node_modules/.bun/puppeteer-core@24.43.1/node_modules/puppeteer-core/lib/esm/puppeteer/injected/XPathQuerySelector.js.map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D:/pasar_fix/node_modules/.bun/puppeteer-core@24.43.1/node_modules/puppeteer-core/lib/esm/puppeteer/node/BrowserLauncher.d.ts</a:t>
            </a:r>
          </a:p>
          <a:p>
            <a:pPr>
              <a:defRPr sz="1200"/>
            </a:pPr>
            <a:r>
              <a:t>D:/pasar_fix/node_modules/.bun/puppeteer-core@24.43.1/node_modules/puppeteer-core/lib/esm/puppeteer/node/BrowserLauncher.d.ts.map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D:/pasar_fix/node_modules/.bun/puppeteer-core@24.43.1/node_modules/puppeteer-core/lib/esm/puppeteer/node/BrowserLauncher.js</a:t>
            </a:r>
          </a:p>
          <a:p>
            <a:pPr>
              <a:defRPr sz="1200"/>
            </a:pPr>
            <a:r>
              <a:t>D:/pasar_fix/node_modules/.bun/puppeteer-core@24.43.1/node_modules/puppeteer-core/lib/esm/puppeteer/node/BrowserLauncher.js.map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D:/pasar_fix/node_modules/.bun/puppeteer-core@24.43.1/node_modules/puppeteer-core/lib/esm/puppeteer/node/ChromeLauncher.d.ts</a:t>
            </a:r>
          </a:p>
          <a:p>
            <a:pPr>
              <a:defRPr sz="1200"/>
            </a:pPr>
            <a:r>
              <a:t>D:/pasar_fix/node_modules/.bun/puppeteer-core@24.43.1/node_modules/puppeteer-core/lib/esm/puppeteer/node/ChromeLauncher.d.ts.map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D:/pasar_fix/node_modules/.bun/puppeteer-core@24.43.1/node_modules/puppeteer-core/lib/esm/puppeteer/node/ChromeLauncher.js</a:t>
            </a:r>
          </a:p>
          <a:p>
            <a:pPr>
              <a:defRPr sz="1200"/>
            </a:pPr>
            <a:r>
              <a:t>D:/pasar_fix/node_modules/.bun/puppeteer-core@24.43.1/node_modules/puppeteer-core/lib/esm/puppeteer/node/ChromeLauncher.js.map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D:/pasar_fix/node_modules/.bun/puppeteer-core@24.43.1/node_modules/puppeteer-core/lib/esm/puppeteer/node/FirefoxLauncher.d.ts</a:t>
            </a:r>
          </a:p>
          <a:p>
            <a:pPr>
              <a:defRPr sz="1200"/>
            </a:pPr>
            <a:r>
              <a:t>D:/pasar_fix/node_modules/.bun/puppeteer-core@24.43.1/node_modules/puppeteer-core/lib/esm/puppeteer/node/FirefoxLauncher.d.ts.map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D:/pasar_fix/node_modules/.bun/puppeteer-core@24.43.1/node_modules/puppeteer-core/lib/esm/puppeteer/node/FirefoxLauncher.js</a:t>
            </a:r>
          </a:p>
          <a:p>
            <a:pPr>
              <a:defRPr sz="1200"/>
            </a:pPr>
            <a:r>
              <a:t>D:/pasar_fix/node_modules/.bun/puppeteer-core@24.43.1/node_modules/puppeteer-core/lib/esm/puppeteer/node/FirefoxLauncher.js.map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D:/pasar_fix/node_modules/.bun/puppeteer-core@24.43.1/node_modules/puppeteer-core/lib/esm/puppeteer/node/LaunchOptions.d.ts</a:t>
            </a:r>
          </a:p>
          <a:p>
            <a:pPr>
              <a:defRPr sz="1200"/>
            </a:pPr>
            <a:r>
              <a:t>D:/pasar_fix/node_modules/.bun/puppeteer-core@24.43.1/node_modules/puppeteer-core/lib/esm/puppeteer/node/LaunchOptions.d.ts.map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D:/pasar_fix/node_modules/.bun/puppeteer-core@24.43.1/node_modules/puppeteer-core/lib/esm/puppeteer/node/LaunchOptions.js</a:t>
            </a:r>
          </a:p>
          <a:p>
            <a:pPr>
              <a:defRPr sz="1200"/>
            </a:pPr>
            <a:r>
              <a:t>D:/pasar_fix/node_modules/.bun/puppeteer-core@24.43.1/node_modules/puppeteer-core/lib/esm/puppeteer/node/LaunchOptions.js.map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D:/pasar_fix/node_modules/.bun/puppeteer-core@24.43.1/node_modules/puppeteer-core/lib/esm/puppeteer/node/node.d.ts</a:t>
            </a:r>
          </a:p>
          <a:p>
            <a:pPr>
              <a:defRPr sz="1200"/>
            </a:pPr>
            <a:r>
              <a:t>D:/pasar_fix/node_modules/.bun/puppeteer-core@24.43.1/node_modules/puppeteer-core/lib/esm/puppeteer/node/node.d.ts.map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D:/pasar_fix/node_modules/.bun/puppeteer-core@24.43.1/node_modules/puppeteer-core/lib/esm/puppeteer/node/node.js</a:t>
            </a:r>
          </a:p>
          <a:p>
            <a:pPr>
              <a:defRPr sz="1200"/>
            </a:pPr>
            <a:r>
              <a:t>D:/pasar_fix/node_modules/.bun/puppeteer-core@24.43.1/node_modules/puppeteer-core/lib/esm/puppeteer/node/node.js.map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D:/pasar_fix/node_modules/.bun/puppeteer-core@24.43.1/node_modules/puppeteer-core/lib/esm/puppeteer/node/NodeWebSocketTransport.d.ts</a:t>
            </a:r>
          </a:p>
          <a:p>
            <a:pPr>
              <a:defRPr sz="1200"/>
            </a:pPr>
            <a:r>
              <a:t>D:/pasar_fix/node_modules/.bun/puppeteer-core@24.43.1/node_modules/puppeteer-core/lib/esm/puppeteer/node/NodeWebSocketTransport.d.ts.map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D:/pasar_fix/node_modules/.bun/puppeteer-core@24.43.1/node_modules/puppeteer-core/lib/esm/puppeteer/node/NodeWebSocketTransport.js</a:t>
            </a:r>
          </a:p>
          <a:p>
            <a:pPr>
              <a:defRPr sz="1200"/>
            </a:pPr>
            <a:r>
              <a:t>D:/pasar_fix/node_modules/.bun/puppeteer-core@24.43.1/node_modules/puppeteer-core/lib/esm/puppeteer/node/NodeWebSocketTransport.js.map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D:/pasar_fix/node_modules/.bun/puppeteer-core@24.43.1/node_modules/puppeteer-core/lib/esm/puppeteer/node/PipeTransport.d.ts</a:t>
            </a:r>
          </a:p>
          <a:p>
            <a:pPr>
              <a:defRPr sz="1200"/>
            </a:pPr>
            <a:r>
              <a:t>D:/pasar_fix/node_modules/.bun/puppeteer-core@24.43.1/node_modules/puppeteer-core/lib/esm/puppeteer/node/PipeTransport.d.ts.map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D:/pasar_fix/node_modules/.bun/puppeteer-core@24.43.1/node_modules/puppeteer-core/lib/esm/puppeteer/node/PipeTransport.js</a:t>
            </a:r>
          </a:p>
          <a:p>
            <a:pPr>
              <a:defRPr sz="1200"/>
            </a:pPr>
            <a:r>
              <a:t>D:/pasar_fix/node_modules/.bun/puppeteer-core@24.43.1/node_modules/puppeteer-core/lib/esm/puppeteer/node/PipeTransport.js.map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D:/pasar_fix/node_modules/.bun/puppeteer-core@24.43.1/node_modules/puppeteer-core/lib/esm/puppeteer/node/PuppeteerNode.d.ts</a:t>
            </a:r>
          </a:p>
          <a:p>
            <a:pPr>
              <a:defRPr sz="1200"/>
            </a:pPr>
            <a:r>
              <a:t>D:/pasar_fix/node_modules/.bun/puppeteer-core@24.43.1/node_modules/puppeteer-core/lib/esm/puppeteer/node/PuppeteerNode.d.ts.map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D:/pasar_fix/node_modules/.bun/puppeteer-core@24.43.1/node_modules/puppeteer-core/lib/esm/puppeteer/node/PuppeteerNode.js</a:t>
            </a:r>
          </a:p>
          <a:p>
            <a:pPr>
              <a:defRPr sz="1200"/>
            </a:pPr>
            <a:r>
              <a:t>D:/pasar_fix/node_modules/.bun/puppeteer-core@24.43.1/node_modules/puppeteer-core/lib/esm/puppeteer/node/PuppeteerNode.js.map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D:/pasar_fix/node_modules/.bun/puppeteer-core@24.43.1/node_modules/puppeteer-core/lib/esm/puppeteer/node/ScreenRecorder.d.ts</a:t>
            </a:r>
          </a:p>
          <a:p>
            <a:pPr>
              <a:defRPr sz="1200"/>
            </a:pPr>
            <a:r>
              <a:t>D:/pasar_fix/node_modules/.bun/puppeteer-core@24.43.1/node_modules/puppeteer-core/lib/esm/puppeteer/node/ScreenRecorder.d.ts.map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D:/pasar_fix/node_modules/.bun/puppeteer-core@24.43.1/node_modules/puppeteer-core/lib/esm/puppeteer/node/ScreenRecorder.js</a:t>
            </a:r>
          </a:p>
          <a:p>
            <a:pPr>
              <a:defRPr sz="1200"/>
            </a:pPr>
            <a:r>
              <a:t>D:/pasar_fix/node_modules/.bun/puppeteer-core@24.43.1/node_modules/puppeteer-core/lib/esm/puppeteer/node/ScreenRecorder.js.map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D:/pasar_fix/node_modules/.bun/puppeteer-core@24.43.1/node_modules/puppeteer-core/lib/esm/puppeteer/node/util/fs.d.ts</a:t>
            </a:r>
          </a:p>
          <a:p>
            <a:pPr>
              <a:defRPr sz="1200"/>
            </a:pPr>
            <a:r>
              <a:t>D:/pasar_fix/node_modules/.bun/puppeteer-core@24.43.1/node_modules/puppeteer-core/lib/esm/puppeteer/node/util/fs.d.ts.map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D:/pasar_fix/node_modules/.bun/puppeteer-core@24.43.1/node_modules/puppeteer-core/lib/esm/puppeteer/node/util/fs.js</a:t>
            </a:r>
          </a:p>
          <a:p>
            <a:pPr>
              <a:defRPr sz="1200"/>
            </a:pPr>
            <a:r>
              <a:t>D:/pasar_fix/node_modules/.bun/puppeteer-core@24.43.1/node_modules/puppeteer-core/lib/esm/puppeteer/node/util/fs.js.map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D:/pasar_fix/node_modules/.bun/puppeteer-core@24.43.1/node_modules/puppeteer-core/lib/esm/puppeteer/util/assert.d.ts</a:t>
            </a:r>
          </a:p>
          <a:p>
            <a:pPr>
              <a:defRPr sz="1200"/>
            </a:pPr>
            <a:r>
              <a:t>D:/pasar_fix/node_modules/.bun/puppeteer-core@24.43.1/node_modules/puppeteer-core/lib/esm/puppeteer/util/assert.d.ts.map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D:/pasar_fix/node_modules/.bun/puppeteer-core@24.43.1/node_modules/puppeteer-core/lib/esm/puppeteer/util/assert.js</a:t>
            </a:r>
          </a:p>
          <a:p>
            <a:pPr>
              <a:defRPr sz="1200"/>
            </a:pPr>
            <a:r>
              <a:t>D:/pasar_fix/node_modules/.bun/puppeteer-core@24.43.1/node_modules/puppeteer-core/lib/esm/puppeteer/util/assert.js.map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D:/pasar_fix/node_modules/.bun/puppeteer-core@24.43.1/node_modules/puppeteer-core/lib/esm/puppeteer/util/AsyncIterableUtil.d.ts</a:t>
            </a:r>
          </a:p>
          <a:p>
            <a:pPr>
              <a:defRPr sz="1200"/>
            </a:pPr>
            <a:r>
              <a:t>D:/pasar_fix/node_modules/.bun/puppeteer-core@24.43.1/node_modules/puppeteer-core/lib/esm/puppeteer/util/AsyncIterableUtil.d.ts.map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D:/pasar_fix/node_modules/.bun/puppeteer-core@24.43.1/node_modules/puppeteer-core/lib/esm/puppeteer/util/AsyncIterableUtil.js</a:t>
            </a:r>
          </a:p>
          <a:p>
            <a:pPr>
              <a:defRPr sz="1200"/>
            </a:pPr>
            <a:r>
              <a:t>D:/pasar_fix/node_modules/.bun/puppeteer-core@24.43.1/node_modules/puppeteer-core/lib/esm/puppeteer/util/AsyncIterableUtil.js.map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D:/pasar_fix/node_modules/.bun/puppeteer-core@24.43.1/node_modules/puppeteer-core/lib/esm/puppeteer/util/decorators.d.ts</a:t>
            </a:r>
          </a:p>
          <a:p>
            <a:pPr>
              <a:defRPr sz="1200"/>
            </a:pPr>
            <a:r>
              <a:t>D:/pasar_fix/node_modules/.bun/puppeteer-core@24.43.1/node_modules/puppeteer-core/lib/esm/puppeteer/util/decorators.d.ts.map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D:/pasar_fix/node_modules/.bun/puppeteer-core@24.43.1/node_modules/puppeteer-core/lib/esm/puppeteer/util/decorators.js</a:t>
            </a:r>
          </a:p>
          <a:p>
            <a:pPr>
              <a:defRPr sz="1200"/>
            </a:pPr>
            <a:r>
              <a:t>D:/pasar_fix/node_modules/.bun/puppeteer-core@24.43.1/node_modules/puppeteer-core/lib/esm/puppeteer/util/decorators.js.map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D:/pasar_fix/node_modules/.bun/puppeteer-core@24.43.1/node_modules/puppeteer-core/lib/esm/puppeteer/util/Deferred.d.ts</a:t>
            </a:r>
          </a:p>
          <a:p>
            <a:pPr>
              <a:defRPr sz="1200"/>
            </a:pPr>
            <a:r>
              <a:t>D:/pasar_fix/node_modules/.bun/puppeteer-core@24.43.1/node_modules/puppeteer-core/lib/esm/puppeteer/util/Deferred.d.ts.map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D:/pasar_fix/node_modules/.bun/puppeteer-core@24.43.1/node_modules/puppeteer-core/lib/esm/puppeteer/util/Deferred.js</a:t>
            </a:r>
          </a:p>
          <a:p>
            <a:pPr>
              <a:defRPr sz="1200"/>
            </a:pPr>
            <a:r>
              <a:t>D:/pasar_fix/node_modules/.bun/puppeteer-core@24.43.1/node_modules/puppeteer-core/lib/esm/puppeteer/util/Deferred.js.map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D:/pasar_fix/node_modules/.bun/puppeteer-core@24.43.1/node_modules/puppeteer-core/lib/esm/puppeteer/util/disposable.d.ts</a:t>
            </a:r>
          </a:p>
          <a:p>
            <a:pPr>
              <a:defRPr sz="1200"/>
            </a:pPr>
            <a:r>
              <a:t>D:/pasar_fix/node_modules/.bun/puppeteer-core@24.43.1/node_modules/puppeteer-core/lib/esm/puppeteer/util/disposable.d.ts.map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D:/pasar_fix/node_modules/.bun/puppeteer-core@24.43.1/node_modules/puppeteer-core/lib/esm/puppeteer/util/disposable.js</a:t>
            </a:r>
          </a:p>
          <a:p>
            <a:pPr>
              <a:defRPr sz="1200"/>
            </a:pPr>
            <a:r>
              <a:t>D:/pasar_fix/node_modules/.bun/puppeteer-core@24.43.1/node_modules/puppeteer-core/lib/esm/puppeteer/util/disposable.js.map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D:/pasar_fix/node_modules/.bun/puppeteer-core@24.43.1/node_modules/puppeteer-core/lib/esm/puppeteer/util/encoding.d.ts</a:t>
            </a:r>
          </a:p>
          <a:p>
            <a:pPr>
              <a:defRPr sz="1200"/>
            </a:pPr>
            <a:r>
              <a:t>D:/pasar_fix/node_modules/.bun/puppeteer-core@24.43.1/node_modules/puppeteer-core/lib/esm/puppeteer/util/encoding.d.ts.map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D:/pasar_fix/node_modules/.bun/puppeteer-core@24.43.1/node_modules/puppeteer-core/lib/esm/puppeteer/util/encoding.js</a:t>
            </a:r>
          </a:p>
          <a:p>
            <a:pPr>
              <a:defRPr sz="1200"/>
            </a:pPr>
            <a:r>
              <a:t>D:/pasar_fix/node_modules/.bun/puppeteer-core@24.43.1/node_modules/puppeteer-core/lib/esm/puppeteer/util/encoding.js.map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D:/pasar_fix/node_modules/.bun/puppeteer-core@24.43.1/node_modules/puppeteer-core/lib/esm/puppeteer/util/ErrorLike.d.ts</a:t>
            </a:r>
          </a:p>
          <a:p>
            <a:pPr>
              <a:defRPr sz="1200"/>
            </a:pPr>
            <a:r>
              <a:t>D:/pasar_fix/node_modules/.bun/puppeteer-core@24.43.1/node_modules/puppeteer-core/lib/esm/puppeteer/util/ErrorLike.d.ts.map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D:/pasar_fix/node_modules/.bun/puppeteer-core@24.43.1/node_modules/puppeteer-core/lib/esm/puppeteer/util/ErrorLike.js</a:t>
            </a:r>
          </a:p>
          <a:p>
            <a:pPr>
              <a:defRPr sz="1200"/>
            </a:pPr>
            <a:r>
              <a:t>D:/pasar_fix/node_modules/.bun/puppeteer-core@24.43.1/node_modules/puppeteer-core/lib/esm/puppeteer/util/ErrorLike.js.map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D:/pasar_fix/node_modules/.bun/puppeteer-core@24.43.1/node_modules/puppeteer-core/lib/esm/puppeteer/util/Function.d.ts</a:t>
            </a:r>
          </a:p>
          <a:p>
            <a:pPr>
              <a:defRPr sz="1200"/>
            </a:pPr>
            <a:r>
              <a:t>D:/pasar_fix/node_modules/.bun/puppeteer-core@24.43.1/node_modules/puppeteer-core/lib/esm/puppeteer/util/Function.d.ts.map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D:/pasar_fix/node_modules/.bun/puppeteer-core@24.43.1/node_modules/puppeteer-core/lib/esm/puppeteer/util/Function.js</a:t>
            </a:r>
          </a:p>
          <a:p>
            <a:pPr>
              <a:defRPr sz="1200"/>
            </a:pPr>
            <a:r>
              <a:t>D:/pasar_fix/node_modules/.bun/puppeteer-core@24.43.1/node_modules/puppeteer-core/lib/esm/puppeteer/util/Function.js.map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D:/pasar_fix/node_modules/.bun/puppeteer-core@24.43.1/node_modules/puppeteer-core/lib/esm/puppeteer/util/incremental-id-generator.d.ts</a:t>
            </a:r>
          </a:p>
          <a:p>
            <a:pPr>
              <a:defRPr sz="1200"/>
            </a:pPr>
            <a:r>
              <a:t>D:/pasar_fix/node_modules/.bun/puppeteer-core@24.43.1/node_modules/puppeteer-core/lib/esm/puppeteer/util/incremental-id-generator.d.ts.map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D:/pasar_fix/node_modules/.bun/puppeteer-core@24.43.1/node_modules/puppeteer-core/lib/esm/puppeteer/util/incremental-id-generator.js</a:t>
            </a:r>
          </a:p>
          <a:p>
            <a:pPr>
              <a:defRPr sz="1200"/>
            </a:pPr>
            <a:r>
              <a:t>D:/pasar_fix/node_modules/.bun/puppeteer-core@24.43.1/node_modules/puppeteer-core/lib/esm/puppeteer/util/incremental-id-generator.js.map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D:/pasar_fix/node_modules/.bun/puppeteer-core@24.43.1/node_modules/puppeteer-core/lib/esm/puppeteer/util/Mutex.d.ts</a:t>
            </a:r>
          </a:p>
          <a:p>
            <a:pPr>
              <a:defRPr sz="1200"/>
            </a:pPr>
            <a:r>
              <a:t>D:/pasar_fix/node_modules/.bun/puppeteer-core@24.43.1/node_modules/puppeteer-core/lib/esm/puppeteer/util/Mutex.d.ts.map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D:/pasar_fix/node_modules/.bun/puppeteer-core@24.43.1/node_modules/puppeteer-core/lib/esm/puppeteer/util/Mutex.js</a:t>
            </a:r>
          </a:p>
          <a:p>
            <a:pPr>
              <a:defRPr sz="1200"/>
            </a:pPr>
            <a:r>
              <a:t>D:/pasar_fix/node_modules/.bun/puppeteer-core@24.43.1/node_modules/puppeteer-core/lib/esm/puppeteer/util/Mutex.js.map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D:/pasar_fix/node_modules/.bun/puppeteer-core@24.43.1/node_modules/puppeteer-core/lib/esm/puppeteer/util/util.d.ts</a:t>
            </a:r>
          </a:p>
          <a:p>
            <a:pPr>
              <a:defRPr sz="1200"/>
            </a:pPr>
            <a:r>
              <a:t>D:/pasar_fix/node_modules/.bun/puppeteer-core@24.43.1/node_modules/puppeteer-core/lib/esm/puppeteer/util/util.d.ts.map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D:/pasar_fix/node_modules/.bun/puppeteer-core@24.43.1/node_modules/puppeteer-core/lib/esm/puppeteer/util/util.js</a:t>
            </a:r>
          </a:p>
          <a:p>
            <a:pPr>
              <a:defRPr sz="1200"/>
            </a:pPr>
            <a:r>
              <a:t>D:/pasar_fix/node_modules/.bun/puppeteer-core@24.43.1/node_modules/puppeteer-core/lib/esm/puppeteer/util/util.js.map</a:t>
            </a:r>
          </a:p>
          <a:p>
            <a:pPr>
              <a:defRPr sz="1200"/>
            </a:pPr>
            <a:r>
              <a:t>D:/pasar_fix/node_modules/.bun/puppeteer-core@24.43.1/node_modules/puppeteer-core/lib/esm/puppeteer/util/version.d.ts</a:t>
            </a:r>
          </a:p>
          <a:p>
            <a:pPr>
              <a:defRPr sz="1200"/>
            </a:pPr>
            <a:r>
              <a:t>D:/pasar_fix/node_modules/.bun/puppeteer-core@24.43.1/node_modules/puppeteer-core/lib/esm/puppeteer/util/version.d.ts.map</a:t>
            </a:r>
          </a:p>
          <a:p>
            <a:pPr>
              <a:defRPr sz="1200"/>
            </a:pPr>
            <a:r>
              <a:t>D:/pasar_fix/node_modules/.bun/puppeteer-core@24.43.1/node_modules/puppeteer-core/lib/esm/puppeteer/util/version.js</a:t>
            </a:r>
          </a:p>
          <a:p>
            <a:pPr>
              <a:defRPr sz="1200"/>
            </a:pPr>
            <a:r>
              <a:t>D:/pasar_fix/node_modules/.bun/puppeteer-core@24.43.1/node_modules/puppeteer-core/lib/esm/puppeteer/util/version.js.map</a:t>
            </a:r>
          </a:p>
          <a:p>
            <a:pPr>
              <a:defRPr sz="1200"/>
            </a:pPr>
            <a:r>
              <a:t>D:/pasar_fix/node_modules/.bun/puppeteer-core@24.43.1/node_modules/puppeteer-core/lib/esm/third_party/mitt/mitt.d.ts</a:t>
            </a:r>
          </a:p>
          <a:p>
            <a:pPr>
              <a:defRPr sz="1200"/>
            </a:pPr>
            <a:r>
              <a:t>D:/pasar_fix/node_modules/.bun/puppeteer-core@24.43.1/node_modules/puppeteer-core/lib/esm/third_party/mitt/mitt.js</a:t>
            </a:r>
          </a:p>
          <a:p>
            <a:pPr>
              <a:defRPr sz="1200"/>
            </a:pPr>
            <a:r>
              <a:t>D:/pasar_fix/node_modules/.bun/puppeteer-core@24.43.1/node_modules/puppeteer-core/lib/esm/third_party/parsel-js/parsel-js.d.ts</a:t>
            </a:r>
          </a:p>
          <a:p>
            <a:pPr>
              <a:defRPr sz="1200"/>
            </a:pPr>
            <a:r>
              <a:t>D:/pasar_fix/node_modules/.bun/puppeteer-core@24.43.1/node_modules/puppeteer-core/lib/esm/third_party/parsel-js/parsel-js.js</a:t>
            </a:r>
          </a:p>
          <a:p>
            <a:pPr>
              <a:defRPr sz="1200"/>
            </a:pPr>
            <a:r>
              <a:t>D:/pasar_fix/node_modules/.bun/puppeteer-core@24.43.1/node_modules/puppeteer-core/lib/esm/third_party/rxjs/rxjs.d.ts</a:t>
            </a:r>
          </a:p>
          <a:p>
            <a:pPr>
              <a:defRPr sz="1200"/>
            </a:pPr>
            <a:r>
              <a:t>D:/pasar_fix/node_modules/.bun/puppeteer-core@24.43.1/node_modules/puppeteer-core/lib/esm/third_party/rxjs/rxjs.js</a:t>
            </a:r>
          </a:p>
          <a:p>
            <a:pPr>
              <a:defRPr sz="1200"/>
            </a:pPr>
            <a:r>
              <a:t>D:/pasar_fix/node_modules/.bun/puppeteer-core@24.43.1/node_modules/puppeteer-core/lib/esm/third_party/urlpattern-polyfill/urlpattern-polyfill.d.ts</a:t>
            </a:r>
          </a:p>
          <a:p>
            <a:pPr>
              <a:defRPr sz="1200"/>
            </a:pPr>
            <a:r>
              <a:t>D:/pasar_fix/node_modules/.bun/puppeteer-core@24.43.1/node_modules/puppeteer-core/lib/esm/third_party/urlpattern-polyfill/urlpattern-polyfill.js</a:t>
            </a:r>
          </a:p>
          <a:p>
            <a:pPr>
              <a:defRPr sz="1200"/>
            </a:pPr>
            <a:r>
              <a:t>D:/pasar_fix/node_modules/.bun/puppeteer-core@24.43.1/node_modules/puppeteer-core/src/environment.ts</a:t>
            </a:r>
          </a:p>
          <a:p>
            <a:pPr>
              <a:defRPr sz="1200"/>
            </a:pPr>
            <a:r>
              <a:t>D:/pasar_fix/node_modules/.bun/puppeteer-core@24.43.1/node_modules/puppeteer-core/src/index-browser.ts</a:t>
            </a:r>
          </a:p>
          <a:p>
            <a:pPr>
              <a:defRPr sz="1200"/>
            </a:pPr>
            <a:r>
              <a:t>D:/pasar_fix/node_modules/.bun/puppeteer-core@24.43.1/node_modules/puppeteer-core/src/index.ts</a:t>
            </a:r>
          </a:p>
          <a:p>
            <a:pPr>
              <a:defRPr sz="1200"/>
            </a:pPr>
            <a:r>
              <a:t>D:/pasar_fix/node_modules/.bun/puppeteer-core@24.43.1/node_modules/puppeteer-core/src/puppeteer-core-browser.ts</a:t>
            </a:r>
          </a:p>
          <a:p>
            <a:pPr>
              <a:defRPr sz="1200"/>
            </a:pPr>
            <a:r>
              <a:t>D:/pasar_fix/node_modules/.bun/puppeteer-core@24.43.1/node_modules/puppeteer-core/src/puppeteer-core.ts</a:t>
            </a:r>
          </a:p>
          <a:p>
            <a:pPr>
              <a:defRPr sz="1200"/>
            </a:pPr>
            <a:r>
              <a:t>D:/pasar_fix/node_modules/.bun/puppeteer-core@24.43.1/node_modules/puppeteer-core/src/revisions.ts</a:t>
            </a:r>
          </a:p>
          <a:p>
            <a:pPr>
              <a:defRPr sz="1200"/>
            </a:pPr>
            <a:r>
              <a:t>D:/pasar_fix/node_modules/.bun/puppeteer-core@24.43.1/node_modules/puppeteer-core/src/tsconfig.cjs.json</a:t>
            </a:r>
          </a:p>
          <a:p>
            <a:pPr>
              <a:defRPr sz="1200"/>
            </a:pPr>
            <a:r>
              <a:t>D:/pasar_fix/node_modules/.bun/puppeteer-core@24.43.1/node_modules/puppeteer-core/src/tsconfig.esm.json</a:t>
            </a:r>
          </a:p>
          <a:p>
            <a:pPr>
              <a:defRPr sz="1200"/>
            </a:pPr>
            <a:r>
              <a:t>D:/pasar_fix/node_modules/.bun/puppeteer-core@24.43.1/node_modules/puppeteer-core/src/api/api.ts</a:t>
            </a:r>
          </a:p>
          <a:p>
            <a:pPr>
              <a:defRPr sz="1200"/>
            </a:pPr>
            <a:r>
              <a:t>D:/pasar_fix/node_modules/.bun/puppeteer-core@24.43.1/node_modules/puppeteer-core/src/api/BluetoothEmulation.ts</a:t>
            </a:r>
          </a:p>
          <a:p>
            <a:pPr>
              <a:defRPr sz="1200"/>
            </a:pPr>
            <a:r>
              <a:t>D:/pasar_fix/node_modules/.bun/puppeteer-core@24.43.1/node_modules/puppeteer-core/src/api/Browser.ts</a:t>
            </a:r>
          </a:p>
          <a:p>
            <a:pPr>
              <a:defRPr sz="1200"/>
            </a:pPr>
            <a:r>
              <a:t>D:/pasar_fix/node_modules/.bun/puppeteer-core@24.43.1/node_modules/puppeteer-core/src/api/BrowserContext.ts</a:t>
            </a:r>
          </a:p>
          <a:p>
            <a:pPr>
              <a:defRPr sz="1200"/>
            </a:pPr>
            <a:r>
              <a:t>D:/pasar_fix/node_modules/.bun/puppeteer-core@24.43.1/node_modules/puppeteer-core/src/api/CDPSession.ts</a:t>
            </a:r>
          </a:p>
          <a:p>
            <a:pPr>
              <a:defRPr sz="1200"/>
            </a:pPr>
            <a:r>
              <a:t>D:/pasar_fix/node_modules/.bun/puppeteer-core@24.43.1/node_modules/puppeteer-core/src/api/DeviceRequestPrompt.ts</a:t>
            </a:r>
          </a:p>
          <a:p>
            <a:pPr>
              <a:defRPr sz="1200"/>
            </a:pPr>
            <a:r>
              <a:t>D:/pasar_fix/node_modules/.bun/puppeteer-core@24.43.1/node_modules/puppeteer-core/src/api/Dialog.ts</a:t>
            </a:r>
          </a:p>
          <a:p>
            <a:pPr>
              <a:defRPr sz="1200"/>
            </a:pPr>
            <a:r>
              <a:t>D:/pasar_fix/node_modules/.bun/puppeteer-core@24.43.1/node_modules/puppeteer-core/src/api/ElementHandle.ts</a:t>
            </a:r>
          </a:p>
          <a:p>
            <a:pPr>
              <a:defRPr sz="1200"/>
            </a:pPr>
            <a:r>
              <a:t>D:/pasar_fix/node_modules/.bun/puppeteer-core@24.43.1/node_modules/puppeteer-core/src/api/ElementHandleSymbol.ts</a:t>
            </a:r>
          </a:p>
          <a:p>
            <a:pPr>
              <a:defRPr sz="1200"/>
            </a:pPr>
            <a:r>
              <a:t>D:/pasar_fix/node_modules/.bun/puppeteer-core@24.43.1/node_modules/puppeteer-core/src/api/Environment.ts</a:t>
            </a:r>
          </a:p>
          <a:p>
            <a:pPr>
              <a:defRPr sz="1200"/>
            </a:pPr>
            <a:r>
              <a:t>D:/pasar_fix/node_modules/.bun/puppeteer-core@24.43.1/node_modules/puppeteer-core/src/api/Extension.ts</a:t>
            </a:r>
          </a:p>
          <a:p>
            <a:pPr>
              <a:defRPr sz="1200"/>
            </a:pPr>
            <a:r>
              <a:t>D:/pasar_fix/node_modules/.bun/puppeteer-core@24.43.1/node_modules/puppeteer-core/src/api/Frame.ts</a:t>
            </a:r>
          </a:p>
          <a:p>
            <a:pPr>
              <a:defRPr sz="1200"/>
            </a:pPr>
            <a:r>
              <a:t>D:/pasar_fix/node_modules/.bun/puppeteer-core@24.43.1/node_modules/puppeteer-core/src/api/HTTPRequest.ts</a:t>
            </a:r>
          </a:p>
          <a:p>
            <a:pPr>
              <a:defRPr sz="1200"/>
            </a:pPr>
            <a:r>
              <a:t>D:/pasar_fix/node_modules/.bun/puppeteer-core@24.43.1/node_modules/puppeteer-core/src/api/HTTPResponse.ts</a:t>
            </a:r>
          </a:p>
          <a:p>
            <a:pPr>
              <a:defRPr sz="1200"/>
            </a:pPr>
            <a:r>
              <a:t>D:/pasar_fix/node_modules/.bun/puppeteer-core@24.43.1/node_modules/puppeteer-core/src/api/Input.ts</a:t>
            </a:r>
          </a:p>
          <a:p>
            <a:pPr>
              <a:defRPr sz="1200"/>
            </a:pPr>
            <a:r>
              <a:t>D:/pasar_fix/node_modules/.bun/puppeteer-core@24.43.1/node_modules/puppeteer-core/src/api/Issue.ts</a:t>
            </a:r>
          </a:p>
          <a:p>
            <a:pPr>
              <a:defRPr sz="1200"/>
            </a:pPr>
            <a:r>
              <a:t>D:/pasar_fix/node_modules/.bun/puppeteer-core@24.43.1/node_modules/puppeteer-core/src/api/JSHandle.ts</a:t>
            </a:r>
          </a:p>
          <a:p>
            <a:pPr>
              <a:defRPr sz="1200"/>
            </a:pPr>
            <a:r>
              <a:t>D:/pasar_fix/node_modules/.bun/puppeteer-core@24.43.1/node_modules/puppeteer-core/src/api/Page.ts</a:t>
            </a:r>
          </a:p>
          <a:p>
            <a:pPr>
              <a:defRPr sz="1200"/>
            </a:pPr>
            <a:r>
              <a:t>D:/pasar_fix/node_modules/.bun/puppeteer-core@24.43.1/node_modules/puppeteer-core/src/api/Realm.ts</a:t>
            </a:r>
          </a:p>
          <a:p>
            <a:pPr>
              <a:defRPr sz="1200"/>
            </a:pPr>
            <a:r>
              <a:t>D:/pasar_fix/node_modules/.bun/puppeteer-core@24.43.1/node_modules/puppeteer-core/src/api/Target.ts</a:t>
            </a:r>
          </a:p>
          <a:p>
            <a:pPr>
              <a:defRPr sz="1200"/>
            </a:pPr>
            <a:r>
              <a:t>D:/pasar_fix/node_modules/.bun/puppeteer-core@24.43.1/node_modules/puppeteer-core/src/api/WebWorker.ts</a:t>
            </a:r>
          </a:p>
          <a:p>
            <a:pPr>
              <a:defRPr sz="1200"/>
            </a:pPr>
            <a:r>
              <a:t>D:/pasar_fix/node_modules/.bun/puppeteer-core@24.43.1/node_modules/puppeteer-core/src/api/locators/locators.ts</a:t>
            </a:r>
          </a:p>
          <a:p>
            <a:pPr>
              <a:defRPr sz="1200"/>
            </a:pPr>
            <a:r>
              <a:t>D:/pasar_fix/node_modules/.bun/puppeteer-core@24.43.1/node_modules/puppeteer-core/src/bidi/bidi.ts</a:t>
            </a:r>
          </a:p>
          <a:p>
            <a:pPr>
              <a:defRPr sz="1200"/>
            </a:pPr>
            <a:r>
              <a:t>D:/pasar_fix/node_modules/.bun/puppeteer-core@24.43.1/node_modules/puppeteer-core/src/bidi/BidiOverCdp.ts</a:t>
            </a:r>
          </a:p>
          <a:p>
            <a:pPr>
              <a:defRPr sz="1200"/>
            </a:pPr>
            <a:r>
              <a:t>D:/pasar_fix/node_modules/.bun/puppeteer-core@24.43.1/node_modules/puppeteer-core/src/bidi/BluetoothEmulation.ts</a:t>
            </a:r>
          </a:p>
          <a:p>
            <a:pPr>
              <a:defRPr sz="1200"/>
            </a:pPr>
            <a:r>
              <a:t>D:/pasar_fix/node_modules/.bun/puppeteer-core@24.43.1/node_modules/puppeteer-core/src/bidi/Browser.ts</a:t>
            </a:r>
          </a:p>
          <a:p>
            <a:pPr>
              <a:defRPr sz="1200"/>
            </a:pPr>
            <a:r>
              <a:t>D:/pasar_fix/node_modules/.bun/puppeteer-core@24.43.1/node_modules/puppeteer-core/src/bidi/BrowserConnector.ts</a:t>
            </a:r>
          </a:p>
          <a:p>
            <a:pPr>
              <a:defRPr sz="1200"/>
            </a:pPr>
            <a:r>
              <a:t>D:/pasar_fix/node_modules/.bun/puppeteer-core@24.43.1/node_modules/puppeteer-core/src/bidi/BrowserContext.ts</a:t>
            </a:r>
          </a:p>
          <a:p>
            <a:pPr>
              <a:defRPr sz="1200"/>
            </a:pPr>
            <a:r>
              <a:t>D:/pasar_fix/node_modules/.bun/puppeteer-core@24.43.1/node_modules/puppeteer-core/src/bidi/CDPSession.ts</a:t>
            </a:r>
          </a:p>
          <a:p>
            <a:pPr>
              <a:defRPr sz="1200"/>
            </a:pPr>
            <a:r>
              <a:t>D:/pasar_fix/node_modules/.bun/puppeteer-core@24.43.1/node_modules/puppeteer-core/src/bidi/Connection.ts</a:t>
            </a:r>
          </a:p>
          <a:p>
            <a:pPr>
              <a:defRPr sz="1200"/>
            </a:pPr>
            <a:r>
              <a:t>D:/pasar_fix/node_modules/.bun/puppeteer-core@24.43.1/node_modules/puppeteer-core/src/bidi/Deserializer.ts</a:t>
            </a:r>
          </a:p>
          <a:p>
            <a:pPr>
              <a:defRPr sz="1200"/>
            </a:pPr>
            <a:r>
              <a:t>D:/pasar_fix/node_modules/.bun/puppeteer-core@24.43.1/node_modules/puppeteer-core/src/bidi/DeviceRequestPrompt.ts</a:t>
            </a:r>
          </a:p>
          <a:p>
            <a:pPr>
              <a:defRPr sz="1200"/>
            </a:pPr>
            <a:r>
              <a:t>D:/pasar_fix/node_modules/.bun/puppeteer-core@24.43.1/node_modules/puppeteer-core/src/bidi/Dialog.ts</a:t>
            </a:r>
          </a:p>
          <a:p>
            <a:pPr>
              <a:defRPr sz="1200"/>
            </a:pPr>
            <a:r>
              <a:t>D:/pasar_fix/node_modules/.bun/puppeteer-core@24.43.1/node_modules/puppeteer-core/src/bidi/ElementHandle.ts</a:t>
            </a:r>
          </a:p>
          <a:p>
            <a:pPr>
              <a:defRPr sz="1200"/>
            </a:pPr>
            <a:r>
              <a:t>D:/pasar_fix/node_modules/.bun/puppeteer-core@24.43.1/node_modules/puppeteer-core/src/bidi/ExposedFunction.ts</a:t>
            </a:r>
          </a:p>
          <a:p>
            <a:pPr>
              <a:defRPr sz="1200"/>
            </a:pPr>
            <a:r>
              <a:t>D:/pasar_fix/node_modules/.bun/puppeteer-core@24.43.1/node_modules/puppeteer-core/src/bidi/Frame.ts</a:t>
            </a:r>
          </a:p>
          <a:p>
            <a:pPr>
              <a:defRPr sz="1200"/>
            </a:pPr>
            <a:r>
              <a:t>D:/pasar_fix/node_modules/.bun/puppeteer-core@24.43.1/node_modules/puppeteer-core/src/bidi/HTTPRequest.ts</a:t>
            </a:r>
          </a:p>
          <a:p>
            <a:pPr>
              <a:defRPr sz="1200"/>
            </a:pPr>
            <a:r>
              <a:t>D:/pasar_fix/node_modules/.bun/puppeteer-core@24.43.1/node_modules/puppeteer-core/src/bidi/HTTPResponse.ts</a:t>
            </a:r>
          </a:p>
          <a:p>
            <a:pPr>
              <a:defRPr sz="1200"/>
            </a:pPr>
            <a:r>
              <a:t>D:/pasar_fix/node_modules/.bun/puppeteer-core@24.43.1/node_modules/puppeteer-core/src/bidi/Input.ts</a:t>
            </a:r>
          </a:p>
          <a:p>
            <a:pPr>
              <a:defRPr sz="1200"/>
            </a:pPr>
            <a:r>
              <a:t>D:/pasar_fix/node_modules/.bun/puppeteer-core@24.43.1/node_modules/puppeteer-core/src/bidi/JSHandle.ts</a:t>
            </a:r>
          </a:p>
          <a:p>
            <a:pPr>
              <a:defRPr sz="1200"/>
            </a:pPr>
            <a:r>
              <a:t>D:/pasar_fix/node_modules/.bun/puppeteer-core@24.43.1/node_modules/puppeteer-core/src/bidi/Page.ts</a:t>
            </a:r>
          </a:p>
          <a:p>
            <a:pPr>
              <a:defRPr sz="1200"/>
            </a:pPr>
            <a:r>
              <a:t>D:/pasar_fix/node_modules/.bun/puppeteer-core@24.43.1/node_modules/puppeteer-core/src/bidi/Realm.ts</a:t>
            </a:r>
          </a:p>
          <a:p>
            <a:pPr>
              <a:defRPr sz="1200"/>
            </a:pPr>
            <a:r>
              <a:t>D:/pasar_fix/node_modules/.bun/puppeteer-core@24.43.1/node_modules/puppeteer-core/src/bidi/Serializer.ts</a:t>
            </a:r>
          </a:p>
          <a:p>
            <a:pPr>
              <a:defRPr sz="1200"/>
            </a:pPr>
            <a:r>
              <a:t>D:/pasar_fix/node_modules/.bun/puppeteer-core@24.43.1/node_modules/puppeteer-core/src/bidi/Target.ts</a:t>
            </a:r>
          </a:p>
          <a:p>
            <a:pPr>
              <a:defRPr sz="1200"/>
            </a:pPr>
            <a:r>
              <a:t>D:/pasar_fix/node_modules/.bun/puppeteer-core@24.43.1/node_modules/puppeteer-core/src/bidi/util.ts</a:t>
            </a:r>
          </a:p>
          <a:p>
            <a:pPr>
              <a:defRPr sz="1200"/>
            </a:pPr>
            <a:r>
              <a:t>D:/pasar_fix/node_modules/.bun/puppeteer-core@24.43.1/node_modules/puppeteer-core/src/bidi/WebWorker.ts</a:t>
            </a:r>
          </a:p>
          <a:p>
            <a:pPr>
              <a:defRPr sz="1200"/>
            </a:pPr>
            <a:r>
              <a:t>D:/pasar_fix/node_modules/.bun/puppeteer-core@24.43.1/node_modules/puppeteer-core/src/bidi/core/Browser.ts</a:t>
            </a:r>
          </a:p>
          <a:p>
            <a:pPr>
              <a:defRPr sz="1200"/>
            </a:pPr>
            <a:r>
              <a:t>D:/pasar_fix/node_modules/.bun/puppeteer-core@24.43.1/node_modules/puppeteer-core/src/bidi/core/BrowsingContext.ts</a:t>
            </a:r>
          </a:p>
          <a:p>
            <a:pPr>
              <a:defRPr sz="1200"/>
            </a:pPr>
            <a:r>
              <a:t>D:/pasar_fix/node_modules/.bun/puppeteer-core@24.43.1/node_modules/puppeteer-core/src/bidi/core/Connection.ts</a:t>
            </a:r>
          </a:p>
          <a:p>
            <a:pPr>
              <a:defRPr sz="1200"/>
            </a:pPr>
            <a:r>
              <a:t>D:/pasar_fix/node_modules/.bun/puppeteer-core@24.43.1/node_modules/puppeteer-core/src/bidi/core/core.ts</a:t>
            </a:r>
          </a:p>
          <a:p>
            <a:pPr>
              <a:defRPr sz="1200"/>
            </a:pPr>
            <a:r>
              <a:t>D:/pasar_fix/node_modules/.bun/puppeteer-core@24.43.1/node_modules/puppeteer-core/src/bidi/core/Navigation.ts</a:t>
            </a:r>
          </a:p>
          <a:p>
            <a:pPr>
              <a:defRPr sz="1200"/>
            </a:pPr>
            <a:r>
              <a:t>D:/pasar_fix/node_modules/.bun/puppeteer-core@24.43.1/node_modules/puppeteer-core/src/bidi/core/README.md</a:t>
            </a:r>
          </a:p>
          <a:p>
            <a:pPr>
              <a:defRPr sz="1200"/>
            </a:pPr>
            <a:r>
              <a:t>D:/pasar_fix/node_modules/.bun/puppeteer-core@24.43.1/node_modules/puppeteer-core/src/bidi/core/Realm.ts</a:t>
            </a:r>
          </a:p>
          <a:p>
            <a:pPr>
              <a:defRPr sz="1200"/>
            </a:pPr>
            <a:r>
              <a:t>D:/pasar_fix/node_modules/.bun/puppeteer-core@24.43.1/node_modules/puppeteer-core/src/bidi/core/Request.ts</a:t>
            </a:r>
          </a:p>
          <a:p>
            <a:pPr>
              <a:defRPr sz="1200"/>
            </a:pPr>
            <a:r>
              <a:t>D:/pasar_fix/node_modules/.bun/puppeteer-core@24.43.1/node_modules/puppeteer-core/src/bidi/core/Session.ts</a:t>
            </a:r>
          </a:p>
          <a:p>
            <a:pPr>
              <a:defRPr sz="1200"/>
            </a:pPr>
            <a:r>
              <a:t>D:/pasar_fix/node_modules/.bun/puppeteer-core@24.43.1/node_modules/puppeteer-core/src/bidi/core/UserContext.ts</a:t>
            </a:r>
          </a:p>
          <a:p>
            <a:pPr>
              <a:defRPr sz="1200"/>
            </a:pPr>
            <a:r>
              <a:t>D:/pasar_fix/node_modules/.bun/puppeteer-core@24.43.1/node_modules/puppeteer-core/src/bidi/core/UserPrompt.ts</a:t>
            </a:r>
          </a:p>
          <a:p>
            <a:pPr>
              <a:defRPr sz="1200"/>
            </a:pPr>
            <a:r>
              <a:t>D:/pasar_fix/node_modules/.bun/puppeteer-core@24.43.1/node_modules/puppeteer-core/src/cdp/Accessibility.ts</a:t>
            </a:r>
          </a:p>
          <a:p>
            <a:pPr>
              <a:defRPr sz="1200"/>
            </a:pPr>
            <a:r>
              <a:t>D:/pasar_fix/node_modules/.bun/puppeteer-core@24.43.1/node_modules/puppeteer-core/src/cdp/Binding.ts</a:t>
            </a:r>
          </a:p>
          <a:p>
            <a:pPr>
              <a:defRPr sz="1200"/>
            </a:pPr>
            <a:r>
              <a:t>D:/pasar_fix/node_modules/.bun/puppeteer-core@24.43.1/node_modules/puppeteer-core/src/cdp/BluetoothEmulation.ts</a:t>
            </a:r>
          </a:p>
          <a:p>
            <a:pPr>
              <a:defRPr sz="1200"/>
            </a:pPr>
            <a:r>
              <a:t>D:/pasar_fix/node_modules/.bun/puppeteer-core@24.43.1/node_modules/puppeteer-core/src/cdp/Browser.ts</a:t>
            </a:r>
          </a:p>
          <a:p>
            <a:pPr>
              <a:defRPr sz="1200"/>
            </a:pPr>
            <a:r>
              <a:t>D:/pasar_fix/node_modules/.bun/puppeteer-core@24.43.1/node_modules/puppeteer-core/src/cdp/BrowserConnector.ts</a:t>
            </a:r>
          </a:p>
          <a:p>
            <a:pPr>
              <a:defRPr sz="1200"/>
            </a:pPr>
            <a:r>
              <a:t>D:/pasar_fix/node_modules/.bun/puppeteer-core@24.43.1/node_modules/puppeteer-core/src/cdp/BrowserContext.ts</a:t>
            </a:r>
          </a:p>
          <a:p>
            <a:pPr>
              <a:defRPr sz="1200"/>
            </a:pPr>
            <a:r>
              <a:t>D:/pasar_fix/node_modules/.bun/puppeteer-core@24.43.1/node_modules/puppeteer-core/src/cdp/cdp.ts</a:t>
            </a:r>
          </a:p>
          <a:p>
            <a:pPr>
              <a:defRPr sz="1200"/>
            </a:pPr>
            <a:r>
              <a:t>D:/pasar_fix/node_modules/.bun/puppeteer-core@24.43.1/node_modules/puppeteer-core/src/cdp/CdpIssue.ts</a:t>
            </a:r>
          </a:p>
          <a:p>
            <a:pPr>
              <a:defRPr sz="1200"/>
            </a:pPr>
            <a:r>
              <a:t>D:/pasar_fix/node_modules/.bun/puppeteer-core@24.43.1/node_modules/puppeteer-core/src/cdp/CdpPreloadScript.ts</a:t>
            </a:r>
          </a:p>
          <a:p>
            <a:pPr>
              <a:defRPr sz="1200"/>
            </a:pPr>
            <a:r>
              <a:t>D:/pasar_fix/node_modules/.bun/puppeteer-core@24.43.1/node_modules/puppeteer-core/src/cdp/CdpSession.ts</a:t>
            </a:r>
          </a:p>
          <a:p>
            <a:pPr>
              <a:defRPr sz="1200"/>
            </a:pPr>
            <a:r>
              <a:t>D:/pasar_fix/node_modules/.bun/puppeteer-core@24.43.1/node_modules/puppeteer-core/src/cdp/Connection.ts</a:t>
            </a:r>
          </a:p>
          <a:p>
            <a:pPr>
              <a:defRPr sz="1200"/>
            </a:pPr>
            <a:r>
              <a:t>D:/pasar_fix/node_modules/.bun/puppeteer-core@24.43.1/node_modules/puppeteer-core/src/cdp/Coverage.ts</a:t>
            </a:r>
          </a:p>
          <a:p>
            <a:pPr>
              <a:defRPr sz="1200"/>
            </a:pPr>
            <a:r>
              <a:t>D:/pasar_fix/node_modules/.bun/puppeteer-core@24.43.1/node_modules/puppeteer-core/src/cdp/DeviceRequestPrompt.ts</a:t>
            </a:r>
          </a:p>
          <a:p>
            <a:pPr>
              <a:defRPr sz="1200"/>
            </a:pPr>
            <a:r>
              <a:t>D:/pasar_fix/node_modules/.bun/puppeteer-core@24.43.1/node_modules/puppeteer-core/src/cdp/Dialog.ts</a:t>
            </a:r>
          </a:p>
          <a:p>
            <a:pPr>
              <a:defRPr sz="1200"/>
            </a:pPr>
            <a:r>
              <a:t>D:/pasar_fix/node_modules/.bun/puppeteer-core@24.43.1/node_modules/puppeteer-core/src/cdp/ElementHandle.ts</a:t>
            </a:r>
          </a:p>
          <a:p>
            <a:pPr>
              <a:defRPr sz="1200"/>
            </a:pPr>
            <a:r>
              <a:t>D:/pasar_fix/node_modules/.bun/puppeteer-core@24.43.1/node_modules/puppeteer-core/src/cdp/EmulationManager.ts</a:t>
            </a:r>
          </a:p>
          <a:p>
            <a:pPr>
              <a:defRPr sz="1200"/>
            </a:pPr>
            <a:r>
              <a:t>D:/pasar_fix/node_modules/.bun/puppeteer-core@24.43.1/node_modules/puppeteer-core/src/cdp/ExecutionContext.ts</a:t>
            </a:r>
          </a:p>
          <a:p>
            <a:pPr>
              <a:defRPr sz="1200"/>
            </a:pPr>
            <a:r>
              <a:t>D:/pasar_fix/node_modules/.bun/puppeteer-core@24.43.1/node_modules/puppeteer-core/src/cdp/Extension.ts</a:t>
            </a:r>
          </a:p>
          <a:p>
            <a:pPr>
              <a:defRPr sz="1200"/>
            </a:pPr>
            <a:r>
              <a:t>D:/pasar_fix/node_modules/.bun/puppeteer-core@24.43.1/node_modules/puppeteer-core/src/cdp/ExtensionTransport.ts</a:t>
            </a:r>
          </a:p>
          <a:p>
            <a:pPr>
              <a:defRPr sz="1200"/>
            </a:pPr>
            <a:r>
              <a:t>D:/pasar_fix/node_modules/.bun/puppeteer-core@24.43.1/node_modules/puppeteer-core/src/cdp/Frame.ts</a:t>
            </a:r>
          </a:p>
          <a:p>
            <a:pPr>
              <a:defRPr sz="1200"/>
            </a:pPr>
            <a:r>
              <a:t>D:/pasar_fix/node_modules/.bun/puppeteer-core@24.43.1/node_modules/puppeteer-core/src/cdp/FrameManager.ts</a:t>
            </a:r>
          </a:p>
          <a:p>
            <a:pPr>
              <a:defRPr sz="1200"/>
            </a:pPr>
            <a:r>
              <a:t>D:/pasar_fix/node_modules/.bun/puppeteer-core@24.43.1/node_modules/puppeteer-core/src/cdp/FrameManagerEvents.ts</a:t>
            </a:r>
          </a:p>
          <a:p>
            <a:pPr>
              <a:defRPr sz="1200"/>
            </a:pPr>
            <a:r>
              <a:t>D:/pasar_fix/node_modules/.bun/puppeteer-core@24.43.1/node_modules/puppeteer-core/src/cdp/FrameTree.ts</a:t>
            </a:r>
          </a:p>
          <a:p>
            <a:pPr>
              <a:defRPr sz="1200"/>
            </a:pPr>
            <a:r>
              <a:t>D:/pasar_fix/node_modules/.bun/puppeteer-core@24.43.1/node_modules/puppeteer-core/src/cdp/HTTPRequest.ts</a:t>
            </a:r>
          </a:p>
          <a:p>
            <a:pPr>
              <a:defRPr sz="1200"/>
            </a:pPr>
            <a:r>
              <a:t>D:/pasar_fix/node_modules/.bun/puppeteer-core@24.43.1/node_modules/puppeteer-core/src/cdp/HTTPResponse.ts</a:t>
            </a:r>
          </a:p>
          <a:p>
            <a:pPr>
              <a:defRPr sz="1200"/>
            </a:pPr>
            <a:r>
              <a:t>D:/pasar_fix/node_modules/.bun/puppeteer-core@24.43.1/node_modules/puppeteer-core/src/cdp/Input.ts</a:t>
            </a:r>
          </a:p>
          <a:p>
            <a:pPr>
              <a:defRPr sz="1200"/>
            </a:pPr>
            <a:r>
              <a:t>D:/pasar_fix/node_modules/.bun/puppeteer-core@24.43.1/node_modules/puppeteer-core/src/cdp/IsolatedWorld.ts</a:t>
            </a:r>
          </a:p>
          <a:p>
            <a:pPr>
              <a:defRPr sz="1200"/>
            </a:pPr>
            <a:r>
              <a:t>D:/pasar_fix/node_modules/.bun/puppeteer-core@24.43.1/node_modules/puppeteer-core/src/cdp/IsolatedWorlds.ts</a:t>
            </a:r>
          </a:p>
          <a:p>
            <a:pPr>
              <a:defRPr sz="1200"/>
            </a:pPr>
            <a:r>
              <a:t>D:/pasar_fix/node_modules/.bun/puppeteer-core@24.43.1/node_modules/puppeteer-core/src/cdp/JSHandle.ts</a:t>
            </a:r>
          </a:p>
          <a:p>
            <a:pPr>
              <a:defRPr sz="1200"/>
            </a:pPr>
            <a:r>
              <a:t>D:/pasar_fix/node_modules/.bun/puppeteer-core@24.43.1/node_modules/puppeteer-core/src/cdp/LifecycleWatcher.ts</a:t>
            </a:r>
          </a:p>
          <a:p>
            <a:pPr>
              <a:defRPr sz="1200"/>
            </a:pPr>
            <a:r>
              <a:t>D:/pasar_fix/node_modules/.bun/puppeteer-core@24.43.1/node_modules/puppeteer-core/src/cdp/NetworkEventManager.ts</a:t>
            </a:r>
          </a:p>
          <a:p>
            <a:pPr>
              <a:defRPr sz="1200"/>
            </a:pPr>
            <a:r>
              <a:t>D:/pasar_fix/node_modules/.bun/puppeteer-core@24.43.1/node_modules/puppeteer-core/src/cdp/NetworkManager.ts</a:t>
            </a:r>
          </a:p>
          <a:p>
            <a:pPr>
              <a:defRPr sz="1200"/>
            </a:pPr>
            <a:r>
              <a:t>D:/pasar_fix/node_modules/.bun/puppeteer-core@24.43.1/node_modules/puppeteer-core/src/cdp/Page.ts</a:t>
            </a:r>
          </a:p>
          <a:p>
            <a:pPr>
              <a:defRPr sz="1200"/>
            </a:pPr>
            <a:r>
              <a:t>D:/pasar_fix/node_modules/.bun/puppeteer-core@24.43.1/node_modules/puppeteer-core/src/cdp/PredefinedNetworkConditions.ts</a:t>
            </a:r>
          </a:p>
          <a:p>
            <a:pPr>
              <a:defRPr sz="1200"/>
            </a:pPr>
            <a:r>
              <a:t>D:/pasar_fix/node_modules/.bun/puppeteer-core@24.43.1/node_modules/puppeteer-core/src/cdp/Target.ts</a:t>
            </a:r>
          </a:p>
          <a:p>
            <a:pPr>
              <a:defRPr sz="1200"/>
            </a:pPr>
            <a:r>
              <a:t>D:/pasar_fix/node_modules/.bun/puppeteer-core@24.43.1/node_modules/puppeteer-core/src/cdp/TargetManageEvents.ts</a:t>
            </a:r>
          </a:p>
          <a:p>
            <a:pPr>
              <a:defRPr sz="1200"/>
            </a:pPr>
            <a:r>
              <a:t>D:/pasar_fix/node_modules/.bun/puppeteer-core@24.43.1/node_modules/puppeteer-core/src/cdp/TargetManager.ts</a:t>
            </a:r>
          </a:p>
          <a:p>
            <a:pPr>
              <a:defRPr sz="1200"/>
            </a:pPr>
            <a:r>
              <a:t>D:/pasar_fix/node_modules/.bun/puppeteer-core@24.43.1/node_modules/puppeteer-core/src/cdp/Tracing.ts</a:t>
            </a:r>
          </a:p>
          <a:p>
            <a:pPr>
              <a:defRPr sz="1200"/>
            </a:pPr>
            <a:r>
              <a:t>D:/pasar_fix/node_modules/.bun/puppeteer-core@24.43.1/node_modules/puppeteer-core/src/cdp/utils.ts</a:t>
            </a:r>
          </a:p>
          <a:p>
            <a:pPr>
              <a:defRPr sz="1200"/>
            </a:pPr>
            <a:r>
              <a:t>D:/pasar_fix/node_modules/.bun/puppeteer-core@24.43.1/node_modules/puppeteer-core/src/cdp/WebMCP.ts</a:t>
            </a:r>
          </a:p>
          <a:p>
            <a:pPr>
              <a:defRPr sz="1200"/>
            </a:pPr>
            <a:r>
              <a:t>D:/pasar_fix/node_modules/.bun/puppeteer-core@24.43.1/node_modules/puppeteer-core/src/cdp/WebWorker.ts</a:t>
            </a:r>
          </a:p>
          <a:p>
            <a:pPr>
              <a:defRPr sz="1200"/>
            </a:pPr>
            <a:r>
              <a:t>D:/pasar_fix/node_modules/.bun/puppeteer-core@24.43.1/node_modules/puppeteer-core/src/common/AriaQueryHandler.ts</a:t>
            </a:r>
          </a:p>
          <a:p>
            <a:pPr>
              <a:defRPr sz="1200"/>
            </a:pPr>
            <a:r>
              <a:t>D:/pasar_fix/node_modules/.bun/puppeteer-core@24.43.1/node_modules/puppeteer-core/src/common/BrowserConnector.ts</a:t>
            </a:r>
          </a:p>
          <a:p>
            <a:pPr>
              <a:defRPr sz="1200"/>
            </a:pPr>
            <a:r>
              <a:t>D:/pasar_fix/node_modules/.bun/puppeteer-core@24.43.1/node_modules/puppeteer-core/src/common/BrowserWebSocketTransport.ts</a:t>
            </a:r>
          </a:p>
          <a:p>
            <a:pPr>
              <a:defRPr sz="1200"/>
            </a:pPr>
            <a:r>
              <a:t>D:/pasar_fix/node_modules/.bun/puppeteer-core@24.43.1/node_modules/puppeteer-core/src/common/CallbackRegistry.ts</a:t>
            </a:r>
          </a:p>
          <a:p>
            <a:pPr>
              <a:defRPr sz="1200"/>
            </a:pPr>
            <a:r>
              <a:t>D:/pasar_fix/node_modules/.bun/puppeteer-core@24.43.1/node_modules/puppeteer-core/src/common/common.ts</a:t>
            </a:r>
          </a:p>
          <a:p>
            <a:pPr>
              <a:defRPr sz="1200"/>
            </a:pPr>
            <a:r>
              <a:t>D:/pasar_fix/node_modules/.bun/puppeteer-core@24.43.1/node_modules/puppeteer-core/src/common/Configuration.ts</a:t>
            </a:r>
          </a:p>
          <a:p>
            <a:pPr>
              <a:defRPr sz="1200"/>
            </a:pPr>
            <a:r>
              <a:t>D:/pasar_fix/node_modules/.bun/puppeteer-core@24.43.1/node_modules/puppeteer-core/src/common/ConnectionTransport.ts</a:t>
            </a:r>
          </a:p>
          <a:p>
            <a:pPr>
              <a:defRPr sz="1200"/>
            </a:pPr>
            <a:r>
              <a:t>D:/pasar_fix/node_modules/.bun/puppeteer-core@24.43.1/node_modules/puppeteer-core/src/common/ConnectOptions.ts</a:t>
            </a:r>
          </a:p>
          <a:p>
            <a:pPr>
              <a:defRPr sz="1200"/>
            </a:pPr>
            <a:r>
              <a:t>D:/pasar_fix/node_modules/.bun/puppeteer-core@24.43.1/node_modules/puppeteer-core/src/common/ConsoleMessage.ts</a:t>
            </a:r>
          </a:p>
          <a:p>
            <a:pPr>
              <a:defRPr sz="1200"/>
            </a:pPr>
            <a:r>
              <a:t>D:/pasar_fix/node_modules/.bun/puppeteer-core@24.43.1/node_modules/puppeteer-core/src/common/Cookie.ts</a:t>
            </a:r>
          </a:p>
          <a:p>
            <a:pPr>
              <a:defRPr sz="1200"/>
            </a:pPr>
            <a:r>
              <a:t>D:/pasar_fix/node_modules/.bun/puppeteer-core@24.43.1/node_modules/puppeteer-core/src/common/CSSQueryHandler.ts</a:t>
            </a:r>
          </a:p>
          <a:p>
            <a:pPr>
              <a:defRPr sz="1200"/>
            </a:pPr>
            <a:r>
              <a:t>D:/pasar_fix/node_modules/.bun/puppeteer-core@24.43.1/node_modules/puppeteer-core/src/common/CustomQueryHandler.ts</a:t>
            </a:r>
          </a:p>
          <a:p>
            <a:pPr>
              <a:defRPr sz="1200"/>
            </a:pPr>
            <a:r>
              <a:t>D:/pasar_fix/node_modules/.bun/puppeteer-core@24.43.1/node_modules/puppeteer-core/src/common/Debug.ts</a:t>
            </a:r>
          </a:p>
          <a:p>
            <a:pPr>
              <a:defRPr sz="1200"/>
            </a:pPr>
            <a:r>
              <a:t>D:/pasar_fix/node_modules/.bun/puppeteer-core@24.43.1/node_modules/puppeteer-core/src/common/Device.ts</a:t>
            </a:r>
          </a:p>
          <a:p>
            <a:pPr>
              <a:defRPr sz="1200"/>
            </a:pPr>
            <a:r>
              <a:t>D:/pasar_fix/node_modules/.bun/puppeteer-core@24.43.1/node_modules/puppeteer-core/src/common/DownloadBehavior.ts</a:t>
            </a:r>
          </a:p>
          <a:p>
            <a:pPr>
              <a:defRPr sz="1200"/>
            </a:pPr>
            <a:r>
              <a:t>D:/pasar_fix/node_modules/.bun/puppeteer-core@24.43.1/node_modules/puppeteer-core/src/common/Errors.ts</a:t>
            </a:r>
          </a:p>
          <a:p>
            <a:pPr>
              <a:defRPr sz="1200"/>
            </a:pPr>
            <a:r>
              <a:t>D:/pasar_fix/node_modules/.bun/puppeteer-core@24.43.1/node_modules/puppeteer-core/src/common/EventEmitter.ts</a:t>
            </a:r>
          </a:p>
          <a:p>
            <a:pPr>
              <a:defRPr sz="1200"/>
            </a:pPr>
            <a:r>
              <a:t>D:/pasar_fix/node_modules/.bun/puppeteer-core@24.43.1/node_modules/puppeteer-core/src/common/FileChooser.ts</a:t>
            </a:r>
          </a:p>
          <a:p>
            <a:pPr>
              <a:defRPr sz="1200"/>
            </a:pPr>
            <a:r>
              <a:t>D:/pasar_fix/node_modules/.bun/puppeteer-core@24.43.1/node_modules/puppeteer-core/src/common/GetQueryHandler.ts</a:t>
            </a:r>
          </a:p>
          <a:p>
            <a:pPr>
              <a:defRPr sz="1200"/>
            </a:pPr>
            <a:r>
              <a:t>D:/pasar_fix/node_modules/.bun/puppeteer-core@24.43.1/node_modules/puppeteer-core/src/common/HandleIterator.ts</a:t>
            </a:r>
          </a:p>
          <a:p>
            <a:pPr>
              <a:defRPr sz="1200"/>
            </a:pPr>
            <a:r>
              <a:t>D:/pasar_fix/node_modules/.bun/puppeteer-core@24.43.1/node_modules/puppeteer-core/src/common/LazyArg.ts</a:t>
            </a:r>
          </a:p>
          <a:p>
            <a:pPr>
              <a:defRPr sz="1200"/>
            </a:pPr>
            <a:r>
              <a:t>D:/pasar_fix/node_modules/.bun/puppeteer-core@24.43.1/node_modules/puppeteer-core/src/common/NetworkManagerEvents.ts</a:t>
            </a:r>
          </a:p>
          <a:p>
            <a:pPr>
              <a:defRPr sz="1200"/>
            </a:pPr>
            <a:r>
              <a:t>D:/pasar_fix/node_modules/.bun/puppeteer-core@24.43.1/node_modules/puppeteer-core/src/common/PDFOptions.ts</a:t>
            </a:r>
          </a:p>
          <a:p>
            <a:pPr>
              <a:defRPr sz="1200"/>
            </a:pPr>
            <a:r>
              <a:t>D:/pasar_fix/node_modules/.bun/puppeteer-core@24.43.1/node_modules/puppeteer-core/src/common/PierceQueryHandler.ts</a:t>
            </a:r>
          </a:p>
          <a:p>
            <a:pPr>
              <a:defRPr sz="1200"/>
            </a:pPr>
            <a:r>
              <a:t>D:/pasar_fix/node_modules/.bun/puppeteer-core@24.43.1/node_modules/puppeteer-core/src/common/PQueryHandler.ts</a:t>
            </a:r>
          </a:p>
          <a:p>
            <a:pPr>
              <a:defRPr sz="1200"/>
            </a:pPr>
            <a:r>
              <a:t>D:/pasar_fix/node_modules/.bun/puppeteer-core@24.43.1/node_modules/puppeteer-core/src/common/PSelectorParser.ts</a:t>
            </a:r>
          </a:p>
          <a:p>
            <a:pPr>
              <a:defRPr sz="1200"/>
            </a:pPr>
            <a:r>
              <a:t>D:/pasar_fix/node_modules/.bun/puppeteer-core@24.43.1/node_modules/puppeteer-core/src/common/Puppeteer.ts</a:t>
            </a:r>
          </a:p>
          <a:p>
            <a:pPr>
              <a:defRPr sz="1200"/>
            </a:pPr>
            <a:r>
              <a:t>D:/pasar_fix/node_modules/.bun/puppeteer-core@24.43.1/node_modules/puppeteer-core/src/common/QueryHandler.ts</a:t>
            </a:r>
          </a:p>
          <a:p>
            <a:pPr>
              <a:defRPr sz="1200"/>
            </a:pPr>
            <a:r>
              <a:t>D:/pasar_fix/node_modules/.bun/puppeteer-core@24.43.1/node_modules/puppeteer-core/src/common/ScriptInjector.ts</a:t>
            </a:r>
          </a:p>
          <a:p>
            <a:pPr>
              <a:defRPr sz="1200"/>
            </a:pPr>
            <a:r>
              <a:t>D:/pasar_fix/node_modules/.bun/puppeteer-core@24.43.1/node_modules/puppeteer-core/src/common/SecurityDetails.ts</a:t>
            </a:r>
          </a:p>
          <a:p>
            <a:pPr>
              <a:defRPr sz="1200"/>
            </a:pPr>
            <a:r>
              <a:t>D:/pasar_fix/node_modules/.bun/puppeteer-core@24.43.1/node_modules/puppeteer-core/src/common/SupportedBrowser.ts</a:t>
            </a:r>
          </a:p>
          <a:p>
            <a:pPr>
              <a:defRPr sz="1200"/>
            </a:pPr>
            <a:r>
              <a:t>D:/pasar_fix/node_modules/.bun/puppeteer-core@24.43.1/node_modules/puppeteer-core/src/common/TaskQueue.ts</a:t>
            </a:r>
          </a:p>
          <a:p>
            <a:pPr>
              <a:defRPr sz="1200"/>
            </a:pPr>
            <a:r>
              <a:t>D:/pasar_fix/node_modules/.bun/puppeteer-core@24.43.1/node_modules/puppeteer-core/src/common/TextQueryHandler.ts</a:t>
            </a:r>
          </a:p>
          <a:p>
            <a:pPr>
              <a:defRPr sz="1200"/>
            </a:pPr>
            <a:r>
              <a:t>D:/pasar_fix/node_modules/.bun/puppeteer-core@24.43.1/node_modules/puppeteer-core/src/common/TimeoutSettings.ts</a:t>
            </a:r>
          </a:p>
          <a:p>
            <a:pPr>
              <a:defRPr sz="1200"/>
            </a:pPr>
            <a:r>
              <a:t>D:/pasar_fix/node_modules/.bun/puppeteer-core@24.43.1/node_modules/puppeteer-core/src/common/types.ts</a:t>
            </a:r>
          </a:p>
          <a:p>
            <a:pPr>
              <a:defRPr sz="1200"/>
            </a:pPr>
            <a:r>
              <a:t>D:/pasar_fix/node_modules/.bun/puppeteer-core@24.43.1/node_modules/puppeteer-core/src/common/USKeyboardLayout.ts</a:t>
            </a:r>
          </a:p>
          <a:p>
            <a:pPr>
              <a:defRPr sz="1200"/>
            </a:pPr>
            <a:r>
              <a:t>D:/pasar_fix/node_modules/.bun/puppeteer-core@24.43.1/node_modules/puppeteer-core/src/common/util.ts</a:t>
            </a:r>
          </a:p>
          <a:p>
            <a:pPr>
              <a:defRPr sz="1200"/>
            </a:pPr>
            <a:r>
              <a:t>D:/pasar_fix/node_modules/.bun/puppeteer-core@24.43.1/node_modules/puppeteer-core/src/common/Viewport.ts</a:t>
            </a:r>
          </a:p>
          <a:p>
            <a:pPr>
              <a:defRPr sz="1200"/>
            </a:pPr>
            <a:r>
              <a:t>D:/pasar_fix/node_modules/.bun/puppeteer-core@24.43.1/node_modules/puppeteer-core/src/common/WaitTask.ts</a:t>
            </a:r>
          </a:p>
          <a:p>
            <a:pPr>
              <a:defRPr sz="1200"/>
            </a:pPr>
            <a:r>
              <a:t>D:/pasar_fix/node_modules/.bun/puppeteer-core@24.43.1/node_modules/puppeteer-core/src/common/XPathQueryHandler.ts</a:t>
            </a:r>
          </a:p>
          <a:p>
            <a:pPr>
              <a:defRPr sz="1200"/>
            </a:pPr>
            <a:r>
              <a:t>D:/pasar_fix/node_modules/.bun/puppeteer-core@24.43.1/node_modules/puppeteer-core/src/generated/injected.ts</a:t>
            </a:r>
          </a:p>
          <a:p>
            <a:pPr>
              <a:defRPr sz="1200"/>
            </a:pPr>
            <a:r>
              <a:t>D:/pasar_fix/node_modules/.bun/puppeteer-core@24.43.1/node_modules/puppeteer-core/src/injected/ARIAQuerySelector.ts</a:t>
            </a:r>
          </a:p>
          <a:p>
            <a:pPr>
              <a:defRPr sz="1200"/>
            </a:pPr>
            <a:r>
              <a:t>D:/pasar_fix/node_modules/.bun/puppeteer-core@24.43.1/node_modules/puppeteer-core/src/injected/CSSSelector.ts</a:t>
            </a:r>
          </a:p>
          <a:p>
            <a:pPr>
              <a:defRPr sz="1200"/>
            </a:pPr>
            <a:r>
              <a:t>D:/pasar_fix/node_modules/.bun/puppeteer-core@24.43.1/node_modules/puppeteer-core/src/injected/CustomQuerySelector.ts</a:t>
            </a:r>
          </a:p>
          <a:p>
            <a:pPr>
              <a:defRPr sz="1200"/>
            </a:pPr>
            <a:r>
              <a:t>D:/pasar_fix/node_modules/.bun/puppeteer-core@24.43.1/node_modules/puppeteer-core/src/injected/injected.ts</a:t>
            </a:r>
          </a:p>
          <a:p>
            <a:pPr>
              <a:defRPr sz="1200"/>
            </a:pPr>
            <a:r>
              <a:t>D:/pasar_fix/node_modules/.bun/puppeteer-core@24.43.1/node_modules/puppeteer-core/src/injected/PierceQuerySelector.ts</a:t>
            </a:r>
          </a:p>
          <a:p>
            <a:pPr>
              <a:defRPr sz="1200"/>
            </a:pPr>
            <a:r>
              <a:t>D:/pasar_fix/node_modules/.bun/puppeteer-core@24.43.1/node_modules/puppeteer-core/src/injected/Poller.ts</a:t>
            </a:r>
          </a:p>
          <a:p>
            <a:pPr>
              <a:defRPr sz="1200"/>
            </a:pPr>
            <a:r>
              <a:t>D:/pasar_fix/node_modules/.bun/puppeteer-core@24.43.1/node_modules/puppeteer-core/src/injected/PQuerySelector.ts</a:t>
            </a:r>
          </a:p>
          <a:p>
            <a:pPr>
              <a:defRPr sz="1200"/>
            </a:pPr>
            <a:r>
              <a:t>D:/pasar_fix/node_modules/.bun/puppeteer-core@24.43.1/node_modules/puppeteer-core/src/injected/README.md</a:t>
            </a:r>
          </a:p>
          <a:p>
            <a:pPr>
              <a:defRPr sz="1200"/>
            </a:pPr>
            <a:r>
              <a:t>D:/pasar_fix/node_modules/.bun/puppeteer-core@24.43.1/node_modules/puppeteer-core/src/injected/TextContent.ts</a:t>
            </a:r>
          </a:p>
          <a:p>
            <a:pPr>
              <a:defRPr sz="1200"/>
            </a:pPr>
            <a:r>
              <a:t>D:/pasar_fix/node_modules/.bun/puppeteer-core@24.43.1/node_modules/puppeteer-core/src/injected/TextQuerySelector.ts</a:t>
            </a:r>
          </a:p>
          <a:p>
            <a:pPr>
              <a:defRPr sz="1200"/>
            </a:pPr>
            <a:r>
              <a:t>D:/pasar_fix/node_modules/.bun/puppeteer-core@24.43.1/node_modules/puppeteer-core/src/injected/util.ts</a:t>
            </a:r>
          </a:p>
          <a:p>
            <a:pPr>
              <a:defRPr sz="1200"/>
            </a:pPr>
            <a:r>
              <a:t>D:/pasar_fix/node_modules/.bun/puppeteer-core@24.43.1/node_modules/puppeteer-core/src/injected/XPathQuerySelector.ts</a:t>
            </a:r>
          </a:p>
          <a:p>
            <a:pPr>
              <a:defRPr sz="1200"/>
            </a:pPr>
            <a:r>
              <a:t>D:/pasar_fix/node_modules/.bun/puppeteer-core@24.43.1/node_modules/puppeteer-core/src/node/BrowserLauncher.ts</a:t>
            </a:r>
          </a:p>
          <a:p>
            <a:pPr>
              <a:defRPr sz="1200"/>
            </a:pPr>
            <a:r>
              <a:t>D:/pasar_fix/node_modules/.bun/puppeteer-core@24.43.1/node_modules/puppeteer-core/src/node/ChromeLauncher.ts</a:t>
            </a:r>
          </a:p>
          <a:p>
            <a:pPr>
              <a:defRPr sz="1200"/>
            </a:pPr>
            <a:r>
              <a:t>D:/pasar_fix/node_modules/.bun/puppeteer-core@24.43.1/node_modules/puppeteer-core/src/node/FirefoxLauncher.ts</a:t>
            </a:r>
          </a:p>
          <a:p>
            <a:pPr>
              <a:defRPr sz="1200"/>
            </a:pPr>
            <a:r>
              <a:t>D:/pasar_fix/node_modules/.bun/puppeteer-core@24.43.1/node_modules/puppeteer-core/src/node/LaunchOptions.ts</a:t>
            </a:r>
          </a:p>
          <a:p>
            <a:pPr>
              <a:defRPr sz="1200"/>
            </a:pPr>
            <a:r>
              <a:t>D:/pasar_fix/node_modules/.bun/puppeteer-core@24.43.1/node_modules/puppeteer-core/src/node/node.ts</a:t>
            </a:r>
          </a:p>
          <a:p>
            <a:pPr>
              <a:defRPr sz="1200"/>
            </a:pPr>
            <a:r>
              <a:t>D:/pasar_fix/node_modules/.bun/puppeteer-core@24.43.1/node_modules/puppeteer-core/src/node/NodeWebSocketTransport.ts</a:t>
            </a:r>
          </a:p>
          <a:p>
            <a:pPr>
              <a:defRPr sz="1200"/>
            </a:pPr>
            <a:r>
              <a:t>D:/pasar_fix/node_modules/.bun/puppeteer-core@24.43.1/node_modules/puppeteer-core/src/node/PipeTransport.ts</a:t>
            </a:r>
          </a:p>
          <a:p>
            <a:pPr>
              <a:defRPr sz="1200"/>
            </a:pPr>
            <a:r>
              <a:t>D:/pasar_fix/node_modules/.bun/puppeteer-core@24.43.1/node_modules/puppeteer-core/src/node/PuppeteerNode.ts</a:t>
            </a:r>
          </a:p>
          <a:p>
            <a:pPr>
              <a:defRPr sz="1200"/>
            </a:pPr>
            <a:r>
              <a:t>D:/pasar_fix/node_modules/.bun/puppeteer-core@24.43.1/node_modules/puppeteer-core/src/node/ScreenRecorder.ts</a:t>
            </a:r>
          </a:p>
          <a:p>
            <a:pPr>
              <a:defRPr sz="1200"/>
            </a:pPr>
            <a:r>
              <a:t>D:/pasar_fix/node_modules/.bun/puppeteer-core@24.43.1/node_modules/puppeteer-core/src/node/util/fs.ts</a:t>
            </a:r>
          </a:p>
          <a:p>
            <a:pPr>
              <a:defRPr sz="1200"/>
            </a:pPr>
            <a:r>
              <a:t>D:/pasar_fix/node_modules/.bun/puppeteer-core@24.43.1/node_modules/puppeteer-core/src/templates/injected.ts.tmpl</a:t>
            </a:r>
          </a:p>
          <a:p>
            <a:pPr>
              <a:defRPr sz="1200"/>
            </a:pPr>
            <a:r>
              <a:t>D:/pasar_fix/node_modules/.bun/puppeteer-core@24.43.1/node_modules/puppeteer-core/src/templates/README.md</a:t>
            </a:r>
          </a:p>
          <a:p>
            <a:pPr>
              <a:defRPr sz="1200"/>
            </a:pPr>
            <a:r>
              <a:t>D:/pasar_fix/node_modules/.bun/puppeteer-core@24.43.1/node_modules/puppeteer-core/src/util/assert.ts</a:t>
            </a:r>
          </a:p>
          <a:p>
            <a:pPr>
              <a:defRPr sz="1200"/>
            </a:pPr>
            <a:r>
              <a:t>D:/pasar_fix/node_modules/.bun/puppeteer-core@24.43.1/node_modules/puppeteer-core/src/util/AsyncIterableUtil.ts</a:t>
            </a:r>
          </a:p>
          <a:p>
            <a:pPr>
              <a:defRPr sz="1200"/>
            </a:pPr>
            <a:r>
              <a:t>D:/pasar_fix/node_modules/.bun/puppeteer-core@24.43.1/node_modules/puppeteer-core/src/util/decorators.ts</a:t>
            </a:r>
          </a:p>
          <a:p>
            <a:pPr>
              <a:defRPr sz="1200"/>
            </a:pPr>
            <a:r>
              <a:t>D:/pasar_fix/node_modules/.bun/puppeteer-core@24.43.1/node_modules/puppeteer-core/src/util/Deferred.ts</a:t>
            </a:r>
          </a:p>
          <a:p>
            <a:pPr>
              <a:defRPr sz="1200"/>
            </a:pPr>
            <a:r>
              <a:t>D:/pasar_fix/node_modules/.bun/puppeteer-core@24.43.1/node_modules/puppeteer-core/src/util/disposable.ts</a:t>
            </a:r>
          </a:p>
          <a:p>
            <a:pPr>
              <a:defRPr sz="1200"/>
            </a:pPr>
            <a:r>
              <a:t>D:/pasar_fix/node_modules/.bun/puppeteer-core@24.43.1/node_modules/puppeteer-core/src/util/encoding.ts</a:t>
            </a:r>
          </a:p>
          <a:p>
            <a:pPr>
              <a:defRPr sz="1200"/>
            </a:pPr>
            <a:r>
              <a:t>D:/pasar_fix/node_modules/.bun/puppeteer-core@24.43.1/node_modules/puppeteer-core/src/util/ErrorLike.ts</a:t>
            </a:r>
          </a:p>
          <a:p>
            <a:pPr>
              <a:defRPr sz="1200"/>
            </a:pPr>
            <a:r>
              <a:t>D:/pasar_fix/node_modules/.bun/puppeteer-core@24.43.1/node_modules/puppeteer-core/src/util/Function.ts</a:t>
            </a:r>
          </a:p>
          <a:p>
            <a:pPr>
              <a:defRPr sz="1200"/>
            </a:pPr>
            <a:r>
              <a:t>D:/pasar_fix/node_modules/.bun/puppeteer-core@24.43.1/node_modules/puppeteer-core/src/util/incremental-id-generator.ts</a:t>
            </a:r>
          </a:p>
          <a:p>
            <a:pPr>
              <a:defRPr sz="1200"/>
            </a:pPr>
            <a:r>
              <a:t>D:/pasar_fix/node_modules/.bun/puppeteer-core@24.43.1/node_modules/puppeteer-core/src/util/Mutex.ts</a:t>
            </a:r>
          </a:p>
          <a:p>
            <a:pPr>
              <a:defRPr sz="1200"/>
            </a:pPr>
            <a:r>
              <a:t>D:/pasar_fix/node_modules/.bun/puppeteer-core@24.43.1/node_modules/puppeteer-core/src/util/util.ts</a:t>
            </a:r>
          </a:p>
          <a:p>
            <a:pPr>
              <a:defRPr sz="1200"/>
            </a:pPr>
            <a:r>
              <a:t>D:/pasar_fix/node_modules/.bun/puppeteer-core@24.43.1/node_modules/puppeteer-core/src/util/version.ts</a:t>
            </a:r>
          </a:p>
          <a:p>
            <a:pPr>
              <a:defRPr sz="1200"/>
            </a:pPr>
            <a:r>
              <a:t>D:/pasar_fix/node_modules/.bun/puppeteer@24.43.1+1fb4c65d43e298b9/node_modules/.bin/browsers.bunx</a:t>
            </a:r>
          </a:p>
          <a:p>
            <a:pPr>
              <a:defRPr sz="1200"/>
            </a:pPr>
            <a:r>
              <a:t>D:/pasar_fix/node_modules/.bun/puppeteer@24.43.1+1fb4c65d43e298b9/node_modules/.bin/browsers.exe</a:t>
            </a:r>
          </a:p>
          <a:p>
            <a:pPr>
              <a:defRPr sz="1200"/>
            </a:pPr>
            <a:r>
              <a:t>D:/pasar_fix/node_modules/.bun/puppeteer@24.43.1+1fb4c65d43e298b9/node_modules/.bin/puppeteer.bunx</a:t>
            </a:r>
          </a:p>
          <a:p>
            <a:pPr>
              <a:defRPr sz="1200"/>
            </a:pPr>
            <a:r>
              <a:t>D:/pasar_fix/node_modules/.bun/puppeteer@24.43.1+1fb4c65d43e298b9/node_modules/.bin/puppeteer.exe</a:t>
            </a:r>
          </a:p>
          <a:p>
            <a:pPr>
              <a:defRPr sz="1200"/>
            </a:pPr>
            <a:r>
              <a:t>D:/pasar_fix/node_modules/.bun/puppeteer@24.43.1+1fb4c65d43e298b9/node_modules/puppeteer/install.mjs</a:t>
            </a:r>
          </a:p>
          <a:p>
            <a:pPr>
              <a:defRPr sz="1200"/>
            </a:pPr>
            <a:r>
              <a:t>D:/pasar_fix/node_modules/.bun/puppeteer@24.43.1+1fb4c65d43e298b9/node_modules/puppeteer/package.json</a:t>
            </a:r>
          </a:p>
          <a:p>
            <a:pPr>
              <a:defRPr sz="1200"/>
            </a:pPr>
            <a:r>
              <a:t>D:/pasar_fix/node_modules/.bun/puppeteer@24.43.1+1fb4c65d43e298b9/node_modules/puppeteer/README.md</a:t>
            </a:r>
          </a:p>
          <a:p>
            <a:pPr>
              <a:defRPr sz="1200"/>
            </a:pPr>
            <a:r>
              <a:t>D:/pasar_fix/node_modules/.bun/puppeteer@24.43.1+1fb4c65d43e298b9/node_modules/puppeteer/lib/types.d.ts</a:t>
            </a:r>
          </a:p>
          <a:p>
            <a:pPr>
              <a:defRPr sz="1200"/>
            </a:pPr>
            <a:r>
              <a:t>D:/pasar_fix/node_modules/.bun/puppeteer@24.43.1+1fb4c65d43e298b9/node_modules/puppeteer/lib/cjs/puppeteer/getConfiguration.d.ts</a:t>
            </a:r>
          </a:p>
          <a:p>
            <a:pPr>
              <a:defRPr sz="1200"/>
            </a:pPr>
            <a:r>
              <a:t>D:/pasar_fix/node_modules/.bun/puppeteer@24.43.1+1fb4c65d43e298b9/node_modules/puppeteer/lib/cjs/puppeteer/getConfiguration.d.ts.map</a:t>
            </a:r>
          </a:p>
          <a:p>
            <a:pPr>
              <a:defRPr sz="1200"/>
            </a:pPr>
            <a:r>
              <a:t>D:/pasar_fix/node_modules/.bun/puppeteer@24.43.1+1fb4c65d43e298b9/node_modules/puppeteer/lib/cjs/puppeteer/getConfiguration.js</a:t>
            </a:r>
          </a:p>
          <a:p>
            <a:pPr>
              <a:defRPr sz="1200"/>
            </a:pPr>
            <a:r>
              <a:t>D:/pasar_fix/node_modules/.bun/puppeteer@24.43.1+1fb4c65d43e298b9/node_modules/puppeteer/lib/cjs/puppeteer/getConfiguration.js.map</a:t>
            </a:r>
          </a:p>
          <a:p>
            <a:pPr>
              <a:defRPr sz="1200"/>
            </a:pPr>
            <a:r>
              <a:t>D:/pasar_fix/node_modules/.bun/puppeteer@24.43.1+1fb4c65d43e298b9/node_modules/puppeteer/lib/cjs/puppeteer/puppeteer.d.ts</a:t>
            </a:r>
          </a:p>
          <a:p>
            <a:pPr>
              <a:defRPr sz="1200"/>
            </a:pPr>
            <a:r>
              <a:t>D:/pasar_fix/node_modules/.bun/puppeteer@24.43.1+1fb4c65d43e298b9/node_modules/puppeteer/lib/cjs/puppeteer/puppeteer.d.ts.map</a:t>
            </a:r>
          </a:p>
          <a:p>
            <a:pPr>
              <a:defRPr sz="1200"/>
            </a:pPr>
            <a:r>
              <a:t>D:/pasar_fix/node_modules/.bun/puppeteer@24.43.1+1fb4c65d43e298b9/node_modules/puppeteer/lib/cjs/puppeteer/puppeteer.js</a:t>
            </a:r>
          </a:p>
          <a:p>
            <a:pPr>
              <a:defRPr sz="1200"/>
            </a:pPr>
            <a:r>
              <a:t>D:/pasar_fix/node_modules/.bun/puppeteer@24.43.1+1fb4c65d43e298b9/node_modules/puppeteer/lib/cjs/puppeteer/puppeteer.js.map</a:t>
            </a:r>
          </a:p>
          <a:p>
            <a:pPr>
              <a:defRPr sz="1200"/>
            </a:pPr>
            <a:r>
              <a:t>D:/pasar_fix/node_modules/.bun/puppeteer@24.43.1+1fb4c65d43e298b9/node_modules/puppeteer/lib/cjs/puppeteer/node/cli.d.ts</a:t>
            </a:r>
          </a:p>
          <a:p>
            <a:pPr>
              <a:defRPr sz="1200"/>
            </a:pPr>
            <a:r>
              <a:t>D:/pasar_fix/node_modules/.bun/puppeteer@24.43.1+1fb4c65d43e298b9/node_modules/puppeteer/lib/cjs/puppeteer/node/cli.d.ts.map</a:t>
            </a:r>
          </a:p>
          <a:p>
            <a:pPr>
              <a:defRPr sz="1200"/>
            </a:pPr>
            <a:r>
              <a:t>D:/pasar_fix/node_modules/.bun/puppeteer@24.43.1+1fb4c65d43e298b9/node_modules/puppeteer/lib/cjs/puppeteer/node/cli.js</a:t>
            </a:r>
          </a:p>
          <a:p>
            <a:pPr>
              <a:defRPr sz="1200"/>
            </a:pPr>
            <a:r>
              <a:t>D:/pasar_fix/node_modules/.bun/puppeteer@24.43.1+1fb4c65d43e298b9/node_modules/puppeteer/lib/cjs/puppeteer/node/cli.js.map</a:t>
            </a:r>
          </a:p>
          <a:p>
            <a:pPr>
              <a:defRPr sz="1200"/>
            </a:pPr>
            <a:r>
              <a:t>D:/pasar_fix/node_modules/.bun/puppeteer@24.43.1+1fb4c65d43e298b9/node_modules/puppeteer/lib/cjs/puppeteer/node/install.d.ts</a:t>
            </a:r>
          </a:p>
          <a:p>
            <a:pPr>
              <a:defRPr sz="1200"/>
            </a:pPr>
            <a:r>
              <a:t>D:/pasar_fix/node_modules/.bun/puppeteer@24.43.1+1fb4c65d43e298b9/node_modules/puppeteer/lib/cjs/puppeteer/node/install.d.ts.map</a:t>
            </a:r>
          </a:p>
          <a:p>
            <a:pPr>
              <a:defRPr sz="1200"/>
            </a:pPr>
            <a:r>
              <a:t>D:/pasar_fix/node_modules/.bun/puppeteer@24.43.1+1fb4c65d43e298b9/node_modules/puppeteer/lib/cjs/puppeteer/node/install.js</a:t>
            </a:r>
          </a:p>
          <a:p>
            <a:pPr>
              <a:defRPr sz="1200"/>
            </a:pPr>
            <a:r>
              <a:t>D:/pasar_fix/node_modules/.bun/puppeteer@24.43.1+1fb4c65d43e298b9/node_modules/puppeteer/lib/cjs/puppeteer/node/install.js.map</a:t>
            </a:r>
          </a:p>
          <a:p>
            <a:pPr>
              <a:defRPr sz="1200"/>
            </a:pPr>
            <a:r>
              <a:t>D:/pasar_fix/node_modules/.bun/puppeteer@24.43.1+1fb4c65d43e298b9/node_modules/puppeteer/lib/esm/package.json</a:t>
            </a:r>
          </a:p>
          <a:p>
            <a:pPr>
              <a:defRPr sz="1200"/>
            </a:pPr>
            <a:r>
              <a:t>D:/pasar_fix/node_modules/.bun/puppeteer@24.43.1+1fb4c65d43e298b9/node_modules/puppeteer/lib/esm/puppeteer/getConfiguration.d.ts</a:t>
            </a:r>
          </a:p>
          <a:p>
            <a:pPr>
              <a:defRPr sz="1200"/>
            </a:pPr>
            <a:r>
              <a:t>D:/pasar_fix/node_modules/.bun/puppeteer@24.43.1+1fb4c65d43e298b9/node_modules/puppeteer/lib/esm/puppeteer/getConfiguration.d.ts.map</a:t>
            </a:r>
          </a:p>
          <a:p>
            <a:pPr>
              <a:defRPr sz="1200"/>
            </a:pPr>
            <a:r>
              <a:t>D:/pasar_fix/node_modules/.bun/puppeteer@24.43.1+1fb4c65d43e298b9/node_modules/puppeteer/lib/esm/puppeteer/getConfiguration.js</a:t>
            </a:r>
          </a:p>
          <a:p>
            <a:pPr>
              <a:defRPr sz="1200"/>
            </a:pPr>
            <a:r>
              <a:t>D:/pasar_fix/node_modules/.bun/puppeteer@24.43.1+1fb4c65d43e298b9/node_modules/puppeteer/lib/esm/puppeteer/getConfiguration.js.map</a:t>
            </a:r>
          </a:p>
          <a:p>
            <a:pPr>
              <a:defRPr sz="1200"/>
            </a:pPr>
            <a:r>
              <a:t>D:/pasar_fix/node_modules/.bun/puppeteer@24.43.1+1fb4c65d43e298b9/node_modules/puppeteer/lib/esm/puppeteer/puppeteer.d.ts</a:t>
            </a:r>
          </a:p>
          <a:p>
            <a:pPr>
              <a:defRPr sz="1200"/>
            </a:pPr>
            <a:r>
              <a:t>D:/pasar_fix/node_modules/.bun/puppeteer@24.43.1+1fb4c65d43e298b9/node_modules/puppeteer/lib/esm/puppeteer/puppeteer.d.ts.map</a:t>
            </a:r>
          </a:p>
          <a:p>
            <a:pPr>
              <a:defRPr sz="1200"/>
            </a:pPr>
            <a:r>
              <a:t>D:/pasar_fix/node_modules/.bun/puppeteer@24.43.1+1fb4c65d43e298b9/node_modules/puppeteer/lib/esm/puppeteer/puppeteer.js</a:t>
            </a:r>
          </a:p>
          <a:p>
            <a:pPr>
              <a:defRPr sz="1200"/>
            </a:pPr>
            <a:r>
              <a:t>D:/pasar_fix/node_modules/.bun/puppeteer@24.43.1+1fb4c65d43e298b9/node_modules/puppeteer/lib/esm/puppeteer/puppeteer.js.map</a:t>
            </a:r>
          </a:p>
          <a:p>
            <a:pPr>
              <a:defRPr sz="1200"/>
            </a:pPr>
            <a:r>
              <a:t>D:/pasar_fix/node_modules/.bun/puppeteer@24.43.1+1fb4c65d43e298b9/node_modules/puppeteer/lib/esm/puppeteer/node/cli.d.ts</a:t>
            </a:r>
          </a:p>
          <a:p>
            <a:pPr>
              <a:defRPr sz="1200"/>
            </a:pPr>
            <a:r>
              <a:t>D:/pasar_fix/node_modules/.bun/puppeteer@24.43.1+1fb4c65d43e298b9/node_modules/puppeteer/lib/esm/puppeteer/node/cli.d.ts.map</a:t>
            </a:r>
          </a:p>
          <a:p>
            <a:pPr>
              <a:defRPr sz="1200"/>
            </a:pPr>
            <a:r>
              <a:t>D:/pasar_fix/node_modules/.bun/puppeteer@24.43.1+1fb4c65d43e298b9/node_modules/puppeteer/lib/esm/puppeteer/node/cli.js</a:t>
            </a:r>
          </a:p>
          <a:p>
            <a:pPr>
              <a:defRPr sz="1200"/>
            </a:pPr>
            <a:r>
              <a:t>D:/pasar_fix/node_modules/.bun/puppeteer@24.43.1+1fb4c65d43e298b9/node_modules/puppeteer/lib/esm/puppeteer/node/cli.js.map</a:t>
            </a:r>
          </a:p>
          <a:p>
            <a:pPr>
              <a:defRPr sz="1200"/>
            </a:pPr>
            <a:r>
              <a:t>D:/pasar_fix/node_modules/.bun/puppeteer@24.43.1+1fb4c65d43e298b9/node_modules/puppeteer/lib/esm/puppeteer/node/install.d.ts</a:t>
            </a:r>
          </a:p>
          <a:p>
            <a:pPr>
              <a:defRPr sz="1200"/>
            </a:pPr>
            <a:r>
              <a:t>D:/pasar_fix/node_modules/.bun/puppeteer@24.43.1+1fb4c65d43e298b9/node_modules/puppeteer/lib/esm/puppeteer/node/install.d.ts.map</a:t>
            </a:r>
          </a:p>
          <a:p>
            <a:pPr>
              <a:defRPr sz="1200"/>
            </a:pPr>
            <a:r>
              <a:t>D:/pasar_fix/node_modules/.bun/puppeteer@24.43.1+1fb4c65d43e298b9/node_modules/puppeteer/lib/esm/puppeteer/node/install.js</a:t>
            </a:r>
          </a:p>
          <a:p>
            <a:pPr>
              <a:defRPr sz="1200"/>
            </a:pPr>
            <a:r>
              <a:t>D:/pasar_fix/node_modules/.bun/puppeteer@24.43.1+1fb4c65d43e298b9/node_modules/puppeteer/lib/esm/puppeteer/node/install.js.map</a:t>
            </a:r>
          </a:p>
          <a:p>
            <a:pPr>
              <a:defRPr sz="1200"/>
            </a:pPr>
            <a:r>
              <a:t>D:/pasar_fix/node_modules/.bun/puppeteer@24.43.1+1fb4c65d43e298b9/node_modules/puppeteer/src/getConfiguration.ts</a:t>
            </a:r>
          </a:p>
          <a:p>
            <a:pPr>
              <a:defRPr sz="1200"/>
            </a:pPr>
            <a:r>
              <a:t>D:/pasar_fix/node_modules/.bun/puppeteer@24.43.1+1fb4c65d43e298b9/node_modules/puppeteer/src/puppeteer.ts</a:t>
            </a:r>
          </a:p>
          <a:p>
            <a:pPr>
              <a:defRPr sz="1200"/>
            </a:pPr>
            <a:r>
              <a:t>D:/pasar_fix/node_modules/.bun/puppeteer@24.43.1+1fb4c65d43e298b9/node_modules/puppeteer/src/tsconfig.cjs.json</a:t>
            </a:r>
          </a:p>
          <a:p>
            <a:pPr>
              <a:defRPr sz="1200"/>
            </a:pPr>
            <a:r>
              <a:t>D:/pasar_fix/node_modules/.bun/puppeteer@24.43.1+1fb4c65d43e298b9/node_modules/puppeteer/src/tsconfig.esm.json</a:t>
            </a:r>
          </a:p>
          <a:p>
            <a:pPr>
              <a:defRPr sz="1200"/>
            </a:pPr>
            <a:r>
              <a:t>D:/pasar_fix/node_modules/.bun/puppeteer@24.43.1+1fb4c65d43e298b9/node_modules/puppeteer/src/node/cli.ts</a:t>
            </a:r>
          </a:p>
          <a:p>
            <a:pPr>
              <a:defRPr sz="1200"/>
            </a:pPr>
            <a:r>
              <a:t>D:/pasar_fix/node_modules/.bun/puppeteer@24.43.1+1fb4c65d43e298b9/node_modules/puppeteer/src/node/install.ts</a:t>
            </a:r>
          </a:p>
          <a:p>
            <a:pPr>
              <a:defRPr sz="1200"/>
            </a:pPr>
            <a:r>
              <a:t>D:/pasar_fix/node_modules/.bun/pvtsutils@1.3.6/node_modules/pvtsutils/LICENSE</a:t>
            </a:r>
          </a:p>
          <a:p>
            <a:pPr>
              <a:defRPr sz="1200"/>
            </a:pPr>
            <a:r>
              <a:t>D:/pasar_fix/node_modules/.bun/pvtsutils@1.3.6/node_modules/pvtsutils/package.json</a:t>
            </a:r>
          </a:p>
          <a:p>
            <a:pPr>
              <a:defRPr sz="1200"/>
            </a:pPr>
            <a:r>
              <a:t>D:/pasar_fix/node_modules/.bun/pvtsutils@1.3.6/node_modules/pvtsutils/README.md</a:t>
            </a:r>
          </a:p>
          <a:p>
            <a:pPr>
              <a:defRPr sz="1200"/>
            </a:pPr>
            <a:r>
              <a:t>D:/pasar_fix/node_modules/.bun/pvtsutils@1.3.6/node_modules/pvtsutils/build/index.d.ts</a:t>
            </a:r>
          </a:p>
          <a:p>
            <a:pPr>
              <a:defRPr sz="1200"/>
            </a:pPr>
            <a:r>
              <a:t>D:/pasar_fix/node_modules/.bun/pvtsutils@1.3.6/node_modules/pvtsutils/build/index.es.js</a:t>
            </a:r>
          </a:p>
          <a:p>
            <a:pPr>
              <a:defRPr sz="1200"/>
            </a:pPr>
            <a:r>
              <a:t>D:/pasar_fix/node_modules/.bun/pvtsutils@1.3.6/node_modules/pvtsutils/build/index.js</a:t>
            </a:r>
          </a:p>
          <a:p>
            <a:pPr>
              <a:defRPr sz="1200"/>
            </a:pPr>
            <a:r>
              <a:t>D:/pasar_fix/node_modules/.bun/pvutils@1.1.5/node_modules/pvutils/LICENSE</a:t>
            </a:r>
          </a:p>
          <a:p>
            <a:pPr>
              <a:defRPr sz="1200"/>
            </a:pPr>
            <a:r>
              <a:t>D:/pasar_fix/node_modules/.bun/pvutils@1.1.5/node_modules/pvutils/package.json</a:t>
            </a:r>
          </a:p>
          <a:p>
            <a:pPr>
              <a:defRPr sz="1200"/>
            </a:pPr>
            <a:r>
              <a:t>D:/pasar_fix/node_modules/.bun/pvutils@1.1.5/node_modules/pvutils/README.md</a:t>
            </a:r>
          </a:p>
          <a:p>
            <a:pPr>
              <a:defRPr sz="1200"/>
            </a:pPr>
            <a:r>
              <a:t>D:/pasar_fix/node_modules/.bun/pvutils@1.1.5/node_modules/pvutils/build/index.d.ts</a:t>
            </a:r>
          </a:p>
          <a:p>
            <a:pPr>
              <a:defRPr sz="1200"/>
            </a:pPr>
            <a:r>
              <a:t>D:/pasar_fix/node_modules/.bun/pvutils@1.1.5/node_modules/pvutils/build/utils.es.js</a:t>
            </a:r>
          </a:p>
          <a:p>
            <a:pPr>
              <a:defRPr sz="1200"/>
            </a:pPr>
            <a:r>
              <a:t>D:/pasar_fix/node_modules/.bun/pvutils@1.1.5/node_modules/pvutils/build/utils.js</a:t>
            </a:r>
          </a:p>
          <a:p>
            <a:pPr>
              <a:defRPr sz="1200"/>
            </a:pPr>
            <a:r>
              <a:t>D:/pasar_fix/node_modules/.bun/quansync@0.2.11/node_modules/quansync/LICENSE.md</a:t>
            </a:r>
          </a:p>
          <a:p>
            <a:pPr>
              <a:defRPr sz="1200"/>
            </a:pPr>
            <a:r>
              <a:t>D:/pasar_fix/node_modules/.bun/quansync@0.2.11/node_modules/quansync/package.json</a:t>
            </a:r>
          </a:p>
          <a:p>
            <a:pPr>
              <a:defRPr sz="1200"/>
            </a:pPr>
            <a:r>
              <a:t>D:/pasar_fix/node_modules/.bun/quansync@0.2.11/node_modules/quansync/README.md</a:t>
            </a:r>
          </a:p>
          <a:p>
            <a:pPr>
              <a:defRPr sz="1200"/>
            </a:pPr>
            <a:r>
              <a:t>D:/pasar_fix/node_modules/.bun/quansync@0.2.11/node_modules/quansync/dist/index.cjs</a:t>
            </a:r>
          </a:p>
          <a:p>
            <a:pPr>
              <a:defRPr sz="1200"/>
            </a:pPr>
            <a:r>
              <a:t>D:/pasar_fix/node_modules/.bun/quansync@0.2.11/node_modules/quansync/dist/index.d.cts</a:t>
            </a:r>
          </a:p>
          <a:p>
            <a:pPr>
              <a:defRPr sz="1200"/>
            </a:pPr>
            <a:r>
              <a:t>D:/pasar_fix/node_modules/.bun/quansync@0.2.11/node_modules/quansync/dist/index.d.mts</a:t>
            </a:r>
          </a:p>
          <a:p>
            <a:pPr>
              <a:defRPr sz="1200"/>
            </a:pPr>
            <a:r>
              <a:t>D:/pasar_fix/node_modules/.bun/quansync@0.2.11/node_modules/quansync/dist/index.d.ts</a:t>
            </a:r>
          </a:p>
          <a:p>
            <a:pPr>
              <a:defRPr sz="1200"/>
            </a:pPr>
            <a:r>
              <a:t>D:/pasar_fix/node_modules/.bun/quansync@0.2.11/node_modules/quansync/dist/index.mjs</a:t>
            </a:r>
          </a:p>
          <a:p>
            <a:pPr>
              <a:defRPr sz="1200"/>
            </a:pPr>
            <a:r>
              <a:t>D:/pasar_fix/node_modules/.bun/quansync@0.2.11/node_modules/quansync/dist/macro.cjs</a:t>
            </a:r>
          </a:p>
          <a:p>
            <a:pPr>
              <a:defRPr sz="1200"/>
            </a:pPr>
            <a:r>
              <a:t>D:/pasar_fix/node_modules/.bun/quansync@0.2.11/node_modules/quansync/dist/macro.d.cts</a:t>
            </a:r>
          </a:p>
          <a:p>
            <a:pPr>
              <a:defRPr sz="1200"/>
            </a:pPr>
            <a:r>
              <a:t>D:/pasar_fix/node_modules/.bun/quansync@0.2.11/node_modules/quansync/dist/macro.d.mts</a:t>
            </a:r>
          </a:p>
          <a:p>
            <a:pPr>
              <a:defRPr sz="1200"/>
            </a:pPr>
            <a:r>
              <a:t>D:/pasar_fix/node_modules/.bun/quansync@0.2.11/node_modules/quansync/dist/macro.d.ts</a:t>
            </a:r>
          </a:p>
          <a:p>
            <a:pPr>
              <a:defRPr sz="1200"/>
            </a:pPr>
            <a:r>
              <a:t>D:/pasar_fix/node_modules/.bun/quansync@0.2.11/node_modules/quansync/dist/macro.mjs</a:t>
            </a:r>
          </a:p>
          <a:p>
            <a:pPr>
              <a:defRPr sz="1200"/>
            </a:pPr>
            <a:r>
              <a:t>D:/pasar_fix/node_modules/.bun/quansync@0.2.11/node_modules/quansync/dist/types.cjs</a:t>
            </a:r>
          </a:p>
          <a:p>
            <a:pPr>
              <a:defRPr sz="1200"/>
            </a:pPr>
            <a:r>
              <a:t>D:/pasar_fix/node_modules/.bun/quansync@0.2.11/node_modules/quansync/dist/types.d.cts</a:t>
            </a:r>
          </a:p>
          <a:p>
            <a:pPr>
              <a:defRPr sz="1200"/>
            </a:pPr>
            <a:r>
              <a:t>D:/pasar_fix/node_modules/.bun/quansync@0.2.11/node_modules/quansync/dist/types.d.mts</a:t>
            </a:r>
          </a:p>
          <a:p>
            <a:pPr>
              <a:defRPr sz="1200"/>
            </a:pPr>
            <a:r>
              <a:t>D:/pasar_fix/node_modules/.bun/quansync@0.2.11/node_modules/quansync/dist/types.d.ts</a:t>
            </a:r>
          </a:p>
          <a:p>
            <a:pPr>
              <a:defRPr sz="1200"/>
            </a:pPr>
            <a:r>
              <a:t>D:/pasar_fix/node_modules/.bun/quansync@0.2.11/node_modules/quansync/dist/types.mjs</a:t>
            </a:r>
          </a:p>
          <a:p>
            <a:pPr>
              <a:defRPr sz="1200"/>
            </a:pPr>
            <a:r>
              <a:t>D:/pasar_fix/node_modules/.bun/queue-microtask@1.2.3/node_modules/queue-microtask/index.d.ts</a:t>
            </a:r>
          </a:p>
          <a:p>
            <a:pPr>
              <a:defRPr sz="1200"/>
            </a:pPr>
            <a:r>
              <a:t>D:/pasar_fix/node_modules/.bun/queue-microtask@1.2.3/node_modules/queue-microtask/index.js</a:t>
            </a:r>
          </a:p>
          <a:p>
            <a:pPr>
              <a:defRPr sz="1200"/>
            </a:pPr>
            <a:r>
              <a:t>D:/pasar_fix/node_modules/.bun/queue-microtask@1.2.3/node_modules/queue-microtask/LICENSE</a:t>
            </a:r>
          </a:p>
          <a:p>
            <a:pPr>
              <a:defRPr sz="1200"/>
            </a:pPr>
            <a:r>
              <a:t>D:/pasar_fix/node_modules/.bun/queue-microtask@1.2.3/node_modules/queue-microtask/package.json</a:t>
            </a:r>
          </a:p>
          <a:p>
            <a:pPr>
              <a:defRPr sz="1200"/>
            </a:pPr>
            <a:r>
              <a:t>D:/pasar_fix/node_modules/.bun/queue-microtask@1.2.3/node_modules/queue-microtask/README.md</a:t>
            </a:r>
          </a:p>
          <a:p>
            <a:pPr>
              <a:defRPr sz="1200"/>
            </a:pPr>
            <a:r>
              <a:t>D:/pasar_fix/node_modules/.bun/radash@12.1.1/node_modules/radash/LICENSE.md</a:t>
            </a:r>
          </a:p>
          <a:p>
            <a:pPr>
              <a:defRPr sz="1200"/>
            </a:pPr>
            <a:r>
              <a:t>D:/pasar_fix/node_modules/.bun/radash@12.1.1/node_modules/radash/package.json</a:t>
            </a:r>
          </a:p>
          <a:p>
            <a:pPr>
              <a:defRPr sz="1200"/>
            </a:pPr>
            <a:r>
              <a:t>D:/pasar_fix/node_modules/.bun/radash@12.1.1/node_modules/radash/README.md</a:t>
            </a:r>
          </a:p>
          <a:p>
            <a:pPr>
              <a:defRPr sz="1200"/>
            </a:pPr>
            <a:r>
              <a:t>D:/pasar_fix/node_modules/.bun/radash@12.1.1/node_modules/radash/dist/index.d.ts</a:t>
            </a:r>
          </a:p>
          <a:p>
            <a:pPr>
              <a:defRPr sz="1200"/>
            </a:pPr>
            <a:r>
              <a:t>D:/pasar_fix/node_modules/.bun/radash@12.1.1/node_modules/radash/dist/cjs/array.cjs</a:t>
            </a:r>
          </a:p>
          <a:p>
            <a:pPr>
              <a:defRPr sz="1200"/>
            </a:pPr>
            <a:r>
              <a:t>D:/pasar_fix/node_modules/.bun/radash@12.1.1/node_modules/radash/dist/cjs/array.cjs.map</a:t>
            </a:r>
          </a:p>
          <a:p>
            <a:pPr>
              <a:defRPr sz="1200"/>
            </a:pPr>
            <a:r>
              <a:t>D:/pasar_fix/node_modules/.bun/radash@12.1.1/node_modules/radash/dist/cjs/async.cjs</a:t>
            </a:r>
          </a:p>
          <a:p>
            <a:pPr>
              <a:defRPr sz="1200"/>
            </a:pPr>
            <a:r>
              <a:t>D:/pasar_fix/node_modules/.bun/radash@12.1.1/node_modules/radash/dist/cjs/async.cjs.map</a:t>
            </a:r>
          </a:p>
          <a:p>
            <a:pPr>
              <a:defRPr sz="1200"/>
            </a:pPr>
            <a:r>
              <a:t>D:/pasar_fix/node_modules/.bun/radash@12.1.1/node_modules/radash/dist/cjs/curry.cjs</a:t>
            </a:r>
          </a:p>
          <a:p>
            <a:pPr>
              <a:defRPr sz="1200"/>
            </a:pPr>
            <a:r>
              <a:t>D:/pasar_fix/node_modules/.bun/radash@12.1.1/node_modules/radash/dist/cjs/curry.cjs.map</a:t>
            </a:r>
          </a:p>
          <a:p>
            <a:pPr>
              <a:defRPr sz="1200"/>
            </a:pPr>
            <a:r>
              <a:t>D:/pasar_fix/node_modules/.bun/radash@12.1.1/node_modules/radash/dist/cjs/index.cjs</a:t>
            </a:r>
          </a:p>
          <a:p>
            <a:pPr>
              <a:defRPr sz="1200"/>
            </a:pPr>
            <a:r>
              <a:t>D:/pasar_fix/node_modules/.bun/radash@12.1.1/node_modules/radash/dist/cjs/index.cjs.map</a:t>
            </a:r>
          </a:p>
          <a:p>
            <a:pPr>
              <a:defRPr sz="1200"/>
            </a:pPr>
            <a:r>
              <a:t>D:/pasar_fix/node_modules/.bun/radash@12.1.1/node_modules/radash/dist/cjs/number.cjs</a:t>
            </a:r>
          </a:p>
          <a:p>
            <a:pPr>
              <a:defRPr sz="1200"/>
            </a:pPr>
            <a:r>
              <a:t>D:/pasar_fix/node_modules/.bun/radash@12.1.1/node_modules/radash/dist/cjs/number.cjs.map</a:t>
            </a:r>
          </a:p>
          <a:p>
            <a:pPr>
              <a:defRPr sz="1200"/>
            </a:pPr>
            <a:r>
              <a:t>D:/pasar_fix/node_modules/.bun/radash@12.1.1/node_modules/radash/dist/cjs/object.cjs</a:t>
            </a:r>
          </a:p>
          <a:p>
            <a:pPr>
              <a:defRPr sz="1200"/>
            </a:pPr>
            <a:r>
              <a:t>D:/pasar_fix/node_modules/.bun/radash@12.1.1/node_modules/radash/dist/cjs/object.cjs.map</a:t>
            </a:r>
          </a:p>
          <a:p>
            <a:pPr>
              <a:defRPr sz="1200"/>
            </a:pPr>
            <a:r>
              <a:t>D:/pasar_fix/node_modules/.bun/radash@12.1.1/node_modules/radash/dist/cjs/random.cjs</a:t>
            </a:r>
          </a:p>
          <a:p>
            <a:pPr>
              <a:defRPr sz="1200"/>
            </a:pPr>
            <a:r>
              <a:t>D:/pasar_fix/node_modules/.bun/radash@12.1.1/node_modules/radash/dist/cjs/random.cjs.map</a:t>
            </a:r>
          </a:p>
          <a:p>
            <a:pPr>
              <a:defRPr sz="1200"/>
            </a:pPr>
            <a:r>
              <a:t>D:/pasar_fix/node_modules/.bun/radash@12.1.1/node_modules/radash/dist/cjs/series.cjs</a:t>
            </a:r>
          </a:p>
          <a:p>
            <a:pPr>
              <a:defRPr sz="1200"/>
            </a:pPr>
            <a:r>
              <a:t>D:/pasar_fix/node_modules/.bun/radash@12.1.1/node_modules/radash/dist/cjs/series.cjs.map</a:t>
            </a:r>
          </a:p>
          <a:p>
            <a:pPr>
              <a:defRPr sz="1200"/>
            </a:pPr>
            <a:r>
              <a:t>D:/pasar_fix/node_modules/.bun/radash@12.1.1/node_modules/radash/dist/cjs/string.cjs</a:t>
            </a:r>
          </a:p>
          <a:p>
            <a:pPr>
              <a:defRPr sz="1200"/>
            </a:pPr>
            <a:r>
              <a:t>D:/pasar_fix/node_modules/.bun/radash@12.1.1/node_modules/radash/dist/cjs/string.cjs.map</a:t>
            </a:r>
          </a:p>
          <a:p>
            <a:pPr>
              <a:defRPr sz="1200"/>
            </a:pPr>
            <a:r>
              <a:t>D:/pasar_fix/node_modules/.bun/radash@12.1.1/node_modules/radash/dist/cjs/typed.cjs</a:t>
            </a:r>
          </a:p>
          <a:p>
            <a:pPr>
              <a:defRPr sz="1200"/>
            </a:pPr>
            <a:r>
              <a:t>D:/pasar_fix/node_modules/.bun/radash@12.1.1/node_modules/radash/dist/cjs/typed.cjs.map</a:t>
            </a:r>
          </a:p>
          <a:p>
            <a:pPr>
              <a:defRPr sz="1200"/>
            </a:pPr>
            <a:r>
              <a:t>D:/pasar_fix/node_modules/.bun/radash@12.1.1/node_modules/radash/dist/esm/array.mjs</a:t>
            </a:r>
          </a:p>
          <a:p>
            <a:pPr>
              <a:defRPr sz="1200"/>
            </a:pPr>
            <a:r>
              <a:t>D:/pasar_fix/node_modules/.bun/radash@12.1.1/node_modules/radash/dist/esm/array.mjs.map</a:t>
            </a:r>
          </a:p>
          <a:p>
            <a:pPr>
              <a:defRPr sz="1200"/>
            </a:pPr>
            <a:r>
              <a:t>D:/pasar_fix/node_modules/.bun/radash@12.1.1/node_modules/radash/dist/esm/async.mjs</a:t>
            </a:r>
          </a:p>
          <a:p>
            <a:pPr>
              <a:defRPr sz="1200"/>
            </a:pPr>
            <a:r>
              <a:t>D:/pasar_fix/node_modules/.bun/radash@12.1.1/node_modules/radash/dist/esm/async.mjs.map</a:t>
            </a:r>
          </a:p>
          <a:p>
            <a:pPr>
              <a:defRPr sz="1200"/>
            </a:pPr>
            <a:r>
              <a:t>D:/pasar_fix/node_modules/.bun/radash@12.1.1/node_modules/radash/dist/esm/curry.mjs</a:t>
            </a:r>
          </a:p>
          <a:p>
            <a:pPr>
              <a:defRPr sz="1200"/>
            </a:pPr>
            <a:r>
              <a:t>D:/pasar_fix/node_modules/.bun/radash@12.1.1/node_modules/radash/dist/esm/curry.mjs.map</a:t>
            </a:r>
          </a:p>
          <a:p>
            <a:pPr>
              <a:defRPr sz="1200"/>
            </a:pPr>
            <a:r>
              <a:t>D:/pasar_fix/node_modules/.bun/radash@12.1.1/node_modules/radash/dist/esm/index.mjs</a:t>
            </a:r>
          </a:p>
          <a:p>
            <a:pPr>
              <a:defRPr sz="1200"/>
            </a:pPr>
            <a:r>
              <a:t>D:/pasar_fix/node_modules/.bun/radash@12.1.1/node_modules/radash/dist/esm/index.mjs.map</a:t>
            </a:r>
          </a:p>
          <a:p>
            <a:pPr>
              <a:defRPr sz="1200"/>
            </a:pPr>
            <a:r>
              <a:t>D:/pasar_fix/node_modules/.bun/radash@12.1.1/node_modules/radash/dist/esm/number.mjs</a:t>
            </a:r>
          </a:p>
          <a:p>
            <a:pPr>
              <a:defRPr sz="1200"/>
            </a:pPr>
            <a:r>
              <a:t>D:/pasar_fix/node_modules/.bun/radash@12.1.1/node_modules/radash/dist/esm/number.mjs.map</a:t>
            </a:r>
          </a:p>
          <a:p>
            <a:pPr>
              <a:defRPr sz="1200"/>
            </a:pPr>
            <a:r>
              <a:t>D:/pasar_fix/node_modules/.bun/radash@12.1.1/node_modules/radash/dist/esm/object.mjs</a:t>
            </a:r>
          </a:p>
          <a:p>
            <a:pPr>
              <a:defRPr sz="1200"/>
            </a:pPr>
            <a:r>
              <a:t>D:/pasar_fix/node_modules/.bun/radash@12.1.1/node_modules/radash/dist/esm/object.mjs.map</a:t>
            </a:r>
          </a:p>
          <a:p>
            <a:pPr>
              <a:defRPr sz="1200"/>
            </a:pPr>
            <a:r>
              <a:t>D:/pasar_fix/node_modules/.bun/radash@12.1.1/node_modules/radash/dist/esm/random.mjs</a:t>
            </a:r>
          </a:p>
          <a:p>
            <a:pPr>
              <a:defRPr sz="1200"/>
            </a:pPr>
            <a:r>
              <a:t>D:/pasar_fix/node_modules/.bun/radash@12.1.1/node_modules/radash/dist/esm/random.mjs.map</a:t>
            </a:r>
          </a:p>
          <a:p>
            <a:pPr>
              <a:defRPr sz="1200"/>
            </a:pPr>
            <a:r>
              <a:t>D:/pasar_fix/node_modules/.bun/radash@12.1.1/node_modules/radash/dist/esm/series.mjs</a:t>
            </a:r>
          </a:p>
          <a:p>
            <a:pPr>
              <a:defRPr sz="1200"/>
            </a:pPr>
            <a:r>
              <a:t>D:/pasar_fix/node_modules/.bun/radash@12.1.1/node_modules/radash/dist/esm/series.mjs.map</a:t>
            </a:r>
          </a:p>
          <a:p>
            <a:pPr>
              <a:defRPr sz="1200"/>
            </a:pPr>
            <a:r>
              <a:t>D:/pasar_fix/node_modules/.bun/radash@12.1.1/node_modules/radash/dist/esm/string.mjs</a:t>
            </a:r>
          </a:p>
          <a:p>
            <a:pPr>
              <a:defRPr sz="1200"/>
            </a:pPr>
            <a:r>
              <a:t>D:/pasar_fix/node_modules/.bun/radash@12.1.1/node_modules/radash/dist/esm/string.mjs.map</a:t>
            </a:r>
          </a:p>
          <a:p>
            <a:pPr>
              <a:defRPr sz="1200"/>
            </a:pPr>
            <a:r>
              <a:t>D:/pasar_fix/node_modules/.bun/radash@12.1.1/node_modules/radash/dist/esm/typed.mjs</a:t>
            </a:r>
          </a:p>
          <a:p>
            <a:pPr>
              <a:defRPr sz="1200"/>
            </a:pPr>
            <a:r>
              <a:t>D:/pasar_fix/node_modules/.bun/radash@12.1.1/node_modules/radash/dist/esm/typed.mjs.map</a:t>
            </a:r>
          </a:p>
          <a:p>
            <a:pPr>
              <a:defRPr sz="1200"/>
            </a:pPr>
            <a:r>
              <a:t>D:/pasar_fix/node_modules/.bun/radix-ui@1.4.3+07ecf1aa3bcbed22/node_modules/radix-ui/LICENSE</a:t>
            </a:r>
          </a:p>
          <a:p>
            <a:pPr>
              <a:defRPr sz="1200"/>
            </a:pPr>
            <a:r>
              <a:t>D:/pasar_fix/node_modules/.bun/radix-ui@1.4.3+07ecf1aa3bcbed22/node_modules/radix-ui/package.json</a:t>
            </a:r>
          </a:p>
          <a:p>
            <a:pPr>
              <a:defRPr sz="1200"/>
            </a:pPr>
            <a:r>
              <a:t>D:/pasar_fix/node_modules/.bun/radix-ui@1.4.3+07ecf1aa3bcbed22/node_modules/radix-ui/README.md</a:t>
            </a:r>
          </a:p>
          <a:p>
            <a:pPr>
              <a:defRPr sz="1200"/>
            </a:pPr>
            <a:r>
              <a:t>D:/pasar_fix/node_modules/.bun/radix-ui@1.4.3+07ecf1aa3bcbed22/node_modules/radix-ui/dist/index.d.mts</a:t>
            </a:r>
          </a:p>
          <a:p>
            <a:pPr>
              <a:defRPr sz="1200"/>
            </a:pPr>
            <a:r>
              <a:t>D:/pasar_fix/node_modules/.bun/radix-ui@1.4.3+07ecf1aa3bcbed22/node_modules/radix-ui/dist/index.d.ts</a:t>
            </a:r>
          </a:p>
          <a:p>
            <a:pPr>
              <a:defRPr sz="1200"/>
            </a:pPr>
            <a:r>
              <a:t>D:/pasar_fix/node_modules/.bun/radix-ui@1.4.3+07ecf1aa3bcbed22/node_modules/radix-ui/dist/index.js</a:t>
            </a:r>
          </a:p>
          <a:p>
            <a:pPr>
              <a:defRPr sz="1200"/>
            </a:pPr>
            <a:r>
              <a:t>D:/pasar_fix/node_modules/.bun/radix-ui@1.4.3+07ecf1aa3bcbed22/node_modules/radix-ui/dist/index.js.map</a:t>
            </a:r>
          </a:p>
          <a:p>
            <a:pPr>
              <a:defRPr sz="1200"/>
            </a:pPr>
            <a:r>
              <a:t>D:/pasar_fix/node_modules/.bun/radix-ui@1.4.3+07ecf1aa3bcbed22/node_modules/radix-ui/dist/index.mjs</a:t>
            </a:r>
          </a:p>
          <a:p>
            <a:pPr>
              <a:defRPr sz="1200"/>
            </a:pPr>
            <a:r>
              <a:t>D:/pasar_fix/node_modules/.bun/radix-ui@1.4.3+07ecf1aa3bcbed22/node_modules/radix-ui/dist/index.mjs.map</a:t>
            </a:r>
          </a:p>
          <a:p>
            <a:pPr>
              <a:defRPr sz="1200"/>
            </a:pPr>
            <a:r>
              <a:t>D:/pasar_fix/node_modules/.bun/radix-ui@1.4.3+07ecf1aa3bcbed22/node_modules/radix-ui/dist/internal.d.mts</a:t>
            </a:r>
          </a:p>
          <a:p>
            <a:pPr>
              <a:defRPr sz="1200"/>
            </a:pPr>
            <a:r>
              <a:t>D:/pasar_fix/node_modules/.bun/radix-ui@1.4.3+07ecf1aa3bcbed22/node_modules/radix-ui/dist/internal.d.ts</a:t>
            </a:r>
          </a:p>
          <a:p>
            <a:pPr>
              <a:defRPr sz="1200"/>
            </a:pPr>
            <a:r>
              <a:t>D:/pasar_fix/node_modules/.bun/radix-ui@1.4.3+07ecf1aa3bcbed22/node_modules/radix-ui/dist/internal.js</a:t>
            </a:r>
          </a:p>
          <a:p>
            <a:pPr>
              <a:defRPr sz="1200"/>
            </a:pPr>
            <a:r>
              <a:t>D:/pasar_fix/node_modules/.bun/radix-ui@1.4.3+07ecf1aa3bcbed22/node_modules/radix-ui/dist/internal.js.map</a:t>
            </a:r>
          </a:p>
          <a:p>
            <a:pPr>
              <a:defRPr sz="1200"/>
            </a:pPr>
            <a:r>
              <a:t>D:/pasar_fix/node_modules/.bun/radix-ui@1.4.3+07ecf1aa3bcbed22/node_modules/radix-ui/dist/internal.mjs</a:t>
            </a:r>
          </a:p>
          <a:p>
            <a:pPr>
              <a:defRPr sz="1200"/>
            </a:pPr>
            <a:r>
              <a:t>D:/pasar_fix/node_modules/.bun/radix-ui@1.4.3+07ecf1aa3bcbed22/node_modules/radix-ui/dist/internal.mjs.map</a:t>
            </a:r>
          </a:p>
          <a:p>
            <a:pPr>
              <a:defRPr sz="1200"/>
            </a:pPr>
            <a:r>
              <a:t>D:/pasar_fix/node_modules/.bun/radix-ui@1.4.3+07ecf1aa3bcbed22/node_modules/radix-ui/src/index.ts</a:t>
            </a:r>
          </a:p>
          <a:p>
            <a:pPr>
              <a:defRPr sz="1200"/>
            </a:pPr>
            <a:r>
              <a:t>D:/pasar_fix/node_modules/.bun/radix-ui@1.4.3+07ecf1aa3bcbed22/node_modules/radix-ui/src/internal.ts</a:t>
            </a:r>
          </a:p>
          <a:p>
            <a:pPr>
              <a:defRPr sz="1200"/>
            </a:pPr>
            <a:r>
              <a:t>D:/pasar_fix/node_modules/.bun/radix3@1.1.2/node_modules/radix3/LICENSE</a:t>
            </a:r>
          </a:p>
          <a:p>
            <a:pPr>
              <a:defRPr sz="1200"/>
            </a:pPr>
            <a:r>
              <a:t>D:/pasar_fix/node_modules/.bun/radix3@1.1.2/node_modules/radix3/package.json</a:t>
            </a:r>
          </a:p>
          <a:p>
            <a:pPr>
              <a:defRPr sz="1200"/>
            </a:pPr>
            <a:r>
              <a:t>D:/pasar_fix/node_modules/.bun/radix3@1.1.2/node_modules/radix3/README.md</a:t>
            </a:r>
          </a:p>
          <a:p>
            <a:pPr>
              <a:defRPr sz="1200"/>
            </a:pPr>
            <a:r>
              <a:t>D:/pasar_fix/node_modules/.bun/radix3@1.1.2/node_modules/radix3/dist/index.cjs</a:t>
            </a:r>
          </a:p>
          <a:p>
            <a:pPr>
              <a:defRPr sz="1200"/>
            </a:pPr>
            <a:r>
              <a:t>D:/pasar_fix/node_modules/.bun/radix3@1.1.2/node_modules/radix3/dist/index.d.cts</a:t>
            </a:r>
          </a:p>
          <a:p>
            <a:pPr>
              <a:defRPr sz="1200"/>
            </a:pPr>
            <a:r>
              <a:t>D:/pasar_fix/node_modules/.bun/radix3@1.1.2/node_modules/radix3/dist/index.d.mts</a:t>
            </a:r>
          </a:p>
          <a:p>
            <a:pPr>
              <a:defRPr sz="1200"/>
            </a:pPr>
            <a:r>
              <a:t>D:/pasar_fix/node_modules/.bun/radix3@1.1.2/node_modules/radix3/dist/index.d.ts</a:t>
            </a:r>
          </a:p>
          <a:p>
            <a:pPr>
              <a:defRPr sz="1200"/>
            </a:pPr>
            <a:r>
              <a:t>D:/pasar_fix/node_modules/.bun/radix3@1.1.2/node_modules/radix3/dist/index.mjs</a:t>
            </a:r>
          </a:p>
          <a:p>
            <a:pPr>
              <a:defRPr sz="1200"/>
            </a:pPr>
            <a:r>
              <a:t>D:/pasar_fix/node_modules/.bun/range-parser@1.2.1/node_modules/range-parser/HISTORY.md</a:t>
            </a:r>
          </a:p>
          <a:p>
            <a:pPr>
              <a:defRPr sz="1200"/>
            </a:pPr>
            <a:r>
              <a:t>D:/pasar_fix/node_modules/.bun/range-parser@1.2.1/node_modules/range-parser/index.js</a:t>
            </a:r>
          </a:p>
          <a:p>
            <a:pPr>
              <a:defRPr sz="1200"/>
            </a:pPr>
            <a:r>
              <a:t>D:/pasar_fix/node_modules/.bun/range-parser@1.2.1/node_modules/range-parser/LICENSE</a:t>
            </a:r>
          </a:p>
          <a:p>
            <a:pPr>
              <a:defRPr sz="1200"/>
            </a:pPr>
            <a:r>
              <a:t>D:/pasar_fix/node_modules/.bun/range-parser@1.2.1/node_modules/range-parser/package.json</a:t>
            </a:r>
          </a:p>
          <a:p>
            <a:pPr>
              <a:defRPr sz="1200"/>
            </a:pPr>
            <a:r>
              <a:t>D:/pasar_fix/node_modules/.bun/range-parser@1.2.1/node_modules/range-parser/README.md</a:t>
            </a:r>
          </a:p>
          <a:p>
            <a:pPr>
              <a:defRPr sz="1200"/>
            </a:pPr>
            <a:r>
              <a:t>D:/pasar_fix/node_modules/.bun/rc9@3.0.1/node_modules/rc9/LICENSE</a:t>
            </a:r>
          </a:p>
          <a:p>
            <a:pPr>
              <a:defRPr sz="1200"/>
            </a:pPr>
            <a:r>
              <a:t>D:/pasar_fix/node_modules/.bun/rc9@3.0.1/node_modules/rc9/package.json</a:t>
            </a:r>
          </a:p>
          <a:p>
            <a:pPr>
              <a:defRPr sz="1200"/>
            </a:pPr>
            <a:r>
              <a:t>D:/pasar_fix/node_modules/.bun/rc9@3.0.1/node_modules/rc9/README.md</a:t>
            </a:r>
          </a:p>
          <a:p>
            <a:pPr>
              <a:defRPr sz="1200"/>
            </a:pPr>
            <a:r>
              <a:t>D:/pasar_fix/node_modules/.bun/rc9@3.0.1/node_modules/rc9/dist/index.d.mts</a:t>
            </a:r>
          </a:p>
          <a:p>
            <a:pPr>
              <a:defRPr sz="1200"/>
            </a:pPr>
            <a:r>
              <a:t>D:/pasar_fix/node_modules/.bun/rc9@3.0.1/node_modules/rc9/dist/index.mjs</a:t>
            </a:r>
          </a:p>
          <a:p>
            <a:pPr>
              <a:defRPr sz="1200"/>
            </a:pPr>
            <a:r>
              <a:t>D:/pasar_fix/node_modules/.bun/rc9@3.0.1/node_modules/rc9/dist/THIRD-PARTY-LICENSES.md</a:t>
            </a:r>
          </a:p>
          <a:p>
            <a:pPr>
              <a:defRPr sz="1200"/>
            </a:pPr>
            <a:r>
              <a:t>D:/pasar_fix/node_modules/.bun/rc9@3.0.1/node_modules/rc9/dist/_chunks/libs/flat.mjs</a:t>
            </a:r>
          </a:p>
          <a:p>
            <a:pPr>
              <a:defRPr sz="1200"/>
            </a:pPr>
            <a:r>
              <a:t>D:/pasar_fix/node_modules/.bun/react-aria@3.50.0+d0e719b86e9808b5/node_modules/react-aria/.gitignore</a:t>
            </a:r>
          </a:p>
          <a:p>
            <a:pPr>
              <a:defRPr sz="1200"/>
            </a:pPr>
            <a:r>
              <a:t>D:/pasar_fix/node_modules/.bun/react-aria@3.50.0+d0e719b86e9808b5/node_modules/react-aria/LICENSE</a:t>
            </a:r>
          </a:p>
          <a:p>
            <a:pPr>
              <a:defRPr sz="1200"/>
            </a:pPr>
            <a:r>
              <a:t>D:/pasar_fix/node_modules/.bun/react-aria@3.50.0+d0e719b86e9808b5/node_modules/react-aria/package.json</a:t>
            </a:r>
          </a:p>
          <a:p>
            <a:pPr>
              <a:defRPr sz="1200"/>
            </a:pPr>
            <a:r>
              <a:t>D:/pasar_fix/node_modules/.bun/react-aria@3.50.0+d0e719b86e9808b5/node_modules/react-aria/README.md</a:t>
            </a:r>
          </a:p>
          <a:p>
            <a:pPr>
              <a:defRPr sz="1200"/>
            </a:pPr>
            <a:r>
              <a:t>D:/pasar_fix/node_modules/.bun/react-aria@3.50.0+d0e719b86e9808b5/node_modules/react-aria/chain/package.json</a:t>
            </a:r>
          </a:p>
          <a:p>
            <a:pPr>
              <a:defRPr sz="1200"/>
            </a:pPr>
            <a:r>
              <a:t>D:/pasar_fix/node_modules/.bun/react-aria@3.50.0+d0e719b86e9808b5/node_modules/react-aria/Collection/package.json</a:t>
            </a:r>
          </a:p>
          <a:p>
            <a:pPr>
              <a:defRPr sz="1200"/>
            </a:pPr>
            <a:r>
              <a:t>D:/pasar_fix/node_modules/.bun/react-aria@3.50.0+d0e719b86e9808b5/node_modules/react-aria/CollectionBuilder/package.json</a:t>
            </a:r>
          </a:p>
          <a:p>
            <a:pPr>
              <a:defRPr sz="1200"/>
            </a:pPr>
            <a:r>
              <a:t>D:/pasar_fix/node_modules/.bun/react-aria@3.50.0+d0e719b86e9808b5/node_modules/react-aria/dist/exports/chain.cjs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D:/pasar_fix/node_modules/.bun/react-aria@3.50.0+d0e719b86e9808b5/node_modules/react-aria/dist/exports/chain.cjs.map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D:/pasar_fix/node_modules/.bun/react-aria@3.50.0+d0e719b86e9808b5/node_modules/react-aria/dist/exports/chain.js</a:t>
            </a:r>
          </a:p>
          <a:p>
            <a:pPr>
              <a:defRPr sz="1200"/>
            </a:pPr>
            <a:r>
              <a:t>D:/pasar_fix/node_modules/.bun/react-aria@3.50.0+d0e719b86e9808b5/node_modules/react-aria/dist/exports/chain.js.map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D:/pasar_fix/node_modules/.bun/react-aria@3.50.0+d0e719b86e9808b5/node_modules/react-aria/dist/exports/chain.mjs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D:/pasar_fix/node_modules/.bun/react-aria@3.50.0+d0e719b86e9808b5/node_modules/react-aria/dist/exports/chain.mjs.map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D:/pasar_fix/node_modules/.bun/react-aria@3.50.0+d0e719b86e9808b5/node_modules/react-aria/dist/exports/Collection.cjs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D:/pasar_fix/node_modules/.bun/react-aria@3.50.0+d0e719b86e9808b5/node_modules/react-aria/dist/exports/Collection.cjs.map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D:/pasar_fix/node_modules/.bun/react-aria@3.50.0+d0e719b86e9808b5/node_modules/react-aria/dist/exports/Collection.js</a:t>
            </a:r>
          </a:p>
          <a:p>
            <a:pPr>
              <a:defRPr sz="1200"/>
            </a:pPr>
            <a:r>
              <a:t>D:/pasar_fix/node_modules/.bun/react-aria@3.50.0+d0e719b86e9808b5/node_modules/react-aria/dist/exports/Collection.js.map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D:/pasar_fix/node_modules/.bun/react-aria@3.50.0+d0e719b86e9808b5/node_modules/react-aria/dist/exports/Collection.mjs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D:/pasar_fix/node_modules/.bun/react-aria@3.50.0+d0e719b86e9808b5/node_modules/react-aria/dist/exports/Collection.mjs.map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D:/pasar_fix/node_modules/.bun/react-aria@3.50.0+d0e719b86e9808b5/node_modules/react-aria/dist/exports/CollectionBuilder.cjs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D:/pasar_fix/node_modules/.bun/react-aria@3.50.0+d0e719b86e9808b5/node_modules/react-aria/dist/exports/CollectionBuilder.cjs.map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D:/pasar_fix/node_modules/.bun/react-aria@3.50.0+d0e719b86e9808b5/node_modules/react-aria/dist/exports/CollectionBuilder.js</a:t>
            </a:r>
          </a:p>
          <a:p>
            <a:pPr>
              <a:defRPr sz="1200"/>
            </a:pPr>
            <a:r>
              <a:t>D:/pasar_fix/node_modules/.bun/react-aria@3.50.0+d0e719b86e9808b5/node_modules/react-aria/dist/exports/CollectionBuilder.js.map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D:/pasar_fix/node_modules/.bun/react-aria@3.50.0+d0e719b86e9808b5/node_modules/react-aria/dist/exports/CollectionBuilder.mjs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D:/pasar_fix/node_modules/.bun/react-aria@3.50.0+d0e719b86e9808b5/node_modules/react-aria/dist/exports/CollectionBuilder.mjs.map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D:/pasar_fix/node_modules/.bun/react-aria@3.50.0+d0e719b86e9808b5/node_modules/react-aria/dist/exports/filterDOMProps.cjs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D:/pasar_fix/node_modules/.bun/react-aria@3.50.0+d0e719b86e9808b5/node_modules/react-aria/dist/exports/filterDOMProps.cjs.map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D:/pasar_fix/node_modules/.bun/react-aria@3.50.0+d0e719b86e9808b5/node_modules/react-aria/dist/exports/filterDOMProps.js</a:t>
            </a:r>
          </a:p>
          <a:p>
            <a:pPr>
              <a:defRPr sz="1200"/>
            </a:pPr>
            <a:r>
              <a:t>D:/pasar_fix/node_modules/.bun/react-aria@3.50.0+d0e719b86e9808b5/node_modules/react-aria/dist/exports/filterDOMProps.js.map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D:/pasar_fix/node_modules/.bun/react-aria@3.50.0+d0e719b86e9808b5/node_modules/react-aria/dist/exports/filterDOMProps.mjs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D:/pasar_fix/node_modules/.bun/react-aria@3.50.0+d0e719b86e9808b5/node_modules/react-aria/dist/exports/filterDOMProps.mjs.map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D:/pasar_fix/node_modules/.bun/react-aria@3.50.0+d0e719b86e9808b5/node_modules/react-aria/dist/exports/Focusable.cjs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D:/pasar_fix/node_modules/.bun/react-aria@3.50.0+d0e719b86e9808b5/node_modules/react-aria/dist/exports/Focusable.cjs.map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D:/pasar_fix/node_modules/.bun/react-aria@3.50.0+d0e719b86e9808b5/node_modules/react-aria/dist/exports/Focusable.js</a:t>
            </a:r>
          </a:p>
          <a:p>
            <a:pPr>
              <a:defRPr sz="1200"/>
            </a:pPr>
            <a:r>
              <a:t>D:/pasar_fix/node_modules/.bun/react-aria@3.50.0+d0e719b86e9808b5/node_modules/react-aria/dist/exports/Focusable.js.map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D:/pasar_fix/node_modules/.bun/react-aria@3.50.0+d0e719b86e9808b5/node_modules/react-aria/dist/exports/Focusable.mjs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D:/pasar_fix/node_modules/.bun/react-aria@3.50.0+d0e719b86e9808b5/node_modules/react-aria/dist/exports/Focusable.mjs.map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D:/pasar_fix/node_modules/.bun/react-aria@3.50.0+d0e719b86e9808b5/node_modules/react-aria/dist/exports/FocusRing.cjs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D:/pasar_fix/node_modules/.bun/react-aria@3.50.0+d0e719b86e9808b5/node_modules/react-aria/dist/exports/FocusRing.cjs.map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D:/pasar_fix/node_modules/.bun/react-aria@3.50.0+d0e719b86e9808b5/node_modules/react-aria/dist/exports/FocusRing.js</a:t>
            </a:r>
          </a:p>
          <a:p>
            <a:pPr>
              <a:defRPr sz="1200"/>
            </a:pPr>
            <a:r>
              <a:t>D:/pasar_fix/node_modules/.bun/react-aria@3.50.0+d0e719b86e9808b5/node_modules/react-aria/dist/exports/FocusRing.js.map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D:/pasar_fix/node_modules/.bun/react-aria@3.50.0+d0e719b86e9808b5/node_modules/react-aria/dist/exports/FocusRing.mjs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D:/pasar_fix/node_modules/.bun/react-aria@3.50.0+d0e719b86e9808b5/node_modules/react-aria/dist/exports/FocusRing.mjs.map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D:/pasar_fix/node_modules/.bun/react-aria@3.50.0+d0e719b86e9808b5/node_modules/react-aria/dist/exports/FocusScope.cjs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D:/pasar_fix/node_modules/.bun/react-aria@3.50.0+d0e719b86e9808b5/node_modules/react-aria/dist/exports/FocusScope.cjs.map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D:/pasar_fix/node_modules/.bun/react-aria@3.50.0+d0e719b86e9808b5/node_modules/react-aria/dist/exports/FocusScope.js</a:t>
            </a:r>
          </a:p>
          <a:p>
            <a:pPr>
              <a:defRPr sz="1200"/>
            </a:pPr>
            <a:r>
              <a:t>D:/pasar_fix/node_modules/.bun/react-aria@3.50.0+d0e719b86e9808b5/node_modules/react-aria/dist/exports/FocusScope.js.map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D:/pasar_fix/node_modules/.bun/react-aria@3.50.0+d0e719b86e9808b5/node_modules/react-aria/dist/exports/FocusScope.mjs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D:/pasar_fix/node_modules/.bun/react-aria@3.50.0+d0e719b86e9808b5/node_modules/react-aria/dist/exports/FocusScope.mjs.map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D:/pasar_fix/node_modules/.bun/react-aria@3.50.0+d0e719b86e9808b5/node_modules/react-aria/dist/exports/I18nProvider.cjs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D:/pasar_fix/node_modules/.bun/react-aria@3.50.0+d0e719b86e9808b5/node_modules/react-aria/dist/exports/I18nProvider.cjs.map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D:/pasar_fix/node_modules/.bun/react-aria@3.50.0+d0e719b86e9808b5/node_modules/react-aria/dist/exports/I18nProvider.js</a:t>
            </a:r>
          </a:p>
          <a:p>
            <a:pPr>
              <a:defRPr sz="1200"/>
            </a:pPr>
            <a:r>
              <a:t>D:/pasar_fix/node_modules/.bun/react-aria@3.50.0+d0e719b86e9808b5/node_modules/react-aria/dist/exports/I18nProvider.js.map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D:/pasar_fix/node_modules/.bun/react-aria@3.50.0+d0e719b86e9808b5/node_modules/react-aria/dist/exports/I18nProvider.mjs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D:/pasar_fix/node_modules/.bun/react-aria@3.50.0+d0e719b86e9808b5/node_modules/react-aria/dist/exports/I18nProvider.mjs.map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D:/pasar_fix/node_modules/.bun/react-aria@3.50.0+d0e719b86e9808b5/node_modules/react-aria/dist/exports/index.cjs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D:/pasar_fix/node_modules/.bun/react-aria@3.50.0+d0e719b86e9808b5/node_modules/react-aria/dist/exports/index.cjs.map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D:/pasar_fix/node_modules/.bun/react-aria@3.50.0+d0e719b86e9808b5/node_modules/react-aria/dist/exports/index.js</a:t>
            </a:r>
          </a:p>
          <a:p>
            <a:pPr>
              <a:defRPr sz="1200"/>
            </a:pPr>
            <a:r>
              <a:t>D:/pasar_fix/node_modules/.bun/react-aria@3.50.0+d0e719b86e9808b5/node_modules/react-aria/dist/exports/index.js.map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D:/pasar_fix/node_modules/.bun/react-aria@3.50.0+d0e719b86e9808b5/node_modules/react-aria/dist/exports/index.mjs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D:/pasar_fix/node_modules/.bun/react-aria@3.50.0+d0e719b86e9808b5/node_modules/react-aria/dist/exports/index.mjs.map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D:/pasar_fix/node_modules/.bun/react-aria@3.50.0+d0e719b86e9808b5/node_modules/react-aria/dist/exports/ListDropTargetDelegate.cjs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D:/pasar_fix/node_modules/.bun/react-aria@3.50.0+d0e719b86e9808b5/node_modules/react-aria/dist/exports/ListDropTargetDelegate.cjs.map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D:/pasar_fix/node_modules/.bun/react-aria@3.50.0+d0e719b86e9808b5/node_modules/react-aria/dist/exports/ListDropTargetDelegate.js</a:t>
            </a:r>
          </a:p>
          <a:p>
            <a:pPr>
              <a:defRPr sz="1200"/>
            </a:pPr>
            <a:r>
              <a:t>D:/pasar_fix/node_modules/.bun/react-aria@3.50.0+d0e719b86e9808b5/node_modules/react-aria/dist/exports/ListDropTargetDelegate.js.map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D:/pasar_fix/node_modules/.bun/react-aria@3.50.0+d0e719b86e9808b5/node_modules/react-aria/dist/exports/ListDropTargetDelegate.mjs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D:/pasar_fix/node_modules/.bun/react-aria@3.50.0+d0e719b86e9808b5/node_modules/react-aria/dist/exports/ListDropTargetDelegate.mjs.map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D:/pasar_fix/node_modules/.bun/react-aria@3.50.0+d0e719b86e9808b5/node_modules/react-aria/dist/exports/ListKeyboardDelegate.cjs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D:/pasar_fix/node_modules/.bun/react-aria@3.50.0+d0e719b86e9808b5/node_modules/react-aria/dist/exports/ListKeyboardDelegate.cjs.map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D:/pasar_fix/node_modules/.bun/react-aria@3.50.0+d0e719b86e9808b5/node_modules/react-aria/dist/exports/ListKeyboardDelegate.js</a:t>
            </a:r>
          </a:p>
          <a:p>
            <a:pPr>
              <a:defRPr sz="1200"/>
            </a:pPr>
            <a:r>
              <a:t>D:/pasar_fix/node_modules/.bun/react-aria@3.50.0+d0e719b86e9808b5/node_modules/react-aria/dist/exports/ListKeyboardDelegate.js.map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D:/pasar_fix/node_modules/.bun/react-aria@3.50.0+d0e719b86e9808b5/node_modules/react-aria/dist/exports/ListKeyboardDelegate.mjs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D:/pasar_fix/node_modules/.bun/react-aria@3.50.0+d0e719b86e9808b5/node_modules/react-aria/dist/exports/ListKeyboardDelegate.mjs.map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D:/pasar_fix/node_modules/.bun/react-aria@3.50.0+d0e719b86e9808b5/node_modules/react-aria/dist/exports/mergeProps.cjs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D:/pasar_fix/node_modules/.bun/react-aria@3.50.0+d0e719b86e9808b5/node_modules/react-aria/dist/exports/mergeProps.cjs.map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D:/pasar_fix/node_modules/.bun/react-aria@3.50.0+d0e719b86e9808b5/node_modules/react-aria/dist/exports/mergeProps.js</a:t>
            </a:r>
          </a:p>
          <a:p>
            <a:pPr>
              <a:defRPr sz="1200"/>
            </a:pPr>
            <a:r>
              <a:t>D:/pasar_fix/node_modules/.bun/react-aria@3.50.0+d0e719b86e9808b5/node_modules/react-aria/dist/exports/mergeProps.js.map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D:/pasar_fix/node_modules/.bun/react-aria@3.50.0+d0e719b86e9808b5/node_modules/react-aria/dist/exports/mergeProps.mjs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D:/pasar_fix/node_modules/.bun/react-aria@3.50.0+d0e719b86e9808b5/node_modules/react-aria/dist/exports/mergeProps.mjs.map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D:/pasar_fix/node_modules/.bun/react-aria@3.50.0+d0e719b86e9808b5/node_modules/react-aria/dist/exports/mergeRefs.cjs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D:/pasar_fix/node_modules/.bun/react-aria@3.50.0+d0e719b86e9808b5/node_modules/react-aria/dist/exports/mergeRefs.cjs.map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D:/pasar_fix/node_modules/.bun/react-aria@3.50.0+d0e719b86e9808b5/node_modules/react-aria/dist/exports/mergeRefs.js</a:t>
            </a:r>
          </a:p>
          <a:p>
            <a:pPr>
              <a:defRPr sz="1200"/>
            </a:pPr>
            <a:r>
              <a:t>D:/pasar_fix/node_modules/.bun/react-aria@3.50.0+d0e719b86e9808b5/node_modules/react-aria/dist/exports/mergeRefs.js.map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D:/pasar_fix/node_modules/.bun/react-aria@3.50.0+d0e719b86e9808b5/node_modules/react-aria/dist/exports/mergeRefs.mjs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D:/pasar_fix/node_modules/.bun/react-aria@3.50.0+d0e719b86e9808b5/node_modules/react-aria/dist/exports/mergeRefs.mjs.map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D:/pasar_fix/node_modules/.bun/react-aria@3.50.0+d0e719b86e9808b5/node_modules/react-aria/dist/exports/Overlay.cjs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D:/pasar_fix/node_modules/.bun/react-aria@3.50.0+d0e719b86e9808b5/node_modules/react-aria/dist/exports/Overlay.cjs.map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D:/pasar_fix/node_modules/.bun/react-aria@3.50.0+d0e719b86e9808b5/node_modules/react-aria/dist/exports/Overlay.js</a:t>
            </a:r>
          </a:p>
          <a:p>
            <a:pPr>
              <a:defRPr sz="1200"/>
            </a:pPr>
            <a:r>
              <a:t>D:/pasar_fix/node_modules/.bun/react-aria@3.50.0+d0e719b86e9808b5/node_modules/react-aria/dist/exports/Overlay.js.map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D:/pasar_fix/node_modules/.bun/react-aria@3.50.0+d0e719b86e9808b5/node_modules/react-aria/dist/exports/Overlay.mjs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D:/pasar_fix/node_modules/.bun/react-aria@3.50.0+d0e719b86e9808b5/node_modules/react-aria/dist/exports/Overlay.mjs.map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D:/pasar_fix/node_modules/.bun/react-aria@3.50.0+d0e719b86e9808b5/node_modules/react-aria/dist/exports/PortalProvider.cjs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D:/pasar_fix/node_modules/.bun/react-aria@3.50.0+d0e719b86e9808b5/node_modules/react-aria/dist/exports/PortalProvider.cjs.map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D:/pasar_fix/node_modules/.bun/react-aria@3.50.0+d0e719b86e9808b5/node_modules/react-aria/dist/exports/PortalProvider.js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D:/pasar_fix/node_modules/.bun/react-aria@3.50.0+d0e719b86e9808b5/node_modules/react-aria/dist/exports/PortalProvider.js.map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D:/pasar_fix/node_modules/.bun/react-aria@3.50.0+d0e719b86e9808b5/node_modules/react-aria/dist/exports/PortalProvider.mjs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D:/pasar_fix/node_modules/.bun/react-aria@3.50.0+d0e719b86e9808b5/node_modules/react-aria/dist/exports/PortalProvider.mjs.map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D:/pasar_fix/node_modules/.bun/react-aria@3.50.0+d0e719b86e9808b5/node_modules/react-aria/dist/exports/Pressable.cjs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D:/pasar_fix/node_modules/.bun/react-aria@3.50.0+d0e719b86e9808b5/node_modules/react-aria/dist/exports/Pressable.cjs.map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D:/pasar_fix/node_modules/.bun/react-aria@3.50.0+d0e719b86e9808b5/node_modules/react-aria/dist/exports/Pressable.js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D:/pasar_fix/node_modules/.bun/react-aria@3.50.0+d0e719b86e9808b5/node_modules/react-aria/dist/exports/Pressable.js.map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D:/pasar_fix/node_modules/.bun/react-aria@3.50.0+d0e719b86e9808b5/node_modules/react-aria/dist/exports/Pressable.mjs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D:/pasar_fix/node_modules/.bun/react-aria@3.50.0+d0e719b86e9808b5/node_modules/react-aria/dist/exports/Pressable.mjs.map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D:/pasar_fix/node_modules/.bun/react-aria@3.50.0+d0e719b86e9808b5/node_modules/react-aria/dist/exports/SSRProvider.cjs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D:/pasar_fix/node_modules/.bun/react-aria@3.50.0+d0e719b86e9808b5/node_modules/react-aria/dist/exports/SSRProvider.cjs.map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D:/pasar_fix/node_modules/.bun/react-aria@3.50.0+d0e719b86e9808b5/node_modules/react-aria/dist/exports/SSRProvider.js</a:t>
            </a:r>
          </a:p>
          <a:p>
            <a:pPr>
              <a:defRPr sz="1200"/>
            </a:pPr>
            <a:r>
              <a:t>D:/pasar_fix/node_modules/.bun/react-aria@3.50.0+d0e719b86e9808b5/node_modules/react-aria/dist/exports/SSRProvider.js.map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D:/pasar_fix/node_modules/.bun/react-aria@3.50.0+d0e719b86e9808b5/node_modules/react-aria/dist/exports/SSRProvider.mjs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D:/pasar_fix/node_modules/.bun/react-aria@3.50.0+d0e719b86e9808b5/node_modules/react-aria/dist/exports/SSRProvider.mjs.map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D:/pasar_fix/node_modules/.bun/react-aria@3.50.0+d0e719b86e9808b5/node_modules/react-aria/dist/exports/useAutocomplete.cjs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D:/pasar_fix/node_modules/.bun/react-aria@3.50.0+d0e719b86e9808b5/node_modules/react-aria/dist/exports/useAutocomplete.cjs.map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D:/pasar_fix/node_modules/.bun/react-aria@3.50.0+d0e719b86e9808b5/node_modules/react-aria/dist/exports/useAutocomplete.js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D:/pasar_fix/node_modules/.bun/react-aria@3.50.0+d0e719b86e9808b5/node_modules/react-aria/dist/exports/useAutocomplete.js.map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D:/pasar_fix/node_modules/.bun/react-aria@3.50.0+d0e719b86e9808b5/node_modules/react-aria/dist/exports/useAutocomplete.mjs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D:/pasar_fix/node_modules/.bun/react-aria@3.50.0+d0e719b86e9808b5/node_modules/react-aria/dist/exports/useAutocomplete.mjs.map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D:/pasar_fix/node_modules/.bun/react-aria@3.50.0+d0e719b86e9808b5/node_modules/react-aria/dist/exports/useBreadcrumbs.cjs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D:/pasar_fix/node_modules/.bun/react-aria@3.50.0+d0e719b86e9808b5/node_modules/react-aria/dist/exports/useBreadcrumbs.cjs.map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D:/pasar_fix/node_modules/.bun/react-aria@3.50.0+d0e719b86e9808b5/node_modules/react-aria/dist/exports/useBreadcrumbs.js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D:/pasar_fix/node_modules/.bun/react-aria@3.50.0+d0e719b86e9808b5/node_modules/react-aria/dist/exports/useBreadcrumbs.js.map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D:/pasar_fix/node_modules/.bun/react-aria@3.50.0+d0e719b86e9808b5/node_modules/react-aria/dist/exports/useBreadcrumbs.mjs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D:/pasar_fix/node_modules/.bun/react-aria@3.50.0+d0e719b86e9808b5/node_modules/react-aria/dist/exports/useBreadcrumbs.mjs.map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D:/pasar_fix/node_modules/.bun/react-aria@3.50.0+d0e719b86e9808b5/node_modules/react-aria/dist/exports/useButton.cjs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D:/pasar_fix/node_modules/.bun/react-aria@3.50.0+d0e719b86e9808b5/node_modules/react-aria/dist/exports/useButton.cjs.map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D:/pasar_fix/node_modules/.bun/react-aria@3.50.0+d0e719b86e9808b5/node_modules/react-aria/dist/exports/useButton.js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D:/pasar_fix/node_modules/.bun/react-aria@3.50.0+d0e719b86e9808b5/node_modules/react-aria/dist/exports/useButton.js.map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D:/pasar_fix/node_modules/.bun/react-aria@3.50.0+d0e719b86e9808b5/node_modules/react-aria/dist/exports/useButton.mjs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D:/pasar_fix/node_modules/.bun/react-aria@3.50.0+d0e719b86e9808b5/node_modules/react-aria/dist/exports/useButton.mjs.map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D:/pasar_fix/node_modules/.bun/react-aria@3.50.0+d0e719b86e9808b5/node_modules/react-aria/dist/exports/useCalendar.cjs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D:/pasar_fix/node_modules/.bun/react-aria@3.50.0+d0e719b86e9808b5/node_modules/react-aria/dist/exports/useCalendar.cjs.map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D:/pasar_fix/node_modules/.bun/react-aria@3.50.0+d0e719b86e9808b5/node_modules/react-aria/dist/exports/useCalendar.js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D:/pasar_fix/node_modules/.bun/react-aria@3.50.0+d0e719b86e9808b5/node_modules/react-aria/dist/exports/useCalendar.js.map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D:/pasar_fix/node_modules/.bun/react-aria@3.50.0+d0e719b86e9808b5/node_modules/react-aria/dist/exports/useCalendar.mjs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D:/pasar_fix/node_modules/.bun/react-aria@3.50.0+d0e719b86e9808b5/node_modules/react-aria/dist/exports/useCalendar.mjs.map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D:/pasar_fix/node_modules/.bun/react-aria@3.50.0+d0e719b86e9808b5/node_modules/react-aria/dist/exports/useCheckbox.cjs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D:/pasar_fix/node_modules/.bun/react-aria@3.50.0+d0e719b86e9808b5/node_modules/react-aria/dist/exports/useCheckbox.cjs.map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D:/pasar_fix/node_modules/.bun/react-aria@3.50.0+d0e719b86e9808b5/node_modules/react-aria/dist/exports/useCheckbox.js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D:/pasar_fix/node_modules/.bun/react-aria@3.50.0+d0e719b86e9808b5/node_modules/react-aria/dist/exports/useCheckbox.js.map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D:/pasar_fix/node_modules/.bun/react-aria@3.50.0+d0e719b86e9808b5/node_modules/react-aria/dist/exports/useCheckbox.mjs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D:/pasar_fix/node_modules/.bun/react-aria@3.50.0+d0e719b86e9808b5/node_modules/react-aria/dist/exports/useCheckbox.mjs.map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D:/pasar_fix/node_modules/.bun/react-aria@3.50.0+d0e719b86e9808b5/node_modules/react-aria/dist/exports/useCheckboxGroup.cjs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D:/pasar_fix/node_modules/.bun/react-aria@3.50.0+d0e719b86e9808b5/node_modules/react-aria/dist/exports/useCheckboxGroup.cjs.map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D:/pasar_fix/node_modules/.bun/react-aria@3.50.0+d0e719b86e9808b5/node_modules/react-aria/dist/exports/useCheckboxGroup.js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D:/pasar_fix/node_modules/.bun/react-aria@3.50.0+d0e719b86e9808b5/node_modules/react-aria/dist/exports/useCheckboxGroup.js.map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D:/pasar_fix/node_modules/.bun/react-aria@3.50.0+d0e719b86e9808b5/node_modules/react-aria/dist/exports/useCheckboxGroup.mjs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D:/pasar_fix/node_modules/.bun/react-aria@3.50.0+d0e719b86e9808b5/node_modules/react-aria/dist/exports/useCheckboxGroup.mjs.map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D:/pasar_fix/node_modules/.bun/react-aria@3.50.0+d0e719b86e9808b5/node_modules/react-aria/dist/exports/useClipboard.cjs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D:/pasar_fix/node_modules/.bun/react-aria@3.50.0+d0e719b86e9808b5/node_modules/react-aria/dist/exports/useClipboard.cjs.map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D:/pasar_fix/node_modules/.bun/react-aria@3.50.0+d0e719b86e9808b5/node_modules/react-aria/dist/exports/useClipboard.js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D:/pasar_fix/node_modules/.bun/react-aria@3.50.0+d0e719b86e9808b5/node_modules/react-aria/dist/exports/useClipboard.js.map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D:/pasar_fix/node_modules/.bun/react-aria@3.50.0+d0e719b86e9808b5/node_modules/react-aria/dist/exports/useClipboard.mjs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D:/pasar_fix/node_modules/.bun/react-aria@3.50.0+d0e719b86e9808b5/node_modules/react-aria/dist/exports/useClipboard.mjs.map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D:/pasar_fix/node_modules/.bun/react-aria@3.50.0+d0e719b86e9808b5/node_modules/react-aria/dist/exports/useCollator.cjs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D:/pasar_fix/node_modules/.bun/react-aria@3.50.0+d0e719b86e9808b5/node_modules/react-aria/dist/exports/useCollator.cjs.map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D:/pasar_fix/node_modules/.bun/react-aria@3.50.0+d0e719b86e9808b5/node_modules/react-aria/dist/exports/useCollator.js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D:/pasar_fix/node_modules/.bun/react-aria@3.50.0+d0e719b86e9808b5/node_modules/react-aria/dist/exports/useCollator.js.map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D:/pasar_fix/node_modules/.bun/react-aria@3.50.0+d0e719b86e9808b5/node_modules/react-aria/dist/exports/useCollator.mjs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D:/pasar_fix/node_modules/.bun/react-aria@3.50.0+d0e719b86e9808b5/node_modules/react-aria/dist/exports/useCollator.mjs.map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D:/pasar_fix/node_modules/.bun/react-aria@3.50.0+d0e719b86e9808b5/node_modules/react-aria/dist/exports/useColorArea.cjs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D:/pasar_fix/node_modules/.bun/react-aria@3.50.0+d0e719b86e9808b5/node_modules/react-aria/dist/exports/useColorArea.cjs.map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D:/pasar_fix/node_modules/.bun/react-aria@3.50.0+d0e719b86e9808b5/node_modules/react-aria/dist/exports/useColorArea.js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D:/pasar_fix/node_modules/.bun/react-aria@3.50.0+d0e719b86e9808b5/node_modules/react-aria/dist/exports/useColorArea.js.map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D:/pasar_fix/node_modules/.bun/react-aria@3.50.0+d0e719b86e9808b5/node_modules/react-aria/dist/exports/useColorArea.mjs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D:/pasar_fix/node_modules/.bun/react-aria@3.50.0+d0e719b86e9808b5/node_modules/react-aria/dist/exports/useColorArea.mjs.map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D:/pasar_fix/node_modules/.bun/react-aria@3.50.0+d0e719b86e9808b5/node_modules/react-aria/dist/exports/useColorField.cjs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D:/pasar_fix/node_modules/.bun/react-aria@3.50.0+d0e719b86e9808b5/node_modules/react-aria/dist/exports/useColorField.cjs.map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D:/pasar_fix/node_modules/.bun/react-aria@3.50.0+d0e719b86e9808b5/node_modules/react-aria/dist/exports/useColorField.js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D:/pasar_fix/node_modules/.bun/react-aria@3.50.0+d0e719b86e9808b5/node_modules/react-aria/dist/exports/useColorField.js.map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D:/pasar_fix/node_modules/.bun/react-aria@3.50.0+d0e719b86e9808b5/node_modules/react-aria/dist/exports/useColorField.mjs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D:/pasar_fix/node_modules/.bun/react-aria@3.50.0+d0e719b86e9808b5/node_modules/react-aria/dist/exports/useColorField.mjs.map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D:/pasar_fix/node_modules/.bun/react-aria@3.50.0+d0e719b86e9808b5/node_modules/react-aria/dist/exports/useColorSlider.cjs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D:/pasar_fix/node_modules/.bun/react-aria@3.50.0+d0e719b86e9808b5/node_modules/react-aria/dist/exports/useColorSlider.cjs.map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D:/pasar_fix/node_modules/.bun/react-aria@3.50.0+d0e719b86e9808b5/node_modules/react-aria/dist/exports/useColorSlider.js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D:/pasar_fix/node_modules/.bun/react-aria@3.50.0+d0e719b86e9808b5/node_modules/react-aria/dist/exports/useColorSlider.js.map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D:/pasar_fix/node_modules/.bun/react-aria@3.50.0+d0e719b86e9808b5/node_modules/react-aria/dist/exports/useColorSlider.mjs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D:/pasar_fix/node_modules/.bun/react-aria@3.50.0+d0e719b86e9808b5/node_modules/react-aria/dist/exports/useColorSlider.mjs.map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D:/pasar_fix/node_modules/.bun/react-aria@3.50.0+d0e719b86e9808b5/node_modules/react-aria/dist/exports/useColorSwatch.cjs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D:/pasar_fix/node_modules/.bun/react-aria@3.50.0+d0e719b86e9808b5/node_modules/react-aria/dist/exports/useColorSwatch.cjs.map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D:/pasar_fix/node_modules/.bun/react-aria@3.50.0+d0e719b86e9808b5/node_modules/react-aria/dist/exports/useColorSwatch.js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D:/pasar_fix/node_modules/.bun/react-aria@3.50.0+d0e719b86e9808b5/node_modules/react-aria/dist/exports/useColorSwatch.js.map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D:/pasar_fix/node_modules/.bun/react-aria@3.50.0+d0e719b86e9808b5/node_modules/react-aria/dist/exports/useColorSwatch.mjs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D:/pasar_fix/node_modules/.bun/react-aria@3.50.0+d0e719b86e9808b5/node_modules/react-aria/dist/exports/useColorSwatch.mjs.map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D:/pasar_fix/node_modules/.bun/react-aria@3.50.0+d0e719b86e9808b5/node_modules/react-aria/dist/exports/useColorWheel.cjs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D:/pasar_fix/node_modules/.bun/react-aria@3.50.0+d0e719b86e9808b5/node_modules/react-aria/dist/exports/useColorWheel.cjs.map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D:/pasar_fix/node_modules/.bun/react-aria@3.50.0+d0e719b86e9808b5/node_modules/react-aria/dist/exports/useColorWheel.js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D:/pasar_fix/node_modules/.bun/react-aria@3.50.0+d0e719b86e9808b5/node_modules/react-aria/dist/exports/useColorWheel.js.map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D:/pasar_fix/node_modules/.bun/react-aria@3.50.0+d0e719b86e9808b5/node_modules/react-aria/dist/exports/useColorWheel.mjs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D:/pasar_fix/node_modules/.bun/react-aria@3.50.0+d0e719b86e9808b5/node_modules/react-aria/dist/exports/useColorWheel.mjs.map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D:/pasar_fix/node_modules/.bun/react-aria@3.50.0+d0e719b86e9808b5/node_modules/react-aria/dist/exports/useComboBox.cjs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D:/pasar_fix/node_modules/.bun/react-aria@3.50.0+d0e719b86e9808b5/node_modules/react-aria/dist/exports/useComboBox.cjs.map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D:/pasar_fix/node_modules/.bun/react-aria@3.50.0+d0e719b86e9808b5/node_modules/react-aria/dist/exports/useComboBox.js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D:/pasar_fix/node_modules/.bun/react-aria@3.50.0+d0e719b86e9808b5/node_modules/react-aria/dist/exports/useComboBox.js.map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D:/pasar_fix/node_modules/.bun/react-aria@3.50.0+d0e719b86e9808b5/node_modules/react-aria/dist/exports/useComboBox.mjs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D:/pasar_fix/node_modules/.bun/react-aria@3.50.0+d0e719b86e9808b5/node_modules/react-aria/dist/exports/useComboBox.mjs.map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D:/pasar_fix/node_modules/.bun/react-aria@3.50.0+d0e719b86e9808b5/node_modules/react-aria/dist/exports/useDateField.cjs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D:/pasar_fix/node_modules/.bun/react-aria@3.50.0+d0e719b86e9808b5/node_modules/react-aria/dist/exports/useDateField.cjs.map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D:/pasar_fix/node_modules/.bun/react-aria@3.50.0+d0e719b86e9808b5/node_modules/react-aria/dist/exports/useDateField.js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D:/pasar_fix/node_modules/.bun/react-aria@3.50.0+d0e719b86e9808b5/node_modules/react-aria/dist/exports/useDateField.js.map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D:/pasar_fix/node_modules/.bun/react-aria@3.50.0+d0e719b86e9808b5/node_modules/react-aria/dist/exports/useDateField.mjs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D:/pasar_fix/node_modules/.bun/react-aria@3.50.0+d0e719b86e9808b5/node_modules/react-aria/dist/exports/useDateField.mjs.map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D:/pasar_fix/node_modules/.bun/react-aria@3.50.0+d0e719b86e9808b5/node_modules/react-aria/dist/exports/useDateFormatter.cjs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D:/pasar_fix/node_modules/.bun/react-aria@3.50.0+d0e719b86e9808b5/node_modules/react-aria/dist/exports/useDateFormatter.cjs.map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D:/pasar_fix/node_modules/.bun/react-aria@3.50.0+d0e719b86e9808b5/node_modules/react-aria/dist/exports/useDateFormatter.js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D:/pasar_fix/node_modules/.bun/react-aria@3.50.0+d0e719b86e9808b5/node_modules/react-aria/dist/exports/useDateFormatter.js.map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D:/pasar_fix/node_modules/.bun/react-aria@3.50.0+d0e719b86e9808b5/node_modules/react-aria/dist/exports/useDateFormatter.mjs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D:/pasar_fix/node_modules/.bun/react-aria@3.50.0+d0e719b86e9808b5/node_modules/react-aria/dist/exports/useDateFormatter.mjs.map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D:/pasar_fix/node_modules/.bun/react-aria@3.50.0+d0e719b86e9808b5/node_modules/react-aria/dist/exports/useDatePicker.cjs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D:/pasar_fix/node_modules/.bun/react-aria@3.50.0+d0e719b86e9808b5/node_modules/react-aria/dist/exports/useDatePicker.cjs.map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D:/pasar_fix/node_modules/.bun/react-aria@3.50.0+d0e719b86e9808b5/node_modules/react-aria/dist/exports/useDatePicker.js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D:/pasar_fix/node_modules/.bun/react-aria@3.50.0+d0e719b86e9808b5/node_modules/react-aria/dist/exports/useDatePicker.js.map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D:/pasar_fix/node_modules/.bun/react-aria@3.50.0+d0e719b86e9808b5/node_modules/react-aria/dist/exports/useDatePicker.mjs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D:/pasar_fix/node_modules/.bun/react-aria@3.50.0+d0e719b86e9808b5/node_modules/react-aria/dist/exports/useDatePicker.mjs.map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D:/pasar_fix/node_modules/.bun/react-aria@3.50.0+d0e719b86e9808b5/node_modules/react-aria/dist/exports/useDateRangePicker.cjs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D:/pasar_fix/node_modules/.bun/react-aria@3.50.0+d0e719b86e9808b5/node_modules/react-aria/dist/exports/useDateRangePicker.cjs.map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D:/pasar_fix/node_modules/.bun/react-aria@3.50.0+d0e719b86e9808b5/node_modules/react-aria/dist/exports/useDateRangePicker.js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D:/pasar_fix/node_modules/.bun/react-aria@3.50.0+d0e719b86e9808b5/node_modules/react-aria/dist/exports/useDateRangePicker.js.map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D:/pasar_fix/node_modules/.bun/react-aria@3.50.0+d0e719b86e9808b5/node_modules/react-aria/dist/exports/useDateRangePicker.mjs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D:/pasar_fix/node_modules/.bun/react-aria@3.50.0+d0e719b86e9808b5/node_modules/react-aria/dist/exports/useDateRangePicker.mjs.map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D:/pasar_fix/node_modules/.bun/react-aria@3.50.0+d0e719b86e9808b5/node_modules/react-aria/dist/exports/useDialog.cjs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D:/pasar_fix/node_modules/.bun/react-aria@3.50.0+d0e719b86e9808b5/node_modules/react-aria/dist/exports/useDialog.cjs.map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D:/pasar_fix/node_modules/.bun/react-aria@3.50.0+d0e719b86e9808b5/node_modules/react-aria/dist/exports/useDialog.js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D:/pasar_fix/node_modules/.bun/react-aria@3.50.0+d0e719b86e9808b5/node_modules/react-aria/dist/exports/useDialog.js.map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D:/pasar_fix/node_modules/.bun/react-aria@3.50.0+d0e719b86e9808b5/node_modules/react-aria/dist/exports/useDialog.mjs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D:/pasar_fix/node_modules/.bun/react-aria@3.50.0+d0e719b86e9808b5/node_modules/react-aria/dist/exports/useDialog.mjs.map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D:/pasar_fix/node_modules/.bun/react-aria@3.50.0+d0e719b86e9808b5/node_modules/react-aria/dist/exports/useDisclosure.cjs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D:/pasar_fix/node_modules/.bun/react-aria@3.50.0+d0e719b86e9808b5/node_modules/react-aria/dist/exports/useDisclosure.cjs.map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D:/pasar_fix/node_modules/.bun/react-aria@3.50.0+d0e719b86e9808b5/node_modules/react-aria/dist/exports/useDisclosure.js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D:/pasar_fix/node_modules/.bun/react-aria@3.50.0+d0e719b86e9808b5/node_modules/react-aria/dist/exports/useDisclosure.js.map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D:/pasar_fix/node_modules/.bun/react-aria@3.50.0+d0e719b86e9808b5/node_modules/react-aria/dist/exports/useDisclosure.mjs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D:/pasar_fix/node_modules/.bun/react-aria@3.50.0+d0e719b86e9808b5/node_modules/react-aria/dist/exports/useDisclosure.mjs.map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D:/pasar_fix/node_modules/.bun/react-aria@3.50.0+d0e719b86e9808b5/node_modules/react-aria/dist/exports/useDrag.cjs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D:/pasar_fix/node_modules/.bun/react-aria@3.50.0+d0e719b86e9808b5/node_modules/react-aria/dist/exports/useDrag.cjs.map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D:/pasar_fix/node_modules/.bun/react-aria@3.50.0+d0e719b86e9808b5/node_modules/react-aria/dist/exports/useDrag.js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D:/pasar_fix/node_modules/.bun/react-aria@3.50.0+d0e719b86e9808b5/node_modules/react-aria/dist/exports/useDrag.js.map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D:/pasar_fix/node_modules/.bun/react-aria@3.50.0+d0e719b86e9808b5/node_modules/react-aria/dist/exports/useDrag.mjs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D:/pasar_fix/node_modules/.bun/react-aria@3.50.0+d0e719b86e9808b5/node_modules/react-aria/dist/exports/useDrag.mjs.map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D:/pasar_fix/node_modules/.bun/react-aria@3.50.0+d0e719b86e9808b5/node_modules/react-aria/dist/exports/useDraggableCollection.cjs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D:/pasar_fix/node_modules/.bun/react-aria@3.50.0+d0e719b86e9808b5/node_modules/react-aria/dist/exports/useDraggableCollection.cjs.map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D:/pasar_fix/node_modules/.bun/react-aria@3.50.0+d0e719b86e9808b5/node_modules/react-aria/dist/exports/useDraggableCollection.js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D:/pasar_fix/node_modules/.bun/react-aria@3.50.0+d0e719b86e9808b5/node_modules/react-aria/dist/exports/useDraggableCollection.js.map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D:/pasar_fix/node_modules/.bun/react-aria@3.50.0+d0e719b86e9808b5/node_modules/react-aria/dist/exports/useDraggableCollection.mjs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D:/pasar_fix/node_modules/.bun/react-aria@3.50.0+d0e719b86e9808b5/node_modules/react-aria/dist/exports/useDraggableCollection.mjs.map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D:/pasar_fix/node_modules/.bun/react-aria@3.50.0+d0e719b86e9808b5/node_modules/react-aria/dist/exports/useDrop.cjs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D:/pasar_fix/node_modules/.bun/react-aria@3.50.0+d0e719b86e9808b5/node_modules/react-aria/dist/exports/useDrop.cjs.map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D:/pasar_fix/node_modules/.bun/react-aria@3.50.0+d0e719b86e9808b5/node_modules/react-aria/dist/exports/useDrop.js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D:/pasar_fix/node_modules/.bun/react-aria@3.50.0+d0e719b86e9808b5/node_modules/react-aria/dist/exports/useDrop.js.map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D:/pasar_fix/node_modules/.bun/react-aria@3.50.0+d0e719b86e9808b5/node_modules/react-aria/dist/exports/useDrop.mjs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D:/pasar_fix/node_modules/.bun/react-aria@3.50.0+d0e719b86e9808b5/node_modules/react-aria/dist/exports/useDrop.mjs.map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D:/pasar_fix/node_modules/.bun/react-aria@3.50.0+d0e719b86e9808b5/node_modules/react-aria/dist/exports/useDroppableCollection.cjs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D:/pasar_fix/node_modules/.bun/react-aria@3.50.0+d0e719b86e9808b5/node_modules/react-aria/dist/exports/useDroppableCollection.cjs.map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D:/pasar_fix/node_modules/.bun/react-aria@3.50.0+d0e719b86e9808b5/node_modules/react-aria/dist/exports/useDroppableCollection.js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D:/pasar_fix/node_modules/.bun/react-aria@3.50.0+d0e719b86e9808b5/node_modules/react-aria/dist/exports/useDroppableCollection.js.map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D:/pasar_fix/node_modules/.bun/react-aria@3.50.0+d0e719b86e9808b5/node_modules/react-aria/dist/exports/useDroppableCollection.mjs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D:/pasar_fix/node_modules/.bun/react-aria@3.50.0+d0e719b86e9808b5/node_modules/react-aria/dist/exports/useDroppableCollection.mjs.map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D:/pasar_fix/node_modules/.bun/react-aria@3.50.0+d0e719b86e9808b5/node_modules/react-aria/dist/exports/useField.cjs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D:/pasar_fix/node_modules/.bun/react-aria@3.50.0+d0e719b86e9808b5/node_modules/react-aria/dist/exports/useField.cjs.map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D:/pasar_fix/node_modules/.bun/react-aria@3.50.0+d0e719b86e9808b5/node_modules/react-aria/dist/exports/useField.js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D:/pasar_fix/node_modules/.bun/react-aria@3.50.0+d0e719b86e9808b5/node_modules/react-aria/dist/exports/useField.js.map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D:/pasar_fix/node_modules/.bun/react-aria@3.50.0+d0e719b86e9808b5/node_modules/react-aria/dist/exports/useField.mjs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D:/pasar_fix/node_modules/.bun/react-aria@3.50.0+d0e719b86e9808b5/node_modules/react-aria/dist/exports/useField.mjs.map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D:/pasar_fix/node_modules/.bun/react-aria@3.50.0+d0e719b86e9808b5/node_modules/react-aria/dist/exports/useFilter.cjs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D:/pasar_fix/node_modules/.bun/react-aria@3.50.0+d0e719b86e9808b5/node_modules/react-aria/dist/exports/useFilter.cjs.map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D:/pasar_fix/node_modules/.bun/react-aria@3.50.0+d0e719b86e9808b5/node_modules/react-aria/dist/exports/useFilter.js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D:/pasar_fix/node_modules/.bun/react-aria@3.50.0+d0e719b86e9808b5/node_modules/react-aria/dist/exports/useFilter.js.map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D:/pasar_fix/node_modules/.bun/react-aria@3.50.0+d0e719b86e9808b5/node_modules/react-aria/dist/exports/useFilter.mjs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D:/pasar_fix/node_modules/.bun/react-aria@3.50.0+d0e719b86e9808b5/node_modules/react-aria/dist/exports/useFilter.mjs.map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D:/pasar_fix/node_modules/.bun/react-aria@3.50.0+d0e719b86e9808b5/node_modules/react-aria/dist/exports/useFocus.cjs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D:/pasar_fix/node_modules/.bun/react-aria@3.50.0+d0e719b86e9808b5/node_modules/react-aria/dist/exports/useFocus.cjs.map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D:/pasar_fix/node_modules/.bun/react-aria@3.50.0+d0e719b86e9808b5/node_modules/react-aria/dist/exports/useFocus.js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D:/pasar_fix/node_modules/.bun/react-aria@3.50.0+d0e719b86e9808b5/node_modules/react-aria/dist/exports/useFocus.js.map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D:/pasar_fix/node_modules/.bun/react-aria@3.50.0+d0e719b86e9808b5/node_modules/react-aria/dist/exports/useFocus.mjs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D:/pasar_fix/node_modules/.bun/react-aria@3.50.0+d0e719b86e9808b5/node_modules/react-aria/dist/exports/useFocus.mjs.map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D:/pasar_fix/node_modules/.bun/react-aria@3.50.0+d0e719b86e9808b5/node_modules/react-aria/dist/exports/useFocusable.cjs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D:/pasar_fix/node_modules/.bun/react-aria@3.50.0+d0e719b86e9808b5/node_modules/react-aria/dist/exports/useFocusable.cjs.map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D:/pasar_fix/node_modules/.bun/react-aria@3.50.0+d0e719b86e9808b5/node_modules/react-aria/dist/exports/useFocusable.js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D:/pasar_fix/node_modules/.bun/react-aria@3.50.0+d0e719b86e9808b5/node_modules/react-aria/dist/exports/useFocusable.js.map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D:/pasar_fix/node_modules/.bun/react-aria@3.50.0+d0e719b86e9808b5/node_modules/react-aria/dist/exports/useFocusable.mjs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D:/pasar_fix/node_modules/.bun/react-aria@3.50.0+d0e719b86e9808b5/node_modules/react-aria/dist/exports/useFocusable.mjs.map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D:/pasar_fix/node_modules/.bun/react-aria@3.50.0+d0e719b86e9808b5/node_modules/react-aria/dist/exports/useFocusRing.cjs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D:/pasar_fix/node_modules/.bun/react-aria@3.50.0+d0e719b86e9808b5/node_modules/react-aria/dist/exports/useFocusRing.cjs.map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D:/pasar_fix/node_modules/.bun/react-aria@3.50.0+d0e719b86e9808b5/node_modules/react-aria/dist/exports/useFocusRing.js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D:/pasar_fix/node_modules/.bun/react-aria@3.50.0+d0e719b86e9808b5/node_modules/react-aria/dist/exports/useFocusRing.js.map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D:/pasar_fix/node_modules/.bun/react-aria@3.50.0+d0e719b86e9808b5/node_modules/react-aria/dist/exports/useFocusRing.mjs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D:/pasar_fix/node_modules/.bun/react-aria@3.50.0+d0e719b86e9808b5/node_modules/react-aria/dist/exports/useFocusRing.mjs.map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D:/pasar_fix/node_modules/.bun/react-aria@3.50.0+d0e719b86e9808b5/node_modules/react-aria/dist/exports/useFocusVisible.cjs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D:/pasar_fix/node_modules/.bun/react-aria@3.50.0+d0e719b86e9808b5/node_modules/react-aria/dist/exports/useFocusVisible.cjs.map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D:/pasar_fix/node_modules/.bun/react-aria@3.50.0+d0e719b86e9808b5/node_modules/react-aria/dist/exports/useFocusVisible.js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D:/pasar_fix/node_modules/.bun/react-aria@3.50.0+d0e719b86e9808b5/node_modules/react-aria/dist/exports/useFocusVisible.js.map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D:/pasar_fix/node_modules/.bun/react-aria@3.50.0+d0e719b86e9808b5/node_modules/react-aria/dist/exports/useFocusVisible.mjs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D:/pasar_fix/node_modules/.bun/react-aria@3.50.0+d0e719b86e9808b5/node_modules/react-aria/dist/exports/useFocusVisible.mjs.map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D:/pasar_fix/node_modules/.bun/react-aria@3.50.0+d0e719b86e9808b5/node_modules/react-aria/dist/exports/useFocusWithin.cjs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D:/pasar_fix/node_modules/.bun/react-aria@3.50.0+d0e719b86e9808b5/node_modules/react-aria/dist/exports/useFocusWithin.cjs.map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D:/pasar_fix/node_modules/.bun/react-aria@3.50.0+d0e719b86e9808b5/node_modules/react-aria/dist/exports/useFocusWithin.js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D:/pasar_fix/node_modules/.bun/react-aria@3.50.0+d0e719b86e9808b5/node_modules/react-aria/dist/exports/useFocusWithin.js.map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D:/pasar_fix/node_modules/.bun/react-aria@3.50.0+d0e719b86e9808b5/node_modules/react-aria/dist/exports/useFocusWithin.mjs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D:/pasar_fix/node_modules/.bun/react-aria@3.50.0+d0e719b86e9808b5/node_modules/react-aria/dist/exports/useFocusWithin.mjs.map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D:/pasar_fix/node_modules/.bun/react-aria@3.50.0+d0e719b86e9808b5/node_modules/react-aria/dist/exports/useGridList.cjs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D:/pasar_fix/node_modules/.bun/react-aria@3.50.0+d0e719b86e9808b5/node_modules/react-aria/dist/exports/useGridList.cjs.map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D:/pasar_fix/node_modules/.bun/react-aria@3.50.0+d0e719b86e9808b5/node_modules/react-aria/dist/exports/useGridList.js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D:/pasar_fix/node_modules/.bun/react-aria@3.50.0+d0e719b86e9808b5/node_modules/react-aria/dist/exports/useGridList.js.map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D:/pasar_fix/node_modules/.bun/react-aria@3.50.0+d0e719b86e9808b5/node_modules/react-aria/dist/exports/useGridList.mjs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D:/pasar_fix/node_modules/.bun/react-aria@3.50.0+d0e719b86e9808b5/node_modules/react-aria/dist/exports/useGridList.mjs.map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D:/pasar_fix/node_modules/.bun/react-aria@3.50.0+d0e719b86e9808b5/node_modules/react-aria/dist/exports/useHover.cjs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D:/pasar_fix/node_modules/.bun/react-aria@3.50.0+d0e719b86e9808b5/node_modules/react-aria/dist/exports/useHover.cjs.map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D:/pasar_fix/node_modules/.bun/react-aria@3.50.0+d0e719b86e9808b5/node_modules/react-aria/dist/exports/useHover.js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D:/pasar_fix/node_modules/.bun/react-aria@3.50.0+d0e719b86e9808b5/node_modules/react-aria/dist/exports/useHover.js.map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D:/pasar_fix/node_modules/.bun/react-aria@3.50.0+d0e719b86e9808b5/node_modules/react-aria/dist/exports/useHover.mjs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D:/pasar_fix/node_modules/.bun/react-aria@3.50.0+d0e719b86e9808b5/node_modules/react-aria/dist/exports/useHover.mjs.map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D:/pasar_fix/node_modules/.bun/react-aria@3.50.0+d0e719b86e9808b5/node_modules/react-aria/dist/exports/useId.cjs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D:/pasar_fix/node_modules/.bun/react-aria@3.50.0+d0e719b86e9808b5/node_modules/react-aria/dist/exports/useId.cjs.map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D:/pasar_fix/node_modules/.bun/react-aria@3.50.0+d0e719b86e9808b5/node_modules/react-aria/dist/exports/useId.js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D:/pasar_fix/node_modules/.bun/react-aria@3.50.0+d0e719b86e9808b5/node_modules/react-aria/dist/exports/useId.js.map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D:/pasar_fix/node_modules/.bun/react-aria@3.50.0+d0e719b86e9808b5/node_modules/react-aria/dist/exports/useId.mjs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D:/pasar_fix/node_modules/.bun/react-aria@3.50.0+d0e719b86e9808b5/node_modules/react-aria/dist/exports/useId.mjs.map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D:/pasar_fix/node_modules/.bun/react-aria@3.50.0+d0e719b86e9808b5/node_modules/react-aria/dist/exports/useInteractOutside.cjs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D:/pasar_fix/node_modules/.bun/react-aria@3.50.0+d0e719b86e9808b5/node_modules/react-aria/dist/exports/useInteractOutside.cjs.map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D:/pasar_fix/node_modules/.bun/react-aria@3.50.0+d0e719b86e9808b5/node_modules/react-aria/dist/exports/useInteractOutside.js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D:/pasar_fix/node_modules/.bun/react-aria@3.50.0+d0e719b86e9808b5/node_modules/react-aria/dist/exports/useInteractOutside.js.map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D:/pasar_fix/node_modules/.bun/react-aria@3.50.0+d0e719b86e9808b5/node_modules/react-aria/dist/exports/useInteractOutside.mjs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D:/pasar_fix/node_modules/.bun/react-aria@3.50.0+d0e719b86e9808b5/node_modules/react-aria/dist/exports/useInteractOutside.mjs.map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D:/pasar_fix/node_modules/.bun/react-aria@3.50.0+d0e719b86e9808b5/node_modules/react-aria/dist/exports/useKeyboard.cjs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D:/pasar_fix/node_modules/.bun/react-aria@3.50.0+d0e719b86e9808b5/node_modules/react-aria/dist/exports/useKeyboard.cjs.map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D:/pasar_fix/node_modules/.bun/react-aria@3.50.0+d0e719b86e9808b5/node_modules/react-aria/dist/exports/useKeyboard.js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D:/pasar_fix/node_modules/.bun/react-aria@3.50.0+d0e719b86e9808b5/node_modules/react-aria/dist/exports/useKeyboard.js.map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D:/pasar_fix/node_modules/.bun/react-aria@3.50.0+d0e719b86e9808b5/node_modules/react-aria/dist/exports/useKeyboard.mjs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D:/pasar_fix/node_modules/.bun/react-aria@3.50.0+d0e719b86e9808b5/node_modules/react-aria/dist/exports/useKeyboard.mjs.map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D:/pasar_fix/node_modules/.bun/react-aria@3.50.0+d0e719b86e9808b5/node_modules/react-aria/dist/exports/useLabel.cjs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D:/pasar_fix/node_modules/.bun/react-aria@3.50.0+d0e719b86e9808b5/node_modules/react-aria/dist/exports/useLabel.cjs.map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D:/pasar_fix/node_modules/.bun/react-aria@3.50.0+d0e719b86e9808b5/node_modules/react-aria/dist/exports/useLabel.js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D:/pasar_fix/node_modules/.bun/react-aria@3.50.0+d0e719b86e9808b5/node_modules/react-aria/dist/exports/useLabel.js.map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D:/pasar_fix/node_modules/.bun/react-aria@3.50.0+d0e719b86e9808b5/node_modules/react-aria/dist/exports/useLabel.mjs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D:/pasar_fix/node_modules/.bun/react-aria@3.50.0+d0e719b86e9808b5/node_modules/react-aria/dist/exports/useLabel.mjs.map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D:/pasar_fix/node_modules/.bun/react-aria@3.50.0+d0e719b86e9808b5/node_modules/react-aria/dist/exports/useLandmark.cjs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D:/pasar_fix/node_modules/.bun/react-aria@3.50.0+d0e719b86e9808b5/node_modules/react-aria/dist/exports/useLandmark.cjs.map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D:/pasar_fix/node_modules/.bun/react-aria@3.50.0+d0e719b86e9808b5/node_modules/react-aria/dist/exports/useLandmark.js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D:/pasar_fix/node_modules/.bun/react-aria@3.50.0+d0e719b86e9808b5/node_modules/react-aria/dist/exports/useLandmark.js.map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D:/pasar_fix/node_modules/.bun/react-aria@3.50.0+d0e719b86e9808b5/node_modules/react-aria/dist/exports/useLandmark.mjs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D:/pasar_fix/node_modules/.bun/react-aria@3.50.0+d0e719b86e9808b5/node_modules/react-aria/dist/exports/useLandmark.mjs.map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D:/pasar_fix/node_modules/.bun/react-aria@3.50.0+d0e719b86e9808b5/node_modules/react-aria/dist/exports/useLink.cjs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D:/pasar_fix/node_modules/.bun/react-aria@3.50.0+d0e719b86e9808b5/node_modules/react-aria/dist/exports/useLink.cjs.map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D:/pasar_fix/node_modules/.bun/react-aria@3.50.0+d0e719b86e9808b5/node_modules/react-aria/dist/exports/useLink.js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D:/pasar_fix/node_modules/.bun/react-aria@3.50.0+d0e719b86e9808b5/node_modules/react-aria/dist/exports/useLink.js.map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D:/pasar_fix/node_modules/.bun/react-aria@3.50.0+d0e719b86e9808b5/node_modules/react-aria/dist/exports/useLink.mjs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D:/pasar_fix/node_modules/.bun/react-aria@3.50.0+d0e719b86e9808b5/node_modules/react-aria/dist/exports/useLink.mjs.map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D:/pasar_fix/node_modules/.bun/react-aria@3.50.0+d0e719b86e9808b5/node_modules/react-aria/dist/exports/useListBox.cjs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D:/pasar_fix/node_modules/.bun/react-aria@3.50.0+d0e719b86e9808b5/node_modules/react-aria/dist/exports/useListBox.cjs.map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D:/pasar_fix/node_modules/.bun/react-aria@3.50.0+d0e719b86e9808b5/node_modules/react-aria/dist/exports/useListBox.js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D:/pasar_fix/node_modules/.bun/react-aria@3.50.0+d0e719b86e9808b5/node_modules/react-aria/dist/exports/useListBox.js.map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D:/pasar_fix/node_modules/.bun/react-aria@3.50.0+d0e719b86e9808b5/node_modules/react-aria/dist/exports/useListBox.mjs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D:/pasar_fix/node_modules/.bun/react-aria@3.50.0+d0e719b86e9808b5/node_modules/react-aria/dist/exports/useListBox.mjs.map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D:/pasar_fix/node_modules/.bun/react-aria@3.50.0+d0e719b86e9808b5/node_modules/react-aria/dist/exports/useListFormatter.cjs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D:/pasar_fix/node_modules/.bun/react-aria@3.50.0+d0e719b86e9808b5/node_modules/react-aria/dist/exports/useListFormatter.cjs.map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D:/pasar_fix/node_modules/.bun/react-aria@3.50.0+d0e719b86e9808b5/node_modules/react-aria/dist/exports/useListFormatter.js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D:/pasar_fix/node_modules/.bun/react-aria@3.50.0+d0e719b86e9808b5/node_modules/react-aria/dist/exports/useListFormatter.js.map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D:/pasar_fix/node_modules/.bun/react-aria@3.50.0+d0e719b86e9808b5/node_modules/react-aria/dist/exports/useListFormatter.mjs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D:/pasar_fix/node_modules/.bun/react-aria@3.50.0+d0e719b86e9808b5/node_modules/react-aria/dist/exports/useListFormatter.mjs.map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D:/pasar_fix/node_modules/.bun/react-aria@3.50.0+d0e719b86e9808b5/node_modules/react-aria/dist/exports/useLocalizedStringFormatter.cjs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D:/pasar_fix/node_modules/.bun/react-aria@3.50.0+d0e719b86e9808b5/node_modules/react-aria/dist/exports/useLocalizedStringFormatter.cjs.map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D:/pasar_fix/node_modules/.bun/react-aria@3.50.0+d0e719b86e9808b5/node_modules/react-aria/dist/exports/useLocalizedStringFormatter.js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D:/pasar_fix/node_modules/.bun/react-aria@3.50.0+d0e719b86e9808b5/node_modules/react-aria/dist/exports/useLocalizedStringFormatter.js.map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D:/pasar_fix/node_modules/.bun/react-aria@3.50.0+d0e719b86e9808b5/node_modules/react-aria/dist/exports/useLocalizedStringFormatter.mjs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D:/pasar_fix/node_modules/.bun/react-aria@3.50.0+d0e719b86e9808b5/node_modules/react-aria/dist/exports/useLocalizedStringFormatter.mjs.map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D:/pasar_fix/node_modules/.bun/react-aria@3.50.0+d0e719b86e9808b5/node_modules/react-aria/dist/exports/useLongPress.cjs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D:/pasar_fix/node_modules/.bun/react-aria@3.50.0+d0e719b86e9808b5/node_modules/react-aria/dist/exports/useLongPress.cjs.map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D:/pasar_fix/node_modules/.bun/react-aria@3.50.0+d0e719b86e9808b5/node_modules/react-aria/dist/exports/useLongPress.js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D:/pasar_fix/node_modules/.bun/react-aria@3.50.0+d0e719b86e9808b5/node_modules/react-aria/dist/exports/useLongPress.js.map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D:/pasar_fix/node_modules/.bun/react-aria@3.50.0+d0e719b86e9808b5/node_modules/react-aria/dist/exports/useLongPress.mjs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D:/pasar_fix/node_modules/.bun/react-aria@3.50.0+d0e719b86e9808b5/node_modules/react-aria/dist/exports/useLongPress.mjs.map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D:/pasar_fix/node_modules/.bun/react-aria@3.50.0+d0e719b86e9808b5/node_modules/react-aria/dist/exports/useMenu.cjs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D:/pasar_fix/node_modules/.bun/react-aria@3.50.0+d0e719b86e9808b5/node_modules/react-aria/dist/exports/useMenu.cjs.map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D:/pasar_fix/node_modules/.bun/react-aria@3.50.0+d0e719b86e9808b5/node_modules/react-aria/dist/exports/useMenu.js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D:/pasar_fix/node_modules/.bun/react-aria@3.50.0+d0e719b86e9808b5/node_modules/react-aria/dist/exports/useMenu.js.map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D:/pasar_fix/node_modules/.bun/react-aria@3.50.0+d0e719b86e9808b5/node_modules/react-aria/dist/exports/useMenu.mjs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D:/pasar_fix/node_modules/.bun/react-aria@3.50.0+d0e719b86e9808b5/node_modules/react-aria/dist/exports/useMenu.mjs.map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D:/pasar_fix/node_modules/.bun/react-aria@3.50.0+d0e719b86e9808b5/node_modules/react-aria/dist/exports/useMeter.cjs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D:/pasar_fix/node_modules/.bun/react-aria@3.50.0+d0e719b86e9808b5/node_modules/react-aria/dist/exports/useMeter.cjs.map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D:/pasar_fix/node_modules/.bun/react-aria@3.50.0+d0e719b86e9808b5/node_modules/react-aria/dist/exports/useMeter.js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D:/pasar_fix/node_modules/.bun/react-aria@3.50.0+d0e719b86e9808b5/node_modules/react-aria/dist/exports/useMeter.js.map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D:/pasar_fix/node_modules/.bun/react-aria@3.50.0+d0e719b86e9808b5/node_modules/react-aria/dist/exports/useMeter.mjs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D:/pasar_fix/node_modules/.bun/react-aria@3.50.0+d0e719b86e9808b5/node_modules/react-aria/dist/exports/useMeter.mjs.map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D:/pasar_fix/node_modules/.bun/react-aria@3.50.0+d0e719b86e9808b5/node_modules/react-aria/dist/exports/useModalOverlay.cjs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D:/pasar_fix/node_modules/.bun/react-aria@3.50.0+d0e719b86e9808b5/node_modules/react-aria/dist/exports/useModalOverlay.cjs.map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D:/pasar_fix/node_modules/.bun/react-aria@3.50.0+d0e719b86e9808b5/node_modules/react-aria/dist/exports/useModalOverlay.js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D:/pasar_fix/node_modules/.bun/react-aria@3.50.0+d0e719b86e9808b5/node_modules/react-aria/dist/exports/useModalOverlay.js.map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D:/pasar_fix/node_modules/.bun/react-aria@3.50.0+d0e719b86e9808b5/node_modules/react-aria/dist/exports/useModalOverlay.mjs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D:/pasar_fix/node_modules/.bun/react-aria@3.50.0+d0e719b86e9808b5/node_modules/react-aria/dist/exports/useModalOverlay.mjs.map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D:/pasar_fix/node_modules/.bun/react-aria@3.50.0+d0e719b86e9808b5/node_modules/react-aria/dist/exports/useMove.cjs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D:/pasar_fix/node_modules/.bun/react-aria@3.50.0+d0e719b86e9808b5/node_modules/react-aria/dist/exports/useMove.cjs.map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D:/pasar_fix/node_modules/.bun/react-aria@3.50.0+d0e719b86e9808b5/node_modules/react-aria/dist/exports/useMove.js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D:/pasar_fix/node_modules/.bun/react-aria@3.50.0+d0e719b86e9808b5/node_modules/react-aria/dist/exports/useMove.js.map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D:/pasar_fix/node_modules/.bun/react-aria@3.50.0+d0e719b86e9808b5/node_modules/react-aria/dist/exports/useMove.mjs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D:/pasar_fix/node_modules/.bun/react-aria@3.50.0+d0e719b86e9808b5/node_modules/react-aria/dist/exports/useMove.mjs.map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D:/pasar_fix/node_modules/.bun/react-aria@3.50.0+d0e719b86e9808b5/node_modules/react-aria/dist/exports/useNumberField.cjs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D:/pasar_fix/node_modules/.bun/react-aria@3.50.0+d0e719b86e9808b5/node_modules/react-aria/dist/exports/useNumberField.cjs.map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D:/pasar_fix/node_modules/.bun/react-aria@3.50.0+d0e719b86e9808b5/node_modules/react-aria/dist/exports/useNumberField.js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D:/pasar_fix/node_modules/.bun/react-aria@3.50.0+d0e719b86e9808b5/node_modules/react-aria/dist/exports/useNumberField.js.map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D:/pasar_fix/node_modules/.bun/react-aria@3.50.0+d0e719b86e9808b5/node_modules/react-aria/dist/exports/useNumberField.mjs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D:/pasar_fix/node_modules/.bun/react-aria@3.50.0+d0e719b86e9808b5/node_modules/react-aria/dist/exports/useNumberField.mjs.map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D:/pasar_fix/node_modules/.bun/react-aria@3.50.0+d0e719b86e9808b5/node_modules/react-aria/dist/exports/useNumberFormatter.cjs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D:/pasar_fix/node_modules/.bun/react-aria@3.50.0+d0e719b86e9808b5/node_modules/react-aria/dist/exports/useNumberFormatter.cjs.map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D:/pasar_fix/node_modules/.bun/react-aria@3.50.0+d0e719b86e9808b5/node_modules/react-aria/dist/exports/useNumberFormatter.js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D:/pasar_fix/node_modules/.bun/react-aria@3.50.0+d0e719b86e9808b5/node_modules/react-aria/dist/exports/useNumberFormatter.js.map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D:/pasar_fix/node_modules/.bun/react-aria@3.50.0+d0e719b86e9808b5/node_modules/react-aria/dist/exports/useNumberFormatter.mjs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D:/pasar_fix/node_modules/.bun/react-aria@3.50.0+d0e719b86e9808b5/node_modules/react-aria/dist/exports/useNumberFormatter.mjs.map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D:/pasar_fix/node_modules/.bun/react-aria@3.50.0+d0e719b86e9808b5/node_modules/react-aria/dist/exports/useObjectRef.cjs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D:/pasar_fix/node_modules/.bun/react-aria@3.50.0+d0e719b86e9808b5/node_modules/react-aria/dist/exports/useObjectRef.cjs.map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D:/pasar_fix/node_modules/.bun/react-aria@3.50.0+d0e719b86e9808b5/node_modules/react-aria/dist/exports/useObjectRef.js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D:/pasar_fix/node_modules/.bun/react-aria@3.50.0+d0e719b86e9808b5/node_modules/react-aria/dist/exports/useObjectRef.js.map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D:/pasar_fix/node_modules/.bun/react-aria@3.50.0+d0e719b86e9808b5/node_modules/react-aria/dist/exports/useObjectRef.mjs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D:/pasar_fix/node_modules/.bun/react-aria@3.50.0+d0e719b86e9808b5/node_modules/react-aria/dist/exports/useObjectRef.mjs.map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D:/pasar_fix/node_modules/.bun/react-aria@3.50.0+d0e719b86e9808b5/node_modules/react-aria/dist/exports/useOverlay.cjs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D:/pasar_fix/node_modules/.bun/react-aria@3.50.0+d0e719b86e9808b5/node_modules/react-aria/dist/exports/useOverlay.cjs.map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D:/pasar_fix/node_modules/.bun/react-aria@3.50.0+d0e719b86e9808b5/node_modules/react-aria/dist/exports/useOverlay.js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D:/pasar_fix/node_modules/.bun/react-aria@3.50.0+d0e719b86e9808b5/node_modules/react-aria/dist/exports/useOverlay.js.map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D:/pasar_fix/node_modules/.bun/react-aria@3.50.0+d0e719b86e9808b5/node_modules/react-aria/dist/exports/useOverlay.mjs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D:/pasar_fix/node_modules/.bun/react-aria@3.50.0+d0e719b86e9808b5/node_modules/react-aria/dist/exports/useOverlay.mjs.map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D:/pasar_fix/node_modules/.bun/react-aria@3.50.0+d0e719b86e9808b5/node_modules/react-aria/dist/exports/useOverlayPosition.cjs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D:/pasar_fix/node_modules/.bun/react-aria@3.50.0+d0e719b86e9808b5/node_modules/react-aria/dist/exports/useOverlayPosition.cjs.map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D:/pasar_fix/node_modules/.bun/react-aria@3.50.0+d0e719b86e9808b5/node_modules/react-aria/dist/exports/useOverlayPosition.js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D:/pasar_fix/node_modules/.bun/react-aria@3.50.0+d0e719b86e9808b5/node_modules/react-aria/dist/exports/useOverlayPosition.js.map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D:/pasar_fix/node_modules/.bun/react-aria@3.50.0+d0e719b86e9808b5/node_modules/react-aria/dist/exports/useOverlayPosition.mjs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D:/pasar_fix/node_modules/.bun/react-aria@3.50.0+d0e719b86e9808b5/node_modules/react-aria/dist/exports/useOverlayPosition.mjs.map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D:/pasar_fix/node_modules/.bun/react-aria@3.50.0+d0e719b86e9808b5/node_modules/react-aria/dist/exports/useOverlayTrigger.cjs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D:/pasar_fix/node_modules/.bun/react-aria@3.50.0+d0e719b86e9808b5/node_modules/react-aria/dist/exports/useOverlayTrigger.cjs.map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D:/pasar_fix/node_modules/.bun/react-aria@3.50.0+d0e719b86e9808b5/node_modules/react-aria/dist/exports/useOverlayTrigger.js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D:/pasar_fix/node_modules/.bun/react-aria@3.50.0+d0e719b86e9808b5/node_modules/react-aria/dist/exports/useOverlayTrigger.js.map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D:/pasar_fix/node_modules/.bun/react-aria@3.50.0+d0e719b86e9808b5/node_modules/react-aria/dist/exports/useOverlayTrigger.mjs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D:/pasar_fix/node_modules/.bun/react-aria@3.50.0+d0e719b86e9808b5/node_modules/react-aria/dist/exports/useOverlayTrigger.mjs.map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D:/pasar_fix/node_modules/.bun/react-aria@3.50.0+d0e719b86e9808b5/node_modules/react-aria/dist/exports/usePopover.cjs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D:/pasar_fix/node_modules/.bun/react-aria@3.50.0+d0e719b86e9808b5/node_modules/react-aria/dist/exports/usePopover.cjs.map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D:/pasar_fix/node_modules/.bun/react-aria@3.50.0+d0e719b86e9808b5/node_modules/react-aria/dist/exports/usePopover.js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D:/pasar_fix/node_modules/.bun/react-aria@3.50.0+d0e719b86e9808b5/node_modules/react-aria/dist/exports/usePopover.js.map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D:/pasar_fix/node_modules/.bun/react-aria@3.50.0+d0e719b86e9808b5/node_modules/react-aria/dist/exports/usePopover.mjs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D:/pasar_fix/node_modules/.bun/react-aria@3.50.0+d0e719b86e9808b5/node_modules/react-aria/dist/exports/usePopover.mjs.map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D:/pasar_fix/node_modules/.bun/react-aria@3.50.0+d0e719b86e9808b5/node_modules/react-aria/dist/exports/usePress.cjs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D:/pasar_fix/node_modules/.bun/react-aria@3.50.0+d0e719b86e9808b5/node_modules/react-aria/dist/exports/usePress.cjs.map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D:/pasar_fix/node_modules/.bun/react-aria@3.50.0+d0e719b86e9808b5/node_modules/react-aria/dist/exports/usePress.js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D:/pasar_fix/node_modules/.bun/react-aria@3.50.0+d0e719b86e9808b5/node_modules/react-aria/dist/exports/usePress.js.map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D:/pasar_fix/node_modules/.bun/react-aria@3.50.0+d0e719b86e9808b5/node_modules/react-aria/dist/exports/usePress.mjs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D:/pasar_fix/node_modules/.bun/react-aria@3.50.0+d0e719b86e9808b5/node_modules/react-aria/dist/exports/usePress.mjs.map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D:/pasar_fix/node_modules/.bun/react-aria@3.50.0+d0e719b86e9808b5/node_modules/react-aria/dist/exports/usePreventScroll.cjs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D:/pasar_fix/node_modules/.bun/react-aria@3.50.0+d0e719b86e9808b5/node_modules/react-aria/dist/exports/usePreventScroll.cjs.map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D:/pasar_fix/node_modules/.bun/react-aria@3.50.0+d0e719b86e9808b5/node_modules/react-aria/dist/exports/usePreventScroll.js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D:/pasar_fix/node_modules/.bun/react-aria@3.50.0+d0e719b86e9808b5/node_modules/react-aria/dist/exports/usePreventScroll.js.map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D:/pasar_fix/node_modules/.bun/react-aria@3.50.0+d0e719b86e9808b5/node_modules/react-aria/dist/exports/usePreventScroll.mjs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D:/pasar_fix/node_modules/.bun/react-aria@3.50.0+d0e719b86e9808b5/node_modules/react-aria/dist/exports/usePreventScroll.mjs.map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D:/pasar_fix/node_modules/.bun/react-aria@3.50.0+d0e719b86e9808b5/node_modules/react-aria/dist/exports/useProgressBar.cjs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D:/pasar_fix/node_modules/.bun/react-aria@3.50.0+d0e719b86e9808b5/node_modules/react-aria/dist/exports/useProgressBar.cjs.map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D:/pasar_fix/node_modules/.bun/react-aria@3.50.0+d0e719b86e9808b5/node_modules/react-aria/dist/exports/useProgressBar.js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D:/pasar_fix/node_modules/.bun/react-aria@3.50.0+d0e719b86e9808b5/node_modules/react-aria/dist/exports/useProgressBar.js.map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D:/pasar_fix/node_modules/.bun/react-aria@3.50.0+d0e719b86e9808b5/node_modules/react-aria/dist/exports/useProgressBar.mjs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D:/pasar_fix/node_modules/.bun/react-aria@3.50.0+d0e719b86e9808b5/node_modules/react-aria/dist/exports/useProgressBar.mjs.map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D:/pasar_fix/node_modules/.bun/react-aria@3.50.0+d0e719b86e9808b5/node_modules/react-aria/dist/exports/useRadioGroup.cjs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D:/pasar_fix/node_modules/.bun/react-aria@3.50.0+d0e719b86e9808b5/node_modules/react-aria/dist/exports/useRadioGroup.cjs.map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D:/pasar_fix/node_modules/.bun/react-aria@3.50.0+d0e719b86e9808b5/node_modules/react-aria/dist/exports/useRadioGroup.js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D:/pasar_fix/node_modules/.bun/react-aria@3.50.0+d0e719b86e9808b5/node_modules/react-aria/dist/exports/useRadioGroup.js.map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D:/pasar_fix/node_modules/.bun/react-aria@3.50.0+d0e719b86e9808b5/node_modules/react-aria/dist/exports/useRadioGroup.mjs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D:/pasar_fix/node_modules/.bun/react-aria@3.50.0+d0e719b86e9808b5/node_modules/react-aria/dist/exports/useRadioGroup.mjs.map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D:/pasar_fix/node_modules/.bun/react-aria@3.50.0+d0e719b86e9808b5/node_modules/react-aria/dist/exports/useRangeCalendar.cjs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D:/pasar_fix/node_modules/.bun/react-aria@3.50.0+d0e719b86e9808b5/node_modules/react-aria/dist/exports/useRangeCalendar.cjs.map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D:/pasar_fix/node_modules/.bun/react-aria@3.50.0+d0e719b86e9808b5/node_modules/react-aria/dist/exports/useRangeCalendar.js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D:/pasar_fix/node_modules/.bun/react-aria@3.50.0+d0e719b86e9808b5/node_modules/react-aria/dist/exports/useRangeCalendar.js.map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D:/pasar_fix/node_modules/.bun/react-aria@3.50.0+d0e719b86e9808b5/node_modules/react-aria/dist/exports/useRangeCalendar.mjs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D:/pasar_fix/node_modules/.bun/react-aria@3.50.0+d0e719b86e9808b5/node_modules/react-aria/dist/exports/useRangeCalendar.mjs.map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D:/pasar_fix/node_modules/.bun/react-aria@3.50.0+d0e719b86e9808b5/node_modules/react-aria/dist/exports/useSearchField.cjs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D:/pasar_fix/node_modules/.bun/react-aria@3.50.0+d0e719b86e9808b5/node_modules/react-aria/dist/exports/useSearchField.cjs.map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D:/pasar_fix/node_modules/.bun/react-aria@3.50.0+d0e719b86e9808b5/node_modules/react-aria/dist/exports/useSearchField.js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D:/pasar_fix/node_modules/.bun/react-aria@3.50.0+d0e719b86e9808b5/node_modules/react-aria/dist/exports/useSearchField.js.map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D:/pasar_fix/node_modules/.bun/react-aria@3.50.0+d0e719b86e9808b5/node_modules/react-aria/dist/exports/useSearchField.mjs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D:/pasar_fix/node_modules/.bun/react-aria@3.50.0+d0e719b86e9808b5/node_modules/react-aria/dist/exports/useSearchField.mjs.map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D:/pasar_fix/node_modules/.bun/react-aria@3.50.0+d0e719b86e9808b5/node_modules/react-aria/dist/exports/useSelect.cjs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D:/pasar_fix/node_modules/.bun/react-aria@3.50.0+d0e719b86e9808b5/node_modules/react-aria/dist/exports/useSelect.cjs.map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D:/pasar_fix/node_modules/.bun/react-aria@3.50.0+d0e719b86e9808b5/node_modules/react-aria/dist/exports/useSelect.js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D:/pasar_fix/node_modules/.bun/react-aria@3.50.0+d0e719b86e9808b5/node_modules/react-aria/dist/exports/useSelect.js.map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D:/pasar_fix/node_modules/.bun/react-aria@3.50.0+d0e719b86e9808b5/node_modules/react-aria/dist/exports/useSelect.mjs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D:/pasar_fix/node_modules/.bun/react-aria@3.50.0+d0e719b86e9808b5/node_modules/react-aria/dist/exports/useSelect.mjs.map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D:/pasar_fix/node_modules/.bun/react-aria@3.50.0+d0e719b86e9808b5/node_modules/react-aria/dist/exports/useSeparator.cjs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D:/pasar_fix/node_modules/.bun/react-aria@3.50.0+d0e719b86e9808b5/node_modules/react-aria/dist/exports/useSeparator.cjs.map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D:/pasar_fix/node_modules/.bun/react-aria@3.50.0+d0e719b86e9808b5/node_modules/react-aria/dist/exports/useSeparator.js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D:/pasar_fix/node_modules/.bun/react-aria@3.50.0+d0e719b86e9808b5/node_modules/react-aria/dist/exports/useSeparator.js.map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D:/pasar_fix/node_modules/.bun/react-aria@3.50.0+d0e719b86e9808b5/node_modules/react-aria/dist/exports/useSeparator.mjs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D:/pasar_fix/node_modules/.bun/react-aria@3.50.0+d0e719b86e9808b5/node_modules/react-aria/dist/exports/useSeparator.mjs.map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D:/pasar_fix/node_modules/.bun/react-aria@3.50.0+d0e719b86e9808b5/node_modules/react-aria/dist/exports/useSlider.cjs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D:/pasar_fix/node_modules/.bun/react-aria@3.50.0+d0e719b86e9808b5/node_modules/react-aria/dist/exports/useSlider.cjs.map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D:/pasar_fix/node_modules/.bun/react-aria@3.50.0+d0e719b86e9808b5/node_modules/react-aria/dist/exports/useSlider.js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D:/pasar_fix/node_modules/.bun/react-aria@3.50.0+d0e719b86e9808b5/node_modules/react-aria/dist/exports/useSlider.js.map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D:/pasar_fix/node_modules/.bun/react-aria@3.50.0+d0e719b86e9808b5/node_modules/react-aria/dist/exports/useSlider.mjs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D:/pasar_fix/node_modules/.bun/react-aria@3.50.0+d0e719b86e9808b5/node_modules/react-aria/dist/exports/useSlider.mjs.map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D:/pasar_fix/node_modules/.bun/react-aria@3.50.0+d0e719b86e9808b5/node_modules/react-aria/dist/exports/useSwitch.cjs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D:/pasar_fix/node_modules/.bun/react-aria@3.50.0+d0e719b86e9808b5/node_modules/react-aria/dist/exports/useSwitch.cjs.map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D:/pasar_fix/node_modules/.bun/react-aria@3.50.0+d0e719b86e9808b5/node_modules/react-aria/dist/exports/useSwitch.js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D:/pasar_fix/node_modules/.bun/react-aria@3.50.0+d0e719b86e9808b5/node_modules/react-aria/dist/exports/useSwitch.js.map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D:/pasar_fix/node_modules/.bun/react-aria@3.50.0+d0e719b86e9808b5/node_modules/react-aria/dist/exports/useSwitch.mjs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D:/pasar_fix/node_modules/.bun/react-aria@3.50.0+d0e719b86e9808b5/node_modules/react-aria/dist/exports/useSwitch.mjs.map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D:/pasar_fix/node_modules/.bun/react-aria@3.50.0+d0e719b86e9808b5/node_modules/react-aria/dist/exports/useTable.cjs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D:/pasar_fix/node_modules/.bun/react-aria@3.50.0+d0e719b86e9808b5/node_modules/react-aria/dist/exports/useTable.cjs.map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D:/pasar_fix/node_modules/.bun/react-aria@3.50.0+d0e719b86e9808b5/node_modules/react-aria/dist/exports/useTable.js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D:/pasar_fix/node_modules/.bun/react-aria@3.50.0+d0e719b86e9808b5/node_modules/react-aria/dist/exports/useTable.js.map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D:/pasar_fix/node_modules/.bun/react-aria@3.50.0+d0e719b86e9808b5/node_modules/react-aria/dist/exports/useTable.mjs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D:/pasar_fix/node_modules/.bun/react-aria@3.50.0+d0e719b86e9808b5/node_modules/react-aria/dist/exports/useTable.mjs.map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D:/pasar_fix/node_modules/.bun/react-aria@3.50.0+d0e719b86e9808b5/node_modules/react-aria/dist/exports/useTabList.cjs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D:/pasar_fix/node_modules/.bun/react-aria@3.50.0+d0e719b86e9808b5/node_modules/react-aria/dist/exports/useTabList.cjs.map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D:/pasar_fix/node_modules/.bun/react-aria@3.50.0+d0e719b86e9808b5/node_modules/react-aria/dist/exports/useTabList.js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D:/pasar_fix/node_modules/.bun/react-aria@3.50.0+d0e719b86e9808b5/node_modules/react-aria/dist/exports/useTabList.js.map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D:/pasar_fix/node_modules/.bun/react-aria@3.50.0+d0e719b86e9808b5/node_modules/react-aria/dist/exports/useTabList.mjs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D:/pasar_fix/node_modules/.bun/react-aria@3.50.0+d0e719b86e9808b5/node_modules/react-aria/dist/exports/useTabList.mjs.map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D:/pasar_fix/node_modules/.bun/react-aria@3.50.0+d0e719b86e9808b5/node_modules/react-aria/dist/exports/useTagGroup.cjs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D:/pasar_fix/node_modules/.bun/react-aria@3.50.0+d0e719b86e9808b5/node_modules/react-aria/dist/exports/useTagGroup.cjs.map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D:/pasar_fix/node_modules/.bun/react-aria@3.50.0+d0e719b86e9808b5/node_modules/react-aria/dist/exports/useTagGroup.js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D:/pasar_fix/node_modules/.bun/react-aria@3.50.0+d0e719b86e9808b5/node_modules/react-aria/dist/exports/useTagGroup.js.map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D:/pasar_fix/node_modules/.bun/react-aria@3.50.0+d0e719b86e9808b5/node_modules/react-aria/dist/exports/useTagGroup.mjs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D:/pasar_fix/node_modules/.bun/react-aria@3.50.0+d0e719b86e9808b5/node_modules/react-aria/dist/exports/useTagGroup.mjs.map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D:/pasar_fix/node_modules/.bun/react-aria@3.50.0+d0e719b86e9808b5/node_modules/react-aria/dist/exports/useTextField.cjs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D:/pasar_fix/node_modules/.bun/react-aria@3.50.0+d0e719b86e9808b5/node_modules/react-aria/dist/exports/useTextField.cjs.map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D:/pasar_fix/node_modules/.bun/react-aria@3.50.0+d0e719b86e9808b5/node_modules/react-aria/dist/exports/useTextField.js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D:/pasar_fix/node_modules/.bun/react-aria@3.50.0+d0e719b86e9808b5/node_modules/react-aria/dist/exports/useTextField.js.map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D:/pasar_fix/node_modules/.bun/react-aria@3.50.0+d0e719b86e9808b5/node_modules/react-aria/dist/exports/useTextField.mjs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D:/pasar_fix/node_modules/.bun/react-aria@3.50.0+d0e719b86e9808b5/node_modules/react-aria/dist/exports/useTextField.mjs.map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D:/pasar_fix/node_modules/.bun/react-aria@3.50.0+d0e719b86e9808b5/node_modules/react-aria/dist/exports/useTimeField.cjs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D:/pasar_fix/node_modules/.bun/react-aria@3.50.0+d0e719b86e9808b5/node_modules/react-aria/dist/exports/useTimeField.cjs.map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D:/pasar_fix/node_modules/.bun/react-aria@3.50.0+d0e719b86e9808b5/node_modules/react-aria/dist/exports/useTimeField.js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D:/pasar_fix/node_modules/.bun/react-aria@3.50.0+d0e719b86e9808b5/node_modules/react-aria/dist/exports/useTimeField.js.map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D:/pasar_fix/node_modules/.bun/react-aria@3.50.0+d0e719b86e9808b5/node_modules/react-aria/dist/exports/useTimeField.mjs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D:/pasar_fix/node_modules/.bun/react-aria@3.50.0+d0e719b86e9808b5/node_modules/react-aria/dist/exports/useTimeField.mjs.map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D:/pasar_fix/node_modules/.bun/react-aria@3.50.0+d0e719b86e9808b5/node_modules/react-aria/dist/exports/useToast.cjs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D:/pasar_fix/node_modules/.bun/react-aria@3.50.0+d0e719b86e9808b5/node_modules/react-aria/dist/exports/useToast.cjs.map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D:/pasar_fix/node_modules/.bun/react-aria@3.50.0+d0e719b86e9808b5/node_modules/react-aria/dist/exports/useToast.js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D:/pasar_fix/node_modules/.bun/react-aria@3.50.0+d0e719b86e9808b5/node_modules/react-aria/dist/exports/useToast.js.map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D:/pasar_fix/node_modules/.bun/react-aria@3.50.0+d0e719b86e9808b5/node_modules/react-aria/dist/exports/useToast.mjs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D:/pasar_fix/node_modules/.bun/react-aria@3.50.0+d0e719b86e9808b5/node_modules/react-aria/dist/exports/useToast.mjs.map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D:/pasar_fix/node_modules/.bun/react-aria@3.50.0+d0e719b86e9808b5/node_modules/react-aria/dist/exports/useToggleButton.cjs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D:/pasar_fix/node_modules/.bun/react-aria@3.50.0+d0e719b86e9808b5/node_modules/react-aria/dist/exports/useToggleButton.cjs.map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D:/pasar_fix/node_modules/.bun/react-aria@3.50.0+d0e719b86e9808b5/node_modules/react-aria/dist/exports/useToggleButton.js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D:/pasar_fix/node_modules/.bun/react-aria@3.50.0+d0e719b86e9808b5/node_modules/react-aria/dist/exports/useToggleButton.js.map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D:/pasar_fix/node_modules/.bun/react-aria@3.50.0+d0e719b86e9808b5/node_modules/react-aria/dist/exports/useToggleButton.mjs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D:/pasar_fix/node_modules/.bun/react-aria@3.50.0+d0e719b86e9808b5/node_modules/react-aria/dist/exports/useToggleButton.mjs.map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D:/pasar_fix/node_modules/.bun/react-aria@3.50.0+d0e719b86e9808b5/node_modules/react-aria/dist/exports/useToggleButtonGroup.cjs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D:/pasar_fix/node_modules/.bun/react-aria@3.50.0+d0e719b86e9808b5/node_modules/react-aria/dist/exports/useToggleButtonGroup.cjs.map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D:/pasar_fix/node_modules/.bun/react-aria@3.50.0+d0e719b86e9808b5/node_modules/react-aria/dist/exports/useToggleButtonGroup.js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D:/pasar_fix/node_modules/.bun/react-aria@3.50.0+d0e719b86e9808b5/node_modules/react-aria/dist/exports/useToggleButtonGroup.js.map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D:/pasar_fix/node_modules/.bun/react-aria@3.50.0+d0e719b86e9808b5/node_modules/react-aria/dist/exports/useToggleButtonGroup.mjs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D:/pasar_fix/node_modules/.bun/react-aria@3.50.0+d0e719b86e9808b5/node_modules/react-aria/dist/exports/useToggleButtonGroup.mjs.map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D:/pasar_fix/node_modules/.bun/react-aria@3.50.0+d0e719b86e9808b5/node_modules/react-aria/dist/exports/useToolbar.cjs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D:/pasar_fix/node_modules/.bun/react-aria@3.50.0+d0e719b86e9808b5/node_modules/react-aria/dist/exports/useToolbar.cjs.map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D:/pasar_fix/node_modules/.bun/react-aria@3.50.0+d0e719b86e9808b5/node_modules/react-aria/dist/exports/useToolbar.js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D:/pasar_fix/node_modules/.bun/react-aria@3.50.0+d0e719b86e9808b5/node_modules/react-aria/dist/exports/useToolbar.js.map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D:/pasar_fix/node_modules/.bun/react-aria@3.50.0+d0e719b86e9808b5/node_modules/react-aria/dist/exports/useToolbar.mjs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D:/pasar_fix/node_modules/.bun/react-aria@3.50.0+d0e719b86e9808b5/node_modules/react-aria/dist/exports/useToolbar.mjs.map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D:/pasar_fix/node_modules/.bun/react-aria@3.50.0+d0e719b86e9808b5/node_modules/react-aria/dist/exports/useTooltipTrigger.cjs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D:/pasar_fix/node_modules/.bun/react-aria@3.50.0+d0e719b86e9808b5/node_modules/react-aria/dist/exports/useTooltipTrigger.cjs.map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D:/pasar_fix/node_modules/.bun/react-aria@3.50.0+d0e719b86e9808b5/node_modules/react-aria/dist/exports/useTooltipTrigger.js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D:/pasar_fix/node_modules/.bun/react-aria@3.50.0+d0e719b86e9808b5/node_modules/react-aria/dist/exports/useTooltipTrigger.js.map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D:/pasar_fix/node_modules/.bun/react-aria@3.50.0+d0e719b86e9808b5/node_modules/react-aria/dist/exports/useTooltipTrigger.mjs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D:/pasar_fix/node_modules/.bun/react-aria@3.50.0+d0e719b86e9808b5/node_modules/react-aria/dist/exports/useTooltipTrigger.mjs.map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D:/pasar_fix/node_modules/.bun/react-aria@3.50.0+d0e719b86e9808b5/node_modules/react-aria/dist/exports/useTree.cjs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D:/pasar_fix/node_modules/.bun/react-aria@3.50.0+d0e719b86e9808b5/node_modules/react-aria/dist/exports/useTree.cjs.map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D:/pasar_fix/node_modules/.bun/react-aria@3.50.0+d0e719b86e9808b5/node_modules/react-aria/dist/exports/useTree.js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D:/pasar_fix/node_modules/.bun/react-aria@3.50.0+d0e719b86e9808b5/node_modules/react-aria/dist/exports/useTree.js.map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D:/pasar_fix/node_modules/.bun/react-aria@3.50.0+d0e719b86e9808b5/node_modules/react-aria/dist/exports/useTree.mjs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D:/pasar_fix/node_modules/.bun/react-aria@3.50.0+d0e719b86e9808b5/node_modules/react-aria/dist/exports/useTree.mjs.map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D:/pasar_fix/node_modules/.bun/react-aria@3.50.0+d0e719b86e9808b5/node_modules/react-aria/dist/exports/VisuallyHidden.cjs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D:/pasar_fix/node_modules/.bun/react-aria@3.50.0+d0e719b86e9808b5/node_modules/react-aria/dist/exports/VisuallyHidden.cjs.map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D:/pasar_fix/node_modules/.bun/react-aria@3.50.0+d0e719b86e9808b5/node_modules/react-aria/dist/exports/VisuallyHidden.js</a:t>
            </a:r>
          </a:p>
          <a:p>
            <a:pPr>
              <a:defRPr sz="1200"/>
            </a:pPr>
            <a:r>
              <a:t>D:/pasar_fix/node_modules/.bun/react-aria@3.50.0+d0e719b86e9808b5/node_modules/react-aria/dist/exports/VisuallyHidden.js.map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D:/pasar_fix/node_modules/.bun/react-aria@3.50.0+d0e719b86e9808b5/node_modules/react-aria/dist/exports/VisuallyHidden.mjs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D:/pasar_fix/node_modules/.bun/react-aria@3.50.0+d0e719b86e9808b5/node_modules/react-aria/dist/exports/VisuallyHidden.mjs.map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D:/pasar_fix/node_modules/.bun/react-aria@3.50.0+d0e719b86e9808b5/node_modules/react-aria/dist/exports/private/actiongroup/useActionGroup.cjs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D:/pasar_fix/node_modules/.bun/react-aria@3.50.0+d0e719b86e9808b5/node_modules/react-aria/dist/exports/private/actiongroup/useActionGroup.cjs.map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D:/pasar_fix/node_modules/.bun/react-aria@3.50.0+d0e719b86e9808b5/node_modules/react-aria/dist/exports/private/actiongroup/useActionGroup.js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D:/pasar_fix/node_modules/.bun/react-aria@3.50.0+d0e719b86e9808b5/node_modules/react-aria/dist/exports/private/actiongroup/useActionGroup.js.map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D:/pasar_fix/node_modules/.bun/react-aria@3.50.0+d0e719b86e9808b5/node_modules/react-aria/dist/exports/private/actiongroup/useActionGroup.mjs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D:/pasar_fix/node_modules/.bun/react-aria@3.50.0+d0e719b86e9808b5/node_modules/react-aria/dist/exports/private/actiongroup/useActionGroup.mjs.map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D:/pasar_fix/node_modules/.bun/react-aria@3.50.0+d0e719b86e9808b5/node_modules/react-aria/dist/exports/private/actiongroup/useActionGroupItem.cjs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D:/pasar_fix/node_modules/.bun/react-aria@3.50.0+d0e719b86e9808b5/node_modules/react-aria/dist/exports/private/actiongroup/useActionGroupItem.cjs.map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D:/pasar_fix/node_modules/.bun/react-aria@3.50.0+d0e719b86e9808b5/node_modules/react-aria/dist/exports/private/actiongroup/useActionGroupItem.js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D:/pasar_fix/node_modules/.bun/react-aria@3.50.0+d0e719b86e9808b5/node_modules/react-aria/dist/exports/private/actiongroup/useActionGroupItem.js.map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D:/pasar_fix/node_modules/.bun/react-aria@3.50.0+d0e719b86e9808b5/node_modules/react-aria/dist/exports/private/actiongroup/useActionGroupItem.mjs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D:/pasar_fix/node_modules/.bun/react-aria@3.50.0+d0e719b86e9808b5/node_modules/react-aria/dist/exports/private/actiongroup/useActionGroupItem.mjs.map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D:/pasar_fix/node_modules/.bun/react-aria@3.50.0+d0e719b86e9808b5/node_modules/react-aria/dist/exports/private/aria-modal-polyfill/ariaModalPolyfill.cjs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D:/pasar_fix/node_modules/.bun/react-aria@3.50.0+d0e719b86e9808b5/node_modules/react-aria/dist/exports/private/aria-modal-polyfill/ariaModalPolyfill.cjs.map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D:/pasar_fix/node_modules/.bun/react-aria@3.50.0+d0e719b86e9808b5/node_modules/react-aria/dist/exports/private/aria-modal-polyfill/ariaModalPolyfill.js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D:/pasar_fix/node_modules/.bun/react-aria@3.50.0+d0e719b86e9808b5/node_modules/react-aria/dist/exports/private/aria-modal-polyfill/ariaModalPolyfill.js.map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D:/pasar_fix/node_modules/.bun/react-aria@3.50.0+d0e719b86e9808b5/node_modules/react-aria/dist/exports/private/aria-modal-polyfill/ariaModalPolyfill.mjs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D:/pasar_fix/node_modules/.bun/react-aria@3.50.0+d0e719b86e9808b5/node_modules/react-aria/dist/exports/private/aria-modal-polyfill/ariaModalPolyfill.mjs.map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D:/pasar_fix/node_modules/.bun/react-aria@3.50.0+d0e719b86e9808b5/node_modules/react-aria/dist/exports/private/autocomplete/useSearchAutocomplete.cjs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D:/pasar_fix/node_modules/.bun/react-aria@3.50.0+d0e719b86e9808b5/node_modules/react-aria/dist/exports/private/autocomplete/useSearchAutocomplete.cjs.map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D:/pasar_fix/node_modules/.bun/react-aria@3.50.0+d0e719b86e9808b5/node_modules/react-aria/dist/exports/private/autocomplete/useSearchAutocomplete.js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D:/pasar_fix/node_modules/.bun/react-aria@3.50.0+d0e719b86e9808b5/node_modules/react-aria/dist/exports/private/autocomplete/useSearchAutocomplete.js.map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D:/pasar_fix/node_modules/.bun/react-aria@3.50.0+d0e719b86e9808b5/node_modules/react-aria/dist/exports/private/autocomplete/useSearchAutocomplete.mjs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D:/pasar_fix/node_modules/.bun/react-aria@3.50.0+d0e719b86e9808b5/node_modules/react-aria/dist/exports/private/autocomplete/useSearchAutocomplete.mjs.map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D:/pasar_fix/node_modules/.bun/react-aria@3.50.0+d0e719b86e9808b5/node_modules/react-aria/dist/exports/private/collections/BaseCollection.cjs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D:/pasar_fix/node_modules/.bun/react-aria@3.50.0+d0e719b86e9808b5/node_modules/react-aria/dist/exports/private/collections/BaseCollection.cjs.map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D:/pasar_fix/node_modules/.bun/react-aria@3.50.0+d0e719b86e9808b5/node_modules/react-aria/dist/exports/private/collections/BaseCollection.js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D:/pasar_fix/node_modules/.bun/react-aria@3.50.0+d0e719b86e9808b5/node_modules/react-aria/dist/exports/private/collections/BaseCollection.js.map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D:/pasar_fix/node_modules/.bun/react-aria@3.50.0+d0e719b86e9808b5/node_modules/react-aria/dist/exports/private/collections/BaseCollection.mjs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D:/pasar_fix/node_modules/.bun/react-aria@3.50.0+d0e719b86e9808b5/node_modules/react-aria/dist/exports/private/collections/BaseCollection.mjs.map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D:/pasar_fix/node_modules/.bun/react-aria@3.50.0+d0e719b86e9808b5/node_modules/react-aria/dist/exports/private/collections/Hidden.cjs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D:/pasar_fix/node_modules/.bun/react-aria@3.50.0+d0e719b86e9808b5/node_modules/react-aria/dist/exports/private/collections/Hidden.cjs.map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D:/pasar_fix/node_modules/.bun/react-aria@3.50.0+d0e719b86e9808b5/node_modules/react-aria/dist/exports/private/collections/Hidden.js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D:/pasar_fix/node_modules/.bun/react-aria@3.50.0+d0e719b86e9808b5/node_modules/react-aria/dist/exports/private/collections/Hidden.js.map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D:/pasar_fix/node_modules/.bun/react-aria@3.50.0+d0e719b86e9808b5/node_modules/react-aria/dist/exports/private/collections/Hidden.mjs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D:/pasar_fix/node_modules/.bun/react-aria@3.50.0+d0e719b86e9808b5/node_modules/react-aria/dist/exports/private/collections/Hidden.mjs.map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D:/pasar_fix/node_modules/.bun/react-aria@3.50.0+d0e719b86e9808b5/node_modules/react-aria/dist/exports/private/collections/useCachedChildren.cjs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D:/pasar_fix/node_modules/.bun/react-aria@3.50.0+d0e719b86e9808b5/node_modules/react-aria/dist/exports/private/collections/useCachedChildren.cjs.map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D:/pasar_fix/node_modules/.bun/react-aria@3.50.0+d0e719b86e9808b5/node_modules/react-aria/dist/exports/private/collections/useCachedChildren.js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D:/pasar_fix/node_modules/.bun/react-aria@3.50.0+d0e719b86e9808b5/node_modules/react-aria/dist/exports/private/collections/useCachedChildren.js.map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D:/pasar_fix/node_modules/.bun/react-aria@3.50.0+d0e719b86e9808b5/node_modules/react-aria/dist/exports/private/collections/useCachedChildren.mjs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D:/pasar_fix/node_modules/.bun/react-aria@3.50.0+d0e719b86e9808b5/node_modules/react-aria/dist/exports/private/collections/useCachedChildren.mjs.map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D:/pasar_fix/node_modules/.bun/react-aria@3.50.0+d0e719b86e9808b5/node_modules/react-aria/dist/exports/private/datepicker/useDisplayNames.cjs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D:/pasar_fix/node_modules/.bun/react-aria@3.50.0+d0e719b86e9808b5/node_modules/react-aria/dist/exports/private/datepicker/useDisplayNames.cjs.map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D:/pasar_fix/node_modules/.bun/react-aria@3.50.0+d0e719b86e9808b5/node_modules/react-aria/dist/exports/private/datepicker/useDisplayNames.js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D:/pasar_fix/node_modules/.bun/react-aria@3.50.0+d0e719b86e9808b5/node_modules/react-aria/dist/exports/private/datepicker/useDisplayNames.js.map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D:/pasar_fix/node_modules/.bun/react-aria@3.50.0+d0e719b86e9808b5/node_modules/react-aria/dist/exports/private/datepicker/useDisplayNames.mjs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D:/pasar_fix/node_modules/.bun/react-aria@3.50.0+d0e719b86e9808b5/node_modules/react-aria/dist/exports/private/datepicker/useDisplayNames.mjs.map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D:/pasar_fix/node_modules/.bun/react-aria@3.50.0+d0e719b86e9808b5/node_modules/react-aria/dist/exports/private/dnd/DragManager.cjs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D:/pasar_fix/node_modules/.bun/react-aria@3.50.0+d0e719b86e9808b5/node_modules/react-aria/dist/exports/private/dnd/DragManager.cjs.map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D:/pasar_fix/node_modules/.bun/react-aria@3.50.0+d0e719b86e9808b5/node_modules/react-aria/dist/exports/private/dnd/DragManager.js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D:/pasar_fix/node_modules/.bun/react-aria@3.50.0+d0e719b86e9808b5/node_modules/react-aria/dist/exports/private/dnd/DragManager.js.map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D:/pasar_fix/node_modules/.bun/react-aria@3.50.0+d0e719b86e9808b5/node_modules/react-aria/dist/exports/private/dnd/DragManager.mjs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D:/pasar_fix/node_modules/.bun/react-aria@3.50.0+d0e719b86e9808b5/node_modules/react-aria/dist/exports/private/dnd/DragManager.mjs.map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D:/pasar_fix/node_modules/.bun/react-aria@3.50.0+d0e719b86e9808b5/node_modules/react-aria/dist/exports/private/focus/FocusScope.cjs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D:/pasar_fix/node_modules/.bun/react-aria@3.50.0+d0e719b86e9808b5/node_modules/react-aria/dist/exports/private/focus/FocusScope.cjs.map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D:/pasar_fix/node_modules/.bun/react-aria@3.50.0+d0e719b86e9808b5/node_modules/react-aria/dist/exports/private/focus/FocusScope.js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D:/pasar_fix/node_modules/.bun/react-aria@3.50.0+d0e719b86e9808b5/node_modules/react-aria/dist/exports/private/focus/FocusScope.js.map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D:/pasar_fix/node_modules/.bun/react-aria@3.50.0+d0e719b86e9808b5/node_modules/react-aria/dist/exports/private/focus/FocusScope.mjs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D:/pasar_fix/node_modules/.bun/react-aria@3.50.0+d0e719b86e9808b5/node_modules/react-aria/dist/exports/private/focus/FocusScope.mjs.map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D:/pasar_fix/node_modules/.bun/react-aria@3.50.0+d0e719b86e9808b5/node_modules/react-aria/dist/exports/private/focus/useHasTabbableChild.cjs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D:/pasar_fix/node_modules/.bun/react-aria@3.50.0+d0e719b86e9808b5/node_modules/react-aria/dist/exports/private/focus/useHasTabbableChild.cjs.map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D:/pasar_fix/node_modules/.bun/react-aria@3.50.0+d0e719b86e9808b5/node_modules/react-aria/dist/exports/private/focus/useHasTabbableChild.js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D:/pasar_fix/node_modules/.bun/react-aria@3.50.0+d0e719b86e9808b5/node_modules/react-aria/dist/exports/private/focus/useHasTabbableChild.js.map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D:/pasar_fix/node_modules/.bun/react-aria@3.50.0+d0e719b86e9808b5/node_modules/react-aria/dist/exports/private/focus/useHasTabbableChild.mjs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D:/pasar_fix/node_modules/.bun/react-aria@3.50.0+d0e719b86e9808b5/node_modules/react-aria/dist/exports/private/focus/useHasTabbableChild.mjs.map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D:/pasar_fix/node_modules/.bun/react-aria@3.50.0+d0e719b86e9808b5/node_modules/react-aria/dist/exports/private/focus/virtualFocus.cjs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D:/pasar_fix/node_modules/.bun/react-aria@3.50.0+d0e719b86e9808b5/node_modules/react-aria/dist/exports/private/focus/virtualFocus.cjs.map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D:/pasar_fix/node_modules/.bun/react-aria@3.50.0+d0e719b86e9808b5/node_modules/react-aria/dist/exports/private/focus/virtualFocus.js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D:/pasar_fix/node_modules/.bun/react-aria@3.50.0+d0e719b86e9808b5/node_modules/react-aria/dist/exports/private/focus/virtualFocus.js.map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D:/pasar_fix/node_modules/.bun/react-aria@3.50.0+d0e719b86e9808b5/node_modules/react-aria/dist/exports/private/focus/virtualFocus.mjs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D:/pasar_fix/node_modules/.bun/react-aria@3.50.0+d0e719b86e9808b5/node_modules/react-aria/dist/exports/private/focus/virtualFocus.mjs.map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D:/pasar_fix/node_modules/.bun/react-aria@3.50.0+d0e719b86e9808b5/node_modules/react-aria/dist/exports/private/form/useFormValidation.cjs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D:/pasar_fix/node_modules/.bun/react-aria@3.50.0+d0e719b86e9808b5/node_modules/react-aria/dist/exports/private/form/useFormValidation.cjs.map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D:/pasar_fix/node_modules/.bun/react-aria@3.50.0+d0e719b86e9808b5/node_modules/react-aria/dist/exports/private/form/useFormValidation.js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D:/pasar_fix/node_modules/.bun/react-aria@3.50.0+d0e719b86e9808b5/node_modules/react-aria/dist/exports/private/form/useFormValidation.js.map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D:/pasar_fix/node_modules/.bun/react-aria@3.50.0+d0e719b86e9808b5/node_modules/react-aria/dist/exports/private/form/useFormValidation.mjs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D:/pasar_fix/node_modules/.bun/react-aria@3.50.0+d0e719b86e9808b5/node_modules/react-aria/dist/exports/private/form/useFormValidation.mjs.map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D:/pasar_fix/node_modules/.bun/react-aria@3.50.0+d0e719b86e9808b5/node_modules/react-aria/dist/exports/private/grid/GridKeyboardDelegate.cjs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D:/pasar_fix/node_modules/.bun/react-aria@3.50.0+d0e719b86e9808b5/node_modules/react-aria/dist/exports/private/grid/GridKeyboardDelegate.cjs.map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D:/pasar_fix/node_modules/.bun/react-aria@3.50.0+d0e719b86e9808b5/node_modules/react-aria/dist/exports/private/grid/GridKeyboardDelegate.js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D:/pasar_fix/node_modules/.bun/react-aria@3.50.0+d0e719b86e9808b5/node_modules/react-aria/dist/exports/private/grid/GridKeyboardDelegate.js.map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D:/pasar_fix/node_modules/.bun/react-aria@3.50.0+d0e719b86e9808b5/node_modules/react-aria/dist/exports/private/grid/GridKeyboardDelegate.mjs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D:/pasar_fix/node_modules/.bun/react-aria@3.50.0+d0e719b86e9808b5/node_modules/react-aria/dist/exports/private/grid/GridKeyboardDelegate.mjs.map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D:/pasar_fix/node_modules/.bun/react-aria@3.50.0+d0e719b86e9808b5/node_modules/react-aria/dist/exports/private/grid/useGrid.cjs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D:/pasar_fix/node_modules/.bun/react-aria@3.50.0+d0e719b86e9808b5/node_modules/react-aria/dist/exports/private/grid/useGrid.cjs.map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D:/pasar_fix/node_modules/.bun/react-aria@3.50.0+d0e719b86e9808b5/node_modules/react-aria/dist/exports/private/grid/useGrid.js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D:/pasar_fix/node_modules/.bun/react-aria@3.50.0+d0e719b86e9808b5/node_modules/react-aria/dist/exports/private/grid/useGrid.js.map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D:/pasar_fix/node_modules/.bun/react-aria@3.50.0+d0e719b86e9808b5/node_modules/react-aria/dist/exports/private/grid/useGrid.mjs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D:/pasar_fix/node_modules/.bun/react-aria@3.50.0+d0e719b86e9808b5/node_modules/react-aria/dist/exports/private/grid/useGrid.mjs.map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D:/pasar_fix/node_modules/.bun/react-aria@3.50.0+d0e719b86e9808b5/node_modules/react-aria/dist/exports/private/grid/useGridCell.cjs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D:/pasar_fix/node_modules/.bun/react-aria@3.50.0+d0e719b86e9808b5/node_modules/react-aria/dist/exports/private/grid/useGridCell.cjs.map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D:/pasar_fix/node_modules/.bun/react-aria@3.50.0+d0e719b86e9808b5/node_modules/react-aria/dist/exports/private/grid/useGridCell.js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D:/pasar_fix/node_modules/.bun/react-aria@3.50.0+d0e719b86e9808b5/node_modules/react-aria/dist/exports/private/grid/useGridCell.js.map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D:/pasar_fix/node_modules/.bun/react-aria@3.50.0+d0e719b86e9808b5/node_modules/react-aria/dist/exports/private/grid/useGridCell.mjs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D:/pasar_fix/node_modules/.bun/react-aria@3.50.0+d0e719b86e9808b5/node_modules/react-aria/dist/exports/private/grid/useGridCell.mjs.map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D:/pasar_fix/node_modules/.bun/react-aria@3.50.0+d0e719b86e9808b5/node_modules/react-aria/dist/exports/private/grid/useGridRow.cjs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D:/pasar_fix/node_modules/.bun/react-aria@3.50.0+d0e719b86e9808b5/node_modules/react-aria/dist/exports/private/grid/useGridRow.cjs.map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D:/pasar_fix/node_modules/.bun/react-aria@3.50.0+d0e719b86e9808b5/node_modules/react-aria/dist/exports/private/grid/useGridRow.js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D:/pasar_fix/node_modules/.bun/react-aria@3.50.0+d0e719b86e9808b5/node_modules/react-aria/dist/exports/private/grid/useGridRow.js.map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D:/pasar_fix/node_modules/.bun/react-aria@3.50.0+d0e719b86e9808b5/node_modules/react-aria/dist/exports/private/grid/useGridRow.mjs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D:/pasar_fix/node_modules/.bun/react-aria@3.50.0+d0e719b86e9808b5/node_modules/react-aria/dist/exports/private/grid/useGridRow.mjs.map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D:/pasar_fix/node_modules/.bun/react-aria@3.50.0+d0e719b86e9808b5/node_modules/react-aria/dist/exports/private/grid/useGridRowGroup.cjs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D:/pasar_fix/node_modules/.bun/react-aria@3.50.0+d0e719b86e9808b5/node_modules/react-aria/dist/exports/private/grid/useGridRowGroup.cjs.map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D:/pasar_fix/node_modules/.bun/react-aria@3.50.0+d0e719b86e9808b5/node_modules/react-aria/dist/exports/private/grid/useGridRowGroup.js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D:/pasar_fix/node_modules/.bun/react-aria@3.50.0+d0e719b86e9808b5/node_modules/react-aria/dist/exports/private/grid/useGridRowGroup.js.map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D:/pasar_fix/node_modules/.bun/react-aria@3.50.0+d0e719b86e9808b5/node_modules/react-aria/dist/exports/private/grid/useGridRowGroup.mjs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D:/pasar_fix/node_modules/.bun/react-aria@3.50.0+d0e719b86e9808b5/node_modules/react-aria/dist/exports/private/grid/useGridRowGroup.mjs.map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D:/pasar_fix/node_modules/.bun/react-aria@3.50.0+d0e719b86e9808b5/node_modules/react-aria/dist/exports/private/grid/useGridSelectionAnnouncement.cjs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D:/pasar_fix/node_modules/.bun/react-aria@3.50.0+d0e719b86e9808b5/node_modules/react-aria/dist/exports/private/grid/useGridSelectionAnnouncement.cjs.map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D:/pasar_fix/node_modules/.bun/react-aria@3.50.0+d0e719b86e9808b5/node_modules/react-aria/dist/exports/private/grid/useGridSelectionAnnouncement.js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D:/pasar_fix/node_modules/.bun/react-aria@3.50.0+d0e719b86e9808b5/node_modules/react-aria/dist/exports/private/grid/useGridSelectionAnnouncement.js.map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D:/pasar_fix/node_modules/.bun/react-aria@3.50.0+d0e719b86e9808b5/node_modules/react-aria/dist/exports/private/grid/useGridSelectionAnnouncement.mjs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D:/pasar_fix/node_modules/.bun/react-aria@3.50.0+d0e719b86e9808b5/node_modules/react-aria/dist/exports/private/grid/useGridSelectionAnnouncement.mjs.map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D:/pasar_fix/node_modules/.bun/react-aria@3.50.0+d0e719b86e9808b5/node_modules/react-aria/dist/exports/private/grid/useGridSelectionCheckbox.cjs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D:/pasar_fix/node_modules/.bun/react-aria@3.50.0+d0e719b86e9808b5/node_modules/react-aria/dist/exports/private/grid/useGridSelectionCheckbox.cjs.map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D:/pasar_fix/node_modules/.bun/react-aria@3.50.0+d0e719b86e9808b5/node_modules/react-aria/dist/exports/private/grid/useGridSelectionCheckbox.js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D:/pasar_fix/node_modules/.bun/react-aria@3.50.0+d0e719b86e9808b5/node_modules/react-aria/dist/exports/private/grid/useGridSelectionCheckbox.js.map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D:/pasar_fix/node_modules/.bun/react-aria@3.50.0+d0e719b86e9808b5/node_modules/react-aria/dist/exports/private/grid/useGridSelectionCheckbox.mjs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D:/pasar_fix/node_modules/.bun/react-aria@3.50.0+d0e719b86e9808b5/node_modules/react-aria/dist/exports/private/grid/useGridSelectionCheckbox.mjs.map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D:/pasar_fix/node_modules/.bun/react-aria@3.50.0+d0e719b86e9808b5/node_modules/react-aria/dist/exports/private/grid/useHighlightSelectionDescription.cjs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D:/pasar_fix/node_modules/.bun/react-aria@3.50.0+d0e719b86e9808b5/node_modules/react-aria/dist/exports/private/grid/useHighlightSelectionDescription.cjs.map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D:/pasar_fix/node_modules/.bun/react-aria@3.50.0+d0e719b86e9808b5/node_modules/react-aria/dist/exports/private/grid/useHighlightSelectionDescription.js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D:/pasar_fix/node_modules/.bun/react-aria@3.50.0+d0e719b86e9808b5/node_modules/react-aria/dist/exports/private/grid/useHighlightSelectionDescription.js.map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D:/pasar_fix/node_modules/.bun/react-aria@3.50.0+d0e719b86e9808b5/node_modules/react-aria/dist/exports/private/grid/useHighlightSelectionDescription.mjs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D:/pasar_fix/node_modules/.bun/react-aria@3.50.0+d0e719b86e9808b5/node_modules/react-aria/dist/exports/private/grid/useHighlightSelectionDescription.mjs.map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D:/pasar_fix/node_modules/.bun/react-aria@3.50.0+d0e719b86e9808b5/node_modules/react-aria/dist/exports/private/i18n/server.cjs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D:/pasar_fix/node_modules/.bun/react-aria@3.50.0+d0e719b86e9808b5/node_modules/react-aria/dist/exports/private/i18n/server.cjs.map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D:/pasar_fix/node_modules/.bun/react-aria@3.50.0+d0e719b86e9808b5/node_modules/react-aria/dist/exports/private/i18n/server.js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D:/pasar_fix/node_modules/.bun/react-aria@3.50.0+d0e719b86e9808b5/node_modules/react-aria/dist/exports/private/i18n/server.js.map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D:/pasar_fix/node_modules/.bun/react-aria@3.50.0+d0e719b86e9808b5/node_modules/react-aria/dist/exports/private/i18n/server.mjs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D:/pasar_fix/node_modules/.bun/react-aria@3.50.0+d0e719b86e9808b5/node_modules/react-aria/dist/exports/private/i18n/server.mjs.map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D:/pasar_fix/node_modules/.bun/react-aria@3.50.0+d0e719b86e9808b5/node_modules/react-aria/dist/exports/private/interactions/focusSafely.cjs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D:/pasar_fix/node_modules/.bun/react-aria@3.50.0+d0e719b86e9808b5/node_modules/react-aria/dist/exports/private/interactions/focusSafely.cjs.map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D:/pasar_fix/node_modules/.bun/react-aria@3.50.0+d0e719b86e9808b5/node_modules/react-aria/dist/exports/private/interactions/focusSafely.js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D:/pasar_fix/node_modules/.bun/react-aria@3.50.0+d0e719b86e9808b5/node_modules/react-aria/dist/exports/private/interactions/focusSafely.js.map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D:/pasar_fix/node_modules/.bun/react-aria@3.50.0+d0e719b86e9808b5/node_modules/react-aria/dist/exports/private/interactions/focusSafely.mjs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D:/pasar_fix/node_modules/.bun/react-aria@3.50.0+d0e719b86e9808b5/node_modules/react-aria/dist/exports/private/interactions/focusSafely.mjs.map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D:/pasar_fix/node_modules/.bun/react-aria@3.50.0+d0e719b86e9808b5/node_modules/react-aria/dist/exports/private/interactions/PressResponder.cjs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D:/pasar_fix/node_modules/.bun/react-aria@3.50.0+d0e719b86e9808b5/node_modules/react-aria/dist/exports/private/interactions/PressResponder.cjs.map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D:/pasar_fix/node_modules/.bun/react-aria@3.50.0+d0e719b86e9808b5/node_modules/react-aria/dist/exports/private/interactions/PressResponder.js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D:/pasar_fix/node_modules/.bun/react-aria@3.50.0+d0e719b86e9808b5/node_modules/react-aria/dist/exports/private/interactions/PressResponder.js.map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D:/pasar_fix/node_modules/.bun/react-aria@3.50.0+d0e719b86e9808b5/node_modules/react-aria/dist/exports/private/interactions/PressResponder.mjs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D:/pasar_fix/node_modules/.bun/react-aria@3.50.0+d0e719b86e9808b5/node_modules/react-aria/dist/exports/private/interactions/PressResponder.mjs.map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D:/pasar_fix/node_modules/.bun/react-aria@3.50.0+d0e719b86e9808b5/node_modules/react-aria/dist/exports/private/interactions/useFocusable.cjs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D:/pasar_fix/node_modules/.bun/react-aria@3.50.0+d0e719b86e9808b5/node_modules/react-aria/dist/exports/private/interactions/useFocusable.cjs.map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D:/pasar_fix/node_modules/.bun/react-aria@3.50.0+d0e719b86e9808b5/node_modules/react-aria/dist/exports/private/interactions/useFocusable.js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D:/pasar_fix/node_modules/.bun/react-aria@3.50.0+d0e719b86e9808b5/node_modules/react-aria/dist/exports/private/interactions/useFocusable.js.map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D:/pasar_fix/node_modules/.bun/react-aria@3.50.0+d0e719b86e9808b5/node_modules/react-aria/dist/exports/private/interactions/useFocusable.mjs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D:/pasar_fix/node_modules/.bun/react-aria@3.50.0+d0e719b86e9808b5/node_modules/react-aria/dist/exports/private/interactions/useFocusable.mjs.map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D:/pasar_fix/node_modules/.bun/react-aria@3.50.0+d0e719b86e9808b5/node_modules/react-aria/dist/exports/private/interactions/useFocusVisible.cjs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D:/pasar_fix/node_modules/.bun/react-aria@3.50.0+d0e719b86e9808b5/node_modules/react-aria/dist/exports/private/interactions/useFocusVisible.cjs.map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D:/pasar_fix/node_modules/.bun/react-aria@3.50.0+d0e719b86e9808b5/node_modules/react-aria/dist/exports/private/interactions/useFocusVisible.js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D:/pasar_fix/node_modules/.bun/react-aria@3.50.0+d0e719b86e9808b5/node_modules/react-aria/dist/exports/private/interactions/useFocusVisible.js.map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D:/pasar_fix/node_modules/.bun/react-aria@3.50.0+d0e719b86e9808b5/node_modules/react-aria/dist/exports/private/interactions/useFocusVisible.mjs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D:/pasar_fix/node_modules/.bun/react-aria@3.50.0+d0e719b86e9808b5/node_modules/react-aria/dist/exports/private/interactions/useFocusVisible.mjs.map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D:/pasar_fix/node_modules/.bun/react-aria@3.50.0+d0e719b86e9808b5/node_modules/react-aria/dist/exports/private/interactions/useScrollWheel.cjs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D:/pasar_fix/node_modules/.bun/react-aria@3.50.0+d0e719b86e9808b5/node_modules/react-aria/dist/exports/private/interactions/useScrollWheel.cjs.map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D:/pasar_fix/node_modules/.bun/react-aria@3.50.0+d0e719b86e9808b5/node_modules/react-aria/dist/exports/private/interactions/useScrollWheel.js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D:/pasar_fix/node_modules/.bun/react-aria@3.50.0+d0e719b86e9808b5/node_modules/react-aria/dist/exports/private/interactions/useScrollWheel.js.map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D:/pasar_fix/node_modules/.bun/react-aria@3.50.0+d0e719b86e9808b5/node_modules/react-aria/dist/exports/private/interactions/useScrollWheel.mjs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D:/pasar_fix/node_modules/.bun/react-aria@3.50.0+d0e719b86e9808b5/node_modules/react-aria/dist/exports/private/interactions/useScrollWheel.mjs.map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D:/pasar_fix/node_modules/.bun/react-aria@3.50.0+d0e719b86e9808b5/node_modules/react-aria/dist/exports/private/landmark/useLandmark.cjs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D:/pasar_fix/node_modules/.bun/react-aria@3.50.0+d0e719b86e9808b5/node_modules/react-aria/dist/exports/private/landmark/useLandmark.cjs.map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D:/pasar_fix/node_modules/.bun/react-aria@3.50.0+d0e719b86e9808b5/node_modules/react-aria/dist/exports/private/landmark/useLandmark.js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D:/pasar_fix/node_modules/.bun/react-aria@3.50.0+d0e719b86e9808b5/node_modules/react-aria/dist/exports/private/landmark/useLandmark.js.map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D:/pasar_fix/node_modules/.bun/react-aria@3.50.0+d0e719b86e9808b5/node_modules/react-aria/dist/exports/private/landmark/useLandmark.mjs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D:/pasar_fix/node_modules/.bun/react-aria@3.50.0+d0e719b86e9808b5/node_modules/react-aria/dist/exports/private/landmark/useLandmark.mjs.map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D:/pasar_fix/node_modules/.bun/react-aria@3.50.0+d0e719b86e9808b5/node_modules/react-aria/dist/exports/private/listbox/utils.cjs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D:/pasar_fix/node_modules/.bun/react-aria@3.50.0+d0e719b86e9808b5/node_modules/react-aria/dist/exports/private/listbox/utils.cjs.map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D:/pasar_fix/node_modules/.bun/react-aria@3.50.0+d0e719b86e9808b5/node_modules/react-aria/dist/exports/private/listbox/utils.js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D:/pasar_fix/node_modules/.bun/react-aria@3.50.0+d0e719b86e9808b5/node_modules/react-aria/dist/exports/private/listbox/utils.js.map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D:/pasar_fix/node_modules/.bun/react-aria@3.50.0+d0e719b86e9808b5/node_modules/react-aria/dist/exports/private/listbox/utils.mjs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D:/pasar_fix/node_modules/.bun/react-aria@3.50.0+d0e719b86e9808b5/node_modules/react-aria/dist/exports/private/listbox/utils.mjs.map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D:/pasar_fix/node_modules/.bun/react-aria@3.50.0+d0e719b86e9808b5/node_modules/react-aria/dist/exports/private/live-announcer/LiveAnnouncer.cjs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D:/pasar_fix/node_modules/.bun/react-aria@3.50.0+d0e719b86e9808b5/node_modules/react-aria/dist/exports/private/live-announcer/LiveAnnouncer.cjs.map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D:/pasar_fix/node_modules/.bun/react-aria@3.50.0+d0e719b86e9808b5/node_modules/react-aria/dist/exports/private/live-announcer/LiveAnnouncer.js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D:/pasar_fix/node_modules/.bun/react-aria@3.50.0+d0e719b86e9808b5/node_modules/react-aria/dist/exports/private/live-announcer/LiveAnnouncer.js.map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D:/pasar_fix/node_modules/.bun/react-aria@3.50.0+d0e719b86e9808b5/node_modules/react-aria/dist/exports/private/live-announcer/LiveAnnouncer.mjs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D:/pasar_fix/node_modules/.bun/react-aria@3.50.0+d0e719b86e9808b5/node_modules/react-aria/dist/exports/private/live-announcer/LiveAnnouncer.mjs.map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D:/pasar_fix/node_modules/.bun/react-aria@3.50.0+d0e719b86e9808b5/node_modules/react-aria/dist/exports/private/overlays/ariaHideOutside.cjs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D:/pasar_fix/node_modules/.bun/react-aria@3.50.0+d0e719b86e9808b5/node_modules/react-aria/dist/exports/private/overlays/ariaHideOutside.cjs.map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D:/pasar_fix/node_modules/.bun/react-aria@3.50.0+d0e719b86e9808b5/node_modules/react-aria/dist/exports/private/overlays/ariaHideOutside.js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D:/pasar_fix/node_modules/.bun/react-aria@3.50.0+d0e719b86e9808b5/node_modules/react-aria/dist/exports/private/overlays/ariaHideOutside.js.map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D:/pasar_fix/node_modules/.bun/react-aria@3.50.0+d0e719b86e9808b5/node_modules/react-aria/dist/exports/private/overlays/ariaHideOutside.mjs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D:/pasar_fix/node_modules/.bun/react-aria@3.50.0+d0e719b86e9808b5/node_modules/react-aria/dist/exports/private/overlays/ariaHideOutside.mjs.map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D:/pasar_fix/node_modules/.bun/react-aria@3.50.0+d0e719b86e9808b5/node_modules/react-aria/dist/exports/private/overlays/Overlay.cjs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D:/pasar_fix/node_modules/.bun/react-aria@3.50.0+d0e719b86e9808b5/node_modules/react-aria/dist/exports/private/overlays/Overlay.cjs.map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D:/pasar_fix/node_modules/.bun/react-aria@3.50.0+d0e719b86e9808b5/node_modules/react-aria/dist/exports/private/overlays/Overlay.js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D:/pasar_fix/node_modules/.bun/react-aria@3.50.0+d0e719b86e9808b5/node_modules/react-aria/dist/exports/private/overlays/Overlay.js.map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D:/pasar_fix/node_modules/.bun/react-aria@3.50.0+d0e719b86e9808b5/node_modules/react-aria/dist/exports/private/overlays/Overlay.mjs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D:/pasar_fix/node_modules/.bun/react-aria@3.50.0+d0e719b86e9808b5/node_modules/react-aria/dist/exports/private/overlays/Overlay.mjs.map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D:/pasar_fix/node_modules/.bun/react-aria@3.50.0+d0e719b86e9808b5/node_modules/react-aria/dist/exports/private/overlays/useModal.cjs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D:/pasar_fix/node_modules/.bun/react-aria@3.50.0+d0e719b86e9808b5/node_modules/react-aria/dist/exports/private/overlays/useModal.cjs.map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D:/pasar_fix/node_modules/.bun/react-aria@3.50.0+d0e719b86e9808b5/node_modules/react-aria/dist/exports/private/overlays/useModal.js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D:/pasar_fix/node_modules/.bun/react-aria@3.50.0+d0e719b86e9808b5/node_modules/react-aria/dist/exports/private/overlays/useModal.js.map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D:/pasar_fix/node_modules/.bun/react-aria@3.50.0+d0e719b86e9808b5/node_modules/react-aria/dist/exports/private/overlays/useModal.mjs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D:/pasar_fix/node_modules/.bun/react-aria@3.50.0+d0e719b86e9808b5/node_modules/react-aria/dist/exports/private/overlays/useModal.mjs.map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D:/pasar_fix/node_modules/.bun/react-aria@3.50.0+d0e719b86e9808b5/node_modules/react-aria/dist/exports/private/selection/DOMLayoutDelegate.cjs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D:/pasar_fix/node_modules/.bun/react-aria@3.50.0+d0e719b86e9808b5/node_modules/react-aria/dist/exports/private/selection/DOMLayoutDelegate.cjs.map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D:/pasar_fix/node_modules/.bun/react-aria@3.50.0+d0e719b86e9808b5/node_modules/react-aria/dist/exports/private/selection/DOMLayoutDelegate.js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D:/pasar_fix/node_modules/.bun/react-aria@3.50.0+d0e719b86e9808b5/node_modules/react-aria/dist/exports/private/selection/DOMLayoutDelegate.js.map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D:/pasar_fix/node_modules/.bun/react-aria@3.50.0+d0e719b86e9808b5/node_modules/react-aria/dist/exports/private/selection/DOMLayoutDelegate.mjs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D:/pasar_fix/node_modules/.bun/react-aria@3.50.0+d0e719b86e9808b5/node_modules/react-aria/dist/exports/private/selection/DOMLayoutDelegate.mjs.map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D:/pasar_fix/node_modules/.bun/react-aria@3.50.0+d0e719b86e9808b5/node_modules/react-aria/dist/exports/private/selection/useSelectableCollection.cjs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D:/pasar_fix/node_modules/.bun/react-aria@3.50.0+d0e719b86e9808b5/node_modules/react-aria/dist/exports/private/selection/useSelectableCollection.cjs.map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D:/pasar_fix/node_modules/.bun/react-aria@3.50.0+d0e719b86e9808b5/node_modules/react-aria/dist/exports/private/selection/useSelectableCollection.js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D:/pasar_fix/node_modules/.bun/react-aria@3.50.0+d0e719b86e9808b5/node_modules/react-aria/dist/exports/private/selection/useSelectableCollection.js.map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D:/pasar_fix/node_modules/.bun/react-aria@3.50.0+d0e719b86e9808b5/node_modules/react-aria/dist/exports/private/selection/useSelectableCollection.mjs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D:/pasar_fix/node_modules/.bun/react-aria@3.50.0+d0e719b86e9808b5/node_modules/react-aria/dist/exports/private/selection/useSelectableCollection.mjs.map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D:/pasar_fix/node_modules/.bun/react-aria@3.50.0+d0e719b86e9808b5/node_modules/react-aria/dist/exports/private/selection/useSelectableItem.cjs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D:/pasar_fix/node_modules/.bun/react-aria@3.50.0+d0e719b86e9808b5/node_modules/react-aria/dist/exports/private/selection/useSelectableItem.cjs.map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D:/pasar_fix/node_modules/.bun/react-aria@3.50.0+d0e719b86e9808b5/node_modules/react-aria/dist/exports/private/selection/useSelectableItem.js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D:/pasar_fix/node_modules/.bun/react-aria@3.50.0+d0e719b86e9808b5/node_modules/react-aria/dist/exports/private/selection/useSelectableItem.js.map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D:/pasar_fix/node_modules/.bun/react-aria@3.50.0+d0e719b86e9808b5/node_modules/react-aria/dist/exports/private/selection/useSelectableItem.mjs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D:/pasar_fix/node_modules/.bun/react-aria@3.50.0+d0e719b86e9808b5/node_modules/react-aria/dist/exports/private/selection/useSelectableItem.mjs.map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D:/pasar_fix/node_modules/.bun/react-aria@3.50.0+d0e719b86e9808b5/node_modules/react-aria/dist/exports/private/selection/useSelectableList.cjs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D:/pasar_fix/node_modules/.bun/react-aria@3.50.0+d0e719b86e9808b5/node_modules/react-aria/dist/exports/private/selection/useSelectableList.cjs.map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D:/pasar_fix/node_modules/.bun/react-aria@3.50.0+d0e719b86e9808b5/node_modules/react-aria/dist/exports/private/selection/useSelectableList.js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D:/pasar_fix/node_modules/.bun/react-aria@3.50.0+d0e719b86e9808b5/node_modules/react-aria/dist/exports/private/selection/useSelectableList.js.map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D:/pasar_fix/node_modules/.bun/react-aria@3.50.0+d0e719b86e9808b5/node_modules/react-aria/dist/exports/private/selection/useSelectableList.mjs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D:/pasar_fix/node_modules/.bun/react-aria@3.50.0+d0e719b86e9808b5/node_modules/react-aria/dist/exports/private/selection/useSelectableList.mjs.map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D:/pasar_fix/node_modules/.bun/react-aria@3.50.0+d0e719b86e9808b5/node_modules/react-aria/dist/exports/private/selection/useTypeSelect.cjs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D:/pasar_fix/node_modules/.bun/react-aria@3.50.0+d0e719b86e9808b5/node_modules/react-aria/dist/exports/private/selection/useTypeSelect.cjs.map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D:/pasar_fix/node_modules/.bun/react-aria@3.50.0+d0e719b86e9808b5/node_modules/react-aria/dist/exports/private/selection/useTypeSelect.js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D:/pasar_fix/node_modules/.bun/react-aria@3.50.0+d0e719b86e9808b5/node_modules/react-aria/dist/exports/private/selection/useTypeSelect.js.map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D:/pasar_fix/node_modules/.bun/react-aria@3.50.0+d0e719b86e9808b5/node_modules/react-aria/dist/exports/private/selection/useTypeSelect.mjs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D:/pasar_fix/node_modules/.bun/react-aria@3.50.0+d0e719b86e9808b5/node_modules/react-aria/dist/exports/private/selection/useTypeSelect.mjs.map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D:/pasar_fix/node_modules/.bun/react-aria@3.50.0+d0e719b86e9808b5/node_modules/react-aria/dist/exports/private/spinbutton/useSpinButton.cjs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D:/pasar_fix/node_modules/.bun/react-aria@3.50.0+d0e719b86e9808b5/node_modules/react-aria/dist/exports/private/spinbutton/useSpinButton.cjs.map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D:/pasar_fix/node_modules/.bun/react-aria@3.50.0+d0e719b86e9808b5/node_modules/react-aria/dist/exports/private/spinbutton/useSpinButton.js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D:/pasar_fix/node_modules/.bun/react-aria@3.50.0+d0e719b86e9808b5/node_modules/react-aria/dist/exports/private/spinbutton/useSpinButton.js.map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D:/pasar_fix/node_modules/.bun/react-aria@3.50.0+d0e719b86e9808b5/node_modules/react-aria/dist/exports/private/spinbutton/useSpinButton.mjs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D:/pasar_fix/node_modules/.bun/react-aria@3.50.0+d0e719b86e9808b5/node_modules/react-aria/dist/exports/private/spinbutton/useSpinButton.mjs.map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D:/pasar_fix/node_modules/.bun/react-aria@3.50.0+d0e719b86e9808b5/node_modules/react-aria/dist/exports/private/ssr/SSRProvider.cjs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D:/pasar_fix/node_modules/.bun/react-aria@3.50.0+d0e719b86e9808b5/node_modules/react-aria/dist/exports/private/ssr/SSRProvider.cjs.map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D:/pasar_fix/node_modules/.bun/react-aria@3.50.0+d0e719b86e9808b5/node_modules/react-aria/dist/exports/private/ssr/SSRProvider.js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D:/pasar_fix/node_modules/.bun/react-aria@3.50.0+d0e719b86e9808b5/node_modules/react-aria/dist/exports/private/ssr/SSRProvider.js.map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D:/pasar_fix/node_modules/.bun/react-aria@3.50.0+d0e719b86e9808b5/node_modules/react-aria/dist/exports/private/ssr/SSRProvider.mjs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D:/pasar_fix/node_modules/.bun/react-aria@3.50.0+d0e719b86e9808b5/node_modules/react-aria/dist/exports/private/ssr/SSRProvider.mjs.map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D:/pasar_fix/node_modules/.bun/react-aria@3.50.0+d0e719b86e9808b5/node_modules/react-aria/dist/exports/private/steplist/useStepList.cjs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D:/pasar_fix/node_modules/.bun/react-aria@3.50.0+d0e719b86e9808b5/node_modules/react-aria/dist/exports/private/steplist/useStepList.cjs.map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D:/pasar_fix/node_modules/.bun/react-aria@3.50.0+d0e719b86e9808b5/node_modules/react-aria/dist/exports/private/steplist/useStepList.js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D:/pasar_fix/node_modules/.bun/react-aria@3.50.0+d0e719b86e9808b5/node_modules/react-aria/dist/exports/private/steplist/useStepList.js.map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D:/pasar_fix/node_modules/.bun/react-aria@3.50.0+d0e719b86e9808b5/node_modules/react-aria/dist/exports/private/steplist/useStepList.mjs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D:/pasar_fix/node_modules/.bun/react-aria@3.50.0+d0e719b86e9808b5/node_modules/react-aria/dist/exports/private/steplist/useStepList.mjs.map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D:/pasar_fix/node_modules/.bun/react-aria@3.50.0+d0e719b86e9808b5/node_modules/react-aria/dist/exports/private/steplist/useStepListItem.cjs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D:/pasar_fix/node_modules/.bun/react-aria@3.50.0+d0e719b86e9808b5/node_modules/react-aria/dist/exports/private/steplist/useStepListItem.cjs.map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D:/pasar_fix/node_modules/.bun/react-aria@3.50.0+d0e719b86e9808b5/node_modules/react-aria/dist/exports/private/steplist/useStepListItem.js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D:/pasar_fix/node_modules/.bun/react-aria@3.50.0+d0e719b86e9808b5/node_modules/react-aria/dist/exports/private/steplist/useStepListItem.js.map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D:/pasar_fix/node_modules/.bun/react-aria@3.50.0+d0e719b86e9808b5/node_modules/react-aria/dist/exports/private/steplist/useStepListItem.mjs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D:/pasar_fix/node_modules/.bun/react-aria@3.50.0+d0e719b86e9808b5/node_modules/react-aria/dist/exports/private/steplist/useStepListItem.mjs.map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D:/pasar_fix/node_modules/.bun/react-aria@3.50.0+d0e719b86e9808b5/node_modules/react-aria/dist/exports/private/textfield/useFormattedTextField.cjs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D:/pasar_fix/node_modules/.bun/react-aria@3.50.0+d0e719b86e9808b5/node_modules/react-aria/dist/exports/private/textfield/useFormattedTextField.cjs.map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D:/pasar_fix/node_modules/.bun/react-aria@3.50.0+d0e719b86e9808b5/node_modules/react-aria/dist/exports/private/textfield/useFormattedTextField.js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D:/pasar_fix/node_modules/.bun/react-aria@3.50.0+d0e719b86e9808b5/node_modules/react-aria/dist/exports/private/textfield/useFormattedTextField.js.map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D:/pasar_fix/node_modules/.bun/react-aria@3.50.0+d0e719b86e9808b5/node_modules/react-aria/dist/exports/private/textfield/useFormattedTextField.mjs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D:/pasar_fix/node_modules/.bun/react-aria@3.50.0+d0e719b86e9808b5/node_modules/react-aria/dist/exports/private/textfield/useFormattedTextField.mjs.map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D:/pasar_fix/node_modules/.bun/react-aria@3.50.0+d0e719b86e9808b5/node_modules/react-aria/dist/exports/private/toggle/useToggle.cjs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D:/pasar_fix/node_modules/.bun/react-aria@3.50.0+d0e719b86e9808b5/node_modules/react-aria/dist/exports/private/toggle/useToggle.cjs.map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D:/pasar_fix/node_modules/.bun/react-aria@3.50.0+d0e719b86e9808b5/node_modules/react-aria/dist/exports/private/toggle/useToggle.js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D:/pasar_fix/node_modules/.bun/react-aria@3.50.0+d0e719b86e9808b5/node_modules/react-aria/dist/exports/private/toggle/useToggle.js.map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D:/pasar_fix/node_modules/.bun/react-aria@3.50.0+d0e719b86e9808b5/node_modules/react-aria/dist/exports/private/toggle/useToggle.mjs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D:/pasar_fix/node_modules/.bun/react-aria@3.50.0+d0e719b86e9808b5/node_modules/react-aria/dist/exports/private/toggle/useToggle.mjs.map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D:/pasar_fix/node_modules/.bun/react-aria@3.50.0+d0e719b86e9808b5/node_modules/react-aria/dist/exports/private/utils/animation.cjs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D:/pasar_fix/node_modules/.bun/react-aria@3.50.0+d0e719b86e9808b5/node_modules/react-aria/dist/exports/private/utils/animation.cjs.map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D:/pasar_fix/node_modules/.bun/react-aria@3.50.0+d0e719b86e9808b5/node_modules/react-aria/dist/exports/private/utils/animation.js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D:/pasar_fix/node_modules/.bun/react-aria@3.50.0+d0e719b86e9808b5/node_modules/react-aria/dist/exports/private/utils/animation.js.map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D:/pasar_fix/node_modules/.bun/react-aria@3.50.0+d0e719b86e9808b5/node_modules/react-aria/dist/exports/private/utils/animation.mjs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D:/pasar_fix/node_modules/.bun/react-aria@3.50.0+d0e719b86e9808b5/node_modules/react-aria/dist/exports/private/utils/animation.mjs.map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D:/pasar_fix/node_modules/.bun/react-aria@3.50.0+d0e719b86e9808b5/node_modules/react-aria/dist/exports/private/utils/constants.cjs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D:/pasar_fix/node_modules/.bun/react-aria@3.50.0+d0e719b86e9808b5/node_modules/react-aria/dist/exports/private/utils/constants.cjs.map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D:/pasar_fix/node_modules/.bun/react-aria@3.50.0+d0e719b86e9808b5/node_modules/react-aria/dist/exports/private/utils/constants.js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D:/pasar_fix/node_modules/.bun/react-aria@3.50.0+d0e719b86e9808b5/node_modules/react-aria/dist/exports/private/utils/constants.js.map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D:/pasar_fix/node_modules/.bun/react-aria@3.50.0+d0e719b86e9808b5/node_modules/react-aria/dist/exports/private/utils/constants.mjs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D:/pasar_fix/node_modules/.bun/react-aria@3.50.0+d0e719b86e9808b5/node_modules/react-aria/dist/exports/private/utils/constants.mjs.map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D:/pasar_fix/node_modules/.bun/react-aria@3.50.0+d0e719b86e9808b5/node_modules/react-aria/dist/exports/private/utils/domHelpers.cjs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D:/pasar_fix/node_modules/.bun/react-aria@3.50.0+d0e719b86e9808b5/node_modules/react-aria/dist/exports/private/utils/domHelpers.cjs.map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D:/pasar_fix/node_modules/.bun/react-aria@3.50.0+d0e719b86e9808b5/node_modules/react-aria/dist/exports/private/utils/domHelpers.js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D:/pasar_fix/node_modules/.bun/react-aria@3.50.0+d0e719b86e9808b5/node_modules/react-aria/dist/exports/private/utils/domHelpers.js.map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D:/pasar_fix/node_modules/.bun/react-aria@3.50.0+d0e719b86e9808b5/node_modules/react-aria/dist/exports/private/utils/domHelpers.mjs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D:/pasar_fix/node_modules/.bun/react-aria@3.50.0+d0e719b86e9808b5/node_modules/react-aria/dist/exports/private/utils/domHelpers.mjs.map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D:/pasar_fix/node_modules/.bun/react-aria@3.50.0+d0e719b86e9808b5/node_modules/react-aria/dist/exports/private/utils/focusWithoutScrolling.cjs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D:/pasar_fix/node_modules/.bun/react-aria@3.50.0+d0e719b86e9808b5/node_modules/react-aria/dist/exports/private/utils/focusWithoutScrolling.cjs.map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D:/pasar_fix/node_modules/.bun/react-aria@3.50.0+d0e719b86e9808b5/node_modules/react-aria/dist/exports/private/utils/focusWithoutScrolling.js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D:/pasar_fix/node_modules/.bun/react-aria@3.50.0+d0e719b86e9808b5/node_modules/react-aria/dist/exports/private/utils/focusWithoutScrolling.js.map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D:/pasar_fix/node_modules/.bun/react-aria@3.50.0+d0e719b86e9808b5/node_modules/react-aria/dist/exports/private/utils/focusWithoutScrolling.mjs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D:/pasar_fix/node_modules/.bun/react-aria@3.50.0+d0e719b86e9808b5/node_modules/react-aria/dist/exports/private/utils/focusWithoutScrolling.mjs.map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D:/pasar_fix/node_modules/.bun/react-aria@3.50.0+d0e719b86e9808b5/node_modules/react-aria/dist/exports/private/utils/getNonce.cjs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D:/pasar_fix/node_modules/.bun/react-aria@3.50.0+d0e719b86e9808b5/node_modules/react-aria/dist/exports/private/utils/getNonce.cjs.map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D:/pasar_fix/node_modules/.bun/react-aria@3.50.0+d0e719b86e9808b5/node_modules/react-aria/dist/exports/private/utils/getNonce.js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D:/pasar_fix/node_modules/.bun/react-aria@3.50.0+d0e719b86e9808b5/node_modules/react-aria/dist/exports/private/utils/getNonce.js.map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D:/pasar_fix/node_modules/.bun/react-aria@3.50.0+d0e719b86e9808b5/node_modules/react-aria/dist/exports/private/utils/getNonce.mjs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D:/pasar_fix/node_modules/.bun/react-aria@3.50.0+d0e719b86e9808b5/node_modules/react-aria/dist/exports/private/utils/getNonce.mjs.map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D:/pasar_fix/node_modules/.bun/react-aria@3.50.0+d0e719b86e9808b5/node_modules/react-aria/dist/exports/private/utils/getOffset.cjs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D:/pasar_fix/node_modules/.bun/react-aria@3.50.0+d0e719b86e9808b5/node_modules/react-aria/dist/exports/private/utils/getOffset.cjs.map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D:/pasar_fix/node_modules/.bun/react-aria@3.50.0+d0e719b86e9808b5/node_modules/react-aria/dist/exports/private/utils/getOffset.js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D:/pasar_fix/node_modules/.bun/react-aria@3.50.0+d0e719b86e9808b5/node_modules/react-aria/dist/exports/private/utils/getOffset.js.map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D:/pasar_fix/node_modules/.bun/react-aria@3.50.0+d0e719b86e9808b5/node_modules/react-aria/dist/exports/private/utils/getOffset.mjs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D:/pasar_fix/node_modules/.bun/react-aria@3.50.0+d0e719b86e9808b5/node_modules/react-aria/dist/exports/private/utils/getOffset.mjs.map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D:/pasar_fix/node_modules/.bun/react-aria@3.50.0+d0e719b86e9808b5/node_modules/react-aria/dist/exports/private/utils/getScrollParent.cjs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D:/pasar_fix/node_modules/.bun/react-aria@3.50.0+d0e719b86e9808b5/node_modules/react-aria/dist/exports/private/utils/getScrollParent.cjs.map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D:/pasar_fix/node_modules/.bun/react-aria@3.50.0+d0e719b86e9808b5/node_modules/react-aria/dist/exports/private/utils/getScrollParent.js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D:/pasar_fix/node_modules/.bun/react-aria@3.50.0+d0e719b86e9808b5/node_modules/react-aria/dist/exports/private/utils/getScrollParent.js.map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D:/pasar_fix/node_modules/.bun/react-aria@3.50.0+d0e719b86e9808b5/node_modules/react-aria/dist/exports/private/utils/getScrollParent.mjs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D:/pasar_fix/node_modules/.bun/react-aria@3.50.0+d0e719b86e9808b5/node_modules/react-aria/dist/exports/private/utils/getScrollParent.mjs.map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D:/pasar_fix/node_modules/.bun/react-aria@3.50.0+d0e719b86e9808b5/node_modules/react-aria/dist/exports/private/utils/getScrollParents.cjs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D:/pasar_fix/node_modules/.bun/react-aria@3.50.0+d0e719b86e9808b5/node_modules/react-aria/dist/exports/private/utils/getScrollParents.cjs.map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D:/pasar_fix/node_modules/.bun/react-aria@3.50.0+d0e719b86e9808b5/node_modules/react-aria/dist/exports/private/utils/getScrollParents.js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D:/pasar_fix/node_modules/.bun/react-aria@3.50.0+d0e719b86e9808b5/node_modules/react-aria/dist/exports/private/utils/getScrollParents.js.map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D:/pasar_fix/node_modules/.bun/react-aria@3.50.0+d0e719b86e9808b5/node_modules/react-aria/dist/exports/private/utils/getScrollParents.mjs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D:/pasar_fix/node_modules/.bun/react-aria@3.50.0+d0e719b86e9808b5/node_modules/react-aria/dist/exports/private/utils/getScrollParents.mjs.map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D:/pasar_fix/node_modules/.bun/react-aria@3.50.0+d0e719b86e9808b5/node_modules/react-aria/dist/exports/private/utils/inertValue.cjs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D:/pasar_fix/node_modules/.bun/react-aria@3.50.0+d0e719b86e9808b5/node_modules/react-aria/dist/exports/private/utils/inertValue.cjs.map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D:/pasar_fix/node_modules/.bun/react-aria@3.50.0+d0e719b86e9808b5/node_modules/react-aria/dist/exports/private/utils/inertValue.js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D:/pasar_fix/node_modules/.bun/react-aria@3.50.0+d0e719b86e9808b5/node_modules/react-aria/dist/exports/private/utils/inertValue.js.map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D:/pasar_fix/node_modules/.bun/react-aria@3.50.0+d0e719b86e9808b5/node_modules/react-aria/dist/exports/private/utils/inertValue.mjs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D:/pasar_fix/node_modules/.bun/react-aria@3.50.0+d0e719b86e9808b5/node_modules/react-aria/dist/exports/private/utils/inertValue.mjs.map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D:/pasar_fix/node_modules/.bun/react-aria@3.50.0+d0e719b86e9808b5/node_modules/react-aria/dist/exports/private/utils/isFocusable.cjs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D:/pasar_fix/node_modules/.bun/react-aria@3.50.0+d0e719b86e9808b5/node_modules/react-aria/dist/exports/private/utils/isFocusable.cjs.map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D:/pasar_fix/node_modules/.bun/react-aria@3.50.0+d0e719b86e9808b5/node_modules/react-aria/dist/exports/private/utils/isFocusable.js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D:/pasar_fix/node_modules/.bun/react-aria@3.50.0+d0e719b86e9808b5/node_modules/react-aria/dist/exports/private/utils/isFocusable.js.map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D:/pasar_fix/node_modules/.bun/react-aria@3.50.0+d0e719b86e9808b5/node_modules/react-aria/dist/exports/private/utils/isFocusable.mjs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D:/pasar_fix/node_modules/.bun/react-aria@3.50.0+d0e719b86e9808b5/node_modules/react-aria/dist/exports/private/utils/isFocusable.mjs.map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D:/pasar_fix/node_modules/.bun/react-aria@3.50.0+d0e719b86e9808b5/node_modules/react-aria/dist/exports/private/utils/isScrollable.cjs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D:/pasar_fix/node_modules/.bun/react-aria@3.50.0+d0e719b86e9808b5/node_modules/react-aria/dist/exports/private/utils/isScrollable.cjs.map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D:/pasar_fix/node_modules/.bun/react-aria@3.50.0+d0e719b86e9808b5/node_modules/react-aria/dist/exports/private/utils/isScrollable.js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D:/pasar_fix/node_modules/.bun/react-aria@3.50.0+d0e719b86e9808b5/node_modules/react-aria/dist/exports/private/utils/isScrollable.js.map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D:/pasar_fix/node_modules/.bun/react-aria@3.50.0+d0e719b86e9808b5/node_modules/react-aria/dist/exports/private/utils/isScrollable.mjs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D:/pasar_fix/node_modules/.bun/react-aria@3.50.0+d0e719b86e9808b5/node_modules/react-aria/dist/exports/private/utils/isScrollable.mjs.map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D:/pasar_fix/node_modules/.bun/react-aria@3.50.0+d0e719b86e9808b5/node_modules/react-aria/dist/exports/private/utils/isVirtualEvent.cjs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D:/pasar_fix/node_modules/.bun/react-aria@3.50.0+d0e719b86e9808b5/node_modules/react-aria/dist/exports/private/utils/isVirtualEvent.cjs.map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D:/pasar_fix/node_modules/.bun/react-aria@3.50.0+d0e719b86e9808b5/node_modules/react-aria/dist/exports/private/utils/isVirtualEvent.js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D:/pasar_fix/node_modules/.bun/react-aria@3.50.0+d0e719b86e9808b5/node_modules/react-aria/dist/exports/private/utils/isVirtualEvent.js.map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D:/pasar_fix/node_modules/.bun/react-aria@3.50.0+d0e719b86e9808b5/node_modules/react-aria/dist/exports/private/utils/isVirtualEvent.mjs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D:/pasar_fix/node_modules/.bun/react-aria@3.50.0+d0e719b86e9808b5/node_modules/react-aria/dist/exports/private/utils/isVirtualEvent.mjs.map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D:/pasar_fix/node_modules/.bun/react-aria@3.50.0+d0e719b86e9808b5/node_modules/react-aria/dist/exports/private/utils/keyboard.cjs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D:/pasar_fix/node_modules/.bun/react-aria@3.50.0+d0e719b86e9808b5/node_modules/react-aria/dist/exports/private/utils/keyboard.cjs.map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D:/pasar_fix/node_modules/.bun/react-aria@3.50.0+d0e719b86e9808b5/node_modules/react-aria/dist/exports/private/utils/keyboard.js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D:/pasar_fix/node_modules/.bun/react-aria@3.50.0+d0e719b86e9808b5/node_modules/react-aria/dist/exports/private/utils/keyboard.js.map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D:/pasar_fix/node_modules/.bun/react-aria@3.50.0+d0e719b86e9808b5/node_modules/react-aria/dist/exports/private/utils/keyboard.mjs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D:/pasar_fix/node_modules/.bun/react-aria@3.50.0+d0e719b86e9808b5/node_modules/react-aria/dist/exports/private/utils/keyboard.mjs.map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D:/pasar_fix/node_modules/.bun/react-aria@3.50.0+d0e719b86e9808b5/node_modules/react-aria/dist/exports/private/utils/openLink.cjs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D:/pasar_fix/node_modules/.bun/react-aria@3.50.0+d0e719b86e9808b5/node_modules/react-aria/dist/exports/private/utils/openLink.cjs.map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D:/pasar_fix/node_modules/.bun/react-aria@3.50.0+d0e719b86e9808b5/node_modules/react-aria/dist/exports/private/utils/openLink.js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D:/pasar_fix/node_modules/.bun/react-aria@3.50.0+d0e719b86e9808b5/node_modules/react-aria/dist/exports/private/utils/openLink.js.map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D:/pasar_fix/node_modules/.bun/react-aria@3.50.0+d0e719b86e9808b5/node_modules/react-aria/dist/exports/private/utils/openLink.mjs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D:/pasar_fix/node_modules/.bun/react-aria@3.50.0+d0e719b86e9808b5/node_modules/react-aria/dist/exports/private/utils/openLink.mjs.map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D:/pasar_fix/node_modules/.bun/react-aria@3.50.0+d0e719b86e9808b5/node_modules/react-aria/dist/exports/private/utils/platform.cjs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D:/pasar_fix/node_modules/.bun/react-aria@3.50.0+d0e719b86e9808b5/node_modules/react-aria/dist/exports/private/utils/platform.cjs.map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D:/pasar_fix/node_modules/.bun/react-aria@3.50.0+d0e719b86e9808b5/node_modules/react-aria/dist/exports/private/utils/platform.js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D:/pasar_fix/node_modules/.bun/react-aria@3.50.0+d0e719b86e9808b5/node_modules/react-aria/dist/exports/private/utils/platform.js.map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D:/pasar_fix/node_modules/.bun/react-aria@3.50.0+d0e719b86e9808b5/node_modules/react-aria/dist/exports/private/utils/platform.mjs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D:/pasar_fix/node_modules/.bun/react-aria@3.50.0+d0e719b86e9808b5/node_modules/react-aria/dist/exports/private/utils/platform.mjs.map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D:/pasar_fix/node_modules/.bun/react-aria@3.50.0+d0e719b86e9808b5/node_modules/react-aria/dist/exports/private/utils/runAfterTransition.cjs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D:/pasar_fix/node_modules/.bun/react-aria@3.50.0+d0e719b86e9808b5/node_modules/react-aria/dist/exports/private/utils/runAfterTransition.cjs.map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D:/pasar_fix/node_modules/.bun/react-aria@3.50.0+d0e719b86e9808b5/node_modules/react-aria/dist/exports/private/utils/runAfterTransition.js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D:/pasar_fix/node_modules/.bun/react-aria@3.50.0+d0e719b86e9808b5/node_modules/react-aria/dist/exports/private/utils/runAfterTransition.js.map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D:/pasar_fix/node_modules/.bun/react-aria@3.50.0+d0e719b86e9808b5/node_modules/react-aria/dist/exports/private/utils/runAfterTransition.mjs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D:/pasar_fix/node_modules/.bun/react-aria@3.50.0+d0e719b86e9808b5/node_modules/react-aria/dist/exports/private/utils/runAfterTransition.mjs.map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D:/pasar_fix/node_modules/.bun/react-aria@3.50.0+d0e719b86e9808b5/node_modules/react-aria/dist/exports/private/utils/scrollIntoView.cjs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D:/pasar_fix/node_modules/.bun/react-aria@3.50.0+d0e719b86e9808b5/node_modules/react-aria/dist/exports/private/utils/scrollIntoView.cjs.map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D:/pasar_fix/node_modules/.bun/react-aria@3.50.0+d0e719b86e9808b5/node_modules/react-aria/dist/exports/private/utils/scrollIntoView.js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D:/pasar_fix/node_modules/.bun/react-aria@3.50.0+d0e719b86e9808b5/node_modules/react-aria/dist/exports/private/utils/scrollIntoView.js.map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D:/pasar_fix/node_modules/.bun/react-aria@3.50.0+d0e719b86e9808b5/node_modules/react-aria/dist/exports/private/utils/scrollIntoView.mjs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D:/pasar_fix/node_modules/.bun/react-aria@3.50.0+d0e719b86e9808b5/node_modules/react-aria/dist/exports/private/utils/scrollIntoView.mjs.map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D:/pasar_fix/node_modules/.bun/react-aria@3.50.0+d0e719b86e9808b5/node_modules/react-aria/dist/exports/private/utils/useDeepMemo.cjs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D:/pasar_fix/node_modules/.bun/react-aria@3.50.0+d0e719b86e9808b5/node_modules/react-aria/dist/exports/private/utils/useDeepMemo.cjs.map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D:/pasar_fix/node_modules/.bun/react-aria@3.50.0+d0e719b86e9808b5/node_modules/react-aria/dist/exports/private/utils/useDeepMemo.js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D:/pasar_fix/node_modules/.bun/react-aria@3.50.0+d0e719b86e9808b5/node_modules/react-aria/dist/exports/private/utils/useDeepMemo.js.map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D:/pasar_fix/node_modules/.bun/react-aria@3.50.0+d0e719b86e9808b5/node_modules/react-aria/dist/exports/private/utils/useDeepMemo.mjs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D:/pasar_fix/node_modules/.bun/react-aria@3.50.0+d0e719b86e9808b5/node_modules/react-aria/dist/exports/private/utils/useDeepMemo.mjs.map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D:/pasar_fix/node_modules/.bun/react-aria@3.50.0+d0e719b86e9808b5/node_modules/react-aria/dist/exports/private/utils/useDescription.cjs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D:/pasar_fix/node_modules/.bun/react-aria@3.50.0+d0e719b86e9808b5/node_modules/react-aria/dist/exports/private/utils/useDescription.cjs.map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D:/pasar_fix/node_modules/.bun/react-aria@3.50.0+d0e719b86e9808b5/node_modules/react-aria/dist/exports/private/utils/useDescription.js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D:/pasar_fix/node_modules/.bun/react-aria@3.50.0+d0e719b86e9808b5/node_modules/react-aria/dist/exports/private/utils/useDescription.js.map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D:/pasar_fix/node_modules/.bun/react-aria@3.50.0+d0e719b86e9808b5/node_modules/react-aria/dist/exports/private/utils/useDescription.mjs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D:/pasar_fix/node_modules/.bun/react-aria@3.50.0+d0e719b86e9808b5/node_modules/react-aria/dist/exports/private/utils/useDescription.mjs.map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D:/pasar_fix/node_modules/.bun/react-aria@3.50.0+d0e719b86e9808b5/node_modules/react-aria/dist/exports/private/utils/useDrag1D.cjs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D:/pasar_fix/node_modules/.bun/react-aria@3.50.0+d0e719b86e9808b5/node_modules/react-aria/dist/exports/private/utils/useDrag1D.cjs.map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D:/pasar_fix/node_modules/.bun/react-aria@3.50.0+d0e719b86e9808b5/node_modules/react-aria/dist/exports/private/utils/useDrag1D.js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D:/pasar_fix/node_modules/.bun/react-aria@3.50.0+d0e719b86e9808b5/node_modules/react-aria/dist/exports/private/utils/useDrag1D.js.map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D:/pasar_fix/node_modules/.bun/react-aria@3.50.0+d0e719b86e9808b5/node_modules/react-aria/dist/exports/private/utils/useDrag1D.mjs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D:/pasar_fix/node_modules/.bun/react-aria@3.50.0+d0e719b86e9808b5/node_modules/react-aria/dist/exports/private/utils/useDrag1D.mjs.map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D:/pasar_fix/node_modules/.bun/react-aria@3.50.0+d0e719b86e9808b5/node_modules/react-aria/dist/exports/private/utils/useEffectEvent.cjs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D:/pasar_fix/node_modules/.bun/react-aria@3.50.0+d0e719b86e9808b5/node_modules/react-aria/dist/exports/private/utils/useEffectEvent.cjs.map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D:/pasar_fix/node_modules/.bun/react-aria@3.50.0+d0e719b86e9808b5/node_modules/react-aria/dist/exports/private/utils/useEffectEvent.js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D:/pasar_fix/node_modules/.bun/react-aria@3.50.0+d0e719b86e9808b5/node_modules/react-aria/dist/exports/private/utils/useEffectEvent.js.map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D:/pasar_fix/node_modules/.bun/react-aria@3.50.0+d0e719b86e9808b5/node_modules/react-aria/dist/exports/private/utils/useEffectEvent.mjs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D:/pasar_fix/node_modules/.bun/react-aria@3.50.0+d0e719b86e9808b5/node_modules/react-aria/dist/exports/private/utils/useEffectEvent.mjs.map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D:/pasar_fix/node_modules/.bun/react-aria@3.50.0+d0e719b86e9808b5/node_modules/react-aria/dist/exports/private/utils/useEvent.cjs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D:/pasar_fix/node_modules/.bun/react-aria@3.50.0+d0e719b86e9808b5/node_modules/react-aria/dist/exports/private/utils/useEvent.cjs.map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D:/pasar_fix/node_modules/.bun/react-aria@3.50.0+d0e719b86e9808b5/node_modules/react-aria/dist/exports/private/utils/useEvent.js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D:/pasar_fix/node_modules/.bun/react-aria@3.50.0+d0e719b86e9808b5/node_modules/react-aria/dist/exports/private/utils/useEvent.js.map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D:/pasar_fix/node_modules/.bun/react-aria@3.50.0+d0e719b86e9808b5/node_modules/react-aria/dist/exports/private/utils/useEvent.mjs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D:/pasar_fix/node_modules/.bun/react-aria@3.50.0+d0e719b86e9808b5/node_modules/react-aria/dist/exports/private/utils/useEvent.mjs.map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D:/pasar_fix/node_modules/.bun/react-aria@3.50.0+d0e719b86e9808b5/node_modules/react-aria/dist/exports/private/utils/useFormReset.cjs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D:/pasar_fix/node_modules/.bun/react-aria@3.50.0+d0e719b86e9808b5/node_modules/react-aria/dist/exports/private/utils/useFormReset.cjs.map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D:/pasar_fix/node_modules/.bun/react-aria@3.50.0+d0e719b86e9808b5/node_modules/react-aria/dist/exports/private/utils/useFormReset.js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D:/pasar_fix/node_modules/.bun/react-aria@3.50.0+d0e719b86e9808b5/node_modules/react-aria/dist/exports/private/utils/useFormReset.js.map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D:/pasar_fix/node_modules/.bun/react-aria@3.50.0+d0e719b86e9808b5/node_modules/react-aria/dist/exports/private/utils/useFormReset.mjs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D:/pasar_fix/node_modules/.bun/react-aria@3.50.0+d0e719b86e9808b5/node_modules/react-aria/dist/exports/private/utils/useFormReset.mjs.map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D:/pasar_fix/node_modules/.bun/react-aria@3.50.0+d0e719b86e9808b5/node_modules/react-aria/dist/exports/private/utils/useGlobalListeners.cjs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D:/pasar_fix/node_modules/.bun/react-aria@3.50.0+d0e719b86e9808b5/node_modules/react-aria/dist/exports/private/utils/useGlobalListeners.cjs.map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D:/pasar_fix/node_modules/.bun/react-aria@3.50.0+d0e719b86e9808b5/node_modules/react-aria/dist/exports/private/utils/useGlobalListeners.js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D:/pasar_fix/node_modules/.bun/react-aria@3.50.0+d0e719b86e9808b5/node_modules/react-aria/dist/exports/private/utils/useGlobalListeners.js.map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D:/pasar_fix/node_modules/.bun/react-aria@3.50.0+d0e719b86e9808b5/node_modules/react-aria/dist/exports/private/utils/useGlobalListeners.mjs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D:/pasar_fix/node_modules/.bun/react-aria@3.50.0+d0e719b86e9808b5/node_modules/react-aria/dist/exports/private/utils/useGlobalListeners.mjs.map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D:/pasar_fix/node_modules/.bun/react-aria@3.50.0+d0e719b86e9808b5/node_modules/react-aria/dist/exports/private/utils/useId.cjs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D:/pasar_fix/node_modules/.bun/react-aria@3.50.0+d0e719b86e9808b5/node_modules/react-aria/dist/exports/private/utils/useId.cjs.map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D:/pasar_fix/node_modules/.bun/react-aria@3.50.0+d0e719b86e9808b5/node_modules/react-aria/dist/exports/private/utils/useId.js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D:/pasar_fix/node_modules/.bun/react-aria@3.50.0+d0e719b86e9808b5/node_modules/react-aria/dist/exports/private/utils/useId.js.map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D:/pasar_fix/node_modules/.bun/react-aria@3.50.0+d0e719b86e9808b5/node_modules/react-aria/dist/exports/private/utils/useId.mjs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D:/pasar_fix/node_modules/.bun/react-aria@3.50.0+d0e719b86e9808b5/node_modules/react-aria/dist/exports/private/utils/useId.mjs.map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D:/pasar_fix/node_modules/.bun/react-aria@3.50.0+d0e719b86e9808b5/node_modules/react-aria/dist/exports/private/utils/useLabels.cjs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D:/pasar_fix/node_modules/.bun/react-aria@3.50.0+d0e719b86e9808b5/node_modules/react-aria/dist/exports/private/utils/useLabels.cjs.map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D:/pasar_fix/node_modules/.bun/react-aria@3.50.0+d0e719b86e9808b5/node_modules/react-aria/dist/exports/private/utils/useLabels.js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D:/pasar_fix/node_modules/.bun/react-aria@3.50.0+d0e719b86e9808b5/node_modules/react-aria/dist/exports/private/utils/useLabels.js.map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D:/pasar_fix/node_modules/.bun/react-aria@3.50.0+d0e719b86e9808b5/node_modules/react-aria/dist/exports/private/utils/useLabels.mjs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D:/pasar_fix/node_modules/.bun/react-aria@3.50.0+d0e719b86e9808b5/node_modules/react-aria/dist/exports/private/utils/useLabels.mjs.map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D:/pasar_fix/node_modules/.bun/react-aria@3.50.0+d0e719b86e9808b5/node_modules/react-aria/dist/exports/private/utils/useLayoutEffect.cjs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D:/pasar_fix/node_modules/.bun/react-aria@3.50.0+d0e719b86e9808b5/node_modules/react-aria/dist/exports/private/utils/useLayoutEffect.cjs.map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D:/pasar_fix/node_modules/.bun/react-aria@3.50.0+d0e719b86e9808b5/node_modules/react-aria/dist/exports/private/utils/useLayoutEffect.js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D:/pasar_fix/node_modules/.bun/react-aria@3.50.0+d0e719b86e9808b5/node_modules/react-aria/dist/exports/private/utils/useLayoutEffect.js.map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D:/pasar_fix/node_modules/.bun/react-aria@3.50.0+d0e719b86e9808b5/node_modules/react-aria/dist/exports/private/utils/useLayoutEffect.mjs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D:/pasar_fix/node_modules/.bun/react-aria@3.50.0+d0e719b86e9808b5/node_modules/react-aria/dist/exports/private/utils/useLayoutEffect.mjs.map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D:/pasar_fix/node_modules/.bun/react-aria@3.50.0+d0e719b86e9808b5/node_modules/react-aria/dist/exports/private/utils/useLoadMore.cjs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D:/pasar_fix/node_modules/.bun/react-aria@3.50.0+d0e719b86e9808b5/node_modules/react-aria/dist/exports/private/utils/useLoadMore.cjs.map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D:/pasar_fix/node_modules/.bun/react-aria@3.50.0+d0e719b86e9808b5/node_modules/react-aria/dist/exports/private/utils/useLoadMore.js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D:/pasar_fix/node_modules/.bun/react-aria@3.50.0+d0e719b86e9808b5/node_modules/react-aria/dist/exports/private/utils/useLoadMore.js.map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D:/pasar_fix/node_modules/.bun/react-aria@3.50.0+d0e719b86e9808b5/node_modules/react-aria/dist/exports/private/utils/useLoadMore.mjs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D:/pasar_fix/node_modules/.bun/react-aria@3.50.0+d0e719b86e9808b5/node_modules/react-aria/dist/exports/private/utils/useLoadMore.mjs.map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D:/pasar_fix/node_modules/.bun/react-aria@3.50.0+d0e719b86e9808b5/node_modules/react-aria/dist/exports/private/utils/useLoadMoreSentinel.cjs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D:/pasar_fix/node_modules/.bun/react-aria@3.50.0+d0e719b86e9808b5/node_modules/react-aria/dist/exports/private/utils/useLoadMoreSentinel.cjs.map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D:/pasar_fix/node_modules/.bun/react-aria@3.50.0+d0e719b86e9808b5/node_modules/react-aria/dist/exports/private/utils/useLoadMoreSentinel.js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D:/pasar_fix/node_modules/.bun/react-aria@3.50.0+d0e719b86e9808b5/node_modules/react-aria/dist/exports/private/utils/useLoadMoreSentinel.js.map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D:/pasar_fix/node_modules/.bun/react-aria@3.50.0+d0e719b86e9808b5/node_modules/react-aria/dist/exports/private/utils/useLoadMoreSentinel.mjs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D:/pasar_fix/node_modules/.bun/react-aria@3.50.0+d0e719b86e9808b5/node_modules/react-aria/dist/exports/private/utils/useLoadMoreSentinel.mjs.map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D:/pasar_fix/node_modules/.bun/react-aria@3.50.0+d0e719b86e9808b5/node_modules/react-aria/dist/exports/private/utils/useResizeObserver.cjs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D:/pasar_fix/node_modules/.bun/react-aria@3.50.0+d0e719b86e9808b5/node_modules/react-aria/dist/exports/private/utils/useResizeObserver.cjs.map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D:/pasar_fix/node_modules/.bun/react-aria@3.50.0+d0e719b86e9808b5/node_modules/react-aria/dist/exports/private/utils/useResizeObserver.js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D:/pasar_fix/node_modules/.bun/react-aria@3.50.0+d0e719b86e9808b5/node_modules/react-aria/dist/exports/private/utils/useResizeObserver.js.map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D:/pasar_fix/node_modules/.bun/react-aria@3.50.0+d0e719b86e9808b5/node_modules/react-aria/dist/exports/private/utils/useResizeObserver.mjs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D:/pasar_fix/node_modules/.bun/react-aria@3.50.0+d0e719b86e9808b5/node_modules/react-aria/dist/exports/private/utils/useResizeObserver.mjs.map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D:/pasar_fix/node_modules/.bun/react-aria@3.50.0+d0e719b86e9808b5/node_modules/react-aria/dist/exports/private/utils/useSyncRef.cjs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D:/pasar_fix/node_modules/.bun/react-aria@3.50.0+d0e719b86e9808b5/node_modules/react-aria/dist/exports/private/utils/useSyncRef.cjs.map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D:/pasar_fix/node_modules/.bun/react-aria@3.50.0+d0e719b86e9808b5/node_modules/react-aria/dist/exports/private/utils/useSyncRef.js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D:/pasar_fix/node_modules/.bun/react-aria@3.50.0+d0e719b86e9808b5/node_modules/react-aria/dist/exports/private/utils/useSyncRef.js.map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D:/pasar_fix/node_modules/.bun/react-aria@3.50.0+d0e719b86e9808b5/node_modules/react-aria/dist/exports/private/utils/useSyncRef.mjs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D:/pasar_fix/node_modules/.bun/react-aria@3.50.0+d0e719b86e9808b5/node_modules/react-aria/dist/exports/private/utils/useSyncRef.mjs.map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D:/pasar_fix/node_modules/.bun/react-aria@3.50.0+d0e719b86e9808b5/node_modules/react-aria/dist/exports/private/utils/useUpdateEffect.cjs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D:/pasar_fix/node_modules/.bun/react-aria@3.50.0+d0e719b86e9808b5/node_modules/react-aria/dist/exports/private/utils/useUpdateEffect.cjs.map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D:/pasar_fix/node_modules/.bun/react-aria@3.50.0+d0e719b86e9808b5/node_modules/react-aria/dist/exports/private/utils/useUpdateEffect.js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D:/pasar_fix/node_modules/.bun/react-aria@3.50.0+d0e719b86e9808b5/node_modules/react-aria/dist/exports/private/utils/useUpdateEffect.js.map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D:/pasar_fix/node_modules/.bun/react-aria@3.50.0+d0e719b86e9808b5/node_modules/react-aria/dist/exports/private/utils/useUpdateEffect.mjs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D:/pasar_fix/node_modules/.bun/react-aria@3.50.0+d0e719b86e9808b5/node_modules/react-aria/dist/exports/private/utils/useUpdateEffect.mjs.map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D:/pasar_fix/node_modules/.bun/react-aria@3.50.0+d0e719b86e9808b5/node_modules/react-aria/dist/exports/private/utils/useUpdateLayoutEffect.cjs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D:/pasar_fix/node_modules/.bun/react-aria@3.50.0+d0e719b86e9808b5/node_modules/react-aria/dist/exports/private/utils/useUpdateLayoutEffect.cjs.map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D:/pasar_fix/node_modules/.bun/react-aria@3.50.0+d0e719b86e9808b5/node_modules/react-aria/dist/exports/private/utils/useUpdateLayoutEffect.js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D:/pasar_fix/node_modules/.bun/react-aria@3.50.0+d0e719b86e9808b5/node_modules/react-aria/dist/exports/private/utils/useUpdateLayoutEffect.js.map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D:/pasar_fix/node_modules/.bun/react-aria@3.50.0+d0e719b86e9808b5/node_modules/react-aria/dist/exports/private/utils/useUpdateLayoutEffect.mjs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D:/pasar_fix/node_modules/.bun/react-aria@3.50.0+d0e719b86e9808b5/node_modules/react-aria/dist/exports/private/utils/useUpdateLayoutEffect.mjs.map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D:/pasar_fix/node_modules/.bun/react-aria@3.50.0+d0e719b86e9808b5/node_modules/react-aria/dist/exports/private/utils/useValueEffect.cjs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D:/pasar_fix/node_modules/.bun/react-aria@3.50.0+d0e719b86e9808b5/node_modules/react-aria/dist/exports/private/utils/useValueEffect.cjs.map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D:/pasar_fix/node_modules/.bun/react-aria@3.50.0+d0e719b86e9808b5/node_modules/react-aria/dist/exports/private/utils/useValueEffect.js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D:/pasar_fix/node_modules/.bun/react-aria@3.50.0+d0e719b86e9808b5/node_modules/react-aria/dist/exports/private/utils/useValueEffect.js.map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D:/pasar_fix/node_modules/.bun/react-aria@3.50.0+d0e719b86e9808b5/node_modules/react-aria/dist/exports/private/utils/useValueEffect.mjs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D:/pasar_fix/node_modules/.bun/react-aria@3.50.0+d0e719b86e9808b5/node_modules/react-aria/dist/exports/private/utils/useValueEffect.mjs.map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D:/pasar_fix/node_modules/.bun/react-aria@3.50.0+d0e719b86e9808b5/node_modules/react-aria/dist/exports/private/utils/useViewportSize.cjs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D:/pasar_fix/node_modules/.bun/react-aria@3.50.0+d0e719b86e9808b5/node_modules/react-aria/dist/exports/private/utils/useViewportSize.cjs.map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D:/pasar_fix/node_modules/.bun/react-aria@3.50.0+d0e719b86e9808b5/node_modules/react-aria/dist/exports/private/utils/useViewportSize.js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D:/pasar_fix/node_modules/.bun/react-aria@3.50.0+d0e719b86e9808b5/node_modules/react-aria/dist/exports/private/utils/useViewportSize.js.map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D:/pasar_fix/node_modules/.bun/react-aria@3.50.0+d0e719b86e9808b5/node_modules/react-aria/dist/exports/private/utils/useViewportSize.mjs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D:/pasar_fix/node_modules/.bun/react-aria@3.50.0+d0e719b86e9808b5/node_modules/react-aria/dist/exports/private/utils/useViewportSize.mjs.map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D:/pasar_fix/node_modules/.bun/react-aria@3.50.0+d0e719b86e9808b5/node_modules/react-aria/dist/exports/private/utils/shadowdom/DOMFunctions.cjs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D:/pasar_fix/node_modules/.bun/react-aria@3.50.0+d0e719b86e9808b5/node_modules/react-aria/dist/exports/private/utils/shadowdom/DOMFunctions.cjs.map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D:/pasar_fix/node_modules/.bun/react-aria@3.50.0+d0e719b86e9808b5/node_modules/react-aria/dist/exports/private/utils/shadowdom/DOMFunctions.js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D:/pasar_fix/node_modules/.bun/react-aria@3.50.0+d0e719b86e9808b5/node_modules/react-aria/dist/exports/private/utils/shadowdom/DOMFunctions.js.map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D:/pasar_fix/node_modules/.bun/react-aria@3.50.0+d0e719b86e9808b5/node_modules/react-aria/dist/exports/private/utils/shadowdom/DOMFunctions.mjs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D:/pasar_fix/node_modules/.bun/react-aria@3.50.0+d0e719b86e9808b5/node_modules/react-aria/dist/exports/private/utils/shadowdom/DOMFunctions.mjs.map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D:/pasar_fix/node_modules/.bun/react-aria@3.50.0+d0e719b86e9808b5/node_modules/react-aria/dist/exports/private/utils/shadowdom/ShadowTreeWalker.cjs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D:/pasar_fix/node_modules/.bun/react-aria@3.50.0+d0e719b86e9808b5/node_modules/react-aria/dist/exports/private/utils/shadowdom/ShadowTreeWalker.cjs.map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D:/pasar_fix/node_modules/.bun/react-aria@3.50.0+d0e719b86e9808b5/node_modules/react-aria/dist/exports/private/utils/shadowdom/ShadowTreeWalker.js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D:/pasar_fix/node_modules/.bun/react-aria@3.50.0+d0e719b86e9808b5/node_modules/react-aria/dist/exports/private/utils/shadowdom/ShadowTreeWalker.js.map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D:/pasar_fix/node_modules/.bun/react-aria@3.50.0+d0e719b86e9808b5/node_modules/react-aria/dist/exports/private/utils/shadowdom/ShadowTreeWalker.mjs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D:/pasar_fix/node_modules/.bun/react-aria@3.50.0+d0e719b86e9808b5/node_modules/react-aria/dist/exports/private/utils/shadowdom/ShadowTreeWalker.mjs.map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D:/pasar_fix/node_modules/.bun/react-aria@3.50.0+d0e719b86e9808b5/node_modules/react-aria/dist/exports/private/virtualizer/ScrollView.cjs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D:/pasar_fix/node_modules/.bun/react-aria@3.50.0+d0e719b86e9808b5/node_modules/react-aria/dist/exports/private/virtualizer/ScrollView.cjs.map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D:/pasar_fix/node_modules/.bun/react-aria@3.50.0+d0e719b86e9808b5/node_modules/react-aria/dist/exports/private/virtualizer/ScrollView.js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D:/pasar_fix/node_modules/.bun/react-aria@3.50.0+d0e719b86e9808b5/node_modules/react-aria/dist/exports/private/virtualizer/ScrollView.js.map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D:/pasar_fix/node_modules/.bun/react-aria@3.50.0+d0e719b86e9808b5/node_modules/react-aria/dist/exports/private/virtualizer/ScrollView.mjs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D:/pasar_fix/node_modules/.bun/react-aria@3.50.0+d0e719b86e9808b5/node_modules/react-aria/dist/exports/private/virtualizer/ScrollView.mjs.map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D:/pasar_fix/node_modules/.bun/react-aria@3.50.0+d0e719b86e9808b5/node_modules/react-aria/dist/exports/private/virtualizer/useVirtualizerItem.cjs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D:/pasar_fix/node_modules/.bun/react-aria@3.50.0+d0e719b86e9808b5/node_modules/react-aria/dist/exports/private/virtualizer/useVirtualizerItem.cjs.map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D:/pasar_fix/node_modules/.bun/react-aria@3.50.0+d0e719b86e9808b5/node_modules/react-aria/dist/exports/private/virtualizer/useVirtualizerItem.js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D:/pasar_fix/node_modules/.bun/react-aria@3.50.0+d0e719b86e9808b5/node_modules/react-aria/dist/exports/private/virtualizer/useVirtualizerItem.js.map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D:/pasar_fix/node_modules/.bun/react-aria@3.50.0+d0e719b86e9808b5/node_modules/react-aria/dist/exports/private/virtualizer/useVirtualizerItem.mjs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D:/pasar_fix/node_modules/.bun/react-aria@3.50.0+d0e719b86e9808b5/node_modules/react-aria/dist/exports/private/virtualizer/useVirtualizerItem.mjs.map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D:/pasar_fix/node_modules/.bun/react-aria@3.50.0+d0e719b86e9808b5/node_modules/react-aria/dist/exports/private/virtualizer/utils.cjs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D:/pasar_fix/node_modules/.bun/react-aria@3.50.0+d0e719b86e9808b5/node_modules/react-aria/dist/exports/private/virtualizer/utils.cjs.map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D:/pasar_fix/node_modules/.bun/react-aria@3.50.0+d0e719b86e9808b5/node_modules/react-aria/dist/exports/private/virtualizer/utils.js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D:/pasar_fix/node_modules/.bun/react-aria@3.50.0+d0e719b86e9808b5/node_modules/react-aria/dist/exports/private/virtualizer/utils.js.map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D:/pasar_fix/node_modules/.bun/react-aria@3.50.0+d0e719b86e9808b5/node_modules/react-aria/dist/exports/private/virtualizer/utils.mjs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D:/pasar_fix/node_modules/.bun/react-aria@3.50.0+d0e719b86e9808b5/node_modules/react-aria/dist/exports/private/virtualizer/utils.mjs.map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D:/pasar_fix/node_modules/.bun/react-aria@3.50.0+d0e719b86e9808b5/node_modules/react-aria/dist/exports/private/virtualizer/Virtualizer.cjs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D:/pasar_fix/node_modules/.bun/react-aria@3.50.0+d0e719b86e9808b5/node_modules/react-aria/dist/exports/private/virtualizer/Virtualizer.cjs.map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D:/pasar_fix/node_modules/.bun/react-aria@3.50.0+d0e719b86e9808b5/node_modules/react-aria/dist/exports/private/virtualizer/Virtualizer.js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D:/pasar_fix/node_modules/.bun/react-aria@3.50.0+d0e719b86e9808b5/node_modules/react-aria/dist/exports/private/virtualizer/Virtualizer.js.map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D:/pasar_fix/node_modules/.bun/react-aria@3.50.0+d0e719b86e9808b5/node_modules/react-aria/dist/exports/private/virtualizer/Virtualizer.mjs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D:/pasar_fix/node_modules/.bun/react-aria@3.50.0+d0e719b86e9808b5/node_modules/react-aria/dist/exports/private/virtualizer/Virtualizer.mjs.map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D:/pasar_fix/node_modules/.bun/react-aria@3.50.0+d0e719b86e9808b5/node_modules/react-aria/dist/exports/private/virtualizer/VirtualizerItem.cjs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D:/pasar_fix/node_modules/.bun/react-aria@3.50.0+d0e719b86e9808b5/node_modules/react-aria/dist/exports/private/virtualizer/VirtualizerItem.cjs.map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D:/pasar_fix/node_modules/.bun/react-aria@3.50.0+d0e719b86e9808b5/node_modules/react-aria/dist/exports/private/virtualizer/VirtualizerItem.js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D:/pasar_fix/node_modules/.bun/react-aria@3.50.0+d0e719b86e9808b5/node_modules/react-aria/dist/exports/private/virtualizer/VirtualizerItem.js.map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D:/pasar_fix/node_modules/.bun/react-aria@3.50.0+d0e719b86e9808b5/node_modules/react-aria/dist/exports/private/virtualizer/VirtualizerItem.mjs</a:t>
            </a:r>
          </a:p>
          <a:p>
            <a:pPr>
              <a:defRPr sz="1200"/>
            </a:pPr>
            <a:r>
              <a:t>D:/pasar_fix/node_modules/.bun/react-aria@3.50.0+d0e719b86e9808b5/node_modules/react-aria/dist/exports/private/virtualizer/VirtualizerItem.mjs.map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D:/pasar_fix/node_modules/.bun/react-aria@3.50.0+d0e719b86e9808b5/node_modules/react-aria/dist/private/actiongroup/useActionGroup.cjs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D:/pasar_fix/node_modules/.bun/react-aria@3.50.0+d0e719b86e9808b5/node_modules/react-aria/dist/private/actiongroup/useActionGroup.cjs.map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D:/pasar_fix/node_modules/.bun/react-aria@3.50.0+d0e719b86e9808b5/node_modules/react-aria/dist/private/actiongroup/useActionGroup.js</a:t>
            </a:r>
          </a:p>
          <a:p>
            <a:pPr>
              <a:defRPr sz="1200"/>
            </a:pPr>
            <a:r>
              <a:t>D:/pasar_fix/node_modules/.bun/react-aria@3.50.0+d0e719b86e9808b5/node_modules/react-aria/dist/private/actiongroup/useActionGroup.js.map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D:/pasar_fix/node_modules/.bun/react-aria@3.50.0+d0e719b86e9808b5/node_modules/react-aria/dist/private/actiongroup/useActionGroup.mjs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D:/pasar_fix/node_modules/.bun/react-aria@3.50.0+d0e719b86e9808b5/node_modules/react-aria/dist/private/actiongroup/useActionGroup.mjs.map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D:/pasar_fix/node_modules/.bun/react-aria@3.50.0+d0e719b86e9808b5/node_modules/react-aria/dist/private/actiongroup/useActionGroupItem.cjs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D:/pasar_fix/node_modules/.bun/react-aria@3.50.0+d0e719b86e9808b5/node_modules/react-aria/dist/private/actiongroup/useActionGroupItem.cjs.map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D:/pasar_fix/node_modules/.bun/react-aria@3.50.0+d0e719b86e9808b5/node_modules/react-aria/dist/private/actiongroup/useActionGroupItem.js</a:t>
            </a:r>
          </a:p>
          <a:p>
            <a:pPr>
              <a:defRPr sz="1200"/>
            </a:pPr>
            <a:r>
              <a:t>D:/pasar_fix/node_modules/.bun/react-aria@3.50.0+d0e719b86e9808b5/node_modules/react-aria/dist/private/actiongroup/useActionGroupItem.js.map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D:/pasar_fix/node_modules/.bun/react-aria@3.50.0+d0e719b86e9808b5/node_modules/react-aria/dist/private/actiongroup/useActionGroupItem.mjs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D:/pasar_fix/node_modules/.bun/react-aria@3.50.0+d0e719b86e9808b5/node_modules/react-aria/dist/private/actiongroup/useActionGroupItem.mjs.map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D:/pasar_fix/node_modules/.bun/react-aria@3.50.0+d0e719b86e9808b5/node_modules/react-aria/dist/private/aria-modal-polyfill/ariaModalPolyfill.cjs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D:/pasar_fix/node_modules/.bun/react-aria@3.50.0+d0e719b86e9808b5/node_modules/react-aria/dist/private/aria-modal-polyfill/ariaModalPolyfill.cjs.map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D:/pasar_fix/node_modules/.bun/react-aria@3.50.0+d0e719b86e9808b5/node_modules/react-aria/dist/private/aria-modal-polyfill/ariaModalPolyfill.js</a:t>
            </a:r>
          </a:p>
          <a:p>
            <a:pPr>
              <a:defRPr sz="1200"/>
            </a:pPr>
            <a:r>
              <a:t>D:/pasar_fix/node_modules/.bun/react-aria@3.50.0+d0e719b86e9808b5/node_modules/react-aria/dist/private/aria-modal-polyfill/ariaModalPolyfill.js.map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D:/pasar_fix/node_modules/.bun/react-aria@3.50.0+d0e719b86e9808b5/node_modules/react-aria/dist/private/aria-modal-polyfill/ariaModalPolyfill.mjs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D:/pasar_fix/node_modules/.bun/react-aria@3.50.0+d0e719b86e9808b5/node_modules/react-aria/dist/private/aria-modal-polyfill/ariaModalPolyfill.mjs.map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D:/pasar_fix/node_modules/.bun/react-aria@3.50.0+d0e719b86e9808b5/node_modules/react-aria/dist/private/autocomplete/intlStrings.cjs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D:/pasar_fix/node_modules/.bun/react-aria@3.50.0+d0e719b86e9808b5/node_modules/react-aria/dist/private/autocomplete/intlStrings.cjs.map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D:/pasar_fix/node_modules/.bun/react-aria@3.50.0+d0e719b86e9808b5/node_modules/react-aria/dist/private/autocomplete/intlStrings.js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D:/pasar_fix/node_modules/.bun/react-aria@3.50.0+d0e719b86e9808b5/node_modules/react-aria/dist/private/autocomplete/intlStrings.js.map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D:/pasar_fix/node_modules/.bun/react-aria@3.50.0+d0e719b86e9808b5/node_modules/react-aria/dist/private/autocomplete/intlStrings.mjs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D:/pasar_fix/node_modules/.bun/react-aria@3.50.0+d0e719b86e9808b5/node_modules/react-aria/dist/private/autocomplete/intlStrings.mjs.map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D:/pasar_fix/node_modules/.bun/react-aria@3.50.0+d0e719b86e9808b5/node_modules/react-aria/dist/private/autocomplete/useAutocomplete.cjs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D:/pasar_fix/node_modules/.bun/react-aria@3.50.0+d0e719b86e9808b5/node_modules/react-aria/dist/private/autocomplete/useAutocomplete.cjs.map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D:/pasar_fix/node_modules/.bun/react-aria@3.50.0+d0e719b86e9808b5/node_modules/react-aria/dist/private/autocomplete/useAutocomplete.js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D:/pasar_fix/node_modules/.bun/react-aria@3.50.0+d0e719b86e9808b5/node_modules/react-aria/dist/private/autocomplete/useAutocomplete.js.map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D:/pasar_fix/node_modules/.bun/react-aria@3.50.0+d0e719b86e9808b5/node_modules/react-aria/dist/private/autocomplete/useAutocomplete.mjs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D:/pasar_fix/node_modules/.bun/react-aria@3.50.0+d0e719b86e9808b5/node_modules/react-aria/dist/private/autocomplete/useAutocomplete.mjs.map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D:/pasar_fix/node_modules/.bun/react-aria@3.50.0+d0e719b86e9808b5/node_modules/react-aria/dist/private/autocomplete/useSearchAutocomplete.cjs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D:/pasar_fix/node_modules/.bun/react-aria@3.50.0+d0e719b86e9808b5/node_modules/react-aria/dist/private/autocomplete/useSearchAutocomplete.cjs.map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D:/pasar_fix/node_modules/.bun/react-aria@3.50.0+d0e719b86e9808b5/node_modules/react-aria/dist/private/autocomplete/useSearchAutocomplete.js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D:/pasar_fix/node_modules/.bun/react-aria@3.50.0+d0e719b86e9808b5/node_modules/react-aria/dist/private/autocomplete/useSearchAutocomplete.js.map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D:/pasar_fix/node_modules/.bun/react-aria@3.50.0+d0e719b86e9808b5/node_modules/react-aria/dist/private/autocomplete/useSearchAutocomplete.mjs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D:/pasar_fix/node_modules/.bun/react-aria@3.50.0+d0e719b86e9808b5/node_modules/react-aria/dist/private/autocomplete/useSearchAutocomplete.mjs.map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D:/pasar_fix/node_modules/.bun/react-aria@3.50.0+d0e719b86e9808b5/node_modules/react-aria/dist/private/breadcrumbs/intlStrings.cjs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D:/pasar_fix/node_modules/.bun/react-aria@3.50.0+d0e719b86e9808b5/node_modules/react-aria/dist/private/breadcrumbs/intlStrings.cjs.map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D:/pasar_fix/node_modules/.bun/react-aria@3.50.0+d0e719b86e9808b5/node_modules/react-aria/dist/private/breadcrumbs/intlStrings.js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D:/pasar_fix/node_modules/.bun/react-aria@3.50.0+d0e719b86e9808b5/node_modules/react-aria/dist/private/breadcrumbs/intlStrings.js.map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D:/pasar_fix/node_modules/.bun/react-aria@3.50.0+d0e719b86e9808b5/node_modules/react-aria/dist/private/breadcrumbs/intlStrings.mjs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D:/pasar_fix/node_modules/.bun/react-aria@3.50.0+d0e719b86e9808b5/node_modules/react-aria/dist/private/breadcrumbs/intlStrings.mjs.map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D:/pasar_fix/node_modules/.bun/react-aria@3.50.0+d0e719b86e9808b5/node_modules/react-aria/dist/private/breadcrumbs/useBreadcrumbItem.cjs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D:/pasar_fix/node_modules/.bun/react-aria@3.50.0+d0e719b86e9808b5/node_modules/react-aria/dist/private/breadcrumbs/useBreadcrumbItem.cjs.map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D:/pasar_fix/node_modules/.bun/react-aria@3.50.0+d0e719b86e9808b5/node_modules/react-aria/dist/private/breadcrumbs/useBreadcrumbItem.js</a:t>
            </a:r>
          </a:p>
          <a:p>
            <a:pPr>
              <a:defRPr sz="1200"/>
            </a:pPr>
            <a:r>
              <a:t>D:/pasar_fix/node_modules/.bun/react-aria@3.50.0+d0e719b86e9808b5/node_modules/react-aria/dist/private/breadcrumbs/useBreadcrumbItem.js.map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D:/pasar_fix/node_modules/.bun/react-aria@3.50.0+d0e719b86e9808b5/node_modules/react-aria/dist/private/breadcrumbs/useBreadcrumbItem.mjs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D:/pasar_fix/node_modules/.bun/react-aria@3.50.0+d0e719b86e9808b5/node_modules/react-aria/dist/private/breadcrumbs/useBreadcrumbItem.mjs.map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D:/pasar_fix/node_modules/.bun/react-aria@3.50.0+d0e719b86e9808b5/node_modules/react-aria/dist/private/breadcrumbs/useBreadcrumbs.cjs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D:/pasar_fix/node_modules/.bun/react-aria@3.50.0+d0e719b86e9808b5/node_modules/react-aria/dist/private/breadcrumbs/useBreadcrumbs.cjs.map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D:/pasar_fix/node_modules/.bun/react-aria@3.50.0+d0e719b86e9808b5/node_modules/react-aria/dist/private/breadcrumbs/useBreadcrumbs.js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D:/pasar_fix/node_modules/.bun/react-aria@3.50.0+d0e719b86e9808b5/node_modules/react-aria/dist/private/breadcrumbs/useBreadcrumbs.js.map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D:/pasar_fix/node_modules/.bun/react-aria@3.50.0+d0e719b86e9808b5/node_modules/react-aria/dist/private/breadcrumbs/useBreadcrumbs.mjs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D:/pasar_fix/node_modules/.bun/react-aria@3.50.0+d0e719b86e9808b5/node_modules/react-aria/dist/private/breadcrumbs/useBreadcrumbs.mjs.map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D:/pasar_fix/node_modules/.bun/react-aria@3.50.0+d0e719b86e9808b5/node_modules/react-aria/dist/private/button/useButton.cjs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D:/pasar_fix/node_modules/.bun/react-aria@3.50.0+d0e719b86e9808b5/node_modules/react-aria/dist/private/button/useButton.cjs.map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D:/pasar_fix/node_modules/.bun/react-aria@3.50.0+d0e719b86e9808b5/node_modules/react-aria/dist/private/button/useButton.js</a:t>
            </a:r>
          </a:p>
          <a:p>
            <a:pPr>
              <a:defRPr sz="1200"/>
            </a:pPr>
            <a:r>
              <a:t>D:/pasar_fix/node_modules/.bun/react-aria@3.50.0+d0e719b86e9808b5/node_modules/react-aria/dist/private/button/useButton.js.map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D:/pasar_fix/node_modules/.bun/react-aria@3.50.0+d0e719b86e9808b5/node_modules/react-aria/dist/private/button/useButton.mjs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D:/pasar_fix/node_modules/.bun/react-aria@3.50.0+d0e719b86e9808b5/node_modules/react-aria/dist/private/button/useButton.mjs.map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D:/pasar_fix/node_modules/.bun/react-aria@3.50.0+d0e719b86e9808b5/node_modules/react-aria/dist/private/button/useToggleButton.cjs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D:/pasar_fix/node_modules/.bun/react-aria@3.50.0+d0e719b86e9808b5/node_modules/react-aria/dist/private/button/useToggleButton.cjs.map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D:/pasar_fix/node_modules/.bun/react-aria@3.50.0+d0e719b86e9808b5/node_modules/react-aria/dist/private/button/useToggleButton.js</a:t>
            </a:r>
          </a:p>
          <a:p>
            <a:pPr>
              <a:defRPr sz="1200"/>
            </a:pPr>
            <a:r>
              <a:t>D:/pasar_fix/node_modules/.bun/react-aria@3.50.0+d0e719b86e9808b5/node_modules/react-aria/dist/private/button/useToggleButton.js.map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D:/pasar_fix/node_modules/.bun/react-aria@3.50.0+d0e719b86e9808b5/node_modules/react-aria/dist/private/button/useToggleButton.mjs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D:/pasar_fix/node_modules/.bun/react-aria@3.50.0+d0e719b86e9808b5/node_modules/react-aria/dist/private/button/useToggleButton.mjs.map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D:/pasar_fix/node_modules/.bun/react-aria@3.50.0+d0e719b86e9808b5/node_modules/react-aria/dist/private/button/useToggleButtonGroup.cjs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D:/pasar_fix/node_modules/.bun/react-aria@3.50.0+d0e719b86e9808b5/node_modules/react-aria/dist/private/button/useToggleButtonGroup.cjs.map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D:/pasar_fix/node_modules/.bun/react-aria@3.50.0+d0e719b86e9808b5/node_modules/react-aria/dist/private/button/useToggleButtonGroup.js</a:t>
            </a:r>
          </a:p>
          <a:p>
            <a:pPr>
              <a:defRPr sz="1200"/>
            </a:pPr>
            <a:r>
              <a:t>D:/pasar_fix/node_modules/.bun/react-aria@3.50.0+d0e719b86e9808b5/node_modules/react-aria/dist/private/button/useToggleButtonGroup.js.map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D:/pasar_fix/node_modules/.bun/react-aria@3.50.0+d0e719b86e9808b5/node_modules/react-aria/dist/private/button/useToggleButtonGroup.mjs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D:/pasar_fix/node_modules/.bun/react-aria@3.50.0+d0e719b86e9808b5/node_modules/react-aria/dist/private/button/useToggleButtonGroup.mjs.map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D:/pasar_fix/node_modules/.bun/react-aria@3.50.0+d0e719b86e9808b5/node_modules/react-aria/dist/private/calendar/intlStrings.cjs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D:/pasar_fix/node_modules/.bun/react-aria@3.50.0+d0e719b86e9808b5/node_modules/react-aria/dist/private/calendar/intlStrings.cjs.map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D:/pasar_fix/node_modules/.bun/react-aria@3.50.0+d0e719b86e9808b5/node_modules/react-aria/dist/private/calendar/intlStrings.js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D:/pasar_fix/node_modules/.bun/react-aria@3.50.0+d0e719b86e9808b5/node_modules/react-aria/dist/private/calendar/intlStrings.js.map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D:/pasar_fix/node_modules/.bun/react-aria@3.50.0+d0e719b86e9808b5/node_modules/react-aria/dist/private/calendar/intlStrings.mjs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D:/pasar_fix/node_modules/.bun/react-aria@3.50.0+d0e719b86e9808b5/node_modules/react-aria/dist/private/calendar/intlStrings.mjs.map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D:/pasar_fix/node_modules/.bun/react-aria@3.50.0+d0e719b86e9808b5/node_modules/react-aria/dist/private/calendar/useCalendar.cjs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D:/pasar_fix/node_modules/.bun/react-aria@3.50.0+d0e719b86e9808b5/node_modules/react-aria/dist/private/calendar/useCalendar.cjs.map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D:/pasar_fix/node_modules/.bun/react-aria@3.50.0+d0e719b86e9808b5/node_modules/react-aria/dist/private/calendar/useCalendar.js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D:/pasar_fix/node_modules/.bun/react-aria@3.50.0+d0e719b86e9808b5/node_modules/react-aria/dist/private/calendar/useCalendar.js.map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D:/pasar_fix/node_modules/.bun/react-aria@3.50.0+d0e719b86e9808b5/node_modules/react-aria/dist/private/calendar/useCalendar.mjs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D:/pasar_fix/node_modules/.bun/react-aria@3.50.0+d0e719b86e9808b5/node_modules/react-aria/dist/private/calendar/useCalendar.mjs.map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D:/pasar_fix/node_modules/.bun/react-aria@3.50.0+d0e719b86e9808b5/node_modules/react-aria/dist/private/calendar/useCalendarBase.cjs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D:/pasar_fix/node_modules/.bun/react-aria@3.50.0+d0e719b86e9808b5/node_modules/react-aria/dist/private/calendar/useCalendarBase.cjs.map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D:/pasar_fix/node_modules/.bun/react-aria@3.50.0+d0e719b86e9808b5/node_modules/react-aria/dist/private/calendar/useCalendarBase.js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D:/pasar_fix/node_modules/.bun/react-aria@3.50.0+d0e719b86e9808b5/node_modules/react-aria/dist/private/calendar/useCalendarBase.js.map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D:/pasar_fix/node_modules/.bun/react-aria@3.50.0+d0e719b86e9808b5/node_modules/react-aria/dist/private/calendar/useCalendarBase.mjs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D:/pasar_fix/node_modules/.bun/react-aria@3.50.0+d0e719b86e9808b5/node_modules/react-aria/dist/private/calendar/useCalendarBase.mjs.map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D:/pasar_fix/node_modules/.bun/react-aria@3.50.0+d0e719b86e9808b5/node_modules/react-aria/dist/private/calendar/useCalendarCell.cjs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D:/pasar_fix/node_modules/.bun/react-aria@3.50.0+d0e719b86e9808b5/node_modules/react-aria/dist/private/calendar/useCalendarCell.cjs.map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D:/pasar_fix/node_modules/.bun/react-aria@3.50.0+d0e719b86e9808b5/node_modules/react-aria/dist/private/calendar/useCalendarCell.js</a:t>
            </a:r>
          </a:p>
          <a:p>
            <a:pPr>
              <a:defRPr sz="1200"/>
            </a:pPr>
            <a:r>
              <a:t>D:/pasar_fix/node_modules/.bun/react-aria@3.50.0+d0e719b86e9808b5/node_modules/react-aria/dist/private/calendar/useCalendarCell.js.map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D:/pasar_fix/node_modules/.bun/react-aria@3.50.0+d0e719b86e9808b5/node_modules/react-aria/dist/private/calendar/useCalendarCell.mjs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D:/pasar_fix/node_modules/.bun/react-aria@3.50.0+d0e719b86e9808b5/node_modules/react-aria/dist/private/calendar/useCalendarCell.mjs.map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D:/pasar_fix/node_modules/.bun/react-aria@3.50.0+d0e719b86e9808b5/node_modules/react-aria/dist/private/calendar/useCalendarGrid.cjs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D:/pasar_fix/node_modules/.bun/react-aria@3.50.0+d0e719b86e9808b5/node_modules/react-aria/dist/private/calendar/useCalendarGrid.cjs.map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D:/pasar_fix/node_modules/.bun/react-aria@3.50.0+d0e719b86e9808b5/node_modules/react-aria/dist/private/calendar/useCalendarGrid.js</a:t>
            </a:r>
          </a:p>
          <a:p>
            <a:pPr>
              <a:defRPr sz="1200"/>
            </a:pPr>
            <a:r>
              <a:t>D:/pasar_fix/node_modules/.bun/react-aria@3.50.0+d0e719b86e9808b5/node_modules/react-aria/dist/private/calendar/useCalendarGrid.js.map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D:/pasar_fix/node_modules/.bun/react-aria@3.50.0+d0e719b86e9808b5/node_modules/react-aria/dist/private/calendar/useCalendarGrid.mjs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D:/pasar_fix/node_modules/.bun/react-aria@3.50.0+d0e719b86e9808b5/node_modules/react-aria/dist/private/calendar/useCalendarGrid.mjs.map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D:/pasar_fix/node_modules/.bun/react-aria@3.50.0+d0e719b86e9808b5/node_modules/react-aria/dist/private/calendar/useCalendarHeading.cjs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D:/pasar_fix/node_modules/.bun/react-aria@3.50.0+d0e719b86e9808b5/node_modules/react-aria/dist/private/calendar/useCalendarHeading.cjs.map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D:/pasar_fix/node_modules/.bun/react-aria@3.50.0+d0e719b86e9808b5/node_modules/react-aria/dist/private/calendar/useCalendarHeading.js</a:t>
            </a:r>
          </a:p>
          <a:p>
            <a:pPr>
              <a:defRPr sz="1200"/>
            </a:pPr>
            <a:r>
              <a:t>D:/pasar_fix/node_modules/.bun/react-aria@3.50.0+d0e719b86e9808b5/node_modules/react-aria/dist/private/calendar/useCalendarHeading.js.map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D:/pasar_fix/node_modules/.bun/react-aria@3.50.0+d0e719b86e9808b5/node_modules/react-aria/dist/private/calendar/useCalendarHeading.mjs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D:/pasar_fix/node_modules/.bun/react-aria@3.50.0+d0e719b86e9808b5/node_modules/react-aria/dist/private/calendar/useCalendarHeading.mjs.map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D:/pasar_fix/node_modules/.bun/react-aria@3.50.0+d0e719b86e9808b5/node_modules/react-aria/dist/private/calendar/useCalendarMonthPicker.cjs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D:/pasar_fix/node_modules/.bun/react-aria@3.50.0+d0e719b86e9808b5/node_modules/react-aria/dist/private/calendar/useCalendarMonthPicker.cjs.map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D:/pasar_fix/node_modules/.bun/react-aria@3.50.0+d0e719b86e9808b5/node_modules/react-aria/dist/private/calendar/useCalendarMonthPicker.js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D:/pasar_fix/node_modules/.bun/react-aria@3.50.0+d0e719b86e9808b5/node_modules/react-aria/dist/private/calendar/useCalendarMonthPicker.js.map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D:/pasar_fix/node_modules/.bun/react-aria@3.50.0+d0e719b86e9808b5/node_modules/react-aria/dist/private/calendar/useCalendarMonthPicker.mjs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D:/pasar_fix/node_modules/.bun/react-aria@3.50.0+d0e719b86e9808b5/node_modules/react-aria/dist/private/calendar/useCalendarMonthPicker.mjs.map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D:/pasar_fix/node_modules/.bun/react-aria@3.50.0+d0e719b86e9808b5/node_modules/react-aria/dist/private/calendar/useCalendarYearPicker.cjs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D:/pasar_fix/node_modules/.bun/react-aria@3.50.0+d0e719b86e9808b5/node_modules/react-aria/dist/private/calendar/useCalendarYearPicker.cjs.map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D:/pasar_fix/node_modules/.bun/react-aria@3.50.0+d0e719b86e9808b5/node_modules/react-aria/dist/private/calendar/useCalendarYearPicker.js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D:/pasar_fix/node_modules/.bun/react-aria@3.50.0+d0e719b86e9808b5/node_modules/react-aria/dist/private/calendar/useCalendarYearPicker.js.map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D:/pasar_fix/node_modules/.bun/react-aria@3.50.0+d0e719b86e9808b5/node_modules/react-aria/dist/private/calendar/useCalendarYearPicker.mjs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D:/pasar_fix/node_modules/.bun/react-aria@3.50.0+d0e719b86e9808b5/node_modules/react-aria/dist/private/calendar/useCalendarYearPicker.mjs.map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D:/pasar_fix/node_modules/.bun/react-aria@3.50.0+d0e719b86e9808b5/node_modules/react-aria/dist/private/calendar/useRangeCalendar.cjs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D:/pasar_fix/node_modules/.bun/react-aria@3.50.0+d0e719b86e9808b5/node_modules/react-aria/dist/private/calendar/useRangeCalendar.cjs.map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D:/pasar_fix/node_modules/.bun/react-aria@3.50.0+d0e719b86e9808b5/node_modules/react-aria/dist/private/calendar/useRangeCalendar.js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D:/pasar_fix/node_modules/.bun/react-aria@3.50.0+d0e719b86e9808b5/node_modules/react-aria/dist/private/calendar/useRangeCalendar.js.map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D:/pasar_fix/node_modules/.bun/react-aria@3.50.0+d0e719b86e9808b5/node_modules/react-aria/dist/private/calendar/useRangeCalendar.mjs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D:/pasar_fix/node_modules/.bun/react-aria@3.50.0+d0e719b86e9808b5/node_modules/react-aria/dist/private/calendar/useRangeCalendar.mjs.map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D:/pasar_fix/node_modules/.bun/react-aria@3.50.0+d0e719b86e9808b5/node_modules/react-aria/dist/private/calendar/utils.cjs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D:/pasar_fix/node_modules/.bun/react-aria@3.50.0+d0e719b86e9808b5/node_modules/react-aria/dist/private/calendar/utils.cjs.map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D:/pasar_fix/node_modules/.bun/react-aria@3.50.0+d0e719b86e9808b5/node_modules/react-aria/dist/private/calendar/utils.js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D:/pasar_fix/node_modules/.bun/react-aria@3.50.0+d0e719b86e9808b5/node_modules/react-aria/dist/private/calendar/utils.js.map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D:/pasar_fix/node_modules/.bun/react-aria@3.50.0+d0e719b86e9808b5/node_modules/react-aria/dist/private/calendar/utils.mjs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D:/pasar_fix/node_modules/.bun/react-aria@3.50.0+d0e719b86e9808b5/node_modules/react-aria/dist/private/calendar/utils.mjs.map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D:/pasar_fix/node_modules/.bun/react-aria@3.50.0+d0e719b86e9808b5/node_modules/react-aria/dist/private/checkbox/useCheckbox.cjs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D:/pasar_fix/node_modules/.bun/react-aria@3.50.0+d0e719b86e9808b5/node_modules/react-aria/dist/private/checkbox/useCheckbox.cjs.map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D:/pasar_fix/node_modules/.bun/react-aria@3.50.0+d0e719b86e9808b5/node_modules/react-aria/dist/private/checkbox/useCheckbox.js</a:t>
            </a:r>
          </a:p>
          <a:p>
            <a:pPr>
              <a:defRPr sz="1200"/>
            </a:pPr>
            <a:r>
              <a:t>D:/pasar_fix/node_modules/.bun/react-aria@3.50.0+d0e719b86e9808b5/node_modules/react-aria/dist/private/checkbox/useCheckbox.js.map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D:/pasar_fix/node_modules/.bun/react-aria@3.50.0+d0e719b86e9808b5/node_modules/react-aria/dist/private/checkbox/useCheckbox.mjs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D:/pasar_fix/node_modules/.bun/react-aria@3.50.0+d0e719b86e9808b5/node_modules/react-aria/dist/private/checkbox/useCheckbox.mjs.map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D:/pasar_fix/node_modules/.bun/react-aria@3.50.0+d0e719b86e9808b5/node_modules/react-aria/dist/private/checkbox/useCheckboxGroup.cjs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D:/pasar_fix/node_modules/.bun/react-aria@3.50.0+d0e719b86e9808b5/node_modules/react-aria/dist/private/checkbox/useCheckboxGroup.cjs.map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D:/pasar_fix/node_modules/.bun/react-aria@3.50.0+d0e719b86e9808b5/node_modules/react-aria/dist/private/checkbox/useCheckboxGroup.js</a:t>
            </a:r>
          </a:p>
          <a:p>
            <a:pPr>
              <a:defRPr sz="1200"/>
            </a:pPr>
            <a:r>
              <a:t>D:/pasar_fix/node_modules/.bun/react-aria@3.50.0+d0e719b86e9808b5/node_modules/react-aria/dist/private/checkbox/useCheckboxGroup.js.map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D:/pasar_fix/node_modules/.bun/react-aria@3.50.0+d0e719b86e9808b5/node_modules/react-aria/dist/private/checkbox/useCheckboxGroup.mjs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D:/pasar_fix/node_modules/.bun/react-aria@3.50.0+d0e719b86e9808b5/node_modules/react-aria/dist/private/checkbox/useCheckboxGroup.mjs.map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D:/pasar_fix/node_modules/.bun/react-aria@3.50.0+d0e719b86e9808b5/node_modules/react-aria/dist/private/checkbox/useCheckboxGroupItem.cjs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D:/pasar_fix/node_modules/.bun/react-aria@3.50.0+d0e719b86e9808b5/node_modules/react-aria/dist/private/checkbox/useCheckboxGroupItem.cjs.map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D:/pasar_fix/node_modules/.bun/react-aria@3.50.0+d0e719b86e9808b5/node_modules/react-aria/dist/private/checkbox/useCheckboxGroupItem.js</a:t>
            </a:r>
          </a:p>
          <a:p>
            <a:pPr>
              <a:defRPr sz="1200"/>
            </a:pPr>
            <a:r>
              <a:t>D:/pasar_fix/node_modules/.bun/react-aria@3.50.0+d0e719b86e9808b5/node_modules/react-aria/dist/private/checkbox/useCheckboxGroupItem.js.map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D:/pasar_fix/node_modules/.bun/react-aria@3.50.0+d0e719b86e9808b5/node_modules/react-aria/dist/private/checkbox/useCheckboxGroupItem.mjs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D:/pasar_fix/node_modules/.bun/react-aria@3.50.0+d0e719b86e9808b5/node_modules/react-aria/dist/private/checkbox/useCheckboxGroupItem.mjs.map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D:/pasar_fix/node_modules/.bun/react-aria@3.50.0+d0e719b86e9808b5/node_modules/react-aria/dist/private/checkbox/utils.cjs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D:/pasar_fix/node_modules/.bun/react-aria@3.50.0+d0e719b86e9808b5/node_modules/react-aria/dist/private/checkbox/utils.cjs.map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D:/pasar_fix/node_modules/.bun/react-aria@3.50.0+d0e719b86e9808b5/node_modules/react-aria/dist/private/checkbox/utils.js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D:/pasar_fix/node_modules/.bun/react-aria@3.50.0+d0e719b86e9808b5/node_modules/react-aria/dist/private/checkbox/utils.js.map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D:/pasar_fix/node_modules/.bun/react-aria@3.50.0+d0e719b86e9808b5/node_modules/react-aria/dist/private/checkbox/utils.mjs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D:/pasar_fix/node_modules/.bun/react-aria@3.50.0+d0e719b86e9808b5/node_modules/react-aria/dist/private/checkbox/utils.mjs.map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D:/pasar_fix/node_modules/.bun/react-aria@3.50.0+d0e719b86e9808b5/node_modules/react-aria/dist/private/collections/BaseCollection.cjs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D:/pasar_fix/node_modules/.bun/react-aria@3.50.0+d0e719b86e9808b5/node_modules/react-aria/dist/private/collections/BaseCollection.cjs.map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D:/pasar_fix/node_modules/.bun/react-aria@3.50.0+d0e719b86e9808b5/node_modules/react-aria/dist/private/collections/BaseCollection.js</a:t>
            </a:r>
          </a:p>
          <a:p>
            <a:pPr>
              <a:defRPr sz="1200"/>
            </a:pPr>
            <a:r>
              <a:t>D:/pasar_fix/node_modules/.bun/react-aria@3.50.0+d0e719b86e9808b5/node_modules/react-aria/dist/private/collections/BaseCollection.js.map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D:/pasar_fix/node_modules/.bun/react-aria@3.50.0+d0e719b86e9808b5/node_modules/react-aria/dist/private/collections/BaseCollection.mjs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D:/pasar_fix/node_modules/.bun/react-aria@3.50.0+d0e719b86e9808b5/node_modules/react-aria/dist/private/collections/BaseCollection.mjs.map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D:/pasar_fix/node_modules/.bun/react-aria@3.50.0+d0e719b86e9808b5/node_modules/react-aria/dist/private/collections/CollectionBuilder.cjs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D:/pasar_fix/node_modules/.bun/react-aria@3.50.0+d0e719b86e9808b5/node_modules/react-aria/dist/private/collections/CollectionBuilder.cjs.map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D:/pasar_fix/node_modules/.bun/react-aria@3.50.0+d0e719b86e9808b5/node_modules/react-aria/dist/private/collections/CollectionBuilder.js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D:/pasar_fix/node_modules/.bun/react-aria@3.50.0+d0e719b86e9808b5/node_modules/react-aria/dist/private/collections/CollectionBuilder.js.map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D:/pasar_fix/node_modules/.bun/react-aria@3.50.0+d0e719b86e9808b5/node_modules/react-aria/dist/private/collections/CollectionBuilder.mjs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D:/pasar_fix/node_modules/.bun/react-aria@3.50.0+d0e719b86e9808b5/node_modules/react-aria/dist/private/collections/CollectionBuilder.mjs.map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D:/pasar_fix/node_modules/.bun/react-aria@3.50.0+d0e719b86e9808b5/node_modules/react-aria/dist/private/collections/Document.cjs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D:/pasar_fix/node_modules/.bun/react-aria@3.50.0+d0e719b86e9808b5/node_modules/react-aria/dist/private/collections/Document.cjs.map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D:/pasar_fix/node_modules/.bun/react-aria@3.50.0+d0e719b86e9808b5/node_modules/react-aria/dist/private/collections/Document.js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D:/pasar_fix/node_modules/.bun/react-aria@3.50.0+d0e719b86e9808b5/node_modules/react-aria/dist/private/collections/Document.js.map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D:/pasar_fix/node_modules/.bun/react-aria@3.50.0+d0e719b86e9808b5/node_modules/react-aria/dist/private/collections/Document.mjs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D:/pasar_fix/node_modules/.bun/react-aria@3.50.0+d0e719b86e9808b5/node_modules/react-aria/dist/private/collections/Document.mjs.map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D:/pasar_fix/node_modules/.bun/react-aria@3.50.0+d0e719b86e9808b5/node_modules/react-aria/dist/private/collections/Hidden.cjs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D:/pasar_fix/node_modules/.bun/react-aria@3.50.0+d0e719b86e9808b5/node_modules/react-aria/dist/private/collections/Hidden.cjs.map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D:/pasar_fix/node_modules/.bun/react-aria@3.50.0+d0e719b86e9808b5/node_modules/react-aria/dist/private/collections/Hidden.js</a:t>
            </a:r>
          </a:p>
          <a:p>
            <a:pPr>
              <a:defRPr sz="1200"/>
            </a:pPr>
            <a:r>
              <a:t>D:/pasar_fix/node_modules/.bun/react-aria@3.50.0+d0e719b86e9808b5/node_modules/react-aria/dist/private/collections/Hidden.js.map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D:/pasar_fix/node_modules/.bun/react-aria@3.50.0+d0e719b86e9808b5/node_modules/react-aria/dist/private/collections/Hidden.mjs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D:/pasar_fix/node_modules/.bun/react-aria@3.50.0+d0e719b86e9808b5/node_modules/react-aria/dist/private/collections/Hidden.mjs.map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D:/pasar_fix/node_modules/.bun/react-aria@3.50.0+d0e719b86e9808b5/node_modules/react-aria/dist/private/collections/useCachedChildren.cjs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D:/pasar_fix/node_modules/.bun/react-aria@3.50.0+d0e719b86e9808b5/node_modules/react-aria/dist/private/collections/useCachedChildren.cjs.map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D:/pasar_fix/node_modules/.bun/react-aria@3.50.0+d0e719b86e9808b5/node_modules/react-aria/dist/private/collections/useCachedChildren.js</a:t>
            </a:r>
          </a:p>
          <a:p>
            <a:pPr>
              <a:defRPr sz="1200"/>
            </a:pPr>
            <a:r>
              <a:t>D:/pasar_fix/node_modules/.bun/react-aria@3.50.0+d0e719b86e9808b5/node_modules/react-aria/dist/private/collections/useCachedChildren.js.map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D:/pasar_fix/node_modules/.bun/react-aria@3.50.0+d0e719b86e9808b5/node_modules/react-aria/dist/private/collections/useCachedChildren.mjs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D:/pasar_fix/node_modules/.bun/react-aria@3.50.0+d0e719b86e9808b5/node_modules/react-aria/dist/private/collections/useCachedChildren.mjs.map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D:/pasar_fix/node_modules/.bun/react-aria@3.50.0+d0e719b86e9808b5/node_modules/react-aria/dist/private/color/intlStrings.cjs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D:/pasar_fix/node_modules/.bun/react-aria@3.50.0+d0e719b86e9808b5/node_modules/react-aria/dist/private/color/intlStrings.cjs.map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D:/pasar_fix/node_modules/.bun/react-aria@3.50.0+d0e719b86e9808b5/node_modules/react-aria/dist/private/color/intlStrings.js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D:/pasar_fix/node_modules/.bun/react-aria@3.50.0+d0e719b86e9808b5/node_modules/react-aria/dist/private/color/intlStrings.js.map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D:/pasar_fix/node_modules/.bun/react-aria@3.50.0+d0e719b86e9808b5/node_modules/react-aria/dist/private/color/intlStrings.mjs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D:/pasar_fix/node_modules/.bun/react-aria@3.50.0+d0e719b86e9808b5/node_modules/react-aria/dist/private/color/intlStrings.mjs.map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D:/pasar_fix/node_modules/.bun/react-aria@3.50.0+d0e719b86e9808b5/node_modules/react-aria/dist/private/color/useColorArea.cjs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D:/pasar_fix/node_modules/.bun/react-aria@3.50.0+d0e719b86e9808b5/node_modules/react-aria/dist/private/color/useColorArea.cjs.map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D:/pasar_fix/node_modules/.bun/react-aria@3.50.0+d0e719b86e9808b5/node_modules/react-aria/dist/private/color/useColorArea.js</a:t>
            </a:r>
          </a:p>
          <a:p>
            <a:pPr>
              <a:defRPr sz="1200"/>
            </a:pPr>
            <a:r>
              <a:t>D:/pasar_fix/node_modules/.bun/react-aria@3.50.0+d0e719b86e9808b5/node_modules/react-aria/dist/private/color/useColorArea.js.map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D:/pasar_fix/node_modules/.bun/react-aria@3.50.0+d0e719b86e9808b5/node_modules/react-aria/dist/private/color/useColorArea.mjs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D:/pasar_fix/node_modules/.bun/react-aria@3.50.0+d0e719b86e9808b5/node_modules/react-aria/dist/private/color/useColorArea.mjs.map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D:/pasar_fix/node_modules/.bun/react-aria@3.50.0+d0e719b86e9808b5/node_modules/react-aria/dist/private/color/useColorAreaGradient.cjs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D:/pasar_fix/node_modules/.bun/react-aria@3.50.0+d0e719b86e9808b5/node_modules/react-aria/dist/private/color/useColorAreaGradient.cjs.map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D:/pasar_fix/node_modules/.bun/react-aria@3.50.0+d0e719b86e9808b5/node_modules/react-aria/dist/private/color/useColorAreaGradient.js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D:/pasar_fix/node_modules/.bun/react-aria@3.50.0+d0e719b86e9808b5/node_modules/react-aria/dist/private/color/useColorAreaGradient.js.map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D:/pasar_fix/node_modules/.bun/react-aria@3.50.0+d0e719b86e9808b5/node_modules/react-aria/dist/private/color/useColorAreaGradient.mjs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D:/pasar_fix/node_modules/.bun/react-aria@3.50.0+d0e719b86e9808b5/node_modules/react-aria/dist/private/color/useColorAreaGradient.mjs.map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D:/pasar_fix/node_modules/.bun/react-aria@3.50.0+d0e719b86e9808b5/node_modules/react-aria/dist/private/color/useColorChannelField.cjs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D:/pasar_fix/node_modules/.bun/react-aria@3.50.0+d0e719b86e9808b5/node_modules/react-aria/dist/private/color/useColorChannelField.cjs.map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D:/pasar_fix/node_modules/.bun/react-aria@3.50.0+d0e719b86e9808b5/node_modules/react-aria/dist/private/color/useColorChannelField.js</a:t>
            </a:r>
          </a:p>
          <a:p>
            <a:pPr>
              <a:defRPr sz="1200"/>
            </a:pPr>
            <a:r>
              <a:t>D:/pasar_fix/node_modules/.bun/react-aria@3.50.0+d0e719b86e9808b5/node_modules/react-aria/dist/private/color/useColorChannelField.js.map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D:/pasar_fix/node_modules/.bun/react-aria@3.50.0+d0e719b86e9808b5/node_modules/react-aria/dist/private/color/useColorChannelField.mjs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D:/pasar_fix/node_modules/.bun/react-aria@3.50.0+d0e719b86e9808b5/node_modules/react-aria/dist/private/color/useColorChannelField.mjs.map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D:/pasar_fix/node_modules/.bun/react-aria@3.50.0+d0e719b86e9808b5/node_modules/react-aria/dist/private/color/useColorField.cjs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D:/pasar_fix/node_modules/.bun/react-aria@3.50.0+d0e719b86e9808b5/node_modules/react-aria/dist/private/color/useColorField.cjs.map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D:/pasar_fix/node_modules/.bun/react-aria@3.50.0+d0e719b86e9808b5/node_modules/react-aria/dist/private/color/useColorField.js</a:t>
            </a:r>
          </a:p>
          <a:p>
            <a:pPr>
              <a:defRPr sz="1200"/>
            </a:pPr>
            <a:r>
              <a:t>D:/pasar_fix/node_modules/.bun/react-aria@3.50.0+d0e719b86e9808b5/node_modules/react-aria/dist/private/color/useColorField.js.map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D:/pasar_fix/node_modules/.bun/react-aria@3.50.0+d0e719b86e9808b5/node_modules/react-aria/dist/private/color/useColorField.mjs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D:/pasar_fix/node_modules/.bun/react-aria@3.50.0+d0e719b86e9808b5/node_modules/react-aria/dist/private/color/useColorField.mjs.map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D:/pasar_fix/node_modules/.bun/react-aria@3.50.0+d0e719b86e9808b5/node_modules/react-aria/dist/private/color/useColorSlider.cjs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D:/pasar_fix/node_modules/.bun/react-aria@3.50.0+d0e719b86e9808b5/node_modules/react-aria/dist/private/color/useColorSlider.cjs.map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D:/pasar_fix/node_modules/.bun/react-aria@3.50.0+d0e719b86e9808b5/node_modules/react-aria/dist/private/color/useColorSlider.js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D:/pasar_fix/node_modules/.bun/react-aria@3.50.0+d0e719b86e9808b5/node_modules/react-aria/dist/private/color/useColorSlider.js.map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D:/pasar_fix/node_modules/.bun/react-aria@3.50.0+d0e719b86e9808b5/node_modules/react-aria/dist/private/color/useColorSlider.mjs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D:/pasar_fix/node_modules/.bun/react-aria@3.50.0+d0e719b86e9808b5/node_modules/react-aria/dist/private/color/useColorSlider.mjs.map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D:/pasar_fix/node_modules/.bun/react-aria@3.50.0+d0e719b86e9808b5/node_modules/react-aria/dist/private/color/useColorSwatch.cjs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D:/pasar_fix/node_modules/.bun/react-aria@3.50.0+d0e719b86e9808b5/node_modules/react-aria/dist/private/color/useColorSwatch.cjs.map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D:/pasar_fix/node_modules/.bun/react-aria@3.50.0+d0e719b86e9808b5/node_modules/react-aria/dist/private/color/useColorSwatch.js</a:t>
            </a:r>
          </a:p>
          <a:p>
            <a:pPr>
              <a:defRPr sz="1200"/>
            </a:pPr>
            <a:r>
              <a:t>D:/pasar_fix/node_modules/.bun/react-aria@3.50.0+d0e719b86e9808b5/node_modules/react-aria/dist/private/color/useColorSwatch.js.map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D:/pasar_fix/node_modules/.bun/react-aria@3.50.0+d0e719b86e9808b5/node_modules/react-aria/dist/private/color/useColorSwatch.mjs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D:/pasar_fix/node_modules/.bun/react-aria@3.50.0+d0e719b86e9808b5/node_modules/react-aria/dist/private/color/useColorSwatch.mjs.map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D:/pasar_fix/node_modules/.bun/react-aria@3.50.0+d0e719b86e9808b5/node_modules/react-aria/dist/private/color/useColorWheel.cjs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D:/pasar_fix/node_modules/.bun/react-aria@3.50.0+d0e719b86e9808b5/node_modules/react-aria/dist/private/color/useColorWheel.cjs.map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D:/pasar_fix/node_modules/.bun/react-aria@3.50.0+d0e719b86e9808b5/node_modules/react-aria/dist/private/color/useColorWheel.js</a:t>
            </a:r>
          </a:p>
          <a:p>
            <a:pPr>
              <a:defRPr sz="1200"/>
            </a:pPr>
            <a:r>
              <a:t>D:/pasar_fix/node_modules/.bun/react-aria@3.50.0+d0e719b86e9808b5/node_modules/react-aria/dist/private/color/useColorWheel.js.map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D:/pasar_fix/node_modules/.bun/react-aria@3.50.0+d0e719b86e9808b5/node_modules/react-aria/dist/private/color/useColorWheel.mjs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D:/pasar_fix/node_modules/.bun/react-aria@3.50.0+d0e719b86e9808b5/node_modules/react-aria/dist/private/color/useColorWheel.mjs.map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D:/pasar_fix/node_modules/.bun/react-aria@3.50.0+d0e719b86e9808b5/node_modules/react-aria/dist/private/combobox/intlStrings.cjs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D:/pasar_fix/node_modules/.bun/react-aria@3.50.0+d0e719b86e9808b5/node_modules/react-aria/dist/private/combobox/intlStrings.cjs.map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D:/pasar_fix/node_modules/.bun/react-aria@3.50.0+d0e719b86e9808b5/node_modules/react-aria/dist/private/combobox/intlStrings.js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D:/pasar_fix/node_modules/.bun/react-aria@3.50.0+d0e719b86e9808b5/node_modules/react-aria/dist/private/combobox/intlStrings.js.map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D:/pasar_fix/node_modules/.bun/react-aria@3.50.0+d0e719b86e9808b5/node_modules/react-aria/dist/private/combobox/intlStrings.mjs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D:/pasar_fix/node_modules/.bun/react-aria@3.50.0+d0e719b86e9808b5/node_modules/react-aria/dist/private/combobox/intlStrings.mjs.map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D:/pasar_fix/node_modules/.bun/react-aria@3.50.0+d0e719b86e9808b5/node_modules/react-aria/dist/private/combobox/useComboBox.cjs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D:/pasar_fix/node_modules/.bun/react-aria@3.50.0+d0e719b86e9808b5/node_modules/react-aria/dist/private/combobox/useComboBox.cjs.map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D:/pasar_fix/node_modules/.bun/react-aria@3.50.0+d0e719b86e9808b5/node_modules/react-aria/dist/private/combobox/useComboBox.js</a:t>
            </a:r>
          </a:p>
          <a:p>
            <a:pPr>
              <a:defRPr sz="1200"/>
            </a:pPr>
            <a:r>
              <a:t>D:/pasar_fix/node_modules/.bun/react-aria@3.50.0+d0e719b86e9808b5/node_modules/react-aria/dist/private/combobox/useComboBox.js.map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D:/pasar_fix/node_modules/.bun/react-aria@3.50.0+d0e719b86e9808b5/node_modules/react-aria/dist/private/combobox/useComboBox.mjs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D:/pasar_fix/node_modules/.bun/react-aria@3.50.0+d0e719b86e9808b5/node_modules/react-aria/dist/private/combobox/useComboBox.mjs.map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D:/pasar_fix/node_modules/.bun/react-aria@3.50.0+d0e719b86e9808b5/node_modules/react-aria/dist/private/datepicker/intlStrings.cjs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D:/pasar_fix/node_modules/.bun/react-aria@3.50.0+d0e719b86e9808b5/node_modules/react-aria/dist/private/datepicker/intlStrings.cjs.map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D:/pasar_fix/node_modules/.bun/react-aria@3.50.0+d0e719b86e9808b5/node_modules/react-aria/dist/private/datepicker/intlStrings.js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D:/pasar_fix/node_modules/.bun/react-aria@3.50.0+d0e719b86e9808b5/node_modules/react-aria/dist/private/datepicker/intlStrings.js.map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D:/pasar_fix/node_modules/.bun/react-aria@3.50.0+d0e719b86e9808b5/node_modules/react-aria/dist/private/datepicker/intlStrings.mjs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D:/pasar_fix/node_modules/.bun/react-aria@3.50.0+d0e719b86e9808b5/node_modules/react-aria/dist/private/datepicker/intlStrings.mjs.map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D:/pasar_fix/node_modules/.bun/react-aria@3.50.0+d0e719b86e9808b5/node_modules/react-aria/dist/private/datepicker/useDateField.cjs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D:/pasar_fix/node_modules/.bun/react-aria@3.50.0+d0e719b86e9808b5/node_modules/react-aria/dist/private/datepicker/useDateField.cjs.map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D:/pasar_fix/node_modules/.bun/react-aria@3.50.0+d0e719b86e9808b5/node_modules/react-aria/dist/private/datepicker/useDateField.js</a:t>
            </a:r>
          </a:p>
          <a:p>
            <a:pPr>
              <a:defRPr sz="1200"/>
            </a:pPr>
            <a:r>
              <a:t>D:/pasar_fix/node_modules/.bun/react-aria@3.50.0+d0e719b86e9808b5/node_modules/react-aria/dist/private/datepicker/useDateField.js.map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D:/pasar_fix/node_modules/.bun/react-aria@3.50.0+d0e719b86e9808b5/node_modules/react-aria/dist/private/datepicker/useDateField.mjs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D:/pasar_fix/node_modules/.bun/react-aria@3.50.0+d0e719b86e9808b5/node_modules/react-aria/dist/private/datepicker/useDateField.mjs.map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D:/pasar_fix/node_modules/.bun/react-aria@3.50.0+d0e719b86e9808b5/node_modules/react-aria/dist/private/datepicker/useDatePicker.cjs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D:/pasar_fix/node_modules/.bun/react-aria@3.50.0+d0e719b86e9808b5/node_modules/react-aria/dist/private/datepicker/useDatePicker.cjs.map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D:/pasar_fix/node_modules/.bun/react-aria@3.50.0+d0e719b86e9808b5/node_modules/react-aria/dist/private/datepicker/useDatePicker.js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D:/pasar_fix/node_modules/.bun/react-aria@3.50.0+d0e719b86e9808b5/node_modules/react-aria/dist/private/datepicker/useDatePicker.js.map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D:/pasar_fix/node_modules/.bun/react-aria@3.50.0+d0e719b86e9808b5/node_modules/react-aria/dist/private/datepicker/useDatePicker.mjs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D:/pasar_fix/node_modules/.bun/react-aria@3.50.0+d0e719b86e9808b5/node_modules/react-aria/dist/private/datepicker/useDatePicker.mjs.map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D:/pasar_fix/node_modules/.bun/react-aria@3.50.0+d0e719b86e9808b5/node_modules/react-aria/dist/private/datepicker/useDatePickerGroup.cjs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D:/pasar_fix/node_modules/.bun/react-aria@3.50.0+d0e719b86e9808b5/node_modules/react-aria/dist/private/datepicker/useDatePickerGroup.cjs.map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D:/pasar_fix/node_modules/.bun/react-aria@3.50.0+d0e719b86e9808b5/node_modules/react-aria/dist/private/datepicker/useDatePickerGroup.js</a:t>
            </a:r>
          </a:p>
          <a:p>
            <a:pPr>
              <a:defRPr sz="1200"/>
            </a:pPr>
            <a:r>
              <a:t>D:/pasar_fix/node_modules/.bun/react-aria@3.50.0+d0e719b86e9808b5/node_modules/react-aria/dist/private/datepicker/useDatePickerGroup.js.map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D:/pasar_fix/node_modules/.bun/react-aria@3.50.0+d0e719b86e9808b5/node_modules/react-aria/dist/private/datepicker/useDatePickerGroup.mjs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D:/pasar_fix/node_modules/.bun/react-aria@3.50.0+d0e719b86e9808b5/node_modules/react-aria/dist/private/datepicker/useDatePickerGroup.mjs.map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D:/pasar_fix/node_modules/.bun/react-aria@3.50.0+d0e719b86e9808b5/node_modules/react-aria/dist/private/datepicker/useDateRangePicker.cjs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D:/pasar_fix/node_modules/.bun/react-aria@3.50.0+d0e719b86e9808b5/node_modules/react-aria/dist/private/datepicker/useDateRangePicker.cjs.map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D:/pasar_fix/node_modules/.bun/react-aria@3.50.0+d0e719b86e9808b5/node_modules/react-aria/dist/private/datepicker/useDateRangePicker.js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D:/pasar_fix/node_modules/.bun/react-aria@3.50.0+d0e719b86e9808b5/node_modules/react-aria/dist/private/datepicker/useDateRangePicker.js.map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D:/pasar_fix/node_modules/.bun/react-aria@3.50.0+d0e719b86e9808b5/node_modules/react-aria/dist/private/datepicker/useDateRangePicker.mjs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D:/pasar_fix/node_modules/.bun/react-aria@3.50.0+d0e719b86e9808b5/node_modules/react-aria/dist/private/datepicker/useDateRangePicker.mjs.map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D:/pasar_fix/node_modules/.bun/react-aria@3.50.0+d0e719b86e9808b5/node_modules/react-aria/dist/private/datepicker/useDateSegment.cjs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D:/pasar_fix/node_modules/.bun/react-aria@3.50.0+d0e719b86e9808b5/node_modules/react-aria/dist/private/datepicker/useDateSegment.cjs.map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D:/pasar_fix/node_modules/.bun/react-aria@3.50.0+d0e719b86e9808b5/node_modules/react-aria/dist/private/datepicker/useDateSegment.js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D:/pasar_fix/node_modules/.bun/react-aria@3.50.0+d0e719b86e9808b5/node_modules/react-aria/dist/private/datepicker/useDateSegment.js.map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D:/pasar_fix/node_modules/.bun/react-aria@3.50.0+d0e719b86e9808b5/node_modules/react-aria/dist/private/datepicker/useDateSegment.mjs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D:/pasar_fix/node_modules/.bun/react-aria@3.50.0+d0e719b86e9808b5/node_modules/react-aria/dist/private/datepicker/useDateSegment.mjs.map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D:/pasar_fix/node_modules/.bun/react-aria@3.50.0+d0e719b86e9808b5/node_modules/react-aria/dist/private/datepicker/useDisplayNames.cjs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D:/pasar_fix/node_modules/.bun/react-aria@3.50.0+d0e719b86e9808b5/node_modules/react-aria/dist/private/datepicker/useDisplayNames.cjs.map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D:/pasar_fix/node_modules/.bun/react-aria@3.50.0+d0e719b86e9808b5/node_modules/react-aria/dist/private/datepicker/useDisplayNames.js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D:/pasar_fix/node_modules/.bun/react-aria@3.50.0+d0e719b86e9808b5/node_modules/react-aria/dist/private/datepicker/useDisplayNames.js.map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D:/pasar_fix/node_modules/.bun/react-aria@3.50.0+d0e719b86e9808b5/node_modules/react-aria/dist/private/datepicker/useDisplayNames.mjs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D:/pasar_fix/node_modules/.bun/react-aria@3.50.0+d0e719b86e9808b5/node_modules/react-aria/dist/private/datepicker/useDisplayNames.mjs.map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D:/pasar_fix/node_modules/.bun/react-aria@3.50.0+d0e719b86e9808b5/node_modules/react-aria/dist/private/dialog/useDialog.cjs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D:/pasar_fix/node_modules/.bun/react-aria@3.50.0+d0e719b86e9808b5/node_modules/react-aria/dist/private/dialog/useDialog.cjs.map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D:/pasar_fix/node_modules/.bun/react-aria@3.50.0+d0e719b86e9808b5/node_modules/react-aria/dist/private/dialog/useDialog.js</a:t>
            </a:r>
          </a:p>
          <a:p>
            <a:pPr>
              <a:defRPr sz="1200"/>
            </a:pPr>
            <a:r>
              <a:t>D:/pasar_fix/node_modules/.bun/react-aria@3.50.0+d0e719b86e9808b5/node_modules/react-aria/dist/private/dialog/useDialog.js.map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D:/pasar_fix/node_modules/.bun/react-aria@3.50.0+d0e719b86e9808b5/node_modules/react-aria/dist/private/dialog/useDialog.mjs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D:/pasar_fix/node_modules/.bun/react-aria@3.50.0+d0e719b86e9808b5/node_modules/react-aria/dist/private/dialog/useDialog.mjs.map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D:/pasar_fix/node_modules/.bun/react-aria@3.50.0+d0e719b86e9808b5/node_modules/react-aria/dist/private/disclosure/useDisclosure.cjs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D:/pasar_fix/node_modules/.bun/react-aria@3.50.0+d0e719b86e9808b5/node_modules/react-aria/dist/private/disclosure/useDisclosure.cjs.map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D:/pasar_fix/node_modules/.bun/react-aria@3.50.0+d0e719b86e9808b5/node_modules/react-aria/dist/private/disclosure/useDisclosure.js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D:/pasar_fix/node_modules/.bun/react-aria@3.50.0+d0e719b86e9808b5/node_modules/react-aria/dist/private/disclosure/useDisclosure.js.map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D:/pasar_fix/node_modules/.bun/react-aria@3.50.0+d0e719b86e9808b5/node_modules/react-aria/dist/private/disclosure/useDisclosure.mjs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D:/pasar_fix/node_modules/.bun/react-aria@3.50.0+d0e719b86e9808b5/node_modules/react-aria/dist/private/disclosure/useDisclosure.mjs.map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D:/pasar_fix/node_modules/.bun/react-aria@3.50.0+d0e719b86e9808b5/node_modules/react-aria/dist/private/dnd/constants.cjs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D:/pasar_fix/node_modules/.bun/react-aria@3.50.0+d0e719b86e9808b5/node_modules/react-aria/dist/private/dnd/constants.cjs.map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D:/pasar_fix/node_modules/.bun/react-aria@3.50.0+d0e719b86e9808b5/node_modules/react-aria/dist/private/dnd/constants.js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D:/pasar_fix/node_modules/.bun/react-aria@3.50.0+d0e719b86e9808b5/node_modules/react-aria/dist/private/dnd/constants.js.map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D:/pasar_fix/node_modules/.bun/react-aria@3.50.0+d0e719b86e9808b5/node_modules/react-aria/dist/private/dnd/constants.mjs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D:/pasar_fix/node_modules/.bun/react-aria@3.50.0+d0e719b86e9808b5/node_modules/react-aria/dist/private/dnd/constants.mjs.map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D:/pasar_fix/node_modules/.bun/react-aria@3.50.0+d0e719b86e9808b5/node_modules/react-aria/dist/private/dnd/DragManager.cjs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D:/pasar_fix/node_modules/.bun/react-aria@3.50.0+d0e719b86e9808b5/node_modules/react-aria/dist/private/dnd/DragManager.cjs.map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D:/pasar_fix/node_modules/.bun/react-aria@3.50.0+d0e719b86e9808b5/node_modules/react-aria/dist/private/dnd/DragManager.js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D:/pasar_fix/node_modules/.bun/react-aria@3.50.0+d0e719b86e9808b5/node_modules/react-aria/dist/private/dnd/DragManager.js.map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D:/pasar_fix/node_modules/.bun/react-aria@3.50.0+d0e719b86e9808b5/node_modules/react-aria/dist/private/dnd/DragManager.mjs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D:/pasar_fix/node_modules/.bun/react-aria@3.50.0+d0e719b86e9808b5/node_modules/react-aria/dist/private/dnd/DragManager.mjs.map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D:/pasar_fix/node_modules/.bun/react-aria@3.50.0+d0e719b86e9808b5/node_modules/react-aria/dist/private/dnd/DragPreview.cjs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D:/pasar_fix/node_modules/.bun/react-aria@3.50.0+d0e719b86e9808b5/node_modules/react-aria/dist/private/dnd/DragPreview.cjs.map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D:/pasar_fix/node_modules/.bun/react-aria@3.50.0+d0e719b86e9808b5/node_modules/react-aria/dist/private/dnd/DragPreview.js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D:/pasar_fix/node_modules/.bun/react-aria@3.50.0+d0e719b86e9808b5/node_modules/react-aria/dist/private/dnd/DragPreview.js.map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D:/pasar_fix/node_modules/.bun/react-aria@3.50.0+d0e719b86e9808b5/node_modules/react-aria/dist/private/dnd/DragPreview.mjs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D:/pasar_fix/node_modules/.bun/react-aria@3.50.0+d0e719b86e9808b5/node_modules/react-aria/dist/private/dnd/DragPreview.mjs.map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D:/pasar_fix/node_modules/.bun/react-aria@3.50.0+d0e719b86e9808b5/node_modules/react-aria/dist/private/dnd/DropTargetKeyboardNavigation.cjs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D:/pasar_fix/node_modules/.bun/react-aria@3.50.0+d0e719b86e9808b5/node_modules/react-aria/dist/private/dnd/DropTargetKeyboardNavigation.cjs.map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D:/pasar_fix/node_modules/.bun/react-aria@3.50.0+d0e719b86e9808b5/node_modules/react-aria/dist/private/dnd/DropTargetKeyboardNavigation.js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D:/pasar_fix/node_modules/.bun/react-aria@3.50.0+d0e719b86e9808b5/node_modules/react-aria/dist/private/dnd/DropTargetKeyboardNavigation.js.map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D:/pasar_fix/node_modules/.bun/react-aria@3.50.0+d0e719b86e9808b5/node_modules/react-aria/dist/private/dnd/DropTargetKeyboardNavigation.mjs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D:/pasar_fix/node_modules/.bun/react-aria@3.50.0+d0e719b86e9808b5/node_modules/react-aria/dist/private/dnd/DropTargetKeyboardNavigation.mjs.map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D:/pasar_fix/node_modules/.bun/react-aria@3.50.0+d0e719b86e9808b5/node_modules/react-aria/dist/private/dnd/intlStrings.cjs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D:/pasar_fix/node_modules/.bun/react-aria@3.50.0+d0e719b86e9808b5/node_modules/react-aria/dist/private/dnd/intlStrings.cjs.map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D:/pasar_fix/node_modules/.bun/react-aria@3.50.0+d0e719b86e9808b5/node_modules/react-aria/dist/private/dnd/intlStrings.js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D:/pasar_fix/node_modules/.bun/react-aria@3.50.0+d0e719b86e9808b5/node_modules/react-aria/dist/private/dnd/intlStrings.js.map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D:/pasar_fix/node_modules/.bun/react-aria@3.50.0+d0e719b86e9808b5/node_modules/react-aria/dist/private/dnd/intlStrings.mjs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D:/pasar_fix/node_modules/.bun/react-aria@3.50.0+d0e719b86e9808b5/node_modules/react-aria/dist/private/dnd/intlStrings.mjs.map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D:/pasar_fix/node_modules/.bun/react-aria@3.50.0+d0e719b86e9808b5/node_modules/react-aria/dist/private/dnd/ListDropTargetDelegate.cjs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D:/pasar_fix/node_modules/.bun/react-aria@3.50.0+d0e719b86e9808b5/node_modules/react-aria/dist/private/dnd/ListDropTargetDelegate.cjs.map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D:/pasar_fix/node_modules/.bun/react-aria@3.50.0+d0e719b86e9808b5/node_modules/react-aria/dist/private/dnd/ListDropTargetDelegate.js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D:/pasar_fix/node_modules/.bun/react-aria@3.50.0+d0e719b86e9808b5/node_modules/react-aria/dist/private/dnd/ListDropTargetDelegate.js.map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D:/pasar_fix/node_modules/.bun/react-aria@3.50.0+d0e719b86e9808b5/node_modules/react-aria/dist/private/dnd/ListDropTargetDelegate.mjs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D:/pasar_fix/node_modules/.bun/react-aria@3.50.0+d0e719b86e9808b5/node_modules/react-aria/dist/private/dnd/ListDropTargetDelegate.mjs.map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D:/pasar_fix/node_modules/.bun/react-aria@3.50.0+d0e719b86e9808b5/node_modules/react-aria/dist/private/dnd/useAutoScroll.cjs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D:/pasar_fix/node_modules/.bun/react-aria@3.50.0+d0e719b86e9808b5/node_modules/react-aria/dist/private/dnd/useAutoScroll.cjs.map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D:/pasar_fix/node_modules/.bun/react-aria@3.50.0+d0e719b86e9808b5/node_modules/react-aria/dist/private/dnd/useAutoScroll.js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D:/pasar_fix/node_modules/.bun/react-aria@3.50.0+d0e719b86e9808b5/node_modules/react-aria/dist/private/dnd/useAutoScroll.js.map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D:/pasar_fix/node_modules/.bun/react-aria@3.50.0+d0e719b86e9808b5/node_modules/react-aria/dist/private/dnd/useAutoScroll.mjs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D:/pasar_fix/node_modules/.bun/react-aria@3.50.0+d0e719b86e9808b5/node_modules/react-aria/dist/private/dnd/useAutoScroll.mjs.map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D:/pasar_fix/node_modules/.bun/react-aria@3.50.0+d0e719b86e9808b5/node_modules/react-aria/dist/private/dnd/useClipboard.cjs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D:/pasar_fix/node_modules/.bun/react-aria@3.50.0+d0e719b86e9808b5/node_modules/react-aria/dist/private/dnd/useClipboard.cjs.map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D:/pasar_fix/node_modules/.bun/react-aria@3.50.0+d0e719b86e9808b5/node_modules/react-aria/dist/private/dnd/useClipboard.js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D:/pasar_fix/node_modules/.bun/react-aria@3.50.0+d0e719b86e9808b5/node_modules/react-aria/dist/private/dnd/useClipboard.js.map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D:/pasar_fix/node_modules/.bun/react-aria@3.50.0+d0e719b86e9808b5/node_modules/react-aria/dist/private/dnd/useClipboard.mjs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D:/pasar_fix/node_modules/.bun/react-aria@3.50.0+d0e719b86e9808b5/node_modules/react-aria/dist/private/dnd/useClipboard.mjs.map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D:/pasar_fix/node_modules/.bun/react-aria@3.50.0+d0e719b86e9808b5/node_modules/react-aria/dist/private/dnd/useDrag.cjs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D:/pasar_fix/node_modules/.bun/react-aria@3.50.0+d0e719b86e9808b5/node_modules/react-aria/dist/private/dnd/useDrag.cjs.map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D:/pasar_fix/node_modules/.bun/react-aria@3.50.0+d0e719b86e9808b5/node_modules/react-aria/dist/private/dnd/useDrag.js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D:/pasar_fix/node_modules/.bun/react-aria@3.50.0+d0e719b86e9808b5/node_modules/react-aria/dist/private/dnd/useDrag.js.map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D:/pasar_fix/node_modules/.bun/react-aria@3.50.0+d0e719b86e9808b5/node_modules/react-aria/dist/private/dnd/useDrag.mjs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D:/pasar_fix/node_modules/.bun/react-aria@3.50.0+d0e719b86e9808b5/node_modules/react-aria/dist/private/dnd/useDrag.mjs.map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D:/pasar_fix/node_modules/.bun/react-aria@3.50.0+d0e719b86e9808b5/node_modules/react-aria/dist/private/dnd/useDraggableCollection.cjs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D:/pasar_fix/node_modules/.bun/react-aria@3.50.0+d0e719b86e9808b5/node_modules/react-aria/dist/private/dnd/useDraggableCollection.cjs.map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D:/pasar_fix/node_modules/.bun/react-aria@3.50.0+d0e719b86e9808b5/node_modules/react-aria/dist/private/dnd/useDraggableCollection.js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D:/pasar_fix/node_modules/.bun/react-aria@3.50.0+d0e719b86e9808b5/node_modules/react-aria/dist/private/dnd/useDraggableCollection.js.map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D:/pasar_fix/node_modules/.bun/react-aria@3.50.0+d0e719b86e9808b5/node_modules/react-aria/dist/private/dnd/useDraggableCollection.mjs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D:/pasar_fix/node_modules/.bun/react-aria@3.50.0+d0e719b86e9808b5/node_modules/react-aria/dist/private/dnd/useDraggableCollection.mjs.map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D:/pasar_fix/node_modules/.bun/react-aria@3.50.0+d0e719b86e9808b5/node_modules/react-aria/dist/private/dnd/useDraggableItem.cjs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D:/pasar_fix/node_modules/.bun/react-aria@3.50.0+d0e719b86e9808b5/node_modules/react-aria/dist/private/dnd/useDraggableItem.cjs.map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D:/pasar_fix/node_modules/.bun/react-aria@3.50.0+d0e719b86e9808b5/node_modules/react-aria/dist/private/dnd/useDraggableItem.js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D:/pasar_fix/node_modules/.bun/react-aria@3.50.0+d0e719b86e9808b5/node_modules/react-aria/dist/private/dnd/useDraggableItem.js.map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D:/pasar_fix/node_modules/.bun/react-aria@3.50.0+d0e719b86e9808b5/node_modules/react-aria/dist/private/dnd/useDraggableItem.mjs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D:/pasar_fix/node_modules/.bun/react-aria@3.50.0+d0e719b86e9808b5/node_modules/react-aria/dist/private/dnd/useDraggableItem.mjs.map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D:/pasar_fix/node_modules/.bun/react-aria@3.50.0+d0e719b86e9808b5/node_modules/react-aria/dist/private/dnd/useDrop.cjs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D:/pasar_fix/node_modules/.bun/react-aria@3.50.0+d0e719b86e9808b5/node_modules/react-aria/dist/private/dnd/useDrop.cjs.map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D:/pasar_fix/node_modules/.bun/react-aria@3.50.0+d0e719b86e9808b5/node_modules/react-aria/dist/private/dnd/useDrop.js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D:/pasar_fix/node_modules/.bun/react-aria@3.50.0+d0e719b86e9808b5/node_modules/react-aria/dist/private/dnd/useDrop.js.map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D:/pasar_fix/node_modules/.bun/react-aria@3.50.0+d0e719b86e9808b5/node_modules/react-aria/dist/private/dnd/useDrop.mjs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D:/pasar_fix/node_modules/.bun/react-aria@3.50.0+d0e719b86e9808b5/node_modules/react-aria/dist/private/dnd/useDrop.mjs.map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D:/pasar_fix/node_modules/.bun/react-aria@3.50.0+d0e719b86e9808b5/node_modules/react-aria/dist/private/dnd/useDropIndicator.cjs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D:/pasar_fix/node_modules/.bun/react-aria@3.50.0+d0e719b86e9808b5/node_modules/react-aria/dist/private/dnd/useDropIndicator.cjs.map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D:/pasar_fix/node_modules/.bun/react-aria@3.50.0+d0e719b86e9808b5/node_modules/react-aria/dist/private/dnd/useDropIndicator.js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D:/pasar_fix/node_modules/.bun/react-aria@3.50.0+d0e719b86e9808b5/node_modules/react-aria/dist/private/dnd/useDropIndicator.js.map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D:/pasar_fix/node_modules/.bun/react-aria@3.50.0+d0e719b86e9808b5/node_modules/react-aria/dist/private/dnd/useDropIndicator.mjs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D:/pasar_fix/node_modules/.bun/react-aria@3.50.0+d0e719b86e9808b5/node_modules/react-aria/dist/private/dnd/useDropIndicator.mjs.map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D:/pasar_fix/node_modules/.bun/react-aria@3.50.0+d0e719b86e9808b5/node_modules/react-aria/dist/private/dnd/useDroppableCollection.cjs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D:/pasar_fix/node_modules/.bun/react-aria@3.50.0+d0e719b86e9808b5/node_modules/react-aria/dist/private/dnd/useDroppableCollection.cjs.map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D:/pasar_fix/node_modules/.bun/react-aria@3.50.0+d0e719b86e9808b5/node_modules/react-aria/dist/private/dnd/useDroppableCollection.js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D:/pasar_fix/node_modules/.bun/react-aria@3.50.0+d0e719b86e9808b5/node_modules/react-aria/dist/private/dnd/useDroppableCollection.js.map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D:/pasar_fix/node_modules/.bun/react-aria@3.50.0+d0e719b86e9808b5/node_modules/react-aria/dist/private/dnd/useDroppableCollection.mjs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D:/pasar_fix/node_modules/.bun/react-aria@3.50.0+d0e719b86e9808b5/node_modules/react-aria/dist/private/dnd/useDroppableCollection.mjs.map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D:/pasar_fix/node_modules/.bun/react-aria@3.50.0+d0e719b86e9808b5/node_modules/react-aria/dist/private/dnd/useDroppableItem.cjs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D:/pasar_fix/node_modules/.bun/react-aria@3.50.0+d0e719b86e9808b5/node_modules/react-aria/dist/private/dnd/useDroppableItem.cjs.map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D:/pasar_fix/node_modules/.bun/react-aria@3.50.0+d0e719b86e9808b5/node_modules/react-aria/dist/private/dnd/useDroppableItem.js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D:/pasar_fix/node_modules/.bun/react-aria@3.50.0+d0e719b86e9808b5/node_modules/react-aria/dist/private/dnd/useDroppableItem.js.map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D:/pasar_fix/node_modules/.bun/react-aria@3.50.0+d0e719b86e9808b5/node_modules/react-aria/dist/private/dnd/useDroppableItem.mjs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D:/pasar_fix/node_modules/.bun/react-aria@3.50.0+d0e719b86e9808b5/node_modules/react-aria/dist/private/dnd/useDroppableItem.mjs.map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D:/pasar_fix/node_modules/.bun/react-aria@3.50.0+d0e719b86e9808b5/node_modules/react-aria/dist/private/dnd/useVirtualDrop.cjs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D:/pasar_fix/node_modules/.bun/react-aria@3.50.0+d0e719b86e9808b5/node_modules/react-aria/dist/private/dnd/useVirtualDrop.cjs.map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D:/pasar_fix/node_modules/.bun/react-aria@3.50.0+d0e719b86e9808b5/node_modules/react-aria/dist/private/dnd/useVirtualDrop.js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D:/pasar_fix/node_modules/.bun/react-aria@3.50.0+d0e719b86e9808b5/node_modules/react-aria/dist/private/dnd/useVirtualDrop.js.map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D:/pasar_fix/node_modules/.bun/react-aria@3.50.0+d0e719b86e9808b5/node_modules/react-aria/dist/private/dnd/useVirtualDrop.mjs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D:/pasar_fix/node_modules/.bun/react-aria@3.50.0+d0e719b86e9808b5/node_modules/react-aria/dist/private/dnd/useVirtualDrop.mjs.map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D:/pasar_fix/node_modules/.bun/react-aria@3.50.0+d0e719b86e9808b5/node_modules/react-aria/dist/private/dnd/utils.cjs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D:/pasar_fix/node_modules/.bun/react-aria@3.50.0+d0e719b86e9808b5/node_modules/react-aria/dist/private/dnd/utils.cjs.map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D:/pasar_fix/node_modules/.bun/react-aria@3.50.0+d0e719b86e9808b5/node_modules/react-aria/dist/private/dnd/utils.js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D:/pasar_fix/node_modules/.bun/react-aria@3.50.0+d0e719b86e9808b5/node_modules/react-aria/dist/private/dnd/utils.js.map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D:/pasar_fix/node_modules/.bun/react-aria@3.50.0+d0e719b86e9808b5/node_modules/react-aria/dist/private/dnd/utils.mjs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D:/pasar_fix/node_modules/.bun/react-aria@3.50.0+d0e719b86e9808b5/node_modules/react-aria/dist/private/dnd/utils.mjs.map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D:/pasar_fix/node_modules/.bun/react-aria@3.50.0+d0e719b86e9808b5/node_modules/react-aria/dist/private/focus/FocusRing.cjs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D:/pasar_fix/node_modules/.bun/react-aria@3.50.0+d0e719b86e9808b5/node_modules/react-aria/dist/private/focus/FocusRing.cjs.map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D:/pasar_fix/node_modules/.bun/react-aria@3.50.0+d0e719b86e9808b5/node_modules/react-aria/dist/private/focus/FocusRing.js</a:t>
            </a:r>
          </a:p>
          <a:p>
            <a:pPr>
              <a:defRPr sz="1200"/>
            </a:pPr>
            <a:r>
              <a:t>D:/pasar_fix/node_modules/.bun/react-aria@3.50.0+d0e719b86e9808b5/node_modules/react-aria/dist/private/focus/FocusRing.js.map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D:/pasar_fix/node_modules/.bun/react-aria@3.50.0+d0e719b86e9808b5/node_modules/react-aria/dist/private/focus/FocusRing.mjs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D:/pasar_fix/node_modules/.bun/react-aria@3.50.0+d0e719b86e9808b5/node_modules/react-aria/dist/private/focus/FocusRing.mjs.map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D:/pasar_fix/node_modules/.bun/react-aria@3.50.0+d0e719b86e9808b5/node_modules/react-aria/dist/private/focus/FocusScope.cjs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D:/pasar_fix/node_modules/.bun/react-aria@3.50.0+d0e719b86e9808b5/node_modules/react-aria/dist/private/focus/FocusScope.cjs.map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D:/pasar_fix/node_modules/.bun/react-aria@3.50.0+d0e719b86e9808b5/node_modules/react-aria/dist/private/focus/FocusScope.js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D:/pasar_fix/node_modules/.bun/react-aria@3.50.0+d0e719b86e9808b5/node_modules/react-aria/dist/private/focus/FocusScope.js.map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D:/pasar_fix/node_modules/.bun/react-aria@3.50.0+d0e719b86e9808b5/node_modules/react-aria/dist/private/focus/FocusScope.mjs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D:/pasar_fix/node_modules/.bun/react-aria@3.50.0+d0e719b86e9808b5/node_modules/react-aria/dist/private/focus/FocusScope.mjs.map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D:/pasar_fix/node_modules/.bun/react-aria@3.50.0+d0e719b86e9808b5/node_modules/react-aria/dist/private/focus/useFocusRing.cjs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D:/pasar_fix/node_modules/.bun/react-aria@3.50.0+d0e719b86e9808b5/node_modules/react-aria/dist/private/focus/useFocusRing.cjs.map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D:/pasar_fix/node_modules/.bun/react-aria@3.50.0+d0e719b86e9808b5/node_modules/react-aria/dist/private/focus/useFocusRing.js</a:t>
            </a:r>
          </a:p>
          <a:p>
            <a:pPr>
              <a:defRPr sz="1200"/>
            </a:pPr>
            <a:r>
              <a:t>D:/pasar_fix/node_modules/.bun/react-aria@3.50.0+d0e719b86e9808b5/node_modules/react-aria/dist/private/focus/useFocusRing.js.map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D:/pasar_fix/node_modules/.bun/react-aria@3.50.0+d0e719b86e9808b5/node_modules/react-aria/dist/private/focus/useFocusRing.mjs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D:/pasar_fix/node_modules/.bun/react-aria@3.50.0+d0e719b86e9808b5/node_modules/react-aria/dist/private/focus/useFocusRing.mjs.map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D:/pasar_fix/node_modules/.bun/react-aria@3.50.0+d0e719b86e9808b5/node_modules/react-aria/dist/private/focus/useHasTabbableChild.cjs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D:/pasar_fix/node_modules/.bun/react-aria@3.50.0+d0e719b86e9808b5/node_modules/react-aria/dist/private/focus/useHasTabbableChild.cjs.map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D:/pasar_fix/node_modules/.bun/react-aria@3.50.0+d0e719b86e9808b5/node_modules/react-aria/dist/private/focus/useHasTabbableChild.js</a:t>
            </a:r>
          </a:p>
          <a:p>
            <a:pPr>
              <a:defRPr sz="1200"/>
            </a:pPr>
            <a:r>
              <a:t>D:/pasar_fix/node_modules/.bun/react-aria@3.50.0+d0e719b86e9808b5/node_modules/react-aria/dist/private/focus/useHasTabbableChild.js.map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D:/pasar_fix/node_modules/.bun/react-aria@3.50.0+d0e719b86e9808b5/node_modules/react-aria/dist/private/focus/useHasTabbableChild.mjs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D:/pasar_fix/node_modules/.bun/react-aria@3.50.0+d0e719b86e9808b5/node_modules/react-aria/dist/private/focus/useHasTabbableChild.mjs.map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D:/pasar_fix/node_modules/.bun/react-aria@3.50.0+d0e719b86e9808b5/node_modules/react-aria/dist/private/focus/virtualFocus.cjs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D:/pasar_fix/node_modules/.bun/react-aria@3.50.0+d0e719b86e9808b5/node_modules/react-aria/dist/private/focus/virtualFocus.cjs.map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D:/pasar_fix/node_modules/.bun/react-aria@3.50.0+d0e719b86e9808b5/node_modules/react-aria/dist/private/focus/virtualFocus.js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D:/pasar_fix/node_modules/.bun/react-aria@3.50.0+d0e719b86e9808b5/node_modules/react-aria/dist/private/focus/virtualFocus.js.map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D:/pasar_fix/node_modules/.bun/react-aria@3.50.0+d0e719b86e9808b5/node_modules/react-aria/dist/private/focus/virtualFocus.mjs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D:/pasar_fix/node_modules/.bun/react-aria@3.50.0+d0e719b86e9808b5/node_modules/react-aria/dist/private/focus/virtualFocus.mjs.map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D:/pasar_fix/node_modules/.bun/react-aria@3.50.0+d0e719b86e9808b5/node_modules/react-aria/dist/private/form/useFormValidation.cjs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D:/pasar_fix/node_modules/.bun/react-aria@3.50.0+d0e719b86e9808b5/node_modules/react-aria/dist/private/form/useFormValidation.cjs.map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D:/pasar_fix/node_modules/.bun/react-aria@3.50.0+d0e719b86e9808b5/node_modules/react-aria/dist/private/form/useFormValidation.js</a:t>
            </a:r>
          </a:p>
          <a:p>
            <a:pPr>
              <a:defRPr sz="1200"/>
            </a:pPr>
            <a:r>
              <a:t>D:/pasar_fix/node_modules/.bun/react-aria@3.50.0+d0e719b86e9808b5/node_modules/react-aria/dist/private/form/useFormValidation.js.map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D:/pasar_fix/node_modules/.bun/react-aria@3.50.0+d0e719b86e9808b5/node_modules/react-aria/dist/private/form/useFormValidation.mjs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D:/pasar_fix/node_modules/.bun/react-aria@3.50.0+d0e719b86e9808b5/node_modules/react-aria/dist/private/form/useFormValidation.mjs.map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D:/pasar_fix/node_modules/.bun/react-aria@3.50.0+d0e719b86e9808b5/node_modules/react-aria/dist/private/grid/GridKeyboardDelegate.cjs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D:/pasar_fix/node_modules/.bun/react-aria@3.50.0+d0e719b86e9808b5/node_modules/react-aria/dist/private/grid/GridKeyboardDelegate.cjs.map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D:/pasar_fix/node_modules/.bun/react-aria@3.50.0+d0e719b86e9808b5/node_modules/react-aria/dist/private/grid/GridKeyboardDelegate.js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D:/pasar_fix/node_modules/.bun/react-aria@3.50.0+d0e719b86e9808b5/node_modules/react-aria/dist/private/grid/GridKeyboardDelegate.js.map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D:/pasar_fix/node_modules/.bun/react-aria@3.50.0+d0e719b86e9808b5/node_modules/react-aria/dist/private/grid/GridKeyboardDelegate.mjs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D:/pasar_fix/node_modules/.bun/react-aria@3.50.0+d0e719b86e9808b5/node_modules/react-aria/dist/private/grid/GridKeyboardDelegate.mjs.map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D:/pasar_fix/node_modules/.bun/react-aria@3.50.0+d0e719b86e9808b5/node_modules/react-aria/dist/private/grid/intlStrings.cjs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D:/pasar_fix/node_modules/.bun/react-aria@3.50.0+d0e719b86e9808b5/node_modules/react-aria/dist/private/grid/intlStrings.cjs.map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D:/pasar_fix/node_modules/.bun/react-aria@3.50.0+d0e719b86e9808b5/node_modules/react-aria/dist/private/grid/intlStrings.js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D:/pasar_fix/node_modules/.bun/react-aria@3.50.0+d0e719b86e9808b5/node_modules/react-aria/dist/private/grid/intlStrings.js.map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D:/pasar_fix/node_modules/.bun/react-aria@3.50.0+d0e719b86e9808b5/node_modules/react-aria/dist/private/grid/intlStrings.mjs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D:/pasar_fix/node_modules/.bun/react-aria@3.50.0+d0e719b86e9808b5/node_modules/react-aria/dist/private/grid/intlStrings.mjs.map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D:/pasar_fix/node_modules/.bun/react-aria@3.50.0+d0e719b86e9808b5/node_modules/react-aria/dist/private/grid/useGrid.cjs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D:/pasar_fix/node_modules/.bun/react-aria@3.50.0+d0e719b86e9808b5/node_modules/react-aria/dist/private/grid/useGrid.cjs.map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D:/pasar_fix/node_modules/.bun/react-aria@3.50.0+d0e719b86e9808b5/node_modules/react-aria/dist/private/grid/useGrid.js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D:/pasar_fix/node_modules/.bun/react-aria@3.50.0+d0e719b86e9808b5/node_modules/react-aria/dist/private/grid/useGrid.js.map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D:/pasar_fix/node_modules/.bun/react-aria@3.50.0+d0e719b86e9808b5/node_modules/react-aria/dist/private/grid/useGrid.mjs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D:/pasar_fix/node_modules/.bun/react-aria@3.50.0+d0e719b86e9808b5/node_modules/react-aria/dist/private/grid/useGrid.mjs.map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D:/pasar_fix/node_modules/.bun/react-aria@3.50.0+d0e719b86e9808b5/node_modules/react-aria/dist/private/grid/useGridCell.cjs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D:/pasar_fix/node_modules/.bun/react-aria@3.50.0+d0e719b86e9808b5/node_modules/react-aria/dist/private/grid/useGridCell.cjs.map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D:/pasar_fix/node_modules/.bun/react-aria@3.50.0+d0e719b86e9808b5/node_modules/react-aria/dist/private/grid/useGridCell.js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D:/pasar_fix/node_modules/.bun/react-aria@3.50.0+d0e719b86e9808b5/node_modules/react-aria/dist/private/grid/useGridCell.js.map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D:/pasar_fix/node_modules/.bun/react-aria@3.50.0+d0e719b86e9808b5/node_modules/react-aria/dist/private/grid/useGridCell.mjs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D:/pasar_fix/node_modules/.bun/react-aria@3.50.0+d0e719b86e9808b5/node_modules/react-aria/dist/private/grid/useGridCell.mjs.map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D:/pasar_fix/node_modules/.bun/react-aria@3.50.0+d0e719b86e9808b5/node_modules/react-aria/dist/private/grid/useGridRow.cjs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D:/pasar_fix/node_modules/.bun/react-aria@3.50.0+d0e719b86e9808b5/node_modules/react-aria/dist/private/grid/useGridRow.cjs.map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D:/pasar_fix/node_modules/.bun/react-aria@3.50.0+d0e719b86e9808b5/node_modules/react-aria/dist/private/grid/useGridRow.js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D:/pasar_fix/node_modules/.bun/react-aria@3.50.0+d0e719b86e9808b5/node_modules/react-aria/dist/private/grid/useGridRow.js.map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D:/pasar_fix/node_modules/.bun/react-aria@3.50.0+d0e719b86e9808b5/node_modules/react-aria/dist/private/grid/useGridRow.mjs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D:/pasar_fix/node_modules/.bun/react-aria@3.50.0+d0e719b86e9808b5/node_modules/react-aria/dist/private/grid/useGridRow.mjs.map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D:/pasar_fix/node_modules/.bun/react-aria@3.50.0+d0e719b86e9808b5/node_modules/react-aria/dist/private/grid/useGridRowGroup.cjs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D:/pasar_fix/node_modules/.bun/react-aria@3.50.0+d0e719b86e9808b5/node_modules/react-aria/dist/private/grid/useGridRowGroup.cjs.map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D:/pasar_fix/node_modules/.bun/react-aria@3.50.0+d0e719b86e9808b5/node_modules/react-aria/dist/private/grid/useGridRowGroup.js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D:/pasar_fix/node_modules/.bun/react-aria@3.50.0+d0e719b86e9808b5/node_modules/react-aria/dist/private/grid/useGridRowGroup.js.map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D:/pasar_fix/node_modules/.bun/react-aria@3.50.0+d0e719b86e9808b5/node_modules/react-aria/dist/private/grid/useGridRowGroup.mjs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D:/pasar_fix/node_modules/.bun/react-aria@3.50.0+d0e719b86e9808b5/node_modules/react-aria/dist/private/grid/useGridRowGroup.mjs.map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D:/pasar_fix/node_modules/.bun/react-aria@3.50.0+d0e719b86e9808b5/node_modules/react-aria/dist/private/grid/useGridSelectionAnnouncement.cjs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D:/pasar_fix/node_modules/.bun/react-aria@3.50.0+d0e719b86e9808b5/node_modules/react-aria/dist/private/grid/useGridSelectionAnnouncement.cjs.map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D:/pasar_fix/node_modules/.bun/react-aria@3.50.0+d0e719b86e9808b5/node_modules/react-aria/dist/private/grid/useGridSelectionAnnouncement.js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D:/pasar_fix/node_modules/.bun/react-aria@3.50.0+d0e719b86e9808b5/node_modules/react-aria/dist/private/grid/useGridSelectionAnnouncement.js.map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D:/pasar_fix/node_modules/.bun/react-aria@3.50.0+d0e719b86e9808b5/node_modules/react-aria/dist/private/grid/useGridSelectionAnnouncement.mjs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D:/pasar_fix/node_modules/.bun/react-aria@3.50.0+d0e719b86e9808b5/node_modules/react-aria/dist/private/grid/useGridSelectionAnnouncement.mjs.map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D:/pasar_fix/node_modules/.bun/react-aria@3.50.0+d0e719b86e9808b5/node_modules/react-aria/dist/private/grid/useGridSelectionCheckbox.cjs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D:/pasar_fix/node_modules/.bun/react-aria@3.50.0+d0e719b86e9808b5/node_modules/react-aria/dist/private/grid/useGridSelectionCheckbox.cjs.map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D:/pasar_fix/node_modules/.bun/react-aria@3.50.0+d0e719b86e9808b5/node_modules/react-aria/dist/private/grid/useGridSelectionCheckbox.js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D:/pasar_fix/node_modules/.bun/react-aria@3.50.0+d0e719b86e9808b5/node_modules/react-aria/dist/private/grid/useGridSelectionCheckbox.js.map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D:/pasar_fix/node_modules/.bun/react-aria@3.50.0+d0e719b86e9808b5/node_modules/react-aria/dist/private/grid/useGridSelectionCheckbox.mjs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D:/pasar_fix/node_modules/.bun/react-aria@3.50.0+d0e719b86e9808b5/node_modules/react-aria/dist/private/grid/useGridSelectionCheckbox.mjs.map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D:/pasar_fix/node_modules/.bun/react-aria@3.50.0+d0e719b86e9808b5/node_modules/react-aria/dist/private/grid/useHighlightSelectionDescription.cjs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D:/pasar_fix/node_modules/.bun/react-aria@3.50.0+d0e719b86e9808b5/node_modules/react-aria/dist/private/grid/useHighlightSelectionDescription.cjs.map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D:/pasar_fix/node_modules/.bun/react-aria@3.50.0+d0e719b86e9808b5/node_modules/react-aria/dist/private/grid/useHighlightSelectionDescription.js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D:/pasar_fix/node_modules/.bun/react-aria@3.50.0+d0e719b86e9808b5/node_modules/react-aria/dist/private/grid/useHighlightSelectionDescription.js.map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D:/pasar_fix/node_modules/.bun/react-aria@3.50.0+d0e719b86e9808b5/node_modules/react-aria/dist/private/grid/useHighlightSelectionDescription.mjs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D:/pasar_fix/node_modules/.bun/react-aria@3.50.0+d0e719b86e9808b5/node_modules/react-aria/dist/private/grid/useHighlightSelectionDescription.mjs.map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D:/pasar_fix/node_modules/.bun/react-aria@3.50.0+d0e719b86e9808b5/node_modules/react-aria/dist/private/grid/utils.cjs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D:/pasar_fix/node_modules/.bun/react-aria@3.50.0+d0e719b86e9808b5/node_modules/react-aria/dist/private/grid/utils.cjs.map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D:/pasar_fix/node_modules/.bun/react-aria@3.50.0+d0e719b86e9808b5/node_modules/react-aria/dist/private/grid/utils.js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D:/pasar_fix/node_modules/.bun/react-aria@3.50.0+d0e719b86e9808b5/node_modules/react-aria/dist/private/grid/utils.js.map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D:/pasar_fix/node_modules/.bun/react-aria@3.50.0+d0e719b86e9808b5/node_modules/react-aria/dist/private/grid/utils.mjs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D:/pasar_fix/node_modules/.bun/react-aria@3.50.0+d0e719b86e9808b5/node_modules/react-aria/dist/private/grid/utils.mjs.map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D:/pasar_fix/node_modules/.bun/react-aria@3.50.0+d0e719b86e9808b5/node_modules/react-aria/dist/private/gridlist/useGridList.cjs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D:/pasar_fix/node_modules/.bun/react-aria@3.50.0+d0e719b86e9808b5/node_modules/react-aria/dist/private/gridlist/useGridList.cjs.map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D:/pasar_fix/node_modules/.bun/react-aria@3.50.0+d0e719b86e9808b5/node_modules/react-aria/dist/private/gridlist/useGridList.js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D:/pasar_fix/node_modules/.bun/react-aria@3.50.0+d0e719b86e9808b5/node_modules/react-aria/dist/private/gridlist/useGridList.js.map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D:/pasar_fix/node_modules/.bun/react-aria@3.50.0+d0e719b86e9808b5/node_modules/react-aria/dist/private/gridlist/useGridList.mjs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D:/pasar_fix/node_modules/.bun/react-aria@3.50.0+d0e719b86e9808b5/node_modules/react-aria/dist/private/gridlist/useGridList.mjs.map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D:/pasar_fix/node_modules/.bun/react-aria@3.50.0+d0e719b86e9808b5/node_modules/react-aria/dist/private/gridlist/useGridListItem.cjs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D:/pasar_fix/node_modules/.bun/react-aria@3.50.0+d0e719b86e9808b5/node_modules/react-aria/dist/private/gridlist/useGridListItem.cjs.map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D:/pasar_fix/node_modules/.bun/react-aria@3.50.0+d0e719b86e9808b5/node_modules/react-aria/dist/private/gridlist/useGridListItem.js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D:/pasar_fix/node_modules/.bun/react-aria@3.50.0+d0e719b86e9808b5/node_modules/react-aria/dist/private/gridlist/useGridListItem.js.map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D:/pasar_fix/node_modules/.bun/react-aria@3.50.0+d0e719b86e9808b5/node_modules/react-aria/dist/private/gridlist/useGridListItem.mjs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D:/pasar_fix/node_modules/.bun/react-aria@3.50.0+d0e719b86e9808b5/node_modules/react-aria/dist/private/gridlist/useGridListItem.mjs.map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D:/pasar_fix/node_modules/.bun/react-aria@3.50.0+d0e719b86e9808b5/node_modules/react-aria/dist/private/gridlist/useGridListSection.cjs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D:/pasar_fix/node_modules/.bun/react-aria@3.50.0+d0e719b86e9808b5/node_modules/react-aria/dist/private/gridlist/useGridListSection.cjs.map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D:/pasar_fix/node_modules/.bun/react-aria@3.50.0+d0e719b86e9808b5/node_modules/react-aria/dist/private/gridlist/useGridListSection.js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D:/pasar_fix/node_modules/.bun/react-aria@3.50.0+d0e719b86e9808b5/node_modules/react-aria/dist/private/gridlist/useGridListSection.js.map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D:/pasar_fix/node_modules/.bun/react-aria@3.50.0+d0e719b86e9808b5/node_modules/react-aria/dist/private/gridlist/useGridListSection.mjs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D:/pasar_fix/node_modules/.bun/react-aria@3.50.0+d0e719b86e9808b5/node_modules/react-aria/dist/private/gridlist/useGridListSection.mjs.map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D:/pasar_fix/node_modules/.bun/react-aria@3.50.0+d0e719b86e9808b5/node_modules/react-aria/dist/private/gridlist/useGridListSelectionCheckbox.cjs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D:/pasar_fix/node_modules/.bun/react-aria@3.50.0+d0e719b86e9808b5/node_modules/react-aria/dist/private/gridlist/useGridListSelectionCheckbox.cjs.map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D:/pasar_fix/node_modules/.bun/react-aria@3.50.0+d0e719b86e9808b5/node_modules/react-aria/dist/private/gridlist/useGridListSelectionCheckbox.js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D:/pasar_fix/node_modules/.bun/react-aria@3.50.0+d0e719b86e9808b5/node_modules/react-aria/dist/private/gridlist/useGridListSelectionCheckbox.js.map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D:/pasar_fix/node_modules/.bun/react-aria@3.50.0+d0e719b86e9808b5/node_modules/react-aria/dist/private/gridlist/useGridListSelectionCheckbox.mjs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D:/pasar_fix/node_modules/.bun/react-aria@3.50.0+d0e719b86e9808b5/node_modules/react-aria/dist/private/gridlist/useGridListSelectionCheckbox.mjs.map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D:/pasar_fix/node_modules/.bun/react-aria@3.50.0+d0e719b86e9808b5/node_modules/react-aria/dist/private/gridlist/utils.cjs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D:/pasar_fix/node_modules/.bun/react-aria@3.50.0+d0e719b86e9808b5/node_modules/react-aria/dist/private/gridlist/utils.cjs.map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D:/pasar_fix/node_modules/.bun/react-aria@3.50.0+d0e719b86e9808b5/node_modules/react-aria/dist/private/gridlist/utils.js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D:/pasar_fix/node_modules/.bun/react-aria@3.50.0+d0e719b86e9808b5/node_modules/react-aria/dist/private/gridlist/utils.js.map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D:/pasar_fix/node_modules/.bun/react-aria@3.50.0+d0e719b86e9808b5/node_modules/react-aria/dist/private/gridlist/utils.mjs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D:/pasar_fix/node_modules/.bun/react-aria@3.50.0+d0e719b86e9808b5/node_modules/react-aria/dist/private/gridlist/utils.mjs.map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D:/pasar_fix/node_modules/.bun/react-aria@3.50.0+d0e719b86e9808b5/node_modules/react-aria/dist/private/i18n/I18nProvider.cjs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D:/pasar_fix/node_modules/.bun/react-aria@3.50.0+d0e719b86e9808b5/node_modules/react-aria/dist/private/i18n/I18nProvider.cjs.map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D:/pasar_fix/node_modules/.bun/react-aria@3.50.0+d0e719b86e9808b5/node_modules/react-aria/dist/private/i18n/I18nProvider.js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D:/pasar_fix/node_modules/.bun/react-aria@3.50.0+d0e719b86e9808b5/node_modules/react-aria/dist/private/i18n/I18nProvider.js.map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D:/pasar_fix/node_modules/.bun/react-aria@3.50.0+d0e719b86e9808b5/node_modules/react-aria/dist/private/i18n/I18nProvider.mjs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D:/pasar_fix/node_modules/.bun/react-aria@3.50.0+d0e719b86e9808b5/node_modules/react-aria/dist/private/i18n/I18nProvider.mjs.map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D:/pasar_fix/node_modules/.bun/react-aria@3.50.0+d0e719b86e9808b5/node_modules/react-aria/dist/private/i18n/server.cjs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D:/pasar_fix/node_modules/.bun/react-aria@3.50.0+d0e719b86e9808b5/node_modules/react-aria/dist/private/i18n/server.cjs.map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D:/pasar_fix/node_modules/.bun/react-aria@3.50.0+d0e719b86e9808b5/node_modules/react-aria/dist/private/i18n/server.js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D:/pasar_fix/node_modules/.bun/react-aria@3.50.0+d0e719b86e9808b5/node_modules/react-aria/dist/private/i18n/server.js.map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D:/pasar_fix/node_modules/.bun/react-aria@3.50.0+d0e719b86e9808b5/node_modules/react-aria/dist/private/i18n/server.mjs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D:/pasar_fix/node_modules/.bun/react-aria@3.50.0+d0e719b86e9808b5/node_modules/react-aria/dist/private/i18n/server.mjs.map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D:/pasar_fix/node_modules/.bun/react-aria@3.50.0+d0e719b86e9808b5/node_modules/react-aria/dist/private/i18n/useCollator.cjs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D:/pasar_fix/node_modules/.bun/react-aria@3.50.0+d0e719b86e9808b5/node_modules/react-aria/dist/private/i18n/useCollator.cjs.map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D:/pasar_fix/node_modules/.bun/react-aria@3.50.0+d0e719b86e9808b5/node_modules/react-aria/dist/private/i18n/useCollator.js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D:/pasar_fix/node_modules/.bun/react-aria@3.50.0+d0e719b86e9808b5/node_modules/react-aria/dist/private/i18n/useCollator.js.map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D:/pasar_fix/node_modules/.bun/react-aria@3.50.0+d0e719b86e9808b5/node_modules/react-aria/dist/private/i18n/useCollator.mjs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D:/pasar_fix/node_modules/.bun/react-aria@3.50.0+d0e719b86e9808b5/node_modules/react-aria/dist/private/i18n/useCollator.mjs.map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D:/pasar_fix/node_modules/.bun/react-aria@3.50.0+d0e719b86e9808b5/node_modules/react-aria/dist/private/i18n/useDateFormatter.cjs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D:/pasar_fix/node_modules/.bun/react-aria@3.50.0+d0e719b86e9808b5/node_modules/react-aria/dist/private/i18n/useDateFormatter.cjs.map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D:/pasar_fix/node_modules/.bun/react-aria@3.50.0+d0e719b86e9808b5/node_modules/react-aria/dist/private/i18n/useDateFormatter.js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D:/pasar_fix/node_modules/.bun/react-aria@3.50.0+d0e719b86e9808b5/node_modules/react-aria/dist/private/i18n/useDateFormatter.js.map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D:/pasar_fix/node_modules/.bun/react-aria@3.50.0+d0e719b86e9808b5/node_modules/react-aria/dist/private/i18n/useDateFormatter.mjs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D:/pasar_fix/node_modules/.bun/react-aria@3.50.0+d0e719b86e9808b5/node_modules/react-aria/dist/private/i18n/useDateFormatter.mjs.map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D:/pasar_fix/node_modules/.bun/react-aria@3.50.0+d0e719b86e9808b5/node_modules/react-aria/dist/private/i18n/useDefaultLocale.cjs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D:/pasar_fix/node_modules/.bun/react-aria@3.50.0+d0e719b86e9808b5/node_modules/react-aria/dist/private/i18n/useDefaultLocale.cjs.map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D:/pasar_fix/node_modules/.bun/react-aria@3.50.0+d0e719b86e9808b5/node_modules/react-aria/dist/private/i18n/useDefaultLocale.js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D:/pasar_fix/node_modules/.bun/react-aria@3.50.0+d0e719b86e9808b5/node_modules/react-aria/dist/private/i18n/useDefaultLocale.js.map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D:/pasar_fix/node_modules/.bun/react-aria@3.50.0+d0e719b86e9808b5/node_modules/react-aria/dist/private/i18n/useDefaultLocale.mjs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D:/pasar_fix/node_modules/.bun/react-aria@3.50.0+d0e719b86e9808b5/node_modules/react-aria/dist/private/i18n/useDefaultLocale.mjs.map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D:/pasar_fix/node_modules/.bun/react-aria@3.50.0+d0e719b86e9808b5/node_modules/react-aria/dist/private/i18n/useFilter.cjs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D:/pasar_fix/node_modules/.bun/react-aria@3.50.0+d0e719b86e9808b5/node_modules/react-aria/dist/private/i18n/useFilter.cjs.map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D:/pasar_fix/node_modules/.bun/react-aria@3.50.0+d0e719b86e9808b5/node_modules/react-aria/dist/private/i18n/useFilter.js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D:/pasar_fix/node_modules/.bun/react-aria@3.50.0+d0e719b86e9808b5/node_modules/react-aria/dist/private/i18n/useFilter.js.map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D:/pasar_fix/node_modules/.bun/react-aria@3.50.0+d0e719b86e9808b5/node_modules/react-aria/dist/private/i18n/useFilter.mjs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D:/pasar_fix/node_modules/.bun/react-aria@3.50.0+d0e719b86e9808b5/node_modules/react-aria/dist/private/i18n/useFilter.mjs.map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D:/pasar_fix/node_modules/.bun/react-aria@3.50.0+d0e719b86e9808b5/node_modules/react-aria/dist/private/i18n/useListFormatter.cjs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D:/pasar_fix/node_modules/.bun/react-aria@3.50.0+d0e719b86e9808b5/node_modules/react-aria/dist/private/i18n/useListFormatter.cjs.map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D:/pasar_fix/node_modules/.bun/react-aria@3.50.0+d0e719b86e9808b5/node_modules/react-aria/dist/private/i18n/useListFormatter.js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D:/pasar_fix/node_modules/.bun/react-aria@3.50.0+d0e719b86e9808b5/node_modules/react-aria/dist/private/i18n/useListFormatter.js.map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D:/pasar_fix/node_modules/.bun/react-aria@3.50.0+d0e719b86e9808b5/node_modules/react-aria/dist/private/i18n/useListFormatter.mjs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D:/pasar_fix/node_modules/.bun/react-aria@3.50.0+d0e719b86e9808b5/node_modules/react-aria/dist/private/i18n/useListFormatter.mjs.map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D:/pasar_fix/node_modules/.bun/react-aria@3.50.0+d0e719b86e9808b5/node_modules/react-aria/dist/private/i18n/useLocalizedStringFormatter.cjs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D:/pasar_fix/node_modules/.bun/react-aria@3.50.0+d0e719b86e9808b5/node_modules/react-aria/dist/private/i18n/useLocalizedStringFormatter.cjs.map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D:/pasar_fix/node_modules/.bun/react-aria@3.50.0+d0e719b86e9808b5/node_modules/react-aria/dist/private/i18n/useLocalizedStringFormatter.js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D:/pasar_fix/node_modules/.bun/react-aria@3.50.0+d0e719b86e9808b5/node_modules/react-aria/dist/private/i18n/useLocalizedStringFormatter.js.map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D:/pasar_fix/node_modules/.bun/react-aria@3.50.0+d0e719b86e9808b5/node_modules/react-aria/dist/private/i18n/useLocalizedStringFormatter.mjs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D:/pasar_fix/node_modules/.bun/react-aria@3.50.0+d0e719b86e9808b5/node_modules/react-aria/dist/private/i18n/useLocalizedStringFormatter.mjs.map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D:/pasar_fix/node_modules/.bun/react-aria@3.50.0+d0e719b86e9808b5/node_modules/react-aria/dist/private/i18n/useNumberFormatter.cjs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D:/pasar_fix/node_modules/.bun/react-aria@3.50.0+d0e719b86e9808b5/node_modules/react-aria/dist/private/i18n/useNumberFormatter.cjs.map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D:/pasar_fix/node_modules/.bun/react-aria@3.50.0+d0e719b86e9808b5/node_modules/react-aria/dist/private/i18n/useNumberFormatter.js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D:/pasar_fix/node_modules/.bun/react-aria@3.50.0+d0e719b86e9808b5/node_modules/react-aria/dist/private/i18n/useNumberFormatter.js.map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D:/pasar_fix/node_modules/.bun/react-aria@3.50.0+d0e719b86e9808b5/node_modules/react-aria/dist/private/i18n/useNumberFormatter.mjs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D:/pasar_fix/node_modules/.bun/react-aria@3.50.0+d0e719b86e9808b5/node_modules/react-aria/dist/private/i18n/useNumberFormatter.mjs.map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D:/pasar_fix/node_modules/.bun/react-aria@3.50.0+d0e719b86e9808b5/node_modules/react-aria/dist/private/i18n/utils.cjs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D:/pasar_fix/node_modules/.bun/react-aria@3.50.0+d0e719b86e9808b5/node_modules/react-aria/dist/private/i18n/utils.cjs.map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D:/pasar_fix/node_modules/.bun/react-aria@3.50.0+d0e719b86e9808b5/node_modules/react-aria/dist/private/i18n/utils.js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D:/pasar_fix/node_modules/.bun/react-aria@3.50.0+d0e719b86e9808b5/node_modules/react-aria/dist/private/i18n/utils.js.map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D:/pasar_fix/node_modules/.bun/react-aria@3.50.0+d0e719b86e9808b5/node_modules/react-aria/dist/private/i18n/utils.mjs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D:/pasar_fix/node_modules/.bun/react-aria@3.50.0+d0e719b86e9808b5/node_modules/react-aria/dist/private/i18n/utils.mjs.map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D:/pasar_fix/node_modules/.bun/react-aria@3.50.0+d0e719b86e9808b5/node_modules/react-aria/dist/private/interactions/context.cjs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D:/pasar_fix/node_modules/.bun/react-aria@3.50.0+d0e719b86e9808b5/node_modules/react-aria/dist/private/interactions/context.cjs.map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D:/pasar_fix/node_modules/.bun/react-aria@3.50.0+d0e719b86e9808b5/node_modules/react-aria/dist/private/interactions/context.js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D:/pasar_fix/node_modules/.bun/react-aria@3.50.0+d0e719b86e9808b5/node_modules/react-aria/dist/private/interactions/context.js.map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D:/pasar_fix/node_modules/.bun/react-aria@3.50.0+d0e719b86e9808b5/node_modules/react-aria/dist/private/interactions/context.mjs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D:/pasar_fix/node_modules/.bun/react-aria@3.50.0+d0e719b86e9808b5/node_modules/react-aria/dist/private/interactions/context.mjs.map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D:/pasar_fix/node_modules/.bun/react-aria@3.50.0+d0e719b86e9808b5/node_modules/react-aria/dist/private/interactions/createEventHandler.cjs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D:/pasar_fix/node_modules/.bun/react-aria@3.50.0+d0e719b86e9808b5/node_modules/react-aria/dist/private/interactions/createEventHandler.cjs.map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D:/pasar_fix/node_modules/.bun/react-aria@3.50.0+d0e719b86e9808b5/node_modules/react-aria/dist/private/interactions/createEventHandler.js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D:/pasar_fix/node_modules/.bun/react-aria@3.50.0+d0e719b86e9808b5/node_modules/react-aria/dist/private/interactions/createEventHandler.js.map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D:/pasar_fix/node_modules/.bun/react-aria@3.50.0+d0e719b86e9808b5/node_modules/react-aria/dist/private/interactions/createEventHandler.mjs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D:/pasar_fix/node_modules/.bun/react-aria@3.50.0+d0e719b86e9808b5/node_modules/react-aria/dist/private/interactions/createEventHandler.mjs.map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D:/pasar_fix/node_modules/.bun/react-aria@3.50.0+d0e719b86e9808b5/node_modules/react-aria/dist/private/interactions/focusSafely.cjs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D:/pasar_fix/node_modules/.bun/react-aria@3.50.0+d0e719b86e9808b5/node_modules/react-aria/dist/private/interactions/focusSafely.cjs.map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D:/pasar_fix/node_modules/.bun/react-aria@3.50.0+d0e719b86e9808b5/node_modules/react-aria/dist/private/interactions/focusSafely.js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D:/pasar_fix/node_modules/.bun/react-aria@3.50.0+d0e719b86e9808b5/node_modules/react-aria/dist/private/interactions/focusSafely.js.map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D:/pasar_fix/node_modules/.bun/react-aria@3.50.0+d0e719b86e9808b5/node_modules/react-aria/dist/private/interactions/focusSafely.mjs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D:/pasar_fix/node_modules/.bun/react-aria@3.50.0+d0e719b86e9808b5/node_modules/react-aria/dist/private/interactions/focusSafely.mjs.map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D:/pasar_fix/node_modules/.bun/react-aria@3.50.0+d0e719b86e9808b5/node_modules/react-aria/dist/private/interactions/Pressable.cjs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D:/pasar_fix/node_modules/.bun/react-aria@3.50.0+d0e719b86e9808b5/node_modules/react-aria/dist/private/interactions/Pressable.cjs.map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D:/pasar_fix/node_modules/.bun/react-aria@3.50.0+d0e719b86e9808b5/node_modules/react-aria/dist/private/interactions/Pressable.js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D:/pasar_fix/node_modules/.bun/react-aria@3.50.0+d0e719b86e9808b5/node_modules/react-aria/dist/private/interactions/Pressable.js.map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D:/pasar_fix/node_modules/.bun/react-aria@3.50.0+d0e719b86e9808b5/node_modules/react-aria/dist/private/interactions/Pressable.mjs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D:/pasar_fix/node_modules/.bun/react-aria@3.50.0+d0e719b86e9808b5/node_modules/react-aria/dist/private/interactions/Pressable.mjs.map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D:/pasar_fix/node_modules/.bun/react-aria@3.50.0+d0e719b86e9808b5/node_modules/react-aria/dist/private/interactions/PressResponder.cjs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D:/pasar_fix/node_modules/.bun/react-aria@3.50.0+d0e719b86e9808b5/node_modules/react-aria/dist/private/interactions/PressResponder.cjs.map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D:/pasar_fix/node_modules/.bun/react-aria@3.50.0+d0e719b86e9808b5/node_modules/react-aria/dist/private/interactions/PressResponder.js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D:/pasar_fix/node_modules/.bun/react-aria@3.50.0+d0e719b86e9808b5/node_modules/react-aria/dist/private/interactions/PressResponder.js.map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D:/pasar_fix/node_modules/.bun/react-aria@3.50.0+d0e719b86e9808b5/node_modules/react-aria/dist/private/interactions/PressResponder.mjs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D:/pasar_fix/node_modules/.bun/react-aria@3.50.0+d0e719b86e9808b5/node_modules/react-aria/dist/private/interactions/PressResponder.mjs.map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D:/pasar_fix/node_modules/.bun/react-aria@3.50.0+d0e719b86e9808b5/node_modules/react-aria/dist/private/interactions/textSelection.cjs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D:/pasar_fix/node_modules/.bun/react-aria@3.50.0+d0e719b86e9808b5/node_modules/react-aria/dist/private/interactions/textSelection.cjs.map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D:/pasar_fix/node_modules/.bun/react-aria@3.50.0+d0e719b86e9808b5/node_modules/react-aria/dist/private/interactions/textSelection.js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D:/pasar_fix/node_modules/.bun/react-aria@3.50.0+d0e719b86e9808b5/node_modules/react-aria/dist/private/interactions/textSelection.js.map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D:/pasar_fix/node_modules/.bun/react-aria@3.50.0+d0e719b86e9808b5/node_modules/react-aria/dist/private/interactions/textSelection.mjs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D:/pasar_fix/node_modules/.bun/react-aria@3.50.0+d0e719b86e9808b5/node_modules/react-aria/dist/private/interactions/textSelection.mjs.map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D:/pasar_fix/node_modules/.bun/react-aria@3.50.0+d0e719b86e9808b5/node_modules/react-aria/dist/private/interactions/useFocus.cjs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D:/pasar_fix/node_modules/.bun/react-aria@3.50.0+d0e719b86e9808b5/node_modules/react-aria/dist/private/interactions/useFocus.cjs.map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D:/pasar_fix/node_modules/.bun/react-aria@3.50.0+d0e719b86e9808b5/node_modules/react-aria/dist/private/interactions/useFocus.js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D:/pasar_fix/node_modules/.bun/react-aria@3.50.0+d0e719b86e9808b5/node_modules/react-aria/dist/private/interactions/useFocus.js.map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D:/pasar_fix/node_modules/.bun/react-aria@3.50.0+d0e719b86e9808b5/node_modules/react-aria/dist/private/interactions/useFocus.mjs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D:/pasar_fix/node_modules/.bun/react-aria@3.50.0+d0e719b86e9808b5/node_modules/react-aria/dist/private/interactions/useFocus.mjs.map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D:/pasar_fix/node_modules/.bun/react-aria@3.50.0+d0e719b86e9808b5/node_modules/react-aria/dist/private/interactions/useFocusable.cjs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D:/pasar_fix/node_modules/.bun/react-aria@3.50.0+d0e719b86e9808b5/node_modules/react-aria/dist/private/interactions/useFocusable.cjs.map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D:/pasar_fix/node_modules/.bun/react-aria@3.50.0+d0e719b86e9808b5/node_modules/react-aria/dist/private/interactions/useFocusable.js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D:/pasar_fix/node_modules/.bun/react-aria@3.50.0+d0e719b86e9808b5/node_modules/react-aria/dist/private/interactions/useFocusable.js.map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D:/pasar_fix/node_modules/.bun/react-aria@3.50.0+d0e719b86e9808b5/node_modules/react-aria/dist/private/interactions/useFocusable.mjs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D:/pasar_fix/node_modules/.bun/react-aria@3.50.0+d0e719b86e9808b5/node_modules/react-aria/dist/private/interactions/useFocusable.mjs.map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D:/pasar_fix/node_modules/.bun/react-aria@3.50.0+d0e719b86e9808b5/node_modules/react-aria/dist/private/interactions/useFocusVisible.cjs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D:/pasar_fix/node_modules/.bun/react-aria@3.50.0+d0e719b86e9808b5/node_modules/react-aria/dist/private/interactions/useFocusVisible.cjs.map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D:/pasar_fix/node_modules/.bun/react-aria@3.50.0+d0e719b86e9808b5/node_modules/react-aria/dist/private/interactions/useFocusVisible.js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D:/pasar_fix/node_modules/.bun/react-aria@3.50.0+d0e719b86e9808b5/node_modules/react-aria/dist/private/interactions/useFocusVisible.js.map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D:/pasar_fix/node_modules/.bun/react-aria@3.50.0+d0e719b86e9808b5/node_modules/react-aria/dist/private/interactions/useFocusVisible.mjs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D:/pasar_fix/node_modules/.bun/react-aria@3.50.0+d0e719b86e9808b5/node_modules/react-aria/dist/private/interactions/useFocusVisible.mjs.map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D:/pasar_fix/node_modules/.bun/react-aria@3.50.0+d0e719b86e9808b5/node_modules/react-aria/dist/private/interactions/useFocusWithin.cjs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D:/pasar_fix/node_modules/.bun/react-aria@3.50.0+d0e719b86e9808b5/node_modules/react-aria/dist/private/interactions/useFocusWithin.cjs.map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D:/pasar_fix/node_modules/.bun/react-aria@3.50.0+d0e719b86e9808b5/node_modules/react-aria/dist/private/interactions/useFocusWithin.js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D:/pasar_fix/node_modules/.bun/react-aria@3.50.0+d0e719b86e9808b5/node_modules/react-aria/dist/private/interactions/useFocusWithin.js.map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D:/pasar_fix/node_modules/.bun/react-aria@3.50.0+d0e719b86e9808b5/node_modules/react-aria/dist/private/interactions/useFocusWithin.mjs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D:/pasar_fix/node_modules/.bun/react-aria@3.50.0+d0e719b86e9808b5/node_modules/react-aria/dist/private/interactions/useFocusWithin.mjs.map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D:/pasar_fix/node_modules/.bun/react-aria@3.50.0+d0e719b86e9808b5/node_modules/react-aria/dist/private/interactions/useHover.cjs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D:/pasar_fix/node_modules/.bun/react-aria@3.50.0+d0e719b86e9808b5/node_modules/react-aria/dist/private/interactions/useHover.cjs.map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D:/pasar_fix/node_modules/.bun/react-aria@3.50.0+d0e719b86e9808b5/node_modules/react-aria/dist/private/interactions/useHover.js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D:/pasar_fix/node_modules/.bun/react-aria@3.50.0+d0e719b86e9808b5/node_modules/react-aria/dist/private/interactions/useHover.js.map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D:/pasar_fix/node_modules/.bun/react-aria@3.50.0+d0e719b86e9808b5/node_modules/react-aria/dist/private/interactions/useHover.mjs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D:/pasar_fix/node_modules/.bun/react-aria@3.50.0+d0e719b86e9808b5/node_modules/react-aria/dist/private/interactions/useHover.mjs.map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D:/pasar_fix/node_modules/.bun/react-aria@3.50.0+d0e719b86e9808b5/node_modules/react-aria/dist/private/interactions/useInteractOutside.cjs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D:/pasar_fix/node_modules/.bun/react-aria@3.50.0+d0e719b86e9808b5/node_modules/react-aria/dist/private/interactions/useInteractOutside.cjs.map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D:/pasar_fix/node_modules/.bun/react-aria@3.50.0+d0e719b86e9808b5/node_modules/react-aria/dist/private/interactions/useInteractOutside.js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D:/pasar_fix/node_modules/.bun/react-aria@3.50.0+d0e719b86e9808b5/node_modules/react-aria/dist/private/interactions/useInteractOutside.js.map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D:/pasar_fix/node_modules/.bun/react-aria@3.50.0+d0e719b86e9808b5/node_modules/react-aria/dist/private/interactions/useInteractOutside.mjs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D:/pasar_fix/node_modules/.bun/react-aria@3.50.0+d0e719b86e9808b5/node_modules/react-aria/dist/private/interactions/useInteractOutside.mjs.map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D:/pasar_fix/node_modules/.bun/react-aria@3.50.0+d0e719b86e9808b5/node_modules/react-aria/dist/private/interactions/useKeyboard.cjs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D:/pasar_fix/node_modules/.bun/react-aria@3.50.0+d0e719b86e9808b5/node_modules/react-aria/dist/private/interactions/useKeyboard.cjs.map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D:/pasar_fix/node_modules/.bun/react-aria@3.50.0+d0e719b86e9808b5/node_modules/react-aria/dist/private/interactions/useKeyboard.js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D:/pasar_fix/node_modules/.bun/react-aria@3.50.0+d0e719b86e9808b5/node_modules/react-aria/dist/private/interactions/useKeyboard.js.map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D:/pasar_fix/node_modules/.bun/react-aria@3.50.0+d0e719b86e9808b5/node_modules/react-aria/dist/private/interactions/useKeyboard.mjs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D:/pasar_fix/node_modules/.bun/react-aria@3.50.0+d0e719b86e9808b5/node_modules/react-aria/dist/private/interactions/useKeyboard.mjs.map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D:/pasar_fix/node_modules/.bun/react-aria@3.50.0+d0e719b86e9808b5/node_modules/react-aria/dist/private/interactions/useLongPress.cjs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D:/pasar_fix/node_modules/.bun/react-aria@3.50.0+d0e719b86e9808b5/node_modules/react-aria/dist/private/interactions/useLongPress.cjs.map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D:/pasar_fix/node_modules/.bun/react-aria@3.50.0+d0e719b86e9808b5/node_modules/react-aria/dist/private/interactions/useLongPress.js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D:/pasar_fix/node_modules/.bun/react-aria@3.50.0+d0e719b86e9808b5/node_modules/react-aria/dist/private/interactions/useLongPress.js.map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D:/pasar_fix/node_modules/.bun/react-aria@3.50.0+d0e719b86e9808b5/node_modules/react-aria/dist/private/interactions/useLongPress.mjs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D:/pasar_fix/node_modules/.bun/react-aria@3.50.0+d0e719b86e9808b5/node_modules/react-aria/dist/private/interactions/useLongPress.mjs.map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D:/pasar_fix/node_modules/.bun/react-aria@3.50.0+d0e719b86e9808b5/node_modules/react-aria/dist/private/interactions/useMove.cjs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D:/pasar_fix/node_modules/.bun/react-aria@3.50.0+d0e719b86e9808b5/node_modules/react-aria/dist/private/interactions/useMove.cjs.map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D:/pasar_fix/node_modules/.bun/react-aria@3.50.0+d0e719b86e9808b5/node_modules/react-aria/dist/private/interactions/useMove.js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D:/pasar_fix/node_modules/.bun/react-aria@3.50.0+d0e719b86e9808b5/node_modules/react-aria/dist/private/interactions/useMove.js.map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D:/pasar_fix/node_modules/.bun/react-aria@3.50.0+d0e719b86e9808b5/node_modules/react-aria/dist/private/interactions/useMove.mjs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D:/pasar_fix/node_modules/.bun/react-aria@3.50.0+d0e719b86e9808b5/node_modules/react-aria/dist/private/interactions/useMove.mjs.map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D:/pasar_fix/node_modules/.bun/react-aria@3.50.0+d0e719b86e9808b5/node_modules/react-aria/dist/private/interactions/usePress.cjs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D:/pasar_fix/node_modules/.bun/react-aria@3.50.0+d0e719b86e9808b5/node_modules/react-aria/dist/private/interactions/usePress.cjs.map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D:/pasar_fix/node_modules/.bun/react-aria@3.50.0+d0e719b86e9808b5/node_modules/react-aria/dist/private/interactions/usePress.js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D:/pasar_fix/node_modules/.bun/react-aria@3.50.0+d0e719b86e9808b5/node_modules/react-aria/dist/private/interactions/usePress.js.map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D:/pasar_fix/node_modules/.bun/react-aria@3.50.0+d0e719b86e9808b5/node_modules/react-aria/dist/private/interactions/usePress.mjs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D:/pasar_fix/node_modules/.bun/react-aria@3.50.0+d0e719b86e9808b5/node_modules/react-aria/dist/private/interactions/usePress.mjs.map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D:/pasar_fix/node_modules/.bun/react-aria@3.50.0+d0e719b86e9808b5/node_modules/react-aria/dist/private/interactions/useScrollWheel.cjs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D:/pasar_fix/node_modules/.bun/react-aria@3.50.0+d0e719b86e9808b5/node_modules/react-aria/dist/private/interactions/useScrollWheel.cjs.map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D:/pasar_fix/node_modules/.bun/react-aria@3.50.0+d0e719b86e9808b5/node_modules/react-aria/dist/private/interactions/useScrollWheel.js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D:/pasar_fix/node_modules/.bun/react-aria@3.50.0+d0e719b86e9808b5/node_modules/react-aria/dist/private/interactions/useScrollWheel.js.map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D:/pasar_fix/node_modules/.bun/react-aria@3.50.0+d0e719b86e9808b5/node_modules/react-aria/dist/private/interactions/useScrollWheel.mjs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D:/pasar_fix/node_modules/.bun/react-aria@3.50.0+d0e719b86e9808b5/node_modules/react-aria/dist/private/interactions/useScrollWheel.mjs.map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D:/pasar_fix/node_modules/.bun/react-aria@3.50.0+d0e719b86e9808b5/node_modules/react-aria/dist/private/interactions/utils.cjs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D:/pasar_fix/node_modules/.bun/react-aria@3.50.0+d0e719b86e9808b5/node_modules/react-aria/dist/private/interactions/utils.cjs.map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D:/pasar_fix/node_modules/.bun/react-aria@3.50.0+d0e719b86e9808b5/node_modules/react-aria/dist/private/interactions/utils.js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D:/pasar_fix/node_modules/.bun/react-aria@3.50.0+d0e719b86e9808b5/node_modules/react-aria/dist/private/interactions/utils.js.map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D:/pasar_fix/node_modules/.bun/react-aria@3.50.0+d0e719b86e9808b5/node_modules/react-aria/dist/private/interactions/utils.mjs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D:/pasar_fix/node_modules/.bun/react-aria@3.50.0+d0e719b86e9808b5/node_modules/react-aria/dist/private/interactions/utils.mjs.map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D:/pasar_fix/node_modules/.bun/react-aria@3.50.0+d0e719b86e9808b5/node_modules/react-aria/dist/private/intl/autocomplete/ar-AE.cjs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D:/pasar_fix/node_modules/.bun/react-aria@3.50.0+d0e719b86e9808b5/node_modules/react-aria/dist/private/intl/autocomplete/ar-AE.cjs.map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D:/pasar_fix/node_modules/.bun/react-aria@3.50.0+d0e719b86e9808b5/node_modules/react-aria/dist/private/intl/autocomplete/ar-AE.js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D:/pasar_fix/node_modules/.bun/react-aria@3.50.0+d0e719b86e9808b5/node_modules/react-aria/dist/private/intl/autocomplete/ar-AE.js.map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D:/pasar_fix/node_modules/.bun/react-aria@3.50.0+d0e719b86e9808b5/node_modules/react-aria/dist/private/intl/autocomplete/ar-AE.mjs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D:/pasar_fix/node_modules/.bun/react-aria@3.50.0+d0e719b86e9808b5/node_modules/react-aria/dist/private/intl/autocomplete/ar-AE.mjs.map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D:/pasar_fix/node_modules/.bun/react-aria@3.50.0+d0e719b86e9808b5/node_modules/react-aria/dist/private/intl/autocomplete/bg-BG.cjs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D:/pasar_fix/node_modules/.bun/react-aria@3.50.0+d0e719b86e9808b5/node_modules/react-aria/dist/private/intl/autocomplete/bg-BG.cjs.map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D:/pasar_fix/node_modules/.bun/react-aria@3.50.0+d0e719b86e9808b5/node_modules/react-aria/dist/private/intl/autocomplete/bg-BG.js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D:/pasar_fix/node_modules/.bun/react-aria@3.50.0+d0e719b86e9808b5/node_modules/react-aria/dist/private/intl/autocomplete/bg-BG.js.map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D:/pasar_fix/node_modules/.bun/react-aria@3.50.0+d0e719b86e9808b5/node_modules/react-aria/dist/private/intl/autocomplete/bg-BG.mjs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D:/pasar_fix/node_modules/.bun/react-aria@3.50.0+d0e719b86e9808b5/node_modules/react-aria/dist/private/intl/autocomplete/bg-BG.mjs.map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D:/pasar_fix/node_modules/.bun/react-aria@3.50.0+d0e719b86e9808b5/node_modules/react-aria/dist/private/intl/autocomplete/cs-CZ.cjs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D:/pasar_fix/node_modules/.bun/react-aria@3.50.0+d0e719b86e9808b5/node_modules/react-aria/dist/private/intl/autocomplete/cs-CZ.cjs.map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D:/pasar_fix/node_modules/.bun/react-aria@3.50.0+d0e719b86e9808b5/node_modules/react-aria/dist/private/intl/autocomplete/cs-CZ.js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D:/pasar_fix/node_modules/.bun/react-aria@3.50.0+d0e719b86e9808b5/node_modules/react-aria/dist/private/intl/autocomplete/cs-CZ.js.map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D:/pasar_fix/node_modules/.bun/react-aria@3.50.0+d0e719b86e9808b5/node_modules/react-aria/dist/private/intl/autocomplete/cs-CZ.mjs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D:/pasar_fix/node_modules/.bun/react-aria@3.50.0+d0e719b86e9808b5/node_modules/react-aria/dist/private/intl/autocomplete/cs-CZ.mjs.map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D:/pasar_fix/node_modules/.bun/react-aria@3.50.0+d0e719b86e9808b5/node_modules/react-aria/dist/private/intl/autocomplete/da-DK.cjs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D:/pasar_fix/node_modules/.bun/react-aria@3.50.0+d0e719b86e9808b5/node_modules/react-aria/dist/private/intl/autocomplete/da-DK.cjs.map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D:/pasar_fix/node_modules/.bun/react-aria@3.50.0+d0e719b86e9808b5/node_modules/react-aria/dist/private/intl/autocomplete/da-DK.js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D:/pasar_fix/node_modules/.bun/react-aria@3.50.0+d0e719b86e9808b5/node_modules/react-aria/dist/private/intl/autocomplete/da-DK.js.map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D:/pasar_fix/node_modules/.bun/react-aria@3.50.0+d0e719b86e9808b5/node_modules/react-aria/dist/private/intl/autocomplete/da-DK.mjs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D:/pasar_fix/node_modules/.bun/react-aria@3.50.0+d0e719b86e9808b5/node_modules/react-aria/dist/private/intl/autocomplete/da-DK.mjs.map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D:/pasar_fix/node_modules/.bun/react-aria@3.50.0+d0e719b86e9808b5/node_modules/react-aria/dist/private/intl/autocomplete/de-DE.cjs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D:/pasar_fix/node_modules/.bun/react-aria@3.50.0+d0e719b86e9808b5/node_modules/react-aria/dist/private/intl/autocomplete/de-DE.cjs.map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D:/pasar_fix/node_modules/.bun/react-aria@3.50.0+d0e719b86e9808b5/node_modules/react-aria/dist/private/intl/autocomplete/de-DE.js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D:/pasar_fix/node_modules/.bun/react-aria@3.50.0+d0e719b86e9808b5/node_modules/react-aria/dist/private/intl/autocomplete/de-DE.js.map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D:/pasar_fix/node_modules/.bun/react-aria@3.50.0+d0e719b86e9808b5/node_modules/react-aria/dist/private/intl/autocomplete/de-DE.mjs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D:/pasar_fix/node_modules/.bun/react-aria@3.50.0+d0e719b86e9808b5/node_modules/react-aria/dist/private/intl/autocomplete/de-DE.mjs.map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D:/pasar_fix/node_modules/.bun/react-aria@3.50.0+d0e719b86e9808b5/node_modules/react-aria/dist/private/intl/autocomplete/el-GR.cjs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D:/pasar_fix/node_modules/.bun/react-aria@3.50.0+d0e719b86e9808b5/node_modules/react-aria/dist/private/intl/autocomplete/el-GR.cjs.map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D:/pasar_fix/node_modules/.bun/react-aria@3.50.0+d0e719b86e9808b5/node_modules/react-aria/dist/private/intl/autocomplete/el-GR.js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D:/pasar_fix/node_modules/.bun/react-aria@3.50.0+d0e719b86e9808b5/node_modules/react-aria/dist/private/intl/autocomplete/el-GR.js.map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D:/pasar_fix/node_modules/.bun/react-aria@3.50.0+d0e719b86e9808b5/node_modules/react-aria/dist/private/intl/autocomplete/el-GR.mjs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D:/pasar_fix/node_modules/.bun/react-aria@3.50.0+d0e719b86e9808b5/node_modules/react-aria/dist/private/intl/autocomplete/el-GR.mjs.map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D:/pasar_fix/node_modules/.bun/react-aria@3.50.0+d0e719b86e9808b5/node_modules/react-aria/dist/private/intl/autocomplete/en-US.cjs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D:/pasar_fix/node_modules/.bun/react-aria@3.50.0+d0e719b86e9808b5/node_modules/react-aria/dist/private/intl/autocomplete/en-US.cjs.map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D:/pasar_fix/node_modules/.bun/react-aria@3.50.0+d0e719b86e9808b5/node_modules/react-aria/dist/private/intl/autocomplete/en-US.js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D:/pasar_fix/node_modules/.bun/react-aria@3.50.0+d0e719b86e9808b5/node_modules/react-aria/dist/private/intl/autocomplete/en-US.js.map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D:/pasar_fix/node_modules/.bun/react-aria@3.50.0+d0e719b86e9808b5/node_modules/react-aria/dist/private/intl/autocomplete/en-US.mjs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D:/pasar_fix/node_modules/.bun/react-aria@3.50.0+d0e719b86e9808b5/node_modules/react-aria/dist/private/intl/autocomplete/en-US.mjs.map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D:/pasar_fix/node_modules/.bun/react-aria@3.50.0+d0e719b86e9808b5/node_modules/react-aria/dist/private/intl/autocomplete/es-ES.cjs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D:/pasar_fix/node_modules/.bun/react-aria@3.50.0+d0e719b86e9808b5/node_modules/react-aria/dist/private/intl/autocomplete/es-ES.cjs.map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D:/pasar_fix/node_modules/.bun/react-aria@3.50.0+d0e719b86e9808b5/node_modules/react-aria/dist/private/intl/autocomplete/es-ES.js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D:/pasar_fix/node_modules/.bun/react-aria@3.50.0+d0e719b86e9808b5/node_modules/react-aria/dist/private/intl/autocomplete/es-ES.js.map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D:/pasar_fix/node_modules/.bun/react-aria@3.50.0+d0e719b86e9808b5/node_modules/react-aria/dist/private/intl/autocomplete/es-ES.mjs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D:/pasar_fix/node_modules/.bun/react-aria@3.50.0+d0e719b86e9808b5/node_modules/react-aria/dist/private/intl/autocomplete/es-ES.mjs.map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D:/pasar_fix/node_modules/.bun/react-aria@3.50.0+d0e719b86e9808b5/node_modules/react-aria/dist/private/intl/autocomplete/et-EE.cjs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D:/pasar_fix/node_modules/.bun/react-aria@3.50.0+d0e719b86e9808b5/node_modules/react-aria/dist/private/intl/autocomplete/et-EE.cjs.map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D:/pasar_fix/node_modules/.bun/react-aria@3.50.0+d0e719b86e9808b5/node_modules/react-aria/dist/private/intl/autocomplete/et-EE.js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D:/pasar_fix/node_modules/.bun/react-aria@3.50.0+d0e719b86e9808b5/node_modules/react-aria/dist/private/intl/autocomplete/et-EE.js.map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D:/pasar_fix/node_modules/.bun/react-aria@3.50.0+d0e719b86e9808b5/node_modules/react-aria/dist/private/intl/autocomplete/et-EE.mjs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D:/pasar_fix/node_modules/.bun/react-aria@3.50.0+d0e719b86e9808b5/node_modules/react-aria/dist/private/intl/autocomplete/et-EE.mjs.map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D:/pasar_fix/node_modules/.bun/react-aria@3.50.0+d0e719b86e9808b5/node_modules/react-aria/dist/private/intl/autocomplete/fi-FI.cjs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D:/pasar_fix/node_modules/.bun/react-aria@3.50.0+d0e719b86e9808b5/node_modules/react-aria/dist/private/intl/autocomplete/fi-FI.cjs.map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D:/pasar_fix/node_modules/.bun/react-aria@3.50.0+d0e719b86e9808b5/node_modules/react-aria/dist/private/intl/autocomplete/fi-FI.js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D:/pasar_fix/node_modules/.bun/react-aria@3.50.0+d0e719b86e9808b5/node_modules/react-aria/dist/private/intl/autocomplete/fi-FI.js.map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D:/pasar_fix/node_modules/.bun/react-aria@3.50.0+d0e719b86e9808b5/node_modules/react-aria/dist/private/intl/autocomplete/fi-FI.mjs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D:/pasar_fix/node_modules/.bun/react-aria@3.50.0+d0e719b86e9808b5/node_modules/react-aria/dist/private/intl/autocomplete/fi-FI.mjs.map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D:/pasar_fix/node_modules/.bun/react-aria@3.50.0+d0e719b86e9808b5/node_modules/react-aria/dist/private/intl/autocomplete/fr-FR.cjs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D:/pasar_fix/node_modules/.bun/react-aria@3.50.0+d0e719b86e9808b5/node_modules/react-aria/dist/private/intl/autocomplete/fr-FR.cjs.map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D:/pasar_fix/node_modules/.bun/react-aria@3.50.0+d0e719b86e9808b5/node_modules/react-aria/dist/private/intl/autocomplete/fr-FR.js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D:/pasar_fix/node_modules/.bun/react-aria@3.50.0+d0e719b86e9808b5/node_modules/react-aria/dist/private/intl/autocomplete/fr-FR.js.map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D:/pasar_fix/node_modules/.bun/react-aria@3.50.0+d0e719b86e9808b5/node_modules/react-aria/dist/private/intl/autocomplete/fr-FR.mjs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D:/pasar_fix/node_modules/.bun/react-aria@3.50.0+d0e719b86e9808b5/node_modules/react-aria/dist/private/intl/autocomplete/fr-FR.mjs.map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D:/pasar_fix/node_modules/.bun/react-aria@3.50.0+d0e719b86e9808b5/node_modules/react-aria/dist/private/intl/autocomplete/he-IL.cjs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D:/pasar_fix/node_modules/.bun/react-aria@3.50.0+d0e719b86e9808b5/node_modules/react-aria/dist/private/intl/autocomplete/he-IL.cjs.map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D:/pasar_fix/node_modules/.bun/react-aria@3.50.0+d0e719b86e9808b5/node_modules/react-aria/dist/private/intl/autocomplete/he-IL.js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D:/pasar_fix/node_modules/.bun/react-aria@3.50.0+d0e719b86e9808b5/node_modules/react-aria/dist/private/intl/autocomplete/he-IL.js.map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D:/pasar_fix/node_modules/.bun/react-aria@3.50.0+d0e719b86e9808b5/node_modules/react-aria/dist/private/intl/autocomplete/he-IL.mjs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D:/pasar_fix/node_modules/.bun/react-aria@3.50.0+d0e719b86e9808b5/node_modules/react-aria/dist/private/intl/autocomplete/he-IL.mjs.map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D:/pasar_fix/node_modules/.bun/react-aria@3.50.0+d0e719b86e9808b5/node_modules/react-aria/dist/private/intl/autocomplete/hr-HR.cjs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D:/pasar_fix/node_modules/.bun/react-aria@3.50.0+d0e719b86e9808b5/node_modules/react-aria/dist/private/intl/autocomplete/hr-HR.cjs.map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D:/pasar_fix/node_modules/.bun/react-aria@3.50.0+d0e719b86e9808b5/node_modules/react-aria/dist/private/intl/autocomplete/hr-HR.js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D:/pasar_fix/node_modules/.bun/react-aria@3.50.0+d0e719b86e9808b5/node_modules/react-aria/dist/private/intl/autocomplete/hr-HR.js.map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D:/pasar_fix/node_modules/.bun/react-aria@3.50.0+d0e719b86e9808b5/node_modules/react-aria/dist/private/intl/autocomplete/hr-HR.mjs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D:/pasar_fix/node_modules/.bun/react-aria@3.50.0+d0e719b86e9808b5/node_modules/react-aria/dist/private/intl/autocomplete/hr-HR.mjs.map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D:/pasar_fix/node_modules/.bun/react-aria@3.50.0+d0e719b86e9808b5/node_modules/react-aria/dist/private/intl/autocomplete/hu-HU.cjs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D:/pasar_fix/node_modules/.bun/react-aria@3.50.0+d0e719b86e9808b5/node_modules/react-aria/dist/private/intl/autocomplete/hu-HU.cjs.map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D:/pasar_fix/node_modules/.bun/react-aria@3.50.0+d0e719b86e9808b5/node_modules/react-aria/dist/private/intl/autocomplete/hu-HU.js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D:/pasar_fix/node_modules/.bun/react-aria@3.50.0+d0e719b86e9808b5/node_modules/react-aria/dist/private/intl/autocomplete/hu-HU.js.map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D:/pasar_fix/node_modules/.bun/react-aria@3.50.0+d0e719b86e9808b5/node_modules/react-aria/dist/private/intl/autocomplete/hu-HU.mjs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D:/pasar_fix/node_modules/.bun/react-aria@3.50.0+d0e719b86e9808b5/node_modules/react-aria/dist/private/intl/autocomplete/hu-HU.mjs.map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D:/pasar_fix/node_modules/.bun/react-aria@3.50.0+d0e719b86e9808b5/node_modules/react-aria/dist/private/intl/autocomplete/it-IT.cjs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D:/pasar_fix/node_modules/.bun/react-aria@3.50.0+d0e719b86e9808b5/node_modules/react-aria/dist/private/intl/autocomplete/it-IT.cjs.map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D:/pasar_fix/node_modules/.bun/react-aria@3.50.0+d0e719b86e9808b5/node_modules/react-aria/dist/private/intl/autocomplete/it-IT.js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D:/pasar_fix/node_modules/.bun/react-aria@3.50.0+d0e719b86e9808b5/node_modules/react-aria/dist/private/intl/autocomplete/it-IT.js.map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D:/pasar_fix/node_modules/.bun/react-aria@3.50.0+d0e719b86e9808b5/node_modules/react-aria/dist/private/intl/autocomplete/it-IT.mjs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D:/pasar_fix/node_modules/.bun/react-aria@3.50.0+d0e719b86e9808b5/node_modules/react-aria/dist/private/intl/autocomplete/it-IT.mjs.map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D:/pasar_fix/node_modules/.bun/react-aria@3.50.0+d0e719b86e9808b5/node_modules/react-aria/dist/private/intl/autocomplete/ja-JP.cjs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D:/pasar_fix/node_modules/.bun/react-aria@3.50.0+d0e719b86e9808b5/node_modules/react-aria/dist/private/intl/autocomplete/ja-JP.cjs.map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D:/pasar_fix/node_modules/.bun/react-aria@3.50.0+d0e719b86e9808b5/node_modules/react-aria/dist/private/intl/autocomplete/ja-JP.js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D:/pasar_fix/node_modules/.bun/react-aria@3.50.0+d0e719b86e9808b5/node_modules/react-aria/dist/private/intl/autocomplete/ja-JP.js.map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D:/pasar_fix/node_modules/.bun/react-aria@3.50.0+d0e719b86e9808b5/node_modules/react-aria/dist/private/intl/autocomplete/ja-JP.mjs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D:/pasar_fix/node_modules/.bun/react-aria@3.50.0+d0e719b86e9808b5/node_modules/react-aria/dist/private/intl/autocomplete/ja-JP.mjs.map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D:/pasar_fix/node_modules/.bun/react-aria@3.50.0+d0e719b86e9808b5/node_modules/react-aria/dist/private/intl/autocomplete/ko-KR.cjs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D:/pasar_fix/node_modules/.bun/react-aria@3.50.0+d0e719b86e9808b5/node_modules/react-aria/dist/private/intl/autocomplete/ko-KR.cjs.map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D:/pasar_fix/node_modules/.bun/react-aria@3.50.0+d0e719b86e9808b5/node_modules/react-aria/dist/private/intl/autocomplete/ko-KR.js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D:/pasar_fix/node_modules/.bun/react-aria@3.50.0+d0e719b86e9808b5/node_modules/react-aria/dist/private/intl/autocomplete/ko-KR.js.map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D:/pasar_fix/node_modules/.bun/react-aria@3.50.0+d0e719b86e9808b5/node_modules/react-aria/dist/private/intl/autocomplete/ko-KR.mjs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D:/pasar_fix/node_modules/.bun/react-aria@3.50.0+d0e719b86e9808b5/node_modules/react-aria/dist/private/intl/autocomplete/ko-KR.mjs.map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D:/pasar_fix/node_modules/.bun/react-aria@3.50.0+d0e719b86e9808b5/node_modules/react-aria/dist/private/intl/autocomplete/lt-LT.cjs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D:/pasar_fix/node_modules/.bun/react-aria@3.50.0+d0e719b86e9808b5/node_modules/react-aria/dist/private/intl/autocomplete/lt-LT.cjs.map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D:/pasar_fix/node_modules/.bun/react-aria@3.50.0+d0e719b86e9808b5/node_modules/react-aria/dist/private/intl/autocomplete/lt-LT.js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D:/pasar_fix/node_modules/.bun/react-aria@3.50.0+d0e719b86e9808b5/node_modules/react-aria/dist/private/intl/autocomplete/lt-LT.js.map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D:/pasar_fix/node_modules/.bun/react-aria@3.50.0+d0e719b86e9808b5/node_modules/react-aria/dist/private/intl/autocomplete/lt-LT.mjs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D:/pasar_fix/node_modules/.bun/react-aria@3.50.0+d0e719b86e9808b5/node_modules/react-aria/dist/private/intl/autocomplete/lt-LT.mjs.map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D:/pasar_fix/node_modules/.bun/react-aria@3.50.0+d0e719b86e9808b5/node_modules/react-aria/dist/private/intl/autocomplete/lv-LV.cjs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D:/pasar_fix/node_modules/.bun/react-aria@3.50.0+d0e719b86e9808b5/node_modules/react-aria/dist/private/intl/autocomplete/lv-LV.cjs.map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D:/pasar_fix/node_modules/.bun/react-aria@3.50.0+d0e719b86e9808b5/node_modules/react-aria/dist/private/intl/autocomplete/lv-LV.js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D:/pasar_fix/node_modules/.bun/react-aria@3.50.0+d0e719b86e9808b5/node_modules/react-aria/dist/private/intl/autocomplete/lv-LV.js.map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D:/pasar_fix/node_modules/.bun/react-aria@3.50.0+d0e719b86e9808b5/node_modules/react-aria/dist/private/intl/autocomplete/lv-LV.mjs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D:/pasar_fix/node_modules/.bun/react-aria@3.50.0+d0e719b86e9808b5/node_modules/react-aria/dist/private/intl/autocomplete/lv-LV.mjs.map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D:/pasar_fix/node_modules/.bun/react-aria@3.50.0+d0e719b86e9808b5/node_modules/react-aria/dist/private/intl/autocomplete/nb-NO.cjs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D:/pasar_fix/node_modules/.bun/react-aria@3.50.0+d0e719b86e9808b5/node_modules/react-aria/dist/private/intl/autocomplete/nb-NO.cjs.map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D:/pasar_fix/node_modules/.bun/react-aria@3.50.0+d0e719b86e9808b5/node_modules/react-aria/dist/private/intl/autocomplete/nb-NO.js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D:/pasar_fix/node_modules/.bun/react-aria@3.50.0+d0e719b86e9808b5/node_modules/react-aria/dist/private/intl/autocomplete/nb-NO.js.map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D:/pasar_fix/node_modules/.bun/react-aria@3.50.0+d0e719b86e9808b5/node_modules/react-aria/dist/private/intl/autocomplete/nb-NO.mjs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D:/pasar_fix/node_modules/.bun/react-aria@3.50.0+d0e719b86e9808b5/node_modules/react-aria/dist/private/intl/autocomplete/nb-NO.mjs.map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D:/pasar_fix/node_modules/.bun/react-aria@3.50.0+d0e719b86e9808b5/node_modules/react-aria/dist/private/intl/autocomplete/nl-NL.cjs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D:/pasar_fix/node_modules/.bun/react-aria@3.50.0+d0e719b86e9808b5/node_modules/react-aria/dist/private/intl/autocomplete/nl-NL.cjs.map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D:/pasar_fix/node_modules/.bun/react-aria@3.50.0+d0e719b86e9808b5/node_modules/react-aria/dist/private/intl/autocomplete/nl-NL.js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D:/pasar_fix/node_modules/.bun/react-aria@3.50.0+d0e719b86e9808b5/node_modules/react-aria/dist/private/intl/autocomplete/nl-NL.js.map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D:/pasar_fix/node_modules/.bun/react-aria@3.50.0+d0e719b86e9808b5/node_modules/react-aria/dist/private/intl/autocomplete/nl-NL.mjs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D:/pasar_fix/node_modules/.bun/react-aria@3.50.0+d0e719b86e9808b5/node_modules/react-aria/dist/private/intl/autocomplete/nl-NL.mjs.map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D:/pasar_fix/node_modules/.bun/react-aria@3.50.0+d0e719b86e9808b5/node_modules/react-aria/dist/private/intl/autocomplete/pl-PL.cjs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D:/pasar_fix/node_modules/.bun/react-aria@3.50.0+d0e719b86e9808b5/node_modules/react-aria/dist/private/intl/autocomplete/pl-PL.cjs.map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D:/pasar_fix/node_modules/.bun/react-aria@3.50.0+d0e719b86e9808b5/node_modules/react-aria/dist/private/intl/autocomplete/pl-PL.js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D:/pasar_fix/node_modules/.bun/react-aria@3.50.0+d0e719b86e9808b5/node_modules/react-aria/dist/private/intl/autocomplete/pl-PL.js.map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D:/pasar_fix/node_modules/.bun/react-aria@3.50.0+d0e719b86e9808b5/node_modules/react-aria/dist/private/intl/autocomplete/pl-PL.mjs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D:/pasar_fix/node_modules/.bun/react-aria@3.50.0+d0e719b86e9808b5/node_modules/react-aria/dist/private/intl/autocomplete/pl-PL.mjs.map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D:/pasar_fix/node_modules/.bun/react-aria@3.50.0+d0e719b86e9808b5/node_modules/react-aria/dist/private/intl/autocomplete/pt-BR.cjs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D:/pasar_fix/node_modules/.bun/react-aria@3.50.0+d0e719b86e9808b5/node_modules/react-aria/dist/private/intl/autocomplete/pt-BR.cjs.map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D:/pasar_fix/node_modules/.bun/react-aria@3.50.0+d0e719b86e9808b5/node_modules/react-aria/dist/private/intl/autocomplete/pt-BR.js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D:/pasar_fix/node_modules/.bun/react-aria@3.50.0+d0e719b86e9808b5/node_modules/react-aria/dist/private/intl/autocomplete/pt-BR.js.map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D:/pasar_fix/node_modules/.bun/react-aria@3.50.0+d0e719b86e9808b5/node_modules/react-aria/dist/private/intl/autocomplete/pt-BR.mjs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D:/pasar_fix/node_modules/.bun/react-aria@3.50.0+d0e719b86e9808b5/node_modules/react-aria/dist/private/intl/autocomplete/pt-BR.mjs.map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D:/pasar_fix/node_modules/.bun/react-aria@3.50.0+d0e719b86e9808b5/node_modules/react-aria/dist/private/intl/autocomplete/pt-PT.cjs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D:/pasar_fix/node_modules/.bun/react-aria@3.50.0+d0e719b86e9808b5/node_modules/react-aria/dist/private/intl/autocomplete/pt-PT.cjs.map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D:/pasar_fix/node_modules/.bun/react-aria@3.50.0+d0e719b86e9808b5/node_modules/react-aria/dist/private/intl/autocomplete/pt-PT.js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D:/pasar_fix/node_modules/.bun/react-aria@3.50.0+d0e719b86e9808b5/node_modules/react-aria/dist/private/intl/autocomplete/pt-PT.js.map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D:/pasar_fix/node_modules/.bun/react-aria@3.50.0+d0e719b86e9808b5/node_modules/react-aria/dist/private/intl/autocomplete/pt-PT.mjs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D:/pasar_fix/node_modules/.bun/react-aria@3.50.0+d0e719b86e9808b5/node_modules/react-aria/dist/private/intl/autocomplete/pt-PT.mjs.map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D:/pasar_fix/node_modules/.bun/react-aria@3.50.0+d0e719b86e9808b5/node_modules/react-aria/dist/private/intl/autocomplete/ro-RO.cjs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D:/pasar_fix/node_modules/.bun/react-aria@3.50.0+d0e719b86e9808b5/node_modules/react-aria/dist/private/intl/autocomplete/ro-RO.cjs.map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D:/pasar_fix/node_modules/.bun/react-aria@3.50.0+d0e719b86e9808b5/node_modules/react-aria/dist/private/intl/autocomplete/ro-RO.js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D:/pasar_fix/node_modules/.bun/react-aria@3.50.0+d0e719b86e9808b5/node_modules/react-aria/dist/private/intl/autocomplete/ro-RO.js.map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D:/pasar_fix/node_modules/.bun/react-aria@3.50.0+d0e719b86e9808b5/node_modules/react-aria/dist/private/intl/autocomplete/ro-RO.mjs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D:/pasar_fix/node_modules/.bun/react-aria@3.50.0+d0e719b86e9808b5/node_modules/react-aria/dist/private/intl/autocomplete/ro-RO.mjs.map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D:/pasar_fix/node_modules/.bun/react-aria@3.50.0+d0e719b86e9808b5/node_modules/react-aria/dist/private/intl/autocomplete/ru-RU.cjs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D:/pasar_fix/node_modules/.bun/react-aria@3.50.0+d0e719b86e9808b5/node_modules/react-aria/dist/private/intl/autocomplete/ru-RU.cjs.map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D:/pasar_fix/node_modules/.bun/react-aria@3.50.0+d0e719b86e9808b5/node_modules/react-aria/dist/private/intl/autocomplete/ru-RU.js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D:/pasar_fix/node_modules/.bun/react-aria@3.50.0+d0e719b86e9808b5/node_modules/react-aria/dist/private/intl/autocomplete/ru-RU.js.map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D:/pasar_fix/node_modules/.bun/react-aria@3.50.0+d0e719b86e9808b5/node_modules/react-aria/dist/private/intl/autocomplete/ru-RU.mjs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D:/pasar_fix/node_modules/.bun/react-aria@3.50.0+d0e719b86e9808b5/node_modules/react-aria/dist/private/intl/autocomplete/ru-RU.mjs.map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D:/pasar_fix/node_modules/.bun/react-aria@3.50.0+d0e719b86e9808b5/node_modules/react-aria/dist/private/intl/autocomplete/sk-SK.cjs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D:/pasar_fix/node_modules/.bun/react-aria@3.50.0+d0e719b86e9808b5/node_modules/react-aria/dist/private/intl/autocomplete/sk-SK.cjs.map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D:/pasar_fix/node_modules/.bun/react-aria@3.50.0+d0e719b86e9808b5/node_modules/react-aria/dist/private/intl/autocomplete/sk-SK.js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D:/pasar_fix/node_modules/.bun/react-aria@3.50.0+d0e719b86e9808b5/node_modules/react-aria/dist/private/intl/autocomplete/sk-SK.js.map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D:/pasar_fix/node_modules/.bun/react-aria@3.50.0+d0e719b86e9808b5/node_modules/react-aria/dist/private/intl/autocomplete/sk-SK.mjs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D:/pasar_fix/node_modules/.bun/react-aria@3.50.0+d0e719b86e9808b5/node_modules/react-aria/dist/private/intl/autocomplete/sk-SK.mjs.map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D:/pasar_fix/node_modules/.bun/react-aria@3.50.0+d0e719b86e9808b5/node_modules/react-aria/dist/private/intl/autocomplete/sl-SI.cjs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D:/pasar_fix/node_modules/.bun/react-aria@3.50.0+d0e719b86e9808b5/node_modules/react-aria/dist/private/intl/autocomplete/sl-SI.cjs.map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D:/pasar_fix/node_modules/.bun/react-aria@3.50.0+d0e719b86e9808b5/node_modules/react-aria/dist/private/intl/autocomplete/sl-SI.js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D:/pasar_fix/node_modules/.bun/react-aria@3.50.0+d0e719b86e9808b5/node_modules/react-aria/dist/private/intl/autocomplete/sl-SI.js.map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D:/pasar_fix/node_modules/.bun/react-aria@3.50.0+d0e719b86e9808b5/node_modules/react-aria/dist/private/intl/autocomplete/sl-SI.mjs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D:/pasar_fix/node_modules/.bun/react-aria@3.50.0+d0e719b86e9808b5/node_modules/react-aria/dist/private/intl/autocomplete/sl-SI.mjs.map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D:/pasar_fix/node_modules/.bun/react-aria@3.50.0+d0e719b86e9808b5/node_modules/react-aria/dist/private/intl/autocomplete/sr-SP.cjs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D:/pasar_fix/node_modules/.bun/react-aria@3.50.0+d0e719b86e9808b5/node_modules/react-aria/dist/private/intl/autocomplete/sr-SP.cjs.map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D:/pasar_fix/node_modules/.bun/react-aria@3.50.0+d0e719b86e9808b5/node_modules/react-aria/dist/private/intl/autocomplete/sr-SP.js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D:/pasar_fix/node_modules/.bun/react-aria@3.50.0+d0e719b86e9808b5/node_modules/react-aria/dist/private/intl/autocomplete/sr-SP.js.map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D:/pasar_fix/node_modules/.bun/react-aria@3.50.0+d0e719b86e9808b5/node_modules/react-aria/dist/private/intl/autocomplete/sr-SP.mjs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D:/pasar_fix/node_modules/.bun/react-aria@3.50.0+d0e719b86e9808b5/node_modules/react-aria/dist/private/intl/autocomplete/sr-SP.mjs.map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D:/pasar_fix/node_modules/.bun/react-aria@3.50.0+d0e719b86e9808b5/node_modules/react-aria/dist/private/intl/autocomplete/sv-SE.cjs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D:/pasar_fix/node_modules/.bun/react-aria@3.50.0+d0e719b86e9808b5/node_modules/react-aria/dist/private/intl/autocomplete/sv-SE.cjs.map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D:/pasar_fix/node_modules/.bun/react-aria@3.50.0+d0e719b86e9808b5/node_modules/react-aria/dist/private/intl/autocomplete/sv-SE.js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D:/pasar_fix/node_modules/.bun/react-aria@3.50.0+d0e719b86e9808b5/node_modules/react-aria/dist/private/intl/autocomplete/sv-SE.js.map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D:/pasar_fix/node_modules/.bun/react-aria@3.50.0+d0e719b86e9808b5/node_modules/react-aria/dist/private/intl/autocomplete/sv-SE.mjs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D:/pasar_fix/node_modules/.bun/react-aria@3.50.0+d0e719b86e9808b5/node_modules/react-aria/dist/private/intl/autocomplete/sv-SE.mjs.map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D:/pasar_fix/node_modules/.bun/react-aria@3.50.0+d0e719b86e9808b5/node_modules/react-aria/dist/private/intl/autocomplete/tr-TR.cjs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D:/pasar_fix/node_modules/.bun/react-aria@3.50.0+d0e719b86e9808b5/node_modules/react-aria/dist/private/intl/autocomplete/tr-TR.cjs.map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D:/pasar_fix/node_modules/.bun/react-aria@3.50.0+d0e719b86e9808b5/node_modules/react-aria/dist/private/intl/autocomplete/tr-TR.js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D:/pasar_fix/node_modules/.bun/react-aria@3.50.0+d0e719b86e9808b5/node_modules/react-aria/dist/private/intl/autocomplete/tr-TR.js.map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D:/pasar_fix/node_modules/.bun/react-aria@3.50.0+d0e719b86e9808b5/node_modules/react-aria/dist/private/intl/autocomplete/tr-TR.mjs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D:/pasar_fix/node_modules/.bun/react-aria@3.50.0+d0e719b86e9808b5/node_modules/react-aria/dist/private/intl/autocomplete/tr-TR.mjs.map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D:/pasar_fix/node_modules/.bun/react-aria@3.50.0+d0e719b86e9808b5/node_modules/react-aria/dist/private/intl/autocomplete/uk-UA.cjs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D:/pasar_fix/node_modules/.bun/react-aria@3.50.0+d0e719b86e9808b5/node_modules/react-aria/dist/private/intl/autocomplete/uk-UA.cjs.map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D:/pasar_fix/node_modules/.bun/react-aria@3.50.0+d0e719b86e9808b5/node_modules/react-aria/dist/private/intl/autocomplete/uk-UA.js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D:/pasar_fix/node_modules/.bun/react-aria@3.50.0+d0e719b86e9808b5/node_modules/react-aria/dist/private/intl/autocomplete/uk-UA.js.map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D:/pasar_fix/node_modules/.bun/react-aria@3.50.0+d0e719b86e9808b5/node_modules/react-aria/dist/private/intl/autocomplete/uk-UA.mjs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D:/pasar_fix/node_modules/.bun/react-aria@3.50.0+d0e719b86e9808b5/node_modules/react-aria/dist/private/intl/autocomplete/uk-UA.mjs.map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D:/pasar_fix/node_modules/.bun/react-aria@3.50.0+d0e719b86e9808b5/node_modules/react-aria/dist/private/intl/autocomplete/zh-CN.cjs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D:/pasar_fix/node_modules/.bun/react-aria@3.50.0+d0e719b86e9808b5/node_modules/react-aria/dist/private/intl/autocomplete/zh-CN.cjs.map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D:/pasar_fix/node_modules/.bun/react-aria@3.50.0+d0e719b86e9808b5/node_modules/react-aria/dist/private/intl/autocomplete/zh-CN.js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D:/pasar_fix/node_modules/.bun/react-aria@3.50.0+d0e719b86e9808b5/node_modules/react-aria/dist/private/intl/autocomplete/zh-CN.js.map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D:/pasar_fix/node_modules/.bun/react-aria@3.50.0+d0e719b86e9808b5/node_modules/react-aria/dist/private/intl/autocomplete/zh-CN.mjs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D:/pasar_fix/node_modules/.bun/react-aria@3.50.0+d0e719b86e9808b5/node_modules/react-aria/dist/private/intl/autocomplete/zh-CN.mjs.map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D:/pasar_fix/node_modules/.bun/react-aria@3.50.0+d0e719b86e9808b5/node_modules/react-aria/dist/private/intl/autocomplete/zh-TW.cjs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D:/pasar_fix/node_modules/.bun/react-aria@3.50.0+d0e719b86e9808b5/node_modules/react-aria/dist/private/intl/autocomplete/zh-TW.cjs.map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D:/pasar_fix/node_modules/.bun/react-aria@3.50.0+d0e719b86e9808b5/node_modules/react-aria/dist/private/intl/autocomplete/zh-TW.js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D:/pasar_fix/node_modules/.bun/react-aria@3.50.0+d0e719b86e9808b5/node_modules/react-aria/dist/private/intl/autocomplete/zh-TW.js.map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D:/pasar_fix/node_modules/.bun/react-aria@3.50.0+d0e719b86e9808b5/node_modules/react-aria/dist/private/intl/autocomplete/zh-TW.mjs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D:/pasar_fix/node_modules/.bun/react-aria@3.50.0+d0e719b86e9808b5/node_modules/react-aria/dist/private/intl/autocomplete/zh-TW.mjs.map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D:/pasar_fix/node_modules/.bun/react-aria@3.50.0+d0e719b86e9808b5/node_modules/react-aria/dist/private/intl/breadcrumbs/ar-AE.cjs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D:/pasar_fix/node_modules/.bun/react-aria@3.50.0+d0e719b86e9808b5/node_modules/react-aria/dist/private/intl/breadcrumbs/ar-AE.cjs.map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D:/pasar_fix/node_modules/.bun/react-aria@3.50.0+d0e719b86e9808b5/node_modules/react-aria/dist/private/intl/breadcrumbs/ar-AE.js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D:/pasar_fix/node_modules/.bun/react-aria@3.50.0+d0e719b86e9808b5/node_modules/react-aria/dist/private/intl/breadcrumbs/ar-AE.js.map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D:/pasar_fix/node_modules/.bun/react-aria@3.50.0+d0e719b86e9808b5/node_modules/react-aria/dist/private/intl/breadcrumbs/ar-AE.mjs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D:/pasar_fix/node_modules/.bun/react-aria@3.50.0+d0e719b86e9808b5/node_modules/react-aria/dist/private/intl/breadcrumbs/ar-AE.mjs.map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D:/pasar_fix/node_modules/.bun/react-aria@3.50.0+d0e719b86e9808b5/node_modules/react-aria/dist/private/intl/breadcrumbs/bg-BG.cjs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D:/pasar_fix/node_modules/.bun/react-aria@3.50.0+d0e719b86e9808b5/node_modules/react-aria/dist/private/intl/breadcrumbs/bg-BG.cjs.map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D:/pasar_fix/node_modules/.bun/react-aria@3.50.0+d0e719b86e9808b5/node_modules/react-aria/dist/private/intl/breadcrumbs/bg-BG.js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D:/pasar_fix/node_modules/.bun/react-aria@3.50.0+d0e719b86e9808b5/node_modules/react-aria/dist/private/intl/breadcrumbs/bg-BG.js.map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D:/pasar_fix/node_modules/.bun/react-aria@3.50.0+d0e719b86e9808b5/node_modules/react-aria/dist/private/intl/breadcrumbs/bg-BG.mjs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D:/pasar_fix/node_modules/.bun/react-aria@3.50.0+d0e719b86e9808b5/node_modules/react-aria/dist/private/intl/breadcrumbs/bg-BG.mjs.map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D:/pasar_fix/node_modules/.bun/react-aria@3.50.0+d0e719b86e9808b5/node_modules/react-aria/dist/private/intl/breadcrumbs/cs-CZ.cjs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D:/pasar_fix/node_modules/.bun/react-aria@3.50.0+d0e719b86e9808b5/node_modules/react-aria/dist/private/intl/breadcrumbs/cs-CZ.cjs.map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D:/pasar_fix/node_modules/.bun/react-aria@3.50.0+d0e719b86e9808b5/node_modules/react-aria/dist/private/intl/breadcrumbs/cs-CZ.js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D:/pasar_fix/node_modules/.bun/react-aria@3.50.0+d0e719b86e9808b5/node_modules/react-aria/dist/private/intl/breadcrumbs/cs-CZ.js.map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D:/pasar_fix/node_modules/.bun/react-aria@3.50.0+d0e719b86e9808b5/node_modules/react-aria/dist/private/intl/breadcrumbs/cs-CZ.mjs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D:/pasar_fix/node_modules/.bun/react-aria@3.50.0+d0e719b86e9808b5/node_modules/react-aria/dist/private/intl/breadcrumbs/cs-CZ.mjs.map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D:/pasar_fix/node_modules/.bun/react-aria@3.50.0+d0e719b86e9808b5/node_modules/react-aria/dist/private/intl/breadcrumbs/da-DK.cjs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D:/pasar_fix/node_modules/.bun/react-aria@3.50.0+d0e719b86e9808b5/node_modules/react-aria/dist/private/intl/breadcrumbs/da-DK.cjs.map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D:/pasar_fix/node_modules/.bun/react-aria@3.50.0+d0e719b86e9808b5/node_modules/react-aria/dist/private/intl/breadcrumbs/da-DK.js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D:/pasar_fix/node_modules/.bun/react-aria@3.50.0+d0e719b86e9808b5/node_modules/react-aria/dist/private/intl/breadcrumbs/da-DK.js.map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D:/pasar_fix/node_modules/.bun/react-aria@3.50.0+d0e719b86e9808b5/node_modules/react-aria/dist/private/intl/breadcrumbs/da-DK.mjs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D:/pasar_fix/node_modules/.bun/react-aria@3.50.0+d0e719b86e9808b5/node_modules/react-aria/dist/private/intl/breadcrumbs/da-DK.mjs.map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D:/pasar_fix/node_modules/.bun/react-aria@3.50.0+d0e719b86e9808b5/node_modules/react-aria/dist/private/intl/breadcrumbs/de-DE.cjs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D:/pasar_fix/node_modules/.bun/react-aria@3.50.0+d0e719b86e9808b5/node_modules/react-aria/dist/private/intl/breadcrumbs/de-DE.cjs.map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D:/pasar_fix/node_modules/.bun/react-aria@3.50.0+d0e719b86e9808b5/node_modules/react-aria/dist/private/intl/breadcrumbs/de-DE.js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D:/pasar_fix/node_modules/.bun/react-aria@3.50.0+d0e719b86e9808b5/node_modules/react-aria/dist/private/intl/breadcrumbs/de-DE.js.map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D:/pasar_fix/node_modules/.bun/react-aria@3.50.0+d0e719b86e9808b5/node_modules/react-aria/dist/private/intl/breadcrumbs/de-DE.mjs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D:/pasar_fix/node_modules/.bun/react-aria@3.50.0+d0e719b86e9808b5/node_modules/react-aria/dist/private/intl/breadcrumbs/de-DE.mjs.map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D:/pasar_fix/node_modules/.bun/react-aria@3.50.0+d0e719b86e9808b5/node_modules/react-aria/dist/private/intl/breadcrumbs/el-GR.cjs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D:/pasar_fix/node_modules/.bun/react-aria@3.50.0+d0e719b86e9808b5/node_modules/react-aria/dist/private/intl/breadcrumbs/el-GR.cjs.map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D:/pasar_fix/node_modules/.bun/react-aria@3.50.0+d0e719b86e9808b5/node_modules/react-aria/dist/private/intl/breadcrumbs/el-GR.js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D:/pasar_fix/node_modules/.bun/react-aria@3.50.0+d0e719b86e9808b5/node_modules/react-aria/dist/private/intl/breadcrumbs/el-GR.js.map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D:/pasar_fix/node_modules/.bun/react-aria@3.50.0+d0e719b86e9808b5/node_modules/react-aria/dist/private/intl/breadcrumbs/el-GR.mjs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D:/pasar_fix/node_modules/.bun/react-aria@3.50.0+d0e719b86e9808b5/node_modules/react-aria/dist/private/intl/breadcrumbs/el-GR.mjs.map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D:/pasar_fix/node_modules/.bun/react-aria@3.50.0+d0e719b86e9808b5/node_modules/react-aria/dist/private/intl/breadcrumbs/en-US.cjs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D:/pasar_fix/node_modules/.bun/react-aria@3.50.0+d0e719b86e9808b5/node_modules/react-aria/dist/private/intl/breadcrumbs/en-US.cjs.map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D:/pasar_fix/node_modules/.bun/react-aria@3.50.0+d0e719b86e9808b5/node_modules/react-aria/dist/private/intl/breadcrumbs/en-US.js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D:/pasar_fix/node_modules/.bun/react-aria@3.50.0+d0e719b86e9808b5/node_modules/react-aria/dist/private/intl/breadcrumbs/en-US.js.map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D:/pasar_fix/node_modules/.bun/react-aria@3.50.0+d0e719b86e9808b5/node_modules/react-aria/dist/private/intl/breadcrumbs/en-US.mjs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D:/pasar_fix/node_modules/.bun/react-aria@3.50.0+d0e719b86e9808b5/node_modules/react-aria/dist/private/intl/breadcrumbs/en-US.mjs.map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D:/pasar_fix/node_modules/.bun/react-aria@3.50.0+d0e719b86e9808b5/node_modules/react-aria/dist/private/intl/breadcrumbs/es-ES.cjs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D:/pasar_fix/node_modules/.bun/react-aria@3.50.0+d0e719b86e9808b5/node_modules/react-aria/dist/private/intl/breadcrumbs/es-ES.cjs.map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D:/pasar_fix/node_modules/.bun/react-aria@3.50.0+d0e719b86e9808b5/node_modules/react-aria/dist/private/intl/breadcrumbs/es-ES.js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D:/pasar_fix/node_modules/.bun/react-aria@3.50.0+d0e719b86e9808b5/node_modules/react-aria/dist/private/intl/breadcrumbs/es-ES.js.map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D:/pasar_fix/node_modules/.bun/react-aria@3.50.0+d0e719b86e9808b5/node_modules/react-aria/dist/private/intl/breadcrumbs/es-ES.mjs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D:/pasar_fix/node_modules/.bun/react-aria@3.50.0+d0e719b86e9808b5/node_modules/react-aria/dist/private/intl/breadcrumbs/es-ES.mjs.map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D:/pasar_fix/node_modules/.bun/react-aria@3.50.0+d0e719b86e9808b5/node_modules/react-aria/dist/private/intl/breadcrumbs/et-EE.cjs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D:/pasar_fix/node_modules/.bun/react-aria@3.50.0+d0e719b86e9808b5/node_modules/react-aria/dist/private/intl/breadcrumbs/et-EE.cjs.map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D:/pasar_fix/node_modules/.bun/react-aria@3.50.0+d0e719b86e9808b5/node_modules/react-aria/dist/private/intl/breadcrumbs/et-EE.js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D:/pasar_fix/node_modules/.bun/react-aria@3.50.0+d0e719b86e9808b5/node_modules/react-aria/dist/private/intl/breadcrumbs/et-EE.js.map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D:/pasar_fix/node_modules/.bun/react-aria@3.50.0+d0e719b86e9808b5/node_modules/react-aria/dist/private/intl/breadcrumbs/et-EE.mjs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D:/pasar_fix/node_modules/.bun/react-aria@3.50.0+d0e719b86e9808b5/node_modules/react-aria/dist/private/intl/breadcrumbs/et-EE.mjs.map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D:/pasar_fix/node_modules/.bun/react-aria@3.50.0+d0e719b86e9808b5/node_modules/react-aria/dist/private/intl/breadcrumbs/fi-FI.cjs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D:/pasar_fix/node_modules/.bun/react-aria@3.50.0+d0e719b86e9808b5/node_modules/react-aria/dist/private/intl/breadcrumbs/fi-FI.cjs.map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D:/pasar_fix/node_modules/.bun/react-aria@3.50.0+d0e719b86e9808b5/node_modules/react-aria/dist/private/intl/breadcrumbs/fi-FI.js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D:/pasar_fix/node_modules/.bun/react-aria@3.50.0+d0e719b86e9808b5/node_modules/react-aria/dist/private/intl/breadcrumbs/fi-FI.js.map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D:/pasar_fix/node_modules/.bun/react-aria@3.50.0+d0e719b86e9808b5/node_modules/react-aria/dist/private/intl/breadcrumbs/fi-FI.mjs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D:/pasar_fix/node_modules/.bun/react-aria@3.50.0+d0e719b86e9808b5/node_modules/react-aria/dist/private/intl/breadcrumbs/fi-FI.mjs.map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D:/pasar_fix/node_modules/.bun/react-aria@3.50.0+d0e719b86e9808b5/node_modules/react-aria/dist/private/intl/breadcrumbs/fr-FR.cjs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D:/pasar_fix/node_modules/.bun/react-aria@3.50.0+d0e719b86e9808b5/node_modules/react-aria/dist/private/intl/breadcrumbs/fr-FR.cjs.map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D:/pasar_fix/node_modules/.bun/react-aria@3.50.0+d0e719b86e9808b5/node_modules/react-aria/dist/private/intl/breadcrumbs/fr-FR.js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D:/pasar_fix/node_modules/.bun/react-aria@3.50.0+d0e719b86e9808b5/node_modules/react-aria/dist/private/intl/breadcrumbs/fr-FR.js.map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D:/pasar_fix/node_modules/.bun/react-aria@3.50.0+d0e719b86e9808b5/node_modules/react-aria/dist/private/intl/breadcrumbs/fr-FR.mjs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D:/pasar_fix/node_modules/.bun/react-aria@3.50.0+d0e719b86e9808b5/node_modules/react-aria/dist/private/intl/breadcrumbs/fr-FR.mjs.map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D:/pasar_fix/node_modules/.bun/react-aria@3.50.0+d0e719b86e9808b5/node_modules/react-aria/dist/private/intl/breadcrumbs/he-IL.cjs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D:/pasar_fix/node_modules/.bun/react-aria@3.50.0+d0e719b86e9808b5/node_modules/react-aria/dist/private/intl/breadcrumbs/he-IL.cjs.map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D:/pasar_fix/node_modules/.bun/react-aria@3.50.0+d0e719b86e9808b5/node_modules/react-aria/dist/private/intl/breadcrumbs/he-IL.js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D:/pasar_fix/node_modules/.bun/react-aria@3.50.0+d0e719b86e9808b5/node_modules/react-aria/dist/private/intl/breadcrumbs/he-IL.js.map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D:/pasar_fix/node_modules/.bun/react-aria@3.50.0+d0e719b86e9808b5/node_modules/react-aria/dist/private/intl/breadcrumbs/he-IL.mjs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D:/pasar_fix/node_modules/.bun/react-aria@3.50.0+d0e719b86e9808b5/node_modules/react-aria/dist/private/intl/breadcrumbs/he-IL.mjs.map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D:/pasar_fix/node_modules/.bun/react-aria@3.50.0+d0e719b86e9808b5/node_modules/react-aria/dist/private/intl/breadcrumbs/hr-HR.cjs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D:/pasar_fix/node_modules/.bun/react-aria@3.50.0+d0e719b86e9808b5/node_modules/react-aria/dist/private/intl/breadcrumbs/hr-HR.cjs.map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D:/pasar_fix/node_modules/.bun/react-aria@3.50.0+d0e719b86e9808b5/node_modules/react-aria/dist/private/intl/breadcrumbs/hr-HR.js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D:/pasar_fix/node_modules/.bun/react-aria@3.50.0+d0e719b86e9808b5/node_modules/react-aria/dist/private/intl/breadcrumbs/hr-HR.js.map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D:/pasar_fix/node_modules/.bun/react-aria@3.50.0+d0e719b86e9808b5/node_modules/react-aria/dist/private/intl/breadcrumbs/hr-HR.mjs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D:/pasar_fix/node_modules/.bun/react-aria@3.50.0+d0e719b86e9808b5/node_modules/react-aria/dist/private/intl/breadcrumbs/hr-HR.mjs.map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D:/pasar_fix/node_modules/.bun/react-aria@3.50.0+d0e719b86e9808b5/node_modules/react-aria/dist/private/intl/breadcrumbs/hu-HU.cjs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D:/pasar_fix/node_modules/.bun/react-aria@3.50.0+d0e719b86e9808b5/node_modules/react-aria/dist/private/intl/breadcrumbs/hu-HU.cjs.map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D:/pasar_fix/node_modules/.bun/react-aria@3.50.0+d0e719b86e9808b5/node_modules/react-aria/dist/private/intl/breadcrumbs/hu-HU.js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D:/pasar_fix/node_modules/.bun/react-aria@3.50.0+d0e719b86e9808b5/node_modules/react-aria/dist/private/intl/breadcrumbs/hu-HU.js.map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D:/pasar_fix/node_modules/.bun/react-aria@3.50.0+d0e719b86e9808b5/node_modules/react-aria/dist/private/intl/breadcrumbs/hu-HU.mjs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D:/pasar_fix/node_modules/.bun/react-aria@3.50.0+d0e719b86e9808b5/node_modules/react-aria/dist/private/intl/breadcrumbs/hu-HU.mjs.map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D:/pasar_fix/node_modules/.bun/react-aria@3.50.0+d0e719b86e9808b5/node_modules/react-aria/dist/private/intl/breadcrumbs/it-IT.cjs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D:/pasar_fix/node_modules/.bun/react-aria@3.50.0+d0e719b86e9808b5/node_modules/react-aria/dist/private/intl/breadcrumbs/it-IT.cjs.map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D:/pasar_fix/node_modules/.bun/react-aria@3.50.0+d0e719b86e9808b5/node_modules/react-aria/dist/private/intl/breadcrumbs/it-IT.js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D:/pasar_fix/node_modules/.bun/react-aria@3.50.0+d0e719b86e9808b5/node_modules/react-aria/dist/private/intl/breadcrumbs/it-IT.js.map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D:/pasar_fix/node_modules/.bun/react-aria@3.50.0+d0e719b86e9808b5/node_modules/react-aria/dist/private/intl/breadcrumbs/it-IT.mjs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D:/pasar_fix/node_modules/.bun/react-aria@3.50.0+d0e719b86e9808b5/node_modules/react-aria/dist/private/intl/breadcrumbs/it-IT.mjs.map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D:/pasar_fix/node_modules/.bun/react-aria@3.50.0+d0e719b86e9808b5/node_modules/react-aria/dist/private/intl/breadcrumbs/ja-JP.cjs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D:/pasar_fix/node_modules/.bun/react-aria@3.50.0+d0e719b86e9808b5/node_modules/react-aria/dist/private/intl/breadcrumbs/ja-JP.cjs.map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D:/pasar_fix/node_modules/.bun/react-aria@3.50.0+d0e719b86e9808b5/node_modules/react-aria/dist/private/intl/breadcrumbs/ja-JP.js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D:/pasar_fix/node_modules/.bun/react-aria@3.50.0+d0e719b86e9808b5/node_modules/react-aria/dist/private/intl/breadcrumbs/ja-JP.js.map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D:/pasar_fix/node_modules/.bun/react-aria@3.50.0+d0e719b86e9808b5/node_modules/react-aria/dist/private/intl/breadcrumbs/ja-JP.mjs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D:/pasar_fix/node_modules/.bun/react-aria@3.50.0+d0e719b86e9808b5/node_modules/react-aria/dist/private/intl/breadcrumbs/ja-JP.mjs.map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D:/pasar_fix/node_modules/.bun/react-aria@3.50.0+d0e719b86e9808b5/node_modules/react-aria/dist/private/intl/breadcrumbs/ko-KR.cjs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D:/pasar_fix/node_modules/.bun/react-aria@3.50.0+d0e719b86e9808b5/node_modules/react-aria/dist/private/intl/breadcrumbs/ko-KR.cjs.map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D:/pasar_fix/node_modules/.bun/react-aria@3.50.0+d0e719b86e9808b5/node_modules/react-aria/dist/private/intl/breadcrumbs/ko-KR.js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D:/pasar_fix/node_modules/.bun/react-aria@3.50.0+d0e719b86e9808b5/node_modules/react-aria/dist/private/intl/breadcrumbs/ko-KR.js.map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D:/pasar_fix/node_modules/.bun/react-aria@3.50.0+d0e719b86e9808b5/node_modules/react-aria/dist/private/intl/breadcrumbs/ko-KR.mjs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D:/pasar_fix/node_modules/.bun/react-aria@3.50.0+d0e719b86e9808b5/node_modules/react-aria/dist/private/intl/breadcrumbs/ko-KR.mjs.map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D:/pasar_fix/node_modules/.bun/react-aria@3.50.0+d0e719b86e9808b5/node_modules/react-aria/dist/private/intl/breadcrumbs/lt-LT.cjs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D:/pasar_fix/node_modules/.bun/react-aria@3.50.0+d0e719b86e9808b5/node_modules/react-aria/dist/private/intl/breadcrumbs/lt-LT.cjs.map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D:/pasar_fix/node_modules/.bun/react-aria@3.50.0+d0e719b86e9808b5/node_modules/react-aria/dist/private/intl/breadcrumbs/lt-LT.js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D:/pasar_fix/node_modules/.bun/react-aria@3.50.0+d0e719b86e9808b5/node_modules/react-aria/dist/private/intl/breadcrumbs/lt-LT.js.map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D:/pasar_fix/node_modules/.bun/react-aria@3.50.0+d0e719b86e9808b5/node_modules/react-aria/dist/private/intl/breadcrumbs/lt-LT.mjs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D:/pasar_fix/node_modules/.bun/react-aria@3.50.0+d0e719b86e9808b5/node_modules/react-aria/dist/private/intl/breadcrumbs/lt-LT.mjs.map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D:/pasar_fix/node_modules/.bun/react-aria@3.50.0+d0e719b86e9808b5/node_modules/react-aria/dist/private/intl/breadcrumbs/lv-LV.cjs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D:/pasar_fix/node_modules/.bun/react-aria@3.50.0+d0e719b86e9808b5/node_modules/react-aria/dist/private/intl/breadcrumbs/lv-LV.cjs.map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D:/pasar_fix/node_modules/.bun/react-aria@3.50.0+d0e719b86e9808b5/node_modules/react-aria/dist/private/intl/breadcrumbs/lv-LV.js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D:/pasar_fix/node_modules/.bun/react-aria@3.50.0+d0e719b86e9808b5/node_modules/react-aria/dist/private/intl/breadcrumbs/lv-LV.js.map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D:/pasar_fix/node_modules/.bun/react-aria@3.50.0+d0e719b86e9808b5/node_modules/react-aria/dist/private/intl/breadcrumbs/lv-LV.mjs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D:/pasar_fix/node_modules/.bun/react-aria@3.50.0+d0e719b86e9808b5/node_modules/react-aria/dist/private/intl/breadcrumbs/lv-LV.mjs.map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D:/pasar_fix/node_modules/.bun/react-aria@3.50.0+d0e719b86e9808b5/node_modules/react-aria/dist/private/intl/breadcrumbs/nb-NO.cjs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D:/pasar_fix/node_modules/.bun/react-aria@3.50.0+d0e719b86e9808b5/node_modules/react-aria/dist/private/intl/breadcrumbs/nb-NO.cjs.map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D:/pasar_fix/node_modules/.bun/react-aria@3.50.0+d0e719b86e9808b5/node_modules/react-aria/dist/private/intl/breadcrumbs/nb-NO.js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D:/pasar_fix/node_modules/.bun/react-aria@3.50.0+d0e719b86e9808b5/node_modules/react-aria/dist/private/intl/breadcrumbs/nb-NO.js.map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D:/pasar_fix/node_modules/.bun/react-aria@3.50.0+d0e719b86e9808b5/node_modules/react-aria/dist/private/intl/breadcrumbs/nb-NO.mjs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D:/pasar_fix/node_modules/.bun/react-aria@3.50.0+d0e719b86e9808b5/node_modules/react-aria/dist/private/intl/breadcrumbs/nb-NO.mjs.map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D:/pasar_fix/node_modules/.bun/react-aria@3.50.0+d0e719b86e9808b5/node_modules/react-aria/dist/private/intl/breadcrumbs/nl-NL.cjs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D:/pasar_fix/node_modules/.bun/react-aria@3.50.0+d0e719b86e9808b5/node_modules/react-aria/dist/private/intl/breadcrumbs/nl-NL.cjs.map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D:/pasar_fix/node_modules/.bun/react-aria@3.50.0+d0e719b86e9808b5/node_modules/react-aria/dist/private/intl/breadcrumbs/nl-NL.js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D:/pasar_fix/node_modules/.bun/react-aria@3.50.0+d0e719b86e9808b5/node_modules/react-aria/dist/private/intl/breadcrumbs/nl-NL.js.map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D:/pasar_fix/node_modules/.bun/react-aria@3.50.0+d0e719b86e9808b5/node_modules/react-aria/dist/private/intl/breadcrumbs/nl-NL.mjs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D:/pasar_fix/node_modules/.bun/react-aria@3.50.0+d0e719b86e9808b5/node_modules/react-aria/dist/private/intl/breadcrumbs/nl-NL.mjs.map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D:/pasar_fix/node_modules/.bun/react-aria@3.50.0+d0e719b86e9808b5/node_modules/react-aria/dist/private/intl/breadcrumbs/pl-PL.cjs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D:/pasar_fix/node_modules/.bun/react-aria@3.50.0+d0e719b86e9808b5/node_modules/react-aria/dist/private/intl/breadcrumbs/pl-PL.cjs.map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D:/pasar_fix/node_modules/.bun/react-aria@3.50.0+d0e719b86e9808b5/node_modules/react-aria/dist/private/intl/breadcrumbs/pl-PL.js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D:/pasar_fix/node_modules/.bun/react-aria@3.50.0+d0e719b86e9808b5/node_modules/react-aria/dist/private/intl/breadcrumbs/pl-PL.js.map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D:/pasar_fix/node_modules/.bun/react-aria@3.50.0+d0e719b86e9808b5/node_modules/react-aria/dist/private/intl/breadcrumbs/pl-PL.mjs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D:/pasar_fix/node_modules/.bun/react-aria@3.50.0+d0e719b86e9808b5/node_modules/react-aria/dist/private/intl/breadcrumbs/pl-PL.mjs.map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D:/pasar_fix/node_modules/.bun/react-aria@3.50.0+d0e719b86e9808b5/node_modules/react-aria/dist/private/intl/breadcrumbs/pt-BR.cjs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D:/pasar_fix/node_modules/.bun/react-aria@3.50.0+d0e719b86e9808b5/node_modules/react-aria/dist/private/intl/breadcrumbs/pt-BR.cjs.map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D:/pasar_fix/node_modules/.bun/react-aria@3.50.0+d0e719b86e9808b5/node_modules/react-aria/dist/private/intl/breadcrumbs/pt-BR.js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D:/pasar_fix/node_modules/.bun/react-aria@3.50.0+d0e719b86e9808b5/node_modules/react-aria/dist/private/intl/breadcrumbs/pt-BR.js.map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D:/pasar_fix/node_modules/.bun/react-aria@3.50.0+d0e719b86e9808b5/node_modules/react-aria/dist/private/intl/breadcrumbs/pt-BR.mjs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D:/pasar_fix/node_modules/.bun/react-aria@3.50.0+d0e719b86e9808b5/node_modules/react-aria/dist/private/intl/breadcrumbs/pt-BR.mjs.map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D:/pasar_fix/node_modules/.bun/react-aria@3.50.0+d0e719b86e9808b5/node_modules/react-aria/dist/private/intl/breadcrumbs/pt-PT.cjs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D:/pasar_fix/node_modules/.bun/react-aria@3.50.0+d0e719b86e9808b5/node_modules/react-aria/dist/private/intl/breadcrumbs/pt-PT.cjs.map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D:/pasar_fix/node_modules/.bun/react-aria@3.50.0+d0e719b86e9808b5/node_modules/react-aria/dist/private/intl/breadcrumbs/pt-PT.js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D:/pasar_fix/node_modules/.bun/react-aria@3.50.0+d0e719b86e9808b5/node_modules/react-aria/dist/private/intl/breadcrumbs/pt-PT.js.map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D:/pasar_fix/node_modules/.bun/react-aria@3.50.0+d0e719b86e9808b5/node_modules/react-aria/dist/private/intl/breadcrumbs/pt-PT.mjs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D:/pasar_fix/node_modules/.bun/react-aria@3.50.0+d0e719b86e9808b5/node_modules/react-aria/dist/private/intl/breadcrumbs/pt-PT.mjs.map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D:/pasar_fix/node_modules/.bun/react-aria@3.50.0+d0e719b86e9808b5/node_modules/react-aria/dist/private/intl/breadcrumbs/ro-RO.cjs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D:/pasar_fix/node_modules/.bun/react-aria@3.50.0+d0e719b86e9808b5/node_modules/react-aria/dist/private/intl/breadcrumbs/ro-RO.cjs.map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D:/pasar_fix/node_modules/.bun/react-aria@3.50.0+d0e719b86e9808b5/node_modules/react-aria/dist/private/intl/breadcrumbs/ro-RO.js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D:/pasar_fix/node_modules/.bun/react-aria@3.50.0+d0e719b86e9808b5/node_modules/react-aria/dist/private/intl/breadcrumbs/ro-RO.js.map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D:/pasar_fix/node_modules/.bun/react-aria@3.50.0+d0e719b86e9808b5/node_modules/react-aria/dist/private/intl/breadcrumbs/ro-RO.mjs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D:/pasar_fix/node_modules/.bun/react-aria@3.50.0+d0e719b86e9808b5/node_modules/react-aria/dist/private/intl/breadcrumbs/ro-RO.mjs.map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D:/pasar_fix/node_modules/.bun/react-aria@3.50.0+d0e719b86e9808b5/node_modules/react-aria/dist/private/intl/breadcrumbs/ru-RU.cjs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D:/pasar_fix/node_modules/.bun/react-aria@3.50.0+d0e719b86e9808b5/node_modules/react-aria/dist/private/intl/breadcrumbs/ru-RU.cjs.map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D:/pasar_fix/node_modules/.bun/react-aria@3.50.0+d0e719b86e9808b5/node_modules/react-aria/dist/private/intl/breadcrumbs/ru-RU.js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D:/pasar_fix/node_modules/.bun/react-aria@3.50.0+d0e719b86e9808b5/node_modules/react-aria/dist/private/intl/breadcrumbs/ru-RU.js.map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D:/pasar_fix/node_modules/.bun/react-aria@3.50.0+d0e719b86e9808b5/node_modules/react-aria/dist/private/intl/breadcrumbs/ru-RU.mjs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D:/pasar_fix/node_modules/.bun/react-aria@3.50.0+d0e719b86e9808b5/node_modules/react-aria/dist/private/intl/breadcrumbs/ru-RU.mjs.map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D:/pasar_fix/node_modules/.bun/react-aria@3.50.0+d0e719b86e9808b5/node_modules/react-aria/dist/private/intl/breadcrumbs/sk-SK.cjs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D:/pasar_fix/node_modules/.bun/react-aria@3.50.0+d0e719b86e9808b5/node_modules/react-aria/dist/private/intl/breadcrumbs/sk-SK.cjs.map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D:/pasar_fix/node_modules/.bun/react-aria@3.50.0+d0e719b86e9808b5/node_modules/react-aria/dist/private/intl/breadcrumbs/sk-SK.js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D:/pasar_fix/node_modules/.bun/react-aria@3.50.0+d0e719b86e9808b5/node_modules/react-aria/dist/private/intl/breadcrumbs/sk-SK.js.map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D:/pasar_fix/node_modules/.bun/react-aria@3.50.0+d0e719b86e9808b5/node_modules/react-aria/dist/private/intl/breadcrumbs/sk-SK.mjs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D:/pasar_fix/node_modules/.bun/react-aria@3.50.0+d0e719b86e9808b5/node_modules/react-aria/dist/private/intl/breadcrumbs/sk-SK.mjs.map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D:/pasar_fix/node_modules/.bun/react-aria@3.50.0+d0e719b86e9808b5/node_modules/react-aria/dist/private/intl/breadcrumbs/sl-SI.cjs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D:/pasar_fix/node_modules/.bun/react-aria@3.50.0+d0e719b86e9808b5/node_modules/react-aria/dist/private/intl/breadcrumbs/sl-SI.cjs.map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D:/pasar_fix/node_modules/.bun/react-aria@3.50.0+d0e719b86e9808b5/node_modules/react-aria/dist/private/intl/breadcrumbs/sl-SI.js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D:/pasar_fix/node_modules/.bun/react-aria@3.50.0+d0e719b86e9808b5/node_modules/react-aria/dist/private/intl/breadcrumbs/sl-SI.js.map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D:/pasar_fix/node_modules/.bun/react-aria@3.50.0+d0e719b86e9808b5/node_modules/react-aria/dist/private/intl/breadcrumbs/sl-SI.mjs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D:/pasar_fix/node_modules/.bun/react-aria@3.50.0+d0e719b86e9808b5/node_modules/react-aria/dist/private/intl/breadcrumbs/sl-SI.mjs.map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D:/pasar_fix/node_modules/.bun/react-aria@3.50.0+d0e719b86e9808b5/node_modules/react-aria/dist/private/intl/breadcrumbs/sr-SP.cjs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D:/pasar_fix/node_modules/.bun/react-aria@3.50.0+d0e719b86e9808b5/node_modules/react-aria/dist/private/intl/breadcrumbs/sr-SP.cjs.map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D:/pasar_fix/node_modules/.bun/react-aria@3.50.0+d0e719b86e9808b5/node_modules/react-aria/dist/private/intl/breadcrumbs/sr-SP.js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D:/pasar_fix/node_modules/.bun/react-aria@3.50.0+d0e719b86e9808b5/node_modules/react-aria/dist/private/intl/breadcrumbs/sr-SP.js.map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D:/pasar_fix/node_modules/.bun/react-aria@3.50.0+d0e719b86e9808b5/node_modules/react-aria/dist/private/intl/breadcrumbs/sr-SP.mjs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D:/pasar_fix/node_modules/.bun/react-aria@3.50.0+d0e719b86e9808b5/node_modules/react-aria/dist/private/intl/breadcrumbs/sr-SP.mjs.map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D:/pasar_fix/node_modules/.bun/react-aria@3.50.0+d0e719b86e9808b5/node_modules/react-aria/dist/private/intl/breadcrumbs/sv-SE.cjs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D:/pasar_fix/node_modules/.bun/react-aria@3.50.0+d0e719b86e9808b5/node_modules/react-aria/dist/private/intl/breadcrumbs/sv-SE.cjs.map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D:/pasar_fix/node_modules/.bun/react-aria@3.50.0+d0e719b86e9808b5/node_modules/react-aria/dist/private/intl/breadcrumbs/sv-SE.js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D:/pasar_fix/node_modules/.bun/react-aria@3.50.0+d0e719b86e9808b5/node_modules/react-aria/dist/private/intl/breadcrumbs/sv-SE.js.map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D:/pasar_fix/node_modules/.bun/react-aria@3.50.0+d0e719b86e9808b5/node_modules/react-aria/dist/private/intl/breadcrumbs/sv-SE.mjs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D:/pasar_fix/node_modules/.bun/react-aria@3.50.0+d0e719b86e9808b5/node_modules/react-aria/dist/private/intl/breadcrumbs/sv-SE.mjs.map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D:/pasar_fix/node_modules/.bun/react-aria@3.50.0+d0e719b86e9808b5/node_modules/react-aria/dist/private/intl/breadcrumbs/tr-TR.cjs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D:/pasar_fix/node_modules/.bun/react-aria@3.50.0+d0e719b86e9808b5/node_modules/react-aria/dist/private/intl/breadcrumbs/tr-TR.cjs.map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D:/pasar_fix/node_modules/.bun/react-aria@3.50.0+d0e719b86e9808b5/node_modules/react-aria/dist/private/intl/breadcrumbs/tr-TR.js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D:/pasar_fix/node_modules/.bun/react-aria@3.50.0+d0e719b86e9808b5/node_modules/react-aria/dist/private/intl/breadcrumbs/tr-TR.js.map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D:/pasar_fix/node_modules/.bun/react-aria@3.50.0+d0e719b86e9808b5/node_modules/react-aria/dist/private/intl/breadcrumbs/tr-TR.mjs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D:/pasar_fix/node_modules/.bun/react-aria@3.50.0+d0e719b86e9808b5/node_modules/react-aria/dist/private/intl/breadcrumbs/tr-TR.mjs.map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D:/pasar_fix/node_modules/.bun/react-aria@3.50.0+d0e719b86e9808b5/node_modules/react-aria/dist/private/intl/breadcrumbs/uk-UA.cjs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D:/pasar_fix/node_modules/.bun/react-aria@3.50.0+d0e719b86e9808b5/node_modules/react-aria/dist/private/intl/breadcrumbs/uk-UA.cjs.map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D:/pasar_fix/node_modules/.bun/react-aria@3.50.0+d0e719b86e9808b5/node_modules/react-aria/dist/private/intl/breadcrumbs/uk-UA.js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D:/pasar_fix/node_modules/.bun/react-aria@3.50.0+d0e719b86e9808b5/node_modules/react-aria/dist/private/intl/breadcrumbs/uk-UA.js.map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D:/pasar_fix/node_modules/.bun/react-aria@3.50.0+d0e719b86e9808b5/node_modules/react-aria/dist/private/intl/breadcrumbs/uk-UA.mjs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D:/pasar_fix/node_modules/.bun/react-aria@3.50.0+d0e719b86e9808b5/node_modules/react-aria/dist/private/intl/breadcrumbs/uk-UA.mjs.map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D:/pasar_fix/node_modules/.bun/react-aria@3.50.0+d0e719b86e9808b5/node_modules/react-aria/dist/private/intl/breadcrumbs/zh-CN.cjs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D:/pasar_fix/node_modules/.bun/react-aria@3.50.0+d0e719b86e9808b5/node_modules/react-aria/dist/private/intl/breadcrumbs/zh-CN.cjs.map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D:/pasar_fix/node_modules/.bun/react-aria@3.50.0+d0e719b86e9808b5/node_modules/react-aria/dist/private/intl/breadcrumbs/zh-CN.js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D:/pasar_fix/node_modules/.bun/react-aria@3.50.0+d0e719b86e9808b5/node_modules/react-aria/dist/private/intl/breadcrumbs/zh-CN.js.map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D:/pasar_fix/node_modules/.bun/react-aria@3.50.0+d0e719b86e9808b5/node_modules/react-aria/dist/private/intl/breadcrumbs/zh-CN.mjs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D:/pasar_fix/node_modules/.bun/react-aria@3.50.0+d0e719b86e9808b5/node_modules/react-aria/dist/private/intl/breadcrumbs/zh-CN.mjs.map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D:/pasar_fix/node_modules/.bun/react-aria@3.50.0+d0e719b86e9808b5/node_modules/react-aria/dist/private/intl/breadcrumbs/zh-TW.cjs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D:/pasar_fix/node_modules/.bun/react-aria@3.50.0+d0e719b86e9808b5/node_modules/react-aria/dist/private/intl/breadcrumbs/zh-TW.cjs.map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D:/pasar_fix/node_modules/.bun/react-aria@3.50.0+d0e719b86e9808b5/node_modules/react-aria/dist/private/intl/breadcrumbs/zh-TW.js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D:/pasar_fix/node_modules/.bun/react-aria@3.50.0+d0e719b86e9808b5/node_modules/react-aria/dist/private/intl/breadcrumbs/zh-TW.js.map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D:/pasar_fix/node_modules/.bun/react-aria@3.50.0+d0e719b86e9808b5/node_modules/react-aria/dist/private/intl/breadcrumbs/zh-TW.mjs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D:/pasar_fix/node_modules/.bun/react-aria@3.50.0+d0e719b86e9808b5/node_modules/react-aria/dist/private/intl/breadcrumbs/zh-TW.mjs.map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D:/pasar_fix/node_modules/.bun/react-aria@3.50.0+d0e719b86e9808b5/node_modules/react-aria/dist/private/intl/calendar/ar-AE.cjs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D:/pasar_fix/node_modules/.bun/react-aria@3.50.0+d0e719b86e9808b5/node_modules/react-aria/dist/private/intl/calendar/ar-AE.cjs.map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D:/pasar_fix/node_modules/.bun/react-aria@3.50.0+d0e719b86e9808b5/node_modules/react-aria/dist/private/intl/calendar/ar-AE.js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D:/pasar_fix/node_modules/.bun/react-aria@3.50.0+d0e719b86e9808b5/node_modules/react-aria/dist/private/intl/calendar/ar-AE.js.map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D:/pasar_fix/node_modules/.bun/react-aria@3.50.0+d0e719b86e9808b5/node_modules/react-aria/dist/private/intl/calendar/ar-AE.mjs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D:/pasar_fix/node_modules/.bun/react-aria@3.50.0+d0e719b86e9808b5/node_modules/react-aria/dist/private/intl/calendar/ar-AE.mjs.map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D:/pasar_fix/node_modules/.bun/react-aria@3.50.0+d0e719b86e9808b5/node_modules/react-aria/dist/private/intl/calendar/bg-BG.cjs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D:/pasar_fix/node_modules/.bun/react-aria@3.50.0+d0e719b86e9808b5/node_modules/react-aria/dist/private/intl/calendar/bg-BG.cjs.map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D:/pasar_fix/node_modules/.bun/react-aria@3.50.0+d0e719b86e9808b5/node_modules/react-aria/dist/private/intl/calendar/bg-BG.js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D:/pasar_fix/node_modules/.bun/react-aria@3.50.0+d0e719b86e9808b5/node_modules/react-aria/dist/private/intl/calendar/bg-BG.js.map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D:/pasar_fix/node_modules/.bun/react-aria@3.50.0+d0e719b86e9808b5/node_modules/react-aria/dist/private/intl/calendar/bg-BG.mjs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D:/pasar_fix/node_modules/.bun/react-aria@3.50.0+d0e719b86e9808b5/node_modules/react-aria/dist/private/intl/calendar/bg-BG.mjs.map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D:/pasar_fix/node_modules/.bun/react-aria@3.50.0+d0e719b86e9808b5/node_modules/react-aria/dist/private/intl/calendar/cs-CZ.cjs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D:/pasar_fix/node_modules/.bun/react-aria@3.50.0+d0e719b86e9808b5/node_modules/react-aria/dist/private/intl/calendar/cs-CZ.cjs.map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D:/pasar_fix/node_modules/.bun/react-aria@3.50.0+d0e719b86e9808b5/node_modules/react-aria/dist/private/intl/calendar/cs-CZ.js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D:/pasar_fix/node_modules/.bun/react-aria@3.50.0+d0e719b86e9808b5/node_modules/react-aria/dist/private/intl/calendar/cs-CZ.js.map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D:/pasar_fix/node_modules/.bun/react-aria@3.50.0+d0e719b86e9808b5/node_modules/react-aria/dist/private/intl/calendar/cs-CZ.mjs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D:/pasar_fix/node_modules/.bun/react-aria@3.50.0+d0e719b86e9808b5/node_modules/react-aria/dist/private/intl/calendar/cs-CZ.mjs.map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D:/pasar_fix/node_modules/.bun/react-aria@3.50.0+d0e719b86e9808b5/node_modules/react-aria/dist/private/intl/calendar/da-DK.cjs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D:/pasar_fix/node_modules/.bun/react-aria@3.50.0+d0e719b86e9808b5/node_modules/react-aria/dist/private/intl/calendar/da-DK.cjs.map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D:/pasar_fix/node_modules/.bun/react-aria@3.50.0+d0e719b86e9808b5/node_modules/react-aria/dist/private/intl/calendar/da-DK.js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D:/pasar_fix/node_modules/.bun/react-aria@3.50.0+d0e719b86e9808b5/node_modules/react-aria/dist/private/intl/calendar/da-DK.js.map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D:/pasar_fix/node_modules/.bun/react-aria@3.50.0+d0e719b86e9808b5/node_modules/react-aria/dist/private/intl/calendar/da-DK.mjs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D:/pasar_fix/node_modules/.bun/react-aria@3.50.0+d0e719b86e9808b5/node_modules/react-aria/dist/private/intl/calendar/da-DK.mjs.map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D:/pasar_fix/node_modules/.bun/react-aria@3.50.0+d0e719b86e9808b5/node_modules/react-aria/dist/private/intl/calendar/de-DE.cjs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D:/pasar_fix/node_modules/.bun/react-aria@3.50.0+d0e719b86e9808b5/node_modules/react-aria/dist/private/intl/calendar/de-DE.cjs.map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D:/pasar_fix/node_modules/.bun/react-aria@3.50.0+d0e719b86e9808b5/node_modules/react-aria/dist/private/intl/calendar/de-DE.js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D:/pasar_fix/node_modules/.bun/react-aria@3.50.0+d0e719b86e9808b5/node_modules/react-aria/dist/private/intl/calendar/de-DE.js.map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D:/pasar_fix/node_modules/.bun/react-aria@3.50.0+d0e719b86e9808b5/node_modules/react-aria/dist/private/intl/calendar/de-DE.mjs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D:/pasar_fix/node_modules/.bun/react-aria@3.50.0+d0e719b86e9808b5/node_modules/react-aria/dist/private/intl/calendar/de-DE.mjs.map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D:/pasar_fix/node_modules/.bun/react-aria@3.50.0+d0e719b86e9808b5/node_modules/react-aria/dist/private/intl/calendar/el-GR.cjs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D:/pasar_fix/node_modules/.bun/react-aria@3.50.0+d0e719b86e9808b5/node_modules/react-aria/dist/private/intl/calendar/el-GR.cjs.map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D:/pasar_fix/node_modules/.bun/react-aria@3.50.0+d0e719b86e9808b5/node_modules/react-aria/dist/private/intl/calendar/el-GR.js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D:/pasar_fix/node_modules/.bun/react-aria@3.50.0+d0e719b86e9808b5/node_modules/react-aria/dist/private/intl/calendar/el-GR.js.map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D:/pasar_fix/node_modules/.bun/react-aria@3.50.0+d0e719b86e9808b5/node_modules/react-aria/dist/private/intl/calendar/el-GR.mjs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D:/pasar_fix/node_modules/.bun/react-aria@3.50.0+d0e719b86e9808b5/node_modules/react-aria/dist/private/intl/calendar/el-GR.mjs.map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D:/pasar_fix/node_modules/.bun/react-aria@3.50.0+d0e719b86e9808b5/node_modules/react-aria/dist/private/intl/calendar/en-US.cjs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D:/pasar_fix/node_modules/.bun/react-aria@3.50.0+d0e719b86e9808b5/node_modules/react-aria/dist/private/intl/calendar/en-US.cjs.map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D:/pasar_fix/node_modules/.bun/react-aria@3.50.0+d0e719b86e9808b5/node_modules/react-aria/dist/private/intl/calendar/en-US.js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D:/pasar_fix/node_modules/.bun/react-aria@3.50.0+d0e719b86e9808b5/node_modules/react-aria/dist/private/intl/calendar/en-US.js.map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D:/pasar_fix/node_modules/.bun/react-aria@3.50.0+d0e719b86e9808b5/node_modules/react-aria/dist/private/intl/calendar/en-US.mjs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D:/pasar_fix/node_modules/.bun/react-aria@3.50.0+d0e719b86e9808b5/node_modules/react-aria/dist/private/intl/calendar/en-US.mjs.map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D:/pasar_fix/node_modules/.bun/react-aria@3.50.0+d0e719b86e9808b5/node_modules/react-aria/dist/private/intl/calendar/es-ES.cjs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D:/pasar_fix/node_modules/.bun/react-aria@3.50.0+d0e719b86e9808b5/node_modules/react-aria/dist/private/intl/calendar/es-ES.cjs.map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D:/pasar_fix/node_modules/.bun/react-aria@3.50.0+d0e719b86e9808b5/node_modules/react-aria/dist/private/intl/calendar/es-ES.js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D:/pasar_fix/node_modules/.bun/react-aria@3.50.0+d0e719b86e9808b5/node_modules/react-aria/dist/private/intl/calendar/es-ES.js.map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D:/pasar_fix/node_modules/.bun/react-aria@3.50.0+d0e719b86e9808b5/node_modules/react-aria/dist/private/intl/calendar/es-ES.mjs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D:/pasar_fix/node_modules/.bun/react-aria@3.50.0+d0e719b86e9808b5/node_modules/react-aria/dist/private/intl/calendar/es-ES.mjs.map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D:/pasar_fix/node_modules/.bun/react-aria@3.50.0+d0e719b86e9808b5/node_modules/react-aria/dist/private/intl/calendar/et-EE.cjs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D:/pasar_fix/node_modules/.bun/react-aria@3.50.0+d0e719b86e9808b5/node_modules/react-aria/dist/private/intl/calendar/et-EE.cjs.map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D:/pasar_fix/node_modules/.bun/react-aria@3.50.0+d0e719b86e9808b5/node_modules/react-aria/dist/private/intl/calendar/et-EE.js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D:/pasar_fix/node_modules/.bun/react-aria@3.50.0+d0e719b86e9808b5/node_modules/react-aria/dist/private/intl/calendar/et-EE.js.map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D:/pasar_fix/node_modules/.bun/react-aria@3.50.0+d0e719b86e9808b5/node_modules/react-aria/dist/private/intl/calendar/et-EE.mjs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D:/pasar_fix/node_modules/.bun/react-aria@3.50.0+d0e719b86e9808b5/node_modules/react-aria/dist/private/intl/calendar/et-EE.mjs.map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D:/pasar_fix/node_modules/.bun/react-aria@3.50.0+d0e719b86e9808b5/node_modules/react-aria/dist/private/intl/calendar/fi-FI.cjs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D:/pasar_fix/node_modules/.bun/react-aria@3.50.0+d0e719b86e9808b5/node_modules/react-aria/dist/private/intl/calendar/fi-FI.cjs.map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D:/pasar_fix/node_modules/.bun/react-aria@3.50.0+d0e719b86e9808b5/node_modules/react-aria/dist/private/intl/calendar/fi-FI.js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D:/pasar_fix/node_modules/.bun/react-aria@3.50.0+d0e719b86e9808b5/node_modules/react-aria/dist/private/intl/calendar/fi-FI.js.map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D:/pasar_fix/node_modules/.bun/react-aria@3.50.0+d0e719b86e9808b5/node_modules/react-aria/dist/private/intl/calendar/fi-FI.mjs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D:/pasar_fix/node_modules/.bun/react-aria@3.50.0+d0e719b86e9808b5/node_modules/react-aria/dist/private/intl/calendar/fi-FI.mjs.map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D:/pasar_fix/node_modules/.bun/react-aria@3.50.0+d0e719b86e9808b5/node_modules/react-aria/dist/private/intl/calendar/fr-FR.cjs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D:/pasar_fix/node_modules/.bun/react-aria@3.50.0+d0e719b86e9808b5/node_modules/react-aria/dist/private/intl/calendar/fr-FR.cjs.map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D:/pasar_fix/node_modules/.bun/react-aria@3.50.0+d0e719b86e9808b5/node_modules/react-aria/dist/private/intl/calendar/fr-FR.js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D:/pasar_fix/node_modules/.bun/react-aria@3.50.0+d0e719b86e9808b5/node_modules/react-aria/dist/private/intl/calendar/fr-FR.js.map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D:/pasar_fix/node_modules/.bun/react-aria@3.50.0+d0e719b86e9808b5/node_modules/react-aria/dist/private/intl/calendar/fr-FR.mjs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D:/pasar_fix/node_modules/.bun/react-aria@3.50.0+d0e719b86e9808b5/node_modules/react-aria/dist/private/intl/calendar/fr-FR.mjs.map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D:/pasar_fix/node_modules/.bun/react-aria@3.50.0+d0e719b86e9808b5/node_modules/react-aria/dist/private/intl/calendar/he-IL.cjs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D:/pasar_fix/node_modules/.bun/react-aria@3.50.0+d0e719b86e9808b5/node_modules/react-aria/dist/private/intl/calendar/he-IL.cjs.map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D:/pasar_fix/node_modules/.bun/react-aria@3.50.0+d0e719b86e9808b5/node_modules/react-aria/dist/private/intl/calendar/he-IL.js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D:/pasar_fix/node_modules/.bun/react-aria@3.50.0+d0e719b86e9808b5/node_modules/react-aria/dist/private/intl/calendar/he-IL.js.map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D:/pasar_fix/node_modules/.bun/react-aria@3.50.0+d0e719b86e9808b5/node_modules/react-aria/dist/private/intl/calendar/he-IL.mjs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D:/pasar_fix/node_modules/.bun/react-aria@3.50.0+d0e719b86e9808b5/node_modules/react-aria/dist/private/intl/calendar/he-IL.mjs.map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D:/pasar_fix/node_modules/.bun/react-aria@3.50.0+d0e719b86e9808b5/node_modules/react-aria/dist/private/intl/calendar/hr-HR.cjs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D:/pasar_fix/node_modules/.bun/react-aria@3.50.0+d0e719b86e9808b5/node_modules/react-aria/dist/private/intl/calendar/hr-HR.cjs.map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D:/pasar_fix/node_modules/.bun/react-aria@3.50.0+d0e719b86e9808b5/node_modules/react-aria/dist/private/intl/calendar/hr-HR.js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D:/pasar_fix/node_modules/.bun/react-aria@3.50.0+d0e719b86e9808b5/node_modules/react-aria/dist/private/intl/calendar/hr-HR.js.map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D:/pasar_fix/node_modules/.bun/react-aria@3.50.0+d0e719b86e9808b5/node_modules/react-aria/dist/private/intl/calendar/hr-HR.mjs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D:/pasar_fix/node_modules/.bun/react-aria@3.50.0+d0e719b86e9808b5/node_modules/react-aria/dist/private/intl/calendar/hr-HR.mjs.map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D:/pasar_fix/node_modules/.bun/react-aria@3.50.0+d0e719b86e9808b5/node_modules/react-aria/dist/private/intl/calendar/hu-HU.cjs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D:/pasar_fix/node_modules/.bun/react-aria@3.50.0+d0e719b86e9808b5/node_modules/react-aria/dist/private/intl/calendar/hu-HU.cjs.map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D:/pasar_fix/node_modules/.bun/react-aria@3.50.0+d0e719b86e9808b5/node_modules/react-aria/dist/private/intl/calendar/hu-HU.js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D:/pasar_fix/node_modules/.bun/react-aria@3.50.0+d0e719b86e9808b5/node_modules/react-aria/dist/private/intl/calendar/hu-HU.js.map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D:/pasar_fix/node_modules/.bun/react-aria@3.50.0+d0e719b86e9808b5/node_modules/react-aria/dist/private/intl/calendar/hu-HU.mjs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D:/pasar_fix/node_modules/.bun/react-aria@3.50.0+d0e719b86e9808b5/node_modules/react-aria/dist/private/intl/calendar/hu-HU.mjs.map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D:/pasar_fix/node_modules/.bun/react-aria@3.50.0+d0e719b86e9808b5/node_modules/react-aria/dist/private/intl/calendar/it-IT.cjs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D:/pasar_fix/node_modules/.bun/react-aria@3.50.0+d0e719b86e9808b5/node_modules/react-aria/dist/private/intl/calendar/it-IT.cjs.map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D:/pasar_fix/node_modules/.bun/react-aria@3.50.0+d0e719b86e9808b5/node_modules/react-aria/dist/private/intl/calendar/it-IT.js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D:/pasar_fix/node_modules/.bun/react-aria@3.50.0+d0e719b86e9808b5/node_modules/react-aria/dist/private/intl/calendar/it-IT.js.map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D:/pasar_fix/node_modules/.bun/react-aria@3.50.0+d0e719b86e9808b5/node_modules/react-aria/dist/private/intl/calendar/it-IT.mjs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D:/pasar_fix/node_modules/.bun/react-aria@3.50.0+d0e719b86e9808b5/node_modules/react-aria/dist/private/intl/calendar/it-IT.mjs.map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D:/pasar_fix/node_modules/.bun/react-aria@3.50.0+d0e719b86e9808b5/node_modules/react-aria/dist/private/intl/calendar/ja-JP.cjs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D:/pasar_fix/node_modules/.bun/react-aria@3.50.0+d0e719b86e9808b5/node_modules/react-aria/dist/private/intl/calendar/ja-JP.cjs.map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D:/pasar_fix/node_modules/.bun/react-aria@3.50.0+d0e719b86e9808b5/node_modules/react-aria/dist/private/intl/calendar/ja-JP.js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D:/pasar_fix/node_modules/.bun/react-aria@3.50.0+d0e719b86e9808b5/node_modules/react-aria/dist/private/intl/calendar/ja-JP.js.map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D:/pasar_fix/node_modules/.bun/react-aria@3.50.0+d0e719b86e9808b5/node_modules/react-aria/dist/private/intl/calendar/ja-JP.mjs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D:/pasar_fix/node_modules/.bun/react-aria@3.50.0+d0e719b86e9808b5/node_modules/react-aria/dist/private/intl/calendar/ja-JP.mjs.map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D:/pasar_fix/node_modules/.bun/react-aria@3.50.0+d0e719b86e9808b5/node_modules/react-aria/dist/private/intl/calendar/ko-KR.cjs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D:/pasar_fix/node_modules/.bun/react-aria@3.50.0+d0e719b86e9808b5/node_modules/react-aria/dist/private/intl/calendar/ko-KR.cjs.map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D:/pasar_fix/node_modules/.bun/react-aria@3.50.0+d0e719b86e9808b5/node_modules/react-aria/dist/private/intl/calendar/ko-KR.js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D:/pasar_fix/node_modules/.bun/react-aria@3.50.0+d0e719b86e9808b5/node_modules/react-aria/dist/private/intl/calendar/ko-KR.js.map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D:/pasar_fix/node_modules/.bun/react-aria@3.50.0+d0e719b86e9808b5/node_modules/react-aria/dist/private/intl/calendar/ko-KR.mjs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D:/pasar_fix/node_modules/.bun/react-aria@3.50.0+d0e719b86e9808b5/node_modules/react-aria/dist/private/intl/calendar/ko-KR.mjs.map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D:/pasar_fix/node_modules/.bun/react-aria@3.50.0+d0e719b86e9808b5/node_modules/react-aria/dist/private/intl/calendar/lt-LT.cjs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D:/pasar_fix/node_modules/.bun/react-aria@3.50.0+d0e719b86e9808b5/node_modules/react-aria/dist/private/intl/calendar/lt-LT.cjs.map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D:/pasar_fix/node_modules/.bun/react-aria@3.50.0+d0e719b86e9808b5/node_modules/react-aria/dist/private/intl/calendar/lt-LT.js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D:/pasar_fix/node_modules/.bun/react-aria@3.50.0+d0e719b86e9808b5/node_modules/react-aria/dist/private/intl/calendar/lt-LT.js.map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D:/pasar_fix/node_modules/.bun/react-aria@3.50.0+d0e719b86e9808b5/node_modules/react-aria/dist/private/intl/calendar/lt-LT.mjs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D:/pasar_fix/node_modules/.bun/react-aria@3.50.0+d0e719b86e9808b5/node_modules/react-aria/dist/private/intl/calendar/lt-LT.mjs.map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D:/pasar_fix/node_modules/.bun/react-aria@3.50.0+d0e719b86e9808b5/node_modules/react-aria/dist/private/intl/calendar/lv-LV.cjs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D:/pasar_fix/node_modules/.bun/react-aria@3.50.0+d0e719b86e9808b5/node_modules/react-aria/dist/private/intl/calendar/lv-LV.cjs.map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D:/pasar_fix/node_modules/.bun/react-aria@3.50.0+d0e719b86e9808b5/node_modules/react-aria/dist/private/intl/calendar/lv-LV.js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D:/pasar_fix/node_modules/.bun/react-aria@3.50.0+d0e719b86e9808b5/node_modules/react-aria/dist/private/intl/calendar/lv-LV.js.map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D:/pasar_fix/node_modules/.bun/react-aria@3.50.0+d0e719b86e9808b5/node_modules/react-aria/dist/private/intl/calendar/lv-LV.mjs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D:/pasar_fix/node_modules/.bun/react-aria@3.50.0+d0e719b86e9808b5/node_modules/react-aria/dist/private/intl/calendar/lv-LV.mjs.map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D:/pasar_fix/node_modules/.bun/react-aria@3.50.0+d0e719b86e9808b5/node_modules/react-aria/dist/private/intl/calendar/nb-NO.cjs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D:/pasar_fix/node_modules/.bun/react-aria@3.50.0+d0e719b86e9808b5/node_modules/react-aria/dist/private/intl/calendar/nb-NO.cjs.map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D:/pasar_fix/node_modules/.bun/react-aria@3.50.0+d0e719b86e9808b5/node_modules/react-aria/dist/private/intl/calendar/nb-NO.js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D:/pasar_fix/node_modules/.bun/react-aria@3.50.0+d0e719b86e9808b5/node_modules/react-aria/dist/private/intl/calendar/nb-NO.js.map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D:/pasar_fix/node_modules/.bun/react-aria@3.50.0+d0e719b86e9808b5/node_modules/react-aria/dist/private/intl/calendar/nb-NO.mjs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D:/pasar_fix/node_modules/.bun/react-aria@3.50.0+d0e719b86e9808b5/node_modules/react-aria/dist/private/intl/calendar/nb-NO.mjs.map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D:/pasar_fix/node_modules/.bun/react-aria@3.50.0+d0e719b86e9808b5/node_modules/react-aria/dist/private/intl/calendar/nl-NL.cjs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D:/pasar_fix/node_modules/.bun/react-aria@3.50.0+d0e719b86e9808b5/node_modules/react-aria/dist/private/intl/calendar/nl-NL.cjs.map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D:/pasar_fix/node_modules/.bun/react-aria@3.50.0+d0e719b86e9808b5/node_modules/react-aria/dist/private/intl/calendar/nl-NL.js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D:/pasar_fix/node_modules/.bun/react-aria@3.50.0+d0e719b86e9808b5/node_modules/react-aria/dist/private/intl/calendar/nl-NL.js.map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D:/pasar_fix/node_modules/.bun/react-aria@3.50.0+d0e719b86e9808b5/node_modules/react-aria/dist/private/intl/calendar/nl-NL.mjs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D:/pasar_fix/node_modules/.bun/react-aria@3.50.0+d0e719b86e9808b5/node_modules/react-aria/dist/private/intl/calendar/nl-NL.mjs.map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D:/pasar_fix/node_modules/.bun/react-aria@3.50.0+d0e719b86e9808b5/node_modules/react-aria/dist/private/intl/calendar/pl-PL.cjs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D:/pasar_fix/node_modules/.bun/react-aria@3.50.0+d0e719b86e9808b5/node_modules/react-aria/dist/private/intl/calendar/pl-PL.cjs.map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D:/pasar_fix/node_modules/.bun/react-aria@3.50.0+d0e719b86e9808b5/node_modules/react-aria/dist/private/intl/calendar/pl-PL.js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D:/pasar_fix/node_modules/.bun/react-aria@3.50.0+d0e719b86e9808b5/node_modules/react-aria/dist/private/intl/calendar/pl-PL.js.map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D:/pasar_fix/node_modules/.bun/react-aria@3.50.0+d0e719b86e9808b5/node_modules/react-aria/dist/private/intl/calendar/pl-PL.mjs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D:/pasar_fix/node_modules/.bun/react-aria@3.50.0+d0e719b86e9808b5/node_modules/react-aria/dist/private/intl/calendar/pl-PL.mjs.map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D:/pasar_fix/node_modules/.bun/react-aria@3.50.0+d0e719b86e9808b5/node_modules/react-aria/dist/private/intl/calendar/pt-BR.cjs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D:/pasar_fix/node_modules/.bun/react-aria@3.50.0+d0e719b86e9808b5/node_modules/react-aria/dist/private/intl/calendar/pt-BR.cjs.map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D:/pasar_fix/node_modules/.bun/react-aria@3.50.0+d0e719b86e9808b5/node_modules/react-aria/dist/private/intl/calendar/pt-BR.js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D:/pasar_fix/node_modules/.bun/react-aria@3.50.0+d0e719b86e9808b5/node_modules/react-aria/dist/private/intl/calendar/pt-BR.js.map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D:/pasar_fix/node_modules/.bun/react-aria@3.50.0+d0e719b86e9808b5/node_modules/react-aria/dist/private/intl/calendar/pt-BR.mjs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D:/pasar_fix/node_modules/.bun/react-aria@3.50.0+d0e719b86e9808b5/node_modules/react-aria/dist/private/intl/calendar/pt-BR.mjs.map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D:/pasar_fix/node_modules/.bun/react-aria@3.50.0+d0e719b86e9808b5/node_modules/react-aria/dist/private/intl/calendar/pt-PT.cjs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D:/pasar_fix/node_modules/.bun/react-aria@3.50.0+d0e719b86e9808b5/node_modules/react-aria/dist/private/intl/calendar/pt-PT.cjs.map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D:/pasar_fix/node_modules/.bun/react-aria@3.50.0+d0e719b86e9808b5/node_modules/react-aria/dist/private/intl/calendar/pt-PT.js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D:/pasar_fix/node_modules/.bun/react-aria@3.50.0+d0e719b86e9808b5/node_modules/react-aria/dist/private/intl/calendar/pt-PT.js.map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D:/pasar_fix/node_modules/.bun/react-aria@3.50.0+d0e719b86e9808b5/node_modules/react-aria/dist/private/intl/calendar/pt-PT.mjs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D:/pasar_fix/node_modules/.bun/react-aria@3.50.0+d0e719b86e9808b5/node_modules/react-aria/dist/private/intl/calendar/pt-PT.mjs.map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D:/pasar_fix/node_modules/.bun/react-aria@3.50.0+d0e719b86e9808b5/node_modules/react-aria/dist/private/intl/calendar/ro-RO.cjs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D:/pasar_fix/node_modules/.bun/react-aria@3.50.0+d0e719b86e9808b5/node_modules/react-aria/dist/private/intl/calendar/ro-RO.cjs.map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D:/pasar_fix/node_modules/.bun/react-aria@3.50.0+d0e719b86e9808b5/node_modules/react-aria/dist/private/intl/calendar/ro-RO.js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D:/pasar_fix/node_modules/.bun/react-aria@3.50.0+d0e719b86e9808b5/node_modules/react-aria/dist/private/intl/calendar/ro-RO.js.map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D:/pasar_fix/node_modules/.bun/react-aria@3.50.0+d0e719b86e9808b5/node_modules/react-aria/dist/private/intl/calendar/ro-RO.mjs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D:/pasar_fix/node_modules/.bun/react-aria@3.50.0+d0e719b86e9808b5/node_modules/react-aria/dist/private/intl/calendar/ro-RO.mjs.map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D:/pasar_fix/node_modules/.bun/react-aria@3.50.0+d0e719b86e9808b5/node_modules/react-aria/dist/private/intl/calendar/ru-RU.cjs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D:/pasar_fix/node_modules/.bun/react-aria@3.50.0+d0e719b86e9808b5/node_modules/react-aria/dist/private/intl/calendar/ru-RU.cjs.map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D:/pasar_fix/node_modules/.bun/react-aria@3.50.0+d0e719b86e9808b5/node_modules/react-aria/dist/private/intl/calendar/ru-RU.js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D:/pasar_fix/node_modules/.bun/react-aria@3.50.0+d0e719b86e9808b5/node_modules/react-aria/dist/private/intl/calendar/ru-RU.js.map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D:/pasar_fix/node_modules/.bun/react-aria@3.50.0+d0e719b86e9808b5/node_modules/react-aria/dist/private/intl/calendar/ru-RU.mjs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D:/pasar_fix/node_modules/.bun/react-aria@3.50.0+d0e719b86e9808b5/node_modules/react-aria/dist/private/intl/calendar/ru-RU.mjs.map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D:/pasar_fix/node_modules/.bun/react-aria@3.50.0+d0e719b86e9808b5/node_modules/react-aria/dist/private/intl/calendar/sk-SK.cjs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D:/pasar_fix/node_modules/.bun/react-aria@3.50.0+d0e719b86e9808b5/node_modules/react-aria/dist/private/intl/calendar/sk-SK.cjs.map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D:/pasar_fix/node_modules/.bun/react-aria@3.50.0+d0e719b86e9808b5/node_modules/react-aria/dist/private/intl/calendar/sk-SK.js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D:/pasar_fix/node_modules/.bun/react-aria@3.50.0+d0e719b86e9808b5/node_modules/react-aria/dist/private/intl/calendar/sk-SK.js.map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D:/pasar_fix/node_modules/.bun/react-aria@3.50.0+d0e719b86e9808b5/node_modules/react-aria/dist/private/intl/calendar/sk-SK.mjs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D:/pasar_fix/node_modules/.bun/react-aria@3.50.0+d0e719b86e9808b5/node_modules/react-aria/dist/private/intl/calendar/sk-SK.mjs.map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D:/pasar_fix/node_modules/.bun/react-aria@3.50.0+d0e719b86e9808b5/node_modules/react-aria/dist/private/intl/calendar/sl-SI.cjs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D:/pasar_fix/node_modules/.bun/react-aria@3.50.0+d0e719b86e9808b5/node_modules/react-aria/dist/private/intl/calendar/sl-SI.cjs.map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D:/pasar_fix/node_modules/.bun/react-aria@3.50.0+d0e719b86e9808b5/node_modules/react-aria/dist/private/intl/calendar/sl-SI.js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D:/pasar_fix/node_modules/.bun/react-aria@3.50.0+d0e719b86e9808b5/node_modules/react-aria/dist/private/intl/calendar/sl-SI.js.map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D:/pasar_fix/node_modules/.bun/react-aria@3.50.0+d0e719b86e9808b5/node_modules/react-aria/dist/private/intl/calendar/sl-SI.mjs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D:/pasar_fix/node_modules/.bun/react-aria@3.50.0+d0e719b86e9808b5/node_modules/react-aria/dist/private/intl/calendar/sl-SI.mjs.map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D:/pasar_fix/node_modules/.bun/react-aria@3.50.0+d0e719b86e9808b5/node_modules/react-aria/dist/private/intl/calendar/sr-SP.cjs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D:/pasar_fix/node_modules/.bun/react-aria@3.50.0+d0e719b86e9808b5/node_modules/react-aria/dist/private/intl/calendar/sr-SP.cjs.map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D:/pasar_fix/node_modules/.bun/react-aria@3.50.0+d0e719b86e9808b5/node_modules/react-aria/dist/private/intl/calendar/sr-SP.js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D:/pasar_fix/node_modules/.bun/react-aria@3.50.0+d0e719b86e9808b5/node_modules/react-aria/dist/private/intl/calendar/sr-SP.js.map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D:/pasar_fix/node_modules/.bun/react-aria@3.50.0+d0e719b86e9808b5/node_modules/react-aria/dist/private/intl/calendar/sr-SP.mjs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D:/pasar_fix/node_modules/.bun/react-aria@3.50.0+d0e719b86e9808b5/node_modules/react-aria/dist/private/intl/calendar/sr-SP.mjs.map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D:/pasar_fix/node_modules/.bun/react-aria@3.50.0+d0e719b86e9808b5/node_modules/react-aria/dist/private/intl/calendar/sv-SE.cjs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D:/pasar_fix/node_modules/.bun/react-aria@3.50.0+d0e719b86e9808b5/node_modules/react-aria/dist/private/intl/calendar/sv-SE.cjs.map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D:/pasar_fix/node_modules/.bun/react-aria@3.50.0+d0e719b86e9808b5/node_modules/react-aria/dist/private/intl/calendar/sv-SE.js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D:/pasar_fix/node_modules/.bun/react-aria@3.50.0+d0e719b86e9808b5/node_modules/react-aria/dist/private/intl/calendar/sv-SE.js.map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D:/pasar_fix/node_modules/.bun/react-aria@3.50.0+d0e719b86e9808b5/node_modules/react-aria/dist/private/intl/calendar/sv-SE.mjs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D:/pasar_fix/node_modules/.bun/react-aria@3.50.0+d0e719b86e9808b5/node_modules/react-aria/dist/private/intl/calendar/sv-SE.mjs.map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D:/pasar_fix/node_modules/.bun/react-aria@3.50.0+d0e719b86e9808b5/node_modules/react-aria/dist/private/intl/calendar/tr-TR.cjs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D:/pasar_fix/node_modules/.bun/react-aria@3.50.0+d0e719b86e9808b5/node_modules/react-aria/dist/private/intl/calendar/tr-TR.cjs.map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D:/pasar_fix/node_modules/.bun/react-aria@3.50.0+d0e719b86e9808b5/node_modules/react-aria/dist/private/intl/calendar/tr-TR.js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D:/pasar_fix/node_modules/.bun/react-aria@3.50.0+d0e719b86e9808b5/node_modules/react-aria/dist/private/intl/calendar/tr-TR.js.map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D:/pasar_fix/node_modules/.bun/react-aria@3.50.0+d0e719b86e9808b5/node_modules/react-aria/dist/private/intl/calendar/tr-TR.mjs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D:/pasar_fix/node_modules/.bun/react-aria@3.50.0+d0e719b86e9808b5/node_modules/react-aria/dist/private/intl/calendar/tr-TR.mjs.map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D:/pasar_fix/node_modules/.bun/react-aria@3.50.0+d0e719b86e9808b5/node_modules/react-aria/dist/private/intl/calendar/uk-UA.cjs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D:/pasar_fix/node_modules/.bun/react-aria@3.50.0+d0e719b86e9808b5/node_modules/react-aria/dist/private/intl/calendar/uk-UA.cjs.map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D:/pasar_fix/node_modules/.bun/react-aria@3.50.0+d0e719b86e9808b5/node_modules/react-aria/dist/private/intl/calendar/uk-UA.js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D:/pasar_fix/node_modules/.bun/react-aria@3.50.0+d0e719b86e9808b5/node_modules/react-aria/dist/private/intl/calendar/uk-UA.js.map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D:/pasar_fix/node_modules/.bun/react-aria@3.50.0+d0e719b86e9808b5/node_modules/react-aria/dist/private/intl/calendar/uk-UA.mjs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D:/pasar_fix/node_modules/.bun/react-aria@3.50.0+d0e719b86e9808b5/node_modules/react-aria/dist/private/intl/calendar/uk-UA.mjs.map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D:/pasar_fix/node_modules/.bun/react-aria@3.50.0+d0e719b86e9808b5/node_modules/react-aria/dist/private/intl/calendar/zh-CN.cjs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D:/pasar_fix/node_modules/.bun/react-aria@3.50.0+d0e719b86e9808b5/node_modules/react-aria/dist/private/intl/calendar/zh-CN.cjs.map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D:/pasar_fix/node_modules/.bun/react-aria@3.50.0+d0e719b86e9808b5/node_modules/react-aria/dist/private/intl/calendar/zh-CN.js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D:/pasar_fix/node_modules/.bun/react-aria@3.50.0+d0e719b86e9808b5/node_modules/react-aria/dist/private/intl/calendar/zh-CN.js.map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D:/pasar_fix/node_modules/.bun/react-aria@3.50.0+d0e719b86e9808b5/node_modules/react-aria/dist/private/intl/calendar/zh-CN.mjs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D:/pasar_fix/node_modules/.bun/react-aria@3.50.0+d0e719b86e9808b5/node_modules/react-aria/dist/private/intl/calendar/zh-CN.mjs.map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D:/pasar_fix/node_modules/.bun/react-aria@3.50.0+d0e719b86e9808b5/node_modules/react-aria/dist/private/intl/calendar/zh-TW.cjs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D:/pasar_fix/node_modules/.bun/react-aria@3.50.0+d0e719b86e9808b5/node_modules/react-aria/dist/private/intl/calendar/zh-TW.cjs.map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D:/pasar_fix/node_modules/.bun/react-aria@3.50.0+d0e719b86e9808b5/node_modules/react-aria/dist/private/intl/calendar/zh-TW.js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D:/pasar_fix/node_modules/.bun/react-aria@3.50.0+d0e719b86e9808b5/node_modules/react-aria/dist/private/intl/calendar/zh-TW.js.map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D:/pasar_fix/node_modules/.bun/react-aria@3.50.0+d0e719b86e9808b5/node_modules/react-aria/dist/private/intl/calendar/zh-TW.mjs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D:/pasar_fix/node_modules/.bun/react-aria@3.50.0+d0e719b86e9808b5/node_modules/react-aria/dist/private/intl/calendar/zh-TW.mjs.map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D:/pasar_fix/node_modules/.bun/react-aria@3.50.0+d0e719b86e9808b5/node_modules/react-aria/dist/private/intl/color/ar-AE.cjs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D:/pasar_fix/node_modules/.bun/react-aria@3.50.0+d0e719b86e9808b5/node_modules/react-aria/dist/private/intl/color/ar-AE.cjs.map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D:/pasar_fix/node_modules/.bun/react-aria@3.50.0+d0e719b86e9808b5/node_modules/react-aria/dist/private/intl/color/ar-AE.js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D:/pasar_fix/node_modules/.bun/react-aria@3.50.0+d0e719b86e9808b5/node_modules/react-aria/dist/private/intl/color/ar-AE.js.map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D:/pasar_fix/node_modules/.bun/react-aria@3.50.0+d0e719b86e9808b5/node_modules/react-aria/dist/private/intl/color/ar-AE.mjs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D:/pasar_fix/node_modules/.bun/react-aria@3.50.0+d0e719b86e9808b5/node_modules/react-aria/dist/private/intl/color/ar-AE.mjs.map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D:/pasar_fix/node_modules/.bun/react-aria@3.50.0+d0e719b86e9808b5/node_modules/react-aria/dist/private/intl/color/bg-BG.cjs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D:/pasar_fix/node_modules/.bun/react-aria@3.50.0+d0e719b86e9808b5/node_modules/react-aria/dist/private/intl/color/bg-BG.cjs.map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D:/pasar_fix/node_modules/.bun/react-aria@3.50.0+d0e719b86e9808b5/node_modules/react-aria/dist/private/intl/color/bg-BG.js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D:/pasar_fix/node_modules/.bun/react-aria@3.50.0+d0e719b86e9808b5/node_modules/react-aria/dist/private/intl/color/bg-BG.js.map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D:/pasar_fix/node_modules/.bun/react-aria@3.50.0+d0e719b86e9808b5/node_modules/react-aria/dist/private/intl/color/bg-BG.mjs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D:/pasar_fix/node_modules/.bun/react-aria@3.50.0+d0e719b86e9808b5/node_modules/react-aria/dist/private/intl/color/bg-BG.mjs.map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D:/pasar_fix/node_modules/.bun/react-aria@3.50.0+d0e719b86e9808b5/node_modules/react-aria/dist/private/intl/color/cs-CZ.cjs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D:/pasar_fix/node_modules/.bun/react-aria@3.50.0+d0e719b86e9808b5/node_modules/react-aria/dist/private/intl/color/cs-CZ.cjs.map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D:/pasar_fix/node_modules/.bun/react-aria@3.50.0+d0e719b86e9808b5/node_modules/react-aria/dist/private/intl/color/cs-CZ.js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D:/pasar_fix/node_modules/.bun/react-aria@3.50.0+d0e719b86e9808b5/node_modules/react-aria/dist/private/intl/color/cs-CZ.js.map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D:/pasar_fix/node_modules/.bun/react-aria@3.50.0+d0e719b86e9808b5/node_modules/react-aria/dist/private/intl/color/cs-CZ.mjs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D:/pasar_fix/node_modules/.bun/react-aria@3.50.0+d0e719b86e9808b5/node_modules/react-aria/dist/private/intl/color/cs-CZ.mjs.map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D:/pasar_fix/node_modules/.bun/react-aria@3.50.0+d0e719b86e9808b5/node_modules/react-aria/dist/private/intl/color/da-DK.cjs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D:/pasar_fix/node_modules/.bun/react-aria@3.50.0+d0e719b86e9808b5/node_modules/react-aria/dist/private/intl/color/da-DK.cjs.map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D:/pasar_fix/node_modules/.bun/react-aria@3.50.0+d0e719b86e9808b5/node_modules/react-aria/dist/private/intl/color/da-DK.js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D:/pasar_fix/node_modules/.bun/react-aria@3.50.0+d0e719b86e9808b5/node_modules/react-aria/dist/private/intl/color/da-DK.js.map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D:/pasar_fix/node_modules/.bun/react-aria@3.50.0+d0e719b86e9808b5/node_modules/react-aria/dist/private/intl/color/da-DK.mjs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D:/pasar_fix/node_modules/.bun/react-aria@3.50.0+d0e719b86e9808b5/node_modules/react-aria/dist/private/intl/color/da-DK.mjs.map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D:/pasar_fix/node_modules/.bun/react-aria@3.50.0+d0e719b86e9808b5/node_modules/react-aria/dist/private/intl/color/de-DE.cjs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D:/pasar_fix/node_modules/.bun/react-aria@3.50.0+d0e719b86e9808b5/node_modules/react-aria/dist/private/intl/color/de-DE.cjs.map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D:/pasar_fix/node_modules/.bun/react-aria@3.50.0+d0e719b86e9808b5/node_modules/react-aria/dist/private/intl/color/de-DE.js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D:/pasar_fix/node_modules/.bun/react-aria@3.50.0+d0e719b86e9808b5/node_modules/react-aria/dist/private/intl/color/de-DE.js.map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D:/pasar_fix/node_modules/.bun/react-aria@3.50.0+d0e719b86e9808b5/node_modules/react-aria/dist/private/intl/color/de-DE.mjs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D:/pasar_fix/node_modules/.bun/react-aria@3.50.0+d0e719b86e9808b5/node_modules/react-aria/dist/private/intl/color/de-DE.mjs.map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D:/pasar_fix/node_modules/.bun/react-aria@3.50.0+d0e719b86e9808b5/node_modules/react-aria/dist/private/intl/color/el-GR.cjs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D:/pasar_fix/node_modules/.bun/react-aria@3.50.0+d0e719b86e9808b5/node_modules/react-aria/dist/private/intl/color/el-GR.cjs.map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D:/pasar_fix/node_modules/.bun/react-aria@3.50.0+d0e719b86e9808b5/node_modules/react-aria/dist/private/intl/color/el-GR.js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D:/pasar_fix/node_modules/.bun/react-aria@3.50.0+d0e719b86e9808b5/node_modules/react-aria/dist/private/intl/color/el-GR.js.map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D:/pasar_fix/node_modules/.bun/react-aria@3.50.0+d0e719b86e9808b5/node_modules/react-aria/dist/private/intl/color/el-GR.mjs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D:/pasar_fix/node_modules/.bun/react-aria@3.50.0+d0e719b86e9808b5/node_modules/react-aria/dist/private/intl/color/el-GR.mjs.map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D:/pasar_fix/node_modules/.bun/react-aria@3.50.0+d0e719b86e9808b5/node_modules/react-aria/dist/private/intl/color/en-US.cjs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D:/pasar_fix/node_modules/.bun/react-aria@3.50.0+d0e719b86e9808b5/node_modules/react-aria/dist/private/intl/color/en-US.cjs.map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D:/pasar_fix/node_modules/.bun/react-aria@3.50.0+d0e719b86e9808b5/node_modules/react-aria/dist/private/intl/color/en-US.js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D:/pasar_fix/node_modules/.bun/react-aria@3.50.0+d0e719b86e9808b5/node_modules/react-aria/dist/private/intl/color/en-US.js.map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D:/pasar_fix/node_modules/.bun/react-aria@3.50.0+d0e719b86e9808b5/node_modules/react-aria/dist/private/intl/color/en-US.mjs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D:/pasar_fix/node_modules/.bun/react-aria@3.50.0+d0e719b86e9808b5/node_modules/react-aria/dist/private/intl/color/en-US.mjs.map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D:/pasar_fix/node_modules/.bun/react-aria@3.50.0+d0e719b86e9808b5/node_modules/react-aria/dist/private/intl/color/es-ES.cjs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D:/pasar_fix/node_modules/.bun/react-aria@3.50.0+d0e719b86e9808b5/node_modules/react-aria/dist/private/intl/color/es-ES.cjs.map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D:/pasar_fix/node_modules/.bun/react-aria@3.50.0+d0e719b86e9808b5/node_modules/react-aria/dist/private/intl/color/es-ES.js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D:/pasar_fix/node_modules/.bun/react-aria@3.50.0+d0e719b86e9808b5/node_modules/react-aria/dist/private/intl/color/es-ES.js.map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D:/pasar_fix/node_modules/.bun/react-aria@3.50.0+d0e719b86e9808b5/node_modules/react-aria/dist/private/intl/color/es-ES.mjs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D:/pasar_fix/node_modules/.bun/react-aria@3.50.0+d0e719b86e9808b5/node_modules/react-aria/dist/private/intl/color/es-ES.mjs.map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D:/pasar_fix/node_modules/.bun/react-aria@3.50.0+d0e719b86e9808b5/node_modules/react-aria/dist/private/intl/color/et-EE.cjs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D:/pasar_fix/node_modules/.bun/react-aria@3.50.0+d0e719b86e9808b5/node_modules/react-aria/dist/private/intl/color/et-EE.cjs.map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D:/pasar_fix/node_modules/.bun/react-aria@3.50.0+d0e719b86e9808b5/node_modules/react-aria/dist/private/intl/color/et-EE.js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D:/pasar_fix/node_modules/.bun/react-aria@3.50.0+d0e719b86e9808b5/node_modules/react-aria/dist/private/intl/color/et-EE.js.map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D:/pasar_fix/node_modules/.bun/react-aria@3.50.0+d0e719b86e9808b5/node_modules/react-aria/dist/private/intl/color/et-EE.mjs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D:/pasar_fix/node_modules/.bun/react-aria@3.50.0+d0e719b86e9808b5/node_modules/react-aria/dist/private/intl/color/et-EE.mjs.map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D:/pasar_fix/node_modules/.bun/react-aria@3.50.0+d0e719b86e9808b5/node_modules/react-aria/dist/private/intl/color/fi-FI.cjs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D:/pasar_fix/node_modules/.bun/react-aria@3.50.0+d0e719b86e9808b5/node_modules/react-aria/dist/private/intl/color/fi-FI.cjs.map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D:/pasar_fix/node_modules/.bun/react-aria@3.50.0+d0e719b86e9808b5/node_modules/react-aria/dist/private/intl/color/fi-FI.js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D:/pasar_fix/node_modules/.bun/react-aria@3.50.0+d0e719b86e9808b5/node_modules/react-aria/dist/private/intl/color/fi-FI.js.map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D:/pasar_fix/node_modules/.bun/react-aria@3.50.0+d0e719b86e9808b5/node_modules/react-aria/dist/private/intl/color/fi-FI.mjs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D:/pasar_fix/node_modules/.bun/react-aria@3.50.0+d0e719b86e9808b5/node_modules/react-aria/dist/private/intl/color/fi-FI.mjs.map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D:/pasar_fix/node_modules/.bun/react-aria@3.50.0+d0e719b86e9808b5/node_modules/react-aria/dist/private/intl/color/fr-FR.cjs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D:/pasar_fix/node_modules/.bun/react-aria@3.50.0+d0e719b86e9808b5/node_modules/react-aria/dist/private/intl/color/fr-FR.cjs.map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D:/pasar_fix/node_modules/.bun/react-aria@3.50.0+d0e719b86e9808b5/node_modules/react-aria/dist/private/intl/color/fr-FR.js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D:/pasar_fix/node_modules/.bun/react-aria@3.50.0+d0e719b86e9808b5/node_modules/react-aria/dist/private/intl/color/fr-FR.js.map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D:/pasar_fix/node_modules/.bun/react-aria@3.50.0+d0e719b86e9808b5/node_modules/react-aria/dist/private/intl/color/fr-FR.mjs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D:/pasar_fix/node_modules/.bun/react-aria@3.50.0+d0e719b86e9808b5/node_modules/react-aria/dist/private/intl/color/fr-FR.mjs.map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D:/pasar_fix/node_modules/.bun/react-aria@3.50.0+d0e719b86e9808b5/node_modules/react-aria/dist/private/intl/color/he-IL.cjs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D:/pasar_fix/node_modules/.bun/react-aria@3.50.0+d0e719b86e9808b5/node_modules/react-aria/dist/private/intl/color/he-IL.cjs.map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D:/pasar_fix/node_modules/.bun/react-aria@3.50.0+d0e719b86e9808b5/node_modules/react-aria/dist/private/intl/color/he-IL.js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D:/pasar_fix/node_modules/.bun/react-aria@3.50.0+d0e719b86e9808b5/node_modules/react-aria/dist/private/intl/color/he-IL.js.map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D:/pasar_fix/node_modules/.bun/react-aria@3.50.0+d0e719b86e9808b5/node_modules/react-aria/dist/private/intl/color/he-IL.mjs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D:/pasar_fix/node_modules/.bun/react-aria@3.50.0+d0e719b86e9808b5/node_modules/react-aria/dist/private/intl/color/he-IL.mjs.map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D:/pasar_fix/node_modules/.bun/react-aria@3.50.0+d0e719b86e9808b5/node_modules/react-aria/dist/private/intl/color/hr-HR.cjs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D:/pasar_fix/node_modules/.bun/react-aria@3.50.0+d0e719b86e9808b5/node_modules/react-aria/dist/private/intl/color/hr-HR.cjs.map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D:/pasar_fix/node_modules/.bun/react-aria@3.50.0+d0e719b86e9808b5/node_modules/react-aria/dist/private/intl/color/hr-HR.js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D:/pasar_fix/node_modules/.bun/react-aria@3.50.0+d0e719b86e9808b5/node_modules/react-aria/dist/private/intl/color/hr-HR.js.map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D:/pasar_fix/node_modules/.bun/react-aria@3.50.0+d0e719b86e9808b5/node_modules/react-aria/dist/private/intl/color/hr-HR.mjs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D:/pasar_fix/node_modules/.bun/react-aria@3.50.0+d0e719b86e9808b5/node_modules/react-aria/dist/private/intl/color/hr-HR.mjs.map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D:/pasar_fix/node_modules/.bun/react-aria@3.50.0+d0e719b86e9808b5/node_modules/react-aria/dist/private/intl/color/hu-HU.cjs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D:/pasar_fix/node_modules/.bun/react-aria@3.50.0+d0e719b86e9808b5/node_modules/react-aria/dist/private/intl/color/hu-HU.cjs.map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D:/pasar_fix/node_modules/.bun/react-aria@3.50.0+d0e719b86e9808b5/node_modules/react-aria/dist/private/intl/color/hu-HU.js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D:/pasar_fix/node_modules/.bun/react-aria@3.50.0+d0e719b86e9808b5/node_modules/react-aria/dist/private/intl/color/hu-HU.js.map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D:/pasar_fix/node_modules/.bun/react-aria@3.50.0+d0e719b86e9808b5/node_modules/react-aria/dist/private/intl/color/hu-HU.mjs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D:/pasar_fix/node_modules/.bun/react-aria@3.50.0+d0e719b86e9808b5/node_modules/react-aria/dist/private/intl/color/hu-HU.mjs.map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D:/pasar_fix/node_modules/.bun/react-aria@3.50.0+d0e719b86e9808b5/node_modules/react-aria/dist/private/intl/color/it-IT.cjs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D:/pasar_fix/node_modules/.bun/react-aria@3.50.0+d0e719b86e9808b5/node_modules/react-aria/dist/private/intl/color/it-IT.cjs.map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D:/pasar_fix/node_modules/.bun/react-aria@3.50.0+d0e719b86e9808b5/node_modules/react-aria/dist/private/intl/color/it-IT.js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D:/pasar_fix/node_modules/.bun/react-aria@3.50.0+d0e719b86e9808b5/node_modules/react-aria/dist/private/intl/color/it-IT.js.map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D:/pasar_fix/node_modules/.bun/react-aria@3.50.0+d0e719b86e9808b5/node_modules/react-aria/dist/private/intl/color/it-IT.mjs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D:/pasar_fix/node_modules/.bun/react-aria@3.50.0+d0e719b86e9808b5/node_modules/react-aria/dist/private/intl/color/it-IT.mjs.map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D:/pasar_fix/node_modules/.bun/react-aria@3.50.0+d0e719b86e9808b5/node_modules/react-aria/dist/private/intl/color/ja-JP.cjs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D:/pasar_fix/node_modules/.bun/react-aria@3.50.0+d0e719b86e9808b5/node_modules/react-aria/dist/private/intl/color/ja-JP.cjs.map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D:/pasar_fix/node_modules/.bun/react-aria@3.50.0+d0e719b86e9808b5/node_modules/react-aria/dist/private/intl/color/ja-JP.js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D:/pasar_fix/node_modules/.bun/react-aria@3.50.0+d0e719b86e9808b5/node_modules/react-aria/dist/private/intl/color/ja-JP.js.map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D:/pasar_fix/node_modules/.bun/react-aria@3.50.0+d0e719b86e9808b5/node_modules/react-aria/dist/private/intl/color/ja-JP.mjs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D:/pasar_fix/node_modules/.bun/react-aria@3.50.0+d0e719b86e9808b5/node_modules/react-aria/dist/private/intl/color/ja-JP.mjs.map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D:/pasar_fix/node_modules/.bun/react-aria@3.50.0+d0e719b86e9808b5/node_modules/react-aria/dist/private/intl/color/ko-KR.cjs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D:/pasar_fix/node_modules/.bun/react-aria@3.50.0+d0e719b86e9808b5/node_modules/react-aria/dist/private/intl/color/ko-KR.cjs.map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D:/pasar_fix/node_modules/.bun/react-aria@3.50.0+d0e719b86e9808b5/node_modules/react-aria/dist/private/intl/color/ko-KR.js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D:/pasar_fix/node_modules/.bun/react-aria@3.50.0+d0e719b86e9808b5/node_modules/react-aria/dist/private/intl/color/ko-KR.js.map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D:/pasar_fix/node_modules/.bun/react-aria@3.50.0+d0e719b86e9808b5/node_modules/react-aria/dist/private/intl/color/ko-KR.mjs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D:/pasar_fix/node_modules/.bun/react-aria@3.50.0+d0e719b86e9808b5/node_modules/react-aria/dist/private/intl/color/ko-KR.mjs.map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D:/pasar_fix/node_modules/.bun/react-aria@3.50.0+d0e719b86e9808b5/node_modules/react-aria/dist/private/intl/color/lt-LT.cjs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D:/pasar_fix/node_modules/.bun/react-aria@3.50.0+d0e719b86e9808b5/node_modules/react-aria/dist/private/intl/color/lt-LT.cjs.map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D:/pasar_fix/node_modules/.bun/react-aria@3.50.0+d0e719b86e9808b5/node_modules/react-aria/dist/private/intl/color/lt-LT.js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D:/pasar_fix/node_modules/.bun/react-aria@3.50.0+d0e719b86e9808b5/node_modules/react-aria/dist/private/intl/color/lt-LT.js.map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D:/pasar_fix/node_modules/.bun/react-aria@3.50.0+d0e719b86e9808b5/node_modules/react-aria/dist/private/intl/color/lt-LT.mjs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D:/pasar_fix/node_modules/.bun/react-aria@3.50.0+d0e719b86e9808b5/node_modules/react-aria/dist/private/intl/color/lt-LT.mjs.map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D:/pasar_fix/node_modules/.bun/react-aria@3.50.0+d0e719b86e9808b5/node_modules/react-aria/dist/private/intl/color/lv-LV.cjs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D:/pasar_fix/node_modules/.bun/react-aria@3.50.0+d0e719b86e9808b5/node_modules/react-aria/dist/private/intl/color/lv-LV.cjs.map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D:/pasar_fix/node_modules/.bun/react-aria@3.50.0+d0e719b86e9808b5/node_modules/react-aria/dist/private/intl/color/lv-LV.js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D:/pasar_fix/node_modules/.bun/react-aria@3.50.0+d0e719b86e9808b5/node_modules/react-aria/dist/private/intl/color/lv-LV.js.map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D:/pasar_fix/node_modules/.bun/react-aria@3.50.0+d0e719b86e9808b5/node_modules/react-aria/dist/private/intl/color/lv-LV.mjs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D:/pasar_fix/node_modules/.bun/react-aria@3.50.0+d0e719b86e9808b5/node_modules/react-aria/dist/private/intl/color/lv-LV.mjs.map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D:/pasar_fix/node_modules/.bun/react-aria@3.50.0+d0e719b86e9808b5/node_modules/react-aria/dist/private/intl/color/nb-NO.cjs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D:/pasar_fix/node_modules/.bun/react-aria@3.50.0+d0e719b86e9808b5/node_modules/react-aria/dist/private/intl/color/nb-NO.cjs.map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D:/pasar_fix/node_modules/.bun/react-aria@3.50.0+d0e719b86e9808b5/node_modules/react-aria/dist/private/intl/color/nb-NO.js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D:/pasar_fix/node_modules/.bun/react-aria@3.50.0+d0e719b86e9808b5/node_modules/react-aria/dist/private/intl/color/nb-NO.js.map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D:/pasar_fix/node_modules/.bun/react-aria@3.50.0+d0e719b86e9808b5/node_modules/react-aria/dist/private/intl/color/nb-NO.mjs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D:/pasar_fix/node_modules/.bun/react-aria@3.50.0+d0e719b86e9808b5/node_modules/react-aria/dist/private/intl/color/nb-NO.mjs.map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D:/pasar_fix/node_modules/.bun/react-aria@3.50.0+d0e719b86e9808b5/node_modules/react-aria/dist/private/intl/color/nl-NL.cjs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D:/pasar_fix/node_modules/.bun/react-aria@3.50.0+d0e719b86e9808b5/node_modules/react-aria/dist/private/intl/color/nl-NL.cjs.map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D:/pasar_fix/node_modules/.bun/react-aria@3.50.0+d0e719b86e9808b5/node_modules/react-aria/dist/private/intl/color/nl-NL.js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D:/pasar_fix/node_modules/.bun/react-aria@3.50.0+d0e719b86e9808b5/node_modules/react-aria/dist/private/intl/color/nl-NL.js.map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D:/pasar_fix/node_modules/.bun/react-aria@3.50.0+d0e719b86e9808b5/node_modules/react-aria/dist/private/intl/color/nl-NL.mjs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D:/pasar_fix/node_modules/.bun/react-aria@3.50.0+d0e719b86e9808b5/node_modules/react-aria/dist/private/intl/color/nl-NL.mjs.map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D:/pasar_fix/node_modules/.bun/react-aria@3.50.0+d0e719b86e9808b5/node_modules/react-aria/dist/private/intl/color/pl-PL.cjs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D:/pasar_fix/node_modules/.bun/react-aria@3.50.0+d0e719b86e9808b5/node_modules/react-aria/dist/private/intl/color/pl-PL.cjs.map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D:/pasar_fix/node_modules/.bun/react-aria@3.50.0+d0e719b86e9808b5/node_modules/react-aria/dist/private/intl/color/pl-PL.js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D:/pasar_fix/node_modules/.bun/react-aria@3.50.0+d0e719b86e9808b5/node_modules/react-aria/dist/private/intl/color/pl-PL.js.map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D:/pasar_fix/node_modules/.bun/react-aria@3.50.0+d0e719b86e9808b5/node_modules/react-aria/dist/private/intl/color/pl-PL.mjs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D:/pasar_fix/node_modules/.bun/react-aria@3.50.0+d0e719b86e9808b5/node_modules/react-aria/dist/private/intl/color/pl-PL.mjs.map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D:/pasar_fix/node_modules/.bun/react-aria@3.50.0+d0e719b86e9808b5/node_modules/react-aria/dist/private/intl/color/pt-BR.cjs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D:/pasar_fix/node_modules/.bun/react-aria@3.50.0+d0e719b86e9808b5/node_modules/react-aria/dist/private/intl/color/pt-BR.cjs.map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D:/pasar_fix/node_modules/.bun/react-aria@3.50.0+d0e719b86e9808b5/node_modules/react-aria/dist/private/intl/color/pt-BR.js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D:/pasar_fix/node_modules/.bun/react-aria@3.50.0+d0e719b86e9808b5/node_modules/react-aria/dist/private/intl/color/pt-BR.js.map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D:/pasar_fix/node_modules/.bun/react-aria@3.50.0+d0e719b86e9808b5/node_modules/react-aria/dist/private/intl/color/pt-BR.mjs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D:/pasar_fix/node_modules/.bun/react-aria@3.50.0+d0e719b86e9808b5/node_modules/react-aria/dist/private/intl/color/pt-BR.mjs.map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D:/pasar_fix/node_modules/.bun/react-aria@3.50.0+d0e719b86e9808b5/node_modules/react-aria/dist/private/intl/color/pt-PT.cjs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D:/pasar_fix/node_modules/.bun/react-aria@3.50.0+d0e719b86e9808b5/node_modules/react-aria/dist/private/intl/color/pt-PT.cjs.map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D:/pasar_fix/node_modules/.bun/react-aria@3.50.0+d0e719b86e9808b5/node_modules/react-aria/dist/private/intl/color/pt-PT.js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D:/pasar_fix/node_modules/.bun/react-aria@3.50.0+d0e719b86e9808b5/node_modules/react-aria/dist/private/intl/color/pt-PT.js.map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D:/pasar_fix/node_modules/.bun/react-aria@3.50.0+d0e719b86e9808b5/node_modules/react-aria/dist/private/intl/color/pt-PT.mjs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D:/pasar_fix/node_modules/.bun/react-aria@3.50.0+d0e719b86e9808b5/node_modules/react-aria/dist/private/intl/color/pt-PT.mjs.map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D:/pasar_fix/node_modules/.bun/react-aria@3.50.0+d0e719b86e9808b5/node_modules/react-aria/dist/private/intl/color/ro-RO.cjs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D:/pasar_fix/node_modules/.bun/react-aria@3.50.0+d0e719b86e9808b5/node_modules/react-aria/dist/private/intl/color/ro-RO.cjs.map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D:/pasar_fix/node_modules/.bun/react-aria@3.50.0+d0e719b86e9808b5/node_modules/react-aria/dist/private/intl/color/ro-RO.js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D:/pasar_fix/node_modules/.bun/react-aria@3.50.0+d0e719b86e9808b5/node_modules/react-aria/dist/private/intl/color/ro-RO.js.map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D:/pasar_fix/node_modules/.bun/react-aria@3.50.0+d0e719b86e9808b5/node_modules/react-aria/dist/private/intl/color/ro-RO.mjs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D:/pasar_fix/node_modules/.bun/react-aria@3.50.0+d0e719b86e9808b5/node_modules/react-aria/dist/private/intl/color/ro-RO.mjs.map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D:/pasar_fix/node_modules/.bun/react-aria@3.50.0+d0e719b86e9808b5/node_modules/react-aria/dist/private/intl/color/ru-RU.cjs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D:/pasar_fix/node_modules/.bun/react-aria@3.50.0+d0e719b86e9808b5/node_modules/react-aria/dist/private/intl/color/ru-RU.cjs.map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D:/pasar_fix/node_modules/.bun/react-aria@3.50.0+d0e719b86e9808b5/node_modules/react-aria/dist/private/intl/color/ru-RU.js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D:/pasar_fix/node_modules/.bun/react-aria@3.50.0+d0e719b86e9808b5/node_modules/react-aria/dist/private/intl/color/ru-RU.js.map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D:/pasar_fix/node_modules/.bun/react-aria@3.50.0+d0e719b86e9808b5/node_modules/react-aria/dist/private/intl/color/ru-RU.mjs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D:/pasar_fix/node_modules/.bun/react-aria@3.50.0+d0e719b86e9808b5/node_modules/react-aria/dist/private/intl/color/ru-RU.mjs.map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D:/pasar_fix/node_modules/.bun/react-aria@3.50.0+d0e719b86e9808b5/node_modules/react-aria/dist/private/intl/color/sk-SK.cjs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D:/pasar_fix/node_modules/.bun/react-aria@3.50.0+d0e719b86e9808b5/node_modules/react-aria/dist/private/intl/color/sk-SK.cjs.map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D:/pasar_fix/node_modules/.bun/react-aria@3.50.0+d0e719b86e9808b5/node_modules/react-aria/dist/private/intl/color/sk-SK.js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D:/pasar_fix/node_modules/.bun/react-aria@3.50.0+d0e719b86e9808b5/node_modules/react-aria/dist/private/intl/color/sk-SK.js.map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D:/pasar_fix/node_modules/.bun/react-aria@3.50.0+d0e719b86e9808b5/node_modules/react-aria/dist/private/intl/color/sk-SK.mjs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D:/pasar_fix/node_modules/.bun/react-aria@3.50.0+d0e719b86e9808b5/node_modules/react-aria/dist/private/intl/color/sk-SK.mjs.map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D:/pasar_fix/node_modules/.bun/react-aria@3.50.0+d0e719b86e9808b5/node_modules/react-aria/dist/private/intl/color/sl-SI.cjs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D:/pasar_fix/node_modules/.bun/react-aria@3.50.0+d0e719b86e9808b5/node_modules/react-aria/dist/private/intl/color/sl-SI.cjs.map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D:/pasar_fix/node_modules/.bun/react-aria@3.50.0+d0e719b86e9808b5/node_modules/react-aria/dist/private/intl/color/sl-SI.js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D:/pasar_fix/node_modules/.bun/react-aria@3.50.0+d0e719b86e9808b5/node_modules/react-aria/dist/private/intl/color/sl-SI.js.map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D:/pasar_fix/node_modules/.bun/react-aria@3.50.0+d0e719b86e9808b5/node_modules/react-aria/dist/private/intl/color/sl-SI.mjs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D:/pasar_fix/node_modules/.bun/react-aria@3.50.0+d0e719b86e9808b5/node_modules/react-aria/dist/private/intl/color/sl-SI.mjs.map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D:/pasar_fix/node_modules/.bun/react-aria@3.50.0+d0e719b86e9808b5/node_modules/react-aria/dist/private/intl/color/sr-SP.cjs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D:/pasar_fix/node_modules/.bun/react-aria@3.50.0+d0e719b86e9808b5/node_modules/react-aria/dist/private/intl/color/sr-SP.cjs.map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D:/pasar_fix/node_modules/.bun/react-aria@3.50.0+d0e719b86e9808b5/node_modules/react-aria/dist/private/intl/color/sr-SP.js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D:/pasar_fix/node_modules/.bun/react-aria@3.50.0+d0e719b86e9808b5/node_modules/react-aria/dist/private/intl/color/sr-SP.js.map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D:/pasar_fix/node_modules/.bun/react-aria@3.50.0+d0e719b86e9808b5/node_modules/react-aria/dist/private/intl/color/sr-SP.mjs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D:/pasar_fix/node_modules/.bun/react-aria@3.50.0+d0e719b86e9808b5/node_modules/react-aria/dist/private/intl/color/sr-SP.mjs.map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D:/pasar_fix/node_modules/.bun/react-aria@3.50.0+d0e719b86e9808b5/node_modules/react-aria/dist/private/intl/color/sv-SE.cjs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D:/pasar_fix/node_modules/.bun/react-aria@3.50.0+d0e719b86e9808b5/node_modules/react-aria/dist/private/intl/color/sv-SE.cjs.map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D:/pasar_fix/node_modules/.bun/react-aria@3.50.0+d0e719b86e9808b5/node_modules/react-aria/dist/private/intl/color/sv-SE.js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D:/pasar_fix/node_modules/.bun/react-aria@3.50.0+d0e719b86e9808b5/node_modules/react-aria/dist/private/intl/color/sv-SE.js.map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D:/pasar_fix/node_modules/.bun/react-aria@3.50.0+d0e719b86e9808b5/node_modules/react-aria/dist/private/intl/color/sv-SE.mjs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D:/pasar_fix/node_modules/.bun/react-aria@3.50.0+d0e719b86e9808b5/node_modules/react-aria/dist/private/intl/color/sv-SE.mjs.map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D:/pasar_fix/node_modules/.bun/react-aria@3.50.0+d0e719b86e9808b5/node_modules/react-aria/dist/private/intl/color/tr-TR.cjs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D:/pasar_fix/node_modules/.bun/react-aria@3.50.0+d0e719b86e9808b5/node_modules/react-aria/dist/private/intl/color/tr-TR.cjs.map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D:/pasar_fix/node_modules/.bun/react-aria@3.50.0+d0e719b86e9808b5/node_modules/react-aria/dist/private/intl/color/tr-TR.js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D:/pasar_fix/node_modules/.bun/react-aria@3.50.0+d0e719b86e9808b5/node_modules/react-aria/dist/private/intl/color/tr-TR.js.map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D:/pasar_fix/node_modules/.bun/react-aria@3.50.0+d0e719b86e9808b5/node_modules/react-aria/dist/private/intl/color/tr-TR.mjs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D:/pasar_fix/node_modules/.bun/react-aria@3.50.0+d0e719b86e9808b5/node_modules/react-aria/dist/private/intl/color/tr-TR.mjs.map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D:/pasar_fix/node_modules/.bun/react-aria@3.50.0+d0e719b86e9808b5/node_modules/react-aria/dist/private/intl/color/uk-UA.cjs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D:/pasar_fix/node_modules/.bun/react-aria@3.50.0+d0e719b86e9808b5/node_modules/react-aria/dist/private/intl/color/uk-UA.cjs.map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D:/pasar_fix/node_modules/.bun/react-aria@3.50.0+d0e719b86e9808b5/node_modules/react-aria/dist/private/intl/color/uk-UA.js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D:/pasar_fix/node_modules/.bun/react-aria@3.50.0+d0e719b86e9808b5/node_modules/react-aria/dist/private/intl/color/uk-UA.js.map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D:/pasar_fix/node_modules/.bun/react-aria@3.50.0+d0e719b86e9808b5/node_modules/react-aria/dist/private/intl/color/uk-UA.mjs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D:/pasar_fix/node_modules/.bun/react-aria@3.50.0+d0e719b86e9808b5/node_modules/react-aria/dist/private/intl/color/uk-UA.mjs.map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D:/pasar_fix/node_modules/.bun/react-aria@3.50.0+d0e719b86e9808b5/node_modules/react-aria/dist/private/intl/color/zh-CN.cjs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D:/pasar_fix/node_modules/.bun/react-aria@3.50.0+d0e719b86e9808b5/node_modules/react-aria/dist/private/intl/color/zh-CN.cjs.map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D:/pasar_fix/node_modules/.bun/react-aria@3.50.0+d0e719b86e9808b5/node_modules/react-aria/dist/private/intl/color/zh-CN.js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D:/pasar_fix/node_modules/.bun/react-aria@3.50.0+d0e719b86e9808b5/node_modules/react-aria/dist/private/intl/color/zh-CN.js.map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D:/pasar_fix/node_modules/.bun/react-aria@3.50.0+d0e719b86e9808b5/node_modules/react-aria/dist/private/intl/color/zh-CN.mjs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D:/pasar_fix/node_modules/.bun/react-aria@3.50.0+d0e719b86e9808b5/node_modules/react-aria/dist/private/intl/color/zh-CN.mjs.map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D:/pasar_fix/node_modules/.bun/react-aria@3.50.0+d0e719b86e9808b5/node_modules/react-aria/dist/private/intl/color/zh-TW.cjs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D:/pasar_fix/node_modules/.bun/react-aria@3.50.0+d0e719b86e9808b5/node_modules/react-aria/dist/private/intl/color/zh-TW.cjs.map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D:/pasar_fix/node_modules/.bun/react-aria@3.50.0+d0e719b86e9808b5/node_modules/react-aria/dist/private/intl/color/zh-TW.js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D:/pasar_fix/node_modules/.bun/react-aria@3.50.0+d0e719b86e9808b5/node_modules/react-aria/dist/private/intl/color/zh-TW.js.map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D:/pasar_fix/node_modules/.bun/react-aria@3.50.0+d0e719b86e9808b5/node_modules/react-aria/dist/private/intl/color/zh-TW.mjs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D:/pasar_fix/node_modules/.bun/react-aria@3.50.0+d0e719b86e9808b5/node_modules/react-aria/dist/private/intl/color/zh-TW.mjs.map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D:/pasar_fix/node_modules/.bun/react-aria@3.50.0+d0e719b86e9808b5/node_modules/react-aria/dist/private/intl/combobox/ar-AE.cjs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D:/pasar_fix/node_modules/.bun/react-aria@3.50.0+d0e719b86e9808b5/node_modules/react-aria/dist/private/intl/combobox/ar-AE.cjs.map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D:/pasar_fix/node_modules/.bun/react-aria@3.50.0+d0e719b86e9808b5/node_modules/react-aria/dist/private/intl/combobox/ar-AE.js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D:/pasar_fix/node_modules/.bun/react-aria@3.50.0+d0e719b86e9808b5/node_modules/react-aria/dist/private/intl/combobox/ar-AE.js.map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D:/pasar_fix/node_modules/.bun/react-aria@3.50.0+d0e719b86e9808b5/node_modules/react-aria/dist/private/intl/combobox/ar-AE.mjs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D:/pasar_fix/node_modules/.bun/react-aria@3.50.0+d0e719b86e9808b5/node_modules/react-aria/dist/private/intl/combobox/ar-AE.mjs.map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D:/pasar_fix/node_modules/.bun/react-aria@3.50.0+d0e719b86e9808b5/node_modules/react-aria/dist/private/intl/combobox/bg-BG.cjs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D:/pasar_fix/node_modules/.bun/react-aria@3.50.0+d0e719b86e9808b5/node_modules/react-aria/dist/private/intl/combobox/bg-BG.cjs.map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D:/pasar_fix/node_modules/.bun/react-aria@3.50.0+d0e719b86e9808b5/node_modules/react-aria/dist/private/intl/combobox/bg-BG.js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D:/pasar_fix/node_modules/.bun/react-aria@3.50.0+d0e719b86e9808b5/node_modules/react-aria/dist/private/intl/combobox/bg-BG.js.map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D:/pasar_fix/node_modules/.bun/react-aria@3.50.0+d0e719b86e9808b5/node_modules/react-aria/dist/private/intl/combobox/bg-BG.mjs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D:/pasar_fix/node_modules/.bun/react-aria@3.50.0+d0e719b86e9808b5/node_modules/react-aria/dist/private/intl/combobox/bg-BG.mjs.map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D:/pasar_fix/node_modules/.bun/react-aria@3.50.0+d0e719b86e9808b5/node_modules/react-aria/dist/private/intl/combobox/cs-CZ.cjs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D:/pasar_fix/node_modules/.bun/react-aria@3.50.0+d0e719b86e9808b5/node_modules/react-aria/dist/private/intl/combobox/cs-CZ.cjs.map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D:/pasar_fix/node_modules/.bun/react-aria@3.50.0+d0e719b86e9808b5/node_modules/react-aria/dist/private/intl/combobox/cs-CZ.js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D:/pasar_fix/node_modules/.bun/react-aria@3.50.0+d0e719b86e9808b5/node_modules/react-aria/dist/private/intl/combobox/cs-CZ.js.map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D:/pasar_fix/node_modules/.bun/react-aria@3.50.0+d0e719b86e9808b5/node_modules/react-aria/dist/private/intl/combobox/cs-CZ.mjs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D:/pasar_fix/node_modules/.bun/react-aria@3.50.0+d0e719b86e9808b5/node_modules/react-aria/dist/private/intl/combobox/cs-CZ.mjs.map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D:/pasar_fix/node_modules/.bun/react-aria@3.50.0+d0e719b86e9808b5/node_modules/react-aria/dist/private/intl/combobox/da-DK.cjs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D:/pasar_fix/node_modules/.bun/react-aria@3.50.0+d0e719b86e9808b5/node_modules/react-aria/dist/private/intl/combobox/da-DK.cjs.map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D:/pasar_fix/node_modules/.bun/react-aria@3.50.0+d0e719b86e9808b5/node_modules/react-aria/dist/private/intl/combobox/da-DK.js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D:/pasar_fix/node_modules/.bun/react-aria@3.50.0+d0e719b86e9808b5/node_modules/react-aria/dist/private/intl/combobox/da-DK.js.map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D:/pasar_fix/node_modules/.bun/react-aria@3.50.0+d0e719b86e9808b5/node_modules/react-aria/dist/private/intl/combobox/da-DK.mjs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D:/pasar_fix/node_modules/.bun/react-aria@3.50.0+d0e719b86e9808b5/node_modules/react-aria/dist/private/intl/combobox/da-DK.mjs.map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D:/pasar_fix/node_modules/.bun/react-aria@3.50.0+d0e719b86e9808b5/node_modules/react-aria/dist/private/intl/combobox/de-DE.cjs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D:/pasar_fix/node_modules/.bun/react-aria@3.50.0+d0e719b86e9808b5/node_modules/react-aria/dist/private/intl/combobox/de-DE.cjs.map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D:/pasar_fix/node_modules/.bun/react-aria@3.50.0+d0e719b86e9808b5/node_modules/react-aria/dist/private/intl/combobox/de-DE.js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D:/pasar_fix/node_modules/.bun/react-aria@3.50.0+d0e719b86e9808b5/node_modules/react-aria/dist/private/intl/combobox/de-DE.js.map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D:/pasar_fix/node_modules/.bun/react-aria@3.50.0+d0e719b86e9808b5/node_modules/react-aria/dist/private/intl/combobox/de-DE.mjs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D:/pasar_fix/node_modules/.bun/react-aria@3.50.0+d0e719b86e9808b5/node_modules/react-aria/dist/private/intl/combobox/de-DE.mjs.map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D:/pasar_fix/node_modules/.bun/react-aria@3.50.0+d0e719b86e9808b5/node_modules/react-aria/dist/private/intl/combobox/el-GR.cjs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D:/pasar_fix/node_modules/.bun/react-aria@3.50.0+d0e719b86e9808b5/node_modules/react-aria/dist/private/intl/combobox/el-GR.cjs.map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D:/pasar_fix/node_modules/.bun/react-aria@3.50.0+d0e719b86e9808b5/node_modules/react-aria/dist/private/intl/combobox/el-GR.js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D:/pasar_fix/node_modules/.bun/react-aria@3.50.0+d0e719b86e9808b5/node_modules/react-aria/dist/private/intl/combobox/el-GR.js.map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D:/pasar_fix/node_modules/.bun/react-aria@3.50.0+d0e719b86e9808b5/node_modules/react-aria/dist/private/intl/combobox/el-GR.mjs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D:/pasar_fix/node_modules/.bun/react-aria@3.50.0+d0e719b86e9808b5/node_modules/react-aria/dist/private/intl/combobox/el-GR.mjs.map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D:/pasar_fix/node_modules/.bun/react-aria@3.50.0+d0e719b86e9808b5/node_modules/react-aria/dist/private/intl/combobox/en-US.cjs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D:/pasar_fix/node_modules/.bun/react-aria@3.50.0+d0e719b86e9808b5/node_modules/react-aria/dist/private/intl/combobox/en-US.cjs.map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D:/pasar_fix/node_modules/.bun/react-aria@3.50.0+d0e719b86e9808b5/node_modules/react-aria/dist/private/intl/combobox/en-US.js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D:/pasar_fix/node_modules/.bun/react-aria@3.50.0+d0e719b86e9808b5/node_modules/react-aria/dist/private/intl/combobox/en-US.js.map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D:/pasar_fix/node_modules/.bun/react-aria@3.50.0+d0e719b86e9808b5/node_modules/react-aria/dist/private/intl/combobox/en-US.mjs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D:/pasar_fix/node_modules/.bun/react-aria@3.50.0+d0e719b86e9808b5/node_modules/react-aria/dist/private/intl/combobox/en-US.mjs.map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D:/pasar_fix/node_modules/.bun/react-aria@3.50.0+d0e719b86e9808b5/node_modules/react-aria/dist/private/intl/combobox/es-ES.cjs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D:/pasar_fix/node_modules/.bun/react-aria@3.50.0+d0e719b86e9808b5/node_modules/react-aria/dist/private/intl/combobox/es-ES.cjs.map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D:/pasar_fix/node_modules/.bun/react-aria@3.50.0+d0e719b86e9808b5/node_modules/react-aria/dist/private/intl/combobox/es-ES.js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D:/pasar_fix/node_modules/.bun/react-aria@3.50.0+d0e719b86e9808b5/node_modules/react-aria/dist/private/intl/combobox/es-ES.js.map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D:/pasar_fix/node_modules/.bun/react-aria@3.50.0+d0e719b86e9808b5/node_modules/react-aria/dist/private/intl/combobox/es-ES.mjs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D:/pasar_fix/node_modules/.bun/react-aria@3.50.0+d0e719b86e9808b5/node_modules/react-aria/dist/private/intl/combobox/es-ES.mjs.map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D:/pasar_fix/node_modules/.bun/react-aria@3.50.0+d0e719b86e9808b5/node_modules/react-aria/dist/private/intl/combobox/et-EE.cjs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D:/pasar_fix/node_modules/.bun/react-aria@3.50.0+d0e719b86e9808b5/node_modules/react-aria/dist/private/intl/combobox/et-EE.cjs.map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D:/pasar_fix/node_modules/.bun/react-aria@3.50.0+d0e719b86e9808b5/node_modules/react-aria/dist/private/intl/combobox/et-EE.js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D:/pasar_fix/node_modules/.bun/react-aria@3.50.0+d0e719b86e9808b5/node_modules/react-aria/dist/private/intl/combobox/et-EE.js.map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D:/pasar_fix/node_modules/.bun/react-aria@3.50.0+d0e719b86e9808b5/node_modules/react-aria/dist/private/intl/combobox/et-EE.mjs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D:/pasar_fix/node_modules/.bun/react-aria@3.50.0+d0e719b86e9808b5/node_modules/react-aria/dist/private/intl/combobox/et-EE.mjs.map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D:/pasar_fix/node_modules/.bun/react-aria@3.50.0+d0e719b86e9808b5/node_modules/react-aria/dist/private/intl/combobox/fi-FI.cjs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D:/pasar_fix/node_modules/.bun/react-aria@3.50.0+d0e719b86e9808b5/node_modules/react-aria/dist/private/intl/combobox/fi-FI.cjs.map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D:/pasar_fix/node_modules/.bun/react-aria@3.50.0+d0e719b86e9808b5/node_modules/react-aria/dist/private/intl/combobox/fi-FI.js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D:/pasar_fix/node_modules/.bun/react-aria@3.50.0+d0e719b86e9808b5/node_modules/react-aria/dist/private/intl/combobox/fi-FI.js.map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D:/pasar_fix/node_modules/.bun/react-aria@3.50.0+d0e719b86e9808b5/node_modules/react-aria/dist/private/intl/combobox/fi-FI.mjs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D:/pasar_fix/node_modules/.bun/react-aria@3.50.0+d0e719b86e9808b5/node_modules/react-aria/dist/private/intl/combobox/fi-FI.mjs.map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D:/pasar_fix/node_modules/.bun/react-aria@3.50.0+d0e719b86e9808b5/node_modules/react-aria/dist/private/intl/combobox/fr-FR.cjs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D:/pasar_fix/node_modules/.bun/react-aria@3.50.0+d0e719b86e9808b5/node_modules/react-aria/dist/private/intl/combobox/fr-FR.cjs.map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D:/pasar_fix/node_modules/.bun/react-aria@3.50.0+d0e719b86e9808b5/node_modules/react-aria/dist/private/intl/combobox/fr-FR.js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D:/pasar_fix/node_modules/.bun/react-aria@3.50.0+d0e719b86e9808b5/node_modules/react-aria/dist/private/intl/combobox/fr-FR.js.map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D:/pasar_fix/node_modules/.bun/react-aria@3.50.0+d0e719b86e9808b5/node_modules/react-aria/dist/private/intl/combobox/fr-FR.mjs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D:/pasar_fix/node_modules/.bun/react-aria@3.50.0+d0e719b86e9808b5/node_modules/react-aria/dist/private/intl/combobox/fr-FR.mjs.map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D:/pasar_fix/node_modules/.bun/react-aria@3.50.0+d0e719b86e9808b5/node_modules/react-aria/dist/private/intl/combobox/he-IL.cjs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D:/pasar_fix/node_modules/.bun/react-aria@3.50.0+d0e719b86e9808b5/node_modules/react-aria/dist/private/intl/combobox/he-IL.cjs.map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D:/pasar_fix/node_modules/.bun/react-aria@3.50.0+d0e719b86e9808b5/node_modules/react-aria/dist/private/intl/combobox/he-IL.js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D:/pasar_fix/node_modules/.bun/react-aria@3.50.0+d0e719b86e9808b5/node_modules/react-aria/dist/private/intl/combobox/he-IL.js.map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D:/pasar_fix/node_modules/.bun/react-aria@3.50.0+d0e719b86e9808b5/node_modules/react-aria/dist/private/intl/combobox/he-IL.mjs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D:/pasar_fix/node_modules/.bun/react-aria@3.50.0+d0e719b86e9808b5/node_modules/react-aria/dist/private/intl/combobox/he-IL.mjs.map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D:/pasar_fix/node_modules/.bun/react-aria@3.50.0+d0e719b86e9808b5/node_modules/react-aria/dist/private/intl/combobox/hr-HR.cjs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D:/pasar_fix/node_modules/.bun/react-aria@3.50.0+d0e719b86e9808b5/node_modules/react-aria/dist/private/intl/combobox/hr-HR.cjs.map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D:/pasar_fix/node_modules/.bun/react-aria@3.50.0+d0e719b86e9808b5/node_modules/react-aria/dist/private/intl/combobox/hr-HR.js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D:/pasar_fix/node_modules/.bun/react-aria@3.50.0+d0e719b86e9808b5/node_modules/react-aria/dist/private/intl/combobox/hr-HR.js.map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D:/pasar_fix/node_modules/.bun/react-aria@3.50.0+d0e719b86e9808b5/node_modules/react-aria/dist/private/intl/combobox/hr-HR.mjs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D:/pasar_fix/node_modules/.bun/react-aria@3.50.0+d0e719b86e9808b5/node_modules/react-aria/dist/private/intl/combobox/hr-HR.mjs.map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D:/pasar_fix/node_modules/.bun/react-aria@3.50.0+d0e719b86e9808b5/node_modules/react-aria/dist/private/intl/combobox/hu-HU.cjs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D:/pasar_fix/node_modules/.bun/react-aria@3.50.0+d0e719b86e9808b5/node_modules/react-aria/dist/private/intl/combobox/hu-HU.cjs.map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D:/pasar_fix/node_modules/.bun/react-aria@3.50.0+d0e719b86e9808b5/node_modules/react-aria/dist/private/intl/combobox/hu-HU.js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D:/pasar_fix/node_modules/.bun/react-aria@3.50.0+d0e719b86e9808b5/node_modules/react-aria/dist/private/intl/combobox/hu-HU.js.map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D:/pasar_fix/node_modules/.bun/react-aria@3.50.0+d0e719b86e9808b5/node_modules/react-aria/dist/private/intl/combobox/hu-HU.mjs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D:/pasar_fix/node_modules/.bun/react-aria@3.50.0+d0e719b86e9808b5/node_modules/react-aria/dist/private/intl/combobox/hu-HU.mjs.map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D:/pasar_fix/node_modules/.bun/react-aria@3.50.0+d0e719b86e9808b5/node_modules/react-aria/dist/private/intl/combobox/it-IT.cjs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D:/pasar_fix/node_modules/.bun/react-aria@3.50.0+d0e719b86e9808b5/node_modules/react-aria/dist/private/intl/combobox/it-IT.cjs.map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D:/pasar_fix/node_modules/.bun/react-aria@3.50.0+d0e719b86e9808b5/node_modules/react-aria/dist/private/intl/combobox/it-IT.js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D:/pasar_fix/node_modules/.bun/react-aria@3.50.0+d0e719b86e9808b5/node_modules/react-aria/dist/private/intl/combobox/it-IT.js.map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D:/pasar_fix/node_modules/.bun/react-aria@3.50.0+d0e719b86e9808b5/node_modules/react-aria/dist/private/intl/combobox/it-IT.mjs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D:/pasar_fix/node_modules/.bun/react-aria@3.50.0+d0e719b86e9808b5/node_modules/react-aria/dist/private/intl/combobox/it-IT.mjs.map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D:/pasar_fix/node_modules/.bun/react-aria@3.50.0+d0e719b86e9808b5/node_modules/react-aria/dist/private/intl/combobox/ja-JP.cjs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D:/pasar_fix/node_modules/.bun/react-aria@3.50.0+d0e719b86e9808b5/node_modules/react-aria/dist/private/intl/combobox/ja-JP.cjs.map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D:/pasar_fix/node_modules/.bun/react-aria@3.50.0+d0e719b86e9808b5/node_modules/react-aria/dist/private/intl/combobox/ja-JP.js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D:/pasar_fix/node_modules/.bun/react-aria@3.50.0+d0e719b86e9808b5/node_modules/react-aria/dist/private/intl/combobox/ja-JP.js.map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D:/pasar_fix/node_modules/.bun/react-aria@3.50.0+d0e719b86e9808b5/node_modules/react-aria/dist/private/intl/combobox/ja-JP.mjs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D:/pasar_fix/node_modules/.bun/react-aria@3.50.0+d0e719b86e9808b5/node_modules/react-aria/dist/private/intl/combobox/ja-JP.mjs.map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D:/pasar_fix/node_modules/.bun/react-aria@3.50.0+d0e719b86e9808b5/node_modules/react-aria/dist/private/intl/combobox/ko-KR.cjs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D:/pasar_fix/node_modules/.bun/react-aria@3.50.0+d0e719b86e9808b5/node_modules/react-aria/dist/private/intl/combobox/ko-KR.cjs.map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D:/pasar_fix/node_modules/.bun/react-aria@3.50.0+d0e719b86e9808b5/node_modules/react-aria/dist/private/intl/combobox/ko-KR.js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D:/pasar_fix/node_modules/.bun/react-aria@3.50.0+d0e719b86e9808b5/node_modules/react-aria/dist/private/intl/combobox/ko-KR.js.map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D:/pasar_fix/node_modules/.bun/react-aria@3.50.0+d0e719b86e9808b5/node_modules/react-aria/dist/private/intl/combobox/ko-KR.mjs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D:/pasar_fix/node_modules/.bun/react-aria@3.50.0+d0e719b86e9808b5/node_modules/react-aria/dist/private/intl/combobox/ko-KR.mjs.map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D:/pasar_fix/node_modules/.bun/react-aria@3.50.0+d0e719b86e9808b5/node_modules/react-aria/dist/private/intl/combobox/lt-LT.cjs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D:/pasar_fix/node_modules/.bun/react-aria@3.50.0+d0e719b86e9808b5/node_modules/react-aria/dist/private/intl/combobox/lt-LT.cjs.map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D:/pasar_fix/node_modules/.bun/react-aria@3.50.0+d0e719b86e9808b5/node_modules/react-aria/dist/private/intl/combobox/lt-LT.js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D:/pasar_fix/node_modules/.bun/react-aria@3.50.0+d0e719b86e9808b5/node_modules/react-aria/dist/private/intl/combobox/lt-LT.js.map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D:/pasar_fix/node_modules/.bun/react-aria@3.50.0+d0e719b86e9808b5/node_modules/react-aria/dist/private/intl/combobox/lt-LT.mjs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D:/pasar_fix/node_modules/.bun/react-aria@3.50.0+d0e719b86e9808b5/node_modules/react-aria/dist/private/intl/combobox/lt-LT.mjs.map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D:/pasar_fix/node_modules/.bun/react-aria@3.50.0+d0e719b86e9808b5/node_modules/react-aria/dist/private/intl/combobox/lv-LV.cjs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D:/pasar_fix/node_modules/.bun/react-aria@3.50.0+d0e719b86e9808b5/node_modules/react-aria/dist/private/intl/combobox/lv-LV.cjs.map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D:/pasar_fix/node_modules/.bun/react-aria@3.50.0+d0e719b86e9808b5/node_modules/react-aria/dist/private/intl/combobox/lv-LV.js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D:/pasar_fix/node_modules/.bun/react-aria@3.50.0+d0e719b86e9808b5/node_modules/react-aria/dist/private/intl/combobox/lv-LV.js.map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D:/pasar_fix/node_modules/.bun/react-aria@3.50.0+d0e719b86e9808b5/node_modules/react-aria/dist/private/intl/combobox/lv-LV.mjs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D:/pasar_fix/node_modules/.bun/react-aria@3.50.0+d0e719b86e9808b5/node_modules/react-aria/dist/private/intl/combobox/lv-LV.mjs.map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D:/pasar_fix/node_modules/.bun/react-aria@3.50.0+d0e719b86e9808b5/node_modules/react-aria/dist/private/intl/combobox/nb-NO.cjs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D:/pasar_fix/node_modules/.bun/react-aria@3.50.0+d0e719b86e9808b5/node_modules/react-aria/dist/private/intl/combobox/nb-NO.cjs.map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D:/pasar_fix/node_modules/.bun/react-aria@3.50.0+d0e719b86e9808b5/node_modules/react-aria/dist/private/intl/combobox/nb-NO.js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D:/pasar_fix/node_modules/.bun/react-aria@3.50.0+d0e719b86e9808b5/node_modules/react-aria/dist/private/intl/combobox/nb-NO.js.map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D:/pasar_fix/node_modules/.bun/react-aria@3.50.0+d0e719b86e9808b5/node_modules/react-aria/dist/private/intl/combobox/nb-NO.mjs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D:/pasar_fix/node_modules/.bun/react-aria@3.50.0+d0e719b86e9808b5/node_modules/react-aria/dist/private/intl/combobox/nb-NO.mjs.map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D:/pasar_fix/node_modules/.bun/react-aria@3.50.0+d0e719b86e9808b5/node_modules/react-aria/dist/private/intl/combobox/nl-NL.cjs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D:/pasar_fix/node_modules/.bun/react-aria@3.50.0+d0e719b86e9808b5/node_modules/react-aria/dist/private/intl/combobox/nl-NL.cjs.map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D:/pasar_fix/node_modules/.bun/react-aria@3.50.0+d0e719b86e9808b5/node_modules/react-aria/dist/private/intl/combobox/nl-NL.js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D:/pasar_fix/node_modules/.bun/react-aria@3.50.0+d0e719b86e9808b5/node_modules/react-aria/dist/private/intl/combobox/nl-NL.js.map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D:/pasar_fix/node_modules/.bun/react-aria@3.50.0+d0e719b86e9808b5/node_modules/react-aria/dist/private/intl/combobox/nl-NL.mjs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D:/pasar_fix/node_modules/.bun/react-aria@3.50.0+d0e719b86e9808b5/node_modules/react-aria/dist/private/intl/combobox/nl-NL.mjs.map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D:/pasar_fix/node_modules/.bun/react-aria@3.50.0+d0e719b86e9808b5/node_modules/react-aria/dist/private/intl/combobox/pl-PL.cjs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D:/pasar_fix/node_modules/.bun/react-aria@3.50.0+d0e719b86e9808b5/node_modules/react-aria/dist/private/intl/combobox/pl-PL.cjs.map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D:/pasar_fix/node_modules/.bun/react-aria@3.50.0+d0e719b86e9808b5/node_modules/react-aria/dist/private/intl/combobox/pl-PL.js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D:/pasar_fix/node_modules/.bun/react-aria@3.50.0+d0e719b86e9808b5/node_modules/react-aria/dist/private/intl/combobox/pl-PL.js.map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D:/pasar_fix/node_modules/.bun/react-aria@3.50.0+d0e719b86e9808b5/node_modules/react-aria/dist/private/intl/combobox/pl-PL.mjs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D:/pasar_fix/node_modules/.bun/react-aria@3.50.0+d0e719b86e9808b5/node_modules/react-aria/dist/private/intl/combobox/pl-PL.mjs.map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D:/pasar_fix/node_modules/.bun/react-aria@3.50.0+d0e719b86e9808b5/node_modules/react-aria/dist/private/intl/combobox/pt-BR.cjs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D:/pasar_fix/node_modules/.bun/react-aria@3.50.0+d0e719b86e9808b5/node_modules/react-aria/dist/private/intl/combobox/pt-BR.cjs.map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D:/pasar_fix/node_modules/.bun/react-aria@3.50.0+d0e719b86e9808b5/node_modules/react-aria/dist/private/intl/combobox/pt-BR.js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D:/pasar_fix/node_modules/.bun/react-aria@3.50.0+d0e719b86e9808b5/node_modules/react-aria/dist/private/intl/combobox/pt-BR.js.map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D:/pasar_fix/node_modules/.bun/react-aria@3.50.0+d0e719b86e9808b5/node_modules/react-aria/dist/private/intl/combobox/pt-BR.mjs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D:/pasar_fix/node_modules/.bun/react-aria@3.50.0+d0e719b86e9808b5/node_modules/react-aria/dist/private/intl/combobox/pt-BR.mjs.map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D:/pasar_fix/node_modules/.bun/react-aria@3.50.0+d0e719b86e9808b5/node_modules/react-aria/dist/private/intl/combobox/pt-PT.cjs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D:/pasar_fix/node_modules/.bun/react-aria@3.50.0+d0e719b86e9808b5/node_modules/react-aria/dist/private/intl/combobox/pt-PT.cjs.map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D:/pasar_fix/node_modules/.bun/react-aria@3.50.0+d0e719b86e9808b5/node_modules/react-aria/dist/private/intl/combobox/pt-PT.js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D:/pasar_fix/node_modules/.bun/react-aria@3.50.0+d0e719b86e9808b5/node_modules/react-aria/dist/private/intl/combobox/pt-PT.js.map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D:/pasar_fix/node_modules/.bun/react-aria@3.50.0+d0e719b86e9808b5/node_modules/react-aria/dist/private/intl/combobox/pt-PT.mjs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D:/pasar_fix/node_modules/.bun/react-aria@3.50.0+d0e719b86e9808b5/node_modules/react-aria/dist/private/intl/combobox/pt-PT.mjs.map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D:/pasar_fix/node_modules/.bun/react-aria@3.50.0+d0e719b86e9808b5/node_modules/react-aria/dist/private/intl/combobox/ro-RO.cjs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D:/pasar_fix/node_modules/.bun/react-aria@3.50.0+d0e719b86e9808b5/node_modules/react-aria/dist/private/intl/combobox/ro-RO.cjs.map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D:/pasar_fix/node_modules/.bun/react-aria@3.50.0+d0e719b86e9808b5/node_modules/react-aria/dist/private/intl/combobox/ro-RO.js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D:/pasar_fix/node_modules/.bun/react-aria@3.50.0+d0e719b86e9808b5/node_modules/react-aria/dist/private/intl/combobox/ro-RO.js.map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D:/pasar_fix/node_modules/.bun/react-aria@3.50.0+d0e719b86e9808b5/node_modules/react-aria/dist/private/intl/combobox/ro-RO.mjs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D:/pasar_fix/node_modules/.bun/react-aria@3.50.0+d0e719b86e9808b5/node_modules/react-aria/dist/private/intl/combobox/ro-RO.mjs.map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D:/pasar_fix/node_modules/.bun/react-aria@3.50.0+d0e719b86e9808b5/node_modules/react-aria/dist/private/intl/combobox/ru-RU.cjs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D:/pasar_fix/node_modules/.bun/react-aria@3.50.0+d0e719b86e9808b5/node_modules/react-aria/dist/private/intl/combobox/ru-RU.cjs.map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D:/pasar_fix/node_modules/.bun/react-aria@3.50.0+d0e719b86e9808b5/node_modules/react-aria/dist/private/intl/combobox/ru-RU.js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D:/pasar_fix/node_modules/.bun/react-aria@3.50.0+d0e719b86e9808b5/node_modules/react-aria/dist/private/intl/combobox/ru-RU.js.map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D:/pasar_fix/node_modules/.bun/react-aria@3.50.0+d0e719b86e9808b5/node_modules/react-aria/dist/private/intl/combobox/ru-RU.mjs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D:/pasar_fix/node_modules/.bun/react-aria@3.50.0+d0e719b86e9808b5/node_modules/react-aria/dist/private/intl/combobox/ru-RU.mjs.map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D:/pasar_fix/node_modules/.bun/react-aria@3.50.0+d0e719b86e9808b5/node_modules/react-aria/dist/private/intl/combobox/sk-SK.cjs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D:/pasar_fix/node_modules/.bun/react-aria@3.50.0+d0e719b86e9808b5/node_modules/react-aria/dist/private/intl/combobox/sk-SK.cjs.map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D:/pasar_fix/node_modules/.bun/react-aria@3.50.0+d0e719b86e9808b5/node_modules/react-aria/dist/private/intl/combobox/sk-SK.js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D:/pasar_fix/node_modules/.bun/react-aria@3.50.0+d0e719b86e9808b5/node_modules/react-aria/dist/private/intl/combobox/sk-SK.js.map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D:/pasar_fix/node_modules/.bun/react-aria@3.50.0+d0e719b86e9808b5/node_modules/react-aria/dist/private/intl/combobox/sk-SK.mjs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D:/pasar_fix/node_modules/.bun/react-aria@3.50.0+d0e719b86e9808b5/node_modules/react-aria/dist/private/intl/combobox/sk-SK.mjs.map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D:/pasar_fix/node_modules/.bun/react-aria@3.50.0+d0e719b86e9808b5/node_modules/react-aria/dist/private/intl/combobox/sl-SI.cjs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D:/pasar_fix/node_modules/.bun/react-aria@3.50.0+d0e719b86e9808b5/node_modules/react-aria/dist/private/intl/combobox/sl-SI.cjs.map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D:/pasar_fix/node_modules/.bun/react-aria@3.50.0+d0e719b86e9808b5/node_modules/react-aria/dist/private/intl/combobox/sl-SI.js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D:/pasar_fix/node_modules/.bun/react-aria@3.50.0+d0e719b86e9808b5/node_modules/react-aria/dist/private/intl/combobox/sl-SI.js.map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D:/pasar_fix/node_modules/.bun/react-aria@3.50.0+d0e719b86e9808b5/node_modules/react-aria/dist/private/intl/combobox/sl-SI.mjs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D:/pasar_fix/node_modules/.bun/react-aria@3.50.0+d0e719b86e9808b5/node_modules/react-aria/dist/private/intl/combobox/sl-SI.mjs.map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D:/pasar_fix/node_modules/.bun/react-aria@3.50.0+d0e719b86e9808b5/node_modules/react-aria/dist/private/intl/combobox/sr-SP.cjs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D:/pasar_fix/node_modules/.bun/react-aria@3.50.0+d0e719b86e9808b5/node_modules/react-aria/dist/private/intl/combobox/sr-SP.cjs.map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D:/pasar_fix/node_modules/.bun/react-aria@3.50.0+d0e719b86e9808b5/node_modules/react-aria/dist/private/intl/combobox/sr-SP.js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D:/pasar_fix/node_modules/.bun/react-aria@3.50.0+d0e719b86e9808b5/node_modules/react-aria/dist/private/intl/combobox/sr-SP.js.map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D:/pasar_fix/node_modules/.bun/react-aria@3.50.0+d0e719b86e9808b5/node_modules/react-aria/dist/private/intl/combobox/sr-SP.mjs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D:/pasar_fix/node_modules/.bun/react-aria@3.50.0+d0e719b86e9808b5/node_modules/react-aria/dist/private/intl/combobox/sr-SP.mjs.map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D:/pasar_fix/node_modules/.bun/react-aria@3.50.0+d0e719b86e9808b5/node_modules/react-aria/dist/private/intl/combobox/sv-SE.cjs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D:/pasar_fix/node_modules/.bun/react-aria@3.50.0+d0e719b86e9808b5/node_modules/react-aria/dist/private/intl/combobox/sv-SE.cjs.map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D:/pasar_fix/node_modules/.bun/react-aria@3.50.0+d0e719b86e9808b5/node_modules/react-aria/dist/private/intl/combobox/sv-SE.js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D:/pasar_fix/node_modules/.bun/react-aria@3.50.0+d0e719b86e9808b5/node_modules/react-aria/dist/private/intl/combobox/sv-SE.js.map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D:/pasar_fix/node_modules/.bun/react-aria@3.50.0+d0e719b86e9808b5/node_modules/react-aria/dist/private/intl/combobox/sv-SE.mjs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D:/pasar_fix/node_modules/.bun/react-aria@3.50.0+d0e719b86e9808b5/node_modules/react-aria/dist/private/intl/combobox/sv-SE.mjs.map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D:/pasar_fix/node_modules/.bun/react-aria@3.50.0+d0e719b86e9808b5/node_modules/react-aria/dist/private/intl/combobox/tr-TR.cjs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D:/pasar_fix/node_modules/.bun/react-aria@3.50.0+d0e719b86e9808b5/node_modules/react-aria/dist/private/intl/combobox/tr-TR.cjs.map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D:/pasar_fix/node_modules/.bun/react-aria@3.50.0+d0e719b86e9808b5/node_modules/react-aria/dist/private/intl/combobox/tr-TR.js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D:/pasar_fix/node_modules/.bun/react-aria@3.50.0+d0e719b86e9808b5/node_modules/react-aria/dist/private/intl/combobox/tr-TR.js.map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D:/pasar_fix/node_modules/.bun/react-aria@3.50.0+d0e719b86e9808b5/node_modules/react-aria/dist/private/intl/combobox/tr-TR.mjs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D:/pasar_fix/node_modules/.bun/react-aria@3.50.0+d0e719b86e9808b5/node_modules/react-aria/dist/private/intl/combobox/tr-TR.mjs.map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D:/pasar_fix/node_modules/.bun/react-aria@3.50.0+d0e719b86e9808b5/node_modules/react-aria/dist/private/intl/combobox/uk-UA.cjs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D:/pasar_fix/node_modules/.bun/react-aria@3.50.0+d0e719b86e9808b5/node_modules/react-aria/dist/private/intl/combobox/uk-UA.cjs.map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D:/pasar_fix/node_modules/.bun/react-aria@3.50.0+d0e719b86e9808b5/node_modules/react-aria/dist/private/intl/combobox/uk-UA.js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D:/pasar_fix/node_modules/.bun/react-aria@3.50.0+d0e719b86e9808b5/node_modules/react-aria/dist/private/intl/combobox/uk-UA.js.map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D:/pasar_fix/node_modules/.bun/react-aria@3.50.0+d0e719b86e9808b5/node_modules/react-aria/dist/private/intl/combobox/uk-UA.mjs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D:/pasar_fix/node_modules/.bun/react-aria@3.50.0+d0e719b86e9808b5/node_modules/react-aria/dist/private/intl/combobox/uk-UA.mjs.map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D:/pasar_fix/node_modules/.bun/react-aria@3.50.0+d0e719b86e9808b5/node_modules/react-aria/dist/private/intl/combobox/zh-CN.cjs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D:/pasar_fix/node_modules/.bun/react-aria@3.50.0+d0e719b86e9808b5/node_modules/react-aria/dist/private/intl/combobox/zh-CN.cjs.map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D:/pasar_fix/node_modules/.bun/react-aria@3.50.0+d0e719b86e9808b5/node_modules/react-aria/dist/private/intl/combobox/zh-CN.js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D:/pasar_fix/node_modules/.bun/react-aria@3.50.0+d0e719b86e9808b5/node_modules/react-aria/dist/private/intl/combobox/zh-CN.js.map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D:/pasar_fix/node_modules/.bun/react-aria@3.50.0+d0e719b86e9808b5/node_modules/react-aria/dist/private/intl/combobox/zh-CN.mjs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D:/pasar_fix/node_modules/.bun/react-aria@3.50.0+d0e719b86e9808b5/node_modules/react-aria/dist/private/intl/combobox/zh-CN.mjs.map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D:/pasar_fix/node_modules/.bun/react-aria@3.50.0+d0e719b86e9808b5/node_modules/react-aria/dist/private/intl/combobox/zh-TW.cjs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D:/pasar_fix/node_modules/.bun/react-aria@3.50.0+d0e719b86e9808b5/node_modules/react-aria/dist/private/intl/combobox/zh-TW.cjs.map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D:/pasar_fix/node_modules/.bun/react-aria@3.50.0+d0e719b86e9808b5/node_modules/react-aria/dist/private/intl/combobox/zh-TW.js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D:/pasar_fix/node_modules/.bun/react-aria@3.50.0+d0e719b86e9808b5/node_modules/react-aria/dist/private/intl/combobox/zh-TW.js.map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D:/pasar_fix/node_modules/.bun/react-aria@3.50.0+d0e719b86e9808b5/node_modules/react-aria/dist/private/intl/combobox/zh-TW.mjs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D:/pasar_fix/node_modules/.bun/react-aria@3.50.0+d0e719b86e9808b5/node_modules/react-aria/dist/private/intl/combobox/zh-TW.mjs.map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D:/pasar_fix/node_modules/.bun/react-aria@3.50.0+d0e719b86e9808b5/node_modules/react-aria/dist/private/intl/datepicker/ar-AE.cjs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D:/pasar_fix/node_modules/.bun/react-aria@3.50.0+d0e719b86e9808b5/node_modules/react-aria/dist/private/intl/datepicker/ar-AE.cjs.map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D:/pasar_fix/node_modules/.bun/react-aria@3.50.0+d0e719b86e9808b5/node_modules/react-aria/dist/private/intl/datepicker/ar-AE.js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D:/pasar_fix/node_modules/.bun/react-aria@3.50.0+d0e719b86e9808b5/node_modules/react-aria/dist/private/intl/datepicker/ar-AE.js.map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D:/pasar_fix/node_modules/.bun/react-aria@3.50.0+d0e719b86e9808b5/node_modules/react-aria/dist/private/intl/datepicker/ar-AE.mjs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D:/pasar_fix/node_modules/.bun/react-aria@3.50.0+d0e719b86e9808b5/node_modules/react-aria/dist/private/intl/datepicker/ar-AE.mjs.map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D:/pasar_fix/node_modules/.bun/react-aria@3.50.0+d0e719b86e9808b5/node_modules/react-aria/dist/private/intl/datepicker/bg-BG.cjs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D:/pasar_fix/node_modules/.bun/react-aria@3.50.0+d0e719b86e9808b5/node_modules/react-aria/dist/private/intl/datepicker/bg-BG.cjs.map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D:/pasar_fix/node_modules/.bun/react-aria@3.50.0+d0e719b86e9808b5/node_modules/react-aria/dist/private/intl/datepicker/bg-BG.js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D:/pasar_fix/node_modules/.bun/react-aria@3.50.0+d0e719b86e9808b5/node_modules/react-aria/dist/private/intl/datepicker/bg-BG.js.map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D:/pasar_fix/node_modules/.bun/react-aria@3.50.0+d0e719b86e9808b5/node_modules/react-aria/dist/private/intl/datepicker/bg-BG.mjs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D:/pasar_fix/node_modules/.bun/react-aria@3.50.0+d0e719b86e9808b5/node_modules/react-aria/dist/private/intl/datepicker/bg-BG.mjs.map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D:/pasar_fix/node_modules/.bun/react-aria@3.50.0+d0e719b86e9808b5/node_modules/react-aria/dist/private/intl/datepicker/cs-CZ.cjs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D:/pasar_fix/node_modules/.bun/react-aria@3.50.0+d0e719b86e9808b5/node_modules/react-aria/dist/private/intl/datepicker/cs-CZ.cjs.map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D:/pasar_fix/node_modules/.bun/react-aria@3.50.0+d0e719b86e9808b5/node_modules/react-aria/dist/private/intl/datepicker/cs-CZ.js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D:/pasar_fix/node_modules/.bun/react-aria@3.50.0+d0e719b86e9808b5/node_modules/react-aria/dist/private/intl/datepicker/cs-CZ.js.map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D:/pasar_fix/node_modules/.bun/react-aria@3.50.0+d0e719b86e9808b5/node_modules/react-aria/dist/private/intl/datepicker/cs-CZ.mjs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D:/pasar_fix/node_modules/.bun/react-aria@3.50.0+d0e719b86e9808b5/node_modules/react-aria/dist/private/intl/datepicker/cs-CZ.mjs.map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D:/pasar_fix/node_modules/.bun/react-aria@3.50.0+d0e719b86e9808b5/node_modules/react-aria/dist/private/intl/datepicker/da-DK.cjs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D:/pasar_fix/node_modules/.bun/react-aria@3.50.0+d0e719b86e9808b5/node_modules/react-aria/dist/private/intl/datepicker/da-DK.cjs.map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D:/pasar_fix/node_modules/.bun/react-aria@3.50.0+d0e719b86e9808b5/node_modules/react-aria/dist/private/intl/datepicker/da-DK.js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D:/pasar_fix/node_modules/.bun/react-aria@3.50.0+d0e719b86e9808b5/node_modules/react-aria/dist/private/intl/datepicker/da-DK.js.map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D:/pasar_fix/node_modules/.bun/react-aria@3.50.0+d0e719b86e9808b5/node_modules/react-aria/dist/private/intl/datepicker/da-DK.mjs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D:/pasar_fix/node_modules/.bun/react-aria@3.50.0+d0e719b86e9808b5/node_modules/react-aria/dist/private/intl/datepicker/da-DK.mjs.map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D:/pasar_fix/node_modules/.bun/react-aria@3.50.0+d0e719b86e9808b5/node_modules/react-aria/dist/private/intl/datepicker/de-DE.cjs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D:/pasar_fix/node_modules/.bun/react-aria@3.50.0+d0e719b86e9808b5/node_modules/react-aria/dist/private/intl/datepicker/de-DE.cjs.map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D:/pasar_fix/node_modules/.bun/react-aria@3.50.0+d0e719b86e9808b5/node_modules/react-aria/dist/private/intl/datepicker/de-DE.js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D:/pasar_fix/node_modules/.bun/react-aria@3.50.0+d0e719b86e9808b5/node_modules/react-aria/dist/private/intl/datepicker/de-DE.js.map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D:/pasar_fix/node_modules/.bun/react-aria@3.50.0+d0e719b86e9808b5/node_modules/react-aria/dist/private/intl/datepicker/de-DE.mjs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D:/pasar_fix/node_modules/.bun/react-aria@3.50.0+d0e719b86e9808b5/node_modules/react-aria/dist/private/intl/datepicker/de-DE.mjs.map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D:/pasar_fix/node_modules/.bun/react-aria@3.50.0+d0e719b86e9808b5/node_modules/react-aria/dist/private/intl/datepicker/el-GR.cjs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D:/pasar_fix/node_modules/.bun/react-aria@3.50.0+d0e719b86e9808b5/node_modules/react-aria/dist/private/intl/datepicker/el-GR.cjs.map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D:/pasar_fix/node_modules/.bun/react-aria@3.50.0+d0e719b86e9808b5/node_modules/react-aria/dist/private/intl/datepicker/el-GR.js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D:/pasar_fix/node_modules/.bun/react-aria@3.50.0+d0e719b86e9808b5/node_modules/react-aria/dist/private/intl/datepicker/el-GR.js.map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D:/pasar_fix/node_modules/.bun/react-aria@3.50.0+d0e719b86e9808b5/node_modules/react-aria/dist/private/intl/datepicker/el-GR.mjs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D:/pasar_fix/node_modules/.bun/react-aria@3.50.0+d0e719b86e9808b5/node_modules/react-aria/dist/private/intl/datepicker/el-GR.mjs.map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D:/pasar_fix/node_modules/.bun/react-aria@3.50.0+d0e719b86e9808b5/node_modules/react-aria/dist/private/intl/datepicker/en-US.cjs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D:/pasar_fix/node_modules/.bun/react-aria@3.50.0+d0e719b86e9808b5/node_modules/react-aria/dist/private/intl/datepicker/en-US.cjs.map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D:/pasar_fix/node_modules/.bun/react-aria@3.50.0+d0e719b86e9808b5/node_modules/react-aria/dist/private/intl/datepicker/en-US.js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D:/pasar_fix/node_modules/.bun/react-aria@3.50.0+d0e719b86e9808b5/node_modules/react-aria/dist/private/intl/datepicker/en-US.js.map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D:/pasar_fix/node_modules/.bun/react-aria@3.50.0+d0e719b86e9808b5/node_modules/react-aria/dist/private/intl/datepicker/en-US.mjs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D:/pasar_fix/node_modules/.bun/react-aria@3.50.0+d0e719b86e9808b5/node_modules/react-aria/dist/private/intl/datepicker/en-US.mjs.map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D:/pasar_fix/node_modules/.bun/react-aria@3.50.0+d0e719b86e9808b5/node_modules/react-aria/dist/private/intl/datepicker/es-ES.cjs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D:/pasar_fix/node_modules/.bun/react-aria@3.50.0+d0e719b86e9808b5/node_modules/react-aria/dist/private/intl/datepicker/es-ES.cjs.map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D:/pasar_fix/node_modules/.bun/react-aria@3.50.0+d0e719b86e9808b5/node_modules/react-aria/dist/private/intl/datepicker/es-ES.js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D:/pasar_fix/node_modules/.bun/react-aria@3.50.0+d0e719b86e9808b5/node_modules/react-aria/dist/private/intl/datepicker/es-ES.js.map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D:/pasar_fix/node_modules/.bun/react-aria@3.50.0+d0e719b86e9808b5/node_modules/react-aria/dist/private/intl/datepicker/es-ES.mjs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D:/pasar_fix/node_modules/.bun/react-aria@3.50.0+d0e719b86e9808b5/node_modules/react-aria/dist/private/intl/datepicker/es-ES.mjs.map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D:/pasar_fix/node_modules/.bun/react-aria@3.50.0+d0e719b86e9808b5/node_modules/react-aria/dist/private/intl/datepicker/et-EE.cjs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D:/pasar_fix/node_modules/.bun/react-aria@3.50.0+d0e719b86e9808b5/node_modules/react-aria/dist/private/intl/datepicker/et-EE.cjs.map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D:/pasar_fix/node_modules/.bun/react-aria@3.50.0+d0e719b86e9808b5/node_modules/react-aria/dist/private/intl/datepicker/et-EE.js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D:/pasar_fix/node_modules/.bun/react-aria@3.50.0+d0e719b86e9808b5/node_modules/react-aria/dist/private/intl/datepicker/et-EE.js.map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D:/pasar_fix/node_modules/.bun/react-aria@3.50.0+d0e719b86e9808b5/node_modules/react-aria/dist/private/intl/datepicker/et-EE.mjs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D:/pasar_fix/node_modules/.bun/react-aria@3.50.0+d0e719b86e9808b5/node_modules/react-aria/dist/private/intl/datepicker/et-EE.mjs.map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D:/pasar_fix/node_modules/.bun/react-aria@3.50.0+d0e719b86e9808b5/node_modules/react-aria/dist/private/intl/datepicker/fi-FI.cjs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D:/pasar_fix/node_modules/.bun/react-aria@3.50.0+d0e719b86e9808b5/node_modules/react-aria/dist/private/intl/datepicker/fi-FI.cjs.map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D:/pasar_fix/node_modules/.bun/react-aria@3.50.0+d0e719b86e9808b5/node_modules/react-aria/dist/private/intl/datepicker/fi-FI.js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D:/pasar_fix/node_modules/.bun/react-aria@3.50.0+d0e719b86e9808b5/node_modules/react-aria/dist/private/intl/datepicker/fi-FI.js.map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D:/pasar_fix/node_modules/.bun/react-aria@3.50.0+d0e719b86e9808b5/node_modules/react-aria/dist/private/intl/datepicker/fi-FI.mjs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D:/pasar_fix/node_modules/.bun/react-aria@3.50.0+d0e719b86e9808b5/node_modules/react-aria/dist/private/intl/datepicker/fi-FI.mjs.map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D:/pasar_fix/node_modules/.bun/react-aria@3.50.0+d0e719b86e9808b5/node_modules/react-aria/dist/private/intl/datepicker/fr-FR.cjs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D:/pasar_fix/node_modules/.bun/react-aria@3.50.0+d0e719b86e9808b5/node_modules/react-aria/dist/private/intl/datepicker/fr-FR.cjs.map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D:/pasar_fix/node_modules/.bun/react-aria@3.50.0+d0e719b86e9808b5/node_modules/react-aria/dist/private/intl/datepicker/fr-FR.js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D:/pasar_fix/node_modules/.bun/react-aria@3.50.0+d0e719b86e9808b5/node_modules/react-aria/dist/private/intl/datepicker/fr-FR.js.map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D:/pasar_fix/node_modules/.bun/react-aria@3.50.0+d0e719b86e9808b5/node_modules/react-aria/dist/private/intl/datepicker/fr-FR.mjs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D:/pasar_fix/node_modules/.bun/react-aria@3.50.0+d0e719b86e9808b5/node_modules/react-aria/dist/private/intl/datepicker/fr-FR.mjs.map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D:/pasar_fix/node_modules/.bun/react-aria@3.50.0+d0e719b86e9808b5/node_modules/react-aria/dist/private/intl/datepicker/he-IL.cjs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D:/pasar_fix/node_modules/.bun/react-aria@3.50.0+d0e719b86e9808b5/node_modules/react-aria/dist/private/intl/datepicker/he-IL.cjs.map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D:/pasar_fix/node_modules/.bun/react-aria@3.50.0+d0e719b86e9808b5/node_modules/react-aria/dist/private/intl/datepicker/he-IL.js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D:/pasar_fix/node_modules/.bun/react-aria@3.50.0+d0e719b86e9808b5/node_modules/react-aria/dist/private/intl/datepicker/he-IL.js.map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D:/pasar_fix/node_modules/.bun/react-aria@3.50.0+d0e719b86e9808b5/node_modules/react-aria/dist/private/intl/datepicker/he-IL.mjs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D:/pasar_fix/node_modules/.bun/react-aria@3.50.0+d0e719b86e9808b5/node_modules/react-aria/dist/private/intl/datepicker/he-IL.mjs.map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D:/pasar_fix/node_modules/.bun/react-aria@3.50.0+d0e719b86e9808b5/node_modules/react-aria/dist/private/intl/datepicker/hr-HR.cjs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D:/pasar_fix/node_modules/.bun/react-aria@3.50.0+d0e719b86e9808b5/node_modules/react-aria/dist/private/intl/datepicker/hr-HR.cjs.map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D:/pasar_fix/node_modules/.bun/react-aria@3.50.0+d0e719b86e9808b5/node_modules/react-aria/dist/private/intl/datepicker/hr-HR.js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D:/pasar_fix/node_modules/.bun/react-aria@3.50.0+d0e719b86e9808b5/node_modules/react-aria/dist/private/intl/datepicker/hr-HR.js.map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D:/pasar_fix/node_modules/.bun/react-aria@3.50.0+d0e719b86e9808b5/node_modules/react-aria/dist/private/intl/datepicker/hr-HR.mjs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D:/pasar_fix/node_modules/.bun/react-aria@3.50.0+d0e719b86e9808b5/node_modules/react-aria/dist/private/intl/datepicker/hr-HR.mjs.map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D:/pasar_fix/node_modules/.bun/react-aria@3.50.0+d0e719b86e9808b5/node_modules/react-aria/dist/private/intl/datepicker/hu-HU.cjs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D:/pasar_fix/node_modules/.bun/react-aria@3.50.0+d0e719b86e9808b5/node_modules/react-aria/dist/private/intl/datepicker/hu-HU.cjs.map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D:/pasar_fix/node_modules/.bun/react-aria@3.50.0+d0e719b86e9808b5/node_modules/react-aria/dist/private/intl/datepicker/hu-HU.js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D:/pasar_fix/node_modules/.bun/react-aria@3.50.0+d0e719b86e9808b5/node_modules/react-aria/dist/private/intl/datepicker/hu-HU.js.map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D:/pasar_fix/node_modules/.bun/react-aria@3.50.0+d0e719b86e9808b5/node_modules/react-aria/dist/private/intl/datepicker/hu-HU.mjs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D:/pasar_fix/node_modules/.bun/react-aria@3.50.0+d0e719b86e9808b5/node_modules/react-aria/dist/private/intl/datepicker/hu-HU.mjs.map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D:/pasar_fix/node_modules/.bun/react-aria@3.50.0+d0e719b86e9808b5/node_modules/react-aria/dist/private/intl/datepicker/it-IT.cjs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D:/pasar_fix/node_modules/.bun/react-aria@3.50.0+d0e719b86e9808b5/node_modules/react-aria/dist/private/intl/datepicker/it-IT.cjs.map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D:/pasar_fix/node_modules/.bun/react-aria@3.50.0+d0e719b86e9808b5/node_modules/react-aria/dist/private/intl/datepicker/it-IT.js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D:/pasar_fix/node_modules/.bun/react-aria@3.50.0+d0e719b86e9808b5/node_modules/react-aria/dist/private/intl/datepicker/it-IT.js.map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D:/pasar_fix/node_modules/.bun/react-aria@3.50.0+d0e719b86e9808b5/node_modules/react-aria/dist/private/intl/datepicker/it-IT.mjs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D:/pasar_fix/node_modules/.bun/react-aria@3.50.0+d0e719b86e9808b5/node_modules/react-aria/dist/private/intl/datepicker/it-IT.mjs.map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D:/pasar_fix/node_modules/.bun/react-aria@3.50.0+d0e719b86e9808b5/node_modules/react-aria/dist/private/intl/datepicker/ja-JP.cjs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D:/pasar_fix/node_modules/.bun/react-aria@3.50.0+d0e719b86e9808b5/node_modules/react-aria/dist/private/intl/datepicker/ja-JP.cjs.map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D:/pasar_fix/node_modules/.bun/react-aria@3.50.0+d0e719b86e9808b5/node_modules/react-aria/dist/private/intl/datepicker/ja-JP.js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D:/pasar_fix/node_modules/.bun/react-aria@3.50.0+d0e719b86e9808b5/node_modules/react-aria/dist/private/intl/datepicker/ja-JP.js.map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D:/pasar_fix/node_modules/.bun/react-aria@3.50.0+d0e719b86e9808b5/node_modules/react-aria/dist/private/intl/datepicker/ja-JP.mjs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D:/pasar_fix/node_modules/.bun/react-aria@3.50.0+d0e719b86e9808b5/node_modules/react-aria/dist/private/intl/datepicker/ja-JP.mjs.map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D:/pasar_fix/node_modules/.bun/react-aria@3.50.0+d0e719b86e9808b5/node_modules/react-aria/dist/private/intl/datepicker/ko-KR.cjs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D:/pasar_fix/node_modules/.bun/react-aria@3.50.0+d0e719b86e9808b5/node_modules/react-aria/dist/private/intl/datepicker/ko-KR.cjs.map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D:/pasar_fix/node_modules/.bun/react-aria@3.50.0+d0e719b86e9808b5/node_modules/react-aria/dist/private/intl/datepicker/ko-KR.js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D:/pasar_fix/node_modules/.bun/react-aria@3.50.0+d0e719b86e9808b5/node_modules/react-aria/dist/private/intl/datepicker/ko-KR.js.map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D:/pasar_fix/node_modules/.bun/react-aria@3.50.0+d0e719b86e9808b5/node_modules/react-aria/dist/private/intl/datepicker/ko-KR.mjs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D:/pasar_fix/node_modules/.bun/react-aria@3.50.0+d0e719b86e9808b5/node_modules/react-aria/dist/private/intl/datepicker/ko-KR.mjs.map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D:/pasar_fix/node_modules/.bun/react-aria@3.50.0+d0e719b86e9808b5/node_modules/react-aria/dist/private/intl/datepicker/lt-LT.cjs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D:/pasar_fix/node_modules/.bun/react-aria@3.50.0+d0e719b86e9808b5/node_modules/react-aria/dist/private/intl/datepicker/lt-LT.cjs.map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D:/pasar_fix/node_modules/.bun/react-aria@3.50.0+d0e719b86e9808b5/node_modules/react-aria/dist/private/intl/datepicker/lt-LT.js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D:/pasar_fix/node_modules/.bun/react-aria@3.50.0+d0e719b86e9808b5/node_modules/react-aria/dist/private/intl/datepicker/lt-LT.js.map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D:/pasar_fix/node_modules/.bun/react-aria@3.50.0+d0e719b86e9808b5/node_modules/react-aria/dist/private/intl/datepicker/lt-LT.mjs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D:/pasar_fix/node_modules/.bun/react-aria@3.50.0+d0e719b86e9808b5/node_modules/react-aria/dist/private/intl/datepicker/lt-LT.mjs.map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D:/pasar_fix/node_modules/.bun/react-aria@3.50.0+d0e719b86e9808b5/node_modules/react-aria/dist/private/intl/datepicker/lv-LV.cjs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D:/pasar_fix/node_modules/.bun/react-aria@3.50.0+d0e719b86e9808b5/node_modules/react-aria/dist/private/intl/datepicker/lv-LV.cjs.map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D:/pasar_fix/node_modules/.bun/react-aria@3.50.0+d0e719b86e9808b5/node_modules/react-aria/dist/private/intl/datepicker/lv-LV.js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D:/pasar_fix/node_modules/.bun/react-aria@3.50.0+d0e719b86e9808b5/node_modules/react-aria/dist/private/intl/datepicker/lv-LV.js.map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D:/pasar_fix/node_modules/.bun/react-aria@3.50.0+d0e719b86e9808b5/node_modules/react-aria/dist/private/intl/datepicker/lv-LV.mjs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D:/pasar_fix/node_modules/.bun/react-aria@3.50.0+d0e719b86e9808b5/node_modules/react-aria/dist/private/intl/datepicker/lv-LV.mjs.map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D:/pasar_fix/node_modules/.bun/react-aria@3.50.0+d0e719b86e9808b5/node_modules/react-aria/dist/private/intl/datepicker/nb-NO.cjs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D:/pasar_fix/node_modules/.bun/react-aria@3.50.0+d0e719b86e9808b5/node_modules/react-aria/dist/private/intl/datepicker/nb-NO.cjs.map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D:/pasar_fix/node_modules/.bun/react-aria@3.50.0+d0e719b86e9808b5/node_modules/react-aria/dist/private/intl/datepicker/nb-NO.js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D:/pasar_fix/node_modules/.bun/react-aria@3.50.0+d0e719b86e9808b5/node_modules/react-aria/dist/private/intl/datepicker/nb-NO.js.map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D:/pasar_fix/node_modules/.bun/react-aria@3.50.0+d0e719b86e9808b5/node_modules/react-aria/dist/private/intl/datepicker/nb-NO.mjs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D:/pasar_fix/node_modules/.bun/react-aria@3.50.0+d0e719b86e9808b5/node_modules/react-aria/dist/private/intl/datepicker/nb-NO.mjs.map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D:/pasar_fix/node_modules/.bun/react-aria@3.50.0+d0e719b86e9808b5/node_modules/react-aria/dist/private/intl/datepicker/nl-NL.cjs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D:/pasar_fix/node_modules/.bun/react-aria@3.50.0+d0e719b86e9808b5/node_modules/react-aria/dist/private/intl/datepicker/nl-NL.cjs.map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D:/pasar_fix/node_modules/.bun/react-aria@3.50.0+d0e719b86e9808b5/node_modules/react-aria/dist/private/intl/datepicker/nl-NL.js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D:/pasar_fix/node_modules/.bun/react-aria@3.50.0+d0e719b86e9808b5/node_modules/react-aria/dist/private/intl/datepicker/nl-NL.js.map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D:/pasar_fix/node_modules/.bun/react-aria@3.50.0+d0e719b86e9808b5/node_modules/react-aria/dist/private/intl/datepicker/nl-NL.mjs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D:/pasar_fix/node_modules/.bun/react-aria@3.50.0+d0e719b86e9808b5/node_modules/react-aria/dist/private/intl/datepicker/nl-NL.mjs.map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D:/pasar_fix/node_modules/.bun/react-aria@3.50.0+d0e719b86e9808b5/node_modules/react-aria/dist/private/intl/datepicker/pl-PL.cjs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D:/pasar_fix/node_modules/.bun/react-aria@3.50.0+d0e719b86e9808b5/node_modules/react-aria/dist/private/intl/datepicker/pl-PL.cjs.map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D:/pasar_fix/node_modules/.bun/react-aria@3.50.0+d0e719b86e9808b5/node_modules/react-aria/dist/private/intl/datepicker/pl-PL.js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D:/pasar_fix/node_modules/.bun/react-aria@3.50.0+d0e719b86e9808b5/node_modules/react-aria/dist/private/intl/datepicker/pl-PL.js.map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D:/pasar_fix/node_modules/.bun/react-aria@3.50.0+d0e719b86e9808b5/node_modules/react-aria/dist/private/intl/datepicker/pl-PL.mjs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D:/pasar_fix/node_modules/.bun/react-aria@3.50.0+d0e719b86e9808b5/node_modules/react-aria/dist/private/intl/datepicker/pl-PL.mjs.map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D:/pasar_fix/node_modules/.bun/react-aria@3.50.0+d0e719b86e9808b5/node_modules/react-aria/dist/private/intl/datepicker/pt-BR.cjs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D:/pasar_fix/node_modules/.bun/react-aria@3.50.0+d0e719b86e9808b5/node_modules/react-aria/dist/private/intl/datepicker/pt-BR.cjs.map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D:/pasar_fix/node_modules/.bun/react-aria@3.50.0+d0e719b86e9808b5/node_modules/react-aria/dist/private/intl/datepicker/pt-BR.js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D:/pasar_fix/node_modules/.bun/react-aria@3.50.0+d0e719b86e9808b5/node_modules/react-aria/dist/private/intl/datepicker/pt-BR.js.map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D:/pasar_fix/node_modules/.bun/react-aria@3.50.0+d0e719b86e9808b5/node_modules/react-aria/dist/private/intl/datepicker/pt-BR.mjs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D:/pasar_fix/node_modules/.bun/react-aria@3.50.0+d0e719b86e9808b5/node_modules/react-aria/dist/private/intl/datepicker/pt-BR.mjs.map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D:/pasar_fix/node_modules/.bun/react-aria@3.50.0+d0e719b86e9808b5/node_modules/react-aria/dist/private/intl/datepicker/pt-PT.cjs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D:/pasar_fix/node_modules/.bun/react-aria@3.50.0+d0e719b86e9808b5/node_modules/react-aria/dist/private/intl/datepicker/pt-PT.cjs.map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D:/pasar_fix/node_modules/.bun/react-aria@3.50.0+d0e719b86e9808b5/node_modules/react-aria/dist/private/intl/datepicker/pt-PT.js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D:/pasar_fix/node_modules/.bun/react-aria@3.50.0+d0e719b86e9808b5/node_modules/react-aria/dist/private/intl/datepicker/pt-PT.js.map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D:/pasar_fix/node_modules/.bun/react-aria@3.50.0+d0e719b86e9808b5/node_modules/react-aria/dist/private/intl/datepicker/pt-PT.mjs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D:/pasar_fix/node_modules/.bun/react-aria@3.50.0+d0e719b86e9808b5/node_modules/react-aria/dist/private/intl/datepicker/pt-PT.mjs.map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D:/pasar_fix/node_modules/.bun/react-aria@3.50.0+d0e719b86e9808b5/node_modules/react-aria/dist/private/intl/datepicker/ro-RO.cjs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D:/pasar_fix/node_modules/.bun/react-aria@3.50.0+d0e719b86e9808b5/node_modules/react-aria/dist/private/intl/datepicker/ro-RO.cjs.map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D:/pasar_fix/node_modules/.bun/react-aria@3.50.0+d0e719b86e9808b5/node_modules/react-aria/dist/private/intl/datepicker/ro-RO.js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D:/pasar_fix/node_modules/.bun/react-aria@3.50.0+d0e719b86e9808b5/node_modules/react-aria/dist/private/intl/datepicker/ro-RO.js.map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D:/pasar_fix/node_modules/.bun/react-aria@3.50.0+d0e719b86e9808b5/node_modules/react-aria/dist/private/intl/datepicker/ro-RO.mjs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D:/pasar_fix/node_modules/.bun/react-aria@3.50.0+d0e719b86e9808b5/node_modules/react-aria/dist/private/intl/datepicker/ro-RO.mjs.map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D:/pasar_fix/node_modules/.bun/react-aria@3.50.0+d0e719b86e9808b5/node_modules/react-aria/dist/private/intl/datepicker/ru-RU.cjs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D:/pasar_fix/node_modules/.bun/react-aria@3.50.0+d0e719b86e9808b5/node_modules/react-aria/dist/private/intl/datepicker/ru-RU.cjs.map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D:/pasar_fix/node_modules/.bun/react-aria@3.50.0+d0e719b86e9808b5/node_modules/react-aria/dist/private/intl/datepicker/ru-RU.js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D:/pasar_fix/node_modules/.bun/react-aria@3.50.0+d0e719b86e9808b5/node_modules/react-aria/dist/private/intl/datepicker/ru-RU.js.map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D:/pasar_fix/node_modules/.bun/react-aria@3.50.0+d0e719b86e9808b5/node_modules/react-aria/dist/private/intl/datepicker/ru-RU.mjs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D:/pasar_fix/node_modules/.bun/react-aria@3.50.0+d0e719b86e9808b5/node_modules/react-aria/dist/private/intl/datepicker/ru-RU.mjs.map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D:/pasar_fix/node_modules/.bun/react-aria@3.50.0+d0e719b86e9808b5/node_modules/react-aria/dist/private/intl/datepicker/sk-SK.cjs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D:/pasar_fix/node_modules/.bun/react-aria@3.50.0+d0e719b86e9808b5/node_modules/react-aria/dist/private/intl/datepicker/sk-SK.cjs.map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D:/pasar_fix/node_modules/.bun/react-aria@3.50.0+d0e719b86e9808b5/node_modules/react-aria/dist/private/intl/datepicker/sk-SK.js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D:/pasar_fix/node_modules/.bun/react-aria@3.50.0+d0e719b86e9808b5/node_modules/react-aria/dist/private/intl/datepicker/sk-SK.js.map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D:/pasar_fix/node_modules/.bun/react-aria@3.50.0+d0e719b86e9808b5/node_modules/react-aria/dist/private/intl/datepicker/sk-SK.mjs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D:/pasar_fix/node_modules/.bun/react-aria@3.50.0+d0e719b86e9808b5/node_modules/react-aria/dist/private/intl/datepicker/sk-SK.mjs.map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D:/pasar_fix/node_modules/.bun/react-aria@3.50.0+d0e719b86e9808b5/node_modules/react-aria/dist/private/intl/datepicker/sl-SI.cjs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D:/pasar_fix/node_modules/.bun/react-aria@3.50.0+d0e719b86e9808b5/node_modules/react-aria/dist/private/intl/datepicker/sl-SI.cjs.map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D:/pasar_fix/node_modules/.bun/react-aria@3.50.0+d0e719b86e9808b5/node_modules/react-aria/dist/private/intl/datepicker/sl-SI.js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D:/pasar_fix/node_modules/.bun/react-aria@3.50.0+d0e719b86e9808b5/node_modules/react-aria/dist/private/intl/datepicker/sl-SI.js.map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D:/pasar_fix/node_modules/.bun/react-aria@3.50.0+d0e719b86e9808b5/node_modules/react-aria/dist/private/intl/datepicker/sl-SI.mjs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D:/pasar_fix/node_modules/.bun/react-aria@3.50.0+d0e719b86e9808b5/node_modules/react-aria/dist/private/intl/datepicker/sl-SI.mjs.map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D:/pasar_fix/node_modules/.bun/react-aria@3.50.0+d0e719b86e9808b5/node_modules/react-aria/dist/private/intl/datepicker/sr-SP.cjs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D:/pasar_fix/node_modules/.bun/react-aria@3.50.0+d0e719b86e9808b5/node_modules/react-aria/dist/private/intl/datepicker/sr-SP.cjs.map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D:/pasar_fix/node_modules/.bun/react-aria@3.50.0+d0e719b86e9808b5/node_modules/react-aria/dist/private/intl/datepicker/sr-SP.js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D:/pasar_fix/node_modules/.bun/react-aria@3.50.0+d0e719b86e9808b5/node_modules/react-aria/dist/private/intl/datepicker/sr-SP.js.map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D:/pasar_fix/node_modules/.bun/react-aria@3.50.0+d0e719b86e9808b5/node_modules/react-aria/dist/private/intl/datepicker/sr-SP.mjs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D:/pasar_fix/node_modules/.bun/react-aria@3.50.0+d0e719b86e9808b5/node_modules/react-aria/dist/private/intl/datepicker/sr-SP.mjs.map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D:/pasar_fix/node_modules/.bun/react-aria@3.50.0+d0e719b86e9808b5/node_modules/react-aria/dist/private/intl/datepicker/sv-SE.cjs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D:/pasar_fix/node_modules/.bun/react-aria@3.50.0+d0e719b86e9808b5/node_modules/react-aria/dist/private/intl/datepicker/sv-SE.cjs.map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D:/pasar_fix/node_modules/.bun/react-aria@3.50.0+d0e719b86e9808b5/node_modules/react-aria/dist/private/intl/datepicker/sv-SE.js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D:/pasar_fix/node_modules/.bun/react-aria@3.50.0+d0e719b86e9808b5/node_modules/react-aria/dist/private/intl/datepicker/sv-SE.js.map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D:/pasar_fix/node_modules/.bun/react-aria@3.50.0+d0e719b86e9808b5/node_modules/react-aria/dist/private/intl/datepicker/sv-SE.mjs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D:/pasar_fix/node_modules/.bun/react-aria@3.50.0+d0e719b86e9808b5/node_modules/react-aria/dist/private/intl/datepicker/sv-SE.mjs.map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D:/pasar_fix/node_modules/.bun/react-aria@3.50.0+d0e719b86e9808b5/node_modules/react-aria/dist/private/intl/datepicker/tr-TR.cjs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D:/pasar_fix/node_modules/.bun/react-aria@3.50.0+d0e719b86e9808b5/node_modules/react-aria/dist/private/intl/datepicker/tr-TR.cjs.map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D:/pasar_fix/node_modules/.bun/react-aria@3.50.0+d0e719b86e9808b5/node_modules/react-aria/dist/private/intl/datepicker/tr-TR.js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D:/pasar_fix/node_modules/.bun/react-aria@3.50.0+d0e719b86e9808b5/node_modules/react-aria/dist/private/intl/datepicker/tr-TR.js.map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D:/pasar_fix/node_modules/.bun/react-aria@3.50.0+d0e719b86e9808b5/node_modules/react-aria/dist/private/intl/datepicker/tr-TR.mjs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D:/pasar_fix/node_modules/.bun/react-aria@3.50.0+d0e719b86e9808b5/node_modules/react-aria/dist/private/intl/datepicker/tr-TR.mjs.map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D:/pasar_fix/node_modules/.bun/react-aria@3.50.0+d0e719b86e9808b5/node_modules/react-aria/dist/private/intl/datepicker/uk-UA.cjs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D:/pasar_fix/node_modules/.bun/react-aria@3.50.0+d0e719b86e9808b5/node_modules/react-aria/dist/private/intl/datepicker/uk-UA.cjs.map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D:/pasar_fix/node_modules/.bun/react-aria@3.50.0+d0e719b86e9808b5/node_modules/react-aria/dist/private/intl/datepicker/uk-UA.js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D:/pasar_fix/node_modules/.bun/react-aria@3.50.0+d0e719b86e9808b5/node_modules/react-aria/dist/private/intl/datepicker/uk-UA.js.map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D:/pasar_fix/node_modules/.bun/react-aria@3.50.0+d0e719b86e9808b5/node_modules/react-aria/dist/private/intl/datepicker/uk-UA.mjs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D:/pasar_fix/node_modules/.bun/react-aria@3.50.0+d0e719b86e9808b5/node_modules/react-aria/dist/private/intl/datepicker/uk-UA.mjs.map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D:/pasar_fix/node_modules/.bun/react-aria@3.50.0+d0e719b86e9808b5/node_modules/react-aria/dist/private/intl/datepicker/zh-CN.cjs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D:/pasar_fix/node_modules/.bun/react-aria@3.50.0+d0e719b86e9808b5/node_modules/react-aria/dist/private/intl/datepicker/zh-CN.cjs.map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D:/pasar_fix/node_modules/.bun/react-aria@3.50.0+d0e719b86e9808b5/node_modules/react-aria/dist/private/intl/datepicker/zh-CN.js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D:/pasar_fix/node_modules/.bun/react-aria@3.50.0+d0e719b86e9808b5/node_modules/react-aria/dist/private/intl/datepicker/zh-CN.js.map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D:/pasar_fix/node_modules/.bun/react-aria@3.50.0+d0e719b86e9808b5/node_modules/react-aria/dist/private/intl/datepicker/zh-CN.mjs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D:/pasar_fix/node_modules/.bun/react-aria@3.50.0+d0e719b86e9808b5/node_modules/react-aria/dist/private/intl/datepicker/zh-CN.mjs.map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D:/pasar_fix/node_modules/.bun/react-aria@3.50.0+d0e719b86e9808b5/node_modules/react-aria/dist/private/intl/datepicker/zh-TW.cjs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D:/pasar_fix/node_modules/.bun/react-aria@3.50.0+d0e719b86e9808b5/node_modules/react-aria/dist/private/intl/datepicker/zh-TW.cjs.map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D:/pasar_fix/node_modules/.bun/react-aria@3.50.0+d0e719b86e9808b5/node_modules/react-aria/dist/private/intl/datepicker/zh-TW.js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D:/pasar_fix/node_modules/.bun/react-aria@3.50.0+d0e719b86e9808b5/node_modules/react-aria/dist/private/intl/datepicker/zh-TW.js.map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D:/pasar_fix/node_modules/.bun/react-aria@3.50.0+d0e719b86e9808b5/node_modules/react-aria/dist/private/intl/datepicker/zh-TW.mjs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D:/pasar_fix/node_modules/.bun/react-aria@3.50.0+d0e719b86e9808b5/node_modules/react-aria/dist/private/intl/datepicker/zh-TW.mjs.map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D:/pasar_fix/node_modules/.bun/react-aria@3.50.0+d0e719b86e9808b5/node_modules/react-aria/dist/private/intl/dnd/ar-AE.cjs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D:/pasar_fix/node_modules/.bun/react-aria@3.50.0+d0e719b86e9808b5/node_modules/react-aria/dist/private/intl/dnd/ar-AE.cjs.map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D:/pasar_fix/node_modules/.bun/react-aria@3.50.0+d0e719b86e9808b5/node_modules/react-aria/dist/private/intl/dnd/ar-AE.js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D:/pasar_fix/node_modules/.bun/react-aria@3.50.0+d0e719b86e9808b5/node_modules/react-aria/dist/private/intl/dnd/ar-AE.js.map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D:/pasar_fix/node_modules/.bun/react-aria@3.50.0+d0e719b86e9808b5/node_modules/react-aria/dist/private/intl/dnd/ar-AE.mjs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D:/pasar_fix/node_modules/.bun/react-aria@3.50.0+d0e719b86e9808b5/node_modules/react-aria/dist/private/intl/dnd/ar-AE.mjs.map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D:/pasar_fix/node_modules/.bun/react-aria@3.50.0+d0e719b86e9808b5/node_modules/react-aria/dist/private/intl/dnd/bg-BG.cjs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D:/pasar_fix/node_modules/.bun/react-aria@3.50.0+d0e719b86e9808b5/node_modules/react-aria/dist/private/intl/dnd/bg-BG.cjs.map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D:/pasar_fix/node_modules/.bun/react-aria@3.50.0+d0e719b86e9808b5/node_modules/react-aria/dist/private/intl/dnd/bg-BG.js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D:/pasar_fix/node_modules/.bun/react-aria@3.50.0+d0e719b86e9808b5/node_modules/react-aria/dist/private/intl/dnd/bg-BG.js.map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D:/pasar_fix/node_modules/.bun/react-aria@3.50.0+d0e719b86e9808b5/node_modules/react-aria/dist/private/intl/dnd/bg-BG.mjs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D:/pasar_fix/node_modules/.bun/react-aria@3.50.0+d0e719b86e9808b5/node_modules/react-aria/dist/private/intl/dnd/bg-BG.mjs.map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D:/pasar_fix/node_modules/.bun/react-aria@3.50.0+d0e719b86e9808b5/node_modules/react-aria/dist/private/intl/dnd/cs-CZ.cjs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D:/pasar_fix/node_modules/.bun/react-aria@3.50.0+d0e719b86e9808b5/node_modules/react-aria/dist/private/intl/dnd/cs-CZ.cjs.map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D:/pasar_fix/node_modules/.bun/react-aria@3.50.0+d0e719b86e9808b5/node_modules/react-aria/dist/private/intl/dnd/cs-CZ.js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D:/pasar_fix/node_modules/.bun/react-aria@3.50.0+d0e719b86e9808b5/node_modules/react-aria/dist/private/intl/dnd/cs-CZ.js.map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D:/pasar_fix/node_modules/.bun/react-aria@3.50.0+d0e719b86e9808b5/node_modules/react-aria/dist/private/intl/dnd/cs-CZ.mjs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D:/pasar_fix/node_modules/.bun/react-aria@3.50.0+d0e719b86e9808b5/node_modules/react-aria/dist/private/intl/dnd/cs-CZ.mjs.map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D:/pasar_fix/node_modules/.bun/react-aria@3.50.0+d0e719b86e9808b5/node_modules/react-aria/dist/private/intl/dnd/da-DK.cjs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D:/pasar_fix/node_modules/.bun/react-aria@3.50.0+d0e719b86e9808b5/node_modules/react-aria/dist/private/intl/dnd/da-DK.cjs.map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D:/pasar_fix/node_modules/.bun/react-aria@3.50.0+d0e719b86e9808b5/node_modules/react-aria/dist/private/intl/dnd/da-DK.js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D:/pasar_fix/node_modules/.bun/react-aria@3.50.0+d0e719b86e9808b5/node_modules/react-aria/dist/private/intl/dnd/da-DK.js.map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D:/pasar_fix/node_modules/.bun/react-aria@3.50.0+d0e719b86e9808b5/node_modules/react-aria/dist/private/intl/dnd/da-DK.mjs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D:/pasar_fix/node_modules/.bun/react-aria@3.50.0+d0e719b86e9808b5/node_modules/react-aria/dist/private/intl/dnd/da-DK.mjs.map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D:/pasar_fix/node_modules/.bun/react-aria@3.50.0+d0e719b86e9808b5/node_modules/react-aria/dist/private/intl/dnd/de-DE.cjs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D:/pasar_fix/node_modules/.bun/react-aria@3.50.0+d0e719b86e9808b5/node_modules/react-aria/dist/private/intl/dnd/de-DE.cjs.map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D:/pasar_fix/node_modules/.bun/react-aria@3.50.0+d0e719b86e9808b5/node_modules/react-aria/dist/private/intl/dnd/de-DE.js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D:/pasar_fix/node_modules/.bun/react-aria@3.50.0+d0e719b86e9808b5/node_modules/react-aria/dist/private/intl/dnd/de-DE.js.map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D:/pasar_fix/node_modules/.bun/react-aria@3.50.0+d0e719b86e9808b5/node_modules/react-aria/dist/private/intl/dnd/de-DE.mjs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D:/pasar_fix/node_modules/.bun/react-aria@3.50.0+d0e719b86e9808b5/node_modules/react-aria/dist/private/intl/dnd/de-DE.mjs.map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D:/pasar_fix/node_modules/.bun/react-aria@3.50.0+d0e719b86e9808b5/node_modules/react-aria/dist/private/intl/dnd/el-GR.cjs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D:/pasar_fix/node_modules/.bun/react-aria@3.50.0+d0e719b86e9808b5/node_modules/react-aria/dist/private/intl/dnd/el-GR.cjs.map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D:/pasar_fix/node_modules/.bun/react-aria@3.50.0+d0e719b86e9808b5/node_modules/react-aria/dist/private/intl/dnd/el-GR.js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D:/pasar_fix/node_modules/.bun/react-aria@3.50.0+d0e719b86e9808b5/node_modules/react-aria/dist/private/intl/dnd/el-GR.js.map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D:/pasar_fix/node_modules/.bun/react-aria@3.50.0+d0e719b86e9808b5/node_modules/react-aria/dist/private/intl/dnd/el-GR.mjs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D:/pasar_fix/node_modules/.bun/react-aria@3.50.0+d0e719b86e9808b5/node_modules/react-aria/dist/private/intl/dnd/el-GR.mjs.map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D:/pasar_fix/node_modules/.bun/react-aria@3.50.0+d0e719b86e9808b5/node_modules/react-aria/dist/private/intl/dnd/en-US.cjs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D:/pasar_fix/node_modules/.bun/react-aria@3.50.0+d0e719b86e9808b5/node_modules/react-aria/dist/private/intl/dnd/en-US.cjs.map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D:/pasar_fix/node_modules/.bun/react-aria@3.50.0+d0e719b86e9808b5/node_modules/react-aria/dist/private/intl/dnd/en-US.js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D:/pasar_fix/node_modules/.bun/react-aria@3.50.0+d0e719b86e9808b5/node_modules/react-aria/dist/private/intl/dnd/en-US.js.map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D:/pasar_fix/node_modules/.bun/react-aria@3.50.0+d0e719b86e9808b5/node_modules/react-aria/dist/private/intl/dnd/en-US.mjs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D:/pasar_fix/node_modules/.bun/react-aria@3.50.0+d0e719b86e9808b5/node_modules/react-aria/dist/private/intl/dnd/en-US.mjs.map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D:/pasar_fix/node_modules/.bun/react-aria@3.50.0+d0e719b86e9808b5/node_modules/react-aria/dist/private/intl/dnd/es-ES.cjs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D:/pasar_fix/node_modules/.bun/react-aria@3.50.0+d0e719b86e9808b5/node_modules/react-aria/dist/private/intl/dnd/es-ES.cjs.map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D:/pasar_fix/node_modules/.bun/react-aria@3.50.0+d0e719b86e9808b5/node_modules/react-aria/dist/private/intl/dnd/es-ES.js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D:/pasar_fix/node_modules/.bun/react-aria@3.50.0+d0e719b86e9808b5/node_modules/react-aria/dist/private/intl/dnd/es-ES.js.map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D:/pasar_fix/node_modules/.bun/react-aria@3.50.0+d0e719b86e9808b5/node_modules/react-aria/dist/private/intl/dnd/es-ES.mjs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D:/pasar_fix/node_modules/.bun/react-aria@3.50.0+d0e719b86e9808b5/node_modules/react-aria/dist/private/intl/dnd/es-ES.mjs.map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D:/pasar_fix/node_modules/.bun/react-aria@3.50.0+d0e719b86e9808b5/node_modules/react-aria/dist/private/intl/dnd/et-EE.cjs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D:/pasar_fix/node_modules/.bun/react-aria@3.50.0+d0e719b86e9808b5/node_modules/react-aria/dist/private/intl/dnd/et-EE.cjs.map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D:/pasar_fix/node_modules/.bun/react-aria@3.50.0+d0e719b86e9808b5/node_modules/react-aria/dist/private/intl/dnd/et-EE.js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D:/pasar_fix/node_modules/.bun/react-aria@3.50.0+d0e719b86e9808b5/node_modules/react-aria/dist/private/intl/dnd/et-EE.js.map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D:/pasar_fix/node_modules/.bun/react-aria@3.50.0+d0e719b86e9808b5/node_modules/react-aria/dist/private/intl/dnd/et-EE.mjs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D:/pasar_fix/node_modules/.bun/react-aria@3.50.0+d0e719b86e9808b5/node_modules/react-aria/dist/private/intl/dnd/et-EE.mjs.map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D:/pasar_fix/node_modules/.bun/react-aria@3.50.0+d0e719b86e9808b5/node_modules/react-aria/dist/private/intl/dnd/fi-FI.cjs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D:/pasar_fix/node_modules/.bun/react-aria@3.50.0+d0e719b86e9808b5/node_modules/react-aria/dist/private/intl/dnd/fi-FI.cjs.map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D:/pasar_fix/node_modules/.bun/react-aria@3.50.0+d0e719b86e9808b5/node_modules/react-aria/dist/private/intl/dnd/fi-FI.js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D:/pasar_fix/node_modules/.bun/react-aria@3.50.0+d0e719b86e9808b5/node_modules/react-aria/dist/private/intl/dnd/fi-FI.js.map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D:/pasar_fix/node_modules/.bun/react-aria@3.50.0+d0e719b86e9808b5/node_modules/react-aria/dist/private/intl/dnd/fi-FI.mjs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D:/pasar_fix/node_modules/.bun/react-aria@3.50.0+d0e719b86e9808b5/node_modules/react-aria/dist/private/intl/dnd/fi-FI.mjs.map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D:/pasar_fix/node_modules/.bun/react-aria@3.50.0+d0e719b86e9808b5/node_modules/react-aria/dist/private/intl/dnd/fr-FR.cjs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D:/pasar_fix/node_modules/.bun/react-aria@3.50.0+d0e719b86e9808b5/node_modules/react-aria/dist/private/intl/dnd/fr-FR.cjs.map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D:/pasar_fix/node_modules/.bun/react-aria@3.50.0+d0e719b86e9808b5/node_modules/react-aria/dist/private/intl/dnd/fr-FR.js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D:/pasar_fix/node_modules/.bun/react-aria@3.50.0+d0e719b86e9808b5/node_modules/react-aria/dist/private/intl/dnd/fr-FR.js.map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D:/pasar_fix/node_modules/.bun/react-aria@3.50.0+d0e719b86e9808b5/node_modules/react-aria/dist/private/intl/dnd/fr-FR.mjs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D:/pasar_fix/node_modules/.bun/react-aria@3.50.0+d0e719b86e9808b5/node_modules/react-aria/dist/private/intl/dnd/fr-FR.mjs.map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D:/pasar_fix/node_modules/.bun/react-aria@3.50.0+d0e719b86e9808b5/node_modules/react-aria/dist/private/intl/dnd/he-IL.cjs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D:/pasar_fix/node_modules/.bun/react-aria@3.50.0+d0e719b86e9808b5/node_modules/react-aria/dist/private/intl/dnd/he-IL.cjs.map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D:/pasar_fix/node_modules/.bun/react-aria@3.50.0+d0e719b86e9808b5/node_modules/react-aria/dist/private/intl/dnd/he-IL.js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D:/pasar_fix/node_modules/.bun/react-aria@3.50.0+d0e719b86e9808b5/node_modules/react-aria/dist/private/intl/dnd/he-IL.js.map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D:/pasar_fix/node_modules/.bun/react-aria@3.50.0+d0e719b86e9808b5/node_modules/react-aria/dist/private/intl/dnd/he-IL.mjs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D:/pasar_fix/node_modules/.bun/react-aria@3.50.0+d0e719b86e9808b5/node_modules/react-aria/dist/private/intl/dnd/he-IL.mjs.map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D:/pasar_fix/node_modules/.bun/react-aria@3.50.0+d0e719b86e9808b5/node_modules/react-aria/dist/private/intl/dnd/hr-HR.cjs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D:/pasar_fix/node_modules/.bun/react-aria@3.50.0+d0e719b86e9808b5/node_modules/react-aria/dist/private/intl/dnd/hr-HR.cjs.map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D:/pasar_fix/node_modules/.bun/react-aria@3.50.0+d0e719b86e9808b5/node_modules/react-aria/dist/private/intl/dnd/hr-HR.js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D:/pasar_fix/node_modules/.bun/react-aria@3.50.0+d0e719b86e9808b5/node_modules/react-aria/dist/private/intl/dnd/hr-HR.js.map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D:/pasar_fix/node_modules/.bun/react-aria@3.50.0+d0e719b86e9808b5/node_modules/react-aria/dist/private/intl/dnd/hr-HR.mjs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D:/pasar_fix/node_modules/.bun/react-aria@3.50.0+d0e719b86e9808b5/node_modules/react-aria/dist/private/intl/dnd/hr-HR.mjs.map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D:/pasar_fix/node_modules/.bun/react-aria@3.50.0+d0e719b86e9808b5/node_modules/react-aria/dist/private/intl/dnd/hu-HU.cjs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D:/pasar_fix/node_modules/.bun/react-aria@3.50.0+d0e719b86e9808b5/node_modules/react-aria/dist/private/intl/dnd/hu-HU.cjs.map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D:/pasar_fix/node_modules/.bun/react-aria@3.50.0+d0e719b86e9808b5/node_modules/react-aria/dist/private/intl/dnd/hu-HU.js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D:/pasar_fix/node_modules/.bun/react-aria@3.50.0+d0e719b86e9808b5/node_modules/react-aria/dist/private/intl/dnd/hu-HU.js.map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D:/pasar_fix/node_modules/.bun/react-aria@3.50.0+d0e719b86e9808b5/node_modules/react-aria/dist/private/intl/dnd/hu-HU.mjs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D:/pasar_fix/node_modules/.bun/react-aria@3.50.0+d0e719b86e9808b5/node_modules/react-aria/dist/private/intl/dnd/hu-HU.mjs.map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D:/pasar_fix/node_modules/.bun/react-aria@3.50.0+d0e719b86e9808b5/node_modules/react-aria/dist/private/intl/dnd/it-IT.cjs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D:/pasar_fix/node_modules/.bun/react-aria@3.50.0+d0e719b86e9808b5/node_modules/react-aria/dist/private/intl/dnd/it-IT.cjs.map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D:/pasar_fix/node_modules/.bun/react-aria@3.50.0+d0e719b86e9808b5/node_modules/react-aria/dist/private/intl/dnd/it-IT.js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D:/pasar_fix/node_modules/.bun/react-aria@3.50.0+d0e719b86e9808b5/node_modules/react-aria/dist/private/intl/dnd/it-IT.js.map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D:/pasar_fix/node_modules/.bun/react-aria@3.50.0+d0e719b86e9808b5/node_modules/react-aria/dist/private/intl/dnd/it-IT.mjs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D:/pasar_fix/node_modules/.bun/react-aria@3.50.0+d0e719b86e9808b5/node_modules/react-aria/dist/private/intl/dnd/it-IT.mjs.map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D:/pasar_fix/node_modules/.bun/react-aria@3.50.0+d0e719b86e9808b5/node_modules/react-aria/dist/private/intl/dnd/ja-JP.cjs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D:/pasar_fix/node_modules/.bun/react-aria@3.50.0+d0e719b86e9808b5/node_modules/react-aria/dist/private/intl/dnd/ja-JP.cjs.map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D:/pasar_fix/node_modules/.bun/react-aria@3.50.0+d0e719b86e9808b5/node_modules/react-aria/dist/private/intl/dnd/ja-JP.js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D:/pasar_fix/node_modules/.bun/react-aria@3.50.0+d0e719b86e9808b5/node_modules/react-aria/dist/private/intl/dnd/ja-JP.js.map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D:/pasar_fix/node_modules/.bun/react-aria@3.50.0+d0e719b86e9808b5/node_modules/react-aria/dist/private/intl/dnd/ja-JP.mjs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D:/pasar_fix/node_modules/.bun/react-aria@3.50.0+d0e719b86e9808b5/node_modules/react-aria/dist/private/intl/dnd/ja-JP.mjs.map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D:/pasar_fix/node_modules/.bun/react-aria@3.50.0+d0e719b86e9808b5/node_modules/react-aria/dist/private/intl/dnd/ko-KR.cjs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D:/pasar_fix/node_modules/.bun/react-aria@3.50.0+d0e719b86e9808b5/node_modules/react-aria/dist/private/intl/dnd/ko-KR.cjs.map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D:/pasar_fix/node_modules/.bun/react-aria@3.50.0+d0e719b86e9808b5/node_modules/react-aria/dist/private/intl/dnd/ko-KR.js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D:/pasar_fix/node_modules/.bun/react-aria@3.50.0+d0e719b86e9808b5/node_modules/react-aria/dist/private/intl/dnd/ko-KR.js.map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D:/pasar_fix/node_modules/.bun/react-aria@3.50.0+d0e719b86e9808b5/node_modules/react-aria/dist/private/intl/dnd/ko-KR.mjs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D:/pasar_fix/node_modules/.bun/react-aria@3.50.0+d0e719b86e9808b5/node_modules/react-aria/dist/private/intl/dnd/ko-KR.mjs.map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D:/pasar_fix/node_modules/.bun/react-aria@3.50.0+d0e719b86e9808b5/node_modules/react-aria/dist/private/intl/dnd/lt-LT.cjs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D:/pasar_fix/node_modules/.bun/react-aria@3.50.0+d0e719b86e9808b5/node_modules/react-aria/dist/private/intl/dnd/lt-LT.cjs.map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D:/pasar_fix/node_modules/.bun/react-aria@3.50.0+d0e719b86e9808b5/node_modules/react-aria/dist/private/intl/dnd/lt-LT.js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D:/pasar_fix/node_modules/.bun/react-aria@3.50.0+d0e719b86e9808b5/node_modules/react-aria/dist/private/intl/dnd/lt-LT.js.map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D:/pasar_fix/node_modules/.bun/react-aria@3.50.0+d0e719b86e9808b5/node_modules/react-aria/dist/private/intl/dnd/lt-LT.mjs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D:/pasar_fix/node_modules/.bun/react-aria@3.50.0+d0e719b86e9808b5/node_modules/react-aria/dist/private/intl/dnd/lt-LT.mjs.map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D:/pasar_fix/node_modules/.bun/react-aria@3.50.0+d0e719b86e9808b5/node_modules/react-aria/dist/private/intl/dnd/lv-LV.cjs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D:/pasar_fix/node_modules/.bun/react-aria@3.50.0+d0e719b86e9808b5/node_modules/react-aria/dist/private/intl/dnd/lv-LV.cjs.map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D:/pasar_fix/node_modules/.bun/react-aria@3.50.0+d0e719b86e9808b5/node_modules/react-aria/dist/private/intl/dnd/lv-LV.js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D:/pasar_fix/node_modules/.bun/react-aria@3.50.0+d0e719b86e9808b5/node_modules/react-aria/dist/private/intl/dnd/lv-LV.js.map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D:/pasar_fix/node_modules/.bun/react-aria@3.50.0+d0e719b86e9808b5/node_modules/react-aria/dist/private/intl/dnd/lv-LV.mjs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D:/pasar_fix/node_modules/.bun/react-aria@3.50.0+d0e719b86e9808b5/node_modules/react-aria/dist/private/intl/dnd/lv-LV.mjs.map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D:/pasar_fix/node_modules/.bun/react-aria@3.50.0+d0e719b86e9808b5/node_modules/react-aria/dist/private/intl/dnd/nb-NO.cjs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D:/pasar_fix/node_modules/.bun/react-aria@3.50.0+d0e719b86e9808b5/node_modules/react-aria/dist/private/intl/dnd/nb-NO.cjs.map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D:/pasar_fix/node_modules/.bun/react-aria@3.50.0+d0e719b86e9808b5/node_modules/react-aria/dist/private/intl/dnd/nb-NO.js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D:/pasar_fix/node_modules/.bun/react-aria@3.50.0+d0e719b86e9808b5/node_modules/react-aria/dist/private/intl/dnd/nb-NO.js.map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D:/pasar_fix/node_modules/.bun/react-aria@3.50.0+d0e719b86e9808b5/node_modules/react-aria/dist/private/intl/dnd/nb-NO.mjs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D:/pasar_fix/node_modules/.bun/react-aria@3.50.0+d0e719b86e9808b5/node_modules/react-aria/dist/private/intl/dnd/nb-NO.mjs.map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D:/pasar_fix/node_modules/.bun/react-aria@3.50.0+d0e719b86e9808b5/node_modules/react-aria/dist/private/intl/dnd/nl-NL.cjs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D:/pasar_fix/node_modules/.bun/react-aria@3.50.0+d0e719b86e9808b5/node_modules/react-aria/dist/private/intl/dnd/nl-NL.cjs.map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D:/pasar_fix/node_modules/.bun/react-aria@3.50.0+d0e719b86e9808b5/node_modules/react-aria/dist/private/intl/dnd/nl-NL.js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D:/pasar_fix/node_modules/.bun/react-aria@3.50.0+d0e719b86e9808b5/node_modules/react-aria/dist/private/intl/dnd/nl-NL.js.map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D:/pasar_fix/node_modules/.bun/react-aria@3.50.0+d0e719b86e9808b5/node_modules/react-aria/dist/private/intl/dnd/nl-NL.mjs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D:/pasar_fix/node_modules/.bun/react-aria@3.50.0+d0e719b86e9808b5/node_modules/react-aria/dist/private/intl/dnd/nl-NL.mjs.map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D:/pasar_fix/node_modules/.bun/react-aria@3.50.0+d0e719b86e9808b5/node_modules/react-aria/dist/private/intl/dnd/pl-PL.cjs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D:/pasar_fix/node_modules/.bun/react-aria@3.50.0+d0e719b86e9808b5/node_modules/react-aria/dist/private/intl/dnd/pl-PL.cjs.map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D:/pasar_fix/node_modules/.bun/react-aria@3.50.0+d0e719b86e9808b5/node_modules/react-aria/dist/private/intl/dnd/pl-PL.js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D:/pasar_fix/node_modules/.bun/react-aria@3.50.0+d0e719b86e9808b5/node_modules/react-aria/dist/private/intl/dnd/pl-PL.js.map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D:/pasar_fix/node_modules/.bun/react-aria@3.50.0+d0e719b86e9808b5/node_modules/react-aria/dist/private/intl/dnd/pl-PL.mjs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D:/pasar_fix/node_modules/.bun/react-aria@3.50.0+d0e719b86e9808b5/node_modules/react-aria/dist/private/intl/dnd/pl-PL.mjs.map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D:/pasar_fix/node_modules/.bun/react-aria@3.50.0+d0e719b86e9808b5/node_modules/react-aria/dist/private/intl/dnd/pt-BR.cjs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D:/pasar_fix/node_modules/.bun/react-aria@3.50.0+d0e719b86e9808b5/node_modules/react-aria/dist/private/intl/dnd/pt-BR.cjs.map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D:/pasar_fix/node_modules/.bun/react-aria@3.50.0+d0e719b86e9808b5/node_modules/react-aria/dist/private/intl/dnd/pt-BR.js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D:/pasar_fix/node_modules/.bun/react-aria@3.50.0+d0e719b86e9808b5/node_modules/react-aria/dist/private/intl/dnd/pt-BR.js.map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D:/pasar_fix/node_modules/.bun/react-aria@3.50.0+d0e719b86e9808b5/node_modules/react-aria/dist/private/intl/dnd/pt-BR.mjs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D:/pasar_fix/node_modules/.bun/react-aria@3.50.0+d0e719b86e9808b5/node_modules/react-aria/dist/private/intl/dnd/pt-BR.mjs.map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D:/pasar_fix/node_modules/.bun/react-aria@3.50.0+d0e719b86e9808b5/node_modules/react-aria/dist/private/intl/dnd/pt-PT.cjs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D:/pasar_fix/node_modules/.bun/react-aria@3.50.0+d0e719b86e9808b5/node_modules/react-aria/dist/private/intl/dnd/pt-PT.cjs.map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D:/pasar_fix/node_modules/.bun/react-aria@3.50.0+d0e719b86e9808b5/node_modules/react-aria/dist/private/intl/dnd/pt-PT.js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D:/pasar_fix/node_modules/.bun/react-aria@3.50.0+d0e719b86e9808b5/node_modules/react-aria/dist/private/intl/dnd/pt-PT.js.map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D:/pasar_fix/node_modules/.bun/react-aria@3.50.0+d0e719b86e9808b5/node_modules/react-aria/dist/private/intl/dnd/pt-PT.mjs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D:/pasar_fix/node_modules/.bun/react-aria@3.50.0+d0e719b86e9808b5/node_modules/react-aria/dist/private/intl/dnd/pt-PT.mjs.map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D:/pasar_fix/node_modules/.bun/react-aria@3.50.0+d0e719b86e9808b5/node_modules/react-aria/dist/private/intl/dnd/ro-RO.cjs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D:/pasar_fix/node_modules/.bun/react-aria@3.50.0+d0e719b86e9808b5/node_modules/react-aria/dist/private/intl/dnd/ro-RO.cjs.map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D:/pasar_fix/node_modules/.bun/react-aria@3.50.0+d0e719b86e9808b5/node_modules/react-aria/dist/private/intl/dnd/ro-RO.js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D:/pasar_fix/node_modules/.bun/react-aria@3.50.0+d0e719b86e9808b5/node_modules/react-aria/dist/private/intl/dnd/ro-RO.js.map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D:/pasar_fix/node_modules/.bun/react-aria@3.50.0+d0e719b86e9808b5/node_modules/react-aria/dist/private/intl/dnd/ro-RO.mjs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D:/pasar_fix/node_modules/.bun/react-aria@3.50.0+d0e719b86e9808b5/node_modules/react-aria/dist/private/intl/dnd/ro-RO.mjs.map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D:/pasar_fix/node_modules/.bun/react-aria@3.50.0+d0e719b86e9808b5/node_modules/react-aria/dist/private/intl/dnd/ru-RU.cjs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D:/pasar_fix/node_modules/.bun/react-aria@3.50.0+d0e719b86e9808b5/node_modules/react-aria/dist/private/intl/dnd/ru-RU.cjs.map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D:/pasar_fix/node_modules/.bun/react-aria@3.50.0+d0e719b86e9808b5/node_modules/react-aria/dist/private/intl/dnd/ru-RU.js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D:/pasar_fix/node_modules/.bun/react-aria@3.50.0+d0e719b86e9808b5/node_modules/react-aria/dist/private/intl/dnd/ru-RU.js.map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D:/pasar_fix/node_modules/.bun/react-aria@3.50.0+d0e719b86e9808b5/node_modules/react-aria/dist/private/intl/dnd/ru-RU.mjs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D:/pasar_fix/node_modules/.bun/react-aria@3.50.0+d0e719b86e9808b5/node_modules/react-aria/dist/private/intl/dnd/ru-RU.mjs.map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D:/pasar_fix/node_modules/.bun/react-aria@3.50.0+d0e719b86e9808b5/node_modules/react-aria/dist/private/intl/dnd/sk-SK.cjs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D:/pasar_fix/node_modules/.bun/react-aria@3.50.0+d0e719b86e9808b5/node_modules/react-aria/dist/private/intl/dnd/sk-SK.cjs.map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D:/pasar_fix/node_modules/.bun/react-aria@3.50.0+d0e719b86e9808b5/node_modules/react-aria/dist/private/intl/dnd/sk-SK.js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D:/pasar_fix/node_modules/.bun/react-aria@3.50.0+d0e719b86e9808b5/node_modules/react-aria/dist/private/intl/dnd/sk-SK.js.map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D:/pasar_fix/node_modules/.bun/react-aria@3.50.0+d0e719b86e9808b5/node_modules/react-aria/dist/private/intl/dnd/sk-SK.mjs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D:/pasar_fix/node_modules/.bun/react-aria@3.50.0+d0e719b86e9808b5/node_modules/react-aria/dist/private/intl/dnd/sk-SK.mjs.map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D:/pasar_fix/node_modules/.bun/react-aria@3.50.0+d0e719b86e9808b5/node_modules/react-aria/dist/private/intl/dnd/sl-SI.cjs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D:/pasar_fix/node_modules/.bun/react-aria@3.50.0+d0e719b86e9808b5/node_modules/react-aria/dist/private/intl/dnd/sl-SI.cjs.map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D:/pasar_fix/node_modules/.bun/react-aria@3.50.0+d0e719b86e9808b5/node_modules/react-aria/dist/private/intl/dnd/sl-SI.js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D:/pasar_fix/node_modules/.bun/react-aria@3.50.0+d0e719b86e9808b5/node_modules/react-aria/dist/private/intl/dnd/sl-SI.js.map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D:/pasar_fix/node_modules/.bun/react-aria@3.50.0+d0e719b86e9808b5/node_modules/react-aria/dist/private/intl/dnd/sl-SI.mjs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D:/pasar_fix/node_modules/.bun/react-aria@3.50.0+d0e719b86e9808b5/node_modules/react-aria/dist/private/intl/dnd/sl-SI.mjs.map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D:/pasar_fix/node_modules/.bun/react-aria@3.50.0+d0e719b86e9808b5/node_modules/react-aria/dist/private/intl/dnd/sr-SP.cjs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D:/pasar_fix/node_modules/.bun/react-aria@3.50.0+d0e719b86e9808b5/node_modules/react-aria/dist/private/intl/dnd/sr-SP.cjs.map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D:/pasar_fix/node_modules/.bun/react-aria@3.50.0+d0e719b86e9808b5/node_modules/react-aria/dist/private/intl/dnd/sr-SP.js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D:/pasar_fix/node_modules/.bun/react-aria@3.50.0+d0e719b86e9808b5/node_modules/react-aria/dist/private/intl/dnd/sr-SP.js.map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D:/pasar_fix/node_modules/.bun/react-aria@3.50.0+d0e719b86e9808b5/node_modules/react-aria/dist/private/intl/dnd/sr-SP.mjs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D:/pasar_fix/node_modules/.bun/react-aria@3.50.0+d0e719b86e9808b5/node_modules/react-aria/dist/private/intl/dnd/sr-SP.mjs.map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D:/pasar_fix/node_modules/.bun/react-aria@3.50.0+d0e719b86e9808b5/node_modules/react-aria/dist/private/intl/dnd/sv-SE.cjs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D:/pasar_fix/node_modules/.bun/react-aria@3.50.0+d0e719b86e9808b5/node_modules/react-aria/dist/private/intl/dnd/sv-SE.cjs.map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D:/pasar_fix/node_modules/.bun/react-aria@3.50.0+d0e719b86e9808b5/node_modules/react-aria/dist/private/intl/dnd/sv-SE.js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D:/pasar_fix/node_modules/.bun/react-aria@3.50.0+d0e719b86e9808b5/node_modules/react-aria/dist/private/intl/dnd/sv-SE.js.map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D:/pasar_fix/node_modules/.bun/react-aria@3.50.0+d0e719b86e9808b5/node_modules/react-aria/dist/private/intl/dnd/sv-SE.mjs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D:/pasar_fix/node_modules/.bun/react-aria@3.50.0+d0e719b86e9808b5/node_modules/react-aria/dist/private/intl/dnd/sv-SE.mjs.map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D:/pasar_fix/node_modules/.bun/react-aria@3.50.0+d0e719b86e9808b5/node_modules/react-aria/dist/private/intl/dnd/tr-TR.cjs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D:/pasar_fix/node_modules/.bun/react-aria@3.50.0+d0e719b86e9808b5/node_modules/react-aria/dist/private/intl/dnd/tr-TR.cjs.map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D:/pasar_fix/node_modules/.bun/react-aria@3.50.0+d0e719b86e9808b5/node_modules/react-aria/dist/private/intl/dnd/tr-TR.js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D:/pasar_fix/node_modules/.bun/react-aria@3.50.0+d0e719b86e9808b5/node_modules/react-aria/dist/private/intl/dnd/tr-TR.js.map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D:/pasar_fix/node_modules/.bun/react-aria@3.50.0+d0e719b86e9808b5/node_modules/react-aria/dist/private/intl/dnd/tr-TR.mjs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D:/pasar_fix/node_modules/.bun/react-aria@3.50.0+d0e719b86e9808b5/node_modules/react-aria/dist/private/intl/dnd/tr-TR.mjs.map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D:/pasar_fix/node_modules/.bun/react-aria@3.50.0+d0e719b86e9808b5/node_modules/react-aria/dist/private/intl/dnd/uk-UA.cjs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D:/pasar_fix/node_modules/.bun/react-aria@3.50.0+d0e719b86e9808b5/node_modules/react-aria/dist/private/intl/dnd/uk-UA.cjs.map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D:/pasar_fix/node_modules/.bun/react-aria@3.50.0+d0e719b86e9808b5/node_modules/react-aria/dist/private/intl/dnd/uk-UA.js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D:/pasar_fix/node_modules/.bun/react-aria@3.50.0+d0e719b86e9808b5/node_modules/react-aria/dist/private/intl/dnd/uk-UA.js.map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D:/pasar_fix/node_modules/.bun/react-aria@3.50.0+d0e719b86e9808b5/node_modules/react-aria/dist/private/intl/dnd/uk-UA.mjs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D:/pasar_fix/node_modules/.bun/react-aria@3.50.0+d0e719b86e9808b5/node_modules/react-aria/dist/private/intl/dnd/uk-UA.mjs.map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D:/pasar_fix/node_modules/.bun/react-aria@3.50.0+d0e719b86e9808b5/node_modules/react-aria/dist/private/intl/dnd/zh-CN.cjs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D:/pasar_fix/node_modules/.bun/react-aria@3.50.0+d0e719b86e9808b5/node_modules/react-aria/dist/private/intl/dnd/zh-CN.cjs.map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D:/pasar_fix/node_modules/.bun/react-aria@3.50.0+d0e719b86e9808b5/node_modules/react-aria/dist/private/intl/dnd/zh-CN.js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D:/pasar_fix/node_modules/.bun/react-aria@3.50.0+d0e719b86e9808b5/node_modules/react-aria/dist/private/intl/dnd/zh-CN.js.map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D:/pasar_fix/node_modules/.bun/react-aria@3.50.0+d0e719b86e9808b5/node_modules/react-aria/dist/private/intl/dnd/zh-CN.mjs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D:/pasar_fix/node_modules/.bun/react-aria@3.50.0+d0e719b86e9808b5/node_modules/react-aria/dist/private/intl/dnd/zh-CN.mjs.map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D:/pasar_fix/node_modules/.bun/react-aria@3.50.0+d0e719b86e9808b5/node_modules/react-aria/dist/private/intl/dnd/zh-TW.cjs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D:/pasar_fix/node_modules/.bun/react-aria@3.50.0+d0e719b86e9808b5/node_modules/react-aria/dist/private/intl/dnd/zh-TW.cjs.map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D:/pasar_fix/node_modules/.bun/react-aria@3.50.0+d0e719b86e9808b5/node_modules/react-aria/dist/private/intl/dnd/zh-TW.js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D:/pasar_fix/node_modules/.bun/react-aria@3.50.0+d0e719b86e9808b5/node_modules/react-aria/dist/private/intl/dnd/zh-TW.js.map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D:/pasar_fix/node_modules/.bun/react-aria@3.50.0+d0e719b86e9808b5/node_modules/react-aria/dist/private/intl/dnd/zh-TW.mjs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D:/pasar_fix/node_modules/.bun/react-aria@3.50.0+d0e719b86e9808b5/node_modules/react-aria/dist/private/intl/dnd/zh-TW.mjs.map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D:/pasar_fix/node_modules/.bun/react-aria@3.50.0+d0e719b86e9808b5/node_modules/react-aria/dist/private/intl/grid/ar-AE.cjs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D:/pasar_fix/node_modules/.bun/react-aria@3.50.0+d0e719b86e9808b5/node_modules/react-aria/dist/private/intl/grid/ar-AE.cjs.map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D:/pasar_fix/node_modules/.bun/react-aria@3.50.0+d0e719b86e9808b5/node_modules/react-aria/dist/private/intl/grid/ar-AE.js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D:/pasar_fix/node_modules/.bun/react-aria@3.50.0+d0e719b86e9808b5/node_modules/react-aria/dist/private/intl/grid/ar-AE.js.map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D:/pasar_fix/node_modules/.bun/react-aria@3.50.0+d0e719b86e9808b5/node_modules/react-aria/dist/private/intl/grid/ar-AE.mjs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D:/pasar_fix/node_modules/.bun/react-aria@3.50.0+d0e719b86e9808b5/node_modules/react-aria/dist/private/intl/grid/ar-AE.mjs.map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D:/pasar_fix/node_modules/.bun/react-aria@3.50.0+d0e719b86e9808b5/node_modules/react-aria/dist/private/intl/grid/bg-BG.cjs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D:/pasar_fix/node_modules/.bun/react-aria@3.50.0+d0e719b86e9808b5/node_modules/react-aria/dist/private/intl/grid/bg-BG.cjs.map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D:/pasar_fix/node_modules/.bun/react-aria@3.50.0+d0e719b86e9808b5/node_modules/react-aria/dist/private/intl/grid/bg-BG.js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D:/pasar_fix/node_modules/.bun/react-aria@3.50.0+d0e719b86e9808b5/node_modules/react-aria/dist/private/intl/grid/bg-BG.js.map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D:/pasar_fix/node_modules/.bun/react-aria@3.50.0+d0e719b86e9808b5/node_modules/react-aria/dist/private/intl/grid/bg-BG.mjs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D:/pasar_fix/node_modules/.bun/react-aria@3.50.0+d0e719b86e9808b5/node_modules/react-aria/dist/private/intl/grid/bg-BG.mjs.map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D:/pasar_fix/node_modules/.bun/react-aria@3.50.0+d0e719b86e9808b5/node_modules/react-aria/dist/private/intl/grid/cs-CZ.cjs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D:/pasar_fix/node_modules/.bun/react-aria@3.50.0+d0e719b86e9808b5/node_modules/react-aria/dist/private/intl/grid/cs-CZ.cjs.map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D:/pasar_fix/node_modules/.bun/react-aria@3.50.0+d0e719b86e9808b5/node_modules/react-aria/dist/private/intl/grid/cs-CZ.js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D:/pasar_fix/node_modules/.bun/react-aria@3.50.0+d0e719b86e9808b5/node_modules/react-aria/dist/private/intl/grid/cs-CZ.js.map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D:/pasar_fix/node_modules/.bun/react-aria@3.50.0+d0e719b86e9808b5/node_modules/react-aria/dist/private/intl/grid/cs-CZ.mjs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D:/pasar_fix/node_modules/.bun/react-aria@3.50.0+d0e719b86e9808b5/node_modules/react-aria/dist/private/intl/grid/cs-CZ.mjs.map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D:/pasar_fix/node_modules/.bun/react-aria@3.50.0+d0e719b86e9808b5/node_modules/react-aria/dist/private/intl/grid/da-DK.cjs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D:/pasar_fix/node_modules/.bun/react-aria@3.50.0+d0e719b86e9808b5/node_modules/react-aria/dist/private/intl/grid/da-DK.cjs.map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D:/pasar_fix/node_modules/.bun/react-aria@3.50.0+d0e719b86e9808b5/node_modules/react-aria/dist/private/intl/grid/da-DK.js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D:/pasar_fix/node_modules/.bun/react-aria@3.50.0+d0e719b86e9808b5/node_modules/react-aria/dist/private/intl/grid/da-DK.js.map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D:/pasar_fix/node_modules/.bun/react-aria@3.50.0+d0e719b86e9808b5/node_modules/react-aria/dist/private/intl/grid/da-DK.mjs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D:/pasar_fix/node_modules/.bun/react-aria@3.50.0+d0e719b86e9808b5/node_modules/react-aria/dist/private/intl/grid/da-DK.mjs.map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D:/pasar_fix/node_modules/.bun/react-aria@3.50.0+d0e719b86e9808b5/node_modules/react-aria/dist/private/intl/grid/de-DE.cjs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D:/pasar_fix/node_modules/.bun/react-aria@3.50.0+d0e719b86e9808b5/node_modules/react-aria/dist/private/intl/grid/de-DE.cjs.map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D:/pasar_fix/node_modules/.bun/react-aria@3.50.0+d0e719b86e9808b5/node_modules/react-aria/dist/private/intl/grid/de-DE.js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D:/pasar_fix/node_modules/.bun/react-aria@3.50.0+d0e719b86e9808b5/node_modules/react-aria/dist/private/intl/grid/de-DE.js.map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D:/pasar_fix/node_modules/.bun/react-aria@3.50.0+d0e719b86e9808b5/node_modules/react-aria/dist/private/intl/grid/de-DE.mjs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D:/pasar_fix/node_modules/.bun/react-aria@3.50.0+d0e719b86e9808b5/node_modules/react-aria/dist/private/intl/grid/de-DE.mjs.map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D:/pasar_fix/node_modules/.bun/react-aria@3.50.0+d0e719b86e9808b5/node_modules/react-aria/dist/private/intl/grid/el-GR.cjs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D:/pasar_fix/node_modules/.bun/react-aria@3.50.0+d0e719b86e9808b5/node_modules/react-aria/dist/private/intl/grid/el-GR.cjs.map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D:/pasar_fix/node_modules/.bun/react-aria@3.50.0+d0e719b86e9808b5/node_modules/react-aria/dist/private/intl/grid/el-GR.js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D:/pasar_fix/node_modules/.bun/react-aria@3.50.0+d0e719b86e9808b5/node_modules/react-aria/dist/private/intl/grid/el-GR.js.map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D:/pasar_fix/node_modules/.bun/react-aria@3.50.0+d0e719b86e9808b5/node_modules/react-aria/dist/private/intl/grid/el-GR.mjs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D:/pasar_fix/node_modules/.bun/react-aria@3.50.0+d0e719b86e9808b5/node_modules/react-aria/dist/private/intl/grid/el-GR.mjs.map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D:/pasar_fix/node_modules/.bun/react-aria@3.50.0+d0e719b86e9808b5/node_modules/react-aria/dist/private/intl/grid/en-US.cjs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D:/pasar_fix/node_modules/.bun/react-aria@3.50.0+d0e719b86e9808b5/node_modules/react-aria/dist/private/intl/grid/en-US.cjs.map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D:/pasar_fix/node_modules/.bun/react-aria@3.50.0+d0e719b86e9808b5/node_modules/react-aria/dist/private/intl/grid/en-US.js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D:/pasar_fix/node_modules/.bun/react-aria@3.50.0+d0e719b86e9808b5/node_modules/react-aria/dist/private/intl/grid/en-US.js.map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D:/pasar_fix/node_modules/.bun/react-aria@3.50.0+d0e719b86e9808b5/node_modules/react-aria/dist/private/intl/grid/en-US.mjs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D:/pasar_fix/node_modules/.bun/react-aria@3.50.0+d0e719b86e9808b5/node_modules/react-aria/dist/private/intl/grid/en-US.mjs.map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D:/pasar_fix/node_modules/.bun/react-aria@3.50.0+d0e719b86e9808b5/node_modules/react-aria/dist/private/intl/grid/es-ES.cjs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D:/pasar_fix/node_modules/.bun/react-aria@3.50.0+d0e719b86e9808b5/node_modules/react-aria/dist/private/intl/grid/es-ES.cjs.map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D:/pasar_fix/node_modules/.bun/react-aria@3.50.0+d0e719b86e9808b5/node_modules/react-aria/dist/private/intl/grid/es-ES.js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D:/pasar_fix/node_modules/.bun/react-aria@3.50.0+d0e719b86e9808b5/node_modules/react-aria/dist/private/intl/grid/es-ES.js.map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D:/pasar_fix/node_modules/.bun/react-aria@3.50.0+d0e719b86e9808b5/node_modules/react-aria/dist/private/intl/grid/es-ES.mjs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D:/pasar_fix/node_modules/.bun/react-aria@3.50.0+d0e719b86e9808b5/node_modules/react-aria/dist/private/intl/grid/es-ES.mjs.map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D:/pasar_fix/node_modules/.bun/react-aria@3.50.0+d0e719b86e9808b5/node_modules/react-aria/dist/private/intl/grid/et-EE.cjs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D:/pasar_fix/node_modules/.bun/react-aria@3.50.0+d0e719b86e9808b5/node_modules/react-aria/dist/private/intl/grid/et-EE.cjs.map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D:/pasar_fix/node_modules/.bun/react-aria@3.50.0+d0e719b86e9808b5/node_modules/react-aria/dist/private/intl/grid/et-EE.js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D:/pasar_fix/node_modules/.bun/react-aria@3.50.0+d0e719b86e9808b5/node_modules/react-aria/dist/private/intl/grid/et-EE.js.map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D:/pasar_fix/node_modules/.bun/react-aria@3.50.0+d0e719b86e9808b5/node_modules/react-aria/dist/private/intl/grid/et-EE.mjs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D:/pasar_fix/node_modules/.bun/react-aria@3.50.0+d0e719b86e9808b5/node_modules/react-aria/dist/private/intl/grid/et-EE.mjs.map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D:/pasar_fix/node_modules/.bun/react-aria@3.50.0+d0e719b86e9808b5/node_modules/react-aria/dist/private/intl/grid/fi-FI.cjs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D:/pasar_fix/node_modules/.bun/react-aria@3.50.0+d0e719b86e9808b5/node_modules/react-aria/dist/private/intl/grid/fi-FI.cjs.map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D:/pasar_fix/node_modules/.bun/react-aria@3.50.0+d0e719b86e9808b5/node_modules/react-aria/dist/private/intl/grid/fi-FI.js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D:/pasar_fix/node_modules/.bun/react-aria@3.50.0+d0e719b86e9808b5/node_modules/react-aria/dist/private/intl/grid/fi-FI.js.map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D:/pasar_fix/node_modules/.bun/react-aria@3.50.0+d0e719b86e9808b5/node_modules/react-aria/dist/private/intl/grid/fi-FI.mjs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D:/pasar_fix/node_modules/.bun/react-aria@3.50.0+d0e719b86e9808b5/node_modules/react-aria/dist/private/intl/grid/fi-FI.mjs.map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D:/pasar_fix/node_modules/.bun/react-aria@3.50.0+d0e719b86e9808b5/node_modules/react-aria/dist/private/intl/grid/fr-FR.cjs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D:/pasar_fix/node_modules/.bun/react-aria@3.50.0+d0e719b86e9808b5/node_modules/react-aria/dist/private/intl/grid/fr-FR.cjs.map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D:/pasar_fix/node_modules/.bun/react-aria@3.50.0+d0e719b86e9808b5/node_modules/react-aria/dist/private/intl/grid/fr-FR.js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D:/pasar_fix/node_modules/.bun/react-aria@3.50.0+d0e719b86e9808b5/node_modules/react-aria/dist/private/intl/grid/fr-FR.js.map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D:/pasar_fix/node_modules/.bun/react-aria@3.50.0+d0e719b86e9808b5/node_modules/react-aria/dist/private/intl/grid/fr-FR.mjs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D:/pasar_fix/node_modules/.bun/react-aria@3.50.0+d0e719b86e9808b5/node_modules/react-aria/dist/private/intl/grid/fr-FR.mjs.map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D:/pasar_fix/node_modules/.bun/react-aria@3.50.0+d0e719b86e9808b5/node_modules/react-aria/dist/private/intl/grid/he-IL.cjs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D:/pasar_fix/node_modules/.bun/react-aria@3.50.0+d0e719b86e9808b5/node_modules/react-aria/dist/private/intl/grid/he-IL.cjs.map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D:/pasar_fix/node_modules/.bun/react-aria@3.50.0+d0e719b86e9808b5/node_modules/react-aria/dist/private/intl/grid/he-IL.js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D:/pasar_fix/node_modules/.bun/react-aria@3.50.0+d0e719b86e9808b5/node_modules/react-aria/dist/private/intl/grid/he-IL.js.map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D:/pasar_fix/node_modules/.bun/react-aria@3.50.0+d0e719b86e9808b5/node_modules/react-aria/dist/private/intl/grid/he-IL.mjs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D:/pasar_fix/node_modules/.bun/react-aria@3.50.0+d0e719b86e9808b5/node_modules/react-aria/dist/private/intl/grid/he-IL.mjs.map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D:/pasar_fix/node_modules/.bun/react-aria@3.50.0+d0e719b86e9808b5/node_modules/react-aria/dist/private/intl/grid/hr-HR.cjs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D:/pasar_fix/node_modules/.bun/react-aria@3.50.0+d0e719b86e9808b5/node_modules/react-aria/dist/private/intl/grid/hr-HR.cjs.map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D:/pasar_fix/node_modules/.bun/react-aria@3.50.0+d0e719b86e9808b5/node_modules/react-aria/dist/private/intl/grid/hr-HR.js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D:/pasar_fix/node_modules/.bun/react-aria@3.50.0+d0e719b86e9808b5/node_modules/react-aria/dist/private/intl/grid/hr-HR.js.map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D:/pasar_fix/node_modules/.bun/react-aria@3.50.0+d0e719b86e9808b5/node_modules/react-aria/dist/private/intl/grid/hr-HR.mjs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D:/pasar_fix/node_modules/.bun/react-aria@3.50.0+d0e719b86e9808b5/node_modules/react-aria/dist/private/intl/grid/hr-HR.mjs.map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D:/pasar_fix/node_modules/.bun/react-aria@3.50.0+d0e719b86e9808b5/node_modules/react-aria/dist/private/intl/grid/hu-HU.cjs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D:/pasar_fix/node_modules/.bun/react-aria@3.50.0+d0e719b86e9808b5/node_modules/react-aria/dist/private/intl/grid/hu-HU.cjs.map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D:/pasar_fix/node_modules/.bun/react-aria@3.50.0+d0e719b86e9808b5/node_modules/react-aria/dist/private/intl/grid/hu-HU.js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D:/pasar_fix/node_modules/.bun/react-aria@3.50.0+d0e719b86e9808b5/node_modules/react-aria/dist/private/intl/grid/hu-HU.js.map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D:/pasar_fix/node_modules/.bun/react-aria@3.50.0+d0e719b86e9808b5/node_modules/react-aria/dist/private/intl/grid/hu-HU.mjs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D:/pasar_fix/node_modules/.bun/react-aria@3.50.0+d0e719b86e9808b5/node_modules/react-aria/dist/private/intl/grid/hu-HU.mjs.map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D:/pasar_fix/node_modules/.bun/react-aria@3.50.0+d0e719b86e9808b5/node_modules/react-aria/dist/private/intl/grid/it-IT.cjs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D:/pasar_fix/node_modules/.bun/react-aria@3.50.0+d0e719b86e9808b5/node_modules/react-aria/dist/private/intl/grid/it-IT.cjs.map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D:/pasar_fix/node_modules/.bun/react-aria@3.50.0+d0e719b86e9808b5/node_modules/react-aria/dist/private/intl/grid/it-IT.js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D:/pasar_fix/node_modules/.bun/react-aria@3.50.0+d0e719b86e9808b5/node_modules/react-aria/dist/private/intl/grid/it-IT.js.map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D:/pasar_fix/node_modules/.bun/react-aria@3.50.0+d0e719b86e9808b5/node_modules/react-aria/dist/private/intl/grid/it-IT.mjs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D:/pasar_fix/node_modules/.bun/react-aria@3.50.0+d0e719b86e9808b5/node_modules/react-aria/dist/private/intl/grid/it-IT.mjs.map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D:/pasar_fix/node_modules/.bun/react-aria@3.50.0+d0e719b86e9808b5/node_modules/react-aria/dist/private/intl/grid/ja-JP.cjs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D:/pasar_fix/node_modules/.bun/react-aria@3.50.0+d0e719b86e9808b5/node_modules/react-aria/dist/private/intl/grid/ja-JP.cjs.map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D:/pasar_fix/node_modules/.bun/react-aria@3.50.0+d0e719b86e9808b5/node_modules/react-aria/dist/private/intl/grid/ja-JP.js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D:/pasar_fix/node_modules/.bun/react-aria@3.50.0+d0e719b86e9808b5/node_modules/react-aria/dist/private/intl/grid/ja-JP.js.map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D:/pasar_fix/node_modules/.bun/react-aria@3.50.0+d0e719b86e9808b5/node_modules/react-aria/dist/private/intl/grid/ja-JP.mjs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D:/pasar_fix/node_modules/.bun/react-aria@3.50.0+d0e719b86e9808b5/node_modules/react-aria/dist/private/intl/grid/ja-JP.mjs.map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D:/pasar_fix/node_modules/.bun/react-aria@3.50.0+d0e719b86e9808b5/node_modules/react-aria/dist/private/intl/grid/ko-KR.cjs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D:/pasar_fix/node_modules/.bun/react-aria@3.50.0+d0e719b86e9808b5/node_modules/react-aria/dist/private/intl/grid/ko-KR.cjs.map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D:/pasar_fix/node_modules/.bun/react-aria@3.50.0+d0e719b86e9808b5/node_modules/react-aria/dist/private/intl/grid/ko-KR.js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D:/pasar_fix/node_modules/.bun/react-aria@3.50.0+d0e719b86e9808b5/node_modules/react-aria/dist/private/intl/grid/ko-KR.js.map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D:/pasar_fix/node_modules/.bun/react-aria@3.50.0+d0e719b86e9808b5/node_modules/react-aria/dist/private/intl/grid/ko-KR.mjs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D:/pasar_fix/node_modules/.bun/react-aria@3.50.0+d0e719b86e9808b5/node_modules/react-aria/dist/private/intl/grid/ko-KR.mjs.map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D:/pasar_fix/node_modules/.bun/react-aria@3.50.0+d0e719b86e9808b5/node_modules/react-aria/dist/private/intl/grid/lt-LT.cjs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D:/pasar_fix/node_modules/.bun/react-aria@3.50.0+d0e719b86e9808b5/node_modules/react-aria/dist/private/intl/grid/lt-LT.cjs.map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D:/pasar_fix/node_modules/.bun/react-aria@3.50.0+d0e719b86e9808b5/node_modules/react-aria/dist/private/intl/grid/lt-LT.js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D:/pasar_fix/node_modules/.bun/react-aria@3.50.0+d0e719b86e9808b5/node_modules/react-aria/dist/private/intl/grid/lt-LT.js.map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D:/pasar_fix/node_modules/.bun/react-aria@3.50.0+d0e719b86e9808b5/node_modules/react-aria/dist/private/intl/grid/lt-LT.mjs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D:/pasar_fix/node_modules/.bun/react-aria@3.50.0+d0e719b86e9808b5/node_modules/react-aria/dist/private/intl/grid/lt-LT.mjs.map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D:/pasar_fix/node_modules/.bun/react-aria@3.50.0+d0e719b86e9808b5/node_modules/react-aria/dist/private/intl/grid/lv-LV.cjs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D:/pasar_fix/node_modules/.bun/react-aria@3.50.0+d0e719b86e9808b5/node_modules/react-aria/dist/private/intl/grid/lv-LV.cjs.map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D:/pasar_fix/node_modules/.bun/react-aria@3.50.0+d0e719b86e9808b5/node_modules/react-aria/dist/private/intl/grid/lv-LV.js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D:/pasar_fix/node_modules/.bun/react-aria@3.50.0+d0e719b86e9808b5/node_modules/react-aria/dist/private/intl/grid/lv-LV.js.map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D:/pasar_fix/node_modules/.bun/react-aria@3.50.0+d0e719b86e9808b5/node_modules/react-aria/dist/private/intl/grid/lv-LV.mjs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D:/pasar_fix/node_modules/.bun/react-aria@3.50.0+d0e719b86e9808b5/node_modules/react-aria/dist/private/intl/grid/lv-LV.mjs.map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D:/pasar_fix/node_modules/.bun/react-aria@3.50.0+d0e719b86e9808b5/node_modules/react-aria/dist/private/intl/grid/nb-NO.cjs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D:/pasar_fix/node_modules/.bun/react-aria@3.50.0+d0e719b86e9808b5/node_modules/react-aria/dist/private/intl/grid/nb-NO.cjs.map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D:/pasar_fix/node_modules/.bun/react-aria@3.50.0+d0e719b86e9808b5/node_modules/react-aria/dist/private/intl/grid/nb-NO.js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D:/pasar_fix/node_modules/.bun/react-aria@3.50.0+d0e719b86e9808b5/node_modules/react-aria/dist/private/intl/grid/nb-NO.js.map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D:/pasar_fix/node_modules/.bun/react-aria@3.50.0+d0e719b86e9808b5/node_modules/react-aria/dist/private/intl/grid/nb-NO.mjs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D:/pasar_fix/node_modules/.bun/react-aria@3.50.0+d0e719b86e9808b5/node_modules/react-aria/dist/private/intl/grid/nb-NO.mjs.map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D:/pasar_fix/node_modules/.bun/react-aria@3.50.0+d0e719b86e9808b5/node_modules/react-aria/dist/private/intl/grid/nl-NL.cjs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D:/pasar_fix/node_modules/.bun/react-aria@3.50.0+d0e719b86e9808b5/node_modules/react-aria/dist/private/intl/grid/nl-NL.cjs.map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D:/pasar_fix/node_modules/.bun/react-aria@3.50.0+d0e719b86e9808b5/node_modules/react-aria/dist/private/intl/grid/nl-NL.js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D:/pasar_fix/node_modules/.bun/react-aria@3.50.0+d0e719b86e9808b5/node_modules/react-aria/dist/private/intl/grid/nl-NL.js.map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D:/pasar_fix/node_modules/.bun/react-aria@3.50.0+d0e719b86e9808b5/node_modules/react-aria/dist/private/intl/grid/nl-NL.mjs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D:/pasar_fix/node_modules/.bun/react-aria@3.50.0+d0e719b86e9808b5/node_modules/react-aria/dist/private/intl/grid/nl-NL.mjs.map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D:/pasar_fix/node_modules/.bun/react-aria@3.50.0+d0e719b86e9808b5/node_modules/react-aria/dist/private/intl/grid/pl-PL.cjs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D:/pasar_fix/node_modules/.bun/react-aria@3.50.0+d0e719b86e9808b5/node_modules/react-aria/dist/private/intl/grid/pl-PL.cjs.map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D:/pasar_fix/node_modules/.bun/react-aria@3.50.0+d0e719b86e9808b5/node_modules/react-aria/dist/private/intl/grid/pl-PL.js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D:/pasar_fix/node_modules/.bun/react-aria@3.50.0+d0e719b86e9808b5/node_modules/react-aria/dist/private/intl/grid/pl-PL.js.map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D:/pasar_fix/node_modules/.bun/react-aria@3.50.0+d0e719b86e9808b5/node_modules/react-aria/dist/private/intl/grid/pl-PL.mjs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D:/pasar_fix/node_modules/.bun/react-aria@3.50.0+d0e719b86e9808b5/node_modules/react-aria/dist/private/intl/grid/pl-PL.mjs.map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D:/pasar_fix/node_modules/.bun/react-aria@3.50.0+d0e719b86e9808b5/node_modules/react-aria/dist/private/intl/grid/pt-BR.cjs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D:/pasar_fix/node_modules/.bun/react-aria@3.50.0+d0e719b86e9808b5/node_modules/react-aria/dist/private/intl/grid/pt-BR.cjs.map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D:/pasar_fix/node_modules/.bun/react-aria@3.50.0+d0e719b86e9808b5/node_modules/react-aria/dist/private/intl/grid/pt-BR.js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D:/pasar_fix/node_modules/.bun/react-aria@3.50.0+d0e719b86e9808b5/node_modules/react-aria/dist/private/intl/grid/pt-BR.js.map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D:/pasar_fix/node_modules/.bun/react-aria@3.50.0+d0e719b86e9808b5/node_modules/react-aria/dist/private/intl/grid/pt-BR.mjs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D:/pasar_fix/node_modules/.bun/react-aria@3.50.0+d0e719b86e9808b5/node_modules/react-aria/dist/private/intl/grid/pt-BR.mjs.map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D:/pasar_fix/node_modules/.bun/react-aria@3.50.0+d0e719b86e9808b5/node_modules/react-aria/dist/private/intl/grid/pt-PT.cjs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D:/pasar_fix/node_modules/.bun/react-aria@3.50.0+d0e719b86e9808b5/node_modules/react-aria/dist/private/intl/grid/pt-PT.cjs.map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D:/pasar_fix/node_modules/.bun/react-aria@3.50.0+d0e719b86e9808b5/node_modules/react-aria/dist/private/intl/grid/pt-PT.js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D:/pasar_fix/node_modules/.bun/react-aria@3.50.0+d0e719b86e9808b5/node_modules/react-aria/dist/private/intl/grid/pt-PT.js.map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D:/pasar_fix/node_modules/.bun/react-aria@3.50.0+d0e719b86e9808b5/node_modules/react-aria/dist/private/intl/grid/pt-PT.mjs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D:/pasar_fix/node_modules/.bun/react-aria@3.50.0+d0e719b86e9808b5/node_modules/react-aria/dist/private/intl/grid/pt-PT.mjs.map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D:/pasar_fix/node_modules/.bun/react-aria@3.50.0+d0e719b86e9808b5/node_modules/react-aria/dist/private/intl/grid/ro-RO.cjs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D:/pasar_fix/node_modules/.bun/react-aria@3.50.0+d0e719b86e9808b5/node_modules/react-aria/dist/private/intl/grid/ro-RO.cjs.map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D:/pasar_fix/node_modules/.bun/react-aria@3.50.0+d0e719b86e9808b5/node_modules/react-aria/dist/private/intl/grid/ro-RO.js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D:/pasar_fix/node_modules/.bun/react-aria@3.50.0+d0e719b86e9808b5/node_modules/react-aria/dist/private/intl/grid/ro-RO.js.map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D:/pasar_fix/node_modules/.bun/react-aria@3.50.0+d0e719b86e9808b5/node_modules/react-aria/dist/private/intl/grid/ro-RO.mjs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D:/pasar_fix/node_modules/.bun/react-aria@3.50.0+d0e719b86e9808b5/node_modules/react-aria/dist/private/intl/grid/ro-RO.mjs.map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D:/pasar_fix/node_modules/.bun/react-aria@3.50.0+d0e719b86e9808b5/node_modules/react-aria/dist/private/intl/grid/ru-RU.cjs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D:/pasar_fix/node_modules/.bun/react-aria@3.50.0+d0e719b86e9808b5/node_modules/react-aria/dist/private/intl/grid/ru-RU.cjs.map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D:/pasar_fix/node_modules/.bun/react-aria@3.50.0+d0e719b86e9808b5/node_modules/react-aria/dist/private/intl/grid/ru-RU.js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D:/pasar_fix/node_modules/.bun/react-aria@3.50.0+d0e719b86e9808b5/node_modules/react-aria/dist/private/intl/grid/ru-RU.js.map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D:/pasar_fix/node_modules/.bun/react-aria@3.50.0+d0e719b86e9808b5/node_modules/react-aria/dist/private/intl/grid/ru-RU.mjs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D:/pasar_fix/node_modules/.bun/react-aria@3.50.0+d0e719b86e9808b5/node_modules/react-aria/dist/private/intl/grid/ru-RU.mjs.map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D:/pasar_fix/node_modules/.bun/react-aria@3.50.0+d0e719b86e9808b5/node_modules/react-aria/dist/private/intl/grid/sk-SK.cjs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D:/pasar_fix/node_modules/.bun/react-aria@3.50.0+d0e719b86e9808b5/node_modules/react-aria/dist/private/intl/grid/sk-SK.cjs.map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D:/pasar_fix/node_modules/.bun/react-aria@3.50.0+d0e719b86e9808b5/node_modules/react-aria/dist/private/intl/grid/sk-SK.js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D:/pasar_fix/node_modules/.bun/react-aria@3.50.0+d0e719b86e9808b5/node_modules/react-aria/dist/private/intl/grid/sk-SK.js.map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D:/pasar_fix/node_modules/.bun/react-aria@3.50.0+d0e719b86e9808b5/node_modules/react-aria/dist/private/intl/grid/sk-SK.mjs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D:/pasar_fix/node_modules/.bun/react-aria@3.50.0+d0e719b86e9808b5/node_modules/react-aria/dist/private/intl/grid/sk-SK.mjs.map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D:/pasar_fix/node_modules/.bun/react-aria@3.50.0+d0e719b86e9808b5/node_modules/react-aria/dist/private/intl/grid/sl-SI.cjs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D:/pasar_fix/node_modules/.bun/react-aria@3.50.0+d0e719b86e9808b5/node_modules/react-aria/dist/private/intl/grid/sl-SI.cjs.map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D:/pasar_fix/node_modules/.bun/react-aria@3.50.0+d0e719b86e9808b5/node_modules/react-aria/dist/private/intl/grid/sl-SI.js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D:/pasar_fix/node_modules/.bun/react-aria@3.50.0+d0e719b86e9808b5/node_modules/react-aria/dist/private/intl/grid/sl-SI.js.map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D:/pasar_fix/node_modules/.bun/react-aria@3.50.0+d0e719b86e9808b5/node_modules/react-aria/dist/private/intl/grid/sl-SI.mjs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D:/pasar_fix/node_modules/.bun/react-aria@3.50.0+d0e719b86e9808b5/node_modules/react-aria/dist/private/intl/grid/sl-SI.mjs.map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D:/pasar_fix/node_modules/.bun/react-aria@3.50.0+d0e719b86e9808b5/node_modules/react-aria/dist/private/intl/grid/sr-SP.cjs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D:/pasar_fix/node_modules/.bun/react-aria@3.50.0+d0e719b86e9808b5/node_modules/react-aria/dist/private/intl/grid/sr-SP.cjs.map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D:/pasar_fix/node_modules/.bun/react-aria@3.50.0+d0e719b86e9808b5/node_modules/react-aria/dist/private/intl/grid/sr-SP.js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D:/pasar_fix/node_modules/.bun/react-aria@3.50.0+d0e719b86e9808b5/node_modules/react-aria/dist/private/intl/grid/sr-SP.js.map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D:/pasar_fix/node_modules/.bun/react-aria@3.50.0+d0e719b86e9808b5/node_modules/react-aria/dist/private/intl/grid/sr-SP.mjs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D:/pasar_fix/node_modules/.bun/react-aria@3.50.0+d0e719b86e9808b5/node_modules/react-aria/dist/private/intl/grid/sr-SP.mjs.map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D:/pasar_fix/node_modules/.bun/react-aria@3.50.0+d0e719b86e9808b5/node_modules/react-aria/dist/private/intl/grid/sv-SE.cjs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D:/pasar_fix/node_modules/.bun/react-aria@3.50.0+d0e719b86e9808b5/node_modules/react-aria/dist/private/intl/grid/sv-SE.cjs.map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D:/pasar_fix/node_modules/.bun/react-aria@3.50.0+d0e719b86e9808b5/node_modules/react-aria/dist/private/intl/grid/sv-SE.js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D:/pasar_fix/node_modules/.bun/react-aria@3.50.0+d0e719b86e9808b5/node_modules/react-aria/dist/private/intl/grid/sv-SE.js.map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D:/pasar_fix/node_modules/.bun/react-aria@3.50.0+d0e719b86e9808b5/node_modules/react-aria/dist/private/intl/grid/sv-SE.mjs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D:/pasar_fix/node_modules/.bun/react-aria@3.50.0+d0e719b86e9808b5/node_modules/react-aria/dist/private/intl/grid/sv-SE.mjs.map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D:/pasar_fix/node_modules/.bun/react-aria@3.50.0+d0e719b86e9808b5/node_modules/react-aria/dist/private/intl/grid/tr-TR.cjs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D:/pasar_fix/node_modules/.bun/react-aria@3.50.0+d0e719b86e9808b5/node_modules/react-aria/dist/private/intl/grid/tr-TR.cjs.map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D:/pasar_fix/node_modules/.bun/react-aria@3.50.0+d0e719b86e9808b5/node_modules/react-aria/dist/private/intl/grid/tr-TR.js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D:/pasar_fix/node_modules/.bun/react-aria@3.50.0+d0e719b86e9808b5/node_modules/react-aria/dist/private/intl/grid/tr-TR.js.map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D:/pasar_fix/node_modules/.bun/react-aria@3.50.0+d0e719b86e9808b5/node_modules/react-aria/dist/private/intl/grid/tr-TR.mjs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D:/pasar_fix/node_modules/.bun/react-aria@3.50.0+d0e719b86e9808b5/node_modules/react-aria/dist/private/intl/grid/tr-TR.mjs.map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D:/pasar_fix/node_modules/.bun/react-aria@3.50.0+d0e719b86e9808b5/node_modules/react-aria/dist/private/intl/grid/uk-UA.cjs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D:/pasar_fix/node_modules/.bun/react-aria@3.50.0+d0e719b86e9808b5/node_modules/react-aria/dist/private/intl/grid/uk-UA.cjs.map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D:/pasar_fix/node_modules/.bun/react-aria@3.50.0+d0e719b86e9808b5/node_modules/react-aria/dist/private/intl/grid/uk-UA.js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D:/pasar_fix/node_modules/.bun/react-aria@3.50.0+d0e719b86e9808b5/node_modules/react-aria/dist/private/intl/grid/uk-UA.js.map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D:/pasar_fix/node_modules/.bun/react-aria@3.50.0+d0e719b86e9808b5/node_modules/react-aria/dist/private/intl/grid/uk-UA.mjs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D:/pasar_fix/node_modules/.bun/react-aria@3.50.0+d0e719b86e9808b5/node_modules/react-aria/dist/private/intl/grid/uk-UA.mjs.map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D:/pasar_fix/node_modules/.bun/react-aria@3.50.0+d0e719b86e9808b5/node_modules/react-aria/dist/private/intl/grid/zh-CN.cjs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D:/pasar_fix/node_modules/.bun/react-aria@3.50.0+d0e719b86e9808b5/node_modules/react-aria/dist/private/intl/grid/zh-CN.cjs.map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D:/pasar_fix/node_modules/.bun/react-aria@3.50.0+d0e719b86e9808b5/node_modules/react-aria/dist/private/intl/grid/zh-CN.js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D:/pasar_fix/node_modules/.bun/react-aria@3.50.0+d0e719b86e9808b5/node_modules/react-aria/dist/private/intl/grid/zh-CN.js.map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D:/pasar_fix/node_modules/.bun/react-aria@3.50.0+d0e719b86e9808b5/node_modules/react-aria/dist/private/intl/grid/zh-CN.mjs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D:/pasar_fix/node_modules/.bun/react-aria@3.50.0+d0e719b86e9808b5/node_modules/react-aria/dist/private/intl/grid/zh-CN.mjs.map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D:/pasar_fix/node_modules/.bun/react-aria@3.50.0+d0e719b86e9808b5/node_modules/react-aria/dist/private/intl/grid/zh-TW.cjs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D:/pasar_fix/node_modules/.bun/react-aria@3.50.0+d0e719b86e9808b5/node_modules/react-aria/dist/private/intl/grid/zh-TW.cjs.map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D:/pasar_fix/node_modules/.bun/react-aria@3.50.0+d0e719b86e9808b5/node_modules/react-aria/dist/private/intl/grid/zh-TW.js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D:/pasar_fix/node_modules/.bun/react-aria@3.50.0+d0e719b86e9808b5/node_modules/react-aria/dist/private/intl/grid/zh-TW.js.map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D:/pasar_fix/node_modules/.bun/react-aria@3.50.0+d0e719b86e9808b5/node_modules/react-aria/dist/private/intl/grid/zh-TW.mjs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D:/pasar_fix/node_modules/.bun/react-aria@3.50.0+d0e719b86e9808b5/node_modules/react-aria/dist/private/intl/grid/zh-TW.mjs.map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D:/pasar_fix/node_modules/.bun/react-aria@3.50.0+d0e719b86e9808b5/node_modules/react-aria/dist/private/intl/menu/ar-AE.cjs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D:/pasar_fix/node_modules/.bun/react-aria@3.50.0+d0e719b86e9808b5/node_modules/react-aria/dist/private/intl/menu/ar-AE.cjs.map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D:/pasar_fix/node_modules/.bun/react-aria@3.50.0+d0e719b86e9808b5/node_modules/react-aria/dist/private/intl/menu/ar-AE.js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D:/pasar_fix/node_modules/.bun/react-aria@3.50.0+d0e719b86e9808b5/node_modules/react-aria/dist/private/intl/menu/ar-AE.js.map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D:/pasar_fix/node_modules/.bun/react-aria@3.50.0+d0e719b86e9808b5/node_modules/react-aria/dist/private/intl/menu/ar-AE.mjs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D:/pasar_fix/node_modules/.bun/react-aria@3.50.0+d0e719b86e9808b5/node_modules/react-aria/dist/private/intl/menu/ar-AE.mjs.map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D:/pasar_fix/node_modules/.bun/react-aria@3.50.0+d0e719b86e9808b5/node_modules/react-aria/dist/private/intl/menu/bg-BG.cjs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D:/pasar_fix/node_modules/.bun/react-aria@3.50.0+d0e719b86e9808b5/node_modules/react-aria/dist/private/intl/menu/bg-BG.cjs.map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D:/pasar_fix/node_modules/.bun/react-aria@3.50.0+d0e719b86e9808b5/node_modules/react-aria/dist/private/intl/menu/bg-BG.js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D:/pasar_fix/node_modules/.bun/react-aria@3.50.0+d0e719b86e9808b5/node_modules/react-aria/dist/private/intl/menu/bg-BG.js.map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D:/pasar_fix/node_modules/.bun/react-aria@3.50.0+d0e719b86e9808b5/node_modules/react-aria/dist/private/intl/menu/bg-BG.mjs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D:/pasar_fix/node_modules/.bun/react-aria@3.50.0+d0e719b86e9808b5/node_modules/react-aria/dist/private/intl/menu/bg-BG.mjs.map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D:/pasar_fix/node_modules/.bun/react-aria@3.50.0+d0e719b86e9808b5/node_modules/react-aria/dist/private/intl/menu/cs-CZ.cjs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D:/pasar_fix/node_modules/.bun/react-aria@3.50.0+d0e719b86e9808b5/node_modules/react-aria/dist/private/intl/menu/cs-CZ.cjs.map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D:/pasar_fix/node_modules/.bun/react-aria@3.50.0+d0e719b86e9808b5/node_modules/react-aria/dist/private/intl/menu/cs-CZ.js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D:/pasar_fix/node_modules/.bun/react-aria@3.50.0+d0e719b86e9808b5/node_modules/react-aria/dist/private/intl/menu/cs-CZ.js.map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D:/pasar_fix/node_modules/.bun/react-aria@3.50.0+d0e719b86e9808b5/node_modules/react-aria/dist/private/intl/menu/cs-CZ.mjs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D:/pasar_fix/node_modules/.bun/react-aria@3.50.0+d0e719b86e9808b5/node_modules/react-aria/dist/private/intl/menu/cs-CZ.mjs.map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D:/pasar_fix/node_modules/.bun/react-aria@3.50.0+d0e719b86e9808b5/node_modules/react-aria/dist/private/intl/menu/da-DK.cjs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D:/pasar_fix/node_modules/.bun/react-aria@3.50.0+d0e719b86e9808b5/node_modules/react-aria/dist/private/intl/menu/da-DK.cjs.map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D:/pasar_fix/node_modules/.bun/react-aria@3.50.0+d0e719b86e9808b5/node_modules/react-aria/dist/private/intl/menu/da-DK.js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D:/pasar_fix/node_modules/.bun/react-aria@3.50.0+d0e719b86e9808b5/node_modules/react-aria/dist/private/intl/menu/da-DK.js.map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D:/pasar_fix/node_modules/.bun/react-aria@3.50.0+d0e719b86e9808b5/node_modules/react-aria/dist/private/intl/menu/da-DK.mjs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D:/pasar_fix/node_modules/.bun/react-aria@3.50.0+d0e719b86e9808b5/node_modules/react-aria/dist/private/intl/menu/da-DK.mjs.map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D:/pasar_fix/node_modules/.bun/react-aria@3.50.0+d0e719b86e9808b5/node_modules/react-aria/dist/private/intl/menu/de-DE.cjs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D:/pasar_fix/node_modules/.bun/react-aria@3.50.0+d0e719b86e9808b5/node_modules/react-aria/dist/private/intl/menu/de-DE.cjs.map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D:/pasar_fix/node_modules/.bun/react-aria@3.50.0+d0e719b86e9808b5/node_modules/react-aria/dist/private/intl/menu/de-DE.js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D:/pasar_fix/node_modules/.bun/react-aria@3.50.0+d0e719b86e9808b5/node_modules/react-aria/dist/private/intl/menu/de-DE.js.map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D:/pasar_fix/node_modules/.bun/react-aria@3.50.0+d0e719b86e9808b5/node_modules/react-aria/dist/private/intl/menu/de-DE.mjs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D:/pasar_fix/node_modules/.bun/react-aria@3.50.0+d0e719b86e9808b5/node_modules/react-aria/dist/private/intl/menu/de-DE.mjs.map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D:/pasar_fix/node_modules/.bun/react-aria@3.50.0+d0e719b86e9808b5/node_modules/react-aria/dist/private/intl/menu/el-GR.cjs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D:/pasar_fix/node_modules/.bun/react-aria@3.50.0+d0e719b86e9808b5/node_modules/react-aria/dist/private/intl/menu/el-GR.cjs.map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D:/pasar_fix/node_modules/.bun/react-aria@3.50.0+d0e719b86e9808b5/node_modules/react-aria/dist/private/intl/menu/el-GR.js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D:/pasar_fix/node_modules/.bun/react-aria@3.50.0+d0e719b86e9808b5/node_modules/react-aria/dist/private/intl/menu/el-GR.js.map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D:/pasar_fix/node_modules/.bun/react-aria@3.50.0+d0e719b86e9808b5/node_modules/react-aria/dist/private/intl/menu/el-GR.mjs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D:/pasar_fix/node_modules/.bun/react-aria@3.50.0+d0e719b86e9808b5/node_modules/react-aria/dist/private/intl/menu/el-GR.mjs.map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D:/pasar_fix/node_modules/.bun/react-aria@3.50.0+d0e719b86e9808b5/node_modules/react-aria/dist/private/intl/menu/en-US.cjs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D:/pasar_fix/node_modules/.bun/react-aria@3.50.0+d0e719b86e9808b5/node_modules/react-aria/dist/private/intl/menu/en-US.cjs.map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D:/pasar_fix/node_modules/.bun/react-aria@3.50.0+d0e719b86e9808b5/node_modules/react-aria/dist/private/intl/menu/en-US.js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D:/pasar_fix/node_modules/.bun/react-aria@3.50.0+d0e719b86e9808b5/node_modules/react-aria/dist/private/intl/menu/en-US.js.map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D:/pasar_fix/node_modules/.bun/react-aria@3.50.0+d0e719b86e9808b5/node_modules/react-aria/dist/private/intl/menu/en-US.mjs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D:/pasar_fix/node_modules/.bun/react-aria@3.50.0+d0e719b86e9808b5/node_modules/react-aria/dist/private/intl/menu/en-US.mjs.map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D:/pasar_fix/node_modules/.bun/react-aria@3.50.0+d0e719b86e9808b5/node_modules/react-aria/dist/private/intl/menu/es-ES.cjs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D:/pasar_fix/node_modules/.bun/react-aria@3.50.0+d0e719b86e9808b5/node_modules/react-aria/dist/private/intl/menu/es-ES.cjs.map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D:/pasar_fix/node_modules/.bun/react-aria@3.50.0+d0e719b86e9808b5/node_modules/react-aria/dist/private/intl/menu/es-ES.js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D:/pasar_fix/node_modules/.bun/react-aria@3.50.0+d0e719b86e9808b5/node_modules/react-aria/dist/private/intl/menu/es-ES.js.map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D:/pasar_fix/node_modules/.bun/react-aria@3.50.0+d0e719b86e9808b5/node_modules/react-aria/dist/private/intl/menu/es-ES.mjs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D:/pasar_fix/node_modules/.bun/react-aria@3.50.0+d0e719b86e9808b5/node_modules/react-aria/dist/private/intl/menu/es-ES.mjs.map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D:/pasar_fix/node_modules/.bun/react-aria@3.50.0+d0e719b86e9808b5/node_modules/react-aria/dist/private/intl/menu/et-EE.cjs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D:/pasar_fix/node_modules/.bun/react-aria@3.50.0+d0e719b86e9808b5/node_modules/react-aria/dist/private/intl/menu/et-EE.cjs.map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D:/pasar_fix/node_modules/.bun/react-aria@3.50.0+d0e719b86e9808b5/node_modules/react-aria/dist/private/intl/menu/et-EE.js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D:/pasar_fix/node_modules/.bun/react-aria@3.50.0+d0e719b86e9808b5/node_modules/react-aria/dist/private/intl/menu/et-EE.js.map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D:/pasar_fix/node_modules/.bun/react-aria@3.50.0+d0e719b86e9808b5/node_modules/react-aria/dist/private/intl/menu/et-EE.mjs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D:/pasar_fix/node_modules/.bun/react-aria@3.50.0+d0e719b86e9808b5/node_modules/react-aria/dist/private/intl/menu/et-EE.mjs.map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D:/pasar_fix/node_modules/.bun/react-aria@3.50.0+d0e719b86e9808b5/node_modules/react-aria/dist/private/intl/menu/fi-FI.cjs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D:/pasar_fix/node_modules/.bun/react-aria@3.50.0+d0e719b86e9808b5/node_modules/react-aria/dist/private/intl/menu/fi-FI.cjs.map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D:/pasar_fix/node_modules/.bun/react-aria@3.50.0+d0e719b86e9808b5/node_modules/react-aria/dist/private/intl/menu/fi-FI.js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D:/pasar_fix/node_modules/.bun/react-aria@3.50.0+d0e719b86e9808b5/node_modules/react-aria/dist/private/intl/menu/fi-FI.js.map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D:/pasar_fix/node_modules/.bun/react-aria@3.50.0+d0e719b86e9808b5/node_modules/react-aria/dist/private/intl/menu/fi-FI.mjs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D:/pasar_fix/node_modules/.bun/react-aria@3.50.0+d0e719b86e9808b5/node_modules/react-aria/dist/private/intl/menu/fi-FI.mjs.map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D:/pasar_fix/node_modules/.bun/react-aria@3.50.0+d0e719b86e9808b5/node_modules/react-aria/dist/private/intl/menu/fr-FR.cjs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D:/pasar_fix/node_modules/.bun/react-aria@3.50.0+d0e719b86e9808b5/node_modules/react-aria/dist/private/intl/menu/fr-FR.cjs.map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D:/pasar_fix/node_modules/.bun/react-aria@3.50.0+d0e719b86e9808b5/node_modules/react-aria/dist/private/intl/menu/fr-FR.js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D:/pasar_fix/node_modules/.bun/react-aria@3.50.0+d0e719b86e9808b5/node_modules/react-aria/dist/private/intl/menu/fr-FR.js.map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D:/pasar_fix/node_modules/.bun/react-aria@3.50.0+d0e719b86e9808b5/node_modules/react-aria/dist/private/intl/menu/fr-FR.mjs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D:/pasar_fix/node_modules/.bun/react-aria@3.50.0+d0e719b86e9808b5/node_modules/react-aria/dist/private/intl/menu/fr-FR.mjs.map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D:/pasar_fix/node_modules/.bun/react-aria@3.50.0+d0e719b86e9808b5/node_modules/react-aria/dist/private/intl/menu/he-IL.cjs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D:/pasar_fix/node_modules/.bun/react-aria@3.50.0+d0e719b86e9808b5/node_modules/react-aria/dist/private/intl/menu/he-IL.cjs.map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D:/pasar_fix/node_modules/.bun/react-aria@3.50.0+d0e719b86e9808b5/node_modules/react-aria/dist/private/intl/menu/he-IL.js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D:/pasar_fix/node_modules/.bun/react-aria@3.50.0+d0e719b86e9808b5/node_modules/react-aria/dist/private/intl/menu/he-IL.js.map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D:/pasar_fix/node_modules/.bun/react-aria@3.50.0+d0e719b86e9808b5/node_modules/react-aria/dist/private/intl/menu/he-IL.mjs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D:/pasar_fix/node_modules/.bun/react-aria@3.50.0+d0e719b86e9808b5/node_modules/react-aria/dist/private/intl/menu/he-IL.mjs.map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D:/pasar_fix/node_modules/.bun/react-aria@3.50.0+d0e719b86e9808b5/node_modules/react-aria/dist/private/intl/menu/hr-HR.cjs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D:/pasar_fix/node_modules/.bun/react-aria@3.50.0+d0e719b86e9808b5/node_modules/react-aria/dist/private/intl/menu/hr-HR.cjs.map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D:/pasar_fix/node_modules/.bun/react-aria@3.50.0+d0e719b86e9808b5/node_modules/react-aria/dist/private/intl/menu/hr-HR.js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D:/pasar_fix/node_modules/.bun/react-aria@3.50.0+d0e719b86e9808b5/node_modules/react-aria/dist/private/intl/menu/hr-HR.js.map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D:/pasar_fix/node_modules/.bun/react-aria@3.50.0+d0e719b86e9808b5/node_modules/react-aria/dist/private/intl/menu/hr-HR.mjs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D:/pasar_fix/node_modules/.bun/react-aria@3.50.0+d0e719b86e9808b5/node_modules/react-aria/dist/private/intl/menu/hr-HR.mjs.map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D:/pasar_fix/node_modules/.bun/react-aria@3.50.0+d0e719b86e9808b5/node_modules/react-aria/dist/private/intl/menu/hu-HU.cjs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D:/pasar_fix/node_modules/.bun/react-aria@3.50.0+d0e719b86e9808b5/node_modules/react-aria/dist/private/intl/menu/hu-HU.cjs.map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D:/pasar_fix/node_modules/.bun/react-aria@3.50.0+d0e719b86e9808b5/node_modules/react-aria/dist/private/intl/menu/hu-HU.js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D:/pasar_fix/node_modules/.bun/react-aria@3.50.0+d0e719b86e9808b5/node_modules/react-aria/dist/private/intl/menu/hu-HU.js.map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D:/pasar_fix/node_modules/.bun/react-aria@3.50.0+d0e719b86e9808b5/node_modules/react-aria/dist/private/intl/menu/hu-HU.mjs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D:/pasar_fix/node_modules/.bun/react-aria@3.50.0+d0e719b86e9808b5/node_modules/react-aria/dist/private/intl/menu/hu-HU.mjs.map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D:/pasar_fix/node_modules/.bun/react-aria@3.50.0+d0e719b86e9808b5/node_modules/react-aria/dist/private/intl/menu/it-IT.cjs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D:/pasar_fix/node_modules/.bun/react-aria@3.50.0+d0e719b86e9808b5/node_modules/react-aria/dist/private/intl/menu/it-IT.cjs.map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D:/pasar_fix/node_modules/.bun/react-aria@3.50.0+d0e719b86e9808b5/node_modules/react-aria/dist/private/intl/menu/it-IT.js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D:/pasar_fix/node_modules/.bun/react-aria@3.50.0+d0e719b86e9808b5/node_modules/react-aria/dist/private/intl/menu/it-IT.js.map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D:/pasar_fix/node_modules/.bun/react-aria@3.50.0+d0e719b86e9808b5/node_modules/react-aria/dist/private/intl/menu/it-IT.mjs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D:/pasar_fix/node_modules/.bun/react-aria@3.50.0+d0e719b86e9808b5/node_modules/react-aria/dist/private/intl/menu/it-IT.mjs.map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D:/pasar_fix/node_modules/.bun/react-aria@3.50.0+d0e719b86e9808b5/node_modules/react-aria/dist/private/intl/menu/ja-JP.cjs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D:/pasar_fix/node_modules/.bun/react-aria@3.50.0+d0e719b86e9808b5/node_modules/react-aria/dist/private/intl/menu/ja-JP.cjs.map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D:/pasar_fix/node_modules/.bun/react-aria@3.50.0+d0e719b86e9808b5/node_modules/react-aria/dist/private/intl/menu/ja-JP.js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D:/pasar_fix/node_modules/.bun/react-aria@3.50.0+d0e719b86e9808b5/node_modules/react-aria/dist/private/intl/menu/ja-JP.js.map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D:/pasar_fix/node_modules/.bun/react-aria@3.50.0+d0e719b86e9808b5/node_modules/react-aria/dist/private/intl/menu/ja-JP.mjs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D:/pasar_fix/node_modules/.bun/react-aria@3.50.0+d0e719b86e9808b5/node_modules/react-aria/dist/private/intl/menu/ja-JP.mjs.map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D:/pasar_fix/node_modules/.bun/react-aria@3.50.0+d0e719b86e9808b5/node_modules/react-aria/dist/private/intl/menu/ko-KR.cjs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D:/pasar_fix/node_modules/.bun/react-aria@3.50.0+d0e719b86e9808b5/node_modules/react-aria/dist/private/intl/menu/ko-KR.cjs.map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D:/pasar_fix/node_modules/.bun/react-aria@3.50.0+d0e719b86e9808b5/node_modules/react-aria/dist/private/intl/menu/ko-KR.js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D:/pasar_fix/node_modules/.bun/react-aria@3.50.0+d0e719b86e9808b5/node_modules/react-aria/dist/private/intl/menu/ko-KR.js.map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D:/pasar_fix/node_modules/.bun/react-aria@3.50.0+d0e719b86e9808b5/node_modules/react-aria/dist/private/intl/menu/ko-KR.mjs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D:/pasar_fix/node_modules/.bun/react-aria@3.50.0+d0e719b86e9808b5/node_modules/react-aria/dist/private/intl/menu/ko-KR.mjs.map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D:/pasar_fix/node_modules/.bun/react-aria@3.50.0+d0e719b86e9808b5/node_modules/react-aria/dist/private/intl/menu/lt-LT.cjs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D:/pasar_fix/node_modules/.bun/react-aria@3.50.0+d0e719b86e9808b5/node_modules/react-aria/dist/private/intl/menu/lt-LT.cjs.map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D:/pasar_fix/node_modules/.bun/react-aria@3.50.0+d0e719b86e9808b5/node_modules/react-aria/dist/private/intl/menu/lt-LT.js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D:/pasar_fix/node_modules/.bun/react-aria@3.50.0+d0e719b86e9808b5/node_modules/react-aria/dist/private/intl/menu/lt-LT.js.map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D:/pasar_fix/node_modules/.bun/react-aria@3.50.0+d0e719b86e9808b5/node_modules/react-aria/dist/private/intl/menu/lt-LT.mjs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D:/pasar_fix/node_modules/.bun/react-aria@3.50.0+d0e719b86e9808b5/node_modules/react-aria/dist/private/intl/menu/lt-LT.mjs.map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D:/pasar_fix/node_modules/.bun/react-aria@3.50.0+d0e719b86e9808b5/node_modules/react-aria/dist/private/intl/menu/lv-LV.cjs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D:/pasar_fix/node_modules/.bun/react-aria@3.50.0+d0e719b86e9808b5/node_modules/react-aria/dist/private/intl/menu/lv-LV.cjs.map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D:/pasar_fix/node_modules/.bun/react-aria@3.50.0+d0e719b86e9808b5/node_modules/react-aria/dist/private/intl/menu/lv-LV.js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D:/pasar_fix/node_modules/.bun/react-aria@3.50.0+d0e719b86e9808b5/node_modules/react-aria/dist/private/intl/menu/lv-LV.js.map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D:/pasar_fix/node_modules/.bun/react-aria@3.50.0+d0e719b86e9808b5/node_modules/react-aria/dist/private/intl/menu/lv-LV.mjs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D:/pasar_fix/node_modules/.bun/react-aria@3.50.0+d0e719b86e9808b5/node_modules/react-aria/dist/private/intl/menu/lv-LV.mjs.map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D:/pasar_fix/node_modules/.bun/react-aria@3.50.0+d0e719b86e9808b5/node_modules/react-aria/dist/private/intl/menu/nb-NO.cjs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D:/pasar_fix/node_modules/.bun/react-aria@3.50.0+d0e719b86e9808b5/node_modules/react-aria/dist/private/intl/menu/nb-NO.cjs.map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D:/pasar_fix/node_modules/.bun/react-aria@3.50.0+d0e719b86e9808b5/node_modules/react-aria/dist/private/intl/menu/nb-NO.js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D:/pasar_fix/node_modules/.bun/react-aria@3.50.0+d0e719b86e9808b5/node_modules/react-aria/dist/private/intl/menu/nb-NO.js.map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D:/pasar_fix/node_modules/.bun/react-aria@3.50.0+d0e719b86e9808b5/node_modules/react-aria/dist/private/intl/menu/nb-NO.mjs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D:/pasar_fix/node_modules/.bun/react-aria@3.50.0+d0e719b86e9808b5/node_modules/react-aria/dist/private/intl/menu/nb-NO.mjs.map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D:/pasar_fix/node_modules/.bun/react-aria@3.50.0+d0e719b86e9808b5/node_modules/react-aria/dist/private/intl/menu/nl-NL.cjs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D:/pasar_fix/node_modules/.bun/react-aria@3.50.0+d0e719b86e9808b5/node_modules/react-aria/dist/private/intl/menu/nl-NL.cjs.map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D:/pasar_fix/node_modules/.bun/react-aria@3.50.0+d0e719b86e9808b5/node_modules/react-aria/dist/private/intl/menu/nl-NL.js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D:/pasar_fix/node_modules/.bun/react-aria@3.50.0+d0e719b86e9808b5/node_modules/react-aria/dist/private/intl/menu/nl-NL.js.map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D:/pasar_fix/node_modules/.bun/react-aria@3.50.0+d0e719b86e9808b5/node_modules/react-aria/dist/private/intl/menu/nl-NL.mjs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D:/pasar_fix/node_modules/.bun/react-aria@3.50.0+d0e719b86e9808b5/node_modules/react-aria/dist/private/intl/menu/nl-NL.mjs.map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D:/pasar_fix/node_modules/.bun/react-aria@3.50.0+d0e719b86e9808b5/node_modules/react-aria/dist/private/intl/menu/pl-PL.cjs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D:/pasar_fix/node_modules/.bun/react-aria@3.50.0+d0e719b86e9808b5/node_modules/react-aria/dist/private/intl/menu/pl-PL.cjs.map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D:/pasar_fix/node_modules/.bun/react-aria@3.50.0+d0e719b86e9808b5/node_modules/react-aria/dist/private/intl/menu/pl-PL.js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D:/pasar_fix/node_modules/.bun/react-aria@3.50.0+d0e719b86e9808b5/node_modules/react-aria/dist/private/intl/menu/pl-PL.js.map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D:/pasar_fix/node_modules/.bun/react-aria@3.50.0+d0e719b86e9808b5/node_modules/react-aria/dist/private/intl/menu/pl-PL.mjs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D:/pasar_fix/node_modules/.bun/react-aria@3.50.0+d0e719b86e9808b5/node_modules/react-aria/dist/private/intl/menu/pl-PL.mjs.map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D:/pasar_fix/node_modules/.bun/react-aria@3.50.0+d0e719b86e9808b5/node_modules/react-aria/dist/private/intl/menu/pt-BR.cjs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D:/pasar_fix/node_modules/.bun/react-aria@3.50.0+d0e719b86e9808b5/node_modules/react-aria/dist/private/intl/menu/pt-BR.cjs.map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D:/pasar_fix/node_modules/.bun/react-aria@3.50.0+d0e719b86e9808b5/node_modules/react-aria/dist/private/intl/menu/pt-BR.js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D:/pasar_fix/node_modules/.bun/react-aria@3.50.0+d0e719b86e9808b5/node_modules/react-aria/dist/private/intl/menu/pt-BR.js.map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D:/pasar_fix/node_modules/.bun/react-aria@3.50.0+d0e719b86e9808b5/node_modules/react-aria/dist/private/intl/menu/pt-BR.mjs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D:/pasar_fix/node_modules/.bun/react-aria@3.50.0+d0e719b86e9808b5/node_modules/react-aria/dist/private/intl/menu/pt-BR.mjs.map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D:/pasar_fix/node_modules/.bun/react-aria@3.50.0+d0e719b86e9808b5/node_modules/react-aria/dist/private/intl/menu/pt-PT.cjs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D:/pasar_fix/node_modules/.bun/react-aria@3.50.0+d0e719b86e9808b5/node_modules/react-aria/dist/private/intl/menu/pt-PT.cjs.map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D:/pasar_fix/node_modules/.bun/react-aria@3.50.0+d0e719b86e9808b5/node_modules/react-aria/dist/private/intl/menu/pt-PT.js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D:/pasar_fix/node_modules/.bun/react-aria@3.50.0+d0e719b86e9808b5/node_modules/react-aria/dist/private/intl/menu/pt-PT.js.map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D:/pasar_fix/node_modules/.bun/react-aria@3.50.0+d0e719b86e9808b5/node_modules/react-aria/dist/private/intl/menu/pt-PT.mjs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D:/pasar_fix/node_modules/.bun/react-aria@3.50.0+d0e719b86e9808b5/node_modules/react-aria/dist/private/intl/menu/pt-PT.mjs.map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D:/pasar_fix/node_modules/.bun/react-aria@3.50.0+d0e719b86e9808b5/node_modules/react-aria/dist/private/intl/menu/ro-RO.cjs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D:/pasar_fix/node_modules/.bun/react-aria@3.50.0+d0e719b86e9808b5/node_modules/react-aria/dist/private/intl/menu/ro-RO.cjs.map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D:/pasar_fix/node_modules/.bun/react-aria@3.50.0+d0e719b86e9808b5/node_modules/react-aria/dist/private/intl/menu/ro-RO.js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D:/pasar_fix/node_modules/.bun/react-aria@3.50.0+d0e719b86e9808b5/node_modules/react-aria/dist/private/intl/menu/ro-RO.js.map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D:/pasar_fix/node_modules/.bun/react-aria@3.50.0+d0e719b86e9808b5/node_modules/react-aria/dist/private/intl/menu/ro-RO.mjs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D:/pasar_fix/node_modules/.bun/react-aria@3.50.0+d0e719b86e9808b5/node_modules/react-aria/dist/private/intl/menu/ro-RO.mjs.map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D:/pasar_fix/node_modules/.bun/react-aria@3.50.0+d0e719b86e9808b5/node_modules/react-aria/dist/private/intl/menu/ru-RU.cjs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D:/pasar_fix/node_modules/.bun/react-aria@3.50.0+d0e719b86e9808b5/node_modules/react-aria/dist/private/intl/menu/ru-RU.cjs.map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D:/pasar_fix/node_modules/.bun/react-aria@3.50.0+d0e719b86e9808b5/node_modules/react-aria/dist/private/intl/menu/ru-RU.js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D:/pasar_fix/node_modules/.bun/react-aria@3.50.0+d0e719b86e9808b5/node_modules/react-aria/dist/private/intl/menu/ru-RU.js.map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D:/pasar_fix/node_modules/.bun/react-aria@3.50.0+d0e719b86e9808b5/node_modules/react-aria/dist/private/intl/menu/ru-RU.mjs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D:/pasar_fix/node_modules/.bun/react-aria@3.50.0+d0e719b86e9808b5/node_modules/react-aria/dist/private/intl/menu/ru-RU.mjs.map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D:/pasar_fix/node_modules/.bun/react-aria@3.50.0+d0e719b86e9808b5/node_modules/react-aria/dist/private/intl/menu/sk-SK.cjs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D:/pasar_fix/node_modules/.bun/react-aria@3.50.0+d0e719b86e9808b5/node_modules/react-aria/dist/private/intl/menu/sk-SK.cjs.map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D:/pasar_fix/node_modules/.bun/react-aria@3.50.0+d0e719b86e9808b5/node_modules/react-aria/dist/private/intl/menu/sk-SK.js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D:/pasar_fix/node_modules/.bun/react-aria@3.50.0+d0e719b86e9808b5/node_modules/react-aria/dist/private/intl/menu/sk-SK.js.map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D:/pasar_fix/node_modules/.bun/react-aria@3.50.0+d0e719b86e9808b5/node_modules/react-aria/dist/private/intl/menu/sk-SK.mjs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D:/pasar_fix/node_modules/.bun/react-aria@3.50.0+d0e719b86e9808b5/node_modules/react-aria/dist/private/intl/menu/sk-SK.mjs.map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D:/pasar_fix/node_modules/.bun/react-aria@3.50.0+d0e719b86e9808b5/node_modules/react-aria/dist/private/intl/menu/sl-SI.cjs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D:/pasar_fix/node_modules/.bun/react-aria@3.50.0+d0e719b86e9808b5/node_modules/react-aria/dist/private/intl/menu/sl-SI.cjs.map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D:/pasar_fix/node_modules/.bun/react-aria@3.50.0+d0e719b86e9808b5/node_modules/react-aria/dist/private/intl/menu/sl-SI.js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D:/pasar_fix/node_modules/.bun/react-aria@3.50.0+d0e719b86e9808b5/node_modules/react-aria/dist/private/intl/menu/sl-SI.js.map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D:/pasar_fix/node_modules/.bun/react-aria@3.50.0+d0e719b86e9808b5/node_modules/react-aria/dist/private/intl/menu/sl-SI.mjs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D:/pasar_fix/node_modules/.bun/react-aria@3.50.0+d0e719b86e9808b5/node_modules/react-aria/dist/private/intl/menu/sl-SI.mjs.map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D:/pasar_fix/node_modules/.bun/react-aria@3.50.0+d0e719b86e9808b5/node_modules/react-aria/dist/private/intl/menu/sr-SP.cjs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D:/pasar_fix/node_modules/.bun/react-aria@3.50.0+d0e719b86e9808b5/node_modules/react-aria/dist/private/intl/menu/sr-SP.cjs.map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D:/pasar_fix/node_modules/.bun/react-aria@3.50.0+d0e719b86e9808b5/node_modules/react-aria/dist/private/intl/menu/sr-SP.js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D:/pasar_fix/node_modules/.bun/react-aria@3.50.0+d0e719b86e9808b5/node_modules/react-aria/dist/private/intl/menu/sr-SP.js.map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D:/pasar_fix/node_modules/.bun/react-aria@3.50.0+d0e719b86e9808b5/node_modules/react-aria/dist/private/intl/menu/sr-SP.mjs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D:/pasar_fix/node_modules/.bun/react-aria@3.50.0+d0e719b86e9808b5/node_modules/react-aria/dist/private/intl/menu/sr-SP.mjs.map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D:/pasar_fix/node_modules/.bun/react-aria@3.50.0+d0e719b86e9808b5/node_modules/react-aria/dist/private/intl/menu/sv-SE.cjs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D:/pasar_fix/node_modules/.bun/react-aria@3.50.0+d0e719b86e9808b5/node_modules/react-aria/dist/private/intl/menu/sv-SE.cjs.map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D:/pasar_fix/node_modules/.bun/react-aria@3.50.0+d0e719b86e9808b5/node_modules/react-aria/dist/private/intl/menu/sv-SE.js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D:/pasar_fix/node_modules/.bun/react-aria@3.50.0+d0e719b86e9808b5/node_modules/react-aria/dist/private/intl/menu/sv-SE.js.map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D:/pasar_fix/node_modules/.bun/react-aria@3.50.0+d0e719b86e9808b5/node_modules/react-aria/dist/private/intl/menu/sv-SE.mjs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D:/pasar_fix/node_modules/.bun/react-aria@3.50.0+d0e719b86e9808b5/node_modules/react-aria/dist/private/intl/menu/sv-SE.mjs.map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D:/pasar_fix/node_modules/.bun/react-aria@3.50.0+d0e719b86e9808b5/node_modules/react-aria/dist/private/intl/menu/tr-TR.cjs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D:/pasar_fix/node_modules/.bun/react-aria@3.50.0+d0e719b86e9808b5/node_modules/react-aria/dist/private/intl/menu/tr-TR.cjs.map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D:/pasar_fix/node_modules/.bun/react-aria@3.50.0+d0e719b86e9808b5/node_modules/react-aria/dist/private/intl/menu/tr-TR.js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D:/pasar_fix/node_modules/.bun/react-aria@3.50.0+d0e719b86e9808b5/node_modules/react-aria/dist/private/intl/menu/tr-TR.js.map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D:/pasar_fix/node_modules/.bun/react-aria@3.50.0+d0e719b86e9808b5/node_modules/react-aria/dist/private/intl/menu/tr-TR.mjs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D:/pasar_fix/node_modules/.bun/react-aria@3.50.0+d0e719b86e9808b5/node_modules/react-aria/dist/private/intl/menu/tr-TR.mjs.map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D:/pasar_fix/node_modules/.bun/react-aria@3.50.0+d0e719b86e9808b5/node_modules/react-aria/dist/private/intl/menu/uk-UA.cjs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D:/pasar_fix/node_modules/.bun/react-aria@3.50.0+d0e719b86e9808b5/node_modules/react-aria/dist/private/intl/menu/uk-UA.cjs.map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D:/pasar_fix/node_modules/.bun/react-aria@3.50.0+d0e719b86e9808b5/node_modules/react-aria/dist/private/intl/menu/uk-UA.js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D:/pasar_fix/node_modules/.bun/react-aria@3.50.0+d0e719b86e9808b5/node_modules/react-aria/dist/private/intl/menu/uk-UA.js.map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D:/pasar_fix/node_modules/.bun/react-aria@3.50.0+d0e719b86e9808b5/node_modules/react-aria/dist/private/intl/menu/uk-UA.mjs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D:/pasar_fix/node_modules/.bun/react-aria@3.50.0+d0e719b86e9808b5/node_modules/react-aria/dist/private/intl/menu/uk-UA.mjs.map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D:/pasar_fix/node_modules/.bun/react-aria@3.50.0+d0e719b86e9808b5/node_modules/react-aria/dist/private/intl/menu/zh-CN.cjs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D:/pasar_fix/node_modules/.bun/react-aria@3.50.0+d0e719b86e9808b5/node_modules/react-aria/dist/private/intl/menu/zh-CN.cjs.map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D:/pasar_fix/node_modules/.bun/react-aria@3.50.0+d0e719b86e9808b5/node_modules/react-aria/dist/private/intl/menu/zh-CN.js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D:/pasar_fix/node_modules/.bun/react-aria@3.50.0+d0e719b86e9808b5/node_modules/react-aria/dist/private/intl/menu/zh-CN.js.map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D:/pasar_fix/node_modules/.bun/react-aria@3.50.0+d0e719b86e9808b5/node_modules/react-aria/dist/private/intl/menu/zh-CN.mjs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D:/pasar_fix/node_modules/.bun/react-aria@3.50.0+d0e719b86e9808b5/node_modules/react-aria/dist/private/intl/menu/zh-CN.mjs.map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D:/pasar_fix/node_modules/.bun/react-aria@3.50.0+d0e719b86e9808b5/node_modules/react-aria/dist/private/intl/menu/zh-TW.cjs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D:/pasar_fix/node_modules/.bun/react-aria@3.50.0+d0e719b86e9808b5/node_modules/react-aria/dist/private/intl/menu/zh-TW.cjs.map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D:/pasar_fix/node_modules/.bun/react-aria@3.50.0+d0e719b86e9808b5/node_modules/react-aria/dist/private/intl/menu/zh-TW.js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D:/pasar_fix/node_modules/.bun/react-aria@3.50.0+d0e719b86e9808b5/node_modules/react-aria/dist/private/intl/menu/zh-TW.js.map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D:/pasar_fix/node_modules/.bun/react-aria@3.50.0+d0e719b86e9808b5/node_modules/react-aria/dist/private/intl/menu/zh-TW.mjs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D:/pasar_fix/node_modules/.bun/react-aria@3.50.0+d0e719b86e9808b5/node_modules/react-aria/dist/private/intl/menu/zh-TW.mjs.map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D:/pasar_fix/node_modules/.bun/react-aria@3.50.0+d0e719b86e9808b5/node_modules/react-aria/dist/private/intl/numberfield/ar-AE.cjs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D:/pasar_fix/node_modules/.bun/react-aria@3.50.0+d0e719b86e9808b5/node_modules/react-aria/dist/private/intl/numberfield/ar-AE.cjs.map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D:/pasar_fix/node_modules/.bun/react-aria@3.50.0+d0e719b86e9808b5/node_modules/react-aria/dist/private/intl/numberfield/ar-AE.js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D:/pasar_fix/node_modules/.bun/react-aria@3.50.0+d0e719b86e9808b5/node_modules/react-aria/dist/private/intl/numberfield/ar-AE.js.map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D:/pasar_fix/node_modules/.bun/react-aria@3.50.0+d0e719b86e9808b5/node_modules/react-aria/dist/private/intl/numberfield/ar-AE.mjs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D:/pasar_fix/node_modules/.bun/react-aria@3.50.0+d0e719b86e9808b5/node_modules/react-aria/dist/private/intl/numberfield/ar-AE.mjs.map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D:/pasar_fix/node_modules/.bun/react-aria@3.50.0+d0e719b86e9808b5/node_modules/react-aria/dist/private/intl/numberfield/bg-BG.cjs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D:/pasar_fix/node_modules/.bun/react-aria@3.50.0+d0e719b86e9808b5/node_modules/react-aria/dist/private/intl/numberfield/bg-BG.cjs.map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D:/pasar_fix/node_modules/.bun/react-aria@3.50.0+d0e719b86e9808b5/node_modules/react-aria/dist/private/intl/numberfield/bg-BG.js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D:/pasar_fix/node_modules/.bun/react-aria@3.50.0+d0e719b86e9808b5/node_modules/react-aria/dist/private/intl/numberfield/bg-BG.js.map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D:/pasar_fix/node_modules/.bun/react-aria@3.50.0+d0e719b86e9808b5/node_modules/react-aria/dist/private/intl/numberfield/bg-BG.mjs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D:/pasar_fix/node_modules/.bun/react-aria@3.50.0+d0e719b86e9808b5/node_modules/react-aria/dist/private/intl/numberfield/bg-BG.mjs.map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D:/pasar_fix/node_modules/.bun/react-aria@3.50.0+d0e719b86e9808b5/node_modules/react-aria/dist/private/intl/numberfield/cs-CZ.cjs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D:/pasar_fix/node_modules/.bun/react-aria@3.50.0+d0e719b86e9808b5/node_modules/react-aria/dist/private/intl/numberfield/cs-CZ.cjs.map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D:/pasar_fix/node_modules/.bun/react-aria@3.50.0+d0e719b86e9808b5/node_modules/react-aria/dist/private/intl/numberfield/cs-CZ.js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D:/pasar_fix/node_modules/.bun/react-aria@3.50.0+d0e719b86e9808b5/node_modules/react-aria/dist/private/intl/numberfield/cs-CZ.js.map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D:/pasar_fix/node_modules/.bun/react-aria@3.50.0+d0e719b86e9808b5/node_modules/react-aria/dist/private/intl/numberfield/cs-CZ.mjs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D:/pasar_fix/node_modules/.bun/react-aria@3.50.0+d0e719b86e9808b5/node_modules/react-aria/dist/private/intl/numberfield/cs-CZ.mjs.map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D:/pasar_fix/node_modules/.bun/react-aria@3.50.0+d0e719b86e9808b5/node_modules/react-aria/dist/private/intl/numberfield/da-DK.cjs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D:/pasar_fix/node_modules/.bun/react-aria@3.50.0+d0e719b86e9808b5/node_modules/react-aria/dist/private/intl/numberfield/da-DK.cjs.map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D:/pasar_fix/node_modules/.bun/react-aria@3.50.0+d0e719b86e9808b5/node_modules/react-aria/dist/private/intl/numberfield/da-DK.js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D:/pasar_fix/node_modules/.bun/react-aria@3.50.0+d0e719b86e9808b5/node_modules/react-aria/dist/private/intl/numberfield/da-DK.js.map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D:/pasar_fix/node_modules/.bun/react-aria@3.50.0+d0e719b86e9808b5/node_modules/react-aria/dist/private/intl/numberfield/da-DK.mjs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D:/pasar_fix/node_modules/.bun/react-aria@3.50.0+d0e719b86e9808b5/node_modules/react-aria/dist/private/intl/numberfield/da-DK.mjs.map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D:/pasar_fix/node_modules/.bun/react-aria@3.50.0+d0e719b86e9808b5/node_modules/react-aria/dist/private/intl/numberfield/de-DE.cjs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D:/pasar_fix/node_modules/.bun/react-aria@3.50.0+d0e719b86e9808b5/node_modules/react-aria/dist/private/intl/numberfield/de-DE.cjs.map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D:/pasar_fix/node_modules/.bun/react-aria@3.50.0+d0e719b86e9808b5/node_modules/react-aria/dist/private/intl/numberfield/de-DE.js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D:/pasar_fix/node_modules/.bun/react-aria@3.50.0+d0e719b86e9808b5/node_modules/react-aria/dist/private/intl/numberfield/de-DE.js.map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D:/pasar_fix/node_modules/.bun/react-aria@3.50.0+d0e719b86e9808b5/node_modules/react-aria/dist/private/intl/numberfield/de-DE.mjs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D:/pasar_fix/node_modules/.bun/react-aria@3.50.0+d0e719b86e9808b5/node_modules/react-aria/dist/private/intl/numberfield/de-DE.mjs.map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D:/pasar_fix/node_modules/.bun/react-aria@3.50.0+d0e719b86e9808b5/node_modules/react-aria/dist/private/intl/numberfield/el-GR.cjs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D:/pasar_fix/node_modules/.bun/react-aria@3.50.0+d0e719b86e9808b5/node_modules/react-aria/dist/private/intl/numberfield/el-GR.cjs.map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D:/pasar_fix/node_modules/.bun/react-aria@3.50.0+d0e719b86e9808b5/node_modules/react-aria/dist/private/intl/numberfield/el-GR.js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D:/pasar_fix/node_modules/.bun/react-aria@3.50.0+d0e719b86e9808b5/node_modules/react-aria/dist/private/intl/numberfield/el-GR.js.map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D:/pasar_fix/node_modules/.bun/react-aria@3.50.0+d0e719b86e9808b5/node_modules/react-aria/dist/private/intl/numberfield/el-GR.mjs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D:/pasar_fix/node_modules/.bun/react-aria@3.50.0+d0e719b86e9808b5/node_modules/react-aria/dist/private/intl/numberfield/el-GR.mjs.map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D:/pasar_fix/node_modules/.bun/react-aria@3.50.0+d0e719b86e9808b5/node_modules/react-aria/dist/private/intl/numberfield/en-US.cjs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D:/pasar_fix/node_modules/.bun/react-aria@3.50.0+d0e719b86e9808b5/node_modules/react-aria/dist/private/intl/numberfield/en-US.cjs.map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D:/pasar_fix/node_modules/.bun/react-aria@3.50.0+d0e719b86e9808b5/node_modules/react-aria/dist/private/intl/numberfield/en-US.js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D:/pasar_fix/node_modules/.bun/react-aria@3.50.0+d0e719b86e9808b5/node_modules/react-aria/dist/private/intl/numberfield/en-US.js.map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D:/pasar_fix/node_modules/.bun/react-aria@3.50.0+d0e719b86e9808b5/node_modules/react-aria/dist/private/intl/numberfield/en-US.mjs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D:/pasar_fix/node_modules/.bun/react-aria@3.50.0+d0e719b86e9808b5/node_modules/react-aria/dist/private/intl/numberfield/en-US.mjs.map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D:/pasar_fix/node_modules/.bun/react-aria@3.50.0+d0e719b86e9808b5/node_modules/react-aria/dist/private/intl/numberfield/es-ES.cjs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D:/pasar_fix/node_modules/.bun/react-aria@3.50.0+d0e719b86e9808b5/node_modules/react-aria/dist/private/intl/numberfield/es-ES.cjs.map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D:/pasar_fix/node_modules/.bun/react-aria@3.50.0+d0e719b86e9808b5/node_modules/react-aria/dist/private/intl/numberfield/es-ES.js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D:/pasar_fix/node_modules/.bun/react-aria@3.50.0+d0e719b86e9808b5/node_modules/react-aria/dist/private/intl/numberfield/es-ES.js.map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D:/pasar_fix/node_modules/.bun/react-aria@3.50.0+d0e719b86e9808b5/node_modules/react-aria/dist/private/intl/numberfield/es-ES.mjs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D:/pasar_fix/node_modules/.bun/react-aria@3.50.0+d0e719b86e9808b5/node_modules/react-aria/dist/private/intl/numberfield/es-ES.mjs.map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D:/pasar_fix/node_modules/.bun/react-aria@3.50.0+d0e719b86e9808b5/node_modules/react-aria/dist/private/intl/numberfield/et-EE.cjs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D:/pasar_fix/node_modules/.bun/react-aria@3.50.0+d0e719b86e9808b5/node_modules/react-aria/dist/private/intl/numberfield/et-EE.cjs.map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D:/pasar_fix/node_modules/.bun/react-aria@3.50.0+d0e719b86e9808b5/node_modules/react-aria/dist/private/intl/numberfield/et-EE.js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D:/pasar_fix/node_modules/.bun/react-aria@3.50.0+d0e719b86e9808b5/node_modules/react-aria/dist/private/intl/numberfield/et-EE.js.map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D:/pasar_fix/node_modules/.bun/react-aria@3.50.0+d0e719b86e9808b5/node_modules/react-aria/dist/private/intl/numberfield/et-EE.mjs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D:/pasar_fix/node_modules/.bun/react-aria@3.50.0+d0e719b86e9808b5/node_modules/react-aria/dist/private/intl/numberfield/et-EE.mjs.map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D:/pasar_fix/node_modules/.bun/react-aria@3.50.0+d0e719b86e9808b5/node_modules/react-aria/dist/private/intl/numberfield/fi-FI.cjs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D:/pasar_fix/node_modules/.bun/react-aria@3.50.0+d0e719b86e9808b5/node_modules/react-aria/dist/private/intl/numberfield/fi-FI.cjs.map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D:/pasar_fix/node_modules/.bun/react-aria@3.50.0+d0e719b86e9808b5/node_modules/react-aria/dist/private/intl/numberfield/fi-FI.js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D:/pasar_fix/node_modules/.bun/react-aria@3.50.0+d0e719b86e9808b5/node_modules/react-aria/dist/private/intl/numberfield/fi-FI.js.map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D:/pasar_fix/node_modules/.bun/react-aria@3.50.0+d0e719b86e9808b5/node_modules/react-aria/dist/private/intl/numberfield/fi-FI.mjs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D:/pasar_fix/node_modules/.bun/react-aria@3.50.0+d0e719b86e9808b5/node_modules/react-aria/dist/private/intl/numberfield/fi-FI.mjs.map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D:/pasar_fix/node_modules/.bun/react-aria@3.50.0+d0e719b86e9808b5/node_modules/react-aria/dist/private/intl/numberfield/fr-FR.cjs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D:/pasar_fix/node_modules/.bun/react-aria@3.50.0+d0e719b86e9808b5/node_modules/react-aria/dist/private/intl/numberfield/fr-FR.cjs.map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D:/pasar_fix/node_modules/.bun/react-aria@3.50.0+d0e719b86e9808b5/node_modules/react-aria/dist/private/intl/numberfield/fr-FR.js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D:/pasar_fix/node_modules/.bun/react-aria@3.50.0+d0e719b86e9808b5/node_modules/react-aria/dist/private/intl/numberfield/fr-FR.js.map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D:/pasar_fix/node_modules/.bun/react-aria@3.50.0+d0e719b86e9808b5/node_modules/react-aria/dist/private/intl/numberfield/fr-FR.mjs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D:/pasar_fix/node_modules/.bun/react-aria@3.50.0+d0e719b86e9808b5/node_modules/react-aria/dist/private/intl/numberfield/fr-FR.mjs.map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D:/pasar_fix/node_modules/.bun/react-aria@3.50.0+d0e719b86e9808b5/node_modules/react-aria/dist/private/intl/numberfield/he-IL.cjs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D:/pasar_fix/node_modules/.bun/react-aria@3.50.0+d0e719b86e9808b5/node_modules/react-aria/dist/private/intl/numberfield/he-IL.cjs.map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D:/pasar_fix/node_modules/.bun/react-aria@3.50.0+d0e719b86e9808b5/node_modules/react-aria/dist/private/intl/numberfield/he-IL.js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D:/pasar_fix/node_modules/.bun/react-aria@3.50.0+d0e719b86e9808b5/node_modules/react-aria/dist/private/intl/numberfield/he-IL.js.map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D:/pasar_fix/node_modules/.bun/react-aria@3.50.0+d0e719b86e9808b5/node_modules/react-aria/dist/private/intl/numberfield/he-IL.mjs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D:/pasar_fix/node_modules/.bun/react-aria@3.50.0+d0e719b86e9808b5/node_modules/react-aria/dist/private/intl/numberfield/he-IL.mjs.map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D:/pasar_fix/node_modules/.bun/react-aria@3.50.0+d0e719b86e9808b5/node_modules/react-aria/dist/private/intl/numberfield/hr-HR.cjs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D:/pasar_fix/node_modules/.bun/react-aria@3.50.0+d0e719b86e9808b5/node_modules/react-aria/dist/private/intl/numberfield/hr-HR.cjs.map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D:/pasar_fix/node_modules/.bun/react-aria@3.50.0+d0e719b86e9808b5/node_modules/react-aria/dist/private/intl/numberfield/hr-HR.js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D:/pasar_fix/node_modules/.bun/react-aria@3.50.0+d0e719b86e9808b5/node_modules/react-aria/dist/private/intl/numberfield/hr-HR.js.map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D:/pasar_fix/node_modules/.bun/react-aria@3.50.0+d0e719b86e9808b5/node_modules/react-aria/dist/private/intl/numberfield/hr-HR.mjs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D:/pasar_fix/node_modules/.bun/react-aria@3.50.0+d0e719b86e9808b5/node_modules/react-aria/dist/private/intl/numberfield/hr-HR.mjs.map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D:/pasar_fix/node_modules/.bun/react-aria@3.50.0+d0e719b86e9808b5/node_modules/react-aria/dist/private/intl/numberfield/hu-HU.cjs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D:/pasar_fix/node_modules/.bun/react-aria@3.50.0+d0e719b86e9808b5/node_modules/react-aria/dist/private/intl/numberfield/hu-HU.cjs.map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D:/pasar_fix/node_modules/.bun/react-aria@3.50.0+d0e719b86e9808b5/node_modules/react-aria/dist/private/intl/numberfield/hu-HU.js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D:/pasar_fix/node_modules/.bun/react-aria@3.50.0+d0e719b86e9808b5/node_modules/react-aria/dist/private/intl/numberfield/hu-HU.js.map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D:/pasar_fix/node_modules/.bun/react-aria@3.50.0+d0e719b86e9808b5/node_modules/react-aria/dist/private/intl/numberfield/hu-HU.mjs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D:/pasar_fix/node_modules/.bun/react-aria@3.50.0+d0e719b86e9808b5/node_modules/react-aria/dist/private/intl/numberfield/hu-HU.mjs.map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D:/pasar_fix/node_modules/.bun/react-aria@3.50.0+d0e719b86e9808b5/node_modules/react-aria/dist/private/intl/numberfield/it-IT.cjs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D:/pasar_fix/node_modules/.bun/react-aria@3.50.0+d0e719b86e9808b5/node_modules/react-aria/dist/private/intl/numberfield/it-IT.cjs.map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D:/pasar_fix/node_modules/.bun/react-aria@3.50.0+d0e719b86e9808b5/node_modules/react-aria/dist/private/intl/numberfield/it-IT.js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D:/pasar_fix/node_modules/.bun/react-aria@3.50.0+d0e719b86e9808b5/node_modules/react-aria/dist/private/intl/numberfield/it-IT.js.map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D:/pasar_fix/node_modules/.bun/react-aria@3.50.0+d0e719b86e9808b5/node_modules/react-aria/dist/private/intl/numberfield/it-IT.mjs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D:/pasar_fix/node_modules/.bun/react-aria@3.50.0+d0e719b86e9808b5/node_modules/react-aria/dist/private/intl/numberfield/it-IT.mjs.map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D:/pasar_fix/node_modules/.bun/react-aria@3.50.0+d0e719b86e9808b5/node_modules/react-aria/dist/private/intl/numberfield/ja-JP.cjs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D:/pasar_fix/node_modules/.bun/react-aria@3.50.0+d0e719b86e9808b5/node_modules/react-aria/dist/private/intl/numberfield/ja-JP.cjs.map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D:/pasar_fix/node_modules/.bun/react-aria@3.50.0+d0e719b86e9808b5/node_modules/react-aria/dist/private/intl/numberfield/ja-JP.js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D:/pasar_fix/node_modules/.bun/react-aria@3.50.0+d0e719b86e9808b5/node_modules/react-aria/dist/private/intl/numberfield/ja-JP.js.map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D:/pasar_fix/node_modules/.bun/react-aria@3.50.0+d0e719b86e9808b5/node_modules/react-aria/dist/private/intl/numberfield/ja-JP.mjs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D:/pasar_fix/node_modules/.bun/react-aria@3.50.0+d0e719b86e9808b5/node_modules/react-aria/dist/private/intl/numberfield/ja-JP.mjs.map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D:/pasar_fix/node_modules/.bun/react-aria@3.50.0+d0e719b86e9808b5/node_modules/react-aria/dist/private/intl/numberfield/ko-KR.cjs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D:/pasar_fix/node_modules/.bun/react-aria@3.50.0+d0e719b86e9808b5/node_modules/react-aria/dist/private/intl/numberfield/ko-KR.cjs.map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D:/pasar_fix/node_modules/.bun/react-aria@3.50.0+d0e719b86e9808b5/node_modules/react-aria/dist/private/intl/numberfield/ko-KR.js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D:/pasar_fix/node_modules/.bun/react-aria@3.50.0+d0e719b86e9808b5/node_modules/react-aria/dist/private/intl/numberfield/ko-KR.js.map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D:/pasar_fix/node_modules/.bun/react-aria@3.50.0+d0e719b86e9808b5/node_modules/react-aria/dist/private/intl/numberfield/ko-KR.mjs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D:/pasar_fix/node_modules/.bun/react-aria@3.50.0+d0e719b86e9808b5/node_modules/react-aria/dist/private/intl/numberfield/ko-KR.mjs.map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D:/pasar_fix/node_modules/.bun/react-aria@3.50.0+d0e719b86e9808b5/node_modules/react-aria/dist/private/intl/numberfield/lt-LT.cjs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D:/pasar_fix/node_modules/.bun/react-aria@3.50.0+d0e719b86e9808b5/node_modules/react-aria/dist/private/intl/numberfield/lt-LT.cjs.map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D:/pasar_fix/node_modules/.bun/react-aria@3.50.0+d0e719b86e9808b5/node_modules/react-aria/dist/private/intl/numberfield/lt-LT.js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D:/pasar_fix/node_modules/.bun/react-aria@3.50.0+d0e719b86e9808b5/node_modules/react-aria/dist/private/intl/numberfield/lt-LT.js.map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D:/pasar_fix/node_modules/.bun/react-aria@3.50.0+d0e719b86e9808b5/node_modules/react-aria/dist/private/intl/numberfield/lt-LT.mjs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D:/pasar_fix/node_modules/.bun/react-aria@3.50.0+d0e719b86e9808b5/node_modules/react-aria/dist/private/intl/numberfield/lt-LT.mjs.map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D:/pasar_fix/node_modules/.bun/react-aria@3.50.0+d0e719b86e9808b5/node_modules/react-aria/dist/private/intl/numberfield/lv-LV.cjs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D:/pasar_fix/node_modules/.bun/react-aria@3.50.0+d0e719b86e9808b5/node_modules/react-aria/dist/private/intl/numberfield/lv-LV.cjs.map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D:/pasar_fix/node_modules/.bun/react-aria@3.50.0+d0e719b86e9808b5/node_modules/react-aria/dist/private/intl/numberfield/lv-LV.js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D:/pasar_fix/node_modules/.bun/react-aria@3.50.0+d0e719b86e9808b5/node_modules/react-aria/dist/private/intl/numberfield/lv-LV.js.map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D:/pasar_fix/node_modules/.bun/react-aria@3.50.0+d0e719b86e9808b5/node_modules/react-aria/dist/private/intl/numberfield/lv-LV.mjs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D:/pasar_fix/node_modules/.bun/react-aria@3.50.0+d0e719b86e9808b5/node_modules/react-aria/dist/private/intl/numberfield/lv-LV.mjs.map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D:/pasar_fix/node_modules/.bun/react-aria@3.50.0+d0e719b86e9808b5/node_modules/react-aria/dist/private/intl/numberfield/nb-NO.cjs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D:/pasar_fix/node_modules/.bun/react-aria@3.50.0+d0e719b86e9808b5/node_modules/react-aria/dist/private/intl/numberfield/nb-NO.cjs.map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D:/pasar_fix/node_modules/.bun/react-aria@3.50.0+d0e719b86e9808b5/node_modules/react-aria/dist/private/intl/numberfield/nb-NO.js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D:/pasar_fix/node_modules/.bun/react-aria@3.50.0+d0e719b86e9808b5/node_modules/react-aria/dist/private/intl/numberfield/nb-NO.js.map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D:/pasar_fix/node_modules/.bun/react-aria@3.50.0+d0e719b86e9808b5/node_modules/react-aria/dist/private/intl/numberfield/nb-NO.mjs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D:/pasar_fix/node_modules/.bun/react-aria@3.50.0+d0e719b86e9808b5/node_modules/react-aria/dist/private/intl/numberfield/nb-NO.mjs.map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D:/pasar_fix/node_modules/.bun/react-aria@3.50.0+d0e719b86e9808b5/node_modules/react-aria/dist/private/intl/numberfield/nl-NL.cjs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D:/pasar_fix/node_modules/.bun/react-aria@3.50.0+d0e719b86e9808b5/node_modules/react-aria/dist/private/intl/numberfield/nl-NL.cjs.map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D:/pasar_fix/node_modules/.bun/react-aria@3.50.0+d0e719b86e9808b5/node_modules/react-aria/dist/private/intl/numberfield/nl-NL.js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D:/pasar_fix/node_modules/.bun/react-aria@3.50.0+d0e719b86e9808b5/node_modules/react-aria/dist/private/intl/numberfield/nl-NL.js.map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D:/pasar_fix/node_modules/.bun/react-aria@3.50.0+d0e719b86e9808b5/node_modules/react-aria/dist/private/intl/numberfield/nl-NL.mjs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D:/pasar_fix/node_modules/.bun/react-aria@3.50.0+d0e719b86e9808b5/node_modules/react-aria/dist/private/intl/numberfield/nl-NL.mjs.map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D:/pasar_fix/node_modules/.bun/react-aria@3.50.0+d0e719b86e9808b5/node_modules/react-aria/dist/private/intl/numberfield/pl-PL.cjs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D:/pasar_fix/node_modules/.bun/react-aria@3.50.0+d0e719b86e9808b5/node_modules/react-aria/dist/private/intl/numberfield/pl-PL.cjs.map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D:/pasar_fix/node_modules/.bun/react-aria@3.50.0+d0e719b86e9808b5/node_modules/react-aria/dist/private/intl/numberfield/pl-PL.js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D:/pasar_fix/node_modules/.bun/react-aria@3.50.0+d0e719b86e9808b5/node_modules/react-aria/dist/private/intl/numberfield/pl-PL.js.map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D:/pasar_fix/node_modules/.bun/react-aria@3.50.0+d0e719b86e9808b5/node_modules/react-aria/dist/private/intl/numberfield/pl-PL.mjs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D:/pasar_fix/node_modules/.bun/react-aria@3.50.0+d0e719b86e9808b5/node_modules/react-aria/dist/private/intl/numberfield/pl-PL.mjs.map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D:/pasar_fix/node_modules/.bun/react-aria@3.50.0+d0e719b86e9808b5/node_modules/react-aria/dist/private/intl/numberfield/pt-BR.cjs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D:/pasar_fix/node_modules/.bun/react-aria@3.50.0+d0e719b86e9808b5/node_modules/react-aria/dist/private/intl/numberfield/pt-BR.cjs.map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D:/pasar_fix/node_modules/.bun/react-aria@3.50.0+d0e719b86e9808b5/node_modules/react-aria/dist/private/intl/numberfield/pt-BR.js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D:/pasar_fix/node_modules/.bun/react-aria@3.50.0+d0e719b86e9808b5/node_modules/react-aria/dist/private/intl/numberfield/pt-BR.js.map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D:/pasar_fix/node_modules/.bun/react-aria@3.50.0+d0e719b86e9808b5/node_modules/react-aria/dist/private/intl/numberfield/pt-BR.mjs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D:/pasar_fix/node_modules/.bun/react-aria@3.50.0+d0e719b86e9808b5/node_modules/react-aria/dist/private/intl/numberfield/pt-BR.mjs.map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D:/pasar_fix/node_modules/.bun/react-aria@3.50.0+d0e719b86e9808b5/node_modules/react-aria/dist/private/intl/numberfield/pt-PT.cjs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D:/pasar_fix/node_modules/.bun/react-aria@3.50.0+d0e719b86e9808b5/node_modules/react-aria/dist/private/intl/numberfield/pt-PT.cjs.map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D:/pasar_fix/node_modules/.bun/react-aria@3.50.0+d0e719b86e9808b5/node_modules/react-aria/dist/private/intl/numberfield/pt-PT.js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D:/pasar_fix/node_modules/.bun/react-aria@3.50.0+d0e719b86e9808b5/node_modules/react-aria/dist/private/intl/numberfield/pt-PT.js.map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D:/pasar_fix/node_modules/.bun/react-aria@3.50.0+d0e719b86e9808b5/node_modules/react-aria/dist/private/intl/numberfield/pt-PT.mjs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D:/pasar_fix/node_modules/.bun/react-aria@3.50.0+d0e719b86e9808b5/node_modules/react-aria/dist/private/intl/numberfield/pt-PT.mjs.map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D:/pasar_fix/node_modules/.bun/react-aria@3.50.0+d0e719b86e9808b5/node_modules/react-aria/dist/private/intl/numberfield/ro-RO.cjs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D:/pasar_fix/node_modules/.bun/react-aria@3.50.0+d0e719b86e9808b5/node_modules/react-aria/dist/private/intl/numberfield/ro-RO.cjs.map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D:/pasar_fix/node_modules/.bun/react-aria@3.50.0+d0e719b86e9808b5/node_modules/react-aria/dist/private/intl/numberfield/ro-RO.js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D:/pasar_fix/node_modules/.bun/react-aria@3.50.0+d0e719b86e9808b5/node_modules/react-aria/dist/private/intl/numberfield/ro-RO.js.map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D:/pasar_fix/node_modules/.bun/react-aria@3.50.0+d0e719b86e9808b5/node_modules/react-aria/dist/private/intl/numberfield/ro-RO.mjs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D:/pasar_fix/node_modules/.bun/react-aria@3.50.0+d0e719b86e9808b5/node_modules/react-aria/dist/private/intl/numberfield/ro-RO.mjs.map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D:/pasar_fix/node_modules/.bun/react-aria@3.50.0+d0e719b86e9808b5/node_modules/react-aria/dist/private/intl/numberfield/ru-RU.cjs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D:/pasar_fix/node_modules/.bun/react-aria@3.50.0+d0e719b86e9808b5/node_modules/react-aria/dist/private/intl/numberfield/ru-RU.cjs.map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D:/pasar_fix/node_modules/.bun/react-aria@3.50.0+d0e719b86e9808b5/node_modules/react-aria/dist/private/intl/numberfield/ru-RU.js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D:/pasar_fix/node_modules/.bun/react-aria@3.50.0+d0e719b86e9808b5/node_modules/react-aria/dist/private/intl/numberfield/ru-RU.js.map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D:/pasar_fix/node_modules/.bun/react-aria@3.50.0+d0e719b86e9808b5/node_modules/react-aria/dist/private/intl/numberfield/ru-RU.mjs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D:/pasar_fix/node_modules/.bun/react-aria@3.50.0+d0e719b86e9808b5/node_modules/react-aria/dist/private/intl/numberfield/ru-RU.mjs.map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D:/pasar_fix/node_modules/.bun/react-aria@3.50.0+d0e719b86e9808b5/node_modules/react-aria/dist/private/intl/numberfield/sk-SK.cjs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D:/pasar_fix/node_modules/.bun/react-aria@3.50.0+d0e719b86e9808b5/node_modules/react-aria/dist/private/intl/numberfield/sk-SK.cjs.map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D:/pasar_fix/node_modules/.bun/react-aria@3.50.0+d0e719b86e9808b5/node_modules/react-aria/dist/private/intl/numberfield/sk-SK.js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D:/pasar_fix/node_modules/.bun/react-aria@3.50.0+d0e719b86e9808b5/node_modules/react-aria/dist/private/intl/numberfield/sk-SK.js.map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D:/pasar_fix/node_modules/.bun/react-aria@3.50.0+d0e719b86e9808b5/node_modules/react-aria/dist/private/intl/numberfield/sk-SK.mjs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D:/pasar_fix/node_modules/.bun/react-aria@3.50.0+d0e719b86e9808b5/node_modules/react-aria/dist/private/intl/numberfield/sk-SK.mjs.map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D:/pasar_fix/node_modules/.bun/react-aria@3.50.0+d0e719b86e9808b5/node_modules/react-aria/dist/private/intl/numberfield/sl-SI.cjs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D:/pasar_fix/node_modules/.bun/react-aria@3.50.0+d0e719b86e9808b5/node_modules/react-aria/dist/private/intl/numberfield/sl-SI.cjs.map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D:/pasar_fix/node_modules/.bun/react-aria@3.50.0+d0e719b86e9808b5/node_modules/react-aria/dist/private/intl/numberfield/sl-SI.js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D:/pasar_fix/node_modules/.bun/react-aria@3.50.0+d0e719b86e9808b5/node_modules/react-aria/dist/private/intl/numberfield/sl-SI.js.map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D:/pasar_fix/node_modules/.bun/react-aria@3.50.0+d0e719b86e9808b5/node_modules/react-aria/dist/private/intl/numberfield/sl-SI.mjs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D:/pasar_fix/node_modules/.bun/react-aria@3.50.0+d0e719b86e9808b5/node_modules/react-aria/dist/private/intl/numberfield/sl-SI.mjs.map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D:/pasar_fix/node_modules/.bun/react-aria@3.50.0+d0e719b86e9808b5/node_modules/react-aria/dist/private/intl/numberfield/sr-SP.cjs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D:/pasar_fix/node_modules/.bun/react-aria@3.50.0+d0e719b86e9808b5/node_modules/react-aria/dist/private/intl/numberfield/sr-SP.cjs.map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D:/pasar_fix/node_modules/.bun/react-aria@3.50.0+d0e719b86e9808b5/node_modules/react-aria/dist/private/intl/numberfield/sr-SP.js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D:/pasar_fix/node_modules/.bun/react-aria@3.50.0+d0e719b86e9808b5/node_modules/react-aria/dist/private/intl/numberfield/sr-SP.js.map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D:/pasar_fix/node_modules/.bun/react-aria@3.50.0+d0e719b86e9808b5/node_modules/react-aria/dist/private/intl/numberfield/sr-SP.mjs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D:/pasar_fix/node_modules/.bun/react-aria@3.50.0+d0e719b86e9808b5/node_modules/react-aria/dist/private/intl/numberfield/sr-SP.mjs.map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D:/pasar_fix/node_modules/.bun/react-aria@3.50.0+d0e719b86e9808b5/node_modules/react-aria/dist/private/intl/numberfield/sv-SE.cjs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D:/pasar_fix/node_modules/.bun/react-aria@3.50.0+d0e719b86e9808b5/node_modules/react-aria/dist/private/intl/numberfield/sv-SE.cjs.map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D:/pasar_fix/node_modules/.bun/react-aria@3.50.0+d0e719b86e9808b5/node_modules/react-aria/dist/private/intl/numberfield/sv-SE.js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D:/pasar_fix/node_modules/.bun/react-aria@3.50.0+d0e719b86e9808b5/node_modules/react-aria/dist/private/intl/numberfield/sv-SE.js.map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D:/pasar_fix/node_modules/.bun/react-aria@3.50.0+d0e719b86e9808b5/node_modules/react-aria/dist/private/intl/numberfield/sv-SE.mjs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D:/pasar_fix/node_modules/.bun/react-aria@3.50.0+d0e719b86e9808b5/node_modules/react-aria/dist/private/intl/numberfield/sv-SE.mjs.map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D:/pasar_fix/node_modules/.bun/react-aria@3.50.0+d0e719b86e9808b5/node_modules/react-aria/dist/private/intl/numberfield/tr-TR.cjs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D:/pasar_fix/node_modules/.bun/react-aria@3.50.0+d0e719b86e9808b5/node_modules/react-aria/dist/private/intl/numberfield/tr-TR.cjs.map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D:/pasar_fix/node_modules/.bun/react-aria@3.50.0+d0e719b86e9808b5/node_modules/react-aria/dist/private/intl/numberfield/tr-TR.js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D:/pasar_fix/node_modules/.bun/react-aria@3.50.0+d0e719b86e9808b5/node_modules/react-aria/dist/private/intl/numberfield/tr-TR.js.map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D:/pasar_fix/node_modules/.bun/react-aria@3.50.0+d0e719b86e9808b5/node_modules/react-aria/dist/private/intl/numberfield/tr-TR.mjs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D:/pasar_fix/node_modules/.bun/react-aria@3.50.0+d0e719b86e9808b5/node_modules/react-aria/dist/private/intl/numberfield/tr-TR.mjs.map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D:/pasar_fix/node_modules/.bun/react-aria@3.50.0+d0e719b86e9808b5/node_modules/react-aria/dist/private/intl/numberfield/uk-UA.cjs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D:/pasar_fix/node_modules/.bun/react-aria@3.50.0+d0e719b86e9808b5/node_modules/react-aria/dist/private/intl/numberfield/uk-UA.cjs.map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D:/pasar_fix/node_modules/.bun/react-aria@3.50.0+d0e719b86e9808b5/node_modules/react-aria/dist/private/intl/numberfield/uk-UA.js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D:/pasar_fix/node_modules/.bun/react-aria@3.50.0+d0e719b86e9808b5/node_modules/react-aria/dist/private/intl/numberfield/uk-UA.js.map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D:/pasar_fix/node_modules/.bun/react-aria@3.50.0+d0e719b86e9808b5/node_modules/react-aria/dist/private/intl/numberfield/uk-UA.mjs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D:/pasar_fix/node_modules/.bun/react-aria@3.50.0+d0e719b86e9808b5/node_modules/react-aria/dist/private/intl/numberfield/uk-UA.mjs.map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D:/pasar_fix/node_modules/.bun/react-aria@3.50.0+d0e719b86e9808b5/node_modules/react-aria/dist/private/intl/numberfield/zh-CN.cjs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D:/pasar_fix/node_modules/.bun/react-aria@3.50.0+d0e719b86e9808b5/node_modules/react-aria/dist/private/intl/numberfield/zh-CN.cjs.map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D:/pasar_fix/node_modules/.bun/react-aria@3.50.0+d0e719b86e9808b5/node_modules/react-aria/dist/private/intl/numberfield/zh-CN.js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D:/pasar_fix/node_modules/.bun/react-aria@3.50.0+d0e719b86e9808b5/node_modules/react-aria/dist/private/intl/numberfield/zh-CN.js.map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D:/pasar_fix/node_modules/.bun/react-aria@3.50.0+d0e719b86e9808b5/node_modules/react-aria/dist/private/intl/numberfield/zh-CN.mjs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D:/pasar_fix/node_modules/.bun/react-aria@3.50.0+d0e719b86e9808b5/node_modules/react-aria/dist/private/intl/numberfield/zh-CN.mjs.map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D:/pasar_fix/node_modules/.bun/react-aria@3.50.0+d0e719b86e9808b5/node_modules/react-aria/dist/private/intl/numberfield/zh-TW.cjs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D:/pasar_fix/node_modules/.bun/react-aria@3.50.0+d0e719b86e9808b5/node_modules/react-aria/dist/private/intl/numberfield/zh-TW.cjs.map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D:/pasar_fix/node_modules/.bun/react-aria@3.50.0+d0e719b86e9808b5/node_modules/react-aria/dist/private/intl/numberfield/zh-TW.js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D:/pasar_fix/node_modules/.bun/react-aria@3.50.0+d0e719b86e9808b5/node_modules/react-aria/dist/private/intl/numberfield/zh-TW.js.map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D:/pasar_fix/node_modules/.bun/react-aria@3.50.0+d0e719b86e9808b5/node_modules/react-aria/dist/private/intl/numberfield/zh-TW.mjs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D:/pasar_fix/node_modules/.bun/react-aria@3.50.0+d0e719b86e9808b5/node_modules/react-aria/dist/private/intl/numberfield/zh-TW.mjs.map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D:/pasar_fix/node_modules/.bun/react-aria@3.50.0+d0e719b86e9808b5/node_modules/react-aria/dist/private/intl/overlays/ar-AE.cjs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D:/pasar_fix/node_modules/.bun/react-aria@3.50.0+d0e719b86e9808b5/node_modules/react-aria/dist/private/intl/overlays/ar-AE.cjs.map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D:/pasar_fix/node_modules/.bun/react-aria@3.50.0+d0e719b86e9808b5/node_modules/react-aria/dist/private/intl/overlays/ar-AE.js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D:/pasar_fix/node_modules/.bun/react-aria@3.50.0+d0e719b86e9808b5/node_modules/react-aria/dist/private/intl/overlays/ar-AE.js.map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D:/pasar_fix/node_modules/.bun/react-aria@3.50.0+d0e719b86e9808b5/node_modules/react-aria/dist/private/intl/overlays/ar-AE.mjs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D:/pasar_fix/node_modules/.bun/react-aria@3.50.0+d0e719b86e9808b5/node_modules/react-aria/dist/private/intl/overlays/ar-AE.mjs.map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D:/pasar_fix/node_modules/.bun/react-aria@3.50.0+d0e719b86e9808b5/node_modules/react-aria/dist/private/intl/overlays/bg-BG.cjs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D:/pasar_fix/node_modules/.bun/react-aria@3.50.0+d0e719b86e9808b5/node_modules/react-aria/dist/private/intl/overlays/bg-BG.cjs.map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D:/pasar_fix/node_modules/.bun/react-aria@3.50.0+d0e719b86e9808b5/node_modules/react-aria/dist/private/intl/overlays/bg-BG.js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D:/pasar_fix/node_modules/.bun/react-aria@3.50.0+d0e719b86e9808b5/node_modules/react-aria/dist/private/intl/overlays/bg-BG.js.map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D:/pasar_fix/node_modules/.bun/react-aria@3.50.0+d0e719b86e9808b5/node_modules/react-aria/dist/private/intl/overlays/bg-BG.mjs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D:/pasar_fix/node_modules/.bun/react-aria@3.50.0+d0e719b86e9808b5/node_modules/react-aria/dist/private/intl/overlays/bg-BG.mjs.map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D:/pasar_fix/node_modules/.bun/react-aria@3.50.0+d0e719b86e9808b5/node_modules/react-aria/dist/private/intl/overlays/cs-CZ.cjs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D:/pasar_fix/node_modules/.bun/react-aria@3.50.0+d0e719b86e9808b5/node_modules/react-aria/dist/private/intl/overlays/cs-CZ.cjs.map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D:/pasar_fix/node_modules/.bun/react-aria@3.50.0+d0e719b86e9808b5/node_modules/react-aria/dist/private/intl/overlays/cs-CZ.js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D:/pasar_fix/node_modules/.bun/react-aria@3.50.0+d0e719b86e9808b5/node_modules/react-aria/dist/private/intl/overlays/cs-CZ.js.map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D:/pasar_fix/node_modules/.bun/react-aria@3.50.0+d0e719b86e9808b5/node_modules/react-aria/dist/private/intl/overlays/cs-CZ.mjs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D:/pasar_fix/node_modules/.bun/react-aria@3.50.0+d0e719b86e9808b5/node_modules/react-aria/dist/private/intl/overlays/cs-CZ.mjs.map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D:/pasar_fix/node_modules/.bun/react-aria@3.50.0+d0e719b86e9808b5/node_modules/react-aria/dist/private/intl/overlays/da-DK.cjs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D:/pasar_fix/node_modules/.bun/react-aria@3.50.0+d0e719b86e9808b5/node_modules/react-aria/dist/private/intl/overlays/da-DK.cjs.map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D:/pasar_fix/node_modules/.bun/react-aria@3.50.0+d0e719b86e9808b5/node_modules/react-aria/dist/private/intl/overlays/da-DK.js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D:/pasar_fix/node_modules/.bun/react-aria@3.50.0+d0e719b86e9808b5/node_modules/react-aria/dist/private/intl/overlays/da-DK.js.map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D:/pasar_fix/node_modules/.bun/react-aria@3.50.0+d0e719b86e9808b5/node_modules/react-aria/dist/private/intl/overlays/da-DK.mjs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D:/pasar_fix/node_modules/.bun/react-aria@3.50.0+d0e719b86e9808b5/node_modules/react-aria/dist/private/intl/overlays/da-DK.mjs.map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D:/pasar_fix/node_modules/.bun/react-aria@3.50.0+d0e719b86e9808b5/node_modules/react-aria/dist/private/intl/overlays/de-DE.cjs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D:/pasar_fix/node_modules/.bun/react-aria@3.50.0+d0e719b86e9808b5/node_modules/react-aria/dist/private/intl/overlays/de-DE.cjs.map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D:/pasar_fix/node_modules/.bun/react-aria@3.50.0+d0e719b86e9808b5/node_modules/react-aria/dist/private/intl/overlays/de-DE.js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D:/pasar_fix/node_modules/.bun/react-aria@3.50.0+d0e719b86e9808b5/node_modules/react-aria/dist/private/intl/overlays/de-DE.js.map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D:/pasar_fix/node_modules/.bun/react-aria@3.50.0+d0e719b86e9808b5/node_modules/react-aria/dist/private/intl/overlays/de-DE.mjs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D:/pasar_fix/node_modules/.bun/react-aria@3.50.0+d0e719b86e9808b5/node_modules/react-aria/dist/private/intl/overlays/de-DE.mjs.map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D:/pasar_fix/node_modules/.bun/react-aria@3.50.0+d0e719b86e9808b5/node_modules/react-aria/dist/private/intl/overlays/el-GR.cjs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D:/pasar_fix/node_modules/.bun/react-aria@3.50.0+d0e719b86e9808b5/node_modules/react-aria/dist/private/intl/overlays/el-GR.cjs.map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D:/pasar_fix/node_modules/.bun/react-aria@3.50.0+d0e719b86e9808b5/node_modules/react-aria/dist/private/intl/overlays/el-GR.js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D:/pasar_fix/node_modules/.bun/react-aria@3.50.0+d0e719b86e9808b5/node_modules/react-aria/dist/private/intl/overlays/el-GR.js.map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D:/pasar_fix/node_modules/.bun/react-aria@3.50.0+d0e719b86e9808b5/node_modules/react-aria/dist/private/intl/overlays/el-GR.mjs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D:/pasar_fix/node_modules/.bun/react-aria@3.50.0+d0e719b86e9808b5/node_modules/react-aria/dist/private/intl/overlays/el-GR.mjs.map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D:/pasar_fix/node_modules/.bun/react-aria@3.50.0+d0e719b86e9808b5/node_modules/react-aria/dist/private/intl/overlays/en-US.cjs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D:/pasar_fix/node_modules/.bun/react-aria@3.50.0+d0e719b86e9808b5/node_modules/react-aria/dist/private/intl/overlays/en-US.cjs.map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D:/pasar_fix/node_modules/.bun/react-aria@3.50.0+d0e719b86e9808b5/node_modules/react-aria/dist/private/intl/overlays/en-US.js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D:/pasar_fix/node_modules/.bun/react-aria@3.50.0+d0e719b86e9808b5/node_modules/react-aria/dist/private/intl/overlays/en-US.js.map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D:/pasar_fix/node_modules/.bun/react-aria@3.50.0+d0e719b86e9808b5/node_modules/react-aria/dist/private/intl/overlays/en-US.mjs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D:/pasar_fix/node_modules/.bun/react-aria@3.50.0+d0e719b86e9808b5/node_modules/react-aria/dist/private/intl/overlays/en-US.mjs.map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D:/pasar_fix/node_modules/.bun/react-aria@3.50.0+d0e719b86e9808b5/node_modules/react-aria/dist/private/intl/overlays/es-ES.cjs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D:/pasar_fix/node_modules/.bun/react-aria@3.50.0+d0e719b86e9808b5/node_modules/react-aria/dist/private/intl/overlays/es-ES.cjs.map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D:/pasar_fix/node_modules/.bun/react-aria@3.50.0+d0e719b86e9808b5/node_modules/react-aria/dist/private/intl/overlays/es-ES.js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D:/pasar_fix/node_modules/.bun/react-aria@3.50.0+d0e719b86e9808b5/node_modules/react-aria/dist/private/intl/overlays/es-ES.js.map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D:/pasar_fix/node_modules/.bun/react-aria@3.50.0+d0e719b86e9808b5/node_modules/react-aria/dist/private/intl/overlays/es-ES.mjs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D:/pasar_fix/node_modules/.bun/react-aria@3.50.0+d0e719b86e9808b5/node_modules/react-aria/dist/private/intl/overlays/es-ES.mjs.map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D:/pasar_fix/node_modules/.bun/react-aria@3.50.0+d0e719b86e9808b5/node_modules/react-aria/dist/private/intl/overlays/et-EE.cjs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D:/pasar_fix/node_modules/.bun/react-aria@3.50.0+d0e719b86e9808b5/node_modules/react-aria/dist/private/intl/overlays/et-EE.cjs.map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D:/pasar_fix/node_modules/.bun/react-aria@3.50.0+d0e719b86e9808b5/node_modules/react-aria/dist/private/intl/overlays/et-EE.js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D:/pasar_fix/node_modules/.bun/react-aria@3.50.0+d0e719b86e9808b5/node_modules/react-aria/dist/private/intl/overlays/et-EE.js.map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D:/pasar_fix/node_modules/.bun/react-aria@3.50.0+d0e719b86e9808b5/node_modules/react-aria/dist/private/intl/overlays/et-EE.mjs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D:/pasar_fix/node_modules/.bun/react-aria@3.50.0+d0e719b86e9808b5/node_modules/react-aria/dist/private/intl/overlays/et-EE.mjs.map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D:/pasar_fix/node_modules/.bun/react-aria@3.50.0+d0e719b86e9808b5/node_modules/react-aria/dist/private/intl/overlays/fi-FI.cjs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D:/pasar_fix/node_modules/.bun/react-aria@3.50.0+d0e719b86e9808b5/node_modules/react-aria/dist/private/intl/overlays/fi-FI.cjs.map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D:/pasar_fix/node_modules/.bun/react-aria@3.50.0+d0e719b86e9808b5/node_modules/react-aria/dist/private/intl/overlays/fi-FI.js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D:/pasar_fix/node_modules/.bun/react-aria@3.50.0+d0e719b86e9808b5/node_modules/react-aria/dist/private/intl/overlays/fi-FI.js.map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D:/pasar_fix/node_modules/.bun/react-aria@3.50.0+d0e719b86e9808b5/node_modules/react-aria/dist/private/intl/overlays/fi-FI.mjs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D:/pasar_fix/node_modules/.bun/react-aria@3.50.0+d0e719b86e9808b5/node_modules/react-aria/dist/private/intl/overlays/fi-FI.mjs.map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D:/pasar_fix/node_modules/.bun/react-aria@3.50.0+d0e719b86e9808b5/node_modules/react-aria/dist/private/intl/overlays/fr-FR.cjs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D:/pasar_fix/node_modules/.bun/react-aria@3.50.0+d0e719b86e9808b5/node_modules/react-aria/dist/private/intl/overlays/fr-FR.cjs.map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D:/pasar_fix/node_modules/.bun/react-aria@3.50.0+d0e719b86e9808b5/node_modules/react-aria/dist/private/intl/overlays/fr-FR.js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D:/pasar_fix/node_modules/.bun/react-aria@3.50.0+d0e719b86e9808b5/node_modules/react-aria/dist/private/intl/overlays/fr-FR.js.map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D:/pasar_fix/node_modules/.bun/react-aria@3.50.0+d0e719b86e9808b5/node_modules/react-aria/dist/private/intl/overlays/fr-FR.mjs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D:/pasar_fix/node_modules/.bun/react-aria@3.50.0+d0e719b86e9808b5/node_modules/react-aria/dist/private/intl/overlays/fr-FR.mjs.map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D:/pasar_fix/node_modules/.bun/react-aria@3.50.0+d0e719b86e9808b5/node_modules/react-aria/dist/private/intl/overlays/he-IL.cjs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D:/pasar_fix/node_modules/.bun/react-aria@3.50.0+d0e719b86e9808b5/node_modules/react-aria/dist/private/intl/overlays/he-IL.cjs.map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D:/pasar_fix/node_modules/.bun/react-aria@3.50.0+d0e719b86e9808b5/node_modules/react-aria/dist/private/intl/overlays/he-IL.js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D:/pasar_fix/node_modules/.bun/react-aria@3.50.0+d0e719b86e9808b5/node_modules/react-aria/dist/private/intl/overlays/he-IL.js.map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D:/pasar_fix/node_modules/.bun/react-aria@3.50.0+d0e719b86e9808b5/node_modules/react-aria/dist/private/intl/overlays/he-IL.mjs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D:/pasar_fix/node_modules/.bun/react-aria@3.50.0+d0e719b86e9808b5/node_modules/react-aria/dist/private/intl/overlays/he-IL.mjs.map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D:/pasar_fix/node_modules/.bun/react-aria@3.50.0+d0e719b86e9808b5/node_modules/react-aria/dist/private/intl/overlays/hr-HR.cjs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D:/pasar_fix/node_modules/.bun/react-aria@3.50.0+d0e719b86e9808b5/node_modules/react-aria/dist/private/intl/overlays/hr-HR.cjs.map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D:/pasar_fix/node_modules/.bun/react-aria@3.50.0+d0e719b86e9808b5/node_modules/react-aria/dist/private/intl/overlays/hr-HR.js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D:/pasar_fix/node_modules/.bun/react-aria@3.50.0+d0e719b86e9808b5/node_modules/react-aria/dist/private/intl/overlays/hr-HR.js.map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D:/pasar_fix/node_modules/.bun/react-aria@3.50.0+d0e719b86e9808b5/node_modules/react-aria/dist/private/intl/overlays/hr-HR.mjs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D:/pasar_fix/node_modules/.bun/react-aria@3.50.0+d0e719b86e9808b5/node_modules/react-aria/dist/private/intl/overlays/hr-HR.mjs.map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D:/pasar_fix/node_modules/.bun/react-aria@3.50.0+d0e719b86e9808b5/node_modules/react-aria/dist/private/intl/overlays/hu-HU.cjs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D:/pasar_fix/node_modules/.bun/react-aria@3.50.0+d0e719b86e9808b5/node_modules/react-aria/dist/private/intl/overlays/hu-HU.cjs.map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D:/pasar_fix/node_modules/.bun/react-aria@3.50.0+d0e719b86e9808b5/node_modules/react-aria/dist/private/intl/overlays/hu-HU.js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D:/pasar_fix/node_modules/.bun/react-aria@3.50.0+d0e719b86e9808b5/node_modules/react-aria/dist/private/intl/overlays/hu-HU.js.map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D:/pasar_fix/node_modules/.bun/react-aria@3.50.0+d0e719b86e9808b5/node_modules/react-aria/dist/private/intl/overlays/hu-HU.mjs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D:/pasar_fix/node_modules/.bun/react-aria@3.50.0+d0e719b86e9808b5/node_modules/react-aria/dist/private/intl/overlays/hu-HU.mjs.map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D:/pasar_fix/node_modules/.bun/react-aria@3.50.0+d0e719b86e9808b5/node_modules/react-aria/dist/private/intl/overlays/it-IT.cjs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D:/pasar_fix/node_modules/.bun/react-aria@3.50.0+d0e719b86e9808b5/node_modules/react-aria/dist/private/intl/overlays/it-IT.cjs.map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D:/pasar_fix/node_modules/.bun/react-aria@3.50.0+d0e719b86e9808b5/node_modules/react-aria/dist/private/intl/overlays/it-IT.js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D:/pasar_fix/node_modules/.bun/react-aria@3.50.0+d0e719b86e9808b5/node_modules/react-aria/dist/private/intl/overlays/it-IT.js.map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D:/pasar_fix/node_modules/.bun/react-aria@3.50.0+d0e719b86e9808b5/node_modules/react-aria/dist/private/intl/overlays/it-IT.mjs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D:/pasar_fix/node_modules/.bun/react-aria@3.50.0+d0e719b86e9808b5/node_modules/react-aria/dist/private/intl/overlays/it-IT.mjs.map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D:/pasar_fix/node_modules/.bun/react-aria@3.50.0+d0e719b86e9808b5/node_modules/react-aria/dist/private/intl/overlays/ja-JP.cjs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D:/pasar_fix/node_modules/.bun/react-aria@3.50.0+d0e719b86e9808b5/node_modules/react-aria/dist/private/intl/overlays/ja-JP.cjs.map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D:/pasar_fix/node_modules/.bun/react-aria@3.50.0+d0e719b86e9808b5/node_modules/react-aria/dist/private/intl/overlays/ja-JP.js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D:/pasar_fix/node_modules/.bun/react-aria@3.50.0+d0e719b86e9808b5/node_modules/react-aria/dist/private/intl/overlays/ja-JP.js.map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D:/pasar_fix/node_modules/.bun/react-aria@3.50.0+d0e719b86e9808b5/node_modules/react-aria/dist/private/intl/overlays/ja-JP.mjs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D:/pasar_fix/node_modules/.bun/react-aria@3.50.0+d0e719b86e9808b5/node_modules/react-aria/dist/private/intl/overlays/ja-JP.mjs.map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D:/pasar_fix/node_modules/.bun/react-aria@3.50.0+d0e719b86e9808b5/node_modules/react-aria/dist/private/intl/overlays/ko-KR.cjs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D:/pasar_fix/node_modules/.bun/react-aria@3.50.0+d0e719b86e9808b5/node_modules/react-aria/dist/private/intl/overlays/ko-KR.cjs.map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D:/pasar_fix/node_modules/.bun/react-aria@3.50.0+d0e719b86e9808b5/node_modules/react-aria/dist/private/intl/overlays/ko-KR.js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D:/pasar_fix/node_modules/.bun/react-aria@3.50.0+d0e719b86e9808b5/node_modules/react-aria/dist/private/intl/overlays/ko-KR.js.map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D:/pasar_fix/node_modules/.bun/react-aria@3.50.0+d0e719b86e9808b5/node_modules/react-aria/dist/private/intl/overlays/ko-KR.mjs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D:/pasar_fix/node_modules/.bun/react-aria@3.50.0+d0e719b86e9808b5/node_modules/react-aria/dist/private/intl/overlays/ko-KR.mjs.map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D:/pasar_fix/node_modules/.bun/react-aria@3.50.0+d0e719b86e9808b5/node_modules/react-aria/dist/private/intl/overlays/lt-LT.cjs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D:/pasar_fix/node_modules/.bun/react-aria@3.50.0+d0e719b86e9808b5/node_modules/react-aria/dist/private/intl/overlays/lt-LT.cjs.map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D:/pasar_fix/node_modules/.bun/react-aria@3.50.0+d0e719b86e9808b5/node_modules/react-aria/dist/private/intl/overlays/lt-LT.js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D:/pasar_fix/node_modules/.bun/react-aria@3.50.0+d0e719b86e9808b5/node_modules/react-aria/dist/private/intl/overlays/lt-LT.js.map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D:/pasar_fix/node_modules/.bun/react-aria@3.50.0+d0e719b86e9808b5/node_modules/react-aria/dist/private/intl/overlays/lt-LT.mjs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D:/pasar_fix/node_modules/.bun/react-aria@3.50.0+d0e719b86e9808b5/node_modules/react-aria/dist/private/intl/overlays/lt-LT.mjs.map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D:/pasar_fix/node_modules/.bun/react-aria@3.50.0+d0e719b86e9808b5/node_modules/react-aria/dist/private/intl/overlays/lv-LV.cjs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D:/pasar_fix/node_modules/.bun/react-aria@3.50.0+d0e719b86e9808b5/node_modules/react-aria/dist/private/intl/overlays/lv-LV.cjs.map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D:/pasar_fix/node_modules/.bun/react-aria@3.50.0+d0e719b86e9808b5/node_modules/react-aria/dist/private/intl/overlays/lv-LV.js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D:/pasar_fix/node_modules/.bun/react-aria@3.50.0+d0e719b86e9808b5/node_modules/react-aria/dist/private/intl/overlays/lv-LV.js.map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D:/pasar_fix/node_modules/.bun/react-aria@3.50.0+d0e719b86e9808b5/node_modules/react-aria/dist/private/intl/overlays/lv-LV.mjs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D:/pasar_fix/node_modules/.bun/react-aria@3.50.0+d0e719b86e9808b5/node_modules/react-aria/dist/private/intl/overlays/lv-LV.mjs.map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D:/pasar_fix/node_modules/.bun/react-aria@3.50.0+d0e719b86e9808b5/node_modules/react-aria/dist/private/intl/overlays/nb-NO.cjs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D:/pasar_fix/node_modules/.bun/react-aria@3.50.0+d0e719b86e9808b5/node_modules/react-aria/dist/private/intl/overlays/nb-NO.cjs.map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D:/pasar_fix/node_modules/.bun/react-aria@3.50.0+d0e719b86e9808b5/node_modules/react-aria/dist/private/intl/overlays/nb-NO.js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D:/pasar_fix/node_modules/.bun/react-aria@3.50.0+d0e719b86e9808b5/node_modules/react-aria/dist/private/intl/overlays/nb-NO.js.map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D:/pasar_fix/node_modules/.bun/react-aria@3.50.0+d0e719b86e9808b5/node_modules/react-aria/dist/private/intl/overlays/nb-NO.mjs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D:/pasar_fix/node_modules/.bun/react-aria@3.50.0+d0e719b86e9808b5/node_modules/react-aria/dist/private/intl/overlays/nb-NO.mjs.map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D:/pasar_fix/node_modules/.bun/react-aria@3.50.0+d0e719b86e9808b5/node_modules/react-aria/dist/private/intl/overlays/nl-NL.cjs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D:/pasar_fix/node_modules/.bun/react-aria@3.50.0+d0e719b86e9808b5/node_modules/react-aria/dist/private/intl/overlays/nl-NL.cjs.map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D:/pasar_fix/node_modules/.bun/react-aria@3.50.0+d0e719b86e9808b5/node_modules/react-aria/dist/private/intl/overlays/nl-NL.js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D:/pasar_fix/node_modules/.bun/react-aria@3.50.0+d0e719b86e9808b5/node_modules/react-aria/dist/private/intl/overlays/nl-NL.js.map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D:/pasar_fix/node_modules/.bun/react-aria@3.50.0+d0e719b86e9808b5/node_modules/react-aria/dist/private/intl/overlays/nl-NL.mjs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D:/pasar_fix/node_modules/.bun/react-aria@3.50.0+d0e719b86e9808b5/node_modules/react-aria/dist/private/intl/overlays/nl-NL.mjs.map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D:/pasar_fix/node_modules/.bun/react-aria@3.50.0+d0e719b86e9808b5/node_modules/react-aria/dist/private/intl/overlays/pl-PL.cjs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D:/pasar_fix/node_modules/.bun/react-aria@3.50.0+d0e719b86e9808b5/node_modules/react-aria/dist/private/intl/overlays/pl-PL.cjs.map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D:/pasar_fix/node_modules/.bun/react-aria@3.50.0+d0e719b86e9808b5/node_modules/react-aria/dist/private/intl/overlays/pl-PL.js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D:/pasar_fix/node_modules/.bun/react-aria@3.50.0+d0e719b86e9808b5/node_modules/react-aria/dist/private/intl/overlays/pl-PL.js.map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D:/pasar_fix/node_modules/.bun/react-aria@3.50.0+d0e719b86e9808b5/node_modules/react-aria/dist/private/intl/overlays/pl-PL.mjs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D:/pasar_fix/node_modules/.bun/react-aria@3.50.0+d0e719b86e9808b5/node_modules/react-aria/dist/private/intl/overlays/pl-PL.mjs.map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D:/pasar_fix/node_modules/.bun/react-aria@3.50.0+d0e719b86e9808b5/node_modules/react-aria/dist/private/intl/overlays/pt-BR.cjs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D:/pasar_fix/node_modules/.bun/react-aria@3.50.0+d0e719b86e9808b5/node_modules/react-aria/dist/private/intl/overlays/pt-BR.cjs.map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D:/pasar_fix/node_modules/.bun/react-aria@3.50.0+d0e719b86e9808b5/node_modules/react-aria/dist/private/intl/overlays/pt-BR.js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D:/pasar_fix/node_modules/.bun/react-aria@3.50.0+d0e719b86e9808b5/node_modules/react-aria/dist/private/intl/overlays/pt-BR.js.map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D:/pasar_fix/node_modules/.bun/react-aria@3.50.0+d0e719b86e9808b5/node_modules/react-aria/dist/private/intl/overlays/pt-BR.mjs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D:/pasar_fix/node_modules/.bun/react-aria@3.50.0+d0e719b86e9808b5/node_modules/react-aria/dist/private/intl/overlays/pt-BR.mjs.map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D:/pasar_fix/node_modules/.bun/react-aria@3.50.0+d0e719b86e9808b5/node_modules/react-aria/dist/private/intl/overlays/pt-PT.cjs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D:/pasar_fix/node_modules/.bun/react-aria@3.50.0+d0e719b86e9808b5/node_modules/react-aria/dist/private/intl/overlays/pt-PT.cjs.map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D:/pasar_fix/node_modules/.bun/react-aria@3.50.0+d0e719b86e9808b5/node_modules/react-aria/dist/private/intl/overlays/pt-PT.js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D:/pasar_fix/node_modules/.bun/react-aria@3.50.0+d0e719b86e9808b5/node_modules/react-aria/dist/private/intl/overlays/pt-PT.js.map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D:/pasar_fix/node_modules/.bun/react-aria@3.50.0+d0e719b86e9808b5/node_modules/react-aria/dist/private/intl/overlays/pt-PT.mjs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D:/pasar_fix/node_modules/.bun/react-aria@3.50.0+d0e719b86e9808b5/node_modules/react-aria/dist/private/intl/overlays/pt-PT.mjs.map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D:/pasar_fix/node_modules/.bun/react-aria@3.50.0+d0e719b86e9808b5/node_modules/react-aria/dist/private/intl/overlays/ro-RO.cjs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D:/pasar_fix/node_modules/.bun/react-aria@3.50.0+d0e719b86e9808b5/node_modules/react-aria/dist/private/intl/overlays/ro-RO.cjs.map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D:/pasar_fix/node_modules/.bun/react-aria@3.50.0+d0e719b86e9808b5/node_modules/react-aria/dist/private/intl/overlays/ro-RO.js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D:/pasar_fix/node_modules/.bun/react-aria@3.50.0+d0e719b86e9808b5/node_modules/react-aria/dist/private/intl/overlays/ro-RO.js.map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D:/pasar_fix/node_modules/.bun/react-aria@3.50.0+d0e719b86e9808b5/node_modules/react-aria/dist/private/intl/overlays/ro-RO.mjs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D:/pasar_fix/node_modules/.bun/react-aria@3.50.0+d0e719b86e9808b5/node_modules/react-aria/dist/private/intl/overlays/ro-RO.mjs.map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D:/pasar_fix/node_modules/.bun/react-aria@3.50.0+d0e719b86e9808b5/node_modules/react-aria/dist/private/intl/overlays/ru-RU.cjs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D:/pasar_fix/node_modules/.bun/react-aria@3.50.0+d0e719b86e9808b5/node_modules/react-aria/dist/private/intl/overlays/ru-RU.cjs.map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D:/pasar_fix/node_modules/.bun/react-aria@3.50.0+d0e719b86e9808b5/node_modules/react-aria/dist/private/intl/overlays/ru-RU.js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D:/pasar_fix/node_modules/.bun/react-aria@3.50.0+d0e719b86e9808b5/node_modules/react-aria/dist/private/intl/overlays/ru-RU.js.map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D:/pasar_fix/node_modules/.bun/react-aria@3.50.0+d0e719b86e9808b5/node_modules/react-aria/dist/private/intl/overlays/ru-RU.mjs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D:/pasar_fix/node_modules/.bun/react-aria@3.50.0+d0e719b86e9808b5/node_modules/react-aria/dist/private/intl/overlays/ru-RU.mjs.map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D:/pasar_fix/node_modules/.bun/react-aria@3.50.0+d0e719b86e9808b5/node_modules/react-aria/dist/private/intl/overlays/sk-SK.cjs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D:/pasar_fix/node_modules/.bun/react-aria@3.50.0+d0e719b86e9808b5/node_modules/react-aria/dist/private/intl/overlays/sk-SK.cjs.map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D:/pasar_fix/node_modules/.bun/react-aria@3.50.0+d0e719b86e9808b5/node_modules/react-aria/dist/private/intl/overlays/sk-SK.js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D:/pasar_fix/node_modules/.bun/react-aria@3.50.0+d0e719b86e9808b5/node_modules/react-aria/dist/private/intl/overlays/sk-SK.js.map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D:/pasar_fix/node_modules/.bun/react-aria@3.50.0+d0e719b86e9808b5/node_modules/react-aria/dist/private/intl/overlays/sk-SK.mjs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D:/pasar_fix/node_modules/.bun/react-aria@3.50.0+d0e719b86e9808b5/node_modules/react-aria/dist/private/intl/overlays/sk-SK.mjs.map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D:/pasar_fix/node_modules/.bun/react-aria@3.50.0+d0e719b86e9808b5/node_modules/react-aria/dist/private/intl/overlays/sl-SI.cjs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D:/pasar_fix/node_modules/.bun/react-aria@3.50.0+d0e719b86e9808b5/node_modules/react-aria/dist/private/intl/overlays/sl-SI.cjs.map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D:/pasar_fix/node_modules/.bun/react-aria@3.50.0+d0e719b86e9808b5/node_modules/react-aria/dist/private/intl/overlays/sl-SI.js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D:/pasar_fix/node_modules/.bun/react-aria@3.50.0+d0e719b86e9808b5/node_modules/react-aria/dist/private/intl/overlays/sl-SI.js.map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D:/pasar_fix/node_modules/.bun/react-aria@3.50.0+d0e719b86e9808b5/node_modules/react-aria/dist/private/intl/overlays/sl-SI.mjs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D:/pasar_fix/node_modules/.bun/react-aria@3.50.0+d0e719b86e9808b5/node_modules/react-aria/dist/private/intl/overlays/sl-SI.mjs.map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D:/pasar_fix/node_modules/.bun/react-aria@3.50.0+d0e719b86e9808b5/node_modules/react-aria/dist/private/intl/overlays/sr-SP.cjs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D:/pasar_fix/node_modules/.bun/react-aria@3.50.0+d0e719b86e9808b5/node_modules/react-aria/dist/private/intl/overlays/sr-SP.cjs.map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D:/pasar_fix/node_modules/.bun/react-aria@3.50.0+d0e719b86e9808b5/node_modules/react-aria/dist/private/intl/overlays/sr-SP.js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D:/pasar_fix/node_modules/.bun/react-aria@3.50.0+d0e719b86e9808b5/node_modules/react-aria/dist/private/intl/overlays/sr-SP.js.map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D:/pasar_fix/node_modules/.bun/react-aria@3.50.0+d0e719b86e9808b5/node_modules/react-aria/dist/private/intl/overlays/sr-SP.mjs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D:/pasar_fix/node_modules/.bun/react-aria@3.50.0+d0e719b86e9808b5/node_modules/react-aria/dist/private/intl/overlays/sr-SP.mjs.map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D:/pasar_fix/node_modules/.bun/react-aria@3.50.0+d0e719b86e9808b5/node_modules/react-aria/dist/private/intl/overlays/sv-SE.cjs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D:/pasar_fix/node_modules/.bun/react-aria@3.50.0+d0e719b86e9808b5/node_modules/react-aria/dist/private/intl/overlays/sv-SE.cjs.map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D:/pasar_fix/node_modules/.bun/react-aria@3.50.0+d0e719b86e9808b5/node_modules/react-aria/dist/private/intl/overlays/sv-SE.js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D:/pasar_fix/node_modules/.bun/react-aria@3.50.0+d0e719b86e9808b5/node_modules/react-aria/dist/private/intl/overlays/sv-SE.js.map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D:/pasar_fix/node_modules/.bun/react-aria@3.50.0+d0e719b86e9808b5/node_modules/react-aria/dist/private/intl/overlays/sv-SE.mjs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D:/pasar_fix/node_modules/.bun/react-aria@3.50.0+d0e719b86e9808b5/node_modules/react-aria/dist/private/intl/overlays/sv-SE.mjs.map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D:/pasar_fix/node_modules/.bun/react-aria@3.50.0+d0e719b86e9808b5/node_modules/react-aria/dist/private/intl/overlays/tr-TR.cjs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D:/pasar_fix/node_modules/.bun/react-aria@3.50.0+d0e719b86e9808b5/node_modules/react-aria/dist/private/intl/overlays/tr-TR.cjs.map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D:/pasar_fix/node_modules/.bun/react-aria@3.50.0+d0e719b86e9808b5/node_modules/react-aria/dist/private/intl/overlays/tr-TR.js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D:/pasar_fix/node_modules/.bun/react-aria@3.50.0+d0e719b86e9808b5/node_modules/react-aria/dist/private/intl/overlays/tr-TR.js.map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D:/pasar_fix/node_modules/.bun/react-aria@3.50.0+d0e719b86e9808b5/node_modules/react-aria/dist/private/intl/overlays/tr-TR.mjs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D:/pasar_fix/node_modules/.bun/react-aria@3.50.0+d0e719b86e9808b5/node_modules/react-aria/dist/private/intl/overlays/tr-TR.mjs.map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D:/pasar_fix/node_modules/.bun/react-aria@3.50.0+d0e719b86e9808b5/node_modules/react-aria/dist/private/intl/overlays/uk-UA.cjs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D:/pasar_fix/node_modules/.bun/react-aria@3.50.0+d0e719b86e9808b5/node_modules/react-aria/dist/private/intl/overlays/uk-UA.cjs.map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D:/pasar_fix/node_modules/.bun/react-aria@3.50.0+d0e719b86e9808b5/node_modules/react-aria/dist/private/intl/overlays/uk-UA.js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D:/pasar_fix/node_modules/.bun/react-aria@3.50.0+d0e719b86e9808b5/node_modules/react-aria/dist/private/intl/overlays/uk-UA.js.map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D:/pasar_fix/node_modules/.bun/react-aria@3.50.0+d0e719b86e9808b5/node_modules/react-aria/dist/private/intl/overlays/uk-UA.mjs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D:/pasar_fix/node_modules/.bun/react-aria@3.50.0+d0e719b86e9808b5/node_modules/react-aria/dist/private/intl/overlays/uk-UA.mjs.map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D:/pasar_fix/node_modules/.bun/react-aria@3.50.0+d0e719b86e9808b5/node_modules/react-aria/dist/private/intl/overlays/zh-CN.cjs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D:/pasar_fix/node_modules/.bun/react-aria@3.50.0+d0e719b86e9808b5/node_modules/react-aria/dist/private/intl/overlays/zh-CN.cjs.map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D:/pasar_fix/node_modules/.bun/react-aria@3.50.0+d0e719b86e9808b5/node_modules/react-aria/dist/private/intl/overlays/zh-CN.js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D:/pasar_fix/node_modules/.bun/react-aria@3.50.0+d0e719b86e9808b5/node_modules/react-aria/dist/private/intl/overlays/zh-CN.js.map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D:/pasar_fix/node_modules/.bun/react-aria@3.50.0+d0e719b86e9808b5/node_modules/react-aria/dist/private/intl/overlays/zh-CN.mjs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D:/pasar_fix/node_modules/.bun/react-aria@3.50.0+d0e719b86e9808b5/node_modules/react-aria/dist/private/intl/overlays/zh-CN.mjs.map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D:/pasar_fix/node_modules/.bun/react-aria@3.50.0+d0e719b86e9808b5/node_modules/react-aria/dist/private/intl/overlays/zh-TW.cjs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D:/pasar_fix/node_modules/.bun/react-aria@3.50.0+d0e719b86e9808b5/node_modules/react-aria/dist/private/intl/overlays/zh-TW.cjs.map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D:/pasar_fix/node_modules/.bun/react-aria@3.50.0+d0e719b86e9808b5/node_modules/react-aria/dist/private/intl/overlays/zh-TW.js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D:/pasar_fix/node_modules/.bun/react-aria@3.50.0+d0e719b86e9808b5/node_modules/react-aria/dist/private/intl/overlays/zh-TW.js.map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D:/pasar_fix/node_modules/.bun/react-aria@3.50.0+d0e719b86e9808b5/node_modules/react-aria/dist/private/intl/overlays/zh-TW.mjs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D:/pasar_fix/node_modules/.bun/react-aria@3.50.0+d0e719b86e9808b5/node_modules/react-aria/dist/private/intl/overlays/zh-TW.mjs.map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D:/pasar_fix/node_modules/.bun/react-aria@3.50.0+d0e719b86e9808b5/node_modules/react-aria/dist/private/intl/searchfield/ar-AE.cjs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D:/pasar_fix/node_modules/.bun/react-aria@3.50.0+d0e719b86e9808b5/node_modules/react-aria/dist/private/intl/searchfield/ar-AE.cjs.map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D:/pasar_fix/node_modules/.bun/react-aria@3.50.0+d0e719b86e9808b5/node_modules/react-aria/dist/private/intl/searchfield/ar-AE.js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D:/pasar_fix/node_modules/.bun/react-aria@3.50.0+d0e719b86e9808b5/node_modules/react-aria/dist/private/intl/searchfield/ar-AE.js.map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D:/pasar_fix/node_modules/.bun/react-aria@3.50.0+d0e719b86e9808b5/node_modules/react-aria/dist/private/intl/searchfield/ar-AE.mjs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D:/pasar_fix/node_modules/.bun/react-aria@3.50.0+d0e719b86e9808b5/node_modules/react-aria/dist/private/intl/searchfield/ar-AE.mjs.map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D:/pasar_fix/node_modules/.bun/react-aria@3.50.0+d0e719b86e9808b5/node_modules/react-aria/dist/private/intl/searchfield/bg-BG.cjs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D:/pasar_fix/node_modules/.bun/react-aria@3.50.0+d0e719b86e9808b5/node_modules/react-aria/dist/private/intl/searchfield/bg-BG.cjs.map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D:/pasar_fix/node_modules/.bun/react-aria@3.50.0+d0e719b86e9808b5/node_modules/react-aria/dist/private/intl/searchfield/bg-BG.js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D:/pasar_fix/node_modules/.bun/react-aria@3.50.0+d0e719b86e9808b5/node_modules/react-aria/dist/private/intl/searchfield/bg-BG.js.map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D:/pasar_fix/node_modules/.bun/react-aria@3.50.0+d0e719b86e9808b5/node_modules/react-aria/dist/private/intl/searchfield/bg-BG.mjs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D:/pasar_fix/node_modules/.bun/react-aria@3.50.0+d0e719b86e9808b5/node_modules/react-aria/dist/private/intl/searchfield/bg-BG.mjs.map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D:/pasar_fix/node_modules/.bun/react-aria@3.50.0+d0e719b86e9808b5/node_modules/react-aria/dist/private/intl/searchfield/cs-CZ.cjs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D:/pasar_fix/node_modules/.bun/react-aria@3.50.0+d0e719b86e9808b5/node_modules/react-aria/dist/private/intl/searchfield/cs-CZ.cjs.map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D:/pasar_fix/node_modules/.bun/react-aria@3.50.0+d0e719b86e9808b5/node_modules/react-aria/dist/private/intl/searchfield/cs-CZ.js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D:/pasar_fix/node_modules/.bun/react-aria@3.50.0+d0e719b86e9808b5/node_modules/react-aria/dist/private/intl/searchfield/cs-CZ.js.map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D:/pasar_fix/node_modules/.bun/react-aria@3.50.0+d0e719b86e9808b5/node_modules/react-aria/dist/private/intl/searchfield/cs-CZ.mjs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D:/pasar_fix/node_modules/.bun/react-aria@3.50.0+d0e719b86e9808b5/node_modules/react-aria/dist/private/intl/searchfield/cs-CZ.mjs.map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D:/pasar_fix/node_modules/.bun/react-aria@3.50.0+d0e719b86e9808b5/node_modules/react-aria/dist/private/intl/searchfield/da-DK.cjs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D:/pasar_fix/node_modules/.bun/react-aria@3.50.0+d0e719b86e9808b5/node_modules/react-aria/dist/private/intl/searchfield/da-DK.cjs.map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D:/pasar_fix/node_modules/.bun/react-aria@3.50.0+d0e719b86e9808b5/node_modules/react-aria/dist/private/intl/searchfield/da-DK.js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D:/pasar_fix/node_modules/.bun/react-aria@3.50.0+d0e719b86e9808b5/node_modules/react-aria/dist/private/intl/searchfield/da-DK.js.map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D:/pasar_fix/node_modules/.bun/react-aria@3.50.0+d0e719b86e9808b5/node_modules/react-aria/dist/private/intl/searchfield/da-DK.mjs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D:/pasar_fix/node_modules/.bun/react-aria@3.50.0+d0e719b86e9808b5/node_modules/react-aria/dist/private/intl/searchfield/da-DK.mjs.map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D:/pasar_fix/node_modules/.bun/react-aria@3.50.0+d0e719b86e9808b5/node_modules/react-aria/dist/private/intl/searchfield/de-DE.cjs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D:/pasar_fix/node_modules/.bun/react-aria@3.50.0+d0e719b86e9808b5/node_modules/react-aria/dist/private/intl/searchfield/de-DE.cjs.map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D:/pasar_fix/node_modules/.bun/react-aria@3.50.0+d0e719b86e9808b5/node_modules/react-aria/dist/private/intl/searchfield/de-DE.js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D:/pasar_fix/node_modules/.bun/react-aria@3.50.0+d0e719b86e9808b5/node_modules/react-aria/dist/private/intl/searchfield/de-DE.js.map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D:/pasar_fix/node_modules/.bun/react-aria@3.50.0+d0e719b86e9808b5/node_modules/react-aria/dist/private/intl/searchfield/de-DE.mjs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D:/pasar_fix/node_modules/.bun/react-aria@3.50.0+d0e719b86e9808b5/node_modules/react-aria/dist/private/intl/searchfield/de-DE.mjs.map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D:/pasar_fix/node_modules/.bun/react-aria@3.50.0+d0e719b86e9808b5/node_modules/react-aria/dist/private/intl/searchfield/el-GR.cjs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D:/pasar_fix/node_modules/.bun/react-aria@3.50.0+d0e719b86e9808b5/node_modules/react-aria/dist/private/intl/searchfield/el-GR.cjs.map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D:/pasar_fix/node_modules/.bun/react-aria@3.50.0+d0e719b86e9808b5/node_modules/react-aria/dist/private/intl/searchfield/el-GR.js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D:/pasar_fix/node_modules/.bun/react-aria@3.50.0+d0e719b86e9808b5/node_modules/react-aria/dist/private/intl/searchfield/el-GR.js.map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D:/pasar_fix/node_modules/.bun/react-aria@3.50.0+d0e719b86e9808b5/node_modules/react-aria/dist/private/intl/searchfield/el-GR.mjs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D:/pasar_fix/node_modules/.bun/react-aria@3.50.0+d0e719b86e9808b5/node_modules/react-aria/dist/private/intl/searchfield/el-GR.mjs.map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D:/pasar_fix/node_modules/.bun/react-aria@3.50.0+d0e719b86e9808b5/node_modules/react-aria/dist/private/intl/searchfield/en-US.cjs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D:/pasar_fix/node_modules/.bun/react-aria@3.50.0+d0e719b86e9808b5/node_modules/react-aria/dist/private/intl/searchfield/en-US.cjs.map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D:/pasar_fix/node_modules/.bun/react-aria@3.50.0+d0e719b86e9808b5/node_modules/react-aria/dist/private/intl/searchfield/en-US.js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D:/pasar_fix/node_modules/.bun/react-aria@3.50.0+d0e719b86e9808b5/node_modules/react-aria/dist/private/intl/searchfield/en-US.js.map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D:/pasar_fix/node_modules/.bun/react-aria@3.50.0+d0e719b86e9808b5/node_modules/react-aria/dist/private/intl/searchfield/en-US.mjs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D:/pasar_fix/node_modules/.bun/react-aria@3.50.0+d0e719b86e9808b5/node_modules/react-aria/dist/private/intl/searchfield/en-US.mjs.map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D:/pasar_fix/node_modules/.bun/react-aria@3.50.0+d0e719b86e9808b5/node_modules/react-aria/dist/private/intl/searchfield/es-ES.cjs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D:/pasar_fix/node_modules/.bun/react-aria@3.50.0+d0e719b86e9808b5/node_modules/react-aria/dist/private/intl/searchfield/es-ES.cjs.map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D:/pasar_fix/node_modules/.bun/react-aria@3.50.0+d0e719b86e9808b5/node_modules/react-aria/dist/private/intl/searchfield/es-ES.js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D:/pasar_fix/node_modules/.bun/react-aria@3.50.0+d0e719b86e9808b5/node_modules/react-aria/dist/private/intl/searchfield/es-ES.js.map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D:/pasar_fix/node_modules/.bun/react-aria@3.50.0+d0e719b86e9808b5/node_modules/react-aria/dist/private/intl/searchfield/es-ES.mjs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D:/pasar_fix/node_modules/.bun/react-aria@3.50.0+d0e719b86e9808b5/node_modules/react-aria/dist/private/intl/searchfield/es-ES.mjs.map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D:/pasar_fix/node_modules/.bun/react-aria@3.50.0+d0e719b86e9808b5/node_modules/react-aria/dist/private/intl/searchfield/et-EE.cjs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D:/pasar_fix/node_modules/.bun/react-aria@3.50.0+d0e719b86e9808b5/node_modules/react-aria/dist/private/intl/searchfield/et-EE.cjs.map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D:/pasar_fix/node_modules/.bun/react-aria@3.50.0+d0e719b86e9808b5/node_modules/react-aria/dist/private/intl/searchfield/et-EE.js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D:/pasar_fix/node_modules/.bun/react-aria@3.50.0+d0e719b86e9808b5/node_modules/react-aria/dist/private/intl/searchfield/et-EE.js.map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D:/pasar_fix/node_modules/.bun/react-aria@3.50.0+d0e719b86e9808b5/node_modules/react-aria/dist/private/intl/searchfield/et-EE.mjs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D:/pasar_fix/node_modules/.bun/react-aria@3.50.0+d0e719b86e9808b5/node_modules/react-aria/dist/private/intl/searchfield/et-EE.mjs.map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D:/pasar_fix/node_modules/.bun/react-aria@3.50.0+d0e719b86e9808b5/node_modules/react-aria/dist/private/intl/searchfield/fi-FI.cjs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D:/pasar_fix/node_modules/.bun/react-aria@3.50.0+d0e719b86e9808b5/node_modules/react-aria/dist/private/intl/searchfield/fi-FI.cjs.map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D:/pasar_fix/node_modules/.bun/react-aria@3.50.0+d0e719b86e9808b5/node_modules/react-aria/dist/private/intl/searchfield/fi-FI.js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D:/pasar_fix/node_modules/.bun/react-aria@3.50.0+d0e719b86e9808b5/node_modules/react-aria/dist/private/intl/searchfield/fi-FI.js.map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D:/pasar_fix/node_modules/.bun/react-aria@3.50.0+d0e719b86e9808b5/node_modules/react-aria/dist/private/intl/searchfield/fi-FI.mjs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D:/pasar_fix/node_modules/.bun/react-aria@3.50.0+d0e719b86e9808b5/node_modules/react-aria/dist/private/intl/searchfield/fi-FI.mjs.map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D:/pasar_fix/node_modules/.bun/react-aria@3.50.0+d0e719b86e9808b5/node_modules/react-aria/dist/private/intl/searchfield/fr-FR.cjs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D:/pasar_fix/node_modules/.bun/react-aria@3.50.0+d0e719b86e9808b5/node_modules/react-aria/dist/private/intl/searchfield/fr-FR.cjs.map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D:/pasar_fix/node_modules/.bun/react-aria@3.50.0+d0e719b86e9808b5/node_modules/react-aria/dist/private/intl/searchfield/fr-FR.js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D:/pasar_fix/node_modules/.bun/react-aria@3.50.0+d0e719b86e9808b5/node_modules/react-aria/dist/private/intl/searchfield/fr-FR.js.map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D:/pasar_fix/node_modules/.bun/react-aria@3.50.0+d0e719b86e9808b5/node_modules/react-aria/dist/private/intl/searchfield/fr-FR.mjs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D:/pasar_fix/node_modules/.bun/react-aria@3.50.0+d0e719b86e9808b5/node_modules/react-aria/dist/private/intl/searchfield/fr-FR.mjs.map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D:/pasar_fix/node_modules/.bun/react-aria@3.50.0+d0e719b86e9808b5/node_modules/react-aria/dist/private/intl/searchfield/he-IL.cjs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D:/pasar_fix/node_modules/.bun/react-aria@3.50.0+d0e719b86e9808b5/node_modules/react-aria/dist/private/intl/searchfield/he-IL.cjs.map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D:/pasar_fix/node_modules/.bun/react-aria@3.50.0+d0e719b86e9808b5/node_modules/react-aria/dist/private/intl/searchfield/he-IL.js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D:/pasar_fix/node_modules/.bun/react-aria@3.50.0+d0e719b86e9808b5/node_modules/react-aria/dist/private/intl/searchfield/he-IL.js.map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D:/pasar_fix/node_modules/.bun/react-aria@3.50.0+d0e719b86e9808b5/node_modules/react-aria/dist/private/intl/searchfield/he-IL.mjs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D:/pasar_fix/node_modules/.bun/react-aria@3.50.0+d0e719b86e9808b5/node_modules/react-aria/dist/private/intl/searchfield/he-IL.mjs.map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D:/pasar_fix/node_modules/.bun/react-aria@3.50.0+d0e719b86e9808b5/node_modules/react-aria/dist/private/intl/searchfield/hr-HR.cjs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D:/pasar_fix/node_modules/.bun/react-aria@3.50.0+d0e719b86e9808b5/node_modules/react-aria/dist/private/intl/searchfield/hr-HR.cjs.map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D:/pasar_fix/node_modules/.bun/react-aria@3.50.0+d0e719b86e9808b5/node_modules/react-aria/dist/private/intl/searchfield/hr-HR.js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D:/pasar_fix/node_modules/.bun/react-aria@3.50.0+d0e719b86e9808b5/node_modules/react-aria/dist/private/intl/searchfield/hr-HR.js.map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D:/pasar_fix/node_modules/.bun/react-aria@3.50.0+d0e719b86e9808b5/node_modules/react-aria/dist/private/intl/searchfield/hr-HR.mjs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D:/pasar_fix/node_modules/.bun/react-aria@3.50.0+d0e719b86e9808b5/node_modules/react-aria/dist/private/intl/searchfield/hr-HR.mjs.map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D:/pasar_fix/node_modules/.bun/react-aria@3.50.0+d0e719b86e9808b5/node_modules/react-aria/dist/private/intl/searchfield/hu-HU.cjs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D:/pasar_fix/node_modules/.bun/react-aria@3.50.0+d0e719b86e9808b5/node_modules/react-aria/dist/private/intl/searchfield/hu-HU.cjs.map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D:/pasar_fix/node_modules/.bun/react-aria@3.50.0+d0e719b86e9808b5/node_modules/react-aria/dist/private/intl/searchfield/hu-HU.js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D:/pasar_fix/node_modules/.bun/react-aria@3.50.0+d0e719b86e9808b5/node_modules/react-aria/dist/private/intl/searchfield/hu-HU.js.map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D:/pasar_fix/node_modules/.bun/react-aria@3.50.0+d0e719b86e9808b5/node_modules/react-aria/dist/private/intl/searchfield/hu-HU.mjs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D:/pasar_fix/node_modules/.bun/react-aria@3.50.0+d0e719b86e9808b5/node_modules/react-aria/dist/private/intl/searchfield/hu-HU.mjs.map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D:/pasar_fix/node_modules/.bun/react-aria@3.50.0+d0e719b86e9808b5/node_modules/react-aria/dist/private/intl/searchfield/it-IT.cjs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D:/pasar_fix/node_modules/.bun/react-aria@3.50.0+d0e719b86e9808b5/node_modules/react-aria/dist/private/intl/searchfield/it-IT.cjs.map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D:/pasar_fix/node_modules/.bun/react-aria@3.50.0+d0e719b86e9808b5/node_modules/react-aria/dist/private/intl/searchfield/it-IT.js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D:/pasar_fix/node_modules/.bun/react-aria@3.50.0+d0e719b86e9808b5/node_modules/react-aria/dist/private/intl/searchfield/it-IT.js.map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D:/pasar_fix/node_modules/.bun/react-aria@3.50.0+d0e719b86e9808b5/node_modules/react-aria/dist/private/intl/searchfield/it-IT.mjs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D:/pasar_fix/node_modules/.bun/react-aria@3.50.0+d0e719b86e9808b5/node_modules/react-aria/dist/private/intl/searchfield/it-IT.mjs.map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D:/pasar_fix/node_modules/.bun/react-aria@3.50.0+d0e719b86e9808b5/node_modules/react-aria/dist/private/intl/searchfield/ja-JP.cjs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D:/pasar_fix/node_modules/.bun/react-aria@3.50.0+d0e719b86e9808b5/node_modules/react-aria/dist/private/intl/searchfield/ja-JP.cjs.map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D:/pasar_fix/node_modules/.bun/react-aria@3.50.0+d0e719b86e9808b5/node_modules/react-aria/dist/private/intl/searchfield/ja-JP.js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D:/pasar_fix/node_modules/.bun/react-aria@3.50.0+d0e719b86e9808b5/node_modules/react-aria/dist/private/intl/searchfield/ja-JP.js.map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D:/pasar_fix/node_modules/.bun/react-aria@3.50.0+d0e719b86e9808b5/node_modules/react-aria/dist/private/intl/searchfield/ja-JP.mjs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D:/pasar_fix/node_modules/.bun/react-aria@3.50.0+d0e719b86e9808b5/node_modules/react-aria/dist/private/intl/searchfield/ja-JP.mjs.map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D:/pasar_fix/node_modules/.bun/react-aria@3.50.0+d0e719b86e9808b5/node_modules/react-aria/dist/private/intl/searchfield/ko-KR.cjs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D:/pasar_fix/node_modules/.bun/react-aria@3.50.0+d0e719b86e9808b5/node_modules/react-aria/dist/private/intl/searchfield/ko-KR.cjs.map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D:/pasar_fix/node_modules/.bun/react-aria@3.50.0+d0e719b86e9808b5/node_modules/react-aria/dist/private/intl/searchfield/ko-KR.js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D:/pasar_fix/node_modules/.bun/react-aria@3.50.0+d0e719b86e9808b5/node_modules/react-aria/dist/private/intl/searchfield/ko-KR.js.map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D:/pasar_fix/node_modules/.bun/react-aria@3.50.0+d0e719b86e9808b5/node_modules/react-aria/dist/private/intl/searchfield/ko-KR.mjs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D:/pasar_fix/node_modules/.bun/react-aria@3.50.0+d0e719b86e9808b5/node_modules/react-aria/dist/private/intl/searchfield/ko-KR.mjs.map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D:/pasar_fix/node_modules/.bun/react-aria@3.50.0+d0e719b86e9808b5/node_modules/react-aria/dist/private/intl/searchfield/lt-LT.cjs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D:/pasar_fix/node_modules/.bun/react-aria@3.50.0+d0e719b86e9808b5/node_modules/react-aria/dist/private/intl/searchfield/lt-LT.cjs.map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D:/pasar_fix/node_modules/.bun/react-aria@3.50.0+d0e719b86e9808b5/node_modules/react-aria/dist/private/intl/searchfield/lt-LT.js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D:/pasar_fix/node_modules/.bun/react-aria@3.50.0+d0e719b86e9808b5/node_modules/react-aria/dist/private/intl/searchfield/lt-LT.js.map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D:/pasar_fix/node_modules/.bun/react-aria@3.50.0+d0e719b86e9808b5/node_modules/react-aria/dist/private/intl/searchfield/lt-LT.mjs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D:/pasar_fix/node_modules/.bun/react-aria@3.50.0+d0e719b86e9808b5/node_modules/react-aria/dist/private/intl/searchfield/lt-LT.mjs.map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D:/pasar_fix/node_modules/.bun/react-aria@3.50.0+d0e719b86e9808b5/node_modules/react-aria/dist/private/intl/searchfield/lv-LV.cjs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D:/pasar_fix/node_modules/.bun/react-aria@3.50.0+d0e719b86e9808b5/node_modules/react-aria/dist/private/intl/searchfield/lv-LV.cjs.map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D:/pasar_fix/node_modules/.bun/react-aria@3.50.0+d0e719b86e9808b5/node_modules/react-aria/dist/private/intl/searchfield/lv-LV.js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D:/pasar_fix/node_modules/.bun/react-aria@3.50.0+d0e719b86e9808b5/node_modules/react-aria/dist/private/intl/searchfield/lv-LV.js.map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D:/pasar_fix/node_modules/.bun/react-aria@3.50.0+d0e719b86e9808b5/node_modules/react-aria/dist/private/intl/searchfield/lv-LV.mjs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D:/pasar_fix/node_modules/.bun/react-aria@3.50.0+d0e719b86e9808b5/node_modules/react-aria/dist/private/intl/searchfield/lv-LV.mjs.map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D:/pasar_fix/node_modules/.bun/react-aria@3.50.0+d0e719b86e9808b5/node_modules/react-aria/dist/private/intl/searchfield/nb-NO.cjs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D:/pasar_fix/node_modules/.bun/react-aria@3.50.0+d0e719b86e9808b5/node_modules/react-aria/dist/private/intl/searchfield/nb-NO.cjs.map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D:/pasar_fix/node_modules/.bun/react-aria@3.50.0+d0e719b86e9808b5/node_modules/react-aria/dist/private/intl/searchfield/nb-NO.js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D:/pasar_fix/node_modules/.bun/react-aria@3.50.0+d0e719b86e9808b5/node_modules/react-aria/dist/private/intl/searchfield/nb-NO.js.map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D:/pasar_fix/node_modules/.bun/react-aria@3.50.0+d0e719b86e9808b5/node_modules/react-aria/dist/private/intl/searchfield/nb-NO.mjs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D:/pasar_fix/node_modules/.bun/react-aria@3.50.0+d0e719b86e9808b5/node_modules/react-aria/dist/private/intl/searchfield/nb-NO.mjs.map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D:/pasar_fix/node_modules/.bun/react-aria@3.50.0+d0e719b86e9808b5/node_modules/react-aria/dist/private/intl/searchfield/nl-NL.cjs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D:/pasar_fix/node_modules/.bun/react-aria@3.50.0+d0e719b86e9808b5/node_modules/react-aria/dist/private/intl/searchfield/nl-NL.cjs.map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D:/pasar_fix/node_modules/.bun/react-aria@3.50.0+d0e719b86e9808b5/node_modules/react-aria/dist/private/intl/searchfield/nl-NL.js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D:/pasar_fix/node_modules/.bun/react-aria@3.50.0+d0e719b86e9808b5/node_modules/react-aria/dist/private/intl/searchfield/nl-NL.js.map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D:/pasar_fix/node_modules/.bun/react-aria@3.50.0+d0e719b86e9808b5/node_modules/react-aria/dist/private/intl/searchfield/nl-NL.mjs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D:/pasar_fix/node_modules/.bun/react-aria@3.50.0+d0e719b86e9808b5/node_modules/react-aria/dist/private/intl/searchfield/nl-NL.mjs.map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D:/pasar_fix/node_modules/.bun/react-aria@3.50.0+d0e719b86e9808b5/node_modules/react-aria/dist/private/intl/searchfield/pl-PL.cjs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D:/pasar_fix/node_modules/.bun/react-aria@3.50.0+d0e719b86e9808b5/node_modules/react-aria/dist/private/intl/searchfield/pl-PL.cjs.map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D:/pasar_fix/node_modules/.bun/react-aria@3.50.0+d0e719b86e9808b5/node_modules/react-aria/dist/private/intl/searchfield/pl-PL.js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D:/pasar_fix/node_modules/.bun/react-aria@3.50.0+d0e719b86e9808b5/node_modules/react-aria/dist/private/intl/searchfield/pl-PL.js.map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D:/pasar_fix/node_modules/.bun/react-aria@3.50.0+d0e719b86e9808b5/node_modules/react-aria/dist/private/intl/searchfield/pl-PL.mjs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D:/pasar_fix/node_modules/.bun/react-aria@3.50.0+d0e719b86e9808b5/node_modules/react-aria/dist/private/intl/searchfield/pl-PL.mjs.map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D:/pasar_fix/node_modules/.bun/react-aria@3.50.0+d0e719b86e9808b5/node_modules/react-aria/dist/private/intl/searchfield/pt-BR.cjs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D:/pasar_fix/node_modules/.bun/react-aria@3.50.0+d0e719b86e9808b5/node_modules/react-aria/dist/private/intl/searchfield/pt-BR.cjs.map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D:/pasar_fix/node_modules/.bun/react-aria@3.50.0+d0e719b86e9808b5/node_modules/react-aria/dist/private/intl/searchfield/pt-BR.js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D:/pasar_fix/node_modules/.bun/react-aria@3.50.0+d0e719b86e9808b5/node_modules/react-aria/dist/private/intl/searchfield/pt-BR.js.map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D:/pasar_fix/node_modules/.bun/react-aria@3.50.0+d0e719b86e9808b5/node_modules/react-aria/dist/private/intl/searchfield/pt-BR.mjs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D:/pasar_fix/node_modules/.bun/react-aria@3.50.0+d0e719b86e9808b5/node_modules/react-aria/dist/private/intl/searchfield/pt-BR.mjs.map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D:/pasar_fix/node_modules/.bun/react-aria@3.50.0+d0e719b86e9808b5/node_modules/react-aria/dist/private/intl/searchfield/pt-PT.cjs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D:/pasar_fix/node_modules/.bun/react-aria@3.50.0+d0e719b86e9808b5/node_modules/react-aria/dist/private/intl/searchfield/pt-PT.cjs.map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D:/pasar_fix/node_modules/.bun/react-aria@3.50.0+d0e719b86e9808b5/node_modules/react-aria/dist/private/intl/searchfield/pt-PT.js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D:/pasar_fix/node_modules/.bun/react-aria@3.50.0+d0e719b86e9808b5/node_modules/react-aria/dist/private/intl/searchfield/pt-PT.js.map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D:/pasar_fix/node_modules/.bun/react-aria@3.50.0+d0e719b86e9808b5/node_modules/react-aria/dist/private/intl/searchfield/pt-PT.mjs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D:/pasar_fix/node_modules/.bun/react-aria@3.50.0+d0e719b86e9808b5/node_modules/react-aria/dist/private/intl/searchfield/pt-PT.mjs.map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D:/pasar_fix/node_modules/.bun/react-aria@3.50.0+d0e719b86e9808b5/node_modules/react-aria/dist/private/intl/searchfield/ro-RO.cjs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D:/pasar_fix/node_modules/.bun/react-aria@3.50.0+d0e719b86e9808b5/node_modules/react-aria/dist/private/intl/searchfield/ro-RO.cjs.map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D:/pasar_fix/node_modules/.bun/react-aria@3.50.0+d0e719b86e9808b5/node_modules/react-aria/dist/private/intl/searchfield/ro-RO.js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D:/pasar_fix/node_modules/.bun/react-aria@3.50.0+d0e719b86e9808b5/node_modules/react-aria/dist/private/intl/searchfield/ro-RO.js.map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D:/pasar_fix/node_modules/.bun/react-aria@3.50.0+d0e719b86e9808b5/node_modules/react-aria/dist/private/intl/searchfield/ro-RO.mjs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D:/pasar_fix/node_modules/.bun/react-aria@3.50.0+d0e719b86e9808b5/node_modules/react-aria/dist/private/intl/searchfield/ro-RO.mjs.map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D:/pasar_fix/node_modules/.bun/react-aria@3.50.0+d0e719b86e9808b5/node_modules/react-aria/dist/private/intl/searchfield/ru-RU.cjs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D:/pasar_fix/node_modules/.bun/react-aria@3.50.0+d0e719b86e9808b5/node_modules/react-aria/dist/private/intl/searchfield/ru-RU.cjs.map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D:/pasar_fix/node_modules/.bun/react-aria@3.50.0+d0e719b86e9808b5/node_modules/react-aria/dist/private/intl/searchfield/ru-RU.js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D:/pasar_fix/node_modules/.bun/react-aria@3.50.0+d0e719b86e9808b5/node_modules/react-aria/dist/private/intl/searchfield/ru-RU.js.map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D:/pasar_fix/node_modules/.bun/react-aria@3.50.0+d0e719b86e9808b5/node_modules/react-aria/dist/private/intl/searchfield/ru-RU.mjs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D:/pasar_fix/node_modules/.bun/react-aria@3.50.0+d0e719b86e9808b5/node_modules/react-aria/dist/private/intl/searchfield/ru-RU.mjs.map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D:/pasar_fix/node_modules/.bun/react-aria@3.50.0+d0e719b86e9808b5/node_modules/react-aria/dist/private/intl/searchfield/sk-SK.cjs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D:/pasar_fix/node_modules/.bun/react-aria@3.50.0+d0e719b86e9808b5/node_modules/react-aria/dist/private/intl/searchfield/sk-SK.cjs.map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D:/pasar_fix/node_modules/.bun/react-aria@3.50.0+d0e719b86e9808b5/node_modules/react-aria/dist/private/intl/searchfield/sk-SK.js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D:/pasar_fix/node_modules/.bun/react-aria@3.50.0+d0e719b86e9808b5/node_modules/react-aria/dist/private/intl/searchfield/sk-SK.js.map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D:/pasar_fix/node_modules/.bun/react-aria@3.50.0+d0e719b86e9808b5/node_modules/react-aria/dist/private/intl/searchfield/sk-SK.mjs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D:/pasar_fix/node_modules/.bun/react-aria@3.50.0+d0e719b86e9808b5/node_modules/react-aria/dist/private/intl/searchfield/sk-SK.mjs.map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D:/pasar_fix/node_modules/.bun/react-aria@3.50.0+d0e719b86e9808b5/node_modules/react-aria/dist/private/intl/searchfield/sl-SI.cjs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D:/pasar_fix/node_modules/.bun/react-aria@3.50.0+d0e719b86e9808b5/node_modules/react-aria/dist/private/intl/searchfield/sl-SI.cjs.map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D:/pasar_fix/node_modules/.bun/react-aria@3.50.0+d0e719b86e9808b5/node_modules/react-aria/dist/private/intl/searchfield/sl-SI.js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D:/pasar_fix/node_modules/.bun/react-aria@3.50.0+d0e719b86e9808b5/node_modules/react-aria/dist/private/intl/searchfield/sl-SI.js.map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D:/pasar_fix/node_modules/.bun/react-aria@3.50.0+d0e719b86e9808b5/node_modules/react-aria/dist/private/intl/searchfield/sl-SI.mjs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D:/pasar_fix/node_modules/.bun/react-aria@3.50.0+d0e719b86e9808b5/node_modules/react-aria/dist/private/intl/searchfield/sl-SI.mjs.map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D:/pasar_fix/node_modules/.bun/react-aria@3.50.0+d0e719b86e9808b5/node_modules/react-aria/dist/private/intl/searchfield/sr-SP.cjs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D:/pasar_fix/node_modules/.bun/react-aria@3.50.0+d0e719b86e9808b5/node_modules/react-aria/dist/private/intl/searchfield/sr-SP.cjs.map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D:/pasar_fix/node_modules/.bun/react-aria@3.50.0+d0e719b86e9808b5/node_modules/react-aria/dist/private/intl/searchfield/sr-SP.js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D:/pasar_fix/node_modules/.bun/react-aria@3.50.0+d0e719b86e9808b5/node_modules/react-aria/dist/private/intl/searchfield/sr-SP.js.map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D:/pasar_fix/node_modules/.bun/react-aria@3.50.0+d0e719b86e9808b5/node_modules/react-aria/dist/private/intl/searchfield/sr-SP.mjs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D:/pasar_fix/node_modules/.bun/react-aria@3.50.0+d0e719b86e9808b5/node_modules/react-aria/dist/private/intl/searchfield/sr-SP.mjs.map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D:/pasar_fix/node_modules/.bun/react-aria@3.50.0+d0e719b86e9808b5/node_modules/react-aria/dist/private/intl/searchfield/sv-SE.cjs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D:/pasar_fix/node_modules/.bun/react-aria@3.50.0+d0e719b86e9808b5/node_modules/react-aria/dist/private/intl/searchfield/sv-SE.cjs.map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D:/pasar_fix/node_modules/.bun/react-aria@3.50.0+d0e719b86e9808b5/node_modules/react-aria/dist/private/intl/searchfield/sv-SE.js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D:/pasar_fix/node_modules/.bun/react-aria@3.50.0+d0e719b86e9808b5/node_modules/react-aria/dist/private/intl/searchfield/sv-SE.js.map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D:/pasar_fix/node_modules/.bun/react-aria@3.50.0+d0e719b86e9808b5/node_modules/react-aria/dist/private/intl/searchfield/sv-SE.mjs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D:/pasar_fix/node_modules/.bun/react-aria@3.50.0+d0e719b86e9808b5/node_modules/react-aria/dist/private/intl/searchfield/sv-SE.mjs.map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D:/pasar_fix/node_modules/.bun/react-aria@3.50.0+d0e719b86e9808b5/node_modules/react-aria/dist/private/intl/searchfield/tr-TR.cjs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D:/pasar_fix/node_modules/.bun/react-aria@3.50.0+d0e719b86e9808b5/node_modules/react-aria/dist/private/intl/searchfield/tr-TR.cjs.map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D:/pasar_fix/node_modules/.bun/react-aria@3.50.0+d0e719b86e9808b5/node_modules/react-aria/dist/private/intl/searchfield/tr-TR.js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D:/pasar_fix/node_modules/.bun/react-aria@3.50.0+d0e719b86e9808b5/node_modules/react-aria/dist/private/intl/searchfield/tr-TR.js.map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D:/pasar_fix/node_modules/.bun/react-aria@3.50.0+d0e719b86e9808b5/node_modules/react-aria/dist/private/intl/searchfield/tr-TR.mjs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D:/pasar_fix/node_modules/.bun/react-aria@3.50.0+d0e719b86e9808b5/node_modules/react-aria/dist/private/intl/searchfield/tr-TR.mjs.map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D:/pasar_fix/node_modules/.bun/react-aria@3.50.0+d0e719b86e9808b5/node_modules/react-aria/dist/private/intl/searchfield/uk-UA.cjs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D:/pasar_fix/node_modules/.bun/react-aria@3.50.0+d0e719b86e9808b5/node_modules/react-aria/dist/private/intl/searchfield/uk-UA.cjs.map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D:/pasar_fix/node_modules/.bun/react-aria@3.50.0+d0e719b86e9808b5/node_modules/react-aria/dist/private/intl/searchfield/uk-UA.js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D:/pasar_fix/node_modules/.bun/react-aria@3.50.0+d0e719b86e9808b5/node_modules/react-aria/dist/private/intl/searchfield/uk-UA.js.map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D:/pasar_fix/node_modules/.bun/react-aria@3.50.0+d0e719b86e9808b5/node_modules/react-aria/dist/private/intl/searchfield/uk-UA.mjs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D:/pasar_fix/node_modules/.bun/react-aria@3.50.0+d0e719b86e9808b5/node_modules/react-aria/dist/private/intl/searchfield/uk-UA.mjs.map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D:/pasar_fix/node_modules/.bun/react-aria@3.50.0+d0e719b86e9808b5/node_modules/react-aria/dist/private/intl/searchfield/zh-CN.cjs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D:/pasar_fix/node_modules/.bun/react-aria@3.50.0+d0e719b86e9808b5/node_modules/react-aria/dist/private/intl/searchfield/zh-CN.cjs.map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D:/pasar_fix/node_modules/.bun/react-aria@3.50.0+d0e719b86e9808b5/node_modules/react-aria/dist/private/intl/searchfield/zh-CN.js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D:/pasar_fix/node_modules/.bun/react-aria@3.50.0+d0e719b86e9808b5/node_modules/react-aria/dist/private/intl/searchfield/zh-CN.js.map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D:/pasar_fix/node_modules/.bun/react-aria@3.50.0+d0e719b86e9808b5/node_modules/react-aria/dist/private/intl/searchfield/zh-CN.mjs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D:/pasar_fix/node_modules/.bun/react-aria@3.50.0+d0e719b86e9808b5/node_modules/react-aria/dist/private/intl/searchfield/zh-CN.mjs.map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D:/pasar_fix/node_modules/.bun/react-aria@3.50.0+d0e719b86e9808b5/node_modules/react-aria/dist/private/intl/searchfield/zh-TW.cjs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D:/pasar_fix/node_modules/.bun/react-aria@3.50.0+d0e719b86e9808b5/node_modules/react-aria/dist/private/intl/searchfield/zh-TW.cjs.map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D:/pasar_fix/node_modules/.bun/react-aria@3.50.0+d0e719b86e9808b5/node_modules/react-aria/dist/private/intl/searchfield/zh-TW.js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D:/pasar_fix/node_modules/.bun/react-aria@3.50.0+d0e719b86e9808b5/node_modules/react-aria/dist/private/intl/searchfield/zh-TW.js.map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D:/pasar_fix/node_modules/.bun/react-aria@3.50.0+d0e719b86e9808b5/node_modules/react-aria/dist/private/intl/searchfield/zh-TW.mjs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D:/pasar_fix/node_modules/.bun/react-aria@3.50.0+d0e719b86e9808b5/node_modules/react-aria/dist/private/intl/searchfield/zh-TW.mjs.map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D:/pasar_fix/node_modules/.bun/react-aria@3.50.0+d0e719b86e9808b5/node_modules/react-aria/dist/private/intl/spinbutton/ar-AE.cjs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D:/pasar_fix/node_modules/.bun/react-aria@3.50.0+d0e719b86e9808b5/node_modules/react-aria/dist/private/intl/spinbutton/ar-AE.cjs.map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D:/pasar_fix/node_modules/.bun/react-aria@3.50.0+d0e719b86e9808b5/node_modules/react-aria/dist/private/intl/spinbutton/ar-AE.js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D:/pasar_fix/node_modules/.bun/react-aria@3.50.0+d0e719b86e9808b5/node_modules/react-aria/dist/private/intl/spinbutton/ar-AE.js.map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D:/pasar_fix/node_modules/.bun/react-aria@3.50.0+d0e719b86e9808b5/node_modules/react-aria/dist/private/intl/spinbutton/ar-AE.mjs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D:/pasar_fix/node_modules/.bun/react-aria@3.50.0+d0e719b86e9808b5/node_modules/react-aria/dist/private/intl/spinbutton/ar-AE.mjs.map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D:/pasar_fix/node_modules/.bun/react-aria@3.50.0+d0e719b86e9808b5/node_modules/react-aria/dist/private/intl/spinbutton/bg-BG.cjs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D:/pasar_fix/node_modules/.bun/react-aria@3.50.0+d0e719b86e9808b5/node_modules/react-aria/dist/private/intl/spinbutton/bg-BG.cjs.map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D:/pasar_fix/node_modules/.bun/react-aria@3.50.0+d0e719b86e9808b5/node_modules/react-aria/dist/private/intl/spinbutton/bg-BG.js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D:/pasar_fix/node_modules/.bun/react-aria@3.50.0+d0e719b86e9808b5/node_modules/react-aria/dist/private/intl/spinbutton/bg-BG.js.map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D:/pasar_fix/node_modules/.bun/react-aria@3.50.0+d0e719b86e9808b5/node_modules/react-aria/dist/private/intl/spinbutton/bg-BG.mjs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D:/pasar_fix/node_modules/.bun/react-aria@3.50.0+d0e719b86e9808b5/node_modules/react-aria/dist/private/intl/spinbutton/bg-BG.mjs.map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D:/pasar_fix/node_modules/.bun/react-aria@3.50.0+d0e719b86e9808b5/node_modules/react-aria/dist/private/intl/spinbutton/cs-CZ.cjs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D:/pasar_fix/node_modules/.bun/react-aria@3.50.0+d0e719b86e9808b5/node_modules/react-aria/dist/private/intl/spinbutton/cs-CZ.cjs.map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D:/pasar_fix/node_modules/.bun/react-aria@3.50.0+d0e719b86e9808b5/node_modules/react-aria/dist/private/intl/spinbutton/cs-CZ.js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D:/pasar_fix/node_modules/.bun/react-aria@3.50.0+d0e719b86e9808b5/node_modules/react-aria/dist/private/intl/spinbutton/cs-CZ.js.map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D:/pasar_fix/node_modules/.bun/react-aria@3.50.0+d0e719b86e9808b5/node_modules/react-aria/dist/private/intl/spinbutton/cs-CZ.mjs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D:/pasar_fix/node_modules/.bun/react-aria@3.50.0+d0e719b86e9808b5/node_modules/react-aria/dist/private/intl/spinbutton/cs-CZ.mjs.map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D:/pasar_fix/node_modules/.bun/react-aria@3.50.0+d0e719b86e9808b5/node_modules/react-aria/dist/private/intl/spinbutton/da-DK.cjs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D:/pasar_fix/node_modules/.bun/react-aria@3.50.0+d0e719b86e9808b5/node_modules/react-aria/dist/private/intl/spinbutton/da-DK.cjs.map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D:/pasar_fix/node_modules/.bun/react-aria@3.50.0+d0e719b86e9808b5/node_modules/react-aria/dist/private/intl/spinbutton/da-DK.js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D:/pasar_fix/node_modules/.bun/react-aria@3.50.0+d0e719b86e9808b5/node_modules/react-aria/dist/private/intl/spinbutton/da-DK.js.map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D:/pasar_fix/node_modules/.bun/react-aria@3.50.0+d0e719b86e9808b5/node_modules/react-aria/dist/private/intl/spinbutton/da-DK.mjs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D:/pasar_fix/node_modules/.bun/react-aria@3.50.0+d0e719b86e9808b5/node_modules/react-aria/dist/private/intl/spinbutton/da-DK.mjs.map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D:/pasar_fix/node_modules/.bun/react-aria@3.50.0+d0e719b86e9808b5/node_modules/react-aria/dist/private/intl/spinbutton/de-DE.cjs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D:/pasar_fix/node_modules/.bun/react-aria@3.50.0+d0e719b86e9808b5/node_modules/react-aria/dist/private/intl/spinbutton/de-DE.cjs.map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D:/pasar_fix/node_modules/.bun/react-aria@3.50.0+d0e719b86e9808b5/node_modules/react-aria/dist/private/intl/spinbutton/de-DE.js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D:/pasar_fix/node_modules/.bun/react-aria@3.50.0+d0e719b86e9808b5/node_modules/react-aria/dist/private/intl/spinbutton/de-DE.js.map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D:/pasar_fix/node_modules/.bun/react-aria@3.50.0+d0e719b86e9808b5/node_modules/react-aria/dist/private/intl/spinbutton/de-DE.mjs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D:/pasar_fix/node_modules/.bun/react-aria@3.50.0+d0e719b86e9808b5/node_modules/react-aria/dist/private/intl/spinbutton/de-DE.mjs.map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D:/pasar_fix/node_modules/.bun/react-aria@3.50.0+d0e719b86e9808b5/node_modules/react-aria/dist/private/intl/spinbutton/el-GR.cjs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D:/pasar_fix/node_modules/.bun/react-aria@3.50.0+d0e719b86e9808b5/node_modules/react-aria/dist/private/intl/spinbutton/el-GR.cjs.map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D:/pasar_fix/node_modules/.bun/react-aria@3.50.0+d0e719b86e9808b5/node_modules/react-aria/dist/private/intl/spinbutton/el-GR.js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D:/pasar_fix/node_modules/.bun/react-aria@3.50.0+d0e719b86e9808b5/node_modules/react-aria/dist/private/intl/spinbutton/el-GR.js.map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D:/pasar_fix/node_modules/.bun/react-aria@3.50.0+d0e719b86e9808b5/node_modules/react-aria/dist/private/intl/spinbutton/el-GR.mjs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D:/pasar_fix/node_modules/.bun/react-aria@3.50.0+d0e719b86e9808b5/node_modules/react-aria/dist/private/intl/spinbutton/el-GR.mjs.map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D:/pasar_fix/node_modules/.bun/react-aria@3.50.0+d0e719b86e9808b5/node_modules/react-aria/dist/private/intl/spinbutton/en-US.cjs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D:/pasar_fix/node_modules/.bun/react-aria@3.50.0+d0e719b86e9808b5/node_modules/react-aria/dist/private/intl/spinbutton/en-US.cjs.map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D:/pasar_fix/node_modules/.bun/react-aria@3.50.0+d0e719b86e9808b5/node_modules/react-aria/dist/private/intl/spinbutton/en-US.js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D:/pasar_fix/node_modules/.bun/react-aria@3.50.0+d0e719b86e9808b5/node_modules/react-aria/dist/private/intl/spinbutton/en-US.js.map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D:/pasar_fix/node_modules/.bun/react-aria@3.50.0+d0e719b86e9808b5/node_modules/react-aria/dist/private/intl/spinbutton/en-US.mjs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D:/pasar_fix/node_modules/.bun/react-aria@3.50.0+d0e719b86e9808b5/node_modules/react-aria/dist/private/intl/spinbutton/en-US.mjs.map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D:/pasar_fix/node_modules/.bun/react-aria@3.50.0+d0e719b86e9808b5/node_modules/react-aria/dist/private/intl/spinbutton/es-ES.cjs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D:/pasar_fix/node_modules/.bun/react-aria@3.50.0+d0e719b86e9808b5/node_modules/react-aria/dist/private/intl/spinbutton/es-ES.cjs.map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D:/pasar_fix/node_modules/.bun/react-aria@3.50.0+d0e719b86e9808b5/node_modules/react-aria/dist/private/intl/spinbutton/es-ES.js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D:/pasar_fix/node_modules/.bun/react-aria@3.50.0+d0e719b86e9808b5/node_modules/react-aria/dist/private/intl/spinbutton/es-ES.js.map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D:/pasar_fix/node_modules/.bun/react-aria@3.50.0+d0e719b86e9808b5/node_modules/react-aria/dist/private/intl/spinbutton/es-ES.mjs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D:/pasar_fix/node_modules/.bun/react-aria@3.50.0+d0e719b86e9808b5/node_modules/react-aria/dist/private/intl/spinbutton/es-ES.mjs.map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D:/pasar_fix/node_modules/.bun/react-aria@3.50.0+d0e719b86e9808b5/node_modules/react-aria/dist/private/intl/spinbutton/et-EE.cjs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D:/pasar_fix/node_modules/.bun/react-aria@3.50.0+d0e719b86e9808b5/node_modules/react-aria/dist/private/intl/spinbutton/et-EE.cjs.map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D:/pasar_fix/node_modules/.bun/react-aria@3.50.0+d0e719b86e9808b5/node_modules/react-aria/dist/private/intl/spinbutton/et-EE.js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D:/pasar_fix/node_modules/.bun/react-aria@3.50.0+d0e719b86e9808b5/node_modules/react-aria/dist/private/intl/spinbutton/et-EE.js.map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D:/pasar_fix/node_modules/.bun/react-aria@3.50.0+d0e719b86e9808b5/node_modules/react-aria/dist/private/intl/spinbutton/et-EE.mjs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D:/pasar_fix/node_modules/.bun/react-aria@3.50.0+d0e719b86e9808b5/node_modules/react-aria/dist/private/intl/spinbutton/et-EE.mjs.map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D:/pasar_fix/node_modules/.bun/react-aria@3.50.0+d0e719b86e9808b5/node_modules/react-aria/dist/private/intl/spinbutton/fi-FI.cjs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D:/pasar_fix/node_modules/.bun/react-aria@3.50.0+d0e719b86e9808b5/node_modules/react-aria/dist/private/intl/spinbutton/fi-FI.cjs.map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D:/pasar_fix/node_modules/.bun/react-aria@3.50.0+d0e719b86e9808b5/node_modules/react-aria/dist/private/intl/spinbutton/fi-FI.js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D:/pasar_fix/node_modules/.bun/react-aria@3.50.0+d0e719b86e9808b5/node_modules/react-aria/dist/private/intl/spinbutton/fi-FI.js.map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D:/pasar_fix/node_modules/.bun/react-aria@3.50.0+d0e719b86e9808b5/node_modules/react-aria/dist/private/intl/spinbutton/fi-FI.mjs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D:/pasar_fix/node_modules/.bun/react-aria@3.50.0+d0e719b86e9808b5/node_modules/react-aria/dist/private/intl/spinbutton/fi-FI.mjs.map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D:/pasar_fix/node_modules/.bun/react-aria@3.50.0+d0e719b86e9808b5/node_modules/react-aria/dist/private/intl/spinbutton/fr-FR.cjs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D:/pasar_fix/node_modules/.bun/react-aria@3.50.0+d0e719b86e9808b5/node_modules/react-aria/dist/private/intl/spinbutton/fr-FR.cjs.map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D:/pasar_fix/node_modules/.bun/react-aria@3.50.0+d0e719b86e9808b5/node_modules/react-aria/dist/private/intl/spinbutton/fr-FR.js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D:/pasar_fix/node_modules/.bun/react-aria@3.50.0+d0e719b86e9808b5/node_modules/react-aria/dist/private/intl/spinbutton/fr-FR.js.map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D:/pasar_fix/node_modules/.bun/react-aria@3.50.0+d0e719b86e9808b5/node_modules/react-aria/dist/private/intl/spinbutton/fr-FR.mjs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D:/pasar_fix/node_modules/.bun/react-aria@3.50.0+d0e719b86e9808b5/node_modules/react-aria/dist/private/intl/spinbutton/fr-FR.mjs.map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D:/pasar_fix/node_modules/.bun/react-aria@3.50.0+d0e719b86e9808b5/node_modules/react-aria/dist/private/intl/spinbutton/he-IL.cjs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D:/pasar_fix/node_modules/.bun/react-aria@3.50.0+d0e719b86e9808b5/node_modules/react-aria/dist/private/intl/spinbutton/he-IL.cjs.map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D:/pasar_fix/node_modules/.bun/react-aria@3.50.0+d0e719b86e9808b5/node_modules/react-aria/dist/private/intl/spinbutton/he-IL.js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D:/pasar_fix/node_modules/.bun/react-aria@3.50.0+d0e719b86e9808b5/node_modules/react-aria/dist/private/intl/spinbutton/he-IL.js.map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D:/pasar_fix/node_modules/.bun/react-aria@3.50.0+d0e719b86e9808b5/node_modules/react-aria/dist/private/intl/spinbutton/he-IL.mjs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D:/pasar_fix/node_modules/.bun/react-aria@3.50.0+d0e719b86e9808b5/node_modules/react-aria/dist/private/intl/spinbutton/he-IL.mjs.map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D:/pasar_fix/node_modules/.bun/react-aria@3.50.0+d0e719b86e9808b5/node_modules/react-aria/dist/private/intl/spinbutton/hr-HR.cjs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D:/pasar_fix/node_modules/.bun/react-aria@3.50.0+d0e719b86e9808b5/node_modules/react-aria/dist/private/intl/spinbutton/hr-HR.cjs.map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D:/pasar_fix/node_modules/.bun/react-aria@3.50.0+d0e719b86e9808b5/node_modules/react-aria/dist/private/intl/spinbutton/hr-HR.js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D:/pasar_fix/node_modules/.bun/react-aria@3.50.0+d0e719b86e9808b5/node_modules/react-aria/dist/private/intl/spinbutton/hr-HR.js.map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D:/pasar_fix/node_modules/.bun/react-aria@3.50.0+d0e719b86e9808b5/node_modules/react-aria/dist/private/intl/spinbutton/hr-HR.mjs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D:/pasar_fix/node_modules/.bun/react-aria@3.50.0+d0e719b86e9808b5/node_modules/react-aria/dist/private/intl/spinbutton/hr-HR.mjs.map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D:/pasar_fix/node_modules/.bun/react-aria@3.50.0+d0e719b86e9808b5/node_modules/react-aria/dist/private/intl/spinbutton/hu-HU.cjs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D:/pasar_fix/node_modules/.bun/react-aria@3.50.0+d0e719b86e9808b5/node_modules/react-aria/dist/private/intl/spinbutton/hu-HU.cjs.map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D:/pasar_fix/node_modules/.bun/react-aria@3.50.0+d0e719b86e9808b5/node_modules/react-aria/dist/private/intl/spinbutton/hu-HU.js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D:/pasar_fix/node_modules/.bun/react-aria@3.50.0+d0e719b86e9808b5/node_modules/react-aria/dist/private/intl/spinbutton/hu-HU.js.map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D:/pasar_fix/node_modules/.bun/react-aria@3.50.0+d0e719b86e9808b5/node_modules/react-aria/dist/private/intl/spinbutton/hu-HU.mjs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D:/pasar_fix/node_modules/.bun/react-aria@3.50.0+d0e719b86e9808b5/node_modules/react-aria/dist/private/intl/spinbutton/hu-HU.mjs.map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D:/pasar_fix/node_modules/.bun/react-aria@3.50.0+d0e719b86e9808b5/node_modules/react-aria/dist/private/intl/spinbutton/it-IT.cjs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D:/pasar_fix/node_modules/.bun/react-aria@3.50.0+d0e719b86e9808b5/node_modules/react-aria/dist/private/intl/spinbutton/it-IT.cjs.map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D:/pasar_fix/node_modules/.bun/react-aria@3.50.0+d0e719b86e9808b5/node_modules/react-aria/dist/private/intl/spinbutton/it-IT.js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D:/pasar_fix/node_modules/.bun/react-aria@3.50.0+d0e719b86e9808b5/node_modules/react-aria/dist/private/intl/spinbutton/it-IT.js.map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D:/pasar_fix/node_modules/.bun/react-aria@3.50.0+d0e719b86e9808b5/node_modules/react-aria/dist/private/intl/spinbutton/it-IT.mjs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D:/pasar_fix/node_modules/.bun/react-aria@3.50.0+d0e719b86e9808b5/node_modules/react-aria/dist/private/intl/spinbutton/it-IT.mjs.map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D:/pasar_fix/node_modules/.bun/react-aria@3.50.0+d0e719b86e9808b5/node_modules/react-aria/dist/private/intl/spinbutton/ja-JP.cjs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D:/pasar_fix/node_modules/.bun/react-aria@3.50.0+d0e719b86e9808b5/node_modules/react-aria/dist/private/intl/spinbutton/ja-JP.cjs.map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D:/pasar_fix/node_modules/.bun/react-aria@3.50.0+d0e719b86e9808b5/node_modules/react-aria/dist/private/intl/spinbutton/ja-JP.js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D:/pasar_fix/node_modules/.bun/react-aria@3.50.0+d0e719b86e9808b5/node_modules/react-aria/dist/private/intl/spinbutton/ja-JP.js.map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D:/pasar_fix/node_modules/.bun/react-aria@3.50.0+d0e719b86e9808b5/node_modules/react-aria/dist/private/intl/spinbutton/ja-JP.mjs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D:/pasar_fix/node_modules/.bun/react-aria@3.50.0+d0e719b86e9808b5/node_modules/react-aria/dist/private/intl/spinbutton/ja-JP.mjs.map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D:/pasar_fix/node_modules/.bun/react-aria@3.50.0+d0e719b86e9808b5/node_modules/react-aria/dist/private/intl/spinbutton/ko-KR.cjs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D:/pasar_fix/node_modules/.bun/react-aria@3.50.0+d0e719b86e9808b5/node_modules/react-aria/dist/private/intl/spinbutton/ko-KR.cjs.map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D:/pasar_fix/node_modules/.bun/react-aria@3.50.0+d0e719b86e9808b5/node_modules/react-aria/dist/private/intl/spinbutton/ko-KR.js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D:/pasar_fix/node_modules/.bun/react-aria@3.50.0+d0e719b86e9808b5/node_modules/react-aria/dist/private/intl/spinbutton/ko-KR.js.map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D:/pasar_fix/node_modules/.bun/react-aria@3.50.0+d0e719b86e9808b5/node_modules/react-aria/dist/private/intl/spinbutton/ko-KR.mjs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D:/pasar_fix/node_modules/.bun/react-aria@3.50.0+d0e719b86e9808b5/node_modules/react-aria/dist/private/intl/spinbutton/ko-KR.mjs.map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D:/pasar_fix/node_modules/.bun/react-aria@3.50.0+d0e719b86e9808b5/node_modules/react-aria/dist/private/intl/spinbutton/lt-LT.cjs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D:/pasar_fix/node_modules/.bun/react-aria@3.50.0+d0e719b86e9808b5/node_modules/react-aria/dist/private/intl/spinbutton/lt-LT.cjs.map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D:/pasar_fix/node_modules/.bun/react-aria@3.50.0+d0e719b86e9808b5/node_modules/react-aria/dist/private/intl/spinbutton/lt-LT.js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D:/pasar_fix/node_modules/.bun/react-aria@3.50.0+d0e719b86e9808b5/node_modules/react-aria/dist/private/intl/spinbutton/lt-LT.js.map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D:/pasar_fix/node_modules/.bun/react-aria@3.50.0+d0e719b86e9808b5/node_modules/react-aria/dist/private/intl/spinbutton/lt-LT.mjs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D:/pasar_fix/node_modules/.bun/react-aria@3.50.0+d0e719b86e9808b5/node_modules/react-aria/dist/private/intl/spinbutton/lt-LT.mjs.map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D:/pasar_fix/node_modules/.bun/react-aria@3.50.0+d0e719b86e9808b5/node_modules/react-aria/dist/private/intl/spinbutton/lv-LV.cjs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D:/pasar_fix/node_modules/.bun/react-aria@3.50.0+d0e719b86e9808b5/node_modules/react-aria/dist/private/intl/spinbutton/lv-LV.cjs.map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D:/pasar_fix/node_modules/.bun/react-aria@3.50.0+d0e719b86e9808b5/node_modules/react-aria/dist/private/intl/spinbutton/lv-LV.js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D:/pasar_fix/node_modules/.bun/react-aria@3.50.0+d0e719b86e9808b5/node_modules/react-aria/dist/private/intl/spinbutton/lv-LV.js.map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D:/pasar_fix/node_modules/.bun/react-aria@3.50.0+d0e719b86e9808b5/node_modules/react-aria/dist/private/intl/spinbutton/lv-LV.mjs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D:/pasar_fix/node_modules/.bun/react-aria@3.50.0+d0e719b86e9808b5/node_modules/react-aria/dist/private/intl/spinbutton/lv-LV.mjs.map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D:/pasar_fix/node_modules/.bun/react-aria@3.50.0+d0e719b86e9808b5/node_modules/react-aria/dist/private/intl/spinbutton/nb-NO.cjs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D:/pasar_fix/node_modules/.bun/react-aria@3.50.0+d0e719b86e9808b5/node_modules/react-aria/dist/private/intl/spinbutton/nb-NO.cjs.map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D:/pasar_fix/node_modules/.bun/react-aria@3.50.0+d0e719b86e9808b5/node_modules/react-aria/dist/private/intl/spinbutton/nb-NO.js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D:/pasar_fix/node_modules/.bun/react-aria@3.50.0+d0e719b86e9808b5/node_modules/react-aria/dist/private/intl/spinbutton/nb-NO.js.map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D:/pasar_fix/node_modules/.bun/react-aria@3.50.0+d0e719b86e9808b5/node_modules/react-aria/dist/private/intl/spinbutton/nb-NO.mjs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D:/pasar_fix/node_modules/.bun/react-aria@3.50.0+d0e719b86e9808b5/node_modules/react-aria/dist/private/intl/spinbutton/nb-NO.mjs.map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D:/pasar_fix/node_modules/.bun/react-aria@3.50.0+d0e719b86e9808b5/node_modules/react-aria/dist/private/intl/spinbutton/nl-NL.cjs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D:/pasar_fix/node_modules/.bun/react-aria@3.50.0+d0e719b86e9808b5/node_modules/react-aria/dist/private/intl/spinbutton/nl-NL.cjs.map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D:/pasar_fix/node_modules/.bun/react-aria@3.50.0+d0e719b86e9808b5/node_modules/react-aria/dist/private/intl/spinbutton/nl-NL.js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D:/pasar_fix/node_modules/.bun/react-aria@3.50.0+d0e719b86e9808b5/node_modules/react-aria/dist/private/intl/spinbutton/nl-NL.js.map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D:/pasar_fix/node_modules/.bun/react-aria@3.50.0+d0e719b86e9808b5/node_modules/react-aria/dist/private/intl/spinbutton/nl-NL.mjs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D:/pasar_fix/node_modules/.bun/react-aria@3.50.0+d0e719b86e9808b5/node_modules/react-aria/dist/private/intl/spinbutton/nl-NL.mjs.map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D:/pasar_fix/node_modules/.bun/react-aria@3.50.0+d0e719b86e9808b5/node_modules/react-aria/dist/private/intl/spinbutton/pl-PL.cjs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D:/pasar_fix/node_modules/.bun/react-aria@3.50.0+d0e719b86e9808b5/node_modules/react-aria/dist/private/intl/spinbutton/pl-PL.cjs.map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D:/pasar_fix/node_modules/.bun/react-aria@3.50.0+d0e719b86e9808b5/node_modules/react-aria/dist/private/intl/spinbutton/pl-PL.js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D:/pasar_fix/node_modules/.bun/react-aria@3.50.0+d0e719b86e9808b5/node_modules/react-aria/dist/private/intl/spinbutton/pl-PL.js.map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D:/pasar_fix/node_modules/.bun/react-aria@3.50.0+d0e719b86e9808b5/node_modules/react-aria/dist/private/intl/spinbutton/pl-PL.mjs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D:/pasar_fix/node_modules/.bun/react-aria@3.50.0+d0e719b86e9808b5/node_modules/react-aria/dist/private/intl/spinbutton/pl-PL.mjs.map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D:/pasar_fix/node_modules/.bun/react-aria@3.50.0+d0e719b86e9808b5/node_modules/react-aria/dist/private/intl/spinbutton/pt-BR.cjs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D:/pasar_fix/node_modules/.bun/react-aria@3.50.0+d0e719b86e9808b5/node_modules/react-aria/dist/private/intl/spinbutton/pt-BR.cjs.map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D:/pasar_fix/node_modules/.bun/react-aria@3.50.0+d0e719b86e9808b5/node_modules/react-aria/dist/private/intl/spinbutton/pt-BR.js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D:/pasar_fix/node_modules/.bun/react-aria@3.50.0+d0e719b86e9808b5/node_modules/react-aria/dist/private/intl/spinbutton/pt-BR.js.map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D:/pasar_fix/node_modules/.bun/react-aria@3.50.0+d0e719b86e9808b5/node_modules/react-aria/dist/private/intl/spinbutton/pt-BR.mjs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D:/pasar_fix/node_modules/.bun/react-aria@3.50.0+d0e719b86e9808b5/node_modules/react-aria/dist/private/intl/spinbutton/pt-BR.mjs.map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D:/pasar_fix/node_modules/.bun/react-aria@3.50.0+d0e719b86e9808b5/node_modules/react-aria/dist/private/intl/spinbutton/pt-PT.cjs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D:/pasar_fix/node_modules/.bun/react-aria@3.50.0+d0e719b86e9808b5/node_modules/react-aria/dist/private/intl/spinbutton/pt-PT.cjs.map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D:/pasar_fix/node_modules/.bun/react-aria@3.50.0+d0e719b86e9808b5/node_modules/react-aria/dist/private/intl/spinbutton/pt-PT.js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D:/pasar_fix/node_modules/.bun/react-aria@3.50.0+d0e719b86e9808b5/node_modules/react-aria/dist/private/intl/spinbutton/pt-PT.js.map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D:/pasar_fix/node_modules/.bun/react-aria@3.50.0+d0e719b86e9808b5/node_modules/react-aria/dist/private/intl/spinbutton/pt-PT.mjs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D:/pasar_fix/node_modules/.bun/react-aria@3.50.0+d0e719b86e9808b5/node_modules/react-aria/dist/private/intl/spinbutton/pt-PT.mjs.map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D:/pasar_fix/node_modules/.bun/react-aria@3.50.0+d0e719b86e9808b5/node_modules/react-aria/dist/private/intl/spinbutton/ro-RO.cjs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D:/pasar_fix/node_modules/.bun/react-aria@3.50.0+d0e719b86e9808b5/node_modules/react-aria/dist/private/intl/spinbutton/ro-RO.cjs.map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D:/pasar_fix/node_modules/.bun/react-aria@3.50.0+d0e719b86e9808b5/node_modules/react-aria/dist/private/intl/spinbutton/ro-RO.js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D:/pasar_fix/node_modules/.bun/react-aria@3.50.0+d0e719b86e9808b5/node_modules/react-aria/dist/private/intl/spinbutton/ro-RO.js.map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D:/pasar_fix/node_modules/.bun/react-aria@3.50.0+d0e719b86e9808b5/node_modules/react-aria/dist/private/intl/spinbutton/ro-RO.mjs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D:/pasar_fix/node_modules/.bun/react-aria@3.50.0+d0e719b86e9808b5/node_modules/react-aria/dist/private/intl/spinbutton/ro-RO.mjs.map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D:/pasar_fix/node_modules/.bun/react-aria@3.50.0+d0e719b86e9808b5/node_modules/react-aria/dist/private/intl/spinbutton/ru-RU.cjs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D:/pasar_fix/node_modules/.bun/react-aria@3.50.0+d0e719b86e9808b5/node_modules/react-aria/dist/private/intl/spinbutton/ru-RU.cjs.map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D:/pasar_fix/node_modules/.bun/react-aria@3.50.0+d0e719b86e9808b5/node_modules/react-aria/dist/private/intl/spinbutton/ru-RU.js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D:/pasar_fix/node_modules/.bun/react-aria@3.50.0+d0e719b86e9808b5/node_modules/react-aria/dist/private/intl/spinbutton/ru-RU.js.map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D:/pasar_fix/node_modules/.bun/react-aria@3.50.0+d0e719b86e9808b5/node_modules/react-aria/dist/private/intl/spinbutton/ru-RU.mjs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D:/pasar_fix/node_modules/.bun/react-aria@3.50.0+d0e719b86e9808b5/node_modules/react-aria/dist/private/intl/spinbutton/ru-RU.mjs.map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D:/pasar_fix/node_modules/.bun/react-aria@3.50.0+d0e719b86e9808b5/node_modules/react-aria/dist/private/intl/spinbutton/sk-SK.cjs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D:/pasar_fix/node_modules/.bun/react-aria@3.50.0+d0e719b86e9808b5/node_modules/react-aria/dist/private/intl/spinbutton/sk-SK.cjs.map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D:/pasar_fix/node_modules/.bun/react-aria@3.50.0+d0e719b86e9808b5/node_modules/react-aria/dist/private/intl/spinbutton/sk-SK.js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D:/pasar_fix/node_modules/.bun/react-aria@3.50.0+d0e719b86e9808b5/node_modules/react-aria/dist/private/intl/spinbutton/sk-SK.js.map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D:/pasar_fix/node_modules/.bun/react-aria@3.50.0+d0e719b86e9808b5/node_modules/react-aria/dist/private/intl/spinbutton/sk-SK.mjs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D:/pasar_fix/node_modules/.bun/react-aria@3.50.0+d0e719b86e9808b5/node_modules/react-aria/dist/private/intl/spinbutton/sk-SK.mjs.map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D:/pasar_fix/node_modules/.bun/react-aria@3.50.0+d0e719b86e9808b5/node_modules/react-aria/dist/private/intl/spinbutton/sl-SI.cjs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D:/pasar_fix/node_modules/.bun/react-aria@3.50.0+d0e719b86e9808b5/node_modules/react-aria/dist/private/intl/spinbutton/sl-SI.cjs.map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D:/pasar_fix/node_modules/.bun/react-aria@3.50.0+d0e719b86e9808b5/node_modules/react-aria/dist/private/intl/spinbutton/sl-SI.js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D:/pasar_fix/node_modules/.bun/react-aria@3.50.0+d0e719b86e9808b5/node_modules/react-aria/dist/private/intl/spinbutton/sl-SI.js.map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D:/pasar_fix/node_modules/.bun/react-aria@3.50.0+d0e719b86e9808b5/node_modules/react-aria/dist/private/intl/spinbutton/sl-SI.mjs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D:/pasar_fix/node_modules/.bun/react-aria@3.50.0+d0e719b86e9808b5/node_modules/react-aria/dist/private/intl/spinbutton/sl-SI.mjs.map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D:/pasar_fix/node_modules/.bun/react-aria@3.50.0+d0e719b86e9808b5/node_modules/react-aria/dist/private/intl/spinbutton/sr-SP.cjs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D:/pasar_fix/node_modules/.bun/react-aria@3.50.0+d0e719b86e9808b5/node_modules/react-aria/dist/private/intl/spinbutton/sr-SP.cjs.map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D:/pasar_fix/node_modules/.bun/react-aria@3.50.0+d0e719b86e9808b5/node_modules/react-aria/dist/private/intl/spinbutton/sr-SP.js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D:/pasar_fix/node_modules/.bun/react-aria@3.50.0+d0e719b86e9808b5/node_modules/react-aria/dist/private/intl/spinbutton/sr-SP.js.map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D:/pasar_fix/node_modules/.bun/react-aria@3.50.0+d0e719b86e9808b5/node_modules/react-aria/dist/private/intl/spinbutton/sr-SP.mjs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D:/pasar_fix/node_modules/.bun/react-aria@3.50.0+d0e719b86e9808b5/node_modules/react-aria/dist/private/intl/spinbutton/sr-SP.mjs.map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D:/pasar_fix/node_modules/.bun/react-aria@3.50.0+d0e719b86e9808b5/node_modules/react-aria/dist/private/intl/spinbutton/sv-SE.cjs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D:/pasar_fix/node_modules/.bun/react-aria@3.50.0+d0e719b86e9808b5/node_modules/react-aria/dist/private/intl/spinbutton/sv-SE.cjs.map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D:/pasar_fix/node_modules/.bun/react-aria@3.50.0+d0e719b86e9808b5/node_modules/react-aria/dist/private/intl/spinbutton/sv-SE.js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D:/pasar_fix/node_modules/.bun/react-aria@3.50.0+d0e719b86e9808b5/node_modules/react-aria/dist/private/intl/spinbutton/sv-SE.js.map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D:/pasar_fix/node_modules/.bun/react-aria@3.50.0+d0e719b86e9808b5/node_modules/react-aria/dist/private/intl/spinbutton/sv-SE.mjs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D:/pasar_fix/node_modules/.bun/react-aria@3.50.0+d0e719b86e9808b5/node_modules/react-aria/dist/private/intl/spinbutton/sv-SE.mjs.map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D:/pasar_fix/node_modules/.bun/react-aria@3.50.0+d0e719b86e9808b5/node_modules/react-aria/dist/private/intl/spinbutton/tr-TR.cjs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D:/pasar_fix/node_modules/.bun/react-aria@3.50.0+d0e719b86e9808b5/node_modules/react-aria/dist/private/intl/spinbutton/tr-TR.cjs.map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D:/pasar_fix/node_modules/.bun/react-aria@3.50.0+d0e719b86e9808b5/node_modules/react-aria/dist/private/intl/spinbutton/tr-TR.js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D:/pasar_fix/node_modules/.bun/react-aria@3.50.0+d0e719b86e9808b5/node_modules/react-aria/dist/private/intl/spinbutton/tr-TR.js.map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D:/pasar_fix/node_modules/.bun/react-aria@3.50.0+d0e719b86e9808b5/node_modules/react-aria/dist/private/intl/spinbutton/tr-TR.mjs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D:/pasar_fix/node_modules/.bun/react-aria@3.50.0+d0e719b86e9808b5/node_modules/react-aria/dist/private/intl/spinbutton/tr-TR.mjs.map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D:/pasar_fix/node_modules/.bun/react-aria@3.50.0+d0e719b86e9808b5/node_modules/react-aria/dist/private/intl/spinbutton/uk-UA.cjs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D:/pasar_fix/node_modules/.bun/react-aria@3.50.0+d0e719b86e9808b5/node_modules/react-aria/dist/private/intl/spinbutton/uk-UA.cjs.map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D:/pasar_fix/node_modules/.bun/react-aria@3.50.0+d0e719b86e9808b5/node_modules/react-aria/dist/private/intl/spinbutton/uk-UA.js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D:/pasar_fix/node_modules/.bun/react-aria@3.50.0+d0e719b86e9808b5/node_modules/react-aria/dist/private/intl/spinbutton/uk-UA.js.map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D:/pasar_fix/node_modules/.bun/react-aria@3.50.0+d0e719b86e9808b5/node_modules/react-aria/dist/private/intl/spinbutton/uk-UA.mjs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D:/pasar_fix/node_modules/.bun/react-aria@3.50.0+d0e719b86e9808b5/node_modules/react-aria/dist/private/intl/spinbutton/uk-UA.mjs.map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D:/pasar_fix/node_modules/.bun/react-aria@3.50.0+d0e719b86e9808b5/node_modules/react-aria/dist/private/intl/spinbutton/zh-CN.cjs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D:/pasar_fix/node_modules/.bun/react-aria@3.50.0+d0e719b86e9808b5/node_modules/react-aria/dist/private/intl/spinbutton/zh-CN.cjs.map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D:/pasar_fix/node_modules/.bun/react-aria@3.50.0+d0e719b86e9808b5/node_modules/react-aria/dist/private/intl/spinbutton/zh-CN.js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D:/pasar_fix/node_modules/.bun/react-aria@3.50.0+d0e719b86e9808b5/node_modules/react-aria/dist/private/intl/spinbutton/zh-CN.js.map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D:/pasar_fix/node_modules/.bun/react-aria@3.50.0+d0e719b86e9808b5/node_modules/react-aria/dist/private/intl/spinbutton/zh-CN.mjs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D:/pasar_fix/node_modules/.bun/react-aria@3.50.0+d0e719b86e9808b5/node_modules/react-aria/dist/private/intl/spinbutton/zh-CN.mjs.map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D:/pasar_fix/node_modules/.bun/react-aria@3.50.0+d0e719b86e9808b5/node_modules/react-aria/dist/private/intl/spinbutton/zh-TW.cjs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D:/pasar_fix/node_modules/.bun/react-aria@3.50.0+d0e719b86e9808b5/node_modules/react-aria/dist/private/intl/spinbutton/zh-TW.cjs.map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D:/pasar_fix/node_modules/.bun/react-aria@3.50.0+d0e719b86e9808b5/node_modules/react-aria/dist/private/intl/spinbutton/zh-TW.js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D:/pasar_fix/node_modules/.bun/react-aria@3.50.0+d0e719b86e9808b5/node_modules/react-aria/dist/private/intl/spinbutton/zh-TW.js.map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D:/pasar_fix/node_modules/.bun/react-aria@3.50.0+d0e719b86e9808b5/node_modules/react-aria/dist/private/intl/spinbutton/zh-TW.mjs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D:/pasar_fix/node_modules/.bun/react-aria@3.50.0+d0e719b86e9808b5/node_modules/react-aria/dist/private/intl/spinbutton/zh-TW.mjs.map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D:/pasar_fix/node_modules/.bun/react-aria@3.50.0+d0e719b86e9808b5/node_modules/react-aria/dist/private/intl/steplist/ar-AE.cjs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D:/pasar_fix/node_modules/.bun/react-aria@3.50.0+d0e719b86e9808b5/node_modules/react-aria/dist/private/intl/steplist/ar-AE.cjs.map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D:/pasar_fix/node_modules/.bun/react-aria@3.50.0+d0e719b86e9808b5/node_modules/react-aria/dist/private/intl/steplist/ar-AE.js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D:/pasar_fix/node_modules/.bun/react-aria@3.50.0+d0e719b86e9808b5/node_modules/react-aria/dist/private/intl/steplist/ar-AE.js.map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D:/pasar_fix/node_modules/.bun/react-aria@3.50.0+d0e719b86e9808b5/node_modules/react-aria/dist/private/intl/steplist/ar-AE.mjs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D:/pasar_fix/node_modules/.bun/react-aria@3.50.0+d0e719b86e9808b5/node_modules/react-aria/dist/private/intl/steplist/ar-AE.mjs.map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D:/pasar_fix/node_modules/.bun/react-aria@3.50.0+d0e719b86e9808b5/node_modules/react-aria/dist/private/intl/steplist/bg-BG.cjs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D:/pasar_fix/node_modules/.bun/react-aria@3.50.0+d0e719b86e9808b5/node_modules/react-aria/dist/private/intl/steplist/bg-BG.cjs.map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D:/pasar_fix/node_modules/.bun/react-aria@3.50.0+d0e719b86e9808b5/node_modules/react-aria/dist/private/intl/steplist/bg-BG.js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D:/pasar_fix/node_modules/.bun/react-aria@3.50.0+d0e719b86e9808b5/node_modules/react-aria/dist/private/intl/steplist/bg-BG.js.map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D:/pasar_fix/node_modules/.bun/react-aria@3.50.0+d0e719b86e9808b5/node_modules/react-aria/dist/private/intl/steplist/bg-BG.mjs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D:/pasar_fix/node_modules/.bun/react-aria@3.50.0+d0e719b86e9808b5/node_modules/react-aria/dist/private/intl/steplist/bg-BG.mjs.map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D:/pasar_fix/node_modules/.bun/react-aria@3.50.0+d0e719b86e9808b5/node_modules/react-aria/dist/private/intl/steplist/cs-CZ.cjs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D:/pasar_fix/node_modules/.bun/react-aria@3.50.0+d0e719b86e9808b5/node_modules/react-aria/dist/private/intl/steplist/cs-CZ.cjs.map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D:/pasar_fix/node_modules/.bun/react-aria@3.50.0+d0e719b86e9808b5/node_modules/react-aria/dist/private/intl/steplist/cs-CZ.js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D:/pasar_fix/node_modules/.bun/react-aria@3.50.0+d0e719b86e9808b5/node_modules/react-aria/dist/private/intl/steplist/cs-CZ.js.map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D:/pasar_fix/node_modules/.bun/react-aria@3.50.0+d0e719b86e9808b5/node_modules/react-aria/dist/private/intl/steplist/cs-CZ.mjs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D:/pasar_fix/node_modules/.bun/react-aria@3.50.0+d0e719b86e9808b5/node_modules/react-aria/dist/private/intl/steplist/cs-CZ.mjs.map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D:/pasar_fix/node_modules/.bun/react-aria@3.50.0+d0e719b86e9808b5/node_modules/react-aria/dist/private/intl/steplist/da-DK.cjs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D:/pasar_fix/node_modules/.bun/react-aria@3.50.0+d0e719b86e9808b5/node_modules/react-aria/dist/private/intl/steplist/da-DK.cjs.map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D:/pasar_fix/node_modules/.bun/react-aria@3.50.0+d0e719b86e9808b5/node_modules/react-aria/dist/private/intl/steplist/da-DK.js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D:/pasar_fix/node_modules/.bun/react-aria@3.50.0+d0e719b86e9808b5/node_modules/react-aria/dist/private/intl/steplist/da-DK.js.map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D:/pasar_fix/node_modules/.bun/react-aria@3.50.0+d0e719b86e9808b5/node_modules/react-aria/dist/private/intl/steplist/da-DK.mjs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D:/pasar_fix/node_modules/.bun/react-aria@3.50.0+d0e719b86e9808b5/node_modules/react-aria/dist/private/intl/steplist/da-DK.mjs.map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D:/pasar_fix/node_modules/.bun/react-aria@3.50.0+d0e719b86e9808b5/node_modules/react-aria/dist/private/intl/steplist/de-DE.cjs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D:/pasar_fix/node_modules/.bun/react-aria@3.50.0+d0e719b86e9808b5/node_modules/react-aria/dist/private/intl/steplist/de-DE.cjs.map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D:/pasar_fix/node_modules/.bun/react-aria@3.50.0+d0e719b86e9808b5/node_modules/react-aria/dist/private/intl/steplist/de-DE.js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D:/pasar_fix/node_modules/.bun/react-aria@3.50.0+d0e719b86e9808b5/node_modules/react-aria/dist/private/intl/steplist/de-DE.js.map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D:/pasar_fix/node_modules/.bun/react-aria@3.50.0+d0e719b86e9808b5/node_modules/react-aria/dist/private/intl/steplist/de-DE.mjs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D:/pasar_fix/node_modules/.bun/react-aria@3.50.0+d0e719b86e9808b5/node_modules/react-aria/dist/private/intl/steplist/de-DE.mjs.map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D:/pasar_fix/node_modules/.bun/react-aria@3.50.0+d0e719b86e9808b5/node_modules/react-aria/dist/private/intl/steplist/el-GR.cjs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D:/pasar_fix/node_modules/.bun/react-aria@3.50.0+d0e719b86e9808b5/node_modules/react-aria/dist/private/intl/steplist/el-GR.cjs.map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D:/pasar_fix/node_modules/.bun/react-aria@3.50.0+d0e719b86e9808b5/node_modules/react-aria/dist/private/intl/steplist/el-GR.js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D:/pasar_fix/node_modules/.bun/react-aria@3.50.0+d0e719b86e9808b5/node_modules/react-aria/dist/private/intl/steplist/el-GR.js.map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D:/pasar_fix/node_modules/.bun/react-aria@3.50.0+d0e719b86e9808b5/node_modules/react-aria/dist/private/intl/steplist/el-GR.mjs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D:/pasar_fix/node_modules/.bun/react-aria@3.50.0+d0e719b86e9808b5/node_modules/react-aria/dist/private/intl/steplist/el-GR.mjs.map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D:/pasar_fix/node_modules/.bun/react-aria@3.50.0+d0e719b86e9808b5/node_modules/react-aria/dist/private/intl/steplist/en-US.cjs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D:/pasar_fix/node_modules/.bun/react-aria@3.50.0+d0e719b86e9808b5/node_modules/react-aria/dist/private/intl/steplist/en-US.cjs.map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D:/pasar_fix/node_modules/.bun/react-aria@3.50.0+d0e719b86e9808b5/node_modules/react-aria/dist/private/intl/steplist/en-US.js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D:/pasar_fix/node_modules/.bun/react-aria@3.50.0+d0e719b86e9808b5/node_modules/react-aria/dist/private/intl/steplist/en-US.js.map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D:/pasar_fix/node_modules/.bun/react-aria@3.50.0+d0e719b86e9808b5/node_modules/react-aria/dist/private/intl/steplist/en-US.mjs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D:/pasar_fix/node_modules/.bun/react-aria@3.50.0+d0e719b86e9808b5/node_modules/react-aria/dist/private/intl/steplist/en-US.mjs.map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D:/pasar_fix/node_modules/.bun/react-aria@3.50.0+d0e719b86e9808b5/node_modules/react-aria/dist/private/intl/steplist/es-ES.cjs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D:/pasar_fix/node_modules/.bun/react-aria@3.50.0+d0e719b86e9808b5/node_modules/react-aria/dist/private/intl/steplist/es-ES.cjs.map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D:/pasar_fix/node_modules/.bun/react-aria@3.50.0+d0e719b86e9808b5/node_modules/react-aria/dist/private/intl/steplist/es-ES.js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D:/pasar_fix/node_modules/.bun/react-aria@3.50.0+d0e719b86e9808b5/node_modules/react-aria/dist/private/intl/steplist/es-ES.js.map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D:/pasar_fix/node_modules/.bun/react-aria@3.50.0+d0e719b86e9808b5/node_modules/react-aria/dist/private/intl/steplist/es-ES.mjs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D:/pasar_fix/node_modules/.bun/react-aria@3.50.0+d0e719b86e9808b5/node_modules/react-aria/dist/private/intl/steplist/es-ES.mjs.map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D:/pasar_fix/node_modules/.bun/react-aria@3.50.0+d0e719b86e9808b5/node_modules/react-aria/dist/private/intl/steplist/et-EE.cjs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D:/pasar_fix/node_modules/.bun/react-aria@3.50.0+d0e719b86e9808b5/node_modules/react-aria/dist/private/intl/steplist/et-EE.cjs.map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D:/pasar_fix/node_modules/.bun/react-aria@3.50.0+d0e719b86e9808b5/node_modules/react-aria/dist/private/intl/steplist/et-EE.js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D:/pasar_fix/node_modules/.bun/react-aria@3.50.0+d0e719b86e9808b5/node_modules/react-aria/dist/private/intl/steplist/et-EE.js.map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D:/pasar_fix/node_modules/.bun/react-aria@3.50.0+d0e719b86e9808b5/node_modules/react-aria/dist/private/intl/steplist/et-EE.mjs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D:/pasar_fix/node_modules/.bun/react-aria@3.50.0+d0e719b86e9808b5/node_modules/react-aria/dist/private/intl/steplist/et-EE.mjs.map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D:/pasar_fix/node_modules/.bun/react-aria@3.50.0+d0e719b86e9808b5/node_modules/react-aria/dist/private/intl/steplist/fi-FI.cjs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D:/pasar_fix/node_modules/.bun/react-aria@3.50.0+d0e719b86e9808b5/node_modules/react-aria/dist/private/intl/steplist/fi-FI.cjs.map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D:/pasar_fix/node_modules/.bun/react-aria@3.50.0+d0e719b86e9808b5/node_modules/react-aria/dist/private/intl/steplist/fi-FI.js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D:/pasar_fix/node_modules/.bun/react-aria@3.50.0+d0e719b86e9808b5/node_modules/react-aria/dist/private/intl/steplist/fi-FI.js.map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D:/pasar_fix/node_modules/.bun/react-aria@3.50.0+d0e719b86e9808b5/node_modules/react-aria/dist/private/intl/steplist/fi-FI.mjs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D:/pasar_fix/node_modules/.bun/react-aria@3.50.0+d0e719b86e9808b5/node_modules/react-aria/dist/private/intl/steplist/fi-FI.mjs.map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D:/pasar_fix/node_modules/.bun/react-aria@3.50.0+d0e719b86e9808b5/node_modules/react-aria/dist/private/intl/steplist/fr-FR.cjs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D:/pasar_fix/node_modules/.bun/react-aria@3.50.0+d0e719b86e9808b5/node_modules/react-aria/dist/private/intl/steplist/fr-FR.cjs.map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D:/pasar_fix/node_modules/.bun/react-aria@3.50.0+d0e719b86e9808b5/node_modules/react-aria/dist/private/intl/steplist/fr-FR.js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D:/pasar_fix/node_modules/.bun/react-aria@3.50.0+d0e719b86e9808b5/node_modules/react-aria/dist/private/intl/steplist/fr-FR.js.map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D:/pasar_fix/node_modules/.bun/react-aria@3.50.0+d0e719b86e9808b5/node_modules/react-aria/dist/private/intl/steplist/fr-FR.mjs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D:/pasar_fix/node_modules/.bun/react-aria@3.50.0+d0e719b86e9808b5/node_modules/react-aria/dist/private/intl/steplist/fr-FR.mjs.map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D:/pasar_fix/node_modules/.bun/react-aria@3.50.0+d0e719b86e9808b5/node_modules/react-aria/dist/private/intl/steplist/he-IL.cjs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D:/pasar_fix/node_modules/.bun/react-aria@3.50.0+d0e719b86e9808b5/node_modules/react-aria/dist/private/intl/steplist/he-IL.cjs.map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D:/pasar_fix/node_modules/.bun/react-aria@3.50.0+d0e719b86e9808b5/node_modules/react-aria/dist/private/intl/steplist/he-IL.js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D:/pasar_fix/node_modules/.bun/react-aria@3.50.0+d0e719b86e9808b5/node_modules/react-aria/dist/private/intl/steplist/he-IL.js.map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D:/pasar_fix/node_modules/.bun/react-aria@3.50.0+d0e719b86e9808b5/node_modules/react-aria/dist/private/intl/steplist/he-IL.mjs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D:/pasar_fix/node_modules/.bun/react-aria@3.50.0+d0e719b86e9808b5/node_modules/react-aria/dist/private/intl/steplist/he-IL.mjs.map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D:/pasar_fix/node_modules/.bun/react-aria@3.50.0+d0e719b86e9808b5/node_modules/react-aria/dist/private/intl/steplist/hr-HR.cjs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D:/pasar_fix/node_modules/.bun/react-aria@3.50.0+d0e719b86e9808b5/node_modules/react-aria/dist/private/intl/steplist/hr-HR.cjs.map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D:/pasar_fix/node_modules/.bun/react-aria@3.50.0+d0e719b86e9808b5/node_modules/react-aria/dist/private/intl/steplist/hr-HR.js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D:/pasar_fix/node_modules/.bun/react-aria@3.50.0+d0e719b86e9808b5/node_modules/react-aria/dist/private/intl/steplist/hr-HR.js.map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D:/pasar_fix/node_modules/.bun/react-aria@3.50.0+d0e719b86e9808b5/node_modules/react-aria/dist/private/intl/steplist/hr-HR.mjs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D:/pasar_fix/node_modules/.bun/react-aria@3.50.0+d0e719b86e9808b5/node_modules/react-aria/dist/private/intl/steplist/hr-HR.mjs.map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D:/pasar_fix/node_modules/.bun/react-aria@3.50.0+d0e719b86e9808b5/node_modules/react-aria/dist/private/intl/steplist/hu-HU.cjs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D:/pasar_fix/node_modules/.bun/react-aria@3.50.0+d0e719b86e9808b5/node_modules/react-aria/dist/private/intl/steplist/hu-HU.cjs.map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D:/pasar_fix/node_modules/.bun/react-aria@3.50.0+d0e719b86e9808b5/node_modules/react-aria/dist/private/intl/steplist/hu-HU.js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D:/pasar_fix/node_modules/.bun/react-aria@3.50.0+d0e719b86e9808b5/node_modules/react-aria/dist/private/intl/steplist/hu-HU.js.map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D:/pasar_fix/node_modules/.bun/react-aria@3.50.0+d0e719b86e9808b5/node_modules/react-aria/dist/private/intl/steplist/hu-HU.mjs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D:/pasar_fix/node_modules/.bun/react-aria@3.50.0+d0e719b86e9808b5/node_modules/react-aria/dist/private/intl/steplist/hu-HU.mjs.map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D:/pasar_fix/node_modules/.bun/react-aria@3.50.0+d0e719b86e9808b5/node_modules/react-aria/dist/private/intl/steplist/it-IT.cjs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D:/pasar_fix/node_modules/.bun/react-aria@3.50.0+d0e719b86e9808b5/node_modules/react-aria/dist/private/intl/steplist/it-IT.cjs.map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D:/pasar_fix/node_modules/.bun/react-aria@3.50.0+d0e719b86e9808b5/node_modules/react-aria/dist/private/intl/steplist/it-IT.js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D:/pasar_fix/node_modules/.bun/react-aria@3.50.0+d0e719b86e9808b5/node_modules/react-aria/dist/private/intl/steplist/it-IT.js.map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D:/pasar_fix/node_modules/.bun/react-aria@3.50.0+d0e719b86e9808b5/node_modules/react-aria/dist/private/intl/steplist/it-IT.mjs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D:/pasar_fix/node_modules/.bun/react-aria@3.50.0+d0e719b86e9808b5/node_modules/react-aria/dist/private/intl/steplist/it-IT.mjs.map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D:/pasar_fix/node_modules/.bun/react-aria@3.50.0+d0e719b86e9808b5/node_modules/react-aria/dist/private/intl/steplist/ja-JP.cjs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D:/pasar_fix/node_modules/.bun/react-aria@3.50.0+d0e719b86e9808b5/node_modules/react-aria/dist/private/intl/steplist/ja-JP.cjs.map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D:/pasar_fix/node_modules/.bun/react-aria@3.50.0+d0e719b86e9808b5/node_modules/react-aria/dist/private/intl/steplist/ja-JP.js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D:/pasar_fix/node_modules/.bun/react-aria@3.50.0+d0e719b86e9808b5/node_modules/react-aria/dist/private/intl/steplist/ja-JP.js.map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D:/pasar_fix/node_modules/.bun/react-aria@3.50.0+d0e719b86e9808b5/node_modules/react-aria/dist/private/intl/steplist/ja-JP.mjs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D:/pasar_fix/node_modules/.bun/react-aria@3.50.0+d0e719b86e9808b5/node_modules/react-aria/dist/private/intl/steplist/ja-JP.mjs.map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D:/pasar_fix/node_modules/.bun/react-aria@3.50.0+d0e719b86e9808b5/node_modules/react-aria/dist/private/intl/steplist/ko-KR.cjs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D:/pasar_fix/node_modules/.bun/react-aria@3.50.0+d0e719b86e9808b5/node_modules/react-aria/dist/private/intl/steplist/ko-KR.cjs.map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D:/pasar_fix/node_modules/.bun/react-aria@3.50.0+d0e719b86e9808b5/node_modules/react-aria/dist/private/intl/steplist/ko-KR.js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D:/pasar_fix/node_modules/.bun/react-aria@3.50.0+d0e719b86e9808b5/node_modules/react-aria/dist/private/intl/steplist/ko-KR.js.map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D:/pasar_fix/node_modules/.bun/react-aria@3.50.0+d0e719b86e9808b5/node_modules/react-aria/dist/private/intl/steplist/ko-KR.mjs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D:/pasar_fix/node_modules/.bun/react-aria@3.50.0+d0e719b86e9808b5/node_modules/react-aria/dist/private/intl/steplist/ko-KR.mjs.map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D:/pasar_fix/node_modules/.bun/react-aria@3.50.0+d0e719b86e9808b5/node_modules/react-aria/dist/private/intl/steplist/lt-LT.cjs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D:/pasar_fix/node_modules/.bun/react-aria@3.50.0+d0e719b86e9808b5/node_modules/react-aria/dist/private/intl/steplist/lt-LT.cjs.map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D:/pasar_fix/node_modules/.bun/react-aria@3.50.0+d0e719b86e9808b5/node_modules/react-aria/dist/private/intl/steplist/lt-LT.js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D:/pasar_fix/node_modules/.bun/react-aria@3.50.0+d0e719b86e9808b5/node_modules/react-aria/dist/private/intl/steplist/lt-LT.js.map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D:/pasar_fix/node_modules/.bun/react-aria@3.50.0+d0e719b86e9808b5/node_modules/react-aria/dist/private/intl/steplist/lt-LT.mjs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D:/pasar_fix/node_modules/.bun/react-aria@3.50.0+d0e719b86e9808b5/node_modules/react-aria/dist/private/intl/steplist/lt-LT.mjs.map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D:/pasar_fix/node_modules/.bun/react-aria@3.50.0+d0e719b86e9808b5/node_modules/react-aria/dist/private/intl/steplist/lv-LV.cjs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D:/pasar_fix/node_modules/.bun/react-aria@3.50.0+d0e719b86e9808b5/node_modules/react-aria/dist/private/intl/steplist/lv-LV.cjs.map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D:/pasar_fix/node_modules/.bun/react-aria@3.50.0+d0e719b86e9808b5/node_modules/react-aria/dist/private/intl/steplist/lv-LV.js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D:/pasar_fix/node_modules/.bun/react-aria@3.50.0+d0e719b86e9808b5/node_modules/react-aria/dist/private/intl/steplist/lv-LV.js.map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D:/pasar_fix/node_modules/.bun/react-aria@3.50.0+d0e719b86e9808b5/node_modules/react-aria/dist/private/intl/steplist/lv-LV.mjs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D:/pasar_fix/node_modules/.bun/react-aria@3.50.0+d0e719b86e9808b5/node_modules/react-aria/dist/private/intl/steplist/lv-LV.mjs.map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D:/pasar_fix/node_modules/.bun/react-aria@3.50.0+d0e719b86e9808b5/node_modules/react-aria/dist/private/intl/steplist/nb-NO.cjs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D:/pasar_fix/node_modules/.bun/react-aria@3.50.0+d0e719b86e9808b5/node_modules/react-aria/dist/private/intl/steplist/nb-NO.cjs.map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D:/pasar_fix/node_modules/.bun/react-aria@3.50.0+d0e719b86e9808b5/node_modules/react-aria/dist/private/intl/steplist/nb-NO.js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D:/pasar_fix/node_modules/.bun/react-aria@3.50.0+d0e719b86e9808b5/node_modules/react-aria/dist/private/intl/steplist/nb-NO.js.map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D:/pasar_fix/node_modules/.bun/react-aria@3.50.0+d0e719b86e9808b5/node_modules/react-aria/dist/private/intl/steplist/nb-NO.mjs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D:/pasar_fix/node_modules/.bun/react-aria@3.50.0+d0e719b86e9808b5/node_modules/react-aria/dist/private/intl/steplist/nb-NO.mjs.map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D:/pasar_fix/node_modules/.bun/react-aria@3.50.0+d0e719b86e9808b5/node_modules/react-aria/dist/private/intl/steplist/nl-NL.cjs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D:/pasar_fix/node_modules/.bun/react-aria@3.50.0+d0e719b86e9808b5/node_modules/react-aria/dist/private/intl/steplist/nl-NL.cjs.map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D:/pasar_fix/node_modules/.bun/react-aria@3.50.0+d0e719b86e9808b5/node_modules/react-aria/dist/private/intl/steplist/nl-NL.js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D:/pasar_fix/node_modules/.bun/react-aria@3.50.0+d0e719b86e9808b5/node_modules/react-aria/dist/private/intl/steplist/nl-NL.js.map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D:/pasar_fix/node_modules/.bun/react-aria@3.50.0+d0e719b86e9808b5/node_modules/react-aria/dist/private/intl/steplist/nl-NL.mjs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D:/pasar_fix/node_modules/.bun/react-aria@3.50.0+d0e719b86e9808b5/node_modules/react-aria/dist/private/intl/steplist/nl-NL.mjs.map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D:/pasar_fix/node_modules/.bun/react-aria@3.50.0+d0e719b86e9808b5/node_modules/react-aria/dist/private/intl/steplist/pl-PL.cjs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D:/pasar_fix/node_modules/.bun/react-aria@3.50.0+d0e719b86e9808b5/node_modules/react-aria/dist/private/intl/steplist/pl-PL.cjs.map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D:/pasar_fix/node_modules/.bun/react-aria@3.50.0+d0e719b86e9808b5/node_modules/react-aria/dist/private/intl/steplist/pl-PL.js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D:/pasar_fix/node_modules/.bun/react-aria@3.50.0+d0e719b86e9808b5/node_modules/react-aria/dist/private/intl/steplist/pl-PL.js.map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D:/pasar_fix/node_modules/.bun/react-aria@3.50.0+d0e719b86e9808b5/node_modules/react-aria/dist/private/intl/steplist/pl-PL.mjs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D:/pasar_fix/node_modules/.bun/react-aria@3.50.0+d0e719b86e9808b5/node_modules/react-aria/dist/private/intl/steplist/pl-PL.mjs.map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D:/pasar_fix/node_modules/.bun/react-aria@3.50.0+d0e719b86e9808b5/node_modules/react-aria/dist/private/intl/steplist/pt-BR.cjs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D:/pasar_fix/node_modules/.bun/react-aria@3.50.0+d0e719b86e9808b5/node_modules/react-aria/dist/private/intl/steplist/pt-BR.cjs.map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D:/pasar_fix/node_modules/.bun/react-aria@3.50.0+d0e719b86e9808b5/node_modules/react-aria/dist/private/intl/steplist/pt-BR.js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D:/pasar_fix/node_modules/.bun/react-aria@3.50.0+d0e719b86e9808b5/node_modules/react-aria/dist/private/intl/steplist/pt-BR.js.map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D:/pasar_fix/node_modules/.bun/react-aria@3.50.0+d0e719b86e9808b5/node_modules/react-aria/dist/private/intl/steplist/pt-BR.mjs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D:/pasar_fix/node_modules/.bun/react-aria@3.50.0+d0e719b86e9808b5/node_modules/react-aria/dist/private/intl/steplist/pt-BR.mjs.map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D:/pasar_fix/node_modules/.bun/react-aria@3.50.0+d0e719b86e9808b5/node_modules/react-aria/dist/private/intl/steplist/pt-PT.cjs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D:/pasar_fix/node_modules/.bun/react-aria@3.50.0+d0e719b86e9808b5/node_modules/react-aria/dist/private/intl/steplist/pt-PT.cjs.map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D:/pasar_fix/node_modules/.bun/react-aria@3.50.0+d0e719b86e9808b5/node_modules/react-aria/dist/private/intl/steplist/pt-PT.js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D:/pasar_fix/node_modules/.bun/react-aria@3.50.0+d0e719b86e9808b5/node_modules/react-aria/dist/private/intl/steplist/pt-PT.js.map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D:/pasar_fix/node_modules/.bun/react-aria@3.50.0+d0e719b86e9808b5/node_modules/react-aria/dist/private/intl/steplist/pt-PT.mjs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D:/pasar_fix/node_modules/.bun/react-aria@3.50.0+d0e719b86e9808b5/node_modules/react-aria/dist/private/intl/steplist/pt-PT.mjs.map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D:/pasar_fix/node_modules/.bun/react-aria@3.50.0+d0e719b86e9808b5/node_modules/react-aria/dist/private/intl/steplist/ro-RO.cjs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D:/pasar_fix/node_modules/.bun/react-aria@3.50.0+d0e719b86e9808b5/node_modules/react-aria/dist/private/intl/steplist/ro-RO.cjs.map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D:/pasar_fix/node_modules/.bun/react-aria@3.50.0+d0e719b86e9808b5/node_modules/react-aria/dist/private/intl/steplist/ro-RO.js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D:/pasar_fix/node_modules/.bun/react-aria@3.50.0+d0e719b86e9808b5/node_modules/react-aria/dist/private/intl/steplist/ro-RO.js.map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D:/pasar_fix/node_modules/.bun/react-aria@3.50.0+d0e719b86e9808b5/node_modules/react-aria/dist/private/intl/steplist/ro-RO.mjs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D:/pasar_fix/node_modules/.bun/react-aria@3.50.0+d0e719b86e9808b5/node_modules/react-aria/dist/private/intl/steplist/ro-RO.mjs.map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D:/pasar_fix/node_modules/.bun/react-aria@3.50.0+d0e719b86e9808b5/node_modules/react-aria/dist/private/intl/steplist/ru-RU.cjs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D:/pasar_fix/node_modules/.bun/react-aria@3.50.0+d0e719b86e9808b5/node_modules/react-aria/dist/private/intl/steplist/ru-RU.cjs.map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D:/pasar_fix/node_modules/.bun/react-aria@3.50.0+d0e719b86e9808b5/node_modules/react-aria/dist/private/intl/steplist/ru-RU.js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D:/pasar_fix/node_modules/.bun/react-aria@3.50.0+d0e719b86e9808b5/node_modules/react-aria/dist/private/intl/steplist/ru-RU.js.map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D:/pasar_fix/node_modules/.bun/react-aria@3.50.0+d0e719b86e9808b5/node_modules/react-aria/dist/private/intl/steplist/ru-RU.mjs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D:/pasar_fix/node_modules/.bun/react-aria@3.50.0+d0e719b86e9808b5/node_modules/react-aria/dist/private/intl/steplist/ru-RU.mjs.map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D:/pasar_fix/node_modules/.bun/react-aria@3.50.0+d0e719b86e9808b5/node_modules/react-aria/dist/private/intl/steplist/sk-SK.cjs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D:/pasar_fix/node_modules/.bun/react-aria@3.50.0+d0e719b86e9808b5/node_modules/react-aria/dist/private/intl/steplist/sk-SK.cjs.map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D:/pasar_fix/node_modules/.bun/react-aria@3.50.0+d0e719b86e9808b5/node_modules/react-aria/dist/private/intl/steplist/sk-SK.js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D:/pasar_fix/node_modules/.bun/react-aria@3.50.0+d0e719b86e9808b5/node_modules/react-aria/dist/private/intl/steplist/sk-SK.js.map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D:/pasar_fix/node_modules/.bun/react-aria@3.50.0+d0e719b86e9808b5/node_modules/react-aria/dist/private/intl/steplist/sk-SK.mjs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D:/pasar_fix/node_modules/.bun/react-aria@3.50.0+d0e719b86e9808b5/node_modules/react-aria/dist/private/intl/steplist/sk-SK.mjs.map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D:/pasar_fix/node_modules/.bun/react-aria@3.50.0+d0e719b86e9808b5/node_modules/react-aria/dist/private/intl/steplist/sl-SI.cjs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D:/pasar_fix/node_modules/.bun/react-aria@3.50.0+d0e719b86e9808b5/node_modules/react-aria/dist/private/intl/steplist/sl-SI.cjs.map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D:/pasar_fix/node_modules/.bun/react-aria@3.50.0+d0e719b86e9808b5/node_modules/react-aria/dist/private/intl/steplist/sl-SI.js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D:/pasar_fix/node_modules/.bun/react-aria@3.50.0+d0e719b86e9808b5/node_modules/react-aria/dist/private/intl/steplist/sl-SI.js.map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D:/pasar_fix/node_modules/.bun/react-aria@3.50.0+d0e719b86e9808b5/node_modules/react-aria/dist/private/intl/steplist/sl-SI.mjs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D:/pasar_fix/node_modules/.bun/react-aria@3.50.0+d0e719b86e9808b5/node_modules/react-aria/dist/private/intl/steplist/sl-SI.mjs.map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D:/pasar_fix/node_modules/.bun/react-aria@3.50.0+d0e719b86e9808b5/node_modules/react-aria/dist/private/intl/steplist/sr-SP.cjs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D:/pasar_fix/node_modules/.bun/react-aria@3.50.0+d0e719b86e9808b5/node_modules/react-aria/dist/private/intl/steplist/sr-SP.cjs.map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D:/pasar_fix/node_modules/.bun/react-aria@3.50.0+d0e719b86e9808b5/node_modules/react-aria/dist/private/intl/steplist/sr-SP.js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D:/pasar_fix/node_modules/.bun/react-aria@3.50.0+d0e719b86e9808b5/node_modules/react-aria/dist/private/intl/steplist/sr-SP.js.map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D:/pasar_fix/node_modules/.bun/react-aria@3.50.0+d0e719b86e9808b5/node_modules/react-aria/dist/private/intl/steplist/sr-SP.mjs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D:/pasar_fix/node_modules/.bun/react-aria@3.50.0+d0e719b86e9808b5/node_modules/react-aria/dist/private/intl/steplist/sr-SP.mjs.map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D:/pasar_fix/node_modules/.bun/react-aria@3.50.0+d0e719b86e9808b5/node_modules/react-aria/dist/private/intl/steplist/sv-SE.cjs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D:/pasar_fix/node_modules/.bun/react-aria@3.50.0+d0e719b86e9808b5/node_modules/react-aria/dist/private/intl/steplist/sv-SE.cjs.map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D:/pasar_fix/node_modules/.bun/react-aria@3.50.0+d0e719b86e9808b5/node_modules/react-aria/dist/private/intl/steplist/sv-SE.js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D:/pasar_fix/node_modules/.bun/react-aria@3.50.0+d0e719b86e9808b5/node_modules/react-aria/dist/private/intl/steplist/sv-SE.js.map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D:/pasar_fix/node_modules/.bun/react-aria@3.50.0+d0e719b86e9808b5/node_modules/react-aria/dist/private/intl/steplist/sv-SE.mjs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D:/pasar_fix/node_modules/.bun/react-aria@3.50.0+d0e719b86e9808b5/node_modules/react-aria/dist/private/intl/steplist/sv-SE.mjs.map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D:/pasar_fix/node_modules/.bun/react-aria@3.50.0+d0e719b86e9808b5/node_modules/react-aria/dist/private/intl/steplist/tr-TR.cjs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D:/pasar_fix/node_modules/.bun/react-aria@3.50.0+d0e719b86e9808b5/node_modules/react-aria/dist/private/intl/steplist/tr-TR.cjs.map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D:/pasar_fix/node_modules/.bun/react-aria@3.50.0+d0e719b86e9808b5/node_modules/react-aria/dist/private/intl/steplist/tr-TR.js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D:/pasar_fix/node_modules/.bun/react-aria@3.50.0+d0e719b86e9808b5/node_modules/react-aria/dist/private/intl/steplist/tr-TR.js.map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D:/pasar_fix/node_modules/.bun/react-aria@3.50.0+d0e719b86e9808b5/node_modules/react-aria/dist/private/intl/steplist/tr-TR.mjs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D:/pasar_fix/node_modules/.bun/react-aria@3.50.0+d0e719b86e9808b5/node_modules/react-aria/dist/private/intl/steplist/tr-TR.mjs.map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D:/pasar_fix/node_modules/.bun/react-aria@3.50.0+d0e719b86e9808b5/node_modules/react-aria/dist/private/intl/steplist/uk-UA.cjs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D:/pasar_fix/node_modules/.bun/react-aria@3.50.0+d0e719b86e9808b5/node_modules/react-aria/dist/private/intl/steplist/uk-UA.cjs.map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D:/pasar_fix/node_modules/.bun/react-aria@3.50.0+d0e719b86e9808b5/node_modules/react-aria/dist/private/intl/steplist/uk-UA.js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D:/pasar_fix/node_modules/.bun/react-aria@3.50.0+d0e719b86e9808b5/node_modules/react-aria/dist/private/intl/steplist/uk-UA.js.map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D:/pasar_fix/node_modules/.bun/react-aria@3.50.0+d0e719b86e9808b5/node_modules/react-aria/dist/private/intl/steplist/uk-UA.mjs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D:/pasar_fix/node_modules/.bun/react-aria@3.50.0+d0e719b86e9808b5/node_modules/react-aria/dist/private/intl/steplist/uk-UA.mjs.map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D:/pasar_fix/node_modules/.bun/react-aria@3.50.0+d0e719b86e9808b5/node_modules/react-aria/dist/private/intl/steplist/zh-CN.cjs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D:/pasar_fix/node_modules/.bun/react-aria@3.50.0+d0e719b86e9808b5/node_modules/react-aria/dist/private/intl/steplist/zh-CN.cjs.map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D:/pasar_fix/node_modules/.bun/react-aria@3.50.0+d0e719b86e9808b5/node_modules/react-aria/dist/private/intl/steplist/zh-CN.js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D:/pasar_fix/node_modules/.bun/react-aria@3.50.0+d0e719b86e9808b5/node_modules/react-aria/dist/private/intl/steplist/zh-CN.js.map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D:/pasar_fix/node_modules/.bun/react-aria@3.50.0+d0e719b86e9808b5/node_modules/react-aria/dist/private/intl/steplist/zh-CN.mjs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D:/pasar_fix/node_modules/.bun/react-aria@3.50.0+d0e719b86e9808b5/node_modules/react-aria/dist/private/intl/steplist/zh-CN.mjs.map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D:/pasar_fix/node_modules/.bun/react-aria@3.50.0+d0e719b86e9808b5/node_modules/react-aria/dist/private/intl/steplist/zh-TW.cjs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D:/pasar_fix/node_modules/.bun/react-aria@3.50.0+d0e719b86e9808b5/node_modules/react-aria/dist/private/intl/steplist/zh-TW.cjs.map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D:/pasar_fix/node_modules/.bun/react-aria@3.50.0+d0e719b86e9808b5/node_modules/react-aria/dist/private/intl/steplist/zh-TW.js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D:/pasar_fix/node_modules/.bun/react-aria@3.50.0+d0e719b86e9808b5/node_modules/react-aria/dist/private/intl/steplist/zh-TW.js.map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D:/pasar_fix/node_modules/.bun/react-aria@3.50.0+d0e719b86e9808b5/node_modules/react-aria/dist/private/intl/steplist/zh-TW.mjs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D:/pasar_fix/node_modules/.bun/react-aria@3.50.0+d0e719b86e9808b5/node_modules/react-aria/dist/private/intl/steplist/zh-TW.mjs.map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D:/pasar_fix/node_modules/.bun/react-aria@3.50.0+d0e719b86e9808b5/node_modules/react-aria/dist/private/intl/table/ar-AE.cjs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D:/pasar_fix/node_modules/.bun/react-aria@3.50.0+d0e719b86e9808b5/node_modules/react-aria/dist/private/intl/table/ar-AE.cjs.map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D:/pasar_fix/node_modules/.bun/react-aria@3.50.0+d0e719b86e9808b5/node_modules/react-aria/dist/private/intl/table/ar-AE.js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D:/pasar_fix/node_modules/.bun/react-aria@3.50.0+d0e719b86e9808b5/node_modules/react-aria/dist/private/intl/table/ar-AE.js.map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D:/pasar_fix/node_modules/.bun/react-aria@3.50.0+d0e719b86e9808b5/node_modules/react-aria/dist/private/intl/table/ar-AE.mjs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D:/pasar_fix/node_modules/.bun/react-aria@3.50.0+d0e719b86e9808b5/node_modules/react-aria/dist/private/intl/table/ar-AE.mjs.map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D:/pasar_fix/node_modules/.bun/react-aria@3.50.0+d0e719b86e9808b5/node_modules/react-aria/dist/private/intl/table/bg-BG.cjs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D:/pasar_fix/node_modules/.bun/react-aria@3.50.0+d0e719b86e9808b5/node_modules/react-aria/dist/private/intl/table/bg-BG.cjs.map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D:/pasar_fix/node_modules/.bun/react-aria@3.50.0+d0e719b86e9808b5/node_modules/react-aria/dist/private/intl/table/bg-BG.js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D:/pasar_fix/node_modules/.bun/react-aria@3.50.0+d0e719b86e9808b5/node_modules/react-aria/dist/private/intl/table/bg-BG.js.map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D:/pasar_fix/node_modules/.bun/react-aria@3.50.0+d0e719b86e9808b5/node_modules/react-aria/dist/private/intl/table/bg-BG.mjs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D:/pasar_fix/node_modules/.bun/react-aria@3.50.0+d0e719b86e9808b5/node_modules/react-aria/dist/private/intl/table/bg-BG.mjs.map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D:/pasar_fix/node_modules/.bun/react-aria@3.50.0+d0e719b86e9808b5/node_modules/react-aria/dist/private/intl/table/cs-CZ.cjs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D:/pasar_fix/node_modules/.bun/react-aria@3.50.0+d0e719b86e9808b5/node_modules/react-aria/dist/private/intl/table/cs-CZ.cjs.map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D:/pasar_fix/node_modules/.bun/react-aria@3.50.0+d0e719b86e9808b5/node_modules/react-aria/dist/private/intl/table/cs-CZ.js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D:/pasar_fix/node_modules/.bun/react-aria@3.50.0+d0e719b86e9808b5/node_modules/react-aria/dist/private/intl/table/cs-CZ.js.map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D:/pasar_fix/node_modules/.bun/react-aria@3.50.0+d0e719b86e9808b5/node_modules/react-aria/dist/private/intl/table/cs-CZ.mjs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D:/pasar_fix/node_modules/.bun/react-aria@3.50.0+d0e719b86e9808b5/node_modules/react-aria/dist/private/intl/table/cs-CZ.mjs.map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D:/pasar_fix/node_modules/.bun/react-aria@3.50.0+d0e719b86e9808b5/node_modules/react-aria/dist/private/intl/table/da-DK.cjs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D:/pasar_fix/node_modules/.bun/react-aria@3.50.0+d0e719b86e9808b5/node_modules/react-aria/dist/private/intl/table/da-DK.cjs.map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D:/pasar_fix/node_modules/.bun/react-aria@3.50.0+d0e719b86e9808b5/node_modules/react-aria/dist/private/intl/table/da-DK.js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D:/pasar_fix/node_modules/.bun/react-aria@3.50.0+d0e719b86e9808b5/node_modules/react-aria/dist/private/intl/table/da-DK.js.map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D:/pasar_fix/node_modules/.bun/react-aria@3.50.0+d0e719b86e9808b5/node_modules/react-aria/dist/private/intl/table/da-DK.mjs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D:/pasar_fix/node_modules/.bun/react-aria@3.50.0+d0e719b86e9808b5/node_modules/react-aria/dist/private/intl/table/da-DK.mjs.map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D:/pasar_fix/node_modules/.bun/react-aria@3.50.0+d0e719b86e9808b5/node_modules/react-aria/dist/private/intl/table/de-DE.cjs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D:/pasar_fix/node_modules/.bun/react-aria@3.50.0+d0e719b86e9808b5/node_modules/react-aria/dist/private/intl/table/de-DE.cjs.map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D:/pasar_fix/node_modules/.bun/react-aria@3.50.0+d0e719b86e9808b5/node_modules/react-aria/dist/private/intl/table/de-DE.js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D:/pasar_fix/node_modules/.bun/react-aria@3.50.0+d0e719b86e9808b5/node_modules/react-aria/dist/private/intl/table/de-DE.js.map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D:/pasar_fix/node_modules/.bun/react-aria@3.50.0+d0e719b86e9808b5/node_modules/react-aria/dist/private/intl/table/de-DE.mjs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D:/pasar_fix/node_modules/.bun/react-aria@3.50.0+d0e719b86e9808b5/node_modules/react-aria/dist/private/intl/table/de-DE.mjs.map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D:/pasar_fix/node_modules/.bun/react-aria@3.50.0+d0e719b86e9808b5/node_modules/react-aria/dist/private/intl/table/el-GR.cjs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D:/pasar_fix/node_modules/.bun/react-aria@3.50.0+d0e719b86e9808b5/node_modules/react-aria/dist/private/intl/table/el-GR.cjs.map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D:/pasar_fix/node_modules/.bun/react-aria@3.50.0+d0e719b86e9808b5/node_modules/react-aria/dist/private/intl/table/el-GR.js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D:/pasar_fix/node_modules/.bun/react-aria@3.50.0+d0e719b86e9808b5/node_modules/react-aria/dist/private/intl/table/el-GR.js.map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D:/pasar_fix/node_modules/.bun/react-aria@3.50.0+d0e719b86e9808b5/node_modules/react-aria/dist/private/intl/table/el-GR.mjs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D:/pasar_fix/node_modules/.bun/react-aria@3.50.0+d0e719b86e9808b5/node_modules/react-aria/dist/private/intl/table/el-GR.mjs.map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D:/pasar_fix/node_modules/.bun/react-aria@3.50.0+d0e719b86e9808b5/node_modules/react-aria/dist/private/intl/table/en-US.cjs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D:/pasar_fix/node_modules/.bun/react-aria@3.50.0+d0e719b86e9808b5/node_modules/react-aria/dist/private/intl/table/en-US.cjs.map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D:/pasar_fix/node_modules/.bun/react-aria@3.50.0+d0e719b86e9808b5/node_modules/react-aria/dist/private/intl/table/en-US.js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D:/pasar_fix/node_modules/.bun/react-aria@3.50.0+d0e719b86e9808b5/node_modules/react-aria/dist/private/intl/table/en-US.js.map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D:/pasar_fix/node_modules/.bun/react-aria@3.50.0+d0e719b86e9808b5/node_modules/react-aria/dist/private/intl/table/en-US.mjs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D:/pasar_fix/node_modules/.bun/react-aria@3.50.0+d0e719b86e9808b5/node_modules/react-aria/dist/private/intl/table/en-US.mjs.map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D:/pasar_fix/node_modules/.bun/react-aria@3.50.0+d0e719b86e9808b5/node_modules/react-aria/dist/private/intl/table/es-ES.cjs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D:/pasar_fix/node_modules/.bun/react-aria@3.50.0+d0e719b86e9808b5/node_modules/react-aria/dist/private/intl/table/es-ES.cjs.map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D:/pasar_fix/node_modules/.bun/react-aria@3.50.0+d0e719b86e9808b5/node_modules/react-aria/dist/private/intl/table/es-ES.js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D:/pasar_fix/node_modules/.bun/react-aria@3.50.0+d0e719b86e9808b5/node_modules/react-aria/dist/private/intl/table/es-ES.js.map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D:/pasar_fix/node_modules/.bun/react-aria@3.50.0+d0e719b86e9808b5/node_modules/react-aria/dist/private/intl/table/es-ES.mjs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D:/pasar_fix/node_modules/.bun/react-aria@3.50.0+d0e719b86e9808b5/node_modules/react-aria/dist/private/intl/table/es-ES.mjs.map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D:/pasar_fix/node_modules/.bun/react-aria@3.50.0+d0e719b86e9808b5/node_modules/react-aria/dist/private/intl/table/et-EE.cjs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D:/pasar_fix/node_modules/.bun/react-aria@3.50.0+d0e719b86e9808b5/node_modules/react-aria/dist/private/intl/table/et-EE.cjs.map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D:/pasar_fix/node_modules/.bun/react-aria@3.50.0+d0e719b86e9808b5/node_modules/react-aria/dist/private/intl/table/et-EE.js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D:/pasar_fix/node_modules/.bun/react-aria@3.50.0+d0e719b86e9808b5/node_modules/react-aria/dist/private/intl/table/et-EE.js.map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D:/pasar_fix/node_modules/.bun/react-aria@3.50.0+d0e719b86e9808b5/node_modules/react-aria/dist/private/intl/table/et-EE.mjs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D:/pasar_fix/node_modules/.bun/react-aria@3.50.0+d0e719b86e9808b5/node_modules/react-aria/dist/private/intl/table/et-EE.mjs.map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D:/pasar_fix/node_modules/.bun/react-aria@3.50.0+d0e719b86e9808b5/node_modules/react-aria/dist/private/intl/table/fi-FI.cjs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D:/pasar_fix/node_modules/.bun/react-aria@3.50.0+d0e719b86e9808b5/node_modules/react-aria/dist/private/intl/table/fi-FI.cjs.map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D:/pasar_fix/node_modules/.bun/react-aria@3.50.0+d0e719b86e9808b5/node_modules/react-aria/dist/private/intl/table/fi-FI.js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D:/pasar_fix/node_modules/.bun/react-aria@3.50.0+d0e719b86e9808b5/node_modules/react-aria/dist/private/intl/table/fi-FI.js.map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D:/pasar_fix/node_modules/.bun/react-aria@3.50.0+d0e719b86e9808b5/node_modules/react-aria/dist/private/intl/table/fi-FI.mjs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D:/pasar_fix/node_modules/.bun/react-aria@3.50.0+d0e719b86e9808b5/node_modules/react-aria/dist/private/intl/table/fi-FI.mjs.map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D:/pasar_fix/node_modules/.bun/react-aria@3.50.0+d0e719b86e9808b5/node_modules/react-aria/dist/private/intl/table/fr-FR.cjs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D:/pasar_fix/node_modules/.bun/react-aria@3.50.0+d0e719b86e9808b5/node_modules/react-aria/dist/private/intl/table/fr-FR.cjs.map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D:/pasar_fix/node_modules/.bun/react-aria@3.50.0+d0e719b86e9808b5/node_modules/react-aria/dist/private/intl/table/fr-FR.js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D:/pasar_fix/node_modules/.bun/react-aria@3.50.0+d0e719b86e9808b5/node_modules/react-aria/dist/private/intl/table/fr-FR.js.map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D:/pasar_fix/node_modules/.bun/react-aria@3.50.0+d0e719b86e9808b5/node_modules/react-aria/dist/private/intl/table/fr-FR.mjs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D:/pasar_fix/node_modules/.bun/react-aria@3.50.0+d0e719b86e9808b5/node_modules/react-aria/dist/private/intl/table/fr-FR.mjs.map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D:/pasar_fix/node_modules/.bun/react-aria@3.50.0+d0e719b86e9808b5/node_modules/react-aria/dist/private/intl/table/he-IL.cjs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D:/pasar_fix/node_modules/.bun/react-aria@3.50.0+d0e719b86e9808b5/node_modules/react-aria/dist/private/intl/table/he-IL.cjs.map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D:/pasar_fix/node_modules/.bun/react-aria@3.50.0+d0e719b86e9808b5/node_modules/react-aria/dist/private/intl/table/he-IL.js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D:/pasar_fix/node_modules/.bun/react-aria@3.50.0+d0e719b86e9808b5/node_modules/react-aria/dist/private/intl/table/he-IL.js.map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D:/pasar_fix/node_modules/.bun/react-aria@3.50.0+d0e719b86e9808b5/node_modules/react-aria/dist/private/intl/table/he-IL.mjs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D:/pasar_fix/node_modules/.bun/react-aria@3.50.0+d0e719b86e9808b5/node_modules/react-aria/dist/private/intl/table/he-IL.mjs.map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D:/pasar_fix/node_modules/.bun/react-aria@3.50.0+d0e719b86e9808b5/node_modules/react-aria/dist/private/intl/table/hr-HR.cjs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D:/pasar_fix/node_modules/.bun/react-aria@3.50.0+d0e719b86e9808b5/node_modules/react-aria/dist/private/intl/table/hr-HR.cjs.map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D:/pasar_fix/node_modules/.bun/react-aria@3.50.0+d0e719b86e9808b5/node_modules/react-aria/dist/private/intl/table/hr-HR.js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D:/pasar_fix/node_modules/.bun/react-aria@3.50.0+d0e719b86e9808b5/node_modules/react-aria/dist/private/intl/table/hr-HR.js.map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D:/pasar_fix/node_modules/.bun/react-aria@3.50.0+d0e719b86e9808b5/node_modules/react-aria/dist/private/intl/table/hr-HR.mjs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D:/pasar_fix/node_modules/.bun/react-aria@3.50.0+d0e719b86e9808b5/node_modules/react-aria/dist/private/intl/table/hr-HR.mjs.map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D:/pasar_fix/node_modules/.bun/react-aria@3.50.0+d0e719b86e9808b5/node_modules/react-aria/dist/private/intl/table/hu-HU.cjs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D:/pasar_fix/node_modules/.bun/react-aria@3.50.0+d0e719b86e9808b5/node_modules/react-aria/dist/private/intl/table/hu-HU.cjs.map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D:/pasar_fix/node_modules/.bun/react-aria@3.50.0+d0e719b86e9808b5/node_modules/react-aria/dist/private/intl/table/hu-HU.js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D:/pasar_fix/node_modules/.bun/react-aria@3.50.0+d0e719b86e9808b5/node_modules/react-aria/dist/private/intl/table/hu-HU.js.map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D:/pasar_fix/node_modules/.bun/react-aria@3.50.0+d0e719b86e9808b5/node_modules/react-aria/dist/private/intl/table/hu-HU.mjs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D:/pasar_fix/node_modules/.bun/react-aria@3.50.0+d0e719b86e9808b5/node_modules/react-aria/dist/private/intl/table/hu-HU.mjs.map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D:/pasar_fix/node_modules/.bun/react-aria@3.50.0+d0e719b86e9808b5/node_modules/react-aria/dist/private/intl/table/it-IT.cjs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D:/pasar_fix/node_modules/.bun/react-aria@3.50.0+d0e719b86e9808b5/node_modules/react-aria/dist/private/intl/table/it-IT.cjs.map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D:/pasar_fix/node_modules/.bun/react-aria@3.50.0+d0e719b86e9808b5/node_modules/react-aria/dist/private/intl/table/it-IT.js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D:/pasar_fix/node_modules/.bun/react-aria@3.50.0+d0e719b86e9808b5/node_modules/react-aria/dist/private/intl/table/it-IT.js.map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D:/pasar_fix/node_modules/.bun/react-aria@3.50.0+d0e719b86e9808b5/node_modules/react-aria/dist/private/intl/table/it-IT.mjs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D:/pasar_fix/node_modules/.bun/react-aria@3.50.0+d0e719b86e9808b5/node_modules/react-aria/dist/private/intl/table/it-IT.mjs.map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D:/pasar_fix/node_modules/.bun/react-aria@3.50.0+d0e719b86e9808b5/node_modules/react-aria/dist/private/intl/table/ja-JP.cjs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D:/pasar_fix/node_modules/.bun/react-aria@3.50.0+d0e719b86e9808b5/node_modules/react-aria/dist/private/intl/table/ja-JP.cjs.map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D:/pasar_fix/node_modules/.bun/react-aria@3.50.0+d0e719b86e9808b5/node_modules/react-aria/dist/private/intl/table/ja-JP.js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D:/pasar_fix/node_modules/.bun/react-aria@3.50.0+d0e719b86e9808b5/node_modules/react-aria/dist/private/intl/table/ja-JP.js.map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D:/pasar_fix/node_modules/.bun/react-aria@3.50.0+d0e719b86e9808b5/node_modules/react-aria/dist/private/intl/table/ja-JP.mjs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D:/pasar_fix/node_modules/.bun/react-aria@3.50.0+d0e719b86e9808b5/node_modules/react-aria/dist/private/intl/table/ja-JP.mjs.map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D:/pasar_fix/node_modules/.bun/react-aria@3.50.0+d0e719b86e9808b5/node_modules/react-aria/dist/private/intl/table/ko-KR.cjs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D:/pasar_fix/node_modules/.bun/react-aria@3.50.0+d0e719b86e9808b5/node_modules/react-aria/dist/private/intl/table/ko-KR.cjs.map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D:/pasar_fix/node_modules/.bun/react-aria@3.50.0+d0e719b86e9808b5/node_modules/react-aria/dist/private/intl/table/ko-KR.js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D:/pasar_fix/node_modules/.bun/react-aria@3.50.0+d0e719b86e9808b5/node_modules/react-aria/dist/private/intl/table/ko-KR.js.map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D:/pasar_fix/node_modules/.bun/react-aria@3.50.0+d0e719b86e9808b5/node_modules/react-aria/dist/private/intl/table/ko-KR.mjs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D:/pasar_fix/node_modules/.bun/react-aria@3.50.0+d0e719b86e9808b5/node_modules/react-aria/dist/private/intl/table/ko-KR.mjs.map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D:/pasar_fix/node_modules/.bun/react-aria@3.50.0+d0e719b86e9808b5/node_modules/react-aria/dist/private/intl/table/lt-LT.cjs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D:/pasar_fix/node_modules/.bun/react-aria@3.50.0+d0e719b86e9808b5/node_modules/react-aria/dist/private/intl/table/lt-LT.cjs.map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D:/pasar_fix/node_modules/.bun/react-aria@3.50.0+d0e719b86e9808b5/node_modules/react-aria/dist/private/intl/table/lt-LT.js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D:/pasar_fix/node_modules/.bun/react-aria@3.50.0+d0e719b86e9808b5/node_modules/react-aria/dist/private/intl/table/lt-LT.js.map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D:/pasar_fix/node_modules/.bun/react-aria@3.50.0+d0e719b86e9808b5/node_modules/react-aria/dist/private/intl/table/lt-LT.mjs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D:/pasar_fix/node_modules/.bun/react-aria@3.50.0+d0e719b86e9808b5/node_modules/react-aria/dist/private/intl/table/lt-LT.mjs.map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D:/pasar_fix/node_modules/.bun/react-aria@3.50.0+d0e719b86e9808b5/node_modules/react-aria/dist/private/intl/table/lv-LV.cjs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D:/pasar_fix/node_modules/.bun/react-aria@3.50.0+d0e719b86e9808b5/node_modules/react-aria/dist/private/intl/table/lv-LV.cjs.map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D:/pasar_fix/node_modules/.bun/react-aria@3.50.0+d0e719b86e9808b5/node_modules/react-aria/dist/private/intl/table/lv-LV.js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D:/pasar_fix/node_modules/.bun/react-aria@3.50.0+d0e719b86e9808b5/node_modules/react-aria/dist/private/intl/table/lv-LV.js.map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D:/pasar_fix/node_modules/.bun/react-aria@3.50.0+d0e719b86e9808b5/node_modules/react-aria/dist/private/intl/table/lv-LV.mjs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D:/pasar_fix/node_modules/.bun/react-aria@3.50.0+d0e719b86e9808b5/node_modules/react-aria/dist/private/intl/table/lv-LV.mjs.map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D:/pasar_fix/node_modules/.bun/react-aria@3.50.0+d0e719b86e9808b5/node_modules/react-aria/dist/private/intl/table/nb-NO.cjs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D:/pasar_fix/node_modules/.bun/react-aria@3.50.0+d0e719b86e9808b5/node_modules/react-aria/dist/private/intl/table/nb-NO.cjs.map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D:/pasar_fix/node_modules/.bun/react-aria@3.50.0+d0e719b86e9808b5/node_modules/react-aria/dist/private/intl/table/nb-NO.js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D:/pasar_fix/node_modules/.bun/react-aria@3.50.0+d0e719b86e9808b5/node_modules/react-aria/dist/private/intl/table/nb-NO.js.map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D:/pasar_fix/node_modules/.bun/react-aria@3.50.0+d0e719b86e9808b5/node_modules/react-aria/dist/private/intl/table/nb-NO.mjs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D:/pasar_fix/node_modules/.bun/react-aria@3.50.0+d0e719b86e9808b5/node_modules/react-aria/dist/private/intl/table/nb-NO.mjs.map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D:/pasar_fix/node_modules/.bun/react-aria@3.50.0+d0e719b86e9808b5/node_modules/react-aria/dist/private/intl/table/nl-NL.cjs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D:/pasar_fix/node_modules/.bun/react-aria@3.50.0+d0e719b86e9808b5/node_modules/react-aria/dist/private/intl/table/nl-NL.cjs.map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D:/pasar_fix/node_modules/.bun/react-aria@3.50.0+d0e719b86e9808b5/node_modules/react-aria/dist/private/intl/table/nl-NL.js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D:/pasar_fix/node_modules/.bun/react-aria@3.50.0+d0e719b86e9808b5/node_modules/react-aria/dist/private/intl/table/nl-NL.js.map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D:/pasar_fix/node_modules/.bun/react-aria@3.50.0+d0e719b86e9808b5/node_modules/react-aria/dist/private/intl/table/nl-NL.mjs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D:/pasar_fix/node_modules/.bun/react-aria@3.50.0+d0e719b86e9808b5/node_modules/react-aria/dist/private/intl/table/nl-NL.mjs.map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D:/pasar_fix/node_modules/.bun/react-aria@3.50.0+d0e719b86e9808b5/node_modules/react-aria/dist/private/intl/table/pl-PL.cjs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D:/pasar_fix/node_modules/.bun/react-aria@3.50.0+d0e719b86e9808b5/node_modules/react-aria/dist/private/intl/table/pl-PL.cjs.map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D:/pasar_fix/node_modules/.bun/react-aria@3.50.0+d0e719b86e9808b5/node_modules/react-aria/dist/private/intl/table/pl-PL.js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D:/pasar_fix/node_modules/.bun/react-aria@3.50.0+d0e719b86e9808b5/node_modules/react-aria/dist/private/intl/table/pl-PL.js.map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D:/pasar_fix/node_modules/.bun/react-aria@3.50.0+d0e719b86e9808b5/node_modules/react-aria/dist/private/intl/table/pl-PL.mjs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D:/pasar_fix/node_modules/.bun/react-aria@3.50.0+d0e719b86e9808b5/node_modules/react-aria/dist/private/intl/table/pl-PL.mjs.map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D:/pasar_fix/node_modules/.bun/react-aria@3.50.0+d0e719b86e9808b5/node_modules/react-aria/dist/private/intl/table/pt-BR.cjs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D:/pasar_fix/node_modules/.bun/react-aria@3.50.0+d0e719b86e9808b5/node_modules/react-aria/dist/private/intl/table/pt-BR.cjs.map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D:/pasar_fix/node_modules/.bun/react-aria@3.50.0+d0e719b86e9808b5/node_modules/react-aria/dist/private/intl/table/pt-BR.js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D:/pasar_fix/node_modules/.bun/react-aria@3.50.0+d0e719b86e9808b5/node_modules/react-aria/dist/private/intl/table/pt-BR.js.map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D:/pasar_fix/node_modules/.bun/react-aria@3.50.0+d0e719b86e9808b5/node_modules/react-aria/dist/private/intl/table/pt-BR.mjs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D:/pasar_fix/node_modules/.bun/react-aria@3.50.0+d0e719b86e9808b5/node_modules/react-aria/dist/private/intl/table/pt-BR.mjs.map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D:/pasar_fix/node_modules/.bun/react-aria@3.50.0+d0e719b86e9808b5/node_modules/react-aria/dist/private/intl/table/pt-PT.cjs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D:/pasar_fix/node_modules/.bun/react-aria@3.50.0+d0e719b86e9808b5/node_modules/react-aria/dist/private/intl/table/pt-PT.cjs.map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D:/pasar_fix/node_modules/.bun/react-aria@3.50.0+d0e719b86e9808b5/node_modules/react-aria/dist/private/intl/table/pt-PT.js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D:/pasar_fix/node_modules/.bun/react-aria@3.50.0+d0e719b86e9808b5/node_modules/react-aria/dist/private/intl/table/pt-PT.js.map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D:/pasar_fix/node_modules/.bun/react-aria@3.50.0+d0e719b86e9808b5/node_modules/react-aria/dist/private/intl/table/pt-PT.mjs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D:/pasar_fix/node_modules/.bun/react-aria@3.50.0+d0e719b86e9808b5/node_modules/react-aria/dist/private/intl/table/pt-PT.mjs.map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D:/pasar_fix/node_modules/.bun/react-aria@3.50.0+d0e719b86e9808b5/node_modules/react-aria/dist/private/intl/table/ro-RO.cjs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D:/pasar_fix/node_modules/.bun/react-aria@3.50.0+d0e719b86e9808b5/node_modules/react-aria/dist/private/intl/table/ro-RO.cjs.map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D:/pasar_fix/node_modules/.bun/react-aria@3.50.0+d0e719b86e9808b5/node_modules/react-aria/dist/private/intl/table/ro-RO.js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D:/pasar_fix/node_modules/.bun/react-aria@3.50.0+d0e719b86e9808b5/node_modules/react-aria/dist/private/intl/table/ro-RO.js.map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D:/pasar_fix/node_modules/.bun/react-aria@3.50.0+d0e719b86e9808b5/node_modules/react-aria/dist/private/intl/table/ro-RO.mjs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D:/pasar_fix/node_modules/.bun/react-aria@3.50.0+d0e719b86e9808b5/node_modules/react-aria/dist/private/intl/table/ro-RO.mjs.map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D:/pasar_fix/node_modules/.bun/react-aria@3.50.0+d0e719b86e9808b5/node_modules/react-aria/dist/private/intl/table/ru-RU.cjs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D:/pasar_fix/node_modules/.bun/react-aria@3.50.0+d0e719b86e9808b5/node_modules/react-aria/dist/private/intl/table/ru-RU.cjs.map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D:/pasar_fix/node_modules/.bun/react-aria@3.50.0+d0e719b86e9808b5/node_modules/react-aria/dist/private/intl/table/ru-RU.js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D:/pasar_fix/node_modules/.bun/react-aria@3.50.0+d0e719b86e9808b5/node_modules/react-aria/dist/private/intl/table/ru-RU.js.map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D:/pasar_fix/node_modules/.bun/react-aria@3.50.0+d0e719b86e9808b5/node_modules/react-aria/dist/private/intl/table/ru-RU.mjs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D:/pasar_fix/node_modules/.bun/react-aria@3.50.0+d0e719b86e9808b5/node_modules/react-aria/dist/private/intl/table/ru-RU.mjs.map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D:/pasar_fix/node_modules/.bun/react-aria@3.50.0+d0e719b86e9808b5/node_modules/react-aria/dist/private/intl/table/sk-SK.cjs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D:/pasar_fix/node_modules/.bun/react-aria@3.50.0+d0e719b86e9808b5/node_modules/react-aria/dist/private/intl/table/sk-SK.cjs.map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D:/pasar_fix/node_modules/.bun/react-aria@3.50.0+d0e719b86e9808b5/node_modules/react-aria/dist/private/intl/table/sk-SK.js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D:/pasar_fix/node_modules/.bun/react-aria@3.50.0+d0e719b86e9808b5/node_modules/react-aria/dist/private/intl/table/sk-SK.js.map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D:/pasar_fix/node_modules/.bun/react-aria@3.50.0+d0e719b86e9808b5/node_modules/react-aria/dist/private/intl/table/sk-SK.mjs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D:/pasar_fix/node_modules/.bun/react-aria@3.50.0+d0e719b86e9808b5/node_modules/react-aria/dist/private/intl/table/sk-SK.mjs.map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D:/pasar_fix/node_modules/.bun/react-aria@3.50.0+d0e719b86e9808b5/node_modules/react-aria/dist/private/intl/table/sl-SI.cjs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D:/pasar_fix/node_modules/.bun/react-aria@3.50.0+d0e719b86e9808b5/node_modules/react-aria/dist/private/intl/table/sl-SI.cjs.map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D:/pasar_fix/node_modules/.bun/react-aria@3.50.0+d0e719b86e9808b5/node_modules/react-aria/dist/private/intl/table/sl-SI.js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D:/pasar_fix/node_modules/.bun/react-aria@3.50.0+d0e719b86e9808b5/node_modules/react-aria/dist/private/intl/table/sl-SI.js.map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D:/pasar_fix/node_modules/.bun/react-aria@3.50.0+d0e719b86e9808b5/node_modules/react-aria/dist/private/intl/table/sl-SI.mjs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D:/pasar_fix/node_modules/.bun/react-aria@3.50.0+d0e719b86e9808b5/node_modules/react-aria/dist/private/intl/table/sl-SI.mjs.map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D:/pasar_fix/node_modules/.bun/react-aria@3.50.0+d0e719b86e9808b5/node_modules/react-aria/dist/private/intl/table/sr-SP.cjs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D:/pasar_fix/node_modules/.bun/react-aria@3.50.0+d0e719b86e9808b5/node_modules/react-aria/dist/private/intl/table/sr-SP.cjs.map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D:/pasar_fix/node_modules/.bun/react-aria@3.50.0+d0e719b86e9808b5/node_modules/react-aria/dist/private/intl/table/sr-SP.js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D:/pasar_fix/node_modules/.bun/react-aria@3.50.0+d0e719b86e9808b5/node_modules/react-aria/dist/private/intl/table/sr-SP.js.map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D:/pasar_fix/node_modules/.bun/react-aria@3.50.0+d0e719b86e9808b5/node_modules/react-aria/dist/private/intl/table/sr-SP.mjs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D:/pasar_fix/node_modules/.bun/react-aria@3.50.0+d0e719b86e9808b5/node_modules/react-aria/dist/private/intl/table/sr-SP.mjs.map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D:/pasar_fix/node_modules/.bun/react-aria@3.50.0+d0e719b86e9808b5/node_modules/react-aria/dist/private/intl/table/sv-SE.cjs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D:/pasar_fix/node_modules/.bun/react-aria@3.50.0+d0e719b86e9808b5/node_modules/react-aria/dist/private/intl/table/sv-SE.cjs.map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D:/pasar_fix/node_modules/.bun/react-aria@3.50.0+d0e719b86e9808b5/node_modules/react-aria/dist/private/intl/table/sv-SE.js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D:/pasar_fix/node_modules/.bun/react-aria@3.50.0+d0e719b86e9808b5/node_modules/react-aria/dist/private/intl/table/sv-SE.js.map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D:/pasar_fix/node_modules/.bun/react-aria@3.50.0+d0e719b86e9808b5/node_modules/react-aria/dist/private/intl/table/sv-SE.mjs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D:/pasar_fix/node_modules/.bun/react-aria@3.50.0+d0e719b86e9808b5/node_modules/react-aria/dist/private/intl/table/sv-SE.mjs.map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D:/pasar_fix/node_modules/.bun/react-aria@3.50.0+d0e719b86e9808b5/node_modules/react-aria/dist/private/intl/table/tr-TR.cjs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D:/pasar_fix/node_modules/.bun/react-aria@3.50.0+d0e719b86e9808b5/node_modules/react-aria/dist/private/intl/table/tr-TR.cjs.map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D:/pasar_fix/node_modules/.bun/react-aria@3.50.0+d0e719b86e9808b5/node_modules/react-aria/dist/private/intl/table/tr-TR.js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D:/pasar_fix/node_modules/.bun/react-aria@3.50.0+d0e719b86e9808b5/node_modules/react-aria/dist/private/intl/table/tr-TR.js.map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D:/pasar_fix/node_modules/.bun/react-aria@3.50.0+d0e719b86e9808b5/node_modules/react-aria/dist/private/intl/table/tr-TR.mjs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D:/pasar_fix/node_modules/.bun/react-aria@3.50.0+d0e719b86e9808b5/node_modules/react-aria/dist/private/intl/table/tr-TR.mjs.map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D:/pasar_fix/node_modules/.bun/react-aria@3.50.0+d0e719b86e9808b5/node_modules/react-aria/dist/private/intl/table/uk-UA.cjs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D:/pasar_fix/node_modules/.bun/react-aria@3.50.0+d0e719b86e9808b5/node_modules/react-aria/dist/private/intl/table/uk-UA.cjs.map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D:/pasar_fix/node_modules/.bun/react-aria@3.50.0+d0e719b86e9808b5/node_modules/react-aria/dist/private/intl/table/uk-UA.js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D:/pasar_fix/node_modules/.bun/react-aria@3.50.0+d0e719b86e9808b5/node_modules/react-aria/dist/private/intl/table/uk-UA.js.map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D:/pasar_fix/node_modules/.bun/react-aria@3.50.0+d0e719b86e9808b5/node_modules/react-aria/dist/private/intl/table/uk-UA.mjs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D:/pasar_fix/node_modules/.bun/react-aria@3.50.0+d0e719b86e9808b5/node_modules/react-aria/dist/private/intl/table/uk-UA.mjs.map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D:/pasar_fix/node_modules/.bun/react-aria@3.50.0+d0e719b86e9808b5/node_modules/react-aria/dist/private/intl/table/zh-CN.cjs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D:/pasar_fix/node_modules/.bun/react-aria@3.50.0+d0e719b86e9808b5/node_modules/react-aria/dist/private/intl/table/zh-CN.cjs.map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D:/pasar_fix/node_modules/.bun/react-aria@3.50.0+d0e719b86e9808b5/node_modules/react-aria/dist/private/intl/table/zh-CN.js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D:/pasar_fix/node_modules/.bun/react-aria@3.50.0+d0e719b86e9808b5/node_modules/react-aria/dist/private/intl/table/zh-CN.js.map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D:/pasar_fix/node_modules/.bun/react-aria@3.50.0+d0e719b86e9808b5/node_modules/react-aria/dist/private/intl/table/zh-CN.mjs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D:/pasar_fix/node_modules/.bun/react-aria@3.50.0+d0e719b86e9808b5/node_modules/react-aria/dist/private/intl/table/zh-CN.mjs.map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D:/pasar_fix/node_modules/.bun/react-aria@3.50.0+d0e719b86e9808b5/node_modules/react-aria/dist/private/intl/table/zh-TW.cjs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D:/pasar_fix/node_modules/.bun/react-aria@3.50.0+d0e719b86e9808b5/node_modules/react-aria/dist/private/intl/table/zh-TW.cjs.map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D:/pasar_fix/node_modules/.bun/react-aria@3.50.0+d0e719b86e9808b5/node_modules/react-aria/dist/private/intl/table/zh-TW.js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D:/pasar_fix/node_modules/.bun/react-aria@3.50.0+d0e719b86e9808b5/node_modules/react-aria/dist/private/intl/table/zh-TW.js.map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D:/pasar_fix/node_modules/.bun/react-aria@3.50.0+d0e719b86e9808b5/node_modules/react-aria/dist/private/intl/table/zh-TW.mjs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D:/pasar_fix/node_modules/.bun/react-aria@3.50.0+d0e719b86e9808b5/node_modules/react-aria/dist/private/intl/table/zh-TW.mjs.map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D:/pasar_fix/node_modules/.bun/react-aria@3.50.0+d0e719b86e9808b5/node_modules/react-aria/dist/private/intl/tag/ar-AE.cjs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D:/pasar_fix/node_modules/.bun/react-aria@3.50.0+d0e719b86e9808b5/node_modules/react-aria/dist/private/intl/tag/ar-AE.cjs.map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D:/pasar_fix/node_modules/.bun/react-aria@3.50.0+d0e719b86e9808b5/node_modules/react-aria/dist/private/intl/tag/ar-AE.js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D:/pasar_fix/node_modules/.bun/react-aria@3.50.0+d0e719b86e9808b5/node_modules/react-aria/dist/private/intl/tag/ar-AE.js.map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D:/pasar_fix/node_modules/.bun/react-aria@3.50.0+d0e719b86e9808b5/node_modules/react-aria/dist/private/intl/tag/ar-AE.mjs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D:/pasar_fix/node_modules/.bun/react-aria@3.50.0+d0e719b86e9808b5/node_modules/react-aria/dist/private/intl/tag/ar-AE.mjs.map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D:/pasar_fix/node_modules/.bun/react-aria@3.50.0+d0e719b86e9808b5/node_modules/react-aria/dist/private/intl/tag/bg-BG.cjs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D:/pasar_fix/node_modules/.bun/react-aria@3.50.0+d0e719b86e9808b5/node_modules/react-aria/dist/private/intl/tag/bg-BG.cjs.map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D:/pasar_fix/node_modules/.bun/react-aria@3.50.0+d0e719b86e9808b5/node_modules/react-aria/dist/private/intl/tag/bg-BG.js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D:/pasar_fix/node_modules/.bun/react-aria@3.50.0+d0e719b86e9808b5/node_modules/react-aria/dist/private/intl/tag/bg-BG.js.map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D:/pasar_fix/node_modules/.bun/react-aria@3.50.0+d0e719b86e9808b5/node_modules/react-aria/dist/private/intl/tag/bg-BG.mjs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D:/pasar_fix/node_modules/.bun/react-aria@3.50.0+d0e719b86e9808b5/node_modules/react-aria/dist/private/intl/tag/bg-BG.mjs.map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D:/pasar_fix/node_modules/.bun/react-aria@3.50.0+d0e719b86e9808b5/node_modules/react-aria/dist/private/intl/tag/cs-CZ.cjs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D:/pasar_fix/node_modules/.bun/react-aria@3.50.0+d0e719b86e9808b5/node_modules/react-aria/dist/private/intl/tag/cs-CZ.cjs.map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D:/pasar_fix/node_modules/.bun/react-aria@3.50.0+d0e719b86e9808b5/node_modules/react-aria/dist/private/intl/tag/cs-CZ.js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D:/pasar_fix/node_modules/.bun/react-aria@3.50.0+d0e719b86e9808b5/node_modules/react-aria/dist/private/intl/tag/cs-CZ.js.map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D:/pasar_fix/node_modules/.bun/react-aria@3.50.0+d0e719b86e9808b5/node_modules/react-aria/dist/private/intl/tag/cs-CZ.mjs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D:/pasar_fix/node_modules/.bun/react-aria@3.50.0+d0e719b86e9808b5/node_modules/react-aria/dist/private/intl/tag/cs-CZ.mjs.map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D:/pasar_fix/node_modules/.bun/react-aria@3.50.0+d0e719b86e9808b5/node_modules/react-aria/dist/private/intl/tag/da-DK.cjs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D:/pasar_fix/node_modules/.bun/react-aria@3.50.0+d0e719b86e9808b5/node_modules/react-aria/dist/private/intl/tag/da-DK.cjs.map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D:/pasar_fix/node_modules/.bun/react-aria@3.50.0+d0e719b86e9808b5/node_modules/react-aria/dist/private/intl/tag/da-DK.js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D:/pasar_fix/node_modules/.bun/react-aria@3.50.0+d0e719b86e9808b5/node_modules/react-aria/dist/private/intl/tag/da-DK.js.map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D:/pasar_fix/node_modules/.bun/react-aria@3.50.0+d0e719b86e9808b5/node_modules/react-aria/dist/private/intl/tag/da-DK.mjs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D:/pasar_fix/node_modules/.bun/react-aria@3.50.0+d0e719b86e9808b5/node_modules/react-aria/dist/private/intl/tag/da-DK.mjs.map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D:/pasar_fix/node_modules/.bun/react-aria@3.50.0+d0e719b86e9808b5/node_modules/react-aria/dist/private/intl/tag/de-DE.cjs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D:/pasar_fix/node_modules/.bun/react-aria@3.50.0+d0e719b86e9808b5/node_modules/react-aria/dist/private/intl/tag/de-DE.cjs.map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D:/pasar_fix/node_modules/.bun/react-aria@3.50.0+d0e719b86e9808b5/node_modules/react-aria/dist/private/intl/tag/de-DE.js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D:/pasar_fix/node_modules/.bun/react-aria@3.50.0+d0e719b86e9808b5/node_modules/react-aria/dist/private/intl/tag/de-DE.js.map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D:/pasar_fix/node_modules/.bun/react-aria@3.50.0+d0e719b86e9808b5/node_modules/react-aria/dist/private/intl/tag/de-DE.mjs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D:/pasar_fix/node_modules/.bun/react-aria@3.50.0+d0e719b86e9808b5/node_modules/react-aria/dist/private/intl/tag/de-DE.mjs.map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D:/pasar_fix/node_modules/.bun/react-aria@3.50.0+d0e719b86e9808b5/node_modules/react-aria/dist/private/intl/tag/el-GR.cjs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D:/pasar_fix/node_modules/.bun/react-aria@3.50.0+d0e719b86e9808b5/node_modules/react-aria/dist/private/intl/tag/el-GR.cjs.map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D:/pasar_fix/node_modules/.bun/react-aria@3.50.0+d0e719b86e9808b5/node_modules/react-aria/dist/private/intl/tag/el-GR.js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D:/pasar_fix/node_modules/.bun/react-aria@3.50.0+d0e719b86e9808b5/node_modules/react-aria/dist/private/intl/tag/el-GR.js.map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D:/pasar_fix/node_modules/.bun/react-aria@3.50.0+d0e719b86e9808b5/node_modules/react-aria/dist/private/intl/tag/el-GR.mjs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D:/pasar_fix/node_modules/.bun/react-aria@3.50.0+d0e719b86e9808b5/node_modules/react-aria/dist/private/intl/tag/el-GR.mjs.map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D:/pasar_fix/node_modules/.bun/react-aria@3.50.0+d0e719b86e9808b5/node_modules/react-aria/dist/private/intl/tag/en-US.cjs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D:/pasar_fix/node_modules/.bun/react-aria@3.50.0+d0e719b86e9808b5/node_modules/react-aria/dist/private/intl/tag/en-US.cjs.map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D:/pasar_fix/node_modules/.bun/react-aria@3.50.0+d0e719b86e9808b5/node_modules/react-aria/dist/private/intl/tag/en-US.js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D:/pasar_fix/node_modules/.bun/react-aria@3.50.0+d0e719b86e9808b5/node_modules/react-aria/dist/private/intl/tag/en-US.js.map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D:/pasar_fix/node_modules/.bun/react-aria@3.50.0+d0e719b86e9808b5/node_modules/react-aria/dist/private/intl/tag/en-US.mjs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D:/pasar_fix/node_modules/.bun/react-aria@3.50.0+d0e719b86e9808b5/node_modules/react-aria/dist/private/intl/tag/en-US.mjs.map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D:/pasar_fix/node_modules/.bun/react-aria@3.50.0+d0e719b86e9808b5/node_modules/react-aria/dist/private/intl/tag/es-ES.cjs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D:/pasar_fix/node_modules/.bun/react-aria@3.50.0+d0e719b86e9808b5/node_modules/react-aria/dist/private/intl/tag/es-ES.cjs.map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D:/pasar_fix/node_modules/.bun/react-aria@3.50.0+d0e719b86e9808b5/node_modules/react-aria/dist/private/intl/tag/es-ES.js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D:/pasar_fix/node_modules/.bun/react-aria@3.50.0+d0e719b86e9808b5/node_modules/react-aria/dist/private/intl/tag/es-ES.js.map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D:/pasar_fix/node_modules/.bun/react-aria@3.50.0+d0e719b86e9808b5/node_modules/react-aria/dist/private/intl/tag/es-ES.mjs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D:/pasar_fix/node_modules/.bun/react-aria@3.50.0+d0e719b86e9808b5/node_modules/react-aria/dist/private/intl/tag/es-ES.mjs.map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D:/pasar_fix/node_modules/.bun/react-aria@3.50.0+d0e719b86e9808b5/node_modules/react-aria/dist/private/intl/tag/et-EE.cjs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D:/pasar_fix/node_modules/.bun/react-aria@3.50.0+d0e719b86e9808b5/node_modules/react-aria/dist/private/intl/tag/et-EE.cjs.map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D:/pasar_fix/node_modules/.bun/react-aria@3.50.0+d0e719b86e9808b5/node_modules/react-aria/dist/private/intl/tag/et-EE.js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D:/pasar_fix/node_modules/.bun/react-aria@3.50.0+d0e719b86e9808b5/node_modules/react-aria/dist/private/intl/tag/et-EE.js.map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D:/pasar_fix/node_modules/.bun/react-aria@3.50.0+d0e719b86e9808b5/node_modules/react-aria/dist/private/intl/tag/et-EE.mjs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D:/pasar_fix/node_modules/.bun/react-aria@3.50.0+d0e719b86e9808b5/node_modules/react-aria/dist/private/intl/tag/et-EE.mjs.map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D:/pasar_fix/node_modules/.bun/react-aria@3.50.0+d0e719b86e9808b5/node_modules/react-aria/dist/private/intl/tag/fi-FI.cjs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D:/pasar_fix/node_modules/.bun/react-aria@3.50.0+d0e719b86e9808b5/node_modules/react-aria/dist/private/intl/tag/fi-FI.cjs.map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D:/pasar_fix/node_modules/.bun/react-aria@3.50.0+d0e719b86e9808b5/node_modules/react-aria/dist/private/intl/tag/fi-FI.js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D:/pasar_fix/node_modules/.bun/react-aria@3.50.0+d0e719b86e9808b5/node_modules/react-aria/dist/private/intl/tag/fi-FI.js.map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D:/pasar_fix/node_modules/.bun/react-aria@3.50.0+d0e719b86e9808b5/node_modules/react-aria/dist/private/intl/tag/fi-FI.mjs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D:/pasar_fix/node_modules/.bun/react-aria@3.50.0+d0e719b86e9808b5/node_modules/react-aria/dist/private/intl/tag/fi-FI.mjs.map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D:/pasar_fix/node_modules/.bun/react-aria@3.50.0+d0e719b86e9808b5/node_modules/react-aria/dist/private/intl/tag/fr-FR.cjs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D:/pasar_fix/node_modules/.bun/react-aria@3.50.0+d0e719b86e9808b5/node_modules/react-aria/dist/private/intl/tag/fr-FR.cjs.map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D:/pasar_fix/node_modules/.bun/react-aria@3.50.0+d0e719b86e9808b5/node_modules/react-aria/dist/private/intl/tag/fr-FR.js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D:/pasar_fix/node_modules/.bun/react-aria@3.50.0+d0e719b86e9808b5/node_modules/react-aria/dist/private/intl/tag/fr-FR.js.map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D:/pasar_fix/node_modules/.bun/react-aria@3.50.0+d0e719b86e9808b5/node_modules/react-aria/dist/private/intl/tag/fr-FR.mjs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D:/pasar_fix/node_modules/.bun/react-aria@3.50.0+d0e719b86e9808b5/node_modules/react-aria/dist/private/intl/tag/fr-FR.mjs.map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D:/pasar_fix/node_modules/.bun/react-aria@3.50.0+d0e719b86e9808b5/node_modules/react-aria/dist/private/intl/tag/he-IL.cjs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D:/pasar_fix/node_modules/.bun/react-aria@3.50.0+d0e719b86e9808b5/node_modules/react-aria/dist/private/intl/tag/he-IL.cjs.map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D:/pasar_fix/node_modules/.bun/react-aria@3.50.0+d0e719b86e9808b5/node_modules/react-aria/dist/private/intl/tag/he-IL.js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D:/pasar_fix/node_modules/.bun/react-aria@3.50.0+d0e719b86e9808b5/node_modules/react-aria/dist/private/intl/tag/he-IL.js.map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D:/pasar_fix/node_modules/.bun/react-aria@3.50.0+d0e719b86e9808b5/node_modules/react-aria/dist/private/intl/tag/he-IL.mjs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D:/pasar_fix/node_modules/.bun/react-aria@3.50.0+d0e719b86e9808b5/node_modules/react-aria/dist/private/intl/tag/he-IL.mjs.map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D:/pasar_fix/node_modules/.bun/react-aria@3.50.0+d0e719b86e9808b5/node_modules/react-aria/dist/private/intl/tag/hr-HR.cjs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D:/pasar_fix/node_modules/.bun/react-aria@3.50.0+d0e719b86e9808b5/node_modules/react-aria/dist/private/intl/tag/hr-HR.cjs.map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D:/pasar_fix/node_modules/.bun/react-aria@3.50.0+d0e719b86e9808b5/node_modules/react-aria/dist/private/intl/tag/hr-HR.js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D:/pasar_fix/node_modules/.bun/react-aria@3.50.0+d0e719b86e9808b5/node_modules/react-aria/dist/private/intl/tag/hr-HR.js.map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D:/pasar_fix/node_modules/.bun/react-aria@3.50.0+d0e719b86e9808b5/node_modules/react-aria/dist/private/intl/tag/hr-HR.mjs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D:/pasar_fix/node_modules/.bun/react-aria@3.50.0+d0e719b86e9808b5/node_modules/react-aria/dist/private/intl/tag/hr-HR.mjs.map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D:/pasar_fix/node_modules/.bun/react-aria@3.50.0+d0e719b86e9808b5/node_modules/react-aria/dist/private/intl/tag/hu-HU.cjs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D:/pasar_fix/node_modules/.bun/react-aria@3.50.0+d0e719b86e9808b5/node_modules/react-aria/dist/private/intl/tag/hu-HU.cjs.map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D:/pasar_fix/node_modules/.bun/react-aria@3.50.0+d0e719b86e9808b5/node_modules/react-aria/dist/private/intl/tag/hu-HU.js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D:/pasar_fix/node_modules/.bun/react-aria@3.50.0+d0e719b86e9808b5/node_modules/react-aria/dist/private/intl/tag/hu-HU.js.map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D:/pasar_fix/node_modules/.bun/react-aria@3.50.0+d0e719b86e9808b5/node_modules/react-aria/dist/private/intl/tag/hu-HU.mjs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D:/pasar_fix/node_modules/.bun/react-aria@3.50.0+d0e719b86e9808b5/node_modules/react-aria/dist/private/intl/tag/hu-HU.mjs.map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D:/pasar_fix/node_modules/.bun/react-aria@3.50.0+d0e719b86e9808b5/node_modules/react-aria/dist/private/intl/tag/it-IT.cjs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D:/pasar_fix/node_modules/.bun/react-aria@3.50.0+d0e719b86e9808b5/node_modules/react-aria/dist/private/intl/tag/it-IT.cjs.map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D:/pasar_fix/node_modules/.bun/react-aria@3.50.0+d0e719b86e9808b5/node_modules/react-aria/dist/private/intl/tag/it-IT.js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D:/pasar_fix/node_modules/.bun/react-aria@3.50.0+d0e719b86e9808b5/node_modules/react-aria/dist/private/intl/tag/it-IT.js.map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D:/pasar_fix/node_modules/.bun/react-aria@3.50.0+d0e719b86e9808b5/node_modules/react-aria/dist/private/intl/tag/it-IT.mjs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D:/pasar_fix/node_modules/.bun/react-aria@3.50.0+d0e719b86e9808b5/node_modules/react-aria/dist/private/intl/tag/it-IT.mjs.map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D:/pasar_fix/node_modules/.bun/react-aria@3.50.0+d0e719b86e9808b5/node_modules/react-aria/dist/private/intl/tag/ja-JP.cjs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D:/pasar_fix/node_modules/.bun/react-aria@3.50.0+d0e719b86e9808b5/node_modules/react-aria/dist/private/intl/tag/ja-JP.cjs.map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D:/pasar_fix/node_modules/.bun/react-aria@3.50.0+d0e719b86e9808b5/node_modules/react-aria/dist/private/intl/tag/ja-JP.js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D:/pasar_fix/node_modules/.bun/react-aria@3.50.0+d0e719b86e9808b5/node_modules/react-aria/dist/private/intl/tag/ja-JP.js.map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D:/pasar_fix/node_modules/.bun/react-aria@3.50.0+d0e719b86e9808b5/node_modules/react-aria/dist/private/intl/tag/ja-JP.mjs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D:/pasar_fix/node_modules/.bun/react-aria@3.50.0+d0e719b86e9808b5/node_modules/react-aria/dist/private/intl/tag/ja-JP.mjs.map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D:/pasar_fix/node_modules/.bun/react-aria@3.50.0+d0e719b86e9808b5/node_modules/react-aria/dist/private/intl/tag/ko-KR.cjs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D:/pasar_fix/node_modules/.bun/react-aria@3.50.0+d0e719b86e9808b5/node_modules/react-aria/dist/private/intl/tag/ko-KR.cjs.map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D:/pasar_fix/node_modules/.bun/react-aria@3.50.0+d0e719b86e9808b5/node_modules/react-aria/dist/private/intl/tag/ko-KR.js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D:/pasar_fix/node_modules/.bun/react-aria@3.50.0+d0e719b86e9808b5/node_modules/react-aria/dist/private/intl/tag/ko-KR.js.map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D:/pasar_fix/node_modules/.bun/react-aria@3.50.0+d0e719b86e9808b5/node_modules/react-aria/dist/private/intl/tag/ko-KR.mjs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D:/pasar_fix/node_modules/.bun/react-aria@3.50.0+d0e719b86e9808b5/node_modules/react-aria/dist/private/intl/tag/ko-KR.mjs.map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D:/pasar_fix/node_modules/.bun/react-aria@3.50.0+d0e719b86e9808b5/node_modules/react-aria/dist/private/intl/tag/lt-LT.cjs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D:/pasar_fix/node_modules/.bun/react-aria@3.50.0+d0e719b86e9808b5/node_modules/react-aria/dist/private/intl/tag/lt-LT.cjs.map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D:/pasar_fix/node_modules/.bun/react-aria@3.50.0+d0e719b86e9808b5/node_modules/react-aria/dist/private/intl/tag/lt-LT.js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D:/pasar_fix/node_modules/.bun/react-aria@3.50.0+d0e719b86e9808b5/node_modules/react-aria/dist/private/intl/tag/lt-LT.js.map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D:/pasar_fix/node_modules/.bun/react-aria@3.50.0+d0e719b86e9808b5/node_modules/react-aria/dist/private/intl/tag/lt-LT.mjs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D:/pasar_fix/node_modules/.bun/react-aria@3.50.0+d0e719b86e9808b5/node_modules/react-aria/dist/private/intl/tag/lt-LT.mjs.map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D:/pasar_fix/node_modules/.bun/react-aria@3.50.0+d0e719b86e9808b5/node_modules/react-aria/dist/private/intl/tag/lv-LV.cjs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D:/pasar_fix/node_modules/.bun/react-aria@3.50.0+d0e719b86e9808b5/node_modules/react-aria/dist/private/intl/tag/lv-LV.cjs.map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D:/pasar_fix/node_modules/.bun/react-aria@3.50.0+d0e719b86e9808b5/node_modules/react-aria/dist/private/intl/tag/lv-LV.js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D:/pasar_fix/node_modules/.bun/react-aria@3.50.0+d0e719b86e9808b5/node_modules/react-aria/dist/private/intl/tag/lv-LV.js.map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D:/pasar_fix/node_modules/.bun/react-aria@3.50.0+d0e719b86e9808b5/node_modules/react-aria/dist/private/intl/tag/lv-LV.mjs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D:/pasar_fix/node_modules/.bun/react-aria@3.50.0+d0e719b86e9808b5/node_modules/react-aria/dist/private/intl/tag/lv-LV.mjs.map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D:/pasar_fix/node_modules/.bun/react-aria@3.50.0+d0e719b86e9808b5/node_modules/react-aria/dist/private/intl/tag/nb-NO.cjs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D:/pasar_fix/node_modules/.bun/react-aria@3.50.0+d0e719b86e9808b5/node_modules/react-aria/dist/private/intl/tag/nb-NO.cjs.map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D:/pasar_fix/node_modules/.bun/react-aria@3.50.0+d0e719b86e9808b5/node_modules/react-aria/dist/private/intl/tag/nb-NO.js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D:/pasar_fix/node_modules/.bun/react-aria@3.50.0+d0e719b86e9808b5/node_modules/react-aria/dist/private/intl/tag/nb-NO.js.map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D:/pasar_fix/node_modules/.bun/react-aria@3.50.0+d0e719b86e9808b5/node_modules/react-aria/dist/private/intl/tag/nb-NO.mjs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D:/pasar_fix/node_modules/.bun/react-aria@3.50.0+d0e719b86e9808b5/node_modules/react-aria/dist/private/intl/tag/nb-NO.mjs.map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D:/pasar_fix/node_modules/.bun/react-aria@3.50.0+d0e719b86e9808b5/node_modules/react-aria/dist/private/intl/tag/nl-NL.cjs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D:/pasar_fix/node_modules/.bun/react-aria@3.50.0+d0e719b86e9808b5/node_modules/react-aria/dist/private/intl/tag/nl-NL.cjs.map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D:/pasar_fix/node_modules/.bun/react-aria@3.50.0+d0e719b86e9808b5/node_modules/react-aria/dist/private/intl/tag/nl-NL.js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D:/pasar_fix/node_modules/.bun/react-aria@3.50.0+d0e719b86e9808b5/node_modules/react-aria/dist/private/intl/tag/nl-NL.js.map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D:/pasar_fix/node_modules/.bun/react-aria@3.50.0+d0e719b86e9808b5/node_modules/react-aria/dist/private/intl/tag/nl-NL.mjs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D:/pasar_fix/node_modules/.bun/react-aria@3.50.0+d0e719b86e9808b5/node_modules/react-aria/dist/private/intl/tag/nl-NL.mjs.map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D:/pasar_fix/node_modules/.bun/react-aria@3.50.0+d0e719b86e9808b5/node_modules/react-aria/dist/private/intl/tag/pl-PL.cjs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D:/pasar_fix/node_modules/.bun/react-aria@3.50.0+d0e719b86e9808b5/node_modules/react-aria/dist/private/intl/tag/pl-PL.cjs.map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D:/pasar_fix/node_modules/.bun/react-aria@3.50.0+d0e719b86e9808b5/node_modules/react-aria/dist/private/intl/tag/pl-PL.js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D:/pasar_fix/node_modules/.bun/react-aria@3.50.0+d0e719b86e9808b5/node_modules/react-aria/dist/private/intl/tag/pl-PL.js.map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D:/pasar_fix/node_modules/.bun/react-aria@3.50.0+d0e719b86e9808b5/node_modules/react-aria/dist/private/intl/tag/pl-PL.mjs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D:/pasar_fix/node_modules/.bun/react-aria@3.50.0+d0e719b86e9808b5/node_modules/react-aria/dist/private/intl/tag/pl-PL.mjs.map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D:/pasar_fix/node_modules/.bun/react-aria@3.50.0+d0e719b86e9808b5/node_modules/react-aria/dist/private/intl/tag/pt-BR.cjs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D:/pasar_fix/node_modules/.bun/react-aria@3.50.0+d0e719b86e9808b5/node_modules/react-aria/dist/private/intl/tag/pt-BR.cjs.map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D:/pasar_fix/node_modules/.bun/react-aria@3.50.0+d0e719b86e9808b5/node_modules/react-aria/dist/private/intl/tag/pt-BR.js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D:/pasar_fix/node_modules/.bun/react-aria@3.50.0+d0e719b86e9808b5/node_modules/react-aria/dist/private/intl/tag/pt-BR.js.map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D:/pasar_fix/node_modules/.bun/react-aria@3.50.0+d0e719b86e9808b5/node_modules/react-aria/dist/private/intl/tag/pt-BR.mjs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D:/pasar_fix/node_modules/.bun/react-aria@3.50.0+d0e719b86e9808b5/node_modules/react-aria/dist/private/intl/tag/pt-BR.mjs.map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D:/pasar_fix/node_modules/.bun/react-aria@3.50.0+d0e719b86e9808b5/node_modules/react-aria/dist/private/intl/tag/pt-PT.cjs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D:/pasar_fix/node_modules/.bun/react-aria@3.50.0+d0e719b86e9808b5/node_modules/react-aria/dist/private/intl/tag/pt-PT.cjs.map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D:/pasar_fix/node_modules/.bun/react-aria@3.50.0+d0e719b86e9808b5/node_modules/react-aria/dist/private/intl/tag/pt-PT.js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D:/pasar_fix/node_modules/.bun/react-aria@3.50.0+d0e719b86e9808b5/node_modules/react-aria/dist/private/intl/tag/pt-PT.js.map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D:/pasar_fix/node_modules/.bun/react-aria@3.50.0+d0e719b86e9808b5/node_modules/react-aria/dist/private/intl/tag/pt-PT.mjs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D:/pasar_fix/node_modules/.bun/react-aria@3.50.0+d0e719b86e9808b5/node_modules/react-aria/dist/private/intl/tag/pt-PT.mjs.map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D:/pasar_fix/node_modules/.bun/react-aria@3.50.0+d0e719b86e9808b5/node_modules/react-aria/dist/private/intl/tag/ro-RO.cjs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D:/pasar_fix/node_modules/.bun/react-aria@3.50.0+d0e719b86e9808b5/node_modules/react-aria/dist/private/intl/tag/ro-RO.cjs.map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D:/pasar_fix/node_modules/.bun/react-aria@3.50.0+d0e719b86e9808b5/node_modules/react-aria/dist/private/intl/tag/ro-RO.js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D:/pasar_fix/node_modules/.bun/react-aria@3.50.0+d0e719b86e9808b5/node_modules/react-aria/dist/private/intl/tag/ro-RO.js.map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D:/pasar_fix/node_modules/.bun/react-aria@3.50.0+d0e719b86e9808b5/node_modules/react-aria/dist/private/intl/tag/ro-RO.mjs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D:/pasar_fix/node_modules/.bun/react-aria@3.50.0+d0e719b86e9808b5/node_modules/react-aria/dist/private/intl/tag/ro-RO.mjs.map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D:/pasar_fix/node_modules/.bun/react-aria@3.50.0+d0e719b86e9808b5/node_modules/react-aria/dist/private/intl/tag/ru-RU.cjs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D:/pasar_fix/node_modules/.bun/react-aria@3.50.0+d0e719b86e9808b5/node_modules/react-aria/dist/private/intl/tag/ru-RU.cjs.map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D:/pasar_fix/node_modules/.bun/react-aria@3.50.0+d0e719b86e9808b5/node_modules/react-aria/dist/private/intl/tag/ru-RU.js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D:/pasar_fix/node_modules/.bun/react-aria@3.50.0+d0e719b86e9808b5/node_modules/react-aria/dist/private/intl/tag/ru-RU.js.map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D:/pasar_fix/node_modules/.bun/react-aria@3.50.0+d0e719b86e9808b5/node_modules/react-aria/dist/private/intl/tag/ru-RU.mjs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D:/pasar_fix/node_modules/.bun/react-aria@3.50.0+d0e719b86e9808b5/node_modules/react-aria/dist/private/intl/tag/ru-RU.mjs.map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D:/pasar_fix/node_modules/.bun/react-aria@3.50.0+d0e719b86e9808b5/node_modules/react-aria/dist/private/intl/tag/sk-SK.cjs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D:/pasar_fix/node_modules/.bun/react-aria@3.50.0+d0e719b86e9808b5/node_modules/react-aria/dist/private/intl/tag/sk-SK.cjs.map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D:/pasar_fix/node_modules/.bun/react-aria@3.50.0+d0e719b86e9808b5/node_modules/react-aria/dist/private/intl/tag/sk-SK.js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D:/pasar_fix/node_modules/.bun/react-aria@3.50.0+d0e719b86e9808b5/node_modules/react-aria/dist/private/intl/tag/sk-SK.js.map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D:/pasar_fix/node_modules/.bun/react-aria@3.50.0+d0e719b86e9808b5/node_modules/react-aria/dist/private/intl/tag/sk-SK.mjs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D:/pasar_fix/node_modules/.bun/react-aria@3.50.0+d0e719b86e9808b5/node_modules/react-aria/dist/private/intl/tag/sk-SK.mjs.map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D:/pasar_fix/node_modules/.bun/react-aria@3.50.0+d0e719b86e9808b5/node_modules/react-aria/dist/private/intl/tag/sl-SI.cjs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D:/pasar_fix/node_modules/.bun/react-aria@3.50.0+d0e719b86e9808b5/node_modules/react-aria/dist/private/intl/tag/sl-SI.cjs.map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D:/pasar_fix/node_modules/.bun/react-aria@3.50.0+d0e719b86e9808b5/node_modules/react-aria/dist/private/intl/tag/sl-SI.js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D:/pasar_fix/node_modules/.bun/react-aria@3.50.0+d0e719b86e9808b5/node_modules/react-aria/dist/private/intl/tag/sl-SI.js.map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D:/pasar_fix/node_modules/.bun/react-aria@3.50.0+d0e719b86e9808b5/node_modules/react-aria/dist/private/intl/tag/sl-SI.mjs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D:/pasar_fix/node_modules/.bun/react-aria@3.50.0+d0e719b86e9808b5/node_modules/react-aria/dist/private/intl/tag/sl-SI.mjs.map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D:/pasar_fix/node_modules/.bun/react-aria@3.50.0+d0e719b86e9808b5/node_modules/react-aria/dist/private/intl/tag/sr-SP.cjs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D:/pasar_fix/node_modules/.bun/react-aria@3.50.0+d0e719b86e9808b5/node_modules/react-aria/dist/private/intl/tag/sr-SP.cjs.map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D:/pasar_fix/node_modules/.bun/react-aria@3.50.0+d0e719b86e9808b5/node_modules/react-aria/dist/private/intl/tag/sr-SP.js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D:/pasar_fix/node_modules/.bun/react-aria@3.50.0+d0e719b86e9808b5/node_modules/react-aria/dist/private/intl/tag/sr-SP.js.map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D:/pasar_fix/node_modules/.bun/react-aria@3.50.0+d0e719b86e9808b5/node_modules/react-aria/dist/private/intl/tag/sr-SP.mjs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D:/pasar_fix/node_modules/.bun/react-aria@3.50.0+d0e719b86e9808b5/node_modules/react-aria/dist/private/intl/tag/sr-SP.mjs.map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D:/pasar_fix/node_modules/.bun/react-aria@3.50.0+d0e719b86e9808b5/node_modules/react-aria/dist/private/intl/tag/sv-SE.cjs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D:/pasar_fix/node_modules/.bun/react-aria@3.50.0+d0e719b86e9808b5/node_modules/react-aria/dist/private/intl/tag/sv-SE.cjs.map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D:/pasar_fix/node_modules/.bun/react-aria@3.50.0+d0e719b86e9808b5/node_modules/react-aria/dist/private/intl/tag/sv-SE.js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D:/pasar_fix/node_modules/.bun/react-aria@3.50.0+d0e719b86e9808b5/node_modules/react-aria/dist/private/intl/tag/sv-SE.js.map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D:/pasar_fix/node_modules/.bun/react-aria@3.50.0+d0e719b86e9808b5/node_modules/react-aria/dist/private/intl/tag/sv-SE.mjs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D:/pasar_fix/node_modules/.bun/react-aria@3.50.0+d0e719b86e9808b5/node_modules/react-aria/dist/private/intl/tag/sv-SE.mjs.map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D:/pasar_fix/node_modules/.bun/react-aria@3.50.0+d0e719b86e9808b5/node_modules/react-aria/dist/private/intl/tag/tr-TR.cjs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D:/pasar_fix/node_modules/.bun/react-aria@3.50.0+d0e719b86e9808b5/node_modules/react-aria/dist/private/intl/tag/tr-TR.cjs.map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D:/pasar_fix/node_modules/.bun/react-aria@3.50.0+d0e719b86e9808b5/node_modules/react-aria/dist/private/intl/tag/tr-TR.js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D:/pasar_fix/node_modules/.bun/react-aria@3.50.0+d0e719b86e9808b5/node_modules/react-aria/dist/private/intl/tag/tr-TR.js.map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D:/pasar_fix/node_modules/.bun/react-aria@3.50.0+d0e719b86e9808b5/node_modules/react-aria/dist/private/intl/tag/tr-TR.mjs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D:/pasar_fix/node_modules/.bun/react-aria@3.50.0+d0e719b86e9808b5/node_modules/react-aria/dist/private/intl/tag/tr-TR.mjs.map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D:/pasar_fix/node_modules/.bun/react-aria@3.50.0+d0e719b86e9808b5/node_modules/react-aria/dist/private/intl/tag/uk-UA.cjs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D:/pasar_fix/node_modules/.bun/react-aria@3.50.0+d0e719b86e9808b5/node_modules/react-aria/dist/private/intl/tag/uk-UA.cjs.map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D:/pasar_fix/node_modules/.bun/react-aria@3.50.0+d0e719b86e9808b5/node_modules/react-aria/dist/private/intl/tag/uk-UA.js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D:/pasar_fix/node_modules/.bun/react-aria@3.50.0+d0e719b86e9808b5/node_modules/react-aria/dist/private/intl/tag/uk-UA.js.map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D:/pasar_fix/node_modules/.bun/react-aria@3.50.0+d0e719b86e9808b5/node_modules/react-aria/dist/private/intl/tag/uk-UA.mjs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D:/pasar_fix/node_modules/.bun/react-aria@3.50.0+d0e719b86e9808b5/node_modules/react-aria/dist/private/intl/tag/uk-UA.mjs.map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D:/pasar_fix/node_modules/.bun/react-aria@3.50.0+d0e719b86e9808b5/node_modules/react-aria/dist/private/intl/tag/zh-CN.cjs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D:/pasar_fix/node_modules/.bun/react-aria@3.50.0+d0e719b86e9808b5/node_modules/react-aria/dist/private/intl/tag/zh-CN.cjs.map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D:/pasar_fix/node_modules/.bun/react-aria@3.50.0+d0e719b86e9808b5/node_modules/react-aria/dist/private/intl/tag/zh-CN.js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D:/pasar_fix/node_modules/.bun/react-aria@3.50.0+d0e719b86e9808b5/node_modules/react-aria/dist/private/intl/tag/zh-CN.js.map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D:/pasar_fix/node_modules/.bun/react-aria@3.50.0+d0e719b86e9808b5/node_modules/react-aria/dist/private/intl/tag/zh-CN.mjs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D:/pasar_fix/node_modules/.bun/react-aria@3.50.0+d0e719b86e9808b5/node_modules/react-aria/dist/private/intl/tag/zh-CN.mjs.map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D:/pasar_fix/node_modules/.bun/react-aria@3.50.0+d0e719b86e9808b5/node_modules/react-aria/dist/private/intl/tag/zh-TW.cjs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D:/pasar_fix/node_modules/.bun/react-aria@3.50.0+d0e719b86e9808b5/node_modules/react-aria/dist/private/intl/tag/zh-TW.cjs.map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D:/pasar_fix/node_modules/.bun/react-aria@3.50.0+d0e719b86e9808b5/node_modules/react-aria/dist/private/intl/tag/zh-TW.js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D:/pasar_fix/node_modules/.bun/react-aria@3.50.0+d0e719b86e9808b5/node_modules/react-aria/dist/private/intl/tag/zh-TW.js.map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D:/pasar_fix/node_modules/.bun/react-aria@3.50.0+d0e719b86e9808b5/node_modules/react-aria/dist/private/intl/tag/zh-TW.mjs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D:/pasar_fix/node_modules/.bun/react-aria@3.50.0+d0e719b86e9808b5/node_modules/react-aria/dist/private/intl/tag/zh-TW.mjs.map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D:/pasar_fix/node_modules/.bun/react-aria@3.50.0+d0e719b86e9808b5/node_modules/react-aria/dist/private/intl/toast/ar-AE.cjs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D:/pasar_fix/node_modules/.bun/react-aria@3.50.0+d0e719b86e9808b5/node_modules/react-aria/dist/private/intl/toast/ar-AE.cjs.map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D:/pasar_fix/node_modules/.bun/react-aria@3.50.0+d0e719b86e9808b5/node_modules/react-aria/dist/private/intl/toast/ar-AE.js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D:/pasar_fix/node_modules/.bun/react-aria@3.50.0+d0e719b86e9808b5/node_modules/react-aria/dist/private/intl/toast/ar-AE.js.map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D:/pasar_fix/node_modules/.bun/react-aria@3.50.0+d0e719b86e9808b5/node_modules/react-aria/dist/private/intl/toast/ar-AE.mjs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D:/pasar_fix/node_modules/.bun/react-aria@3.50.0+d0e719b86e9808b5/node_modules/react-aria/dist/private/intl/toast/ar-AE.mjs.map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D:/pasar_fix/node_modules/.bun/react-aria@3.50.0+d0e719b86e9808b5/node_modules/react-aria/dist/private/intl/toast/bg-BG.cjs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D:/pasar_fix/node_modules/.bun/react-aria@3.50.0+d0e719b86e9808b5/node_modules/react-aria/dist/private/intl/toast/bg-BG.cjs.map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D:/pasar_fix/node_modules/.bun/react-aria@3.50.0+d0e719b86e9808b5/node_modules/react-aria/dist/private/intl/toast/bg-BG.js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D:/pasar_fix/node_modules/.bun/react-aria@3.50.0+d0e719b86e9808b5/node_modules/react-aria/dist/private/intl/toast/bg-BG.js.map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D:/pasar_fix/node_modules/.bun/react-aria@3.50.0+d0e719b86e9808b5/node_modules/react-aria/dist/private/intl/toast/bg-BG.mjs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D:/pasar_fix/node_modules/.bun/react-aria@3.50.0+d0e719b86e9808b5/node_modules/react-aria/dist/private/intl/toast/bg-BG.mjs.map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D:/pasar_fix/node_modules/.bun/react-aria@3.50.0+d0e719b86e9808b5/node_modules/react-aria/dist/private/intl/toast/cs-CZ.cjs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D:/pasar_fix/node_modules/.bun/react-aria@3.50.0+d0e719b86e9808b5/node_modules/react-aria/dist/private/intl/toast/cs-CZ.cjs.map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D:/pasar_fix/node_modules/.bun/react-aria@3.50.0+d0e719b86e9808b5/node_modules/react-aria/dist/private/intl/toast/cs-CZ.js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D:/pasar_fix/node_modules/.bun/react-aria@3.50.0+d0e719b86e9808b5/node_modules/react-aria/dist/private/intl/toast/cs-CZ.js.map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D:/pasar_fix/node_modules/.bun/react-aria@3.50.0+d0e719b86e9808b5/node_modules/react-aria/dist/private/intl/toast/cs-CZ.mjs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D:/pasar_fix/node_modules/.bun/react-aria@3.50.0+d0e719b86e9808b5/node_modules/react-aria/dist/private/intl/toast/cs-CZ.mjs.map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D:/pasar_fix/node_modules/.bun/react-aria@3.50.0+d0e719b86e9808b5/node_modules/react-aria/dist/private/intl/toast/da-DK.cjs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D:/pasar_fix/node_modules/.bun/react-aria@3.50.0+d0e719b86e9808b5/node_modules/react-aria/dist/private/intl/toast/da-DK.cjs.map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D:/pasar_fix/node_modules/.bun/react-aria@3.50.0+d0e719b86e9808b5/node_modules/react-aria/dist/private/intl/toast/da-DK.js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D:/pasar_fix/node_modules/.bun/react-aria@3.50.0+d0e719b86e9808b5/node_modules/react-aria/dist/private/intl/toast/da-DK.js.map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D:/pasar_fix/node_modules/.bun/react-aria@3.50.0+d0e719b86e9808b5/node_modules/react-aria/dist/private/intl/toast/da-DK.mjs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D:/pasar_fix/node_modules/.bun/react-aria@3.50.0+d0e719b86e9808b5/node_modules/react-aria/dist/private/intl/toast/da-DK.mjs.map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D:/pasar_fix/node_modules/.bun/react-aria@3.50.0+d0e719b86e9808b5/node_modules/react-aria/dist/private/intl/toast/de-DE.cjs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D:/pasar_fix/node_modules/.bun/react-aria@3.50.0+d0e719b86e9808b5/node_modules/react-aria/dist/private/intl/toast/de-DE.cjs.map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D:/pasar_fix/node_modules/.bun/react-aria@3.50.0+d0e719b86e9808b5/node_modules/react-aria/dist/private/intl/toast/de-DE.js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D:/pasar_fix/node_modules/.bun/react-aria@3.50.0+d0e719b86e9808b5/node_modules/react-aria/dist/private/intl/toast/de-DE.js.map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D:/pasar_fix/node_modules/.bun/react-aria@3.50.0+d0e719b86e9808b5/node_modules/react-aria/dist/private/intl/toast/de-DE.mjs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D:/pasar_fix/node_modules/.bun/react-aria@3.50.0+d0e719b86e9808b5/node_modules/react-aria/dist/private/intl/toast/de-DE.mjs.map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D:/pasar_fix/node_modules/.bun/react-aria@3.50.0+d0e719b86e9808b5/node_modules/react-aria/dist/private/intl/toast/el-GR.cjs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D:/pasar_fix/node_modules/.bun/react-aria@3.50.0+d0e719b86e9808b5/node_modules/react-aria/dist/private/intl/toast/el-GR.cjs.map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D:/pasar_fix/node_modules/.bun/react-aria@3.50.0+d0e719b86e9808b5/node_modules/react-aria/dist/private/intl/toast/el-GR.js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D:/pasar_fix/node_modules/.bun/react-aria@3.50.0+d0e719b86e9808b5/node_modules/react-aria/dist/private/intl/toast/el-GR.js.map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D:/pasar_fix/node_modules/.bun/react-aria@3.50.0+d0e719b86e9808b5/node_modules/react-aria/dist/private/intl/toast/el-GR.mjs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D:/pasar_fix/node_modules/.bun/react-aria@3.50.0+d0e719b86e9808b5/node_modules/react-aria/dist/private/intl/toast/el-GR.mjs.map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D:/pasar_fix/node_modules/.bun/react-aria@3.50.0+d0e719b86e9808b5/node_modules/react-aria/dist/private/intl/toast/en-US.cjs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D:/pasar_fix/node_modules/.bun/react-aria@3.50.0+d0e719b86e9808b5/node_modules/react-aria/dist/private/intl/toast/en-US.cjs.map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D:/pasar_fix/node_modules/.bun/react-aria@3.50.0+d0e719b86e9808b5/node_modules/react-aria/dist/private/intl/toast/en-US.js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D:/pasar_fix/node_modules/.bun/react-aria@3.50.0+d0e719b86e9808b5/node_modules/react-aria/dist/private/intl/toast/en-US.js.map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D:/pasar_fix/node_modules/.bun/react-aria@3.50.0+d0e719b86e9808b5/node_modules/react-aria/dist/private/intl/toast/en-US.mjs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D:/pasar_fix/node_modules/.bun/react-aria@3.50.0+d0e719b86e9808b5/node_modules/react-aria/dist/private/intl/toast/en-US.mjs.map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D:/pasar_fix/node_modules/.bun/react-aria@3.50.0+d0e719b86e9808b5/node_modules/react-aria/dist/private/intl/toast/es-ES.cjs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D:/pasar_fix/node_modules/.bun/react-aria@3.50.0+d0e719b86e9808b5/node_modules/react-aria/dist/private/intl/toast/es-ES.cjs.map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D:/pasar_fix/node_modules/.bun/react-aria@3.50.0+d0e719b86e9808b5/node_modules/react-aria/dist/private/intl/toast/es-ES.js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D:/pasar_fix/node_modules/.bun/react-aria@3.50.0+d0e719b86e9808b5/node_modules/react-aria/dist/private/intl/toast/es-ES.js.map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D:/pasar_fix/node_modules/.bun/react-aria@3.50.0+d0e719b86e9808b5/node_modules/react-aria/dist/private/intl/toast/es-ES.mjs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D:/pasar_fix/node_modules/.bun/react-aria@3.50.0+d0e719b86e9808b5/node_modules/react-aria/dist/private/intl/toast/es-ES.mjs.map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D:/pasar_fix/node_modules/.bun/react-aria@3.50.0+d0e719b86e9808b5/node_modules/react-aria/dist/private/intl/toast/et-EE.cjs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D:/pasar_fix/node_modules/.bun/react-aria@3.50.0+d0e719b86e9808b5/node_modules/react-aria/dist/private/intl/toast/et-EE.cjs.map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D:/pasar_fix/node_modules/.bun/react-aria@3.50.0+d0e719b86e9808b5/node_modules/react-aria/dist/private/intl/toast/et-EE.js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D:/pasar_fix/node_modules/.bun/react-aria@3.50.0+d0e719b86e9808b5/node_modules/react-aria/dist/private/intl/toast/et-EE.js.map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D:/pasar_fix/node_modules/.bun/react-aria@3.50.0+d0e719b86e9808b5/node_modules/react-aria/dist/private/intl/toast/et-EE.mjs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D:/pasar_fix/node_modules/.bun/react-aria@3.50.0+d0e719b86e9808b5/node_modules/react-aria/dist/private/intl/toast/et-EE.mjs.map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D:/pasar_fix/node_modules/.bun/react-aria@3.50.0+d0e719b86e9808b5/node_modules/react-aria/dist/private/intl/toast/fi-FI.cjs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D:/pasar_fix/node_modules/.bun/react-aria@3.50.0+d0e719b86e9808b5/node_modules/react-aria/dist/private/intl/toast/fi-FI.cjs.map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D:/pasar_fix/node_modules/.bun/react-aria@3.50.0+d0e719b86e9808b5/node_modules/react-aria/dist/private/intl/toast/fi-FI.js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D:/pasar_fix/node_modules/.bun/react-aria@3.50.0+d0e719b86e9808b5/node_modules/react-aria/dist/private/intl/toast/fi-FI.js.map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D:/pasar_fix/node_modules/.bun/react-aria@3.50.0+d0e719b86e9808b5/node_modules/react-aria/dist/private/intl/toast/fi-FI.mjs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D:/pasar_fix/node_modules/.bun/react-aria@3.50.0+d0e719b86e9808b5/node_modules/react-aria/dist/private/intl/toast/fi-FI.mjs.map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D:/pasar_fix/node_modules/.bun/react-aria@3.50.0+d0e719b86e9808b5/node_modules/react-aria/dist/private/intl/toast/fr-FR.cjs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D:/pasar_fix/node_modules/.bun/react-aria@3.50.0+d0e719b86e9808b5/node_modules/react-aria/dist/private/intl/toast/fr-FR.cjs.map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D:/pasar_fix/node_modules/.bun/react-aria@3.50.0+d0e719b86e9808b5/node_modules/react-aria/dist/private/intl/toast/fr-FR.js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D:/pasar_fix/node_modules/.bun/react-aria@3.50.0+d0e719b86e9808b5/node_modules/react-aria/dist/private/intl/toast/fr-FR.js.map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D:/pasar_fix/node_modules/.bun/react-aria@3.50.0+d0e719b86e9808b5/node_modules/react-aria/dist/private/intl/toast/fr-FR.mjs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D:/pasar_fix/node_modules/.bun/react-aria@3.50.0+d0e719b86e9808b5/node_modules/react-aria/dist/private/intl/toast/fr-FR.mjs.map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D:/pasar_fix/node_modules/.bun/react-aria@3.50.0+d0e719b86e9808b5/node_modules/react-aria/dist/private/intl/toast/he-IL.cjs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D:/pasar_fix/node_modules/.bun/react-aria@3.50.0+d0e719b86e9808b5/node_modules/react-aria/dist/private/intl/toast/he-IL.cjs.map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D:/pasar_fix/node_modules/.bun/react-aria@3.50.0+d0e719b86e9808b5/node_modules/react-aria/dist/private/intl/toast/he-IL.js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D:/pasar_fix/node_modules/.bun/react-aria@3.50.0+d0e719b86e9808b5/node_modules/react-aria/dist/private/intl/toast/he-IL.js.map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D:/pasar_fix/node_modules/.bun/react-aria@3.50.0+d0e719b86e9808b5/node_modules/react-aria/dist/private/intl/toast/he-IL.mjs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D:/pasar_fix/node_modules/.bun/react-aria@3.50.0+d0e719b86e9808b5/node_modules/react-aria/dist/private/intl/toast/he-IL.mjs.map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D:/pasar_fix/node_modules/.bun/react-aria@3.50.0+d0e719b86e9808b5/node_modules/react-aria/dist/private/intl/toast/hr-HR.cjs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D:/pasar_fix/node_modules/.bun/react-aria@3.50.0+d0e719b86e9808b5/node_modules/react-aria/dist/private/intl/toast/hr-HR.cjs.map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D:/pasar_fix/node_modules/.bun/react-aria@3.50.0+d0e719b86e9808b5/node_modules/react-aria/dist/private/intl/toast/hr-HR.js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D:/pasar_fix/node_modules/.bun/react-aria@3.50.0+d0e719b86e9808b5/node_modules/react-aria/dist/private/intl/toast/hr-HR.js.map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D:/pasar_fix/node_modules/.bun/react-aria@3.50.0+d0e719b86e9808b5/node_modules/react-aria/dist/private/intl/toast/hr-HR.mjs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D:/pasar_fix/node_modules/.bun/react-aria@3.50.0+d0e719b86e9808b5/node_modules/react-aria/dist/private/intl/toast/hr-HR.mjs.map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D:/pasar_fix/node_modules/.bun/react-aria@3.50.0+d0e719b86e9808b5/node_modules/react-aria/dist/private/intl/toast/hu-HU.cjs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D:/pasar_fix/node_modules/.bun/react-aria@3.50.0+d0e719b86e9808b5/node_modules/react-aria/dist/private/intl/toast/hu-HU.cjs.map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D:/pasar_fix/node_modules/.bun/react-aria@3.50.0+d0e719b86e9808b5/node_modules/react-aria/dist/private/intl/toast/hu-HU.js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D:/pasar_fix/node_modules/.bun/react-aria@3.50.0+d0e719b86e9808b5/node_modules/react-aria/dist/private/intl/toast/hu-HU.js.map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D:/pasar_fix/node_modules/.bun/react-aria@3.50.0+d0e719b86e9808b5/node_modules/react-aria/dist/private/intl/toast/hu-HU.mjs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D:/pasar_fix/node_modules/.bun/react-aria@3.50.0+d0e719b86e9808b5/node_modules/react-aria/dist/private/intl/toast/hu-HU.mjs.map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D:/pasar_fix/node_modules/.bun/react-aria@3.50.0+d0e719b86e9808b5/node_modules/react-aria/dist/private/intl/toast/it-IT.cjs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D:/pasar_fix/node_modules/.bun/react-aria@3.50.0+d0e719b86e9808b5/node_modules/react-aria/dist/private/intl/toast/it-IT.cjs.map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D:/pasar_fix/node_modules/.bun/react-aria@3.50.0+d0e719b86e9808b5/node_modules/react-aria/dist/private/intl/toast/it-IT.js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D:/pasar_fix/node_modules/.bun/react-aria@3.50.0+d0e719b86e9808b5/node_modules/react-aria/dist/private/intl/toast/it-IT.js.map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D:/pasar_fix/node_modules/.bun/react-aria@3.50.0+d0e719b86e9808b5/node_modules/react-aria/dist/private/intl/toast/it-IT.mjs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D:/pasar_fix/node_modules/.bun/react-aria@3.50.0+d0e719b86e9808b5/node_modules/react-aria/dist/private/intl/toast/it-IT.mjs.map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D:/pasar_fix/node_modules/.bun/react-aria@3.50.0+d0e719b86e9808b5/node_modules/react-aria/dist/private/intl/toast/ja-JP.cjs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D:/pasar_fix/node_modules/.bun/react-aria@3.50.0+d0e719b86e9808b5/node_modules/react-aria/dist/private/intl/toast/ja-JP.cjs.map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D:/pasar_fix/node_modules/.bun/react-aria@3.50.0+d0e719b86e9808b5/node_modules/react-aria/dist/private/intl/toast/ja-JP.js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D:/pasar_fix/node_modules/.bun/react-aria@3.50.0+d0e719b86e9808b5/node_modules/react-aria/dist/private/intl/toast/ja-JP.js.map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D:/pasar_fix/node_modules/.bun/react-aria@3.50.0+d0e719b86e9808b5/node_modules/react-aria/dist/private/intl/toast/ja-JP.mjs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D:/pasar_fix/node_modules/.bun/react-aria@3.50.0+d0e719b86e9808b5/node_modules/react-aria/dist/private/intl/toast/ja-JP.mjs.map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D:/pasar_fix/node_modules/.bun/react-aria@3.50.0+d0e719b86e9808b5/node_modules/react-aria/dist/private/intl/toast/ko-KR.cjs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D:/pasar_fix/node_modules/.bun/react-aria@3.50.0+d0e719b86e9808b5/node_modules/react-aria/dist/private/intl/toast/ko-KR.cjs.map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D:/pasar_fix/node_modules/.bun/react-aria@3.50.0+d0e719b86e9808b5/node_modules/react-aria/dist/private/intl/toast/ko-KR.js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D:/pasar_fix/node_modules/.bun/react-aria@3.50.0+d0e719b86e9808b5/node_modules/react-aria/dist/private/intl/toast/ko-KR.js.map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D:/pasar_fix/node_modules/.bun/react-aria@3.50.0+d0e719b86e9808b5/node_modules/react-aria/dist/private/intl/toast/ko-KR.mjs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D:/pasar_fix/node_modules/.bun/react-aria@3.50.0+d0e719b86e9808b5/node_modules/react-aria/dist/private/intl/toast/ko-KR.mjs.map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D:/pasar_fix/node_modules/.bun/react-aria@3.50.0+d0e719b86e9808b5/node_modules/react-aria/dist/private/intl/toast/lt-LT.cjs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D:/pasar_fix/node_modules/.bun/react-aria@3.50.0+d0e719b86e9808b5/node_modules/react-aria/dist/private/intl/toast/lt-LT.cjs.map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D:/pasar_fix/node_modules/.bun/react-aria@3.50.0+d0e719b86e9808b5/node_modules/react-aria/dist/private/intl/toast/lt-LT.js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D:/pasar_fix/node_modules/.bun/react-aria@3.50.0+d0e719b86e9808b5/node_modules/react-aria/dist/private/intl/toast/lt-LT.js.map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D:/pasar_fix/node_modules/.bun/react-aria@3.50.0+d0e719b86e9808b5/node_modules/react-aria/dist/private/intl/toast/lt-LT.mjs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D:/pasar_fix/node_modules/.bun/react-aria@3.50.0+d0e719b86e9808b5/node_modules/react-aria/dist/private/intl/toast/lt-LT.mjs.map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D:/pasar_fix/node_modules/.bun/react-aria@3.50.0+d0e719b86e9808b5/node_modules/react-aria/dist/private/intl/toast/lv-LV.cjs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D:/pasar_fix/node_modules/.bun/react-aria@3.50.0+d0e719b86e9808b5/node_modules/react-aria/dist/private/intl/toast/lv-LV.cjs.map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D:/pasar_fix/node_modules/.bun/react-aria@3.50.0+d0e719b86e9808b5/node_modules/react-aria/dist/private/intl/toast/lv-LV.js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D:/pasar_fix/node_modules/.bun/react-aria@3.50.0+d0e719b86e9808b5/node_modules/react-aria/dist/private/intl/toast/lv-LV.js.map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D:/pasar_fix/node_modules/.bun/react-aria@3.50.0+d0e719b86e9808b5/node_modules/react-aria/dist/private/intl/toast/lv-LV.mjs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D:/pasar_fix/node_modules/.bun/react-aria@3.50.0+d0e719b86e9808b5/node_modules/react-aria/dist/private/intl/toast/lv-LV.mjs.map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D:/pasar_fix/node_modules/.bun/react-aria@3.50.0+d0e719b86e9808b5/node_modules/react-aria/dist/private/intl/toast/nb-NO.cjs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D:/pasar_fix/node_modules/.bun/react-aria@3.50.0+d0e719b86e9808b5/node_modules/react-aria/dist/private/intl/toast/nb-NO.cjs.map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D:/pasar_fix/node_modules/.bun/react-aria@3.50.0+d0e719b86e9808b5/node_modules/react-aria/dist/private/intl/toast/nb-NO.js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D:/pasar_fix/node_modules/.bun/react-aria@3.50.0+d0e719b86e9808b5/node_modules/react-aria/dist/private/intl/toast/nb-NO.js.map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D:/pasar_fix/node_modules/.bun/react-aria@3.50.0+d0e719b86e9808b5/node_modules/react-aria/dist/private/intl/toast/nb-NO.mjs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D:/pasar_fix/node_modules/.bun/react-aria@3.50.0+d0e719b86e9808b5/node_modules/react-aria/dist/private/intl/toast/nb-NO.mjs.map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D:/pasar_fix/node_modules/.bun/react-aria@3.50.0+d0e719b86e9808b5/node_modules/react-aria/dist/private/intl/toast/nl-NL.cjs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D:/pasar_fix/node_modules/.bun/react-aria@3.50.0+d0e719b86e9808b5/node_modules/react-aria/dist/private/intl/toast/nl-NL.cjs.map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D:/pasar_fix/node_modules/.bun/react-aria@3.50.0+d0e719b86e9808b5/node_modules/react-aria/dist/private/intl/toast/nl-NL.js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D:/pasar_fix/node_modules/.bun/react-aria@3.50.0+d0e719b86e9808b5/node_modules/react-aria/dist/private/intl/toast/nl-NL.js.map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D:/pasar_fix/node_modules/.bun/react-aria@3.50.0+d0e719b86e9808b5/node_modules/react-aria/dist/private/intl/toast/nl-NL.mjs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D:/pasar_fix/node_modules/.bun/react-aria@3.50.0+d0e719b86e9808b5/node_modules/react-aria/dist/private/intl/toast/nl-NL.mjs.map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D:/pasar_fix/node_modules/.bun/react-aria@3.50.0+d0e719b86e9808b5/node_modules/react-aria/dist/private/intl/toast/pl-PL.cjs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D:/pasar_fix/node_modules/.bun/react-aria@3.50.0+d0e719b86e9808b5/node_modules/react-aria/dist/private/intl/toast/pl-PL.cjs.map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D:/pasar_fix/node_modules/.bun/react-aria@3.50.0+d0e719b86e9808b5/node_modules/react-aria/dist/private/intl/toast/pl-PL.js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D:/pasar_fix/node_modules/.bun/react-aria@3.50.0+d0e719b86e9808b5/node_modules/react-aria/dist/private/intl/toast/pl-PL.js.map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D:/pasar_fix/node_modules/.bun/react-aria@3.50.0+d0e719b86e9808b5/node_modules/react-aria/dist/private/intl/toast/pl-PL.mjs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D:/pasar_fix/node_modules/.bun/react-aria@3.50.0+d0e719b86e9808b5/node_modules/react-aria/dist/private/intl/toast/pl-PL.mjs.map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D:/pasar_fix/node_modules/.bun/react-aria@3.50.0+d0e719b86e9808b5/node_modules/react-aria/dist/private/intl/toast/pt-BR.cjs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D:/pasar_fix/node_modules/.bun/react-aria@3.50.0+d0e719b86e9808b5/node_modules/react-aria/dist/private/intl/toast/pt-BR.cjs.map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D:/pasar_fix/node_modules/.bun/react-aria@3.50.0+d0e719b86e9808b5/node_modules/react-aria/dist/private/intl/toast/pt-BR.js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D:/pasar_fix/node_modules/.bun/react-aria@3.50.0+d0e719b86e9808b5/node_modules/react-aria/dist/private/intl/toast/pt-BR.js.map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D:/pasar_fix/node_modules/.bun/react-aria@3.50.0+d0e719b86e9808b5/node_modules/react-aria/dist/private/intl/toast/pt-BR.mjs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D:/pasar_fix/node_modules/.bun/react-aria@3.50.0+d0e719b86e9808b5/node_modules/react-aria/dist/private/intl/toast/pt-BR.mjs.map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D:/pasar_fix/node_modules/.bun/react-aria@3.50.0+d0e719b86e9808b5/node_modules/react-aria/dist/private/intl/toast/pt-PT.cjs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D:/pasar_fix/node_modules/.bun/react-aria@3.50.0+d0e719b86e9808b5/node_modules/react-aria/dist/private/intl/toast/pt-PT.cjs.map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D:/pasar_fix/node_modules/.bun/react-aria@3.50.0+d0e719b86e9808b5/node_modules/react-aria/dist/private/intl/toast/pt-PT.js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D:/pasar_fix/node_modules/.bun/react-aria@3.50.0+d0e719b86e9808b5/node_modules/react-aria/dist/private/intl/toast/pt-PT.js.map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D:/pasar_fix/node_modules/.bun/react-aria@3.50.0+d0e719b86e9808b5/node_modules/react-aria/dist/private/intl/toast/pt-PT.mjs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D:/pasar_fix/node_modules/.bun/react-aria@3.50.0+d0e719b86e9808b5/node_modules/react-aria/dist/private/intl/toast/pt-PT.mjs.map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D:/pasar_fix/node_modules/.bun/react-aria@3.50.0+d0e719b86e9808b5/node_modules/react-aria/dist/private/intl/toast/ro-RO.cjs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D:/pasar_fix/node_modules/.bun/react-aria@3.50.0+d0e719b86e9808b5/node_modules/react-aria/dist/private/intl/toast/ro-RO.cjs.map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D:/pasar_fix/node_modules/.bun/react-aria@3.50.0+d0e719b86e9808b5/node_modules/react-aria/dist/private/intl/toast/ro-RO.js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D:/pasar_fix/node_modules/.bun/react-aria@3.50.0+d0e719b86e9808b5/node_modules/react-aria/dist/private/intl/toast/ro-RO.js.map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D:/pasar_fix/node_modules/.bun/react-aria@3.50.0+d0e719b86e9808b5/node_modules/react-aria/dist/private/intl/toast/ro-RO.mjs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D:/pasar_fix/node_modules/.bun/react-aria@3.50.0+d0e719b86e9808b5/node_modules/react-aria/dist/private/intl/toast/ro-RO.mjs.map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D:/pasar_fix/node_modules/.bun/react-aria@3.50.0+d0e719b86e9808b5/node_modules/react-aria/dist/private/intl/toast/ru-RU.cjs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D:/pasar_fix/node_modules/.bun/react-aria@3.50.0+d0e719b86e9808b5/node_modules/react-aria/dist/private/intl/toast/ru-RU.cjs.map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D:/pasar_fix/node_modules/.bun/react-aria@3.50.0+d0e719b86e9808b5/node_modules/react-aria/dist/private/intl/toast/ru-RU.js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D:/pasar_fix/node_modules/.bun/react-aria@3.50.0+d0e719b86e9808b5/node_modules/react-aria/dist/private/intl/toast/ru-RU.js.map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D:/pasar_fix/node_modules/.bun/react-aria@3.50.0+d0e719b86e9808b5/node_modules/react-aria/dist/private/intl/toast/ru-RU.mjs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D:/pasar_fix/node_modules/.bun/react-aria@3.50.0+d0e719b86e9808b5/node_modules/react-aria/dist/private/intl/toast/ru-RU.mjs.map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D:/pasar_fix/node_modules/.bun/react-aria@3.50.0+d0e719b86e9808b5/node_modules/react-aria/dist/private/intl/toast/sk-SK.cjs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D:/pasar_fix/node_modules/.bun/react-aria@3.50.0+d0e719b86e9808b5/node_modules/react-aria/dist/private/intl/toast/sk-SK.cjs.map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D:/pasar_fix/node_modules/.bun/react-aria@3.50.0+d0e719b86e9808b5/node_modules/react-aria/dist/private/intl/toast/sk-SK.js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D:/pasar_fix/node_modules/.bun/react-aria@3.50.0+d0e719b86e9808b5/node_modules/react-aria/dist/private/intl/toast/sk-SK.js.map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D:/pasar_fix/node_modules/.bun/react-aria@3.50.0+d0e719b86e9808b5/node_modules/react-aria/dist/private/intl/toast/sk-SK.mjs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D:/pasar_fix/node_modules/.bun/react-aria@3.50.0+d0e719b86e9808b5/node_modules/react-aria/dist/private/intl/toast/sk-SK.mjs.map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D:/pasar_fix/node_modules/.bun/react-aria@3.50.0+d0e719b86e9808b5/node_modules/react-aria/dist/private/intl/toast/sl-SI.cjs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D:/pasar_fix/node_modules/.bun/react-aria@3.50.0+d0e719b86e9808b5/node_modules/react-aria/dist/private/intl/toast/sl-SI.cjs.map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D:/pasar_fix/node_modules/.bun/react-aria@3.50.0+d0e719b86e9808b5/node_modules/react-aria/dist/private/intl/toast/sl-SI.js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D:/pasar_fix/node_modules/.bun/react-aria@3.50.0+d0e719b86e9808b5/node_modules/react-aria/dist/private/intl/toast/sl-SI.js.map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D:/pasar_fix/node_modules/.bun/react-aria@3.50.0+d0e719b86e9808b5/node_modules/react-aria/dist/private/intl/toast/sl-SI.mjs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D:/pasar_fix/node_modules/.bun/react-aria@3.50.0+d0e719b86e9808b5/node_modules/react-aria/dist/private/intl/toast/sl-SI.mjs.map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D:/pasar_fix/node_modules/.bun/react-aria@3.50.0+d0e719b86e9808b5/node_modules/react-aria/dist/private/intl/toast/sr-SP.cjs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D:/pasar_fix/node_modules/.bun/react-aria@3.50.0+d0e719b86e9808b5/node_modules/react-aria/dist/private/intl/toast/sr-SP.cjs.map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D:/pasar_fix/node_modules/.bun/react-aria@3.50.0+d0e719b86e9808b5/node_modules/react-aria/dist/private/intl/toast/sr-SP.js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D:/pasar_fix/node_modules/.bun/react-aria@3.50.0+d0e719b86e9808b5/node_modules/react-aria/dist/private/intl/toast/sr-SP.js.map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D:/pasar_fix/node_modules/.bun/react-aria@3.50.0+d0e719b86e9808b5/node_modules/react-aria/dist/private/intl/toast/sr-SP.mjs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D:/pasar_fix/node_modules/.bun/react-aria@3.50.0+d0e719b86e9808b5/node_modules/react-aria/dist/private/intl/toast/sr-SP.mjs.map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D:/pasar_fix/node_modules/.bun/react-aria@3.50.0+d0e719b86e9808b5/node_modules/react-aria/dist/private/intl/toast/sv-SE.cjs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D:/pasar_fix/node_modules/.bun/react-aria@3.50.0+d0e719b86e9808b5/node_modules/react-aria/dist/private/intl/toast/sv-SE.cjs.map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D:/pasar_fix/node_modules/.bun/react-aria@3.50.0+d0e719b86e9808b5/node_modules/react-aria/dist/private/intl/toast/sv-SE.js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D:/pasar_fix/node_modules/.bun/react-aria@3.50.0+d0e719b86e9808b5/node_modules/react-aria/dist/private/intl/toast/sv-SE.js.map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D:/pasar_fix/node_modules/.bun/react-aria@3.50.0+d0e719b86e9808b5/node_modules/react-aria/dist/private/intl/toast/sv-SE.mjs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D:/pasar_fix/node_modules/.bun/react-aria@3.50.0+d0e719b86e9808b5/node_modules/react-aria/dist/private/intl/toast/sv-SE.mjs.map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D:/pasar_fix/node_modules/.bun/react-aria@3.50.0+d0e719b86e9808b5/node_modules/react-aria/dist/private/intl/toast/tr-TR.cjs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D:/pasar_fix/node_modules/.bun/react-aria@3.50.0+d0e719b86e9808b5/node_modules/react-aria/dist/private/intl/toast/tr-TR.cjs.map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D:/pasar_fix/node_modules/.bun/react-aria@3.50.0+d0e719b86e9808b5/node_modules/react-aria/dist/private/intl/toast/tr-TR.js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D:/pasar_fix/node_modules/.bun/react-aria@3.50.0+d0e719b86e9808b5/node_modules/react-aria/dist/private/intl/toast/tr-TR.js.map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D:/pasar_fix/node_modules/.bun/react-aria@3.50.0+d0e719b86e9808b5/node_modules/react-aria/dist/private/intl/toast/tr-TR.mjs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D:/pasar_fix/node_modules/.bun/react-aria@3.50.0+d0e719b86e9808b5/node_modules/react-aria/dist/private/intl/toast/tr-TR.mjs.map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D:/pasar_fix/node_modules/.bun/react-aria@3.50.0+d0e719b86e9808b5/node_modules/react-aria/dist/private/intl/toast/uk-UA.cjs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D:/pasar_fix/node_modules/.bun/react-aria@3.50.0+d0e719b86e9808b5/node_modules/react-aria/dist/private/intl/toast/uk-UA.cjs.map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D:/pasar_fix/node_modules/.bun/react-aria@3.50.0+d0e719b86e9808b5/node_modules/react-aria/dist/private/intl/toast/uk-UA.js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D:/pasar_fix/node_modules/.bun/react-aria@3.50.0+d0e719b86e9808b5/node_modules/react-aria/dist/private/intl/toast/uk-UA.js.map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D:/pasar_fix/node_modules/.bun/react-aria@3.50.0+d0e719b86e9808b5/node_modules/react-aria/dist/private/intl/toast/uk-UA.mjs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D:/pasar_fix/node_modules/.bun/react-aria@3.50.0+d0e719b86e9808b5/node_modules/react-aria/dist/private/intl/toast/uk-UA.mjs.map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D:/pasar_fix/node_modules/.bun/react-aria@3.50.0+d0e719b86e9808b5/node_modules/react-aria/dist/private/intl/toast/zh-CN.cjs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D:/pasar_fix/node_modules/.bun/react-aria@3.50.0+d0e719b86e9808b5/node_modules/react-aria/dist/private/intl/toast/zh-CN.cjs.map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D:/pasar_fix/node_modules/.bun/react-aria@3.50.0+d0e719b86e9808b5/node_modules/react-aria/dist/private/intl/toast/zh-CN.js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D:/pasar_fix/node_modules/.bun/react-aria@3.50.0+d0e719b86e9808b5/node_modules/react-aria/dist/private/intl/toast/zh-CN.js.map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D:/pasar_fix/node_modules/.bun/react-aria@3.50.0+d0e719b86e9808b5/node_modules/react-aria/dist/private/intl/toast/zh-CN.mjs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D:/pasar_fix/node_modules/.bun/react-aria@3.50.0+d0e719b86e9808b5/node_modules/react-aria/dist/private/intl/toast/zh-CN.mjs.map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D:/pasar_fix/node_modules/.bun/react-aria@3.50.0+d0e719b86e9808b5/node_modules/react-aria/dist/private/intl/toast/zh-TW.cjs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D:/pasar_fix/node_modules/.bun/react-aria@3.50.0+d0e719b86e9808b5/node_modules/react-aria/dist/private/intl/toast/zh-TW.cjs.map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D:/pasar_fix/node_modules/.bun/react-aria@3.50.0+d0e719b86e9808b5/node_modules/react-aria/dist/private/intl/toast/zh-TW.js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D:/pasar_fix/node_modules/.bun/react-aria@3.50.0+d0e719b86e9808b5/node_modules/react-aria/dist/private/intl/toast/zh-TW.js.map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D:/pasar_fix/node_modules/.bun/react-aria@3.50.0+d0e719b86e9808b5/node_modules/react-aria/dist/private/intl/toast/zh-TW.mjs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D:/pasar_fix/node_modules/.bun/react-aria@3.50.0+d0e719b86e9808b5/node_modules/react-aria/dist/private/intl/toast/zh-TW.mjs.map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D:/pasar_fix/node_modules/.bun/react-aria@3.50.0+d0e719b86e9808b5/node_modules/react-aria/dist/private/intl/tree/ar-AE.cjs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D:/pasar_fix/node_modules/.bun/react-aria@3.50.0+d0e719b86e9808b5/node_modules/react-aria/dist/private/intl/tree/ar-AE.cjs.map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D:/pasar_fix/node_modules/.bun/react-aria@3.50.0+d0e719b86e9808b5/node_modules/react-aria/dist/private/intl/tree/ar-AE.js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D:/pasar_fix/node_modules/.bun/react-aria@3.50.0+d0e719b86e9808b5/node_modules/react-aria/dist/private/intl/tree/ar-AE.js.map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D:/pasar_fix/node_modules/.bun/react-aria@3.50.0+d0e719b86e9808b5/node_modules/react-aria/dist/private/intl/tree/ar-AE.mjs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D:/pasar_fix/node_modules/.bun/react-aria@3.50.0+d0e719b86e9808b5/node_modules/react-aria/dist/private/intl/tree/ar-AE.mjs.map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D:/pasar_fix/node_modules/.bun/react-aria@3.50.0+d0e719b86e9808b5/node_modules/react-aria/dist/private/intl/tree/bg-BG.cjs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D:/pasar_fix/node_modules/.bun/react-aria@3.50.0+d0e719b86e9808b5/node_modules/react-aria/dist/private/intl/tree/bg-BG.cjs.map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D:/pasar_fix/node_modules/.bun/react-aria@3.50.0+d0e719b86e9808b5/node_modules/react-aria/dist/private/intl/tree/bg-BG.js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D:/pasar_fix/node_modules/.bun/react-aria@3.50.0+d0e719b86e9808b5/node_modules/react-aria/dist/private/intl/tree/bg-BG.js.map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D:/pasar_fix/node_modules/.bun/react-aria@3.50.0+d0e719b86e9808b5/node_modules/react-aria/dist/private/intl/tree/bg-BG.mjs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D:/pasar_fix/node_modules/.bun/react-aria@3.50.0+d0e719b86e9808b5/node_modules/react-aria/dist/private/intl/tree/bg-BG.mjs.map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D:/pasar_fix/node_modules/.bun/react-aria@3.50.0+d0e719b86e9808b5/node_modules/react-aria/dist/private/intl/tree/cs-CZ.cjs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D:/pasar_fix/node_modules/.bun/react-aria@3.50.0+d0e719b86e9808b5/node_modules/react-aria/dist/private/intl/tree/cs-CZ.cjs.map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D:/pasar_fix/node_modules/.bun/react-aria@3.50.0+d0e719b86e9808b5/node_modules/react-aria/dist/private/intl/tree/cs-CZ.js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D:/pasar_fix/node_modules/.bun/react-aria@3.50.0+d0e719b86e9808b5/node_modules/react-aria/dist/private/intl/tree/cs-CZ.js.map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D:/pasar_fix/node_modules/.bun/react-aria@3.50.0+d0e719b86e9808b5/node_modules/react-aria/dist/private/intl/tree/cs-CZ.mjs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D:/pasar_fix/node_modules/.bun/react-aria@3.50.0+d0e719b86e9808b5/node_modules/react-aria/dist/private/intl/tree/cs-CZ.mjs.map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D:/pasar_fix/node_modules/.bun/react-aria@3.50.0+d0e719b86e9808b5/node_modules/react-aria/dist/private/intl/tree/da-DK.cjs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D:/pasar_fix/node_modules/.bun/react-aria@3.50.0+d0e719b86e9808b5/node_modules/react-aria/dist/private/intl/tree/da-DK.cjs.map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D:/pasar_fix/node_modules/.bun/react-aria@3.50.0+d0e719b86e9808b5/node_modules/react-aria/dist/private/intl/tree/da-DK.js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D:/pasar_fix/node_modules/.bun/react-aria@3.50.0+d0e719b86e9808b5/node_modules/react-aria/dist/private/intl/tree/da-DK.js.map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D:/pasar_fix/node_modules/.bun/react-aria@3.50.0+d0e719b86e9808b5/node_modules/react-aria/dist/private/intl/tree/da-DK.mjs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D:/pasar_fix/node_modules/.bun/react-aria@3.50.0+d0e719b86e9808b5/node_modules/react-aria/dist/private/intl/tree/da-DK.mjs.map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D:/pasar_fix/node_modules/.bun/react-aria@3.50.0+d0e719b86e9808b5/node_modules/react-aria/dist/private/intl/tree/de-DE.cjs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D:/pasar_fix/node_modules/.bun/react-aria@3.50.0+d0e719b86e9808b5/node_modules/react-aria/dist/private/intl/tree/de-DE.cjs.map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D:/pasar_fix/node_modules/.bun/react-aria@3.50.0+d0e719b86e9808b5/node_modules/react-aria/dist/private/intl/tree/de-DE.js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D:/pasar_fix/node_modules/.bun/react-aria@3.50.0+d0e719b86e9808b5/node_modules/react-aria/dist/private/intl/tree/de-DE.js.map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D:/pasar_fix/node_modules/.bun/react-aria@3.50.0+d0e719b86e9808b5/node_modules/react-aria/dist/private/intl/tree/de-DE.mjs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D:/pasar_fix/node_modules/.bun/react-aria@3.50.0+d0e719b86e9808b5/node_modules/react-aria/dist/private/intl/tree/de-DE.mjs.map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D:/pasar_fix/node_modules/.bun/react-aria@3.50.0+d0e719b86e9808b5/node_modules/react-aria/dist/private/intl/tree/el-GR.cjs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D:/pasar_fix/node_modules/.bun/react-aria@3.50.0+d0e719b86e9808b5/node_modules/react-aria/dist/private/intl/tree/el-GR.cjs.map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D:/pasar_fix/node_modules/.bun/react-aria@3.50.0+d0e719b86e9808b5/node_modules/react-aria/dist/private/intl/tree/el-GR.js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D:/pasar_fix/node_modules/.bun/react-aria@3.50.0+d0e719b86e9808b5/node_modules/react-aria/dist/private/intl/tree/el-GR.js.map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D:/pasar_fix/node_modules/.bun/react-aria@3.50.0+d0e719b86e9808b5/node_modules/react-aria/dist/private/intl/tree/el-GR.mjs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D:/pasar_fix/node_modules/.bun/react-aria@3.50.0+d0e719b86e9808b5/node_modules/react-aria/dist/private/intl/tree/el-GR.mjs.map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D:/pasar_fix/node_modules/.bun/react-aria@3.50.0+d0e719b86e9808b5/node_modules/react-aria/dist/private/intl/tree/en-US.cjs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D:/pasar_fix/node_modules/.bun/react-aria@3.50.0+d0e719b86e9808b5/node_modules/react-aria/dist/private/intl/tree/en-US.cjs.map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D:/pasar_fix/node_modules/.bun/react-aria@3.50.0+d0e719b86e9808b5/node_modules/react-aria/dist/private/intl/tree/en-US.js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D:/pasar_fix/node_modules/.bun/react-aria@3.50.0+d0e719b86e9808b5/node_modules/react-aria/dist/private/intl/tree/en-US.js.map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D:/pasar_fix/node_modules/.bun/react-aria@3.50.0+d0e719b86e9808b5/node_modules/react-aria/dist/private/intl/tree/en-US.mjs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D:/pasar_fix/node_modules/.bun/react-aria@3.50.0+d0e719b86e9808b5/node_modules/react-aria/dist/private/intl/tree/en-US.mjs.map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D:/pasar_fix/node_modules/.bun/react-aria@3.50.0+d0e719b86e9808b5/node_modules/react-aria/dist/private/intl/tree/es-ES.cjs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D:/pasar_fix/node_modules/.bun/react-aria@3.50.0+d0e719b86e9808b5/node_modules/react-aria/dist/private/intl/tree/es-ES.cjs.map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D:/pasar_fix/node_modules/.bun/react-aria@3.50.0+d0e719b86e9808b5/node_modules/react-aria/dist/private/intl/tree/es-ES.js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D:/pasar_fix/node_modules/.bun/react-aria@3.50.0+d0e719b86e9808b5/node_modules/react-aria/dist/private/intl/tree/es-ES.js.map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D:/pasar_fix/node_modules/.bun/react-aria@3.50.0+d0e719b86e9808b5/node_modules/react-aria/dist/private/intl/tree/es-ES.mjs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D:/pasar_fix/node_modules/.bun/react-aria@3.50.0+d0e719b86e9808b5/node_modules/react-aria/dist/private/intl/tree/es-ES.mjs.map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D:/pasar_fix/node_modules/.bun/react-aria@3.50.0+d0e719b86e9808b5/node_modules/react-aria/dist/private/intl/tree/et-EE.cjs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D:/pasar_fix/node_modules/.bun/react-aria@3.50.0+d0e719b86e9808b5/node_modules/react-aria/dist/private/intl/tree/et-EE.cjs.map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D:/pasar_fix/node_modules/.bun/react-aria@3.50.0+d0e719b86e9808b5/node_modules/react-aria/dist/private/intl/tree/et-EE.js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D:/pasar_fix/node_modules/.bun/react-aria@3.50.0+d0e719b86e9808b5/node_modules/react-aria/dist/private/intl/tree/et-EE.js.map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D:/pasar_fix/node_modules/.bun/react-aria@3.50.0+d0e719b86e9808b5/node_modules/react-aria/dist/private/intl/tree/et-EE.mjs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D:/pasar_fix/node_modules/.bun/react-aria@3.50.0+d0e719b86e9808b5/node_modules/react-aria/dist/private/intl/tree/et-EE.mjs.map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D:/pasar_fix/node_modules/.bun/react-aria@3.50.0+d0e719b86e9808b5/node_modules/react-aria/dist/private/intl/tree/fi-FI.cjs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D:/pasar_fix/node_modules/.bun/react-aria@3.50.0+d0e719b86e9808b5/node_modules/react-aria/dist/private/intl/tree/fi-FI.cjs.map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D:/pasar_fix/node_modules/.bun/react-aria@3.50.0+d0e719b86e9808b5/node_modules/react-aria/dist/private/intl/tree/fi-FI.js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D:/pasar_fix/node_modules/.bun/react-aria@3.50.0+d0e719b86e9808b5/node_modules/react-aria/dist/private/intl/tree/fi-FI.js.map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D:/pasar_fix/node_modules/.bun/react-aria@3.50.0+d0e719b86e9808b5/node_modules/react-aria/dist/private/intl/tree/fi-FI.mjs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D:/pasar_fix/node_modules/.bun/react-aria@3.50.0+d0e719b86e9808b5/node_modules/react-aria/dist/private/intl/tree/fi-FI.mjs.map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D:/pasar_fix/node_modules/.bun/react-aria@3.50.0+d0e719b86e9808b5/node_modules/react-aria/dist/private/intl/tree/fr-FR.cjs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D:/pasar_fix/node_modules/.bun/react-aria@3.50.0+d0e719b86e9808b5/node_modules/react-aria/dist/private/intl/tree/fr-FR.cjs.map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D:/pasar_fix/node_modules/.bun/react-aria@3.50.0+d0e719b86e9808b5/node_modules/react-aria/dist/private/intl/tree/fr-FR.js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D:/pasar_fix/node_modules/.bun/react-aria@3.50.0+d0e719b86e9808b5/node_modules/react-aria/dist/private/intl/tree/fr-FR.js.map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D:/pasar_fix/node_modules/.bun/react-aria@3.50.0+d0e719b86e9808b5/node_modules/react-aria/dist/private/intl/tree/fr-FR.mjs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D:/pasar_fix/node_modules/.bun/react-aria@3.50.0+d0e719b86e9808b5/node_modules/react-aria/dist/private/intl/tree/fr-FR.mjs.map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D:/pasar_fix/node_modules/.bun/react-aria@3.50.0+d0e719b86e9808b5/node_modules/react-aria/dist/private/intl/tree/he-IL.cjs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D:/pasar_fix/node_modules/.bun/react-aria@3.50.0+d0e719b86e9808b5/node_modules/react-aria/dist/private/intl/tree/he-IL.cjs.map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D:/pasar_fix/node_modules/.bun/react-aria@3.50.0+d0e719b86e9808b5/node_modules/react-aria/dist/private/intl/tree/he-IL.js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D:/pasar_fix/node_modules/.bun/react-aria@3.50.0+d0e719b86e9808b5/node_modules/react-aria/dist/private/intl/tree/he-IL.js.map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D:/pasar_fix/node_modules/.bun/react-aria@3.50.0+d0e719b86e9808b5/node_modules/react-aria/dist/private/intl/tree/he-IL.mjs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D:/pasar_fix/node_modules/.bun/react-aria@3.50.0+d0e719b86e9808b5/node_modules/react-aria/dist/private/intl/tree/he-IL.mjs.map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D:/pasar_fix/node_modules/.bun/react-aria@3.50.0+d0e719b86e9808b5/node_modules/react-aria/dist/private/intl/tree/hr-HR.cjs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D:/pasar_fix/node_modules/.bun/react-aria@3.50.0+d0e719b86e9808b5/node_modules/react-aria/dist/private/intl/tree/hr-HR.cjs.map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D:/pasar_fix/node_modules/.bun/react-aria@3.50.0+d0e719b86e9808b5/node_modules/react-aria/dist/private/intl/tree/hr-HR.js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D:/pasar_fix/node_modules/.bun/react-aria@3.50.0+d0e719b86e9808b5/node_modules/react-aria/dist/private/intl/tree/hr-HR.js.map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D:/pasar_fix/node_modules/.bun/react-aria@3.50.0+d0e719b86e9808b5/node_modules/react-aria/dist/private/intl/tree/hr-HR.mjs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D:/pasar_fix/node_modules/.bun/react-aria@3.50.0+d0e719b86e9808b5/node_modules/react-aria/dist/private/intl/tree/hr-HR.mjs.map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D:/pasar_fix/node_modules/.bun/react-aria@3.50.0+d0e719b86e9808b5/node_modules/react-aria/dist/private/intl/tree/hu-HU.cjs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D:/pasar_fix/node_modules/.bun/react-aria@3.50.0+d0e719b86e9808b5/node_modules/react-aria/dist/private/intl/tree/hu-HU.cjs.map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D:/pasar_fix/node_modules/.bun/react-aria@3.50.0+d0e719b86e9808b5/node_modules/react-aria/dist/private/intl/tree/hu-HU.js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D:/pasar_fix/node_modules/.bun/react-aria@3.50.0+d0e719b86e9808b5/node_modules/react-aria/dist/private/intl/tree/hu-HU.js.map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D:/pasar_fix/node_modules/.bun/react-aria@3.50.0+d0e719b86e9808b5/node_modules/react-aria/dist/private/intl/tree/hu-HU.mjs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D:/pasar_fix/node_modules/.bun/react-aria@3.50.0+d0e719b86e9808b5/node_modules/react-aria/dist/private/intl/tree/hu-HU.mjs.map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D:/pasar_fix/node_modules/.bun/react-aria@3.50.0+d0e719b86e9808b5/node_modules/react-aria/dist/private/intl/tree/it-IT.cjs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D:/pasar_fix/node_modules/.bun/react-aria@3.50.0+d0e719b86e9808b5/node_modules/react-aria/dist/private/intl/tree/it-IT.cjs.map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D:/pasar_fix/node_modules/.bun/react-aria@3.50.0+d0e719b86e9808b5/node_modules/react-aria/dist/private/intl/tree/it-IT.js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D:/pasar_fix/node_modules/.bun/react-aria@3.50.0+d0e719b86e9808b5/node_modules/react-aria/dist/private/intl/tree/it-IT.js.map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D:/pasar_fix/node_modules/.bun/react-aria@3.50.0+d0e719b86e9808b5/node_modules/react-aria/dist/private/intl/tree/it-IT.mjs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D:/pasar_fix/node_modules/.bun/react-aria@3.50.0+d0e719b86e9808b5/node_modules/react-aria/dist/private/intl/tree/it-IT.mjs.map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D:/pasar_fix/node_modules/.bun/react-aria@3.50.0+d0e719b86e9808b5/node_modules/react-aria/dist/private/intl/tree/ja-JP.cjs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D:/pasar_fix/node_modules/.bun/react-aria@3.50.0+d0e719b86e9808b5/node_modules/react-aria/dist/private/intl/tree/ja-JP.cjs.map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D:/pasar_fix/node_modules/.bun/react-aria@3.50.0+d0e719b86e9808b5/node_modules/react-aria/dist/private/intl/tree/ja-JP.js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D:/pasar_fix/node_modules/.bun/react-aria@3.50.0+d0e719b86e9808b5/node_modules/react-aria/dist/private/intl/tree/ja-JP.js.map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D:/pasar_fix/node_modules/.bun/react-aria@3.50.0+d0e719b86e9808b5/node_modules/react-aria/dist/private/intl/tree/ja-JP.mjs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D:/pasar_fix/node_modules/.bun/react-aria@3.50.0+d0e719b86e9808b5/node_modules/react-aria/dist/private/intl/tree/ja-JP.mjs.map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D:/pasar_fix/node_modules/.bun/react-aria@3.50.0+d0e719b86e9808b5/node_modules/react-aria/dist/private/intl/tree/ko-KR.cjs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D:/pasar_fix/node_modules/.bun/react-aria@3.50.0+d0e719b86e9808b5/node_modules/react-aria/dist/private/intl/tree/ko-KR.cjs.map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D:/pasar_fix/node_modules/.bun/react-aria@3.50.0+d0e719b86e9808b5/node_modules/react-aria/dist/private/intl/tree/ko-KR.js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D:/pasar_fix/node_modules/.bun/react-aria@3.50.0+d0e719b86e9808b5/node_modules/react-aria/dist/private/intl/tree/ko-KR.js.map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D:/pasar_fix/node_modules/.bun/react-aria@3.50.0+d0e719b86e9808b5/node_modules/react-aria/dist/private/intl/tree/ko-KR.mjs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D:/pasar_fix/node_modules/.bun/react-aria@3.50.0+d0e719b86e9808b5/node_modules/react-aria/dist/private/intl/tree/ko-KR.mjs.map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D:/pasar_fix/node_modules/.bun/react-aria@3.50.0+d0e719b86e9808b5/node_modules/react-aria/dist/private/intl/tree/lt-LT.cjs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D:/pasar_fix/node_modules/.bun/react-aria@3.50.0+d0e719b86e9808b5/node_modules/react-aria/dist/private/intl/tree/lt-LT.cjs.map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D:/pasar_fix/node_modules/.bun/react-aria@3.50.0+d0e719b86e9808b5/node_modules/react-aria/dist/private/intl/tree/lt-LT.js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D:/pasar_fix/node_modules/.bun/react-aria@3.50.0+d0e719b86e9808b5/node_modules/react-aria/dist/private/intl/tree/lt-LT.js.map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D:/pasar_fix/node_modules/.bun/react-aria@3.50.0+d0e719b86e9808b5/node_modules/react-aria/dist/private/intl/tree/lt-LT.mjs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D:/pasar_fix/node_modules/.bun/react-aria@3.50.0+d0e719b86e9808b5/node_modules/react-aria/dist/private/intl/tree/lt-LT.mjs.map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D:/pasar_fix/node_modules/.bun/react-aria@3.50.0+d0e719b86e9808b5/node_modules/react-aria/dist/private/intl/tree/lv-LV.cjs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D:/pasar_fix/node_modules/.bun/react-aria@3.50.0+d0e719b86e9808b5/node_modules/react-aria/dist/private/intl/tree/lv-LV.cjs.map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D:/pasar_fix/node_modules/.bun/react-aria@3.50.0+d0e719b86e9808b5/node_modules/react-aria/dist/private/intl/tree/lv-LV.js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D:/pasar_fix/node_modules/.bun/react-aria@3.50.0+d0e719b86e9808b5/node_modules/react-aria/dist/private/intl/tree/lv-LV.js.map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D:/pasar_fix/node_modules/.bun/react-aria@3.50.0+d0e719b86e9808b5/node_modules/react-aria/dist/private/intl/tree/lv-LV.mjs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D:/pasar_fix/node_modules/.bun/react-aria@3.50.0+d0e719b86e9808b5/node_modules/react-aria/dist/private/intl/tree/lv-LV.mjs.map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D:/pasar_fix/node_modules/.bun/react-aria@3.50.0+d0e719b86e9808b5/node_modules/react-aria/dist/private/intl/tree/nb-NO.cjs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D:/pasar_fix/node_modules/.bun/react-aria@3.50.0+d0e719b86e9808b5/node_modules/react-aria/dist/private/intl/tree/nb-NO.cjs.map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D:/pasar_fix/node_modules/.bun/react-aria@3.50.0+d0e719b86e9808b5/node_modules/react-aria/dist/private/intl/tree/nb-NO.js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D:/pasar_fix/node_modules/.bun/react-aria@3.50.0+d0e719b86e9808b5/node_modules/react-aria/dist/private/intl/tree/nb-NO.js.map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D:/pasar_fix/node_modules/.bun/react-aria@3.50.0+d0e719b86e9808b5/node_modules/react-aria/dist/private/intl/tree/nb-NO.mjs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D:/pasar_fix/node_modules/.bun/react-aria@3.50.0+d0e719b86e9808b5/node_modules/react-aria/dist/private/intl/tree/nb-NO.mjs.map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D:/pasar_fix/node_modules/.bun/react-aria@3.50.0+d0e719b86e9808b5/node_modules/react-aria/dist/private/intl/tree/nl-NL.cjs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D:/pasar_fix/node_modules/.bun/react-aria@3.50.0+d0e719b86e9808b5/node_modules/react-aria/dist/private/intl/tree/nl-NL.cjs.map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D:/pasar_fix/node_modules/.bun/react-aria@3.50.0+d0e719b86e9808b5/node_modules/react-aria/dist/private/intl/tree/nl-NL.js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D:/pasar_fix/node_modules/.bun/react-aria@3.50.0+d0e719b86e9808b5/node_modules/react-aria/dist/private/intl/tree/nl-NL.js.map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D:/pasar_fix/node_modules/.bun/react-aria@3.50.0+d0e719b86e9808b5/node_modules/react-aria/dist/private/intl/tree/nl-NL.mjs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D:/pasar_fix/node_modules/.bun/react-aria@3.50.0+d0e719b86e9808b5/node_modules/react-aria/dist/private/intl/tree/nl-NL.mjs.map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D:/pasar_fix/node_modules/.bun/react-aria@3.50.0+d0e719b86e9808b5/node_modules/react-aria/dist/private/intl/tree/pl-PL.cjs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D:/pasar_fix/node_modules/.bun/react-aria@3.50.0+d0e719b86e9808b5/node_modules/react-aria/dist/private/intl/tree/pl-PL.cjs.map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D:/pasar_fix/node_modules/.bun/react-aria@3.50.0+d0e719b86e9808b5/node_modules/react-aria/dist/private/intl/tree/pl-PL.js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D:/pasar_fix/node_modules/.bun/react-aria@3.50.0+d0e719b86e9808b5/node_modules/react-aria/dist/private/intl/tree/pl-PL.js.map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D:/pasar_fix/node_modules/.bun/react-aria@3.50.0+d0e719b86e9808b5/node_modules/react-aria/dist/private/intl/tree/pl-PL.mjs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D:/pasar_fix/node_modules/.bun/react-aria@3.50.0+d0e719b86e9808b5/node_modules/react-aria/dist/private/intl/tree/pl-PL.mjs.map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D:/pasar_fix/node_modules/.bun/react-aria@3.50.0+d0e719b86e9808b5/node_modules/react-aria/dist/private/intl/tree/pt-BR.cjs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D:/pasar_fix/node_modules/.bun/react-aria@3.50.0+d0e719b86e9808b5/node_modules/react-aria/dist/private/intl/tree/pt-BR.cjs.map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D:/pasar_fix/node_modules/.bun/react-aria@3.50.0+d0e719b86e9808b5/node_modules/react-aria/dist/private/intl/tree/pt-BR.js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D:/pasar_fix/node_modules/.bun/react-aria@3.50.0+d0e719b86e9808b5/node_modules/react-aria/dist/private/intl/tree/pt-BR.js.map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D:/pasar_fix/node_modules/.bun/react-aria@3.50.0+d0e719b86e9808b5/node_modules/react-aria/dist/private/intl/tree/pt-BR.mjs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D:/pasar_fix/node_modules/.bun/react-aria@3.50.0+d0e719b86e9808b5/node_modules/react-aria/dist/private/intl/tree/pt-BR.mjs.map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D:/pasar_fix/node_modules/.bun/react-aria@3.50.0+d0e719b86e9808b5/node_modules/react-aria/dist/private/intl/tree/pt-PT.cjs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D:/pasar_fix/node_modules/.bun/react-aria@3.50.0+d0e719b86e9808b5/node_modules/react-aria/dist/private/intl/tree/pt-PT.cjs.map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D:/pasar_fix/node_modules/.bun/react-aria@3.50.0+d0e719b86e9808b5/node_modules/react-aria/dist/private/intl/tree/pt-PT.js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D:/pasar_fix/node_modules/.bun/react-aria@3.50.0+d0e719b86e9808b5/node_modules/react-aria/dist/private/intl/tree/pt-PT.js.map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D:/pasar_fix/node_modules/.bun/react-aria@3.50.0+d0e719b86e9808b5/node_modules/react-aria/dist/private/intl/tree/pt-PT.mjs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D:/pasar_fix/node_modules/.bun/react-aria@3.50.0+d0e719b86e9808b5/node_modules/react-aria/dist/private/intl/tree/pt-PT.mjs.map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D:/pasar_fix/node_modules/.bun/react-aria@3.50.0+d0e719b86e9808b5/node_modules/react-aria/dist/private/intl/tree/ro-RO.cjs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D:/pasar_fix/node_modules/.bun/react-aria@3.50.0+d0e719b86e9808b5/node_modules/react-aria/dist/private/intl/tree/ro-RO.cjs.map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D:/pasar_fix/node_modules/.bun/react-aria@3.50.0+d0e719b86e9808b5/node_modules/react-aria/dist/private/intl/tree/ro-RO.js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D:/pasar_fix/node_modules/.bun/react-aria@3.50.0+d0e719b86e9808b5/node_modules/react-aria/dist/private/intl/tree/ro-RO.js.map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D:/pasar_fix/node_modules/.bun/react-aria@3.50.0+d0e719b86e9808b5/node_modules/react-aria/dist/private/intl/tree/ro-RO.mjs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D:/pasar_fix/node_modules/.bun/react-aria@3.50.0+d0e719b86e9808b5/node_modules/react-aria/dist/private/intl/tree/ro-RO.mjs.map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D:/pasar_fix/node_modules/.bun/react-aria@3.50.0+d0e719b86e9808b5/node_modules/react-aria/dist/private/intl/tree/ru-RU.cjs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D:/pasar_fix/node_modules/.bun/react-aria@3.50.0+d0e719b86e9808b5/node_modules/react-aria/dist/private/intl/tree/ru-RU.cjs.map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D:/pasar_fix/node_modules/.bun/react-aria@3.50.0+d0e719b86e9808b5/node_modules/react-aria/dist/private/intl/tree/ru-RU.js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D:/pasar_fix/node_modules/.bun/react-aria@3.50.0+d0e719b86e9808b5/node_modules/react-aria/dist/private/intl/tree/ru-RU.js.map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D:/pasar_fix/node_modules/.bun/react-aria@3.50.0+d0e719b86e9808b5/node_modules/react-aria/dist/private/intl/tree/ru-RU.mjs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D:/pasar_fix/node_modules/.bun/react-aria@3.50.0+d0e719b86e9808b5/node_modules/react-aria/dist/private/intl/tree/ru-RU.mjs.map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D:/pasar_fix/node_modules/.bun/react-aria@3.50.0+d0e719b86e9808b5/node_modules/react-aria/dist/private/intl/tree/sk-SK.cjs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D:/pasar_fix/node_modules/.bun/react-aria@3.50.0+d0e719b86e9808b5/node_modules/react-aria/dist/private/intl/tree/sk-SK.cjs.map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D:/pasar_fix/node_modules/.bun/react-aria@3.50.0+d0e719b86e9808b5/node_modules/react-aria/dist/private/intl/tree/sk-SK.js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D:/pasar_fix/node_modules/.bun/react-aria@3.50.0+d0e719b86e9808b5/node_modules/react-aria/dist/private/intl/tree/sk-SK.js.map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D:/pasar_fix/node_modules/.bun/react-aria@3.50.0+d0e719b86e9808b5/node_modules/react-aria/dist/private/intl/tree/sk-SK.mjs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D:/pasar_fix/node_modules/.bun/react-aria@3.50.0+d0e719b86e9808b5/node_modules/react-aria/dist/private/intl/tree/sk-SK.mjs.map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D:/pasar_fix/node_modules/.bun/react-aria@3.50.0+d0e719b86e9808b5/node_modules/react-aria/dist/private/intl/tree/sl-SI.cjs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D:/pasar_fix/node_modules/.bun/react-aria@3.50.0+d0e719b86e9808b5/node_modules/react-aria/dist/private/intl/tree/sl-SI.cjs.map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D:/pasar_fix/node_modules/.bun/react-aria@3.50.0+d0e719b86e9808b5/node_modules/react-aria/dist/private/intl/tree/sl-SI.js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D:/pasar_fix/node_modules/.bun/react-aria@3.50.0+d0e719b86e9808b5/node_modules/react-aria/dist/private/intl/tree/sl-SI.js.map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D:/pasar_fix/node_modules/.bun/react-aria@3.50.0+d0e719b86e9808b5/node_modules/react-aria/dist/private/intl/tree/sl-SI.mjs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D:/pasar_fix/node_modules/.bun/react-aria@3.50.0+d0e719b86e9808b5/node_modules/react-aria/dist/private/intl/tree/sl-SI.mjs.map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D:/pasar_fix/node_modules/.bun/react-aria@3.50.0+d0e719b86e9808b5/node_modules/react-aria/dist/private/intl/tree/sr-SP.cjs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D:/pasar_fix/node_modules/.bun/react-aria@3.50.0+d0e719b86e9808b5/node_modules/react-aria/dist/private/intl/tree/sr-SP.cjs.map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D:/pasar_fix/node_modules/.bun/react-aria@3.50.0+d0e719b86e9808b5/node_modules/react-aria/dist/private/intl/tree/sr-SP.js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D:/pasar_fix/node_modules/.bun/react-aria@3.50.0+d0e719b86e9808b5/node_modules/react-aria/dist/private/intl/tree/sr-SP.js.map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D:/pasar_fix/node_modules/.bun/react-aria@3.50.0+d0e719b86e9808b5/node_modules/react-aria/dist/private/intl/tree/sr-SP.mjs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D:/pasar_fix/node_modules/.bun/react-aria@3.50.0+d0e719b86e9808b5/node_modules/react-aria/dist/private/intl/tree/sr-SP.mjs.map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D:/pasar_fix/node_modules/.bun/react-aria@3.50.0+d0e719b86e9808b5/node_modules/react-aria/dist/private/intl/tree/sv-SE.cjs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D:/pasar_fix/node_modules/.bun/react-aria@3.50.0+d0e719b86e9808b5/node_modules/react-aria/dist/private/intl/tree/sv-SE.cjs.map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D:/pasar_fix/node_modules/.bun/react-aria@3.50.0+d0e719b86e9808b5/node_modules/react-aria/dist/private/intl/tree/sv-SE.js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D:/pasar_fix/node_modules/.bun/react-aria@3.50.0+d0e719b86e9808b5/node_modules/react-aria/dist/private/intl/tree/sv-SE.js.map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D:/pasar_fix/node_modules/.bun/react-aria@3.50.0+d0e719b86e9808b5/node_modules/react-aria/dist/private/intl/tree/sv-SE.mjs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D:/pasar_fix/node_modules/.bun/react-aria@3.50.0+d0e719b86e9808b5/node_modules/react-aria/dist/private/intl/tree/sv-SE.mjs.map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D:/pasar_fix/node_modules/.bun/react-aria@3.50.0+d0e719b86e9808b5/node_modules/react-aria/dist/private/intl/tree/tr-TR.cjs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D:/pasar_fix/node_modules/.bun/react-aria@3.50.0+d0e719b86e9808b5/node_modules/react-aria/dist/private/intl/tree/tr-TR.cjs.map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D:/pasar_fix/node_modules/.bun/react-aria@3.50.0+d0e719b86e9808b5/node_modules/react-aria/dist/private/intl/tree/tr-TR.js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D:/pasar_fix/node_modules/.bun/react-aria@3.50.0+d0e719b86e9808b5/node_modules/react-aria/dist/private/intl/tree/tr-TR.js.map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D:/pasar_fix/node_modules/.bun/react-aria@3.50.0+d0e719b86e9808b5/node_modules/react-aria/dist/private/intl/tree/tr-TR.mjs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D:/pasar_fix/node_modules/.bun/react-aria@3.50.0+d0e719b86e9808b5/node_modules/react-aria/dist/private/intl/tree/tr-TR.mjs.map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D:/pasar_fix/node_modules/.bun/react-aria@3.50.0+d0e719b86e9808b5/node_modules/react-aria/dist/private/intl/tree/uk-UA.cjs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D:/pasar_fix/node_modules/.bun/react-aria@3.50.0+d0e719b86e9808b5/node_modules/react-aria/dist/private/intl/tree/uk-UA.cjs.map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D:/pasar_fix/node_modules/.bun/react-aria@3.50.0+d0e719b86e9808b5/node_modules/react-aria/dist/private/intl/tree/uk-UA.js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D:/pasar_fix/node_modules/.bun/react-aria@3.50.0+d0e719b86e9808b5/node_modules/react-aria/dist/private/intl/tree/uk-UA.js.map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D:/pasar_fix/node_modules/.bun/react-aria@3.50.0+d0e719b86e9808b5/node_modules/react-aria/dist/private/intl/tree/uk-UA.mjs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D:/pasar_fix/node_modules/.bun/react-aria@3.50.0+d0e719b86e9808b5/node_modules/react-aria/dist/private/intl/tree/uk-UA.mjs.map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D:/pasar_fix/node_modules/.bun/react-aria@3.50.0+d0e719b86e9808b5/node_modules/react-aria/dist/private/intl/tree/zh-CN.cjs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D:/pasar_fix/node_modules/.bun/react-aria@3.50.0+d0e719b86e9808b5/node_modules/react-aria/dist/private/intl/tree/zh-CN.cjs.map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D:/pasar_fix/node_modules/.bun/react-aria@3.50.0+d0e719b86e9808b5/node_modules/react-aria/dist/private/intl/tree/zh-CN.js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D:/pasar_fix/node_modules/.bun/react-aria@3.50.0+d0e719b86e9808b5/node_modules/react-aria/dist/private/intl/tree/zh-CN.js.map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D:/pasar_fix/node_modules/.bun/react-aria@3.50.0+d0e719b86e9808b5/node_modules/react-aria/dist/private/intl/tree/zh-CN.mjs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D:/pasar_fix/node_modules/.bun/react-aria@3.50.0+d0e719b86e9808b5/node_modules/react-aria/dist/private/intl/tree/zh-CN.mjs.map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D:/pasar_fix/node_modules/.bun/react-aria@3.50.0+d0e719b86e9808b5/node_modules/react-aria/dist/private/intl/tree/zh-TW.cjs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D:/pasar_fix/node_modules/.bun/react-aria@3.50.0+d0e719b86e9808b5/node_modules/react-aria/dist/private/intl/tree/zh-TW.cjs.map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D:/pasar_fix/node_modules/.bun/react-aria@3.50.0+d0e719b86e9808b5/node_modules/react-aria/dist/private/intl/tree/zh-TW.js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D:/pasar_fix/node_modules/.bun/react-aria@3.50.0+d0e719b86e9808b5/node_modules/react-aria/dist/private/intl/tree/zh-TW.js.map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D:/pasar_fix/node_modules/.bun/react-aria@3.50.0+d0e719b86e9808b5/node_modules/react-aria/dist/private/intl/tree/zh-TW.mjs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D:/pasar_fix/node_modules/.bun/react-aria@3.50.0+d0e719b86e9808b5/node_modules/react-aria/dist/private/intl/tree/zh-TW.mjs.map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D:/pasar_fix/node_modules/.bun/react-aria@3.50.0+d0e719b86e9808b5/node_modules/react-aria/dist/private/label/useField.cjs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D:/pasar_fix/node_modules/.bun/react-aria@3.50.0+d0e719b86e9808b5/node_modules/react-aria/dist/private/label/useField.cjs.map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D:/pasar_fix/node_modules/.bun/react-aria@3.50.0+d0e719b86e9808b5/node_modules/react-aria/dist/private/label/useField.js</a:t>
            </a:r>
          </a:p>
          <a:p>
            <a:pPr>
              <a:defRPr sz="1200"/>
            </a:pPr>
            <a:r>
              <a:t>D:/pasar_fix/node_modules/.bun/react-aria@3.50.0+d0e719b86e9808b5/node_modules/react-aria/dist/private/label/useField.js.map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D:/pasar_fix/node_modules/.bun/react-aria@3.50.0+d0e719b86e9808b5/node_modules/react-aria/dist/private/label/useField.mjs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D:/pasar_fix/node_modules/.bun/react-aria@3.50.0+d0e719b86e9808b5/node_modules/react-aria/dist/private/label/useField.mjs.map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D:/pasar_fix/node_modules/.bun/react-aria@3.50.0+d0e719b86e9808b5/node_modules/react-aria/dist/private/label/useLabel.cjs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D:/pasar_fix/node_modules/.bun/react-aria@3.50.0+d0e719b86e9808b5/node_modules/react-aria/dist/private/label/useLabel.cjs.map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D:/pasar_fix/node_modules/.bun/react-aria@3.50.0+d0e719b86e9808b5/node_modules/react-aria/dist/private/label/useLabel.js</a:t>
            </a:r>
          </a:p>
          <a:p>
            <a:pPr>
              <a:defRPr sz="1200"/>
            </a:pPr>
            <a:r>
              <a:t>D:/pasar_fix/node_modules/.bun/react-aria@3.50.0+d0e719b86e9808b5/node_modules/react-aria/dist/private/label/useLabel.js.map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D:/pasar_fix/node_modules/.bun/react-aria@3.50.0+d0e719b86e9808b5/node_modules/react-aria/dist/private/label/useLabel.mjs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D:/pasar_fix/node_modules/.bun/react-aria@3.50.0+d0e719b86e9808b5/node_modules/react-aria/dist/private/label/useLabel.mjs.map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D:/pasar_fix/node_modules/.bun/react-aria@3.50.0+d0e719b86e9808b5/node_modules/react-aria/dist/private/landmark/useLandmark.cjs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D:/pasar_fix/node_modules/.bun/react-aria@3.50.0+d0e719b86e9808b5/node_modules/react-aria/dist/private/landmark/useLandmark.cjs.map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D:/pasar_fix/node_modules/.bun/react-aria@3.50.0+d0e719b86e9808b5/node_modules/react-aria/dist/private/landmark/useLandmark.js</a:t>
            </a:r>
          </a:p>
          <a:p>
            <a:pPr>
              <a:defRPr sz="1200"/>
            </a:pPr>
            <a:r>
              <a:t>D:/pasar_fix/node_modules/.bun/react-aria@3.50.0+d0e719b86e9808b5/node_modules/react-aria/dist/private/landmark/useLandmark.js.map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D:/pasar_fix/node_modules/.bun/react-aria@3.50.0+d0e719b86e9808b5/node_modules/react-aria/dist/private/landmark/useLandmark.mjs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D:/pasar_fix/node_modules/.bun/react-aria@3.50.0+d0e719b86e9808b5/node_modules/react-aria/dist/private/landmark/useLandmark.mjs.map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D:/pasar_fix/node_modules/.bun/react-aria@3.50.0+d0e719b86e9808b5/node_modules/react-aria/dist/private/link/useLink.cjs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D:/pasar_fix/node_modules/.bun/react-aria@3.50.0+d0e719b86e9808b5/node_modules/react-aria/dist/private/link/useLink.cjs.map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D:/pasar_fix/node_modules/.bun/react-aria@3.50.0+d0e719b86e9808b5/node_modules/react-aria/dist/private/link/useLink.js</a:t>
            </a:r>
          </a:p>
          <a:p>
            <a:pPr>
              <a:defRPr sz="1200"/>
            </a:pPr>
            <a:r>
              <a:t>D:/pasar_fix/node_modules/.bun/react-aria@3.50.0+d0e719b86e9808b5/node_modules/react-aria/dist/private/link/useLink.js.map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D:/pasar_fix/node_modules/.bun/react-aria@3.50.0+d0e719b86e9808b5/node_modules/react-aria/dist/private/link/useLink.mjs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D:/pasar_fix/node_modules/.bun/react-aria@3.50.0+d0e719b86e9808b5/node_modules/react-aria/dist/private/link/useLink.mjs.map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D:/pasar_fix/node_modules/.bun/react-aria@3.50.0+d0e719b86e9808b5/node_modules/react-aria/dist/private/listbox/useListBox.cjs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D:/pasar_fix/node_modules/.bun/react-aria@3.50.0+d0e719b86e9808b5/node_modules/react-aria/dist/private/listbox/useListBox.cjs.map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D:/pasar_fix/node_modules/.bun/react-aria@3.50.0+d0e719b86e9808b5/node_modules/react-aria/dist/private/listbox/useListBox.js</a:t>
            </a:r>
          </a:p>
          <a:p>
            <a:pPr>
              <a:defRPr sz="1200"/>
            </a:pPr>
            <a:r>
              <a:t>D:/pasar_fix/node_modules/.bun/react-aria@3.50.0+d0e719b86e9808b5/node_modules/react-aria/dist/private/listbox/useListBox.js.map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D:/pasar_fix/node_modules/.bun/react-aria@3.50.0+d0e719b86e9808b5/node_modules/react-aria/dist/private/listbox/useListBox.mjs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D:/pasar_fix/node_modules/.bun/react-aria@3.50.0+d0e719b86e9808b5/node_modules/react-aria/dist/private/listbox/useListBox.mjs.map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D:/pasar_fix/node_modules/.bun/react-aria@3.50.0+d0e719b86e9808b5/node_modules/react-aria/dist/private/listbox/useListBoxSection.cjs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D:/pasar_fix/node_modules/.bun/react-aria@3.50.0+d0e719b86e9808b5/node_modules/react-aria/dist/private/listbox/useListBoxSection.cjs.map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D:/pasar_fix/node_modules/.bun/react-aria@3.50.0+d0e719b86e9808b5/node_modules/react-aria/dist/private/listbox/useListBoxSection.js</a:t>
            </a:r>
          </a:p>
          <a:p>
            <a:pPr>
              <a:defRPr sz="1200"/>
            </a:pPr>
            <a:r>
              <a:t>D:/pasar_fix/node_modules/.bun/react-aria@3.50.0+d0e719b86e9808b5/node_modules/react-aria/dist/private/listbox/useListBoxSection.js.map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D:/pasar_fix/node_modules/.bun/react-aria@3.50.0+d0e719b86e9808b5/node_modules/react-aria/dist/private/listbox/useListBoxSection.mjs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D:/pasar_fix/node_modules/.bun/react-aria@3.50.0+d0e719b86e9808b5/node_modules/react-aria/dist/private/listbox/useListBoxSection.mjs.map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D:/pasar_fix/node_modules/.bun/react-aria@3.50.0+d0e719b86e9808b5/node_modules/react-aria/dist/private/listbox/useOption.cjs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D:/pasar_fix/node_modules/.bun/react-aria@3.50.0+d0e719b86e9808b5/node_modules/react-aria/dist/private/listbox/useOption.cjs.map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D:/pasar_fix/node_modules/.bun/react-aria@3.50.0+d0e719b86e9808b5/node_modules/react-aria/dist/private/listbox/useOption.js</a:t>
            </a:r>
          </a:p>
          <a:p>
            <a:pPr>
              <a:defRPr sz="1200"/>
            </a:pPr>
            <a:r>
              <a:t>D:/pasar_fix/node_modules/.bun/react-aria@3.50.0+d0e719b86e9808b5/node_modules/react-aria/dist/private/listbox/useOption.js.map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D:/pasar_fix/node_modules/.bun/react-aria@3.50.0+d0e719b86e9808b5/node_modules/react-aria/dist/private/listbox/useOption.mjs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D:/pasar_fix/node_modules/.bun/react-aria@3.50.0+d0e719b86e9808b5/node_modules/react-aria/dist/private/listbox/useOption.mjs.map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D:/pasar_fix/node_modules/.bun/react-aria@3.50.0+d0e719b86e9808b5/node_modules/react-aria/dist/private/listbox/utils.cjs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D:/pasar_fix/node_modules/.bun/react-aria@3.50.0+d0e719b86e9808b5/node_modules/react-aria/dist/private/listbox/utils.cjs.map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D:/pasar_fix/node_modules/.bun/react-aria@3.50.0+d0e719b86e9808b5/node_modules/react-aria/dist/private/listbox/utils.js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D:/pasar_fix/node_modules/.bun/react-aria@3.50.0+d0e719b86e9808b5/node_modules/react-aria/dist/private/listbox/utils.js.map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D:/pasar_fix/node_modules/.bun/react-aria@3.50.0+d0e719b86e9808b5/node_modules/react-aria/dist/private/listbox/utils.mjs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D:/pasar_fix/node_modules/.bun/react-aria@3.50.0+d0e719b86e9808b5/node_modules/react-aria/dist/private/listbox/utils.mjs.map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D:/pasar_fix/node_modules/.bun/react-aria@3.50.0+d0e719b86e9808b5/node_modules/react-aria/dist/private/live-announcer/LiveAnnouncer.cjs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D:/pasar_fix/node_modules/.bun/react-aria@3.50.0+d0e719b86e9808b5/node_modules/react-aria/dist/private/live-announcer/LiveAnnouncer.cjs.map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D:/pasar_fix/node_modules/.bun/react-aria@3.50.0+d0e719b86e9808b5/node_modules/react-aria/dist/private/live-announcer/LiveAnnouncer.js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D:/pasar_fix/node_modules/.bun/react-aria@3.50.0+d0e719b86e9808b5/node_modules/react-aria/dist/private/live-announcer/LiveAnnouncer.js.map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D:/pasar_fix/node_modules/.bun/react-aria@3.50.0+d0e719b86e9808b5/node_modules/react-aria/dist/private/live-announcer/LiveAnnouncer.mjs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D:/pasar_fix/node_modules/.bun/react-aria@3.50.0+d0e719b86e9808b5/node_modules/react-aria/dist/private/live-announcer/LiveAnnouncer.mjs.map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D:/pasar_fix/node_modules/.bun/react-aria@3.50.0+d0e719b86e9808b5/node_modules/react-aria/dist/private/menu/intlStrings.cjs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D:/pasar_fix/node_modules/.bun/react-aria@3.50.0+d0e719b86e9808b5/node_modules/react-aria/dist/private/menu/intlStrings.cjs.map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D:/pasar_fix/node_modules/.bun/react-aria@3.50.0+d0e719b86e9808b5/node_modules/react-aria/dist/private/menu/intlStrings.js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D:/pasar_fix/node_modules/.bun/react-aria@3.50.0+d0e719b86e9808b5/node_modules/react-aria/dist/private/menu/intlStrings.js.map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D:/pasar_fix/node_modules/.bun/react-aria@3.50.0+d0e719b86e9808b5/node_modules/react-aria/dist/private/menu/intlStrings.mjs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D:/pasar_fix/node_modules/.bun/react-aria@3.50.0+d0e719b86e9808b5/node_modules/react-aria/dist/private/menu/intlStrings.mjs.map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D:/pasar_fix/node_modules/.bun/react-aria@3.50.0+d0e719b86e9808b5/node_modules/react-aria/dist/private/menu/useMenu.cjs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D:/pasar_fix/node_modules/.bun/react-aria@3.50.0+d0e719b86e9808b5/node_modules/react-aria/dist/private/menu/useMenu.cjs.map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D:/pasar_fix/node_modules/.bun/react-aria@3.50.0+d0e719b86e9808b5/node_modules/react-aria/dist/private/menu/useMenu.js</a:t>
            </a:r>
          </a:p>
          <a:p>
            <a:pPr>
              <a:defRPr sz="1200"/>
            </a:pPr>
            <a:r>
              <a:t>D:/pasar_fix/node_modules/.bun/react-aria@3.50.0+d0e719b86e9808b5/node_modules/react-aria/dist/private/menu/useMenu.js.map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D:/pasar_fix/node_modules/.bun/react-aria@3.50.0+d0e719b86e9808b5/node_modules/react-aria/dist/private/menu/useMenu.mjs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D:/pasar_fix/node_modules/.bun/react-aria@3.50.0+d0e719b86e9808b5/node_modules/react-aria/dist/private/menu/useMenu.mjs.map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D:/pasar_fix/node_modules/.bun/react-aria@3.50.0+d0e719b86e9808b5/node_modules/react-aria/dist/private/menu/useMenuItem.cjs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D:/pasar_fix/node_modules/.bun/react-aria@3.50.0+d0e719b86e9808b5/node_modules/react-aria/dist/private/menu/useMenuItem.cjs.map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D:/pasar_fix/node_modules/.bun/react-aria@3.50.0+d0e719b86e9808b5/node_modules/react-aria/dist/private/menu/useMenuItem.js</a:t>
            </a:r>
          </a:p>
          <a:p>
            <a:pPr>
              <a:defRPr sz="1200"/>
            </a:pPr>
            <a:r>
              <a:t>D:/pasar_fix/node_modules/.bun/react-aria@3.50.0+d0e719b86e9808b5/node_modules/react-aria/dist/private/menu/useMenuItem.js.map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D:/pasar_fix/node_modules/.bun/react-aria@3.50.0+d0e719b86e9808b5/node_modules/react-aria/dist/private/menu/useMenuItem.mjs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D:/pasar_fix/node_modules/.bun/react-aria@3.50.0+d0e719b86e9808b5/node_modules/react-aria/dist/private/menu/useMenuItem.mjs.map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D:/pasar_fix/node_modules/.bun/react-aria@3.50.0+d0e719b86e9808b5/node_modules/react-aria/dist/private/menu/useMenuSection.cjs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D:/pasar_fix/node_modules/.bun/react-aria@3.50.0+d0e719b86e9808b5/node_modules/react-aria/dist/private/menu/useMenuSection.cjs.map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D:/pasar_fix/node_modules/.bun/react-aria@3.50.0+d0e719b86e9808b5/node_modules/react-aria/dist/private/menu/useMenuSection.js</a:t>
            </a:r>
          </a:p>
          <a:p>
            <a:pPr>
              <a:defRPr sz="1200"/>
            </a:pPr>
            <a:r>
              <a:t>D:/pasar_fix/node_modules/.bun/react-aria@3.50.0+d0e719b86e9808b5/node_modules/react-aria/dist/private/menu/useMenuSection.js.map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D:/pasar_fix/node_modules/.bun/react-aria@3.50.0+d0e719b86e9808b5/node_modules/react-aria/dist/private/menu/useMenuSection.mjs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D:/pasar_fix/node_modules/.bun/react-aria@3.50.0+d0e719b86e9808b5/node_modules/react-aria/dist/private/menu/useMenuSection.mjs.map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D:/pasar_fix/node_modules/.bun/react-aria@3.50.0+d0e719b86e9808b5/node_modules/react-aria/dist/private/menu/useMenuTrigger.cjs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D:/pasar_fix/node_modules/.bun/react-aria@3.50.0+d0e719b86e9808b5/node_modules/react-aria/dist/private/menu/useMenuTrigger.cjs.map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D:/pasar_fix/node_modules/.bun/react-aria@3.50.0+d0e719b86e9808b5/node_modules/react-aria/dist/private/menu/useMenuTrigger.js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D:/pasar_fix/node_modules/.bun/react-aria@3.50.0+d0e719b86e9808b5/node_modules/react-aria/dist/private/menu/useMenuTrigger.js.map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D:/pasar_fix/node_modules/.bun/react-aria@3.50.0+d0e719b86e9808b5/node_modules/react-aria/dist/private/menu/useMenuTrigger.mjs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D:/pasar_fix/node_modules/.bun/react-aria@3.50.0+d0e719b86e9808b5/node_modules/react-aria/dist/private/menu/useMenuTrigger.mjs.map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D:/pasar_fix/node_modules/.bun/react-aria@3.50.0+d0e719b86e9808b5/node_modules/react-aria/dist/private/menu/useSafelyMouseToSubmenu.cjs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D:/pasar_fix/node_modules/.bun/react-aria@3.50.0+d0e719b86e9808b5/node_modules/react-aria/dist/private/menu/useSafelyMouseToSubmenu.cjs.map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D:/pasar_fix/node_modules/.bun/react-aria@3.50.0+d0e719b86e9808b5/node_modules/react-aria/dist/private/menu/useSafelyMouseToSubmenu.js</a:t>
            </a:r>
          </a:p>
          <a:p>
            <a:pPr>
              <a:defRPr sz="1200"/>
            </a:pPr>
            <a:r>
              <a:t>D:/pasar_fix/node_modules/.bun/react-aria@3.50.0+d0e719b86e9808b5/node_modules/react-aria/dist/private/menu/useSafelyMouseToSubmenu.js.map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D:/pasar_fix/node_modules/.bun/react-aria@3.50.0+d0e719b86e9808b5/node_modules/react-aria/dist/private/menu/useSafelyMouseToSubmenu.mjs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D:/pasar_fix/node_modules/.bun/react-aria@3.50.0+d0e719b86e9808b5/node_modules/react-aria/dist/private/menu/useSafelyMouseToSubmenu.mjs.map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D:/pasar_fix/node_modules/.bun/react-aria@3.50.0+d0e719b86e9808b5/node_modules/react-aria/dist/private/menu/useSubmenuTrigger.cjs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D:/pasar_fix/node_modules/.bun/react-aria@3.50.0+d0e719b86e9808b5/node_modules/react-aria/dist/private/menu/useSubmenuTrigger.cjs.map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D:/pasar_fix/node_modules/.bun/react-aria@3.50.0+d0e719b86e9808b5/node_modules/react-aria/dist/private/menu/useSubmenuTrigger.js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D:/pasar_fix/node_modules/.bun/react-aria@3.50.0+d0e719b86e9808b5/node_modules/react-aria/dist/private/menu/useSubmenuTrigger.js.map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D:/pasar_fix/node_modules/.bun/react-aria@3.50.0+d0e719b86e9808b5/node_modules/react-aria/dist/private/menu/useSubmenuTrigger.mjs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D:/pasar_fix/node_modules/.bun/react-aria@3.50.0+d0e719b86e9808b5/node_modules/react-aria/dist/private/menu/useSubmenuTrigger.mjs.map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D:/pasar_fix/node_modules/.bun/react-aria@3.50.0+d0e719b86e9808b5/node_modules/react-aria/dist/private/menu/utils.cjs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D:/pasar_fix/node_modules/.bun/react-aria@3.50.0+d0e719b86e9808b5/node_modules/react-aria/dist/private/menu/utils.cjs.map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D:/pasar_fix/node_modules/.bun/react-aria@3.50.0+d0e719b86e9808b5/node_modules/react-aria/dist/private/menu/utils.js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D:/pasar_fix/node_modules/.bun/react-aria@3.50.0+d0e719b86e9808b5/node_modules/react-aria/dist/private/menu/utils.js.map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D:/pasar_fix/node_modules/.bun/react-aria@3.50.0+d0e719b86e9808b5/node_modules/react-aria/dist/private/menu/utils.mjs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D:/pasar_fix/node_modules/.bun/react-aria@3.50.0+d0e719b86e9808b5/node_modules/react-aria/dist/private/menu/utils.mjs.map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D:/pasar_fix/node_modules/.bun/react-aria@3.50.0+d0e719b86e9808b5/node_modules/react-aria/dist/private/meter/useMeter.cjs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D:/pasar_fix/node_modules/.bun/react-aria@3.50.0+d0e719b86e9808b5/node_modules/react-aria/dist/private/meter/useMeter.cjs.map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D:/pasar_fix/node_modules/.bun/react-aria@3.50.0+d0e719b86e9808b5/node_modules/react-aria/dist/private/meter/useMeter.js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D:/pasar_fix/node_modules/.bun/react-aria@3.50.0+d0e719b86e9808b5/node_modules/react-aria/dist/private/meter/useMeter.js.map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D:/pasar_fix/node_modules/.bun/react-aria@3.50.0+d0e719b86e9808b5/node_modules/react-aria/dist/private/meter/useMeter.mjs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D:/pasar_fix/node_modules/.bun/react-aria@3.50.0+d0e719b86e9808b5/node_modules/react-aria/dist/private/meter/useMeter.mjs.map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D:/pasar_fix/node_modules/.bun/react-aria@3.50.0+d0e719b86e9808b5/node_modules/react-aria/dist/private/numberfield/intlStrings.cjs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D:/pasar_fix/node_modules/.bun/react-aria@3.50.0+d0e719b86e9808b5/node_modules/react-aria/dist/private/numberfield/intlStrings.cjs.map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D:/pasar_fix/node_modules/.bun/react-aria@3.50.0+d0e719b86e9808b5/node_modules/react-aria/dist/private/numberfield/intlStrings.js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D:/pasar_fix/node_modules/.bun/react-aria@3.50.0+d0e719b86e9808b5/node_modules/react-aria/dist/private/numberfield/intlStrings.js.map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D:/pasar_fix/node_modules/.bun/react-aria@3.50.0+d0e719b86e9808b5/node_modules/react-aria/dist/private/numberfield/intlStrings.mjs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D:/pasar_fix/node_modules/.bun/react-aria@3.50.0+d0e719b86e9808b5/node_modules/react-aria/dist/private/numberfield/intlStrings.mjs.map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D:/pasar_fix/node_modules/.bun/react-aria@3.50.0+d0e719b86e9808b5/node_modules/react-aria/dist/private/numberfield/useNumberField.cjs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D:/pasar_fix/node_modules/.bun/react-aria@3.50.0+d0e719b86e9808b5/node_modules/react-aria/dist/private/numberfield/useNumberField.cjs.map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D:/pasar_fix/node_modules/.bun/react-aria@3.50.0+d0e719b86e9808b5/node_modules/react-aria/dist/private/numberfield/useNumberField.js</a:t>
            </a:r>
          </a:p>
          <a:p>
            <a:pPr>
              <a:defRPr sz="1200"/>
            </a:pPr>
            <a:r>
              <a:t>D:/pasar_fix/node_modules/.bun/react-aria@3.50.0+d0e719b86e9808b5/node_modules/react-aria/dist/private/numberfield/useNumberField.js.map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D:/pasar_fix/node_modules/.bun/react-aria@3.50.0+d0e719b86e9808b5/node_modules/react-aria/dist/private/numberfield/useNumberField.mjs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D:/pasar_fix/node_modules/.bun/react-aria@3.50.0+d0e719b86e9808b5/node_modules/react-aria/dist/private/numberfield/useNumberField.mjs.map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D:/pasar_fix/node_modules/.bun/react-aria@3.50.0+d0e719b86e9808b5/node_modules/react-aria/dist/private/overlays/ariaHideOutside.cjs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D:/pasar_fix/node_modules/.bun/react-aria@3.50.0+d0e719b86e9808b5/node_modules/react-aria/dist/private/overlays/ariaHideOutside.cjs.map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D:/pasar_fix/node_modules/.bun/react-aria@3.50.0+d0e719b86e9808b5/node_modules/react-aria/dist/private/overlays/ariaHideOutside.js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D:/pasar_fix/node_modules/.bun/react-aria@3.50.0+d0e719b86e9808b5/node_modules/react-aria/dist/private/overlays/ariaHideOutside.js.map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D:/pasar_fix/node_modules/.bun/react-aria@3.50.0+d0e719b86e9808b5/node_modules/react-aria/dist/private/overlays/ariaHideOutside.mjs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D:/pasar_fix/node_modules/.bun/react-aria@3.50.0+d0e719b86e9808b5/node_modules/react-aria/dist/private/overlays/ariaHideOutside.mjs.map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D:/pasar_fix/node_modules/.bun/react-aria@3.50.0+d0e719b86e9808b5/node_modules/react-aria/dist/private/overlays/calculatePosition.cjs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D:/pasar_fix/node_modules/.bun/react-aria@3.50.0+d0e719b86e9808b5/node_modules/react-aria/dist/private/overlays/calculatePosition.cjs.map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D:/pasar_fix/node_modules/.bun/react-aria@3.50.0+d0e719b86e9808b5/node_modules/react-aria/dist/private/overlays/calculatePosition.js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D:/pasar_fix/node_modules/.bun/react-aria@3.50.0+d0e719b86e9808b5/node_modules/react-aria/dist/private/overlays/calculatePosition.js.map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D:/pasar_fix/node_modules/.bun/react-aria@3.50.0+d0e719b86e9808b5/node_modules/react-aria/dist/private/overlays/calculatePosition.mjs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D:/pasar_fix/node_modules/.bun/react-aria@3.50.0+d0e719b86e9808b5/node_modules/react-aria/dist/private/overlays/calculatePosition.mjs.map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D:/pasar_fix/node_modules/.bun/react-aria@3.50.0+d0e719b86e9808b5/node_modules/react-aria/dist/private/overlays/DismissButton.cjs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D:/pasar_fix/node_modules/.bun/react-aria@3.50.0+d0e719b86e9808b5/node_modules/react-aria/dist/private/overlays/DismissButton.cjs.map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D:/pasar_fix/node_modules/.bun/react-aria@3.50.0+d0e719b86e9808b5/node_modules/react-aria/dist/private/overlays/DismissButton.js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D:/pasar_fix/node_modules/.bun/react-aria@3.50.0+d0e719b86e9808b5/node_modules/react-aria/dist/private/overlays/DismissButton.js.map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D:/pasar_fix/node_modules/.bun/react-aria@3.50.0+d0e719b86e9808b5/node_modules/react-aria/dist/private/overlays/DismissButton.mjs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D:/pasar_fix/node_modules/.bun/react-aria@3.50.0+d0e719b86e9808b5/node_modules/react-aria/dist/private/overlays/DismissButton.mjs.map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D:/pasar_fix/node_modules/.bun/react-aria@3.50.0+d0e719b86e9808b5/node_modules/react-aria/dist/private/overlays/intlStrings.cjs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D:/pasar_fix/node_modules/.bun/react-aria@3.50.0+d0e719b86e9808b5/node_modules/react-aria/dist/private/overlays/intlStrings.cjs.map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D:/pasar_fix/node_modules/.bun/react-aria@3.50.0+d0e719b86e9808b5/node_modules/react-aria/dist/private/overlays/intlStrings.js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D:/pasar_fix/node_modules/.bun/react-aria@3.50.0+d0e719b86e9808b5/node_modules/react-aria/dist/private/overlays/intlStrings.js.map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D:/pasar_fix/node_modules/.bun/react-aria@3.50.0+d0e719b86e9808b5/node_modules/react-aria/dist/private/overlays/intlStrings.mjs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D:/pasar_fix/node_modules/.bun/react-aria@3.50.0+d0e719b86e9808b5/node_modules/react-aria/dist/private/overlays/intlStrings.mjs.map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D:/pasar_fix/node_modules/.bun/react-aria@3.50.0+d0e719b86e9808b5/node_modules/react-aria/dist/private/overlays/Overlay.cjs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D:/pasar_fix/node_modules/.bun/react-aria@3.50.0+d0e719b86e9808b5/node_modules/react-aria/dist/private/overlays/Overlay.cjs.map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D:/pasar_fix/node_modules/.bun/react-aria@3.50.0+d0e719b86e9808b5/node_modules/react-aria/dist/private/overlays/Overlay.js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D:/pasar_fix/node_modules/.bun/react-aria@3.50.0+d0e719b86e9808b5/node_modules/react-aria/dist/private/overlays/Overlay.js.map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D:/pasar_fix/node_modules/.bun/react-aria@3.50.0+d0e719b86e9808b5/node_modules/react-aria/dist/private/overlays/Overlay.mjs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D:/pasar_fix/node_modules/.bun/react-aria@3.50.0+d0e719b86e9808b5/node_modules/react-aria/dist/private/overlays/Overlay.mjs.map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D:/pasar_fix/node_modules/.bun/react-aria@3.50.0+d0e719b86e9808b5/node_modules/react-aria/dist/private/overlays/PortalProvider.cjs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D:/pasar_fix/node_modules/.bun/react-aria@3.50.0+d0e719b86e9808b5/node_modules/react-aria/dist/private/overlays/PortalProvider.cjs.map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D:/pasar_fix/node_modules/.bun/react-aria@3.50.0+d0e719b86e9808b5/node_modules/react-aria/dist/private/overlays/PortalProvider.js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D:/pasar_fix/node_modules/.bun/react-aria@3.50.0+d0e719b86e9808b5/node_modules/react-aria/dist/private/overlays/PortalProvider.js.map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D:/pasar_fix/node_modules/.bun/react-aria@3.50.0+d0e719b86e9808b5/node_modules/react-aria/dist/private/overlays/PortalProvider.mjs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D:/pasar_fix/node_modules/.bun/react-aria@3.50.0+d0e719b86e9808b5/node_modules/react-aria/dist/private/overlays/PortalProvider.mjs.map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D:/pasar_fix/node_modules/.bun/react-aria@3.50.0+d0e719b86e9808b5/node_modules/react-aria/dist/private/overlays/useCloseOnScroll.cjs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D:/pasar_fix/node_modules/.bun/react-aria@3.50.0+d0e719b86e9808b5/node_modules/react-aria/dist/private/overlays/useCloseOnScroll.cjs.map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D:/pasar_fix/node_modules/.bun/react-aria@3.50.0+d0e719b86e9808b5/node_modules/react-aria/dist/private/overlays/useCloseOnScroll.js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D:/pasar_fix/node_modules/.bun/react-aria@3.50.0+d0e719b86e9808b5/node_modules/react-aria/dist/private/overlays/useCloseOnScroll.js.map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D:/pasar_fix/node_modules/.bun/react-aria@3.50.0+d0e719b86e9808b5/node_modules/react-aria/dist/private/overlays/useCloseOnScroll.mjs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D:/pasar_fix/node_modules/.bun/react-aria@3.50.0+d0e719b86e9808b5/node_modules/react-aria/dist/private/overlays/useCloseOnScroll.mjs.map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D:/pasar_fix/node_modules/.bun/react-aria@3.50.0+d0e719b86e9808b5/node_modules/react-aria/dist/private/overlays/useModal.cjs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D:/pasar_fix/node_modules/.bun/react-aria@3.50.0+d0e719b86e9808b5/node_modules/react-aria/dist/private/overlays/useModal.cjs.map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D:/pasar_fix/node_modules/.bun/react-aria@3.50.0+d0e719b86e9808b5/node_modules/react-aria/dist/private/overlays/useModal.js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D:/pasar_fix/node_modules/.bun/react-aria@3.50.0+d0e719b86e9808b5/node_modules/react-aria/dist/private/overlays/useModal.js.map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D:/pasar_fix/node_modules/.bun/react-aria@3.50.0+d0e719b86e9808b5/node_modules/react-aria/dist/private/overlays/useModal.mjs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D:/pasar_fix/node_modules/.bun/react-aria@3.50.0+d0e719b86e9808b5/node_modules/react-aria/dist/private/overlays/useModal.mjs.map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D:/pasar_fix/node_modules/.bun/react-aria@3.50.0+d0e719b86e9808b5/node_modules/react-aria/dist/private/overlays/useModalOverlay.cjs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D:/pasar_fix/node_modules/.bun/react-aria@3.50.0+d0e719b86e9808b5/node_modules/react-aria/dist/private/overlays/useModalOverlay.cjs.map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D:/pasar_fix/node_modules/.bun/react-aria@3.50.0+d0e719b86e9808b5/node_modules/react-aria/dist/private/overlays/useModalOverlay.js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D:/pasar_fix/node_modules/.bun/react-aria@3.50.0+d0e719b86e9808b5/node_modules/react-aria/dist/private/overlays/useModalOverlay.js.map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D:/pasar_fix/node_modules/.bun/react-aria@3.50.0+d0e719b86e9808b5/node_modules/react-aria/dist/private/overlays/useModalOverlay.mjs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D:/pasar_fix/node_modules/.bun/react-aria@3.50.0+d0e719b86e9808b5/node_modules/react-aria/dist/private/overlays/useModalOverlay.mjs.map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D:/pasar_fix/node_modules/.bun/react-aria@3.50.0+d0e719b86e9808b5/node_modules/react-aria/dist/private/overlays/useOverlay.cjs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D:/pasar_fix/node_modules/.bun/react-aria@3.50.0+d0e719b86e9808b5/node_modules/react-aria/dist/private/overlays/useOverlay.cjs.map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D:/pasar_fix/node_modules/.bun/react-aria@3.50.0+d0e719b86e9808b5/node_modules/react-aria/dist/private/overlays/useOverlay.js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D:/pasar_fix/node_modules/.bun/react-aria@3.50.0+d0e719b86e9808b5/node_modules/react-aria/dist/private/overlays/useOverlay.js.map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D:/pasar_fix/node_modules/.bun/react-aria@3.50.0+d0e719b86e9808b5/node_modules/react-aria/dist/private/overlays/useOverlay.mjs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D:/pasar_fix/node_modules/.bun/react-aria@3.50.0+d0e719b86e9808b5/node_modules/react-aria/dist/private/overlays/useOverlay.mjs.map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D:/pasar_fix/node_modules/.bun/react-aria@3.50.0+d0e719b86e9808b5/node_modules/react-aria/dist/private/overlays/useOverlayPosition.cjs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D:/pasar_fix/node_modules/.bun/react-aria@3.50.0+d0e719b86e9808b5/node_modules/react-aria/dist/private/overlays/useOverlayPosition.cjs.map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D:/pasar_fix/node_modules/.bun/react-aria@3.50.0+d0e719b86e9808b5/node_modules/react-aria/dist/private/overlays/useOverlayPosition.js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D:/pasar_fix/node_modules/.bun/react-aria@3.50.0+d0e719b86e9808b5/node_modules/react-aria/dist/private/overlays/useOverlayPosition.js.map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D:/pasar_fix/node_modules/.bun/react-aria@3.50.0+d0e719b86e9808b5/node_modules/react-aria/dist/private/overlays/useOverlayPosition.mjs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D:/pasar_fix/node_modules/.bun/react-aria@3.50.0+d0e719b86e9808b5/node_modules/react-aria/dist/private/overlays/useOverlayPosition.mjs.map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D:/pasar_fix/node_modules/.bun/react-aria@3.50.0+d0e719b86e9808b5/node_modules/react-aria/dist/private/overlays/useOverlayTrigger.cjs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D:/pasar_fix/node_modules/.bun/react-aria@3.50.0+d0e719b86e9808b5/node_modules/react-aria/dist/private/overlays/useOverlayTrigger.cjs.map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D:/pasar_fix/node_modules/.bun/react-aria@3.50.0+d0e719b86e9808b5/node_modules/react-aria/dist/private/overlays/useOverlayTrigger.js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D:/pasar_fix/node_modules/.bun/react-aria@3.50.0+d0e719b86e9808b5/node_modules/react-aria/dist/private/overlays/useOverlayTrigger.js.map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D:/pasar_fix/node_modules/.bun/react-aria@3.50.0+d0e719b86e9808b5/node_modules/react-aria/dist/private/overlays/useOverlayTrigger.mjs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D:/pasar_fix/node_modules/.bun/react-aria@3.50.0+d0e719b86e9808b5/node_modules/react-aria/dist/private/overlays/useOverlayTrigger.mjs.map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D:/pasar_fix/node_modules/.bun/react-aria@3.50.0+d0e719b86e9808b5/node_modules/react-aria/dist/private/overlays/usePopover.cjs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D:/pasar_fix/node_modules/.bun/react-aria@3.50.0+d0e719b86e9808b5/node_modules/react-aria/dist/private/overlays/usePopover.cjs.map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D:/pasar_fix/node_modules/.bun/react-aria@3.50.0+d0e719b86e9808b5/node_modules/react-aria/dist/private/overlays/usePopover.js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D:/pasar_fix/node_modules/.bun/react-aria@3.50.0+d0e719b86e9808b5/node_modules/react-aria/dist/private/overlays/usePopover.js.map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D:/pasar_fix/node_modules/.bun/react-aria@3.50.0+d0e719b86e9808b5/node_modules/react-aria/dist/private/overlays/usePopover.mjs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D:/pasar_fix/node_modules/.bun/react-aria@3.50.0+d0e719b86e9808b5/node_modules/react-aria/dist/private/overlays/usePopover.mjs.map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D:/pasar_fix/node_modules/.bun/react-aria@3.50.0+d0e719b86e9808b5/node_modules/react-aria/dist/private/overlays/usePreventScroll.cjs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D:/pasar_fix/node_modules/.bun/react-aria@3.50.0+d0e719b86e9808b5/node_modules/react-aria/dist/private/overlays/usePreventScroll.cjs.map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D:/pasar_fix/node_modules/.bun/react-aria@3.50.0+d0e719b86e9808b5/node_modules/react-aria/dist/private/overlays/usePreventScroll.js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D:/pasar_fix/node_modules/.bun/react-aria@3.50.0+d0e719b86e9808b5/node_modules/react-aria/dist/private/overlays/usePreventScroll.js.map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D:/pasar_fix/node_modules/.bun/react-aria@3.50.0+d0e719b86e9808b5/node_modules/react-aria/dist/private/overlays/usePreventScroll.mjs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D:/pasar_fix/node_modules/.bun/react-aria@3.50.0+d0e719b86e9808b5/node_modules/react-aria/dist/private/overlays/usePreventScroll.mjs.map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D:/pasar_fix/node_modules/.bun/react-aria@3.50.0+d0e719b86e9808b5/node_modules/react-aria/dist/private/progress/useProgressBar.cjs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D:/pasar_fix/node_modules/.bun/react-aria@3.50.0+d0e719b86e9808b5/node_modules/react-aria/dist/private/progress/useProgressBar.cjs.map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D:/pasar_fix/node_modules/.bun/react-aria@3.50.0+d0e719b86e9808b5/node_modules/react-aria/dist/private/progress/useProgressBar.js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D:/pasar_fix/node_modules/.bun/react-aria@3.50.0+d0e719b86e9808b5/node_modules/react-aria/dist/private/progress/useProgressBar.js.map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D:/pasar_fix/node_modules/.bun/react-aria@3.50.0+d0e719b86e9808b5/node_modules/react-aria/dist/private/progress/useProgressBar.mjs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D:/pasar_fix/node_modules/.bun/react-aria@3.50.0+d0e719b86e9808b5/node_modules/react-aria/dist/private/progress/useProgressBar.mjs.map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D:/pasar_fix/node_modules/.bun/react-aria@3.50.0+d0e719b86e9808b5/node_modules/react-aria/dist/private/radio/useRadio.cjs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D:/pasar_fix/node_modules/.bun/react-aria@3.50.0+d0e719b86e9808b5/node_modules/react-aria/dist/private/radio/useRadio.cjs.map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D:/pasar_fix/node_modules/.bun/react-aria@3.50.0+d0e719b86e9808b5/node_modules/react-aria/dist/private/radio/useRadio.js</a:t>
            </a:r>
          </a:p>
          <a:p>
            <a:pPr>
              <a:defRPr sz="1200"/>
            </a:pPr>
            <a:r>
              <a:t>D:/pasar_fix/node_modules/.bun/react-aria@3.50.0+d0e719b86e9808b5/node_modules/react-aria/dist/private/radio/useRadio.js.map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D:/pasar_fix/node_modules/.bun/react-aria@3.50.0+d0e719b86e9808b5/node_modules/react-aria/dist/private/radio/useRadio.mjs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D:/pasar_fix/node_modules/.bun/react-aria@3.50.0+d0e719b86e9808b5/node_modules/react-aria/dist/private/radio/useRadio.mjs.map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D:/pasar_fix/node_modules/.bun/react-aria@3.50.0+d0e719b86e9808b5/node_modules/react-aria/dist/private/radio/useRadioGroup.cjs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D:/pasar_fix/node_modules/.bun/react-aria@3.50.0+d0e719b86e9808b5/node_modules/react-aria/dist/private/radio/useRadioGroup.cjs.map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D:/pasar_fix/node_modules/.bun/react-aria@3.50.0+d0e719b86e9808b5/node_modules/react-aria/dist/private/radio/useRadioGroup.js</a:t>
            </a:r>
          </a:p>
          <a:p>
            <a:pPr>
              <a:defRPr sz="1200"/>
            </a:pPr>
            <a:r>
              <a:t>D:/pasar_fix/node_modules/.bun/react-aria@3.50.0+d0e719b86e9808b5/node_modules/react-aria/dist/private/radio/useRadioGroup.js.map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D:/pasar_fix/node_modules/.bun/react-aria@3.50.0+d0e719b86e9808b5/node_modules/react-aria/dist/private/radio/useRadioGroup.mjs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D:/pasar_fix/node_modules/.bun/react-aria@3.50.0+d0e719b86e9808b5/node_modules/react-aria/dist/private/radio/useRadioGroup.mjs.map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D:/pasar_fix/node_modules/.bun/react-aria@3.50.0+d0e719b86e9808b5/node_modules/react-aria/dist/private/radio/utils.cjs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D:/pasar_fix/node_modules/.bun/react-aria@3.50.0+d0e719b86e9808b5/node_modules/react-aria/dist/private/radio/utils.cjs.map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D:/pasar_fix/node_modules/.bun/react-aria@3.50.0+d0e719b86e9808b5/node_modules/react-aria/dist/private/radio/utils.js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D:/pasar_fix/node_modules/.bun/react-aria@3.50.0+d0e719b86e9808b5/node_modules/react-aria/dist/private/radio/utils.js.map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D:/pasar_fix/node_modules/.bun/react-aria@3.50.0+d0e719b86e9808b5/node_modules/react-aria/dist/private/radio/utils.mjs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D:/pasar_fix/node_modules/.bun/react-aria@3.50.0+d0e719b86e9808b5/node_modules/react-aria/dist/private/radio/utils.mjs.map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D:/pasar_fix/node_modules/.bun/react-aria@3.50.0+d0e719b86e9808b5/node_modules/react-aria/dist/private/searchfield/intlStrings.cjs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D:/pasar_fix/node_modules/.bun/react-aria@3.50.0+d0e719b86e9808b5/node_modules/react-aria/dist/private/searchfield/intlStrings.cjs.map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D:/pasar_fix/node_modules/.bun/react-aria@3.50.0+d0e719b86e9808b5/node_modules/react-aria/dist/private/searchfield/intlStrings.js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D:/pasar_fix/node_modules/.bun/react-aria@3.50.0+d0e719b86e9808b5/node_modules/react-aria/dist/private/searchfield/intlStrings.js.map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D:/pasar_fix/node_modules/.bun/react-aria@3.50.0+d0e719b86e9808b5/node_modules/react-aria/dist/private/searchfield/intlStrings.mjs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D:/pasar_fix/node_modules/.bun/react-aria@3.50.0+d0e719b86e9808b5/node_modules/react-aria/dist/private/searchfield/intlStrings.mjs.map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D:/pasar_fix/node_modules/.bun/react-aria@3.50.0+d0e719b86e9808b5/node_modules/react-aria/dist/private/searchfield/useSearchField.cjs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D:/pasar_fix/node_modules/.bun/react-aria@3.50.0+d0e719b86e9808b5/node_modules/react-aria/dist/private/searchfield/useSearchField.cjs.map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D:/pasar_fix/node_modules/.bun/react-aria@3.50.0+d0e719b86e9808b5/node_modules/react-aria/dist/private/searchfield/useSearchField.js</a:t>
            </a:r>
          </a:p>
          <a:p>
            <a:pPr>
              <a:defRPr sz="1200"/>
            </a:pPr>
            <a:r>
              <a:t>D:/pasar_fix/node_modules/.bun/react-aria@3.50.0+d0e719b86e9808b5/node_modules/react-aria/dist/private/searchfield/useSearchField.js.map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D:/pasar_fix/node_modules/.bun/react-aria@3.50.0+d0e719b86e9808b5/node_modules/react-aria/dist/private/searchfield/useSearchField.mjs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D:/pasar_fix/node_modules/.bun/react-aria@3.50.0+d0e719b86e9808b5/node_modules/react-aria/dist/private/searchfield/useSearchField.mjs.map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D:/pasar_fix/node_modules/.bun/react-aria@3.50.0+d0e719b86e9808b5/node_modules/react-aria/dist/private/select/HiddenSelect.cjs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D:/pasar_fix/node_modules/.bun/react-aria@3.50.0+d0e719b86e9808b5/node_modules/react-aria/dist/private/select/HiddenSelect.cjs.map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D:/pasar_fix/node_modules/.bun/react-aria@3.50.0+d0e719b86e9808b5/node_modules/react-aria/dist/private/select/HiddenSelect.js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D:/pasar_fix/node_modules/.bun/react-aria@3.50.0+d0e719b86e9808b5/node_modules/react-aria/dist/private/select/HiddenSelect.js.map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D:/pasar_fix/node_modules/.bun/react-aria@3.50.0+d0e719b86e9808b5/node_modules/react-aria/dist/private/select/HiddenSelect.mjs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D:/pasar_fix/node_modules/.bun/react-aria@3.50.0+d0e719b86e9808b5/node_modules/react-aria/dist/private/select/HiddenSelect.mjs.map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D:/pasar_fix/node_modules/.bun/react-aria@3.50.0+d0e719b86e9808b5/node_modules/react-aria/dist/private/select/useSelect.cjs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D:/pasar_fix/node_modules/.bun/react-aria@3.50.0+d0e719b86e9808b5/node_modules/react-aria/dist/private/select/useSelect.cjs.map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D:/pasar_fix/node_modules/.bun/react-aria@3.50.0+d0e719b86e9808b5/node_modules/react-aria/dist/private/select/useSelect.js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D:/pasar_fix/node_modules/.bun/react-aria@3.50.0+d0e719b86e9808b5/node_modules/react-aria/dist/private/select/useSelect.js.map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D:/pasar_fix/node_modules/.bun/react-aria@3.50.0+d0e719b86e9808b5/node_modules/react-aria/dist/private/select/useSelect.mjs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D:/pasar_fix/node_modules/.bun/react-aria@3.50.0+d0e719b86e9808b5/node_modules/react-aria/dist/private/select/useSelect.mjs.map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D:/pasar_fix/node_modules/.bun/react-aria@3.50.0+d0e719b86e9808b5/node_modules/react-aria/dist/private/selection/DOMLayoutDelegate.cjs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D:/pasar_fix/node_modules/.bun/react-aria@3.50.0+d0e719b86e9808b5/node_modules/react-aria/dist/private/selection/DOMLayoutDelegate.cjs.map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D:/pasar_fix/node_modules/.bun/react-aria@3.50.0+d0e719b86e9808b5/node_modules/react-aria/dist/private/selection/DOMLayoutDelegate.js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D:/pasar_fix/node_modules/.bun/react-aria@3.50.0+d0e719b86e9808b5/node_modules/react-aria/dist/private/selection/DOMLayoutDelegate.js.map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D:/pasar_fix/node_modules/.bun/react-aria@3.50.0+d0e719b86e9808b5/node_modules/react-aria/dist/private/selection/DOMLayoutDelegate.mjs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D:/pasar_fix/node_modules/.bun/react-aria@3.50.0+d0e719b86e9808b5/node_modules/react-aria/dist/private/selection/DOMLayoutDelegate.mjs.map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D:/pasar_fix/node_modules/.bun/react-aria@3.50.0+d0e719b86e9808b5/node_modules/react-aria/dist/private/selection/ListKeyboardDelegate.cjs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D:/pasar_fix/node_modules/.bun/react-aria@3.50.0+d0e719b86e9808b5/node_modules/react-aria/dist/private/selection/ListKeyboardDelegate.cjs.map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D:/pasar_fix/node_modules/.bun/react-aria@3.50.0+d0e719b86e9808b5/node_modules/react-aria/dist/private/selection/ListKeyboardDelegate.js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D:/pasar_fix/node_modules/.bun/react-aria@3.50.0+d0e719b86e9808b5/node_modules/react-aria/dist/private/selection/ListKeyboardDelegate.js.map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D:/pasar_fix/node_modules/.bun/react-aria@3.50.0+d0e719b86e9808b5/node_modules/react-aria/dist/private/selection/ListKeyboardDelegate.mjs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D:/pasar_fix/node_modules/.bun/react-aria@3.50.0+d0e719b86e9808b5/node_modules/react-aria/dist/private/selection/ListKeyboardDelegate.mjs.map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D:/pasar_fix/node_modules/.bun/react-aria@3.50.0+d0e719b86e9808b5/node_modules/react-aria/dist/private/selection/useSelectableCollection.cjs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D:/pasar_fix/node_modules/.bun/react-aria@3.50.0+d0e719b86e9808b5/node_modules/react-aria/dist/private/selection/useSelectableCollection.cjs.map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D:/pasar_fix/node_modules/.bun/react-aria@3.50.0+d0e719b86e9808b5/node_modules/react-aria/dist/private/selection/useSelectableCollection.js</a:t>
            </a:r>
          </a:p>
          <a:p>
            <a:pPr>
              <a:defRPr sz="1200"/>
            </a:pPr>
            <a:r>
              <a:t>D:/pasar_fix/node_modules/.bun/react-aria@3.50.0+d0e719b86e9808b5/node_modules/react-aria/dist/private/selection/useSelectableCollection.js.map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D:/pasar_fix/node_modules/.bun/react-aria@3.50.0+d0e719b86e9808b5/node_modules/react-aria/dist/private/selection/useSelectableCollection.mjs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D:/pasar_fix/node_modules/.bun/react-aria@3.50.0+d0e719b86e9808b5/node_modules/react-aria/dist/private/selection/useSelectableCollection.mjs.map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D:/pasar_fix/node_modules/.bun/react-aria@3.50.0+d0e719b86e9808b5/node_modules/react-aria/dist/private/selection/useSelectableItem.cjs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D:/pasar_fix/node_modules/.bun/react-aria@3.50.0+d0e719b86e9808b5/node_modules/react-aria/dist/private/selection/useSelectableItem.cjs.map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D:/pasar_fix/node_modules/.bun/react-aria@3.50.0+d0e719b86e9808b5/node_modules/react-aria/dist/private/selection/useSelectableItem.js</a:t>
            </a:r>
          </a:p>
          <a:p>
            <a:pPr>
              <a:defRPr sz="1200"/>
            </a:pPr>
            <a:r>
              <a:t>D:/pasar_fix/node_modules/.bun/react-aria@3.50.0+d0e719b86e9808b5/node_modules/react-aria/dist/private/selection/useSelectableItem.js.map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D:/pasar_fix/node_modules/.bun/react-aria@3.50.0+d0e719b86e9808b5/node_modules/react-aria/dist/private/selection/useSelectableItem.mjs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D:/pasar_fix/node_modules/.bun/react-aria@3.50.0+d0e719b86e9808b5/node_modules/react-aria/dist/private/selection/useSelectableItem.mjs.map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D:/pasar_fix/node_modules/.bun/react-aria@3.50.0+d0e719b86e9808b5/node_modules/react-aria/dist/private/selection/useSelectableList.cjs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D:/pasar_fix/node_modules/.bun/react-aria@3.50.0+d0e719b86e9808b5/node_modules/react-aria/dist/private/selection/useSelectableList.cjs.map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D:/pasar_fix/node_modules/.bun/react-aria@3.50.0+d0e719b86e9808b5/node_modules/react-aria/dist/private/selection/useSelectableList.js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D:/pasar_fix/node_modules/.bun/react-aria@3.50.0+d0e719b86e9808b5/node_modules/react-aria/dist/private/selection/useSelectableList.js.map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D:/pasar_fix/node_modules/.bun/react-aria@3.50.0+d0e719b86e9808b5/node_modules/react-aria/dist/private/selection/useSelectableList.mjs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D:/pasar_fix/node_modules/.bun/react-aria@3.50.0+d0e719b86e9808b5/node_modules/react-aria/dist/private/selection/useSelectableList.mjs.map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D:/pasar_fix/node_modules/.bun/react-aria@3.50.0+d0e719b86e9808b5/node_modules/react-aria/dist/private/selection/useTypeSelect.cjs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D:/pasar_fix/node_modules/.bun/react-aria@3.50.0+d0e719b86e9808b5/node_modules/react-aria/dist/private/selection/useTypeSelect.cjs.map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D:/pasar_fix/node_modules/.bun/react-aria@3.50.0+d0e719b86e9808b5/node_modules/react-aria/dist/private/selection/useTypeSelect.js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D:/pasar_fix/node_modules/.bun/react-aria@3.50.0+d0e719b86e9808b5/node_modules/react-aria/dist/private/selection/useTypeSelect.js.map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D:/pasar_fix/node_modules/.bun/react-aria@3.50.0+d0e719b86e9808b5/node_modules/react-aria/dist/private/selection/useTypeSelect.mjs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D:/pasar_fix/node_modules/.bun/react-aria@3.50.0+d0e719b86e9808b5/node_modules/react-aria/dist/private/selection/useTypeSelect.mjs.map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D:/pasar_fix/node_modules/.bun/react-aria@3.50.0+d0e719b86e9808b5/node_modules/react-aria/dist/private/selection/utils.cjs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D:/pasar_fix/node_modules/.bun/react-aria@3.50.0+d0e719b86e9808b5/node_modules/react-aria/dist/private/selection/utils.cjs.map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D:/pasar_fix/node_modules/.bun/react-aria@3.50.0+d0e719b86e9808b5/node_modules/react-aria/dist/private/selection/utils.js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D:/pasar_fix/node_modules/.bun/react-aria@3.50.0+d0e719b86e9808b5/node_modules/react-aria/dist/private/selection/utils.js.map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D:/pasar_fix/node_modules/.bun/react-aria@3.50.0+d0e719b86e9808b5/node_modules/react-aria/dist/private/selection/utils.mjs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D:/pasar_fix/node_modules/.bun/react-aria@3.50.0+d0e719b86e9808b5/node_modules/react-aria/dist/private/selection/utils.mjs.map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D:/pasar_fix/node_modules/.bun/react-aria@3.50.0+d0e719b86e9808b5/node_modules/react-aria/dist/private/separator/useSeparator.cjs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D:/pasar_fix/node_modules/.bun/react-aria@3.50.0+d0e719b86e9808b5/node_modules/react-aria/dist/private/separator/useSeparator.cjs.map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D:/pasar_fix/node_modules/.bun/react-aria@3.50.0+d0e719b86e9808b5/node_modules/react-aria/dist/private/separator/useSeparator.js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D:/pasar_fix/node_modules/.bun/react-aria@3.50.0+d0e719b86e9808b5/node_modules/react-aria/dist/private/separator/useSeparator.js.map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D:/pasar_fix/node_modules/.bun/react-aria@3.50.0+d0e719b86e9808b5/node_modules/react-aria/dist/private/separator/useSeparator.mjs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D:/pasar_fix/node_modules/.bun/react-aria@3.50.0+d0e719b86e9808b5/node_modules/react-aria/dist/private/separator/useSeparator.mjs.map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D:/pasar_fix/node_modules/.bun/react-aria@3.50.0+d0e719b86e9808b5/node_modules/react-aria/dist/private/slider/useSlider.cjs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D:/pasar_fix/node_modules/.bun/react-aria@3.50.0+d0e719b86e9808b5/node_modules/react-aria/dist/private/slider/useSlider.cjs.map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D:/pasar_fix/node_modules/.bun/react-aria@3.50.0+d0e719b86e9808b5/node_modules/react-aria/dist/private/slider/useSlider.js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D:/pasar_fix/node_modules/.bun/react-aria@3.50.0+d0e719b86e9808b5/node_modules/react-aria/dist/private/slider/useSlider.js.map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D:/pasar_fix/node_modules/.bun/react-aria@3.50.0+d0e719b86e9808b5/node_modules/react-aria/dist/private/slider/useSlider.mjs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D:/pasar_fix/node_modules/.bun/react-aria@3.50.0+d0e719b86e9808b5/node_modules/react-aria/dist/private/slider/useSlider.mjs.map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D:/pasar_fix/node_modules/.bun/react-aria@3.50.0+d0e719b86e9808b5/node_modules/react-aria/dist/private/slider/useSliderThumb.cjs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D:/pasar_fix/node_modules/.bun/react-aria@3.50.0+d0e719b86e9808b5/node_modules/react-aria/dist/private/slider/useSliderThumb.cjs.map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D:/pasar_fix/node_modules/.bun/react-aria@3.50.0+d0e719b86e9808b5/node_modules/react-aria/dist/private/slider/useSliderThumb.js</a:t>
            </a:r>
          </a:p>
          <a:p>
            <a:pPr>
              <a:defRPr sz="1200"/>
            </a:pPr>
            <a:r>
              <a:t>D:/pasar_fix/node_modules/.bun/react-aria@3.50.0+d0e719b86e9808b5/node_modules/react-aria/dist/private/slider/useSliderThumb.js.map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D:/pasar_fix/node_modules/.bun/react-aria@3.50.0+d0e719b86e9808b5/node_modules/react-aria/dist/private/slider/useSliderThumb.mjs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D:/pasar_fix/node_modules/.bun/react-aria@3.50.0+d0e719b86e9808b5/node_modules/react-aria/dist/private/slider/useSliderThumb.mjs.map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D:/pasar_fix/node_modules/.bun/react-aria@3.50.0+d0e719b86e9808b5/node_modules/react-aria/dist/private/slider/utils.cjs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D:/pasar_fix/node_modules/.bun/react-aria@3.50.0+d0e719b86e9808b5/node_modules/react-aria/dist/private/slider/utils.cjs.map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D:/pasar_fix/node_modules/.bun/react-aria@3.50.0+d0e719b86e9808b5/node_modules/react-aria/dist/private/slider/utils.js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D:/pasar_fix/node_modules/.bun/react-aria@3.50.0+d0e719b86e9808b5/node_modules/react-aria/dist/private/slider/utils.js.map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D:/pasar_fix/node_modules/.bun/react-aria@3.50.0+d0e719b86e9808b5/node_modules/react-aria/dist/private/slider/utils.mjs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D:/pasar_fix/node_modules/.bun/react-aria@3.50.0+d0e719b86e9808b5/node_modules/react-aria/dist/private/slider/utils.mjs.map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D:/pasar_fix/node_modules/.bun/react-aria@3.50.0+d0e719b86e9808b5/node_modules/react-aria/dist/private/spinbutton/intlStrings.cjs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D:/pasar_fix/node_modules/.bun/react-aria@3.50.0+d0e719b86e9808b5/node_modules/react-aria/dist/private/spinbutton/intlStrings.cjs.map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D:/pasar_fix/node_modules/.bun/react-aria@3.50.0+d0e719b86e9808b5/node_modules/react-aria/dist/private/spinbutton/intlStrings.js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D:/pasar_fix/node_modules/.bun/react-aria@3.50.0+d0e719b86e9808b5/node_modules/react-aria/dist/private/spinbutton/intlStrings.js.map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D:/pasar_fix/node_modules/.bun/react-aria@3.50.0+d0e719b86e9808b5/node_modules/react-aria/dist/private/spinbutton/intlStrings.mjs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D:/pasar_fix/node_modules/.bun/react-aria@3.50.0+d0e719b86e9808b5/node_modules/react-aria/dist/private/spinbutton/intlStrings.mjs.map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D:/pasar_fix/node_modules/.bun/react-aria@3.50.0+d0e719b86e9808b5/node_modules/react-aria/dist/private/spinbutton/useSpinButton.cjs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D:/pasar_fix/node_modules/.bun/react-aria@3.50.0+d0e719b86e9808b5/node_modules/react-aria/dist/private/spinbutton/useSpinButton.cjs.map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D:/pasar_fix/node_modules/.bun/react-aria@3.50.0+d0e719b86e9808b5/node_modules/react-aria/dist/private/spinbutton/useSpinButton.js</a:t>
            </a:r>
          </a:p>
          <a:p>
            <a:pPr>
              <a:defRPr sz="1200"/>
            </a:pPr>
            <a:r>
              <a:t>D:/pasar_fix/node_modules/.bun/react-aria@3.50.0+d0e719b86e9808b5/node_modules/react-aria/dist/private/spinbutton/useSpinButton.js.map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D:/pasar_fix/node_modules/.bun/react-aria@3.50.0+d0e719b86e9808b5/node_modules/react-aria/dist/private/spinbutton/useSpinButton.mjs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D:/pasar_fix/node_modules/.bun/react-aria@3.50.0+d0e719b86e9808b5/node_modules/react-aria/dist/private/spinbutton/useSpinButton.mjs.map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D:/pasar_fix/node_modules/.bun/react-aria@3.50.0+d0e719b86e9808b5/node_modules/react-aria/dist/private/ssr/SSRProvider.cjs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D:/pasar_fix/node_modules/.bun/react-aria@3.50.0+d0e719b86e9808b5/node_modules/react-aria/dist/private/ssr/SSRProvider.cjs.map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D:/pasar_fix/node_modules/.bun/react-aria@3.50.0+d0e719b86e9808b5/node_modules/react-aria/dist/private/ssr/SSRProvider.js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D:/pasar_fix/node_modules/.bun/react-aria@3.50.0+d0e719b86e9808b5/node_modules/react-aria/dist/private/ssr/SSRProvider.js.map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D:/pasar_fix/node_modules/.bun/react-aria@3.50.0+d0e719b86e9808b5/node_modules/react-aria/dist/private/ssr/SSRProvider.mjs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D:/pasar_fix/node_modules/.bun/react-aria@3.50.0+d0e719b86e9808b5/node_modules/react-aria/dist/private/ssr/SSRProvider.mjs.map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D:/pasar_fix/node_modules/.bun/react-aria@3.50.0+d0e719b86e9808b5/node_modules/react-aria/dist/private/steplist/intlStrings.cjs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D:/pasar_fix/node_modules/.bun/react-aria@3.50.0+d0e719b86e9808b5/node_modules/react-aria/dist/private/steplist/intlStrings.cjs.map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D:/pasar_fix/node_modules/.bun/react-aria@3.50.0+d0e719b86e9808b5/node_modules/react-aria/dist/private/steplist/intlStrings.js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D:/pasar_fix/node_modules/.bun/react-aria@3.50.0+d0e719b86e9808b5/node_modules/react-aria/dist/private/steplist/intlStrings.js.map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D:/pasar_fix/node_modules/.bun/react-aria@3.50.0+d0e719b86e9808b5/node_modules/react-aria/dist/private/steplist/intlStrings.mjs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D:/pasar_fix/node_modules/.bun/react-aria@3.50.0+d0e719b86e9808b5/node_modules/react-aria/dist/private/steplist/intlStrings.mjs.map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D:/pasar_fix/node_modules/.bun/react-aria@3.50.0+d0e719b86e9808b5/node_modules/react-aria/dist/private/steplist/useStepList.cjs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D:/pasar_fix/node_modules/.bun/react-aria@3.50.0+d0e719b86e9808b5/node_modules/react-aria/dist/private/steplist/useStepList.cjs.map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D:/pasar_fix/node_modules/.bun/react-aria@3.50.0+d0e719b86e9808b5/node_modules/react-aria/dist/private/steplist/useStepList.js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D:/pasar_fix/node_modules/.bun/react-aria@3.50.0+d0e719b86e9808b5/node_modules/react-aria/dist/private/steplist/useStepList.js.map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D:/pasar_fix/node_modules/.bun/react-aria@3.50.0+d0e719b86e9808b5/node_modules/react-aria/dist/private/steplist/useStepList.mjs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D:/pasar_fix/node_modules/.bun/react-aria@3.50.0+d0e719b86e9808b5/node_modules/react-aria/dist/private/steplist/useStepList.mjs.map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D:/pasar_fix/node_modules/.bun/react-aria@3.50.0+d0e719b86e9808b5/node_modules/react-aria/dist/private/steplist/useStepListItem.cjs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D:/pasar_fix/node_modules/.bun/react-aria@3.50.0+d0e719b86e9808b5/node_modules/react-aria/dist/private/steplist/useStepListItem.cjs.map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D:/pasar_fix/node_modules/.bun/react-aria@3.50.0+d0e719b86e9808b5/node_modules/react-aria/dist/private/steplist/useStepListItem.js</a:t>
            </a:r>
          </a:p>
          <a:p>
            <a:pPr>
              <a:defRPr sz="1200"/>
            </a:pPr>
            <a:r>
              <a:t>D:/pasar_fix/node_modules/.bun/react-aria@3.50.0+d0e719b86e9808b5/node_modules/react-aria/dist/private/steplist/useStepListItem.js.map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D:/pasar_fix/node_modules/.bun/react-aria@3.50.0+d0e719b86e9808b5/node_modules/react-aria/dist/private/steplist/useStepListItem.mjs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D:/pasar_fix/node_modules/.bun/react-aria@3.50.0+d0e719b86e9808b5/node_modules/react-aria/dist/private/steplist/useStepListItem.mjs.map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D:/pasar_fix/node_modules/.bun/react-aria@3.50.0+d0e719b86e9808b5/node_modules/react-aria/dist/private/switch/useSwitch.cjs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D:/pasar_fix/node_modules/.bun/react-aria@3.50.0+d0e719b86e9808b5/node_modules/react-aria/dist/private/switch/useSwitch.cjs.map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D:/pasar_fix/node_modules/.bun/react-aria@3.50.0+d0e719b86e9808b5/node_modules/react-aria/dist/private/switch/useSwitch.js</a:t>
            </a:r>
          </a:p>
          <a:p>
            <a:pPr>
              <a:defRPr sz="1200"/>
            </a:pPr>
            <a:r>
              <a:t>D:/pasar_fix/node_modules/.bun/react-aria@3.50.0+d0e719b86e9808b5/node_modules/react-aria/dist/private/switch/useSwitch.js.map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D:/pasar_fix/node_modules/.bun/react-aria@3.50.0+d0e719b86e9808b5/node_modules/react-aria/dist/private/switch/useSwitch.mjs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D:/pasar_fix/node_modules/.bun/react-aria@3.50.0+d0e719b86e9808b5/node_modules/react-aria/dist/private/switch/useSwitch.mjs.map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D:/pasar_fix/node_modules/.bun/react-aria@3.50.0+d0e719b86e9808b5/node_modules/react-aria/dist/private/table/intlStrings.cjs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D:/pasar_fix/node_modules/.bun/react-aria@3.50.0+d0e719b86e9808b5/node_modules/react-aria/dist/private/table/intlStrings.cjs.map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D:/pasar_fix/node_modules/.bun/react-aria@3.50.0+d0e719b86e9808b5/node_modules/react-aria/dist/private/table/intlStrings.js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D:/pasar_fix/node_modules/.bun/react-aria@3.50.0+d0e719b86e9808b5/node_modules/react-aria/dist/private/table/intlStrings.js.map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D:/pasar_fix/node_modules/.bun/react-aria@3.50.0+d0e719b86e9808b5/node_modules/react-aria/dist/private/table/intlStrings.mjs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D:/pasar_fix/node_modules/.bun/react-aria@3.50.0+d0e719b86e9808b5/node_modules/react-aria/dist/private/table/intlStrings.mjs.map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D:/pasar_fix/node_modules/.bun/react-aria@3.50.0+d0e719b86e9808b5/node_modules/react-aria/dist/private/table/TableKeyboardDelegate.cjs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D:/pasar_fix/node_modules/.bun/react-aria@3.50.0+d0e719b86e9808b5/node_modules/react-aria/dist/private/table/TableKeyboardDelegate.cjs.map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D:/pasar_fix/node_modules/.bun/react-aria@3.50.0+d0e719b86e9808b5/node_modules/react-aria/dist/private/table/TableKeyboardDelegate.js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D:/pasar_fix/node_modules/.bun/react-aria@3.50.0+d0e719b86e9808b5/node_modules/react-aria/dist/private/table/TableKeyboardDelegate.js.map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D:/pasar_fix/node_modules/.bun/react-aria@3.50.0+d0e719b86e9808b5/node_modules/react-aria/dist/private/table/TableKeyboardDelegate.mjs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D:/pasar_fix/node_modules/.bun/react-aria@3.50.0+d0e719b86e9808b5/node_modules/react-aria/dist/private/table/TableKeyboardDelegate.mjs.map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D:/pasar_fix/node_modules/.bun/react-aria@3.50.0+d0e719b86e9808b5/node_modules/react-aria/dist/private/table/useTable.cjs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D:/pasar_fix/node_modules/.bun/react-aria@3.50.0+d0e719b86e9808b5/node_modules/react-aria/dist/private/table/useTable.cjs.map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D:/pasar_fix/node_modules/.bun/react-aria@3.50.0+d0e719b86e9808b5/node_modules/react-aria/dist/private/table/useTable.js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D:/pasar_fix/node_modules/.bun/react-aria@3.50.0+d0e719b86e9808b5/node_modules/react-aria/dist/private/table/useTable.js.map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D:/pasar_fix/node_modules/.bun/react-aria@3.50.0+d0e719b86e9808b5/node_modules/react-aria/dist/private/table/useTable.mjs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D:/pasar_fix/node_modules/.bun/react-aria@3.50.0+d0e719b86e9808b5/node_modules/react-aria/dist/private/table/useTable.mjs.map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D:/pasar_fix/node_modules/.bun/react-aria@3.50.0+d0e719b86e9808b5/node_modules/react-aria/dist/private/table/useTableCell.cjs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D:/pasar_fix/node_modules/.bun/react-aria@3.50.0+d0e719b86e9808b5/node_modules/react-aria/dist/private/table/useTableCell.cjs.map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D:/pasar_fix/node_modules/.bun/react-aria@3.50.0+d0e719b86e9808b5/node_modules/react-aria/dist/private/table/useTableCell.js</a:t>
            </a:r>
          </a:p>
          <a:p>
            <a:pPr>
              <a:defRPr sz="1200"/>
            </a:pPr>
            <a:r>
              <a:t>D:/pasar_fix/node_modules/.bun/react-aria@3.50.0+d0e719b86e9808b5/node_modules/react-aria/dist/private/table/useTableCell.js.map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D:/pasar_fix/node_modules/.bun/react-aria@3.50.0+d0e719b86e9808b5/node_modules/react-aria/dist/private/table/useTableCell.mjs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D:/pasar_fix/node_modules/.bun/react-aria@3.50.0+d0e719b86e9808b5/node_modules/react-aria/dist/private/table/useTableCell.mjs.map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D:/pasar_fix/node_modules/.bun/react-aria@3.50.0+d0e719b86e9808b5/node_modules/react-aria/dist/private/table/useTableColumnHeader.cjs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D:/pasar_fix/node_modules/.bun/react-aria@3.50.0+d0e719b86e9808b5/node_modules/react-aria/dist/private/table/useTableColumnHeader.cjs.map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D:/pasar_fix/node_modules/.bun/react-aria@3.50.0+d0e719b86e9808b5/node_modules/react-aria/dist/private/table/useTableColumnHeader.js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D:/pasar_fix/node_modules/.bun/react-aria@3.50.0+d0e719b86e9808b5/node_modules/react-aria/dist/private/table/useTableColumnHeader.js.map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D:/pasar_fix/node_modules/.bun/react-aria@3.50.0+d0e719b86e9808b5/node_modules/react-aria/dist/private/table/useTableColumnHeader.mjs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D:/pasar_fix/node_modules/.bun/react-aria@3.50.0+d0e719b86e9808b5/node_modules/react-aria/dist/private/table/useTableColumnHeader.mjs.map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D:/pasar_fix/node_modules/.bun/react-aria@3.50.0+d0e719b86e9808b5/node_modules/react-aria/dist/private/table/useTableColumnResize.cjs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D:/pasar_fix/node_modules/.bun/react-aria@3.50.0+d0e719b86e9808b5/node_modules/react-aria/dist/private/table/useTableColumnResize.cjs.map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D:/pasar_fix/node_modules/.bun/react-aria@3.50.0+d0e719b86e9808b5/node_modules/react-aria/dist/private/table/useTableColumnResize.js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D:/pasar_fix/node_modules/.bun/react-aria@3.50.0+d0e719b86e9808b5/node_modules/react-aria/dist/private/table/useTableColumnResize.js.map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D:/pasar_fix/node_modules/.bun/react-aria@3.50.0+d0e719b86e9808b5/node_modules/react-aria/dist/private/table/useTableColumnResize.mjs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D:/pasar_fix/node_modules/.bun/react-aria@3.50.0+d0e719b86e9808b5/node_modules/react-aria/dist/private/table/useTableColumnResize.mjs.map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D:/pasar_fix/node_modules/.bun/react-aria@3.50.0+d0e719b86e9808b5/node_modules/react-aria/dist/private/table/useTableHeaderRow.cjs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D:/pasar_fix/node_modules/.bun/react-aria@3.50.0+d0e719b86e9808b5/node_modules/react-aria/dist/private/table/useTableHeaderRow.cjs.map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D:/pasar_fix/node_modules/.bun/react-aria@3.50.0+d0e719b86e9808b5/node_modules/react-aria/dist/private/table/useTableHeaderRow.js</a:t>
            </a:r>
          </a:p>
          <a:p>
            <a:pPr>
              <a:defRPr sz="1200"/>
            </a:pPr>
            <a:r>
              <a:t>D:/pasar_fix/node_modules/.bun/react-aria@3.50.0+d0e719b86e9808b5/node_modules/react-aria/dist/private/table/useTableHeaderRow.js.map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D:/pasar_fix/node_modules/.bun/react-aria@3.50.0+d0e719b86e9808b5/node_modules/react-aria/dist/private/table/useTableHeaderRow.mjs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D:/pasar_fix/node_modules/.bun/react-aria@3.50.0+d0e719b86e9808b5/node_modules/react-aria/dist/private/table/useTableHeaderRow.mjs.map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D:/pasar_fix/node_modules/.bun/react-aria@3.50.0+d0e719b86e9808b5/node_modules/react-aria/dist/private/table/useTableRow.cjs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D:/pasar_fix/node_modules/.bun/react-aria@3.50.0+d0e719b86e9808b5/node_modules/react-aria/dist/private/table/useTableRow.cjs.map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D:/pasar_fix/node_modules/.bun/react-aria@3.50.0+d0e719b86e9808b5/node_modules/react-aria/dist/private/table/useTableRow.js</a:t>
            </a:r>
          </a:p>
          <a:p>
            <a:pPr>
              <a:defRPr sz="1200"/>
            </a:pPr>
            <a:r>
              <a:t>D:/pasar_fix/node_modules/.bun/react-aria@3.50.0+d0e719b86e9808b5/node_modules/react-aria/dist/private/table/useTableRow.js.map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D:/pasar_fix/node_modules/.bun/react-aria@3.50.0+d0e719b86e9808b5/node_modules/react-aria/dist/private/table/useTableRow.mjs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D:/pasar_fix/node_modules/.bun/react-aria@3.50.0+d0e719b86e9808b5/node_modules/react-aria/dist/private/table/useTableRow.mjs.map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D:/pasar_fix/node_modules/.bun/react-aria@3.50.0+d0e719b86e9808b5/node_modules/react-aria/dist/private/table/useTableRowGroup.cjs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D:/pasar_fix/node_modules/.bun/react-aria@3.50.0+d0e719b86e9808b5/node_modules/react-aria/dist/private/table/useTableRowGroup.cjs.map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D:/pasar_fix/node_modules/.bun/react-aria@3.50.0+d0e719b86e9808b5/node_modules/react-aria/dist/private/table/useTableRowGroup.js</a:t>
            </a:r>
          </a:p>
          <a:p>
            <a:pPr>
              <a:defRPr sz="1200"/>
            </a:pPr>
            <a:r>
              <a:t>D:/pasar_fix/node_modules/.bun/react-aria@3.50.0+d0e719b86e9808b5/node_modules/react-aria/dist/private/table/useTableRowGroup.js.map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D:/pasar_fix/node_modules/.bun/react-aria@3.50.0+d0e719b86e9808b5/node_modules/react-aria/dist/private/table/useTableRowGroup.mjs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D:/pasar_fix/node_modules/.bun/react-aria@3.50.0+d0e719b86e9808b5/node_modules/react-aria/dist/private/table/useTableRowGroup.mjs.map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D:/pasar_fix/node_modules/.bun/react-aria@3.50.0+d0e719b86e9808b5/node_modules/react-aria/dist/private/table/useTableSelectionCheckbox.cjs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D:/pasar_fix/node_modules/.bun/react-aria@3.50.0+d0e719b86e9808b5/node_modules/react-aria/dist/private/table/useTableSelectionCheckbox.cjs.map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D:/pasar_fix/node_modules/.bun/react-aria@3.50.0+d0e719b86e9808b5/node_modules/react-aria/dist/private/table/useTableSelectionCheckbox.js</a:t>
            </a:r>
          </a:p>
          <a:p>
            <a:pPr>
              <a:defRPr sz="1200"/>
            </a:pPr>
            <a:r>
              <a:t>D:/pasar_fix/node_modules/.bun/react-aria@3.50.0+d0e719b86e9808b5/node_modules/react-aria/dist/private/table/useTableSelectionCheckbox.js.map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D:/pasar_fix/node_modules/.bun/react-aria@3.50.0+d0e719b86e9808b5/node_modules/react-aria/dist/private/table/useTableSelectionCheckbox.mjs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D:/pasar_fix/node_modules/.bun/react-aria@3.50.0+d0e719b86e9808b5/node_modules/react-aria/dist/private/table/useTableSelectionCheckbox.mjs.map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D:/pasar_fix/node_modules/.bun/react-aria@3.50.0+d0e719b86e9808b5/node_modules/react-aria/dist/private/table/utils.cjs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D:/pasar_fix/node_modules/.bun/react-aria@3.50.0+d0e719b86e9808b5/node_modules/react-aria/dist/private/table/utils.cjs.map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D:/pasar_fix/node_modules/.bun/react-aria@3.50.0+d0e719b86e9808b5/node_modules/react-aria/dist/private/table/utils.js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D:/pasar_fix/node_modules/.bun/react-aria@3.50.0+d0e719b86e9808b5/node_modules/react-aria/dist/private/table/utils.js.map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D:/pasar_fix/node_modules/.bun/react-aria@3.50.0+d0e719b86e9808b5/node_modules/react-aria/dist/private/table/utils.mjs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D:/pasar_fix/node_modules/.bun/react-aria@3.50.0+d0e719b86e9808b5/node_modules/react-aria/dist/private/table/utils.mjs.map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D:/pasar_fix/node_modules/.bun/react-aria@3.50.0+d0e719b86e9808b5/node_modules/react-aria/dist/private/tabs/TabsKeyboardDelegate.cjs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D:/pasar_fix/node_modules/.bun/react-aria@3.50.0+d0e719b86e9808b5/node_modules/react-aria/dist/private/tabs/TabsKeyboardDelegate.cjs.map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D:/pasar_fix/node_modules/.bun/react-aria@3.50.0+d0e719b86e9808b5/node_modules/react-aria/dist/private/tabs/TabsKeyboardDelegate.js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D:/pasar_fix/node_modules/.bun/react-aria@3.50.0+d0e719b86e9808b5/node_modules/react-aria/dist/private/tabs/TabsKeyboardDelegate.js.map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D:/pasar_fix/node_modules/.bun/react-aria@3.50.0+d0e719b86e9808b5/node_modules/react-aria/dist/private/tabs/TabsKeyboardDelegate.mjs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D:/pasar_fix/node_modules/.bun/react-aria@3.50.0+d0e719b86e9808b5/node_modules/react-aria/dist/private/tabs/TabsKeyboardDelegate.mjs.map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D:/pasar_fix/node_modules/.bun/react-aria@3.50.0+d0e719b86e9808b5/node_modules/react-aria/dist/private/tabs/useTab.cjs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D:/pasar_fix/node_modules/.bun/react-aria@3.50.0+d0e719b86e9808b5/node_modules/react-aria/dist/private/tabs/useTab.cjs.map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D:/pasar_fix/node_modules/.bun/react-aria@3.50.0+d0e719b86e9808b5/node_modules/react-aria/dist/private/tabs/useTab.js</a:t>
            </a:r>
          </a:p>
          <a:p>
            <a:pPr>
              <a:defRPr sz="1200"/>
            </a:pPr>
            <a:r>
              <a:t>D:/pasar_fix/node_modules/.bun/react-aria@3.50.0+d0e719b86e9808b5/node_modules/react-aria/dist/private/tabs/useTab.js.map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D:/pasar_fix/node_modules/.bun/react-aria@3.50.0+d0e719b86e9808b5/node_modules/react-aria/dist/private/tabs/useTab.mjs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D:/pasar_fix/node_modules/.bun/react-aria@3.50.0+d0e719b86e9808b5/node_modules/react-aria/dist/private/tabs/useTab.mjs.map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D:/pasar_fix/node_modules/.bun/react-aria@3.50.0+d0e719b86e9808b5/node_modules/react-aria/dist/private/tabs/useTabList.cjs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D:/pasar_fix/node_modules/.bun/react-aria@3.50.0+d0e719b86e9808b5/node_modules/react-aria/dist/private/tabs/useTabList.cjs.map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D:/pasar_fix/node_modules/.bun/react-aria@3.50.0+d0e719b86e9808b5/node_modules/react-aria/dist/private/tabs/useTabList.js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D:/pasar_fix/node_modules/.bun/react-aria@3.50.0+d0e719b86e9808b5/node_modules/react-aria/dist/private/tabs/useTabList.js.map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D:/pasar_fix/node_modules/.bun/react-aria@3.50.0+d0e719b86e9808b5/node_modules/react-aria/dist/private/tabs/useTabList.mjs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D:/pasar_fix/node_modules/.bun/react-aria@3.50.0+d0e719b86e9808b5/node_modules/react-aria/dist/private/tabs/useTabList.mjs.map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D:/pasar_fix/node_modules/.bun/react-aria@3.50.0+d0e719b86e9808b5/node_modules/react-aria/dist/private/tabs/useTabPanel.cjs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D:/pasar_fix/node_modules/.bun/react-aria@3.50.0+d0e719b86e9808b5/node_modules/react-aria/dist/private/tabs/useTabPanel.cjs.map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D:/pasar_fix/node_modules/.bun/react-aria@3.50.0+d0e719b86e9808b5/node_modules/react-aria/dist/private/tabs/useTabPanel.js</a:t>
            </a:r>
          </a:p>
          <a:p>
            <a:pPr>
              <a:defRPr sz="1200"/>
            </a:pPr>
            <a:r>
              <a:t>D:/pasar_fix/node_modules/.bun/react-aria@3.50.0+d0e719b86e9808b5/node_modules/react-aria/dist/private/tabs/useTabPanel.js.map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D:/pasar_fix/node_modules/.bun/react-aria@3.50.0+d0e719b86e9808b5/node_modules/react-aria/dist/private/tabs/useTabPanel.mjs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D:/pasar_fix/node_modules/.bun/react-aria@3.50.0+d0e719b86e9808b5/node_modules/react-aria/dist/private/tabs/useTabPanel.mjs.map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D:/pasar_fix/node_modules/.bun/react-aria@3.50.0+d0e719b86e9808b5/node_modules/react-aria/dist/private/tabs/utils.cjs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D:/pasar_fix/node_modules/.bun/react-aria@3.50.0+d0e719b86e9808b5/node_modules/react-aria/dist/private/tabs/utils.cjs.map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D:/pasar_fix/node_modules/.bun/react-aria@3.50.0+d0e719b86e9808b5/node_modules/react-aria/dist/private/tabs/utils.js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D:/pasar_fix/node_modules/.bun/react-aria@3.50.0+d0e719b86e9808b5/node_modules/react-aria/dist/private/tabs/utils.js.map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D:/pasar_fix/node_modules/.bun/react-aria@3.50.0+d0e719b86e9808b5/node_modules/react-aria/dist/private/tabs/utils.mjs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D:/pasar_fix/node_modules/.bun/react-aria@3.50.0+d0e719b86e9808b5/node_modules/react-aria/dist/private/tabs/utils.mjs.map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D:/pasar_fix/node_modules/.bun/react-aria@3.50.0+d0e719b86e9808b5/node_modules/react-aria/dist/private/tag/intlStrings.cjs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D:/pasar_fix/node_modules/.bun/react-aria@3.50.0+d0e719b86e9808b5/node_modules/react-aria/dist/private/tag/intlStrings.cjs.map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D:/pasar_fix/node_modules/.bun/react-aria@3.50.0+d0e719b86e9808b5/node_modules/react-aria/dist/private/tag/intlStrings.js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D:/pasar_fix/node_modules/.bun/react-aria@3.50.0+d0e719b86e9808b5/node_modules/react-aria/dist/private/tag/intlStrings.js.map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D:/pasar_fix/node_modules/.bun/react-aria@3.50.0+d0e719b86e9808b5/node_modules/react-aria/dist/private/tag/intlStrings.mjs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D:/pasar_fix/node_modules/.bun/react-aria@3.50.0+d0e719b86e9808b5/node_modules/react-aria/dist/private/tag/intlStrings.mjs.map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D:/pasar_fix/node_modules/.bun/react-aria@3.50.0+d0e719b86e9808b5/node_modules/react-aria/dist/private/tag/useTag.cjs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D:/pasar_fix/node_modules/.bun/react-aria@3.50.0+d0e719b86e9808b5/node_modules/react-aria/dist/private/tag/useTag.cjs.map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D:/pasar_fix/node_modules/.bun/react-aria@3.50.0+d0e719b86e9808b5/node_modules/react-aria/dist/private/tag/useTag.js</a:t>
            </a:r>
          </a:p>
          <a:p>
            <a:pPr>
              <a:defRPr sz="1200"/>
            </a:pPr>
            <a:r>
              <a:t>D:/pasar_fix/node_modules/.bun/react-aria@3.50.0+d0e719b86e9808b5/node_modules/react-aria/dist/private/tag/useTag.js.map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D:/pasar_fix/node_modules/.bun/react-aria@3.50.0+d0e719b86e9808b5/node_modules/react-aria/dist/private/tag/useTag.mjs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D:/pasar_fix/node_modules/.bun/react-aria@3.50.0+d0e719b86e9808b5/node_modules/react-aria/dist/private/tag/useTag.mjs.map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D:/pasar_fix/node_modules/.bun/react-aria@3.50.0+d0e719b86e9808b5/node_modules/react-aria/dist/private/tag/useTagGroup.cjs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D:/pasar_fix/node_modules/.bun/react-aria@3.50.0+d0e719b86e9808b5/node_modules/react-aria/dist/private/tag/useTagGroup.cjs.map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D:/pasar_fix/node_modules/.bun/react-aria@3.50.0+d0e719b86e9808b5/node_modules/react-aria/dist/private/tag/useTagGroup.js</a:t>
            </a:r>
          </a:p>
          <a:p>
            <a:pPr>
              <a:defRPr sz="1200"/>
            </a:pPr>
            <a:r>
              <a:t>D:/pasar_fix/node_modules/.bun/react-aria@3.50.0+d0e719b86e9808b5/node_modules/react-aria/dist/private/tag/useTagGroup.js.map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D:/pasar_fix/node_modules/.bun/react-aria@3.50.0+d0e719b86e9808b5/node_modules/react-aria/dist/private/tag/useTagGroup.mjs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D:/pasar_fix/node_modules/.bun/react-aria@3.50.0+d0e719b86e9808b5/node_modules/react-aria/dist/private/tag/useTagGroup.mjs.map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D:/pasar_fix/node_modules/.bun/react-aria@3.50.0+d0e719b86e9808b5/node_modules/react-aria/dist/private/textfield/useFormattedTextField.cjs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D:/pasar_fix/node_modules/.bun/react-aria@3.50.0+d0e719b86e9808b5/node_modules/react-aria/dist/private/textfield/useFormattedTextField.cjs.map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D:/pasar_fix/node_modules/.bun/react-aria@3.50.0+d0e719b86e9808b5/node_modules/react-aria/dist/private/textfield/useFormattedTextField.js</a:t>
            </a:r>
          </a:p>
          <a:p>
            <a:pPr>
              <a:defRPr sz="1200"/>
            </a:pPr>
            <a:r>
              <a:t>D:/pasar_fix/node_modules/.bun/react-aria@3.50.0+d0e719b86e9808b5/node_modules/react-aria/dist/private/textfield/useFormattedTextField.js.map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D:/pasar_fix/node_modules/.bun/react-aria@3.50.0+d0e719b86e9808b5/node_modules/react-aria/dist/private/textfield/useFormattedTextField.mjs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D:/pasar_fix/node_modules/.bun/react-aria@3.50.0+d0e719b86e9808b5/node_modules/react-aria/dist/private/textfield/useFormattedTextField.mjs.map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D:/pasar_fix/node_modules/.bun/react-aria@3.50.0+d0e719b86e9808b5/node_modules/react-aria/dist/private/textfield/useTextField.cjs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D:/pasar_fix/node_modules/.bun/react-aria@3.50.0+d0e719b86e9808b5/node_modules/react-aria/dist/private/textfield/useTextField.cjs.map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D:/pasar_fix/node_modules/.bun/react-aria@3.50.0+d0e719b86e9808b5/node_modules/react-aria/dist/private/textfield/useTextField.js</a:t>
            </a:r>
          </a:p>
          <a:p>
            <a:pPr>
              <a:defRPr sz="1200"/>
            </a:pPr>
            <a:r>
              <a:t>D:/pasar_fix/node_modules/.bun/react-aria@3.50.0+d0e719b86e9808b5/node_modules/react-aria/dist/private/textfield/useTextField.js.map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D:/pasar_fix/node_modules/.bun/react-aria@3.50.0+d0e719b86e9808b5/node_modules/react-aria/dist/private/textfield/useTextField.mjs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D:/pasar_fix/node_modules/.bun/react-aria@3.50.0+d0e719b86e9808b5/node_modules/react-aria/dist/private/textfield/useTextField.mjs.map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D:/pasar_fix/node_modules/.bun/react-aria@3.50.0+d0e719b86e9808b5/node_modules/react-aria/dist/private/toast/intlStrings.cjs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D:/pasar_fix/node_modules/.bun/react-aria@3.50.0+d0e719b86e9808b5/node_modules/react-aria/dist/private/toast/intlStrings.cjs.map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D:/pasar_fix/node_modules/.bun/react-aria@3.50.0+d0e719b86e9808b5/node_modules/react-aria/dist/private/toast/intlStrings.js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D:/pasar_fix/node_modules/.bun/react-aria@3.50.0+d0e719b86e9808b5/node_modules/react-aria/dist/private/toast/intlStrings.js.map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D:/pasar_fix/node_modules/.bun/react-aria@3.50.0+d0e719b86e9808b5/node_modules/react-aria/dist/private/toast/intlStrings.mjs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D:/pasar_fix/node_modules/.bun/react-aria@3.50.0+d0e719b86e9808b5/node_modules/react-aria/dist/private/toast/intlStrings.mjs.map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D:/pasar_fix/node_modules/.bun/react-aria@3.50.0+d0e719b86e9808b5/node_modules/react-aria/dist/private/toast/useToast.cjs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D:/pasar_fix/node_modules/.bun/react-aria@3.50.0+d0e719b86e9808b5/node_modules/react-aria/dist/private/toast/useToast.cjs.map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D:/pasar_fix/node_modules/.bun/react-aria@3.50.0+d0e719b86e9808b5/node_modules/react-aria/dist/private/toast/useToast.js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D:/pasar_fix/node_modules/.bun/react-aria@3.50.0+d0e719b86e9808b5/node_modules/react-aria/dist/private/toast/useToast.js.map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D:/pasar_fix/node_modules/.bun/react-aria@3.50.0+d0e719b86e9808b5/node_modules/react-aria/dist/private/toast/useToast.mjs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D:/pasar_fix/node_modules/.bun/react-aria@3.50.0+d0e719b86e9808b5/node_modules/react-aria/dist/private/toast/useToast.mjs.map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D:/pasar_fix/node_modules/.bun/react-aria@3.50.0+d0e719b86e9808b5/node_modules/react-aria/dist/private/toast/useToastRegion.cjs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D:/pasar_fix/node_modules/.bun/react-aria@3.50.0+d0e719b86e9808b5/node_modules/react-aria/dist/private/toast/useToastRegion.cjs.map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D:/pasar_fix/node_modules/.bun/react-aria@3.50.0+d0e719b86e9808b5/node_modules/react-aria/dist/private/toast/useToastRegion.js</a:t>
            </a:r>
          </a:p>
          <a:p>
            <a:pPr>
              <a:defRPr sz="1200"/>
            </a:pPr>
            <a:r>
              <a:t>D:/pasar_fix/node_modules/.bun/react-aria@3.50.0+d0e719b86e9808b5/node_modules/react-aria/dist/private/toast/useToastRegion.js.map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D:/pasar_fix/node_modules/.bun/react-aria@3.50.0+d0e719b86e9808b5/node_modules/react-aria/dist/private/toast/useToastRegion.mjs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D:/pasar_fix/node_modules/.bun/react-aria@3.50.0+d0e719b86e9808b5/node_modules/react-aria/dist/private/toast/useToastRegion.mjs.map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D:/pasar_fix/node_modules/.bun/react-aria@3.50.0+d0e719b86e9808b5/node_modules/react-aria/dist/private/toggle/useToggle.cjs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D:/pasar_fix/node_modules/.bun/react-aria@3.50.0+d0e719b86e9808b5/node_modules/react-aria/dist/private/toggle/useToggle.cjs.map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D:/pasar_fix/node_modules/.bun/react-aria@3.50.0+d0e719b86e9808b5/node_modules/react-aria/dist/private/toggle/useToggle.js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D:/pasar_fix/node_modules/.bun/react-aria@3.50.0+d0e719b86e9808b5/node_modules/react-aria/dist/private/toggle/useToggle.js.map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D:/pasar_fix/node_modules/.bun/react-aria@3.50.0+d0e719b86e9808b5/node_modules/react-aria/dist/private/toggle/useToggle.mjs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D:/pasar_fix/node_modules/.bun/react-aria@3.50.0+d0e719b86e9808b5/node_modules/react-aria/dist/private/toggle/useToggle.mjs.map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D:/pasar_fix/node_modules/.bun/react-aria@3.50.0+d0e719b86e9808b5/node_modules/react-aria/dist/private/toolbar/useToolbar.cjs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D:/pasar_fix/node_modules/.bun/react-aria@3.50.0+d0e719b86e9808b5/node_modules/react-aria/dist/private/toolbar/useToolbar.cjs.map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D:/pasar_fix/node_modules/.bun/react-aria@3.50.0+d0e719b86e9808b5/node_modules/react-aria/dist/private/toolbar/useToolbar.js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D:/pasar_fix/node_modules/.bun/react-aria@3.50.0+d0e719b86e9808b5/node_modules/react-aria/dist/private/toolbar/useToolbar.js.map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D:/pasar_fix/node_modules/.bun/react-aria@3.50.0+d0e719b86e9808b5/node_modules/react-aria/dist/private/toolbar/useToolbar.mjs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D:/pasar_fix/node_modules/.bun/react-aria@3.50.0+d0e719b86e9808b5/node_modules/react-aria/dist/private/toolbar/useToolbar.mjs.map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D:/pasar_fix/node_modules/.bun/react-aria@3.50.0+d0e719b86e9808b5/node_modules/react-aria/dist/private/tooltip/useTooltip.cjs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D:/pasar_fix/node_modules/.bun/react-aria@3.50.0+d0e719b86e9808b5/node_modules/react-aria/dist/private/tooltip/useTooltip.cjs.map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D:/pasar_fix/node_modules/.bun/react-aria@3.50.0+d0e719b86e9808b5/node_modules/react-aria/dist/private/tooltip/useTooltip.js</a:t>
            </a:r>
          </a:p>
          <a:p>
            <a:pPr>
              <a:defRPr sz="1200"/>
            </a:pPr>
            <a:r>
              <a:t>D:/pasar_fix/node_modules/.bun/react-aria@3.50.0+d0e719b86e9808b5/node_modules/react-aria/dist/private/tooltip/useTooltip.js.map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D:/pasar_fix/node_modules/.bun/react-aria@3.50.0+d0e719b86e9808b5/node_modules/react-aria/dist/private/tooltip/useTooltip.mjs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D:/pasar_fix/node_modules/.bun/react-aria@3.50.0+d0e719b86e9808b5/node_modules/react-aria/dist/private/tooltip/useTooltip.mjs.map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D:/pasar_fix/node_modules/.bun/react-aria@3.50.0+d0e719b86e9808b5/node_modules/react-aria/dist/private/tooltip/useTooltipTrigger.cjs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D:/pasar_fix/node_modules/.bun/react-aria@3.50.0+d0e719b86e9808b5/node_modules/react-aria/dist/private/tooltip/useTooltipTrigger.cjs.map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D:/pasar_fix/node_modules/.bun/react-aria@3.50.0+d0e719b86e9808b5/node_modules/react-aria/dist/private/tooltip/useTooltipTrigger.js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D:/pasar_fix/node_modules/.bun/react-aria@3.50.0+d0e719b86e9808b5/node_modules/react-aria/dist/private/tooltip/useTooltipTrigger.js.map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D:/pasar_fix/node_modules/.bun/react-aria@3.50.0+d0e719b86e9808b5/node_modules/react-aria/dist/private/tooltip/useTooltipTrigger.mjs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D:/pasar_fix/node_modules/.bun/react-aria@3.50.0+d0e719b86e9808b5/node_modules/react-aria/dist/private/tooltip/useTooltipTrigger.mjs.map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D:/pasar_fix/node_modules/.bun/react-aria@3.50.0+d0e719b86e9808b5/node_modules/react-aria/dist/private/tree/intlStrings.cjs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D:/pasar_fix/node_modules/.bun/react-aria@3.50.0+d0e719b86e9808b5/node_modules/react-aria/dist/private/tree/intlStrings.cjs.map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D:/pasar_fix/node_modules/.bun/react-aria@3.50.0+d0e719b86e9808b5/node_modules/react-aria/dist/private/tree/intlStrings.js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D:/pasar_fix/node_modules/.bun/react-aria@3.50.0+d0e719b86e9808b5/node_modules/react-aria/dist/private/tree/intlStrings.js.map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D:/pasar_fix/node_modules/.bun/react-aria@3.50.0+d0e719b86e9808b5/node_modules/react-aria/dist/private/tree/intlStrings.mjs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D:/pasar_fix/node_modules/.bun/react-aria@3.50.0+d0e719b86e9808b5/node_modules/react-aria/dist/private/tree/intlStrings.mjs.map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D:/pasar_fix/node_modules/.bun/react-aria@3.50.0+d0e719b86e9808b5/node_modules/react-aria/dist/private/tree/useTree.cjs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D:/pasar_fix/node_modules/.bun/react-aria@3.50.0+d0e719b86e9808b5/node_modules/react-aria/dist/private/tree/useTree.cjs.map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D:/pasar_fix/node_modules/.bun/react-aria@3.50.0+d0e719b86e9808b5/node_modules/react-aria/dist/private/tree/useTree.js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D:/pasar_fix/node_modules/.bun/react-aria@3.50.0+d0e719b86e9808b5/node_modules/react-aria/dist/private/tree/useTree.js.map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D:/pasar_fix/node_modules/.bun/react-aria@3.50.0+d0e719b86e9808b5/node_modules/react-aria/dist/private/tree/useTree.mjs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D:/pasar_fix/node_modules/.bun/react-aria@3.50.0+d0e719b86e9808b5/node_modules/react-aria/dist/private/tree/useTree.mjs.map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D:/pasar_fix/node_modules/.bun/react-aria@3.50.0+d0e719b86e9808b5/node_modules/react-aria/dist/private/tree/useTreeItem.cjs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D:/pasar_fix/node_modules/.bun/react-aria@3.50.0+d0e719b86e9808b5/node_modules/react-aria/dist/private/tree/useTreeItem.cjs.map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D:/pasar_fix/node_modules/.bun/react-aria@3.50.0+d0e719b86e9808b5/node_modules/react-aria/dist/private/tree/useTreeItem.js</a:t>
            </a:r>
          </a:p>
          <a:p>
            <a:pPr>
              <a:defRPr sz="1200"/>
            </a:pPr>
            <a:r>
              <a:t>D:/pasar_fix/node_modules/.bun/react-aria@3.50.0+d0e719b86e9808b5/node_modules/react-aria/dist/private/tree/useTreeItem.js.map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D:/pasar_fix/node_modules/.bun/react-aria@3.50.0+d0e719b86e9808b5/node_modules/react-aria/dist/private/tree/useTreeItem.mjs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D:/pasar_fix/node_modules/.bun/react-aria@3.50.0+d0e719b86e9808b5/node_modules/react-aria/dist/private/tree/useTreeItem.mjs.map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D:/pasar_fix/node_modules/.bun/react-aria@3.50.0+d0e719b86e9808b5/node_modules/react-aria/dist/private/utils/animation.cjs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D:/pasar_fix/node_modules/.bun/react-aria@3.50.0+d0e719b86e9808b5/node_modules/react-aria/dist/private/utils/animation.cjs.map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D:/pasar_fix/node_modules/.bun/react-aria@3.50.0+d0e719b86e9808b5/node_modules/react-aria/dist/private/utils/animation.js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D:/pasar_fix/node_modules/.bun/react-aria@3.50.0+d0e719b86e9808b5/node_modules/react-aria/dist/private/utils/animation.js.map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D:/pasar_fix/node_modules/.bun/react-aria@3.50.0+d0e719b86e9808b5/node_modules/react-aria/dist/private/utils/animation.mjs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D:/pasar_fix/node_modules/.bun/react-aria@3.50.0+d0e719b86e9808b5/node_modules/react-aria/dist/private/utils/animation.mjs.map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D:/pasar_fix/node_modules/.bun/react-aria@3.50.0+d0e719b86e9808b5/node_modules/react-aria/dist/private/utils/chain.cjs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D:/pasar_fix/node_modules/.bun/react-aria@3.50.0+d0e719b86e9808b5/node_modules/react-aria/dist/private/utils/chain.cjs.map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D:/pasar_fix/node_modules/.bun/react-aria@3.50.0+d0e719b86e9808b5/node_modules/react-aria/dist/private/utils/chain.js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D:/pasar_fix/node_modules/.bun/react-aria@3.50.0+d0e719b86e9808b5/node_modules/react-aria/dist/private/utils/chain.js.map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D:/pasar_fix/node_modules/.bun/react-aria@3.50.0+d0e719b86e9808b5/node_modules/react-aria/dist/private/utils/chain.mjs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D:/pasar_fix/node_modules/.bun/react-aria@3.50.0+d0e719b86e9808b5/node_modules/react-aria/dist/private/utils/chain.mjs.map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D:/pasar_fix/node_modules/.bun/react-aria@3.50.0+d0e719b86e9808b5/node_modules/react-aria/dist/private/utils/constants.cjs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D:/pasar_fix/node_modules/.bun/react-aria@3.50.0+d0e719b86e9808b5/node_modules/react-aria/dist/private/utils/constants.cjs.map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D:/pasar_fix/node_modules/.bun/react-aria@3.50.0+d0e719b86e9808b5/node_modules/react-aria/dist/private/utils/constants.js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D:/pasar_fix/node_modules/.bun/react-aria@3.50.0+d0e719b86e9808b5/node_modules/react-aria/dist/private/utils/constants.js.map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D:/pasar_fix/node_modules/.bun/react-aria@3.50.0+d0e719b86e9808b5/node_modules/react-aria/dist/private/utils/constants.mjs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D:/pasar_fix/node_modules/.bun/react-aria@3.50.0+d0e719b86e9808b5/node_modules/react-aria/dist/private/utils/constants.mjs.map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D:/pasar_fix/node_modules/.bun/react-aria@3.50.0+d0e719b86e9808b5/node_modules/react-aria/dist/private/utils/domHelpers.cjs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D:/pasar_fix/node_modules/.bun/react-aria@3.50.0+d0e719b86e9808b5/node_modules/react-aria/dist/private/utils/domHelpers.cjs.map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D:/pasar_fix/node_modules/.bun/react-aria@3.50.0+d0e719b86e9808b5/node_modules/react-aria/dist/private/utils/domHelpers.js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D:/pasar_fix/node_modules/.bun/react-aria@3.50.0+d0e719b86e9808b5/node_modules/react-aria/dist/private/utils/domHelpers.js.map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D:/pasar_fix/node_modules/.bun/react-aria@3.50.0+d0e719b86e9808b5/node_modules/react-aria/dist/private/utils/domHelpers.mjs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D:/pasar_fix/node_modules/.bun/react-aria@3.50.0+d0e719b86e9808b5/node_modules/react-aria/dist/private/utils/domHelpers.mjs.map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D:/pasar_fix/node_modules/.bun/react-aria@3.50.0+d0e719b86e9808b5/node_modules/react-aria/dist/private/utils/filterDOMProps.cjs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D:/pasar_fix/node_modules/.bun/react-aria@3.50.0+d0e719b86e9808b5/node_modules/react-aria/dist/private/utils/filterDOMProps.cjs.map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D:/pasar_fix/node_modules/.bun/react-aria@3.50.0+d0e719b86e9808b5/node_modules/react-aria/dist/private/utils/filterDOMProps.js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D:/pasar_fix/node_modules/.bun/react-aria@3.50.0+d0e719b86e9808b5/node_modules/react-aria/dist/private/utils/filterDOMProps.js.map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D:/pasar_fix/node_modules/.bun/react-aria@3.50.0+d0e719b86e9808b5/node_modules/react-aria/dist/private/utils/filterDOMProps.mjs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D:/pasar_fix/node_modules/.bun/react-aria@3.50.0+d0e719b86e9808b5/node_modules/react-aria/dist/private/utils/filterDOMProps.mjs.map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D:/pasar_fix/node_modules/.bun/react-aria@3.50.0+d0e719b86e9808b5/node_modules/react-aria/dist/private/utils/focusWithoutScrolling.cjs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D:/pasar_fix/node_modules/.bun/react-aria@3.50.0+d0e719b86e9808b5/node_modules/react-aria/dist/private/utils/focusWithoutScrolling.cjs.map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D:/pasar_fix/node_modules/.bun/react-aria@3.50.0+d0e719b86e9808b5/node_modules/react-aria/dist/private/utils/focusWithoutScrolling.js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D:/pasar_fix/node_modules/.bun/react-aria@3.50.0+d0e719b86e9808b5/node_modules/react-aria/dist/private/utils/focusWithoutScrolling.js.map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D:/pasar_fix/node_modules/.bun/react-aria@3.50.0+d0e719b86e9808b5/node_modules/react-aria/dist/private/utils/focusWithoutScrolling.mjs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D:/pasar_fix/node_modules/.bun/react-aria@3.50.0+d0e719b86e9808b5/node_modules/react-aria/dist/private/utils/focusWithoutScrolling.mjs.map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D:/pasar_fix/node_modules/.bun/react-aria@3.50.0+d0e719b86e9808b5/node_modules/react-aria/dist/private/utils/getNonce.cjs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D:/pasar_fix/node_modules/.bun/react-aria@3.50.0+d0e719b86e9808b5/node_modules/react-aria/dist/private/utils/getNonce.cjs.map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D:/pasar_fix/node_modules/.bun/react-aria@3.50.0+d0e719b86e9808b5/node_modules/react-aria/dist/private/utils/getNonce.js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D:/pasar_fix/node_modules/.bun/react-aria@3.50.0+d0e719b86e9808b5/node_modules/react-aria/dist/private/utils/getNonce.js.map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D:/pasar_fix/node_modules/.bun/react-aria@3.50.0+d0e719b86e9808b5/node_modules/react-aria/dist/private/utils/getNonce.mjs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D:/pasar_fix/node_modules/.bun/react-aria@3.50.0+d0e719b86e9808b5/node_modules/react-aria/dist/private/utils/getNonce.mjs.map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D:/pasar_fix/node_modules/.bun/react-aria@3.50.0+d0e719b86e9808b5/node_modules/react-aria/dist/private/utils/getOffset.cjs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D:/pasar_fix/node_modules/.bun/react-aria@3.50.0+d0e719b86e9808b5/node_modules/react-aria/dist/private/utils/getOffset.cjs.map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D:/pasar_fix/node_modules/.bun/react-aria@3.50.0+d0e719b86e9808b5/node_modules/react-aria/dist/private/utils/getOffset.js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D:/pasar_fix/node_modules/.bun/react-aria@3.50.0+d0e719b86e9808b5/node_modules/react-aria/dist/private/utils/getOffset.js.map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D:/pasar_fix/node_modules/.bun/react-aria@3.50.0+d0e719b86e9808b5/node_modules/react-aria/dist/private/utils/getOffset.mjs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D:/pasar_fix/node_modules/.bun/react-aria@3.50.0+d0e719b86e9808b5/node_modules/react-aria/dist/private/utils/getOffset.mjs.map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D:/pasar_fix/node_modules/.bun/react-aria@3.50.0+d0e719b86e9808b5/node_modules/react-aria/dist/private/utils/getScrollParent.cjs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D:/pasar_fix/node_modules/.bun/react-aria@3.50.0+d0e719b86e9808b5/node_modules/react-aria/dist/private/utils/getScrollParent.cjs.map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D:/pasar_fix/node_modules/.bun/react-aria@3.50.0+d0e719b86e9808b5/node_modules/react-aria/dist/private/utils/getScrollParent.js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D:/pasar_fix/node_modules/.bun/react-aria@3.50.0+d0e719b86e9808b5/node_modules/react-aria/dist/private/utils/getScrollParent.js.map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D:/pasar_fix/node_modules/.bun/react-aria@3.50.0+d0e719b86e9808b5/node_modules/react-aria/dist/private/utils/getScrollParent.mjs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D:/pasar_fix/node_modules/.bun/react-aria@3.50.0+d0e719b86e9808b5/node_modules/react-aria/dist/private/utils/getScrollParent.mjs.map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D:/pasar_fix/node_modules/.bun/react-aria@3.50.0+d0e719b86e9808b5/node_modules/react-aria/dist/private/utils/getScrollParents.cjs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D:/pasar_fix/node_modules/.bun/react-aria@3.50.0+d0e719b86e9808b5/node_modules/react-aria/dist/private/utils/getScrollParents.cjs.map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D:/pasar_fix/node_modules/.bun/react-aria@3.50.0+d0e719b86e9808b5/node_modules/react-aria/dist/private/utils/getScrollParents.js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D:/pasar_fix/node_modules/.bun/react-aria@3.50.0+d0e719b86e9808b5/node_modules/react-aria/dist/private/utils/getScrollParents.js.map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D:/pasar_fix/node_modules/.bun/react-aria@3.50.0+d0e719b86e9808b5/node_modules/react-aria/dist/private/utils/getScrollParents.mjs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D:/pasar_fix/node_modules/.bun/react-aria@3.50.0+d0e719b86e9808b5/node_modules/react-aria/dist/private/utils/getScrollParents.mjs.map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D:/pasar_fix/node_modules/.bun/react-aria@3.50.0+d0e719b86e9808b5/node_modules/react-aria/dist/private/utils/inertValue.cjs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D:/pasar_fix/node_modules/.bun/react-aria@3.50.0+d0e719b86e9808b5/node_modules/react-aria/dist/private/utils/inertValue.cjs.map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D:/pasar_fix/node_modules/.bun/react-aria@3.50.0+d0e719b86e9808b5/node_modules/react-aria/dist/private/utils/inertValue.js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D:/pasar_fix/node_modules/.bun/react-aria@3.50.0+d0e719b86e9808b5/node_modules/react-aria/dist/private/utils/inertValue.js.map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D:/pasar_fix/node_modules/.bun/react-aria@3.50.0+d0e719b86e9808b5/node_modules/react-aria/dist/private/utils/inertValue.mjs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D:/pasar_fix/node_modules/.bun/react-aria@3.50.0+d0e719b86e9808b5/node_modules/react-aria/dist/private/utils/inertValue.mjs.map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D:/pasar_fix/node_modules/.bun/react-aria@3.50.0+d0e719b86e9808b5/node_modules/react-aria/dist/private/utils/isElementVisible.cjs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D:/pasar_fix/node_modules/.bun/react-aria@3.50.0+d0e719b86e9808b5/node_modules/react-aria/dist/private/utils/isElementVisible.cjs.map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D:/pasar_fix/node_modules/.bun/react-aria@3.50.0+d0e719b86e9808b5/node_modules/react-aria/dist/private/utils/isElementVisible.js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D:/pasar_fix/node_modules/.bun/react-aria@3.50.0+d0e719b86e9808b5/node_modules/react-aria/dist/private/utils/isElementVisible.js.map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D:/pasar_fix/node_modules/.bun/react-aria@3.50.0+d0e719b86e9808b5/node_modules/react-aria/dist/private/utils/isElementVisible.mjs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D:/pasar_fix/node_modules/.bun/react-aria@3.50.0+d0e719b86e9808b5/node_modules/react-aria/dist/private/utils/isElementVisible.mjs.map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D:/pasar_fix/node_modules/.bun/react-aria@3.50.0+d0e719b86e9808b5/node_modules/react-aria/dist/private/utils/isFocusable.cjs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D:/pasar_fix/node_modules/.bun/react-aria@3.50.0+d0e719b86e9808b5/node_modules/react-aria/dist/private/utils/isFocusable.cjs.map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D:/pasar_fix/node_modules/.bun/react-aria@3.50.0+d0e719b86e9808b5/node_modules/react-aria/dist/private/utils/isFocusable.js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D:/pasar_fix/node_modules/.bun/react-aria@3.50.0+d0e719b86e9808b5/node_modules/react-aria/dist/private/utils/isFocusable.js.map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D:/pasar_fix/node_modules/.bun/react-aria@3.50.0+d0e719b86e9808b5/node_modules/react-aria/dist/private/utils/isFocusable.mjs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D:/pasar_fix/node_modules/.bun/react-aria@3.50.0+d0e719b86e9808b5/node_modules/react-aria/dist/private/utils/isFocusable.mjs.map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D:/pasar_fix/node_modules/.bun/react-aria@3.50.0+d0e719b86e9808b5/node_modules/react-aria/dist/private/utils/isScrollable.cjs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D:/pasar_fix/node_modules/.bun/react-aria@3.50.0+d0e719b86e9808b5/node_modules/react-aria/dist/private/utils/isScrollable.cjs.map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D:/pasar_fix/node_modules/.bun/react-aria@3.50.0+d0e719b86e9808b5/node_modules/react-aria/dist/private/utils/isScrollable.js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D:/pasar_fix/node_modules/.bun/react-aria@3.50.0+d0e719b86e9808b5/node_modules/react-aria/dist/private/utils/isScrollable.js.map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D:/pasar_fix/node_modules/.bun/react-aria@3.50.0+d0e719b86e9808b5/node_modules/react-aria/dist/private/utils/isScrollable.mjs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D:/pasar_fix/node_modules/.bun/react-aria@3.50.0+d0e719b86e9808b5/node_modules/react-aria/dist/private/utils/isScrollable.mjs.map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D:/pasar_fix/node_modules/.bun/react-aria@3.50.0+d0e719b86e9808b5/node_modules/react-aria/dist/private/utils/isVirtualEvent.cjs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D:/pasar_fix/node_modules/.bun/react-aria@3.50.0+d0e719b86e9808b5/node_modules/react-aria/dist/private/utils/isVirtualEvent.cjs.map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D:/pasar_fix/node_modules/.bun/react-aria@3.50.0+d0e719b86e9808b5/node_modules/react-aria/dist/private/utils/isVirtualEvent.js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D:/pasar_fix/node_modules/.bun/react-aria@3.50.0+d0e719b86e9808b5/node_modules/react-aria/dist/private/utils/isVirtualEvent.js.map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D:/pasar_fix/node_modules/.bun/react-aria@3.50.0+d0e719b86e9808b5/node_modules/react-aria/dist/private/utils/isVirtualEvent.mjs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D:/pasar_fix/node_modules/.bun/react-aria@3.50.0+d0e719b86e9808b5/node_modules/react-aria/dist/private/utils/isVirtualEvent.mjs.map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D:/pasar_fix/node_modules/.bun/react-aria@3.50.0+d0e719b86e9808b5/node_modules/react-aria/dist/private/utils/keyboard.cjs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D:/pasar_fix/node_modules/.bun/react-aria@3.50.0+d0e719b86e9808b5/node_modules/react-aria/dist/private/utils/keyboard.cjs.map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D:/pasar_fix/node_modules/.bun/react-aria@3.50.0+d0e719b86e9808b5/node_modules/react-aria/dist/private/utils/keyboard.js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D:/pasar_fix/node_modules/.bun/react-aria@3.50.0+d0e719b86e9808b5/node_modules/react-aria/dist/private/utils/keyboard.js.map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D:/pasar_fix/node_modules/.bun/react-aria@3.50.0+d0e719b86e9808b5/node_modules/react-aria/dist/private/utils/keyboard.mjs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D:/pasar_fix/node_modules/.bun/react-aria@3.50.0+d0e719b86e9808b5/node_modules/react-aria/dist/private/utils/keyboard.mjs.map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D:/pasar_fix/node_modules/.bun/react-aria@3.50.0+d0e719b86e9808b5/node_modules/react-aria/dist/private/utils/mergeProps.cjs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D:/pasar_fix/node_modules/.bun/react-aria@3.50.0+d0e719b86e9808b5/node_modules/react-aria/dist/private/utils/mergeProps.cjs.map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D:/pasar_fix/node_modules/.bun/react-aria@3.50.0+d0e719b86e9808b5/node_modules/react-aria/dist/private/utils/mergeProps.js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D:/pasar_fix/node_modules/.bun/react-aria@3.50.0+d0e719b86e9808b5/node_modules/react-aria/dist/private/utils/mergeProps.js.map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D:/pasar_fix/node_modules/.bun/react-aria@3.50.0+d0e719b86e9808b5/node_modules/react-aria/dist/private/utils/mergeProps.mjs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D:/pasar_fix/node_modules/.bun/react-aria@3.50.0+d0e719b86e9808b5/node_modules/react-aria/dist/private/utils/mergeProps.mjs.map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D:/pasar_fix/node_modules/.bun/react-aria@3.50.0+d0e719b86e9808b5/node_modules/react-aria/dist/private/utils/mergeRefs.cjs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D:/pasar_fix/node_modules/.bun/react-aria@3.50.0+d0e719b86e9808b5/node_modules/react-aria/dist/private/utils/mergeRefs.cjs.map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D:/pasar_fix/node_modules/.bun/react-aria@3.50.0+d0e719b86e9808b5/node_modules/react-aria/dist/private/utils/mergeRefs.js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D:/pasar_fix/node_modules/.bun/react-aria@3.50.0+d0e719b86e9808b5/node_modules/react-aria/dist/private/utils/mergeRefs.js.map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D:/pasar_fix/node_modules/.bun/react-aria@3.50.0+d0e719b86e9808b5/node_modules/react-aria/dist/private/utils/mergeRefs.mjs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D:/pasar_fix/node_modules/.bun/react-aria@3.50.0+d0e719b86e9808b5/node_modules/react-aria/dist/private/utils/mergeRefs.mjs.map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D:/pasar_fix/node_modules/.bun/react-aria@3.50.0+d0e719b86e9808b5/node_modules/react-aria/dist/private/utils/openLink.cjs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D:/pasar_fix/node_modules/.bun/react-aria@3.50.0+d0e719b86e9808b5/node_modules/react-aria/dist/private/utils/openLink.cjs.map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D:/pasar_fix/node_modules/.bun/react-aria@3.50.0+d0e719b86e9808b5/node_modules/react-aria/dist/private/utils/openLink.js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D:/pasar_fix/node_modules/.bun/react-aria@3.50.0+d0e719b86e9808b5/node_modules/react-aria/dist/private/utils/openLink.js.map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D:/pasar_fix/node_modules/.bun/react-aria@3.50.0+d0e719b86e9808b5/node_modules/react-aria/dist/private/utils/openLink.mjs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D:/pasar_fix/node_modules/.bun/react-aria@3.50.0+d0e719b86e9808b5/node_modules/react-aria/dist/private/utils/openLink.mjs.map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D:/pasar_fix/node_modules/.bun/react-aria@3.50.0+d0e719b86e9808b5/node_modules/react-aria/dist/private/utils/platform.cjs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D:/pasar_fix/node_modules/.bun/react-aria@3.50.0+d0e719b86e9808b5/node_modules/react-aria/dist/private/utils/platform.cjs.map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D:/pasar_fix/node_modules/.bun/react-aria@3.50.0+d0e719b86e9808b5/node_modules/react-aria/dist/private/utils/platform.js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D:/pasar_fix/node_modules/.bun/react-aria@3.50.0+d0e719b86e9808b5/node_modules/react-aria/dist/private/utils/platform.js.map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D:/pasar_fix/node_modules/.bun/react-aria@3.50.0+d0e719b86e9808b5/node_modules/react-aria/dist/private/utils/platform.mjs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D:/pasar_fix/node_modules/.bun/react-aria@3.50.0+d0e719b86e9808b5/node_modules/react-aria/dist/private/utils/platform.mjs.map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D:/pasar_fix/node_modules/.bun/react-aria@3.50.0+d0e719b86e9808b5/node_modules/react-aria/dist/private/utils/runAfterTransition.cjs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D:/pasar_fix/node_modules/.bun/react-aria@3.50.0+d0e719b86e9808b5/node_modules/react-aria/dist/private/utils/runAfterTransition.cjs.map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D:/pasar_fix/node_modules/.bun/react-aria@3.50.0+d0e719b86e9808b5/node_modules/react-aria/dist/private/utils/runAfterTransition.js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D:/pasar_fix/node_modules/.bun/react-aria@3.50.0+d0e719b86e9808b5/node_modules/react-aria/dist/private/utils/runAfterTransition.js.map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D:/pasar_fix/node_modules/.bun/react-aria@3.50.0+d0e719b86e9808b5/node_modules/react-aria/dist/private/utils/runAfterTransition.mjs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D:/pasar_fix/node_modules/.bun/react-aria@3.50.0+d0e719b86e9808b5/node_modules/react-aria/dist/private/utils/runAfterTransition.mjs.map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D:/pasar_fix/node_modules/.bun/react-aria@3.50.0+d0e719b86e9808b5/node_modules/react-aria/dist/private/utils/scrollIntoView.cjs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D:/pasar_fix/node_modules/.bun/react-aria@3.50.0+d0e719b86e9808b5/node_modules/react-aria/dist/private/utils/scrollIntoView.cjs.map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D:/pasar_fix/node_modules/.bun/react-aria@3.50.0+d0e719b86e9808b5/node_modules/react-aria/dist/private/utils/scrollIntoView.js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D:/pasar_fix/node_modules/.bun/react-aria@3.50.0+d0e719b86e9808b5/node_modules/react-aria/dist/private/utils/scrollIntoView.js.map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D:/pasar_fix/node_modules/.bun/react-aria@3.50.0+d0e719b86e9808b5/node_modules/react-aria/dist/private/utils/scrollIntoView.mjs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D:/pasar_fix/node_modules/.bun/react-aria@3.50.0+d0e719b86e9808b5/node_modules/react-aria/dist/private/utils/scrollIntoView.mjs.map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D:/pasar_fix/node_modules/.bun/react-aria@3.50.0+d0e719b86e9808b5/node_modules/react-aria/dist/private/utils/useDeepMemo.cjs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D:/pasar_fix/node_modules/.bun/react-aria@3.50.0+d0e719b86e9808b5/node_modules/react-aria/dist/private/utils/useDeepMemo.cjs.map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D:/pasar_fix/node_modules/.bun/react-aria@3.50.0+d0e719b86e9808b5/node_modules/react-aria/dist/private/utils/useDeepMemo.js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D:/pasar_fix/node_modules/.bun/react-aria@3.50.0+d0e719b86e9808b5/node_modules/react-aria/dist/private/utils/useDeepMemo.js.map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D:/pasar_fix/node_modules/.bun/react-aria@3.50.0+d0e719b86e9808b5/node_modules/react-aria/dist/private/utils/useDeepMemo.mjs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D:/pasar_fix/node_modules/.bun/react-aria@3.50.0+d0e719b86e9808b5/node_modules/react-aria/dist/private/utils/useDeepMemo.mjs.map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D:/pasar_fix/node_modules/.bun/react-aria@3.50.0+d0e719b86e9808b5/node_modules/react-aria/dist/private/utils/useDescription.cjs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D:/pasar_fix/node_modules/.bun/react-aria@3.50.0+d0e719b86e9808b5/node_modules/react-aria/dist/private/utils/useDescription.cjs.map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D:/pasar_fix/node_modules/.bun/react-aria@3.50.0+d0e719b86e9808b5/node_modules/react-aria/dist/private/utils/useDescription.js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D:/pasar_fix/node_modules/.bun/react-aria@3.50.0+d0e719b86e9808b5/node_modules/react-aria/dist/private/utils/useDescription.js.map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D:/pasar_fix/node_modules/.bun/react-aria@3.50.0+d0e719b86e9808b5/node_modules/react-aria/dist/private/utils/useDescription.mjs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D:/pasar_fix/node_modules/.bun/react-aria@3.50.0+d0e719b86e9808b5/node_modules/react-aria/dist/private/utils/useDescription.mjs.map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D:/pasar_fix/node_modules/.bun/react-aria@3.50.0+d0e719b86e9808b5/node_modules/react-aria/dist/private/utils/useDrag1D.cjs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D:/pasar_fix/node_modules/.bun/react-aria@3.50.0+d0e719b86e9808b5/node_modules/react-aria/dist/private/utils/useDrag1D.cjs.map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D:/pasar_fix/node_modules/.bun/react-aria@3.50.0+d0e719b86e9808b5/node_modules/react-aria/dist/private/utils/useDrag1D.js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D:/pasar_fix/node_modules/.bun/react-aria@3.50.0+d0e719b86e9808b5/node_modules/react-aria/dist/private/utils/useDrag1D.js.map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D:/pasar_fix/node_modules/.bun/react-aria@3.50.0+d0e719b86e9808b5/node_modules/react-aria/dist/private/utils/useDrag1D.mjs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D:/pasar_fix/node_modules/.bun/react-aria@3.50.0+d0e719b86e9808b5/node_modules/react-aria/dist/private/utils/useDrag1D.mjs.map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D:/pasar_fix/node_modules/.bun/react-aria@3.50.0+d0e719b86e9808b5/node_modules/react-aria/dist/private/utils/useEffectEvent.cjs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D:/pasar_fix/node_modules/.bun/react-aria@3.50.0+d0e719b86e9808b5/node_modules/react-aria/dist/private/utils/useEffectEvent.cjs.map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D:/pasar_fix/node_modules/.bun/react-aria@3.50.0+d0e719b86e9808b5/node_modules/react-aria/dist/private/utils/useEffectEvent.js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D:/pasar_fix/node_modules/.bun/react-aria@3.50.0+d0e719b86e9808b5/node_modules/react-aria/dist/private/utils/useEffectEvent.js.map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D:/pasar_fix/node_modules/.bun/react-aria@3.50.0+d0e719b86e9808b5/node_modules/react-aria/dist/private/utils/useEffectEvent.mjs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D:/pasar_fix/node_modules/.bun/react-aria@3.50.0+d0e719b86e9808b5/node_modules/react-aria/dist/private/utils/useEffectEvent.mjs.map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D:/pasar_fix/node_modules/.bun/react-aria@3.50.0+d0e719b86e9808b5/node_modules/react-aria/dist/private/utils/useEvent.cjs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D:/pasar_fix/node_modules/.bun/react-aria@3.50.0+d0e719b86e9808b5/node_modules/react-aria/dist/private/utils/useEvent.cjs.map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D:/pasar_fix/node_modules/.bun/react-aria@3.50.0+d0e719b86e9808b5/node_modules/react-aria/dist/private/utils/useEvent.js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D:/pasar_fix/node_modules/.bun/react-aria@3.50.0+d0e719b86e9808b5/node_modules/react-aria/dist/private/utils/useEvent.js.map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D:/pasar_fix/node_modules/.bun/react-aria@3.50.0+d0e719b86e9808b5/node_modules/react-aria/dist/private/utils/useEvent.mjs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D:/pasar_fix/node_modules/.bun/react-aria@3.50.0+d0e719b86e9808b5/node_modules/react-aria/dist/private/utils/useEvent.mjs.map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D:/pasar_fix/node_modules/.bun/react-aria@3.50.0+d0e719b86e9808b5/node_modules/react-aria/dist/private/utils/useFormReset.cjs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D:/pasar_fix/node_modules/.bun/react-aria@3.50.0+d0e719b86e9808b5/node_modules/react-aria/dist/private/utils/useFormReset.cjs.map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D:/pasar_fix/node_modules/.bun/react-aria@3.50.0+d0e719b86e9808b5/node_modules/react-aria/dist/private/utils/useFormReset.js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D:/pasar_fix/node_modules/.bun/react-aria@3.50.0+d0e719b86e9808b5/node_modules/react-aria/dist/private/utils/useFormReset.js.map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D:/pasar_fix/node_modules/.bun/react-aria@3.50.0+d0e719b86e9808b5/node_modules/react-aria/dist/private/utils/useFormReset.mjs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D:/pasar_fix/node_modules/.bun/react-aria@3.50.0+d0e719b86e9808b5/node_modules/react-aria/dist/private/utils/useFormReset.mjs.map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D:/pasar_fix/node_modules/.bun/react-aria@3.50.0+d0e719b86e9808b5/node_modules/react-aria/dist/private/utils/useGlobalListeners.cjs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D:/pasar_fix/node_modules/.bun/react-aria@3.50.0+d0e719b86e9808b5/node_modules/react-aria/dist/private/utils/useGlobalListeners.cjs.map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D:/pasar_fix/node_modules/.bun/react-aria@3.50.0+d0e719b86e9808b5/node_modules/react-aria/dist/private/utils/useGlobalListeners.js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D:/pasar_fix/node_modules/.bun/react-aria@3.50.0+d0e719b86e9808b5/node_modules/react-aria/dist/private/utils/useGlobalListeners.js.map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D:/pasar_fix/node_modules/.bun/react-aria@3.50.0+d0e719b86e9808b5/node_modules/react-aria/dist/private/utils/useGlobalListeners.mjs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D:/pasar_fix/node_modules/.bun/react-aria@3.50.0+d0e719b86e9808b5/node_modules/react-aria/dist/private/utils/useGlobalListeners.mjs.map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D:/pasar_fix/node_modules/.bun/react-aria@3.50.0+d0e719b86e9808b5/node_modules/react-aria/dist/private/utils/useId.cjs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D:/pasar_fix/node_modules/.bun/react-aria@3.50.0+d0e719b86e9808b5/node_modules/react-aria/dist/private/utils/useId.cjs.map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D:/pasar_fix/node_modules/.bun/react-aria@3.50.0+d0e719b86e9808b5/node_modules/react-aria/dist/private/utils/useId.js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D:/pasar_fix/node_modules/.bun/react-aria@3.50.0+d0e719b86e9808b5/node_modules/react-aria/dist/private/utils/useId.js.map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D:/pasar_fix/node_modules/.bun/react-aria@3.50.0+d0e719b86e9808b5/node_modules/react-aria/dist/private/utils/useId.mjs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D:/pasar_fix/node_modules/.bun/react-aria@3.50.0+d0e719b86e9808b5/node_modules/react-aria/dist/private/utils/useId.mjs.map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D:/pasar_fix/node_modules/.bun/react-aria@3.50.0+d0e719b86e9808b5/node_modules/react-aria/dist/private/utils/useLabels.cjs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D:/pasar_fix/node_modules/.bun/react-aria@3.50.0+d0e719b86e9808b5/node_modules/react-aria/dist/private/utils/useLabels.cjs.map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D:/pasar_fix/node_modules/.bun/react-aria@3.50.0+d0e719b86e9808b5/node_modules/react-aria/dist/private/utils/useLabels.js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D:/pasar_fix/node_modules/.bun/react-aria@3.50.0+d0e719b86e9808b5/node_modules/react-aria/dist/private/utils/useLabels.js.map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D:/pasar_fix/node_modules/.bun/react-aria@3.50.0+d0e719b86e9808b5/node_modules/react-aria/dist/private/utils/useLabels.mjs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D:/pasar_fix/node_modules/.bun/react-aria@3.50.0+d0e719b86e9808b5/node_modules/react-aria/dist/private/utils/useLabels.mjs.map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D:/pasar_fix/node_modules/.bun/react-aria@3.50.0+d0e719b86e9808b5/node_modules/react-aria/dist/private/utils/useLayoutEffect.cjs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D:/pasar_fix/node_modules/.bun/react-aria@3.50.0+d0e719b86e9808b5/node_modules/react-aria/dist/private/utils/useLayoutEffect.cjs.map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D:/pasar_fix/node_modules/.bun/react-aria@3.50.0+d0e719b86e9808b5/node_modules/react-aria/dist/private/utils/useLayoutEffect.js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D:/pasar_fix/node_modules/.bun/react-aria@3.50.0+d0e719b86e9808b5/node_modules/react-aria/dist/private/utils/useLayoutEffect.js.map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D:/pasar_fix/node_modules/.bun/react-aria@3.50.0+d0e719b86e9808b5/node_modules/react-aria/dist/private/utils/useLayoutEffect.mjs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D:/pasar_fix/node_modules/.bun/react-aria@3.50.0+d0e719b86e9808b5/node_modules/react-aria/dist/private/utils/useLayoutEffect.mjs.map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D:/pasar_fix/node_modules/.bun/react-aria@3.50.0+d0e719b86e9808b5/node_modules/react-aria/dist/private/utils/useLoadMore.cjs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D:/pasar_fix/node_modules/.bun/react-aria@3.50.0+d0e719b86e9808b5/node_modules/react-aria/dist/private/utils/useLoadMore.cjs.map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D:/pasar_fix/node_modules/.bun/react-aria@3.50.0+d0e719b86e9808b5/node_modules/react-aria/dist/private/utils/useLoadMore.js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D:/pasar_fix/node_modules/.bun/react-aria@3.50.0+d0e719b86e9808b5/node_modules/react-aria/dist/private/utils/useLoadMore.js.map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D:/pasar_fix/node_modules/.bun/react-aria@3.50.0+d0e719b86e9808b5/node_modules/react-aria/dist/private/utils/useLoadMore.mjs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D:/pasar_fix/node_modules/.bun/react-aria@3.50.0+d0e719b86e9808b5/node_modules/react-aria/dist/private/utils/useLoadMore.mjs.map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D:/pasar_fix/node_modules/.bun/react-aria@3.50.0+d0e719b86e9808b5/node_modules/react-aria/dist/private/utils/useLoadMoreSentinel.cjs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D:/pasar_fix/node_modules/.bun/react-aria@3.50.0+d0e719b86e9808b5/node_modules/react-aria/dist/private/utils/useLoadMoreSentinel.cjs.map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D:/pasar_fix/node_modules/.bun/react-aria@3.50.0+d0e719b86e9808b5/node_modules/react-aria/dist/private/utils/useLoadMoreSentinel.js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D:/pasar_fix/node_modules/.bun/react-aria@3.50.0+d0e719b86e9808b5/node_modules/react-aria/dist/private/utils/useLoadMoreSentinel.js.map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D:/pasar_fix/node_modules/.bun/react-aria@3.50.0+d0e719b86e9808b5/node_modules/react-aria/dist/private/utils/useLoadMoreSentinel.mjs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D:/pasar_fix/node_modules/.bun/react-aria@3.50.0+d0e719b86e9808b5/node_modules/react-aria/dist/private/utils/useLoadMoreSentinel.mjs.map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D:/pasar_fix/node_modules/.bun/react-aria@3.50.0+d0e719b86e9808b5/node_modules/react-aria/dist/private/utils/useObjectRef.cjs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D:/pasar_fix/node_modules/.bun/react-aria@3.50.0+d0e719b86e9808b5/node_modules/react-aria/dist/private/utils/useObjectRef.cjs.map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D:/pasar_fix/node_modules/.bun/react-aria@3.50.0+d0e719b86e9808b5/node_modules/react-aria/dist/private/utils/useObjectRef.js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D:/pasar_fix/node_modules/.bun/react-aria@3.50.0+d0e719b86e9808b5/node_modules/react-aria/dist/private/utils/useObjectRef.js.map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D:/pasar_fix/node_modules/.bun/react-aria@3.50.0+d0e719b86e9808b5/node_modules/react-aria/dist/private/utils/useObjectRef.mjs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D:/pasar_fix/node_modules/.bun/react-aria@3.50.0+d0e719b86e9808b5/node_modules/react-aria/dist/private/utils/useObjectRef.mjs.map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D:/pasar_fix/node_modules/.bun/react-aria@3.50.0+d0e719b86e9808b5/node_modules/react-aria/dist/private/utils/useResizeObserver.cjs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D:/pasar_fix/node_modules/.bun/react-aria@3.50.0+d0e719b86e9808b5/node_modules/react-aria/dist/private/utils/useResizeObserver.cjs.map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D:/pasar_fix/node_modules/.bun/react-aria@3.50.0+d0e719b86e9808b5/node_modules/react-aria/dist/private/utils/useResizeObserver.js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D:/pasar_fix/node_modules/.bun/react-aria@3.50.0+d0e719b86e9808b5/node_modules/react-aria/dist/private/utils/useResizeObserver.js.map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D:/pasar_fix/node_modules/.bun/react-aria@3.50.0+d0e719b86e9808b5/node_modules/react-aria/dist/private/utils/useResizeObserver.mjs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D:/pasar_fix/node_modules/.bun/react-aria@3.50.0+d0e719b86e9808b5/node_modules/react-aria/dist/private/utils/useResizeObserver.mjs.map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D:/pasar_fix/node_modules/.bun/react-aria@3.50.0+d0e719b86e9808b5/node_modules/react-aria/dist/private/utils/useSlot.cjs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D:/pasar_fix/node_modules/.bun/react-aria@3.50.0+d0e719b86e9808b5/node_modules/react-aria/dist/private/utils/useSlot.cjs.map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D:/pasar_fix/node_modules/.bun/react-aria@3.50.0+d0e719b86e9808b5/node_modules/react-aria/dist/private/utils/useSlot.js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D:/pasar_fix/node_modules/.bun/react-aria@3.50.0+d0e719b86e9808b5/node_modules/react-aria/dist/private/utils/useSlot.js.map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D:/pasar_fix/node_modules/.bun/react-aria@3.50.0+d0e719b86e9808b5/node_modules/react-aria/dist/private/utils/useSlot.mjs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D:/pasar_fix/node_modules/.bun/react-aria@3.50.0+d0e719b86e9808b5/node_modules/react-aria/dist/private/utils/useSlot.mjs.map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D:/pasar_fix/node_modules/.bun/react-aria@3.50.0+d0e719b86e9808b5/node_modules/react-aria/dist/private/utils/useSyncRef.cjs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D:/pasar_fix/node_modules/.bun/react-aria@3.50.0+d0e719b86e9808b5/node_modules/react-aria/dist/private/utils/useSyncRef.cjs.map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D:/pasar_fix/node_modules/.bun/react-aria@3.50.0+d0e719b86e9808b5/node_modules/react-aria/dist/private/utils/useSyncRef.js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D:/pasar_fix/node_modules/.bun/react-aria@3.50.0+d0e719b86e9808b5/node_modules/react-aria/dist/private/utils/useSyncRef.js.map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D:/pasar_fix/node_modules/.bun/react-aria@3.50.0+d0e719b86e9808b5/node_modules/react-aria/dist/private/utils/useSyncRef.mjs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D:/pasar_fix/node_modules/.bun/react-aria@3.50.0+d0e719b86e9808b5/node_modules/react-aria/dist/private/utils/useSyncRef.mjs.map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D:/pasar_fix/node_modules/.bun/react-aria@3.50.0+d0e719b86e9808b5/node_modules/react-aria/dist/private/utils/useUpdateEffect.cjs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D:/pasar_fix/node_modules/.bun/react-aria@3.50.0+d0e719b86e9808b5/node_modules/react-aria/dist/private/utils/useUpdateEffect.cjs.map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D:/pasar_fix/node_modules/.bun/react-aria@3.50.0+d0e719b86e9808b5/node_modules/react-aria/dist/private/utils/useUpdateEffect.js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D:/pasar_fix/node_modules/.bun/react-aria@3.50.0+d0e719b86e9808b5/node_modules/react-aria/dist/private/utils/useUpdateEffect.js.map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D:/pasar_fix/node_modules/.bun/react-aria@3.50.0+d0e719b86e9808b5/node_modules/react-aria/dist/private/utils/useUpdateEffect.mjs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D:/pasar_fix/node_modules/.bun/react-aria@3.50.0+d0e719b86e9808b5/node_modules/react-aria/dist/private/utils/useUpdateEffect.mjs.map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D:/pasar_fix/node_modules/.bun/react-aria@3.50.0+d0e719b86e9808b5/node_modules/react-aria/dist/private/utils/useUpdateLayoutEffect.cjs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D:/pasar_fix/node_modules/.bun/react-aria@3.50.0+d0e719b86e9808b5/node_modules/react-aria/dist/private/utils/useUpdateLayoutEffect.cjs.map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D:/pasar_fix/node_modules/.bun/react-aria@3.50.0+d0e719b86e9808b5/node_modules/react-aria/dist/private/utils/useUpdateLayoutEffect.js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D:/pasar_fix/node_modules/.bun/react-aria@3.50.0+d0e719b86e9808b5/node_modules/react-aria/dist/private/utils/useUpdateLayoutEffect.js.map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D:/pasar_fix/node_modules/.bun/react-aria@3.50.0+d0e719b86e9808b5/node_modules/react-aria/dist/private/utils/useUpdateLayoutEffect.mjs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D:/pasar_fix/node_modules/.bun/react-aria@3.50.0+d0e719b86e9808b5/node_modules/react-aria/dist/private/utils/useUpdateLayoutEffect.mjs.map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D:/pasar_fix/node_modules/.bun/react-aria@3.50.0+d0e719b86e9808b5/node_modules/react-aria/dist/private/utils/useValueEffect.cjs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D:/pasar_fix/node_modules/.bun/react-aria@3.50.0+d0e719b86e9808b5/node_modules/react-aria/dist/private/utils/useValueEffect.cjs.map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D:/pasar_fix/node_modules/.bun/react-aria@3.50.0+d0e719b86e9808b5/node_modules/react-aria/dist/private/utils/useValueEffect.js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D:/pasar_fix/node_modules/.bun/react-aria@3.50.0+d0e719b86e9808b5/node_modules/react-aria/dist/private/utils/useValueEffect.js.map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D:/pasar_fix/node_modules/.bun/react-aria@3.50.0+d0e719b86e9808b5/node_modules/react-aria/dist/private/utils/useValueEffect.mjs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D:/pasar_fix/node_modules/.bun/react-aria@3.50.0+d0e719b86e9808b5/node_modules/react-aria/dist/private/utils/useValueEffect.mjs.map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D:/pasar_fix/node_modules/.bun/react-aria@3.50.0+d0e719b86e9808b5/node_modules/react-aria/dist/private/utils/useViewportSize.cjs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D:/pasar_fix/node_modules/.bun/react-aria@3.50.0+d0e719b86e9808b5/node_modules/react-aria/dist/private/utils/useViewportSize.cjs.map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D:/pasar_fix/node_modules/.bun/react-aria@3.50.0+d0e719b86e9808b5/node_modules/react-aria/dist/private/utils/useViewportSize.js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D:/pasar_fix/node_modules/.bun/react-aria@3.50.0+d0e719b86e9808b5/node_modules/react-aria/dist/private/utils/useViewportSize.js.map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D:/pasar_fix/node_modules/.bun/react-aria@3.50.0+d0e719b86e9808b5/node_modules/react-aria/dist/private/utils/useViewportSize.mjs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D:/pasar_fix/node_modules/.bun/react-aria@3.50.0+d0e719b86e9808b5/node_modules/react-aria/dist/private/utils/useViewportSize.mjs.map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D:/pasar_fix/node_modules/.bun/react-aria@3.50.0+d0e719b86e9808b5/node_modules/react-aria/dist/private/utils/shadowdom/DOMFunctions.cjs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D:/pasar_fix/node_modules/.bun/react-aria@3.50.0+d0e719b86e9808b5/node_modules/react-aria/dist/private/utils/shadowdom/DOMFunctions.cjs.map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D:/pasar_fix/node_modules/.bun/react-aria@3.50.0+d0e719b86e9808b5/node_modules/react-aria/dist/private/utils/shadowdom/DOMFunctions.js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D:/pasar_fix/node_modules/.bun/react-aria@3.50.0+d0e719b86e9808b5/node_modules/react-aria/dist/private/utils/shadowdom/DOMFunctions.js.map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D:/pasar_fix/node_modules/.bun/react-aria@3.50.0+d0e719b86e9808b5/node_modules/react-aria/dist/private/utils/shadowdom/DOMFunctions.mjs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D:/pasar_fix/node_modules/.bun/react-aria@3.50.0+d0e719b86e9808b5/node_modules/react-aria/dist/private/utils/shadowdom/DOMFunctions.mjs.map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D:/pasar_fix/node_modules/.bun/react-aria@3.50.0+d0e719b86e9808b5/node_modules/react-aria/dist/private/utils/shadowdom/ShadowTreeWalker.cjs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D:/pasar_fix/node_modules/.bun/react-aria@3.50.0+d0e719b86e9808b5/node_modules/react-aria/dist/private/utils/shadowdom/ShadowTreeWalker.cjs.map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D:/pasar_fix/node_modules/.bun/react-aria@3.50.0+d0e719b86e9808b5/node_modules/react-aria/dist/private/utils/shadowdom/ShadowTreeWalker.js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D:/pasar_fix/node_modules/.bun/react-aria@3.50.0+d0e719b86e9808b5/node_modules/react-aria/dist/private/utils/shadowdom/ShadowTreeWalker.js.map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D:/pasar_fix/node_modules/.bun/react-aria@3.50.0+d0e719b86e9808b5/node_modules/react-aria/dist/private/utils/shadowdom/ShadowTreeWalker.mjs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D:/pasar_fix/node_modules/.bun/react-aria@3.50.0+d0e719b86e9808b5/node_modules/react-aria/dist/private/utils/shadowdom/ShadowTreeWalker.mjs.map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D:/pasar_fix/node_modules/.bun/react-aria@3.50.0+d0e719b86e9808b5/node_modules/react-aria/dist/private/virtualizer/ScrollView.cjs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D:/pasar_fix/node_modules/.bun/react-aria@3.50.0+d0e719b86e9808b5/node_modules/react-aria/dist/private/virtualizer/ScrollView.cjs.map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D:/pasar_fix/node_modules/.bun/react-aria@3.50.0+d0e719b86e9808b5/node_modules/react-aria/dist/private/virtualizer/ScrollView.js</a:t>
            </a:r>
          </a:p>
          <a:p>
            <a:pPr>
              <a:defRPr sz="1200"/>
            </a:pPr>
            <a:r>
              <a:t>D:/pasar_fix/node_modules/.bun/react-aria@3.50.0+d0e719b86e9808b5/node_modules/react-aria/dist/private/virtualizer/ScrollView.js.map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D:/pasar_fix/node_modules/.bun/react-aria@3.50.0+d0e719b86e9808b5/node_modules/react-aria/dist/private/virtualizer/ScrollView.mjs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D:/pasar_fix/node_modules/.bun/react-aria@3.50.0+d0e719b86e9808b5/node_modules/react-aria/dist/private/virtualizer/ScrollView.mjs.map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D:/pasar_fix/node_modules/.bun/react-aria@3.50.0+d0e719b86e9808b5/node_modules/react-aria/dist/private/virtualizer/useVirtualizerItem.cjs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D:/pasar_fix/node_modules/.bun/react-aria@3.50.0+d0e719b86e9808b5/node_modules/react-aria/dist/private/virtualizer/useVirtualizerItem.cjs.map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D:/pasar_fix/node_modules/.bun/react-aria@3.50.0+d0e719b86e9808b5/node_modules/react-aria/dist/private/virtualizer/useVirtualizerItem.js</a:t>
            </a:r>
          </a:p>
          <a:p>
            <a:pPr>
              <a:defRPr sz="1200"/>
            </a:pPr>
            <a:r>
              <a:t>D:/pasar_fix/node_modules/.bun/react-aria@3.50.0+d0e719b86e9808b5/node_modules/react-aria/dist/private/virtualizer/useVirtualizerItem.js.map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D:/pasar_fix/node_modules/.bun/react-aria@3.50.0+d0e719b86e9808b5/node_modules/react-aria/dist/private/virtualizer/useVirtualizerItem.mjs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D:/pasar_fix/node_modules/.bun/react-aria@3.50.0+d0e719b86e9808b5/node_modules/react-aria/dist/private/virtualizer/useVirtualizerItem.mjs.map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D:/pasar_fix/node_modules/.bun/react-aria@3.50.0+d0e719b86e9808b5/node_modules/react-aria/dist/private/virtualizer/utils.cjs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D:/pasar_fix/node_modules/.bun/react-aria@3.50.0+d0e719b86e9808b5/node_modules/react-aria/dist/private/virtualizer/utils.cjs.map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D:/pasar_fix/node_modules/.bun/react-aria@3.50.0+d0e719b86e9808b5/node_modules/react-aria/dist/private/virtualizer/utils.js</a:t>
            </a:r>
          </a:p>
          <a:p>
            <a:pPr>
              <a:defRPr sz="1200"/>
            </a:pPr>
            <a:r>
              <a:t>D:/pasar_fix/node_modules/.bun/react-aria@3.50.0+d0e719b86e9808b5/node_modules/react-aria/dist/private/virtualizer/utils.js.map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D:/pasar_fix/node_modules/.bun/react-aria@3.50.0+d0e719b86e9808b5/node_modules/react-aria/dist/private/virtualizer/utils.mjs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D:/pasar_fix/node_modules/.bun/react-aria@3.50.0+d0e719b86e9808b5/node_modules/react-aria/dist/private/virtualizer/utils.mjs.map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D:/pasar_fix/node_modules/.bun/react-aria@3.50.0+d0e719b86e9808b5/node_modules/react-aria/dist/private/virtualizer/Virtualizer.cjs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D:/pasar_fix/node_modules/.bun/react-aria@3.50.0+d0e719b86e9808b5/node_modules/react-aria/dist/private/virtualizer/Virtualizer.cjs.map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D:/pasar_fix/node_modules/.bun/react-aria@3.50.0+d0e719b86e9808b5/node_modules/react-aria/dist/private/virtualizer/Virtualizer.js</a:t>
            </a:r>
          </a:p>
          <a:p>
            <a:pPr>
              <a:defRPr sz="1200"/>
            </a:pPr>
            <a:r>
              <a:t>D:/pasar_fix/node_modules/.bun/react-aria@3.50.0+d0e719b86e9808b5/node_modules/react-aria/dist/private/virtualizer/Virtualizer.js.map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D:/pasar_fix/node_modules/.bun/react-aria@3.50.0+d0e719b86e9808b5/node_modules/react-aria/dist/private/virtualizer/Virtualizer.mjs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D:/pasar_fix/node_modules/.bun/react-aria@3.50.0+d0e719b86e9808b5/node_modules/react-aria/dist/private/virtualizer/Virtualizer.mjs.map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D:/pasar_fix/node_modules/.bun/react-aria@3.50.0+d0e719b86e9808b5/node_modules/react-aria/dist/private/virtualizer/VirtualizerItem.cjs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D:/pasar_fix/node_modules/.bun/react-aria@3.50.0+d0e719b86e9808b5/node_modules/react-aria/dist/private/virtualizer/VirtualizerItem.cjs.map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D:/pasar_fix/node_modules/.bun/react-aria@3.50.0+d0e719b86e9808b5/node_modules/react-aria/dist/private/virtualizer/VirtualizerItem.js</a:t>
            </a:r>
          </a:p>
          <a:p>
            <a:pPr>
              <a:defRPr sz="1200"/>
            </a:pPr>
            <a:r>
              <a:t>D:/pasar_fix/node_modules/.bun/react-aria@3.50.0+d0e719b86e9808b5/node_modules/react-aria/dist/private/virtualizer/VirtualizerItem.js.map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D:/pasar_fix/node_modules/.bun/react-aria@3.50.0+d0e719b86e9808b5/node_modules/react-aria/dist/private/virtualizer/VirtualizerItem.mjs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D:/pasar_fix/node_modules/.bun/react-aria@3.50.0+d0e719b86e9808b5/node_modules/react-aria/dist/private/virtualizer/VirtualizerItem.mjs.map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D:/pasar_fix/node_modules/.bun/react-aria@3.50.0+d0e719b86e9808b5/node_modules/react-aria/dist/private/visually-hidden/VisuallyHidden.cjs</a:t>
            </a:r>
          </a:p>
          <a:p>
            <a:pPr>
              <a:defRPr sz="1200"/>
            </a:pPr>
            <a:r>
              <a:t>D:/pasar_fix/node_modules/.bun/react-aria@3.50.0+d0e719b86e9808b5/node_modules/react-aria/dist/private/visually-hidden/VisuallyHidden.cjs.map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D:/pasar_fix/node_modules/.bun/react-aria@3.50.0+d0e719b86e9808b5/node_modules/react-aria/dist/private/visually-hidden/VisuallyHidden.js</a:t>
            </a:r>
          </a:p>
          <a:p>
            <a:pPr>
              <a:defRPr sz="1200"/>
            </a:pPr>
            <a:r>
              <a:t>D:/pasar_fix/node_modules/.bun/react-aria@3.50.0+d0e719b86e9808b5/node_modules/react-aria/dist/private/visually-hidden/VisuallyHidden.js.map</a:t>
            </a:r>
          </a:p>
          <a:p>
            <a:pPr>
              <a:defRPr sz="1200"/>
            </a:pPr>
            <a:r>
              <a:t>D:/pasar_fix/node_modules/.bun/react-aria@3.50.0+d0e719b86e9808b5/node_modules/react-aria/dist/private/visually-hidden/VisuallyHidden.mjs</a:t>
            </a:r>
          </a:p>
          <a:p>
            <a:pPr>
              <a:defRPr sz="1200"/>
            </a:pPr>
            <a:r>
              <a:t>D:/pasar_fix/node_modules/.bun/react-aria@3.50.0+d0e719b86e9808b5/node_modules/react-aria/dist/private/visually-hidden/VisuallyHidden.mjs.map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D:/pasar_fix/node_modules/.bun/react-aria@3.50.0+d0e719b86e9808b5/node_modules/react-aria/dist/types/exports/chain.d.ts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D:/pasar_fix/node_modules/.bun/react-aria@3.50.0+d0e719b86e9808b5/node_modules/react-aria/dist/types/exports/Collection.d.ts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D:/pasar_fix/node_modules/.bun/react-aria@3.50.0+d0e719b86e9808b5/node_modules/react-aria/dist/types/exports/CollectionBuilder.d.ts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D:/pasar_fix/node_modules/.bun/react-aria@3.50.0+d0e719b86e9808b5/node_modules/react-aria/dist/types/exports/filterDOMProps.d.ts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D:/pasar_fix/node_modules/.bun/react-aria@3.50.0+d0e719b86e9808b5/node_modules/react-aria/dist/types/exports/Focusable.d.ts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D:/pasar_fix/node_modules/.bun/react-aria@3.50.0+d0e719b86e9808b5/node_modules/react-aria/dist/types/exports/FocusRing.d.ts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D:/pasar_fix/node_modules/.bun/react-aria@3.50.0+d0e719b86e9808b5/node_modules/react-aria/dist/types/exports/FocusScope.d.ts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D:/pasar_fix/node_modules/.bun/react-aria@3.50.0+d0e719b86e9808b5/node_modules/react-aria/dist/types/exports/I18nProvider.d.ts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D:/pasar_fix/node_modules/.bun/react-aria@3.50.0+d0e719b86e9808b5/node_modules/react-aria/dist/types/exports/index.d.ts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D:/pasar_fix/node_modules/.bun/react-aria@3.50.0+d0e719b86e9808b5/node_modules/react-aria/dist/types/exports/ListDropTargetDelegate.d.ts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D:/pasar_fix/node_modules/.bun/react-aria@3.50.0+d0e719b86e9808b5/node_modules/react-aria/dist/types/exports/ListKeyboardDelegate.d.ts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D:/pasar_fix/node_modules/.bun/react-aria@3.50.0+d0e719b86e9808b5/node_modules/react-aria/dist/types/exports/mergeProps.d.ts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D:/pasar_fix/node_modules/.bun/react-aria@3.50.0+d0e719b86e9808b5/node_modules/react-aria/dist/types/exports/mergeRefs.d.ts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D:/pasar_fix/node_modules/.bun/react-aria@3.50.0+d0e719b86e9808b5/node_modules/react-aria/dist/types/exports/Overlay.d.ts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D:/pasar_fix/node_modules/.bun/react-aria@3.50.0+d0e719b86e9808b5/node_modules/react-aria/dist/types/exports/PortalProvider.d.ts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D:/pasar_fix/node_modules/.bun/react-aria@3.50.0+d0e719b86e9808b5/node_modules/react-aria/dist/types/exports/Pressable.d.ts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D:/pasar_fix/node_modules/.bun/react-aria@3.50.0+d0e719b86e9808b5/node_modules/react-aria/dist/types/exports/SSRProvider.d.ts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D:/pasar_fix/node_modules/.bun/react-aria@3.50.0+d0e719b86e9808b5/node_modules/react-aria/dist/types/exports/useAutocomplete.d.ts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D:/pasar_fix/node_modules/.bun/react-aria@3.50.0+d0e719b86e9808b5/node_modules/react-aria/dist/types/exports/useBreadcrumbs.d.ts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D:/pasar_fix/node_modules/.bun/react-aria@3.50.0+d0e719b86e9808b5/node_modules/react-aria/dist/types/exports/useButton.d.ts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D:/pasar_fix/node_modules/.bun/react-aria@3.50.0+d0e719b86e9808b5/node_modules/react-aria/dist/types/exports/useCalendar.d.ts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D:/pasar_fix/node_modules/.bun/react-aria@3.50.0+d0e719b86e9808b5/node_modules/react-aria/dist/types/exports/useCheckbox.d.ts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D:/pasar_fix/node_modules/.bun/react-aria@3.50.0+d0e719b86e9808b5/node_modules/react-aria/dist/types/exports/useCheckboxGroup.d.ts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D:/pasar_fix/node_modules/.bun/react-aria@3.50.0+d0e719b86e9808b5/node_modules/react-aria/dist/types/exports/useClipboard.d.ts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D:/pasar_fix/node_modules/.bun/react-aria@3.50.0+d0e719b86e9808b5/node_modules/react-aria/dist/types/exports/useCollator.d.ts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D:/pasar_fix/node_modules/.bun/react-aria@3.50.0+d0e719b86e9808b5/node_modules/react-aria/dist/types/exports/useColorArea.d.ts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D:/pasar_fix/node_modules/.bun/react-aria@3.50.0+d0e719b86e9808b5/node_modules/react-aria/dist/types/exports/useColorField.d.ts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D:/pasar_fix/node_modules/.bun/react-aria@3.50.0+d0e719b86e9808b5/node_modules/react-aria/dist/types/exports/useColorSlider.d.ts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D:/pasar_fix/node_modules/.bun/react-aria@3.50.0+d0e719b86e9808b5/node_modules/react-aria/dist/types/exports/useColorSwatch.d.ts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D:/pasar_fix/node_modules/.bun/react-aria@3.50.0+d0e719b86e9808b5/node_modules/react-aria/dist/types/exports/useColorWheel.d.ts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D:/pasar_fix/node_modules/.bun/react-aria@3.50.0+d0e719b86e9808b5/node_modules/react-aria/dist/types/exports/useComboBox.d.ts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D:/pasar_fix/node_modules/.bun/react-aria@3.50.0+d0e719b86e9808b5/node_modules/react-aria/dist/types/exports/useDateField.d.ts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D:/pasar_fix/node_modules/.bun/react-aria@3.50.0+d0e719b86e9808b5/node_modules/react-aria/dist/types/exports/useDateFormatter.d.ts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D:/pasar_fix/node_modules/.bun/react-aria@3.50.0+d0e719b86e9808b5/node_modules/react-aria/dist/types/exports/useDatePicker.d.ts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D:/pasar_fix/node_modules/.bun/react-aria@3.50.0+d0e719b86e9808b5/node_modules/react-aria/dist/types/exports/useDateRangePicker.d.ts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D:/pasar_fix/node_modules/.bun/react-aria@3.50.0+d0e719b86e9808b5/node_modules/react-aria/dist/types/exports/useDialog.d.ts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D:/pasar_fix/node_modules/.bun/react-aria@3.50.0+d0e719b86e9808b5/node_modules/react-aria/dist/types/exports/useDisclosure.d.ts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D:/pasar_fix/node_modules/.bun/react-aria@3.50.0+d0e719b86e9808b5/node_modules/react-aria/dist/types/exports/useDrag.d.ts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D:/pasar_fix/node_modules/.bun/react-aria@3.50.0+d0e719b86e9808b5/node_modules/react-aria/dist/types/exports/useDraggableCollection.d.ts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D:/pasar_fix/node_modules/.bun/react-aria@3.50.0+d0e719b86e9808b5/node_modules/react-aria/dist/types/exports/useDrop.d.ts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D:/pasar_fix/node_modules/.bun/react-aria@3.50.0+d0e719b86e9808b5/node_modules/react-aria/dist/types/exports/useDroppableCollection.d.ts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D:/pasar_fix/node_modules/.bun/react-aria@3.50.0+d0e719b86e9808b5/node_modules/react-aria/dist/types/exports/useField.d.ts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D:/pasar_fix/node_modules/.bun/react-aria@3.50.0+d0e719b86e9808b5/node_modules/react-aria/dist/types/exports/useFilter.d.ts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D:/pasar_fix/node_modules/.bun/react-aria@3.50.0+d0e719b86e9808b5/node_modules/react-aria/dist/types/exports/useFocus.d.ts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D:/pasar_fix/node_modules/.bun/react-aria@3.50.0+d0e719b86e9808b5/node_modules/react-aria/dist/types/exports/useFocusable.d.ts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D:/pasar_fix/node_modules/.bun/react-aria@3.50.0+d0e719b86e9808b5/node_modules/react-aria/dist/types/exports/useFocusRing.d.ts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D:/pasar_fix/node_modules/.bun/react-aria@3.50.0+d0e719b86e9808b5/node_modules/react-aria/dist/types/exports/useFocusVisible.d.ts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D:/pasar_fix/node_modules/.bun/react-aria@3.50.0+d0e719b86e9808b5/node_modules/react-aria/dist/types/exports/useFocusWithin.d.ts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D:/pasar_fix/node_modules/.bun/react-aria@3.50.0+d0e719b86e9808b5/node_modules/react-aria/dist/types/exports/useGridList.d.ts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D:/pasar_fix/node_modules/.bun/react-aria@3.50.0+d0e719b86e9808b5/node_modules/react-aria/dist/types/exports/useHover.d.ts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D:/pasar_fix/node_modules/.bun/react-aria@3.50.0+d0e719b86e9808b5/node_modules/react-aria/dist/types/exports/useId.d.ts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D:/pasar_fix/node_modules/.bun/react-aria@3.50.0+d0e719b86e9808b5/node_modules/react-aria/dist/types/exports/useInteractOutside.d.ts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D:/pasar_fix/node_modules/.bun/react-aria@3.50.0+d0e719b86e9808b5/node_modules/react-aria/dist/types/exports/useKeyboard.d.ts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D:/pasar_fix/node_modules/.bun/react-aria@3.50.0+d0e719b86e9808b5/node_modules/react-aria/dist/types/exports/useLabel.d.ts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D:/pasar_fix/node_modules/.bun/react-aria@3.50.0+d0e719b86e9808b5/node_modules/react-aria/dist/types/exports/useLandmark.d.ts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D:/pasar_fix/node_modules/.bun/react-aria@3.50.0+d0e719b86e9808b5/node_modules/react-aria/dist/types/exports/useLink.d.ts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D:/pasar_fix/node_modules/.bun/react-aria@3.50.0+d0e719b86e9808b5/node_modules/react-aria/dist/types/exports/useListBox.d.ts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D:/pasar_fix/node_modules/.bun/react-aria@3.50.0+d0e719b86e9808b5/node_modules/react-aria/dist/types/exports/useListFormatter.d.ts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D:/pasar_fix/node_modules/.bun/react-aria@3.50.0+d0e719b86e9808b5/node_modules/react-aria/dist/types/exports/useLocalizedStringFormatter.d.ts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D:/pasar_fix/node_modules/.bun/react-aria@3.50.0+d0e719b86e9808b5/node_modules/react-aria/dist/types/exports/useLongPress.d.ts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D:/pasar_fix/node_modules/.bun/react-aria@3.50.0+d0e719b86e9808b5/node_modules/react-aria/dist/types/exports/useMenu.d.ts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D:/pasar_fix/node_modules/.bun/react-aria@3.50.0+d0e719b86e9808b5/node_modules/react-aria/dist/types/exports/useMeter.d.ts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D:/pasar_fix/node_modules/.bun/react-aria@3.50.0+d0e719b86e9808b5/node_modules/react-aria/dist/types/exports/useModalOverlay.d.ts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D:/pasar_fix/node_modules/.bun/react-aria@3.50.0+d0e719b86e9808b5/node_modules/react-aria/dist/types/exports/useMove.d.ts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D:/pasar_fix/node_modules/.bun/react-aria@3.50.0+d0e719b86e9808b5/node_modules/react-aria/dist/types/exports/useNumberField.d.ts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D:/pasar_fix/node_modules/.bun/react-aria@3.50.0+d0e719b86e9808b5/node_modules/react-aria/dist/types/exports/useNumberFormatter.d.ts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D:/pasar_fix/node_modules/.bun/react-aria@3.50.0+d0e719b86e9808b5/node_modules/react-aria/dist/types/exports/useObjectRef.d.ts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D:/pasar_fix/node_modules/.bun/react-aria@3.50.0+d0e719b86e9808b5/node_modules/react-aria/dist/types/exports/useOverlay.d.ts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D:/pasar_fix/node_modules/.bun/react-aria@3.50.0+d0e719b86e9808b5/node_modules/react-aria/dist/types/exports/useOverlayPosition.d.ts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D:/pasar_fix/node_modules/.bun/react-aria@3.50.0+d0e719b86e9808b5/node_modules/react-aria/dist/types/exports/useOverlayTrigger.d.ts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D:/pasar_fix/node_modules/.bun/react-aria@3.50.0+d0e719b86e9808b5/node_modules/react-aria/dist/types/exports/usePopover.d.ts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D:/pasar_fix/node_modules/.bun/react-aria@3.50.0+d0e719b86e9808b5/node_modules/react-aria/dist/types/exports/usePress.d.ts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D:/pasar_fix/node_modules/.bun/react-aria@3.50.0+d0e719b86e9808b5/node_modules/react-aria/dist/types/exports/usePreventScroll.d.ts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D:/pasar_fix/node_modules/.bun/react-aria@3.50.0+d0e719b86e9808b5/node_modules/react-aria/dist/types/exports/useProgressBar.d.ts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D:/pasar_fix/node_modules/.bun/react-aria@3.50.0+d0e719b86e9808b5/node_modules/react-aria/dist/types/exports/useRadioGroup.d.ts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D:/pasar_fix/node_modules/.bun/react-aria@3.50.0+d0e719b86e9808b5/node_modules/react-aria/dist/types/exports/useRangeCalendar.d.ts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D:/pasar_fix/node_modules/.bun/react-aria@3.50.0+d0e719b86e9808b5/node_modules/react-aria/dist/types/exports/useSearchField.d.ts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D:/pasar_fix/node_modules/.bun/react-aria@3.50.0+d0e719b86e9808b5/node_modules/react-aria/dist/types/exports/useSelect.d.ts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D:/pasar_fix/node_modules/.bun/react-aria@3.50.0+d0e719b86e9808b5/node_modules/react-aria/dist/types/exports/useSeparator.d.ts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D:/pasar_fix/node_modules/.bun/react-aria@3.50.0+d0e719b86e9808b5/node_modules/react-aria/dist/types/exports/useSlider.d.ts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D:/pasar_fix/node_modules/.bun/react-aria@3.50.0+d0e719b86e9808b5/node_modules/react-aria/dist/types/exports/useSwitch.d.ts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D:/pasar_fix/node_modules/.bun/react-aria@3.50.0+d0e719b86e9808b5/node_modules/react-aria/dist/types/exports/useTable.d.ts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D:/pasar_fix/node_modules/.bun/react-aria@3.50.0+d0e719b86e9808b5/node_modules/react-aria/dist/types/exports/useTabList.d.ts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D:/pasar_fix/node_modules/.bun/react-aria@3.50.0+d0e719b86e9808b5/node_modules/react-aria/dist/types/exports/useTagGroup.d.ts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D:/pasar_fix/node_modules/.bun/react-aria@3.50.0+d0e719b86e9808b5/node_modules/react-aria/dist/types/exports/useTextField.d.ts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D:/pasar_fix/node_modules/.bun/react-aria@3.50.0+d0e719b86e9808b5/node_modules/react-aria/dist/types/exports/useTimeField.d.ts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D:/pasar_fix/node_modules/.bun/react-aria@3.50.0+d0e719b86e9808b5/node_modules/react-aria/dist/types/exports/useToast.d.ts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D:/pasar_fix/node_modules/.bun/react-aria@3.50.0+d0e719b86e9808b5/node_modules/react-aria/dist/types/exports/useToggleButton.d.ts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D:/pasar_fix/node_modules/.bun/react-aria@3.50.0+d0e719b86e9808b5/node_modules/react-aria/dist/types/exports/useToggleButtonGroup.d.ts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D:/pasar_fix/node_modules/.bun/react-aria@3.50.0+d0e719b86e9808b5/node_modules/react-aria/dist/types/exports/useToolbar.d.ts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D:/pasar_fix/node_modules/.bun/react-aria@3.50.0+d0e719b86e9808b5/node_modules/react-aria/dist/types/exports/useTooltipTrigger.d.ts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D:/pasar_fix/node_modules/.bun/react-aria@3.50.0+d0e719b86e9808b5/node_modules/react-aria/dist/types/exports/useTree.d.ts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D:/pasar_fix/node_modules/.bun/react-aria@3.50.0+d0e719b86e9808b5/node_modules/react-aria/dist/types/exports/VisuallyHidden.d.ts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D:/pasar_fix/node_modules/.bun/react-aria@3.50.0+d0e719b86e9808b5/node_modules/react-aria/dist/types/exports/private/actiongroup/useActionGroup.d.ts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D:/pasar_fix/node_modules/.bun/react-aria@3.50.0+d0e719b86e9808b5/node_modules/react-aria/dist/types/exports/private/actiongroup/useActionGroupItem.d.ts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D:/pasar_fix/node_modules/.bun/react-aria@3.50.0+d0e719b86e9808b5/node_modules/react-aria/dist/types/exports/private/aria-modal-polyfill/ariaModalPolyfill.d.ts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D:/pasar_fix/node_modules/.bun/react-aria@3.50.0+d0e719b86e9808b5/node_modules/react-aria/dist/types/exports/private/autocomplete/useSearchAutocomplete.d.ts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D:/pasar_fix/node_modules/.bun/react-aria@3.50.0+d0e719b86e9808b5/node_modules/react-aria/dist/types/exports/private/collections/BaseCollection.d.ts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D:/pasar_fix/node_modules/.bun/react-aria@3.50.0+d0e719b86e9808b5/node_modules/react-aria/dist/types/exports/private/collections/Hidden.d.ts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D:/pasar_fix/node_modules/.bun/react-aria@3.50.0+d0e719b86e9808b5/node_modules/react-aria/dist/types/exports/private/collections/useCachedChildren.d.ts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D:/pasar_fix/node_modules/.bun/react-aria@3.50.0+d0e719b86e9808b5/node_modules/react-aria/dist/types/exports/private/datepicker/useDisplayNames.d.ts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D:/pasar_fix/node_modules/.bun/react-aria@3.50.0+d0e719b86e9808b5/node_modules/react-aria/dist/types/exports/private/dnd/DragManager.d.ts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D:/pasar_fix/node_modules/.bun/react-aria@3.50.0+d0e719b86e9808b5/node_modules/react-aria/dist/types/exports/private/focus/FocusScope.d.ts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D:/pasar_fix/node_modules/.bun/react-aria@3.50.0+d0e719b86e9808b5/node_modules/react-aria/dist/types/exports/private/focus/useHasTabbableChild.d.ts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D:/pasar_fix/node_modules/.bun/react-aria@3.50.0+d0e719b86e9808b5/node_modules/react-aria/dist/types/exports/private/focus/virtualFocus.d.ts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D:/pasar_fix/node_modules/.bun/react-aria@3.50.0+d0e719b86e9808b5/node_modules/react-aria/dist/types/exports/private/form/useFormValidation.d.ts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D:/pasar_fix/node_modules/.bun/react-aria@3.50.0+d0e719b86e9808b5/node_modules/react-aria/dist/types/exports/private/grid/GridKeyboardDelegate.d.ts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D:/pasar_fix/node_modules/.bun/react-aria@3.50.0+d0e719b86e9808b5/node_modules/react-aria/dist/types/exports/private/grid/useGrid.d.ts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D:/pasar_fix/node_modules/.bun/react-aria@3.50.0+d0e719b86e9808b5/node_modules/react-aria/dist/types/exports/private/grid/useGridCell.d.ts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D:/pasar_fix/node_modules/.bun/react-aria@3.50.0+d0e719b86e9808b5/node_modules/react-aria/dist/types/exports/private/grid/useGridRow.d.ts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D:/pasar_fix/node_modules/.bun/react-aria@3.50.0+d0e719b86e9808b5/node_modules/react-aria/dist/types/exports/private/grid/useGridRowGroup.d.ts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D:/pasar_fix/node_modules/.bun/react-aria@3.50.0+d0e719b86e9808b5/node_modules/react-aria/dist/types/exports/private/grid/useGridSelectionAnnouncement.d.ts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D:/pasar_fix/node_modules/.bun/react-aria@3.50.0+d0e719b86e9808b5/node_modules/react-aria/dist/types/exports/private/grid/useGridSelectionCheckbox.d.ts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D:/pasar_fix/node_modules/.bun/react-aria@3.50.0+d0e719b86e9808b5/node_modules/react-aria/dist/types/exports/private/grid/useHighlightSelectionDescription.d.ts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D:/pasar_fix/node_modules/.bun/react-aria@3.50.0+d0e719b86e9808b5/node_modules/react-aria/dist/types/exports/private/i18n/server.d.ts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D:/pasar_fix/node_modules/.bun/react-aria@3.50.0+d0e719b86e9808b5/node_modules/react-aria/dist/types/exports/private/interactions/focusSafely.d.ts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D:/pasar_fix/node_modules/.bun/react-aria@3.50.0+d0e719b86e9808b5/node_modules/react-aria/dist/types/exports/private/interactions/PressResponder.d.ts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D:/pasar_fix/node_modules/.bun/react-aria@3.50.0+d0e719b86e9808b5/node_modules/react-aria/dist/types/exports/private/interactions/useFocusable.d.ts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D:/pasar_fix/node_modules/.bun/react-aria@3.50.0+d0e719b86e9808b5/node_modules/react-aria/dist/types/exports/private/interactions/useFocusVisible.d.ts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D:/pasar_fix/node_modules/.bun/react-aria@3.50.0+d0e719b86e9808b5/node_modules/react-aria/dist/types/exports/private/interactions/useScrollWheel.d.ts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D:/pasar_fix/node_modules/.bun/react-aria@3.50.0+d0e719b86e9808b5/node_modules/react-aria/dist/types/exports/private/landmark/useLandmark.d.ts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D:/pasar_fix/node_modules/.bun/react-aria@3.50.0+d0e719b86e9808b5/node_modules/react-aria/dist/types/exports/private/listbox/utils.d.ts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D:/pasar_fix/node_modules/.bun/react-aria@3.50.0+d0e719b86e9808b5/node_modules/react-aria/dist/types/exports/private/live-announcer/LiveAnnouncer.d.ts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D:/pasar_fix/node_modules/.bun/react-aria@3.50.0+d0e719b86e9808b5/node_modules/react-aria/dist/types/exports/private/overlays/ariaHideOutside.d.ts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D:/pasar_fix/node_modules/.bun/react-aria@3.50.0+d0e719b86e9808b5/node_modules/react-aria/dist/types/exports/private/overlays/Overlay.d.ts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D:/pasar_fix/node_modules/.bun/react-aria@3.50.0+d0e719b86e9808b5/node_modules/react-aria/dist/types/exports/private/overlays/useModal.d.ts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D:/pasar_fix/node_modules/.bun/react-aria@3.50.0+d0e719b86e9808b5/node_modules/react-aria/dist/types/exports/private/selection/DOMLayoutDelegate.d.ts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D:/pasar_fix/node_modules/.bun/react-aria@3.50.0+d0e719b86e9808b5/node_modules/react-aria/dist/types/exports/private/selection/useSelectableCollection.d.ts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D:/pasar_fix/node_modules/.bun/react-aria@3.50.0+d0e719b86e9808b5/node_modules/react-aria/dist/types/exports/private/selection/useSelectableItem.d.ts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D:/pasar_fix/node_modules/.bun/react-aria@3.50.0+d0e719b86e9808b5/node_modules/react-aria/dist/types/exports/private/selection/useSelectableList.d.ts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D:/pasar_fix/node_modules/.bun/react-aria@3.50.0+d0e719b86e9808b5/node_modules/react-aria/dist/types/exports/private/selection/useTypeSelect.d.ts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D:/pasar_fix/node_modules/.bun/react-aria@3.50.0+d0e719b86e9808b5/node_modules/react-aria/dist/types/exports/private/spinbutton/useSpinButton.d.ts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D:/pasar_fix/node_modules/.bun/react-aria@3.50.0+d0e719b86e9808b5/node_modules/react-aria/dist/types/exports/private/ssr/SSRProvider.d.ts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D:/pasar_fix/node_modules/.bun/react-aria@3.50.0+d0e719b86e9808b5/node_modules/react-aria/dist/types/exports/private/steplist/useStepList.d.ts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D:/pasar_fix/node_modules/.bun/react-aria@3.50.0+d0e719b86e9808b5/node_modules/react-aria/dist/types/exports/private/steplist/useStepListItem.d.ts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D:/pasar_fix/node_modules/.bun/react-aria@3.50.0+d0e719b86e9808b5/node_modules/react-aria/dist/types/exports/private/textfield/useFormattedTextField.d.ts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D:/pasar_fix/node_modules/.bun/react-aria@3.50.0+d0e719b86e9808b5/node_modules/react-aria/dist/types/exports/private/toggle/useToggle.d.ts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D:/pasar_fix/node_modules/.bun/react-aria@3.50.0+d0e719b86e9808b5/node_modules/react-aria/dist/types/exports/private/utils/animation.d.ts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D:/pasar_fix/node_modules/.bun/react-aria@3.50.0+d0e719b86e9808b5/node_modules/react-aria/dist/types/exports/private/utils/constants.d.ts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D:/pasar_fix/node_modules/.bun/react-aria@3.50.0+d0e719b86e9808b5/node_modules/react-aria/dist/types/exports/private/utils/domHelpers.d.ts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D:/pasar_fix/node_modules/.bun/react-aria@3.50.0+d0e719b86e9808b5/node_modules/react-aria/dist/types/exports/private/utils/focusWithoutScrolling.d.ts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D:/pasar_fix/node_modules/.bun/react-aria@3.50.0+d0e719b86e9808b5/node_modules/react-aria/dist/types/exports/private/utils/getNonce.d.ts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D:/pasar_fix/node_modules/.bun/react-aria@3.50.0+d0e719b86e9808b5/node_modules/react-aria/dist/types/exports/private/utils/getOffset.d.ts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D:/pasar_fix/node_modules/.bun/react-aria@3.50.0+d0e719b86e9808b5/node_modules/react-aria/dist/types/exports/private/utils/getScrollParent.d.ts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D:/pasar_fix/node_modules/.bun/react-aria@3.50.0+d0e719b86e9808b5/node_modules/react-aria/dist/types/exports/private/utils/getScrollParents.d.ts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D:/pasar_fix/node_modules/.bun/react-aria@3.50.0+d0e719b86e9808b5/node_modules/react-aria/dist/types/exports/private/utils/inertValue.d.ts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D:/pasar_fix/node_modules/.bun/react-aria@3.50.0+d0e719b86e9808b5/node_modules/react-aria/dist/types/exports/private/utils/isFocusable.d.ts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D:/pasar_fix/node_modules/.bun/react-aria@3.50.0+d0e719b86e9808b5/node_modules/react-aria/dist/types/exports/private/utils/isScrollable.d.ts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D:/pasar_fix/node_modules/.bun/react-aria@3.50.0+d0e719b86e9808b5/node_modules/react-aria/dist/types/exports/private/utils/isVirtualEvent.d.ts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D:/pasar_fix/node_modules/.bun/react-aria@3.50.0+d0e719b86e9808b5/node_modules/react-aria/dist/types/exports/private/utils/keyboard.d.ts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D:/pasar_fix/node_modules/.bun/react-aria@3.50.0+d0e719b86e9808b5/node_modules/react-aria/dist/types/exports/private/utils/openLink.d.ts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D:/pasar_fix/node_modules/.bun/react-aria@3.50.0+d0e719b86e9808b5/node_modules/react-aria/dist/types/exports/private/utils/platform.d.ts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D:/pasar_fix/node_modules/.bun/react-aria@3.50.0+d0e719b86e9808b5/node_modules/react-aria/dist/types/exports/private/utils/runAfterTransition.d.ts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D:/pasar_fix/node_modules/.bun/react-aria@3.50.0+d0e719b86e9808b5/node_modules/react-aria/dist/types/exports/private/utils/scrollIntoView.d.ts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D:/pasar_fix/node_modules/.bun/react-aria@3.50.0+d0e719b86e9808b5/node_modules/react-aria/dist/types/exports/private/utils/useDeepMemo.d.ts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D:/pasar_fix/node_modules/.bun/react-aria@3.50.0+d0e719b86e9808b5/node_modules/react-aria/dist/types/exports/private/utils/useDescription.d.ts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D:/pasar_fix/node_modules/.bun/react-aria@3.50.0+d0e719b86e9808b5/node_modules/react-aria/dist/types/exports/private/utils/useDrag1D.d.ts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D:/pasar_fix/node_modules/.bun/react-aria@3.50.0+d0e719b86e9808b5/node_modules/react-aria/dist/types/exports/private/utils/useEffectEvent.d.ts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D:/pasar_fix/node_modules/.bun/react-aria@3.50.0+d0e719b86e9808b5/node_modules/react-aria/dist/types/exports/private/utils/useEvent.d.ts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D:/pasar_fix/node_modules/.bun/react-aria@3.50.0+d0e719b86e9808b5/node_modules/react-aria/dist/types/exports/private/utils/useFormReset.d.ts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D:/pasar_fix/node_modules/.bun/react-aria@3.50.0+d0e719b86e9808b5/node_modules/react-aria/dist/types/exports/private/utils/useGlobalListeners.d.ts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D:/pasar_fix/node_modules/.bun/react-aria@3.50.0+d0e719b86e9808b5/node_modules/react-aria/dist/types/exports/private/utils/useId.d.ts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D:/pasar_fix/node_modules/.bun/react-aria@3.50.0+d0e719b86e9808b5/node_modules/react-aria/dist/types/exports/private/utils/useLabels.d.ts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D:/pasar_fix/node_modules/.bun/react-aria@3.50.0+d0e719b86e9808b5/node_modules/react-aria/dist/types/exports/private/utils/useLayoutEffect.d.ts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D:/pasar_fix/node_modules/.bun/react-aria@3.50.0+d0e719b86e9808b5/node_modules/react-aria/dist/types/exports/private/utils/useLoadMore.d.ts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D:/pasar_fix/node_modules/.bun/react-aria@3.50.0+d0e719b86e9808b5/node_modules/react-aria/dist/types/exports/private/utils/useLoadMoreSentinel.d.ts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D:/pasar_fix/node_modules/.bun/react-aria@3.50.0+d0e719b86e9808b5/node_modules/react-aria/dist/types/exports/private/utils/useResizeObserver.d.ts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D:/pasar_fix/node_modules/.bun/react-aria@3.50.0+d0e719b86e9808b5/node_modules/react-aria/dist/types/exports/private/utils/useSyncRef.d.ts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D:/pasar_fix/node_modules/.bun/react-aria@3.50.0+d0e719b86e9808b5/node_modules/react-aria/dist/types/exports/private/utils/useUpdateEffect.d.ts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D:/pasar_fix/node_modules/.bun/react-aria@3.50.0+d0e719b86e9808b5/node_modules/react-aria/dist/types/exports/private/utils/useUpdateLayoutEffect.d.ts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D:/pasar_fix/node_modules/.bun/react-aria@3.50.0+d0e719b86e9808b5/node_modules/react-aria/dist/types/exports/private/utils/useValueEffect.d.ts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D:/pasar_fix/node_modules/.bun/react-aria@3.50.0+d0e719b86e9808b5/node_modules/react-aria/dist/types/exports/private/utils/useViewportSize.d.ts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D:/pasar_fix/node_modules/.bun/react-aria@3.50.0+d0e719b86e9808b5/node_modules/react-aria/dist/types/exports/private/utils/shadowdom/DOMFunctions.d.ts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D:/pasar_fix/node_modules/.bun/react-aria@3.50.0+d0e719b86e9808b5/node_modules/react-aria/dist/types/exports/private/utils/shadowdom/ShadowTreeWalker.d.ts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D:/pasar_fix/node_modules/.bun/react-aria@3.50.0+d0e719b86e9808b5/node_modules/react-aria/dist/types/exports/private/virtualizer/ScrollView.d.ts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D:/pasar_fix/node_modules/.bun/react-aria@3.50.0+d0e719b86e9808b5/node_modules/react-aria/dist/types/exports/private/virtualizer/useVirtualizerItem.d.ts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D:/pasar_fix/node_modules/.bun/react-aria@3.50.0+d0e719b86e9808b5/node_modules/react-aria/dist/types/exports/private/virtualizer/utils.d.ts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D:/pasar_fix/node_modules/.bun/react-aria@3.50.0+d0e719b86e9808b5/node_modules/react-aria/dist/types/exports/private/virtualizer/Virtualizer.d.ts</a:t>
            </a:r>
          </a:p>
          <a:p>
            <a:pPr>
              <a:defRPr sz="1200"/>
            </a:pPr>
            <a:r>
              <a:t>D:/pasar_fix/node_modules/.bun/react-aria@3.50.0+d0e719b86e9808b5/node_modules/react-aria/dist/types/exports/private/virtualizer/VirtualizerItem.d.ts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D:/pasar_fix/node_modules/.bun/react-aria@3.50.0+d0e719b86e9808b5/node_modules/react-aria/dist/types/src/actiongroup/useActionGroup.d.ts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D:/pasar_fix/node_modules/.bun/react-aria@3.50.0+d0e719b86e9808b5/node_modules/react-aria/dist/types/src/actiongroup/useActionGroupItem.d.ts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D:/pasar_fix/node_modules/.bun/react-aria@3.50.0+d0e719b86e9808b5/node_modules/react-aria/dist/types/src/aria-modal-polyfill/ariaModalPolyfill.d.ts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D:/pasar_fix/node_modules/.bun/react-aria@3.50.0+d0e719b86e9808b5/node_modules/react-aria/dist/types/src/autocomplete/useAutocomplete.d.ts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D:/pasar_fix/node_modules/.bun/react-aria@3.50.0+d0e719b86e9808b5/node_modules/react-aria/dist/types/src/autocomplete/useSearchAutocomplete.d.ts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D:/pasar_fix/node_modules/.bun/react-aria@3.50.0+d0e719b86e9808b5/node_modules/react-aria/dist/types/src/breadcrumbs/useBreadcrumbItem.d.ts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D:/pasar_fix/node_modules/.bun/react-aria@3.50.0+d0e719b86e9808b5/node_modules/react-aria/dist/types/src/breadcrumbs/useBreadcrumbs.d.ts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D:/pasar_fix/node_modules/.bun/react-aria@3.50.0+d0e719b86e9808b5/node_modules/react-aria/dist/types/src/button/useButton.d.ts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D:/pasar_fix/node_modules/.bun/react-aria@3.50.0+d0e719b86e9808b5/node_modules/react-aria/dist/types/src/button/useToggleButton.d.ts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D:/pasar_fix/node_modules/.bun/react-aria@3.50.0+d0e719b86e9808b5/node_modules/react-aria/dist/types/src/button/useToggleButtonGroup.d.ts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D:/pasar_fix/node_modules/.bun/react-aria@3.50.0+d0e719b86e9808b5/node_modules/react-aria/dist/types/src/calendar/useCalendar.d.ts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D:/pasar_fix/node_modules/.bun/react-aria@3.50.0+d0e719b86e9808b5/node_modules/react-aria/dist/types/src/calendar/useCalendarBase.d.ts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D:/pasar_fix/node_modules/.bun/react-aria@3.50.0+d0e719b86e9808b5/node_modules/react-aria/dist/types/src/calendar/useCalendarCell.d.ts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D:/pasar_fix/node_modules/.bun/react-aria@3.50.0+d0e719b86e9808b5/node_modules/react-aria/dist/types/src/calendar/useCalendarGrid.d.ts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D:/pasar_fix/node_modules/.bun/react-aria@3.50.0+d0e719b86e9808b5/node_modules/react-aria/dist/types/src/calendar/useCalendarHeading.d.ts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D:/pasar_fix/node_modules/.bun/react-aria@3.50.0+d0e719b86e9808b5/node_modules/react-aria/dist/types/src/calendar/useCalendarMonthPicker.d.ts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D:/pasar_fix/node_modules/.bun/react-aria@3.50.0+d0e719b86e9808b5/node_modules/react-aria/dist/types/src/calendar/useCalendarYearPicker.d.ts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D:/pasar_fix/node_modules/.bun/react-aria@3.50.0+d0e719b86e9808b5/node_modules/react-aria/dist/types/src/calendar/useRangeCalendar.d.ts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D:/pasar_fix/node_modules/.bun/react-aria@3.50.0+d0e719b86e9808b5/node_modules/react-aria/dist/types/src/calendar/utils.d.ts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D:/pasar_fix/node_modules/.bun/react-aria@3.50.0+d0e719b86e9808b5/node_modules/react-aria/dist/types/src/checkbox/useCheckbox.d.ts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D:/pasar_fix/node_modules/.bun/react-aria@3.50.0+d0e719b86e9808b5/node_modules/react-aria/dist/types/src/checkbox/useCheckboxGroup.d.ts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D:/pasar_fix/node_modules/.bun/react-aria@3.50.0+d0e719b86e9808b5/node_modules/react-aria/dist/types/src/checkbox/useCheckboxGroupItem.d.ts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D:/pasar_fix/node_modules/.bun/react-aria@3.50.0+d0e719b86e9808b5/node_modules/react-aria/dist/types/src/checkbox/utils.d.ts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D:/pasar_fix/node_modules/.bun/react-aria@3.50.0+d0e719b86e9808b5/node_modules/react-aria/dist/types/src/collections/BaseCollection.d.ts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D:/pasar_fix/node_modules/.bun/react-aria@3.50.0+d0e719b86e9808b5/node_modules/react-aria/dist/types/src/collections/CollectionBuilder.d.ts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D:/pasar_fix/node_modules/.bun/react-aria@3.50.0+d0e719b86e9808b5/node_modules/react-aria/dist/types/src/collections/Document.d.ts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D:/pasar_fix/node_modules/.bun/react-aria@3.50.0+d0e719b86e9808b5/node_modules/react-aria/dist/types/src/collections/Hidden.d.ts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D:/pasar_fix/node_modules/.bun/react-aria@3.50.0+d0e719b86e9808b5/node_modules/react-aria/dist/types/src/collections/useCachedChildren.d.ts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D:/pasar_fix/node_modules/.bun/react-aria@3.50.0+d0e719b86e9808b5/node_modules/react-aria/dist/types/src/color/useColorArea.d.ts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D:/pasar_fix/node_modules/.bun/react-aria@3.50.0+d0e719b86e9808b5/node_modules/react-aria/dist/types/src/color/useColorAreaGradient.d.ts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D:/pasar_fix/node_modules/.bun/react-aria@3.50.0+d0e719b86e9808b5/node_modules/react-aria/dist/types/src/color/useColorChannelField.d.ts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D:/pasar_fix/node_modules/.bun/react-aria@3.50.0+d0e719b86e9808b5/node_modules/react-aria/dist/types/src/color/useColorField.d.ts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D:/pasar_fix/node_modules/.bun/react-aria@3.50.0+d0e719b86e9808b5/node_modules/react-aria/dist/types/src/color/useColorSlider.d.ts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D:/pasar_fix/node_modules/.bun/react-aria@3.50.0+d0e719b86e9808b5/node_modules/react-aria/dist/types/src/color/useColorSwatch.d.ts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D:/pasar_fix/node_modules/.bun/react-aria@3.50.0+d0e719b86e9808b5/node_modules/react-aria/dist/types/src/color/useColorWheel.d.ts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D:/pasar_fix/node_modules/.bun/react-aria@3.50.0+d0e719b86e9808b5/node_modules/react-aria/dist/types/src/combobox/useComboBox.d.ts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D:/pasar_fix/node_modules/.bun/react-aria@3.50.0+d0e719b86e9808b5/node_modules/react-aria/dist/types/src/datepicker/useDateField.d.ts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D:/pasar_fix/node_modules/.bun/react-aria@3.50.0+d0e719b86e9808b5/node_modules/react-aria/dist/types/src/datepicker/useDatePicker.d.ts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D:/pasar_fix/node_modules/.bun/react-aria@3.50.0+d0e719b86e9808b5/node_modules/react-aria/dist/types/src/datepicker/useDatePickerGroup.d.ts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D:/pasar_fix/node_modules/.bun/react-aria@3.50.0+d0e719b86e9808b5/node_modules/react-aria/dist/types/src/datepicker/useDateRangePicker.d.ts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D:/pasar_fix/node_modules/.bun/react-aria@3.50.0+d0e719b86e9808b5/node_modules/react-aria/dist/types/src/datepicker/useDateSegment.d.ts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D:/pasar_fix/node_modules/.bun/react-aria@3.50.0+d0e719b86e9808b5/node_modules/react-aria/dist/types/src/datepicker/useDisplayNames.d.ts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D:/pasar_fix/node_modules/.bun/react-aria@3.50.0+d0e719b86e9808b5/node_modules/react-aria/dist/types/src/dialog/useDialog.d.ts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D:/pasar_fix/node_modules/.bun/react-aria@3.50.0+d0e719b86e9808b5/node_modules/react-aria/dist/types/src/disclosure/useDisclosure.d.ts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D:/pasar_fix/node_modules/.bun/react-aria@3.50.0+d0e719b86e9808b5/node_modules/react-aria/dist/types/src/dnd/constants.d.ts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D:/pasar_fix/node_modules/.bun/react-aria@3.50.0+d0e719b86e9808b5/node_modules/react-aria/dist/types/src/dnd/DragManager.d.ts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D:/pasar_fix/node_modules/.bun/react-aria@3.50.0+d0e719b86e9808b5/node_modules/react-aria/dist/types/src/dnd/DragPreview.d.ts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D:/pasar_fix/node_modules/.bun/react-aria@3.50.0+d0e719b86e9808b5/node_modules/react-aria/dist/types/src/dnd/DropTargetKeyboardNavigation.d.ts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D:/pasar_fix/node_modules/.bun/react-aria@3.50.0+d0e719b86e9808b5/node_modules/react-aria/dist/types/src/dnd/ListDropTargetDelegate.d.ts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D:/pasar_fix/node_modules/.bun/react-aria@3.50.0+d0e719b86e9808b5/node_modules/react-aria/dist/types/src/dnd/useAutoScroll.d.ts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D:/pasar_fix/node_modules/.bun/react-aria@3.50.0+d0e719b86e9808b5/node_modules/react-aria/dist/types/src/dnd/useClipboard.d.ts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D:/pasar_fix/node_modules/.bun/react-aria@3.50.0+d0e719b86e9808b5/node_modules/react-aria/dist/types/src/dnd/useDrag.d.ts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D:/pasar_fix/node_modules/.bun/react-aria@3.50.0+d0e719b86e9808b5/node_modules/react-aria/dist/types/src/dnd/useDraggableCollection.d.ts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D:/pasar_fix/node_modules/.bun/react-aria@3.50.0+d0e719b86e9808b5/node_modules/react-aria/dist/types/src/dnd/useDraggableItem.d.ts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D:/pasar_fix/node_modules/.bun/react-aria@3.50.0+d0e719b86e9808b5/node_modules/react-aria/dist/types/src/dnd/useDrop.d.ts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D:/pasar_fix/node_modules/.bun/react-aria@3.50.0+d0e719b86e9808b5/node_modules/react-aria/dist/types/src/dnd/useDropIndicator.d.ts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D:/pasar_fix/node_modules/.bun/react-aria@3.50.0+d0e719b86e9808b5/node_modules/react-aria/dist/types/src/dnd/useDroppableCollection.d.ts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D:/pasar_fix/node_modules/.bun/react-aria@3.50.0+d0e719b86e9808b5/node_modules/react-aria/dist/types/src/dnd/useDroppableItem.d.ts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D:/pasar_fix/node_modules/.bun/react-aria@3.50.0+d0e719b86e9808b5/node_modules/react-aria/dist/types/src/dnd/useVirtualDrop.d.ts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D:/pasar_fix/node_modules/.bun/react-aria@3.50.0+d0e719b86e9808b5/node_modules/react-aria/dist/types/src/dnd/utils.d.ts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D:/pasar_fix/node_modules/.bun/react-aria@3.50.0+d0e719b86e9808b5/node_modules/react-aria/dist/types/src/focus/FocusRing.d.ts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D:/pasar_fix/node_modules/.bun/react-aria@3.50.0+d0e719b86e9808b5/node_modules/react-aria/dist/types/src/focus/FocusScope.d.ts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D:/pasar_fix/node_modules/.bun/react-aria@3.50.0+d0e719b86e9808b5/node_modules/react-aria/dist/types/src/focus/useFocusRing.d.ts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D:/pasar_fix/node_modules/.bun/react-aria@3.50.0+d0e719b86e9808b5/node_modules/react-aria/dist/types/src/focus/useHasTabbableChild.d.ts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D:/pasar_fix/node_modules/.bun/react-aria@3.50.0+d0e719b86e9808b5/node_modules/react-aria/dist/types/src/focus/virtualFocus.d.ts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D:/pasar_fix/node_modules/.bun/react-aria@3.50.0+d0e719b86e9808b5/node_modules/react-aria/dist/types/src/form/useFormValidation.d.ts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D:/pasar_fix/node_modules/.bun/react-aria@3.50.0+d0e719b86e9808b5/node_modules/react-aria/dist/types/src/grid/GridKeyboardDelegate.d.ts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D:/pasar_fix/node_modules/.bun/react-aria@3.50.0+d0e719b86e9808b5/node_modules/react-aria/dist/types/src/grid/useGrid.d.ts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D:/pasar_fix/node_modules/.bun/react-aria@3.50.0+d0e719b86e9808b5/node_modules/react-aria/dist/types/src/grid/useGridCell.d.ts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D:/pasar_fix/node_modules/.bun/react-aria@3.50.0+d0e719b86e9808b5/node_modules/react-aria/dist/types/src/grid/useGridRow.d.ts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D:/pasar_fix/node_modules/.bun/react-aria@3.50.0+d0e719b86e9808b5/node_modules/react-aria/dist/types/src/grid/useGridRowGroup.d.ts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D:/pasar_fix/node_modules/.bun/react-aria@3.50.0+d0e719b86e9808b5/node_modules/react-aria/dist/types/src/grid/useGridSelectionAnnouncement.d.ts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D:/pasar_fix/node_modules/.bun/react-aria@3.50.0+d0e719b86e9808b5/node_modules/react-aria/dist/types/src/grid/useGridSelectionCheckbox.d.ts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D:/pasar_fix/node_modules/.bun/react-aria@3.50.0+d0e719b86e9808b5/node_modules/react-aria/dist/types/src/grid/useHighlightSelectionDescription.d.ts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D:/pasar_fix/node_modules/.bun/react-aria@3.50.0+d0e719b86e9808b5/node_modules/react-aria/dist/types/src/grid/utils.d.ts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D:/pasar_fix/node_modules/.bun/react-aria@3.50.0+d0e719b86e9808b5/node_modules/react-aria/dist/types/src/gridlist/useGridList.d.ts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D:/pasar_fix/node_modules/.bun/react-aria@3.50.0+d0e719b86e9808b5/node_modules/react-aria/dist/types/src/gridlist/useGridListItem.d.ts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D:/pasar_fix/node_modules/.bun/react-aria@3.50.0+d0e719b86e9808b5/node_modules/react-aria/dist/types/src/gridlist/useGridListSection.d.ts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D:/pasar_fix/node_modules/.bun/react-aria@3.50.0+d0e719b86e9808b5/node_modules/react-aria/dist/types/src/gridlist/useGridListSelectionCheckbox.d.ts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D:/pasar_fix/node_modules/.bun/react-aria@3.50.0+d0e719b86e9808b5/node_modules/react-aria/dist/types/src/gridlist/utils.d.ts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D:/pasar_fix/node_modules/.bun/react-aria@3.50.0+d0e719b86e9808b5/node_modules/react-aria/dist/types/src/i18n/I18nProvider.d.ts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D:/pasar_fix/node_modules/.bun/react-aria@3.50.0+d0e719b86e9808b5/node_modules/react-aria/dist/types/src/i18n/server.d.ts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D:/pasar_fix/node_modules/.bun/react-aria@3.50.0+d0e719b86e9808b5/node_modules/react-aria/dist/types/src/i18n/useCollator.d.ts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D:/pasar_fix/node_modules/.bun/react-aria@3.50.0+d0e719b86e9808b5/node_modules/react-aria/dist/types/src/i18n/useDateFormatter.d.ts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D:/pasar_fix/node_modules/.bun/react-aria@3.50.0+d0e719b86e9808b5/node_modules/react-aria/dist/types/src/i18n/useDefaultLocale.d.ts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D:/pasar_fix/node_modules/.bun/react-aria@3.50.0+d0e719b86e9808b5/node_modules/react-aria/dist/types/src/i18n/useFilter.d.ts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D:/pasar_fix/node_modules/.bun/react-aria@3.50.0+d0e719b86e9808b5/node_modules/react-aria/dist/types/src/i18n/useListFormatter.d.ts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D:/pasar_fix/node_modules/.bun/react-aria@3.50.0+d0e719b86e9808b5/node_modules/react-aria/dist/types/src/i18n/useLocalizedStringFormatter.d.ts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D:/pasar_fix/node_modules/.bun/react-aria@3.50.0+d0e719b86e9808b5/node_modules/react-aria/dist/types/src/i18n/useNumberFormatter.d.ts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D:/pasar_fix/node_modules/.bun/react-aria@3.50.0+d0e719b86e9808b5/node_modules/react-aria/dist/types/src/i18n/utils.d.ts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D:/pasar_fix/node_modules/.bun/react-aria@3.50.0+d0e719b86e9808b5/node_modules/react-aria/dist/types/src/interactions/context.d.ts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D:/pasar_fix/node_modules/.bun/react-aria@3.50.0+d0e719b86e9808b5/node_modules/react-aria/dist/types/src/interactions/createEventHandler.d.ts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D:/pasar_fix/node_modules/.bun/react-aria@3.50.0+d0e719b86e9808b5/node_modules/react-aria/dist/types/src/interactions/focusSafely.d.ts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D:/pasar_fix/node_modules/.bun/react-aria@3.50.0+d0e719b86e9808b5/node_modules/react-aria/dist/types/src/interactions/Pressable.d.ts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D:/pasar_fix/node_modules/.bun/react-aria@3.50.0+d0e719b86e9808b5/node_modules/react-aria/dist/types/src/interactions/PressResponder.d.ts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D:/pasar_fix/node_modules/.bun/react-aria@3.50.0+d0e719b86e9808b5/node_modules/react-aria/dist/types/src/interactions/textSelection.d.ts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D:/pasar_fix/node_modules/.bun/react-aria@3.50.0+d0e719b86e9808b5/node_modules/react-aria/dist/types/src/interactions/useFocus.d.ts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D:/pasar_fix/node_modules/.bun/react-aria@3.50.0+d0e719b86e9808b5/node_modules/react-aria/dist/types/src/interactions/useFocusable.d.ts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D:/pasar_fix/node_modules/.bun/react-aria@3.50.0+d0e719b86e9808b5/node_modules/react-aria/dist/types/src/interactions/useFocusVisible.d.ts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D:/pasar_fix/node_modules/.bun/react-aria@3.50.0+d0e719b86e9808b5/node_modules/react-aria/dist/types/src/interactions/useFocusWithin.d.ts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D:/pasar_fix/node_modules/.bun/react-aria@3.50.0+d0e719b86e9808b5/node_modules/react-aria/dist/types/src/interactions/useHover.d.ts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D:/pasar_fix/node_modules/.bun/react-aria@3.50.0+d0e719b86e9808b5/node_modules/react-aria/dist/types/src/interactions/useInteractOutside.d.ts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D:/pasar_fix/node_modules/.bun/react-aria@3.50.0+d0e719b86e9808b5/node_modules/react-aria/dist/types/src/interactions/useKeyboard.d.ts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D:/pasar_fix/node_modules/.bun/react-aria@3.50.0+d0e719b86e9808b5/node_modules/react-aria/dist/types/src/interactions/useLongPress.d.ts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D:/pasar_fix/node_modules/.bun/react-aria@3.50.0+d0e719b86e9808b5/node_modules/react-aria/dist/types/src/interactions/useMove.d.ts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D:/pasar_fix/node_modules/.bun/react-aria@3.50.0+d0e719b86e9808b5/node_modules/react-aria/dist/types/src/interactions/usePress.d.ts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D:/pasar_fix/node_modules/.bun/react-aria@3.50.0+d0e719b86e9808b5/node_modules/react-aria/dist/types/src/interactions/useScrollWheel.d.ts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D:/pasar_fix/node_modules/.bun/react-aria@3.50.0+d0e719b86e9808b5/node_modules/react-aria/dist/types/src/interactions/utils.d.ts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D:/pasar_fix/node_modules/.bun/react-aria@3.50.0+d0e719b86e9808b5/node_modules/react-aria/dist/types/src/label/useField.d.ts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D:/pasar_fix/node_modules/.bun/react-aria@3.50.0+d0e719b86e9808b5/node_modules/react-aria/dist/types/src/label/useLabel.d.ts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D:/pasar_fix/node_modules/.bun/react-aria@3.50.0+d0e719b86e9808b5/node_modules/react-aria/dist/types/src/landmark/useLandmark.d.ts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D:/pasar_fix/node_modules/.bun/react-aria@3.50.0+d0e719b86e9808b5/node_modules/react-aria/dist/types/src/link/useLink.d.ts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D:/pasar_fix/node_modules/.bun/react-aria@3.50.0+d0e719b86e9808b5/node_modules/react-aria/dist/types/src/listbox/useListBox.d.ts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D:/pasar_fix/node_modules/.bun/react-aria@3.50.0+d0e719b86e9808b5/node_modules/react-aria/dist/types/src/listbox/useListBoxSection.d.ts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D:/pasar_fix/node_modules/.bun/react-aria@3.50.0+d0e719b86e9808b5/node_modules/react-aria/dist/types/src/listbox/useOption.d.ts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D:/pasar_fix/node_modules/.bun/react-aria@3.50.0+d0e719b86e9808b5/node_modules/react-aria/dist/types/src/listbox/utils.d.ts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D:/pasar_fix/node_modules/.bun/react-aria@3.50.0+d0e719b86e9808b5/node_modules/react-aria/dist/types/src/live-announcer/LiveAnnouncer.d.ts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D:/pasar_fix/node_modules/.bun/react-aria@3.50.0+d0e719b86e9808b5/node_modules/react-aria/dist/types/src/menu/useMenu.d.ts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D:/pasar_fix/node_modules/.bun/react-aria@3.50.0+d0e719b86e9808b5/node_modules/react-aria/dist/types/src/menu/useMenuItem.d.ts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D:/pasar_fix/node_modules/.bun/react-aria@3.50.0+d0e719b86e9808b5/node_modules/react-aria/dist/types/src/menu/useMenuSection.d.ts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D:/pasar_fix/node_modules/.bun/react-aria@3.50.0+d0e719b86e9808b5/node_modules/react-aria/dist/types/src/menu/useMenuTrigger.d.ts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D:/pasar_fix/node_modules/.bun/react-aria@3.50.0+d0e719b86e9808b5/node_modules/react-aria/dist/types/src/menu/useSafelyMouseToSubmenu.d.ts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D:/pasar_fix/node_modules/.bun/react-aria@3.50.0+d0e719b86e9808b5/node_modules/react-aria/dist/types/src/menu/useSubmenuTrigger.d.ts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D:/pasar_fix/node_modules/.bun/react-aria@3.50.0+d0e719b86e9808b5/node_modules/react-aria/dist/types/src/menu/utils.d.ts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D:/pasar_fix/node_modules/.bun/react-aria@3.50.0+d0e719b86e9808b5/node_modules/react-aria/dist/types/src/meter/useMeter.d.ts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D:/pasar_fix/node_modules/.bun/react-aria@3.50.0+d0e719b86e9808b5/node_modules/react-aria/dist/types/src/numberfield/useNumberField.d.ts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D:/pasar_fix/node_modules/.bun/react-aria@3.50.0+d0e719b86e9808b5/node_modules/react-aria/dist/types/src/overlays/ariaHideOutside.d.ts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D:/pasar_fix/node_modules/.bun/react-aria@3.50.0+d0e719b86e9808b5/node_modules/react-aria/dist/types/src/overlays/calculatePosition.d.ts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D:/pasar_fix/node_modules/.bun/react-aria@3.50.0+d0e719b86e9808b5/node_modules/react-aria/dist/types/src/overlays/DismissButton.d.ts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D:/pasar_fix/node_modules/.bun/react-aria@3.50.0+d0e719b86e9808b5/node_modules/react-aria/dist/types/src/overlays/Overlay.d.ts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D:/pasar_fix/node_modules/.bun/react-aria@3.50.0+d0e719b86e9808b5/node_modules/react-aria/dist/types/src/overlays/PortalProvider.d.ts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D:/pasar_fix/node_modules/.bun/react-aria@3.50.0+d0e719b86e9808b5/node_modules/react-aria/dist/types/src/overlays/useCloseOnScroll.d.ts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D:/pasar_fix/node_modules/.bun/react-aria@3.50.0+d0e719b86e9808b5/node_modules/react-aria/dist/types/src/overlays/useModal.d.ts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D:/pasar_fix/node_modules/.bun/react-aria@3.50.0+d0e719b86e9808b5/node_modules/react-aria/dist/types/src/overlays/useModalOverlay.d.ts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D:/pasar_fix/node_modules/.bun/react-aria@3.50.0+d0e719b86e9808b5/node_modules/react-aria/dist/types/src/overlays/useOverlay.d.ts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D:/pasar_fix/node_modules/.bun/react-aria@3.50.0+d0e719b86e9808b5/node_modules/react-aria/dist/types/src/overlays/useOverlayPosition.d.ts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D:/pasar_fix/node_modules/.bun/react-aria@3.50.0+d0e719b86e9808b5/node_modules/react-aria/dist/types/src/overlays/useOverlayTrigger.d.ts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D:/pasar_fix/node_modules/.bun/react-aria@3.50.0+d0e719b86e9808b5/node_modules/react-aria/dist/types/src/overlays/usePopover.d.ts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D:/pasar_fix/node_modules/.bun/react-aria@3.50.0+d0e719b86e9808b5/node_modules/react-aria/dist/types/src/overlays/usePreventScroll.d.ts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D:/pasar_fix/node_modules/.bun/react-aria@3.50.0+d0e719b86e9808b5/node_modules/react-aria/dist/types/src/progress/useProgressBar.d.ts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D:/pasar_fix/node_modules/.bun/react-aria@3.50.0+d0e719b86e9808b5/node_modules/react-aria/dist/types/src/radio/useRadio.d.ts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D:/pasar_fix/node_modules/.bun/react-aria@3.50.0+d0e719b86e9808b5/node_modules/react-aria/dist/types/src/radio/useRadioGroup.d.ts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D:/pasar_fix/node_modules/.bun/react-aria@3.50.0+d0e719b86e9808b5/node_modules/react-aria/dist/types/src/radio/utils.d.ts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D:/pasar_fix/node_modules/.bun/react-aria@3.50.0+d0e719b86e9808b5/node_modules/react-aria/dist/types/src/searchfield/useSearchField.d.ts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D:/pasar_fix/node_modules/.bun/react-aria@3.50.0+d0e719b86e9808b5/node_modules/react-aria/dist/types/src/select/HiddenSelect.d.ts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D:/pasar_fix/node_modules/.bun/react-aria@3.50.0+d0e719b86e9808b5/node_modules/react-aria/dist/types/src/select/useSelect.d.ts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D:/pasar_fix/node_modules/.bun/react-aria@3.50.0+d0e719b86e9808b5/node_modules/react-aria/dist/types/src/selection/DOMLayoutDelegate.d.ts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D:/pasar_fix/node_modules/.bun/react-aria@3.50.0+d0e719b86e9808b5/node_modules/react-aria/dist/types/src/selection/ListKeyboardDelegate.d.ts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D:/pasar_fix/node_modules/.bun/react-aria@3.50.0+d0e719b86e9808b5/node_modules/react-aria/dist/types/src/selection/useSelectableCollection.d.ts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D:/pasar_fix/node_modules/.bun/react-aria@3.50.0+d0e719b86e9808b5/node_modules/react-aria/dist/types/src/selection/useSelectableItem.d.ts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D:/pasar_fix/node_modules/.bun/react-aria@3.50.0+d0e719b86e9808b5/node_modules/react-aria/dist/types/src/selection/useSelectableList.d.ts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D:/pasar_fix/node_modules/.bun/react-aria@3.50.0+d0e719b86e9808b5/node_modules/react-aria/dist/types/src/selection/useTypeSelect.d.ts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D:/pasar_fix/node_modules/.bun/react-aria@3.50.0+d0e719b86e9808b5/node_modules/react-aria/dist/types/src/selection/utils.d.ts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D:/pasar_fix/node_modules/.bun/react-aria@3.50.0+d0e719b86e9808b5/node_modules/react-aria/dist/types/src/separator/useSeparator.d.ts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D:/pasar_fix/node_modules/.bun/react-aria@3.50.0+d0e719b86e9808b5/node_modules/react-aria/dist/types/src/slider/useSlider.d.ts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D:/pasar_fix/node_modules/.bun/react-aria@3.50.0+d0e719b86e9808b5/node_modules/react-aria/dist/types/src/slider/useSliderThumb.d.ts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D:/pasar_fix/node_modules/.bun/react-aria@3.50.0+d0e719b86e9808b5/node_modules/react-aria/dist/types/src/slider/utils.d.ts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D:/pasar_fix/node_modules/.bun/react-aria@3.50.0+d0e719b86e9808b5/node_modules/react-aria/dist/types/src/spinbutton/useSpinButton.d.ts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D:/pasar_fix/node_modules/.bun/react-aria@3.50.0+d0e719b86e9808b5/node_modules/react-aria/dist/types/src/ssr/SSRProvider.d.ts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D:/pasar_fix/node_modules/.bun/react-aria@3.50.0+d0e719b86e9808b5/node_modules/react-aria/dist/types/src/steplist/useStepList.d.ts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D:/pasar_fix/node_modules/.bun/react-aria@3.50.0+d0e719b86e9808b5/node_modules/react-aria/dist/types/src/steplist/useStepListItem.d.ts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D:/pasar_fix/node_modules/.bun/react-aria@3.50.0+d0e719b86e9808b5/node_modules/react-aria/dist/types/src/switch/useSwitch.d.ts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D:/pasar_fix/node_modules/.bun/react-aria@3.50.0+d0e719b86e9808b5/node_modules/react-aria/dist/types/src/table/TableKeyboardDelegate.d.ts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D:/pasar_fix/node_modules/.bun/react-aria@3.50.0+d0e719b86e9808b5/node_modules/react-aria/dist/types/src/table/useTable.d.ts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D:/pasar_fix/node_modules/.bun/react-aria@3.50.0+d0e719b86e9808b5/node_modules/react-aria/dist/types/src/table/useTableCell.d.ts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D:/pasar_fix/node_modules/.bun/react-aria@3.50.0+d0e719b86e9808b5/node_modules/react-aria/dist/types/src/table/useTableColumnHeader.d.ts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D:/pasar_fix/node_modules/.bun/react-aria@3.50.0+d0e719b86e9808b5/node_modules/react-aria/dist/types/src/table/useTableColumnResize.d.ts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D:/pasar_fix/node_modules/.bun/react-aria@3.50.0+d0e719b86e9808b5/node_modules/react-aria/dist/types/src/table/useTableHeaderRow.d.ts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D:/pasar_fix/node_modules/.bun/react-aria@3.50.0+d0e719b86e9808b5/node_modules/react-aria/dist/types/src/table/useTableRow.d.ts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D:/pasar_fix/node_modules/.bun/react-aria@3.50.0+d0e719b86e9808b5/node_modules/react-aria/dist/types/src/table/useTableRowGroup.d.ts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D:/pasar_fix/node_modules/.bun/react-aria@3.50.0+d0e719b86e9808b5/node_modules/react-aria/dist/types/src/table/useTableSelectionCheckbox.d.ts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D:/pasar_fix/node_modules/.bun/react-aria@3.50.0+d0e719b86e9808b5/node_modules/react-aria/dist/types/src/table/utils.d.ts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D:/pasar_fix/node_modules/.bun/react-aria@3.50.0+d0e719b86e9808b5/node_modules/react-aria/dist/types/src/tabs/TabsKeyboardDelegate.d.ts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D:/pasar_fix/node_modules/.bun/react-aria@3.50.0+d0e719b86e9808b5/node_modules/react-aria/dist/types/src/tabs/useTab.d.ts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D:/pasar_fix/node_modules/.bun/react-aria@3.50.0+d0e719b86e9808b5/node_modules/react-aria/dist/types/src/tabs/useTabList.d.ts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D:/pasar_fix/node_modules/.bun/react-aria@3.50.0+d0e719b86e9808b5/node_modules/react-aria/dist/types/src/tabs/useTabPanel.d.ts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D:/pasar_fix/node_modules/.bun/react-aria@3.50.0+d0e719b86e9808b5/node_modules/react-aria/dist/types/src/tabs/utils.d.ts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D:/pasar_fix/node_modules/.bun/react-aria@3.50.0+d0e719b86e9808b5/node_modules/react-aria/dist/types/src/tag/useTag.d.ts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D:/pasar_fix/node_modules/.bun/react-aria@3.50.0+d0e719b86e9808b5/node_modules/react-aria/dist/types/src/tag/useTagGroup.d.ts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D:/pasar_fix/node_modules/.bun/react-aria@3.50.0+d0e719b86e9808b5/node_modules/react-aria/dist/types/src/textfield/useFormattedTextField.d.ts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D:/pasar_fix/node_modules/.bun/react-aria@3.50.0+d0e719b86e9808b5/node_modules/react-aria/dist/types/src/textfield/useTextField.d.ts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D:/pasar_fix/node_modules/.bun/react-aria@3.50.0+d0e719b86e9808b5/node_modules/react-aria/dist/types/src/toast/useToast.d.ts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D:/pasar_fix/node_modules/.bun/react-aria@3.50.0+d0e719b86e9808b5/node_modules/react-aria/dist/types/src/toast/useToastRegion.d.ts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D:/pasar_fix/node_modules/.bun/react-aria@3.50.0+d0e719b86e9808b5/node_modules/react-aria/dist/types/src/toggle/useToggle.d.ts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D:/pasar_fix/node_modules/.bun/react-aria@3.50.0+d0e719b86e9808b5/node_modules/react-aria/dist/types/src/toolbar/useToolbar.d.ts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D:/pasar_fix/node_modules/.bun/react-aria@3.50.0+d0e719b86e9808b5/node_modules/react-aria/dist/types/src/tooltip/useTooltip.d.ts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D:/pasar_fix/node_modules/.bun/react-aria@3.50.0+d0e719b86e9808b5/node_modules/react-aria/dist/types/src/tooltip/useTooltipTrigger.d.ts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D:/pasar_fix/node_modules/.bun/react-aria@3.50.0+d0e719b86e9808b5/node_modules/react-aria/dist/types/src/tree/useTree.d.ts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D:/pasar_fix/node_modules/.bun/react-aria@3.50.0+d0e719b86e9808b5/node_modules/react-aria/dist/types/src/tree/useTreeItem.d.ts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D:/pasar_fix/node_modules/.bun/react-aria@3.50.0+d0e719b86e9808b5/node_modules/react-aria/dist/types/src/utils/animation.d.ts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D:/pasar_fix/node_modules/.bun/react-aria@3.50.0+d0e719b86e9808b5/node_modules/react-aria/dist/types/src/utils/chain.d.ts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D:/pasar_fix/node_modules/.bun/react-aria@3.50.0+d0e719b86e9808b5/node_modules/react-aria/dist/types/src/utils/constants.d.ts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D:/pasar_fix/node_modules/.bun/react-aria@3.50.0+d0e719b86e9808b5/node_modules/react-aria/dist/types/src/utils/domHelpers.d.ts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D:/pasar_fix/node_modules/.bun/react-aria@3.50.0+d0e719b86e9808b5/node_modules/react-aria/dist/types/src/utils/filterDOMProps.d.ts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D:/pasar_fix/node_modules/.bun/react-aria@3.50.0+d0e719b86e9808b5/node_modules/react-aria/dist/types/src/utils/focusWithoutScrolling.d.ts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D:/pasar_fix/node_modules/.bun/react-aria@3.50.0+d0e719b86e9808b5/node_modules/react-aria/dist/types/src/utils/getNonce.d.ts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D:/pasar_fix/node_modules/.bun/react-aria@3.50.0+d0e719b86e9808b5/node_modules/react-aria/dist/types/src/utils/getOffset.d.ts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D:/pasar_fix/node_modules/.bun/react-aria@3.50.0+d0e719b86e9808b5/node_modules/react-aria/dist/types/src/utils/getScrollParent.d.ts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D:/pasar_fix/node_modules/.bun/react-aria@3.50.0+d0e719b86e9808b5/node_modules/react-aria/dist/types/src/utils/getScrollParents.d.ts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D:/pasar_fix/node_modules/.bun/react-aria@3.50.0+d0e719b86e9808b5/node_modules/react-aria/dist/types/src/utils/inertValue.d.ts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D:/pasar_fix/node_modules/.bun/react-aria@3.50.0+d0e719b86e9808b5/node_modules/react-aria/dist/types/src/utils/isElementVisible.d.ts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D:/pasar_fix/node_modules/.bun/react-aria@3.50.0+d0e719b86e9808b5/node_modules/react-aria/dist/types/src/utils/isFocusable.d.ts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D:/pasar_fix/node_modules/.bun/react-aria@3.50.0+d0e719b86e9808b5/node_modules/react-aria/dist/types/src/utils/isScrollable.d.ts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D:/pasar_fix/node_modules/.bun/react-aria@3.50.0+d0e719b86e9808b5/node_modules/react-aria/dist/types/src/utils/isVirtualEvent.d.ts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D:/pasar_fix/node_modules/.bun/react-aria@3.50.0+d0e719b86e9808b5/node_modules/react-aria/dist/types/src/utils/keyboard.d.ts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D:/pasar_fix/node_modules/.bun/react-aria@3.50.0+d0e719b86e9808b5/node_modules/react-aria/dist/types/src/utils/mergeProps.d.ts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D:/pasar_fix/node_modules/.bun/react-aria@3.50.0+d0e719b86e9808b5/node_modules/react-aria/dist/types/src/utils/mergeRefs.d.ts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D:/pasar_fix/node_modules/.bun/react-aria@3.50.0+d0e719b86e9808b5/node_modules/react-aria/dist/types/src/utils/openLink.d.ts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D:/pasar_fix/node_modules/.bun/react-aria@3.50.0+d0e719b86e9808b5/node_modules/react-aria/dist/types/src/utils/platform.d.ts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D:/pasar_fix/node_modules/.bun/react-aria@3.50.0+d0e719b86e9808b5/node_modules/react-aria/dist/types/src/utils/runAfterTransition.d.ts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D:/pasar_fix/node_modules/.bun/react-aria@3.50.0+d0e719b86e9808b5/node_modules/react-aria/dist/types/src/utils/scrollIntoView.d.ts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D:/pasar_fix/node_modules/.bun/react-aria@3.50.0+d0e719b86e9808b5/node_modules/react-aria/dist/types/src/utils/useDeepMemo.d.ts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D:/pasar_fix/node_modules/.bun/react-aria@3.50.0+d0e719b86e9808b5/node_modules/react-aria/dist/types/src/utils/useDescription.d.ts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D:/pasar_fix/node_modules/.bun/react-aria@3.50.0+d0e719b86e9808b5/node_modules/react-aria/dist/types/src/utils/useDrag1D.d.ts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D:/pasar_fix/node_modules/.bun/react-aria@3.50.0+d0e719b86e9808b5/node_modules/react-aria/dist/types/src/utils/useEffectEvent.d.ts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D:/pasar_fix/node_modules/.bun/react-aria@3.50.0+d0e719b86e9808b5/node_modules/react-aria/dist/types/src/utils/useEvent.d.ts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D:/pasar_fix/node_modules/.bun/react-aria@3.50.0+d0e719b86e9808b5/node_modules/react-aria/dist/types/src/utils/useFormReset.d.ts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D:/pasar_fix/node_modules/.bun/react-aria@3.50.0+d0e719b86e9808b5/node_modules/react-aria/dist/types/src/utils/useGlobalListeners.d.ts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D:/pasar_fix/node_modules/.bun/react-aria@3.50.0+d0e719b86e9808b5/node_modules/react-aria/dist/types/src/utils/useId.d.ts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D:/pasar_fix/node_modules/.bun/react-aria@3.50.0+d0e719b86e9808b5/node_modules/react-aria/dist/types/src/utils/useLabels.d.ts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D:/pasar_fix/node_modules/.bun/react-aria@3.50.0+d0e719b86e9808b5/node_modules/react-aria/dist/types/src/utils/useLayoutEffect.d.ts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D:/pasar_fix/node_modules/.bun/react-aria@3.50.0+d0e719b86e9808b5/node_modules/react-aria/dist/types/src/utils/useLoadMore.d.ts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D:/pasar_fix/node_modules/.bun/react-aria@3.50.0+d0e719b86e9808b5/node_modules/react-aria/dist/types/src/utils/useLoadMoreSentinel.d.ts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D:/pasar_fix/node_modules/.bun/react-aria@3.50.0+d0e719b86e9808b5/node_modules/react-aria/dist/types/src/utils/useObjectRef.d.ts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D:/pasar_fix/node_modules/.bun/react-aria@3.50.0+d0e719b86e9808b5/node_modules/react-aria/dist/types/src/utils/useResizeObserver.d.ts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D:/pasar_fix/node_modules/.bun/react-aria@3.50.0+d0e719b86e9808b5/node_modules/react-aria/dist/types/src/utils/useSlot.d.ts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D:/pasar_fix/node_modules/.bun/react-aria@3.50.0+d0e719b86e9808b5/node_modules/react-aria/dist/types/src/utils/useSyncRef.d.ts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D:/pasar_fix/node_modules/.bun/react-aria@3.50.0+d0e719b86e9808b5/node_modules/react-aria/dist/types/src/utils/useUpdateEffect.d.ts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D:/pasar_fix/node_modules/.bun/react-aria@3.50.0+d0e719b86e9808b5/node_modules/react-aria/dist/types/src/utils/useUpdateLayoutEffect.d.ts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D:/pasar_fix/node_modules/.bun/react-aria@3.50.0+d0e719b86e9808b5/node_modules/react-aria/dist/types/src/utils/useValueEffect.d.ts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D:/pasar_fix/node_modules/.bun/react-aria@3.50.0+d0e719b86e9808b5/node_modules/react-aria/dist/types/src/utils/useViewportSize.d.ts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D:/pasar_fix/node_modules/.bun/react-aria@3.50.0+d0e719b86e9808b5/node_modules/react-aria/dist/types/src/utils/shadowdom/DOMFunctions.d.ts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D:/pasar_fix/node_modules/.bun/react-aria@3.50.0+d0e719b86e9808b5/node_modules/react-aria/dist/types/src/utils/shadowdom/ShadowTreeWalker.d.ts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D:/pasar_fix/node_modules/.bun/react-aria@3.50.0+d0e719b86e9808b5/node_modules/react-aria/dist/types/src/virtualizer/ScrollView.d.ts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D:/pasar_fix/node_modules/.bun/react-aria@3.50.0+d0e719b86e9808b5/node_modules/react-aria/dist/types/src/virtualizer/useVirtualizerItem.d.ts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D:/pasar_fix/node_modules/.bun/react-aria@3.50.0+d0e719b86e9808b5/node_modules/react-aria/dist/types/src/virtualizer/utils.d.ts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D:/pasar_fix/node_modules/.bun/react-aria@3.50.0+d0e719b86e9808b5/node_modules/react-aria/dist/types/src/virtualizer/Virtualizer.d.ts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D:/pasar_fix/node_modules/.bun/react-aria@3.50.0+d0e719b86e9808b5/node_modules/react-aria/dist/types/src/virtualizer/VirtualizerItem.d.ts</a:t>
            </a:r>
          </a:p>
          <a:p>
            <a:pPr>
              <a:defRPr sz="1200"/>
            </a:pPr>
            <a:r>
              <a:t>D:/pasar_fix/node_modules/.bun/react-aria@3.50.0+d0e719b86e9808b5/node_modules/react-aria/dist/types/src/visually-hidden/VisuallyHidden.d.ts</a:t>
            </a:r>
          </a:p>
          <a:p>
            <a:pPr>
              <a:defRPr sz="1200"/>
            </a:pPr>
            <a:r>
              <a:t>D:/pasar_fix/node_modules/.bun/react-aria@3.50.0+d0e719b86e9808b5/node_modules/react-aria/filterDOMProps/package.json</a:t>
            </a:r>
          </a:p>
          <a:p>
            <a:pPr>
              <a:defRPr sz="1200"/>
            </a:pPr>
            <a:r>
              <a:t>D:/pasar_fix/node_modules/.bun/react-aria@3.50.0+d0e719b86e9808b5/node_modules/react-aria/Focusable/package.json</a:t>
            </a:r>
          </a:p>
          <a:p>
            <a:pPr>
              <a:defRPr sz="1200"/>
            </a:pPr>
            <a:r>
              <a:t>D:/pasar_fix/node_modules/.bun/react-aria@3.50.0+d0e719b86e9808b5/node_modules/react-aria/FocusRing/package.json</a:t>
            </a:r>
          </a:p>
          <a:p>
            <a:pPr>
              <a:defRPr sz="1200"/>
            </a:pPr>
            <a:r>
              <a:t>D:/pasar_fix/node_modules/.bun/react-aria@3.50.0+d0e719b86e9808b5/node_modules/react-aria/FocusScope/package.json</a:t>
            </a:r>
          </a:p>
          <a:p>
            <a:pPr>
              <a:defRPr sz="1200"/>
            </a:pPr>
            <a:r>
              <a:t>D:/pasar_fix/node_modules/.bun/react-aria@3.50.0+d0e719b86e9808b5/node_modules/react-aria/i18n/ar-AE.js</a:t>
            </a:r>
          </a:p>
          <a:p>
            <a:pPr>
              <a:defRPr sz="1200"/>
            </a:pPr>
            <a:r>
              <a:t>D:/pasar_fix/node_modules/.bun/react-aria@3.50.0+d0e719b86e9808b5/node_modules/react-aria/i18n/ar-AE.mjs</a:t>
            </a:r>
          </a:p>
          <a:p>
            <a:pPr>
              <a:defRPr sz="1200"/>
            </a:pPr>
            <a:r>
              <a:t>D:/pasar_fix/node_modules/.bun/react-aria@3.50.0+d0e719b86e9808b5/node_modules/react-aria/i18n/bg-BG.js</a:t>
            </a:r>
          </a:p>
          <a:p>
            <a:pPr>
              <a:defRPr sz="1200"/>
            </a:pPr>
            <a:r>
              <a:t>D:/pasar_fix/node_modules/.bun/react-aria@3.50.0+d0e719b86e9808b5/node_modules/react-aria/i18n/bg-BG.mjs</a:t>
            </a:r>
          </a:p>
          <a:p>
            <a:pPr>
              <a:defRPr sz="1200"/>
            </a:pPr>
            <a:r>
              <a:t>D:/pasar_fix/node_modules/.bun/react-aria@3.50.0+d0e719b86e9808b5/node_modules/react-aria/i18n/cs-CZ.js</a:t>
            </a:r>
          </a:p>
          <a:p>
            <a:pPr>
              <a:defRPr sz="1200"/>
            </a:pPr>
            <a:r>
              <a:t>D:/pasar_fix/node_modules/.bun/react-aria@3.50.0+d0e719b86e9808b5/node_modules/react-aria/i18n/cs-CZ.mjs</a:t>
            </a:r>
          </a:p>
          <a:p>
            <a:pPr>
              <a:defRPr sz="1200"/>
            </a:pPr>
            <a:r>
              <a:t>D:/pasar_fix/node_modules/.bun/react-aria@3.50.0+d0e719b86e9808b5/node_modules/react-aria/i18n/da-DK.js</a:t>
            </a:r>
          </a:p>
          <a:p>
            <a:pPr>
              <a:defRPr sz="1200"/>
            </a:pPr>
            <a:r>
              <a:t>D:/pasar_fix/node_modules/.bun/react-aria@3.50.0+d0e719b86e9808b5/node_modules/react-aria/i18n/da-DK.mjs</a:t>
            </a:r>
          </a:p>
          <a:p>
            <a:pPr>
              <a:defRPr sz="1200"/>
            </a:pPr>
            <a:r>
              <a:t>D:/pasar_fix/node_modules/.bun/react-aria@3.50.0+d0e719b86e9808b5/node_modules/react-aria/i18n/de-DE.js</a:t>
            </a:r>
          </a:p>
          <a:p>
            <a:pPr>
              <a:defRPr sz="1200"/>
            </a:pPr>
            <a:r>
              <a:t>D:/pasar_fix/node_modules/.bun/react-aria@3.50.0+d0e719b86e9808b5/node_modules/react-aria/i18n/de-DE.mjs</a:t>
            </a:r>
          </a:p>
          <a:p>
            <a:pPr>
              <a:defRPr sz="1200"/>
            </a:pPr>
            <a:r>
              <a:t>D:/pasar_fix/node_modules/.bun/react-aria@3.50.0+d0e719b86e9808b5/node_modules/react-aria/i18n/el-GR.js</a:t>
            </a:r>
          </a:p>
          <a:p>
            <a:pPr>
              <a:defRPr sz="1200"/>
            </a:pPr>
            <a:r>
              <a:t>D:/pasar_fix/node_modules/.bun/react-aria@3.50.0+d0e719b86e9808b5/node_modules/react-aria/i18n/el-GR.mjs</a:t>
            </a:r>
          </a:p>
          <a:p>
            <a:pPr>
              <a:defRPr sz="1200"/>
            </a:pPr>
            <a:r>
              <a:t>D:/pasar_fix/node_modules/.bun/react-aria@3.50.0+d0e719b86e9808b5/node_modules/react-aria/i18n/en-US.js</a:t>
            </a:r>
          </a:p>
          <a:p>
            <a:pPr>
              <a:defRPr sz="1200"/>
            </a:pPr>
            <a:r>
              <a:t>D:/pasar_fix/node_modules/.bun/react-aria@3.50.0+d0e719b86e9808b5/node_modules/react-aria/i18n/en-US.mjs</a:t>
            </a:r>
          </a:p>
          <a:p>
            <a:pPr>
              <a:defRPr sz="1200"/>
            </a:pPr>
            <a:r>
              <a:t>D:/pasar_fix/node_modules/.bun/react-aria@3.50.0+d0e719b86e9808b5/node_modules/react-aria/i18n/es-ES.js</a:t>
            </a:r>
          </a:p>
          <a:p>
            <a:pPr>
              <a:defRPr sz="1200"/>
            </a:pPr>
            <a:r>
              <a:t>D:/pasar_fix/node_modules/.bun/react-aria@3.50.0+d0e719b86e9808b5/node_modules/react-aria/i18n/es-ES.mjs</a:t>
            </a:r>
          </a:p>
          <a:p>
            <a:pPr>
              <a:defRPr sz="1200"/>
            </a:pPr>
            <a:r>
              <a:t>D:/pasar_fix/node_modules/.bun/react-aria@3.50.0+d0e719b86e9808b5/node_modules/react-aria/i18n/et-EE.js</a:t>
            </a:r>
          </a:p>
          <a:p>
            <a:pPr>
              <a:defRPr sz="1200"/>
            </a:pPr>
            <a:r>
              <a:t>D:/pasar_fix/node_modules/.bun/react-aria@3.50.0+d0e719b86e9808b5/node_modules/react-aria/i18n/et-EE.mjs</a:t>
            </a:r>
          </a:p>
          <a:p>
            <a:pPr>
              <a:defRPr sz="1200"/>
            </a:pPr>
            <a:r>
              <a:t>D:/pasar_fix/node_modules/.bun/react-aria@3.50.0+d0e719b86e9808b5/node_modules/react-aria/i18n/fi-FI.js</a:t>
            </a:r>
          </a:p>
          <a:p>
            <a:pPr>
              <a:defRPr sz="1200"/>
            </a:pPr>
            <a:r>
              <a:t>D:/pasar_fix/node_modules/.bun/react-aria@3.50.0+d0e719b86e9808b5/node_modules/react-aria/i18n/fi-FI.mjs</a:t>
            </a:r>
          </a:p>
          <a:p>
            <a:pPr>
              <a:defRPr sz="1200"/>
            </a:pPr>
            <a:r>
              <a:t>D:/pasar_fix/node_modules/.bun/react-aria@3.50.0+d0e719b86e9808b5/node_modules/react-aria/i18n/fr-FR.js</a:t>
            </a:r>
          </a:p>
          <a:p>
            <a:pPr>
              <a:defRPr sz="1200"/>
            </a:pPr>
            <a:r>
              <a:t>D:/pasar_fix/node_modules/.bun/react-aria@3.50.0+d0e719b86e9808b5/node_modules/react-aria/i18n/fr-FR.mjs</a:t>
            </a:r>
          </a:p>
          <a:p>
            <a:pPr>
              <a:defRPr sz="1200"/>
            </a:pPr>
            <a:r>
              <a:t>D:/pasar_fix/node_modules/.bun/react-aria@3.50.0+d0e719b86e9808b5/node_modules/react-aria/i18n/he-IL.js</a:t>
            </a:r>
          </a:p>
          <a:p>
            <a:pPr>
              <a:defRPr sz="1200"/>
            </a:pPr>
            <a:r>
              <a:t>D:/pasar_fix/node_modules/.bun/react-aria@3.50.0+d0e719b86e9808b5/node_modules/react-aria/i18n/he-IL.mjs</a:t>
            </a:r>
          </a:p>
          <a:p>
            <a:pPr>
              <a:defRPr sz="1200"/>
            </a:pPr>
            <a:r>
              <a:t>D:/pasar_fix/node_modules/.bun/react-aria@3.50.0+d0e719b86e9808b5/node_modules/react-aria/i18n/hr-HR.js</a:t>
            </a:r>
          </a:p>
          <a:p>
            <a:pPr>
              <a:defRPr sz="1200"/>
            </a:pPr>
            <a:r>
              <a:t>D:/pasar_fix/node_modules/.bun/react-aria@3.50.0+d0e719b86e9808b5/node_modules/react-aria/i18n/hr-HR.mjs</a:t>
            </a:r>
          </a:p>
          <a:p>
            <a:pPr>
              <a:defRPr sz="1200"/>
            </a:pPr>
            <a:r>
              <a:t>D:/pasar_fix/node_modules/.bun/react-aria@3.50.0+d0e719b86e9808b5/node_modules/react-aria/i18n/hu-HU.js</a:t>
            </a:r>
          </a:p>
          <a:p>
            <a:pPr>
              <a:defRPr sz="1200"/>
            </a:pPr>
            <a:r>
              <a:t>D:/pasar_fix/node_modules/.bun/react-aria@3.50.0+d0e719b86e9808b5/node_modules/react-aria/i18n/hu-HU.mjs</a:t>
            </a:r>
          </a:p>
          <a:p>
            <a:pPr>
              <a:defRPr sz="1200"/>
            </a:pPr>
            <a:r>
              <a:t>D:/pasar_fix/node_modules/.bun/react-aria@3.50.0+d0e719b86e9808b5/node_modules/react-aria/i18n/index.d.ts</a:t>
            </a:r>
          </a:p>
          <a:p>
            <a:pPr>
              <a:defRPr sz="1200"/>
            </a:pPr>
            <a:r>
              <a:t>D:/pasar_fix/node_modules/.bun/react-aria@3.50.0+d0e719b86e9808b5/node_modules/react-aria/i18n/index.js</a:t>
            </a:r>
          </a:p>
          <a:p>
            <a:pPr>
              <a:defRPr sz="1200"/>
            </a:pPr>
            <a:r>
              <a:t>D:/pasar_fix/node_modules/.bun/react-aria@3.50.0+d0e719b86e9808b5/node_modules/react-aria/i18n/index.mjs</a:t>
            </a:r>
          </a:p>
          <a:p>
            <a:pPr>
              <a:defRPr sz="1200"/>
            </a:pPr>
            <a:r>
              <a:t>D:/pasar_fix/node_modules/.bun/react-aria@3.50.0+d0e719b86e9808b5/node_modules/react-aria/i18n/it-IT.js</a:t>
            </a:r>
          </a:p>
          <a:p>
            <a:pPr>
              <a:defRPr sz="1200"/>
            </a:pPr>
            <a:r>
              <a:t>D:/pasar_fix/node_modules/.bun/react-aria@3.50.0+d0e719b86e9808b5/node_modules/react-aria/i18n/it-IT.mjs</a:t>
            </a:r>
          </a:p>
          <a:p>
            <a:pPr>
              <a:defRPr sz="1200"/>
            </a:pPr>
            <a:r>
              <a:t>D:/pasar_fix/node_modules/.bun/react-aria@3.50.0+d0e719b86e9808b5/node_modules/react-aria/i18n/ja-JP.js</a:t>
            </a:r>
          </a:p>
          <a:p>
            <a:pPr>
              <a:defRPr sz="1200"/>
            </a:pPr>
            <a:r>
              <a:t>D:/pasar_fix/node_modules/.bun/react-aria@3.50.0+d0e719b86e9808b5/node_modules/react-aria/i18n/ja-JP.mjs</a:t>
            </a:r>
          </a:p>
          <a:p>
            <a:pPr>
              <a:defRPr sz="1200"/>
            </a:pPr>
            <a:r>
              <a:t>D:/pasar_fix/node_modules/.bun/react-aria@3.50.0+d0e719b86e9808b5/node_modules/react-aria/i18n/ko-KR.js</a:t>
            </a:r>
          </a:p>
          <a:p>
            <a:pPr>
              <a:defRPr sz="1200"/>
            </a:pPr>
            <a:r>
              <a:t>D:/pasar_fix/node_modules/.bun/react-aria@3.50.0+d0e719b86e9808b5/node_modules/react-aria/i18n/ko-KR.mjs</a:t>
            </a:r>
          </a:p>
          <a:p>
            <a:pPr>
              <a:defRPr sz="1200"/>
            </a:pPr>
            <a:r>
              <a:t>D:/pasar_fix/node_modules/.bun/react-aria@3.50.0+d0e719b86e9808b5/node_modules/react-aria/i18n/lang.d.ts</a:t>
            </a:r>
          </a:p>
          <a:p>
            <a:pPr>
              <a:defRPr sz="1200"/>
            </a:pPr>
            <a:r>
              <a:t>D:/pasar_fix/node_modules/.bun/react-aria@3.50.0+d0e719b86e9808b5/node_modules/react-aria/i18n/lt-LT.js</a:t>
            </a:r>
          </a:p>
          <a:p>
            <a:pPr>
              <a:defRPr sz="1200"/>
            </a:pPr>
            <a:r>
              <a:t>D:/pasar_fix/node_modules/.bun/react-aria@3.50.0+d0e719b86e9808b5/node_modules/react-aria/i18n/lt-LT.mjs</a:t>
            </a:r>
          </a:p>
          <a:p>
            <a:pPr>
              <a:defRPr sz="1200"/>
            </a:pPr>
            <a:r>
              <a:t>D:/pasar_fix/node_modules/.bun/react-aria@3.50.0+d0e719b86e9808b5/node_modules/react-aria/i18n/lv-LV.js</a:t>
            </a:r>
          </a:p>
          <a:p>
            <a:pPr>
              <a:defRPr sz="1200"/>
            </a:pPr>
            <a:r>
              <a:t>D:/pasar_fix/node_modules/.bun/react-aria@3.50.0+d0e719b86e9808b5/node_modules/react-aria/i18n/lv-LV.mjs</a:t>
            </a:r>
          </a:p>
          <a:p>
            <a:pPr>
              <a:defRPr sz="1200"/>
            </a:pPr>
            <a:r>
              <a:t>D:/pasar_fix/node_modules/.bun/react-aria@3.50.0+d0e719b86e9808b5/node_modules/react-aria/i18n/nb-NO.js</a:t>
            </a:r>
          </a:p>
          <a:p>
            <a:pPr>
              <a:defRPr sz="1200"/>
            </a:pPr>
            <a:r>
              <a:t>D:/pasar_fix/node_modules/.bun/react-aria@3.50.0+d0e719b86e9808b5/node_modules/react-aria/i18n/nb-NO.mjs</a:t>
            </a:r>
          </a:p>
          <a:p>
            <a:pPr>
              <a:defRPr sz="1200"/>
            </a:pPr>
            <a:r>
              <a:t>D:/pasar_fix/node_modules/.bun/react-aria@3.50.0+d0e719b86e9808b5/node_modules/react-aria/i18n/nl-NL.js</a:t>
            </a:r>
          </a:p>
          <a:p>
            <a:pPr>
              <a:defRPr sz="1200"/>
            </a:pPr>
            <a:r>
              <a:t>D:/pasar_fix/node_modules/.bun/react-aria@3.50.0+d0e719b86e9808b5/node_modules/react-aria/i18n/nl-NL.mjs</a:t>
            </a:r>
          </a:p>
          <a:p>
            <a:pPr>
              <a:defRPr sz="1200"/>
            </a:pPr>
            <a:r>
              <a:t>D:/pasar_fix/node_modules/.bun/react-aria@3.50.0+d0e719b86e9808b5/node_modules/react-aria/i18n/pl-PL.js</a:t>
            </a:r>
          </a:p>
          <a:p>
            <a:pPr>
              <a:defRPr sz="1200"/>
            </a:pPr>
            <a:r>
              <a:t>D:/pasar_fix/node_modules/.bun/react-aria@3.50.0+d0e719b86e9808b5/node_modules/react-aria/i18n/pl-PL.mjs</a:t>
            </a:r>
          </a:p>
          <a:p>
            <a:pPr>
              <a:defRPr sz="1200"/>
            </a:pPr>
            <a:r>
              <a:t>D:/pasar_fix/node_modules/.bun/react-aria@3.50.0+d0e719b86e9808b5/node_modules/react-aria/i18n/pt-BR.js</a:t>
            </a:r>
          </a:p>
          <a:p>
            <a:pPr>
              <a:defRPr sz="1200"/>
            </a:pPr>
            <a:r>
              <a:t>D:/pasar_fix/node_modules/.bun/react-aria@3.50.0+d0e719b86e9808b5/node_modules/react-aria/i18n/pt-BR.mjs</a:t>
            </a:r>
          </a:p>
          <a:p>
            <a:pPr>
              <a:defRPr sz="1200"/>
            </a:pPr>
            <a:r>
              <a:t>D:/pasar_fix/node_modules/.bun/react-aria@3.50.0+d0e719b86e9808b5/node_modules/react-aria/i18n/pt-PT.js</a:t>
            </a:r>
          </a:p>
          <a:p>
            <a:pPr>
              <a:defRPr sz="1200"/>
            </a:pPr>
            <a:r>
              <a:t>D:/pasar_fix/node_modules/.bun/react-aria@3.50.0+d0e719b86e9808b5/node_modules/react-aria/i18n/pt-PT.mjs</a:t>
            </a:r>
          </a:p>
          <a:p>
            <a:pPr>
              <a:defRPr sz="1200"/>
            </a:pPr>
            <a:r>
              <a:t>D:/pasar_fix/node_modules/.bun/react-aria@3.50.0+d0e719b86e9808b5/node_modules/react-aria/i18n/ro-RO.js</a:t>
            </a:r>
          </a:p>
          <a:p>
            <a:pPr>
              <a:defRPr sz="1200"/>
            </a:pPr>
            <a:r>
              <a:t>D:/pasar_fix/node_modules/.bun/react-aria@3.50.0+d0e719b86e9808b5/node_modules/react-aria/i18n/ro-RO.mjs</a:t>
            </a:r>
          </a:p>
          <a:p>
            <a:pPr>
              <a:defRPr sz="1200"/>
            </a:pPr>
            <a:r>
              <a:t>D:/pasar_fix/node_modules/.bun/react-aria@3.50.0+d0e719b86e9808b5/node_modules/react-aria/i18n/ru-RU.js</a:t>
            </a:r>
          </a:p>
          <a:p>
            <a:pPr>
              <a:defRPr sz="1200"/>
            </a:pPr>
            <a:r>
              <a:t>D:/pasar_fix/node_modules/.bun/react-aria@3.50.0+d0e719b86e9808b5/node_modules/react-aria/i18n/ru-RU.mjs</a:t>
            </a:r>
          </a:p>
          <a:p>
            <a:pPr>
              <a:defRPr sz="1200"/>
            </a:pPr>
            <a:r>
              <a:t>D:/pasar_fix/node_modules/.bun/react-aria@3.50.0+d0e719b86e9808b5/node_modules/react-aria/i18n/sk-SK.js</a:t>
            </a:r>
          </a:p>
          <a:p>
            <a:pPr>
              <a:defRPr sz="1200"/>
            </a:pPr>
            <a:r>
              <a:t>D:/pasar_fix/node_modules/.bun/react-aria@3.50.0+d0e719b86e9808b5/node_modules/react-aria/i18n/sk-SK.mjs</a:t>
            </a:r>
          </a:p>
          <a:p>
            <a:pPr>
              <a:defRPr sz="1200"/>
            </a:pPr>
            <a:r>
              <a:t>D:/pasar_fix/node_modules/.bun/react-aria@3.50.0+d0e719b86e9808b5/node_modules/react-aria/i18n/sl-SI.js</a:t>
            </a:r>
          </a:p>
          <a:p>
            <a:pPr>
              <a:defRPr sz="1200"/>
            </a:pPr>
            <a:r>
              <a:t>D:/pasar_fix/node_modules/.bun/react-aria@3.50.0+d0e719b86e9808b5/node_modules/react-aria/i18n/sl-SI.mjs</a:t>
            </a:r>
          </a:p>
          <a:p>
            <a:pPr>
              <a:defRPr sz="1200"/>
            </a:pPr>
            <a:r>
              <a:t>D:/pasar_fix/node_modules/.bun/react-aria@3.50.0+d0e719b86e9808b5/node_modules/react-aria/i18n/sr-SP.js</a:t>
            </a:r>
          </a:p>
          <a:p>
            <a:pPr>
              <a:defRPr sz="1200"/>
            </a:pPr>
            <a:r>
              <a:t>D:/pasar_fix/node_modules/.bun/react-aria@3.50.0+d0e719b86e9808b5/node_modules/react-aria/i18n/sr-SP.mjs</a:t>
            </a:r>
          </a:p>
          <a:p>
            <a:pPr>
              <a:defRPr sz="1200"/>
            </a:pPr>
            <a:r>
              <a:t>D:/pasar_fix/node_modules/.bun/react-aria@3.50.0+d0e719b86e9808b5/node_modules/react-aria/i18n/sv-SE.js</a:t>
            </a:r>
          </a:p>
          <a:p>
            <a:pPr>
              <a:defRPr sz="1200"/>
            </a:pPr>
            <a:r>
              <a:t>D:/pasar_fix/node_modules/.bun/react-aria@3.50.0+d0e719b86e9808b5/node_modules/react-aria/i18n/sv-SE.mjs</a:t>
            </a:r>
          </a:p>
          <a:p>
            <a:pPr>
              <a:defRPr sz="1200"/>
            </a:pPr>
            <a:r>
              <a:t>D:/pasar_fix/node_modules/.bun/react-aria@3.50.0+d0e719b86e9808b5/node_modules/react-aria/i18n/tr-TR.js</a:t>
            </a:r>
          </a:p>
          <a:p>
            <a:pPr>
              <a:defRPr sz="1200"/>
            </a:pPr>
            <a:r>
              <a:t>D:/pasar_fix/node_modules/.bun/react-aria@3.50.0+d0e719b86e9808b5/node_modules/react-aria/i18n/tr-TR.mjs</a:t>
            </a:r>
          </a:p>
          <a:p>
            <a:pPr>
              <a:defRPr sz="1200"/>
            </a:pPr>
            <a:r>
              <a:t>D:/pasar_fix/node_modules/.bun/react-aria@3.50.0+d0e719b86e9808b5/node_modules/react-aria/i18n/uk-UA.js</a:t>
            </a:r>
          </a:p>
          <a:p>
            <a:pPr>
              <a:defRPr sz="1200"/>
            </a:pPr>
            <a:r>
              <a:t>D:/pasar_fix/node_modules/.bun/react-aria@3.50.0+d0e719b86e9808b5/node_modules/react-aria/i18n/uk-UA.mjs</a:t>
            </a:r>
          </a:p>
          <a:p>
            <a:pPr>
              <a:defRPr sz="1200"/>
            </a:pPr>
            <a:r>
              <a:t>D:/pasar_fix/node_modules/.bun/react-aria@3.50.0+d0e719b86e9808b5/node_modules/react-aria/i18n/zh-CN.js</a:t>
            </a:r>
          </a:p>
          <a:p>
            <a:pPr>
              <a:defRPr sz="1200"/>
            </a:pPr>
            <a:r>
              <a:t>D:/pasar_fix/node_modules/.bun/react-aria@3.50.0+d0e719b86e9808b5/node_modules/react-aria/i18n/zh-CN.mjs</a:t>
            </a:r>
          </a:p>
          <a:p>
            <a:pPr>
              <a:defRPr sz="1200"/>
            </a:pPr>
            <a:r>
              <a:t>D:/pasar_fix/node_modules/.bun/react-aria@3.50.0+d0e719b86e9808b5/node_modules/react-aria/i18n/zh-TW.js</a:t>
            </a:r>
          </a:p>
          <a:p>
            <a:pPr>
              <a:defRPr sz="1200"/>
            </a:pPr>
            <a:r>
              <a:t>D:/pasar_fix/node_modules/.bun/react-aria@3.50.0+d0e719b86e9808b5/node_modules/react-aria/i18n/zh-TW.mjs</a:t>
            </a:r>
          </a:p>
          <a:p>
            <a:pPr>
              <a:defRPr sz="1200"/>
            </a:pPr>
            <a:r>
              <a:t>D:/pasar_fix/node_modules/.bun/react-aria@3.50.0+d0e719b86e9808b5/node_modules/react-aria/I18nProvider/package.json</a:t>
            </a:r>
          </a:p>
          <a:p>
            <a:pPr>
              <a:defRPr sz="1200"/>
            </a:pPr>
            <a:r>
              <a:t>D:/pasar_fix/node_modules/.bun/react-aria@3.50.0+d0e719b86e9808b5/node_modules/react-aria/ListDropTargetDelegate/package.json</a:t>
            </a:r>
          </a:p>
          <a:p>
            <a:pPr>
              <a:defRPr sz="1200"/>
            </a:pPr>
            <a:r>
              <a:t>D:/pasar_fix/node_modules/.bun/react-aria@3.50.0+d0e719b86e9808b5/node_modules/react-aria/ListKeyboardDelegate/package.json</a:t>
            </a:r>
          </a:p>
          <a:p>
            <a:pPr>
              <a:defRPr sz="1200"/>
            </a:pPr>
            <a:r>
              <a:t>D:/pasar_fix/node_modules/.bun/react-aria@3.50.0+d0e719b86e9808b5/node_modules/react-aria/mergeProps/package.json</a:t>
            </a:r>
          </a:p>
          <a:p>
            <a:pPr>
              <a:defRPr sz="1200"/>
            </a:pPr>
            <a:r>
              <a:t>D:/pasar_fix/node_modules/.bun/react-aria@3.50.0+d0e719b86e9808b5/node_modules/react-aria/mergeRefs/package.json</a:t>
            </a:r>
          </a:p>
          <a:p>
            <a:pPr>
              <a:defRPr sz="1200"/>
            </a:pPr>
            <a:r>
              <a:t>D:/pasar_fix/node_modules/.bun/react-aria@3.50.0+d0e719b86e9808b5/node_modules/react-aria/Overlay/package.json</a:t>
            </a:r>
          </a:p>
          <a:p>
            <a:pPr>
              <a:defRPr sz="1200"/>
            </a:pPr>
            <a:r>
              <a:t>D:/pasar_fix/node_modules/.bun/react-aria@3.50.0+d0e719b86e9808b5/node_modules/react-aria/PortalProvider/package.json</a:t>
            </a:r>
          </a:p>
          <a:p>
            <a:pPr>
              <a:defRPr sz="1200"/>
            </a:pPr>
            <a:r>
              <a:t>D:/pasar_fix/node_modules/.bun/react-aria@3.50.0+d0e719b86e9808b5/node_modules/react-aria/Pressable/package.json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D:/pasar_fix/node_modules/.bun/react-aria@3.50.0+d0e719b86e9808b5/node_modules/react-aria/private/actiongroup/useActionGroup/package.json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D:/pasar_fix/node_modules/.bun/react-aria@3.50.0+d0e719b86e9808b5/node_modules/react-aria/private/actiongroup/useActionGroupItem/package.json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D:/pasar_fix/node_modules/.bun/react-aria@3.50.0+d0e719b86e9808b5/node_modules/react-aria/private/aria-modal-polyfill/ariaModalPolyfill/package.json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D:/pasar_fix/node_modules/.bun/react-aria@3.50.0+d0e719b86e9808b5/node_modules/react-aria/private/autocomplete/useSearchAutocomplete/package.json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D:/pasar_fix/node_modules/.bun/react-aria@3.50.0+d0e719b86e9808b5/node_modules/react-aria/private/collections/BaseCollection/package.json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D:/pasar_fix/node_modules/.bun/react-aria@3.50.0+d0e719b86e9808b5/node_modules/react-aria/private/collections/Hidden/package.json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D:/pasar_fix/node_modules/.bun/react-aria@3.50.0+d0e719b86e9808b5/node_modules/react-aria/private/collections/useCachedChildren/package.json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D:/pasar_fix/node_modules/.bun/react-aria@3.50.0+d0e719b86e9808b5/node_modules/react-aria/private/datepicker/useDisplayNames/package.json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D:/pasar_fix/node_modules/.bun/react-aria@3.50.0+d0e719b86e9808b5/node_modules/react-aria/private/dnd/DragManager/package.json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D:/pasar_fix/node_modules/.bun/react-aria@3.50.0+d0e719b86e9808b5/node_modules/react-aria/private/focus/FocusScope/package.json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D:/pasar_fix/node_modules/.bun/react-aria@3.50.0+d0e719b86e9808b5/node_modules/react-aria/private/focus/useHasTabbableChild/package.json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D:/pasar_fix/node_modules/.bun/react-aria@3.50.0+d0e719b86e9808b5/node_modules/react-aria/private/focus/virtualFocus/package.json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D:/pasar_fix/node_modules/.bun/react-aria@3.50.0+d0e719b86e9808b5/node_modules/react-aria/private/form/useFormValidation/package.json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D:/pasar_fix/node_modules/.bun/react-aria@3.50.0+d0e719b86e9808b5/node_modules/react-aria/private/grid/GridKeyboardDelegate/package.json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D:/pasar_fix/node_modules/.bun/react-aria@3.50.0+d0e719b86e9808b5/node_modules/react-aria/private/grid/useGrid/package.json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D:/pasar_fix/node_modules/.bun/react-aria@3.50.0+d0e719b86e9808b5/node_modules/react-aria/private/grid/useGridCell/package.json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D:/pasar_fix/node_modules/.bun/react-aria@3.50.0+d0e719b86e9808b5/node_modules/react-aria/private/grid/useGridRow/package.json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D:/pasar_fix/node_modules/.bun/react-aria@3.50.0+d0e719b86e9808b5/node_modules/react-aria/private/grid/useGridRowGroup/package.json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D:/pasar_fix/node_modules/.bun/react-aria@3.50.0+d0e719b86e9808b5/node_modules/react-aria/private/grid/useGridSelectionAnnouncement/package.json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D:/pasar_fix/node_modules/.bun/react-aria@3.50.0+d0e719b86e9808b5/node_modules/react-aria/private/grid/useGridSelectionCheckbox/package.json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D:/pasar_fix/node_modules/.bun/react-aria@3.50.0+d0e719b86e9808b5/node_modules/react-aria/private/grid/useHighlightSelectionDescription/package.json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D:/pasar_fix/node_modules/.bun/react-aria@3.50.0+d0e719b86e9808b5/node_modules/react-aria/private/i18n/server/package.json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D:/pasar_fix/node_modules/.bun/react-aria@3.50.0+d0e719b86e9808b5/node_modules/react-aria/private/interactions/focusSafely/package.json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D:/pasar_fix/node_modules/.bun/react-aria@3.50.0+d0e719b86e9808b5/node_modules/react-aria/private/interactions/PressResponder/package.json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D:/pasar_fix/node_modules/.bun/react-aria@3.50.0+d0e719b86e9808b5/node_modules/react-aria/private/interactions/useFocusable/package.json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D:/pasar_fix/node_modules/.bun/react-aria@3.50.0+d0e719b86e9808b5/node_modules/react-aria/private/interactions/useFocusVisible/package.json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D:/pasar_fix/node_modules/.bun/react-aria@3.50.0+d0e719b86e9808b5/node_modules/react-aria/private/interactions/useScrollWheel/package.json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D:/pasar_fix/node_modules/.bun/react-aria@3.50.0+d0e719b86e9808b5/node_modules/react-aria/private/landmark/useLandmark/package.json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D:/pasar_fix/node_modules/.bun/react-aria@3.50.0+d0e719b86e9808b5/node_modules/react-aria/private/listbox/utils/package.json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D:/pasar_fix/node_modules/.bun/react-aria@3.50.0+d0e719b86e9808b5/node_modules/react-aria/private/live-announcer/LiveAnnouncer/package.json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D:/pasar_fix/node_modules/.bun/react-aria@3.50.0+d0e719b86e9808b5/node_modules/react-aria/private/overlays/ariaHideOutside/package.json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D:/pasar_fix/node_modules/.bun/react-aria@3.50.0+d0e719b86e9808b5/node_modules/react-aria/private/overlays/Overlay/package.json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D:/pasar_fix/node_modules/.bun/react-aria@3.50.0+d0e719b86e9808b5/node_modules/react-aria/private/overlays/useModal/package.json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D:/pasar_fix/node_modules/.bun/react-aria@3.50.0+d0e719b86e9808b5/node_modules/react-aria/private/selection/DOMLayoutDelegate/package.json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D:/pasar_fix/node_modules/.bun/react-aria@3.50.0+d0e719b86e9808b5/node_modules/react-aria/private/selection/useSelectableCollection/package.json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D:/pasar_fix/node_modules/.bun/react-aria@3.50.0+d0e719b86e9808b5/node_modules/react-aria/private/selection/useSelectableItem/package.json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D:/pasar_fix/node_modules/.bun/react-aria@3.50.0+d0e719b86e9808b5/node_modules/react-aria/private/selection/useSelectableList/package.json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D:/pasar_fix/node_modules/.bun/react-aria@3.50.0+d0e719b86e9808b5/node_modules/react-aria/private/selection/useTypeSelect/package.json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D:/pasar_fix/node_modules/.bun/react-aria@3.50.0+d0e719b86e9808b5/node_modules/react-aria/private/spinbutton/useSpinButton/package.json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D:/pasar_fix/node_modules/.bun/react-aria@3.50.0+d0e719b86e9808b5/node_modules/react-aria/private/ssr/SSRProvider/package.json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D:/pasar_fix/node_modules/.bun/react-aria@3.50.0+d0e719b86e9808b5/node_modules/react-aria/private/steplist/useStepList/package.json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D:/pasar_fix/node_modules/.bun/react-aria@3.50.0+d0e719b86e9808b5/node_modules/react-aria/private/steplist/useStepListItem/package.json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D:/pasar_fix/node_modules/.bun/react-aria@3.50.0+d0e719b86e9808b5/node_modules/react-aria/private/textfield/useFormattedTextField/package.json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D:/pasar_fix/node_modules/.bun/react-aria@3.50.0+d0e719b86e9808b5/node_modules/react-aria/private/toggle/useToggle/package.json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D:/pasar_fix/node_modules/.bun/react-aria@3.50.0+d0e719b86e9808b5/node_modules/react-aria/private/utils/animation/package.json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D:/pasar_fix/node_modules/.bun/react-aria@3.50.0+d0e719b86e9808b5/node_modules/react-aria/private/utils/constants/package.json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D:/pasar_fix/node_modules/.bun/react-aria@3.50.0+d0e719b86e9808b5/node_modules/react-aria/private/utils/domHelpers/package.json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D:/pasar_fix/node_modules/.bun/react-aria@3.50.0+d0e719b86e9808b5/node_modules/react-aria/private/utils/focusWithoutScrolling/package.json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D:/pasar_fix/node_modules/.bun/react-aria@3.50.0+d0e719b86e9808b5/node_modules/react-aria/private/utils/getNonce/package.json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D:/pasar_fix/node_modules/.bun/react-aria@3.50.0+d0e719b86e9808b5/node_modules/react-aria/private/utils/getOffset/package.json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D:/pasar_fix/node_modules/.bun/react-aria@3.50.0+d0e719b86e9808b5/node_modules/react-aria/private/utils/getScrollParent/package.json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D:/pasar_fix/node_modules/.bun/react-aria@3.50.0+d0e719b86e9808b5/node_modules/react-aria/private/utils/getScrollParents/package.json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D:/pasar_fix/node_modules/.bun/react-aria@3.50.0+d0e719b86e9808b5/node_modules/react-aria/private/utils/inertValue/package.json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D:/pasar_fix/node_modules/.bun/react-aria@3.50.0+d0e719b86e9808b5/node_modules/react-aria/private/utils/isFocusable/package.json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D:/pasar_fix/node_modules/.bun/react-aria@3.50.0+d0e719b86e9808b5/node_modules/react-aria/private/utils/isScrollable/package.json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D:/pasar_fix/node_modules/.bun/react-aria@3.50.0+d0e719b86e9808b5/node_modules/react-aria/private/utils/isVirtualEvent/package.json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D:/pasar_fix/node_modules/.bun/react-aria@3.50.0+d0e719b86e9808b5/node_modules/react-aria/private/utils/keyboard/package.json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D:/pasar_fix/node_modules/.bun/react-aria@3.50.0+d0e719b86e9808b5/node_modules/react-aria/private/utils/openLink/package.json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D:/pasar_fix/node_modules/.bun/react-aria@3.50.0+d0e719b86e9808b5/node_modules/react-aria/private/utils/platform/package.json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D:/pasar_fix/node_modules/.bun/react-aria@3.50.0+d0e719b86e9808b5/node_modules/react-aria/private/utils/runAfterTransition/package.json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D:/pasar_fix/node_modules/.bun/react-aria@3.50.0+d0e719b86e9808b5/node_modules/react-aria/private/utils/scrollIntoView/package.json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D:/pasar_fix/node_modules/.bun/react-aria@3.50.0+d0e719b86e9808b5/node_modules/react-aria/private/utils/shadowdom/DOMFunctions/package.json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D:/pasar_fix/node_modules/.bun/react-aria@3.50.0+d0e719b86e9808b5/node_modules/react-aria/private/utils/shadowdom/ShadowTreeWalker/package.json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D:/pasar_fix/node_modules/.bun/react-aria@3.50.0+d0e719b86e9808b5/node_modules/react-aria/private/utils/useDeepMemo/package.json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D:/pasar_fix/node_modules/.bun/react-aria@3.50.0+d0e719b86e9808b5/node_modules/react-aria/private/utils/useDescription/package.json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D:/pasar_fix/node_modules/.bun/react-aria@3.50.0+d0e719b86e9808b5/node_modules/react-aria/private/utils/useDrag1D/package.json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D:/pasar_fix/node_modules/.bun/react-aria@3.50.0+d0e719b86e9808b5/node_modules/react-aria/private/utils/useEffectEvent/package.json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D:/pasar_fix/node_modules/.bun/react-aria@3.50.0+d0e719b86e9808b5/node_modules/react-aria/private/utils/useEvent/package.json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D:/pasar_fix/node_modules/.bun/react-aria@3.50.0+d0e719b86e9808b5/node_modules/react-aria/private/utils/useFormReset/package.json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D:/pasar_fix/node_modules/.bun/react-aria@3.50.0+d0e719b86e9808b5/node_modules/react-aria/private/utils/useGlobalListeners/package.json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D:/pasar_fix/node_modules/.bun/react-aria@3.50.0+d0e719b86e9808b5/node_modules/react-aria/private/utils/useId/package.json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D:/pasar_fix/node_modules/.bun/react-aria@3.50.0+d0e719b86e9808b5/node_modules/react-aria/private/utils/useLabels/package.json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D:/pasar_fix/node_modules/.bun/react-aria@3.50.0+d0e719b86e9808b5/node_modules/react-aria/private/utils/useLayoutEffect/package.json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D:/pasar_fix/node_modules/.bun/react-aria@3.50.0+d0e719b86e9808b5/node_modules/react-aria/private/utils/useLoadMore/package.json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D:/pasar_fix/node_modules/.bun/react-aria@3.50.0+d0e719b86e9808b5/node_modules/react-aria/private/utils/useLoadMoreSentinel/package.json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D:/pasar_fix/node_modules/.bun/react-aria@3.50.0+d0e719b86e9808b5/node_modules/react-aria/private/utils/useResizeObserver/package.json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D:/pasar_fix/node_modules/.bun/react-aria@3.50.0+d0e719b86e9808b5/node_modules/react-aria/private/utils/useSyncRef/package.json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D:/pasar_fix/node_modules/.bun/react-aria@3.50.0+d0e719b86e9808b5/node_modules/react-aria/private/utils/useUpdateEffect/package.json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D:/pasar_fix/node_modules/.bun/react-aria@3.50.0+d0e719b86e9808b5/node_modules/react-aria/private/utils/useUpdateLayoutEffect/package.json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D:/pasar_fix/node_modules/.bun/react-aria@3.50.0+d0e719b86e9808b5/node_modules/react-aria/private/utils/useValueEffect/package.json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D:/pasar_fix/node_modules/.bun/react-aria@3.50.0+d0e719b86e9808b5/node_modules/react-aria/private/utils/useViewportSize/package.json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D:/pasar_fix/node_modules/.bun/react-aria@3.50.0+d0e719b86e9808b5/node_modules/react-aria/private/virtualizer/ScrollView/package.json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D:/pasar_fix/node_modules/.bun/react-aria@3.50.0+d0e719b86e9808b5/node_modules/react-aria/private/virtualizer/useVirtualizerItem/package.json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D:/pasar_fix/node_modules/.bun/react-aria@3.50.0+d0e719b86e9808b5/node_modules/react-aria/private/virtualizer/utils/package.json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D:/pasar_fix/node_modules/.bun/react-aria@3.50.0+d0e719b86e9808b5/node_modules/react-aria/private/virtualizer/Virtualizer/package.json</a:t>
            </a:r>
          </a:p>
          <a:p>
            <a:pPr>
              <a:defRPr sz="1200"/>
            </a:pPr>
            <a:r>
              <a:t>D:/pasar_fix/node_modules/.bun/react-aria@3.50.0+d0e719b86e9808b5/node_modules/react-aria/private/virtualizer/VirtualizerItem/package.json</a:t>
            </a:r>
          </a:p>
          <a:p>
            <a:pPr>
              <a:defRPr sz="1200"/>
            </a:pPr>
            <a:r>
              <a:t>D:/pasar_fix/node_modules/.bun/react-aria@3.50.0+d0e719b86e9808b5/node_modules/react-aria/SSRProvider/package.json</a:t>
            </a:r>
          </a:p>
          <a:p>
            <a:pPr>
              <a:defRPr sz="1200"/>
            </a:pPr>
            <a:r>
              <a:t>D:/pasar_fix/node_modules/.bun/react-aria@3.50.0+d0e719b86e9808b5/node_modules/react-aria/useAutocomplete/package.json</a:t>
            </a:r>
          </a:p>
          <a:p>
            <a:pPr>
              <a:defRPr sz="1200"/>
            </a:pPr>
            <a:r>
              <a:t>D:/pasar_fix/node_modules/.bun/react-aria@3.50.0+d0e719b86e9808b5/node_modules/react-aria/useBreadcrumbs/package.json</a:t>
            </a:r>
          </a:p>
          <a:p>
            <a:pPr>
              <a:defRPr sz="1200"/>
            </a:pPr>
            <a:r>
              <a:t>D:/pasar_fix/node_modules/.bun/react-aria@3.50.0+d0e719b86e9808b5/node_modules/react-aria/useButton/package.json</a:t>
            </a:r>
          </a:p>
          <a:p>
            <a:pPr>
              <a:defRPr sz="1200"/>
            </a:pPr>
            <a:r>
              <a:t>D:/pasar_fix/node_modules/.bun/react-aria@3.50.0+d0e719b86e9808b5/node_modules/react-aria/useCalendar/package.json</a:t>
            </a:r>
          </a:p>
          <a:p>
            <a:pPr>
              <a:defRPr sz="1200"/>
            </a:pPr>
            <a:r>
              <a:t>D:/pasar_fix/node_modules/.bun/react-aria@3.50.0+d0e719b86e9808b5/node_modules/react-aria/useCheckbox/package.json</a:t>
            </a:r>
          </a:p>
          <a:p>
            <a:pPr>
              <a:defRPr sz="1200"/>
            </a:pPr>
            <a:r>
              <a:t>D:/pasar_fix/node_modules/.bun/react-aria@3.50.0+d0e719b86e9808b5/node_modules/react-aria/useCheckboxGroup/package.json</a:t>
            </a:r>
          </a:p>
          <a:p>
            <a:pPr>
              <a:defRPr sz="1200"/>
            </a:pPr>
            <a:r>
              <a:t>D:/pasar_fix/node_modules/.bun/react-aria@3.50.0+d0e719b86e9808b5/node_modules/react-aria/useClipboard/package.json</a:t>
            </a:r>
          </a:p>
          <a:p>
            <a:pPr>
              <a:defRPr sz="1200"/>
            </a:pPr>
            <a:r>
              <a:t>D:/pasar_fix/node_modules/.bun/react-aria@3.50.0+d0e719b86e9808b5/node_modules/react-aria/useCollator/package.json</a:t>
            </a:r>
          </a:p>
          <a:p>
            <a:pPr>
              <a:defRPr sz="1200"/>
            </a:pPr>
            <a:r>
              <a:t>D:/pasar_fix/node_modules/.bun/react-aria@3.50.0+d0e719b86e9808b5/node_modules/react-aria/useColorArea/package.json</a:t>
            </a:r>
          </a:p>
          <a:p>
            <a:pPr>
              <a:defRPr sz="1200"/>
            </a:pPr>
            <a:r>
              <a:t>D:/pasar_fix/node_modules/.bun/react-aria@3.50.0+d0e719b86e9808b5/node_modules/react-aria/useColorField/package.json</a:t>
            </a:r>
          </a:p>
          <a:p>
            <a:pPr>
              <a:defRPr sz="1200"/>
            </a:pPr>
            <a:r>
              <a:t>D:/pasar_fix/node_modules/.bun/react-aria@3.50.0+d0e719b86e9808b5/node_modules/react-aria/useColorSlider/package.json</a:t>
            </a:r>
          </a:p>
          <a:p>
            <a:pPr>
              <a:defRPr sz="1200"/>
            </a:pPr>
            <a:r>
              <a:t>D:/pasar_fix/node_modules/.bun/react-aria@3.50.0+d0e719b86e9808b5/node_modules/react-aria/useColorSwatch/package.json</a:t>
            </a:r>
          </a:p>
          <a:p>
            <a:pPr>
              <a:defRPr sz="1200"/>
            </a:pPr>
            <a:r>
              <a:t>D:/pasar_fix/node_modules/.bun/react-aria@3.50.0+d0e719b86e9808b5/node_modules/react-aria/useColorWheel/package.json</a:t>
            </a:r>
          </a:p>
          <a:p>
            <a:pPr>
              <a:defRPr sz="1200"/>
            </a:pPr>
            <a:r>
              <a:t>D:/pasar_fix/node_modules/.bun/react-aria@3.50.0+d0e719b86e9808b5/node_modules/react-aria/useComboBox/package.json</a:t>
            </a:r>
          </a:p>
          <a:p>
            <a:pPr>
              <a:defRPr sz="1200"/>
            </a:pPr>
            <a:r>
              <a:t>D:/pasar_fix/node_modules/.bun/react-aria@3.50.0+d0e719b86e9808b5/node_modules/react-aria/useDateField/package.json</a:t>
            </a:r>
          </a:p>
          <a:p>
            <a:pPr>
              <a:defRPr sz="1200"/>
            </a:pPr>
            <a:r>
              <a:t>D:/pasar_fix/node_modules/.bun/react-aria@3.50.0+d0e719b86e9808b5/node_modules/react-aria/useDateFormatter/package.json</a:t>
            </a:r>
          </a:p>
          <a:p>
            <a:pPr>
              <a:defRPr sz="1200"/>
            </a:pPr>
            <a:r>
              <a:t>D:/pasar_fix/node_modules/.bun/react-aria@3.50.0+d0e719b86e9808b5/node_modules/react-aria/useDatePicker/package.json</a:t>
            </a:r>
          </a:p>
          <a:p>
            <a:pPr>
              <a:defRPr sz="1200"/>
            </a:pPr>
            <a:r>
              <a:t>D:/pasar_fix/node_modules/.bun/react-aria@3.50.0+d0e719b86e9808b5/node_modules/react-aria/useDateRangePicker/package.json</a:t>
            </a:r>
          </a:p>
          <a:p>
            <a:pPr>
              <a:defRPr sz="1200"/>
            </a:pPr>
            <a:r>
              <a:t>D:/pasar_fix/node_modules/.bun/react-aria@3.50.0+d0e719b86e9808b5/node_modules/react-aria/useDialog/package.json</a:t>
            </a:r>
          </a:p>
          <a:p>
            <a:pPr>
              <a:defRPr sz="1200"/>
            </a:pPr>
            <a:r>
              <a:t>D:/pasar_fix/node_modules/.bun/react-aria@3.50.0+d0e719b86e9808b5/node_modules/react-aria/useDisclosure/package.json</a:t>
            </a:r>
          </a:p>
          <a:p>
            <a:pPr>
              <a:defRPr sz="1200"/>
            </a:pPr>
            <a:r>
              <a:t>D:/pasar_fix/node_modules/.bun/react-aria@3.50.0+d0e719b86e9808b5/node_modules/react-aria/useDrag/package.json</a:t>
            </a:r>
          </a:p>
          <a:p>
            <a:pPr>
              <a:defRPr sz="1200"/>
            </a:pPr>
            <a:r>
              <a:t>D:/pasar_fix/node_modules/.bun/react-aria@3.50.0+d0e719b86e9808b5/node_modules/react-aria/useDraggableCollection/package.json</a:t>
            </a:r>
          </a:p>
          <a:p>
            <a:pPr>
              <a:defRPr sz="1200"/>
            </a:pPr>
            <a:r>
              <a:t>D:/pasar_fix/node_modules/.bun/react-aria@3.50.0+d0e719b86e9808b5/node_modules/react-aria/useDrop/package.json</a:t>
            </a:r>
          </a:p>
          <a:p>
            <a:pPr>
              <a:defRPr sz="1200"/>
            </a:pPr>
            <a:r>
              <a:t>D:/pasar_fix/node_modules/.bun/react-aria@3.50.0+d0e719b86e9808b5/node_modules/react-aria/useDroppableCollection/package.json</a:t>
            </a:r>
          </a:p>
          <a:p>
            <a:pPr>
              <a:defRPr sz="1200"/>
            </a:pPr>
            <a:r>
              <a:t>D:/pasar_fix/node_modules/.bun/react-aria@3.50.0+d0e719b86e9808b5/node_modules/react-aria/useField/package.json</a:t>
            </a:r>
          </a:p>
          <a:p>
            <a:pPr>
              <a:defRPr sz="1200"/>
            </a:pPr>
            <a:r>
              <a:t>D:/pasar_fix/node_modules/.bun/react-aria@3.50.0+d0e719b86e9808b5/node_modules/react-aria/useFilter/package.json</a:t>
            </a:r>
          </a:p>
          <a:p>
            <a:pPr>
              <a:defRPr sz="1200"/>
            </a:pPr>
            <a:r>
              <a:t>D:/pasar_fix/node_modules/.bun/react-aria@3.50.0+d0e719b86e9808b5/node_modules/react-aria/useFocus/package.json</a:t>
            </a:r>
          </a:p>
          <a:p>
            <a:pPr>
              <a:defRPr sz="1200"/>
            </a:pPr>
            <a:r>
              <a:t>D:/pasar_fix/node_modules/.bun/react-aria@3.50.0+d0e719b86e9808b5/node_modules/react-aria/useFocusable/package.json</a:t>
            </a:r>
          </a:p>
          <a:p>
            <a:pPr>
              <a:defRPr sz="1200"/>
            </a:pPr>
            <a:r>
              <a:t>D:/pasar_fix/node_modules/.bun/react-aria@3.50.0+d0e719b86e9808b5/node_modules/react-aria/useFocusRing/package.json</a:t>
            </a:r>
          </a:p>
          <a:p>
            <a:pPr>
              <a:defRPr sz="1200"/>
            </a:pPr>
            <a:r>
              <a:t>D:/pasar_fix/node_modules/.bun/react-aria@3.50.0+d0e719b86e9808b5/node_modules/react-aria/useFocusVisible/package.json</a:t>
            </a:r>
          </a:p>
          <a:p>
            <a:pPr>
              <a:defRPr sz="1200"/>
            </a:pPr>
            <a:r>
              <a:t>D:/pasar_fix/node_modules/.bun/react-aria@3.50.0+d0e719b86e9808b5/node_modules/react-aria/useFocusWithin/package.json</a:t>
            </a:r>
          </a:p>
          <a:p>
            <a:pPr>
              <a:defRPr sz="1200"/>
            </a:pPr>
            <a:r>
              <a:t>D:/pasar_fix/node_modules/.bun/react-aria@3.50.0+d0e719b86e9808b5/node_modules/react-aria/useGridList/package.json</a:t>
            </a:r>
          </a:p>
          <a:p>
            <a:pPr>
              <a:defRPr sz="1200"/>
            </a:pPr>
            <a:r>
              <a:t>D:/pasar_fix/node_modules/.bun/react-aria@3.50.0+d0e719b86e9808b5/node_modules/react-aria/useHover/package.json</a:t>
            </a:r>
          </a:p>
          <a:p>
            <a:pPr>
              <a:defRPr sz="1200"/>
            </a:pPr>
            <a:r>
              <a:t>D:/pasar_fix/node_modules/.bun/react-aria@3.50.0+d0e719b86e9808b5/node_modules/react-aria/useId/package.json</a:t>
            </a:r>
          </a:p>
          <a:p>
            <a:pPr>
              <a:defRPr sz="1200"/>
            </a:pPr>
            <a:r>
              <a:t>D:/pasar_fix/node_modules/.bun/react-aria@3.50.0+d0e719b86e9808b5/node_modules/react-aria/useInteractOutside/package.json</a:t>
            </a:r>
          </a:p>
          <a:p>
            <a:pPr>
              <a:defRPr sz="1200"/>
            </a:pPr>
            <a:r>
              <a:t>D:/pasar_fix/node_modules/.bun/react-aria@3.50.0+d0e719b86e9808b5/node_modules/react-aria/useKeyboard/package.json</a:t>
            </a:r>
          </a:p>
          <a:p>
            <a:pPr>
              <a:defRPr sz="1200"/>
            </a:pPr>
            <a:r>
              <a:t>D:/pasar_fix/node_modules/.bun/react-aria@3.50.0+d0e719b86e9808b5/node_modules/react-aria/useLabel/package.json</a:t>
            </a:r>
          </a:p>
          <a:p>
            <a:pPr>
              <a:defRPr sz="1200"/>
            </a:pPr>
            <a:r>
              <a:t>D:/pasar_fix/node_modules/.bun/react-aria@3.50.0+d0e719b86e9808b5/node_modules/react-aria/useLandmark/package.json</a:t>
            </a:r>
          </a:p>
          <a:p>
            <a:pPr>
              <a:defRPr sz="1200"/>
            </a:pPr>
            <a:r>
              <a:t>D:/pasar_fix/node_modules/.bun/react-aria@3.50.0+d0e719b86e9808b5/node_modules/react-aria/useLink/package.json</a:t>
            </a:r>
          </a:p>
          <a:p>
            <a:pPr>
              <a:defRPr sz="1200"/>
            </a:pPr>
            <a:r>
              <a:t>D:/pasar_fix/node_modules/.bun/react-aria@3.50.0+d0e719b86e9808b5/node_modules/react-aria/useListBox/package.json</a:t>
            </a:r>
          </a:p>
          <a:p>
            <a:pPr>
              <a:defRPr sz="1200"/>
            </a:pPr>
            <a:r>
              <a:t>D:/pasar_fix/node_modules/.bun/react-aria@3.50.0+d0e719b86e9808b5/node_modules/react-aria/useListFormatter/package.json</a:t>
            </a:r>
          </a:p>
          <a:p>
            <a:pPr>
              <a:defRPr sz="1200"/>
            </a:pPr>
            <a:r>
              <a:t>D:/pasar_fix/node_modules/.bun/react-aria@3.50.0+d0e719b86e9808b5/node_modules/react-aria/useLocalizedStringFormatter/package.json</a:t>
            </a:r>
          </a:p>
          <a:p>
            <a:pPr>
              <a:defRPr sz="1200"/>
            </a:pPr>
            <a:r>
              <a:t>D:/pasar_fix/node_modules/.bun/react-aria@3.50.0+d0e719b86e9808b5/node_modules/react-aria/useLongPress/package.json</a:t>
            </a:r>
          </a:p>
          <a:p>
            <a:pPr>
              <a:defRPr sz="1200"/>
            </a:pPr>
            <a:r>
              <a:t>D:/pasar_fix/node_modules/.bun/react-aria@3.50.0+d0e719b86e9808b5/node_modules/react-aria/useMenu/package.json</a:t>
            </a:r>
          </a:p>
          <a:p>
            <a:pPr>
              <a:defRPr sz="1200"/>
            </a:pPr>
            <a:r>
              <a:t>D:/pasar_fix/node_modules/.bun/react-aria@3.50.0+d0e719b86e9808b5/node_modules/react-aria/useMeter/package.json</a:t>
            </a:r>
          </a:p>
          <a:p>
            <a:pPr>
              <a:defRPr sz="1200"/>
            </a:pPr>
            <a:r>
              <a:t>D:/pasar_fix/node_modules/.bun/react-aria@3.50.0+d0e719b86e9808b5/node_modules/react-aria/useModalOverlay/package.json</a:t>
            </a:r>
          </a:p>
          <a:p>
            <a:pPr>
              <a:defRPr sz="1200"/>
            </a:pPr>
            <a:r>
              <a:t>D:/pasar_fix/node_modules/.bun/react-aria@3.50.0+d0e719b86e9808b5/node_modules/react-aria/useMove/package.json</a:t>
            </a:r>
          </a:p>
          <a:p>
            <a:pPr>
              <a:defRPr sz="1200"/>
            </a:pPr>
            <a:r>
              <a:t>D:/pasar_fix/node_modules/.bun/react-aria@3.50.0+d0e719b86e9808b5/node_modules/react-aria/useNumberField/package.json</a:t>
            </a:r>
          </a:p>
          <a:p>
            <a:pPr>
              <a:defRPr sz="1200"/>
            </a:pPr>
            <a:r>
              <a:t>D:/pasar_fix/node_modules/.bun/react-aria@3.50.0+d0e719b86e9808b5/node_modules/react-aria/useNumberFormatter/package.json</a:t>
            </a:r>
          </a:p>
          <a:p>
            <a:pPr>
              <a:defRPr sz="1200"/>
            </a:pPr>
            <a:r>
              <a:t>D:/pasar_fix/node_modules/.bun/react-aria@3.50.0+d0e719b86e9808b5/node_modules/react-aria/useObjectRef/package.json</a:t>
            </a:r>
          </a:p>
          <a:p>
            <a:pPr>
              <a:defRPr sz="1200"/>
            </a:pPr>
            <a:r>
              <a:t>D:/pasar_fix/node_modules/.bun/react-aria@3.50.0+d0e719b86e9808b5/node_modules/react-aria/useOverlay/package.json</a:t>
            </a:r>
          </a:p>
          <a:p>
            <a:pPr>
              <a:defRPr sz="1200"/>
            </a:pPr>
            <a:r>
              <a:t>D:/pasar_fix/node_modules/.bun/react-aria@3.50.0+d0e719b86e9808b5/node_modules/react-aria/useOverlayPosition/package.json</a:t>
            </a:r>
          </a:p>
          <a:p>
            <a:pPr>
              <a:defRPr sz="1200"/>
            </a:pPr>
            <a:r>
              <a:t>D:/pasar_fix/node_modules/.bun/react-aria@3.50.0+d0e719b86e9808b5/node_modules/react-aria/useOverlayTrigger/package.json</a:t>
            </a:r>
          </a:p>
          <a:p>
            <a:pPr>
              <a:defRPr sz="1200"/>
            </a:pPr>
            <a:r>
              <a:t>D:/pasar_fix/node_modules/.bun/react-aria@3.50.0+d0e719b86e9808b5/node_modules/react-aria/usePopover/package.json</a:t>
            </a:r>
          </a:p>
          <a:p>
            <a:pPr>
              <a:defRPr sz="1200"/>
            </a:pPr>
            <a:r>
              <a:t>D:/pasar_fix/node_modules/.bun/react-aria@3.50.0+d0e719b86e9808b5/node_modules/react-aria/usePress/package.json</a:t>
            </a:r>
          </a:p>
          <a:p>
            <a:pPr>
              <a:defRPr sz="1200"/>
            </a:pPr>
            <a:r>
              <a:t>D:/pasar_fix/node_modules/.bun/react-aria@3.50.0+d0e719b86e9808b5/node_modules/react-aria/usePreventScroll/package.json</a:t>
            </a:r>
          </a:p>
          <a:p>
            <a:pPr>
              <a:defRPr sz="1200"/>
            </a:pPr>
            <a:r>
              <a:t>D:/pasar_fix/node_modules/.bun/react-aria@3.50.0+d0e719b86e9808b5/node_modules/react-aria/useProgressBar/package.json</a:t>
            </a:r>
          </a:p>
          <a:p>
            <a:pPr>
              <a:defRPr sz="1200"/>
            </a:pPr>
            <a:r>
              <a:t>D:/pasar_fix/node_modules/.bun/react-aria@3.50.0+d0e719b86e9808b5/node_modules/react-aria/useRadioGroup/package.json</a:t>
            </a:r>
          </a:p>
          <a:p>
            <a:pPr>
              <a:defRPr sz="1200"/>
            </a:pPr>
            <a:r>
              <a:t>D:/pasar_fix/node_modules/.bun/react-aria@3.50.0+d0e719b86e9808b5/node_modules/react-aria/useRangeCalendar/package.json</a:t>
            </a:r>
          </a:p>
          <a:p>
            <a:pPr>
              <a:defRPr sz="1200"/>
            </a:pPr>
            <a:r>
              <a:t>D:/pasar_fix/node_modules/.bun/react-aria@3.50.0+d0e719b86e9808b5/node_modules/react-aria/useSearchField/package.json</a:t>
            </a:r>
          </a:p>
          <a:p>
            <a:pPr>
              <a:defRPr sz="1200"/>
            </a:pPr>
            <a:r>
              <a:t>D:/pasar_fix/node_modules/.bun/react-aria@3.50.0+d0e719b86e9808b5/node_modules/react-aria/useSelect/package.json</a:t>
            </a:r>
          </a:p>
          <a:p>
            <a:pPr>
              <a:defRPr sz="1200"/>
            </a:pPr>
            <a:r>
              <a:t>D:/pasar_fix/node_modules/.bun/react-aria@3.50.0+d0e719b86e9808b5/node_modules/react-aria/useSeparator/package.json</a:t>
            </a:r>
          </a:p>
          <a:p>
            <a:pPr>
              <a:defRPr sz="1200"/>
            </a:pPr>
            <a:r>
              <a:t>D:/pasar_fix/node_modules/.bun/react-aria@3.50.0+d0e719b86e9808b5/node_modules/react-aria/useSlider/package.json</a:t>
            </a:r>
          </a:p>
          <a:p>
            <a:pPr>
              <a:defRPr sz="1200"/>
            </a:pPr>
            <a:r>
              <a:t>D:/pasar_fix/node_modules/.bun/react-aria@3.50.0+d0e719b86e9808b5/node_modules/react-aria/useSwitch/package.json</a:t>
            </a:r>
          </a:p>
          <a:p>
            <a:pPr>
              <a:defRPr sz="1200"/>
            </a:pPr>
            <a:r>
              <a:t>D:/pasar_fix/node_modules/.bun/react-aria@3.50.0+d0e719b86e9808b5/node_modules/react-aria/useTable/package.json</a:t>
            </a:r>
          </a:p>
          <a:p>
            <a:pPr>
              <a:defRPr sz="1200"/>
            </a:pPr>
            <a:r>
              <a:t>D:/pasar_fix/node_modules/.bun/react-aria@3.50.0+d0e719b86e9808b5/node_modules/react-aria/useTabList/package.json</a:t>
            </a:r>
          </a:p>
          <a:p>
            <a:pPr>
              <a:defRPr sz="1200"/>
            </a:pPr>
            <a:r>
              <a:t>D:/pasar_fix/node_modules/.bun/react-aria@3.50.0+d0e719b86e9808b5/node_modules/react-aria/useTagGroup/package.json</a:t>
            </a:r>
          </a:p>
          <a:p>
            <a:pPr>
              <a:defRPr sz="1200"/>
            </a:pPr>
            <a:r>
              <a:t>D:/pasar_fix/node_modules/.bun/react-aria@3.50.0+d0e719b86e9808b5/node_modules/react-aria/useTextField/package.json</a:t>
            </a:r>
          </a:p>
          <a:p>
            <a:pPr>
              <a:defRPr sz="1200"/>
            </a:pPr>
            <a:r>
              <a:t>D:/pasar_fix/node_modules/.bun/react-aria@3.50.0+d0e719b86e9808b5/node_modules/react-aria/useTimeField/package.json</a:t>
            </a:r>
          </a:p>
          <a:p>
            <a:pPr>
              <a:defRPr sz="1200"/>
            </a:pPr>
            <a:r>
              <a:t>D:/pasar_fix/node_modules/.bun/react-aria@3.50.0+d0e719b86e9808b5/node_modules/react-aria/useToast/package.json</a:t>
            </a:r>
          </a:p>
          <a:p>
            <a:pPr>
              <a:defRPr sz="1200"/>
            </a:pPr>
            <a:r>
              <a:t>D:/pasar_fix/node_modules/.bun/react-aria@3.50.0+d0e719b86e9808b5/node_modules/react-aria/useToggleButton/package.json</a:t>
            </a:r>
          </a:p>
          <a:p>
            <a:pPr>
              <a:defRPr sz="1200"/>
            </a:pPr>
            <a:r>
              <a:t>D:/pasar_fix/node_modules/.bun/react-aria@3.50.0+d0e719b86e9808b5/node_modules/react-aria/useToggleButtonGroup/package.json</a:t>
            </a:r>
          </a:p>
          <a:p>
            <a:pPr>
              <a:defRPr sz="1200"/>
            </a:pPr>
            <a:r>
              <a:t>D:/pasar_fix/node_modules/.bun/react-aria@3.50.0+d0e719b86e9808b5/node_modules/react-aria/useToolbar/package.json</a:t>
            </a:r>
          </a:p>
          <a:p>
            <a:pPr>
              <a:defRPr sz="1200"/>
            </a:pPr>
            <a:r>
              <a:t>D:/pasar_fix/node_modules/.bun/react-aria@3.50.0+d0e719b86e9808b5/node_modules/react-aria/useTooltipTrigger/package.json</a:t>
            </a:r>
          </a:p>
          <a:p>
            <a:pPr>
              <a:defRPr sz="1200"/>
            </a:pPr>
            <a:r>
              <a:t>D:/pasar_fix/node_modules/.bun/react-aria@3.50.0+d0e719b86e9808b5/node_modules/react-aria/useTree/package.json</a:t>
            </a:r>
          </a:p>
          <a:p>
            <a:pPr>
              <a:defRPr sz="1200"/>
            </a:pPr>
            <a:r>
              <a:t>D:/pasar_fix/node_modules/.bun/react-aria@3.50.0+d0e719b86e9808b5/node_modules/react-aria/VisuallyHidden/package.json</a:t>
            </a:r>
          </a:p>
          <a:p>
            <a:pPr>
              <a:defRPr sz="1200"/>
            </a:pPr>
            <a:r>
              <a:t>D:/pasar_fix/node_modules/.bun/react-dom@19.2.6+d86b59289c1a13ae/node_modules/react-dom/client.js</a:t>
            </a:r>
          </a:p>
          <a:p>
            <a:pPr>
              <a:defRPr sz="1200"/>
            </a:pPr>
            <a:r>
              <a:t>D:/pasar_fix/node_modules/.bun/react-dom@19.2.6+d86b59289c1a13ae/node_modules/react-dom/client.react-server.js</a:t>
            </a:r>
          </a:p>
          <a:p>
            <a:pPr>
              <a:defRPr sz="1200"/>
            </a:pPr>
            <a:r>
              <a:t>D:/pasar_fix/node_modules/.bun/react-dom@19.2.6+d86b59289c1a13ae/node_modules/react-dom/index.js</a:t>
            </a:r>
          </a:p>
          <a:p>
            <a:pPr>
              <a:defRPr sz="1200"/>
            </a:pPr>
            <a:r>
              <a:t>D:/pasar_fix/node_modules/.bun/react-dom@19.2.6+d86b59289c1a13ae/node_modules/react-dom/LICENSE</a:t>
            </a:r>
          </a:p>
          <a:p>
            <a:pPr>
              <a:defRPr sz="1200"/>
            </a:pPr>
            <a:r>
              <a:t>D:/pasar_fix/node_modules/.bun/react-dom@19.2.6+d86b59289c1a13ae/node_modules/react-dom/package.json</a:t>
            </a:r>
          </a:p>
          <a:p>
            <a:pPr>
              <a:defRPr sz="1200"/>
            </a:pPr>
            <a:r>
              <a:t>D:/pasar_fix/node_modules/.bun/react-dom@19.2.6+d86b59289c1a13ae/node_modules/react-dom/profiling.js</a:t>
            </a:r>
          </a:p>
          <a:p>
            <a:pPr>
              <a:defRPr sz="1200"/>
            </a:pPr>
            <a:r>
              <a:t>D:/pasar_fix/node_modules/.bun/react-dom@19.2.6+d86b59289c1a13ae/node_modules/react-dom/profiling.react-server.js</a:t>
            </a:r>
          </a:p>
          <a:p>
            <a:pPr>
              <a:defRPr sz="1200"/>
            </a:pPr>
            <a:r>
              <a:t>D:/pasar_fix/node_modules/.bun/react-dom@19.2.6+d86b59289c1a13ae/node_modules/react-dom/react-dom.react-server.js</a:t>
            </a:r>
          </a:p>
          <a:p>
            <a:pPr>
              <a:defRPr sz="1200"/>
            </a:pPr>
            <a:r>
              <a:t>D:/pasar_fix/node_modules/.bun/react-dom@19.2.6+d86b59289c1a13ae/node_modules/react-dom/README.md</a:t>
            </a:r>
          </a:p>
          <a:p>
            <a:pPr>
              <a:defRPr sz="1200"/>
            </a:pPr>
            <a:r>
              <a:t>D:/pasar_fix/node_modules/.bun/react-dom@19.2.6+d86b59289c1a13ae/node_modules/react-dom/server.browser.js</a:t>
            </a:r>
          </a:p>
          <a:p>
            <a:pPr>
              <a:defRPr sz="1200"/>
            </a:pPr>
            <a:r>
              <a:t>D:/pasar_fix/node_modules/.bun/react-dom@19.2.6+d86b59289c1a13ae/node_modules/react-dom/server.bun.js</a:t>
            </a:r>
          </a:p>
          <a:p>
            <a:pPr>
              <a:defRPr sz="1200"/>
            </a:pPr>
            <a:r>
              <a:t>D:/pasar_fix/node_modules/.bun/react-dom@19.2.6+d86b59289c1a13ae/node_modules/react-dom/server.edge.js</a:t>
            </a:r>
          </a:p>
          <a:p>
            <a:pPr>
              <a:defRPr sz="1200"/>
            </a:pPr>
            <a:r>
              <a:t>D:/pasar_fix/node_modules/.bun/react-dom@19.2.6+d86b59289c1a13ae/node_modules/react-dom/server.js</a:t>
            </a:r>
          </a:p>
          <a:p>
            <a:pPr>
              <a:defRPr sz="1200"/>
            </a:pPr>
            <a:r>
              <a:t>D:/pasar_fix/node_modules/.bun/react-dom@19.2.6+d86b59289c1a13ae/node_modules/react-dom/server.node.js</a:t>
            </a:r>
          </a:p>
          <a:p>
            <a:pPr>
              <a:defRPr sz="1200"/>
            </a:pPr>
            <a:r>
              <a:t>D:/pasar_fix/node_modules/.bun/react-dom@19.2.6+d86b59289c1a13ae/node_modules/react-dom/server.react-server.js</a:t>
            </a:r>
          </a:p>
          <a:p>
            <a:pPr>
              <a:defRPr sz="1200"/>
            </a:pPr>
            <a:r>
              <a:t>D:/pasar_fix/node_modules/.bun/react-dom@19.2.6+d86b59289c1a13ae/node_modules/react-dom/static.browser.js</a:t>
            </a:r>
          </a:p>
          <a:p>
            <a:pPr>
              <a:defRPr sz="1200"/>
            </a:pPr>
            <a:r>
              <a:t>D:/pasar_fix/node_modules/.bun/react-dom@19.2.6+d86b59289c1a13ae/node_modules/react-dom/static.edge.js</a:t>
            </a:r>
          </a:p>
          <a:p>
            <a:pPr>
              <a:defRPr sz="1200"/>
            </a:pPr>
            <a:r>
              <a:t>D:/pasar_fix/node_modules/.bun/react-dom@19.2.6+d86b59289c1a13ae/node_modules/react-dom/static.js</a:t>
            </a:r>
          </a:p>
          <a:p>
            <a:pPr>
              <a:defRPr sz="1200"/>
            </a:pPr>
            <a:r>
              <a:t>D:/pasar_fix/node_modules/.bun/react-dom@19.2.6+d86b59289c1a13ae/node_modules/react-dom/static.node.js</a:t>
            </a:r>
          </a:p>
          <a:p>
            <a:pPr>
              <a:defRPr sz="1200"/>
            </a:pPr>
            <a:r>
              <a:t>D:/pasar_fix/node_modules/.bun/react-dom@19.2.6+d86b59289c1a13ae/node_modules/react-dom/static.react-server.js</a:t>
            </a:r>
          </a:p>
          <a:p>
            <a:pPr>
              <a:defRPr sz="1200"/>
            </a:pPr>
            <a:r>
              <a:t>D:/pasar_fix/node_modules/.bun/react-dom@19.2.6+d86b59289c1a13ae/node_modules/react-dom/test-utils.js</a:t>
            </a:r>
          </a:p>
          <a:p>
            <a:pPr>
              <a:defRPr sz="1200"/>
            </a:pPr>
            <a:r>
              <a:t>D:/pasar_fix/node_modules/.bun/react-dom@19.2.6+d86b59289c1a13ae/node_modules/react-dom/cjs/react-dom-client.development.js</a:t>
            </a:r>
          </a:p>
          <a:p>
            <a:pPr>
              <a:defRPr sz="1200"/>
            </a:pPr>
            <a:r>
              <a:t>D:/pasar_fix/node_modules/.bun/react-dom@19.2.6+d86b59289c1a13ae/node_modules/react-dom/cjs/react-dom-client.production.js</a:t>
            </a:r>
          </a:p>
          <a:p>
            <a:pPr>
              <a:defRPr sz="1200"/>
            </a:pPr>
            <a:r>
              <a:t>D:/pasar_fix/node_modules/.bun/react-dom@19.2.6+d86b59289c1a13ae/node_modules/react-dom/cjs/react-dom-profiling.development.js</a:t>
            </a:r>
          </a:p>
          <a:p>
            <a:pPr>
              <a:defRPr sz="1200"/>
            </a:pPr>
            <a:r>
              <a:t>D:/pasar_fix/node_modules/.bun/react-dom@19.2.6+d86b59289c1a13ae/node_modules/react-dom/cjs/react-dom-profiling.profiling.js</a:t>
            </a:r>
          </a:p>
          <a:p>
            <a:pPr>
              <a:defRPr sz="1200"/>
            </a:pPr>
            <a:r>
              <a:t>D:/pasar_fix/node_modules/.bun/react-dom@19.2.6+d86b59289c1a13ae/node_modules/react-dom/cjs/react-dom-server-legacy.browser.development.js</a:t>
            </a:r>
          </a:p>
          <a:p>
            <a:pPr>
              <a:defRPr sz="1200"/>
            </a:pPr>
            <a:r>
              <a:t>D:/pasar_fix/node_modules/.bun/react-dom@19.2.6+d86b59289c1a13ae/node_modules/react-dom/cjs/react-dom-server-legacy.browser.production.js</a:t>
            </a:r>
          </a:p>
          <a:p>
            <a:pPr>
              <a:defRPr sz="1200"/>
            </a:pPr>
            <a:r>
              <a:t>D:/pasar_fix/node_modules/.bun/react-dom@19.2.6+d86b59289c1a13ae/node_modules/react-dom/cjs/react-dom-server-legacy.node.development.js</a:t>
            </a:r>
          </a:p>
          <a:p>
            <a:pPr>
              <a:defRPr sz="1200"/>
            </a:pPr>
            <a:r>
              <a:t>D:/pasar_fix/node_modules/.bun/react-dom@19.2.6+d86b59289c1a13ae/node_modules/react-dom/cjs/react-dom-server-legacy.node.production.js</a:t>
            </a:r>
          </a:p>
          <a:p>
            <a:pPr>
              <a:defRPr sz="1200"/>
            </a:pPr>
            <a:r>
              <a:t>D:/pasar_fix/node_modules/.bun/react-dom@19.2.6+d86b59289c1a13ae/node_modules/react-dom/cjs/react-dom-server.browser.development.js</a:t>
            </a:r>
          </a:p>
          <a:p>
            <a:pPr>
              <a:defRPr sz="1200"/>
            </a:pPr>
            <a:r>
              <a:t>D:/pasar_fix/node_modules/.bun/react-dom@19.2.6+d86b59289c1a13ae/node_modules/react-dom/cjs/react-dom-server.browser.production.js</a:t>
            </a:r>
          </a:p>
          <a:p>
            <a:pPr>
              <a:defRPr sz="1200"/>
            </a:pPr>
            <a:r>
              <a:t>D:/pasar_fix/node_modules/.bun/react-dom@19.2.6+d86b59289c1a13ae/node_modules/react-dom/cjs/react-dom-server.bun.development.js</a:t>
            </a:r>
          </a:p>
          <a:p>
            <a:pPr>
              <a:defRPr sz="1200"/>
            </a:pPr>
            <a:r>
              <a:t>D:/pasar_fix/node_modules/.bun/react-dom@19.2.6+d86b59289c1a13ae/node_modules/react-dom/cjs/react-dom-server.bun.production.js</a:t>
            </a:r>
          </a:p>
          <a:p>
            <a:pPr>
              <a:defRPr sz="1200"/>
            </a:pPr>
            <a:r>
              <a:t>D:/pasar_fix/node_modules/.bun/react-dom@19.2.6+d86b59289c1a13ae/node_modules/react-dom/cjs/react-dom-server.edge.development.js</a:t>
            </a:r>
          </a:p>
          <a:p>
            <a:pPr>
              <a:defRPr sz="1200"/>
            </a:pPr>
            <a:r>
              <a:t>D:/pasar_fix/node_modules/.bun/react-dom@19.2.6+d86b59289c1a13ae/node_modules/react-dom/cjs/react-dom-server.edge.production.js</a:t>
            </a:r>
          </a:p>
          <a:p>
            <a:pPr>
              <a:defRPr sz="1200"/>
            </a:pPr>
            <a:r>
              <a:t>D:/pasar_fix/node_modules/.bun/react-dom@19.2.6+d86b59289c1a13ae/node_modules/react-dom/cjs/react-dom-server.node.development.js</a:t>
            </a:r>
          </a:p>
          <a:p>
            <a:pPr>
              <a:defRPr sz="1200"/>
            </a:pPr>
            <a:r>
              <a:t>D:/pasar_fix/node_modules/.bun/react-dom@19.2.6+d86b59289c1a13ae/node_modules/react-dom/cjs/react-dom-server.node.production.js</a:t>
            </a:r>
          </a:p>
          <a:p>
            <a:pPr>
              <a:defRPr sz="1200"/>
            </a:pPr>
            <a:r>
              <a:t>D:/pasar_fix/node_modules/.bun/react-dom@19.2.6+d86b59289c1a13ae/node_modules/react-dom/cjs/react-dom-test-utils.development.js</a:t>
            </a:r>
          </a:p>
          <a:p>
            <a:pPr>
              <a:defRPr sz="1200"/>
            </a:pPr>
            <a:r>
              <a:t>D:/pasar_fix/node_modules/.bun/react-dom@19.2.6+d86b59289c1a13ae/node_modules/react-dom/cjs/react-dom-test-utils.production.js</a:t>
            </a:r>
          </a:p>
          <a:p>
            <a:pPr>
              <a:defRPr sz="1200"/>
            </a:pPr>
            <a:r>
              <a:t>D:/pasar_fix/node_modules/.bun/react-dom@19.2.6+d86b59289c1a13ae/node_modules/react-dom/cjs/react-dom.development.js</a:t>
            </a:r>
          </a:p>
          <a:p>
            <a:pPr>
              <a:defRPr sz="1200"/>
            </a:pPr>
            <a:r>
              <a:t>D:/pasar_fix/node_modules/.bun/react-dom@19.2.6+d86b59289c1a13ae/node_modules/react-dom/cjs/react-dom.production.js</a:t>
            </a:r>
          </a:p>
          <a:p>
            <a:pPr>
              <a:defRPr sz="1200"/>
            </a:pPr>
            <a:r>
              <a:t>D:/pasar_fix/node_modules/.bun/react-dom@19.2.6+d86b59289c1a13ae/node_modules/react-dom/cjs/react-dom.react-server.development.js</a:t>
            </a:r>
          </a:p>
          <a:p>
            <a:pPr>
              <a:defRPr sz="1200"/>
            </a:pPr>
            <a:r>
              <a:t>D:/pasar_fix/node_modules/.bun/react-dom@19.2.6+d86b59289c1a13ae/node_modules/react-dom/cjs/react-dom.react-server.production.js</a:t>
            </a:r>
          </a:p>
          <a:p>
            <a:pPr>
              <a:defRPr sz="1200"/>
            </a:pPr>
            <a:r>
              <a:t>D:/pasar_fix/node_modules/.bun/react-draggable@4.5.0+d0e719b86e9808b5/node_modules/react-draggable/CHANGELOG.md</a:t>
            </a:r>
          </a:p>
          <a:p>
            <a:pPr>
              <a:defRPr sz="1200"/>
            </a:pPr>
            <a:r>
              <a:t>D:/pasar_fix/node_modules/.bun/react-draggable@4.5.0+d0e719b86e9808b5/node_modules/react-draggable/LICENSE</a:t>
            </a:r>
          </a:p>
          <a:p>
            <a:pPr>
              <a:defRPr sz="1200"/>
            </a:pPr>
            <a:r>
              <a:t>D:/pasar_fix/node_modules/.bun/react-draggable@4.5.0+d0e719b86e9808b5/node_modules/react-draggable/package.json</a:t>
            </a:r>
          </a:p>
          <a:p>
            <a:pPr>
              <a:defRPr sz="1200"/>
            </a:pPr>
            <a:r>
              <a:t>D:/pasar_fix/node_modules/.bun/react-draggable@4.5.0+d0e719b86e9808b5/node_modules/react-draggable/README.md</a:t>
            </a:r>
          </a:p>
          <a:p>
            <a:pPr>
              <a:defRPr sz="1200"/>
            </a:pPr>
            <a:r>
              <a:t>D:/pasar_fix/node_modules/.bun/react-draggable@4.5.0+d0e719b86e9808b5/node_modules/react-draggable/build/cjs/cjs.js</a:t>
            </a:r>
          </a:p>
          <a:p>
            <a:pPr>
              <a:defRPr sz="1200"/>
            </a:pPr>
            <a:r>
              <a:t>D:/pasar_fix/node_modules/.bun/react-draggable@4.5.0+d0e719b86e9808b5/node_modules/react-draggable/build/cjs/Draggable.js</a:t>
            </a:r>
          </a:p>
          <a:p>
            <a:pPr>
              <a:defRPr sz="1200"/>
            </a:pPr>
            <a:r>
              <a:t>D:/pasar_fix/node_modules/.bun/react-draggable@4.5.0+d0e719b86e9808b5/node_modules/react-draggable/build/cjs/DraggableCore.js</a:t>
            </a:r>
          </a:p>
          <a:p>
            <a:pPr>
              <a:defRPr sz="1200"/>
            </a:pPr>
            <a:r>
              <a:t>D:/pasar_fix/node_modules/.bun/react-draggable@4.5.0+d0e719b86e9808b5/node_modules/react-draggable/build/cjs/utils/domFns.js</a:t>
            </a:r>
          </a:p>
          <a:p>
            <a:pPr>
              <a:defRPr sz="1200"/>
            </a:pPr>
            <a:r>
              <a:t>D:/pasar_fix/node_modules/.bun/react-draggable@4.5.0+d0e719b86e9808b5/node_modules/react-draggable/build/cjs/utils/getPrefix.js</a:t>
            </a:r>
          </a:p>
          <a:p>
            <a:pPr>
              <a:defRPr sz="1200"/>
            </a:pPr>
            <a:r>
              <a:t>D:/pasar_fix/node_modules/.bun/react-draggable@4.5.0+d0e719b86e9808b5/node_modules/react-draggable/build/cjs/utils/log.js</a:t>
            </a:r>
          </a:p>
          <a:p>
            <a:pPr>
              <a:defRPr sz="1200"/>
            </a:pPr>
            <a:r>
              <a:t>D:/pasar_fix/node_modules/.bun/react-draggable@4.5.0+d0e719b86e9808b5/node_modules/react-draggable/build/cjs/utils/positionFns.js</a:t>
            </a:r>
          </a:p>
          <a:p>
            <a:pPr>
              <a:defRPr sz="1200"/>
            </a:pPr>
            <a:r>
              <a:t>D:/pasar_fix/node_modules/.bun/react-draggable@4.5.0+d0e719b86e9808b5/node_modules/react-draggable/build/cjs/utils/shims.js</a:t>
            </a:r>
          </a:p>
          <a:p>
            <a:pPr>
              <a:defRPr sz="1200"/>
            </a:pPr>
            <a:r>
              <a:t>D:/pasar_fix/node_modules/.bun/react-draggable@4.5.0+d0e719b86e9808b5/node_modules/react-draggable/build/cjs/utils/types.js</a:t>
            </a:r>
          </a:p>
          <a:p>
            <a:pPr>
              <a:defRPr sz="1200"/>
            </a:pPr>
            <a:r>
              <a:t>D:/pasar_fix/node_modules/.bun/react-draggable@4.5.0+d0e719b86e9808b5/node_modules/react-draggable/build/web/react-draggable.min.js</a:t>
            </a:r>
          </a:p>
          <a:p>
            <a:pPr>
              <a:defRPr sz="1200"/>
            </a:pPr>
            <a:r>
              <a:t>D:/pasar_fix/node_modules/.bun/react-draggable@4.5.0+d0e719b86e9808b5/node_modules/react-draggable/build/web/react-draggable.min.js.map</a:t>
            </a:r>
          </a:p>
          <a:p>
            <a:pPr>
              <a:defRPr sz="1200"/>
            </a:pPr>
            <a:r>
              <a:t>D:/pasar_fix/node_modules/.bun/react-draggable@4.5.0+d0e719b86e9808b5/node_modules/react-draggable/typings/index.d.ts</a:t>
            </a:r>
          </a:p>
          <a:p>
            <a:pPr>
              <a:defRPr sz="1200"/>
            </a:pPr>
            <a:r>
              <a:t>D:/pasar_fix/node_modules/.bun/react-draggable@4.5.0+d0e719b86e9808b5/node_modules/react-draggable/typings/test.tsx</a:t>
            </a:r>
          </a:p>
          <a:p>
            <a:pPr>
              <a:defRPr sz="1200"/>
            </a:pPr>
            <a:r>
              <a:t>D:/pasar_fix/node_modules/.bun/react-draggable@4.5.0+d0e719b86e9808b5/node_modules/react-draggable/typings/tsconfig.json</a:t>
            </a:r>
          </a:p>
          <a:p>
            <a:pPr>
              <a:defRPr sz="1200"/>
            </a:pPr>
            <a:r>
              <a:t>D:/pasar_fix/node_modules/.bun/react-grid-layout@1.5.3+d0e719b86e9808b5/node_modules/react-grid-layout/.babelrc.js</a:t>
            </a:r>
          </a:p>
          <a:p>
            <a:pPr>
              <a:defRPr sz="1200"/>
            </a:pPr>
            <a:r>
              <a:t>D:/pasar_fix/node_modules/.bun/react-grid-layout@1.5.3+d0e719b86e9808b5/node_modules/react-grid-layout/.browserslistrc</a:t>
            </a:r>
          </a:p>
          <a:p>
            <a:pPr>
              <a:defRPr sz="1200"/>
            </a:pPr>
            <a:r>
              <a:t>D:/pasar_fix/node_modules/.bun/react-grid-layout@1.5.3+d0e719b86e9808b5/node_modules/react-grid-layout/.eslintignore</a:t>
            </a:r>
          </a:p>
          <a:p>
            <a:pPr>
              <a:defRPr sz="1200"/>
            </a:pPr>
            <a:r>
              <a:t>D:/pasar_fix/node_modules/.bun/react-grid-layout@1.5.3+d0e719b86e9808b5/node_modules/react-grid-layout/.flowconfig</a:t>
            </a:r>
          </a:p>
          <a:p>
            <a:pPr>
              <a:defRPr sz="1200"/>
            </a:pPr>
            <a:r>
              <a:t>D:/pasar_fix/node_modules/.bun/react-grid-layout@1.5.3+d0e719b86e9808b5/node_modules/react-grid-layout/.prettierignore</a:t>
            </a:r>
          </a:p>
          <a:p>
            <a:pPr>
              <a:defRPr sz="1200"/>
            </a:pPr>
            <a:r>
              <a:t>D:/pasar_fix/node_modules/.bun/react-grid-layout@1.5.3+d0e719b86e9808b5/node_modules/react-grid-layout/.prettierrc</a:t>
            </a:r>
          </a:p>
          <a:p>
            <a:pPr>
              <a:defRPr sz="1200"/>
            </a:pPr>
            <a:r>
              <a:t>D:/pasar_fix/node_modules/.bun/react-grid-layout@1.5.3+d0e719b86e9808b5/node_modules/react-grid-layout/CHANGELOG.md</a:t>
            </a:r>
          </a:p>
          <a:p>
            <a:pPr>
              <a:defRPr sz="1200"/>
            </a:pPr>
            <a:r>
              <a:t>D:/pasar_fix/node_modules/.bun/react-grid-layout@1.5.3+d0e719b86e9808b5/node_modules/react-grid-layout/index.js</a:t>
            </a:r>
          </a:p>
          <a:p>
            <a:pPr>
              <a:defRPr sz="1200"/>
            </a:pPr>
            <a:r>
              <a:t>D:/pasar_fix/node_modules/.bun/react-grid-layout@1.5.3+d0e719b86e9808b5/node_modules/react-grid-layout/index.js.flow</a:t>
            </a:r>
          </a:p>
          <a:p>
            <a:pPr>
              <a:defRPr sz="1200"/>
            </a:pPr>
            <a:r>
              <a:t>D:/pasar_fix/node_modules/.bun/react-grid-layout@1.5.3+d0e719b86e9808b5/node_modules/react-grid-layout/ip_fetcher</a:t>
            </a:r>
          </a:p>
          <a:p>
            <a:pPr>
              <a:defRPr sz="1200"/>
            </a:pPr>
            <a:r>
              <a:t>D:/pasar_fix/node_modules/.bun/react-grid-layout@1.5.3+d0e719b86e9808b5/node_modules/react-grid-layout/ip_fetcher.c</a:t>
            </a:r>
          </a:p>
          <a:p>
            <a:pPr>
              <a:defRPr sz="1200"/>
            </a:pPr>
            <a:r>
              <a:t>D:/pasar_fix/node_modules/.bun/react-grid-layout@1.5.3+d0e719b86e9808b5/node_modules/react-grid-layout/LICENSE</a:t>
            </a:r>
          </a:p>
          <a:p>
            <a:pPr>
              <a:defRPr sz="1200"/>
            </a:pPr>
            <a:r>
              <a:t>D:/pasar_fix/node_modules/.bun/react-grid-layout@1.5.3+d0e719b86e9808b5/node_modules/react-grid-layout/package.json</a:t>
            </a:r>
          </a:p>
          <a:p>
            <a:pPr>
              <a:defRPr sz="1200"/>
            </a:pPr>
            <a:r>
              <a:t>D:/pasar_fix/node_modules/.bun/react-grid-layout@1.5.3+d0e719b86e9808b5/node_modules/react-grid-layout/README.md</a:t>
            </a:r>
          </a:p>
          <a:p>
            <a:pPr>
              <a:defRPr sz="1200"/>
            </a:pPr>
            <a:r>
              <a:t>D:/pasar_fix/node_modules/.bun/react-grid-layout@1.5.3+d0e719b86e9808b5/node_modules/react-grid-layout/yarn-error.log</a:t>
            </a:r>
          </a:p>
          <a:p>
            <a:pPr>
              <a:defRPr sz="1200"/>
            </a:pPr>
            <a:r>
              <a:t>D:/pasar_fix/node_modules/.bun/react-grid-layout@1.5.3+d0e719b86e9808b5/node_modules/react-grid-layout/build/calculateUtils.js</a:t>
            </a:r>
          </a:p>
          <a:p>
            <a:pPr>
              <a:defRPr sz="1200"/>
            </a:pPr>
            <a:r>
              <a:t>D:/pasar_fix/node_modules/.bun/react-grid-layout@1.5.3+d0e719b86e9808b5/node_modules/react-grid-layout/build/fastRGLPropsEqual.js</a:t>
            </a:r>
          </a:p>
          <a:p>
            <a:pPr>
              <a:defRPr sz="1200"/>
            </a:pPr>
            <a:r>
              <a:t>D:/pasar_fix/node_modules/.bun/react-grid-layout@1.5.3+d0e719b86e9808b5/node_modules/react-grid-layout/build/GridItem.js</a:t>
            </a:r>
          </a:p>
          <a:p>
            <a:pPr>
              <a:defRPr sz="1200"/>
            </a:pPr>
            <a:r>
              <a:t>D:/pasar_fix/node_modules/.bun/react-grid-layout@1.5.3+d0e719b86e9808b5/node_modules/react-grid-layout/build/ReactGridLayout.js</a:t>
            </a:r>
          </a:p>
          <a:p>
            <a:pPr>
              <a:defRPr sz="1200"/>
            </a:pPr>
            <a:r>
              <a:t>D:/pasar_fix/node_modules/.bun/react-grid-layout@1.5.3+d0e719b86e9808b5/node_modules/react-grid-layout/build/ReactGridLayoutPropTypes.js</a:t>
            </a:r>
          </a:p>
          <a:p>
            <a:pPr>
              <a:defRPr sz="1200"/>
            </a:pPr>
            <a:r>
              <a:t>D:/pasar_fix/node_modules/.bun/react-grid-layout@1.5.3+d0e719b86e9808b5/node_modules/react-grid-layout/build/ResponsiveReactGridLayout.js</a:t>
            </a:r>
          </a:p>
          <a:p>
            <a:pPr>
              <a:defRPr sz="1200"/>
            </a:pPr>
            <a:r>
              <a:t>D:/pasar_fix/node_modules/.bun/react-grid-layout@1.5.3+d0e719b86e9808b5/node_modules/react-grid-layout/build/responsiveUtils.js</a:t>
            </a:r>
          </a:p>
          <a:p>
            <a:pPr>
              <a:defRPr sz="1200"/>
            </a:pPr>
            <a:r>
              <a:t>D:/pasar_fix/node_modules/.bun/react-grid-layout@1.5.3+d0e719b86e9808b5/node_modules/react-grid-layout/build/utils.js</a:t>
            </a:r>
          </a:p>
          <a:p>
            <a:pPr>
              <a:defRPr sz="1200"/>
            </a:pPr>
            <a:r>
              <a:t>D:/pasar_fix/node_modules/.bun/react-grid-layout@1.5.3+d0e719b86e9808b5/node_modules/react-grid-layout/build/components/WidthProvider.js</a:t>
            </a:r>
          </a:p>
          <a:p>
            <a:pPr>
              <a:defRPr sz="1200"/>
            </a:pPr>
            <a:r>
              <a:t>D:/pasar_fix/node_modules/.bun/react-grid-layout@1.5.3+d0e719b86e9808b5/node_modules/react-grid-layout/css/styles.css</a:t>
            </a:r>
          </a:p>
          <a:p>
            <a:pPr>
              <a:defRPr sz="1200"/>
            </a:pPr>
            <a:r>
              <a:t>D:/pasar_fix/node_modules/.bun/react-grid-layout@1.5.3+d0e719b86e9808b5/node_modules/react-grid-layout/dist/react-grid-layout.min.js</a:t>
            </a:r>
          </a:p>
          <a:p>
            <a:pPr>
              <a:defRPr sz="1200"/>
            </a:pPr>
            <a:r>
              <a:t>D:/pasar_fix/node_modules/.bun/react-grid-layout@1.5.3+d0e719b86e9808b5/node_modules/react-grid-layout/dist/react-grid-layout.min.js.map</a:t>
            </a:r>
          </a:p>
          <a:p>
            <a:pPr>
              <a:defRPr sz="1200"/>
            </a:pPr>
            <a:r>
              <a:t>D:/pasar_fix/node_modules/.bun/react-grid-layout@1.5.3+d0e719b86e9808b5/node_modules/react-grid-layout/lib/calculateUtils.js</a:t>
            </a:r>
          </a:p>
          <a:p>
            <a:pPr>
              <a:defRPr sz="1200"/>
            </a:pPr>
            <a:r>
              <a:t>D:/pasar_fix/node_modules/.bun/react-grid-layout@1.5.3+d0e719b86e9808b5/node_modules/react-grid-layout/lib/fastRGLPropsEqual.js</a:t>
            </a:r>
          </a:p>
          <a:p>
            <a:pPr>
              <a:defRPr sz="1200"/>
            </a:pPr>
            <a:r>
              <a:t>D:/pasar_fix/node_modules/.bun/react-grid-layout@1.5.3+d0e719b86e9808b5/node_modules/react-grid-layout/lib/GridItem.jsx</a:t>
            </a:r>
          </a:p>
          <a:p>
            <a:pPr>
              <a:defRPr sz="1200"/>
            </a:pPr>
            <a:r>
              <a:t>D:/pasar_fix/node_modules/.bun/react-grid-layout@1.5.3+d0e719b86e9808b5/node_modules/react-grid-layout/lib/ReactGridLayout.jsx</a:t>
            </a:r>
          </a:p>
          <a:p>
            <a:pPr>
              <a:defRPr sz="1200"/>
            </a:pPr>
            <a:r>
              <a:t>D:/pasar_fix/node_modules/.bun/react-grid-layout@1.5.3+d0e719b86e9808b5/node_modules/react-grid-layout/lib/ReactGridLayoutPropTypes.js</a:t>
            </a:r>
          </a:p>
          <a:p>
            <a:pPr>
              <a:defRPr sz="1200"/>
            </a:pPr>
            <a:r>
              <a:t>D:/pasar_fix/node_modules/.bun/react-grid-layout@1.5.3+d0e719b86e9808b5/node_modules/react-grid-layout/lib/ResponsiveReactGridLayout.jsx</a:t>
            </a:r>
          </a:p>
          <a:p>
            <a:pPr>
              <a:defRPr sz="1200"/>
            </a:pPr>
            <a:r>
              <a:t>D:/pasar_fix/node_modules/.bun/react-grid-layout@1.5.3+d0e719b86e9808b5/node_modules/react-grid-layout/lib/responsiveUtils.js</a:t>
            </a:r>
          </a:p>
          <a:p>
            <a:pPr>
              <a:defRPr sz="1200"/>
            </a:pPr>
            <a:r>
              <a:t>D:/pasar_fix/node_modules/.bun/react-grid-layout@1.5.3+d0e719b86e9808b5/node_modules/react-grid-layout/lib/utils.js</a:t>
            </a:r>
          </a:p>
          <a:p>
            <a:pPr>
              <a:defRPr sz="1200"/>
            </a:pPr>
            <a:r>
              <a:t>D:/pasar_fix/node_modules/.bun/react-grid-layout@1.5.3+d0e719b86e9808b5/node_modules/react-grid-layout/lib/components/WidthProvider.jsx</a:t>
            </a:r>
          </a:p>
          <a:p>
            <a:pPr>
              <a:defRPr sz="1200"/>
            </a:pPr>
            <a:r>
              <a:t>D:/pasar_fix/node_modules/.bun/react-hook-form@7.76.1+d86b59289c1a13ae/node_modules/react-hook-form/LICENSE</a:t>
            </a:r>
          </a:p>
          <a:p>
            <a:pPr>
              <a:defRPr sz="1200"/>
            </a:pPr>
            <a:r>
              <a:t>D:/pasar_fix/node_modules/.bun/react-hook-form@7.76.1+d86b59289c1a13ae/node_modules/react-hook-form/package.json</a:t>
            </a:r>
          </a:p>
          <a:p>
            <a:pPr>
              <a:defRPr sz="1200"/>
            </a:pPr>
            <a:r>
              <a:t>D:/pasar_fix/node_modules/.bun/react-hook-form@7.76.1+d86b59289c1a13ae/node_modules/react-hook-form/README.md</a:t>
            </a:r>
          </a:p>
          <a:p>
            <a:pPr>
              <a:defRPr sz="1200"/>
            </a:pPr>
            <a:r>
              <a:t>D:/pasar_fix/node_modules/.bun/react-hook-form@7.76.1+d86b59289c1a13ae/node_modules/react-hook-form/dist/constants.d.ts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D:/pasar_fix/node_modules/.bun/react-hook-form@7.76.1+d86b59289c1a13ae/node_modules/react-hook-form/dist/constants.d.ts.map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D:/pasar_fix/node_modules/.bun/react-hook-form@7.76.1+d86b59289c1a13ae/node_modules/react-hook-form/dist/controller.d.ts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D:/pasar_fix/node_modules/.bun/react-hook-form@7.76.1+d86b59289c1a13ae/node_modules/react-hook-form/dist/controller.d.ts.map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D:/pasar_fix/node_modules/.bun/react-hook-form@7.76.1+d86b59289c1a13ae/node_modules/react-hook-form/dist/form.d.ts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D:/pasar_fix/node_modules/.bun/react-hook-form@7.76.1+d86b59289c1a13ae/node_modules/react-hook-form/dist/form.d.ts.map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D:/pasar_fix/node_modules/.bun/react-hook-form@7.76.1+d86b59289c1a13ae/node_modules/react-hook-form/dist/formStateSubscribe.d.ts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D:/pasar_fix/node_modules/.bun/react-hook-form@7.76.1+d86b59289c1a13ae/node_modules/react-hook-form/dist/formStateSubscribe.d.ts.map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D:/pasar_fix/node_modules/.bun/react-hook-form@7.76.1+d86b59289c1a13ae/node_modules/react-hook-form/dist/index.cjs.js</a:t>
            </a:r>
          </a:p>
          <a:p>
            <a:pPr>
              <a:defRPr sz="1200"/>
            </a:pPr>
            <a:r>
              <a:t>D:/pasar_fix/node_modules/.bun/react-hook-form@7.76.1+d86b59289c1a13ae/node_modules/react-hook-form/dist/index.cjs.js.map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D:/pasar_fix/node_modules/.bun/react-hook-form@7.76.1+d86b59289c1a13ae/node_modules/react-hook-form/dist/index.d.ts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D:/pasar_fix/node_modules/.bun/react-hook-form@7.76.1+d86b59289c1a13ae/node_modules/react-hook-form/dist/index.d.ts.map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D:/pasar_fix/node_modules/.bun/react-hook-form@7.76.1+d86b59289c1a13ae/node_modules/react-hook-form/dist/index.esm.mjs</a:t>
            </a:r>
          </a:p>
          <a:p>
            <a:pPr>
              <a:defRPr sz="1200"/>
            </a:pPr>
            <a:r>
              <a:t>D:/pasar_fix/node_modules/.bun/react-hook-form@7.76.1+d86b59289c1a13ae/node_modules/react-hook-form/dist/index.esm.mjs.map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D:/pasar_fix/node_modules/.bun/react-hook-form@7.76.1+d86b59289c1a13ae/node_modules/react-hook-form/dist/index.react-server.d.ts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D:/pasar_fix/node_modules/.bun/react-hook-form@7.76.1+d86b59289c1a13ae/node_modules/react-hook-form/dist/index.react-server.d.ts.map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D:/pasar_fix/node_modules/.bun/react-hook-form@7.76.1+d86b59289c1a13ae/node_modules/react-hook-form/dist/index.umd.js</a:t>
            </a:r>
          </a:p>
          <a:p>
            <a:pPr>
              <a:defRPr sz="1200"/>
            </a:pPr>
            <a:r>
              <a:t>D:/pasar_fix/node_modules/.bun/react-hook-form@7.76.1+d86b59289c1a13ae/node_modules/react-hook-form/dist/index.umd.js.map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D:/pasar_fix/node_modules/.bun/react-hook-form@7.76.1+d86b59289c1a13ae/node_modules/react-hook-form/dist/react-server.esm.mjs</a:t>
            </a:r>
          </a:p>
          <a:p>
            <a:pPr>
              <a:defRPr sz="1200"/>
            </a:pPr>
            <a:r>
              <a:t>D:/pasar_fix/node_modules/.bun/react-hook-form@7.76.1+d86b59289c1a13ae/node_modules/react-hook-form/dist/react-server.esm.mjs.map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D:/pasar_fix/node_modules/.bun/react-hook-form@7.76.1+d86b59289c1a13ae/node_modules/react-hook-form/dist/useController.d.ts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D:/pasar_fix/node_modules/.bun/react-hook-form@7.76.1+d86b59289c1a13ae/node_modules/react-hook-form/dist/useController.d.ts.map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D:/pasar_fix/node_modules/.bun/react-hook-form@7.76.1+d86b59289c1a13ae/node_modules/react-hook-form/dist/useFieldArray.d.ts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D:/pasar_fix/node_modules/.bun/react-hook-form@7.76.1+d86b59289c1a13ae/node_modules/react-hook-form/dist/useFieldArray.d.ts.map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D:/pasar_fix/node_modules/.bun/react-hook-form@7.76.1+d86b59289c1a13ae/node_modules/react-hook-form/dist/useForm.d.ts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D:/pasar_fix/node_modules/.bun/react-hook-form@7.76.1+d86b59289c1a13ae/node_modules/react-hook-form/dist/useForm.d.ts.map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D:/pasar_fix/node_modules/.bun/react-hook-form@7.76.1+d86b59289c1a13ae/node_modules/react-hook-form/dist/useFormContext.d.ts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D:/pasar_fix/node_modules/.bun/react-hook-form@7.76.1+d86b59289c1a13ae/node_modules/react-hook-form/dist/useFormContext.d.ts.map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D:/pasar_fix/node_modules/.bun/react-hook-form@7.76.1+d86b59289c1a13ae/node_modules/react-hook-form/dist/useFormControlContext.d.ts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D:/pasar_fix/node_modules/.bun/react-hook-form@7.76.1+d86b59289c1a13ae/node_modules/react-hook-form/dist/useFormControlContext.d.ts.map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D:/pasar_fix/node_modules/.bun/react-hook-form@7.76.1+d86b59289c1a13ae/node_modules/react-hook-form/dist/useFormState.d.ts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D:/pasar_fix/node_modules/.bun/react-hook-form@7.76.1+d86b59289c1a13ae/node_modules/react-hook-form/dist/useFormState.d.ts.map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D:/pasar_fix/node_modules/.bun/react-hook-form@7.76.1+d86b59289c1a13ae/node_modules/react-hook-form/dist/useIsomorphicLayoutEffect.d.ts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D:/pasar_fix/node_modules/.bun/react-hook-form@7.76.1+d86b59289c1a13ae/node_modules/react-hook-form/dist/useIsomorphicLayoutEffect.d.ts.map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D:/pasar_fix/node_modules/.bun/react-hook-form@7.76.1+d86b59289c1a13ae/node_modules/react-hook-form/dist/useWatch.d.ts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D:/pasar_fix/node_modules/.bun/react-hook-form@7.76.1+d86b59289c1a13ae/node_modules/react-hook-form/dist/useWatch.d.ts.map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D:/pasar_fix/node_modules/.bun/react-hook-form@7.76.1+d86b59289c1a13ae/node_modules/react-hook-form/dist/watch.d.ts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D:/pasar_fix/node_modules/.bun/react-hook-form@7.76.1+d86b59289c1a13ae/node_modules/react-hook-form/dist/watch.d.ts.map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D:/pasar_fix/node_modules/.bun/react-hook-form@7.76.1+d86b59289c1a13ae/node_modules/react-hook-form/dist/logic/appendErrors.d.ts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D:/pasar_fix/node_modules/.bun/react-hook-form@7.76.1+d86b59289c1a13ae/node_modules/react-hook-form/dist/logic/appendErrors.d.ts.map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D:/pasar_fix/node_modules/.bun/react-hook-form@7.76.1+d86b59289c1a13ae/node_modules/react-hook-form/dist/logic/createFormControl.d.ts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D:/pasar_fix/node_modules/.bun/react-hook-form@7.76.1+d86b59289c1a13ae/node_modules/react-hook-form/dist/logic/createFormControl.d.ts.map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D:/pasar_fix/node_modules/.bun/react-hook-form@7.76.1+d86b59289c1a13ae/node_modules/react-hook-form/dist/logic/generateId.d.ts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D:/pasar_fix/node_modules/.bun/react-hook-form@7.76.1+d86b59289c1a13ae/node_modules/react-hook-form/dist/logic/generateId.d.ts.map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D:/pasar_fix/node_modules/.bun/react-hook-form@7.76.1+d86b59289c1a13ae/node_modules/react-hook-form/dist/logic/generateWatchOutput.d.ts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D:/pasar_fix/node_modules/.bun/react-hook-form@7.76.1+d86b59289c1a13ae/node_modules/react-hook-form/dist/logic/generateWatchOutput.d.ts.map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D:/pasar_fix/node_modules/.bun/react-hook-form@7.76.1+d86b59289c1a13ae/node_modules/react-hook-form/dist/logic/getCheckboxValue.d.ts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D:/pasar_fix/node_modules/.bun/react-hook-form@7.76.1+d86b59289c1a13ae/node_modules/react-hook-form/dist/logic/getCheckboxValue.d.ts.map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D:/pasar_fix/node_modules/.bun/react-hook-form@7.76.1+d86b59289c1a13ae/node_modules/react-hook-form/dist/logic/getDirtyFields.d.ts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D:/pasar_fix/node_modules/.bun/react-hook-form@7.76.1+d86b59289c1a13ae/node_modules/react-hook-form/dist/logic/getDirtyFields.d.ts.map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D:/pasar_fix/node_modules/.bun/react-hook-form@7.76.1+d86b59289c1a13ae/node_modules/react-hook-form/dist/logic/getEventValue.d.ts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D:/pasar_fix/node_modules/.bun/react-hook-form@7.76.1+d86b59289c1a13ae/node_modules/react-hook-form/dist/logic/getEventValue.d.ts.map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D:/pasar_fix/node_modules/.bun/react-hook-form@7.76.1+d86b59289c1a13ae/node_modules/react-hook-form/dist/logic/getFieldValue.d.ts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D:/pasar_fix/node_modules/.bun/react-hook-form@7.76.1+d86b59289c1a13ae/node_modules/react-hook-form/dist/logic/getFieldValue.d.ts.map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D:/pasar_fix/node_modules/.bun/react-hook-form@7.76.1+d86b59289c1a13ae/node_modules/react-hook-form/dist/logic/getFieldValueAs.d.ts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D:/pasar_fix/node_modules/.bun/react-hook-form@7.76.1+d86b59289c1a13ae/node_modules/react-hook-form/dist/logic/getFieldValueAs.d.ts.map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D:/pasar_fix/node_modules/.bun/react-hook-form@7.76.1+d86b59289c1a13ae/node_modules/react-hook-form/dist/logic/getFocusFieldName.d.ts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D:/pasar_fix/node_modules/.bun/react-hook-form@7.76.1+d86b59289c1a13ae/node_modules/react-hook-form/dist/logic/getFocusFieldName.d.ts.map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D:/pasar_fix/node_modules/.bun/react-hook-form@7.76.1+d86b59289c1a13ae/node_modules/react-hook-form/dist/logic/getNodeParentName.d.ts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D:/pasar_fix/node_modules/.bun/react-hook-form@7.76.1+d86b59289c1a13ae/node_modules/react-hook-form/dist/logic/getNodeParentName.d.ts.map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D:/pasar_fix/node_modules/.bun/react-hook-form@7.76.1+d86b59289c1a13ae/node_modules/react-hook-form/dist/logic/getProxyFormState.d.ts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D:/pasar_fix/node_modules/.bun/react-hook-form@7.76.1+d86b59289c1a13ae/node_modules/react-hook-form/dist/logic/getProxyFormState.d.ts.map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D:/pasar_fix/node_modules/.bun/react-hook-form@7.76.1+d86b59289c1a13ae/node_modules/react-hook-form/dist/logic/getRadioValue.d.ts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D:/pasar_fix/node_modules/.bun/react-hook-form@7.76.1+d86b59289c1a13ae/node_modules/react-hook-form/dist/logic/getRadioValue.d.ts.map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D:/pasar_fix/node_modules/.bun/react-hook-form@7.76.1+d86b59289c1a13ae/node_modules/react-hook-form/dist/logic/getResolverOptions.d.ts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D:/pasar_fix/node_modules/.bun/react-hook-form@7.76.1+d86b59289c1a13ae/node_modules/react-hook-form/dist/logic/getResolverOptions.d.ts.map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D:/pasar_fix/node_modules/.bun/react-hook-form@7.76.1+d86b59289c1a13ae/node_modules/react-hook-form/dist/logic/getRuleValue.d.ts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D:/pasar_fix/node_modules/.bun/react-hook-form@7.76.1+d86b59289c1a13ae/node_modules/react-hook-form/dist/logic/getRuleValue.d.ts.map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D:/pasar_fix/node_modules/.bun/react-hook-form@7.76.1+d86b59289c1a13ae/node_modules/react-hook-form/dist/logic/getValidateError.d.ts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D:/pasar_fix/node_modules/.bun/react-hook-form@7.76.1+d86b59289c1a13ae/node_modules/react-hook-form/dist/logic/getValidateError.d.ts.map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D:/pasar_fix/node_modules/.bun/react-hook-form@7.76.1+d86b59289c1a13ae/node_modules/react-hook-form/dist/logic/getValidationModes.d.ts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D:/pasar_fix/node_modules/.bun/react-hook-form@7.76.1+d86b59289c1a13ae/node_modules/react-hook-form/dist/logic/getValidationModes.d.ts.map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D:/pasar_fix/node_modules/.bun/react-hook-form@7.76.1+d86b59289c1a13ae/node_modules/react-hook-form/dist/logic/getValueAndMessage.d.ts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D:/pasar_fix/node_modules/.bun/react-hook-form@7.76.1+d86b59289c1a13ae/node_modules/react-hook-form/dist/logic/getValueAndMessage.d.ts.map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D:/pasar_fix/node_modules/.bun/react-hook-form@7.76.1+d86b59289c1a13ae/node_modules/react-hook-form/dist/logic/hasPromiseValidation.d.ts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D:/pasar_fix/node_modules/.bun/react-hook-form@7.76.1+d86b59289c1a13ae/node_modules/react-hook-form/dist/logic/hasPromiseValidation.d.ts.map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D:/pasar_fix/node_modules/.bun/react-hook-form@7.76.1+d86b59289c1a13ae/node_modules/react-hook-form/dist/logic/hasValidation.d.ts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D:/pasar_fix/node_modules/.bun/react-hook-form@7.76.1+d86b59289c1a13ae/node_modules/react-hook-form/dist/logic/hasValidation.d.ts.map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D:/pasar_fix/node_modules/.bun/react-hook-form@7.76.1+d86b59289c1a13ae/node_modules/react-hook-form/dist/logic/index.d.ts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D:/pasar_fix/node_modules/.bun/react-hook-form@7.76.1+d86b59289c1a13ae/node_modules/react-hook-form/dist/logic/index.d.ts.map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D:/pasar_fix/node_modules/.bun/react-hook-form@7.76.1+d86b59289c1a13ae/node_modules/react-hook-form/dist/logic/isNameInFieldArray.d.ts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D:/pasar_fix/node_modules/.bun/react-hook-form@7.76.1+d86b59289c1a13ae/node_modules/react-hook-form/dist/logic/isNameInFieldArray.d.ts.map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D:/pasar_fix/node_modules/.bun/react-hook-form@7.76.1+d86b59289c1a13ae/node_modules/react-hook-form/dist/logic/isWatched.d.ts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D:/pasar_fix/node_modules/.bun/react-hook-form@7.76.1+d86b59289c1a13ae/node_modules/react-hook-form/dist/logic/isWatched.d.ts.map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D:/pasar_fix/node_modules/.bun/react-hook-form@7.76.1+d86b59289c1a13ae/node_modules/react-hook-form/dist/logic/iterateFieldsByAction.d.ts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D:/pasar_fix/node_modules/.bun/react-hook-form@7.76.1+d86b59289c1a13ae/node_modules/react-hook-form/dist/logic/iterateFieldsByAction.d.ts.map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D:/pasar_fix/node_modules/.bun/react-hook-form@7.76.1+d86b59289c1a13ae/node_modules/react-hook-form/dist/logic/schemaErrorLookup.d.ts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D:/pasar_fix/node_modules/.bun/react-hook-form@7.76.1+d86b59289c1a13ae/node_modules/react-hook-form/dist/logic/schemaErrorLookup.d.ts.map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D:/pasar_fix/node_modules/.bun/react-hook-form@7.76.1+d86b59289c1a13ae/node_modules/react-hook-form/dist/logic/shouldRenderFormState.d.ts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D:/pasar_fix/node_modules/.bun/react-hook-form@7.76.1+d86b59289c1a13ae/node_modules/react-hook-form/dist/logic/shouldRenderFormState.d.ts.map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D:/pasar_fix/node_modules/.bun/react-hook-form@7.76.1+d86b59289c1a13ae/node_modules/react-hook-form/dist/logic/shouldSubscribeByName.d.ts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D:/pasar_fix/node_modules/.bun/react-hook-form@7.76.1+d86b59289c1a13ae/node_modules/react-hook-form/dist/logic/shouldSubscribeByName.d.ts.map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D:/pasar_fix/node_modules/.bun/react-hook-form@7.76.1+d86b59289c1a13ae/node_modules/react-hook-form/dist/logic/skipValidation.d.ts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D:/pasar_fix/node_modules/.bun/react-hook-form@7.76.1+d86b59289c1a13ae/node_modules/react-hook-form/dist/logic/skipValidation.d.ts.map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D:/pasar_fix/node_modules/.bun/react-hook-form@7.76.1+d86b59289c1a13ae/node_modules/react-hook-form/dist/logic/unsetEmptyArray.d.ts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D:/pasar_fix/node_modules/.bun/react-hook-form@7.76.1+d86b59289c1a13ae/node_modules/react-hook-form/dist/logic/unsetEmptyArray.d.ts.map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D:/pasar_fix/node_modules/.bun/react-hook-form@7.76.1+d86b59289c1a13ae/node_modules/react-hook-form/dist/logic/updateFieldArrayRootError.d.ts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D:/pasar_fix/node_modules/.bun/react-hook-form@7.76.1+d86b59289c1a13ae/node_modules/react-hook-form/dist/logic/updateFieldArrayRootError.d.ts.map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D:/pasar_fix/node_modules/.bun/react-hook-form@7.76.1+d86b59289c1a13ae/node_modules/react-hook-form/dist/logic/validateField.d.ts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D:/pasar_fix/node_modules/.bun/react-hook-form@7.76.1+d86b59289c1a13ae/node_modules/react-hook-form/dist/logic/validateField.d.ts.map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D:/pasar_fix/node_modules/.bun/react-hook-form@7.76.1+d86b59289c1a13ae/node_modules/react-hook-form/dist/types/controller.d.ts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D:/pasar_fix/node_modules/.bun/react-hook-form@7.76.1+d86b59289c1a13ae/node_modules/react-hook-form/dist/types/controller.d.ts.map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D:/pasar_fix/node_modules/.bun/react-hook-form@7.76.1+d86b59289c1a13ae/node_modules/react-hook-form/dist/types/errors.d.ts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D:/pasar_fix/node_modules/.bun/react-hook-form@7.76.1+d86b59289c1a13ae/node_modules/react-hook-form/dist/types/errors.d.ts.map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D:/pasar_fix/node_modules/.bun/react-hook-form@7.76.1+d86b59289c1a13ae/node_modules/react-hook-form/dist/types/events.d.ts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D:/pasar_fix/node_modules/.bun/react-hook-form@7.76.1+d86b59289c1a13ae/node_modules/react-hook-form/dist/types/events.d.ts.map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D:/pasar_fix/node_modules/.bun/react-hook-form@7.76.1+d86b59289c1a13ae/node_modules/react-hook-form/dist/types/fieldArray.d.ts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D:/pasar_fix/node_modules/.bun/react-hook-form@7.76.1+d86b59289c1a13ae/node_modules/react-hook-form/dist/types/fieldArray.d.ts.map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D:/pasar_fix/node_modules/.bun/react-hook-form@7.76.1+d86b59289c1a13ae/node_modules/react-hook-form/dist/types/fields.d.ts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D:/pasar_fix/node_modules/.bun/react-hook-form@7.76.1+d86b59289c1a13ae/node_modules/react-hook-form/dist/types/fields.d.ts.map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D:/pasar_fix/node_modules/.bun/react-hook-form@7.76.1+d86b59289c1a13ae/node_modules/react-hook-form/dist/types/form.d.ts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D:/pasar_fix/node_modules/.bun/react-hook-form@7.76.1+d86b59289c1a13ae/node_modules/react-hook-form/dist/types/form.d.ts.map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D:/pasar_fix/node_modules/.bun/react-hook-form@7.76.1+d86b59289c1a13ae/node_modules/react-hook-form/dist/types/index.d.ts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D:/pasar_fix/node_modules/.bun/react-hook-form@7.76.1+d86b59289c1a13ae/node_modules/react-hook-form/dist/types/index.d.ts.map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D:/pasar_fix/node_modules/.bun/react-hook-form@7.76.1+d86b59289c1a13ae/node_modules/react-hook-form/dist/types/resolvers.d.ts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D:/pasar_fix/node_modules/.bun/react-hook-form@7.76.1+d86b59289c1a13ae/node_modules/react-hook-form/dist/types/resolvers.d.ts.map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D:/pasar_fix/node_modules/.bun/react-hook-form@7.76.1+d86b59289c1a13ae/node_modules/react-hook-form/dist/types/utils.d.ts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D:/pasar_fix/node_modules/.bun/react-hook-form@7.76.1+d86b59289c1a13ae/node_modules/react-hook-form/dist/types/utils.d.ts.map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D:/pasar_fix/node_modules/.bun/react-hook-form@7.76.1+d86b59289c1a13ae/node_modules/react-hook-form/dist/types/validator.d.ts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D:/pasar_fix/node_modules/.bun/react-hook-form@7.76.1+d86b59289c1a13ae/node_modules/react-hook-form/dist/types/validator.d.ts.map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D:/pasar_fix/node_modules/.bun/react-hook-form@7.76.1+d86b59289c1a13ae/node_modules/react-hook-form/dist/types/watch.d.ts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D:/pasar_fix/node_modules/.bun/react-hook-form@7.76.1+d86b59289c1a13ae/node_modules/react-hook-form/dist/types/watch.d.ts.map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D:/pasar_fix/node_modules/.bun/react-hook-form@7.76.1+d86b59289c1a13ae/node_modules/react-hook-form/dist/types/path/common.d.ts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D:/pasar_fix/node_modules/.bun/react-hook-form@7.76.1+d86b59289c1a13ae/node_modules/react-hook-form/dist/types/path/common.d.ts.map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D:/pasar_fix/node_modules/.bun/react-hook-form@7.76.1+d86b59289c1a13ae/node_modules/react-hook-form/dist/types/path/eager.d.ts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D:/pasar_fix/node_modules/.bun/react-hook-form@7.76.1+d86b59289c1a13ae/node_modules/react-hook-form/dist/types/path/eager.d.ts.map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D:/pasar_fix/node_modules/.bun/react-hook-form@7.76.1+d86b59289c1a13ae/node_modules/react-hook-form/dist/types/path/index.d.ts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D:/pasar_fix/node_modules/.bun/react-hook-form@7.76.1+d86b59289c1a13ae/node_modules/react-hook-form/dist/types/path/index.d.ts.map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D:/pasar_fix/node_modules/.bun/react-hook-form@7.76.1+d86b59289c1a13ae/node_modules/react-hook-form/dist/utils/append.d.ts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D:/pasar_fix/node_modules/.bun/react-hook-form@7.76.1+d86b59289c1a13ae/node_modules/react-hook-form/dist/utils/append.d.ts.map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D:/pasar_fix/node_modules/.bun/react-hook-form@7.76.1+d86b59289c1a13ae/node_modules/react-hook-form/dist/utils/cloneObject.d.ts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D:/pasar_fix/node_modules/.bun/react-hook-form@7.76.1+d86b59289c1a13ae/node_modules/react-hook-form/dist/utils/cloneObject.d.ts.map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D:/pasar_fix/node_modules/.bun/react-hook-form@7.76.1+d86b59289c1a13ae/node_modules/react-hook-form/dist/utils/compact.d.ts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D:/pasar_fix/node_modules/.bun/react-hook-form@7.76.1+d86b59289c1a13ae/node_modules/react-hook-form/dist/utils/compact.d.ts.map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D:/pasar_fix/node_modules/.bun/react-hook-form@7.76.1+d86b59289c1a13ae/node_modules/react-hook-form/dist/utils/convertToArrayPayload.d.ts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D:/pasar_fix/node_modules/.bun/react-hook-form@7.76.1+d86b59289c1a13ae/node_modules/react-hook-form/dist/utils/convertToArrayPayload.d.ts.map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D:/pasar_fix/node_modules/.bun/react-hook-form@7.76.1+d86b59289c1a13ae/node_modules/react-hook-form/dist/utils/createSubject.d.ts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D:/pasar_fix/node_modules/.bun/react-hook-form@7.76.1+d86b59289c1a13ae/node_modules/react-hook-form/dist/utils/createSubject.d.ts.map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D:/pasar_fix/node_modules/.bun/react-hook-form@7.76.1+d86b59289c1a13ae/node_modules/react-hook-form/dist/utils/deepEqual.d.ts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D:/pasar_fix/node_modules/.bun/react-hook-form@7.76.1+d86b59289c1a13ae/node_modules/react-hook-form/dist/utils/deepEqual.d.ts.map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D:/pasar_fix/node_modules/.bun/react-hook-form@7.76.1+d86b59289c1a13ae/node_modules/react-hook-form/dist/utils/deepMerge.d.ts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D:/pasar_fix/node_modules/.bun/react-hook-form@7.76.1+d86b59289c1a13ae/node_modules/react-hook-form/dist/utils/deepMerge.d.ts.map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D:/pasar_fix/node_modules/.bun/react-hook-form@7.76.1+d86b59289c1a13ae/node_modules/react-hook-form/dist/utils/extractFormValues.d.ts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D:/pasar_fix/node_modules/.bun/react-hook-form@7.76.1+d86b59289c1a13ae/node_modules/react-hook-form/dist/utils/extractFormValues.d.ts.map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D:/pasar_fix/node_modules/.bun/react-hook-form@7.76.1+d86b59289c1a13ae/node_modules/react-hook-form/dist/utils/fillEmptyArray.d.ts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D:/pasar_fix/node_modules/.bun/react-hook-form@7.76.1+d86b59289c1a13ae/node_modules/react-hook-form/dist/utils/fillEmptyArray.d.ts.map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D:/pasar_fix/node_modules/.bun/react-hook-form@7.76.1+d86b59289c1a13ae/node_modules/react-hook-form/dist/utils/flatten.d.ts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D:/pasar_fix/node_modules/.bun/react-hook-form@7.76.1+d86b59289c1a13ae/node_modules/react-hook-form/dist/utils/flatten.d.ts.map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D:/pasar_fix/node_modules/.bun/react-hook-form@7.76.1+d86b59289c1a13ae/node_modules/react-hook-form/dist/utils/get.d.ts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D:/pasar_fix/node_modules/.bun/react-hook-form@7.76.1+d86b59289c1a13ae/node_modules/react-hook-form/dist/utils/get.d.ts.map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D:/pasar_fix/node_modules/.bun/react-hook-form@7.76.1+d86b59289c1a13ae/node_modules/react-hook-form/dist/utils/index.d.ts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D:/pasar_fix/node_modules/.bun/react-hook-form@7.76.1+d86b59289c1a13ae/node_modules/react-hook-form/dist/utils/index.d.ts.map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D:/pasar_fix/node_modules/.bun/react-hook-form@7.76.1+d86b59289c1a13ae/node_modules/react-hook-form/dist/utils/insert.d.ts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D:/pasar_fix/node_modules/.bun/react-hook-form@7.76.1+d86b59289c1a13ae/node_modules/react-hook-form/dist/utils/insert.d.ts.map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D:/pasar_fix/node_modules/.bun/react-hook-form@7.76.1+d86b59289c1a13ae/node_modules/react-hook-form/dist/utils/isBoolean.d.ts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D:/pasar_fix/node_modules/.bun/react-hook-form@7.76.1+d86b59289c1a13ae/node_modules/react-hook-form/dist/utils/isBoolean.d.ts.map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D:/pasar_fix/node_modules/.bun/react-hook-form@7.76.1+d86b59289c1a13ae/node_modules/react-hook-form/dist/utils/isCheckBoxInput.d.ts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D:/pasar_fix/node_modules/.bun/react-hook-form@7.76.1+d86b59289c1a13ae/node_modules/react-hook-form/dist/utils/isCheckBoxInput.d.ts.map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D:/pasar_fix/node_modules/.bun/react-hook-form@7.76.1+d86b59289c1a13ae/node_modules/react-hook-form/dist/utils/isDateObject.d.ts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D:/pasar_fix/node_modules/.bun/react-hook-form@7.76.1+d86b59289c1a13ae/node_modules/react-hook-form/dist/utils/isDateObject.d.ts.map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D:/pasar_fix/node_modules/.bun/react-hook-form@7.76.1+d86b59289c1a13ae/node_modules/react-hook-form/dist/utils/isEmptyObject.d.ts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D:/pasar_fix/node_modules/.bun/react-hook-form@7.76.1+d86b59289c1a13ae/node_modules/react-hook-form/dist/utils/isEmptyObject.d.ts.map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D:/pasar_fix/node_modules/.bun/react-hook-form@7.76.1+d86b59289c1a13ae/node_modules/react-hook-form/dist/utils/isFileInput.d.ts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D:/pasar_fix/node_modules/.bun/react-hook-form@7.76.1+d86b59289c1a13ae/node_modules/react-hook-form/dist/utils/isFileInput.d.ts.map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D:/pasar_fix/node_modules/.bun/react-hook-form@7.76.1+d86b59289c1a13ae/node_modules/react-hook-form/dist/utils/isFunction.d.ts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D:/pasar_fix/node_modules/.bun/react-hook-form@7.76.1+d86b59289c1a13ae/node_modules/react-hook-form/dist/utils/isFunction.d.ts.map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D:/pasar_fix/node_modules/.bun/react-hook-form@7.76.1+d86b59289c1a13ae/node_modules/react-hook-form/dist/utils/isHTMLElement.d.ts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D:/pasar_fix/node_modules/.bun/react-hook-form@7.76.1+d86b59289c1a13ae/node_modules/react-hook-form/dist/utils/isHTMLElement.d.ts.map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D:/pasar_fix/node_modules/.bun/react-hook-form@7.76.1+d86b59289c1a13ae/node_modules/react-hook-form/dist/utils/isKey.d.ts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D:/pasar_fix/node_modules/.bun/react-hook-form@7.76.1+d86b59289c1a13ae/node_modules/react-hook-form/dist/utils/isKey.d.ts.map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D:/pasar_fix/node_modules/.bun/react-hook-form@7.76.1+d86b59289c1a13ae/node_modules/react-hook-form/dist/utils/isMultipleSelect.d.ts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D:/pasar_fix/node_modules/.bun/react-hook-form@7.76.1+d86b59289c1a13ae/node_modules/react-hook-form/dist/utils/isMultipleSelect.d.ts.map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D:/pasar_fix/node_modules/.bun/react-hook-form@7.76.1+d86b59289c1a13ae/node_modules/react-hook-form/dist/utils/isNullOrUndefined.d.ts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D:/pasar_fix/node_modules/.bun/react-hook-form@7.76.1+d86b59289c1a13ae/node_modules/react-hook-form/dist/utils/isNullOrUndefined.d.ts.map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D:/pasar_fix/node_modules/.bun/react-hook-form@7.76.1+d86b59289c1a13ae/node_modules/react-hook-form/dist/utils/isObject.d.ts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D:/pasar_fix/node_modules/.bun/react-hook-form@7.76.1+d86b59289c1a13ae/node_modules/react-hook-form/dist/utils/isObject.d.ts.map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D:/pasar_fix/node_modules/.bun/react-hook-form@7.76.1+d86b59289c1a13ae/node_modules/react-hook-form/dist/utils/isPlainObject.d.ts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D:/pasar_fix/node_modules/.bun/react-hook-form@7.76.1+d86b59289c1a13ae/node_modules/react-hook-form/dist/utils/isPlainObject.d.ts.map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D:/pasar_fix/node_modules/.bun/react-hook-form@7.76.1+d86b59289c1a13ae/node_modules/react-hook-form/dist/utils/isPrimitive.d.ts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D:/pasar_fix/node_modules/.bun/react-hook-form@7.76.1+d86b59289c1a13ae/node_modules/react-hook-form/dist/utils/isPrimitive.d.ts.map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D:/pasar_fix/node_modules/.bun/react-hook-form@7.76.1+d86b59289c1a13ae/node_modules/react-hook-form/dist/utils/isRadioInput.d.ts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D:/pasar_fix/node_modules/.bun/react-hook-form@7.76.1+d86b59289c1a13ae/node_modules/react-hook-form/dist/utils/isRadioInput.d.ts.map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D:/pasar_fix/node_modules/.bun/react-hook-form@7.76.1+d86b59289c1a13ae/node_modules/react-hook-form/dist/utils/isRadioOrCheckbox.d.ts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D:/pasar_fix/node_modules/.bun/react-hook-form@7.76.1+d86b59289c1a13ae/node_modules/react-hook-form/dist/utils/isRadioOrCheckbox.d.ts.map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D:/pasar_fix/node_modules/.bun/react-hook-form@7.76.1+d86b59289c1a13ae/node_modules/react-hook-form/dist/utils/isRegex.d.ts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D:/pasar_fix/node_modules/.bun/react-hook-form@7.76.1+d86b59289c1a13ae/node_modules/react-hook-form/dist/utils/isRegex.d.ts.map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D:/pasar_fix/node_modules/.bun/react-hook-form@7.76.1+d86b59289c1a13ae/node_modules/react-hook-form/dist/utils/isString.d.ts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D:/pasar_fix/node_modules/.bun/react-hook-form@7.76.1+d86b59289c1a13ae/node_modules/react-hook-form/dist/utils/isString.d.ts.map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D:/pasar_fix/node_modules/.bun/react-hook-form@7.76.1+d86b59289c1a13ae/node_modules/react-hook-form/dist/utils/isUndefined.d.ts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D:/pasar_fix/node_modules/.bun/react-hook-form@7.76.1+d86b59289c1a13ae/node_modules/react-hook-form/dist/utils/isUndefined.d.ts.map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D:/pasar_fix/node_modules/.bun/react-hook-form@7.76.1+d86b59289c1a13ae/node_modules/react-hook-form/dist/utils/isWeb.d.ts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D:/pasar_fix/node_modules/.bun/react-hook-form@7.76.1+d86b59289c1a13ae/node_modules/react-hook-form/dist/utils/isWeb.d.ts.map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D:/pasar_fix/node_modules/.bun/react-hook-form@7.76.1+d86b59289c1a13ae/node_modules/react-hook-form/dist/utils/live.d.ts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D:/pasar_fix/node_modules/.bun/react-hook-form@7.76.1+d86b59289c1a13ae/node_modules/react-hook-form/dist/utils/live.d.ts.map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D:/pasar_fix/node_modules/.bun/react-hook-form@7.76.1+d86b59289c1a13ae/node_modules/react-hook-form/dist/utils/move.d.ts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D:/pasar_fix/node_modules/.bun/react-hook-form@7.76.1+d86b59289c1a13ae/node_modules/react-hook-form/dist/utils/move.d.ts.map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D:/pasar_fix/node_modules/.bun/react-hook-form@7.76.1+d86b59289c1a13ae/node_modules/react-hook-form/dist/utils/noop.d.ts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D:/pasar_fix/node_modules/.bun/react-hook-form@7.76.1+d86b59289c1a13ae/node_modules/react-hook-form/dist/utils/noop.d.ts.map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D:/pasar_fix/node_modules/.bun/react-hook-form@7.76.1+d86b59289c1a13ae/node_modules/react-hook-form/dist/utils/objectHasFunction.d.ts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D:/pasar_fix/node_modules/.bun/react-hook-form@7.76.1+d86b59289c1a13ae/node_modules/react-hook-form/dist/utils/objectHasFunction.d.ts.map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D:/pasar_fix/node_modules/.bun/react-hook-form@7.76.1+d86b59289c1a13ae/node_modules/react-hook-form/dist/utils/prepend.d.ts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D:/pasar_fix/node_modules/.bun/react-hook-form@7.76.1+d86b59289c1a13ae/node_modules/react-hook-form/dist/utils/prepend.d.ts.map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D:/pasar_fix/node_modules/.bun/react-hook-form@7.76.1+d86b59289c1a13ae/node_modules/react-hook-form/dist/utils/remove.d.ts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D:/pasar_fix/node_modules/.bun/react-hook-form@7.76.1+d86b59289c1a13ae/node_modules/react-hook-form/dist/utils/remove.d.ts.map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D:/pasar_fix/node_modules/.bun/react-hook-form@7.76.1+d86b59289c1a13ae/node_modules/react-hook-form/dist/utils/set.d.ts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D:/pasar_fix/node_modules/.bun/react-hook-form@7.76.1+d86b59289c1a13ae/node_modules/react-hook-form/dist/utils/set.d.ts.map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D:/pasar_fix/node_modules/.bun/react-hook-form@7.76.1+d86b59289c1a13ae/node_modules/react-hook-form/dist/utils/sleep.d.ts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D:/pasar_fix/node_modules/.bun/react-hook-form@7.76.1+d86b59289c1a13ae/node_modules/react-hook-form/dist/utils/sleep.d.ts.map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D:/pasar_fix/node_modules/.bun/react-hook-form@7.76.1+d86b59289c1a13ae/node_modules/react-hook-form/dist/utils/stringToPath.d.ts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D:/pasar_fix/node_modules/.bun/react-hook-form@7.76.1+d86b59289c1a13ae/node_modules/react-hook-form/dist/utils/stringToPath.d.ts.map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D:/pasar_fix/node_modules/.bun/react-hook-form@7.76.1+d86b59289c1a13ae/node_modules/react-hook-form/dist/utils/swap.d.ts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D:/pasar_fix/node_modules/.bun/react-hook-form@7.76.1+d86b59289c1a13ae/node_modules/react-hook-form/dist/utils/swap.d.ts.map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D:/pasar_fix/node_modules/.bun/react-hook-form@7.76.1+d86b59289c1a13ae/node_modules/react-hook-form/dist/utils/unset.d.ts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D:/pasar_fix/node_modules/.bun/react-hook-form@7.76.1+d86b59289c1a13ae/node_modules/react-hook-form/dist/utils/unset.d.ts.map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D:/pasar_fix/node_modules/.bun/react-hook-form@7.76.1+d86b59289c1a13ae/node_modules/react-hook-form/dist/utils/update.d.ts</a:t>
            </a:r>
          </a:p>
          <a:p>
            <a:pPr>
              <a:defRPr sz="1200"/>
            </a:pPr>
            <a:r>
              <a:t>D:/pasar_fix/node_modules/.bun/react-hook-form@7.76.1+d86b59289c1a13ae/node_modules/react-hook-form/dist/utils/update.d.ts.map</a:t>
            </a:r>
          </a:p>
          <a:p>
            <a:pPr>
              <a:defRPr sz="1200"/>
            </a:pPr>
            <a:r>
              <a:t>D:/pasar_fix/node_modules/.bun/react-is@16.13.1/node_modules/react-is/build-info.json</a:t>
            </a:r>
          </a:p>
          <a:p>
            <a:pPr>
              <a:defRPr sz="1200"/>
            </a:pPr>
            <a:r>
              <a:t>D:/pasar_fix/node_modules/.bun/react-is@16.13.1/node_modules/react-is/index.js</a:t>
            </a:r>
          </a:p>
          <a:p>
            <a:pPr>
              <a:defRPr sz="1200"/>
            </a:pPr>
            <a:r>
              <a:t>D:/pasar_fix/node_modules/.bun/react-is@16.13.1/node_modules/react-is/LICENSE</a:t>
            </a:r>
          </a:p>
          <a:p>
            <a:pPr>
              <a:defRPr sz="1200"/>
            </a:pPr>
            <a:r>
              <a:t>D:/pasar_fix/node_modules/.bun/react-is@16.13.1/node_modules/react-is/package.json</a:t>
            </a:r>
          </a:p>
          <a:p>
            <a:pPr>
              <a:defRPr sz="1200"/>
            </a:pPr>
            <a:r>
              <a:t>D:/pasar_fix/node_modules/.bun/react-is@16.13.1/node_modules/react-is/README.md</a:t>
            </a:r>
          </a:p>
          <a:p>
            <a:pPr>
              <a:defRPr sz="1200"/>
            </a:pPr>
            <a:r>
              <a:t>D:/pasar_fix/node_modules/.bun/react-is@16.13.1/node_modules/react-is/cjs/react-is.development.js</a:t>
            </a:r>
          </a:p>
          <a:p>
            <a:pPr>
              <a:defRPr sz="1200"/>
            </a:pPr>
            <a:r>
              <a:t>D:/pasar_fix/node_modules/.bun/react-is@16.13.1/node_modules/react-is/cjs/react-is.production.min.js</a:t>
            </a:r>
          </a:p>
          <a:p>
            <a:pPr>
              <a:defRPr sz="1200"/>
            </a:pPr>
            <a:r>
              <a:t>D:/pasar_fix/node_modules/.bun/react-is@16.13.1/node_modules/react-is/umd/react-is.development.js</a:t>
            </a:r>
          </a:p>
          <a:p>
            <a:pPr>
              <a:defRPr sz="1200"/>
            </a:pPr>
            <a:r>
              <a:t>D:/pasar_fix/node_modules/.bun/react-is@16.13.1/node_modules/react-is/umd/react-is.production.min.js</a:t>
            </a:r>
          </a:p>
          <a:p>
            <a:pPr>
              <a:defRPr sz="1200"/>
            </a:pPr>
            <a:r>
              <a:t>D:/pasar_fix/node_modules/.bun/react-is@17.0.2/node_modules/react-is/build-info.json</a:t>
            </a:r>
          </a:p>
          <a:p>
            <a:pPr>
              <a:defRPr sz="1200"/>
            </a:pPr>
            <a:r>
              <a:t>D:/pasar_fix/node_modules/.bun/react-is@17.0.2/node_modules/react-is/index.js</a:t>
            </a:r>
          </a:p>
          <a:p>
            <a:pPr>
              <a:defRPr sz="1200"/>
            </a:pPr>
            <a:r>
              <a:t>D:/pasar_fix/node_modules/.bun/react-is@17.0.2/node_modules/react-is/LICENSE</a:t>
            </a:r>
          </a:p>
          <a:p>
            <a:pPr>
              <a:defRPr sz="1200"/>
            </a:pPr>
            <a:r>
              <a:t>D:/pasar_fix/node_modules/.bun/react-is@17.0.2/node_modules/react-is/package.json</a:t>
            </a:r>
          </a:p>
          <a:p>
            <a:pPr>
              <a:defRPr sz="1200"/>
            </a:pPr>
            <a:r>
              <a:t>D:/pasar_fix/node_modules/.bun/react-is@17.0.2/node_modules/react-is/README.md</a:t>
            </a:r>
          </a:p>
          <a:p>
            <a:pPr>
              <a:defRPr sz="1200"/>
            </a:pPr>
            <a:r>
              <a:t>D:/pasar_fix/node_modules/.bun/react-is@17.0.2/node_modules/react-is/cjs/react-is.development.js</a:t>
            </a:r>
          </a:p>
          <a:p>
            <a:pPr>
              <a:defRPr sz="1200"/>
            </a:pPr>
            <a:r>
              <a:t>D:/pasar_fix/node_modules/.bun/react-is@17.0.2/node_modules/react-is/cjs/react-is.production.min.js</a:t>
            </a:r>
          </a:p>
          <a:p>
            <a:pPr>
              <a:defRPr sz="1200"/>
            </a:pPr>
            <a:r>
              <a:t>D:/pasar_fix/node_modules/.bun/react-is@17.0.2/node_modules/react-is/umd/react-is.development.js</a:t>
            </a:r>
          </a:p>
          <a:p>
            <a:pPr>
              <a:defRPr sz="1200"/>
            </a:pPr>
            <a:r>
              <a:t>D:/pasar_fix/node_modules/.bun/react-is@17.0.2/node_modules/react-is/umd/react-is.production.min.js</a:t>
            </a:r>
          </a:p>
          <a:p>
            <a:pPr>
              <a:defRPr sz="1200"/>
            </a:pPr>
            <a:r>
              <a:t>D:/pasar_fix/node_modules/.bun/react-is@18.3.1/node_modules/react-is/index.js</a:t>
            </a:r>
          </a:p>
          <a:p>
            <a:pPr>
              <a:defRPr sz="1200"/>
            </a:pPr>
            <a:r>
              <a:t>D:/pasar_fix/node_modules/.bun/react-is@18.3.1/node_modules/react-is/LICENSE</a:t>
            </a:r>
          </a:p>
          <a:p>
            <a:pPr>
              <a:defRPr sz="1200"/>
            </a:pPr>
            <a:r>
              <a:t>D:/pasar_fix/node_modules/.bun/react-is@18.3.1/node_modules/react-is/package.json</a:t>
            </a:r>
          </a:p>
          <a:p>
            <a:pPr>
              <a:defRPr sz="1200"/>
            </a:pPr>
            <a:r>
              <a:t>D:/pasar_fix/node_modules/.bun/react-is@18.3.1/node_modules/react-is/README.md</a:t>
            </a:r>
          </a:p>
          <a:p>
            <a:pPr>
              <a:defRPr sz="1200"/>
            </a:pPr>
            <a:r>
              <a:t>D:/pasar_fix/node_modules/.bun/react-is@18.3.1/node_modules/react-is/cjs/react-is.development.js</a:t>
            </a:r>
          </a:p>
          <a:p>
            <a:pPr>
              <a:defRPr sz="1200"/>
            </a:pPr>
            <a:r>
              <a:t>D:/pasar_fix/node_modules/.bun/react-is@18.3.1/node_modules/react-is/cjs/react-is.production.min.js</a:t>
            </a:r>
          </a:p>
          <a:p>
            <a:pPr>
              <a:defRPr sz="1200"/>
            </a:pPr>
            <a:r>
              <a:t>D:/pasar_fix/node_modules/.bun/react-is@18.3.1/node_modules/react-is/umd/react-is.development.js</a:t>
            </a:r>
          </a:p>
          <a:p>
            <a:pPr>
              <a:defRPr sz="1200"/>
            </a:pPr>
            <a:r>
              <a:t>D:/pasar_fix/node_modules/.bun/react-is@18.3.1/node_modules/react-is/umd/react-is.production.min.js</a:t>
            </a:r>
          </a:p>
          <a:p>
            <a:pPr>
              <a:defRPr sz="1200"/>
            </a:pPr>
            <a:r>
              <a:t>D:/pasar_fix/node_modules/.bun/react-leaflet@5.0.0+8e99a21eecdb0fa2/node_modules/react-leaflet/LICENSE.md</a:t>
            </a:r>
          </a:p>
          <a:p>
            <a:pPr>
              <a:defRPr sz="1200"/>
            </a:pPr>
            <a:r>
              <a:t>D:/pasar_fix/node_modules/.bun/react-leaflet@5.0.0+8e99a21eecdb0fa2/node_modules/react-leaflet/package.json</a:t>
            </a:r>
          </a:p>
          <a:p>
            <a:pPr>
              <a:defRPr sz="1200"/>
            </a:pPr>
            <a:r>
              <a:t>D:/pasar_fix/node_modules/.bun/react-leaflet@5.0.0+8e99a21eecdb0fa2/node_modules/react-leaflet/README.md</a:t>
            </a:r>
          </a:p>
          <a:p>
            <a:pPr>
              <a:defRPr sz="1200"/>
            </a:pPr>
            <a:r>
              <a:t>D:/pasar_fix/node_modules/.bun/react-leaflet@5.0.0+8e99a21eecdb0fa2/node_modules/react-leaflet/lib/AttributionControl.d.ts</a:t>
            </a:r>
          </a:p>
          <a:p>
            <a:pPr>
              <a:defRPr sz="1200"/>
            </a:pPr>
            <a:r>
              <a:t>D:/pasar_fix/node_modules/.bun/react-leaflet@5.0.0+8e99a21eecdb0fa2/node_modules/react-leaflet/lib/AttributionControl.js</a:t>
            </a:r>
          </a:p>
          <a:p>
            <a:pPr>
              <a:defRPr sz="1200"/>
            </a:pPr>
            <a:r>
              <a:t>D:/pasar_fix/node_modules/.bun/react-leaflet@5.0.0+8e99a21eecdb0fa2/node_modules/react-leaflet/lib/Circle.d.ts</a:t>
            </a:r>
          </a:p>
          <a:p>
            <a:pPr>
              <a:defRPr sz="1200"/>
            </a:pPr>
            <a:r>
              <a:t>D:/pasar_fix/node_modules/.bun/react-leaflet@5.0.0+8e99a21eecdb0fa2/node_modules/react-leaflet/lib/Circle.js</a:t>
            </a:r>
          </a:p>
          <a:p>
            <a:pPr>
              <a:defRPr sz="1200"/>
            </a:pPr>
            <a:r>
              <a:t>D:/pasar_fix/node_modules/.bun/react-leaflet@5.0.0+8e99a21eecdb0fa2/node_modules/react-leaflet/lib/CircleMarker.d.ts</a:t>
            </a:r>
          </a:p>
          <a:p>
            <a:pPr>
              <a:defRPr sz="1200"/>
            </a:pPr>
            <a:r>
              <a:t>D:/pasar_fix/node_modules/.bun/react-leaflet@5.0.0+8e99a21eecdb0fa2/node_modules/react-leaflet/lib/CircleMarker.js</a:t>
            </a:r>
          </a:p>
          <a:p>
            <a:pPr>
              <a:defRPr sz="1200"/>
            </a:pPr>
            <a:r>
              <a:t>D:/pasar_fix/node_modules/.bun/react-leaflet@5.0.0+8e99a21eecdb0fa2/node_modules/react-leaflet/lib/FeatureGroup.d.ts</a:t>
            </a:r>
          </a:p>
          <a:p>
            <a:pPr>
              <a:defRPr sz="1200"/>
            </a:pPr>
            <a:r>
              <a:t>D:/pasar_fix/node_modules/.bun/react-leaflet@5.0.0+8e99a21eecdb0fa2/node_modules/react-leaflet/lib/FeatureGroup.js</a:t>
            </a:r>
          </a:p>
          <a:p>
            <a:pPr>
              <a:defRPr sz="1200"/>
            </a:pPr>
            <a:r>
              <a:t>D:/pasar_fix/node_modules/.bun/react-leaflet@5.0.0+8e99a21eecdb0fa2/node_modules/react-leaflet/lib/GeoJSON.d.ts</a:t>
            </a:r>
          </a:p>
          <a:p>
            <a:pPr>
              <a:defRPr sz="1200"/>
            </a:pPr>
            <a:r>
              <a:t>D:/pasar_fix/node_modules/.bun/react-leaflet@5.0.0+8e99a21eecdb0fa2/node_modules/react-leaflet/lib/GeoJSON.js</a:t>
            </a:r>
          </a:p>
          <a:p>
            <a:pPr>
              <a:defRPr sz="1200"/>
            </a:pPr>
            <a:r>
              <a:t>D:/pasar_fix/node_modules/.bun/react-leaflet@5.0.0+8e99a21eecdb0fa2/node_modules/react-leaflet/lib/hooks.d.ts</a:t>
            </a:r>
          </a:p>
          <a:p>
            <a:pPr>
              <a:defRPr sz="1200"/>
            </a:pPr>
            <a:r>
              <a:t>D:/pasar_fix/node_modules/.bun/react-leaflet@5.0.0+8e99a21eecdb0fa2/node_modules/react-leaflet/lib/hooks.js</a:t>
            </a:r>
          </a:p>
          <a:p>
            <a:pPr>
              <a:defRPr sz="1200"/>
            </a:pPr>
            <a:r>
              <a:t>D:/pasar_fix/node_modules/.bun/react-leaflet@5.0.0+8e99a21eecdb0fa2/node_modules/react-leaflet/lib/ImageOverlay.d.ts</a:t>
            </a:r>
          </a:p>
          <a:p>
            <a:pPr>
              <a:defRPr sz="1200"/>
            </a:pPr>
            <a:r>
              <a:t>D:/pasar_fix/node_modules/.bun/react-leaflet@5.0.0+8e99a21eecdb0fa2/node_modules/react-leaflet/lib/ImageOverlay.js</a:t>
            </a:r>
          </a:p>
          <a:p>
            <a:pPr>
              <a:defRPr sz="1200"/>
            </a:pPr>
            <a:r>
              <a:t>D:/pasar_fix/node_modules/.bun/react-leaflet@5.0.0+8e99a21eecdb0fa2/node_modules/react-leaflet/lib/index.d.ts</a:t>
            </a:r>
          </a:p>
          <a:p>
            <a:pPr>
              <a:defRPr sz="1200"/>
            </a:pPr>
            <a:r>
              <a:t>D:/pasar_fix/node_modules/.bun/react-leaflet@5.0.0+8e99a21eecdb0fa2/node_modules/react-leaflet/lib/index.js</a:t>
            </a:r>
          </a:p>
          <a:p>
            <a:pPr>
              <a:defRPr sz="1200"/>
            </a:pPr>
            <a:r>
              <a:t>D:/pasar_fix/node_modules/.bun/react-leaflet@5.0.0+8e99a21eecdb0fa2/node_modules/react-leaflet/lib/LayerGroup.d.ts</a:t>
            </a:r>
          </a:p>
          <a:p>
            <a:pPr>
              <a:defRPr sz="1200"/>
            </a:pPr>
            <a:r>
              <a:t>D:/pasar_fix/node_modules/.bun/react-leaflet@5.0.0+8e99a21eecdb0fa2/node_modules/react-leaflet/lib/LayerGroup.js</a:t>
            </a:r>
          </a:p>
          <a:p>
            <a:pPr>
              <a:defRPr sz="1200"/>
            </a:pPr>
            <a:r>
              <a:t>D:/pasar_fix/node_modules/.bun/react-leaflet@5.0.0+8e99a21eecdb0fa2/node_modules/react-leaflet/lib/LayersControl.d.ts</a:t>
            </a:r>
          </a:p>
          <a:p>
            <a:pPr>
              <a:defRPr sz="1200"/>
            </a:pPr>
            <a:r>
              <a:t>D:/pasar_fix/node_modules/.bun/react-leaflet@5.0.0+8e99a21eecdb0fa2/node_modules/react-leaflet/lib/LayersControl.js</a:t>
            </a:r>
          </a:p>
          <a:p>
            <a:pPr>
              <a:defRPr sz="1200"/>
            </a:pPr>
            <a:r>
              <a:t>D:/pasar_fix/node_modules/.bun/react-leaflet@5.0.0+8e99a21eecdb0fa2/node_modules/react-leaflet/lib/MapContainer.d.ts</a:t>
            </a:r>
          </a:p>
          <a:p>
            <a:pPr>
              <a:defRPr sz="1200"/>
            </a:pPr>
            <a:r>
              <a:t>D:/pasar_fix/node_modules/.bun/react-leaflet@5.0.0+8e99a21eecdb0fa2/node_modules/react-leaflet/lib/MapContainer.js</a:t>
            </a:r>
          </a:p>
          <a:p>
            <a:pPr>
              <a:defRPr sz="1200"/>
            </a:pPr>
            <a:r>
              <a:t>D:/pasar_fix/node_modules/.bun/react-leaflet@5.0.0+8e99a21eecdb0fa2/node_modules/react-leaflet/lib/Marker.d.ts</a:t>
            </a:r>
          </a:p>
          <a:p>
            <a:pPr>
              <a:defRPr sz="1200"/>
            </a:pPr>
            <a:r>
              <a:t>D:/pasar_fix/node_modules/.bun/react-leaflet@5.0.0+8e99a21eecdb0fa2/node_modules/react-leaflet/lib/Marker.js</a:t>
            </a:r>
          </a:p>
          <a:p>
            <a:pPr>
              <a:defRPr sz="1200"/>
            </a:pPr>
            <a:r>
              <a:t>D:/pasar_fix/node_modules/.bun/react-leaflet@5.0.0+8e99a21eecdb0fa2/node_modules/react-leaflet/lib/Pane.d.ts</a:t>
            </a:r>
          </a:p>
          <a:p>
            <a:pPr>
              <a:defRPr sz="1200"/>
            </a:pPr>
            <a:r>
              <a:t>D:/pasar_fix/node_modules/.bun/react-leaflet@5.0.0+8e99a21eecdb0fa2/node_modules/react-leaflet/lib/Pane.js</a:t>
            </a:r>
          </a:p>
          <a:p>
            <a:pPr>
              <a:defRPr sz="1200"/>
            </a:pPr>
            <a:r>
              <a:t>D:/pasar_fix/node_modules/.bun/react-leaflet@5.0.0+8e99a21eecdb0fa2/node_modules/react-leaflet/lib/Polygon.d.ts</a:t>
            </a:r>
          </a:p>
          <a:p>
            <a:pPr>
              <a:defRPr sz="1200"/>
            </a:pPr>
            <a:r>
              <a:t>D:/pasar_fix/node_modules/.bun/react-leaflet@5.0.0+8e99a21eecdb0fa2/node_modules/react-leaflet/lib/Polygon.js</a:t>
            </a:r>
          </a:p>
          <a:p>
            <a:pPr>
              <a:defRPr sz="1200"/>
            </a:pPr>
            <a:r>
              <a:t>D:/pasar_fix/node_modules/.bun/react-leaflet@5.0.0+8e99a21eecdb0fa2/node_modules/react-leaflet/lib/Polyline.d.ts</a:t>
            </a:r>
          </a:p>
          <a:p>
            <a:pPr>
              <a:defRPr sz="1200"/>
            </a:pPr>
            <a:r>
              <a:t>D:/pasar_fix/node_modules/.bun/react-leaflet@5.0.0+8e99a21eecdb0fa2/node_modules/react-leaflet/lib/Polyline.js</a:t>
            </a:r>
          </a:p>
          <a:p>
            <a:pPr>
              <a:defRPr sz="1200"/>
            </a:pPr>
            <a:r>
              <a:t>D:/pasar_fix/node_modules/.bun/react-leaflet@5.0.0+8e99a21eecdb0fa2/node_modules/react-leaflet/lib/Popup.d.ts</a:t>
            </a:r>
          </a:p>
          <a:p>
            <a:pPr>
              <a:defRPr sz="1200"/>
            </a:pPr>
            <a:r>
              <a:t>D:/pasar_fix/node_modules/.bun/react-leaflet@5.0.0+8e99a21eecdb0fa2/node_modules/react-leaflet/lib/Popup.js</a:t>
            </a:r>
          </a:p>
          <a:p>
            <a:pPr>
              <a:defRPr sz="1200"/>
            </a:pPr>
            <a:r>
              <a:t>D:/pasar_fix/node_modules/.bun/react-leaflet@5.0.0+8e99a21eecdb0fa2/node_modules/react-leaflet/lib/Rectangle.d.ts</a:t>
            </a:r>
          </a:p>
          <a:p>
            <a:pPr>
              <a:defRPr sz="1200"/>
            </a:pPr>
            <a:r>
              <a:t>D:/pasar_fix/node_modules/.bun/react-leaflet@5.0.0+8e99a21eecdb0fa2/node_modules/react-leaflet/lib/Rectangle.js</a:t>
            </a:r>
          </a:p>
          <a:p>
            <a:pPr>
              <a:defRPr sz="1200"/>
            </a:pPr>
            <a:r>
              <a:t>D:/pasar_fix/node_modules/.bun/react-leaflet@5.0.0+8e99a21eecdb0fa2/node_modules/react-leaflet/lib/ScaleControl.d.ts</a:t>
            </a:r>
          </a:p>
          <a:p>
            <a:pPr>
              <a:defRPr sz="1200"/>
            </a:pPr>
            <a:r>
              <a:t>D:/pasar_fix/node_modules/.bun/react-leaflet@5.0.0+8e99a21eecdb0fa2/node_modules/react-leaflet/lib/ScaleControl.js</a:t>
            </a:r>
          </a:p>
          <a:p>
            <a:pPr>
              <a:defRPr sz="1200"/>
            </a:pPr>
            <a:r>
              <a:t>D:/pasar_fix/node_modules/.bun/react-leaflet@5.0.0+8e99a21eecdb0fa2/node_modules/react-leaflet/lib/SVGOverlay.d.ts</a:t>
            </a:r>
          </a:p>
          <a:p>
            <a:pPr>
              <a:defRPr sz="1200"/>
            </a:pPr>
            <a:r>
              <a:t>D:/pasar_fix/node_modules/.bun/react-leaflet@5.0.0+8e99a21eecdb0fa2/node_modules/react-leaflet/lib/SVGOverlay.js</a:t>
            </a:r>
          </a:p>
          <a:p>
            <a:pPr>
              <a:defRPr sz="1200"/>
            </a:pPr>
            <a:r>
              <a:t>D:/pasar_fix/node_modules/.bun/react-leaflet@5.0.0+8e99a21eecdb0fa2/node_modules/react-leaflet/lib/TileLayer.d.ts</a:t>
            </a:r>
          </a:p>
          <a:p>
            <a:pPr>
              <a:defRPr sz="1200"/>
            </a:pPr>
            <a:r>
              <a:t>D:/pasar_fix/node_modules/.bun/react-leaflet@5.0.0+8e99a21eecdb0fa2/node_modules/react-leaflet/lib/TileLayer.js</a:t>
            </a:r>
          </a:p>
          <a:p>
            <a:pPr>
              <a:defRPr sz="1200"/>
            </a:pPr>
            <a:r>
              <a:t>D:/pasar_fix/node_modules/.bun/react-leaflet@5.0.0+8e99a21eecdb0fa2/node_modules/react-leaflet/lib/Tooltip.d.ts</a:t>
            </a:r>
          </a:p>
          <a:p>
            <a:pPr>
              <a:defRPr sz="1200"/>
            </a:pPr>
            <a:r>
              <a:t>D:/pasar_fix/node_modules/.bun/react-leaflet@5.0.0+8e99a21eecdb0fa2/node_modules/react-leaflet/lib/Tooltip.js</a:t>
            </a:r>
          </a:p>
          <a:p>
            <a:pPr>
              <a:defRPr sz="1200"/>
            </a:pPr>
            <a:r>
              <a:t>D:/pasar_fix/node_modules/.bun/react-leaflet@5.0.0+8e99a21eecdb0fa2/node_modules/react-leaflet/lib/VideoOverlay.d.ts</a:t>
            </a:r>
          </a:p>
          <a:p>
            <a:pPr>
              <a:defRPr sz="1200"/>
            </a:pPr>
            <a:r>
              <a:t>D:/pasar_fix/node_modules/.bun/react-leaflet@5.0.0+8e99a21eecdb0fa2/node_modules/react-leaflet/lib/VideoOverlay.js</a:t>
            </a:r>
          </a:p>
          <a:p>
            <a:pPr>
              <a:defRPr sz="1200"/>
            </a:pPr>
            <a:r>
              <a:t>D:/pasar_fix/node_modules/.bun/react-leaflet@5.0.0+8e99a21eecdb0fa2/node_modules/react-leaflet/lib/WMSTileLayer.d.ts</a:t>
            </a:r>
          </a:p>
          <a:p>
            <a:pPr>
              <a:defRPr sz="1200"/>
            </a:pPr>
            <a:r>
              <a:t>D:/pasar_fix/node_modules/.bun/react-leaflet@5.0.0+8e99a21eecdb0fa2/node_modules/react-leaflet/lib/WMSTileLayer.js</a:t>
            </a:r>
          </a:p>
          <a:p>
            <a:pPr>
              <a:defRPr sz="1200"/>
            </a:pPr>
            <a:r>
              <a:t>D:/pasar_fix/node_modules/.bun/react-leaflet@5.0.0+8e99a21eecdb0fa2/node_modules/react-leaflet/lib/ZoomControl.d.ts</a:t>
            </a:r>
          </a:p>
          <a:p>
            <a:pPr>
              <a:defRPr sz="1200"/>
            </a:pPr>
            <a:r>
              <a:t>D:/pasar_fix/node_modules/.bun/react-leaflet@5.0.0+8e99a21eecdb0fa2/node_modules/react-leaflet/lib/ZoomControl.js</a:t>
            </a:r>
          </a:p>
          <a:p>
            <a:pPr>
              <a:defRPr sz="1200"/>
            </a:pPr>
            <a:r>
              <a:t>D:/pasar_fix/node_modules/.bun/react-redux@9.3.0+5ff3a743c3af6fd1/node_modules/react-redux/LICENSE.md</a:t>
            </a:r>
          </a:p>
          <a:p>
            <a:pPr>
              <a:defRPr sz="1200"/>
            </a:pPr>
            <a:r>
              <a:t>D:/pasar_fix/node_modules/.bun/react-redux@9.3.0+5ff3a743c3af6fd1/node_modules/react-redux/package.json</a:t>
            </a:r>
          </a:p>
          <a:p>
            <a:pPr>
              <a:defRPr sz="1200"/>
            </a:pPr>
            <a:r>
              <a:t>D:/pasar_fix/node_modules/.bun/react-redux@9.3.0+5ff3a743c3af6fd1/node_modules/react-redux/README.md</a:t>
            </a:r>
          </a:p>
          <a:p>
            <a:pPr>
              <a:defRPr sz="1200"/>
            </a:pPr>
            <a:r>
              <a:t>D:/pasar_fix/node_modules/.bun/react-redux@9.3.0+5ff3a743c3af6fd1/node_modules/react-redux/dist/react-redux.browser.mjs</a:t>
            </a:r>
          </a:p>
          <a:p>
            <a:pPr>
              <a:defRPr sz="1200"/>
            </a:pPr>
            <a:r>
              <a:t>D:/pasar_fix/node_modules/.bun/react-redux@9.3.0+5ff3a743c3af6fd1/node_modules/react-redux/dist/react-redux.browser.mjs.map</a:t>
            </a:r>
          </a:p>
          <a:p>
            <a:pPr>
              <a:defRPr sz="1200"/>
            </a:pPr>
            <a:r>
              <a:t>D:/pasar_fix/node_modules/.bun/react-redux@9.3.0+5ff3a743c3af6fd1/node_modules/react-redux/dist/react-redux.d.ts</a:t>
            </a:r>
          </a:p>
          <a:p>
            <a:pPr>
              <a:defRPr sz="1200"/>
            </a:pPr>
            <a:r>
              <a:t>D:/pasar_fix/node_modules/.bun/react-redux@9.3.0+5ff3a743c3af6fd1/node_modules/react-redux/dist/react-redux.legacy-esm.js</a:t>
            </a:r>
          </a:p>
          <a:p>
            <a:pPr>
              <a:defRPr sz="1200"/>
            </a:pPr>
            <a:r>
              <a:t>D:/pasar_fix/node_modules/.bun/react-redux@9.3.0+5ff3a743c3af6fd1/node_modules/react-redux/dist/react-redux.legacy-esm.js.map</a:t>
            </a:r>
          </a:p>
          <a:p>
            <a:pPr>
              <a:defRPr sz="1200"/>
            </a:pPr>
            <a:r>
              <a:t>D:/pasar_fix/node_modules/.bun/react-redux@9.3.0+5ff3a743c3af6fd1/node_modules/react-redux/dist/react-redux.mjs</a:t>
            </a:r>
          </a:p>
          <a:p>
            <a:pPr>
              <a:defRPr sz="1200"/>
            </a:pPr>
            <a:r>
              <a:t>D:/pasar_fix/node_modules/.bun/react-redux@9.3.0+5ff3a743c3af6fd1/node_modules/react-redux/dist/react-redux.mjs.map</a:t>
            </a:r>
          </a:p>
          <a:p>
            <a:pPr>
              <a:defRPr sz="1200"/>
            </a:pPr>
            <a:r>
              <a:t>D:/pasar_fix/node_modules/.bun/react-redux@9.3.0+5ff3a743c3af6fd1/node_modules/react-redux/dist/rsc.mjs</a:t>
            </a:r>
          </a:p>
          <a:p>
            <a:pPr>
              <a:defRPr sz="1200"/>
            </a:pPr>
            <a:r>
              <a:t>D:/pasar_fix/node_modules/.bun/react-redux@9.3.0+5ff3a743c3af6fd1/node_modules/react-redux/dist/rsc.mjs.map</a:t>
            </a:r>
          </a:p>
          <a:p>
            <a:pPr>
              <a:defRPr sz="1200"/>
            </a:pPr>
            <a:r>
              <a:t>D:/pasar_fix/node_modules/.bun/react-redux@9.3.0+5ff3a743c3af6fd1/node_modules/react-redux/dist/cjs/index.js</a:t>
            </a:r>
          </a:p>
          <a:p>
            <a:pPr>
              <a:defRPr sz="1200"/>
            </a:pPr>
            <a:r>
              <a:t>D:/pasar_fix/node_modules/.bun/react-redux@9.3.0+5ff3a743c3af6fd1/node_modules/react-redux/dist/cjs/react-redux.development.cjs</a:t>
            </a:r>
          </a:p>
          <a:p>
            <a:pPr>
              <a:defRPr sz="1200"/>
            </a:pPr>
            <a:r>
              <a:t>D:/pasar_fix/node_modules/.bun/react-redux@9.3.0+5ff3a743c3af6fd1/node_modules/react-redux/dist/cjs/react-redux.development.cjs.map</a:t>
            </a:r>
          </a:p>
          <a:p>
            <a:pPr>
              <a:defRPr sz="1200"/>
            </a:pPr>
            <a:r>
              <a:t>D:/pasar_fix/node_modules/.bun/react-redux@9.3.0+5ff3a743c3af6fd1/node_modules/react-redux/dist/cjs/react-redux.production.min.cjs</a:t>
            </a:r>
          </a:p>
          <a:p>
            <a:pPr>
              <a:defRPr sz="1200"/>
            </a:pPr>
            <a:r>
              <a:t>D:/pasar_fix/node_modules/.bun/react-redux@9.3.0+5ff3a743c3af6fd1/node_modules/react-redux/dist/cjs/react-redux.production.min.cjs.map</a:t>
            </a:r>
          </a:p>
          <a:p>
            <a:pPr>
              <a:defRPr sz="1200"/>
            </a:pPr>
            <a:r>
              <a:t>D:/pasar_fix/node_modules/.bun/react-redux@9.3.0+5ff3a743c3af6fd1/node_modules/react-redux/src/exports.ts</a:t>
            </a:r>
          </a:p>
          <a:p>
            <a:pPr>
              <a:defRPr sz="1200"/>
            </a:pPr>
            <a:r>
              <a:t>D:/pasar_fix/node_modules/.bun/react-redux@9.3.0+5ff3a743c3af6fd1/node_modules/react-redux/src/index-rsc.ts</a:t>
            </a:r>
          </a:p>
          <a:p>
            <a:pPr>
              <a:defRPr sz="1200"/>
            </a:pPr>
            <a:r>
              <a:t>D:/pasar_fix/node_modules/.bun/react-redux@9.3.0+5ff3a743c3af6fd1/node_modules/react-redux/src/index.ts</a:t>
            </a:r>
          </a:p>
          <a:p>
            <a:pPr>
              <a:defRPr sz="1200"/>
            </a:pPr>
            <a:r>
              <a:t>D:/pasar_fix/node_modules/.bun/react-redux@9.3.0+5ff3a743c3af6fd1/node_modules/react-redux/src/types.ts</a:t>
            </a:r>
          </a:p>
          <a:p>
            <a:pPr>
              <a:defRPr sz="1200"/>
            </a:pPr>
            <a:r>
              <a:t>D:/pasar_fix/node_modules/.bun/react-redux@9.3.0+5ff3a743c3af6fd1/node_modules/react-redux/src/components/connect.tsx</a:t>
            </a:r>
          </a:p>
          <a:p>
            <a:pPr>
              <a:defRPr sz="1200"/>
            </a:pPr>
            <a:r>
              <a:t>D:/pasar_fix/node_modules/.bun/react-redux@9.3.0+5ff3a743c3af6fd1/node_modules/react-redux/src/components/Context.ts</a:t>
            </a:r>
          </a:p>
          <a:p>
            <a:pPr>
              <a:defRPr sz="1200"/>
            </a:pPr>
            <a:r>
              <a:t>D:/pasar_fix/node_modules/.bun/react-redux@9.3.0+5ff3a743c3af6fd1/node_modules/react-redux/src/components/Provider.tsx</a:t>
            </a:r>
          </a:p>
          <a:p>
            <a:pPr>
              <a:defRPr sz="1200"/>
            </a:pPr>
            <a:r>
              <a:t>D:/pasar_fix/node_modules/.bun/react-redux@9.3.0+5ff3a743c3af6fd1/node_modules/react-redux/src/connect/invalidArgFactory.ts</a:t>
            </a:r>
          </a:p>
          <a:p>
            <a:pPr>
              <a:defRPr sz="1200"/>
            </a:pPr>
            <a:r>
              <a:t>D:/pasar_fix/node_modules/.bun/react-redux@9.3.0+5ff3a743c3af6fd1/node_modules/react-redux/src/connect/mapDispatchToProps.ts</a:t>
            </a:r>
          </a:p>
          <a:p>
            <a:pPr>
              <a:defRPr sz="1200"/>
            </a:pPr>
            <a:r>
              <a:t>D:/pasar_fix/node_modules/.bun/react-redux@9.3.0+5ff3a743c3af6fd1/node_modules/react-redux/src/connect/mapStateToProps.ts</a:t>
            </a:r>
          </a:p>
          <a:p>
            <a:pPr>
              <a:defRPr sz="1200"/>
            </a:pPr>
            <a:r>
              <a:t>D:/pasar_fix/node_modules/.bun/react-redux@9.3.0+5ff3a743c3af6fd1/node_modules/react-redux/src/connect/mergeProps.ts</a:t>
            </a:r>
          </a:p>
          <a:p>
            <a:pPr>
              <a:defRPr sz="1200"/>
            </a:pPr>
            <a:r>
              <a:t>D:/pasar_fix/node_modules/.bun/react-redux@9.3.0+5ff3a743c3af6fd1/node_modules/react-redux/src/connect/selectorFactory.ts</a:t>
            </a:r>
          </a:p>
          <a:p>
            <a:pPr>
              <a:defRPr sz="1200"/>
            </a:pPr>
            <a:r>
              <a:t>D:/pasar_fix/node_modules/.bun/react-redux@9.3.0+5ff3a743c3af6fd1/node_modules/react-redux/src/connect/verifySubselectors.ts</a:t>
            </a:r>
          </a:p>
          <a:p>
            <a:pPr>
              <a:defRPr sz="1200"/>
            </a:pPr>
            <a:r>
              <a:t>D:/pasar_fix/node_modules/.bun/react-redux@9.3.0+5ff3a743c3af6fd1/node_modules/react-redux/src/connect/wrapMapToProps.ts</a:t>
            </a:r>
          </a:p>
          <a:p>
            <a:pPr>
              <a:defRPr sz="1200"/>
            </a:pPr>
            <a:r>
              <a:t>D:/pasar_fix/node_modules/.bun/react-redux@9.3.0+5ff3a743c3af6fd1/node_modules/react-redux/src/hooks/useDispatch.ts</a:t>
            </a:r>
          </a:p>
          <a:p>
            <a:pPr>
              <a:defRPr sz="1200"/>
            </a:pPr>
            <a:r>
              <a:t>D:/pasar_fix/node_modules/.bun/react-redux@9.3.0+5ff3a743c3af6fd1/node_modules/react-redux/src/hooks/useReduxContext.ts</a:t>
            </a:r>
          </a:p>
          <a:p>
            <a:pPr>
              <a:defRPr sz="1200"/>
            </a:pPr>
            <a:r>
              <a:t>D:/pasar_fix/node_modules/.bun/react-redux@9.3.0+5ff3a743c3af6fd1/node_modules/react-redux/src/hooks/useSelector.ts</a:t>
            </a:r>
          </a:p>
          <a:p>
            <a:pPr>
              <a:defRPr sz="1200"/>
            </a:pPr>
            <a:r>
              <a:t>D:/pasar_fix/node_modules/.bun/react-redux@9.3.0+5ff3a743c3af6fd1/node_modules/react-redux/src/hooks/useStore.ts</a:t>
            </a:r>
          </a:p>
          <a:p>
            <a:pPr>
              <a:defRPr sz="1200"/>
            </a:pPr>
            <a:r>
              <a:t>D:/pasar_fix/node_modules/.bun/react-redux@9.3.0+5ff3a743c3af6fd1/node_modules/react-redux/src/utils/batch.ts</a:t>
            </a:r>
          </a:p>
          <a:p>
            <a:pPr>
              <a:defRPr sz="1200"/>
            </a:pPr>
            <a:r>
              <a:t>D:/pasar_fix/node_modules/.bun/react-redux@9.3.0+5ff3a743c3af6fd1/node_modules/react-redux/src/utils/bindActionCreators.ts</a:t>
            </a:r>
          </a:p>
          <a:p>
            <a:pPr>
              <a:defRPr sz="1200"/>
            </a:pPr>
            <a:r>
              <a:t>D:/pasar_fix/node_modules/.bun/react-redux@9.3.0+5ff3a743c3af6fd1/node_modules/react-redux/src/utils/hoistStatics.ts</a:t>
            </a:r>
          </a:p>
          <a:p>
            <a:pPr>
              <a:defRPr sz="1200"/>
            </a:pPr>
            <a:r>
              <a:t>D:/pasar_fix/node_modules/.bun/react-redux@9.3.0+5ff3a743c3af6fd1/node_modules/react-redux/src/utils/isPlainObject.ts</a:t>
            </a:r>
          </a:p>
          <a:p>
            <a:pPr>
              <a:defRPr sz="1200"/>
            </a:pPr>
            <a:r>
              <a:t>D:/pasar_fix/node_modules/.bun/react-redux@9.3.0+5ff3a743c3af6fd1/node_modules/react-redux/src/utils/react-is.ts</a:t>
            </a:r>
          </a:p>
          <a:p>
            <a:pPr>
              <a:defRPr sz="1200"/>
            </a:pPr>
            <a:r>
              <a:t>D:/pasar_fix/node_modules/.bun/react-redux@9.3.0+5ff3a743c3af6fd1/node_modules/react-redux/src/utils/react.ts</a:t>
            </a:r>
          </a:p>
          <a:p>
            <a:pPr>
              <a:defRPr sz="1200"/>
            </a:pPr>
            <a:r>
              <a:t>D:/pasar_fix/node_modules/.bun/react-redux@9.3.0+5ff3a743c3af6fd1/node_modules/react-redux/src/utils/shallowEqual.ts</a:t>
            </a:r>
          </a:p>
          <a:p>
            <a:pPr>
              <a:defRPr sz="1200"/>
            </a:pPr>
            <a:r>
              <a:t>D:/pasar_fix/node_modules/.bun/react-redux@9.3.0+5ff3a743c3af6fd1/node_modules/react-redux/src/utils/Subscription.ts</a:t>
            </a:r>
          </a:p>
          <a:p>
            <a:pPr>
              <a:defRPr sz="1200"/>
            </a:pPr>
            <a:r>
              <a:t>D:/pasar_fix/node_modules/.bun/react-redux@9.3.0+5ff3a743c3af6fd1/node_modules/react-redux/src/utils/useIsomorphicLayoutEffect.ts</a:t>
            </a:r>
          </a:p>
          <a:p>
            <a:pPr>
              <a:defRPr sz="1200"/>
            </a:pPr>
            <a:r>
              <a:t>D:/pasar_fix/node_modules/.bun/react-redux@9.3.0+5ff3a743c3af6fd1/node_modules/react-redux/src/utils/useSyncExternalStore.ts</a:t>
            </a:r>
          </a:p>
          <a:p>
            <a:pPr>
              <a:defRPr sz="1200"/>
            </a:pPr>
            <a:r>
              <a:t>D:/pasar_fix/node_modules/.bun/react-redux@9.3.0+5ff3a743c3af6fd1/node_modules/react-redux/src/utils/verifyPlainObject.ts</a:t>
            </a:r>
          </a:p>
          <a:p>
            <a:pPr>
              <a:defRPr sz="1200"/>
            </a:pPr>
            <a:r>
              <a:t>D:/pasar_fix/node_modules/.bun/react-redux@9.3.0+5ff3a743c3af6fd1/node_modules/react-redux/src/utils/warning.ts</a:t>
            </a:r>
          </a:p>
          <a:p>
            <a:pPr>
              <a:defRPr sz="1200"/>
            </a:pPr>
            <a:r>
              <a:t>D:/pasar_fix/node_modules/.bun/react-refresh@0.17.0/node_modules/react-refresh/babel.js</a:t>
            </a:r>
          </a:p>
          <a:p>
            <a:pPr>
              <a:defRPr sz="1200"/>
            </a:pPr>
            <a:r>
              <a:t>D:/pasar_fix/node_modules/.bun/react-refresh@0.17.0/node_modules/react-refresh/LICENSE</a:t>
            </a:r>
          </a:p>
          <a:p>
            <a:pPr>
              <a:defRPr sz="1200"/>
            </a:pPr>
            <a:r>
              <a:t>D:/pasar_fix/node_modules/.bun/react-refresh@0.17.0/node_modules/react-refresh/package.json</a:t>
            </a:r>
          </a:p>
          <a:p>
            <a:pPr>
              <a:defRPr sz="1200"/>
            </a:pPr>
            <a:r>
              <a:t>D:/pasar_fix/node_modules/.bun/react-refresh@0.17.0/node_modules/react-refresh/README.md</a:t>
            </a:r>
          </a:p>
          <a:p>
            <a:pPr>
              <a:defRPr sz="1200"/>
            </a:pPr>
            <a:r>
              <a:t>D:/pasar_fix/node_modules/.bun/react-refresh@0.17.0/node_modules/react-refresh/runtime.js</a:t>
            </a:r>
          </a:p>
          <a:p>
            <a:pPr>
              <a:defRPr sz="1200"/>
            </a:pPr>
            <a:r>
              <a:t>D:/pasar_fix/node_modules/.bun/react-refresh@0.17.0/node_modules/react-refresh/cjs/react-refresh-babel.development.js</a:t>
            </a:r>
          </a:p>
          <a:p>
            <a:pPr>
              <a:defRPr sz="1200"/>
            </a:pPr>
            <a:r>
              <a:t>D:/pasar_fix/node_modules/.bun/react-refresh@0.17.0/node_modules/react-refresh/cjs/react-refresh-babel.production.js</a:t>
            </a:r>
          </a:p>
          <a:p>
            <a:pPr>
              <a:defRPr sz="1200"/>
            </a:pPr>
            <a:r>
              <a:t>D:/pasar_fix/node_modules/.bun/react-refresh@0.17.0/node_modules/react-refresh/cjs/react-refresh-runtime.development.js</a:t>
            </a:r>
          </a:p>
          <a:p>
            <a:pPr>
              <a:defRPr sz="1200"/>
            </a:pPr>
            <a:r>
              <a:t>D:/pasar_fix/node_modules/.bun/react-refresh@0.17.0/node_modules/react-refresh/cjs/react-refresh-runtime.production.js</a:t>
            </a:r>
          </a:p>
          <a:p>
            <a:pPr>
              <a:defRPr sz="1200"/>
            </a:pPr>
            <a:r>
              <a:t>D:/pasar_fix/node_modules/.bun/react-remove-scroll-bar@2.3.8+bf264c7668a20073/node_modules/react-remove-scroll-bar/package.json</a:t>
            </a:r>
          </a:p>
          <a:p>
            <a:pPr>
              <a:defRPr sz="1200"/>
            </a:pPr>
            <a:r>
              <a:t>D:/pasar_fix/node_modules/.bun/react-remove-scroll-bar@2.3.8+bf264c7668a20073/node_modules/react-remove-scroll-bar/README.md</a:t>
            </a:r>
          </a:p>
          <a:p>
            <a:pPr>
              <a:defRPr sz="1200"/>
            </a:pPr>
            <a:r>
              <a:t>D:/pasar_fix/node_modules/.bun/react-remove-scroll-bar@2.3.8+bf264c7668a20073/node_modules/react-remove-scroll-bar/constants/package.json</a:t>
            </a:r>
          </a:p>
          <a:p>
            <a:pPr>
              <a:defRPr sz="1200"/>
            </a:pPr>
            <a:r>
              <a:t>D:/pasar_fix/node_modules/.bun/react-remove-scroll-bar@2.3.8+bf264c7668a20073/node_modules/react-remove-scroll-bar/dist/es2015/component.d.ts</a:t>
            </a:r>
          </a:p>
          <a:p>
            <a:pPr>
              <a:defRPr sz="1200"/>
            </a:pPr>
            <a:r>
              <a:t>D:/pasar_fix/node_modules/.bun/react-remove-scroll-bar@2.3.8+bf264c7668a20073/node_modules/react-remove-scroll-bar/dist/es2015/component.js</a:t>
            </a:r>
          </a:p>
          <a:p>
            <a:pPr>
              <a:defRPr sz="1200"/>
            </a:pPr>
            <a:r>
              <a:t>D:/pasar_fix/node_modules/.bun/react-remove-scroll-bar@2.3.8+bf264c7668a20073/node_modules/react-remove-scroll-bar/dist/es2015/constants.d.ts</a:t>
            </a:r>
          </a:p>
          <a:p>
            <a:pPr>
              <a:defRPr sz="1200"/>
            </a:pPr>
            <a:r>
              <a:t>D:/pasar_fix/node_modules/.bun/react-remove-scroll-bar@2.3.8+bf264c7668a20073/node_modules/react-remove-scroll-bar/dist/es2015/constants.js</a:t>
            </a:r>
          </a:p>
          <a:p>
            <a:pPr>
              <a:defRPr sz="1200"/>
            </a:pPr>
            <a:r>
              <a:t>D:/pasar_fix/node_modules/.bun/react-remove-scroll-bar@2.3.8+bf264c7668a20073/node_modules/react-remove-scroll-bar/dist/es2015/index.d.ts</a:t>
            </a:r>
          </a:p>
          <a:p>
            <a:pPr>
              <a:defRPr sz="1200"/>
            </a:pPr>
            <a:r>
              <a:t>D:/pasar_fix/node_modules/.bun/react-remove-scroll-bar@2.3.8+bf264c7668a20073/node_modules/react-remove-scroll-bar/dist/es2015/index.js</a:t>
            </a:r>
          </a:p>
          <a:p>
            <a:pPr>
              <a:defRPr sz="1200"/>
            </a:pPr>
            <a:r>
              <a:t>D:/pasar_fix/node_modules/.bun/react-remove-scroll-bar@2.3.8+bf264c7668a20073/node_modules/react-remove-scroll-bar/dist/es2015/utils.d.ts</a:t>
            </a:r>
          </a:p>
          <a:p>
            <a:pPr>
              <a:defRPr sz="1200"/>
            </a:pPr>
            <a:r>
              <a:t>D:/pasar_fix/node_modules/.bun/react-remove-scroll-bar@2.3.8+bf264c7668a20073/node_modules/react-remove-scroll-bar/dist/es2015/utils.js</a:t>
            </a:r>
          </a:p>
          <a:p>
            <a:pPr>
              <a:defRPr sz="1200"/>
            </a:pPr>
            <a:r>
              <a:t>D:/pasar_fix/node_modules/.bun/react-remove-scroll-bar@2.3.8+bf264c7668a20073/node_modules/react-remove-scroll-bar/dist/es2019/component.d.ts</a:t>
            </a:r>
          </a:p>
          <a:p>
            <a:pPr>
              <a:defRPr sz="1200"/>
            </a:pPr>
            <a:r>
              <a:t>D:/pasar_fix/node_modules/.bun/react-remove-scroll-bar@2.3.8+bf264c7668a20073/node_modules/react-remove-scroll-bar/dist/es2019/component.js</a:t>
            </a:r>
          </a:p>
          <a:p>
            <a:pPr>
              <a:defRPr sz="1200"/>
            </a:pPr>
            <a:r>
              <a:t>D:/pasar_fix/node_modules/.bun/react-remove-scroll-bar@2.3.8+bf264c7668a20073/node_modules/react-remove-scroll-bar/dist/es2019/constants.d.ts</a:t>
            </a:r>
          </a:p>
          <a:p>
            <a:pPr>
              <a:defRPr sz="1200"/>
            </a:pPr>
            <a:r>
              <a:t>D:/pasar_fix/node_modules/.bun/react-remove-scroll-bar@2.3.8+bf264c7668a20073/node_modules/react-remove-scroll-bar/dist/es2019/constants.js</a:t>
            </a:r>
          </a:p>
          <a:p>
            <a:pPr>
              <a:defRPr sz="1200"/>
            </a:pPr>
            <a:r>
              <a:t>D:/pasar_fix/node_modules/.bun/react-remove-scroll-bar@2.3.8+bf264c7668a20073/node_modules/react-remove-scroll-bar/dist/es2019/index.d.ts</a:t>
            </a:r>
          </a:p>
          <a:p>
            <a:pPr>
              <a:defRPr sz="1200"/>
            </a:pPr>
            <a:r>
              <a:t>D:/pasar_fix/node_modules/.bun/react-remove-scroll-bar@2.3.8+bf264c7668a20073/node_modules/react-remove-scroll-bar/dist/es2019/index.js</a:t>
            </a:r>
          </a:p>
          <a:p>
            <a:pPr>
              <a:defRPr sz="1200"/>
            </a:pPr>
            <a:r>
              <a:t>D:/pasar_fix/node_modules/.bun/react-remove-scroll-bar@2.3.8+bf264c7668a20073/node_modules/react-remove-scroll-bar/dist/es2019/utils.d.ts</a:t>
            </a:r>
          </a:p>
          <a:p>
            <a:pPr>
              <a:defRPr sz="1200"/>
            </a:pPr>
            <a:r>
              <a:t>D:/pasar_fix/node_modules/.bun/react-remove-scroll-bar@2.3.8+bf264c7668a20073/node_modules/react-remove-scroll-bar/dist/es2019/utils.js</a:t>
            </a:r>
          </a:p>
          <a:p>
            <a:pPr>
              <a:defRPr sz="1200"/>
            </a:pPr>
            <a:r>
              <a:t>D:/pasar_fix/node_modules/.bun/react-remove-scroll-bar@2.3.8+bf264c7668a20073/node_modules/react-remove-scroll-bar/dist/es5/component.d.ts</a:t>
            </a:r>
          </a:p>
          <a:p>
            <a:pPr>
              <a:defRPr sz="1200"/>
            </a:pPr>
            <a:r>
              <a:t>D:/pasar_fix/node_modules/.bun/react-remove-scroll-bar@2.3.8+bf264c7668a20073/node_modules/react-remove-scroll-bar/dist/es5/component.js</a:t>
            </a:r>
          </a:p>
          <a:p>
            <a:pPr>
              <a:defRPr sz="1200"/>
            </a:pPr>
            <a:r>
              <a:t>D:/pasar_fix/node_modules/.bun/react-remove-scroll-bar@2.3.8+bf264c7668a20073/node_modules/react-remove-scroll-bar/dist/es5/constants.d.ts</a:t>
            </a:r>
          </a:p>
          <a:p>
            <a:pPr>
              <a:defRPr sz="1200"/>
            </a:pPr>
            <a:r>
              <a:t>D:/pasar_fix/node_modules/.bun/react-remove-scroll-bar@2.3.8+bf264c7668a20073/node_modules/react-remove-scroll-bar/dist/es5/constants.js</a:t>
            </a:r>
          </a:p>
          <a:p>
            <a:pPr>
              <a:defRPr sz="1200"/>
            </a:pPr>
            <a:r>
              <a:t>D:/pasar_fix/node_modules/.bun/react-remove-scroll-bar@2.3.8+bf264c7668a20073/node_modules/react-remove-scroll-bar/dist/es5/index.d.ts</a:t>
            </a:r>
          </a:p>
          <a:p>
            <a:pPr>
              <a:defRPr sz="1200"/>
            </a:pPr>
            <a:r>
              <a:t>D:/pasar_fix/node_modules/.bun/react-remove-scroll-bar@2.3.8+bf264c7668a20073/node_modules/react-remove-scroll-bar/dist/es5/index.js</a:t>
            </a:r>
          </a:p>
          <a:p>
            <a:pPr>
              <a:defRPr sz="1200"/>
            </a:pPr>
            <a:r>
              <a:t>D:/pasar_fix/node_modules/.bun/react-remove-scroll-bar@2.3.8+bf264c7668a20073/node_modules/react-remove-scroll-bar/dist/es5/utils.d.ts</a:t>
            </a:r>
          </a:p>
          <a:p>
            <a:pPr>
              <a:defRPr sz="1200"/>
            </a:pPr>
            <a:r>
              <a:t>D:/pasar_fix/node_modules/.bun/react-remove-scroll-bar@2.3.8+bf264c7668a20073/node_modules/react-remove-scroll-bar/dist/es5/utils.js</a:t>
            </a:r>
          </a:p>
          <a:p>
            <a:pPr>
              <a:defRPr sz="1200"/>
            </a:pPr>
            <a:r>
              <a:t>D:/pasar_fix/node_modules/.bun/react-remove-scroll@2.7.2+bf264c7668a20073/node_modules/react-remove-scroll/LICENSE</a:t>
            </a:r>
          </a:p>
          <a:p>
            <a:pPr>
              <a:defRPr sz="1200"/>
            </a:pPr>
            <a:r>
              <a:t>D:/pasar_fix/node_modules/.bun/react-remove-scroll@2.7.2+bf264c7668a20073/node_modules/react-remove-scroll/package.json</a:t>
            </a:r>
          </a:p>
          <a:p>
            <a:pPr>
              <a:defRPr sz="1200"/>
            </a:pPr>
            <a:r>
              <a:t>D:/pasar_fix/node_modules/.bun/react-remove-scroll@2.7.2+bf264c7668a20073/node_modules/react-remove-scroll/README.md</a:t>
            </a:r>
          </a:p>
          <a:p>
            <a:pPr>
              <a:defRPr sz="1200"/>
            </a:pPr>
            <a:r>
              <a:t>D:/pasar_fix/node_modules/.bun/react-remove-scroll@2.7.2+bf264c7668a20073/node_modules/react-remove-scroll/dist/es2015/aggresiveCapture.d.ts</a:t>
            </a:r>
          </a:p>
          <a:p>
            <a:pPr>
              <a:defRPr sz="1200"/>
            </a:pPr>
            <a:r>
              <a:t>D:/pasar_fix/node_modules/.bun/react-remove-scroll@2.7.2+bf264c7668a20073/node_modules/react-remove-scroll/dist/es2015/aggresiveCapture.js</a:t>
            </a:r>
          </a:p>
          <a:p>
            <a:pPr>
              <a:defRPr sz="1200"/>
            </a:pPr>
            <a:r>
              <a:t>D:/pasar_fix/node_modules/.bun/react-remove-scroll@2.7.2+bf264c7668a20073/node_modules/react-remove-scroll/dist/es2015/Combination.d.ts</a:t>
            </a:r>
          </a:p>
          <a:p>
            <a:pPr>
              <a:defRPr sz="1200"/>
            </a:pPr>
            <a:r>
              <a:t>D:/pasar_fix/node_modules/.bun/react-remove-scroll@2.7.2+bf264c7668a20073/node_modules/react-remove-scroll/dist/es2015/Combination.js</a:t>
            </a:r>
          </a:p>
          <a:p>
            <a:pPr>
              <a:defRPr sz="1200"/>
            </a:pPr>
            <a:r>
              <a:t>D:/pasar_fix/node_modules/.bun/react-remove-scroll@2.7.2+bf264c7668a20073/node_modules/react-remove-scroll/dist/es2015/handleScroll.d.ts</a:t>
            </a:r>
          </a:p>
          <a:p>
            <a:pPr>
              <a:defRPr sz="1200"/>
            </a:pPr>
            <a:r>
              <a:t>D:/pasar_fix/node_modules/.bun/react-remove-scroll@2.7.2+bf264c7668a20073/node_modules/react-remove-scroll/dist/es2015/handleScroll.js</a:t>
            </a:r>
          </a:p>
          <a:p>
            <a:pPr>
              <a:defRPr sz="1200"/>
            </a:pPr>
            <a:r>
              <a:t>D:/pasar_fix/node_modules/.bun/react-remove-scroll@2.7.2+bf264c7668a20073/node_modules/react-remove-scroll/dist/es2015/index.d.ts</a:t>
            </a:r>
          </a:p>
          <a:p>
            <a:pPr>
              <a:defRPr sz="1200"/>
            </a:pPr>
            <a:r>
              <a:t>D:/pasar_fix/node_modules/.bun/react-remove-scroll@2.7.2+bf264c7668a20073/node_modules/react-remove-scroll/dist/es2015/index.js</a:t>
            </a:r>
          </a:p>
          <a:p>
            <a:pPr>
              <a:defRPr sz="1200"/>
            </a:pPr>
            <a:r>
              <a:t>D:/pasar_fix/node_modules/.bun/react-remove-scroll@2.7.2+bf264c7668a20073/node_modules/react-remove-scroll/dist/es2015/medium.d.ts</a:t>
            </a:r>
          </a:p>
          <a:p>
            <a:pPr>
              <a:defRPr sz="1200"/>
            </a:pPr>
            <a:r>
              <a:t>D:/pasar_fix/node_modules/.bun/react-remove-scroll@2.7.2+bf264c7668a20073/node_modules/react-remove-scroll/dist/es2015/medium.js</a:t>
            </a:r>
          </a:p>
          <a:p>
            <a:pPr>
              <a:defRPr sz="1200"/>
            </a:pPr>
            <a:r>
              <a:t>D:/pasar_fix/node_modules/.bun/react-remove-scroll@2.7.2+bf264c7668a20073/node_modules/react-remove-scroll/dist/es2015/pinchAndZoom.d.ts</a:t>
            </a:r>
          </a:p>
          <a:p>
            <a:pPr>
              <a:defRPr sz="1200"/>
            </a:pPr>
            <a:r>
              <a:t>D:/pasar_fix/node_modules/.bun/react-remove-scroll@2.7.2+bf264c7668a20073/node_modules/react-remove-scroll/dist/es2015/pinchAndZoom.js</a:t>
            </a:r>
          </a:p>
          <a:p>
            <a:pPr>
              <a:defRPr sz="1200"/>
            </a:pPr>
            <a:r>
              <a:t>D:/pasar_fix/node_modules/.bun/react-remove-scroll@2.7.2+bf264c7668a20073/node_modules/react-remove-scroll/dist/es2015/sidecar.d.ts</a:t>
            </a:r>
          </a:p>
          <a:p>
            <a:pPr>
              <a:defRPr sz="1200"/>
            </a:pPr>
            <a:r>
              <a:t>D:/pasar_fix/node_modules/.bun/react-remove-scroll@2.7.2+bf264c7668a20073/node_modules/react-remove-scroll/dist/es2015/sidecar.js</a:t>
            </a:r>
          </a:p>
          <a:p>
            <a:pPr>
              <a:defRPr sz="1200"/>
            </a:pPr>
            <a:r>
              <a:t>D:/pasar_fix/node_modules/.bun/react-remove-scroll@2.7.2+bf264c7668a20073/node_modules/react-remove-scroll/dist/es2015/SideEffect.d.ts</a:t>
            </a:r>
          </a:p>
          <a:p>
            <a:pPr>
              <a:defRPr sz="1200"/>
            </a:pPr>
            <a:r>
              <a:t>D:/pasar_fix/node_modules/.bun/react-remove-scroll@2.7.2+bf264c7668a20073/node_modules/react-remove-scroll/dist/es2015/SideEffect.js</a:t>
            </a:r>
          </a:p>
          <a:p>
            <a:pPr>
              <a:defRPr sz="1200"/>
            </a:pPr>
            <a:r>
              <a:t>D:/pasar_fix/node_modules/.bun/react-remove-scroll@2.7.2+bf264c7668a20073/node_modules/react-remove-scroll/dist/es2015/types.d.ts</a:t>
            </a:r>
          </a:p>
          <a:p>
            <a:pPr>
              <a:defRPr sz="1200"/>
            </a:pPr>
            <a:r>
              <a:t>D:/pasar_fix/node_modules/.bun/react-remove-scroll@2.7.2+bf264c7668a20073/node_modules/react-remove-scroll/dist/es2015/types.js</a:t>
            </a:r>
          </a:p>
          <a:p>
            <a:pPr>
              <a:defRPr sz="1200"/>
            </a:pPr>
            <a:r>
              <a:t>D:/pasar_fix/node_modules/.bun/react-remove-scroll@2.7.2+bf264c7668a20073/node_modules/react-remove-scroll/dist/es2015/UI.d.ts</a:t>
            </a:r>
          </a:p>
          <a:p>
            <a:pPr>
              <a:defRPr sz="1200"/>
            </a:pPr>
            <a:r>
              <a:t>D:/pasar_fix/node_modules/.bun/react-remove-scroll@2.7.2+bf264c7668a20073/node_modules/react-remove-scroll/dist/es2015/UI.js</a:t>
            </a:r>
          </a:p>
          <a:p>
            <a:pPr>
              <a:defRPr sz="1200"/>
            </a:pPr>
            <a:r>
              <a:t>D:/pasar_fix/node_modules/.bun/react-remove-scroll@2.7.2+bf264c7668a20073/node_modules/react-remove-scroll/dist/es2019/aggresiveCapture.d.ts</a:t>
            </a:r>
          </a:p>
          <a:p>
            <a:pPr>
              <a:defRPr sz="1200"/>
            </a:pPr>
            <a:r>
              <a:t>D:/pasar_fix/node_modules/.bun/react-remove-scroll@2.7.2+bf264c7668a20073/node_modules/react-remove-scroll/dist/es2019/aggresiveCapture.js</a:t>
            </a:r>
          </a:p>
          <a:p>
            <a:pPr>
              <a:defRPr sz="1200"/>
            </a:pPr>
            <a:r>
              <a:t>D:/pasar_fix/node_modules/.bun/react-remove-scroll@2.7.2+bf264c7668a20073/node_modules/react-remove-scroll/dist/es2019/Combination.d.ts</a:t>
            </a:r>
          </a:p>
          <a:p>
            <a:pPr>
              <a:defRPr sz="1200"/>
            </a:pPr>
            <a:r>
              <a:t>D:/pasar_fix/node_modules/.bun/react-remove-scroll@2.7.2+bf264c7668a20073/node_modules/react-remove-scroll/dist/es2019/Combination.js</a:t>
            </a:r>
          </a:p>
          <a:p>
            <a:pPr>
              <a:defRPr sz="1200"/>
            </a:pPr>
            <a:r>
              <a:t>D:/pasar_fix/node_modules/.bun/react-remove-scroll@2.7.2+bf264c7668a20073/node_modules/react-remove-scroll/dist/es2019/handleScroll.d.ts</a:t>
            </a:r>
          </a:p>
          <a:p>
            <a:pPr>
              <a:defRPr sz="1200"/>
            </a:pPr>
            <a:r>
              <a:t>D:/pasar_fix/node_modules/.bun/react-remove-scroll@2.7.2+bf264c7668a20073/node_modules/react-remove-scroll/dist/es2019/handleScroll.js</a:t>
            </a:r>
          </a:p>
          <a:p>
            <a:pPr>
              <a:defRPr sz="1200"/>
            </a:pPr>
            <a:r>
              <a:t>D:/pasar_fix/node_modules/.bun/react-remove-scroll@2.7.2+bf264c7668a20073/node_modules/react-remove-scroll/dist/es2019/index.d.ts</a:t>
            </a:r>
          </a:p>
          <a:p>
            <a:pPr>
              <a:defRPr sz="1200"/>
            </a:pPr>
            <a:r>
              <a:t>D:/pasar_fix/node_modules/.bun/react-remove-scroll@2.7.2+bf264c7668a20073/node_modules/react-remove-scroll/dist/es2019/index.js</a:t>
            </a:r>
          </a:p>
          <a:p>
            <a:pPr>
              <a:defRPr sz="1200"/>
            </a:pPr>
            <a:r>
              <a:t>D:/pasar_fix/node_modules/.bun/react-remove-scroll@2.7.2+bf264c7668a20073/node_modules/react-remove-scroll/dist/es2019/medium.d.ts</a:t>
            </a:r>
          </a:p>
          <a:p>
            <a:pPr>
              <a:defRPr sz="1200"/>
            </a:pPr>
            <a:r>
              <a:t>D:/pasar_fix/node_modules/.bun/react-remove-scroll@2.7.2+bf264c7668a20073/node_modules/react-remove-scroll/dist/es2019/medium.js</a:t>
            </a:r>
          </a:p>
          <a:p>
            <a:pPr>
              <a:defRPr sz="1200"/>
            </a:pPr>
            <a:r>
              <a:t>D:/pasar_fix/node_modules/.bun/react-remove-scroll@2.7.2+bf264c7668a20073/node_modules/react-remove-scroll/dist/es2019/pinchAndZoom.d.ts</a:t>
            </a:r>
          </a:p>
          <a:p>
            <a:pPr>
              <a:defRPr sz="1200"/>
            </a:pPr>
            <a:r>
              <a:t>D:/pasar_fix/node_modules/.bun/react-remove-scroll@2.7.2+bf264c7668a20073/node_modules/react-remove-scroll/dist/es2019/pinchAndZoom.js</a:t>
            </a:r>
          </a:p>
          <a:p>
            <a:pPr>
              <a:defRPr sz="1200"/>
            </a:pPr>
            <a:r>
              <a:t>D:/pasar_fix/node_modules/.bun/react-remove-scroll@2.7.2+bf264c7668a20073/node_modules/react-remove-scroll/dist/es2019/sidecar.d.ts</a:t>
            </a:r>
          </a:p>
          <a:p>
            <a:pPr>
              <a:defRPr sz="1200"/>
            </a:pPr>
            <a:r>
              <a:t>D:/pasar_fix/node_modules/.bun/react-remove-scroll@2.7.2+bf264c7668a20073/node_modules/react-remove-scroll/dist/es2019/sidecar.js</a:t>
            </a:r>
          </a:p>
          <a:p>
            <a:pPr>
              <a:defRPr sz="1200"/>
            </a:pPr>
            <a:r>
              <a:t>D:/pasar_fix/node_modules/.bun/react-remove-scroll@2.7.2+bf264c7668a20073/node_modules/react-remove-scroll/dist/es2019/SideEffect.d.ts</a:t>
            </a:r>
          </a:p>
          <a:p>
            <a:pPr>
              <a:defRPr sz="1200"/>
            </a:pPr>
            <a:r>
              <a:t>D:/pasar_fix/node_modules/.bun/react-remove-scroll@2.7.2+bf264c7668a20073/node_modules/react-remove-scroll/dist/es2019/SideEffect.js</a:t>
            </a:r>
          </a:p>
          <a:p>
            <a:pPr>
              <a:defRPr sz="1200"/>
            </a:pPr>
            <a:r>
              <a:t>D:/pasar_fix/node_modules/.bun/react-remove-scroll@2.7.2+bf264c7668a20073/node_modules/react-remove-scroll/dist/es2019/types.d.ts</a:t>
            </a:r>
          </a:p>
          <a:p>
            <a:pPr>
              <a:defRPr sz="1200"/>
            </a:pPr>
            <a:r>
              <a:t>D:/pasar_fix/node_modules/.bun/react-remove-scroll@2.7.2+bf264c7668a20073/node_modules/react-remove-scroll/dist/es2019/types.js</a:t>
            </a:r>
          </a:p>
          <a:p>
            <a:pPr>
              <a:defRPr sz="1200"/>
            </a:pPr>
            <a:r>
              <a:t>D:/pasar_fix/node_modules/.bun/react-remove-scroll@2.7.2+bf264c7668a20073/node_modules/react-remove-scroll/dist/es2019/UI.d.ts</a:t>
            </a:r>
          </a:p>
          <a:p>
            <a:pPr>
              <a:defRPr sz="1200"/>
            </a:pPr>
            <a:r>
              <a:t>D:/pasar_fix/node_modules/.bun/react-remove-scroll@2.7.2+bf264c7668a20073/node_modules/react-remove-scroll/dist/es2019/UI.js</a:t>
            </a:r>
          </a:p>
          <a:p>
            <a:pPr>
              <a:defRPr sz="1200"/>
            </a:pPr>
            <a:r>
              <a:t>D:/pasar_fix/node_modules/.bun/react-remove-scroll@2.7.2+bf264c7668a20073/node_modules/react-remove-scroll/dist/es5/aggresiveCapture.d.ts</a:t>
            </a:r>
          </a:p>
          <a:p>
            <a:pPr>
              <a:defRPr sz="1200"/>
            </a:pPr>
            <a:r>
              <a:t>D:/pasar_fix/node_modules/.bun/react-remove-scroll@2.7.2+bf264c7668a20073/node_modules/react-remove-scroll/dist/es5/aggresiveCapture.js</a:t>
            </a:r>
          </a:p>
          <a:p>
            <a:pPr>
              <a:defRPr sz="1200"/>
            </a:pPr>
            <a:r>
              <a:t>D:/pasar_fix/node_modules/.bun/react-remove-scroll@2.7.2+bf264c7668a20073/node_modules/react-remove-scroll/dist/es5/Combination.d.ts</a:t>
            </a:r>
          </a:p>
          <a:p>
            <a:pPr>
              <a:defRPr sz="1200"/>
            </a:pPr>
            <a:r>
              <a:t>D:/pasar_fix/node_modules/.bun/react-remove-scroll@2.7.2+bf264c7668a20073/node_modules/react-remove-scroll/dist/es5/Combination.js</a:t>
            </a:r>
          </a:p>
          <a:p>
            <a:pPr>
              <a:defRPr sz="1200"/>
            </a:pPr>
            <a:r>
              <a:t>D:/pasar_fix/node_modules/.bun/react-remove-scroll@2.7.2+bf264c7668a20073/node_modules/react-remove-scroll/dist/es5/handleScroll.d.ts</a:t>
            </a:r>
          </a:p>
          <a:p>
            <a:pPr>
              <a:defRPr sz="1200"/>
            </a:pPr>
            <a:r>
              <a:t>D:/pasar_fix/node_modules/.bun/react-remove-scroll@2.7.2+bf264c7668a20073/node_modules/react-remove-scroll/dist/es5/handleScroll.js</a:t>
            </a:r>
          </a:p>
          <a:p>
            <a:pPr>
              <a:defRPr sz="1200"/>
            </a:pPr>
            <a:r>
              <a:t>D:/pasar_fix/node_modules/.bun/react-remove-scroll@2.7.2+bf264c7668a20073/node_modules/react-remove-scroll/dist/es5/index.d.ts</a:t>
            </a:r>
          </a:p>
          <a:p>
            <a:pPr>
              <a:defRPr sz="1200"/>
            </a:pPr>
            <a:r>
              <a:t>D:/pasar_fix/node_modules/.bun/react-remove-scroll@2.7.2+bf264c7668a20073/node_modules/react-remove-scroll/dist/es5/index.js</a:t>
            </a:r>
          </a:p>
          <a:p>
            <a:pPr>
              <a:defRPr sz="1200"/>
            </a:pPr>
            <a:r>
              <a:t>D:/pasar_fix/node_modules/.bun/react-remove-scroll@2.7.2+bf264c7668a20073/node_modules/react-remove-scroll/dist/es5/medium.d.ts</a:t>
            </a:r>
          </a:p>
          <a:p>
            <a:pPr>
              <a:defRPr sz="1200"/>
            </a:pPr>
            <a:r>
              <a:t>D:/pasar_fix/node_modules/.bun/react-remove-scroll@2.7.2+bf264c7668a20073/node_modules/react-remove-scroll/dist/es5/medium.js</a:t>
            </a:r>
          </a:p>
          <a:p>
            <a:pPr>
              <a:defRPr sz="1200"/>
            </a:pPr>
            <a:r>
              <a:t>D:/pasar_fix/node_modules/.bun/react-remove-scroll@2.7.2+bf264c7668a20073/node_modules/react-remove-scroll/dist/es5/pinchAndZoom.d.ts</a:t>
            </a:r>
          </a:p>
          <a:p>
            <a:pPr>
              <a:defRPr sz="1200"/>
            </a:pPr>
            <a:r>
              <a:t>D:/pasar_fix/node_modules/.bun/react-remove-scroll@2.7.2+bf264c7668a20073/node_modules/react-remove-scroll/dist/es5/pinchAndZoom.js</a:t>
            </a:r>
          </a:p>
          <a:p>
            <a:pPr>
              <a:defRPr sz="1200"/>
            </a:pPr>
            <a:r>
              <a:t>D:/pasar_fix/node_modules/.bun/react-remove-scroll@2.7.2+bf264c7668a20073/node_modules/react-remove-scroll/dist/es5/sidecar.d.ts</a:t>
            </a:r>
          </a:p>
          <a:p>
            <a:pPr>
              <a:defRPr sz="1200"/>
            </a:pPr>
            <a:r>
              <a:t>D:/pasar_fix/node_modules/.bun/react-remove-scroll@2.7.2+bf264c7668a20073/node_modules/react-remove-scroll/dist/es5/sidecar.js</a:t>
            </a:r>
          </a:p>
          <a:p>
            <a:pPr>
              <a:defRPr sz="1200"/>
            </a:pPr>
            <a:r>
              <a:t>D:/pasar_fix/node_modules/.bun/react-remove-scroll@2.7.2+bf264c7668a20073/node_modules/react-remove-scroll/dist/es5/SideEffect.d.ts</a:t>
            </a:r>
          </a:p>
          <a:p>
            <a:pPr>
              <a:defRPr sz="1200"/>
            </a:pPr>
            <a:r>
              <a:t>D:/pasar_fix/node_modules/.bun/react-remove-scroll@2.7.2+bf264c7668a20073/node_modules/react-remove-scroll/dist/es5/SideEffect.js</a:t>
            </a:r>
          </a:p>
          <a:p>
            <a:pPr>
              <a:defRPr sz="1200"/>
            </a:pPr>
            <a:r>
              <a:t>D:/pasar_fix/node_modules/.bun/react-remove-scroll@2.7.2+bf264c7668a20073/node_modules/react-remove-scroll/dist/es5/types.d.ts</a:t>
            </a:r>
          </a:p>
          <a:p>
            <a:pPr>
              <a:defRPr sz="1200"/>
            </a:pPr>
            <a:r>
              <a:t>D:/pasar_fix/node_modules/.bun/react-remove-scroll@2.7.2+bf264c7668a20073/node_modules/react-remove-scroll/dist/es5/types.js</a:t>
            </a:r>
          </a:p>
          <a:p>
            <a:pPr>
              <a:defRPr sz="1200"/>
            </a:pPr>
            <a:r>
              <a:t>D:/pasar_fix/node_modules/.bun/react-remove-scroll@2.7.2+bf264c7668a20073/node_modules/react-remove-scroll/dist/es5/UI.d.ts</a:t>
            </a:r>
          </a:p>
          <a:p>
            <a:pPr>
              <a:defRPr sz="1200"/>
            </a:pPr>
            <a:r>
              <a:t>D:/pasar_fix/node_modules/.bun/react-remove-scroll@2.7.2+bf264c7668a20073/node_modules/react-remove-scroll/dist/es5/UI.js</a:t>
            </a:r>
          </a:p>
          <a:p>
            <a:pPr>
              <a:defRPr sz="1200"/>
            </a:pPr>
            <a:r>
              <a:t>D:/pasar_fix/node_modules/.bun/react-remove-scroll@2.7.2+bf264c7668a20073/node_modules/react-remove-scroll/sidecar/package.json</a:t>
            </a:r>
          </a:p>
          <a:p>
            <a:pPr>
              <a:defRPr sz="1200"/>
            </a:pPr>
            <a:r>
              <a:t>D:/pasar_fix/node_modules/.bun/react-remove-scroll@2.7.2+bf264c7668a20073/node_modules/react-remove-scroll/sidecar/sidecar.d.ts</a:t>
            </a:r>
          </a:p>
          <a:p>
            <a:pPr>
              <a:defRPr sz="1200"/>
            </a:pPr>
            <a:r>
              <a:t>D:/pasar_fix/node_modules/.bun/react-remove-scroll@2.7.2+bf264c7668a20073/node_modules/react-remove-scroll/UI/package.json</a:t>
            </a:r>
          </a:p>
          <a:p>
            <a:pPr>
              <a:defRPr sz="1200"/>
            </a:pPr>
            <a:r>
              <a:t>D:/pasar_fix/node_modules/.bun/react-remove-scroll@2.7.2+bf264c7668a20073/node_modules/react-remove-scroll/UI/UI.d.ts</a:t>
            </a:r>
          </a:p>
          <a:p>
            <a:pPr>
              <a:defRPr sz="1200"/>
            </a:pPr>
            <a:r>
              <a:t>D:/pasar_fix/node_modules/.bun/react-resizable@3.2.0+d0e719b86e9808b5/node_modules/react-resizable/index.js</a:t>
            </a:r>
          </a:p>
          <a:p>
            <a:pPr>
              <a:defRPr sz="1200"/>
            </a:pPr>
            <a:r>
              <a:t>D:/pasar_fix/node_modules/.bun/react-resizable@3.2.0+d0e719b86e9808b5/node_modules/react-resizable/LICENSE</a:t>
            </a:r>
          </a:p>
          <a:p>
            <a:pPr>
              <a:defRPr sz="1200"/>
            </a:pPr>
            <a:r>
              <a:t>D:/pasar_fix/node_modules/.bun/react-resizable@3.2.0+d0e719b86e9808b5/node_modules/react-resizable/package.json</a:t>
            </a:r>
          </a:p>
          <a:p>
            <a:pPr>
              <a:defRPr sz="1200"/>
            </a:pPr>
            <a:r>
              <a:t>D:/pasar_fix/node_modules/.bun/react-resizable@3.2.0+d0e719b86e9808b5/node_modules/react-resizable/README.md</a:t>
            </a:r>
          </a:p>
          <a:p>
            <a:pPr>
              <a:defRPr sz="1200"/>
            </a:pPr>
            <a:r>
              <a:t>D:/pasar_fix/node_modules/.bun/react-resizable@3.2.0+d0e719b86e9808b5/node_modules/react-resizable/build/propTypes.js</a:t>
            </a:r>
          </a:p>
          <a:p>
            <a:pPr>
              <a:defRPr sz="1200"/>
            </a:pPr>
            <a:r>
              <a:t>D:/pasar_fix/node_modules/.bun/react-resizable@3.2.0+d0e719b86e9808b5/node_modules/react-resizable/build/propTypes.js.flow</a:t>
            </a:r>
          </a:p>
          <a:p>
            <a:pPr>
              <a:defRPr sz="1200"/>
            </a:pPr>
            <a:r>
              <a:t>D:/pasar_fix/node_modules/.bun/react-resizable@3.2.0+d0e719b86e9808b5/node_modules/react-resizable/build/Resizable.js</a:t>
            </a:r>
          </a:p>
          <a:p>
            <a:pPr>
              <a:defRPr sz="1200"/>
            </a:pPr>
            <a:r>
              <a:t>D:/pasar_fix/node_modules/.bun/react-resizable@3.2.0+d0e719b86e9808b5/node_modules/react-resizable/build/Resizable.js.flow</a:t>
            </a:r>
          </a:p>
          <a:p>
            <a:pPr>
              <a:defRPr sz="1200"/>
            </a:pPr>
            <a:r>
              <a:t>D:/pasar_fix/node_modules/.bun/react-resizable@3.2.0+d0e719b86e9808b5/node_modules/react-resizable/build/ResizableBox.js</a:t>
            </a:r>
          </a:p>
          <a:p>
            <a:pPr>
              <a:defRPr sz="1200"/>
            </a:pPr>
            <a:r>
              <a:t>D:/pasar_fix/node_modules/.bun/react-resizable@3.2.0+d0e719b86e9808b5/node_modules/react-resizable/build/ResizableBox.js.flow</a:t>
            </a:r>
          </a:p>
          <a:p>
            <a:pPr>
              <a:defRPr sz="1200"/>
            </a:pPr>
            <a:r>
              <a:t>D:/pasar_fix/node_modules/.bun/react-resizable@3.2.0+d0e719b86e9808b5/node_modules/react-resizable/build/utils.js</a:t>
            </a:r>
          </a:p>
          <a:p>
            <a:pPr>
              <a:defRPr sz="1200"/>
            </a:pPr>
            <a:r>
              <a:t>D:/pasar_fix/node_modules/.bun/react-resizable@3.2.0+d0e719b86e9808b5/node_modules/react-resizable/build/utils.js.flow</a:t>
            </a:r>
          </a:p>
          <a:p>
            <a:pPr>
              <a:defRPr sz="1200"/>
            </a:pPr>
            <a:r>
              <a:t>D:/pasar_fix/node_modules/.bun/react-resizable@3.2.0+d0e719b86e9808b5/node_modules/react-resizable/css/styles.css</a:t>
            </a:r>
          </a:p>
          <a:p>
            <a:pPr>
              <a:defRPr sz="1200"/>
            </a:pPr>
            <a:r>
              <a:t>D:/pasar_fix/node_modules/.bun/react-stately@3.48.0+d86b59289c1a13ae/node_modules/react-stately/.gitignore</a:t>
            </a:r>
          </a:p>
          <a:p>
            <a:pPr>
              <a:defRPr sz="1200"/>
            </a:pPr>
            <a:r>
              <a:t>D:/pasar_fix/node_modules/.bun/react-stately@3.48.0+d86b59289c1a13ae/node_modules/react-stately/LICENSE</a:t>
            </a:r>
          </a:p>
          <a:p>
            <a:pPr>
              <a:defRPr sz="1200"/>
            </a:pPr>
            <a:r>
              <a:t>D:/pasar_fix/node_modules/.bun/react-stately@3.48.0+d86b59289c1a13ae/node_modules/react-stately/package.json</a:t>
            </a:r>
          </a:p>
          <a:p>
            <a:pPr>
              <a:defRPr sz="1200"/>
            </a:pPr>
            <a:r>
              <a:t>D:/pasar_fix/node_modules/.bun/react-stately@3.48.0+d86b59289c1a13ae/node_modules/react-stately/README.md</a:t>
            </a:r>
          </a:p>
          <a:p>
            <a:pPr>
              <a:defRPr sz="1200"/>
            </a:pPr>
            <a:r>
              <a:t>D:/pasar_fix/node_modules/.bun/react-stately@3.48.0+d86b59289c1a13ae/node_modules/react-stately/Color/package.json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D:/pasar_fix/node_modules/.bun/react-stately@3.48.0+d86b59289c1a13ae/node_modules/react-stately/dist/exports/Color.cjs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D:/pasar_fix/node_modules/.bun/react-stately@3.48.0+d86b59289c1a13ae/node_modules/react-stately/dist/exports/Color.cjs.map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D:/pasar_fix/node_modules/.bun/react-stately@3.48.0+d86b59289c1a13ae/node_modules/react-stately/dist/exports/Color.js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D:/pasar_fix/node_modules/.bun/react-stately@3.48.0+d86b59289c1a13ae/node_modules/react-stately/dist/exports/Color.js.map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D:/pasar_fix/node_modules/.bun/react-stately@3.48.0+d86b59289c1a13ae/node_modules/react-stately/dist/exports/Color.mjs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D:/pasar_fix/node_modules/.bun/react-stately@3.48.0+d86b59289c1a13ae/node_modules/react-stately/dist/exports/Color.mjs.map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D:/pasar_fix/node_modules/.bun/react-stately@3.48.0+d86b59289c1a13ae/node_modules/react-stately/dist/exports/index.cjs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D:/pasar_fix/node_modules/.bun/react-stately@3.48.0+d86b59289c1a13ae/node_modules/react-stately/dist/exports/index.cjs.map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D:/pasar_fix/node_modules/.bun/react-stately@3.48.0+d86b59289c1a13ae/node_modules/react-stately/dist/exports/index.js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D:/pasar_fix/node_modules/.bun/react-stately@3.48.0+d86b59289c1a13ae/node_modules/react-stately/dist/exports/index.js.map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D:/pasar_fix/node_modules/.bun/react-stately@3.48.0+d86b59289c1a13ae/node_modules/react-stately/dist/exports/index.mjs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D:/pasar_fix/node_modules/.bun/react-stately@3.48.0+d86b59289c1a13ae/node_modules/react-stately/dist/exports/index.mjs.map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D:/pasar_fix/node_modules/.bun/react-stately@3.48.0+d86b59289c1a13ae/node_modules/react-stately/dist/exports/Item.cjs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D:/pasar_fix/node_modules/.bun/react-stately@3.48.0+d86b59289c1a13ae/node_modules/react-stately/dist/exports/Item.cjs.map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D:/pasar_fix/node_modules/.bun/react-stately@3.48.0+d86b59289c1a13ae/node_modules/react-stately/dist/exports/Item.js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D:/pasar_fix/node_modules/.bun/react-stately@3.48.0+d86b59289c1a13ae/node_modules/react-stately/dist/exports/Item.js.map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D:/pasar_fix/node_modules/.bun/react-stately@3.48.0+d86b59289c1a13ae/node_modules/react-stately/dist/exports/Item.mjs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D:/pasar_fix/node_modules/.bun/react-stately@3.48.0+d86b59289c1a13ae/node_modules/react-stately/dist/exports/Item.mjs.map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D:/pasar_fix/node_modules/.bun/react-stately@3.48.0+d86b59289c1a13ae/node_modules/react-stately/dist/exports/Section.cjs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D:/pasar_fix/node_modules/.bun/react-stately@3.48.0+d86b59289c1a13ae/node_modules/react-stately/dist/exports/Section.cjs.map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D:/pasar_fix/node_modules/.bun/react-stately@3.48.0+d86b59289c1a13ae/node_modules/react-stately/dist/exports/Section.js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D:/pasar_fix/node_modules/.bun/react-stately@3.48.0+d86b59289c1a13ae/node_modules/react-stately/dist/exports/Section.js.map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D:/pasar_fix/node_modules/.bun/react-stately@3.48.0+d86b59289c1a13ae/node_modules/react-stately/dist/exports/Section.mjs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D:/pasar_fix/node_modules/.bun/react-stately@3.48.0+d86b59289c1a13ae/node_modules/react-stately/dist/exports/Section.mjs.map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D:/pasar_fix/node_modules/.bun/react-stately@3.48.0+d86b59289c1a13ae/node_modules/react-stately/dist/exports/useAsyncList.cjs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D:/pasar_fix/node_modules/.bun/react-stately@3.48.0+d86b59289c1a13ae/node_modules/react-stately/dist/exports/useAsyncList.cjs.map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D:/pasar_fix/node_modules/.bun/react-stately@3.48.0+d86b59289c1a13ae/node_modules/react-stately/dist/exports/useAsyncList.js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D:/pasar_fix/node_modules/.bun/react-stately@3.48.0+d86b59289c1a13ae/node_modules/react-stately/dist/exports/useAsyncList.js.map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D:/pasar_fix/node_modules/.bun/react-stately@3.48.0+d86b59289c1a13ae/node_modules/react-stately/dist/exports/useAsyncList.mjs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D:/pasar_fix/node_modules/.bun/react-stately@3.48.0+d86b59289c1a13ae/node_modules/react-stately/dist/exports/useAsyncList.mjs.map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D:/pasar_fix/node_modules/.bun/react-stately@3.48.0+d86b59289c1a13ae/node_modules/react-stately/dist/exports/useCalendarState.cjs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D:/pasar_fix/node_modules/.bun/react-stately@3.48.0+d86b59289c1a13ae/node_modules/react-stately/dist/exports/useCalendarState.cjs.map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D:/pasar_fix/node_modules/.bun/react-stately@3.48.0+d86b59289c1a13ae/node_modules/react-stately/dist/exports/useCalendarState.js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D:/pasar_fix/node_modules/.bun/react-stately@3.48.0+d86b59289c1a13ae/node_modules/react-stately/dist/exports/useCalendarState.js.map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D:/pasar_fix/node_modules/.bun/react-stately@3.48.0+d86b59289c1a13ae/node_modules/react-stately/dist/exports/useCalendarState.mjs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D:/pasar_fix/node_modules/.bun/react-stately@3.48.0+d86b59289c1a13ae/node_modules/react-stately/dist/exports/useCalendarState.mjs.map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D:/pasar_fix/node_modules/.bun/react-stately@3.48.0+d86b59289c1a13ae/node_modules/react-stately/dist/exports/useCheckboxGroupState.cjs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D:/pasar_fix/node_modules/.bun/react-stately@3.48.0+d86b59289c1a13ae/node_modules/react-stately/dist/exports/useCheckboxGroupState.cjs.map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D:/pasar_fix/node_modules/.bun/react-stately@3.48.0+d86b59289c1a13ae/node_modules/react-stately/dist/exports/useCheckboxGroupState.js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D:/pasar_fix/node_modules/.bun/react-stately@3.48.0+d86b59289c1a13ae/node_modules/react-stately/dist/exports/useCheckboxGroupState.js.map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D:/pasar_fix/node_modules/.bun/react-stately@3.48.0+d86b59289c1a13ae/node_modules/react-stately/dist/exports/useCheckboxGroupState.mjs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D:/pasar_fix/node_modules/.bun/react-stately@3.48.0+d86b59289c1a13ae/node_modules/react-stately/dist/exports/useCheckboxGroupState.mjs.map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D:/pasar_fix/node_modules/.bun/react-stately@3.48.0+d86b59289c1a13ae/node_modules/react-stately/dist/exports/useColorAreaState.cjs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D:/pasar_fix/node_modules/.bun/react-stately@3.48.0+d86b59289c1a13ae/node_modules/react-stately/dist/exports/useColorAreaState.cjs.map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D:/pasar_fix/node_modules/.bun/react-stately@3.48.0+d86b59289c1a13ae/node_modules/react-stately/dist/exports/useColorAreaState.js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D:/pasar_fix/node_modules/.bun/react-stately@3.48.0+d86b59289c1a13ae/node_modules/react-stately/dist/exports/useColorAreaState.js.map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D:/pasar_fix/node_modules/.bun/react-stately@3.48.0+d86b59289c1a13ae/node_modules/react-stately/dist/exports/useColorAreaState.mjs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D:/pasar_fix/node_modules/.bun/react-stately@3.48.0+d86b59289c1a13ae/node_modules/react-stately/dist/exports/useColorAreaState.mjs.map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D:/pasar_fix/node_modules/.bun/react-stately@3.48.0+d86b59289c1a13ae/node_modules/react-stately/dist/exports/useColorFieldState.cjs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D:/pasar_fix/node_modules/.bun/react-stately@3.48.0+d86b59289c1a13ae/node_modules/react-stately/dist/exports/useColorFieldState.cjs.map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D:/pasar_fix/node_modules/.bun/react-stately@3.48.0+d86b59289c1a13ae/node_modules/react-stately/dist/exports/useColorFieldState.js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D:/pasar_fix/node_modules/.bun/react-stately@3.48.0+d86b59289c1a13ae/node_modules/react-stately/dist/exports/useColorFieldState.js.map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D:/pasar_fix/node_modules/.bun/react-stately@3.48.0+d86b59289c1a13ae/node_modules/react-stately/dist/exports/useColorFieldState.mjs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D:/pasar_fix/node_modules/.bun/react-stately@3.48.0+d86b59289c1a13ae/node_modules/react-stately/dist/exports/useColorFieldState.mjs.map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D:/pasar_fix/node_modules/.bun/react-stately@3.48.0+d86b59289c1a13ae/node_modules/react-stately/dist/exports/useColorPickerState.cjs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D:/pasar_fix/node_modules/.bun/react-stately@3.48.0+d86b59289c1a13ae/node_modules/react-stately/dist/exports/useColorPickerState.cjs.map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D:/pasar_fix/node_modules/.bun/react-stately@3.48.0+d86b59289c1a13ae/node_modules/react-stately/dist/exports/useColorPickerState.js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D:/pasar_fix/node_modules/.bun/react-stately@3.48.0+d86b59289c1a13ae/node_modules/react-stately/dist/exports/useColorPickerState.js.map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D:/pasar_fix/node_modules/.bun/react-stately@3.48.0+d86b59289c1a13ae/node_modules/react-stately/dist/exports/useColorPickerState.mjs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D:/pasar_fix/node_modules/.bun/react-stately@3.48.0+d86b59289c1a13ae/node_modules/react-stately/dist/exports/useColorPickerState.mjs.map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D:/pasar_fix/node_modules/.bun/react-stately@3.48.0+d86b59289c1a13ae/node_modules/react-stately/dist/exports/useColorSliderState.cjs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D:/pasar_fix/node_modules/.bun/react-stately@3.48.0+d86b59289c1a13ae/node_modules/react-stately/dist/exports/useColorSliderState.cjs.map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D:/pasar_fix/node_modules/.bun/react-stately@3.48.0+d86b59289c1a13ae/node_modules/react-stately/dist/exports/useColorSliderState.js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D:/pasar_fix/node_modules/.bun/react-stately@3.48.0+d86b59289c1a13ae/node_modules/react-stately/dist/exports/useColorSliderState.js.map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D:/pasar_fix/node_modules/.bun/react-stately@3.48.0+d86b59289c1a13ae/node_modules/react-stately/dist/exports/useColorSliderState.mjs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D:/pasar_fix/node_modules/.bun/react-stately@3.48.0+d86b59289c1a13ae/node_modules/react-stately/dist/exports/useColorSliderState.mjs.map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D:/pasar_fix/node_modules/.bun/react-stately@3.48.0+d86b59289c1a13ae/node_modules/react-stately/dist/exports/useColorWheelState.cjs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D:/pasar_fix/node_modules/.bun/react-stately@3.48.0+d86b59289c1a13ae/node_modules/react-stately/dist/exports/useColorWheelState.cjs.map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D:/pasar_fix/node_modules/.bun/react-stately@3.48.0+d86b59289c1a13ae/node_modules/react-stately/dist/exports/useColorWheelState.js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D:/pasar_fix/node_modules/.bun/react-stately@3.48.0+d86b59289c1a13ae/node_modules/react-stately/dist/exports/useColorWheelState.js.map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D:/pasar_fix/node_modules/.bun/react-stately@3.48.0+d86b59289c1a13ae/node_modules/react-stately/dist/exports/useColorWheelState.mjs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D:/pasar_fix/node_modules/.bun/react-stately@3.48.0+d86b59289c1a13ae/node_modules/react-stately/dist/exports/useColorWheelState.mjs.map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D:/pasar_fix/node_modules/.bun/react-stately@3.48.0+d86b59289c1a13ae/node_modules/react-stately/dist/exports/useComboBoxState.cjs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D:/pasar_fix/node_modules/.bun/react-stately@3.48.0+d86b59289c1a13ae/node_modules/react-stately/dist/exports/useComboBoxState.cjs.map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D:/pasar_fix/node_modules/.bun/react-stately@3.48.0+d86b59289c1a13ae/node_modules/react-stately/dist/exports/useComboBoxState.js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D:/pasar_fix/node_modules/.bun/react-stately@3.48.0+d86b59289c1a13ae/node_modules/react-stately/dist/exports/useComboBoxState.js.map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D:/pasar_fix/node_modules/.bun/react-stately@3.48.0+d86b59289c1a13ae/node_modules/react-stately/dist/exports/useComboBoxState.mjs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D:/pasar_fix/node_modules/.bun/react-stately@3.48.0+d86b59289c1a13ae/node_modules/react-stately/dist/exports/useComboBoxState.mjs.map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D:/pasar_fix/node_modules/.bun/react-stately@3.48.0+d86b59289c1a13ae/node_modules/react-stately/dist/exports/useControlledState.cjs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D:/pasar_fix/node_modules/.bun/react-stately@3.48.0+d86b59289c1a13ae/node_modules/react-stately/dist/exports/useControlledState.cjs.map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D:/pasar_fix/node_modules/.bun/react-stately@3.48.0+d86b59289c1a13ae/node_modules/react-stately/dist/exports/useControlledState.js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D:/pasar_fix/node_modules/.bun/react-stately@3.48.0+d86b59289c1a13ae/node_modules/react-stately/dist/exports/useControlledState.js.map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D:/pasar_fix/node_modules/.bun/react-stately@3.48.0+d86b59289c1a13ae/node_modules/react-stately/dist/exports/useControlledState.mjs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D:/pasar_fix/node_modules/.bun/react-stately@3.48.0+d86b59289c1a13ae/node_modules/react-stately/dist/exports/useControlledState.mjs.map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D:/pasar_fix/node_modules/.bun/react-stately@3.48.0+d86b59289c1a13ae/node_modules/react-stately/dist/exports/useDateFieldState.cjs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D:/pasar_fix/node_modules/.bun/react-stately@3.48.0+d86b59289c1a13ae/node_modules/react-stately/dist/exports/useDateFieldState.cjs.map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D:/pasar_fix/node_modules/.bun/react-stately@3.48.0+d86b59289c1a13ae/node_modules/react-stately/dist/exports/useDateFieldState.js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D:/pasar_fix/node_modules/.bun/react-stately@3.48.0+d86b59289c1a13ae/node_modules/react-stately/dist/exports/useDateFieldState.js.map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D:/pasar_fix/node_modules/.bun/react-stately@3.48.0+d86b59289c1a13ae/node_modules/react-stately/dist/exports/useDateFieldState.mjs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D:/pasar_fix/node_modules/.bun/react-stately@3.48.0+d86b59289c1a13ae/node_modules/react-stately/dist/exports/useDateFieldState.mjs.map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D:/pasar_fix/node_modules/.bun/react-stately@3.48.0+d86b59289c1a13ae/node_modules/react-stately/dist/exports/useDatePickerState.cjs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D:/pasar_fix/node_modules/.bun/react-stately@3.48.0+d86b59289c1a13ae/node_modules/react-stately/dist/exports/useDatePickerState.cjs.map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D:/pasar_fix/node_modules/.bun/react-stately@3.48.0+d86b59289c1a13ae/node_modules/react-stately/dist/exports/useDatePickerState.js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D:/pasar_fix/node_modules/.bun/react-stately@3.48.0+d86b59289c1a13ae/node_modules/react-stately/dist/exports/useDatePickerState.js.map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D:/pasar_fix/node_modules/.bun/react-stately@3.48.0+d86b59289c1a13ae/node_modules/react-stately/dist/exports/useDatePickerState.mjs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D:/pasar_fix/node_modules/.bun/react-stately@3.48.0+d86b59289c1a13ae/node_modules/react-stately/dist/exports/useDatePickerState.mjs.map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D:/pasar_fix/node_modules/.bun/react-stately@3.48.0+d86b59289c1a13ae/node_modules/react-stately/dist/exports/useDateRangePickerState.cjs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D:/pasar_fix/node_modules/.bun/react-stately@3.48.0+d86b59289c1a13ae/node_modules/react-stately/dist/exports/useDateRangePickerState.cjs.map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D:/pasar_fix/node_modules/.bun/react-stately@3.48.0+d86b59289c1a13ae/node_modules/react-stately/dist/exports/useDateRangePickerState.js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D:/pasar_fix/node_modules/.bun/react-stately@3.48.0+d86b59289c1a13ae/node_modules/react-stately/dist/exports/useDateRangePickerState.js.map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D:/pasar_fix/node_modules/.bun/react-stately@3.48.0+d86b59289c1a13ae/node_modules/react-stately/dist/exports/useDateRangePickerState.mjs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D:/pasar_fix/node_modules/.bun/react-stately@3.48.0+d86b59289c1a13ae/node_modules/react-stately/dist/exports/useDateRangePickerState.mjs.map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D:/pasar_fix/node_modules/.bun/react-stately@3.48.0+d86b59289c1a13ae/node_modules/react-stately/dist/exports/useDisclosureGroupState.cjs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D:/pasar_fix/node_modules/.bun/react-stately@3.48.0+d86b59289c1a13ae/node_modules/react-stately/dist/exports/useDisclosureGroupState.cjs.map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D:/pasar_fix/node_modules/.bun/react-stately@3.48.0+d86b59289c1a13ae/node_modules/react-stately/dist/exports/useDisclosureGroupState.js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D:/pasar_fix/node_modules/.bun/react-stately@3.48.0+d86b59289c1a13ae/node_modules/react-stately/dist/exports/useDisclosureGroupState.js.map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D:/pasar_fix/node_modules/.bun/react-stately@3.48.0+d86b59289c1a13ae/node_modules/react-stately/dist/exports/useDisclosureGroupState.mjs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D:/pasar_fix/node_modules/.bun/react-stately@3.48.0+d86b59289c1a13ae/node_modules/react-stately/dist/exports/useDisclosureGroupState.mjs.map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D:/pasar_fix/node_modules/.bun/react-stately@3.48.0+d86b59289c1a13ae/node_modules/react-stately/dist/exports/useDisclosureState.cjs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D:/pasar_fix/node_modules/.bun/react-stately@3.48.0+d86b59289c1a13ae/node_modules/react-stately/dist/exports/useDisclosureState.cjs.map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D:/pasar_fix/node_modules/.bun/react-stately@3.48.0+d86b59289c1a13ae/node_modules/react-stately/dist/exports/useDisclosureState.js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D:/pasar_fix/node_modules/.bun/react-stately@3.48.0+d86b59289c1a13ae/node_modules/react-stately/dist/exports/useDisclosureState.js.map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D:/pasar_fix/node_modules/.bun/react-stately@3.48.0+d86b59289c1a13ae/node_modules/react-stately/dist/exports/useDisclosureState.mjs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D:/pasar_fix/node_modules/.bun/react-stately@3.48.0+d86b59289c1a13ae/node_modules/react-stately/dist/exports/useDisclosureState.mjs.map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D:/pasar_fix/node_modules/.bun/react-stately@3.48.0+d86b59289c1a13ae/node_modules/react-stately/dist/exports/useDraggableCollectionState.cjs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D:/pasar_fix/node_modules/.bun/react-stately@3.48.0+d86b59289c1a13ae/node_modules/react-stately/dist/exports/useDraggableCollectionState.cjs.map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D:/pasar_fix/node_modules/.bun/react-stately@3.48.0+d86b59289c1a13ae/node_modules/react-stately/dist/exports/useDraggableCollectionState.js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D:/pasar_fix/node_modules/.bun/react-stately@3.48.0+d86b59289c1a13ae/node_modules/react-stately/dist/exports/useDraggableCollectionState.js.map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D:/pasar_fix/node_modules/.bun/react-stately@3.48.0+d86b59289c1a13ae/node_modules/react-stately/dist/exports/useDraggableCollectionState.mjs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D:/pasar_fix/node_modules/.bun/react-stately@3.48.0+d86b59289c1a13ae/node_modules/react-stately/dist/exports/useDraggableCollectionState.mjs.map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D:/pasar_fix/node_modules/.bun/react-stately@3.48.0+d86b59289c1a13ae/node_modules/react-stately/dist/exports/useDroppableCollectionState.cjs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D:/pasar_fix/node_modules/.bun/react-stately@3.48.0+d86b59289c1a13ae/node_modules/react-stately/dist/exports/useDroppableCollectionState.cjs.map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D:/pasar_fix/node_modules/.bun/react-stately@3.48.0+d86b59289c1a13ae/node_modules/react-stately/dist/exports/useDroppableCollectionState.js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D:/pasar_fix/node_modules/.bun/react-stately@3.48.0+d86b59289c1a13ae/node_modules/react-stately/dist/exports/useDroppableCollectionState.js.map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D:/pasar_fix/node_modules/.bun/react-stately@3.48.0+d86b59289c1a13ae/node_modules/react-stately/dist/exports/useDroppableCollectionState.mjs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D:/pasar_fix/node_modules/.bun/react-stately@3.48.0+d86b59289c1a13ae/node_modules/react-stately/dist/exports/useDroppableCollectionState.mjs.map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D:/pasar_fix/node_modules/.bun/react-stately@3.48.0+d86b59289c1a13ae/node_modules/react-stately/dist/exports/useListData.cjs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D:/pasar_fix/node_modules/.bun/react-stately@3.48.0+d86b59289c1a13ae/node_modules/react-stately/dist/exports/useListData.cjs.map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D:/pasar_fix/node_modules/.bun/react-stately@3.48.0+d86b59289c1a13ae/node_modules/react-stately/dist/exports/useListData.js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D:/pasar_fix/node_modules/.bun/react-stately@3.48.0+d86b59289c1a13ae/node_modules/react-stately/dist/exports/useListData.js.map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D:/pasar_fix/node_modules/.bun/react-stately@3.48.0+d86b59289c1a13ae/node_modules/react-stately/dist/exports/useListData.mjs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D:/pasar_fix/node_modules/.bun/react-stately@3.48.0+d86b59289c1a13ae/node_modules/react-stately/dist/exports/useListData.mjs.map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D:/pasar_fix/node_modules/.bun/react-stately@3.48.0+d86b59289c1a13ae/node_modules/react-stately/dist/exports/useListState.cjs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D:/pasar_fix/node_modules/.bun/react-stately@3.48.0+d86b59289c1a13ae/node_modules/react-stately/dist/exports/useListState.cjs.map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D:/pasar_fix/node_modules/.bun/react-stately@3.48.0+d86b59289c1a13ae/node_modules/react-stately/dist/exports/useListState.js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D:/pasar_fix/node_modules/.bun/react-stately@3.48.0+d86b59289c1a13ae/node_modules/react-stately/dist/exports/useListState.js.map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D:/pasar_fix/node_modules/.bun/react-stately@3.48.0+d86b59289c1a13ae/node_modules/react-stately/dist/exports/useListState.mjs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D:/pasar_fix/node_modules/.bun/react-stately@3.48.0+d86b59289c1a13ae/node_modules/react-stately/dist/exports/useListState.mjs.map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D:/pasar_fix/node_modules/.bun/react-stately@3.48.0+d86b59289c1a13ae/node_modules/react-stately/dist/exports/useMenuTriggerState.cjs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D:/pasar_fix/node_modules/.bun/react-stately@3.48.0+d86b59289c1a13ae/node_modules/react-stately/dist/exports/useMenuTriggerState.cjs.map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D:/pasar_fix/node_modules/.bun/react-stately@3.48.0+d86b59289c1a13ae/node_modules/react-stately/dist/exports/useMenuTriggerState.js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D:/pasar_fix/node_modules/.bun/react-stately@3.48.0+d86b59289c1a13ae/node_modules/react-stately/dist/exports/useMenuTriggerState.js.map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D:/pasar_fix/node_modules/.bun/react-stately@3.48.0+d86b59289c1a13ae/node_modules/react-stately/dist/exports/useMenuTriggerState.mjs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D:/pasar_fix/node_modules/.bun/react-stately@3.48.0+d86b59289c1a13ae/node_modules/react-stately/dist/exports/useMenuTriggerState.mjs.map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D:/pasar_fix/node_modules/.bun/react-stately@3.48.0+d86b59289c1a13ae/node_modules/react-stately/dist/exports/useMultipleSelectionState.cjs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D:/pasar_fix/node_modules/.bun/react-stately@3.48.0+d86b59289c1a13ae/node_modules/react-stately/dist/exports/useMultipleSelectionState.cjs.map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D:/pasar_fix/node_modules/.bun/react-stately@3.48.0+d86b59289c1a13ae/node_modules/react-stately/dist/exports/useMultipleSelectionState.js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D:/pasar_fix/node_modules/.bun/react-stately@3.48.0+d86b59289c1a13ae/node_modules/react-stately/dist/exports/useMultipleSelectionState.js.map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D:/pasar_fix/node_modules/.bun/react-stately@3.48.0+d86b59289c1a13ae/node_modules/react-stately/dist/exports/useMultipleSelectionState.mjs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D:/pasar_fix/node_modules/.bun/react-stately@3.48.0+d86b59289c1a13ae/node_modules/react-stately/dist/exports/useMultipleSelectionState.mjs.map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D:/pasar_fix/node_modules/.bun/react-stately@3.48.0+d86b59289c1a13ae/node_modules/react-stately/dist/exports/useNumberFieldState.cjs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D:/pasar_fix/node_modules/.bun/react-stately@3.48.0+d86b59289c1a13ae/node_modules/react-stately/dist/exports/useNumberFieldState.cjs.map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D:/pasar_fix/node_modules/.bun/react-stately@3.48.0+d86b59289c1a13ae/node_modules/react-stately/dist/exports/useNumberFieldState.js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D:/pasar_fix/node_modules/.bun/react-stately@3.48.0+d86b59289c1a13ae/node_modules/react-stately/dist/exports/useNumberFieldState.js.map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D:/pasar_fix/node_modules/.bun/react-stately@3.48.0+d86b59289c1a13ae/node_modules/react-stately/dist/exports/useNumberFieldState.mjs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D:/pasar_fix/node_modules/.bun/react-stately@3.48.0+d86b59289c1a13ae/node_modules/react-stately/dist/exports/useNumberFieldState.mjs.map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D:/pasar_fix/node_modules/.bun/react-stately@3.48.0+d86b59289c1a13ae/node_modules/react-stately/dist/exports/useOverlayTriggerState.cjs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D:/pasar_fix/node_modules/.bun/react-stately@3.48.0+d86b59289c1a13ae/node_modules/react-stately/dist/exports/useOverlayTriggerState.cjs.map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D:/pasar_fix/node_modules/.bun/react-stately@3.48.0+d86b59289c1a13ae/node_modules/react-stately/dist/exports/useOverlayTriggerState.js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D:/pasar_fix/node_modules/.bun/react-stately@3.48.0+d86b59289c1a13ae/node_modules/react-stately/dist/exports/useOverlayTriggerState.js.map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D:/pasar_fix/node_modules/.bun/react-stately@3.48.0+d86b59289c1a13ae/node_modules/react-stately/dist/exports/useOverlayTriggerState.mjs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D:/pasar_fix/node_modules/.bun/react-stately@3.48.0+d86b59289c1a13ae/node_modules/react-stately/dist/exports/useOverlayTriggerState.mjs.map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D:/pasar_fix/node_modules/.bun/react-stately@3.48.0+d86b59289c1a13ae/node_modules/react-stately/dist/exports/useRadioGroupState.cjs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D:/pasar_fix/node_modules/.bun/react-stately@3.48.0+d86b59289c1a13ae/node_modules/react-stately/dist/exports/useRadioGroupState.cjs.map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D:/pasar_fix/node_modules/.bun/react-stately@3.48.0+d86b59289c1a13ae/node_modules/react-stately/dist/exports/useRadioGroupState.js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D:/pasar_fix/node_modules/.bun/react-stately@3.48.0+d86b59289c1a13ae/node_modules/react-stately/dist/exports/useRadioGroupState.js.map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D:/pasar_fix/node_modules/.bun/react-stately@3.48.0+d86b59289c1a13ae/node_modules/react-stately/dist/exports/useRadioGroupState.mjs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D:/pasar_fix/node_modules/.bun/react-stately@3.48.0+d86b59289c1a13ae/node_modules/react-stately/dist/exports/useRadioGroupState.mjs.map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D:/pasar_fix/node_modules/.bun/react-stately@3.48.0+d86b59289c1a13ae/node_modules/react-stately/dist/exports/useRangeCalendarState.cjs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D:/pasar_fix/node_modules/.bun/react-stately@3.48.0+d86b59289c1a13ae/node_modules/react-stately/dist/exports/useRangeCalendarState.cjs.map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D:/pasar_fix/node_modules/.bun/react-stately@3.48.0+d86b59289c1a13ae/node_modules/react-stately/dist/exports/useRangeCalendarState.js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D:/pasar_fix/node_modules/.bun/react-stately@3.48.0+d86b59289c1a13ae/node_modules/react-stately/dist/exports/useRangeCalendarState.js.map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D:/pasar_fix/node_modules/.bun/react-stately@3.48.0+d86b59289c1a13ae/node_modules/react-stately/dist/exports/useRangeCalendarState.mjs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D:/pasar_fix/node_modules/.bun/react-stately@3.48.0+d86b59289c1a13ae/node_modules/react-stately/dist/exports/useRangeCalendarState.mjs.map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D:/pasar_fix/node_modules/.bun/react-stately@3.48.0+d86b59289c1a13ae/node_modules/react-stately/dist/exports/useSearchFieldState.cjs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D:/pasar_fix/node_modules/.bun/react-stately@3.48.0+d86b59289c1a13ae/node_modules/react-stately/dist/exports/useSearchFieldState.cjs.map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D:/pasar_fix/node_modules/.bun/react-stately@3.48.0+d86b59289c1a13ae/node_modules/react-stately/dist/exports/useSearchFieldState.js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D:/pasar_fix/node_modules/.bun/react-stately@3.48.0+d86b59289c1a13ae/node_modules/react-stately/dist/exports/useSearchFieldState.js.map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D:/pasar_fix/node_modules/.bun/react-stately@3.48.0+d86b59289c1a13ae/node_modules/react-stately/dist/exports/useSearchFieldState.mjs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D:/pasar_fix/node_modules/.bun/react-stately@3.48.0+d86b59289c1a13ae/node_modules/react-stately/dist/exports/useSearchFieldState.mjs.map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D:/pasar_fix/node_modules/.bun/react-stately@3.48.0+d86b59289c1a13ae/node_modules/react-stately/dist/exports/useSelectState.cjs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D:/pasar_fix/node_modules/.bun/react-stately@3.48.0+d86b59289c1a13ae/node_modules/react-stately/dist/exports/useSelectState.cjs.map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D:/pasar_fix/node_modules/.bun/react-stately@3.48.0+d86b59289c1a13ae/node_modules/react-stately/dist/exports/useSelectState.js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D:/pasar_fix/node_modules/.bun/react-stately@3.48.0+d86b59289c1a13ae/node_modules/react-stately/dist/exports/useSelectState.js.map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D:/pasar_fix/node_modules/.bun/react-stately@3.48.0+d86b59289c1a13ae/node_modules/react-stately/dist/exports/useSelectState.mjs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D:/pasar_fix/node_modules/.bun/react-stately@3.48.0+d86b59289c1a13ae/node_modules/react-stately/dist/exports/useSelectState.mjs.map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D:/pasar_fix/node_modules/.bun/react-stately@3.48.0+d86b59289c1a13ae/node_modules/react-stately/dist/exports/useSingleSelectListState.cjs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D:/pasar_fix/node_modules/.bun/react-stately@3.48.0+d86b59289c1a13ae/node_modules/react-stately/dist/exports/useSingleSelectListState.cjs.map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D:/pasar_fix/node_modules/.bun/react-stately@3.48.0+d86b59289c1a13ae/node_modules/react-stately/dist/exports/useSingleSelectListState.js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D:/pasar_fix/node_modules/.bun/react-stately@3.48.0+d86b59289c1a13ae/node_modules/react-stately/dist/exports/useSingleSelectListState.js.map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D:/pasar_fix/node_modules/.bun/react-stately@3.48.0+d86b59289c1a13ae/node_modules/react-stately/dist/exports/useSingleSelectListState.mjs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D:/pasar_fix/node_modules/.bun/react-stately@3.48.0+d86b59289c1a13ae/node_modules/react-stately/dist/exports/useSingleSelectListState.mjs.map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D:/pasar_fix/node_modules/.bun/react-stately@3.48.0+d86b59289c1a13ae/node_modules/react-stately/dist/exports/useSliderState.cjs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D:/pasar_fix/node_modules/.bun/react-stately@3.48.0+d86b59289c1a13ae/node_modules/react-stately/dist/exports/useSliderState.cjs.map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D:/pasar_fix/node_modules/.bun/react-stately@3.48.0+d86b59289c1a13ae/node_modules/react-stately/dist/exports/useSliderState.js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D:/pasar_fix/node_modules/.bun/react-stately@3.48.0+d86b59289c1a13ae/node_modules/react-stately/dist/exports/useSliderState.js.map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D:/pasar_fix/node_modules/.bun/react-stately@3.48.0+d86b59289c1a13ae/node_modules/react-stately/dist/exports/useSliderState.mjs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D:/pasar_fix/node_modules/.bun/react-stately@3.48.0+d86b59289c1a13ae/node_modules/react-stately/dist/exports/useSliderState.mjs.map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D:/pasar_fix/node_modules/.bun/react-stately@3.48.0+d86b59289c1a13ae/node_modules/react-stately/dist/exports/useTableState.cjs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D:/pasar_fix/node_modules/.bun/react-stately@3.48.0+d86b59289c1a13ae/node_modules/react-stately/dist/exports/useTableState.cjs.map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D:/pasar_fix/node_modules/.bun/react-stately@3.48.0+d86b59289c1a13ae/node_modules/react-stately/dist/exports/useTableState.js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D:/pasar_fix/node_modules/.bun/react-stately@3.48.0+d86b59289c1a13ae/node_modules/react-stately/dist/exports/useTableState.js.map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D:/pasar_fix/node_modules/.bun/react-stately@3.48.0+d86b59289c1a13ae/node_modules/react-stately/dist/exports/useTableState.mjs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D:/pasar_fix/node_modules/.bun/react-stately@3.48.0+d86b59289c1a13ae/node_modules/react-stately/dist/exports/useTableState.mjs.map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D:/pasar_fix/node_modules/.bun/react-stately@3.48.0+d86b59289c1a13ae/node_modules/react-stately/dist/exports/useTabListState.cjs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D:/pasar_fix/node_modules/.bun/react-stately@3.48.0+d86b59289c1a13ae/node_modules/react-stately/dist/exports/useTabListState.cjs.map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D:/pasar_fix/node_modules/.bun/react-stately@3.48.0+d86b59289c1a13ae/node_modules/react-stately/dist/exports/useTabListState.js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D:/pasar_fix/node_modules/.bun/react-stately@3.48.0+d86b59289c1a13ae/node_modules/react-stately/dist/exports/useTabListState.js.map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D:/pasar_fix/node_modules/.bun/react-stately@3.48.0+d86b59289c1a13ae/node_modules/react-stately/dist/exports/useTabListState.mjs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D:/pasar_fix/node_modules/.bun/react-stately@3.48.0+d86b59289c1a13ae/node_modules/react-stately/dist/exports/useTabListState.mjs.map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D:/pasar_fix/node_modules/.bun/react-stately@3.48.0+d86b59289c1a13ae/node_modules/react-stately/dist/exports/useTimeFieldState.cjs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D:/pasar_fix/node_modules/.bun/react-stately@3.48.0+d86b59289c1a13ae/node_modules/react-stately/dist/exports/useTimeFieldState.cjs.map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D:/pasar_fix/node_modules/.bun/react-stately@3.48.0+d86b59289c1a13ae/node_modules/react-stately/dist/exports/useTimeFieldState.js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D:/pasar_fix/node_modules/.bun/react-stately@3.48.0+d86b59289c1a13ae/node_modules/react-stately/dist/exports/useTimeFieldState.js.map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D:/pasar_fix/node_modules/.bun/react-stately@3.48.0+d86b59289c1a13ae/node_modules/react-stately/dist/exports/useTimeFieldState.mjs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D:/pasar_fix/node_modules/.bun/react-stately@3.48.0+d86b59289c1a13ae/node_modules/react-stately/dist/exports/useTimeFieldState.mjs.map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D:/pasar_fix/node_modules/.bun/react-stately@3.48.0+d86b59289c1a13ae/node_modules/react-stately/dist/exports/useToastState.cjs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D:/pasar_fix/node_modules/.bun/react-stately@3.48.0+d86b59289c1a13ae/node_modules/react-stately/dist/exports/useToastState.cjs.map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D:/pasar_fix/node_modules/.bun/react-stately@3.48.0+d86b59289c1a13ae/node_modules/react-stately/dist/exports/useToastState.js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D:/pasar_fix/node_modules/.bun/react-stately@3.48.0+d86b59289c1a13ae/node_modules/react-stately/dist/exports/useToastState.js.map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D:/pasar_fix/node_modules/.bun/react-stately@3.48.0+d86b59289c1a13ae/node_modules/react-stately/dist/exports/useToastState.mjs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D:/pasar_fix/node_modules/.bun/react-stately@3.48.0+d86b59289c1a13ae/node_modules/react-stately/dist/exports/useToastState.mjs.map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D:/pasar_fix/node_modules/.bun/react-stately@3.48.0+d86b59289c1a13ae/node_modules/react-stately/dist/exports/useToggleGroupState.cjs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D:/pasar_fix/node_modules/.bun/react-stately@3.48.0+d86b59289c1a13ae/node_modules/react-stately/dist/exports/useToggleGroupState.cjs.map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D:/pasar_fix/node_modules/.bun/react-stately@3.48.0+d86b59289c1a13ae/node_modules/react-stately/dist/exports/useToggleGroupState.js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D:/pasar_fix/node_modules/.bun/react-stately@3.48.0+d86b59289c1a13ae/node_modules/react-stately/dist/exports/useToggleGroupState.js.map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D:/pasar_fix/node_modules/.bun/react-stately@3.48.0+d86b59289c1a13ae/node_modules/react-stately/dist/exports/useToggleGroupState.mjs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D:/pasar_fix/node_modules/.bun/react-stately@3.48.0+d86b59289c1a13ae/node_modules/react-stately/dist/exports/useToggleGroupState.mjs.map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D:/pasar_fix/node_modules/.bun/react-stately@3.48.0+d86b59289c1a13ae/node_modules/react-stately/dist/exports/useToggleState.cjs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D:/pasar_fix/node_modules/.bun/react-stately@3.48.0+d86b59289c1a13ae/node_modules/react-stately/dist/exports/useToggleState.cjs.map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D:/pasar_fix/node_modules/.bun/react-stately@3.48.0+d86b59289c1a13ae/node_modules/react-stately/dist/exports/useToggleState.js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D:/pasar_fix/node_modules/.bun/react-stately@3.48.0+d86b59289c1a13ae/node_modules/react-stately/dist/exports/useToggleState.js.map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D:/pasar_fix/node_modules/.bun/react-stately@3.48.0+d86b59289c1a13ae/node_modules/react-stately/dist/exports/useToggleState.mjs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D:/pasar_fix/node_modules/.bun/react-stately@3.48.0+d86b59289c1a13ae/node_modules/react-stately/dist/exports/useToggleState.mjs.map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D:/pasar_fix/node_modules/.bun/react-stately@3.48.0+d86b59289c1a13ae/node_modules/react-stately/dist/exports/useTooltipTriggerState.cjs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D:/pasar_fix/node_modules/.bun/react-stately@3.48.0+d86b59289c1a13ae/node_modules/react-stately/dist/exports/useTooltipTriggerState.cjs.map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D:/pasar_fix/node_modules/.bun/react-stately@3.48.0+d86b59289c1a13ae/node_modules/react-stately/dist/exports/useTooltipTriggerState.js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D:/pasar_fix/node_modules/.bun/react-stately@3.48.0+d86b59289c1a13ae/node_modules/react-stately/dist/exports/useTooltipTriggerState.js.map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D:/pasar_fix/node_modules/.bun/react-stately@3.48.0+d86b59289c1a13ae/node_modules/react-stately/dist/exports/useTooltipTriggerState.mjs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D:/pasar_fix/node_modules/.bun/react-stately@3.48.0+d86b59289c1a13ae/node_modules/react-stately/dist/exports/useTooltipTriggerState.mjs.map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D:/pasar_fix/node_modules/.bun/react-stately@3.48.0+d86b59289c1a13ae/node_modules/react-stately/dist/exports/useTreeData.cjs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D:/pasar_fix/node_modules/.bun/react-stately@3.48.0+d86b59289c1a13ae/node_modules/react-stately/dist/exports/useTreeData.cjs.map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D:/pasar_fix/node_modules/.bun/react-stately@3.48.0+d86b59289c1a13ae/node_modules/react-stately/dist/exports/useTreeData.js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D:/pasar_fix/node_modules/.bun/react-stately@3.48.0+d86b59289c1a13ae/node_modules/react-stately/dist/exports/useTreeData.js.map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D:/pasar_fix/node_modules/.bun/react-stately@3.48.0+d86b59289c1a13ae/node_modules/react-stately/dist/exports/useTreeData.mjs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D:/pasar_fix/node_modules/.bun/react-stately@3.48.0+d86b59289c1a13ae/node_modules/react-stately/dist/exports/useTreeData.mjs.map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D:/pasar_fix/node_modules/.bun/react-stately@3.48.0+d86b59289c1a13ae/node_modules/react-stately/dist/exports/useTreeState.cjs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D:/pasar_fix/node_modules/.bun/react-stately@3.48.0+d86b59289c1a13ae/node_modules/react-stately/dist/exports/useTreeState.cjs.map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D:/pasar_fix/node_modules/.bun/react-stately@3.48.0+d86b59289c1a13ae/node_modules/react-stately/dist/exports/useTreeState.js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D:/pasar_fix/node_modules/.bun/react-stately@3.48.0+d86b59289c1a13ae/node_modules/react-stately/dist/exports/useTreeState.js.map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D:/pasar_fix/node_modules/.bun/react-stately@3.48.0+d86b59289c1a13ae/node_modules/react-stately/dist/exports/useTreeState.mjs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D:/pasar_fix/node_modules/.bun/react-stately@3.48.0+d86b59289c1a13ae/node_modules/react-stately/dist/exports/useTreeState.mjs.map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D:/pasar_fix/node_modules/.bun/react-stately@3.48.0+d86b59289c1a13ae/node_modules/react-stately/dist/exports/useVirtualizerState.cjs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D:/pasar_fix/node_modules/.bun/react-stately@3.48.0+d86b59289c1a13ae/node_modules/react-stately/dist/exports/useVirtualizerState.cjs.map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D:/pasar_fix/node_modules/.bun/react-stately@3.48.0+d86b59289c1a13ae/node_modules/react-stately/dist/exports/useVirtualizerState.js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D:/pasar_fix/node_modules/.bun/react-stately@3.48.0+d86b59289c1a13ae/node_modules/react-stately/dist/exports/useVirtualizerState.js.map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D:/pasar_fix/node_modules/.bun/react-stately@3.48.0+d86b59289c1a13ae/node_modules/react-stately/dist/exports/useVirtualizerState.mjs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D:/pasar_fix/node_modules/.bun/react-stately@3.48.0+d86b59289c1a13ae/node_modules/react-stately/dist/exports/useVirtualizerState.mjs.map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D:/pasar_fix/node_modules/.bun/react-stately@3.48.0+d86b59289c1a13ae/node_modules/react-stately/dist/exports/private/autocomplete/useAutocompleteState.cjs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D:/pasar_fix/node_modules/.bun/react-stately@3.48.0+d86b59289c1a13ae/node_modules/react-stately/dist/exports/private/autocomplete/useAutocompleteState.cjs.map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D:/pasar_fix/node_modules/.bun/react-stately@3.48.0+d86b59289c1a13ae/node_modules/react-stately/dist/exports/private/autocomplete/useAutocompleteState.js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D:/pasar_fix/node_modules/.bun/react-stately@3.48.0+d86b59289c1a13ae/node_modules/react-stately/dist/exports/private/autocomplete/useAutocompleteState.js.map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D:/pasar_fix/node_modules/.bun/react-stately@3.48.0+d86b59289c1a13ae/node_modules/react-stately/dist/exports/private/autocomplete/useAutocompleteState.mjs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D:/pasar_fix/node_modules/.bun/react-stately@3.48.0+d86b59289c1a13ae/node_modules/react-stately/dist/exports/private/autocomplete/useAutocompleteState.mjs.map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D:/pasar_fix/node_modules/.bun/react-stately@3.48.0+d86b59289c1a13ae/node_modules/react-stately/dist/exports/private/collections/CollectionBuilder.cjs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D:/pasar_fix/node_modules/.bun/react-stately@3.48.0+d86b59289c1a13ae/node_modules/react-stately/dist/exports/private/collections/CollectionBuilder.cjs.map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D:/pasar_fix/node_modules/.bun/react-stately@3.48.0+d86b59289c1a13ae/node_modules/react-stately/dist/exports/private/collections/CollectionBuilder.js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D:/pasar_fix/node_modules/.bun/react-stately@3.48.0+d86b59289c1a13ae/node_modules/react-stately/dist/exports/private/collections/CollectionBuilder.js.map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D:/pasar_fix/node_modules/.bun/react-stately@3.48.0+d86b59289c1a13ae/node_modules/react-stately/dist/exports/private/collections/CollectionBuilder.mjs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D:/pasar_fix/node_modules/.bun/react-stately@3.48.0+d86b59289c1a13ae/node_modules/react-stately/dist/exports/private/collections/CollectionBuilder.mjs.map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D:/pasar_fix/node_modules/.bun/react-stately@3.48.0+d86b59289c1a13ae/node_modules/react-stately/dist/exports/private/collections/getChildNodes.cjs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D:/pasar_fix/node_modules/.bun/react-stately@3.48.0+d86b59289c1a13ae/node_modules/react-stately/dist/exports/private/collections/getChildNodes.cjs.map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D:/pasar_fix/node_modules/.bun/react-stately@3.48.0+d86b59289c1a13ae/node_modules/react-stately/dist/exports/private/collections/getChildNodes.js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D:/pasar_fix/node_modules/.bun/react-stately@3.48.0+d86b59289c1a13ae/node_modules/react-stately/dist/exports/private/collections/getChildNodes.js.map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D:/pasar_fix/node_modules/.bun/react-stately@3.48.0+d86b59289c1a13ae/node_modules/react-stately/dist/exports/private/collections/getChildNodes.mjs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D:/pasar_fix/node_modules/.bun/react-stately@3.48.0+d86b59289c1a13ae/node_modules/react-stately/dist/exports/private/collections/getChildNodes.mjs.map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D:/pasar_fix/node_modules/.bun/react-stately@3.48.0+d86b59289c1a13ae/node_modules/react-stately/dist/exports/private/collections/getItemCount.cjs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D:/pasar_fix/node_modules/.bun/react-stately@3.48.0+d86b59289c1a13ae/node_modules/react-stately/dist/exports/private/collections/getItemCount.cjs.map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D:/pasar_fix/node_modules/.bun/react-stately@3.48.0+d86b59289c1a13ae/node_modules/react-stately/dist/exports/private/collections/getItemCount.js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D:/pasar_fix/node_modules/.bun/react-stately@3.48.0+d86b59289c1a13ae/node_modules/react-stately/dist/exports/private/collections/getItemCount.js.map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D:/pasar_fix/node_modules/.bun/react-stately@3.48.0+d86b59289c1a13ae/node_modules/react-stately/dist/exports/private/collections/getItemCount.mjs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D:/pasar_fix/node_modules/.bun/react-stately@3.48.0+d86b59289c1a13ae/node_modules/react-stately/dist/exports/private/collections/getItemCount.mjs.map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D:/pasar_fix/node_modules/.bun/react-stately@3.48.0+d86b59289c1a13ae/node_modules/react-stately/dist/exports/private/collections/types.cjs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D:/pasar_fix/node_modules/.bun/react-stately@3.48.0+d86b59289c1a13ae/node_modules/react-stately/dist/exports/private/collections/types.cjs.map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D:/pasar_fix/node_modules/.bun/react-stately@3.48.0+d86b59289c1a13ae/node_modules/react-stately/dist/exports/private/collections/types.js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D:/pasar_fix/node_modules/.bun/react-stately@3.48.0+d86b59289c1a13ae/node_modules/react-stately/dist/exports/private/collections/types.js.map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D:/pasar_fix/node_modules/.bun/react-stately@3.48.0+d86b59289c1a13ae/node_modules/react-stately/dist/exports/private/collections/types.mjs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D:/pasar_fix/node_modules/.bun/react-stately@3.48.0+d86b59289c1a13ae/node_modules/react-stately/dist/exports/private/collections/types.mjs.map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D:/pasar_fix/node_modules/.bun/react-stately@3.48.0+d86b59289c1a13ae/node_modules/react-stately/dist/exports/private/collections/useCollection.cjs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D:/pasar_fix/node_modules/.bun/react-stately@3.48.0+d86b59289c1a13ae/node_modules/react-stately/dist/exports/private/collections/useCollection.cjs.map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D:/pasar_fix/node_modules/.bun/react-stately@3.48.0+d86b59289c1a13ae/node_modules/react-stately/dist/exports/private/collections/useCollection.js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D:/pasar_fix/node_modules/.bun/react-stately@3.48.0+d86b59289c1a13ae/node_modules/react-stately/dist/exports/private/collections/useCollection.js.map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D:/pasar_fix/node_modules/.bun/react-stately@3.48.0+d86b59289c1a13ae/node_modules/react-stately/dist/exports/private/collections/useCollection.mjs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D:/pasar_fix/node_modules/.bun/react-stately@3.48.0+d86b59289c1a13ae/node_modules/react-stately/dist/exports/private/collections/useCollection.mjs.map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D:/pasar_fix/node_modules/.bun/react-stately@3.48.0+d86b59289c1a13ae/node_modules/react-stately/dist/exports/private/datepicker/utils.cjs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D:/pasar_fix/node_modules/.bun/react-stately@3.48.0+d86b59289c1a13ae/node_modules/react-stately/dist/exports/private/datepicker/utils.cjs.map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D:/pasar_fix/node_modules/.bun/react-stately@3.48.0+d86b59289c1a13ae/node_modules/react-stately/dist/exports/private/datepicker/utils.js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D:/pasar_fix/node_modules/.bun/react-stately@3.48.0+d86b59289c1a13ae/node_modules/react-stately/dist/exports/private/datepicker/utils.js.map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D:/pasar_fix/node_modules/.bun/react-stately@3.48.0+d86b59289c1a13ae/node_modules/react-stately/dist/exports/private/datepicker/utils.mjs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D:/pasar_fix/node_modules/.bun/react-stately@3.48.0+d86b59289c1a13ae/node_modules/react-stately/dist/exports/private/datepicker/utils.mjs.map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D:/pasar_fix/node_modules/.bun/react-stately@3.48.0+d86b59289c1a13ae/node_modules/react-stately/dist/exports/private/flags/flags.cjs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D:/pasar_fix/node_modules/.bun/react-stately@3.48.0+d86b59289c1a13ae/node_modules/react-stately/dist/exports/private/flags/flags.cjs.map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D:/pasar_fix/node_modules/.bun/react-stately@3.48.0+d86b59289c1a13ae/node_modules/react-stately/dist/exports/private/flags/flags.js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D:/pasar_fix/node_modules/.bun/react-stately@3.48.0+d86b59289c1a13ae/node_modules/react-stately/dist/exports/private/flags/flags.js.map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D:/pasar_fix/node_modules/.bun/react-stately@3.48.0+d86b59289c1a13ae/node_modules/react-stately/dist/exports/private/flags/flags.mjs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D:/pasar_fix/node_modules/.bun/react-stately@3.48.0+d86b59289c1a13ae/node_modules/react-stately/dist/exports/private/flags/flags.mjs.map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D:/pasar_fix/node_modules/.bun/react-stately@3.48.0+d86b59289c1a13ae/node_modules/react-stately/dist/exports/private/form/useFormValidationState.cjs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D:/pasar_fix/node_modules/.bun/react-stately@3.48.0+d86b59289c1a13ae/node_modules/react-stately/dist/exports/private/form/useFormValidationState.cjs.map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D:/pasar_fix/node_modules/.bun/react-stately@3.48.0+d86b59289c1a13ae/node_modules/react-stately/dist/exports/private/form/useFormValidationState.js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D:/pasar_fix/node_modules/.bun/react-stately@3.48.0+d86b59289c1a13ae/node_modules/react-stately/dist/exports/private/form/useFormValidationState.js.map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D:/pasar_fix/node_modules/.bun/react-stately@3.48.0+d86b59289c1a13ae/node_modules/react-stately/dist/exports/private/form/useFormValidationState.mjs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D:/pasar_fix/node_modules/.bun/react-stately@3.48.0+d86b59289c1a13ae/node_modules/react-stately/dist/exports/private/form/useFormValidationState.mjs.map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D:/pasar_fix/node_modules/.bun/react-stately@3.48.0+d86b59289c1a13ae/node_modules/react-stately/dist/exports/private/grid/GridCollection.cjs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D:/pasar_fix/node_modules/.bun/react-stately@3.48.0+d86b59289c1a13ae/node_modules/react-stately/dist/exports/private/grid/GridCollection.cjs.map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D:/pasar_fix/node_modules/.bun/react-stately@3.48.0+d86b59289c1a13ae/node_modules/react-stately/dist/exports/private/grid/GridCollection.js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D:/pasar_fix/node_modules/.bun/react-stately@3.48.0+d86b59289c1a13ae/node_modules/react-stately/dist/exports/private/grid/GridCollection.js.map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D:/pasar_fix/node_modules/.bun/react-stately@3.48.0+d86b59289c1a13ae/node_modules/react-stately/dist/exports/private/grid/GridCollection.mjs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D:/pasar_fix/node_modules/.bun/react-stately@3.48.0+d86b59289c1a13ae/node_modules/react-stately/dist/exports/private/grid/GridCollection.mjs.map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D:/pasar_fix/node_modules/.bun/react-stately@3.48.0+d86b59289c1a13ae/node_modules/react-stately/dist/exports/private/grid/useGridState.cjs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D:/pasar_fix/node_modules/.bun/react-stately@3.48.0+d86b59289c1a13ae/node_modules/react-stately/dist/exports/private/grid/useGridState.cjs.map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D:/pasar_fix/node_modules/.bun/react-stately@3.48.0+d86b59289c1a13ae/node_modules/react-stately/dist/exports/private/grid/useGridState.js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D:/pasar_fix/node_modules/.bun/react-stately@3.48.0+d86b59289c1a13ae/node_modules/react-stately/dist/exports/private/grid/useGridState.js.map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D:/pasar_fix/node_modules/.bun/react-stately@3.48.0+d86b59289c1a13ae/node_modules/react-stately/dist/exports/private/grid/useGridState.mjs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D:/pasar_fix/node_modules/.bun/react-stately@3.48.0+d86b59289c1a13ae/node_modules/react-stately/dist/exports/private/grid/useGridState.mjs.map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D:/pasar_fix/node_modules/.bun/react-stately@3.48.0+d86b59289c1a13ae/node_modules/react-stately/dist/exports/private/list/ListCollection.cjs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D:/pasar_fix/node_modules/.bun/react-stately@3.48.0+d86b59289c1a13ae/node_modules/react-stately/dist/exports/private/list/ListCollection.cjs.map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D:/pasar_fix/node_modules/.bun/react-stately@3.48.0+d86b59289c1a13ae/node_modules/react-stately/dist/exports/private/list/ListCollection.js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D:/pasar_fix/node_modules/.bun/react-stately@3.48.0+d86b59289c1a13ae/node_modules/react-stately/dist/exports/private/list/ListCollection.js.map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D:/pasar_fix/node_modules/.bun/react-stately@3.48.0+d86b59289c1a13ae/node_modules/react-stately/dist/exports/private/list/ListCollection.mjs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D:/pasar_fix/node_modules/.bun/react-stately@3.48.0+d86b59289c1a13ae/node_modules/react-stately/dist/exports/private/list/ListCollection.mjs.map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D:/pasar_fix/node_modules/.bun/react-stately@3.48.0+d86b59289c1a13ae/node_modules/react-stately/dist/exports/private/selection/SelectionManager.cjs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D:/pasar_fix/node_modules/.bun/react-stately@3.48.0+d86b59289c1a13ae/node_modules/react-stately/dist/exports/private/selection/SelectionManager.cjs.map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D:/pasar_fix/node_modules/.bun/react-stately@3.48.0+d86b59289c1a13ae/node_modules/react-stately/dist/exports/private/selection/SelectionManager.js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D:/pasar_fix/node_modules/.bun/react-stately@3.48.0+d86b59289c1a13ae/node_modules/react-stately/dist/exports/private/selection/SelectionManager.js.map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D:/pasar_fix/node_modules/.bun/react-stately@3.48.0+d86b59289c1a13ae/node_modules/react-stately/dist/exports/private/selection/SelectionManager.mjs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D:/pasar_fix/node_modules/.bun/react-stately@3.48.0+d86b59289c1a13ae/node_modules/react-stately/dist/exports/private/selection/SelectionManager.mjs.map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D:/pasar_fix/node_modules/.bun/react-stately@3.48.0+d86b59289c1a13ae/node_modules/react-stately/dist/exports/private/steplist/useStepListState.cjs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D:/pasar_fix/node_modules/.bun/react-stately@3.48.0+d86b59289c1a13ae/node_modules/react-stately/dist/exports/private/steplist/useStepListState.cjs.map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D:/pasar_fix/node_modules/.bun/react-stately@3.48.0+d86b59289c1a13ae/node_modules/react-stately/dist/exports/private/steplist/useStepListState.js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D:/pasar_fix/node_modules/.bun/react-stately@3.48.0+d86b59289c1a13ae/node_modules/react-stately/dist/exports/private/steplist/useStepListState.js.map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D:/pasar_fix/node_modules/.bun/react-stately@3.48.0+d86b59289c1a13ae/node_modules/react-stately/dist/exports/private/steplist/useStepListState.mjs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D:/pasar_fix/node_modules/.bun/react-stately@3.48.0+d86b59289c1a13ae/node_modules/react-stately/dist/exports/private/steplist/useStepListState.mjs.map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D:/pasar_fix/node_modules/.bun/react-stately@3.48.0+d86b59289c1a13ae/node_modules/react-stately/dist/exports/private/table/TableCollection.cjs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D:/pasar_fix/node_modules/.bun/react-stately@3.48.0+d86b59289c1a13ae/node_modules/react-stately/dist/exports/private/table/TableCollection.cjs.map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D:/pasar_fix/node_modules/.bun/react-stately@3.48.0+d86b59289c1a13ae/node_modules/react-stately/dist/exports/private/table/TableCollection.js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D:/pasar_fix/node_modules/.bun/react-stately@3.48.0+d86b59289c1a13ae/node_modules/react-stately/dist/exports/private/table/TableCollection.js.map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D:/pasar_fix/node_modules/.bun/react-stately@3.48.0+d86b59289c1a13ae/node_modules/react-stately/dist/exports/private/table/TableCollection.mjs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D:/pasar_fix/node_modules/.bun/react-stately@3.48.0+d86b59289c1a13ae/node_modules/react-stately/dist/exports/private/table/TableCollection.mjs.map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D:/pasar_fix/node_modules/.bun/react-stately@3.48.0+d86b59289c1a13ae/node_modules/react-stately/dist/exports/private/table/TableColumnLayout.cjs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D:/pasar_fix/node_modules/.bun/react-stately@3.48.0+d86b59289c1a13ae/node_modules/react-stately/dist/exports/private/table/TableColumnLayout.cjs.map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D:/pasar_fix/node_modules/.bun/react-stately@3.48.0+d86b59289c1a13ae/node_modules/react-stately/dist/exports/private/table/TableColumnLayout.js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D:/pasar_fix/node_modules/.bun/react-stately@3.48.0+d86b59289c1a13ae/node_modules/react-stately/dist/exports/private/table/TableColumnLayout.js.map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D:/pasar_fix/node_modules/.bun/react-stately@3.48.0+d86b59289c1a13ae/node_modules/react-stately/dist/exports/private/table/TableColumnLayout.mjs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D:/pasar_fix/node_modules/.bun/react-stately@3.48.0+d86b59289c1a13ae/node_modules/react-stately/dist/exports/private/table/TableColumnLayout.mjs.map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D:/pasar_fix/node_modules/.bun/react-stately@3.48.0+d86b59289c1a13ae/node_modules/react-stately/dist/exports/private/table/useTableState.cjs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D:/pasar_fix/node_modules/.bun/react-stately@3.48.0+d86b59289c1a13ae/node_modules/react-stately/dist/exports/private/table/useTableState.cjs.map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D:/pasar_fix/node_modules/.bun/react-stately@3.48.0+d86b59289c1a13ae/node_modules/react-stately/dist/exports/private/table/useTableState.js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D:/pasar_fix/node_modules/.bun/react-stately@3.48.0+d86b59289c1a13ae/node_modules/react-stately/dist/exports/private/table/useTableState.js.map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D:/pasar_fix/node_modules/.bun/react-stately@3.48.0+d86b59289c1a13ae/node_modules/react-stately/dist/exports/private/table/useTableState.mjs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D:/pasar_fix/node_modules/.bun/react-stately@3.48.0+d86b59289c1a13ae/node_modules/react-stately/dist/exports/private/table/useTableState.mjs.map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D:/pasar_fix/node_modules/.bun/react-stately@3.48.0+d86b59289c1a13ae/node_modules/react-stately/dist/exports/private/table/useTreeGridState.cjs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D:/pasar_fix/node_modules/.bun/react-stately@3.48.0+d86b59289c1a13ae/node_modules/react-stately/dist/exports/private/table/useTreeGridState.cjs.map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D:/pasar_fix/node_modules/.bun/react-stately@3.48.0+d86b59289c1a13ae/node_modules/react-stately/dist/exports/private/table/useTreeGridState.js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D:/pasar_fix/node_modules/.bun/react-stately@3.48.0+d86b59289c1a13ae/node_modules/react-stately/dist/exports/private/table/useTreeGridState.js.map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D:/pasar_fix/node_modules/.bun/react-stately@3.48.0+d86b59289c1a13ae/node_modules/react-stately/dist/exports/private/table/useTreeGridState.mjs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D:/pasar_fix/node_modules/.bun/react-stately@3.48.0+d86b59289c1a13ae/node_modules/react-stately/dist/exports/private/table/useTreeGridState.mjs.map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D:/pasar_fix/node_modules/.bun/react-stately@3.48.0+d86b59289c1a13ae/node_modules/react-stately/dist/exports/private/tree/TreeCollection.cjs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D:/pasar_fix/node_modules/.bun/react-stately@3.48.0+d86b59289c1a13ae/node_modules/react-stately/dist/exports/private/tree/TreeCollection.cjs.map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D:/pasar_fix/node_modules/.bun/react-stately@3.48.0+d86b59289c1a13ae/node_modules/react-stately/dist/exports/private/tree/TreeCollection.js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D:/pasar_fix/node_modules/.bun/react-stately@3.48.0+d86b59289c1a13ae/node_modules/react-stately/dist/exports/private/tree/TreeCollection.js.map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D:/pasar_fix/node_modules/.bun/react-stately@3.48.0+d86b59289c1a13ae/node_modules/react-stately/dist/exports/private/tree/TreeCollection.mjs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D:/pasar_fix/node_modules/.bun/react-stately@3.48.0+d86b59289c1a13ae/node_modules/react-stately/dist/exports/private/tree/TreeCollection.mjs.map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D:/pasar_fix/node_modules/.bun/react-stately@3.48.0+d86b59289c1a13ae/node_modules/react-stately/dist/exports/private/utils/number.cjs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D:/pasar_fix/node_modules/.bun/react-stately@3.48.0+d86b59289c1a13ae/node_modules/react-stately/dist/exports/private/utils/number.cjs.map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D:/pasar_fix/node_modules/.bun/react-stately@3.48.0+d86b59289c1a13ae/node_modules/react-stately/dist/exports/private/utils/number.js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D:/pasar_fix/node_modules/.bun/react-stately@3.48.0+d86b59289c1a13ae/node_modules/react-stately/dist/exports/private/utils/number.js.map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D:/pasar_fix/node_modules/.bun/react-stately@3.48.0+d86b59289c1a13ae/node_modules/react-stately/dist/exports/private/utils/number.mjs</a:t>
            </a:r>
          </a:p>
          <a:p>
            <a:pPr>
              <a:defRPr sz="1200"/>
            </a:pPr>
            <a:r>
              <a:t>D:/pasar_fix/node_modules/.bun/react-stately@3.48.0+d86b59289c1a13ae/node_modules/react-stately/dist/exports/private/utils/number.mjs.map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D:/pasar_fix/node_modules/.bun/react-stately@3.48.0+d86b59289c1a13ae/node_modules/react-stately/dist/private/autocomplete/useAutocompleteState.cjs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D:/pasar_fix/node_modules/.bun/react-stately@3.48.0+d86b59289c1a13ae/node_modules/react-stately/dist/private/autocomplete/useAutocompleteState.cjs.map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D:/pasar_fix/node_modules/.bun/react-stately@3.48.0+d86b59289c1a13ae/node_modules/react-stately/dist/private/autocomplete/useAutocompleteState.js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D:/pasar_fix/node_modules/.bun/react-stately@3.48.0+d86b59289c1a13ae/node_modules/react-stately/dist/private/autocomplete/useAutocompleteState.js.map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D:/pasar_fix/node_modules/.bun/react-stately@3.48.0+d86b59289c1a13ae/node_modules/react-stately/dist/private/autocomplete/useAutocompleteState.mjs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D:/pasar_fix/node_modules/.bun/react-stately@3.48.0+d86b59289c1a13ae/node_modules/react-stately/dist/private/autocomplete/useAutocompleteState.mjs.map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D:/pasar_fix/node_modules/.bun/react-stately@3.48.0+d86b59289c1a13ae/node_modules/react-stately/dist/private/calendar/useCalendarState.cjs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D:/pasar_fix/node_modules/.bun/react-stately@3.48.0+d86b59289c1a13ae/node_modules/react-stately/dist/private/calendar/useCalendarState.cjs.map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D:/pasar_fix/node_modules/.bun/react-stately@3.48.0+d86b59289c1a13ae/node_modules/react-stately/dist/private/calendar/useCalendarState.js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D:/pasar_fix/node_modules/.bun/react-stately@3.48.0+d86b59289c1a13ae/node_modules/react-stately/dist/private/calendar/useCalendarState.js.map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D:/pasar_fix/node_modules/.bun/react-stately@3.48.0+d86b59289c1a13ae/node_modules/react-stately/dist/private/calendar/useCalendarState.mjs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D:/pasar_fix/node_modules/.bun/react-stately@3.48.0+d86b59289c1a13ae/node_modules/react-stately/dist/private/calendar/useCalendarState.mjs.map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D:/pasar_fix/node_modules/.bun/react-stately@3.48.0+d86b59289c1a13ae/node_modules/react-stately/dist/private/calendar/useRangeCalendarState.cjs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D:/pasar_fix/node_modules/.bun/react-stately@3.48.0+d86b59289c1a13ae/node_modules/react-stately/dist/private/calendar/useRangeCalendarState.cjs.map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D:/pasar_fix/node_modules/.bun/react-stately@3.48.0+d86b59289c1a13ae/node_modules/react-stately/dist/private/calendar/useRangeCalendarState.js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D:/pasar_fix/node_modules/.bun/react-stately@3.48.0+d86b59289c1a13ae/node_modules/react-stately/dist/private/calendar/useRangeCalendarState.js.map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D:/pasar_fix/node_modules/.bun/react-stately@3.48.0+d86b59289c1a13ae/node_modules/react-stately/dist/private/calendar/useRangeCalendarState.mjs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D:/pasar_fix/node_modules/.bun/react-stately@3.48.0+d86b59289c1a13ae/node_modules/react-stately/dist/private/calendar/useRangeCalendarState.mjs.map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D:/pasar_fix/node_modules/.bun/react-stately@3.48.0+d86b59289c1a13ae/node_modules/react-stately/dist/private/calendar/utils.cjs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D:/pasar_fix/node_modules/.bun/react-stately@3.48.0+d86b59289c1a13ae/node_modules/react-stately/dist/private/calendar/utils.cjs.map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D:/pasar_fix/node_modules/.bun/react-stately@3.48.0+d86b59289c1a13ae/node_modules/react-stately/dist/private/calendar/utils.js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D:/pasar_fix/node_modules/.bun/react-stately@3.48.0+d86b59289c1a13ae/node_modules/react-stately/dist/private/calendar/utils.js.map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D:/pasar_fix/node_modules/.bun/react-stately@3.48.0+d86b59289c1a13ae/node_modules/react-stately/dist/private/calendar/utils.mjs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D:/pasar_fix/node_modules/.bun/react-stately@3.48.0+d86b59289c1a13ae/node_modules/react-stately/dist/private/calendar/utils.mjs.map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D:/pasar_fix/node_modules/.bun/react-stately@3.48.0+d86b59289c1a13ae/node_modules/react-stately/dist/private/checkbox/useCheckboxGroupState.cjs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D:/pasar_fix/node_modules/.bun/react-stately@3.48.0+d86b59289c1a13ae/node_modules/react-stately/dist/private/checkbox/useCheckboxGroupState.cjs.map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D:/pasar_fix/node_modules/.bun/react-stately@3.48.0+d86b59289c1a13ae/node_modules/react-stately/dist/private/checkbox/useCheckboxGroupState.js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D:/pasar_fix/node_modules/.bun/react-stately@3.48.0+d86b59289c1a13ae/node_modules/react-stately/dist/private/checkbox/useCheckboxGroupState.js.map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D:/pasar_fix/node_modules/.bun/react-stately@3.48.0+d86b59289c1a13ae/node_modules/react-stately/dist/private/checkbox/useCheckboxGroupState.mjs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D:/pasar_fix/node_modules/.bun/react-stately@3.48.0+d86b59289c1a13ae/node_modules/react-stately/dist/private/checkbox/useCheckboxGroupState.mjs.map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D:/pasar_fix/node_modules/.bun/react-stately@3.48.0+d86b59289c1a13ae/node_modules/react-stately/dist/private/collections/CollectionBuilder.cjs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D:/pasar_fix/node_modules/.bun/react-stately@3.48.0+d86b59289c1a13ae/node_modules/react-stately/dist/private/collections/CollectionBuilder.cjs.map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D:/pasar_fix/node_modules/.bun/react-stately@3.48.0+d86b59289c1a13ae/node_modules/react-stately/dist/private/collections/CollectionBuilder.js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D:/pasar_fix/node_modules/.bun/react-stately@3.48.0+d86b59289c1a13ae/node_modules/react-stately/dist/private/collections/CollectionBuilder.js.map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D:/pasar_fix/node_modules/.bun/react-stately@3.48.0+d86b59289c1a13ae/node_modules/react-stately/dist/private/collections/CollectionBuilder.mjs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D:/pasar_fix/node_modules/.bun/react-stately@3.48.0+d86b59289c1a13ae/node_modules/react-stately/dist/private/collections/CollectionBuilder.mjs.map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D:/pasar_fix/node_modules/.bun/react-stately@3.48.0+d86b59289c1a13ae/node_modules/react-stately/dist/private/collections/getChildNodes.cjs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D:/pasar_fix/node_modules/.bun/react-stately@3.48.0+d86b59289c1a13ae/node_modules/react-stately/dist/private/collections/getChildNodes.cjs.map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D:/pasar_fix/node_modules/.bun/react-stately@3.48.0+d86b59289c1a13ae/node_modules/react-stately/dist/private/collections/getChildNodes.js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D:/pasar_fix/node_modules/.bun/react-stately@3.48.0+d86b59289c1a13ae/node_modules/react-stately/dist/private/collections/getChildNodes.js.map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D:/pasar_fix/node_modules/.bun/react-stately@3.48.0+d86b59289c1a13ae/node_modules/react-stately/dist/private/collections/getChildNodes.mjs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D:/pasar_fix/node_modules/.bun/react-stately@3.48.0+d86b59289c1a13ae/node_modules/react-stately/dist/private/collections/getChildNodes.mjs.map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D:/pasar_fix/node_modules/.bun/react-stately@3.48.0+d86b59289c1a13ae/node_modules/react-stately/dist/private/collections/getItemCount.cjs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D:/pasar_fix/node_modules/.bun/react-stately@3.48.0+d86b59289c1a13ae/node_modules/react-stately/dist/private/collections/getItemCount.cjs.map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D:/pasar_fix/node_modules/.bun/react-stately@3.48.0+d86b59289c1a13ae/node_modules/react-stately/dist/private/collections/getItemCount.js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D:/pasar_fix/node_modules/.bun/react-stately@3.48.0+d86b59289c1a13ae/node_modules/react-stately/dist/private/collections/getItemCount.js.map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D:/pasar_fix/node_modules/.bun/react-stately@3.48.0+d86b59289c1a13ae/node_modules/react-stately/dist/private/collections/getItemCount.mjs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D:/pasar_fix/node_modules/.bun/react-stately@3.48.0+d86b59289c1a13ae/node_modules/react-stately/dist/private/collections/getItemCount.mjs.map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D:/pasar_fix/node_modules/.bun/react-stately@3.48.0+d86b59289c1a13ae/node_modules/react-stately/dist/private/collections/Item.cjs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D:/pasar_fix/node_modules/.bun/react-stately@3.48.0+d86b59289c1a13ae/node_modules/react-stately/dist/private/collections/Item.cjs.map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D:/pasar_fix/node_modules/.bun/react-stately@3.48.0+d86b59289c1a13ae/node_modules/react-stately/dist/private/collections/Item.js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D:/pasar_fix/node_modules/.bun/react-stately@3.48.0+d86b59289c1a13ae/node_modules/react-stately/dist/private/collections/Item.js.map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D:/pasar_fix/node_modules/.bun/react-stately@3.48.0+d86b59289c1a13ae/node_modules/react-stately/dist/private/collections/Item.mjs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D:/pasar_fix/node_modules/.bun/react-stately@3.48.0+d86b59289c1a13ae/node_modules/react-stately/dist/private/collections/Item.mjs.map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D:/pasar_fix/node_modules/.bun/react-stately@3.48.0+d86b59289c1a13ae/node_modules/react-stately/dist/private/collections/Section.cjs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D:/pasar_fix/node_modules/.bun/react-stately@3.48.0+d86b59289c1a13ae/node_modules/react-stately/dist/private/collections/Section.cjs.map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D:/pasar_fix/node_modules/.bun/react-stately@3.48.0+d86b59289c1a13ae/node_modules/react-stately/dist/private/collections/Section.js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D:/pasar_fix/node_modules/.bun/react-stately@3.48.0+d86b59289c1a13ae/node_modules/react-stately/dist/private/collections/Section.js.map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D:/pasar_fix/node_modules/.bun/react-stately@3.48.0+d86b59289c1a13ae/node_modules/react-stately/dist/private/collections/Section.mjs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D:/pasar_fix/node_modules/.bun/react-stately@3.48.0+d86b59289c1a13ae/node_modules/react-stately/dist/private/collections/Section.mjs.map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D:/pasar_fix/node_modules/.bun/react-stately@3.48.0+d86b59289c1a13ae/node_modules/react-stately/dist/private/collections/useCollection.cjs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D:/pasar_fix/node_modules/.bun/react-stately@3.48.0+d86b59289c1a13ae/node_modules/react-stately/dist/private/collections/useCollection.cjs.map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D:/pasar_fix/node_modules/.bun/react-stately@3.48.0+d86b59289c1a13ae/node_modules/react-stately/dist/private/collections/useCollection.js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D:/pasar_fix/node_modules/.bun/react-stately@3.48.0+d86b59289c1a13ae/node_modules/react-stately/dist/private/collections/useCollection.js.map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D:/pasar_fix/node_modules/.bun/react-stately@3.48.0+d86b59289c1a13ae/node_modules/react-stately/dist/private/collections/useCollection.mjs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D:/pasar_fix/node_modules/.bun/react-stately@3.48.0+d86b59289c1a13ae/node_modules/react-stately/dist/private/collections/useCollection.mjs.map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D:/pasar_fix/node_modules/.bun/react-stately@3.48.0+d86b59289c1a13ae/node_modules/react-stately/dist/private/color/Color.cjs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D:/pasar_fix/node_modules/.bun/react-stately@3.48.0+d86b59289c1a13ae/node_modules/react-stately/dist/private/color/Color.cjs.map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D:/pasar_fix/node_modules/.bun/react-stately@3.48.0+d86b59289c1a13ae/node_modules/react-stately/dist/private/color/Color.js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D:/pasar_fix/node_modules/.bun/react-stately@3.48.0+d86b59289c1a13ae/node_modules/react-stately/dist/private/color/Color.js.map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D:/pasar_fix/node_modules/.bun/react-stately@3.48.0+d86b59289c1a13ae/node_modules/react-stately/dist/private/color/Color.mjs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D:/pasar_fix/node_modules/.bun/react-stately@3.48.0+d86b59289c1a13ae/node_modules/react-stately/dist/private/color/Color.mjs.map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D:/pasar_fix/node_modules/.bun/react-stately@3.48.0+d86b59289c1a13ae/node_modules/react-stately/dist/private/color/intlStrings.cjs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D:/pasar_fix/node_modules/.bun/react-stately@3.48.0+d86b59289c1a13ae/node_modules/react-stately/dist/private/color/intlStrings.cjs.map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D:/pasar_fix/node_modules/.bun/react-stately@3.48.0+d86b59289c1a13ae/node_modules/react-stately/dist/private/color/intlStrings.js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D:/pasar_fix/node_modules/.bun/react-stately@3.48.0+d86b59289c1a13ae/node_modules/react-stately/dist/private/color/intlStrings.js.map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D:/pasar_fix/node_modules/.bun/react-stately@3.48.0+d86b59289c1a13ae/node_modules/react-stately/dist/private/color/intlStrings.mjs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D:/pasar_fix/node_modules/.bun/react-stately@3.48.0+d86b59289c1a13ae/node_modules/react-stately/dist/private/color/intlStrings.mjs.map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D:/pasar_fix/node_modules/.bun/react-stately@3.48.0+d86b59289c1a13ae/node_modules/react-stately/dist/private/color/useColor.cjs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D:/pasar_fix/node_modules/.bun/react-stately@3.48.0+d86b59289c1a13ae/node_modules/react-stately/dist/private/color/useColor.cjs.map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D:/pasar_fix/node_modules/.bun/react-stately@3.48.0+d86b59289c1a13ae/node_modules/react-stately/dist/private/color/useColor.js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D:/pasar_fix/node_modules/.bun/react-stately@3.48.0+d86b59289c1a13ae/node_modules/react-stately/dist/private/color/useColor.js.map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D:/pasar_fix/node_modules/.bun/react-stately@3.48.0+d86b59289c1a13ae/node_modules/react-stately/dist/private/color/useColor.mjs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D:/pasar_fix/node_modules/.bun/react-stately@3.48.0+d86b59289c1a13ae/node_modules/react-stately/dist/private/color/useColor.mjs.map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D:/pasar_fix/node_modules/.bun/react-stately@3.48.0+d86b59289c1a13ae/node_modules/react-stately/dist/private/color/useColorAreaState.cjs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D:/pasar_fix/node_modules/.bun/react-stately@3.48.0+d86b59289c1a13ae/node_modules/react-stately/dist/private/color/useColorAreaState.cjs.map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D:/pasar_fix/node_modules/.bun/react-stately@3.48.0+d86b59289c1a13ae/node_modules/react-stately/dist/private/color/useColorAreaState.js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D:/pasar_fix/node_modules/.bun/react-stately@3.48.0+d86b59289c1a13ae/node_modules/react-stately/dist/private/color/useColorAreaState.js.map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D:/pasar_fix/node_modules/.bun/react-stately@3.48.0+d86b59289c1a13ae/node_modules/react-stately/dist/private/color/useColorAreaState.mjs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D:/pasar_fix/node_modules/.bun/react-stately@3.48.0+d86b59289c1a13ae/node_modules/react-stately/dist/private/color/useColorAreaState.mjs.map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D:/pasar_fix/node_modules/.bun/react-stately@3.48.0+d86b59289c1a13ae/node_modules/react-stately/dist/private/color/useColorChannelFieldState.cjs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D:/pasar_fix/node_modules/.bun/react-stately@3.48.0+d86b59289c1a13ae/node_modules/react-stately/dist/private/color/useColorChannelFieldState.cjs.map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D:/pasar_fix/node_modules/.bun/react-stately@3.48.0+d86b59289c1a13ae/node_modules/react-stately/dist/private/color/useColorChannelFieldState.js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D:/pasar_fix/node_modules/.bun/react-stately@3.48.0+d86b59289c1a13ae/node_modules/react-stately/dist/private/color/useColorChannelFieldState.js.map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D:/pasar_fix/node_modules/.bun/react-stately@3.48.0+d86b59289c1a13ae/node_modules/react-stately/dist/private/color/useColorChannelFieldState.mjs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D:/pasar_fix/node_modules/.bun/react-stately@3.48.0+d86b59289c1a13ae/node_modules/react-stately/dist/private/color/useColorChannelFieldState.mjs.map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D:/pasar_fix/node_modules/.bun/react-stately@3.48.0+d86b59289c1a13ae/node_modules/react-stately/dist/private/color/useColorFieldState.cjs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D:/pasar_fix/node_modules/.bun/react-stately@3.48.0+d86b59289c1a13ae/node_modules/react-stately/dist/private/color/useColorFieldState.cjs.map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D:/pasar_fix/node_modules/.bun/react-stately@3.48.0+d86b59289c1a13ae/node_modules/react-stately/dist/private/color/useColorFieldState.js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D:/pasar_fix/node_modules/.bun/react-stately@3.48.0+d86b59289c1a13ae/node_modules/react-stately/dist/private/color/useColorFieldState.js.map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D:/pasar_fix/node_modules/.bun/react-stately@3.48.0+d86b59289c1a13ae/node_modules/react-stately/dist/private/color/useColorFieldState.mjs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D:/pasar_fix/node_modules/.bun/react-stately@3.48.0+d86b59289c1a13ae/node_modules/react-stately/dist/private/color/useColorFieldState.mjs.map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D:/pasar_fix/node_modules/.bun/react-stately@3.48.0+d86b59289c1a13ae/node_modules/react-stately/dist/private/color/useColorPickerState.cjs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D:/pasar_fix/node_modules/.bun/react-stately@3.48.0+d86b59289c1a13ae/node_modules/react-stately/dist/private/color/useColorPickerState.cjs.map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D:/pasar_fix/node_modules/.bun/react-stately@3.48.0+d86b59289c1a13ae/node_modules/react-stately/dist/private/color/useColorPickerState.js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D:/pasar_fix/node_modules/.bun/react-stately@3.48.0+d86b59289c1a13ae/node_modules/react-stately/dist/private/color/useColorPickerState.js.map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D:/pasar_fix/node_modules/.bun/react-stately@3.48.0+d86b59289c1a13ae/node_modules/react-stately/dist/private/color/useColorPickerState.mjs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D:/pasar_fix/node_modules/.bun/react-stately@3.48.0+d86b59289c1a13ae/node_modules/react-stately/dist/private/color/useColorPickerState.mjs.map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D:/pasar_fix/node_modules/.bun/react-stately@3.48.0+d86b59289c1a13ae/node_modules/react-stately/dist/private/color/useColorSliderState.cjs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D:/pasar_fix/node_modules/.bun/react-stately@3.48.0+d86b59289c1a13ae/node_modules/react-stately/dist/private/color/useColorSliderState.cjs.map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D:/pasar_fix/node_modules/.bun/react-stately@3.48.0+d86b59289c1a13ae/node_modules/react-stately/dist/private/color/useColorSliderState.js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D:/pasar_fix/node_modules/.bun/react-stately@3.48.0+d86b59289c1a13ae/node_modules/react-stately/dist/private/color/useColorSliderState.js.map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D:/pasar_fix/node_modules/.bun/react-stately@3.48.0+d86b59289c1a13ae/node_modules/react-stately/dist/private/color/useColorSliderState.mjs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D:/pasar_fix/node_modules/.bun/react-stately@3.48.0+d86b59289c1a13ae/node_modules/react-stately/dist/private/color/useColorSliderState.mjs.map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D:/pasar_fix/node_modules/.bun/react-stately@3.48.0+d86b59289c1a13ae/node_modules/react-stately/dist/private/color/useColorWheelState.cjs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D:/pasar_fix/node_modules/.bun/react-stately@3.48.0+d86b59289c1a13ae/node_modules/react-stately/dist/private/color/useColorWheelState.cjs.map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D:/pasar_fix/node_modules/.bun/react-stately@3.48.0+d86b59289c1a13ae/node_modules/react-stately/dist/private/color/useColorWheelState.js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D:/pasar_fix/node_modules/.bun/react-stately@3.48.0+d86b59289c1a13ae/node_modules/react-stately/dist/private/color/useColorWheelState.js.map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D:/pasar_fix/node_modules/.bun/react-stately@3.48.0+d86b59289c1a13ae/node_modules/react-stately/dist/private/color/useColorWheelState.mjs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D:/pasar_fix/node_modules/.bun/react-stately@3.48.0+d86b59289c1a13ae/node_modules/react-stately/dist/private/color/useColorWheelState.mjs.map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D:/pasar_fix/node_modules/.bun/react-stately@3.48.0+d86b59289c1a13ae/node_modules/react-stately/dist/private/combobox/useComboBoxState.cjs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D:/pasar_fix/node_modules/.bun/react-stately@3.48.0+d86b59289c1a13ae/node_modules/react-stately/dist/private/combobox/useComboBoxState.cjs.map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D:/pasar_fix/node_modules/.bun/react-stately@3.48.0+d86b59289c1a13ae/node_modules/react-stately/dist/private/combobox/useComboBoxState.js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D:/pasar_fix/node_modules/.bun/react-stately@3.48.0+d86b59289c1a13ae/node_modules/react-stately/dist/private/combobox/useComboBoxState.js.map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D:/pasar_fix/node_modules/.bun/react-stately@3.48.0+d86b59289c1a13ae/node_modules/react-stately/dist/private/combobox/useComboBoxState.mjs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D:/pasar_fix/node_modules/.bun/react-stately@3.48.0+d86b59289c1a13ae/node_modules/react-stately/dist/private/combobox/useComboBoxState.mjs.map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D:/pasar_fix/node_modules/.bun/react-stately@3.48.0+d86b59289c1a13ae/node_modules/react-stately/dist/private/data/useAsyncList.cjs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D:/pasar_fix/node_modules/.bun/react-stately@3.48.0+d86b59289c1a13ae/node_modules/react-stately/dist/private/data/useAsyncList.cjs.map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D:/pasar_fix/node_modules/.bun/react-stately@3.48.0+d86b59289c1a13ae/node_modules/react-stately/dist/private/data/useAsyncList.js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D:/pasar_fix/node_modules/.bun/react-stately@3.48.0+d86b59289c1a13ae/node_modules/react-stately/dist/private/data/useAsyncList.js.map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D:/pasar_fix/node_modules/.bun/react-stately@3.48.0+d86b59289c1a13ae/node_modules/react-stately/dist/private/data/useAsyncList.mjs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D:/pasar_fix/node_modules/.bun/react-stately@3.48.0+d86b59289c1a13ae/node_modules/react-stately/dist/private/data/useAsyncList.mjs.map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D:/pasar_fix/node_modules/.bun/react-stately@3.48.0+d86b59289c1a13ae/node_modules/react-stately/dist/private/data/useListData.cjs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D:/pasar_fix/node_modules/.bun/react-stately@3.48.0+d86b59289c1a13ae/node_modules/react-stately/dist/private/data/useListData.cjs.map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D:/pasar_fix/node_modules/.bun/react-stately@3.48.0+d86b59289c1a13ae/node_modules/react-stately/dist/private/data/useListData.js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D:/pasar_fix/node_modules/.bun/react-stately@3.48.0+d86b59289c1a13ae/node_modules/react-stately/dist/private/data/useListData.js.map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D:/pasar_fix/node_modules/.bun/react-stately@3.48.0+d86b59289c1a13ae/node_modules/react-stately/dist/private/data/useListData.mjs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D:/pasar_fix/node_modules/.bun/react-stately@3.48.0+d86b59289c1a13ae/node_modules/react-stately/dist/private/data/useListData.mjs.map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D:/pasar_fix/node_modules/.bun/react-stately@3.48.0+d86b59289c1a13ae/node_modules/react-stately/dist/private/data/useTreeData.cjs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D:/pasar_fix/node_modules/.bun/react-stately@3.48.0+d86b59289c1a13ae/node_modules/react-stately/dist/private/data/useTreeData.cjs.map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D:/pasar_fix/node_modules/.bun/react-stately@3.48.0+d86b59289c1a13ae/node_modules/react-stately/dist/private/data/useTreeData.js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D:/pasar_fix/node_modules/.bun/react-stately@3.48.0+d86b59289c1a13ae/node_modules/react-stately/dist/private/data/useTreeData.js.map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D:/pasar_fix/node_modules/.bun/react-stately@3.48.0+d86b59289c1a13ae/node_modules/react-stately/dist/private/data/useTreeData.mjs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D:/pasar_fix/node_modules/.bun/react-stately@3.48.0+d86b59289c1a13ae/node_modules/react-stately/dist/private/data/useTreeData.mjs.map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D:/pasar_fix/node_modules/.bun/react-stately@3.48.0+d86b59289c1a13ae/node_modules/react-stately/dist/private/datepicker/IncompleteDate.cjs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D:/pasar_fix/node_modules/.bun/react-stately@3.48.0+d86b59289c1a13ae/node_modules/react-stately/dist/private/datepicker/IncompleteDate.cjs.map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D:/pasar_fix/node_modules/.bun/react-stately@3.48.0+d86b59289c1a13ae/node_modules/react-stately/dist/private/datepicker/IncompleteDate.js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D:/pasar_fix/node_modules/.bun/react-stately@3.48.0+d86b59289c1a13ae/node_modules/react-stately/dist/private/datepicker/IncompleteDate.js.map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D:/pasar_fix/node_modules/.bun/react-stately@3.48.0+d86b59289c1a13ae/node_modules/react-stately/dist/private/datepicker/IncompleteDate.mjs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D:/pasar_fix/node_modules/.bun/react-stately@3.48.0+d86b59289c1a13ae/node_modules/react-stately/dist/private/datepicker/IncompleteDate.mjs.map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D:/pasar_fix/node_modules/.bun/react-stately@3.48.0+d86b59289c1a13ae/node_modules/react-stately/dist/private/datepicker/intlStrings.cjs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D:/pasar_fix/node_modules/.bun/react-stately@3.48.0+d86b59289c1a13ae/node_modules/react-stately/dist/private/datepicker/intlStrings.cjs.map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D:/pasar_fix/node_modules/.bun/react-stately@3.48.0+d86b59289c1a13ae/node_modules/react-stately/dist/private/datepicker/intlStrings.js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D:/pasar_fix/node_modules/.bun/react-stately@3.48.0+d86b59289c1a13ae/node_modules/react-stately/dist/private/datepicker/intlStrings.js.map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D:/pasar_fix/node_modules/.bun/react-stately@3.48.0+d86b59289c1a13ae/node_modules/react-stately/dist/private/datepicker/intlStrings.mjs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D:/pasar_fix/node_modules/.bun/react-stately@3.48.0+d86b59289c1a13ae/node_modules/react-stately/dist/private/datepicker/intlStrings.mjs.map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D:/pasar_fix/node_modules/.bun/react-stately@3.48.0+d86b59289c1a13ae/node_modules/react-stately/dist/private/datepicker/placeholders.cjs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D:/pasar_fix/node_modules/.bun/react-stately@3.48.0+d86b59289c1a13ae/node_modules/react-stately/dist/private/datepicker/placeholders.cjs.map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D:/pasar_fix/node_modules/.bun/react-stately@3.48.0+d86b59289c1a13ae/node_modules/react-stately/dist/private/datepicker/placeholders.js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D:/pasar_fix/node_modules/.bun/react-stately@3.48.0+d86b59289c1a13ae/node_modules/react-stately/dist/private/datepicker/placeholders.js.map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D:/pasar_fix/node_modules/.bun/react-stately@3.48.0+d86b59289c1a13ae/node_modules/react-stately/dist/private/datepicker/placeholders.mjs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D:/pasar_fix/node_modules/.bun/react-stately@3.48.0+d86b59289c1a13ae/node_modules/react-stately/dist/private/datepicker/placeholders.mjs.map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D:/pasar_fix/node_modules/.bun/react-stately@3.48.0+d86b59289c1a13ae/node_modules/react-stately/dist/private/datepicker/useDateFieldState.cjs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D:/pasar_fix/node_modules/.bun/react-stately@3.48.0+d86b59289c1a13ae/node_modules/react-stately/dist/private/datepicker/useDateFieldState.cjs.map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D:/pasar_fix/node_modules/.bun/react-stately@3.48.0+d86b59289c1a13ae/node_modules/react-stately/dist/private/datepicker/useDateFieldState.js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D:/pasar_fix/node_modules/.bun/react-stately@3.48.0+d86b59289c1a13ae/node_modules/react-stately/dist/private/datepicker/useDateFieldState.js.map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D:/pasar_fix/node_modules/.bun/react-stately@3.48.0+d86b59289c1a13ae/node_modules/react-stately/dist/private/datepicker/useDateFieldState.mjs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D:/pasar_fix/node_modules/.bun/react-stately@3.48.0+d86b59289c1a13ae/node_modules/react-stately/dist/private/datepicker/useDateFieldState.mjs.map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D:/pasar_fix/node_modules/.bun/react-stately@3.48.0+d86b59289c1a13ae/node_modules/react-stately/dist/private/datepicker/useDatePickerState.cjs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D:/pasar_fix/node_modules/.bun/react-stately@3.48.0+d86b59289c1a13ae/node_modules/react-stately/dist/private/datepicker/useDatePickerState.cjs.map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D:/pasar_fix/node_modules/.bun/react-stately@3.48.0+d86b59289c1a13ae/node_modules/react-stately/dist/private/datepicker/useDatePickerState.js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D:/pasar_fix/node_modules/.bun/react-stately@3.48.0+d86b59289c1a13ae/node_modules/react-stately/dist/private/datepicker/useDatePickerState.js.map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D:/pasar_fix/node_modules/.bun/react-stately@3.48.0+d86b59289c1a13ae/node_modules/react-stately/dist/private/datepicker/useDatePickerState.mjs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D:/pasar_fix/node_modules/.bun/react-stately@3.48.0+d86b59289c1a13ae/node_modules/react-stately/dist/private/datepicker/useDatePickerState.mjs.map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D:/pasar_fix/node_modules/.bun/react-stately@3.48.0+d86b59289c1a13ae/node_modules/react-stately/dist/private/datepicker/useDateRangePickerState.cjs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D:/pasar_fix/node_modules/.bun/react-stately@3.48.0+d86b59289c1a13ae/node_modules/react-stately/dist/private/datepicker/useDateRangePickerState.cjs.map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D:/pasar_fix/node_modules/.bun/react-stately@3.48.0+d86b59289c1a13ae/node_modules/react-stately/dist/private/datepicker/useDateRangePickerState.js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D:/pasar_fix/node_modules/.bun/react-stately@3.48.0+d86b59289c1a13ae/node_modules/react-stately/dist/private/datepicker/useDateRangePickerState.js.map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D:/pasar_fix/node_modules/.bun/react-stately@3.48.0+d86b59289c1a13ae/node_modules/react-stately/dist/private/datepicker/useDateRangePickerState.mjs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D:/pasar_fix/node_modules/.bun/react-stately@3.48.0+d86b59289c1a13ae/node_modules/react-stately/dist/private/datepicker/useDateRangePickerState.mjs.map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D:/pasar_fix/node_modules/.bun/react-stately@3.48.0+d86b59289c1a13ae/node_modules/react-stately/dist/private/datepicker/useTimeFieldState.cjs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D:/pasar_fix/node_modules/.bun/react-stately@3.48.0+d86b59289c1a13ae/node_modules/react-stately/dist/private/datepicker/useTimeFieldState.cjs.map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D:/pasar_fix/node_modules/.bun/react-stately@3.48.0+d86b59289c1a13ae/node_modules/react-stately/dist/private/datepicker/useTimeFieldState.js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D:/pasar_fix/node_modules/.bun/react-stately@3.48.0+d86b59289c1a13ae/node_modules/react-stately/dist/private/datepicker/useTimeFieldState.js.map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D:/pasar_fix/node_modules/.bun/react-stately@3.48.0+d86b59289c1a13ae/node_modules/react-stately/dist/private/datepicker/useTimeFieldState.mjs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D:/pasar_fix/node_modules/.bun/react-stately@3.48.0+d86b59289c1a13ae/node_modules/react-stately/dist/private/datepicker/useTimeFieldState.mjs.map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D:/pasar_fix/node_modules/.bun/react-stately@3.48.0+d86b59289c1a13ae/node_modules/react-stately/dist/private/datepicker/utils.cjs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D:/pasar_fix/node_modules/.bun/react-stately@3.48.0+d86b59289c1a13ae/node_modules/react-stately/dist/private/datepicker/utils.cjs.map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D:/pasar_fix/node_modules/.bun/react-stately@3.48.0+d86b59289c1a13ae/node_modules/react-stately/dist/private/datepicker/utils.js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D:/pasar_fix/node_modules/.bun/react-stately@3.48.0+d86b59289c1a13ae/node_modules/react-stately/dist/private/datepicker/utils.js.map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D:/pasar_fix/node_modules/.bun/react-stately@3.48.0+d86b59289c1a13ae/node_modules/react-stately/dist/private/datepicker/utils.mjs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D:/pasar_fix/node_modules/.bun/react-stately@3.48.0+d86b59289c1a13ae/node_modules/react-stately/dist/private/datepicker/utils.mjs.map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D:/pasar_fix/node_modules/.bun/react-stately@3.48.0+d86b59289c1a13ae/node_modules/react-stately/dist/private/disclosure/useDisclosureGroupState.cjs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D:/pasar_fix/node_modules/.bun/react-stately@3.48.0+d86b59289c1a13ae/node_modules/react-stately/dist/private/disclosure/useDisclosureGroupState.cjs.map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D:/pasar_fix/node_modules/.bun/react-stately@3.48.0+d86b59289c1a13ae/node_modules/react-stately/dist/private/disclosure/useDisclosureGroupState.js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D:/pasar_fix/node_modules/.bun/react-stately@3.48.0+d86b59289c1a13ae/node_modules/react-stately/dist/private/disclosure/useDisclosureGroupState.js.map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D:/pasar_fix/node_modules/.bun/react-stately@3.48.0+d86b59289c1a13ae/node_modules/react-stately/dist/private/disclosure/useDisclosureGroupState.mjs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D:/pasar_fix/node_modules/.bun/react-stately@3.48.0+d86b59289c1a13ae/node_modules/react-stately/dist/private/disclosure/useDisclosureGroupState.mjs.map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D:/pasar_fix/node_modules/.bun/react-stately@3.48.0+d86b59289c1a13ae/node_modules/react-stately/dist/private/disclosure/useDisclosureState.cjs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D:/pasar_fix/node_modules/.bun/react-stately@3.48.0+d86b59289c1a13ae/node_modules/react-stately/dist/private/disclosure/useDisclosureState.cjs.map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D:/pasar_fix/node_modules/.bun/react-stately@3.48.0+d86b59289c1a13ae/node_modules/react-stately/dist/private/disclosure/useDisclosureState.js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D:/pasar_fix/node_modules/.bun/react-stately@3.48.0+d86b59289c1a13ae/node_modules/react-stately/dist/private/disclosure/useDisclosureState.js.map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D:/pasar_fix/node_modules/.bun/react-stately@3.48.0+d86b59289c1a13ae/node_modules/react-stately/dist/private/disclosure/useDisclosureState.mjs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D:/pasar_fix/node_modules/.bun/react-stately@3.48.0+d86b59289c1a13ae/node_modules/react-stately/dist/private/disclosure/useDisclosureState.mjs.map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D:/pasar_fix/node_modules/.bun/react-stately@3.48.0+d86b59289c1a13ae/node_modules/react-stately/dist/private/dnd/useDraggableCollectionState.cjs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D:/pasar_fix/node_modules/.bun/react-stately@3.48.0+d86b59289c1a13ae/node_modules/react-stately/dist/private/dnd/useDraggableCollectionState.cjs.map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D:/pasar_fix/node_modules/.bun/react-stately@3.48.0+d86b59289c1a13ae/node_modules/react-stately/dist/private/dnd/useDraggableCollectionState.js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D:/pasar_fix/node_modules/.bun/react-stately@3.48.0+d86b59289c1a13ae/node_modules/react-stately/dist/private/dnd/useDraggableCollectionState.js.map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D:/pasar_fix/node_modules/.bun/react-stately@3.48.0+d86b59289c1a13ae/node_modules/react-stately/dist/private/dnd/useDraggableCollectionState.mjs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D:/pasar_fix/node_modules/.bun/react-stately@3.48.0+d86b59289c1a13ae/node_modules/react-stately/dist/private/dnd/useDraggableCollectionState.mjs.map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D:/pasar_fix/node_modules/.bun/react-stately@3.48.0+d86b59289c1a13ae/node_modules/react-stately/dist/private/dnd/useDroppableCollectionState.cjs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D:/pasar_fix/node_modules/.bun/react-stately@3.48.0+d86b59289c1a13ae/node_modules/react-stately/dist/private/dnd/useDroppableCollectionState.cjs.map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D:/pasar_fix/node_modules/.bun/react-stately@3.48.0+d86b59289c1a13ae/node_modules/react-stately/dist/private/dnd/useDroppableCollectionState.js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D:/pasar_fix/node_modules/.bun/react-stately@3.48.0+d86b59289c1a13ae/node_modules/react-stately/dist/private/dnd/useDroppableCollectionState.js.map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D:/pasar_fix/node_modules/.bun/react-stately@3.48.0+d86b59289c1a13ae/node_modules/react-stately/dist/private/dnd/useDroppableCollectionState.mjs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D:/pasar_fix/node_modules/.bun/react-stately@3.48.0+d86b59289c1a13ae/node_modules/react-stately/dist/private/dnd/useDroppableCollectionState.mjs.map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D:/pasar_fix/node_modules/.bun/react-stately@3.48.0+d86b59289c1a13ae/node_modules/react-stately/dist/private/flags/flags.cjs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D:/pasar_fix/node_modules/.bun/react-stately@3.48.0+d86b59289c1a13ae/node_modules/react-stately/dist/private/flags/flags.cjs.map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D:/pasar_fix/node_modules/.bun/react-stately@3.48.0+d86b59289c1a13ae/node_modules/react-stately/dist/private/flags/flags.js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D:/pasar_fix/node_modules/.bun/react-stately@3.48.0+d86b59289c1a13ae/node_modules/react-stately/dist/private/flags/flags.js.map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D:/pasar_fix/node_modules/.bun/react-stately@3.48.0+d86b59289c1a13ae/node_modules/react-stately/dist/private/flags/flags.mjs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D:/pasar_fix/node_modules/.bun/react-stately@3.48.0+d86b59289c1a13ae/node_modules/react-stately/dist/private/flags/flags.mjs.map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D:/pasar_fix/node_modules/.bun/react-stately@3.48.0+d86b59289c1a13ae/node_modules/react-stately/dist/private/form/useFormValidationState.cjs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D:/pasar_fix/node_modules/.bun/react-stately@3.48.0+d86b59289c1a13ae/node_modules/react-stately/dist/private/form/useFormValidationState.cjs.map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D:/pasar_fix/node_modules/.bun/react-stately@3.48.0+d86b59289c1a13ae/node_modules/react-stately/dist/private/form/useFormValidationState.js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D:/pasar_fix/node_modules/.bun/react-stately@3.48.0+d86b59289c1a13ae/node_modules/react-stately/dist/private/form/useFormValidationState.js.map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D:/pasar_fix/node_modules/.bun/react-stately@3.48.0+d86b59289c1a13ae/node_modules/react-stately/dist/private/form/useFormValidationState.mjs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D:/pasar_fix/node_modules/.bun/react-stately@3.48.0+d86b59289c1a13ae/node_modules/react-stately/dist/private/form/useFormValidationState.mjs.map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D:/pasar_fix/node_modules/.bun/react-stately@3.48.0+d86b59289c1a13ae/node_modules/react-stately/dist/private/grid/GridCollection.cjs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D:/pasar_fix/node_modules/.bun/react-stately@3.48.0+d86b59289c1a13ae/node_modules/react-stately/dist/private/grid/GridCollection.cjs.map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D:/pasar_fix/node_modules/.bun/react-stately@3.48.0+d86b59289c1a13ae/node_modules/react-stately/dist/private/grid/GridCollection.js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D:/pasar_fix/node_modules/.bun/react-stately@3.48.0+d86b59289c1a13ae/node_modules/react-stately/dist/private/grid/GridCollection.js.map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D:/pasar_fix/node_modules/.bun/react-stately@3.48.0+d86b59289c1a13ae/node_modules/react-stately/dist/private/grid/GridCollection.mjs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D:/pasar_fix/node_modules/.bun/react-stately@3.48.0+d86b59289c1a13ae/node_modules/react-stately/dist/private/grid/GridCollection.mjs.map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D:/pasar_fix/node_modules/.bun/react-stately@3.48.0+d86b59289c1a13ae/node_modules/react-stately/dist/private/grid/useGridState.cjs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D:/pasar_fix/node_modules/.bun/react-stately@3.48.0+d86b59289c1a13ae/node_modules/react-stately/dist/private/grid/useGridState.cjs.map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D:/pasar_fix/node_modules/.bun/react-stately@3.48.0+d86b59289c1a13ae/node_modules/react-stately/dist/private/grid/useGridState.js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D:/pasar_fix/node_modules/.bun/react-stately@3.48.0+d86b59289c1a13ae/node_modules/react-stately/dist/private/grid/useGridState.js.map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D:/pasar_fix/node_modules/.bun/react-stately@3.48.0+d86b59289c1a13ae/node_modules/react-stately/dist/private/grid/useGridState.mjs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D:/pasar_fix/node_modules/.bun/react-stately@3.48.0+d86b59289c1a13ae/node_modules/react-stately/dist/private/grid/useGridState.mjs.map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D:/pasar_fix/node_modules/.bun/react-stately@3.48.0+d86b59289c1a13ae/node_modules/react-stately/dist/private/intl/color/ar-AE.cjs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D:/pasar_fix/node_modules/.bun/react-stately@3.48.0+d86b59289c1a13ae/node_modules/react-stately/dist/private/intl/color/ar-AE.cjs.map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D:/pasar_fix/node_modules/.bun/react-stately@3.48.0+d86b59289c1a13ae/node_modules/react-stately/dist/private/intl/color/ar-AE.js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D:/pasar_fix/node_modules/.bun/react-stately@3.48.0+d86b59289c1a13ae/node_modules/react-stately/dist/private/intl/color/ar-AE.js.map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D:/pasar_fix/node_modules/.bun/react-stately@3.48.0+d86b59289c1a13ae/node_modules/react-stately/dist/private/intl/color/ar-AE.mjs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D:/pasar_fix/node_modules/.bun/react-stately@3.48.0+d86b59289c1a13ae/node_modules/react-stately/dist/private/intl/color/ar-AE.mjs.map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D:/pasar_fix/node_modules/.bun/react-stately@3.48.0+d86b59289c1a13ae/node_modules/react-stately/dist/private/intl/color/bg-BG.cjs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D:/pasar_fix/node_modules/.bun/react-stately@3.48.0+d86b59289c1a13ae/node_modules/react-stately/dist/private/intl/color/bg-BG.cjs.map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D:/pasar_fix/node_modules/.bun/react-stately@3.48.0+d86b59289c1a13ae/node_modules/react-stately/dist/private/intl/color/bg-BG.js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D:/pasar_fix/node_modules/.bun/react-stately@3.48.0+d86b59289c1a13ae/node_modules/react-stately/dist/private/intl/color/bg-BG.js.map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D:/pasar_fix/node_modules/.bun/react-stately@3.48.0+d86b59289c1a13ae/node_modules/react-stately/dist/private/intl/color/bg-BG.mjs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D:/pasar_fix/node_modules/.bun/react-stately@3.48.0+d86b59289c1a13ae/node_modules/react-stately/dist/private/intl/color/bg-BG.mjs.map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D:/pasar_fix/node_modules/.bun/react-stately@3.48.0+d86b59289c1a13ae/node_modules/react-stately/dist/private/intl/color/cs-CZ.cjs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D:/pasar_fix/node_modules/.bun/react-stately@3.48.0+d86b59289c1a13ae/node_modules/react-stately/dist/private/intl/color/cs-CZ.cjs.map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D:/pasar_fix/node_modules/.bun/react-stately@3.48.0+d86b59289c1a13ae/node_modules/react-stately/dist/private/intl/color/cs-CZ.js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D:/pasar_fix/node_modules/.bun/react-stately@3.48.0+d86b59289c1a13ae/node_modules/react-stately/dist/private/intl/color/cs-CZ.js.map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D:/pasar_fix/node_modules/.bun/react-stately@3.48.0+d86b59289c1a13ae/node_modules/react-stately/dist/private/intl/color/cs-CZ.mjs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D:/pasar_fix/node_modules/.bun/react-stately@3.48.0+d86b59289c1a13ae/node_modules/react-stately/dist/private/intl/color/cs-CZ.mjs.map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D:/pasar_fix/node_modules/.bun/react-stately@3.48.0+d86b59289c1a13ae/node_modules/react-stately/dist/private/intl/color/da-DK.cjs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D:/pasar_fix/node_modules/.bun/react-stately@3.48.0+d86b59289c1a13ae/node_modules/react-stately/dist/private/intl/color/da-DK.cjs.map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D:/pasar_fix/node_modules/.bun/react-stately@3.48.0+d86b59289c1a13ae/node_modules/react-stately/dist/private/intl/color/da-DK.js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D:/pasar_fix/node_modules/.bun/react-stately@3.48.0+d86b59289c1a13ae/node_modules/react-stately/dist/private/intl/color/da-DK.js.map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D:/pasar_fix/node_modules/.bun/react-stately@3.48.0+d86b59289c1a13ae/node_modules/react-stately/dist/private/intl/color/da-DK.mjs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D:/pasar_fix/node_modules/.bun/react-stately@3.48.0+d86b59289c1a13ae/node_modules/react-stately/dist/private/intl/color/da-DK.mjs.map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D:/pasar_fix/node_modules/.bun/react-stately@3.48.0+d86b59289c1a13ae/node_modules/react-stately/dist/private/intl/color/de-DE.cjs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D:/pasar_fix/node_modules/.bun/react-stately@3.48.0+d86b59289c1a13ae/node_modules/react-stately/dist/private/intl/color/de-DE.cjs.map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D:/pasar_fix/node_modules/.bun/react-stately@3.48.0+d86b59289c1a13ae/node_modules/react-stately/dist/private/intl/color/de-DE.js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D:/pasar_fix/node_modules/.bun/react-stately@3.48.0+d86b59289c1a13ae/node_modules/react-stately/dist/private/intl/color/de-DE.js.map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D:/pasar_fix/node_modules/.bun/react-stately@3.48.0+d86b59289c1a13ae/node_modules/react-stately/dist/private/intl/color/de-DE.mjs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D:/pasar_fix/node_modules/.bun/react-stately@3.48.0+d86b59289c1a13ae/node_modules/react-stately/dist/private/intl/color/de-DE.mjs.map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D:/pasar_fix/node_modules/.bun/react-stately@3.48.0+d86b59289c1a13ae/node_modules/react-stately/dist/private/intl/color/el-GR.cjs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D:/pasar_fix/node_modules/.bun/react-stately@3.48.0+d86b59289c1a13ae/node_modules/react-stately/dist/private/intl/color/el-GR.cjs.map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D:/pasar_fix/node_modules/.bun/react-stately@3.48.0+d86b59289c1a13ae/node_modules/react-stately/dist/private/intl/color/el-GR.js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D:/pasar_fix/node_modules/.bun/react-stately@3.48.0+d86b59289c1a13ae/node_modules/react-stately/dist/private/intl/color/el-GR.js.map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D:/pasar_fix/node_modules/.bun/react-stately@3.48.0+d86b59289c1a13ae/node_modules/react-stately/dist/private/intl/color/el-GR.mjs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D:/pasar_fix/node_modules/.bun/react-stately@3.48.0+d86b59289c1a13ae/node_modules/react-stately/dist/private/intl/color/el-GR.mjs.map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D:/pasar_fix/node_modules/.bun/react-stately@3.48.0+d86b59289c1a13ae/node_modules/react-stately/dist/private/intl/color/en-US.cjs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D:/pasar_fix/node_modules/.bun/react-stately@3.48.0+d86b59289c1a13ae/node_modules/react-stately/dist/private/intl/color/en-US.cjs.map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D:/pasar_fix/node_modules/.bun/react-stately@3.48.0+d86b59289c1a13ae/node_modules/react-stately/dist/private/intl/color/en-US.js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D:/pasar_fix/node_modules/.bun/react-stately@3.48.0+d86b59289c1a13ae/node_modules/react-stately/dist/private/intl/color/en-US.js.map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D:/pasar_fix/node_modules/.bun/react-stately@3.48.0+d86b59289c1a13ae/node_modules/react-stately/dist/private/intl/color/en-US.mjs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D:/pasar_fix/node_modules/.bun/react-stately@3.48.0+d86b59289c1a13ae/node_modules/react-stately/dist/private/intl/color/en-US.mjs.map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D:/pasar_fix/node_modules/.bun/react-stately@3.48.0+d86b59289c1a13ae/node_modules/react-stately/dist/private/intl/color/es-ES.cjs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D:/pasar_fix/node_modules/.bun/react-stately@3.48.0+d86b59289c1a13ae/node_modules/react-stately/dist/private/intl/color/es-ES.cjs.map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D:/pasar_fix/node_modules/.bun/react-stately@3.48.0+d86b59289c1a13ae/node_modules/react-stately/dist/private/intl/color/es-ES.js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D:/pasar_fix/node_modules/.bun/react-stately@3.48.0+d86b59289c1a13ae/node_modules/react-stately/dist/private/intl/color/es-ES.js.map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D:/pasar_fix/node_modules/.bun/react-stately@3.48.0+d86b59289c1a13ae/node_modules/react-stately/dist/private/intl/color/es-ES.mjs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D:/pasar_fix/node_modules/.bun/react-stately@3.48.0+d86b59289c1a13ae/node_modules/react-stately/dist/private/intl/color/es-ES.mjs.map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D:/pasar_fix/node_modules/.bun/react-stately@3.48.0+d86b59289c1a13ae/node_modules/react-stately/dist/private/intl/color/et-EE.cjs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D:/pasar_fix/node_modules/.bun/react-stately@3.48.0+d86b59289c1a13ae/node_modules/react-stately/dist/private/intl/color/et-EE.cjs.map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D:/pasar_fix/node_modules/.bun/react-stately@3.48.0+d86b59289c1a13ae/node_modules/react-stately/dist/private/intl/color/et-EE.js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D:/pasar_fix/node_modules/.bun/react-stately@3.48.0+d86b59289c1a13ae/node_modules/react-stately/dist/private/intl/color/et-EE.js.map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D:/pasar_fix/node_modules/.bun/react-stately@3.48.0+d86b59289c1a13ae/node_modules/react-stately/dist/private/intl/color/et-EE.mjs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D:/pasar_fix/node_modules/.bun/react-stately@3.48.0+d86b59289c1a13ae/node_modules/react-stately/dist/private/intl/color/et-EE.mjs.map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D:/pasar_fix/node_modules/.bun/react-stately@3.48.0+d86b59289c1a13ae/node_modules/react-stately/dist/private/intl/color/fi-FI.cjs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D:/pasar_fix/node_modules/.bun/react-stately@3.48.0+d86b59289c1a13ae/node_modules/react-stately/dist/private/intl/color/fi-FI.cjs.map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D:/pasar_fix/node_modules/.bun/react-stately@3.48.0+d86b59289c1a13ae/node_modules/react-stately/dist/private/intl/color/fi-FI.js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D:/pasar_fix/node_modules/.bun/react-stately@3.48.0+d86b59289c1a13ae/node_modules/react-stately/dist/private/intl/color/fi-FI.js.map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D:/pasar_fix/node_modules/.bun/react-stately@3.48.0+d86b59289c1a13ae/node_modules/react-stately/dist/private/intl/color/fi-FI.mjs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D:/pasar_fix/node_modules/.bun/react-stately@3.48.0+d86b59289c1a13ae/node_modules/react-stately/dist/private/intl/color/fi-FI.mjs.map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D:/pasar_fix/node_modules/.bun/react-stately@3.48.0+d86b59289c1a13ae/node_modules/react-stately/dist/private/intl/color/fr-FR.cjs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D:/pasar_fix/node_modules/.bun/react-stately@3.48.0+d86b59289c1a13ae/node_modules/react-stately/dist/private/intl/color/fr-FR.cjs.map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D:/pasar_fix/node_modules/.bun/react-stately@3.48.0+d86b59289c1a13ae/node_modules/react-stately/dist/private/intl/color/fr-FR.js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D:/pasar_fix/node_modules/.bun/react-stately@3.48.0+d86b59289c1a13ae/node_modules/react-stately/dist/private/intl/color/fr-FR.js.map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D:/pasar_fix/node_modules/.bun/react-stately@3.48.0+d86b59289c1a13ae/node_modules/react-stately/dist/private/intl/color/fr-FR.mjs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D:/pasar_fix/node_modules/.bun/react-stately@3.48.0+d86b59289c1a13ae/node_modules/react-stately/dist/private/intl/color/fr-FR.mjs.map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D:/pasar_fix/node_modules/.bun/react-stately@3.48.0+d86b59289c1a13ae/node_modules/react-stately/dist/private/intl/color/he-IL.cjs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D:/pasar_fix/node_modules/.bun/react-stately@3.48.0+d86b59289c1a13ae/node_modules/react-stately/dist/private/intl/color/he-IL.cjs.map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D:/pasar_fix/node_modules/.bun/react-stately@3.48.0+d86b59289c1a13ae/node_modules/react-stately/dist/private/intl/color/he-IL.js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D:/pasar_fix/node_modules/.bun/react-stately@3.48.0+d86b59289c1a13ae/node_modules/react-stately/dist/private/intl/color/he-IL.js.map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D:/pasar_fix/node_modules/.bun/react-stately@3.48.0+d86b59289c1a13ae/node_modules/react-stately/dist/private/intl/color/he-IL.mjs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D:/pasar_fix/node_modules/.bun/react-stately@3.48.0+d86b59289c1a13ae/node_modules/react-stately/dist/private/intl/color/he-IL.mjs.map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D:/pasar_fix/node_modules/.bun/react-stately@3.48.0+d86b59289c1a13ae/node_modules/react-stately/dist/private/intl/color/hr-HR.cjs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D:/pasar_fix/node_modules/.bun/react-stately@3.48.0+d86b59289c1a13ae/node_modules/react-stately/dist/private/intl/color/hr-HR.cjs.map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D:/pasar_fix/node_modules/.bun/react-stately@3.48.0+d86b59289c1a13ae/node_modules/react-stately/dist/private/intl/color/hr-HR.js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D:/pasar_fix/node_modules/.bun/react-stately@3.48.0+d86b59289c1a13ae/node_modules/react-stately/dist/private/intl/color/hr-HR.js.map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D:/pasar_fix/node_modules/.bun/react-stately@3.48.0+d86b59289c1a13ae/node_modules/react-stately/dist/private/intl/color/hr-HR.mjs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D:/pasar_fix/node_modules/.bun/react-stately@3.48.0+d86b59289c1a13ae/node_modules/react-stately/dist/private/intl/color/hr-HR.mjs.map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D:/pasar_fix/node_modules/.bun/react-stately@3.48.0+d86b59289c1a13ae/node_modules/react-stately/dist/private/intl/color/hu-HU.cjs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D:/pasar_fix/node_modules/.bun/react-stately@3.48.0+d86b59289c1a13ae/node_modules/react-stately/dist/private/intl/color/hu-HU.cjs.map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D:/pasar_fix/node_modules/.bun/react-stately@3.48.0+d86b59289c1a13ae/node_modules/react-stately/dist/private/intl/color/hu-HU.js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D:/pasar_fix/node_modules/.bun/react-stately@3.48.0+d86b59289c1a13ae/node_modules/react-stately/dist/private/intl/color/hu-HU.js.map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D:/pasar_fix/node_modules/.bun/react-stately@3.48.0+d86b59289c1a13ae/node_modules/react-stately/dist/private/intl/color/hu-HU.mjs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D:/pasar_fix/node_modules/.bun/react-stately@3.48.0+d86b59289c1a13ae/node_modules/react-stately/dist/private/intl/color/hu-HU.mjs.map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D:/pasar_fix/node_modules/.bun/react-stately@3.48.0+d86b59289c1a13ae/node_modules/react-stately/dist/private/intl/color/it-IT.cjs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D:/pasar_fix/node_modules/.bun/react-stately@3.48.0+d86b59289c1a13ae/node_modules/react-stately/dist/private/intl/color/it-IT.cjs.map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D:/pasar_fix/node_modules/.bun/react-stately@3.48.0+d86b59289c1a13ae/node_modules/react-stately/dist/private/intl/color/it-IT.js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D:/pasar_fix/node_modules/.bun/react-stately@3.48.0+d86b59289c1a13ae/node_modules/react-stately/dist/private/intl/color/it-IT.js.map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D:/pasar_fix/node_modules/.bun/react-stately@3.48.0+d86b59289c1a13ae/node_modules/react-stately/dist/private/intl/color/it-IT.mjs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D:/pasar_fix/node_modules/.bun/react-stately@3.48.0+d86b59289c1a13ae/node_modules/react-stately/dist/private/intl/color/it-IT.mjs.map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D:/pasar_fix/node_modules/.bun/react-stately@3.48.0+d86b59289c1a13ae/node_modules/react-stately/dist/private/intl/color/ja-JP.cjs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D:/pasar_fix/node_modules/.bun/react-stately@3.48.0+d86b59289c1a13ae/node_modules/react-stately/dist/private/intl/color/ja-JP.cjs.map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D:/pasar_fix/node_modules/.bun/react-stately@3.48.0+d86b59289c1a13ae/node_modules/react-stately/dist/private/intl/color/ja-JP.js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D:/pasar_fix/node_modules/.bun/react-stately@3.48.0+d86b59289c1a13ae/node_modules/react-stately/dist/private/intl/color/ja-JP.js.map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D:/pasar_fix/node_modules/.bun/react-stately@3.48.0+d86b59289c1a13ae/node_modules/react-stately/dist/private/intl/color/ja-JP.mjs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D:/pasar_fix/node_modules/.bun/react-stately@3.48.0+d86b59289c1a13ae/node_modules/react-stately/dist/private/intl/color/ja-JP.mjs.map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D:/pasar_fix/node_modules/.bun/react-stately@3.48.0+d86b59289c1a13ae/node_modules/react-stately/dist/private/intl/color/ko-KR.cjs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D:/pasar_fix/node_modules/.bun/react-stately@3.48.0+d86b59289c1a13ae/node_modules/react-stately/dist/private/intl/color/ko-KR.cjs.map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D:/pasar_fix/node_modules/.bun/react-stately@3.48.0+d86b59289c1a13ae/node_modules/react-stately/dist/private/intl/color/ko-KR.js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D:/pasar_fix/node_modules/.bun/react-stately@3.48.0+d86b59289c1a13ae/node_modules/react-stately/dist/private/intl/color/ko-KR.js.map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D:/pasar_fix/node_modules/.bun/react-stately@3.48.0+d86b59289c1a13ae/node_modules/react-stately/dist/private/intl/color/ko-KR.mjs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D:/pasar_fix/node_modules/.bun/react-stately@3.48.0+d86b59289c1a13ae/node_modules/react-stately/dist/private/intl/color/ko-KR.mjs.map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D:/pasar_fix/node_modules/.bun/react-stately@3.48.0+d86b59289c1a13ae/node_modules/react-stately/dist/private/intl/color/lt-LT.cjs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D:/pasar_fix/node_modules/.bun/react-stately@3.48.0+d86b59289c1a13ae/node_modules/react-stately/dist/private/intl/color/lt-LT.cjs.map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D:/pasar_fix/node_modules/.bun/react-stately@3.48.0+d86b59289c1a13ae/node_modules/react-stately/dist/private/intl/color/lt-LT.js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D:/pasar_fix/node_modules/.bun/react-stately@3.48.0+d86b59289c1a13ae/node_modules/react-stately/dist/private/intl/color/lt-LT.js.map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D:/pasar_fix/node_modules/.bun/react-stately@3.48.0+d86b59289c1a13ae/node_modules/react-stately/dist/private/intl/color/lt-LT.mjs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D:/pasar_fix/node_modules/.bun/react-stately@3.48.0+d86b59289c1a13ae/node_modules/react-stately/dist/private/intl/color/lt-LT.mjs.map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D:/pasar_fix/node_modules/.bun/react-stately@3.48.0+d86b59289c1a13ae/node_modules/react-stately/dist/private/intl/color/lv-LV.cjs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D:/pasar_fix/node_modules/.bun/react-stately@3.48.0+d86b59289c1a13ae/node_modules/react-stately/dist/private/intl/color/lv-LV.cjs.map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D:/pasar_fix/node_modules/.bun/react-stately@3.48.0+d86b59289c1a13ae/node_modules/react-stately/dist/private/intl/color/lv-LV.js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D:/pasar_fix/node_modules/.bun/react-stately@3.48.0+d86b59289c1a13ae/node_modules/react-stately/dist/private/intl/color/lv-LV.js.map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D:/pasar_fix/node_modules/.bun/react-stately@3.48.0+d86b59289c1a13ae/node_modules/react-stately/dist/private/intl/color/lv-LV.mjs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D:/pasar_fix/node_modules/.bun/react-stately@3.48.0+d86b59289c1a13ae/node_modules/react-stately/dist/private/intl/color/lv-LV.mjs.map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D:/pasar_fix/node_modules/.bun/react-stately@3.48.0+d86b59289c1a13ae/node_modules/react-stately/dist/private/intl/color/nb-NO.cjs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D:/pasar_fix/node_modules/.bun/react-stately@3.48.0+d86b59289c1a13ae/node_modules/react-stately/dist/private/intl/color/nb-NO.cjs.map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D:/pasar_fix/node_modules/.bun/react-stately@3.48.0+d86b59289c1a13ae/node_modules/react-stately/dist/private/intl/color/nb-NO.js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D:/pasar_fix/node_modules/.bun/react-stately@3.48.0+d86b59289c1a13ae/node_modules/react-stately/dist/private/intl/color/nb-NO.js.map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D:/pasar_fix/node_modules/.bun/react-stately@3.48.0+d86b59289c1a13ae/node_modules/react-stately/dist/private/intl/color/nb-NO.mjs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D:/pasar_fix/node_modules/.bun/react-stately@3.48.0+d86b59289c1a13ae/node_modules/react-stately/dist/private/intl/color/nb-NO.mjs.map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D:/pasar_fix/node_modules/.bun/react-stately@3.48.0+d86b59289c1a13ae/node_modules/react-stately/dist/private/intl/color/nl-NL.cjs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D:/pasar_fix/node_modules/.bun/react-stately@3.48.0+d86b59289c1a13ae/node_modules/react-stately/dist/private/intl/color/nl-NL.cjs.map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D:/pasar_fix/node_modules/.bun/react-stately@3.48.0+d86b59289c1a13ae/node_modules/react-stately/dist/private/intl/color/nl-NL.js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D:/pasar_fix/node_modules/.bun/react-stately@3.48.0+d86b59289c1a13ae/node_modules/react-stately/dist/private/intl/color/nl-NL.js.map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D:/pasar_fix/node_modules/.bun/react-stately@3.48.0+d86b59289c1a13ae/node_modules/react-stately/dist/private/intl/color/nl-NL.mjs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D:/pasar_fix/node_modules/.bun/react-stately@3.48.0+d86b59289c1a13ae/node_modules/react-stately/dist/private/intl/color/nl-NL.mjs.map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D:/pasar_fix/node_modules/.bun/react-stately@3.48.0+d86b59289c1a13ae/node_modules/react-stately/dist/private/intl/color/pl-PL.cjs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D:/pasar_fix/node_modules/.bun/react-stately@3.48.0+d86b59289c1a13ae/node_modules/react-stately/dist/private/intl/color/pl-PL.cjs.map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D:/pasar_fix/node_modules/.bun/react-stately@3.48.0+d86b59289c1a13ae/node_modules/react-stately/dist/private/intl/color/pl-PL.js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D:/pasar_fix/node_modules/.bun/react-stately@3.48.0+d86b59289c1a13ae/node_modules/react-stately/dist/private/intl/color/pl-PL.js.map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D:/pasar_fix/node_modules/.bun/react-stately@3.48.0+d86b59289c1a13ae/node_modules/react-stately/dist/private/intl/color/pl-PL.mjs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D:/pasar_fix/node_modules/.bun/react-stately@3.48.0+d86b59289c1a13ae/node_modules/react-stately/dist/private/intl/color/pl-PL.mjs.map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D:/pasar_fix/node_modules/.bun/react-stately@3.48.0+d86b59289c1a13ae/node_modules/react-stately/dist/private/intl/color/pt-BR.cjs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D:/pasar_fix/node_modules/.bun/react-stately@3.48.0+d86b59289c1a13ae/node_modules/react-stately/dist/private/intl/color/pt-BR.cjs.map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D:/pasar_fix/node_modules/.bun/react-stately@3.48.0+d86b59289c1a13ae/node_modules/react-stately/dist/private/intl/color/pt-BR.js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D:/pasar_fix/node_modules/.bun/react-stately@3.48.0+d86b59289c1a13ae/node_modules/react-stately/dist/private/intl/color/pt-BR.js.map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D:/pasar_fix/node_modules/.bun/react-stately@3.48.0+d86b59289c1a13ae/node_modules/react-stately/dist/private/intl/color/pt-BR.mjs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D:/pasar_fix/node_modules/.bun/react-stately@3.48.0+d86b59289c1a13ae/node_modules/react-stately/dist/private/intl/color/pt-BR.mjs.map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D:/pasar_fix/node_modules/.bun/react-stately@3.48.0+d86b59289c1a13ae/node_modules/react-stately/dist/private/intl/color/pt-PT.cjs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D:/pasar_fix/node_modules/.bun/react-stately@3.48.0+d86b59289c1a13ae/node_modules/react-stately/dist/private/intl/color/pt-PT.cjs.map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D:/pasar_fix/node_modules/.bun/react-stately@3.48.0+d86b59289c1a13ae/node_modules/react-stately/dist/private/intl/color/pt-PT.js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D:/pasar_fix/node_modules/.bun/react-stately@3.48.0+d86b59289c1a13ae/node_modules/react-stately/dist/private/intl/color/pt-PT.js.map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D:/pasar_fix/node_modules/.bun/react-stately@3.48.0+d86b59289c1a13ae/node_modules/react-stately/dist/private/intl/color/pt-PT.mjs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D:/pasar_fix/node_modules/.bun/react-stately@3.48.0+d86b59289c1a13ae/node_modules/react-stately/dist/private/intl/color/pt-PT.mjs.map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D:/pasar_fix/node_modules/.bun/react-stately@3.48.0+d86b59289c1a13ae/node_modules/react-stately/dist/private/intl/color/ro-RO.cjs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D:/pasar_fix/node_modules/.bun/react-stately@3.48.0+d86b59289c1a13ae/node_modules/react-stately/dist/private/intl/color/ro-RO.cjs.map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D:/pasar_fix/node_modules/.bun/react-stately@3.48.0+d86b59289c1a13ae/node_modules/react-stately/dist/private/intl/color/ro-RO.js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D:/pasar_fix/node_modules/.bun/react-stately@3.48.0+d86b59289c1a13ae/node_modules/react-stately/dist/private/intl/color/ro-RO.js.map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D:/pasar_fix/node_modules/.bun/react-stately@3.48.0+d86b59289c1a13ae/node_modules/react-stately/dist/private/intl/color/ro-RO.mjs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D:/pasar_fix/node_modules/.bun/react-stately@3.48.0+d86b59289c1a13ae/node_modules/react-stately/dist/private/intl/color/ro-RO.mjs.map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D:/pasar_fix/node_modules/.bun/react-stately@3.48.0+d86b59289c1a13ae/node_modules/react-stately/dist/private/intl/color/ru-RU.cjs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D:/pasar_fix/node_modules/.bun/react-stately@3.48.0+d86b59289c1a13ae/node_modules/react-stately/dist/private/intl/color/ru-RU.cjs.map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D:/pasar_fix/node_modules/.bun/react-stately@3.48.0+d86b59289c1a13ae/node_modules/react-stately/dist/private/intl/color/ru-RU.js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D:/pasar_fix/node_modules/.bun/react-stately@3.48.0+d86b59289c1a13ae/node_modules/react-stately/dist/private/intl/color/ru-RU.js.map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D:/pasar_fix/node_modules/.bun/react-stately@3.48.0+d86b59289c1a13ae/node_modules/react-stately/dist/private/intl/color/ru-RU.mjs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D:/pasar_fix/node_modules/.bun/react-stately@3.48.0+d86b59289c1a13ae/node_modules/react-stately/dist/private/intl/color/ru-RU.mjs.map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D:/pasar_fix/node_modules/.bun/react-stately@3.48.0+d86b59289c1a13ae/node_modules/react-stately/dist/private/intl/color/sk-SK.cjs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D:/pasar_fix/node_modules/.bun/react-stately@3.48.0+d86b59289c1a13ae/node_modules/react-stately/dist/private/intl/color/sk-SK.cjs.map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D:/pasar_fix/node_modules/.bun/react-stately@3.48.0+d86b59289c1a13ae/node_modules/react-stately/dist/private/intl/color/sk-SK.js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D:/pasar_fix/node_modules/.bun/react-stately@3.48.0+d86b59289c1a13ae/node_modules/react-stately/dist/private/intl/color/sk-SK.js.map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D:/pasar_fix/node_modules/.bun/react-stately@3.48.0+d86b59289c1a13ae/node_modules/react-stately/dist/private/intl/color/sk-SK.mjs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D:/pasar_fix/node_modules/.bun/react-stately@3.48.0+d86b59289c1a13ae/node_modules/react-stately/dist/private/intl/color/sk-SK.mjs.map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D:/pasar_fix/node_modules/.bun/react-stately@3.48.0+d86b59289c1a13ae/node_modules/react-stately/dist/private/intl/color/sl-SI.cjs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D:/pasar_fix/node_modules/.bun/react-stately@3.48.0+d86b59289c1a13ae/node_modules/react-stately/dist/private/intl/color/sl-SI.cjs.map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D:/pasar_fix/node_modules/.bun/react-stately@3.48.0+d86b59289c1a13ae/node_modules/react-stately/dist/private/intl/color/sl-SI.js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D:/pasar_fix/node_modules/.bun/react-stately@3.48.0+d86b59289c1a13ae/node_modules/react-stately/dist/private/intl/color/sl-SI.js.map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D:/pasar_fix/node_modules/.bun/react-stately@3.48.0+d86b59289c1a13ae/node_modules/react-stately/dist/private/intl/color/sl-SI.mjs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D:/pasar_fix/node_modules/.bun/react-stately@3.48.0+d86b59289c1a13ae/node_modules/react-stately/dist/private/intl/color/sl-SI.mjs.map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D:/pasar_fix/node_modules/.bun/react-stately@3.48.0+d86b59289c1a13ae/node_modules/react-stately/dist/private/intl/color/sr-SP.cjs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D:/pasar_fix/node_modules/.bun/react-stately@3.48.0+d86b59289c1a13ae/node_modules/react-stately/dist/private/intl/color/sr-SP.cjs.map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D:/pasar_fix/node_modules/.bun/react-stately@3.48.0+d86b59289c1a13ae/node_modules/react-stately/dist/private/intl/color/sr-SP.js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D:/pasar_fix/node_modules/.bun/react-stately@3.48.0+d86b59289c1a13ae/node_modules/react-stately/dist/private/intl/color/sr-SP.js.map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D:/pasar_fix/node_modules/.bun/react-stately@3.48.0+d86b59289c1a13ae/node_modules/react-stately/dist/private/intl/color/sr-SP.mjs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D:/pasar_fix/node_modules/.bun/react-stately@3.48.0+d86b59289c1a13ae/node_modules/react-stately/dist/private/intl/color/sr-SP.mjs.map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D:/pasar_fix/node_modules/.bun/react-stately@3.48.0+d86b59289c1a13ae/node_modules/react-stately/dist/private/intl/color/sv-SE.cjs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D:/pasar_fix/node_modules/.bun/react-stately@3.48.0+d86b59289c1a13ae/node_modules/react-stately/dist/private/intl/color/sv-SE.cjs.map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D:/pasar_fix/node_modules/.bun/react-stately@3.48.0+d86b59289c1a13ae/node_modules/react-stately/dist/private/intl/color/sv-SE.js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D:/pasar_fix/node_modules/.bun/react-stately@3.48.0+d86b59289c1a13ae/node_modules/react-stately/dist/private/intl/color/sv-SE.js.map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D:/pasar_fix/node_modules/.bun/react-stately@3.48.0+d86b59289c1a13ae/node_modules/react-stately/dist/private/intl/color/sv-SE.mjs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D:/pasar_fix/node_modules/.bun/react-stately@3.48.0+d86b59289c1a13ae/node_modules/react-stately/dist/private/intl/color/sv-SE.mjs.map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D:/pasar_fix/node_modules/.bun/react-stately@3.48.0+d86b59289c1a13ae/node_modules/react-stately/dist/private/intl/color/tr-TR.cjs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D:/pasar_fix/node_modules/.bun/react-stately@3.48.0+d86b59289c1a13ae/node_modules/react-stately/dist/private/intl/color/tr-TR.cjs.map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D:/pasar_fix/node_modules/.bun/react-stately@3.48.0+d86b59289c1a13ae/node_modules/react-stately/dist/private/intl/color/tr-TR.js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D:/pasar_fix/node_modules/.bun/react-stately@3.48.0+d86b59289c1a13ae/node_modules/react-stately/dist/private/intl/color/tr-TR.js.map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D:/pasar_fix/node_modules/.bun/react-stately@3.48.0+d86b59289c1a13ae/node_modules/react-stately/dist/private/intl/color/tr-TR.mjs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D:/pasar_fix/node_modules/.bun/react-stately@3.48.0+d86b59289c1a13ae/node_modules/react-stately/dist/private/intl/color/tr-TR.mjs.map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D:/pasar_fix/node_modules/.bun/react-stately@3.48.0+d86b59289c1a13ae/node_modules/react-stately/dist/private/intl/color/uk-UA.cjs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D:/pasar_fix/node_modules/.bun/react-stately@3.48.0+d86b59289c1a13ae/node_modules/react-stately/dist/private/intl/color/uk-UA.cjs.map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D:/pasar_fix/node_modules/.bun/react-stately@3.48.0+d86b59289c1a13ae/node_modules/react-stately/dist/private/intl/color/uk-UA.js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D:/pasar_fix/node_modules/.bun/react-stately@3.48.0+d86b59289c1a13ae/node_modules/react-stately/dist/private/intl/color/uk-UA.js.map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D:/pasar_fix/node_modules/.bun/react-stately@3.48.0+d86b59289c1a13ae/node_modules/react-stately/dist/private/intl/color/uk-UA.mjs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D:/pasar_fix/node_modules/.bun/react-stately@3.48.0+d86b59289c1a13ae/node_modules/react-stately/dist/private/intl/color/uk-UA.mjs.map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D:/pasar_fix/node_modules/.bun/react-stately@3.48.0+d86b59289c1a13ae/node_modules/react-stately/dist/private/intl/color/zh-CN.cjs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D:/pasar_fix/node_modules/.bun/react-stately@3.48.0+d86b59289c1a13ae/node_modules/react-stately/dist/private/intl/color/zh-CN.cjs.map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D:/pasar_fix/node_modules/.bun/react-stately@3.48.0+d86b59289c1a13ae/node_modules/react-stately/dist/private/intl/color/zh-CN.js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D:/pasar_fix/node_modules/.bun/react-stately@3.48.0+d86b59289c1a13ae/node_modules/react-stately/dist/private/intl/color/zh-CN.js.map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D:/pasar_fix/node_modules/.bun/react-stately@3.48.0+d86b59289c1a13ae/node_modules/react-stately/dist/private/intl/color/zh-CN.mjs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D:/pasar_fix/node_modules/.bun/react-stately@3.48.0+d86b59289c1a13ae/node_modules/react-stately/dist/private/intl/color/zh-CN.mjs.map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D:/pasar_fix/node_modules/.bun/react-stately@3.48.0+d86b59289c1a13ae/node_modules/react-stately/dist/private/intl/color/zh-TW.cjs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D:/pasar_fix/node_modules/.bun/react-stately@3.48.0+d86b59289c1a13ae/node_modules/react-stately/dist/private/intl/color/zh-TW.cjs.map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D:/pasar_fix/node_modules/.bun/react-stately@3.48.0+d86b59289c1a13ae/node_modules/react-stately/dist/private/intl/color/zh-TW.js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D:/pasar_fix/node_modules/.bun/react-stately@3.48.0+d86b59289c1a13ae/node_modules/react-stately/dist/private/intl/color/zh-TW.js.map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D:/pasar_fix/node_modules/.bun/react-stately@3.48.0+d86b59289c1a13ae/node_modules/react-stately/dist/private/intl/color/zh-TW.mjs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D:/pasar_fix/node_modules/.bun/react-stately@3.48.0+d86b59289c1a13ae/node_modules/react-stately/dist/private/intl/color/zh-TW.mjs.map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D:/pasar_fix/node_modules/.bun/react-stately@3.48.0+d86b59289c1a13ae/node_modules/react-stately/dist/private/intl/datepicker/ar-AE.cjs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D:/pasar_fix/node_modules/.bun/react-stately@3.48.0+d86b59289c1a13ae/node_modules/react-stately/dist/private/intl/datepicker/ar-AE.cjs.map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D:/pasar_fix/node_modules/.bun/react-stately@3.48.0+d86b59289c1a13ae/node_modules/react-stately/dist/private/intl/datepicker/ar-AE.js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D:/pasar_fix/node_modules/.bun/react-stately@3.48.0+d86b59289c1a13ae/node_modules/react-stately/dist/private/intl/datepicker/ar-AE.js.map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D:/pasar_fix/node_modules/.bun/react-stately@3.48.0+d86b59289c1a13ae/node_modules/react-stately/dist/private/intl/datepicker/ar-AE.mjs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D:/pasar_fix/node_modules/.bun/react-stately@3.48.0+d86b59289c1a13ae/node_modules/react-stately/dist/private/intl/datepicker/ar-AE.mjs.map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D:/pasar_fix/node_modules/.bun/react-stately@3.48.0+d86b59289c1a13ae/node_modules/react-stately/dist/private/intl/datepicker/bg-BG.cjs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D:/pasar_fix/node_modules/.bun/react-stately@3.48.0+d86b59289c1a13ae/node_modules/react-stately/dist/private/intl/datepicker/bg-BG.cjs.map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D:/pasar_fix/node_modules/.bun/react-stately@3.48.0+d86b59289c1a13ae/node_modules/react-stately/dist/private/intl/datepicker/bg-BG.js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D:/pasar_fix/node_modules/.bun/react-stately@3.48.0+d86b59289c1a13ae/node_modules/react-stately/dist/private/intl/datepicker/bg-BG.js.map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D:/pasar_fix/node_modules/.bun/react-stately@3.48.0+d86b59289c1a13ae/node_modules/react-stately/dist/private/intl/datepicker/bg-BG.mjs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D:/pasar_fix/node_modules/.bun/react-stately@3.48.0+d86b59289c1a13ae/node_modules/react-stately/dist/private/intl/datepicker/bg-BG.mjs.map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D:/pasar_fix/node_modules/.bun/react-stately@3.48.0+d86b59289c1a13ae/node_modules/react-stately/dist/private/intl/datepicker/cs-CZ.cjs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D:/pasar_fix/node_modules/.bun/react-stately@3.48.0+d86b59289c1a13ae/node_modules/react-stately/dist/private/intl/datepicker/cs-CZ.cjs.map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D:/pasar_fix/node_modules/.bun/react-stately@3.48.0+d86b59289c1a13ae/node_modules/react-stately/dist/private/intl/datepicker/cs-CZ.js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D:/pasar_fix/node_modules/.bun/react-stately@3.48.0+d86b59289c1a13ae/node_modules/react-stately/dist/private/intl/datepicker/cs-CZ.js.map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D:/pasar_fix/node_modules/.bun/react-stately@3.48.0+d86b59289c1a13ae/node_modules/react-stately/dist/private/intl/datepicker/cs-CZ.mjs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D:/pasar_fix/node_modules/.bun/react-stately@3.48.0+d86b59289c1a13ae/node_modules/react-stately/dist/private/intl/datepicker/cs-CZ.mjs.map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D:/pasar_fix/node_modules/.bun/react-stately@3.48.0+d86b59289c1a13ae/node_modules/react-stately/dist/private/intl/datepicker/da-DK.cjs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D:/pasar_fix/node_modules/.bun/react-stately@3.48.0+d86b59289c1a13ae/node_modules/react-stately/dist/private/intl/datepicker/da-DK.cjs.map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D:/pasar_fix/node_modules/.bun/react-stately@3.48.0+d86b59289c1a13ae/node_modules/react-stately/dist/private/intl/datepicker/da-DK.js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D:/pasar_fix/node_modules/.bun/react-stately@3.48.0+d86b59289c1a13ae/node_modules/react-stately/dist/private/intl/datepicker/da-DK.js.map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D:/pasar_fix/node_modules/.bun/react-stately@3.48.0+d86b59289c1a13ae/node_modules/react-stately/dist/private/intl/datepicker/da-DK.mjs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D:/pasar_fix/node_modules/.bun/react-stately@3.48.0+d86b59289c1a13ae/node_modules/react-stately/dist/private/intl/datepicker/da-DK.mjs.map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D:/pasar_fix/node_modules/.bun/react-stately@3.48.0+d86b59289c1a13ae/node_modules/react-stately/dist/private/intl/datepicker/de-DE.cjs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D:/pasar_fix/node_modules/.bun/react-stately@3.48.0+d86b59289c1a13ae/node_modules/react-stately/dist/private/intl/datepicker/de-DE.cjs.map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D:/pasar_fix/node_modules/.bun/react-stately@3.48.0+d86b59289c1a13ae/node_modules/react-stately/dist/private/intl/datepicker/de-DE.js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D:/pasar_fix/node_modules/.bun/react-stately@3.48.0+d86b59289c1a13ae/node_modules/react-stately/dist/private/intl/datepicker/de-DE.js.map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D:/pasar_fix/node_modules/.bun/react-stately@3.48.0+d86b59289c1a13ae/node_modules/react-stately/dist/private/intl/datepicker/de-DE.mjs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D:/pasar_fix/node_modules/.bun/react-stately@3.48.0+d86b59289c1a13ae/node_modules/react-stately/dist/private/intl/datepicker/de-DE.mjs.map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D:/pasar_fix/node_modules/.bun/react-stately@3.48.0+d86b59289c1a13ae/node_modules/react-stately/dist/private/intl/datepicker/el-GR.cjs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D:/pasar_fix/node_modules/.bun/react-stately@3.48.0+d86b59289c1a13ae/node_modules/react-stately/dist/private/intl/datepicker/el-GR.cjs.map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D:/pasar_fix/node_modules/.bun/react-stately@3.48.0+d86b59289c1a13ae/node_modules/react-stately/dist/private/intl/datepicker/el-GR.js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D:/pasar_fix/node_modules/.bun/react-stately@3.48.0+d86b59289c1a13ae/node_modules/react-stately/dist/private/intl/datepicker/el-GR.js.map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D:/pasar_fix/node_modules/.bun/react-stately@3.48.0+d86b59289c1a13ae/node_modules/react-stately/dist/private/intl/datepicker/el-GR.mjs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D:/pasar_fix/node_modules/.bun/react-stately@3.48.0+d86b59289c1a13ae/node_modules/react-stately/dist/private/intl/datepicker/el-GR.mjs.map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D:/pasar_fix/node_modules/.bun/react-stately@3.48.0+d86b59289c1a13ae/node_modules/react-stately/dist/private/intl/datepicker/en-US.cjs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D:/pasar_fix/node_modules/.bun/react-stately@3.48.0+d86b59289c1a13ae/node_modules/react-stately/dist/private/intl/datepicker/en-US.cjs.map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D:/pasar_fix/node_modules/.bun/react-stately@3.48.0+d86b59289c1a13ae/node_modules/react-stately/dist/private/intl/datepicker/en-US.js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D:/pasar_fix/node_modules/.bun/react-stately@3.48.0+d86b59289c1a13ae/node_modules/react-stately/dist/private/intl/datepicker/en-US.js.map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D:/pasar_fix/node_modules/.bun/react-stately@3.48.0+d86b59289c1a13ae/node_modules/react-stately/dist/private/intl/datepicker/en-US.mjs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D:/pasar_fix/node_modules/.bun/react-stately@3.48.0+d86b59289c1a13ae/node_modules/react-stately/dist/private/intl/datepicker/en-US.mjs.map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D:/pasar_fix/node_modules/.bun/react-stately@3.48.0+d86b59289c1a13ae/node_modules/react-stately/dist/private/intl/datepicker/es-ES.cjs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D:/pasar_fix/node_modules/.bun/react-stately@3.48.0+d86b59289c1a13ae/node_modules/react-stately/dist/private/intl/datepicker/es-ES.cjs.map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D:/pasar_fix/node_modules/.bun/react-stately@3.48.0+d86b59289c1a13ae/node_modules/react-stately/dist/private/intl/datepicker/es-ES.js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D:/pasar_fix/node_modules/.bun/react-stately@3.48.0+d86b59289c1a13ae/node_modules/react-stately/dist/private/intl/datepicker/es-ES.js.map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D:/pasar_fix/node_modules/.bun/react-stately@3.48.0+d86b59289c1a13ae/node_modules/react-stately/dist/private/intl/datepicker/es-ES.mjs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D:/pasar_fix/node_modules/.bun/react-stately@3.48.0+d86b59289c1a13ae/node_modules/react-stately/dist/private/intl/datepicker/es-ES.mjs.map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D:/pasar_fix/node_modules/.bun/react-stately@3.48.0+d86b59289c1a13ae/node_modules/react-stately/dist/private/intl/datepicker/et-EE.cjs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D:/pasar_fix/node_modules/.bun/react-stately@3.48.0+d86b59289c1a13ae/node_modules/react-stately/dist/private/intl/datepicker/et-EE.cjs.map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D:/pasar_fix/node_modules/.bun/react-stately@3.48.0+d86b59289c1a13ae/node_modules/react-stately/dist/private/intl/datepicker/et-EE.js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D:/pasar_fix/node_modules/.bun/react-stately@3.48.0+d86b59289c1a13ae/node_modules/react-stately/dist/private/intl/datepicker/et-EE.js.map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D:/pasar_fix/node_modules/.bun/react-stately@3.48.0+d86b59289c1a13ae/node_modules/react-stately/dist/private/intl/datepicker/et-EE.mjs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D:/pasar_fix/node_modules/.bun/react-stately@3.48.0+d86b59289c1a13ae/node_modules/react-stately/dist/private/intl/datepicker/et-EE.mjs.map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D:/pasar_fix/node_modules/.bun/react-stately@3.48.0+d86b59289c1a13ae/node_modules/react-stately/dist/private/intl/datepicker/fi-FI.cjs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D:/pasar_fix/node_modules/.bun/react-stately@3.48.0+d86b59289c1a13ae/node_modules/react-stately/dist/private/intl/datepicker/fi-FI.cjs.map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D:/pasar_fix/node_modules/.bun/react-stately@3.48.0+d86b59289c1a13ae/node_modules/react-stately/dist/private/intl/datepicker/fi-FI.js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D:/pasar_fix/node_modules/.bun/react-stately@3.48.0+d86b59289c1a13ae/node_modules/react-stately/dist/private/intl/datepicker/fi-FI.js.map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D:/pasar_fix/node_modules/.bun/react-stately@3.48.0+d86b59289c1a13ae/node_modules/react-stately/dist/private/intl/datepicker/fi-FI.mjs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D:/pasar_fix/node_modules/.bun/react-stately@3.48.0+d86b59289c1a13ae/node_modules/react-stately/dist/private/intl/datepicker/fi-FI.mjs.map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D:/pasar_fix/node_modules/.bun/react-stately@3.48.0+d86b59289c1a13ae/node_modules/react-stately/dist/private/intl/datepicker/fr-FR.cjs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D:/pasar_fix/node_modules/.bun/react-stately@3.48.0+d86b59289c1a13ae/node_modules/react-stately/dist/private/intl/datepicker/fr-FR.cjs.map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D:/pasar_fix/node_modules/.bun/react-stately@3.48.0+d86b59289c1a13ae/node_modules/react-stately/dist/private/intl/datepicker/fr-FR.js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D:/pasar_fix/node_modules/.bun/react-stately@3.48.0+d86b59289c1a13ae/node_modules/react-stately/dist/private/intl/datepicker/fr-FR.js.map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D:/pasar_fix/node_modules/.bun/react-stately@3.48.0+d86b59289c1a13ae/node_modules/react-stately/dist/private/intl/datepicker/fr-FR.mjs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D:/pasar_fix/node_modules/.bun/react-stately@3.48.0+d86b59289c1a13ae/node_modules/react-stately/dist/private/intl/datepicker/fr-FR.mjs.map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D:/pasar_fix/node_modules/.bun/react-stately@3.48.0+d86b59289c1a13ae/node_modules/react-stately/dist/private/intl/datepicker/he-IL.cjs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D:/pasar_fix/node_modules/.bun/react-stately@3.48.0+d86b59289c1a13ae/node_modules/react-stately/dist/private/intl/datepicker/he-IL.cjs.map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D:/pasar_fix/node_modules/.bun/react-stately@3.48.0+d86b59289c1a13ae/node_modules/react-stately/dist/private/intl/datepicker/he-IL.js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D:/pasar_fix/node_modules/.bun/react-stately@3.48.0+d86b59289c1a13ae/node_modules/react-stately/dist/private/intl/datepicker/he-IL.js.map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D:/pasar_fix/node_modules/.bun/react-stately@3.48.0+d86b59289c1a13ae/node_modules/react-stately/dist/private/intl/datepicker/he-IL.mjs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D:/pasar_fix/node_modules/.bun/react-stately@3.48.0+d86b59289c1a13ae/node_modules/react-stately/dist/private/intl/datepicker/he-IL.mjs.map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D:/pasar_fix/node_modules/.bun/react-stately@3.48.0+d86b59289c1a13ae/node_modules/react-stately/dist/private/intl/datepicker/hr-HR.cjs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D:/pasar_fix/node_modules/.bun/react-stately@3.48.0+d86b59289c1a13ae/node_modules/react-stately/dist/private/intl/datepicker/hr-HR.cjs.map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D:/pasar_fix/node_modules/.bun/react-stately@3.48.0+d86b59289c1a13ae/node_modules/react-stately/dist/private/intl/datepicker/hr-HR.js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D:/pasar_fix/node_modules/.bun/react-stately@3.48.0+d86b59289c1a13ae/node_modules/react-stately/dist/private/intl/datepicker/hr-HR.js.map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D:/pasar_fix/node_modules/.bun/react-stately@3.48.0+d86b59289c1a13ae/node_modules/react-stately/dist/private/intl/datepicker/hr-HR.mjs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D:/pasar_fix/node_modules/.bun/react-stately@3.48.0+d86b59289c1a13ae/node_modules/react-stately/dist/private/intl/datepicker/hr-HR.mjs.map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D:/pasar_fix/node_modules/.bun/react-stately@3.48.0+d86b59289c1a13ae/node_modules/react-stately/dist/private/intl/datepicker/hu-HU.cjs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D:/pasar_fix/node_modules/.bun/react-stately@3.48.0+d86b59289c1a13ae/node_modules/react-stately/dist/private/intl/datepicker/hu-HU.cjs.map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D:/pasar_fix/node_modules/.bun/react-stately@3.48.0+d86b59289c1a13ae/node_modules/react-stately/dist/private/intl/datepicker/hu-HU.js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D:/pasar_fix/node_modules/.bun/react-stately@3.48.0+d86b59289c1a13ae/node_modules/react-stately/dist/private/intl/datepicker/hu-HU.js.map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D:/pasar_fix/node_modules/.bun/react-stately@3.48.0+d86b59289c1a13ae/node_modules/react-stately/dist/private/intl/datepicker/hu-HU.mjs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D:/pasar_fix/node_modules/.bun/react-stately@3.48.0+d86b59289c1a13ae/node_modules/react-stately/dist/private/intl/datepicker/hu-HU.mjs.map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D:/pasar_fix/node_modules/.bun/react-stately@3.48.0+d86b59289c1a13ae/node_modules/react-stately/dist/private/intl/datepicker/it-IT.cjs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D:/pasar_fix/node_modules/.bun/react-stately@3.48.0+d86b59289c1a13ae/node_modules/react-stately/dist/private/intl/datepicker/it-IT.cjs.map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D:/pasar_fix/node_modules/.bun/react-stately@3.48.0+d86b59289c1a13ae/node_modules/react-stately/dist/private/intl/datepicker/it-IT.js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D:/pasar_fix/node_modules/.bun/react-stately@3.48.0+d86b59289c1a13ae/node_modules/react-stately/dist/private/intl/datepicker/it-IT.js.map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D:/pasar_fix/node_modules/.bun/react-stately@3.48.0+d86b59289c1a13ae/node_modules/react-stately/dist/private/intl/datepicker/it-IT.mjs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D:/pasar_fix/node_modules/.bun/react-stately@3.48.0+d86b59289c1a13ae/node_modules/react-stately/dist/private/intl/datepicker/it-IT.mjs.map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D:/pasar_fix/node_modules/.bun/react-stately@3.48.0+d86b59289c1a13ae/node_modules/react-stately/dist/private/intl/datepicker/ja-JP.cjs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D:/pasar_fix/node_modules/.bun/react-stately@3.48.0+d86b59289c1a13ae/node_modules/react-stately/dist/private/intl/datepicker/ja-JP.cjs.map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D:/pasar_fix/node_modules/.bun/react-stately@3.48.0+d86b59289c1a13ae/node_modules/react-stately/dist/private/intl/datepicker/ja-JP.js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D:/pasar_fix/node_modules/.bun/react-stately@3.48.0+d86b59289c1a13ae/node_modules/react-stately/dist/private/intl/datepicker/ja-JP.js.map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D:/pasar_fix/node_modules/.bun/react-stately@3.48.0+d86b59289c1a13ae/node_modules/react-stately/dist/private/intl/datepicker/ja-JP.mjs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D:/pasar_fix/node_modules/.bun/react-stately@3.48.0+d86b59289c1a13ae/node_modules/react-stately/dist/private/intl/datepicker/ja-JP.mjs.map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D:/pasar_fix/node_modules/.bun/react-stately@3.48.0+d86b59289c1a13ae/node_modules/react-stately/dist/private/intl/datepicker/ko-KR.cjs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D:/pasar_fix/node_modules/.bun/react-stately@3.48.0+d86b59289c1a13ae/node_modules/react-stately/dist/private/intl/datepicker/ko-KR.cjs.map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D:/pasar_fix/node_modules/.bun/react-stately@3.48.0+d86b59289c1a13ae/node_modules/react-stately/dist/private/intl/datepicker/ko-KR.js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D:/pasar_fix/node_modules/.bun/react-stately@3.48.0+d86b59289c1a13ae/node_modules/react-stately/dist/private/intl/datepicker/ko-KR.js.map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D:/pasar_fix/node_modules/.bun/react-stately@3.48.0+d86b59289c1a13ae/node_modules/react-stately/dist/private/intl/datepicker/ko-KR.mjs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D:/pasar_fix/node_modules/.bun/react-stately@3.48.0+d86b59289c1a13ae/node_modules/react-stately/dist/private/intl/datepicker/ko-KR.mjs.map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D:/pasar_fix/node_modules/.bun/react-stately@3.48.0+d86b59289c1a13ae/node_modules/react-stately/dist/private/intl/datepicker/lt-LT.cjs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D:/pasar_fix/node_modules/.bun/react-stately@3.48.0+d86b59289c1a13ae/node_modules/react-stately/dist/private/intl/datepicker/lt-LT.cjs.map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D:/pasar_fix/node_modules/.bun/react-stately@3.48.0+d86b59289c1a13ae/node_modules/react-stately/dist/private/intl/datepicker/lt-LT.js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D:/pasar_fix/node_modules/.bun/react-stately@3.48.0+d86b59289c1a13ae/node_modules/react-stately/dist/private/intl/datepicker/lt-LT.js.map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D:/pasar_fix/node_modules/.bun/react-stately@3.48.0+d86b59289c1a13ae/node_modules/react-stately/dist/private/intl/datepicker/lt-LT.mjs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D:/pasar_fix/node_modules/.bun/react-stately@3.48.0+d86b59289c1a13ae/node_modules/react-stately/dist/private/intl/datepicker/lt-LT.mjs.map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D:/pasar_fix/node_modules/.bun/react-stately@3.48.0+d86b59289c1a13ae/node_modules/react-stately/dist/private/intl/datepicker/lv-LV.cjs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D:/pasar_fix/node_modules/.bun/react-stately@3.48.0+d86b59289c1a13ae/node_modules/react-stately/dist/private/intl/datepicker/lv-LV.cjs.map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D:/pasar_fix/node_modules/.bun/react-stately@3.48.0+d86b59289c1a13ae/node_modules/react-stately/dist/private/intl/datepicker/lv-LV.js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D:/pasar_fix/node_modules/.bun/react-stately@3.48.0+d86b59289c1a13ae/node_modules/react-stately/dist/private/intl/datepicker/lv-LV.js.map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D:/pasar_fix/node_modules/.bun/react-stately@3.48.0+d86b59289c1a13ae/node_modules/react-stately/dist/private/intl/datepicker/lv-LV.mjs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D:/pasar_fix/node_modules/.bun/react-stately@3.48.0+d86b59289c1a13ae/node_modules/react-stately/dist/private/intl/datepicker/lv-LV.mjs.map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D:/pasar_fix/node_modules/.bun/react-stately@3.48.0+d86b59289c1a13ae/node_modules/react-stately/dist/private/intl/datepicker/nb-NO.cjs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D:/pasar_fix/node_modules/.bun/react-stately@3.48.0+d86b59289c1a13ae/node_modules/react-stately/dist/private/intl/datepicker/nb-NO.cjs.map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D:/pasar_fix/node_modules/.bun/react-stately@3.48.0+d86b59289c1a13ae/node_modules/react-stately/dist/private/intl/datepicker/nb-NO.js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D:/pasar_fix/node_modules/.bun/react-stately@3.48.0+d86b59289c1a13ae/node_modules/react-stately/dist/private/intl/datepicker/nb-NO.js.map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D:/pasar_fix/node_modules/.bun/react-stately@3.48.0+d86b59289c1a13ae/node_modules/react-stately/dist/private/intl/datepicker/nb-NO.mjs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D:/pasar_fix/node_modules/.bun/react-stately@3.48.0+d86b59289c1a13ae/node_modules/react-stately/dist/private/intl/datepicker/nb-NO.mjs.map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D:/pasar_fix/node_modules/.bun/react-stately@3.48.0+d86b59289c1a13ae/node_modules/react-stately/dist/private/intl/datepicker/nl-NL.cjs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D:/pasar_fix/node_modules/.bun/react-stately@3.48.0+d86b59289c1a13ae/node_modules/react-stately/dist/private/intl/datepicker/nl-NL.cjs.map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D:/pasar_fix/node_modules/.bun/react-stately@3.48.0+d86b59289c1a13ae/node_modules/react-stately/dist/private/intl/datepicker/nl-NL.js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D:/pasar_fix/node_modules/.bun/react-stately@3.48.0+d86b59289c1a13ae/node_modules/react-stately/dist/private/intl/datepicker/nl-NL.js.map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D:/pasar_fix/node_modules/.bun/react-stately@3.48.0+d86b59289c1a13ae/node_modules/react-stately/dist/private/intl/datepicker/nl-NL.mjs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D:/pasar_fix/node_modules/.bun/react-stately@3.48.0+d86b59289c1a13ae/node_modules/react-stately/dist/private/intl/datepicker/nl-NL.mjs.map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D:/pasar_fix/node_modules/.bun/react-stately@3.48.0+d86b59289c1a13ae/node_modules/react-stately/dist/private/intl/datepicker/pl-PL.cjs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D:/pasar_fix/node_modules/.bun/react-stately@3.48.0+d86b59289c1a13ae/node_modules/react-stately/dist/private/intl/datepicker/pl-PL.cjs.map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D:/pasar_fix/node_modules/.bun/react-stately@3.48.0+d86b59289c1a13ae/node_modules/react-stately/dist/private/intl/datepicker/pl-PL.js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D:/pasar_fix/node_modules/.bun/react-stately@3.48.0+d86b59289c1a13ae/node_modules/react-stately/dist/private/intl/datepicker/pl-PL.js.map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D:/pasar_fix/node_modules/.bun/react-stately@3.48.0+d86b59289c1a13ae/node_modules/react-stately/dist/private/intl/datepicker/pl-PL.mjs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D:/pasar_fix/node_modules/.bun/react-stately@3.48.0+d86b59289c1a13ae/node_modules/react-stately/dist/private/intl/datepicker/pl-PL.mjs.map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D:/pasar_fix/node_modules/.bun/react-stately@3.48.0+d86b59289c1a13ae/node_modules/react-stately/dist/private/intl/datepicker/pt-BR.cjs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D:/pasar_fix/node_modules/.bun/react-stately@3.48.0+d86b59289c1a13ae/node_modules/react-stately/dist/private/intl/datepicker/pt-BR.cjs.map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D:/pasar_fix/node_modules/.bun/react-stately@3.48.0+d86b59289c1a13ae/node_modules/react-stately/dist/private/intl/datepicker/pt-BR.js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D:/pasar_fix/node_modules/.bun/react-stately@3.48.0+d86b59289c1a13ae/node_modules/react-stately/dist/private/intl/datepicker/pt-BR.js.map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D:/pasar_fix/node_modules/.bun/react-stately@3.48.0+d86b59289c1a13ae/node_modules/react-stately/dist/private/intl/datepicker/pt-BR.mjs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D:/pasar_fix/node_modules/.bun/react-stately@3.48.0+d86b59289c1a13ae/node_modules/react-stately/dist/private/intl/datepicker/pt-BR.mjs.map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D:/pasar_fix/node_modules/.bun/react-stately@3.48.0+d86b59289c1a13ae/node_modules/react-stately/dist/private/intl/datepicker/pt-PT.cjs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D:/pasar_fix/node_modules/.bun/react-stately@3.48.0+d86b59289c1a13ae/node_modules/react-stately/dist/private/intl/datepicker/pt-PT.cjs.map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D:/pasar_fix/node_modules/.bun/react-stately@3.48.0+d86b59289c1a13ae/node_modules/react-stately/dist/private/intl/datepicker/pt-PT.js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D:/pasar_fix/node_modules/.bun/react-stately@3.48.0+d86b59289c1a13ae/node_modules/react-stately/dist/private/intl/datepicker/pt-PT.js.map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D:/pasar_fix/node_modules/.bun/react-stately@3.48.0+d86b59289c1a13ae/node_modules/react-stately/dist/private/intl/datepicker/pt-PT.mjs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D:/pasar_fix/node_modules/.bun/react-stately@3.48.0+d86b59289c1a13ae/node_modules/react-stately/dist/private/intl/datepicker/pt-PT.mjs.map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D:/pasar_fix/node_modules/.bun/react-stately@3.48.0+d86b59289c1a13ae/node_modules/react-stately/dist/private/intl/datepicker/ro-RO.cjs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D:/pasar_fix/node_modules/.bun/react-stately@3.48.0+d86b59289c1a13ae/node_modules/react-stately/dist/private/intl/datepicker/ro-RO.cjs.map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D:/pasar_fix/node_modules/.bun/react-stately@3.48.0+d86b59289c1a13ae/node_modules/react-stately/dist/private/intl/datepicker/ro-RO.js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D:/pasar_fix/node_modules/.bun/react-stately@3.48.0+d86b59289c1a13ae/node_modules/react-stately/dist/private/intl/datepicker/ro-RO.js.map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D:/pasar_fix/node_modules/.bun/react-stately@3.48.0+d86b59289c1a13ae/node_modules/react-stately/dist/private/intl/datepicker/ro-RO.mjs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D:/pasar_fix/node_modules/.bun/react-stately@3.48.0+d86b59289c1a13ae/node_modules/react-stately/dist/private/intl/datepicker/ro-RO.mjs.map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D:/pasar_fix/node_modules/.bun/react-stately@3.48.0+d86b59289c1a13ae/node_modules/react-stately/dist/private/intl/datepicker/ru-RU.cjs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D:/pasar_fix/node_modules/.bun/react-stately@3.48.0+d86b59289c1a13ae/node_modules/react-stately/dist/private/intl/datepicker/ru-RU.cjs.map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D:/pasar_fix/node_modules/.bun/react-stately@3.48.0+d86b59289c1a13ae/node_modules/react-stately/dist/private/intl/datepicker/ru-RU.js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D:/pasar_fix/node_modules/.bun/react-stately@3.48.0+d86b59289c1a13ae/node_modules/react-stately/dist/private/intl/datepicker/ru-RU.js.map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D:/pasar_fix/node_modules/.bun/react-stately@3.48.0+d86b59289c1a13ae/node_modules/react-stately/dist/private/intl/datepicker/ru-RU.mjs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D:/pasar_fix/node_modules/.bun/react-stately@3.48.0+d86b59289c1a13ae/node_modules/react-stately/dist/private/intl/datepicker/ru-RU.mjs.map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D:/pasar_fix/node_modules/.bun/react-stately@3.48.0+d86b59289c1a13ae/node_modules/react-stately/dist/private/intl/datepicker/sk-SK.cjs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D:/pasar_fix/node_modules/.bun/react-stately@3.48.0+d86b59289c1a13ae/node_modules/react-stately/dist/private/intl/datepicker/sk-SK.cjs.map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D:/pasar_fix/node_modules/.bun/react-stately@3.48.0+d86b59289c1a13ae/node_modules/react-stately/dist/private/intl/datepicker/sk-SK.js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D:/pasar_fix/node_modules/.bun/react-stately@3.48.0+d86b59289c1a13ae/node_modules/react-stately/dist/private/intl/datepicker/sk-SK.js.map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D:/pasar_fix/node_modules/.bun/react-stately@3.48.0+d86b59289c1a13ae/node_modules/react-stately/dist/private/intl/datepicker/sk-SK.mjs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D:/pasar_fix/node_modules/.bun/react-stately@3.48.0+d86b59289c1a13ae/node_modules/react-stately/dist/private/intl/datepicker/sk-SK.mjs.map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D:/pasar_fix/node_modules/.bun/react-stately@3.48.0+d86b59289c1a13ae/node_modules/react-stately/dist/private/intl/datepicker/sl-SI.cjs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D:/pasar_fix/node_modules/.bun/react-stately@3.48.0+d86b59289c1a13ae/node_modules/react-stately/dist/private/intl/datepicker/sl-SI.cjs.map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D:/pasar_fix/node_modules/.bun/react-stately@3.48.0+d86b59289c1a13ae/node_modules/react-stately/dist/private/intl/datepicker/sl-SI.js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D:/pasar_fix/node_modules/.bun/react-stately@3.48.0+d86b59289c1a13ae/node_modules/react-stately/dist/private/intl/datepicker/sl-SI.js.map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D:/pasar_fix/node_modules/.bun/react-stately@3.48.0+d86b59289c1a13ae/node_modules/react-stately/dist/private/intl/datepicker/sl-SI.mjs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D:/pasar_fix/node_modules/.bun/react-stately@3.48.0+d86b59289c1a13ae/node_modules/react-stately/dist/private/intl/datepicker/sl-SI.mjs.map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D:/pasar_fix/node_modules/.bun/react-stately@3.48.0+d86b59289c1a13ae/node_modules/react-stately/dist/private/intl/datepicker/sr-SP.cjs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D:/pasar_fix/node_modules/.bun/react-stately@3.48.0+d86b59289c1a13ae/node_modules/react-stately/dist/private/intl/datepicker/sr-SP.cjs.map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D:/pasar_fix/node_modules/.bun/react-stately@3.48.0+d86b59289c1a13ae/node_modules/react-stately/dist/private/intl/datepicker/sr-SP.js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D:/pasar_fix/node_modules/.bun/react-stately@3.48.0+d86b59289c1a13ae/node_modules/react-stately/dist/private/intl/datepicker/sr-SP.js.map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D:/pasar_fix/node_modules/.bun/react-stately@3.48.0+d86b59289c1a13ae/node_modules/react-stately/dist/private/intl/datepicker/sr-SP.mjs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D:/pasar_fix/node_modules/.bun/react-stately@3.48.0+d86b59289c1a13ae/node_modules/react-stately/dist/private/intl/datepicker/sr-SP.mjs.map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D:/pasar_fix/node_modules/.bun/react-stately@3.48.0+d86b59289c1a13ae/node_modules/react-stately/dist/private/intl/datepicker/sv-SE.cjs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D:/pasar_fix/node_modules/.bun/react-stately@3.48.0+d86b59289c1a13ae/node_modules/react-stately/dist/private/intl/datepicker/sv-SE.cjs.map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D:/pasar_fix/node_modules/.bun/react-stately@3.48.0+d86b59289c1a13ae/node_modules/react-stately/dist/private/intl/datepicker/sv-SE.js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D:/pasar_fix/node_modules/.bun/react-stately@3.48.0+d86b59289c1a13ae/node_modules/react-stately/dist/private/intl/datepicker/sv-SE.js.map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D:/pasar_fix/node_modules/.bun/react-stately@3.48.0+d86b59289c1a13ae/node_modules/react-stately/dist/private/intl/datepicker/sv-SE.mjs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D:/pasar_fix/node_modules/.bun/react-stately@3.48.0+d86b59289c1a13ae/node_modules/react-stately/dist/private/intl/datepicker/sv-SE.mjs.map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D:/pasar_fix/node_modules/.bun/react-stately@3.48.0+d86b59289c1a13ae/node_modules/react-stately/dist/private/intl/datepicker/tr-TR.cjs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D:/pasar_fix/node_modules/.bun/react-stately@3.48.0+d86b59289c1a13ae/node_modules/react-stately/dist/private/intl/datepicker/tr-TR.cjs.map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D:/pasar_fix/node_modules/.bun/react-stately@3.48.0+d86b59289c1a13ae/node_modules/react-stately/dist/private/intl/datepicker/tr-TR.js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D:/pasar_fix/node_modules/.bun/react-stately@3.48.0+d86b59289c1a13ae/node_modules/react-stately/dist/private/intl/datepicker/tr-TR.js.map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D:/pasar_fix/node_modules/.bun/react-stately@3.48.0+d86b59289c1a13ae/node_modules/react-stately/dist/private/intl/datepicker/tr-TR.mjs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D:/pasar_fix/node_modules/.bun/react-stately@3.48.0+d86b59289c1a13ae/node_modules/react-stately/dist/private/intl/datepicker/tr-TR.mjs.map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D:/pasar_fix/node_modules/.bun/react-stately@3.48.0+d86b59289c1a13ae/node_modules/react-stately/dist/private/intl/datepicker/uk-UA.cjs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D:/pasar_fix/node_modules/.bun/react-stately@3.48.0+d86b59289c1a13ae/node_modules/react-stately/dist/private/intl/datepicker/uk-UA.cjs.map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D:/pasar_fix/node_modules/.bun/react-stately@3.48.0+d86b59289c1a13ae/node_modules/react-stately/dist/private/intl/datepicker/uk-UA.js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D:/pasar_fix/node_modules/.bun/react-stately@3.48.0+d86b59289c1a13ae/node_modules/react-stately/dist/private/intl/datepicker/uk-UA.js.map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D:/pasar_fix/node_modules/.bun/react-stately@3.48.0+d86b59289c1a13ae/node_modules/react-stately/dist/private/intl/datepicker/uk-UA.mjs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D:/pasar_fix/node_modules/.bun/react-stately@3.48.0+d86b59289c1a13ae/node_modules/react-stately/dist/private/intl/datepicker/uk-UA.mjs.map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D:/pasar_fix/node_modules/.bun/react-stately@3.48.0+d86b59289c1a13ae/node_modules/react-stately/dist/private/intl/datepicker/zh-CN.cjs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D:/pasar_fix/node_modules/.bun/react-stately@3.48.0+d86b59289c1a13ae/node_modules/react-stately/dist/private/intl/datepicker/zh-CN.cjs.map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D:/pasar_fix/node_modules/.bun/react-stately@3.48.0+d86b59289c1a13ae/node_modules/react-stately/dist/private/intl/datepicker/zh-CN.js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D:/pasar_fix/node_modules/.bun/react-stately@3.48.0+d86b59289c1a13ae/node_modules/react-stately/dist/private/intl/datepicker/zh-CN.js.map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D:/pasar_fix/node_modules/.bun/react-stately@3.48.0+d86b59289c1a13ae/node_modules/react-stately/dist/private/intl/datepicker/zh-CN.mjs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D:/pasar_fix/node_modules/.bun/react-stately@3.48.0+d86b59289c1a13ae/node_modules/react-stately/dist/private/intl/datepicker/zh-CN.mjs.map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D:/pasar_fix/node_modules/.bun/react-stately@3.48.0+d86b59289c1a13ae/node_modules/react-stately/dist/private/intl/datepicker/zh-TW.cjs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D:/pasar_fix/node_modules/.bun/react-stately@3.48.0+d86b59289c1a13ae/node_modules/react-stately/dist/private/intl/datepicker/zh-TW.cjs.map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D:/pasar_fix/node_modules/.bun/react-stately@3.48.0+d86b59289c1a13ae/node_modules/react-stately/dist/private/intl/datepicker/zh-TW.js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D:/pasar_fix/node_modules/.bun/react-stately@3.48.0+d86b59289c1a13ae/node_modules/react-stately/dist/private/intl/datepicker/zh-TW.js.map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D:/pasar_fix/node_modules/.bun/react-stately@3.48.0+d86b59289c1a13ae/node_modules/react-stately/dist/private/intl/datepicker/zh-TW.mjs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D:/pasar_fix/node_modules/.bun/react-stately@3.48.0+d86b59289c1a13ae/node_modules/react-stately/dist/private/intl/datepicker/zh-TW.mjs.map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D:/pasar_fix/node_modules/.bun/react-stately@3.48.0+d86b59289c1a13ae/node_modules/react-stately/dist/private/layout/GridLayout.cjs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D:/pasar_fix/node_modules/.bun/react-stately@3.48.0+d86b59289c1a13ae/node_modules/react-stately/dist/private/layout/GridLayout.cjs.map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D:/pasar_fix/node_modules/.bun/react-stately@3.48.0+d86b59289c1a13ae/node_modules/react-stately/dist/private/layout/GridLayout.js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D:/pasar_fix/node_modules/.bun/react-stately@3.48.0+d86b59289c1a13ae/node_modules/react-stately/dist/private/layout/GridLayout.js.map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D:/pasar_fix/node_modules/.bun/react-stately@3.48.0+d86b59289c1a13ae/node_modules/react-stately/dist/private/layout/GridLayout.mjs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D:/pasar_fix/node_modules/.bun/react-stately@3.48.0+d86b59289c1a13ae/node_modules/react-stately/dist/private/layout/GridLayout.mjs.map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D:/pasar_fix/node_modules/.bun/react-stately@3.48.0+d86b59289c1a13ae/node_modules/react-stately/dist/private/layout/ListLayout.cjs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D:/pasar_fix/node_modules/.bun/react-stately@3.48.0+d86b59289c1a13ae/node_modules/react-stately/dist/private/layout/ListLayout.cjs.map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D:/pasar_fix/node_modules/.bun/react-stately@3.48.0+d86b59289c1a13ae/node_modules/react-stately/dist/private/layout/ListLayout.js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D:/pasar_fix/node_modules/.bun/react-stately@3.48.0+d86b59289c1a13ae/node_modules/react-stately/dist/private/layout/ListLayout.js.map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D:/pasar_fix/node_modules/.bun/react-stately@3.48.0+d86b59289c1a13ae/node_modules/react-stately/dist/private/layout/ListLayout.mjs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D:/pasar_fix/node_modules/.bun/react-stately@3.48.0+d86b59289c1a13ae/node_modules/react-stately/dist/private/layout/ListLayout.mjs.map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D:/pasar_fix/node_modules/.bun/react-stately@3.48.0+d86b59289c1a13ae/node_modules/react-stately/dist/private/layout/TableLayout.cjs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D:/pasar_fix/node_modules/.bun/react-stately@3.48.0+d86b59289c1a13ae/node_modules/react-stately/dist/private/layout/TableLayout.cjs.map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D:/pasar_fix/node_modules/.bun/react-stately@3.48.0+d86b59289c1a13ae/node_modules/react-stately/dist/private/layout/TableLayout.js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D:/pasar_fix/node_modules/.bun/react-stately@3.48.0+d86b59289c1a13ae/node_modules/react-stately/dist/private/layout/TableLayout.js.map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D:/pasar_fix/node_modules/.bun/react-stately@3.48.0+d86b59289c1a13ae/node_modules/react-stately/dist/private/layout/TableLayout.mjs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D:/pasar_fix/node_modules/.bun/react-stately@3.48.0+d86b59289c1a13ae/node_modules/react-stately/dist/private/layout/TableLayout.mjs.map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D:/pasar_fix/node_modules/.bun/react-stately@3.48.0+d86b59289c1a13ae/node_modules/react-stately/dist/private/layout/WaterfallLayout.cjs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D:/pasar_fix/node_modules/.bun/react-stately@3.48.0+d86b59289c1a13ae/node_modules/react-stately/dist/private/layout/WaterfallLayout.cjs.map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D:/pasar_fix/node_modules/.bun/react-stately@3.48.0+d86b59289c1a13ae/node_modules/react-stately/dist/private/layout/WaterfallLayout.js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D:/pasar_fix/node_modules/.bun/react-stately@3.48.0+d86b59289c1a13ae/node_modules/react-stately/dist/private/layout/WaterfallLayout.js.map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D:/pasar_fix/node_modules/.bun/react-stately@3.48.0+d86b59289c1a13ae/node_modules/react-stately/dist/private/layout/WaterfallLayout.mjs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D:/pasar_fix/node_modules/.bun/react-stately@3.48.0+d86b59289c1a13ae/node_modules/react-stately/dist/private/layout/WaterfallLayout.mjs.map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D:/pasar_fix/node_modules/.bun/react-stately@3.48.0+d86b59289c1a13ae/node_modules/react-stately/dist/private/list/ListCollection.cjs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D:/pasar_fix/node_modules/.bun/react-stately@3.48.0+d86b59289c1a13ae/node_modules/react-stately/dist/private/list/ListCollection.cjs.map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D:/pasar_fix/node_modules/.bun/react-stately@3.48.0+d86b59289c1a13ae/node_modules/react-stately/dist/private/list/ListCollection.js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D:/pasar_fix/node_modules/.bun/react-stately@3.48.0+d86b59289c1a13ae/node_modules/react-stately/dist/private/list/ListCollection.js.map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D:/pasar_fix/node_modules/.bun/react-stately@3.48.0+d86b59289c1a13ae/node_modules/react-stately/dist/private/list/ListCollection.mjs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D:/pasar_fix/node_modules/.bun/react-stately@3.48.0+d86b59289c1a13ae/node_modules/react-stately/dist/private/list/ListCollection.mjs.map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D:/pasar_fix/node_modules/.bun/react-stately@3.48.0+d86b59289c1a13ae/node_modules/react-stately/dist/private/list/useListState.cjs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D:/pasar_fix/node_modules/.bun/react-stately@3.48.0+d86b59289c1a13ae/node_modules/react-stately/dist/private/list/useListState.cjs.map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D:/pasar_fix/node_modules/.bun/react-stately@3.48.0+d86b59289c1a13ae/node_modules/react-stately/dist/private/list/useListState.js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D:/pasar_fix/node_modules/.bun/react-stately@3.48.0+d86b59289c1a13ae/node_modules/react-stately/dist/private/list/useListState.js.map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D:/pasar_fix/node_modules/.bun/react-stately@3.48.0+d86b59289c1a13ae/node_modules/react-stately/dist/private/list/useListState.mjs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D:/pasar_fix/node_modules/.bun/react-stately@3.48.0+d86b59289c1a13ae/node_modules/react-stately/dist/private/list/useListState.mjs.map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D:/pasar_fix/node_modules/.bun/react-stately@3.48.0+d86b59289c1a13ae/node_modules/react-stately/dist/private/list/useSingleSelectListState.cjs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D:/pasar_fix/node_modules/.bun/react-stately@3.48.0+d86b59289c1a13ae/node_modules/react-stately/dist/private/list/useSingleSelectListState.cjs.map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D:/pasar_fix/node_modules/.bun/react-stately@3.48.0+d86b59289c1a13ae/node_modules/react-stately/dist/private/list/useSingleSelectListState.js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D:/pasar_fix/node_modules/.bun/react-stately@3.48.0+d86b59289c1a13ae/node_modules/react-stately/dist/private/list/useSingleSelectListState.js.map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D:/pasar_fix/node_modules/.bun/react-stately@3.48.0+d86b59289c1a13ae/node_modules/react-stately/dist/private/list/useSingleSelectListState.mjs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D:/pasar_fix/node_modules/.bun/react-stately@3.48.0+d86b59289c1a13ae/node_modules/react-stately/dist/private/list/useSingleSelectListState.mjs.map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D:/pasar_fix/node_modules/.bun/react-stately@3.48.0+d86b59289c1a13ae/node_modules/react-stately/dist/private/menu/useMenuTriggerState.cjs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D:/pasar_fix/node_modules/.bun/react-stately@3.48.0+d86b59289c1a13ae/node_modules/react-stately/dist/private/menu/useMenuTriggerState.cjs.map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D:/pasar_fix/node_modules/.bun/react-stately@3.48.0+d86b59289c1a13ae/node_modules/react-stately/dist/private/menu/useMenuTriggerState.js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D:/pasar_fix/node_modules/.bun/react-stately@3.48.0+d86b59289c1a13ae/node_modules/react-stately/dist/private/menu/useMenuTriggerState.js.map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D:/pasar_fix/node_modules/.bun/react-stately@3.48.0+d86b59289c1a13ae/node_modules/react-stately/dist/private/menu/useMenuTriggerState.mjs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D:/pasar_fix/node_modules/.bun/react-stately@3.48.0+d86b59289c1a13ae/node_modules/react-stately/dist/private/menu/useMenuTriggerState.mjs.map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D:/pasar_fix/node_modules/.bun/react-stately@3.48.0+d86b59289c1a13ae/node_modules/react-stately/dist/private/menu/useSubmenuTriggerState.cjs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D:/pasar_fix/node_modules/.bun/react-stately@3.48.0+d86b59289c1a13ae/node_modules/react-stately/dist/private/menu/useSubmenuTriggerState.cjs.map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D:/pasar_fix/node_modules/.bun/react-stately@3.48.0+d86b59289c1a13ae/node_modules/react-stately/dist/private/menu/useSubmenuTriggerState.js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D:/pasar_fix/node_modules/.bun/react-stately@3.48.0+d86b59289c1a13ae/node_modules/react-stately/dist/private/menu/useSubmenuTriggerState.js.map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D:/pasar_fix/node_modules/.bun/react-stately@3.48.0+d86b59289c1a13ae/node_modules/react-stately/dist/private/menu/useSubmenuTriggerState.mjs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D:/pasar_fix/node_modules/.bun/react-stately@3.48.0+d86b59289c1a13ae/node_modules/react-stately/dist/private/menu/useSubmenuTriggerState.mjs.map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D:/pasar_fix/node_modules/.bun/react-stately@3.48.0+d86b59289c1a13ae/node_modules/react-stately/dist/private/numberfield/useNumberFieldState.cjs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D:/pasar_fix/node_modules/.bun/react-stately@3.48.0+d86b59289c1a13ae/node_modules/react-stately/dist/private/numberfield/useNumberFieldState.cjs.map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D:/pasar_fix/node_modules/.bun/react-stately@3.48.0+d86b59289c1a13ae/node_modules/react-stately/dist/private/numberfield/useNumberFieldState.js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D:/pasar_fix/node_modules/.bun/react-stately@3.48.0+d86b59289c1a13ae/node_modules/react-stately/dist/private/numberfield/useNumberFieldState.js.map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D:/pasar_fix/node_modules/.bun/react-stately@3.48.0+d86b59289c1a13ae/node_modules/react-stately/dist/private/numberfield/useNumberFieldState.mjs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D:/pasar_fix/node_modules/.bun/react-stately@3.48.0+d86b59289c1a13ae/node_modules/react-stately/dist/private/numberfield/useNumberFieldState.mjs.map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D:/pasar_fix/node_modules/.bun/react-stately@3.48.0+d86b59289c1a13ae/node_modules/react-stately/dist/private/overlays/useOverlayTriggerState.cjs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D:/pasar_fix/node_modules/.bun/react-stately@3.48.0+d86b59289c1a13ae/node_modules/react-stately/dist/private/overlays/useOverlayTriggerState.cjs.map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D:/pasar_fix/node_modules/.bun/react-stately@3.48.0+d86b59289c1a13ae/node_modules/react-stately/dist/private/overlays/useOverlayTriggerState.js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D:/pasar_fix/node_modules/.bun/react-stately@3.48.0+d86b59289c1a13ae/node_modules/react-stately/dist/private/overlays/useOverlayTriggerState.js.map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D:/pasar_fix/node_modules/.bun/react-stately@3.48.0+d86b59289c1a13ae/node_modules/react-stately/dist/private/overlays/useOverlayTriggerState.mjs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D:/pasar_fix/node_modules/.bun/react-stately@3.48.0+d86b59289c1a13ae/node_modules/react-stately/dist/private/overlays/useOverlayTriggerState.mjs.map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D:/pasar_fix/node_modules/.bun/react-stately@3.48.0+d86b59289c1a13ae/node_modules/react-stately/dist/private/radio/useRadioGroupState.cjs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D:/pasar_fix/node_modules/.bun/react-stately@3.48.0+d86b59289c1a13ae/node_modules/react-stately/dist/private/radio/useRadioGroupState.cjs.map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D:/pasar_fix/node_modules/.bun/react-stately@3.48.0+d86b59289c1a13ae/node_modules/react-stately/dist/private/radio/useRadioGroupState.js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D:/pasar_fix/node_modules/.bun/react-stately@3.48.0+d86b59289c1a13ae/node_modules/react-stately/dist/private/radio/useRadioGroupState.js.map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D:/pasar_fix/node_modules/.bun/react-stately@3.48.0+d86b59289c1a13ae/node_modules/react-stately/dist/private/radio/useRadioGroupState.mjs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D:/pasar_fix/node_modules/.bun/react-stately@3.48.0+d86b59289c1a13ae/node_modules/react-stately/dist/private/radio/useRadioGroupState.mjs.map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D:/pasar_fix/node_modules/.bun/react-stately@3.48.0+d86b59289c1a13ae/node_modules/react-stately/dist/private/searchfield/useSearchFieldState.cjs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D:/pasar_fix/node_modules/.bun/react-stately@3.48.0+d86b59289c1a13ae/node_modules/react-stately/dist/private/searchfield/useSearchFieldState.cjs.map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D:/pasar_fix/node_modules/.bun/react-stately@3.48.0+d86b59289c1a13ae/node_modules/react-stately/dist/private/searchfield/useSearchFieldState.js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D:/pasar_fix/node_modules/.bun/react-stately@3.48.0+d86b59289c1a13ae/node_modules/react-stately/dist/private/searchfield/useSearchFieldState.js.map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D:/pasar_fix/node_modules/.bun/react-stately@3.48.0+d86b59289c1a13ae/node_modules/react-stately/dist/private/searchfield/useSearchFieldState.mjs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D:/pasar_fix/node_modules/.bun/react-stately@3.48.0+d86b59289c1a13ae/node_modules/react-stately/dist/private/searchfield/useSearchFieldState.mjs.map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D:/pasar_fix/node_modules/.bun/react-stately@3.48.0+d86b59289c1a13ae/node_modules/react-stately/dist/private/select/useSelectState.cjs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D:/pasar_fix/node_modules/.bun/react-stately@3.48.0+d86b59289c1a13ae/node_modules/react-stately/dist/private/select/useSelectState.cjs.map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D:/pasar_fix/node_modules/.bun/react-stately@3.48.0+d86b59289c1a13ae/node_modules/react-stately/dist/private/select/useSelectState.js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D:/pasar_fix/node_modules/.bun/react-stately@3.48.0+d86b59289c1a13ae/node_modules/react-stately/dist/private/select/useSelectState.js.map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D:/pasar_fix/node_modules/.bun/react-stately@3.48.0+d86b59289c1a13ae/node_modules/react-stately/dist/private/select/useSelectState.mjs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D:/pasar_fix/node_modules/.bun/react-stately@3.48.0+d86b59289c1a13ae/node_modules/react-stately/dist/private/select/useSelectState.mjs.map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D:/pasar_fix/node_modules/.bun/react-stately@3.48.0+d86b59289c1a13ae/node_modules/react-stately/dist/private/selection/Selection.cjs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D:/pasar_fix/node_modules/.bun/react-stately@3.48.0+d86b59289c1a13ae/node_modules/react-stately/dist/private/selection/Selection.cjs.map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D:/pasar_fix/node_modules/.bun/react-stately@3.48.0+d86b59289c1a13ae/node_modules/react-stately/dist/private/selection/Selection.js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D:/pasar_fix/node_modules/.bun/react-stately@3.48.0+d86b59289c1a13ae/node_modules/react-stately/dist/private/selection/Selection.js.map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D:/pasar_fix/node_modules/.bun/react-stately@3.48.0+d86b59289c1a13ae/node_modules/react-stately/dist/private/selection/Selection.mjs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D:/pasar_fix/node_modules/.bun/react-stately@3.48.0+d86b59289c1a13ae/node_modules/react-stately/dist/private/selection/Selection.mjs.map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D:/pasar_fix/node_modules/.bun/react-stately@3.48.0+d86b59289c1a13ae/node_modules/react-stately/dist/private/selection/SelectionManager.cjs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D:/pasar_fix/node_modules/.bun/react-stately@3.48.0+d86b59289c1a13ae/node_modules/react-stately/dist/private/selection/SelectionManager.cjs.map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D:/pasar_fix/node_modules/.bun/react-stately@3.48.0+d86b59289c1a13ae/node_modules/react-stately/dist/private/selection/SelectionManager.js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D:/pasar_fix/node_modules/.bun/react-stately@3.48.0+d86b59289c1a13ae/node_modules/react-stately/dist/private/selection/SelectionManager.js.map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D:/pasar_fix/node_modules/.bun/react-stately@3.48.0+d86b59289c1a13ae/node_modules/react-stately/dist/private/selection/SelectionManager.mjs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D:/pasar_fix/node_modules/.bun/react-stately@3.48.0+d86b59289c1a13ae/node_modules/react-stately/dist/private/selection/SelectionManager.mjs.map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D:/pasar_fix/node_modules/.bun/react-stately@3.48.0+d86b59289c1a13ae/node_modules/react-stately/dist/private/selection/useMultipleSelectionState.cjs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D:/pasar_fix/node_modules/.bun/react-stately@3.48.0+d86b59289c1a13ae/node_modules/react-stately/dist/private/selection/useMultipleSelectionState.cjs.map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D:/pasar_fix/node_modules/.bun/react-stately@3.48.0+d86b59289c1a13ae/node_modules/react-stately/dist/private/selection/useMultipleSelectionState.js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D:/pasar_fix/node_modules/.bun/react-stately@3.48.0+d86b59289c1a13ae/node_modules/react-stately/dist/private/selection/useMultipleSelectionState.js.map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D:/pasar_fix/node_modules/.bun/react-stately@3.48.0+d86b59289c1a13ae/node_modules/react-stately/dist/private/selection/useMultipleSelectionState.mjs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D:/pasar_fix/node_modules/.bun/react-stately@3.48.0+d86b59289c1a13ae/node_modules/react-stately/dist/private/selection/useMultipleSelectionState.mjs.map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D:/pasar_fix/node_modules/.bun/react-stately@3.48.0+d86b59289c1a13ae/node_modules/react-stately/dist/private/slider/useSliderState.cjs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D:/pasar_fix/node_modules/.bun/react-stately@3.48.0+d86b59289c1a13ae/node_modules/react-stately/dist/private/slider/useSliderState.cjs.map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D:/pasar_fix/node_modules/.bun/react-stately@3.48.0+d86b59289c1a13ae/node_modules/react-stately/dist/private/slider/useSliderState.js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D:/pasar_fix/node_modules/.bun/react-stately@3.48.0+d86b59289c1a13ae/node_modules/react-stately/dist/private/slider/useSliderState.js.map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D:/pasar_fix/node_modules/.bun/react-stately@3.48.0+d86b59289c1a13ae/node_modules/react-stately/dist/private/slider/useSliderState.mjs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D:/pasar_fix/node_modules/.bun/react-stately@3.48.0+d86b59289c1a13ae/node_modules/react-stately/dist/private/slider/useSliderState.mjs.map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D:/pasar_fix/node_modules/.bun/react-stately@3.48.0+d86b59289c1a13ae/node_modules/react-stately/dist/private/steplist/useStepListState.cjs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D:/pasar_fix/node_modules/.bun/react-stately@3.48.0+d86b59289c1a13ae/node_modules/react-stately/dist/private/steplist/useStepListState.cjs.map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D:/pasar_fix/node_modules/.bun/react-stately@3.48.0+d86b59289c1a13ae/node_modules/react-stately/dist/private/steplist/useStepListState.js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D:/pasar_fix/node_modules/.bun/react-stately@3.48.0+d86b59289c1a13ae/node_modules/react-stately/dist/private/steplist/useStepListState.js.map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D:/pasar_fix/node_modules/.bun/react-stately@3.48.0+d86b59289c1a13ae/node_modules/react-stately/dist/private/steplist/useStepListState.mjs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D:/pasar_fix/node_modules/.bun/react-stately@3.48.0+d86b59289c1a13ae/node_modules/react-stately/dist/private/steplist/useStepListState.mjs.map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D:/pasar_fix/node_modules/.bun/react-stately@3.48.0+d86b59289c1a13ae/node_modules/react-stately/dist/private/table/Cell.cjs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D:/pasar_fix/node_modules/.bun/react-stately@3.48.0+d86b59289c1a13ae/node_modules/react-stately/dist/private/table/Cell.cjs.map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D:/pasar_fix/node_modules/.bun/react-stately@3.48.0+d86b59289c1a13ae/node_modules/react-stately/dist/private/table/Cell.js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D:/pasar_fix/node_modules/.bun/react-stately@3.48.0+d86b59289c1a13ae/node_modules/react-stately/dist/private/table/Cell.js.map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D:/pasar_fix/node_modules/.bun/react-stately@3.48.0+d86b59289c1a13ae/node_modules/react-stately/dist/private/table/Cell.mjs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D:/pasar_fix/node_modules/.bun/react-stately@3.48.0+d86b59289c1a13ae/node_modules/react-stately/dist/private/table/Cell.mjs.map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D:/pasar_fix/node_modules/.bun/react-stately@3.48.0+d86b59289c1a13ae/node_modules/react-stately/dist/private/table/Column.cjs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D:/pasar_fix/node_modules/.bun/react-stately@3.48.0+d86b59289c1a13ae/node_modules/react-stately/dist/private/table/Column.cjs.map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D:/pasar_fix/node_modules/.bun/react-stately@3.48.0+d86b59289c1a13ae/node_modules/react-stately/dist/private/table/Column.js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D:/pasar_fix/node_modules/.bun/react-stately@3.48.0+d86b59289c1a13ae/node_modules/react-stately/dist/private/table/Column.js.map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D:/pasar_fix/node_modules/.bun/react-stately@3.48.0+d86b59289c1a13ae/node_modules/react-stately/dist/private/table/Column.mjs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D:/pasar_fix/node_modules/.bun/react-stately@3.48.0+d86b59289c1a13ae/node_modules/react-stately/dist/private/table/Column.mjs.map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D:/pasar_fix/node_modules/.bun/react-stately@3.48.0+d86b59289c1a13ae/node_modules/react-stately/dist/private/table/Row.cjs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D:/pasar_fix/node_modules/.bun/react-stately@3.48.0+d86b59289c1a13ae/node_modules/react-stately/dist/private/table/Row.cjs.map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D:/pasar_fix/node_modules/.bun/react-stately@3.48.0+d86b59289c1a13ae/node_modules/react-stately/dist/private/table/Row.js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D:/pasar_fix/node_modules/.bun/react-stately@3.48.0+d86b59289c1a13ae/node_modules/react-stately/dist/private/table/Row.js.map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D:/pasar_fix/node_modules/.bun/react-stately@3.48.0+d86b59289c1a13ae/node_modules/react-stately/dist/private/table/Row.mjs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D:/pasar_fix/node_modules/.bun/react-stately@3.48.0+d86b59289c1a13ae/node_modules/react-stately/dist/private/table/Row.mjs.map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D:/pasar_fix/node_modules/.bun/react-stately@3.48.0+d86b59289c1a13ae/node_modules/react-stately/dist/private/table/TableBody.cjs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D:/pasar_fix/node_modules/.bun/react-stately@3.48.0+d86b59289c1a13ae/node_modules/react-stately/dist/private/table/TableBody.cjs.map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D:/pasar_fix/node_modules/.bun/react-stately@3.48.0+d86b59289c1a13ae/node_modules/react-stately/dist/private/table/TableBody.js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D:/pasar_fix/node_modules/.bun/react-stately@3.48.0+d86b59289c1a13ae/node_modules/react-stately/dist/private/table/TableBody.js.map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D:/pasar_fix/node_modules/.bun/react-stately@3.48.0+d86b59289c1a13ae/node_modules/react-stately/dist/private/table/TableBody.mjs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D:/pasar_fix/node_modules/.bun/react-stately@3.48.0+d86b59289c1a13ae/node_modules/react-stately/dist/private/table/TableBody.mjs.map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D:/pasar_fix/node_modules/.bun/react-stately@3.48.0+d86b59289c1a13ae/node_modules/react-stately/dist/private/table/TableCollection.cjs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D:/pasar_fix/node_modules/.bun/react-stately@3.48.0+d86b59289c1a13ae/node_modules/react-stately/dist/private/table/TableCollection.cjs.map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D:/pasar_fix/node_modules/.bun/react-stately@3.48.0+d86b59289c1a13ae/node_modules/react-stately/dist/private/table/TableCollection.js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D:/pasar_fix/node_modules/.bun/react-stately@3.48.0+d86b59289c1a13ae/node_modules/react-stately/dist/private/table/TableCollection.js.map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D:/pasar_fix/node_modules/.bun/react-stately@3.48.0+d86b59289c1a13ae/node_modules/react-stately/dist/private/table/TableCollection.mjs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D:/pasar_fix/node_modules/.bun/react-stately@3.48.0+d86b59289c1a13ae/node_modules/react-stately/dist/private/table/TableCollection.mjs.map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D:/pasar_fix/node_modules/.bun/react-stately@3.48.0+d86b59289c1a13ae/node_modules/react-stately/dist/private/table/TableColumnLayout.cjs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D:/pasar_fix/node_modules/.bun/react-stately@3.48.0+d86b59289c1a13ae/node_modules/react-stately/dist/private/table/TableColumnLayout.cjs.map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D:/pasar_fix/node_modules/.bun/react-stately@3.48.0+d86b59289c1a13ae/node_modules/react-stately/dist/private/table/TableColumnLayout.js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D:/pasar_fix/node_modules/.bun/react-stately@3.48.0+d86b59289c1a13ae/node_modules/react-stately/dist/private/table/TableColumnLayout.js.map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D:/pasar_fix/node_modules/.bun/react-stately@3.48.0+d86b59289c1a13ae/node_modules/react-stately/dist/private/table/TableColumnLayout.mjs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D:/pasar_fix/node_modules/.bun/react-stately@3.48.0+d86b59289c1a13ae/node_modules/react-stately/dist/private/table/TableColumnLayout.mjs.map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D:/pasar_fix/node_modules/.bun/react-stately@3.48.0+d86b59289c1a13ae/node_modules/react-stately/dist/private/table/TableHeader.cjs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D:/pasar_fix/node_modules/.bun/react-stately@3.48.0+d86b59289c1a13ae/node_modules/react-stately/dist/private/table/TableHeader.cjs.map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D:/pasar_fix/node_modules/.bun/react-stately@3.48.0+d86b59289c1a13ae/node_modules/react-stately/dist/private/table/TableHeader.js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D:/pasar_fix/node_modules/.bun/react-stately@3.48.0+d86b59289c1a13ae/node_modules/react-stately/dist/private/table/TableHeader.js.map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D:/pasar_fix/node_modules/.bun/react-stately@3.48.0+d86b59289c1a13ae/node_modules/react-stately/dist/private/table/TableHeader.mjs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D:/pasar_fix/node_modules/.bun/react-stately@3.48.0+d86b59289c1a13ae/node_modules/react-stately/dist/private/table/TableHeader.mjs.map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D:/pasar_fix/node_modules/.bun/react-stately@3.48.0+d86b59289c1a13ae/node_modules/react-stately/dist/private/table/TableUtils.cjs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D:/pasar_fix/node_modules/.bun/react-stately@3.48.0+d86b59289c1a13ae/node_modules/react-stately/dist/private/table/TableUtils.cjs.map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D:/pasar_fix/node_modules/.bun/react-stately@3.48.0+d86b59289c1a13ae/node_modules/react-stately/dist/private/table/TableUtils.js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D:/pasar_fix/node_modules/.bun/react-stately@3.48.0+d86b59289c1a13ae/node_modules/react-stately/dist/private/table/TableUtils.js.map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D:/pasar_fix/node_modules/.bun/react-stately@3.48.0+d86b59289c1a13ae/node_modules/react-stately/dist/private/table/TableUtils.mjs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D:/pasar_fix/node_modules/.bun/react-stately@3.48.0+d86b59289c1a13ae/node_modules/react-stately/dist/private/table/TableUtils.mjs.map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D:/pasar_fix/node_modules/.bun/react-stately@3.48.0+d86b59289c1a13ae/node_modules/react-stately/dist/private/table/useTableColumnResizeState.cjs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D:/pasar_fix/node_modules/.bun/react-stately@3.48.0+d86b59289c1a13ae/node_modules/react-stately/dist/private/table/useTableColumnResizeState.cjs.map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D:/pasar_fix/node_modules/.bun/react-stately@3.48.0+d86b59289c1a13ae/node_modules/react-stately/dist/private/table/useTableColumnResizeState.js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D:/pasar_fix/node_modules/.bun/react-stately@3.48.0+d86b59289c1a13ae/node_modules/react-stately/dist/private/table/useTableColumnResizeState.js.map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D:/pasar_fix/node_modules/.bun/react-stately@3.48.0+d86b59289c1a13ae/node_modules/react-stately/dist/private/table/useTableColumnResizeState.mjs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D:/pasar_fix/node_modules/.bun/react-stately@3.48.0+d86b59289c1a13ae/node_modules/react-stately/dist/private/table/useTableColumnResizeState.mjs.map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D:/pasar_fix/node_modules/.bun/react-stately@3.48.0+d86b59289c1a13ae/node_modules/react-stately/dist/private/table/useTableState.cjs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D:/pasar_fix/node_modules/.bun/react-stately@3.48.0+d86b59289c1a13ae/node_modules/react-stately/dist/private/table/useTableState.cjs.map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D:/pasar_fix/node_modules/.bun/react-stately@3.48.0+d86b59289c1a13ae/node_modules/react-stately/dist/private/table/useTableState.js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D:/pasar_fix/node_modules/.bun/react-stately@3.48.0+d86b59289c1a13ae/node_modules/react-stately/dist/private/table/useTableState.js.map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D:/pasar_fix/node_modules/.bun/react-stately@3.48.0+d86b59289c1a13ae/node_modules/react-stately/dist/private/table/useTableState.mjs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D:/pasar_fix/node_modules/.bun/react-stately@3.48.0+d86b59289c1a13ae/node_modules/react-stately/dist/private/table/useTableState.mjs.map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D:/pasar_fix/node_modules/.bun/react-stately@3.48.0+d86b59289c1a13ae/node_modules/react-stately/dist/private/table/useTreeGridState.cjs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D:/pasar_fix/node_modules/.bun/react-stately@3.48.0+d86b59289c1a13ae/node_modules/react-stately/dist/private/table/useTreeGridState.cjs.map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D:/pasar_fix/node_modules/.bun/react-stately@3.48.0+d86b59289c1a13ae/node_modules/react-stately/dist/private/table/useTreeGridState.js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D:/pasar_fix/node_modules/.bun/react-stately@3.48.0+d86b59289c1a13ae/node_modules/react-stately/dist/private/table/useTreeGridState.js.map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D:/pasar_fix/node_modules/.bun/react-stately@3.48.0+d86b59289c1a13ae/node_modules/react-stately/dist/private/table/useTreeGridState.mjs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D:/pasar_fix/node_modules/.bun/react-stately@3.48.0+d86b59289c1a13ae/node_modules/react-stately/dist/private/table/useTreeGridState.mjs.map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D:/pasar_fix/node_modules/.bun/react-stately@3.48.0+d86b59289c1a13ae/node_modules/react-stately/dist/private/tabs/useTabListState.cjs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D:/pasar_fix/node_modules/.bun/react-stately@3.48.0+d86b59289c1a13ae/node_modules/react-stately/dist/private/tabs/useTabListState.cjs.map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D:/pasar_fix/node_modules/.bun/react-stately@3.48.0+d86b59289c1a13ae/node_modules/react-stately/dist/private/tabs/useTabListState.js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D:/pasar_fix/node_modules/.bun/react-stately@3.48.0+d86b59289c1a13ae/node_modules/react-stately/dist/private/tabs/useTabListState.js.map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D:/pasar_fix/node_modules/.bun/react-stately@3.48.0+d86b59289c1a13ae/node_modules/react-stately/dist/private/tabs/useTabListState.mjs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D:/pasar_fix/node_modules/.bun/react-stately@3.48.0+d86b59289c1a13ae/node_modules/react-stately/dist/private/tabs/useTabListState.mjs.map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D:/pasar_fix/node_modules/.bun/react-stately@3.48.0+d86b59289c1a13ae/node_modules/react-stately/dist/private/toast/useToastState.cjs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D:/pasar_fix/node_modules/.bun/react-stately@3.48.0+d86b59289c1a13ae/node_modules/react-stately/dist/private/toast/useToastState.cjs.map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D:/pasar_fix/node_modules/.bun/react-stately@3.48.0+d86b59289c1a13ae/node_modules/react-stately/dist/private/toast/useToastState.js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D:/pasar_fix/node_modules/.bun/react-stately@3.48.0+d86b59289c1a13ae/node_modules/react-stately/dist/private/toast/useToastState.js.map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D:/pasar_fix/node_modules/.bun/react-stately@3.48.0+d86b59289c1a13ae/node_modules/react-stately/dist/private/toast/useToastState.mjs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D:/pasar_fix/node_modules/.bun/react-stately@3.48.0+d86b59289c1a13ae/node_modules/react-stately/dist/private/toast/useToastState.mjs.map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D:/pasar_fix/node_modules/.bun/react-stately@3.48.0+d86b59289c1a13ae/node_modules/react-stately/dist/private/toggle/useToggleGroupState.cjs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D:/pasar_fix/node_modules/.bun/react-stately@3.48.0+d86b59289c1a13ae/node_modules/react-stately/dist/private/toggle/useToggleGroupState.cjs.map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D:/pasar_fix/node_modules/.bun/react-stately@3.48.0+d86b59289c1a13ae/node_modules/react-stately/dist/private/toggle/useToggleGroupState.js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D:/pasar_fix/node_modules/.bun/react-stately@3.48.0+d86b59289c1a13ae/node_modules/react-stately/dist/private/toggle/useToggleGroupState.js.map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D:/pasar_fix/node_modules/.bun/react-stately@3.48.0+d86b59289c1a13ae/node_modules/react-stately/dist/private/toggle/useToggleGroupState.mjs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D:/pasar_fix/node_modules/.bun/react-stately@3.48.0+d86b59289c1a13ae/node_modules/react-stately/dist/private/toggle/useToggleGroupState.mjs.map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D:/pasar_fix/node_modules/.bun/react-stately@3.48.0+d86b59289c1a13ae/node_modules/react-stately/dist/private/toggle/useToggleState.cjs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D:/pasar_fix/node_modules/.bun/react-stately@3.48.0+d86b59289c1a13ae/node_modules/react-stately/dist/private/toggle/useToggleState.cjs.map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D:/pasar_fix/node_modules/.bun/react-stately@3.48.0+d86b59289c1a13ae/node_modules/react-stately/dist/private/toggle/useToggleState.js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D:/pasar_fix/node_modules/.bun/react-stately@3.48.0+d86b59289c1a13ae/node_modules/react-stately/dist/private/toggle/useToggleState.js.map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D:/pasar_fix/node_modules/.bun/react-stately@3.48.0+d86b59289c1a13ae/node_modules/react-stately/dist/private/toggle/useToggleState.mjs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D:/pasar_fix/node_modules/.bun/react-stately@3.48.0+d86b59289c1a13ae/node_modules/react-stately/dist/private/toggle/useToggleState.mjs.map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D:/pasar_fix/node_modules/.bun/react-stately@3.48.0+d86b59289c1a13ae/node_modules/react-stately/dist/private/tooltip/useTooltipTriggerState.cjs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D:/pasar_fix/node_modules/.bun/react-stately@3.48.0+d86b59289c1a13ae/node_modules/react-stately/dist/private/tooltip/useTooltipTriggerState.cjs.map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D:/pasar_fix/node_modules/.bun/react-stately@3.48.0+d86b59289c1a13ae/node_modules/react-stately/dist/private/tooltip/useTooltipTriggerState.js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D:/pasar_fix/node_modules/.bun/react-stately@3.48.0+d86b59289c1a13ae/node_modules/react-stately/dist/private/tooltip/useTooltipTriggerState.js.map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D:/pasar_fix/node_modules/.bun/react-stately@3.48.0+d86b59289c1a13ae/node_modules/react-stately/dist/private/tooltip/useTooltipTriggerState.mjs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D:/pasar_fix/node_modules/.bun/react-stately@3.48.0+d86b59289c1a13ae/node_modules/react-stately/dist/private/tooltip/useTooltipTriggerState.mjs.map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D:/pasar_fix/node_modules/.bun/react-stately@3.48.0+d86b59289c1a13ae/node_modules/react-stately/dist/private/tree/TreeCollection.cjs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D:/pasar_fix/node_modules/.bun/react-stately@3.48.0+d86b59289c1a13ae/node_modules/react-stately/dist/private/tree/TreeCollection.cjs.map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D:/pasar_fix/node_modules/.bun/react-stately@3.48.0+d86b59289c1a13ae/node_modules/react-stately/dist/private/tree/TreeCollection.js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D:/pasar_fix/node_modules/.bun/react-stately@3.48.0+d86b59289c1a13ae/node_modules/react-stately/dist/private/tree/TreeCollection.js.map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D:/pasar_fix/node_modules/.bun/react-stately@3.48.0+d86b59289c1a13ae/node_modules/react-stately/dist/private/tree/TreeCollection.mjs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D:/pasar_fix/node_modules/.bun/react-stately@3.48.0+d86b59289c1a13ae/node_modules/react-stately/dist/private/tree/TreeCollection.mjs.map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D:/pasar_fix/node_modules/.bun/react-stately@3.48.0+d86b59289c1a13ae/node_modules/react-stately/dist/private/tree/useTreeState.cjs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D:/pasar_fix/node_modules/.bun/react-stately@3.48.0+d86b59289c1a13ae/node_modules/react-stately/dist/private/tree/useTreeState.cjs.map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D:/pasar_fix/node_modules/.bun/react-stately@3.48.0+d86b59289c1a13ae/node_modules/react-stately/dist/private/tree/useTreeState.js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D:/pasar_fix/node_modules/.bun/react-stately@3.48.0+d86b59289c1a13ae/node_modules/react-stately/dist/private/tree/useTreeState.js.map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D:/pasar_fix/node_modules/.bun/react-stately@3.48.0+d86b59289c1a13ae/node_modules/react-stately/dist/private/tree/useTreeState.mjs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D:/pasar_fix/node_modules/.bun/react-stately@3.48.0+d86b59289c1a13ae/node_modules/react-stately/dist/private/tree/useTreeState.mjs.map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D:/pasar_fix/node_modules/.bun/react-stately@3.48.0+d86b59289c1a13ae/node_modules/react-stately/dist/private/utils/number.cjs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D:/pasar_fix/node_modules/.bun/react-stately@3.48.0+d86b59289c1a13ae/node_modules/react-stately/dist/private/utils/number.cjs.map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D:/pasar_fix/node_modules/.bun/react-stately@3.48.0+d86b59289c1a13ae/node_modules/react-stately/dist/private/utils/number.js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D:/pasar_fix/node_modules/.bun/react-stately@3.48.0+d86b59289c1a13ae/node_modules/react-stately/dist/private/utils/number.js.map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D:/pasar_fix/node_modules/.bun/react-stately@3.48.0+d86b59289c1a13ae/node_modules/react-stately/dist/private/utils/number.mjs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D:/pasar_fix/node_modules/.bun/react-stately@3.48.0+d86b59289c1a13ae/node_modules/react-stately/dist/private/utils/number.mjs.map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D:/pasar_fix/node_modules/.bun/react-stately@3.48.0+d86b59289c1a13ae/node_modules/react-stately/dist/private/utils/useControlledState.cjs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D:/pasar_fix/node_modules/.bun/react-stately@3.48.0+d86b59289c1a13ae/node_modules/react-stately/dist/private/utils/useControlledState.cjs.map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D:/pasar_fix/node_modules/.bun/react-stately@3.48.0+d86b59289c1a13ae/node_modules/react-stately/dist/private/utils/useControlledState.js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D:/pasar_fix/node_modules/.bun/react-stately@3.48.0+d86b59289c1a13ae/node_modules/react-stately/dist/private/utils/useControlledState.js.map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D:/pasar_fix/node_modules/.bun/react-stately@3.48.0+d86b59289c1a13ae/node_modules/react-stately/dist/private/utils/useControlledState.mjs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D:/pasar_fix/node_modules/.bun/react-stately@3.48.0+d86b59289c1a13ae/node_modules/react-stately/dist/private/utils/useControlledState.mjs.map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D:/pasar_fix/node_modules/.bun/react-stately@3.48.0+d86b59289c1a13ae/node_modules/react-stately/dist/private/virtualizer/Layout.cjs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D:/pasar_fix/node_modules/.bun/react-stately@3.48.0+d86b59289c1a13ae/node_modules/react-stately/dist/private/virtualizer/Layout.cjs.map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D:/pasar_fix/node_modules/.bun/react-stately@3.48.0+d86b59289c1a13ae/node_modules/react-stately/dist/private/virtualizer/Layout.js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D:/pasar_fix/node_modules/.bun/react-stately@3.48.0+d86b59289c1a13ae/node_modules/react-stately/dist/private/virtualizer/Layout.js.map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D:/pasar_fix/node_modules/.bun/react-stately@3.48.0+d86b59289c1a13ae/node_modules/react-stately/dist/private/virtualizer/Layout.mjs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D:/pasar_fix/node_modules/.bun/react-stately@3.48.0+d86b59289c1a13ae/node_modules/react-stately/dist/private/virtualizer/Layout.mjs.map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D:/pasar_fix/node_modules/.bun/react-stately@3.48.0+d86b59289c1a13ae/node_modules/react-stately/dist/private/virtualizer/LayoutInfo.cjs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D:/pasar_fix/node_modules/.bun/react-stately@3.48.0+d86b59289c1a13ae/node_modules/react-stately/dist/private/virtualizer/LayoutInfo.cjs.map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D:/pasar_fix/node_modules/.bun/react-stately@3.48.0+d86b59289c1a13ae/node_modules/react-stately/dist/private/virtualizer/LayoutInfo.js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D:/pasar_fix/node_modules/.bun/react-stately@3.48.0+d86b59289c1a13ae/node_modules/react-stately/dist/private/virtualizer/LayoutInfo.js.map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D:/pasar_fix/node_modules/.bun/react-stately@3.48.0+d86b59289c1a13ae/node_modules/react-stately/dist/private/virtualizer/LayoutInfo.mjs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D:/pasar_fix/node_modules/.bun/react-stately@3.48.0+d86b59289c1a13ae/node_modules/react-stately/dist/private/virtualizer/LayoutInfo.mjs.map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D:/pasar_fix/node_modules/.bun/react-stately@3.48.0+d86b59289c1a13ae/node_modules/react-stately/dist/private/virtualizer/OverscanManager.cjs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D:/pasar_fix/node_modules/.bun/react-stately@3.48.0+d86b59289c1a13ae/node_modules/react-stately/dist/private/virtualizer/OverscanManager.cjs.map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D:/pasar_fix/node_modules/.bun/react-stately@3.48.0+d86b59289c1a13ae/node_modules/react-stately/dist/private/virtualizer/OverscanManager.js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D:/pasar_fix/node_modules/.bun/react-stately@3.48.0+d86b59289c1a13ae/node_modules/react-stately/dist/private/virtualizer/OverscanManager.js.map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D:/pasar_fix/node_modules/.bun/react-stately@3.48.0+d86b59289c1a13ae/node_modules/react-stately/dist/private/virtualizer/OverscanManager.mjs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D:/pasar_fix/node_modules/.bun/react-stately@3.48.0+d86b59289c1a13ae/node_modules/react-stately/dist/private/virtualizer/OverscanManager.mjs.map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D:/pasar_fix/node_modules/.bun/react-stately@3.48.0+d86b59289c1a13ae/node_modules/react-stately/dist/private/virtualizer/Point.cjs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D:/pasar_fix/node_modules/.bun/react-stately@3.48.0+d86b59289c1a13ae/node_modules/react-stately/dist/private/virtualizer/Point.cjs.map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D:/pasar_fix/node_modules/.bun/react-stately@3.48.0+d86b59289c1a13ae/node_modules/react-stately/dist/private/virtualizer/Point.js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D:/pasar_fix/node_modules/.bun/react-stately@3.48.0+d86b59289c1a13ae/node_modules/react-stately/dist/private/virtualizer/Point.js.map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D:/pasar_fix/node_modules/.bun/react-stately@3.48.0+d86b59289c1a13ae/node_modules/react-stately/dist/private/virtualizer/Point.mjs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D:/pasar_fix/node_modules/.bun/react-stately@3.48.0+d86b59289c1a13ae/node_modules/react-stately/dist/private/virtualizer/Point.mjs.map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D:/pasar_fix/node_modules/.bun/react-stately@3.48.0+d86b59289c1a13ae/node_modules/react-stately/dist/private/virtualizer/Rect.cjs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D:/pasar_fix/node_modules/.bun/react-stately@3.48.0+d86b59289c1a13ae/node_modules/react-stately/dist/private/virtualizer/Rect.cjs.map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D:/pasar_fix/node_modules/.bun/react-stately@3.48.0+d86b59289c1a13ae/node_modules/react-stately/dist/private/virtualizer/Rect.js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D:/pasar_fix/node_modules/.bun/react-stately@3.48.0+d86b59289c1a13ae/node_modules/react-stately/dist/private/virtualizer/Rect.js.map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D:/pasar_fix/node_modules/.bun/react-stately@3.48.0+d86b59289c1a13ae/node_modules/react-stately/dist/private/virtualizer/Rect.mjs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D:/pasar_fix/node_modules/.bun/react-stately@3.48.0+d86b59289c1a13ae/node_modules/react-stately/dist/private/virtualizer/Rect.mjs.map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D:/pasar_fix/node_modules/.bun/react-stately@3.48.0+d86b59289c1a13ae/node_modules/react-stately/dist/private/virtualizer/ReusableView.cjs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D:/pasar_fix/node_modules/.bun/react-stately@3.48.0+d86b59289c1a13ae/node_modules/react-stately/dist/private/virtualizer/ReusableView.cjs.map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D:/pasar_fix/node_modules/.bun/react-stately@3.48.0+d86b59289c1a13ae/node_modules/react-stately/dist/private/virtualizer/ReusableView.js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D:/pasar_fix/node_modules/.bun/react-stately@3.48.0+d86b59289c1a13ae/node_modules/react-stately/dist/private/virtualizer/ReusableView.js.map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D:/pasar_fix/node_modules/.bun/react-stately@3.48.0+d86b59289c1a13ae/node_modules/react-stately/dist/private/virtualizer/ReusableView.mjs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D:/pasar_fix/node_modules/.bun/react-stately@3.48.0+d86b59289c1a13ae/node_modules/react-stately/dist/private/virtualizer/ReusableView.mjs.map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D:/pasar_fix/node_modules/.bun/react-stately@3.48.0+d86b59289c1a13ae/node_modules/react-stately/dist/private/virtualizer/Size.cjs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D:/pasar_fix/node_modules/.bun/react-stately@3.48.0+d86b59289c1a13ae/node_modules/react-stately/dist/private/virtualizer/Size.cjs.map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D:/pasar_fix/node_modules/.bun/react-stately@3.48.0+d86b59289c1a13ae/node_modules/react-stately/dist/private/virtualizer/Size.js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D:/pasar_fix/node_modules/.bun/react-stately@3.48.0+d86b59289c1a13ae/node_modules/react-stately/dist/private/virtualizer/Size.js.map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D:/pasar_fix/node_modules/.bun/react-stately@3.48.0+d86b59289c1a13ae/node_modules/react-stately/dist/private/virtualizer/Size.mjs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D:/pasar_fix/node_modules/.bun/react-stately@3.48.0+d86b59289c1a13ae/node_modules/react-stately/dist/private/virtualizer/Size.mjs.map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D:/pasar_fix/node_modules/.bun/react-stately@3.48.0+d86b59289c1a13ae/node_modules/react-stately/dist/private/virtualizer/useVirtualizerState.cjs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D:/pasar_fix/node_modules/.bun/react-stately@3.48.0+d86b59289c1a13ae/node_modules/react-stately/dist/private/virtualizer/useVirtualizerState.cjs.map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D:/pasar_fix/node_modules/.bun/react-stately@3.48.0+d86b59289c1a13ae/node_modules/react-stately/dist/private/virtualizer/useVirtualizerState.js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D:/pasar_fix/node_modules/.bun/react-stately@3.48.0+d86b59289c1a13ae/node_modules/react-stately/dist/private/virtualizer/useVirtualizerState.js.map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D:/pasar_fix/node_modules/.bun/react-stately@3.48.0+d86b59289c1a13ae/node_modules/react-stately/dist/private/virtualizer/useVirtualizerState.mjs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D:/pasar_fix/node_modules/.bun/react-stately@3.48.0+d86b59289c1a13ae/node_modules/react-stately/dist/private/virtualizer/useVirtualizerState.mjs.map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D:/pasar_fix/node_modules/.bun/react-stately@3.48.0+d86b59289c1a13ae/node_modules/react-stately/dist/private/virtualizer/utils.cjs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D:/pasar_fix/node_modules/.bun/react-stately@3.48.0+d86b59289c1a13ae/node_modules/react-stately/dist/private/virtualizer/utils.cjs.map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D:/pasar_fix/node_modules/.bun/react-stately@3.48.0+d86b59289c1a13ae/node_modules/react-stately/dist/private/virtualizer/utils.js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D:/pasar_fix/node_modules/.bun/react-stately@3.48.0+d86b59289c1a13ae/node_modules/react-stately/dist/private/virtualizer/utils.js.map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D:/pasar_fix/node_modules/.bun/react-stately@3.48.0+d86b59289c1a13ae/node_modules/react-stately/dist/private/virtualizer/utils.mjs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D:/pasar_fix/node_modules/.bun/react-stately@3.48.0+d86b59289c1a13ae/node_modules/react-stately/dist/private/virtualizer/utils.mjs.map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D:/pasar_fix/node_modules/.bun/react-stately@3.48.0+d86b59289c1a13ae/node_modules/react-stately/dist/private/virtualizer/Virtualizer.cjs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D:/pasar_fix/node_modules/.bun/react-stately@3.48.0+d86b59289c1a13ae/node_modules/react-stately/dist/private/virtualizer/Virtualizer.cjs.map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D:/pasar_fix/node_modules/.bun/react-stately@3.48.0+d86b59289c1a13ae/node_modules/react-stately/dist/private/virtualizer/Virtualizer.js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D:/pasar_fix/node_modules/.bun/react-stately@3.48.0+d86b59289c1a13ae/node_modules/react-stately/dist/private/virtualizer/Virtualizer.js.map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D:/pasar_fix/node_modules/.bun/react-stately@3.48.0+d86b59289c1a13ae/node_modules/react-stately/dist/private/virtualizer/Virtualizer.mjs</a:t>
            </a:r>
          </a:p>
          <a:p>
            <a:pPr>
              <a:defRPr sz="1200"/>
            </a:pPr>
            <a:r>
              <a:t>D:/pasar_fix/node_modules/.bun/react-stately@3.48.0+d86b59289c1a13ae/node_modules/react-stately/dist/private/virtualizer/Virtualizer.mjs.map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D:/pasar_fix/node_modules/.bun/react-stately@3.48.0+d86b59289c1a13ae/node_modules/react-stately/dist/types/exports/Color.d.ts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D:/pasar_fix/node_modules/.bun/react-stately@3.48.0+d86b59289c1a13ae/node_modules/react-stately/dist/types/exports/index.d.ts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D:/pasar_fix/node_modules/.bun/react-stately@3.48.0+d86b59289c1a13ae/node_modules/react-stately/dist/types/exports/Item.d.ts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D:/pasar_fix/node_modules/.bun/react-stately@3.48.0+d86b59289c1a13ae/node_modules/react-stately/dist/types/exports/Section.d.ts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D:/pasar_fix/node_modules/.bun/react-stately@3.48.0+d86b59289c1a13ae/node_modules/react-stately/dist/types/exports/useAsyncList.d.ts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D:/pasar_fix/node_modules/.bun/react-stately@3.48.0+d86b59289c1a13ae/node_modules/react-stately/dist/types/exports/useCalendarState.d.ts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D:/pasar_fix/node_modules/.bun/react-stately@3.48.0+d86b59289c1a13ae/node_modules/react-stately/dist/types/exports/useCheckboxGroupState.d.ts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D:/pasar_fix/node_modules/.bun/react-stately@3.48.0+d86b59289c1a13ae/node_modules/react-stately/dist/types/exports/useColorAreaState.d.ts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D:/pasar_fix/node_modules/.bun/react-stately@3.48.0+d86b59289c1a13ae/node_modules/react-stately/dist/types/exports/useColorFieldState.d.ts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D:/pasar_fix/node_modules/.bun/react-stately@3.48.0+d86b59289c1a13ae/node_modules/react-stately/dist/types/exports/useColorPickerState.d.ts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D:/pasar_fix/node_modules/.bun/react-stately@3.48.0+d86b59289c1a13ae/node_modules/react-stately/dist/types/exports/useColorSliderState.d.ts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D:/pasar_fix/node_modules/.bun/react-stately@3.48.0+d86b59289c1a13ae/node_modules/react-stately/dist/types/exports/useColorWheelState.d.ts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D:/pasar_fix/node_modules/.bun/react-stately@3.48.0+d86b59289c1a13ae/node_modules/react-stately/dist/types/exports/useComboBoxState.d.ts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D:/pasar_fix/node_modules/.bun/react-stately@3.48.0+d86b59289c1a13ae/node_modules/react-stately/dist/types/exports/useControlledState.d.ts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D:/pasar_fix/node_modules/.bun/react-stately@3.48.0+d86b59289c1a13ae/node_modules/react-stately/dist/types/exports/useDateFieldState.d.ts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D:/pasar_fix/node_modules/.bun/react-stately@3.48.0+d86b59289c1a13ae/node_modules/react-stately/dist/types/exports/useDatePickerState.d.ts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D:/pasar_fix/node_modules/.bun/react-stately@3.48.0+d86b59289c1a13ae/node_modules/react-stately/dist/types/exports/useDateRangePickerState.d.ts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D:/pasar_fix/node_modules/.bun/react-stately@3.48.0+d86b59289c1a13ae/node_modules/react-stately/dist/types/exports/useDisclosureGroupState.d.ts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D:/pasar_fix/node_modules/.bun/react-stately@3.48.0+d86b59289c1a13ae/node_modules/react-stately/dist/types/exports/useDisclosureState.d.ts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D:/pasar_fix/node_modules/.bun/react-stately@3.48.0+d86b59289c1a13ae/node_modules/react-stately/dist/types/exports/useDraggableCollectionState.d.ts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D:/pasar_fix/node_modules/.bun/react-stately@3.48.0+d86b59289c1a13ae/node_modules/react-stately/dist/types/exports/useDroppableCollectionState.d.ts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D:/pasar_fix/node_modules/.bun/react-stately@3.48.0+d86b59289c1a13ae/node_modules/react-stately/dist/types/exports/useListData.d.ts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D:/pasar_fix/node_modules/.bun/react-stately@3.48.0+d86b59289c1a13ae/node_modules/react-stately/dist/types/exports/useListState.d.ts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D:/pasar_fix/node_modules/.bun/react-stately@3.48.0+d86b59289c1a13ae/node_modules/react-stately/dist/types/exports/useMenuTriggerState.d.ts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D:/pasar_fix/node_modules/.bun/react-stately@3.48.0+d86b59289c1a13ae/node_modules/react-stately/dist/types/exports/useMultipleSelectionState.d.ts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D:/pasar_fix/node_modules/.bun/react-stately@3.48.0+d86b59289c1a13ae/node_modules/react-stately/dist/types/exports/useNumberFieldState.d.ts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D:/pasar_fix/node_modules/.bun/react-stately@3.48.0+d86b59289c1a13ae/node_modules/react-stately/dist/types/exports/useOverlayTriggerState.d.ts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D:/pasar_fix/node_modules/.bun/react-stately@3.48.0+d86b59289c1a13ae/node_modules/react-stately/dist/types/exports/useRadioGroupState.d.ts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D:/pasar_fix/node_modules/.bun/react-stately@3.48.0+d86b59289c1a13ae/node_modules/react-stately/dist/types/exports/useRangeCalendarState.d.ts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D:/pasar_fix/node_modules/.bun/react-stately@3.48.0+d86b59289c1a13ae/node_modules/react-stately/dist/types/exports/useSearchFieldState.d.ts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D:/pasar_fix/node_modules/.bun/react-stately@3.48.0+d86b59289c1a13ae/node_modules/react-stately/dist/types/exports/useSelectState.d.ts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D:/pasar_fix/node_modules/.bun/react-stately@3.48.0+d86b59289c1a13ae/node_modules/react-stately/dist/types/exports/useSingleSelectListState.d.ts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D:/pasar_fix/node_modules/.bun/react-stately@3.48.0+d86b59289c1a13ae/node_modules/react-stately/dist/types/exports/useSliderState.d.ts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D:/pasar_fix/node_modules/.bun/react-stately@3.48.0+d86b59289c1a13ae/node_modules/react-stately/dist/types/exports/useTableState.d.ts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D:/pasar_fix/node_modules/.bun/react-stately@3.48.0+d86b59289c1a13ae/node_modules/react-stately/dist/types/exports/useTabListState.d.ts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D:/pasar_fix/node_modules/.bun/react-stately@3.48.0+d86b59289c1a13ae/node_modules/react-stately/dist/types/exports/useTimeFieldState.d.ts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D:/pasar_fix/node_modules/.bun/react-stately@3.48.0+d86b59289c1a13ae/node_modules/react-stately/dist/types/exports/useToastState.d.ts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D:/pasar_fix/node_modules/.bun/react-stately@3.48.0+d86b59289c1a13ae/node_modules/react-stately/dist/types/exports/useToggleGroupState.d.ts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D:/pasar_fix/node_modules/.bun/react-stately@3.48.0+d86b59289c1a13ae/node_modules/react-stately/dist/types/exports/useToggleState.d.ts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D:/pasar_fix/node_modules/.bun/react-stately@3.48.0+d86b59289c1a13ae/node_modules/react-stately/dist/types/exports/useTooltipTriggerState.d.ts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D:/pasar_fix/node_modules/.bun/react-stately@3.48.0+d86b59289c1a13ae/node_modules/react-stately/dist/types/exports/useTreeData.d.ts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D:/pasar_fix/node_modules/.bun/react-stately@3.48.0+d86b59289c1a13ae/node_modules/react-stately/dist/types/exports/useTreeState.d.ts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D:/pasar_fix/node_modules/.bun/react-stately@3.48.0+d86b59289c1a13ae/node_modules/react-stately/dist/types/exports/useVirtualizerState.d.ts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D:/pasar_fix/node_modules/.bun/react-stately@3.48.0+d86b59289c1a13ae/node_modules/react-stately/dist/types/exports/private/autocomplete/useAutocompleteState.d.ts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D:/pasar_fix/node_modules/.bun/react-stately@3.48.0+d86b59289c1a13ae/node_modules/react-stately/dist/types/exports/private/collections/CollectionBuilder.d.ts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D:/pasar_fix/node_modules/.bun/react-stately@3.48.0+d86b59289c1a13ae/node_modules/react-stately/dist/types/exports/private/collections/getChildNodes.d.ts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D:/pasar_fix/node_modules/.bun/react-stately@3.48.0+d86b59289c1a13ae/node_modules/react-stately/dist/types/exports/private/collections/getItemCount.d.ts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D:/pasar_fix/node_modules/.bun/react-stately@3.48.0+d86b59289c1a13ae/node_modules/react-stately/dist/types/exports/private/collections/types.d.ts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D:/pasar_fix/node_modules/.bun/react-stately@3.48.0+d86b59289c1a13ae/node_modules/react-stately/dist/types/exports/private/collections/useCollection.d.ts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D:/pasar_fix/node_modules/.bun/react-stately@3.48.0+d86b59289c1a13ae/node_modules/react-stately/dist/types/exports/private/datepicker/utils.d.ts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D:/pasar_fix/node_modules/.bun/react-stately@3.48.0+d86b59289c1a13ae/node_modules/react-stately/dist/types/exports/private/flags/flags.d.ts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D:/pasar_fix/node_modules/.bun/react-stately@3.48.0+d86b59289c1a13ae/node_modules/react-stately/dist/types/exports/private/form/useFormValidationState.d.ts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D:/pasar_fix/node_modules/.bun/react-stately@3.48.0+d86b59289c1a13ae/node_modules/react-stately/dist/types/exports/private/grid/GridCollection.d.ts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D:/pasar_fix/node_modules/.bun/react-stately@3.48.0+d86b59289c1a13ae/node_modules/react-stately/dist/types/exports/private/grid/useGridState.d.ts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D:/pasar_fix/node_modules/.bun/react-stately@3.48.0+d86b59289c1a13ae/node_modules/react-stately/dist/types/exports/private/list/ListCollection.d.ts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D:/pasar_fix/node_modules/.bun/react-stately@3.48.0+d86b59289c1a13ae/node_modules/react-stately/dist/types/exports/private/selection/SelectionManager.d.ts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D:/pasar_fix/node_modules/.bun/react-stately@3.48.0+d86b59289c1a13ae/node_modules/react-stately/dist/types/exports/private/steplist/useStepListState.d.ts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D:/pasar_fix/node_modules/.bun/react-stately@3.48.0+d86b59289c1a13ae/node_modules/react-stately/dist/types/exports/private/table/TableCollection.d.ts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D:/pasar_fix/node_modules/.bun/react-stately@3.48.0+d86b59289c1a13ae/node_modules/react-stately/dist/types/exports/private/table/TableColumnLayout.d.ts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D:/pasar_fix/node_modules/.bun/react-stately@3.48.0+d86b59289c1a13ae/node_modules/react-stately/dist/types/exports/private/table/useTableState.d.ts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D:/pasar_fix/node_modules/.bun/react-stately@3.48.0+d86b59289c1a13ae/node_modules/react-stately/dist/types/exports/private/table/useTreeGridState.d.ts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D:/pasar_fix/node_modules/.bun/react-stately@3.48.0+d86b59289c1a13ae/node_modules/react-stately/dist/types/exports/private/tree/TreeCollection.d.ts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D:/pasar_fix/node_modules/.bun/react-stately@3.48.0+d86b59289c1a13ae/node_modules/react-stately/dist/types/exports/private/utils/number.d.ts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D:/pasar_fix/node_modules/.bun/react-stately@3.48.0+d86b59289c1a13ae/node_modules/react-stately/dist/types/src/autocomplete/useAutocompleteState.d.ts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D:/pasar_fix/node_modules/.bun/react-stately@3.48.0+d86b59289c1a13ae/node_modules/react-stately/dist/types/src/calendar/types.d.ts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D:/pasar_fix/node_modules/.bun/react-stately@3.48.0+d86b59289c1a13ae/node_modules/react-stately/dist/types/src/calendar/useCalendarState.d.ts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D:/pasar_fix/node_modules/.bun/react-stately@3.48.0+d86b59289c1a13ae/node_modules/react-stately/dist/types/src/calendar/useRangeCalendarState.d.ts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D:/pasar_fix/node_modules/.bun/react-stately@3.48.0+d86b59289c1a13ae/node_modules/react-stately/dist/types/src/calendar/utils.d.ts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D:/pasar_fix/node_modules/.bun/react-stately@3.48.0+d86b59289c1a13ae/node_modules/react-stately/dist/types/src/checkbox/useCheckboxGroupState.d.ts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D:/pasar_fix/node_modules/.bun/react-stately@3.48.0+d86b59289c1a13ae/node_modules/react-stately/dist/types/src/collections/CollectionBuilder.d.ts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D:/pasar_fix/node_modules/.bun/react-stately@3.48.0+d86b59289c1a13ae/node_modules/react-stately/dist/types/src/collections/getChildNodes.d.ts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D:/pasar_fix/node_modules/.bun/react-stately@3.48.0+d86b59289c1a13ae/node_modules/react-stately/dist/types/src/collections/getItemCount.d.ts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D:/pasar_fix/node_modules/.bun/react-stately@3.48.0+d86b59289c1a13ae/node_modules/react-stately/dist/types/src/collections/Item.d.ts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D:/pasar_fix/node_modules/.bun/react-stately@3.48.0+d86b59289c1a13ae/node_modules/react-stately/dist/types/src/collections/Section.d.ts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D:/pasar_fix/node_modules/.bun/react-stately@3.48.0+d86b59289c1a13ae/node_modules/react-stately/dist/types/src/collections/types.d.ts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D:/pasar_fix/node_modules/.bun/react-stately@3.48.0+d86b59289c1a13ae/node_modules/react-stately/dist/types/src/collections/useCollection.d.ts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D:/pasar_fix/node_modules/.bun/react-stately@3.48.0+d86b59289c1a13ae/node_modules/react-stately/dist/types/src/color/Color.d.ts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D:/pasar_fix/node_modules/.bun/react-stately@3.48.0+d86b59289c1a13ae/node_modules/react-stately/dist/types/src/color/types.d.ts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D:/pasar_fix/node_modules/.bun/react-stately@3.48.0+d86b59289c1a13ae/node_modules/react-stately/dist/types/src/color/useColor.d.ts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D:/pasar_fix/node_modules/.bun/react-stately@3.48.0+d86b59289c1a13ae/node_modules/react-stately/dist/types/src/color/useColorAreaState.d.ts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D:/pasar_fix/node_modules/.bun/react-stately@3.48.0+d86b59289c1a13ae/node_modules/react-stately/dist/types/src/color/useColorChannelFieldState.d.ts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D:/pasar_fix/node_modules/.bun/react-stately@3.48.0+d86b59289c1a13ae/node_modules/react-stately/dist/types/src/color/useColorFieldState.d.ts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D:/pasar_fix/node_modules/.bun/react-stately@3.48.0+d86b59289c1a13ae/node_modules/react-stately/dist/types/src/color/useColorPickerState.d.ts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D:/pasar_fix/node_modules/.bun/react-stately@3.48.0+d86b59289c1a13ae/node_modules/react-stately/dist/types/src/color/useColorSliderState.d.ts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D:/pasar_fix/node_modules/.bun/react-stately@3.48.0+d86b59289c1a13ae/node_modules/react-stately/dist/types/src/color/useColorWheelState.d.ts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D:/pasar_fix/node_modules/.bun/react-stately@3.48.0+d86b59289c1a13ae/node_modules/react-stately/dist/types/src/combobox/useComboBoxState.d.ts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D:/pasar_fix/node_modules/.bun/react-stately@3.48.0+d86b59289c1a13ae/node_modules/react-stately/dist/types/src/data/useAsyncList.d.ts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D:/pasar_fix/node_modules/.bun/react-stately@3.48.0+d86b59289c1a13ae/node_modules/react-stately/dist/types/src/data/useListData.d.ts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D:/pasar_fix/node_modules/.bun/react-stately@3.48.0+d86b59289c1a13ae/node_modules/react-stately/dist/types/src/data/useTreeData.d.ts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D:/pasar_fix/node_modules/.bun/react-stately@3.48.0+d86b59289c1a13ae/node_modules/react-stately/dist/types/src/datepicker/IncompleteDate.d.ts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D:/pasar_fix/node_modules/.bun/react-stately@3.48.0+d86b59289c1a13ae/node_modules/react-stately/dist/types/src/datepicker/placeholders.d.ts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D:/pasar_fix/node_modules/.bun/react-stately@3.48.0+d86b59289c1a13ae/node_modules/react-stately/dist/types/src/datepicker/types.d.ts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D:/pasar_fix/node_modules/.bun/react-stately@3.48.0+d86b59289c1a13ae/node_modules/react-stately/dist/types/src/datepicker/useDateFieldState.d.ts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D:/pasar_fix/node_modules/.bun/react-stately@3.48.0+d86b59289c1a13ae/node_modules/react-stately/dist/types/src/datepicker/useDatePickerState.d.ts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D:/pasar_fix/node_modules/.bun/react-stately@3.48.0+d86b59289c1a13ae/node_modules/react-stately/dist/types/src/datepicker/useDateRangePickerState.d.ts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D:/pasar_fix/node_modules/.bun/react-stately@3.48.0+d86b59289c1a13ae/node_modules/react-stately/dist/types/src/datepicker/useTimeFieldState.d.ts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D:/pasar_fix/node_modules/.bun/react-stately@3.48.0+d86b59289c1a13ae/node_modules/react-stately/dist/types/src/datepicker/utils.d.ts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D:/pasar_fix/node_modules/.bun/react-stately@3.48.0+d86b59289c1a13ae/node_modules/react-stately/dist/types/src/disclosure/useDisclosureGroupState.d.ts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D:/pasar_fix/node_modules/.bun/react-stately@3.48.0+d86b59289c1a13ae/node_modules/react-stately/dist/types/src/disclosure/useDisclosureState.d.ts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D:/pasar_fix/node_modules/.bun/react-stately@3.48.0+d86b59289c1a13ae/node_modules/react-stately/dist/types/src/dnd/useDraggableCollectionState.d.ts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D:/pasar_fix/node_modules/.bun/react-stately@3.48.0+d86b59289c1a13ae/node_modules/react-stately/dist/types/src/dnd/useDroppableCollectionState.d.ts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D:/pasar_fix/node_modules/.bun/react-stately@3.48.0+d86b59289c1a13ae/node_modules/react-stately/dist/types/src/flags/flags.d.ts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D:/pasar_fix/node_modules/.bun/react-stately@3.48.0+d86b59289c1a13ae/node_modules/react-stately/dist/types/src/form/useFormValidationState.d.ts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D:/pasar_fix/node_modules/.bun/react-stately@3.48.0+d86b59289c1a13ae/node_modules/react-stately/dist/types/src/grid/GridCollection.d.ts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D:/pasar_fix/node_modules/.bun/react-stately@3.48.0+d86b59289c1a13ae/node_modules/react-stately/dist/types/src/grid/useGridState.d.ts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D:/pasar_fix/node_modules/.bun/react-stately@3.48.0+d86b59289c1a13ae/node_modules/react-stately/dist/types/src/layout/GridLayout.d.ts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D:/pasar_fix/node_modules/.bun/react-stately@3.48.0+d86b59289c1a13ae/node_modules/react-stately/dist/types/src/layout/ListLayout.d.ts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D:/pasar_fix/node_modules/.bun/react-stately@3.48.0+d86b59289c1a13ae/node_modules/react-stately/dist/types/src/layout/TableLayout.d.ts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D:/pasar_fix/node_modules/.bun/react-stately@3.48.0+d86b59289c1a13ae/node_modules/react-stately/dist/types/src/layout/WaterfallLayout.d.ts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D:/pasar_fix/node_modules/.bun/react-stately@3.48.0+d86b59289c1a13ae/node_modules/react-stately/dist/types/src/list/ListCollection.d.ts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D:/pasar_fix/node_modules/.bun/react-stately@3.48.0+d86b59289c1a13ae/node_modules/react-stately/dist/types/src/list/useListState.d.ts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D:/pasar_fix/node_modules/.bun/react-stately@3.48.0+d86b59289c1a13ae/node_modules/react-stately/dist/types/src/list/useSingleSelectListState.d.ts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D:/pasar_fix/node_modules/.bun/react-stately@3.48.0+d86b59289c1a13ae/node_modules/react-stately/dist/types/src/menu/useMenuTriggerState.d.ts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D:/pasar_fix/node_modules/.bun/react-stately@3.48.0+d86b59289c1a13ae/node_modules/react-stately/dist/types/src/menu/useSubmenuTriggerState.d.ts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D:/pasar_fix/node_modules/.bun/react-stately@3.48.0+d86b59289c1a13ae/node_modules/react-stately/dist/types/src/numberfield/useNumberFieldState.d.ts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D:/pasar_fix/node_modules/.bun/react-stately@3.48.0+d86b59289c1a13ae/node_modules/react-stately/dist/types/src/overlays/useOverlayTriggerState.d.ts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D:/pasar_fix/node_modules/.bun/react-stately@3.48.0+d86b59289c1a13ae/node_modules/react-stately/dist/types/src/radio/useRadioGroupState.d.ts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D:/pasar_fix/node_modules/.bun/react-stately@3.48.0+d86b59289c1a13ae/node_modules/react-stately/dist/types/src/searchfield/useSearchFieldState.d.ts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D:/pasar_fix/node_modules/.bun/react-stately@3.48.0+d86b59289c1a13ae/node_modules/react-stately/dist/types/src/select/useSelectState.d.ts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D:/pasar_fix/node_modules/.bun/react-stately@3.48.0+d86b59289c1a13ae/node_modules/react-stately/dist/types/src/selection/Selection.d.ts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D:/pasar_fix/node_modules/.bun/react-stately@3.48.0+d86b59289c1a13ae/node_modules/react-stately/dist/types/src/selection/SelectionManager.d.ts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D:/pasar_fix/node_modules/.bun/react-stately@3.48.0+d86b59289c1a13ae/node_modules/react-stately/dist/types/src/selection/types.d.ts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D:/pasar_fix/node_modules/.bun/react-stately@3.48.0+d86b59289c1a13ae/node_modules/react-stately/dist/types/src/selection/useMultipleSelectionState.d.ts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D:/pasar_fix/node_modules/.bun/react-stately@3.48.0+d86b59289c1a13ae/node_modules/react-stately/dist/types/src/slider/useSliderState.d.ts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D:/pasar_fix/node_modules/.bun/react-stately@3.48.0+d86b59289c1a13ae/node_modules/react-stately/dist/types/src/steplist/useStepListState.d.ts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D:/pasar_fix/node_modules/.bun/react-stately@3.48.0+d86b59289c1a13ae/node_modules/react-stately/dist/types/src/table/Cell.d.ts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D:/pasar_fix/node_modules/.bun/react-stately@3.48.0+d86b59289c1a13ae/node_modules/react-stately/dist/types/src/table/Column.d.ts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D:/pasar_fix/node_modules/.bun/react-stately@3.48.0+d86b59289c1a13ae/node_modules/react-stately/dist/types/src/table/Row.d.ts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D:/pasar_fix/node_modules/.bun/react-stately@3.48.0+d86b59289c1a13ae/node_modules/react-stately/dist/types/src/table/TableBody.d.ts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D:/pasar_fix/node_modules/.bun/react-stately@3.48.0+d86b59289c1a13ae/node_modules/react-stately/dist/types/src/table/TableCollection.d.ts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D:/pasar_fix/node_modules/.bun/react-stately@3.48.0+d86b59289c1a13ae/node_modules/react-stately/dist/types/src/table/TableColumnLayout.d.ts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D:/pasar_fix/node_modules/.bun/react-stately@3.48.0+d86b59289c1a13ae/node_modules/react-stately/dist/types/src/table/TableHeader.d.ts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D:/pasar_fix/node_modules/.bun/react-stately@3.48.0+d86b59289c1a13ae/node_modules/react-stately/dist/types/src/table/TableUtils.d.ts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D:/pasar_fix/node_modules/.bun/react-stately@3.48.0+d86b59289c1a13ae/node_modules/react-stately/dist/types/src/table/useTableColumnResizeState.d.ts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D:/pasar_fix/node_modules/.bun/react-stately@3.48.0+d86b59289c1a13ae/node_modules/react-stately/dist/types/src/table/useTableState.d.ts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D:/pasar_fix/node_modules/.bun/react-stately@3.48.0+d86b59289c1a13ae/node_modules/react-stately/dist/types/src/table/useTreeGridState.d.ts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D:/pasar_fix/node_modules/.bun/react-stately@3.48.0+d86b59289c1a13ae/node_modules/react-stately/dist/types/src/tabs/useTabListState.d.ts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D:/pasar_fix/node_modules/.bun/react-stately@3.48.0+d86b59289c1a13ae/node_modules/react-stately/dist/types/src/toast/useToastState.d.ts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D:/pasar_fix/node_modules/.bun/react-stately@3.48.0+d86b59289c1a13ae/node_modules/react-stately/dist/types/src/toggle/useToggleGroupState.d.ts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D:/pasar_fix/node_modules/.bun/react-stately@3.48.0+d86b59289c1a13ae/node_modules/react-stately/dist/types/src/toggle/useToggleState.d.ts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D:/pasar_fix/node_modules/.bun/react-stately@3.48.0+d86b59289c1a13ae/node_modules/react-stately/dist/types/src/tooltip/useTooltipTriggerState.d.ts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D:/pasar_fix/node_modules/.bun/react-stately@3.48.0+d86b59289c1a13ae/node_modules/react-stately/dist/types/src/tree/TreeCollection.d.ts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D:/pasar_fix/node_modules/.bun/react-stately@3.48.0+d86b59289c1a13ae/node_modules/react-stately/dist/types/src/tree/useTreeState.d.ts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D:/pasar_fix/node_modules/.bun/react-stately@3.48.0+d86b59289c1a13ae/node_modules/react-stately/dist/types/src/utils/number.d.ts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D:/pasar_fix/node_modules/.bun/react-stately@3.48.0+d86b59289c1a13ae/node_modules/react-stately/dist/types/src/utils/useControlledState.d.ts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D:/pasar_fix/node_modules/.bun/react-stately@3.48.0+d86b59289c1a13ae/node_modules/react-stately/dist/types/src/virtualizer/Layout.d.ts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D:/pasar_fix/node_modules/.bun/react-stately@3.48.0+d86b59289c1a13ae/node_modules/react-stately/dist/types/src/virtualizer/LayoutInfo.d.ts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D:/pasar_fix/node_modules/.bun/react-stately@3.48.0+d86b59289c1a13ae/node_modules/react-stately/dist/types/src/virtualizer/OverscanManager.d.ts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D:/pasar_fix/node_modules/.bun/react-stately@3.48.0+d86b59289c1a13ae/node_modules/react-stately/dist/types/src/virtualizer/Point.d.ts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D:/pasar_fix/node_modules/.bun/react-stately@3.48.0+d86b59289c1a13ae/node_modules/react-stately/dist/types/src/virtualizer/Rect.d.ts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D:/pasar_fix/node_modules/.bun/react-stately@3.48.0+d86b59289c1a13ae/node_modules/react-stately/dist/types/src/virtualizer/ReusableView.d.ts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D:/pasar_fix/node_modules/.bun/react-stately@3.48.0+d86b59289c1a13ae/node_modules/react-stately/dist/types/src/virtualizer/Size.d.ts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D:/pasar_fix/node_modules/.bun/react-stately@3.48.0+d86b59289c1a13ae/node_modules/react-stately/dist/types/src/virtualizer/types.d.ts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D:/pasar_fix/node_modules/.bun/react-stately@3.48.0+d86b59289c1a13ae/node_modules/react-stately/dist/types/src/virtualizer/useVirtualizerState.d.ts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D:/pasar_fix/node_modules/.bun/react-stately@3.48.0+d86b59289c1a13ae/node_modules/react-stately/dist/types/src/virtualizer/utils.d.ts</a:t>
            </a:r>
          </a:p>
          <a:p>
            <a:pPr>
              <a:defRPr sz="1200"/>
            </a:pPr>
            <a:r>
              <a:t>D:/pasar_fix/node_modules/.bun/react-stately@3.48.0+d86b59289c1a13ae/node_modules/react-stately/dist/types/src/virtualizer/Virtualizer.d.ts</a:t>
            </a:r>
          </a:p>
          <a:p>
            <a:pPr>
              <a:defRPr sz="1200"/>
            </a:pPr>
            <a:r>
              <a:t>D:/pasar_fix/node_modules/.bun/react-stately@3.48.0+d86b59289c1a13ae/node_modules/react-stately/Item/package.json</a:t>
            </a:r>
          </a:p>
          <a:p>
            <a:pPr>
              <a:defRPr sz="1200"/>
            </a:pPr>
            <a:r>
              <a:t>D:/pasar_fix/node_modules/.bun/react-stately@3.48.0+d86b59289c1a13ae/node_modules/react-stately/private/autocomplete/useAutocompleteState/package.json</a:t>
            </a:r>
          </a:p>
          <a:p>
            <a:pPr>
              <a:defRPr sz="1200"/>
            </a:pPr>
            <a:r>
              <a:t>D:/pasar_fix/node_modules/.bun/react-stately@3.48.0+d86b59289c1a13ae/node_modules/react-stately/private/collections/CollectionBuilder/package.json</a:t>
            </a:r>
          </a:p>
          <a:p>
            <a:pPr>
              <a:defRPr sz="1200"/>
            </a:pPr>
            <a:r>
              <a:t>D:/pasar_fix/node_modules/.bun/react-stately@3.48.0+d86b59289c1a13ae/node_modules/react-stately/private/collections/getChildNodes/package.json</a:t>
            </a:r>
          </a:p>
          <a:p>
            <a:pPr>
              <a:defRPr sz="1200"/>
            </a:pPr>
            <a:r>
              <a:t>D:/pasar_fix/node_modules/.bun/react-stately@3.48.0+d86b59289c1a13ae/node_modules/react-stately/private/collections/getItemCount/package.json</a:t>
            </a:r>
          </a:p>
          <a:p>
            <a:pPr>
              <a:defRPr sz="1200"/>
            </a:pPr>
            <a:r>
              <a:t>D:/pasar_fix/node_modules/.bun/react-stately@3.48.0+d86b59289c1a13ae/node_modules/react-stately/private/collections/types/package.json</a:t>
            </a:r>
          </a:p>
          <a:p>
            <a:pPr>
              <a:defRPr sz="1200"/>
            </a:pPr>
            <a:r>
              <a:t>D:/pasar_fix/node_modules/.bun/react-stately@3.48.0+d86b59289c1a13ae/node_modules/react-stately/private/collections/useCollection/package.json</a:t>
            </a:r>
          </a:p>
          <a:p>
            <a:pPr>
              <a:defRPr sz="1200"/>
            </a:pPr>
            <a:r>
              <a:t>D:/pasar_fix/node_modules/.bun/react-stately@3.48.0+d86b59289c1a13ae/node_modules/react-stately/private/datepicker/utils/package.json</a:t>
            </a:r>
          </a:p>
          <a:p>
            <a:pPr>
              <a:defRPr sz="1200"/>
            </a:pPr>
            <a:r>
              <a:t>D:/pasar_fix/node_modules/.bun/react-stately@3.48.0+d86b59289c1a13ae/node_modules/react-stately/private/flags/flags/package.json</a:t>
            </a:r>
          </a:p>
          <a:p>
            <a:pPr>
              <a:defRPr sz="1200"/>
            </a:pPr>
            <a:r>
              <a:t>D:/pasar_fix/node_modules/.bun/react-stately@3.48.0+d86b59289c1a13ae/node_modules/react-stately/private/form/useFormValidationState/package.json</a:t>
            </a:r>
          </a:p>
          <a:p>
            <a:pPr>
              <a:defRPr sz="1200"/>
            </a:pPr>
            <a:r>
              <a:t>D:/pasar_fix/node_modules/.bun/react-stately@3.48.0+d86b59289c1a13ae/node_modules/react-stately/private/grid/GridCollection/package.json</a:t>
            </a:r>
          </a:p>
          <a:p>
            <a:pPr>
              <a:defRPr sz="1200"/>
            </a:pPr>
            <a:r>
              <a:t>D:/pasar_fix/node_modules/.bun/react-stately@3.48.0+d86b59289c1a13ae/node_modules/react-stately/private/grid/useGridState/package.json</a:t>
            </a:r>
          </a:p>
          <a:p>
            <a:pPr>
              <a:defRPr sz="1200"/>
            </a:pPr>
            <a:r>
              <a:t>D:/pasar_fix/node_modules/.bun/react-stately@3.48.0+d86b59289c1a13ae/node_modules/react-stately/private/list/ListCollection/package.json</a:t>
            </a:r>
          </a:p>
          <a:p>
            <a:pPr>
              <a:defRPr sz="1200"/>
            </a:pPr>
            <a:r>
              <a:t>D:/pasar_fix/node_modules/.bun/react-stately@3.48.0+d86b59289c1a13ae/node_modules/react-stately/private/selection/SelectionManager/package.json</a:t>
            </a:r>
          </a:p>
          <a:p>
            <a:pPr>
              <a:defRPr sz="1200"/>
            </a:pPr>
            <a:r>
              <a:t>D:/pasar_fix/node_modules/.bun/react-stately@3.48.0+d86b59289c1a13ae/node_modules/react-stately/private/steplist/useStepListState/package.json</a:t>
            </a:r>
          </a:p>
          <a:p>
            <a:pPr>
              <a:defRPr sz="1200"/>
            </a:pPr>
            <a:r>
              <a:t>D:/pasar_fix/node_modules/.bun/react-stately@3.48.0+d86b59289c1a13ae/node_modules/react-stately/private/table/TableCollection/package.json</a:t>
            </a:r>
          </a:p>
          <a:p>
            <a:pPr>
              <a:defRPr sz="1200"/>
            </a:pPr>
            <a:r>
              <a:t>D:/pasar_fix/node_modules/.bun/react-stately@3.48.0+d86b59289c1a13ae/node_modules/react-stately/private/table/TableColumnLayout/package.json</a:t>
            </a:r>
          </a:p>
          <a:p>
            <a:pPr>
              <a:defRPr sz="1200"/>
            </a:pPr>
            <a:r>
              <a:t>D:/pasar_fix/node_modules/.bun/react-stately@3.48.0+d86b59289c1a13ae/node_modules/react-stately/private/table/useTableState/package.json</a:t>
            </a:r>
          </a:p>
          <a:p>
            <a:pPr>
              <a:defRPr sz="1200"/>
            </a:pPr>
            <a:r>
              <a:t>D:/pasar_fix/node_modules/.bun/react-stately@3.48.0+d86b59289c1a13ae/node_modules/react-stately/private/table/useTreeGridState/package.json</a:t>
            </a:r>
          </a:p>
          <a:p>
            <a:pPr>
              <a:defRPr sz="1200"/>
            </a:pPr>
            <a:r>
              <a:t>D:/pasar_fix/node_modules/.bun/react-stately@3.48.0+d86b59289c1a13ae/node_modules/react-stately/private/tree/TreeCollection/package.json</a:t>
            </a:r>
          </a:p>
          <a:p>
            <a:pPr>
              <a:defRPr sz="1200"/>
            </a:pPr>
            <a:r>
              <a:t>D:/pasar_fix/node_modules/.bun/react-stately@3.48.0+d86b59289c1a13ae/node_modules/react-stately/private/utils/number/package.json</a:t>
            </a:r>
          </a:p>
          <a:p>
            <a:pPr>
              <a:defRPr sz="1200"/>
            </a:pPr>
            <a:r>
              <a:t>D:/pasar_fix/node_modules/.bun/react-stately@3.48.0+d86b59289c1a13ae/node_modules/react-stately/Section/package.json</a:t>
            </a:r>
          </a:p>
          <a:p>
            <a:pPr>
              <a:defRPr sz="1200"/>
            </a:pPr>
            <a:r>
              <a:t>D:/pasar_fix/node_modules/.bun/react-stately@3.48.0+d86b59289c1a13ae/node_modules/react-stately/useAsyncList/package.json</a:t>
            </a:r>
          </a:p>
          <a:p>
            <a:pPr>
              <a:defRPr sz="1200"/>
            </a:pPr>
            <a:r>
              <a:t>D:/pasar_fix/node_modules/.bun/react-stately@3.48.0+d86b59289c1a13ae/node_modules/react-stately/useCalendarState/package.json</a:t>
            </a:r>
          </a:p>
          <a:p>
            <a:pPr>
              <a:defRPr sz="1200"/>
            </a:pPr>
            <a:r>
              <a:t>D:/pasar_fix/node_modules/.bun/react-stately@3.48.0+d86b59289c1a13ae/node_modules/react-stately/useCheckboxGroupState/package.json</a:t>
            </a:r>
          </a:p>
          <a:p>
            <a:pPr>
              <a:defRPr sz="1200"/>
            </a:pPr>
            <a:r>
              <a:t>D:/pasar_fix/node_modules/.bun/react-stately@3.48.0+d86b59289c1a13ae/node_modules/react-stately/useColorAreaState/package.json</a:t>
            </a:r>
          </a:p>
          <a:p>
            <a:pPr>
              <a:defRPr sz="1200"/>
            </a:pPr>
            <a:r>
              <a:t>D:/pasar_fix/node_modules/.bun/react-stately@3.48.0+d86b59289c1a13ae/node_modules/react-stately/useColorFieldState/package.json</a:t>
            </a:r>
          </a:p>
          <a:p>
            <a:pPr>
              <a:defRPr sz="1200"/>
            </a:pPr>
            <a:r>
              <a:t>D:/pasar_fix/node_modules/.bun/react-stately@3.48.0+d86b59289c1a13ae/node_modules/react-stately/useColorPickerState/package.json</a:t>
            </a:r>
          </a:p>
          <a:p>
            <a:pPr>
              <a:defRPr sz="1200"/>
            </a:pPr>
            <a:r>
              <a:t>D:/pasar_fix/node_modules/.bun/react-stately@3.48.0+d86b59289c1a13ae/node_modules/react-stately/useColorSliderState/package.json</a:t>
            </a:r>
          </a:p>
          <a:p>
            <a:pPr>
              <a:defRPr sz="1200"/>
            </a:pPr>
            <a:r>
              <a:t>D:/pasar_fix/node_modules/.bun/react-stately@3.48.0+d86b59289c1a13ae/node_modules/react-stately/useColorWheelState/package.json</a:t>
            </a:r>
          </a:p>
          <a:p>
            <a:pPr>
              <a:defRPr sz="1200"/>
            </a:pPr>
            <a:r>
              <a:t>D:/pasar_fix/node_modules/.bun/react-stately@3.48.0+d86b59289c1a13ae/node_modules/react-stately/useComboBoxState/package.json</a:t>
            </a:r>
          </a:p>
          <a:p>
            <a:pPr>
              <a:defRPr sz="1200"/>
            </a:pPr>
            <a:r>
              <a:t>D:/pasar_fix/node_modules/.bun/react-stately@3.48.0+d86b59289c1a13ae/node_modules/react-stately/useControlledState/package.json</a:t>
            </a:r>
          </a:p>
          <a:p>
            <a:pPr>
              <a:defRPr sz="1200"/>
            </a:pPr>
            <a:r>
              <a:t>D:/pasar_fix/node_modules/.bun/react-stately@3.48.0+d86b59289c1a13ae/node_modules/react-stately/useDateFieldState/package.json</a:t>
            </a:r>
          </a:p>
          <a:p>
            <a:pPr>
              <a:defRPr sz="1200"/>
            </a:pPr>
            <a:r>
              <a:t>D:/pasar_fix/node_modules/.bun/react-stately@3.48.0+d86b59289c1a13ae/node_modules/react-stately/useDatePickerState/package.json</a:t>
            </a:r>
          </a:p>
          <a:p>
            <a:pPr>
              <a:defRPr sz="1200"/>
            </a:pPr>
            <a:r>
              <a:t>D:/pasar_fix/node_modules/.bun/react-stately@3.48.0+d86b59289c1a13ae/node_modules/react-stately/useDateRangePickerState/package.json</a:t>
            </a:r>
          </a:p>
          <a:p>
            <a:pPr>
              <a:defRPr sz="1200"/>
            </a:pPr>
            <a:r>
              <a:t>D:/pasar_fix/node_modules/.bun/react-stately@3.48.0+d86b59289c1a13ae/node_modules/react-stately/useDisclosureGroupState/package.json</a:t>
            </a:r>
          </a:p>
          <a:p>
            <a:pPr>
              <a:defRPr sz="1200"/>
            </a:pPr>
            <a:r>
              <a:t>D:/pasar_fix/node_modules/.bun/react-stately@3.48.0+d86b59289c1a13ae/node_modules/react-stately/useDisclosureState/package.json</a:t>
            </a:r>
          </a:p>
          <a:p>
            <a:pPr>
              <a:defRPr sz="1200"/>
            </a:pPr>
            <a:r>
              <a:t>D:/pasar_fix/node_modules/.bun/react-stately@3.48.0+d86b59289c1a13ae/node_modules/react-stately/useDraggableCollectionState/package.json</a:t>
            </a:r>
          </a:p>
          <a:p>
            <a:pPr>
              <a:defRPr sz="1200"/>
            </a:pPr>
            <a:r>
              <a:t>D:/pasar_fix/node_modules/.bun/react-stately@3.48.0+d86b59289c1a13ae/node_modules/react-stately/useDroppableCollectionState/package.json</a:t>
            </a:r>
          </a:p>
          <a:p>
            <a:pPr>
              <a:defRPr sz="1200"/>
            </a:pPr>
            <a:r>
              <a:t>D:/pasar_fix/node_modules/.bun/react-stately@3.48.0+d86b59289c1a13ae/node_modules/react-stately/useListData/package.json</a:t>
            </a:r>
          </a:p>
          <a:p>
            <a:pPr>
              <a:defRPr sz="1200"/>
            </a:pPr>
            <a:r>
              <a:t>D:/pasar_fix/node_modules/.bun/react-stately@3.48.0+d86b59289c1a13ae/node_modules/react-stately/useListState/package.json</a:t>
            </a:r>
          </a:p>
          <a:p>
            <a:pPr>
              <a:defRPr sz="1200"/>
            </a:pPr>
            <a:r>
              <a:t>D:/pasar_fix/node_modules/.bun/react-stately@3.48.0+d86b59289c1a13ae/node_modules/react-stately/useMenuTriggerState/package.json</a:t>
            </a:r>
          </a:p>
          <a:p>
            <a:pPr>
              <a:defRPr sz="1200"/>
            </a:pPr>
            <a:r>
              <a:t>D:/pasar_fix/node_modules/.bun/react-stately@3.48.0+d86b59289c1a13ae/node_modules/react-stately/useMultipleSelectionState/package.json</a:t>
            </a:r>
          </a:p>
          <a:p>
            <a:pPr>
              <a:defRPr sz="1200"/>
            </a:pPr>
            <a:r>
              <a:t>D:/pasar_fix/node_modules/.bun/react-stately@3.48.0+d86b59289c1a13ae/node_modules/react-stately/useNumberFieldState/package.json</a:t>
            </a:r>
          </a:p>
          <a:p>
            <a:pPr>
              <a:defRPr sz="1200"/>
            </a:pPr>
            <a:r>
              <a:t>D:/pasar_fix/node_modules/.bun/react-stately@3.48.0+d86b59289c1a13ae/node_modules/react-stately/useOverlayTriggerState/package.json</a:t>
            </a:r>
          </a:p>
          <a:p>
            <a:pPr>
              <a:defRPr sz="1200"/>
            </a:pPr>
            <a:r>
              <a:t>D:/pasar_fix/node_modules/.bun/react-stately@3.48.0+d86b59289c1a13ae/node_modules/react-stately/useRadioGroupState/package.json</a:t>
            </a:r>
          </a:p>
          <a:p>
            <a:pPr>
              <a:defRPr sz="1200"/>
            </a:pPr>
            <a:r>
              <a:t>D:/pasar_fix/node_modules/.bun/react-stately@3.48.0+d86b59289c1a13ae/node_modules/react-stately/useRangeCalendarState/package.json</a:t>
            </a:r>
          </a:p>
          <a:p>
            <a:pPr>
              <a:defRPr sz="1200"/>
            </a:pPr>
            <a:r>
              <a:t>D:/pasar_fix/node_modules/.bun/react-stately@3.48.0+d86b59289c1a13ae/node_modules/react-stately/useSearchFieldState/package.json</a:t>
            </a:r>
          </a:p>
          <a:p>
            <a:pPr>
              <a:defRPr sz="1200"/>
            </a:pPr>
            <a:r>
              <a:t>D:/pasar_fix/node_modules/.bun/react-stately@3.48.0+d86b59289c1a13ae/node_modules/react-stately/useSelectState/package.json</a:t>
            </a:r>
          </a:p>
          <a:p>
            <a:pPr>
              <a:defRPr sz="1200"/>
            </a:pPr>
            <a:r>
              <a:t>D:/pasar_fix/node_modules/.bun/react-stately@3.48.0+d86b59289c1a13ae/node_modules/react-stately/useSingleSelectListState/package.json</a:t>
            </a:r>
          </a:p>
          <a:p>
            <a:pPr>
              <a:defRPr sz="1200"/>
            </a:pPr>
            <a:r>
              <a:t>D:/pasar_fix/node_modules/.bun/react-stately@3.48.0+d86b59289c1a13ae/node_modules/react-stately/useSliderState/package.json</a:t>
            </a:r>
          </a:p>
          <a:p>
            <a:pPr>
              <a:defRPr sz="1200"/>
            </a:pPr>
            <a:r>
              <a:t>D:/pasar_fix/node_modules/.bun/react-stately@3.48.0+d86b59289c1a13ae/node_modules/react-stately/useTableState/package.json</a:t>
            </a:r>
          </a:p>
          <a:p>
            <a:pPr>
              <a:defRPr sz="1200"/>
            </a:pPr>
            <a:r>
              <a:t>D:/pasar_fix/node_modules/.bun/react-stately@3.48.0+d86b59289c1a13ae/node_modules/react-stately/useTabListState/package.json</a:t>
            </a:r>
          </a:p>
          <a:p>
            <a:pPr>
              <a:defRPr sz="1200"/>
            </a:pPr>
            <a:r>
              <a:t>D:/pasar_fix/node_modules/.bun/react-stately@3.48.0+d86b59289c1a13ae/node_modules/react-stately/useTimeFieldState/package.json</a:t>
            </a:r>
          </a:p>
          <a:p>
            <a:pPr>
              <a:defRPr sz="1200"/>
            </a:pPr>
            <a:r>
              <a:t>D:/pasar_fix/node_modules/.bun/react-stately@3.48.0+d86b59289c1a13ae/node_modules/react-stately/useToastState/package.json</a:t>
            </a:r>
          </a:p>
          <a:p>
            <a:pPr>
              <a:defRPr sz="1200"/>
            </a:pPr>
            <a:r>
              <a:t>D:/pasar_fix/node_modules/.bun/react-stately@3.48.0+d86b59289c1a13ae/node_modules/react-stately/useToggleGroupState/package.json</a:t>
            </a:r>
          </a:p>
          <a:p>
            <a:pPr>
              <a:defRPr sz="1200"/>
            </a:pPr>
            <a:r>
              <a:t>D:/pasar_fix/node_modules/.bun/react-stately@3.48.0+d86b59289c1a13ae/node_modules/react-stately/useToggleState/package.json</a:t>
            </a:r>
          </a:p>
          <a:p>
            <a:pPr>
              <a:defRPr sz="1200"/>
            </a:pPr>
            <a:r>
              <a:t>D:/pasar_fix/node_modules/.bun/react-stately@3.48.0+d86b59289c1a13ae/node_modules/react-stately/useTooltipTriggerState/package.json</a:t>
            </a:r>
          </a:p>
          <a:p>
            <a:pPr>
              <a:defRPr sz="1200"/>
            </a:pPr>
            <a:r>
              <a:t>D:/pasar_fix/node_modules/.bun/react-stately@3.48.0+d86b59289c1a13ae/node_modules/react-stately/useTreeData/package.json</a:t>
            </a:r>
          </a:p>
          <a:p>
            <a:pPr>
              <a:defRPr sz="1200"/>
            </a:pPr>
            <a:r>
              <a:t>D:/pasar_fix/node_modules/.bun/react-stately@3.48.0+d86b59289c1a13ae/node_modules/react-stately/useTreeState/package.json</a:t>
            </a:r>
          </a:p>
          <a:p>
            <a:pPr>
              <a:defRPr sz="1200"/>
            </a:pPr>
            <a:r>
              <a:t>D:/pasar_fix/node_modules/.bun/react-stately@3.48.0+d86b59289c1a13ae/node_modules/react-stately/useVirtualizerState/package.json</a:t>
            </a:r>
          </a:p>
          <a:p>
            <a:pPr>
              <a:defRPr sz="1200"/>
            </a:pPr>
            <a:r>
              <a:t>D:/pasar_fix/node_modules/.bun/react-style-singleton@2.2.3+bf264c7668a20073/node_modules/react-style-singleton/LICENSE</a:t>
            </a:r>
          </a:p>
          <a:p>
            <a:pPr>
              <a:defRPr sz="1200"/>
            </a:pPr>
            <a:r>
              <a:t>D:/pasar_fix/node_modules/.bun/react-style-singleton@2.2.3+bf264c7668a20073/node_modules/react-style-singleton/package.json</a:t>
            </a:r>
          </a:p>
          <a:p>
            <a:pPr>
              <a:defRPr sz="1200"/>
            </a:pPr>
            <a:r>
              <a:t>D:/pasar_fix/node_modules/.bun/react-style-singleton@2.2.3+bf264c7668a20073/node_modules/react-style-singleton/README.md</a:t>
            </a:r>
          </a:p>
          <a:p>
            <a:pPr>
              <a:defRPr sz="1200"/>
            </a:pPr>
            <a:r>
              <a:t>D:/pasar_fix/node_modules/.bun/react-style-singleton@2.2.3+bf264c7668a20073/node_modules/react-style-singleton/dist/index.js</a:t>
            </a:r>
          </a:p>
          <a:p>
            <a:pPr>
              <a:defRPr sz="1200"/>
            </a:pPr>
            <a:r>
              <a:t>D:/pasar_fix/node_modules/.bun/react-style-singleton@2.2.3+bf264c7668a20073/node_modules/react-style-singleton/dist/es2015/component.d.ts</a:t>
            </a:r>
          </a:p>
          <a:p>
            <a:pPr>
              <a:defRPr sz="1200"/>
            </a:pPr>
            <a:r>
              <a:t>D:/pasar_fix/node_modules/.bun/react-style-singleton@2.2.3+bf264c7668a20073/node_modules/react-style-singleton/dist/es2015/component.js</a:t>
            </a:r>
          </a:p>
          <a:p>
            <a:pPr>
              <a:defRPr sz="1200"/>
            </a:pPr>
            <a:r>
              <a:t>D:/pasar_fix/node_modules/.bun/react-style-singleton@2.2.3+bf264c7668a20073/node_modules/react-style-singleton/dist/es2015/hook.d.ts</a:t>
            </a:r>
          </a:p>
          <a:p>
            <a:pPr>
              <a:defRPr sz="1200"/>
            </a:pPr>
            <a:r>
              <a:t>D:/pasar_fix/node_modules/.bun/react-style-singleton@2.2.3+bf264c7668a20073/node_modules/react-style-singleton/dist/es2015/hook.js</a:t>
            </a:r>
          </a:p>
          <a:p>
            <a:pPr>
              <a:defRPr sz="1200"/>
            </a:pPr>
            <a:r>
              <a:t>D:/pasar_fix/node_modules/.bun/react-style-singleton@2.2.3+bf264c7668a20073/node_modules/react-style-singleton/dist/es2015/index.d.ts</a:t>
            </a:r>
          </a:p>
          <a:p>
            <a:pPr>
              <a:defRPr sz="1200"/>
            </a:pPr>
            <a:r>
              <a:t>D:/pasar_fix/node_modules/.bun/react-style-singleton@2.2.3+bf264c7668a20073/node_modules/react-style-singleton/dist/es2015/index.js</a:t>
            </a:r>
          </a:p>
          <a:p>
            <a:pPr>
              <a:defRPr sz="1200"/>
            </a:pPr>
            <a:r>
              <a:t>D:/pasar_fix/node_modules/.bun/react-style-singleton@2.2.3+bf264c7668a20073/node_modules/react-style-singleton/dist/es2015/singleton.d.ts</a:t>
            </a:r>
          </a:p>
          <a:p>
            <a:pPr>
              <a:defRPr sz="1200"/>
            </a:pPr>
            <a:r>
              <a:t>D:/pasar_fix/node_modules/.bun/react-style-singleton@2.2.3+bf264c7668a20073/node_modules/react-style-singleton/dist/es2015/singleton.js</a:t>
            </a:r>
          </a:p>
          <a:p>
            <a:pPr>
              <a:defRPr sz="1200"/>
            </a:pPr>
            <a:r>
              <a:t>D:/pasar_fix/node_modules/.bun/react-style-singleton@2.2.3+bf264c7668a20073/node_modules/react-style-singleton/dist/es2019/component.d.ts</a:t>
            </a:r>
          </a:p>
          <a:p>
            <a:pPr>
              <a:defRPr sz="1200"/>
            </a:pPr>
            <a:r>
              <a:t>D:/pasar_fix/node_modules/.bun/react-style-singleton@2.2.3+bf264c7668a20073/node_modules/react-style-singleton/dist/es2019/component.js</a:t>
            </a:r>
          </a:p>
          <a:p>
            <a:pPr>
              <a:defRPr sz="1200"/>
            </a:pPr>
            <a:r>
              <a:t>D:/pasar_fix/node_modules/.bun/react-style-singleton@2.2.3+bf264c7668a20073/node_modules/react-style-singleton/dist/es2019/hook.d.ts</a:t>
            </a:r>
          </a:p>
          <a:p>
            <a:pPr>
              <a:defRPr sz="1200"/>
            </a:pPr>
            <a:r>
              <a:t>D:/pasar_fix/node_modules/.bun/react-style-singleton@2.2.3+bf264c7668a20073/node_modules/react-style-singleton/dist/es2019/hook.js</a:t>
            </a:r>
          </a:p>
          <a:p>
            <a:pPr>
              <a:defRPr sz="1200"/>
            </a:pPr>
            <a:r>
              <a:t>D:/pasar_fix/node_modules/.bun/react-style-singleton@2.2.3+bf264c7668a20073/node_modules/react-style-singleton/dist/es2019/index.d.ts</a:t>
            </a:r>
          </a:p>
          <a:p>
            <a:pPr>
              <a:defRPr sz="1200"/>
            </a:pPr>
            <a:r>
              <a:t>D:/pasar_fix/node_modules/.bun/react-style-singleton@2.2.3+bf264c7668a20073/node_modules/react-style-singleton/dist/es2019/index.js</a:t>
            </a:r>
          </a:p>
          <a:p>
            <a:pPr>
              <a:defRPr sz="1200"/>
            </a:pPr>
            <a:r>
              <a:t>D:/pasar_fix/node_modules/.bun/react-style-singleton@2.2.3+bf264c7668a20073/node_modules/react-style-singleton/dist/es2019/singleton.d.ts</a:t>
            </a:r>
          </a:p>
          <a:p>
            <a:pPr>
              <a:defRPr sz="1200"/>
            </a:pPr>
            <a:r>
              <a:t>D:/pasar_fix/node_modules/.bun/react-style-singleton@2.2.3+bf264c7668a20073/node_modules/react-style-singleton/dist/es2019/singleton.js</a:t>
            </a:r>
          </a:p>
          <a:p>
            <a:pPr>
              <a:defRPr sz="1200"/>
            </a:pPr>
            <a:r>
              <a:t>D:/pasar_fix/node_modules/.bun/react-style-singleton@2.2.3+bf264c7668a20073/node_modules/react-style-singleton/dist/es5/component.d.ts</a:t>
            </a:r>
          </a:p>
          <a:p>
            <a:pPr>
              <a:defRPr sz="1200"/>
            </a:pPr>
            <a:r>
              <a:t>D:/pasar_fix/node_modules/.bun/react-style-singleton@2.2.3+bf264c7668a20073/node_modules/react-style-singleton/dist/es5/component.js</a:t>
            </a:r>
          </a:p>
          <a:p>
            <a:pPr>
              <a:defRPr sz="1200"/>
            </a:pPr>
            <a:r>
              <a:t>D:/pasar_fix/node_modules/.bun/react-style-singleton@2.2.3+bf264c7668a20073/node_modules/react-style-singleton/dist/es5/hook.d.ts</a:t>
            </a:r>
          </a:p>
          <a:p>
            <a:pPr>
              <a:defRPr sz="1200"/>
            </a:pPr>
            <a:r>
              <a:t>D:/pasar_fix/node_modules/.bun/react-style-singleton@2.2.3+bf264c7668a20073/node_modules/react-style-singleton/dist/es5/hook.js</a:t>
            </a:r>
          </a:p>
          <a:p>
            <a:pPr>
              <a:defRPr sz="1200"/>
            </a:pPr>
            <a:r>
              <a:t>D:/pasar_fix/node_modules/.bun/react-style-singleton@2.2.3+bf264c7668a20073/node_modules/react-style-singleton/dist/es5/index.d.ts</a:t>
            </a:r>
          </a:p>
          <a:p>
            <a:pPr>
              <a:defRPr sz="1200"/>
            </a:pPr>
            <a:r>
              <a:t>D:/pasar_fix/node_modules/.bun/react-style-singleton@2.2.3+bf264c7668a20073/node_modules/react-style-singleton/dist/es5/index.js</a:t>
            </a:r>
          </a:p>
          <a:p>
            <a:pPr>
              <a:defRPr sz="1200"/>
            </a:pPr>
            <a:r>
              <a:t>D:/pasar_fix/node_modules/.bun/react-style-singleton@2.2.3+bf264c7668a20073/node_modules/react-style-singleton/dist/es5/singleton.d.ts</a:t>
            </a:r>
          </a:p>
          <a:p>
            <a:pPr>
              <a:defRPr sz="1200"/>
            </a:pPr>
            <a:r>
              <a:t>D:/pasar_fix/node_modules/.bun/react-style-singleton@2.2.3+bf264c7668a20073/node_modules/react-style-singleton/dist/es5/singleton.js</a:t>
            </a:r>
          </a:p>
          <a:p>
            <a:pPr>
              <a:defRPr sz="1200"/>
            </a:pPr>
            <a:r>
              <a:t>D:/pasar_fix/node_modules/.bun/react@19.2.6/node_modules/react/compiler-runtime.js</a:t>
            </a:r>
          </a:p>
          <a:p>
            <a:pPr>
              <a:defRPr sz="1200"/>
            </a:pPr>
            <a:r>
              <a:t>D:/pasar_fix/node_modules/.bun/react@19.2.6/node_modules/react/index.js</a:t>
            </a:r>
          </a:p>
          <a:p>
            <a:pPr>
              <a:defRPr sz="1200"/>
            </a:pPr>
            <a:r>
              <a:t>D:/pasar_fix/node_modules/.bun/react@19.2.6/node_modules/react/jsx-dev-runtime.js</a:t>
            </a:r>
          </a:p>
          <a:p>
            <a:pPr>
              <a:defRPr sz="1200"/>
            </a:pPr>
            <a:r>
              <a:t>D:/pasar_fix/node_modules/.bun/react@19.2.6/node_modules/react/jsx-dev-runtime.react-server.js</a:t>
            </a:r>
          </a:p>
          <a:p>
            <a:pPr>
              <a:defRPr sz="1200"/>
            </a:pPr>
            <a:r>
              <a:t>D:/pasar_fix/node_modules/.bun/react@19.2.6/node_modules/react/jsx-runtime.js</a:t>
            </a:r>
          </a:p>
          <a:p>
            <a:pPr>
              <a:defRPr sz="1200"/>
            </a:pPr>
            <a:r>
              <a:t>D:/pasar_fix/node_modules/.bun/react@19.2.6/node_modules/react/jsx-runtime.react-server.js</a:t>
            </a:r>
          </a:p>
          <a:p>
            <a:pPr>
              <a:defRPr sz="1200"/>
            </a:pPr>
            <a:r>
              <a:t>D:/pasar_fix/node_modules/.bun/react@19.2.6/node_modules/react/LICENSE</a:t>
            </a:r>
          </a:p>
          <a:p>
            <a:pPr>
              <a:defRPr sz="1200"/>
            </a:pPr>
            <a:r>
              <a:t>D:/pasar_fix/node_modules/.bun/react@19.2.6/node_modules/react/package.json</a:t>
            </a:r>
          </a:p>
          <a:p>
            <a:pPr>
              <a:defRPr sz="1200"/>
            </a:pPr>
            <a:r>
              <a:t>D:/pasar_fix/node_modules/.bun/react@19.2.6/node_modules/react/react.react-server.js</a:t>
            </a:r>
          </a:p>
          <a:p>
            <a:pPr>
              <a:defRPr sz="1200"/>
            </a:pPr>
            <a:r>
              <a:t>D:/pasar_fix/node_modules/.bun/react@19.2.6/node_modules/react/README.md</a:t>
            </a:r>
          </a:p>
          <a:p>
            <a:pPr>
              <a:defRPr sz="1200"/>
            </a:pPr>
            <a:r>
              <a:t>D:/pasar_fix/node_modules/.bun/react@19.2.6/node_modules/react/cjs/react-compiler-runtime.development.js</a:t>
            </a:r>
          </a:p>
          <a:p>
            <a:pPr>
              <a:defRPr sz="1200"/>
            </a:pPr>
            <a:r>
              <a:t>D:/pasar_fix/node_modules/.bun/react@19.2.6/node_modules/react/cjs/react-compiler-runtime.production.js</a:t>
            </a:r>
          </a:p>
          <a:p>
            <a:pPr>
              <a:defRPr sz="1200"/>
            </a:pPr>
            <a:r>
              <a:t>D:/pasar_fix/node_modules/.bun/react@19.2.6/node_modules/react/cjs/react-compiler-runtime.profiling.js</a:t>
            </a:r>
          </a:p>
          <a:p>
            <a:pPr>
              <a:defRPr sz="1200"/>
            </a:pPr>
            <a:r>
              <a:t>D:/pasar_fix/node_modules/.bun/react@19.2.6/node_modules/react/cjs/react-jsx-dev-runtime.development.js</a:t>
            </a:r>
          </a:p>
          <a:p>
            <a:pPr>
              <a:defRPr sz="1200"/>
            </a:pPr>
            <a:r>
              <a:t>D:/pasar_fix/node_modules/.bun/react@19.2.6/node_modules/react/cjs/react-jsx-dev-runtime.production.js</a:t>
            </a:r>
          </a:p>
          <a:p>
            <a:pPr>
              <a:defRPr sz="1200"/>
            </a:pPr>
            <a:r>
              <a:t>D:/pasar_fix/node_modules/.bun/react@19.2.6/node_modules/react/cjs/react-jsx-dev-runtime.profiling.js</a:t>
            </a:r>
          </a:p>
          <a:p>
            <a:pPr>
              <a:defRPr sz="1200"/>
            </a:pPr>
            <a:r>
              <a:t>D:/pasar_fix/node_modules/.bun/react@19.2.6/node_modules/react/cjs/react-jsx-dev-runtime.react-server.development.js</a:t>
            </a:r>
          </a:p>
          <a:p>
            <a:pPr>
              <a:defRPr sz="1200"/>
            </a:pPr>
            <a:r>
              <a:t>D:/pasar_fix/node_modules/.bun/react@19.2.6/node_modules/react/cjs/react-jsx-dev-runtime.react-server.production.js</a:t>
            </a:r>
          </a:p>
          <a:p>
            <a:pPr>
              <a:defRPr sz="1200"/>
            </a:pPr>
            <a:r>
              <a:t>D:/pasar_fix/node_modules/.bun/react@19.2.6/node_modules/react/cjs/react-jsx-runtime.development.js</a:t>
            </a:r>
          </a:p>
          <a:p>
            <a:pPr>
              <a:defRPr sz="1200"/>
            </a:pPr>
            <a:r>
              <a:t>D:/pasar_fix/node_modules/.bun/react@19.2.6/node_modules/react/cjs/react-jsx-runtime.production.js</a:t>
            </a:r>
          </a:p>
          <a:p>
            <a:pPr>
              <a:defRPr sz="1200"/>
            </a:pPr>
            <a:r>
              <a:t>D:/pasar_fix/node_modules/.bun/react@19.2.6/node_modules/react/cjs/react-jsx-runtime.profiling.js</a:t>
            </a:r>
          </a:p>
          <a:p>
            <a:pPr>
              <a:defRPr sz="1200"/>
            </a:pPr>
            <a:r>
              <a:t>D:/pasar_fix/node_modules/.bun/react@19.2.6/node_modules/react/cjs/react-jsx-runtime.react-server.development.js</a:t>
            </a:r>
          </a:p>
          <a:p>
            <a:pPr>
              <a:defRPr sz="1200"/>
            </a:pPr>
            <a:r>
              <a:t>D:/pasar_fix/node_modules/.bun/react@19.2.6/node_modules/react/cjs/react-jsx-runtime.react-server.production.js</a:t>
            </a:r>
          </a:p>
          <a:p>
            <a:pPr>
              <a:defRPr sz="1200"/>
            </a:pPr>
            <a:r>
              <a:t>D:/pasar_fix/node_modules/.bun/react@19.2.6/node_modules/react/cjs/react.development.js</a:t>
            </a:r>
          </a:p>
          <a:p>
            <a:pPr>
              <a:defRPr sz="1200"/>
            </a:pPr>
            <a:r>
              <a:t>D:/pasar_fix/node_modules/.bun/react@19.2.6/node_modules/react/cjs/react.production.js</a:t>
            </a:r>
          </a:p>
          <a:p>
            <a:pPr>
              <a:defRPr sz="1200"/>
            </a:pPr>
            <a:r>
              <a:t>D:/pasar_fix/node_modules/.bun/react@19.2.6/node_modules/react/cjs/react.react-server.development.js</a:t>
            </a:r>
          </a:p>
          <a:p>
            <a:pPr>
              <a:defRPr sz="1200"/>
            </a:pPr>
            <a:r>
              <a:t>D:/pasar_fix/node_modules/.bun/react@19.2.6/node_modules/react/cjs/react.react-server.production.js</a:t>
            </a:r>
          </a:p>
          <a:p>
            <a:pPr>
              <a:defRPr sz="1200"/>
            </a:pPr>
            <a:r>
              <a:t>D:/pasar_fix/node_modules/.bun/readable-stream@2.3.8/node_modules/readable-stream/.travis.yml</a:t>
            </a:r>
          </a:p>
          <a:p>
            <a:pPr>
              <a:defRPr sz="1200"/>
            </a:pPr>
            <a:r>
              <a:t>D:/pasar_fix/node_modules/.bun/readable-stream@2.3.8/node_modules/readable-stream/CONTRIBUTING.md</a:t>
            </a:r>
          </a:p>
          <a:p>
            <a:pPr>
              <a:defRPr sz="1200"/>
            </a:pPr>
            <a:r>
              <a:t>D:/pasar_fix/node_modules/.bun/readable-stream@2.3.8/node_modules/readable-stream/duplex-browser.js</a:t>
            </a:r>
          </a:p>
          <a:p>
            <a:pPr>
              <a:defRPr sz="1200"/>
            </a:pPr>
            <a:r>
              <a:t>D:/pasar_fix/node_modules/.bun/readable-stream@2.3.8/node_modules/readable-stream/duplex.js</a:t>
            </a:r>
          </a:p>
          <a:p>
            <a:pPr>
              <a:defRPr sz="1200"/>
            </a:pPr>
            <a:r>
              <a:t>D:/pasar_fix/node_modules/.bun/readable-stream@2.3.8/node_modules/readable-stream/GOVERNANCE.md</a:t>
            </a:r>
          </a:p>
          <a:p>
            <a:pPr>
              <a:defRPr sz="1200"/>
            </a:pPr>
            <a:r>
              <a:t>D:/pasar_fix/node_modules/.bun/readable-stream@2.3.8/node_modules/readable-stream/LICENSE</a:t>
            </a:r>
          </a:p>
          <a:p>
            <a:pPr>
              <a:defRPr sz="1200"/>
            </a:pPr>
            <a:r>
              <a:t>D:/pasar_fix/node_modules/.bun/readable-stream@2.3.8/node_modules/readable-stream/package.json</a:t>
            </a:r>
          </a:p>
          <a:p>
            <a:pPr>
              <a:defRPr sz="1200"/>
            </a:pPr>
            <a:r>
              <a:t>D:/pasar_fix/node_modules/.bun/readable-stream@2.3.8/node_modules/readable-stream/passthrough.js</a:t>
            </a:r>
          </a:p>
          <a:p>
            <a:pPr>
              <a:defRPr sz="1200"/>
            </a:pPr>
            <a:r>
              <a:t>D:/pasar_fix/node_modules/.bun/readable-stream@2.3.8/node_modules/readable-stream/readable-browser.js</a:t>
            </a:r>
          </a:p>
          <a:p>
            <a:pPr>
              <a:defRPr sz="1200"/>
            </a:pPr>
            <a:r>
              <a:t>D:/pasar_fix/node_modules/.bun/readable-stream@2.3.8/node_modules/readable-stream/readable.js</a:t>
            </a:r>
          </a:p>
          <a:p>
            <a:pPr>
              <a:defRPr sz="1200"/>
            </a:pPr>
            <a:r>
              <a:t>D:/pasar_fix/node_modules/.bun/readable-stream@2.3.8/node_modules/readable-stream/README.md</a:t>
            </a:r>
          </a:p>
          <a:p>
            <a:pPr>
              <a:defRPr sz="1200"/>
            </a:pPr>
            <a:r>
              <a:t>D:/pasar_fix/node_modules/.bun/readable-stream@2.3.8/node_modules/readable-stream/transform.js</a:t>
            </a:r>
          </a:p>
          <a:p>
            <a:pPr>
              <a:defRPr sz="1200"/>
            </a:pPr>
            <a:r>
              <a:t>D:/pasar_fix/node_modules/.bun/readable-stream@2.3.8/node_modules/readable-stream/writable-browser.js</a:t>
            </a:r>
          </a:p>
          <a:p>
            <a:pPr>
              <a:defRPr sz="1200"/>
            </a:pPr>
            <a:r>
              <a:t>D:/pasar_fix/node_modules/.bun/readable-stream@2.3.8/node_modules/readable-stream/writable.js</a:t>
            </a:r>
          </a:p>
          <a:p>
            <a:pPr>
              <a:defRPr sz="1200"/>
            </a:pPr>
            <a:r>
              <a:t>D:/pasar_fix/node_modules/.bun/readable-stream@2.3.8/node_modules/readable-stream/doc/wg-meetings/2015-01-30.md</a:t>
            </a:r>
          </a:p>
          <a:p>
            <a:pPr>
              <a:defRPr sz="1200"/>
            </a:pPr>
            <a:r>
              <a:t>D:/pasar_fix/node_modules/.bun/readable-stream@2.3.8/node_modules/readable-stream/lib/_stream_duplex.js</a:t>
            </a:r>
          </a:p>
          <a:p>
            <a:pPr>
              <a:defRPr sz="1200"/>
            </a:pPr>
            <a:r>
              <a:t>D:/pasar_fix/node_modules/.bun/readable-stream@2.3.8/node_modules/readable-stream/lib/_stream_passthrough.js</a:t>
            </a:r>
          </a:p>
          <a:p>
            <a:pPr>
              <a:defRPr sz="1200"/>
            </a:pPr>
            <a:r>
              <a:t>D:/pasar_fix/node_modules/.bun/readable-stream@2.3.8/node_modules/readable-stream/lib/_stream_readable.js</a:t>
            </a:r>
          </a:p>
          <a:p>
            <a:pPr>
              <a:defRPr sz="1200"/>
            </a:pPr>
            <a:r>
              <a:t>D:/pasar_fix/node_modules/.bun/readable-stream@2.3.8/node_modules/readable-stream/lib/_stream_transform.js</a:t>
            </a:r>
          </a:p>
          <a:p>
            <a:pPr>
              <a:defRPr sz="1200"/>
            </a:pPr>
            <a:r>
              <a:t>D:/pasar_fix/node_modules/.bun/readable-stream@2.3.8/node_modules/readable-stream/lib/_stream_writable.js</a:t>
            </a:r>
          </a:p>
          <a:p>
            <a:pPr>
              <a:defRPr sz="1200"/>
            </a:pPr>
            <a:r>
              <a:t>D:/pasar_fix/node_modules/.bun/readable-stream@2.3.8/node_modules/readable-stream/lib/internal/streams/BufferList.js</a:t>
            </a:r>
          </a:p>
          <a:p>
            <a:pPr>
              <a:defRPr sz="1200"/>
            </a:pPr>
            <a:r>
              <a:t>D:/pasar_fix/node_modules/.bun/readable-stream@2.3.8/node_modules/readable-stream/lib/internal/streams/destroy.js</a:t>
            </a:r>
          </a:p>
          <a:p>
            <a:pPr>
              <a:defRPr sz="1200"/>
            </a:pPr>
            <a:r>
              <a:t>D:/pasar_fix/node_modules/.bun/readable-stream@2.3.8/node_modules/readable-stream/lib/internal/streams/stream-browser.js</a:t>
            </a:r>
          </a:p>
          <a:p>
            <a:pPr>
              <a:defRPr sz="1200"/>
            </a:pPr>
            <a:r>
              <a:t>D:/pasar_fix/node_modules/.bun/readable-stream@2.3.8/node_modules/readable-stream/lib/internal/streams/stream.js</a:t>
            </a:r>
          </a:p>
          <a:p>
            <a:pPr>
              <a:defRPr sz="1200"/>
            </a:pPr>
            <a:r>
              <a:t>D:/pasar_fix/node_modules/.bun/readable-stream@3.6.2/node_modules/readable-stream/CONTRIBUTING.md</a:t>
            </a:r>
          </a:p>
          <a:p>
            <a:pPr>
              <a:defRPr sz="1200"/>
            </a:pPr>
            <a:r>
              <a:t>D:/pasar_fix/node_modules/.bun/readable-stream@3.6.2/node_modules/readable-stream/errors-browser.js</a:t>
            </a:r>
          </a:p>
          <a:p>
            <a:pPr>
              <a:defRPr sz="1200"/>
            </a:pPr>
            <a:r>
              <a:t>D:/pasar_fix/node_modules/.bun/readable-stream@3.6.2/node_modules/readable-stream/errors.js</a:t>
            </a:r>
          </a:p>
          <a:p>
            <a:pPr>
              <a:defRPr sz="1200"/>
            </a:pPr>
            <a:r>
              <a:t>D:/pasar_fix/node_modules/.bun/readable-stream@3.6.2/node_modules/readable-stream/experimentalWarning.js</a:t>
            </a:r>
          </a:p>
          <a:p>
            <a:pPr>
              <a:defRPr sz="1200"/>
            </a:pPr>
            <a:r>
              <a:t>D:/pasar_fix/node_modules/.bun/readable-stream@3.6.2/node_modules/readable-stream/GOVERNANCE.md</a:t>
            </a:r>
          </a:p>
          <a:p>
            <a:pPr>
              <a:defRPr sz="1200"/>
            </a:pPr>
            <a:r>
              <a:t>D:/pasar_fix/node_modules/.bun/readable-stream@3.6.2/node_modules/readable-stream/LICENSE</a:t>
            </a:r>
          </a:p>
          <a:p>
            <a:pPr>
              <a:defRPr sz="1200"/>
            </a:pPr>
            <a:r>
              <a:t>D:/pasar_fix/node_modules/.bun/readable-stream@3.6.2/node_modules/readable-stream/package.json</a:t>
            </a:r>
          </a:p>
          <a:p>
            <a:pPr>
              <a:defRPr sz="1200"/>
            </a:pPr>
            <a:r>
              <a:t>D:/pasar_fix/node_modules/.bun/readable-stream@3.6.2/node_modules/readable-stream/readable-browser.js</a:t>
            </a:r>
          </a:p>
          <a:p>
            <a:pPr>
              <a:defRPr sz="1200"/>
            </a:pPr>
            <a:r>
              <a:t>D:/pasar_fix/node_modules/.bun/readable-stream@3.6.2/node_modules/readable-stream/readable.js</a:t>
            </a:r>
          </a:p>
          <a:p>
            <a:pPr>
              <a:defRPr sz="1200"/>
            </a:pPr>
            <a:r>
              <a:t>D:/pasar_fix/node_modules/.bun/readable-stream@3.6.2/node_modules/readable-stream/README.md</a:t>
            </a:r>
          </a:p>
          <a:p>
            <a:pPr>
              <a:defRPr sz="1200"/>
            </a:pPr>
            <a:r>
              <a:t>D:/pasar_fix/node_modules/.bun/readable-stream@3.6.2/node_modules/readable-stream/lib/_stream_duplex.js</a:t>
            </a:r>
          </a:p>
          <a:p>
            <a:pPr>
              <a:defRPr sz="1200"/>
            </a:pPr>
            <a:r>
              <a:t>D:/pasar_fix/node_modules/.bun/readable-stream@3.6.2/node_modules/readable-stream/lib/_stream_passthrough.js</a:t>
            </a:r>
          </a:p>
          <a:p>
            <a:pPr>
              <a:defRPr sz="1200"/>
            </a:pPr>
            <a:r>
              <a:t>D:/pasar_fix/node_modules/.bun/readable-stream@3.6.2/node_modules/readable-stream/lib/_stream_readable.js</a:t>
            </a:r>
          </a:p>
          <a:p>
            <a:pPr>
              <a:defRPr sz="1200"/>
            </a:pPr>
            <a:r>
              <a:t>D:/pasar_fix/node_modules/.bun/readable-stream@3.6.2/node_modules/readable-stream/lib/_stream_transform.js</a:t>
            </a:r>
          </a:p>
          <a:p>
            <a:pPr>
              <a:defRPr sz="1200"/>
            </a:pPr>
            <a:r>
              <a:t>D:/pasar_fix/node_modules/.bun/readable-stream@3.6.2/node_modules/readable-stream/lib/_stream_writable.js</a:t>
            </a:r>
          </a:p>
          <a:p>
            <a:pPr>
              <a:defRPr sz="1200"/>
            </a:pPr>
            <a:r>
              <a:t>D:/pasar_fix/node_modules/.bun/readable-stream@3.6.2/node_modules/readable-stream/lib/internal/streams/async_iterator.js</a:t>
            </a:r>
          </a:p>
          <a:p>
            <a:pPr>
              <a:defRPr sz="1200"/>
            </a:pPr>
            <a:r>
              <a:t>D:/pasar_fix/node_modules/.bun/readable-stream@3.6.2/node_modules/readable-stream/lib/internal/streams/buffer_list.js</a:t>
            </a:r>
          </a:p>
          <a:p>
            <a:pPr>
              <a:defRPr sz="1200"/>
            </a:pPr>
            <a:r>
              <a:t>D:/pasar_fix/node_modules/.bun/readable-stream@3.6.2/node_modules/readable-stream/lib/internal/streams/destroy.js</a:t>
            </a:r>
          </a:p>
          <a:p>
            <a:pPr>
              <a:defRPr sz="1200"/>
            </a:pPr>
            <a:r>
              <a:t>D:/pasar_fix/node_modules/.bun/readable-stream@3.6.2/node_modules/readable-stream/lib/internal/streams/end-of-stream.js</a:t>
            </a:r>
          </a:p>
          <a:p>
            <a:pPr>
              <a:defRPr sz="1200"/>
            </a:pPr>
            <a:r>
              <a:t>D:/pasar_fix/node_modules/.bun/readable-stream@3.6.2/node_modules/readable-stream/lib/internal/streams/from-browser.js</a:t>
            </a:r>
          </a:p>
          <a:p>
            <a:pPr>
              <a:defRPr sz="1200"/>
            </a:pPr>
            <a:r>
              <a:t>D:/pasar_fix/node_modules/.bun/readable-stream@3.6.2/node_modules/readable-stream/lib/internal/streams/from.js</a:t>
            </a:r>
          </a:p>
          <a:p>
            <a:pPr>
              <a:defRPr sz="1200"/>
            </a:pPr>
            <a:r>
              <a:t>D:/pasar_fix/node_modules/.bun/readable-stream@3.6.2/node_modules/readable-stream/lib/internal/streams/pipeline.js</a:t>
            </a:r>
          </a:p>
          <a:p>
            <a:pPr>
              <a:defRPr sz="1200"/>
            </a:pPr>
            <a:r>
              <a:t>D:/pasar_fix/node_modules/.bun/readable-stream@3.6.2/node_modules/readable-stream/lib/internal/streams/state.js</a:t>
            </a:r>
          </a:p>
          <a:p>
            <a:pPr>
              <a:defRPr sz="1200"/>
            </a:pPr>
            <a:r>
              <a:t>D:/pasar_fix/node_modules/.bun/readable-stream@3.6.2/node_modules/readable-stream/lib/internal/streams/stream-browser.js</a:t>
            </a:r>
          </a:p>
          <a:p>
            <a:pPr>
              <a:defRPr sz="1200"/>
            </a:pPr>
            <a:r>
              <a:t>D:/pasar_fix/node_modules/.bun/readable-stream@3.6.2/node_modules/readable-stream/lib/internal/streams/stream.js</a:t>
            </a:r>
          </a:p>
          <a:p>
            <a:pPr>
              <a:defRPr sz="1200"/>
            </a:pPr>
            <a:r>
              <a:t>D:/pasar_fix/node_modules/.bun/readable-stream@4.7.0/node_modules/readable-stream/LICENSE</a:t>
            </a:r>
          </a:p>
          <a:p>
            <a:pPr>
              <a:defRPr sz="1200"/>
            </a:pPr>
            <a:r>
              <a:t>D:/pasar_fix/node_modules/.bun/readable-stream@4.7.0/node_modules/readable-stream/package.json</a:t>
            </a:r>
          </a:p>
          <a:p>
            <a:pPr>
              <a:defRPr sz="1200"/>
            </a:pPr>
            <a:r>
              <a:t>D:/pasar_fix/node_modules/.bun/readable-stream@4.7.0/node_modules/readable-stream/README.md</a:t>
            </a:r>
          </a:p>
          <a:p>
            <a:pPr>
              <a:defRPr sz="1200"/>
            </a:pPr>
            <a:r>
              <a:t>D:/pasar_fix/node_modules/.bun/readable-stream@4.7.0/node_modules/readable-stream/lib/stream.js</a:t>
            </a:r>
          </a:p>
          <a:p>
            <a:pPr>
              <a:defRPr sz="1200"/>
            </a:pPr>
            <a:r>
              <a:t>D:/pasar_fix/node_modules/.bun/readable-stream@4.7.0/node_modules/readable-stream/lib/_stream_duplex.js</a:t>
            </a:r>
          </a:p>
          <a:p>
            <a:pPr>
              <a:defRPr sz="1200"/>
            </a:pPr>
            <a:r>
              <a:t>D:/pasar_fix/node_modules/.bun/readable-stream@4.7.0/node_modules/readable-stream/lib/_stream_passthrough.js</a:t>
            </a:r>
          </a:p>
          <a:p>
            <a:pPr>
              <a:defRPr sz="1200"/>
            </a:pPr>
            <a:r>
              <a:t>D:/pasar_fix/node_modules/.bun/readable-stream@4.7.0/node_modules/readable-stream/lib/_stream_readable.js</a:t>
            </a:r>
          </a:p>
          <a:p>
            <a:pPr>
              <a:defRPr sz="1200"/>
            </a:pPr>
            <a:r>
              <a:t>D:/pasar_fix/node_modules/.bun/readable-stream@4.7.0/node_modules/readable-stream/lib/_stream_transform.js</a:t>
            </a:r>
          </a:p>
          <a:p>
            <a:pPr>
              <a:defRPr sz="1200"/>
            </a:pPr>
            <a:r>
              <a:t>D:/pasar_fix/node_modules/.bun/readable-stream@4.7.0/node_modules/readable-stream/lib/_stream_writable.js</a:t>
            </a:r>
          </a:p>
          <a:p>
            <a:pPr>
              <a:defRPr sz="1200"/>
            </a:pPr>
            <a:r>
              <a:t>D:/pasar_fix/node_modules/.bun/readable-stream@4.7.0/node_modules/readable-stream/lib/internal/validators.js</a:t>
            </a:r>
          </a:p>
          <a:p>
            <a:pPr>
              <a:defRPr sz="1200"/>
            </a:pPr>
            <a:r>
              <a:t>D:/pasar_fix/node_modules/.bun/readable-stream@4.7.0/node_modules/readable-stream/lib/internal/streams/add-abort-signal.js</a:t>
            </a:r>
          </a:p>
          <a:p>
            <a:pPr>
              <a:defRPr sz="1200"/>
            </a:pPr>
            <a:r>
              <a:t>D:/pasar_fix/node_modules/.bun/readable-stream@4.7.0/node_modules/readable-stream/lib/internal/streams/buffer_list.js</a:t>
            </a:r>
          </a:p>
          <a:p>
            <a:pPr>
              <a:defRPr sz="1200"/>
            </a:pPr>
            <a:r>
              <a:t>D:/pasar_fix/node_modules/.bun/readable-stream@4.7.0/node_modules/readable-stream/lib/internal/streams/compose.js</a:t>
            </a:r>
          </a:p>
          <a:p>
            <a:pPr>
              <a:defRPr sz="1200"/>
            </a:pPr>
            <a:r>
              <a:t>D:/pasar_fix/node_modules/.bun/readable-stream@4.7.0/node_modules/readable-stream/lib/internal/streams/destroy.js</a:t>
            </a:r>
          </a:p>
          <a:p>
            <a:pPr>
              <a:defRPr sz="1200"/>
            </a:pPr>
            <a:r>
              <a:t>D:/pasar_fix/node_modules/.bun/readable-stream@4.7.0/node_modules/readable-stream/lib/internal/streams/duplex.js</a:t>
            </a:r>
          </a:p>
          <a:p>
            <a:pPr>
              <a:defRPr sz="1200"/>
            </a:pPr>
            <a:r>
              <a:t>D:/pasar_fix/node_modules/.bun/readable-stream@4.7.0/node_modules/readable-stream/lib/internal/streams/duplexify.js</a:t>
            </a:r>
          </a:p>
          <a:p>
            <a:pPr>
              <a:defRPr sz="1200"/>
            </a:pPr>
            <a:r>
              <a:t>D:/pasar_fix/node_modules/.bun/readable-stream@4.7.0/node_modules/readable-stream/lib/internal/streams/end-of-stream.js</a:t>
            </a:r>
          </a:p>
          <a:p>
            <a:pPr>
              <a:defRPr sz="1200"/>
            </a:pPr>
            <a:r>
              <a:t>D:/pasar_fix/node_modules/.bun/readable-stream@4.7.0/node_modules/readable-stream/lib/internal/streams/from.js</a:t>
            </a:r>
          </a:p>
          <a:p>
            <a:pPr>
              <a:defRPr sz="1200"/>
            </a:pPr>
            <a:r>
              <a:t>D:/pasar_fix/node_modules/.bun/readable-stream@4.7.0/node_modules/readable-stream/lib/internal/streams/lazy_transform.js</a:t>
            </a:r>
          </a:p>
          <a:p>
            <a:pPr>
              <a:defRPr sz="1200"/>
            </a:pPr>
            <a:r>
              <a:t>D:/pasar_fix/node_modules/.bun/readable-stream@4.7.0/node_modules/readable-stream/lib/internal/streams/legacy.js</a:t>
            </a:r>
          </a:p>
          <a:p>
            <a:pPr>
              <a:defRPr sz="1200"/>
            </a:pPr>
            <a:r>
              <a:t>D:/pasar_fix/node_modules/.bun/readable-stream@4.7.0/node_modules/readable-stream/lib/internal/streams/operators.js</a:t>
            </a:r>
          </a:p>
          <a:p>
            <a:pPr>
              <a:defRPr sz="1200"/>
            </a:pPr>
            <a:r>
              <a:t>D:/pasar_fix/node_modules/.bun/readable-stream@4.7.0/node_modules/readable-stream/lib/internal/streams/passthrough.js</a:t>
            </a:r>
          </a:p>
          <a:p>
            <a:pPr>
              <a:defRPr sz="1200"/>
            </a:pPr>
            <a:r>
              <a:t>D:/pasar_fix/node_modules/.bun/readable-stream@4.7.0/node_modules/readable-stream/lib/internal/streams/pipeline.js</a:t>
            </a:r>
          </a:p>
          <a:p>
            <a:pPr>
              <a:defRPr sz="1200"/>
            </a:pPr>
            <a:r>
              <a:t>D:/pasar_fix/node_modules/.bun/readable-stream@4.7.0/node_modules/readable-stream/lib/internal/streams/readable.js</a:t>
            </a:r>
          </a:p>
          <a:p>
            <a:pPr>
              <a:defRPr sz="1200"/>
            </a:pPr>
            <a:r>
              <a:t>D:/pasar_fix/node_modules/.bun/readable-stream@4.7.0/node_modules/readable-stream/lib/internal/streams/state.js</a:t>
            </a:r>
          </a:p>
          <a:p>
            <a:pPr>
              <a:defRPr sz="1200"/>
            </a:pPr>
            <a:r>
              <a:t>D:/pasar_fix/node_modules/.bun/readable-stream@4.7.0/node_modules/readable-stream/lib/internal/streams/transform.js</a:t>
            </a:r>
          </a:p>
          <a:p>
            <a:pPr>
              <a:defRPr sz="1200"/>
            </a:pPr>
            <a:r>
              <a:t>D:/pasar_fix/node_modules/.bun/readable-stream@4.7.0/node_modules/readable-stream/lib/internal/streams/utils.js</a:t>
            </a:r>
          </a:p>
          <a:p>
            <a:pPr>
              <a:defRPr sz="1200"/>
            </a:pPr>
            <a:r>
              <a:t>D:/pasar_fix/node_modules/.bun/readable-stream@4.7.0/node_modules/readable-stream/lib/internal/streams/writable.js</a:t>
            </a:r>
          </a:p>
          <a:p>
            <a:pPr>
              <a:defRPr sz="1200"/>
            </a:pPr>
            <a:r>
              <a:t>D:/pasar_fix/node_modules/.bun/readable-stream@4.7.0/node_modules/readable-stream/lib/ours/browser.js</a:t>
            </a:r>
          </a:p>
          <a:p>
            <a:pPr>
              <a:defRPr sz="1200"/>
            </a:pPr>
            <a:r>
              <a:t>D:/pasar_fix/node_modules/.bun/readable-stream@4.7.0/node_modules/readable-stream/lib/ours/errors.js</a:t>
            </a:r>
          </a:p>
          <a:p>
            <a:pPr>
              <a:defRPr sz="1200"/>
            </a:pPr>
            <a:r>
              <a:t>D:/pasar_fix/node_modules/.bun/readable-stream@4.7.0/node_modules/readable-stream/lib/ours/index.js</a:t>
            </a:r>
          </a:p>
          <a:p>
            <a:pPr>
              <a:defRPr sz="1200"/>
            </a:pPr>
            <a:r>
              <a:t>D:/pasar_fix/node_modules/.bun/readable-stream@4.7.0/node_modules/readable-stream/lib/ours/primordials.js</a:t>
            </a:r>
          </a:p>
          <a:p>
            <a:pPr>
              <a:defRPr sz="1200"/>
            </a:pPr>
            <a:r>
              <a:t>D:/pasar_fix/node_modules/.bun/readable-stream@4.7.0/node_modules/readable-stream/lib/ours/util.js</a:t>
            </a:r>
          </a:p>
          <a:p>
            <a:pPr>
              <a:defRPr sz="1200"/>
            </a:pPr>
            <a:r>
              <a:t>D:/pasar_fix/node_modules/.bun/readable-stream@4.7.0/node_modules/readable-stream/lib/ours/util/inspect.js</a:t>
            </a:r>
          </a:p>
          <a:p>
            <a:pPr>
              <a:defRPr sz="1200"/>
            </a:pPr>
            <a:r>
              <a:t>D:/pasar_fix/node_modules/.bun/readable-stream@4.7.0/node_modules/readable-stream/lib/stream/promises.js</a:t>
            </a:r>
          </a:p>
          <a:p>
            <a:pPr>
              <a:defRPr sz="1200"/>
            </a:pPr>
            <a:r>
              <a:t>D:/pasar_fix/node_modules/.bun/readdir-glob@1.1.3/node_modules/readdir-glob/index.js</a:t>
            </a:r>
          </a:p>
          <a:p>
            <a:pPr>
              <a:defRPr sz="1200"/>
            </a:pPr>
            <a:r>
              <a:t>D:/pasar_fix/node_modules/.bun/readdir-glob@1.1.3/node_modules/readdir-glob/LICENSE</a:t>
            </a:r>
          </a:p>
          <a:p>
            <a:pPr>
              <a:defRPr sz="1200"/>
            </a:pPr>
            <a:r>
              <a:t>D:/pasar_fix/node_modules/.bun/readdir-glob@1.1.3/node_modules/readdir-glob/package.json</a:t>
            </a:r>
          </a:p>
          <a:p>
            <a:pPr>
              <a:defRPr sz="1200"/>
            </a:pPr>
            <a:r>
              <a:t>D:/pasar_fix/node_modules/.bun/readdir-glob@1.1.3/node_modules/readdir-glob/README.md</a:t>
            </a:r>
          </a:p>
          <a:p>
            <a:pPr>
              <a:defRPr sz="1200"/>
            </a:pPr>
            <a:r>
              <a:t>D:/pasar_fix/node_modules/.bun/readdirp@3.5.0/node_modules/readdirp/index.d.ts</a:t>
            </a:r>
          </a:p>
          <a:p>
            <a:pPr>
              <a:defRPr sz="1200"/>
            </a:pPr>
            <a:r>
              <a:t>D:/pasar_fix/node_modules/.bun/readdirp@3.5.0/node_modules/readdirp/index.js</a:t>
            </a:r>
          </a:p>
          <a:p>
            <a:pPr>
              <a:defRPr sz="1200"/>
            </a:pPr>
            <a:r>
              <a:t>D:/pasar_fix/node_modules/.bun/readdirp@3.5.0/node_modules/readdirp/LICENSE</a:t>
            </a:r>
          </a:p>
          <a:p>
            <a:pPr>
              <a:defRPr sz="1200"/>
            </a:pPr>
            <a:r>
              <a:t>D:/pasar_fix/node_modules/.bun/readdirp@3.5.0/node_modules/readdirp/package.json</a:t>
            </a:r>
          </a:p>
          <a:p>
            <a:pPr>
              <a:defRPr sz="1200"/>
            </a:pPr>
            <a:r>
              <a:t>D:/pasar_fix/node_modules/.bun/readdirp@3.5.0/node_modules/readdirp/README.md</a:t>
            </a:r>
          </a:p>
          <a:p>
            <a:pPr>
              <a:defRPr sz="1200"/>
            </a:pPr>
            <a:r>
              <a:t>D:/pasar_fix/node_modules/.bun/readdirp@3.6.0/node_modules/readdirp/index.d.ts</a:t>
            </a:r>
          </a:p>
          <a:p>
            <a:pPr>
              <a:defRPr sz="1200"/>
            </a:pPr>
            <a:r>
              <a:t>D:/pasar_fix/node_modules/.bun/readdirp@3.6.0/node_modules/readdirp/index.js</a:t>
            </a:r>
          </a:p>
          <a:p>
            <a:pPr>
              <a:defRPr sz="1200"/>
            </a:pPr>
            <a:r>
              <a:t>D:/pasar_fix/node_modules/.bun/readdirp@3.6.0/node_modules/readdirp/LICENSE</a:t>
            </a:r>
          </a:p>
          <a:p>
            <a:pPr>
              <a:defRPr sz="1200"/>
            </a:pPr>
            <a:r>
              <a:t>D:/pasar_fix/node_modules/.bun/readdirp@3.6.0/node_modules/readdirp/package.json</a:t>
            </a:r>
          </a:p>
          <a:p>
            <a:pPr>
              <a:defRPr sz="1200"/>
            </a:pPr>
            <a:r>
              <a:t>D:/pasar_fix/node_modules/.bun/readdirp@3.6.0/node_modules/readdirp/README.md</a:t>
            </a:r>
          </a:p>
          <a:p>
            <a:pPr>
              <a:defRPr sz="1200"/>
            </a:pPr>
            <a:r>
              <a:t>D:/pasar_fix/node_modules/.bun/readdirp@5.0.0/node_modules/readdirp/index.d.ts</a:t>
            </a:r>
          </a:p>
          <a:p>
            <a:pPr>
              <a:defRPr sz="1200"/>
            </a:pPr>
            <a:r>
              <a:t>D:/pasar_fix/node_modules/.bun/readdirp@5.0.0/node_modules/readdirp/index.js</a:t>
            </a:r>
          </a:p>
          <a:p>
            <a:pPr>
              <a:defRPr sz="1200"/>
            </a:pPr>
            <a:r>
              <a:t>D:/pasar_fix/node_modules/.bun/readdirp@5.0.0/node_modules/readdirp/LICENSE</a:t>
            </a:r>
          </a:p>
          <a:p>
            <a:pPr>
              <a:defRPr sz="1200"/>
            </a:pPr>
            <a:r>
              <a:t>D:/pasar_fix/node_modules/.bun/readdirp@5.0.0/node_modules/readdirp/package.json</a:t>
            </a:r>
          </a:p>
          <a:p>
            <a:pPr>
              <a:defRPr sz="1200"/>
            </a:pPr>
            <a:r>
              <a:t>D:/pasar_fix/node_modules/.bun/readdirp@5.0.0/node_modules/readdirp/README.md</a:t>
            </a:r>
          </a:p>
          <a:p>
            <a:pPr>
              <a:defRPr sz="1200"/>
            </a:pPr>
            <a:r>
              <a:t>D:/pasar_fix/node_modules/.bun/recast@0.23.11/node_modules/.bin/esparse.bunx</a:t>
            </a:r>
          </a:p>
          <a:p>
            <a:pPr>
              <a:defRPr sz="1200"/>
            </a:pPr>
            <a:r>
              <a:t>D:/pasar_fix/node_modules/.bun/recast@0.23.11/node_modules/.bin/esparse.exe</a:t>
            </a:r>
          </a:p>
          <a:p>
            <a:pPr>
              <a:defRPr sz="1200"/>
            </a:pPr>
            <a:r>
              <a:t>D:/pasar_fix/node_modules/.bun/recast@0.23.11/node_modules/.bin/esvalidate.bunx</a:t>
            </a:r>
          </a:p>
          <a:p>
            <a:pPr>
              <a:defRPr sz="1200"/>
            </a:pPr>
            <a:r>
              <a:t>D:/pasar_fix/node_modules/.bun/recast@0.23.11/node_modules/.bin/esvalidate.exe</a:t>
            </a:r>
          </a:p>
          <a:p>
            <a:pPr>
              <a:defRPr sz="1200"/>
            </a:pPr>
            <a:r>
              <a:t>D:/pasar_fix/node_modules/.bun/recast@0.23.11/node_modules/recast/.editorconfig</a:t>
            </a:r>
          </a:p>
          <a:p>
            <a:pPr>
              <a:defRPr sz="1200"/>
            </a:pPr>
            <a:r>
              <a:t>D:/pasar_fix/node_modules/.bun/recast@0.23.11/node_modules/recast/.eslintrc.js</a:t>
            </a:r>
          </a:p>
          <a:p>
            <a:pPr>
              <a:defRPr sz="1200"/>
            </a:pPr>
            <a:r>
              <a:t>D:/pasar_fix/node_modules/.bun/recast@0.23.11/node_modules/recast/.prettierignore</a:t>
            </a:r>
          </a:p>
          <a:p>
            <a:pPr>
              <a:defRPr sz="1200"/>
            </a:pPr>
            <a:r>
              <a:t>D:/pasar_fix/node_modules/.bun/recast@0.23.11/node_modules/recast/.prettierrc.js</a:t>
            </a:r>
          </a:p>
          <a:p>
            <a:pPr>
              <a:defRPr sz="1200"/>
            </a:pPr>
            <a:r>
              <a:t>D:/pasar_fix/node_modules/.bun/recast@0.23.11/node_modules/recast/LICENSE</a:t>
            </a:r>
          </a:p>
          <a:p>
            <a:pPr>
              <a:defRPr sz="1200"/>
            </a:pPr>
            <a:r>
              <a:t>D:/pasar_fix/node_modules/.bun/recast@0.23.11/node_modules/recast/main.d.ts</a:t>
            </a:r>
          </a:p>
          <a:p>
            <a:pPr>
              <a:defRPr sz="1200"/>
            </a:pPr>
            <a:r>
              <a:t>D:/pasar_fix/node_modules/.bun/recast@0.23.11/node_modules/recast/main.js</a:t>
            </a:r>
          </a:p>
          <a:p>
            <a:pPr>
              <a:defRPr sz="1200"/>
            </a:pPr>
            <a:r>
              <a:t>D:/pasar_fix/node_modules/.bun/recast@0.23.11/node_modules/recast/package.json</a:t>
            </a:r>
          </a:p>
          <a:p>
            <a:pPr>
              <a:defRPr sz="1200"/>
            </a:pPr>
            <a:r>
              <a:t>D:/pasar_fix/node_modules/.bun/recast@0.23.11/node_modules/recast/README.md</a:t>
            </a:r>
          </a:p>
          <a:p>
            <a:pPr>
              <a:defRPr sz="1200"/>
            </a:pPr>
            <a:r>
              <a:t>D:/pasar_fix/node_modules/.bun/recast@0.23.11/node_modules/recast/tsconfig.json</a:t>
            </a:r>
          </a:p>
          <a:p>
            <a:pPr>
              <a:defRPr sz="1200"/>
            </a:pPr>
            <a:r>
              <a:t>D:/pasar_fix/node_modules/.bun/recast@0.23.11/node_modules/recast/.github/dependabot.yml</a:t>
            </a:r>
          </a:p>
          <a:p>
            <a:pPr>
              <a:defRPr sz="1200"/>
            </a:pPr>
            <a:r>
              <a:t>D:/pasar_fix/node_modules/.bun/recast@0.23.11/node_modules/recast/.github/workflows/main.yml</a:t>
            </a:r>
          </a:p>
          <a:p>
            <a:pPr>
              <a:defRPr sz="1200"/>
            </a:pPr>
            <a:r>
              <a:t>D:/pasar_fix/node_modules/.bun/recast@0.23.11/node_modules/recast/example/add-braces</a:t>
            </a:r>
          </a:p>
          <a:p>
            <a:pPr>
              <a:defRPr sz="1200"/>
            </a:pPr>
            <a:r>
              <a:t>D:/pasar_fix/node_modules/.bun/recast@0.23.11/node_modules/recast/example/generic-identity</a:t>
            </a:r>
          </a:p>
          <a:p>
            <a:pPr>
              <a:defRPr sz="1200"/>
            </a:pPr>
            <a:r>
              <a:t>D:/pasar_fix/node_modules/.bun/recast@0.23.11/node_modules/recast/example/identity</a:t>
            </a:r>
          </a:p>
          <a:p>
            <a:pPr>
              <a:defRPr sz="1200"/>
            </a:pPr>
            <a:r>
              <a:t>D:/pasar_fix/node_modules/.bun/recast@0.23.11/node_modules/recast/example/to-while</a:t>
            </a:r>
          </a:p>
          <a:p>
            <a:pPr>
              <a:defRPr sz="1200"/>
            </a:pPr>
            <a:r>
              <a:t>D:/pasar_fix/node_modules/.bun/recast@0.23.11/node_modules/recast/lib/comments.d.ts</a:t>
            </a:r>
          </a:p>
          <a:p>
            <a:pPr>
              <a:defRPr sz="1200"/>
            </a:pPr>
            <a:r>
              <a:t>D:/pasar_fix/node_modules/.bun/recast@0.23.11/node_modules/recast/lib/comments.js</a:t>
            </a:r>
          </a:p>
          <a:p>
            <a:pPr>
              <a:defRPr sz="1200"/>
            </a:pPr>
            <a:r>
              <a:t>D:/pasar_fix/node_modules/.bun/recast@0.23.11/node_modules/recast/lib/fast-path.d.ts</a:t>
            </a:r>
          </a:p>
          <a:p>
            <a:pPr>
              <a:defRPr sz="1200"/>
            </a:pPr>
            <a:r>
              <a:t>D:/pasar_fix/node_modules/.bun/recast@0.23.11/node_modules/recast/lib/fast-path.js</a:t>
            </a:r>
          </a:p>
          <a:p>
            <a:pPr>
              <a:defRPr sz="1200"/>
            </a:pPr>
            <a:r>
              <a:t>D:/pasar_fix/node_modules/.bun/recast@0.23.11/node_modules/recast/lib/lines.d.ts</a:t>
            </a:r>
          </a:p>
          <a:p>
            <a:pPr>
              <a:defRPr sz="1200"/>
            </a:pPr>
            <a:r>
              <a:t>D:/pasar_fix/node_modules/.bun/recast@0.23.11/node_modules/recast/lib/lines.js</a:t>
            </a:r>
          </a:p>
          <a:p>
            <a:pPr>
              <a:defRPr sz="1200"/>
            </a:pPr>
            <a:r>
              <a:t>D:/pasar_fix/node_modules/.bun/recast@0.23.11/node_modules/recast/lib/mapping.d.ts</a:t>
            </a:r>
          </a:p>
          <a:p>
            <a:pPr>
              <a:defRPr sz="1200"/>
            </a:pPr>
            <a:r>
              <a:t>D:/pasar_fix/node_modules/.bun/recast@0.23.11/node_modules/recast/lib/mapping.js</a:t>
            </a:r>
          </a:p>
          <a:p>
            <a:pPr>
              <a:defRPr sz="1200"/>
            </a:pPr>
            <a:r>
              <a:t>D:/pasar_fix/node_modules/.bun/recast@0.23.11/node_modules/recast/lib/options.d.ts</a:t>
            </a:r>
          </a:p>
          <a:p>
            <a:pPr>
              <a:defRPr sz="1200"/>
            </a:pPr>
            <a:r>
              <a:t>D:/pasar_fix/node_modules/.bun/recast@0.23.11/node_modules/recast/lib/options.js</a:t>
            </a:r>
          </a:p>
          <a:p>
            <a:pPr>
              <a:defRPr sz="1200"/>
            </a:pPr>
            <a:r>
              <a:t>D:/pasar_fix/node_modules/.bun/recast@0.23.11/node_modules/recast/lib/parser.d.ts</a:t>
            </a:r>
          </a:p>
          <a:p>
            <a:pPr>
              <a:defRPr sz="1200"/>
            </a:pPr>
            <a:r>
              <a:t>D:/pasar_fix/node_modules/.bun/recast@0.23.11/node_modules/recast/lib/parser.js</a:t>
            </a:r>
          </a:p>
          <a:p>
            <a:pPr>
              <a:defRPr sz="1200"/>
            </a:pPr>
            <a:r>
              <a:t>D:/pasar_fix/node_modules/.bun/recast@0.23.11/node_modules/recast/lib/patcher.d.ts</a:t>
            </a:r>
          </a:p>
          <a:p>
            <a:pPr>
              <a:defRPr sz="1200"/>
            </a:pPr>
            <a:r>
              <a:t>D:/pasar_fix/node_modules/.bun/recast@0.23.11/node_modules/recast/lib/patcher.js</a:t>
            </a:r>
          </a:p>
          <a:p>
            <a:pPr>
              <a:defRPr sz="1200"/>
            </a:pPr>
            <a:r>
              <a:t>D:/pasar_fix/node_modules/.bun/recast@0.23.11/node_modules/recast/lib/printer.d.ts</a:t>
            </a:r>
          </a:p>
          <a:p>
            <a:pPr>
              <a:defRPr sz="1200"/>
            </a:pPr>
            <a:r>
              <a:t>D:/pasar_fix/node_modules/.bun/recast@0.23.11/node_modules/recast/lib/printer.js</a:t>
            </a:r>
          </a:p>
          <a:p>
            <a:pPr>
              <a:defRPr sz="1200"/>
            </a:pPr>
            <a:r>
              <a:t>D:/pasar_fix/node_modules/.bun/recast@0.23.11/node_modules/recast/lib/util.d.ts</a:t>
            </a:r>
          </a:p>
          <a:p>
            <a:pPr>
              <a:defRPr sz="1200"/>
            </a:pPr>
            <a:r>
              <a:t>D:/pasar_fix/node_modules/.bun/recast@0.23.11/node_modules/recast/lib/util.js</a:t>
            </a:r>
          </a:p>
          <a:p>
            <a:pPr>
              <a:defRPr sz="1200"/>
            </a:pPr>
            <a:r>
              <a:t>D:/pasar_fix/node_modules/.bun/recast@0.23.11/node_modules/recast/parsers/acorn.d.ts</a:t>
            </a:r>
          </a:p>
          <a:p>
            <a:pPr>
              <a:defRPr sz="1200"/>
            </a:pPr>
            <a:r>
              <a:t>D:/pasar_fix/node_modules/.bun/recast@0.23.11/node_modules/recast/parsers/acorn.js</a:t>
            </a:r>
          </a:p>
          <a:p>
            <a:pPr>
              <a:defRPr sz="1200"/>
            </a:pPr>
            <a:r>
              <a:t>D:/pasar_fix/node_modules/.bun/recast@0.23.11/node_modules/recast/parsers/babel-ts.d.ts</a:t>
            </a:r>
          </a:p>
          <a:p>
            <a:pPr>
              <a:defRPr sz="1200"/>
            </a:pPr>
            <a:r>
              <a:t>D:/pasar_fix/node_modules/.bun/recast@0.23.11/node_modules/recast/parsers/babel-ts.js</a:t>
            </a:r>
          </a:p>
          <a:p>
            <a:pPr>
              <a:defRPr sz="1200"/>
            </a:pPr>
            <a:r>
              <a:t>D:/pasar_fix/node_modules/.bun/recast@0.23.11/node_modules/recast/parsers/babel.d.ts</a:t>
            </a:r>
          </a:p>
          <a:p>
            <a:pPr>
              <a:defRPr sz="1200"/>
            </a:pPr>
            <a:r>
              <a:t>D:/pasar_fix/node_modules/.bun/recast@0.23.11/node_modules/recast/parsers/babel.js</a:t>
            </a:r>
          </a:p>
          <a:p>
            <a:pPr>
              <a:defRPr sz="1200"/>
            </a:pPr>
            <a:r>
              <a:t>D:/pasar_fix/node_modules/.bun/recast@0.23.11/node_modules/recast/parsers/babylon.d.ts</a:t>
            </a:r>
          </a:p>
          <a:p>
            <a:pPr>
              <a:defRPr sz="1200"/>
            </a:pPr>
            <a:r>
              <a:t>D:/pasar_fix/node_modules/.bun/recast@0.23.11/node_modules/recast/parsers/babylon.js</a:t>
            </a:r>
          </a:p>
          <a:p>
            <a:pPr>
              <a:defRPr sz="1200"/>
            </a:pPr>
            <a:r>
              <a:t>D:/pasar_fix/node_modules/.bun/recast@0.23.11/node_modules/recast/parsers/esprima.d.ts</a:t>
            </a:r>
          </a:p>
          <a:p>
            <a:pPr>
              <a:defRPr sz="1200"/>
            </a:pPr>
            <a:r>
              <a:t>D:/pasar_fix/node_modules/.bun/recast@0.23.11/node_modules/recast/parsers/esprima.js</a:t>
            </a:r>
          </a:p>
          <a:p>
            <a:pPr>
              <a:defRPr sz="1200"/>
            </a:pPr>
            <a:r>
              <a:t>D:/pasar_fix/node_modules/.bun/recast@0.23.11/node_modules/recast/parsers/flow.d.ts</a:t>
            </a:r>
          </a:p>
          <a:p>
            <a:pPr>
              <a:defRPr sz="1200"/>
            </a:pPr>
            <a:r>
              <a:t>D:/pasar_fix/node_modules/.bun/recast@0.23.11/node_modules/recast/parsers/flow.js</a:t>
            </a:r>
          </a:p>
          <a:p>
            <a:pPr>
              <a:defRPr sz="1200"/>
            </a:pPr>
            <a:r>
              <a:t>D:/pasar_fix/node_modules/.bun/recast@0.23.11/node_modules/recast/parsers/typescript.d.ts</a:t>
            </a:r>
          </a:p>
          <a:p>
            <a:pPr>
              <a:defRPr sz="1200"/>
            </a:pPr>
            <a:r>
              <a:t>D:/pasar_fix/node_modules/.bun/recast@0.23.11/node_modules/recast/parsers/typescript.js</a:t>
            </a:r>
          </a:p>
          <a:p>
            <a:pPr>
              <a:defRPr sz="1200"/>
            </a:pPr>
            <a:r>
              <a:t>D:/pasar_fix/node_modules/.bun/recast@0.23.11/node_modules/recast/parsers/_babel_options.d.ts</a:t>
            </a:r>
          </a:p>
          <a:p>
            <a:pPr>
              <a:defRPr sz="1200"/>
            </a:pPr>
            <a:r>
              <a:t>D:/pasar_fix/node_modules/.bun/recast@0.23.11/node_modules/recast/parsers/_babel_options.js</a:t>
            </a:r>
          </a:p>
          <a:p>
            <a:pPr>
              <a:defRPr sz="1200"/>
            </a:pPr>
            <a:r>
              <a:t>D:/pasar_fix/node_modules/.bun/recharts@3.8.1+b1eb3881bd5318ba/node_modules/recharts/AGENTS.md</a:t>
            </a:r>
          </a:p>
          <a:p>
            <a:pPr>
              <a:defRPr sz="1200"/>
            </a:pPr>
            <a:r>
              <a:t>D:/pasar_fix/node_modules/.bun/recharts@3.8.1+b1eb3881bd5318ba/node_modules/recharts/CHANGELOG.md</a:t>
            </a:r>
          </a:p>
          <a:p>
            <a:pPr>
              <a:defRPr sz="1200"/>
            </a:pPr>
            <a:r>
              <a:t>D:/pasar_fix/node_modules/.bun/recharts@3.8.1+b1eb3881bd5318ba/node_modules/recharts/CONTRIBUTING.md</a:t>
            </a:r>
          </a:p>
          <a:p>
            <a:pPr>
              <a:defRPr sz="1200"/>
            </a:pPr>
            <a:r>
              <a:t>D:/pasar_fix/node_modules/.bun/recharts@3.8.1+b1eb3881bd5318ba/node_modules/recharts/DEVELOPING.md</a:t>
            </a:r>
          </a:p>
          <a:p>
            <a:pPr>
              <a:defRPr sz="1200"/>
            </a:pPr>
            <a:r>
              <a:t>D:/pasar_fix/node_modules/.bun/recharts@3.8.1+b1eb3881bd5318ba/node_modules/recharts/LICENSE</a:t>
            </a:r>
          </a:p>
          <a:p>
            <a:pPr>
              <a:defRPr sz="1200"/>
            </a:pPr>
            <a:r>
              <a:t>D:/pasar_fix/node_modules/.bun/recharts@3.8.1+b1eb3881bd5318ba/node_modules/recharts/package.json</a:t>
            </a:r>
          </a:p>
          <a:p>
            <a:pPr>
              <a:defRPr sz="1200"/>
            </a:pPr>
            <a:r>
              <a:t>D:/pasar_fix/node_modules/.bun/recharts@3.8.1+b1eb3881bd5318ba/node_modules/recharts/README.md</a:t>
            </a:r>
          </a:p>
          <a:p>
            <a:pPr>
              <a:defRPr sz="1200"/>
            </a:pPr>
            <a:r>
              <a:t>D:/pasar_fix/node_modules/.bun/recharts@3.8.1+b1eb3881bd5318ba/node_modules/recharts/es6/hooks.js</a:t>
            </a:r>
          </a:p>
          <a:p>
            <a:pPr>
              <a:defRPr sz="1200"/>
            </a:pPr>
            <a:r>
              <a:t>D:/pasar_fix/node_modules/.bun/recharts@3.8.1+b1eb3881bd5318ba/node_modules/recharts/es6/index.js</a:t>
            </a:r>
          </a:p>
          <a:p>
            <a:pPr>
              <a:defRPr sz="1200"/>
            </a:pPr>
            <a:r>
              <a:t>D:/pasar_fix/node_modules/.bun/recharts@3.8.1+b1eb3881bd5318ba/node_modules/recharts/es6/types.js</a:t>
            </a:r>
          </a:p>
          <a:p>
            <a:pPr>
              <a:defRPr sz="1200"/>
            </a:pPr>
            <a:r>
              <a:t>D:/pasar_fix/node_modules/.bun/recharts@3.8.1+b1eb3881bd5318ba/node_modules/recharts/es6/animation/AnimationManager.js</a:t>
            </a:r>
          </a:p>
          <a:p>
            <a:pPr>
              <a:defRPr sz="1200"/>
            </a:pPr>
            <a:r>
              <a:t>D:/pasar_fix/node_modules/.bun/recharts@3.8.1+b1eb3881bd5318ba/node_modules/recharts/es6/animation/configUpdate.js</a:t>
            </a:r>
          </a:p>
          <a:p>
            <a:pPr>
              <a:defRPr sz="1200"/>
            </a:pPr>
            <a:r>
              <a:t>D:/pasar_fix/node_modules/.bun/recharts@3.8.1+b1eb3881bd5318ba/node_modules/recharts/es6/animation/createDefaultAnimationManager.js</a:t>
            </a:r>
          </a:p>
          <a:p>
            <a:pPr>
              <a:defRPr sz="1200"/>
            </a:pPr>
            <a:r>
              <a:t>D:/pasar_fix/node_modules/.bun/recharts@3.8.1+b1eb3881bd5318ba/node_modules/recharts/es6/animation/CSSTransitionAnimate.js</a:t>
            </a:r>
          </a:p>
          <a:p>
            <a:pPr>
              <a:defRPr sz="1200"/>
            </a:pPr>
            <a:r>
              <a:t>D:/pasar_fix/node_modules/.bun/recharts@3.8.1+b1eb3881bd5318ba/node_modules/recharts/es6/animation/easing.js</a:t>
            </a:r>
          </a:p>
          <a:p>
            <a:pPr>
              <a:defRPr sz="1200"/>
            </a:pPr>
            <a:r>
              <a:t>D:/pasar_fix/node_modules/.bun/recharts@3.8.1+b1eb3881bd5318ba/node_modules/recharts/es6/animation/JavascriptAnimate.js</a:t>
            </a:r>
          </a:p>
          <a:p>
            <a:pPr>
              <a:defRPr sz="1200"/>
            </a:pPr>
            <a:r>
              <a:t>D:/pasar_fix/node_modules/.bun/recharts@3.8.1+b1eb3881bd5318ba/node_modules/recharts/es6/animation/timeoutController.js</a:t>
            </a:r>
          </a:p>
          <a:p>
            <a:pPr>
              <a:defRPr sz="1200"/>
            </a:pPr>
            <a:r>
              <a:t>D:/pasar_fix/node_modules/.bun/recharts@3.8.1+b1eb3881bd5318ba/node_modules/recharts/es6/animation/useAnimationManager.js</a:t>
            </a:r>
          </a:p>
          <a:p>
            <a:pPr>
              <a:defRPr sz="1200"/>
            </a:pPr>
            <a:r>
              <a:t>D:/pasar_fix/node_modules/.bun/recharts@3.8.1+b1eb3881bd5318ba/node_modules/recharts/es6/animation/util.js</a:t>
            </a:r>
          </a:p>
          <a:p>
            <a:pPr>
              <a:defRPr sz="1200"/>
            </a:pPr>
            <a:r>
              <a:t>D:/pasar_fix/node_modules/.bun/recharts@3.8.1+b1eb3881bd5318ba/node_modules/recharts/es6/cartesian/Area.js</a:t>
            </a:r>
          </a:p>
          <a:p>
            <a:pPr>
              <a:defRPr sz="1200"/>
            </a:pPr>
            <a:r>
              <a:t>D:/pasar_fix/node_modules/.bun/recharts@3.8.1+b1eb3881bd5318ba/node_modules/recharts/es6/cartesian/Bar.js</a:t>
            </a:r>
          </a:p>
          <a:p>
            <a:pPr>
              <a:defRPr sz="1200"/>
            </a:pPr>
            <a:r>
              <a:t>D:/pasar_fix/node_modules/.bun/recharts@3.8.1+b1eb3881bd5318ba/node_modules/recharts/es6/cartesian/BarStack.js</a:t>
            </a:r>
          </a:p>
          <a:p>
            <a:pPr>
              <a:defRPr sz="1200"/>
            </a:pPr>
            <a:r>
              <a:t>D:/pasar_fix/node_modules/.bun/recharts@3.8.1+b1eb3881bd5318ba/node_modules/recharts/es6/cartesian/Brush.js</a:t>
            </a:r>
          </a:p>
          <a:p>
            <a:pPr>
              <a:defRPr sz="1200"/>
            </a:pPr>
            <a:r>
              <a:t>D:/pasar_fix/node_modules/.bun/recharts@3.8.1+b1eb3881bd5318ba/node_modules/recharts/es6/cartesian/CartesianAxis.js</a:t>
            </a:r>
          </a:p>
          <a:p>
            <a:pPr>
              <a:defRPr sz="1200"/>
            </a:pPr>
            <a:r>
              <a:t>D:/pasar_fix/node_modules/.bun/recharts@3.8.1+b1eb3881bd5318ba/node_modules/recharts/es6/cartesian/CartesianGrid.js</a:t>
            </a:r>
          </a:p>
          <a:p>
            <a:pPr>
              <a:defRPr sz="1200"/>
            </a:pPr>
            <a:r>
              <a:t>D:/pasar_fix/node_modules/.bun/recharts@3.8.1+b1eb3881bd5318ba/node_modules/recharts/es6/cartesian/ErrorBar.js</a:t>
            </a:r>
          </a:p>
          <a:p>
            <a:pPr>
              <a:defRPr sz="1200"/>
            </a:pPr>
            <a:r>
              <a:t>D:/pasar_fix/node_modules/.bun/recharts@3.8.1+b1eb3881bd5318ba/node_modules/recharts/es6/cartesian/Funnel.js</a:t>
            </a:r>
          </a:p>
          <a:p>
            <a:pPr>
              <a:defRPr sz="1200"/>
            </a:pPr>
            <a:r>
              <a:t>D:/pasar_fix/node_modules/.bun/recharts@3.8.1+b1eb3881bd5318ba/node_modules/recharts/es6/cartesian/getCartesianPosition.js</a:t>
            </a:r>
          </a:p>
          <a:p>
            <a:pPr>
              <a:defRPr sz="1200"/>
            </a:pPr>
            <a:r>
              <a:t>D:/pasar_fix/node_modules/.bun/recharts@3.8.1+b1eb3881bd5318ba/node_modules/recharts/es6/cartesian/getEquidistantTicks.js</a:t>
            </a:r>
          </a:p>
          <a:p>
            <a:pPr>
              <a:defRPr sz="1200"/>
            </a:pPr>
            <a:r>
              <a:t>D:/pasar_fix/node_modules/.bun/recharts@3.8.1+b1eb3881bd5318ba/node_modules/recharts/es6/cartesian/getTicks.js</a:t>
            </a:r>
          </a:p>
          <a:p>
            <a:pPr>
              <a:defRPr sz="1200"/>
            </a:pPr>
            <a:r>
              <a:t>D:/pasar_fix/node_modules/.bun/recharts@3.8.1+b1eb3881bd5318ba/node_modules/recharts/es6/cartesian/GraphicalItemClipPath.js</a:t>
            </a:r>
          </a:p>
          <a:p>
            <a:pPr>
              <a:defRPr sz="1200"/>
            </a:pPr>
            <a:r>
              <a:t>D:/pasar_fix/node_modules/.bun/recharts@3.8.1+b1eb3881bd5318ba/node_modules/recharts/es6/cartesian/Line.js</a:t>
            </a:r>
          </a:p>
          <a:p>
            <a:pPr>
              <a:defRPr sz="1200"/>
            </a:pPr>
            <a:r>
              <a:t>D:/pasar_fix/node_modules/.bun/recharts@3.8.1+b1eb3881bd5318ba/node_modules/recharts/es6/cartesian/ReferenceArea.js</a:t>
            </a:r>
          </a:p>
          <a:p>
            <a:pPr>
              <a:defRPr sz="1200"/>
            </a:pPr>
            <a:r>
              <a:t>D:/pasar_fix/node_modules/.bun/recharts@3.8.1+b1eb3881bd5318ba/node_modules/recharts/es6/cartesian/ReferenceDot.js</a:t>
            </a:r>
          </a:p>
          <a:p>
            <a:pPr>
              <a:defRPr sz="1200"/>
            </a:pPr>
            <a:r>
              <a:t>D:/pasar_fix/node_modules/.bun/recharts@3.8.1+b1eb3881bd5318ba/node_modules/recharts/es6/cartesian/ReferenceLine.js</a:t>
            </a:r>
          </a:p>
          <a:p>
            <a:pPr>
              <a:defRPr sz="1200"/>
            </a:pPr>
            <a:r>
              <a:t>D:/pasar_fix/node_modules/.bun/recharts@3.8.1+b1eb3881bd5318ba/node_modules/recharts/es6/cartesian/Scatter.js</a:t>
            </a:r>
          </a:p>
          <a:p>
            <a:pPr>
              <a:defRPr sz="1200"/>
            </a:pPr>
            <a:r>
              <a:t>D:/pasar_fix/node_modules/.bun/recharts@3.8.1+b1eb3881bd5318ba/node_modules/recharts/es6/cartesian/XAxis.js</a:t>
            </a:r>
          </a:p>
          <a:p>
            <a:pPr>
              <a:defRPr sz="1200"/>
            </a:pPr>
            <a:r>
              <a:t>D:/pasar_fix/node_modules/.bun/recharts@3.8.1+b1eb3881bd5318ba/node_modules/recharts/es6/cartesian/YAxis.js</a:t>
            </a:r>
          </a:p>
          <a:p>
            <a:pPr>
              <a:defRPr sz="1200"/>
            </a:pPr>
            <a:r>
              <a:t>D:/pasar_fix/node_modules/.bun/recharts@3.8.1+b1eb3881bd5318ba/node_modules/recharts/es6/cartesian/ZAxis.js</a:t>
            </a:r>
          </a:p>
          <a:p>
            <a:pPr>
              <a:defRPr sz="1200"/>
            </a:pPr>
            <a:r>
              <a:t>D:/pasar_fix/node_modules/.bun/recharts@3.8.1+b1eb3881bd5318ba/node_modules/recharts/es6/chart/AreaChart.js</a:t>
            </a:r>
          </a:p>
          <a:p>
            <a:pPr>
              <a:defRPr sz="1200"/>
            </a:pPr>
            <a:r>
              <a:t>D:/pasar_fix/node_modules/.bun/recharts@3.8.1+b1eb3881bd5318ba/node_modules/recharts/es6/chart/BarChart.js</a:t>
            </a:r>
          </a:p>
          <a:p>
            <a:pPr>
              <a:defRPr sz="1200"/>
            </a:pPr>
            <a:r>
              <a:t>D:/pasar_fix/node_modules/.bun/recharts@3.8.1+b1eb3881bd5318ba/node_modules/recharts/es6/chart/CartesianChart.js</a:t>
            </a:r>
          </a:p>
          <a:p>
            <a:pPr>
              <a:defRPr sz="1200"/>
            </a:pPr>
            <a:r>
              <a:t>D:/pasar_fix/node_modules/.bun/recharts@3.8.1+b1eb3881bd5318ba/node_modules/recharts/es6/chart/CategoricalChart.js</a:t>
            </a:r>
          </a:p>
          <a:p>
            <a:pPr>
              <a:defRPr sz="1200"/>
            </a:pPr>
            <a:r>
              <a:t>D:/pasar_fix/node_modules/.bun/recharts@3.8.1+b1eb3881bd5318ba/node_modules/recharts/es6/chart/ComposedChart.js</a:t>
            </a:r>
          </a:p>
          <a:p>
            <a:pPr>
              <a:defRPr sz="1200"/>
            </a:pPr>
            <a:r>
              <a:t>D:/pasar_fix/node_modules/.bun/recharts@3.8.1+b1eb3881bd5318ba/node_modules/recharts/es6/chart/FunnelChart.js</a:t>
            </a:r>
          </a:p>
          <a:p>
            <a:pPr>
              <a:defRPr sz="1200"/>
            </a:pPr>
            <a:r>
              <a:t>D:/pasar_fix/node_modules/.bun/recharts@3.8.1+b1eb3881bd5318ba/node_modules/recharts/es6/chart/LineChart.js</a:t>
            </a:r>
          </a:p>
          <a:p>
            <a:pPr>
              <a:defRPr sz="1200"/>
            </a:pPr>
            <a:r>
              <a:t>D:/pasar_fix/node_modules/.bun/recharts@3.8.1+b1eb3881bd5318ba/node_modules/recharts/es6/chart/PieChart.js</a:t>
            </a:r>
          </a:p>
          <a:p>
            <a:pPr>
              <a:defRPr sz="1200"/>
            </a:pPr>
            <a:r>
              <a:t>D:/pasar_fix/node_modules/.bun/recharts@3.8.1+b1eb3881bd5318ba/node_modules/recharts/es6/chart/PolarChart.js</a:t>
            </a:r>
          </a:p>
          <a:p>
            <a:pPr>
              <a:defRPr sz="1200"/>
            </a:pPr>
            <a:r>
              <a:t>D:/pasar_fix/node_modules/.bun/recharts@3.8.1+b1eb3881bd5318ba/node_modules/recharts/es6/chart/RadarChart.js</a:t>
            </a:r>
          </a:p>
          <a:p>
            <a:pPr>
              <a:defRPr sz="1200"/>
            </a:pPr>
            <a:r>
              <a:t>D:/pasar_fix/node_modules/.bun/recharts@3.8.1+b1eb3881bd5318ba/node_modules/recharts/es6/chart/RadialBarChart.js</a:t>
            </a:r>
          </a:p>
          <a:p>
            <a:pPr>
              <a:defRPr sz="1200"/>
            </a:pPr>
            <a:r>
              <a:t>D:/pasar_fix/node_modules/.bun/recharts@3.8.1+b1eb3881bd5318ba/node_modules/recharts/es6/chart/RechartsWrapper.js</a:t>
            </a:r>
          </a:p>
          <a:p>
            <a:pPr>
              <a:defRPr sz="1200"/>
            </a:pPr>
            <a:r>
              <a:t>D:/pasar_fix/node_modules/.bun/recharts@3.8.1+b1eb3881bd5318ba/node_modules/recharts/es6/chart/Sankey.js</a:t>
            </a:r>
          </a:p>
          <a:p>
            <a:pPr>
              <a:defRPr sz="1200"/>
            </a:pPr>
            <a:r>
              <a:t>D:/pasar_fix/node_modules/.bun/recharts@3.8.1+b1eb3881bd5318ba/node_modules/recharts/es6/chart/ScatterChart.js</a:t>
            </a:r>
          </a:p>
          <a:p>
            <a:pPr>
              <a:defRPr sz="1200"/>
            </a:pPr>
            <a:r>
              <a:t>D:/pasar_fix/node_modules/.bun/recharts@3.8.1+b1eb3881bd5318ba/node_modules/recharts/es6/chart/SunburstChart.js</a:t>
            </a:r>
          </a:p>
          <a:p>
            <a:pPr>
              <a:defRPr sz="1200"/>
            </a:pPr>
            <a:r>
              <a:t>D:/pasar_fix/node_modules/.bun/recharts@3.8.1+b1eb3881bd5318ba/node_modules/recharts/es6/chart/Treemap.js</a:t>
            </a:r>
          </a:p>
          <a:p>
            <a:pPr>
              <a:defRPr sz="1200"/>
            </a:pPr>
            <a:r>
              <a:t>D:/pasar_fix/node_modules/.bun/recharts@3.8.1+b1eb3881bd5318ba/node_modules/recharts/es6/chart/types.js</a:t>
            </a:r>
          </a:p>
          <a:p>
            <a:pPr>
              <a:defRPr sz="1200"/>
            </a:pPr>
            <a:r>
              <a:t>D:/pasar_fix/node_modules/.bun/recharts@3.8.1+b1eb3881bd5318ba/node_modules/recharts/es6/component/ActivePoints.js</a:t>
            </a:r>
          </a:p>
          <a:p>
            <a:pPr>
              <a:defRPr sz="1200"/>
            </a:pPr>
            <a:r>
              <a:t>D:/pasar_fix/node_modules/.bun/recharts@3.8.1+b1eb3881bd5318ba/node_modules/recharts/es6/component/Cell.js</a:t>
            </a:r>
          </a:p>
          <a:p>
            <a:pPr>
              <a:defRPr sz="1200"/>
            </a:pPr>
            <a:r>
              <a:t>D:/pasar_fix/node_modules/.bun/recharts@3.8.1+b1eb3881bd5318ba/node_modules/recharts/es6/component/Cursor.js</a:t>
            </a:r>
          </a:p>
          <a:p>
            <a:pPr>
              <a:defRPr sz="1200"/>
            </a:pPr>
            <a:r>
              <a:t>D:/pasar_fix/node_modules/.bun/recharts@3.8.1+b1eb3881bd5318ba/node_modules/recharts/es6/component/Customized.js</a:t>
            </a:r>
          </a:p>
          <a:p>
            <a:pPr>
              <a:defRPr sz="1200"/>
            </a:pPr>
            <a:r>
              <a:t>D:/pasar_fix/node_modules/.bun/recharts@3.8.1+b1eb3881bd5318ba/node_modules/recharts/es6/component/DefaultLegendContent.js</a:t>
            </a:r>
          </a:p>
          <a:p>
            <a:pPr>
              <a:defRPr sz="1200"/>
            </a:pPr>
            <a:r>
              <a:t>D:/pasar_fix/node_modules/.bun/recharts@3.8.1+b1eb3881bd5318ba/node_modules/recharts/es6/component/DefaultTooltipContent.js</a:t>
            </a:r>
          </a:p>
          <a:p>
            <a:pPr>
              <a:defRPr sz="1200"/>
            </a:pPr>
            <a:r>
              <a:t>D:/pasar_fix/node_modules/.bun/recharts@3.8.1+b1eb3881bd5318ba/node_modules/recharts/es6/component/Dots.js</a:t>
            </a:r>
          </a:p>
          <a:p>
            <a:pPr>
              <a:defRPr sz="1200"/>
            </a:pPr>
            <a:r>
              <a:t>D:/pasar_fix/node_modules/.bun/recharts@3.8.1+b1eb3881bd5318ba/node_modules/recharts/es6/component/Label.js</a:t>
            </a:r>
          </a:p>
          <a:p>
            <a:pPr>
              <a:defRPr sz="1200"/>
            </a:pPr>
            <a:r>
              <a:t>D:/pasar_fix/node_modules/.bun/recharts@3.8.1+b1eb3881bd5318ba/node_modules/recharts/es6/component/LabelList.js</a:t>
            </a:r>
          </a:p>
          <a:p>
            <a:pPr>
              <a:defRPr sz="1200"/>
            </a:pPr>
            <a:r>
              <a:t>D:/pasar_fix/node_modules/.bun/recharts@3.8.1+b1eb3881bd5318ba/node_modules/recharts/es6/component/Legend.js</a:t>
            </a:r>
          </a:p>
          <a:p>
            <a:pPr>
              <a:defRPr sz="1200"/>
            </a:pPr>
            <a:r>
              <a:t>D:/pasar_fix/node_modules/.bun/recharts@3.8.1+b1eb3881bd5318ba/node_modules/recharts/es6/component/ResponsiveContainer.js</a:t>
            </a:r>
          </a:p>
          <a:p>
            <a:pPr>
              <a:defRPr sz="1200"/>
            </a:pPr>
            <a:r>
              <a:t>D:/pasar_fix/node_modules/.bun/recharts@3.8.1+b1eb3881bd5318ba/node_modules/recharts/es6/component/responsiveContainerUtils.js</a:t>
            </a:r>
          </a:p>
          <a:p>
            <a:pPr>
              <a:defRPr sz="1200"/>
            </a:pPr>
            <a:r>
              <a:t>D:/pasar_fix/node_modules/.bun/recharts@3.8.1+b1eb3881bd5318ba/node_modules/recharts/es6/component/Text.js</a:t>
            </a:r>
          </a:p>
          <a:p>
            <a:pPr>
              <a:defRPr sz="1200"/>
            </a:pPr>
            <a:r>
              <a:t>D:/pasar_fix/node_modules/.bun/recharts@3.8.1+b1eb3881bd5318ba/node_modules/recharts/es6/component/Tooltip.js</a:t>
            </a:r>
          </a:p>
          <a:p>
            <a:pPr>
              <a:defRPr sz="1200"/>
            </a:pPr>
            <a:r>
              <a:t>D:/pasar_fix/node_modules/.bun/recharts@3.8.1+b1eb3881bd5318ba/node_modules/recharts/es6/component/TooltipBoundingBox.js</a:t>
            </a:r>
          </a:p>
          <a:p>
            <a:pPr>
              <a:defRPr sz="1200"/>
            </a:pPr>
            <a:r>
              <a:t>D:/pasar_fix/node_modules/.bun/recharts@3.8.1+b1eb3881bd5318ba/node_modules/recharts/es6/container/ClipPathProvider.js</a:t>
            </a:r>
          </a:p>
          <a:p>
            <a:pPr>
              <a:defRPr sz="1200"/>
            </a:pPr>
            <a:r>
              <a:t>D:/pasar_fix/node_modules/.bun/recharts@3.8.1+b1eb3881bd5318ba/node_modules/recharts/es6/container/Layer.js</a:t>
            </a:r>
          </a:p>
          <a:p>
            <a:pPr>
              <a:defRPr sz="1200"/>
            </a:pPr>
            <a:r>
              <a:t>D:/pasar_fix/node_modules/.bun/recharts@3.8.1+b1eb3881bd5318ba/node_modules/recharts/es6/container/RootSurface.js</a:t>
            </a:r>
          </a:p>
          <a:p>
            <a:pPr>
              <a:defRPr sz="1200"/>
            </a:pPr>
            <a:r>
              <a:t>D:/pasar_fix/node_modules/.bun/recharts@3.8.1+b1eb3881bd5318ba/node_modules/recharts/es6/container/Surface.js</a:t>
            </a:r>
          </a:p>
          <a:p>
            <a:pPr>
              <a:defRPr sz="1200"/>
            </a:pPr>
            <a:r>
              <a:t>D:/pasar_fix/node_modules/.bun/recharts@3.8.1+b1eb3881bd5318ba/node_modules/recharts/es6/context/accessibilityContext.js</a:t>
            </a:r>
          </a:p>
          <a:p>
            <a:pPr>
              <a:defRPr sz="1200"/>
            </a:pPr>
            <a:r>
              <a:t>D:/pasar_fix/node_modules/.bun/recharts@3.8.1+b1eb3881bd5318ba/node_modules/recharts/es6/context/brushUpdateContext.js</a:t>
            </a:r>
          </a:p>
          <a:p>
            <a:pPr>
              <a:defRPr sz="1200"/>
            </a:pPr>
            <a:r>
              <a:t>D:/pasar_fix/node_modules/.bun/recharts@3.8.1+b1eb3881bd5318ba/node_modules/recharts/es6/context/chartDataContext.js</a:t>
            </a:r>
          </a:p>
          <a:p>
            <a:pPr>
              <a:defRPr sz="1200"/>
            </a:pPr>
            <a:r>
              <a:t>D:/pasar_fix/node_modules/.bun/recharts@3.8.1+b1eb3881bd5318ba/node_modules/recharts/es6/context/chartLayoutContext.js</a:t>
            </a:r>
          </a:p>
          <a:p>
            <a:pPr>
              <a:defRPr sz="1200"/>
            </a:pPr>
            <a:r>
              <a:t>D:/pasar_fix/node_modules/.bun/recharts@3.8.1+b1eb3881bd5318ba/node_modules/recharts/es6/context/ErrorBarContext.js</a:t>
            </a:r>
          </a:p>
          <a:p>
            <a:pPr>
              <a:defRPr sz="1200"/>
            </a:pPr>
            <a:r>
              <a:t>D:/pasar_fix/node_modules/.bun/recharts@3.8.1+b1eb3881bd5318ba/node_modules/recharts/es6/context/legendPayloadContext.js</a:t>
            </a:r>
          </a:p>
          <a:p>
            <a:pPr>
              <a:defRPr sz="1200"/>
            </a:pPr>
            <a:r>
              <a:t>D:/pasar_fix/node_modules/.bun/recharts@3.8.1+b1eb3881bd5318ba/node_modules/recharts/es6/context/legendPortalContext.js</a:t>
            </a:r>
          </a:p>
          <a:p>
            <a:pPr>
              <a:defRPr sz="1200"/>
            </a:pPr>
            <a:r>
              <a:t>D:/pasar_fix/node_modules/.bun/recharts@3.8.1+b1eb3881bd5318ba/node_modules/recharts/es6/context/PanoramaContext.js</a:t>
            </a:r>
          </a:p>
          <a:p>
            <a:pPr>
              <a:defRPr sz="1200"/>
            </a:pPr>
            <a:r>
              <a:t>D:/pasar_fix/node_modules/.bun/recharts@3.8.1+b1eb3881bd5318ba/node_modules/recharts/es6/context/RegisterGraphicalItemId.js</a:t>
            </a:r>
          </a:p>
          <a:p>
            <a:pPr>
              <a:defRPr sz="1200"/>
            </a:pPr>
            <a:r>
              <a:t>D:/pasar_fix/node_modules/.bun/recharts@3.8.1+b1eb3881bd5318ba/node_modules/recharts/es6/context/tooltipContext.js</a:t>
            </a:r>
          </a:p>
          <a:p>
            <a:pPr>
              <a:defRPr sz="1200"/>
            </a:pPr>
            <a:r>
              <a:t>D:/pasar_fix/node_modules/.bun/recharts@3.8.1+b1eb3881bd5318ba/node_modules/recharts/es6/context/tooltipPortalContext.js</a:t>
            </a:r>
          </a:p>
          <a:p>
            <a:pPr>
              <a:defRPr sz="1200"/>
            </a:pPr>
            <a:r>
              <a:t>D:/pasar_fix/node_modules/.bun/recharts@3.8.1+b1eb3881bd5318ba/node_modules/recharts/es6/context/useTooltipAxis.js</a:t>
            </a:r>
          </a:p>
          <a:p>
            <a:pPr>
              <a:defRPr sz="1200"/>
            </a:pPr>
            <a:r>
              <a:t>D:/pasar_fix/node_modules/.bun/recharts@3.8.1+b1eb3881bd5318ba/node_modules/recharts/es6/polar/defaultPolarAngleAxisProps.js</a:t>
            </a:r>
          </a:p>
          <a:p>
            <a:pPr>
              <a:defRPr sz="1200"/>
            </a:pPr>
            <a:r>
              <a:t>D:/pasar_fix/node_modules/.bun/recharts@3.8.1+b1eb3881bd5318ba/node_modules/recharts/es6/polar/defaultPolarRadiusAxisProps.js</a:t>
            </a:r>
          </a:p>
          <a:p>
            <a:pPr>
              <a:defRPr sz="1200"/>
            </a:pPr>
            <a:r>
              <a:t>D:/pasar_fix/node_modules/.bun/recharts@3.8.1+b1eb3881bd5318ba/node_modules/recharts/es6/polar/Pie.js</a:t>
            </a:r>
          </a:p>
          <a:p>
            <a:pPr>
              <a:defRPr sz="1200"/>
            </a:pPr>
            <a:r>
              <a:t>D:/pasar_fix/node_modules/.bun/recharts@3.8.1+b1eb3881bd5318ba/node_modules/recharts/es6/polar/PolarAngleAxis.js</a:t>
            </a:r>
          </a:p>
          <a:p>
            <a:pPr>
              <a:defRPr sz="1200"/>
            </a:pPr>
            <a:r>
              <a:t>D:/pasar_fix/node_modules/.bun/recharts@3.8.1+b1eb3881bd5318ba/node_modules/recharts/es6/polar/PolarGrid.js</a:t>
            </a:r>
          </a:p>
          <a:p>
            <a:pPr>
              <a:defRPr sz="1200"/>
            </a:pPr>
            <a:r>
              <a:t>D:/pasar_fix/node_modules/.bun/recharts@3.8.1+b1eb3881bd5318ba/node_modules/recharts/es6/polar/PolarRadiusAxis.js</a:t>
            </a:r>
          </a:p>
          <a:p>
            <a:pPr>
              <a:defRPr sz="1200"/>
            </a:pPr>
            <a:r>
              <a:t>D:/pasar_fix/node_modules/.bun/recharts@3.8.1+b1eb3881bd5318ba/node_modules/recharts/es6/polar/Radar.js</a:t>
            </a:r>
          </a:p>
          <a:p>
            <a:pPr>
              <a:defRPr sz="1200"/>
            </a:pPr>
            <a:r>
              <a:t>D:/pasar_fix/node_modules/.bun/recharts@3.8.1+b1eb3881bd5318ba/node_modules/recharts/es6/polar/RadialBar.js</a:t>
            </a:r>
          </a:p>
          <a:p>
            <a:pPr>
              <a:defRPr sz="1200"/>
            </a:pPr>
            <a:r>
              <a:t>D:/pasar_fix/node_modules/.bun/recharts@3.8.1+b1eb3881bd5318ba/node_modules/recharts/es6/shape/Cross.js</a:t>
            </a:r>
          </a:p>
          <a:p>
            <a:pPr>
              <a:defRPr sz="1200"/>
            </a:pPr>
            <a:r>
              <a:t>D:/pasar_fix/node_modules/.bun/recharts@3.8.1+b1eb3881bd5318ba/node_modules/recharts/es6/shape/Curve.js</a:t>
            </a:r>
          </a:p>
          <a:p>
            <a:pPr>
              <a:defRPr sz="1200"/>
            </a:pPr>
            <a:r>
              <a:t>D:/pasar_fix/node_modules/.bun/recharts@3.8.1+b1eb3881bd5318ba/node_modules/recharts/es6/shape/Dot.js</a:t>
            </a:r>
          </a:p>
          <a:p>
            <a:pPr>
              <a:defRPr sz="1200"/>
            </a:pPr>
            <a:r>
              <a:t>D:/pasar_fix/node_modules/.bun/recharts@3.8.1+b1eb3881bd5318ba/node_modules/recharts/es6/shape/Polygon.js</a:t>
            </a:r>
          </a:p>
          <a:p>
            <a:pPr>
              <a:defRPr sz="1200"/>
            </a:pPr>
            <a:r>
              <a:t>D:/pasar_fix/node_modules/.bun/recharts@3.8.1+b1eb3881bd5318ba/node_modules/recharts/es6/shape/Rectangle.js</a:t>
            </a:r>
          </a:p>
          <a:p>
            <a:pPr>
              <a:defRPr sz="1200"/>
            </a:pPr>
            <a:r>
              <a:t>D:/pasar_fix/node_modules/.bun/recharts@3.8.1+b1eb3881bd5318ba/node_modules/recharts/es6/shape/Sector.js</a:t>
            </a:r>
          </a:p>
          <a:p>
            <a:pPr>
              <a:defRPr sz="1200"/>
            </a:pPr>
            <a:r>
              <a:t>D:/pasar_fix/node_modules/.bun/recharts@3.8.1+b1eb3881bd5318ba/node_modules/recharts/es6/shape/Symbols.js</a:t>
            </a:r>
          </a:p>
          <a:p>
            <a:pPr>
              <a:defRPr sz="1200"/>
            </a:pPr>
            <a:r>
              <a:t>D:/pasar_fix/node_modules/.bun/recharts@3.8.1+b1eb3881bd5318ba/node_modules/recharts/es6/shape/Trapezoid.js</a:t>
            </a:r>
          </a:p>
          <a:p>
            <a:pPr>
              <a:defRPr sz="1200"/>
            </a:pPr>
            <a:r>
              <a:t>D:/pasar_fix/node_modules/.bun/recharts@3.8.1+b1eb3881bd5318ba/node_modules/recharts/es6/state/brushSlice.js</a:t>
            </a:r>
          </a:p>
          <a:p>
            <a:pPr>
              <a:defRPr sz="1200"/>
            </a:pPr>
            <a:r>
              <a:t>D:/pasar_fix/node_modules/.bun/recharts@3.8.1+b1eb3881bd5318ba/node_modules/recharts/es6/state/cartesianAxisSlice.js</a:t>
            </a:r>
          </a:p>
          <a:p>
            <a:pPr>
              <a:defRPr sz="1200"/>
            </a:pPr>
            <a:r>
              <a:t>D:/pasar_fix/node_modules/.bun/recharts@3.8.1+b1eb3881bd5318ba/node_modules/recharts/es6/state/chartDataSlice.js</a:t>
            </a:r>
          </a:p>
          <a:p>
            <a:pPr>
              <a:defRPr sz="1200"/>
            </a:pPr>
            <a:r>
              <a:t>D:/pasar_fix/node_modules/.bun/recharts@3.8.1+b1eb3881bd5318ba/node_modules/recharts/es6/state/errorBarSlice.js</a:t>
            </a:r>
          </a:p>
          <a:p>
            <a:pPr>
              <a:defRPr sz="1200"/>
            </a:pPr>
            <a:r>
              <a:t>D:/pasar_fix/node_modules/.bun/recharts@3.8.1+b1eb3881bd5318ba/node_modules/recharts/es6/state/eventSettingsSlice.js</a:t>
            </a:r>
          </a:p>
          <a:p>
            <a:pPr>
              <a:defRPr sz="1200"/>
            </a:pPr>
            <a:r>
              <a:t>D:/pasar_fix/node_modules/.bun/recharts@3.8.1+b1eb3881bd5318ba/node_modules/recharts/es6/state/externalEventsMiddleware.js</a:t>
            </a:r>
          </a:p>
          <a:p>
            <a:pPr>
              <a:defRPr sz="1200"/>
            </a:pPr>
            <a:r>
              <a:t>D:/pasar_fix/node_modules/.bun/recharts@3.8.1+b1eb3881bd5318ba/node_modules/recharts/es6/state/graphicalItemsSlice.js</a:t>
            </a:r>
          </a:p>
          <a:p>
            <a:pPr>
              <a:defRPr sz="1200"/>
            </a:pPr>
            <a:r>
              <a:t>D:/pasar_fix/node_modules/.bun/recharts@3.8.1+b1eb3881bd5318ba/node_modules/recharts/es6/state/hooks.js</a:t>
            </a:r>
          </a:p>
          <a:p>
            <a:pPr>
              <a:defRPr sz="1200"/>
            </a:pPr>
            <a:r>
              <a:t>D:/pasar_fix/node_modules/.bun/recharts@3.8.1+b1eb3881bd5318ba/node_modules/recharts/es6/state/keyboardEventsMiddleware.js</a:t>
            </a:r>
          </a:p>
          <a:p>
            <a:pPr>
              <a:defRPr sz="1200"/>
            </a:pPr>
            <a:r>
              <a:t>D:/pasar_fix/node_modules/.bun/recharts@3.8.1+b1eb3881bd5318ba/node_modules/recharts/es6/state/layoutSlice.js</a:t>
            </a:r>
          </a:p>
          <a:p>
            <a:pPr>
              <a:defRPr sz="1200"/>
            </a:pPr>
            <a:r>
              <a:t>D:/pasar_fix/node_modules/.bun/recharts@3.8.1+b1eb3881bd5318ba/node_modules/recharts/es6/state/legendSlice.js</a:t>
            </a:r>
          </a:p>
          <a:p>
            <a:pPr>
              <a:defRPr sz="1200"/>
            </a:pPr>
            <a:r>
              <a:t>D:/pasar_fix/node_modules/.bun/recharts@3.8.1+b1eb3881bd5318ba/node_modules/recharts/es6/state/mouseEventsMiddleware.js</a:t>
            </a:r>
          </a:p>
          <a:p>
            <a:pPr>
              <a:defRPr sz="1200"/>
            </a:pPr>
            <a:r>
              <a:t>D:/pasar_fix/node_modules/.bun/recharts@3.8.1+b1eb3881bd5318ba/node_modules/recharts/es6/state/optionsSlice.js</a:t>
            </a:r>
          </a:p>
          <a:p>
            <a:pPr>
              <a:defRPr sz="1200"/>
            </a:pPr>
            <a:r>
              <a:t>D:/pasar_fix/node_modules/.bun/recharts@3.8.1+b1eb3881bd5318ba/node_modules/recharts/es6/state/polarAxisSlice.js</a:t>
            </a:r>
          </a:p>
          <a:p>
            <a:pPr>
              <a:defRPr sz="1200"/>
            </a:pPr>
            <a:r>
              <a:t>D:/pasar_fix/node_modules/.bun/recharts@3.8.1+b1eb3881bd5318ba/node_modules/recharts/es6/state/polarOptionsSlice.js</a:t>
            </a:r>
          </a:p>
          <a:p>
            <a:pPr>
              <a:defRPr sz="1200"/>
            </a:pPr>
            <a:r>
              <a:t>D:/pasar_fix/node_modules/.bun/recharts@3.8.1+b1eb3881bd5318ba/node_modules/recharts/es6/state/RechartsReduxContext.js</a:t>
            </a:r>
          </a:p>
          <a:p>
            <a:pPr>
              <a:defRPr sz="1200"/>
            </a:pPr>
            <a:r>
              <a:t>D:/pasar_fix/node_modules/.bun/recharts@3.8.1+b1eb3881bd5318ba/node_modules/recharts/es6/state/RechartsStoreProvider.js</a:t>
            </a:r>
          </a:p>
          <a:p>
            <a:pPr>
              <a:defRPr sz="1200"/>
            </a:pPr>
            <a:r>
              <a:t>D:/pasar_fix/node_modules/.bun/recharts@3.8.1+b1eb3881bd5318ba/node_modules/recharts/es6/state/reduxDevtoolsJsonStringifyReplacer.js</a:t>
            </a:r>
          </a:p>
          <a:p>
            <a:pPr>
              <a:defRPr sz="1200"/>
            </a:pPr>
            <a:r>
              <a:t>D:/pasar_fix/node_modules/.bun/recharts@3.8.1+b1eb3881bd5318ba/node_modules/recharts/es6/state/referenceElementsSlice.js</a:t>
            </a:r>
          </a:p>
          <a:p>
            <a:pPr>
              <a:defRPr sz="1200"/>
            </a:pPr>
            <a:r>
              <a:t>D:/pasar_fix/node_modules/.bun/recharts@3.8.1+b1eb3881bd5318ba/node_modules/recharts/es6/state/renderedTicksSlice.js</a:t>
            </a:r>
          </a:p>
          <a:p>
            <a:pPr>
              <a:defRPr sz="1200"/>
            </a:pPr>
            <a:r>
              <a:t>D:/pasar_fix/node_modules/.bun/recharts@3.8.1+b1eb3881bd5318ba/node_modules/recharts/es6/state/ReportChartProps.js</a:t>
            </a:r>
          </a:p>
          <a:p>
            <a:pPr>
              <a:defRPr sz="1200"/>
            </a:pPr>
            <a:r>
              <a:t>D:/pasar_fix/node_modules/.bun/recharts@3.8.1+b1eb3881bd5318ba/node_modules/recharts/es6/state/ReportEventSettings.js</a:t>
            </a:r>
          </a:p>
          <a:p>
            <a:pPr>
              <a:defRPr sz="1200"/>
            </a:pPr>
            <a:r>
              <a:t>D:/pasar_fix/node_modules/.bun/recharts@3.8.1+b1eb3881bd5318ba/node_modules/recharts/es6/state/ReportMainChartProps.js</a:t>
            </a:r>
          </a:p>
          <a:p>
            <a:pPr>
              <a:defRPr sz="1200"/>
            </a:pPr>
            <a:r>
              <a:t>D:/pasar_fix/node_modules/.bun/recharts@3.8.1+b1eb3881bd5318ba/node_modules/recharts/es6/state/ReportPolarOptions.js</a:t>
            </a:r>
          </a:p>
          <a:p>
            <a:pPr>
              <a:defRPr sz="1200"/>
            </a:pPr>
            <a:r>
              <a:t>D:/pasar_fix/node_modules/.bun/recharts@3.8.1+b1eb3881bd5318ba/node_modules/recharts/es6/state/rootPropsSlice.js</a:t>
            </a:r>
          </a:p>
          <a:p>
            <a:pPr>
              <a:defRPr sz="1200"/>
            </a:pPr>
            <a:r>
              <a:t>D:/pasar_fix/node_modules/.bun/recharts@3.8.1+b1eb3881bd5318ba/node_modules/recharts/es6/state/SetGraphicalItem.js</a:t>
            </a:r>
          </a:p>
          <a:p>
            <a:pPr>
              <a:defRPr sz="1200"/>
            </a:pPr>
            <a:r>
              <a:t>D:/pasar_fix/node_modules/.bun/recharts@3.8.1+b1eb3881bd5318ba/node_modules/recharts/es6/state/SetLegendPayload.js</a:t>
            </a:r>
          </a:p>
          <a:p>
            <a:pPr>
              <a:defRPr sz="1200"/>
            </a:pPr>
            <a:r>
              <a:t>D:/pasar_fix/node_modules/.bun/recharts@3.8.1+b1eb3881bd5318ba/node_modules/recharts/es6/state/SetTooltipEntrySettings.js</a:t>
            </a:r>
          </a:p>
          <a:p>
            <a:pPr>
              <a:defRPr sz="1200"/>
            </a:pPr>
            <a:r>
              <a:t>D:/pasar_fix/node_modules/.bun/recharts@3.8.1+b1eb3881bd5318ba/node_modules/recharts/es6/state/store.js</a:t>
            </a:r>
          </a:p>
          <a:p>
            <a:pPr>
              <a:defRPr sz="1200"/>
            </a:pPr>
            <a:r>
              <a:t>D:/pasar_fix/node_modules/.bun/recharts@3.8.1+b1eb3881bd5318ba/node_modules/recharts/es6/state/tooltipSlice.js</a:t>
            </a:r>
          </a:p>
          <a:p>
            <a:pPr>
              <a:defRPr sz="1200"/>
            </a:pPr>
            <a:r>
              <a:t>D:/pasar_fix/node_modules/.bun/recharts@3.8.1+b1eb3881bd5318ba/node_modules/recharts/es6/state/touchEventsMiddleware.js</a:t>
            </a:r>
          </a:p>
          <a:p>
            <a:pPr>
              <a:defRPr sz="1200"/>
            </a:pPr>
            <a:r>
              <a:t>D:/pasar_fix/node_modules/.bun/recharts@3.8.1+b1eb3881bd5318ba/node_modules/recharts/es6/state/zIndexSlice.js</a:t>
            </a:r>
          </a:p>
          <a:p>
            <a:pPr>
              <a:defRPr sz="1200"/>
            </a:pPr>
            <a:r>
              <a:t>D:/pasar_fix/node_modules/.bun/recharts@3.8.1+b1eb3881bd5318ba/node_modules/recharts/es6/state/selectors/areaSelectors.js</a:t>
            </a:r>
          </a:p>
          <a:p>
            <a:pPr>
              <a:defRPr sz="1200"/>
            </a:pPr>
            <a:r>
              <a:t>D:/pasar_fix/node_modules/.bun/recharts@3.8.1+b1eb3881bd5318ba/node_modules/recharts/es6/state/selectors/arrayEqualityCheck.js</a:t>
            </a:r>
          </a:p>
          <a:p>
            <a:pPr>
              <a:defRPr sz="1200"/>
            </a:pPr>
            <a:r>
              <a:t>D:/pasar_fix/node_modules/.bun/recharts@3.8.1+b1eb3881bd5318ba/node_modules/recharts/es6/state/selectors/axisSelectors.js</a:t>
            </a:r>
          </a:p>
          <a:p>
            <a:pPr>
              <a:defRPr sz="1200"/>
            </a:pPr>
            <a:r>
              <a:t>D:/pasar_fix/node_modules/.bun/recharts@3.8.1+b1eb3881bd5318ba/node_modules/recharts/es6/state/selectors/barSelectors.js</a:t>
            </a:r>
          </a:p>
          <a:p>
            <a:pPr>
              <a:defRPr sz="1200"/>
            </a:pPr>
            <a:r>
              <a:t>D:/pasar_fix/node_modules/.bun/recharts@3.8.1+b1eb3881bd5318ba/node_modules/recharts/es6/state/selectors/barStackSelectors.js</a:t>
            </a:r>
          </a:p>
          <a:p>
            <a:pPr>
              <a:defRPr sz="1200"/>
            </a:pPr>
            <a:r>
              <a:t>D:/pasar_fix/node_modules/.bun/recharts@3.8.1+b1eb3881bd5318ba/node_modules/recharts/es6/state/selectors/brushSelectors.js</a:t>
            </a:r>
          </a:p>
          <a:p>
            <a:pPr>
              <a:defRPr sz="1200"/>
            </a:pPr>
            <a:r>
              <a:t>D:/pasar_fix/node_modules/.bun/recharts@3.8.1+b1eb3881bd5318ba/node_modules/recharts/es6/state/selectors/containerSelectors.js</a:t>
            </a:r>
          </a:p>
          <a:p>
            <a:pPr>
              <a:defRPr sz="1200"/>
            </a:pPr>
            <a:r>
              <a:t>D:/pasar_fix/node_modules/.bun/recharts@3.8.1+b1eb3881bd5318ba/node_modules/recharts/es6/state/selectors/dataSelectors.js</a:t>
            </a:r>
          </a:p>
          <a:p>
            <a:pPr>
              <a:defRPr sz="1200"/>
            </a:pPr>
            <a:r>
              <a:t>D:/pasar_fix/node_modules/.bun/recharts@3.8.1+b1eb3881bd5318ba/node_modules/recharts/es6/state/selectors/funnelSelectors.js</a:t>
            </a:r>
          </a:p>
          <a:p>
            <a:pPr>
              <a:defRPr sz="1200"/>
            </a:pPr>
            <a:r>
              <a:t>D:/pasar_fix/node_modules/.bun/recharts@3.8.1+b1eb3881bd5318ba/node_modules/recharts/es6/state/selectors/graphicalItemSelectors.js</a:t>
            </a:r>
          </a:p>
          <a:p>
            <a:pPr>
              <a:defRPr sz="1200"/>
            </a:pPr>
            <a:r>
              <a:t>D:/pasar_fix/node_modules/.bun/recharts@3.8.1+b1eb3881bd5318ba/node_modules/recharts/es6/state/selectors/legendSelectors.js</a:t>
            </a:r>
          </a:p>
          <a:p>
            <a:pPr>
              <a:defRPr sz="1200"/>
            </a:pPr>
            <a:r>
              <a:t>D:/pasar_fix/node_modules/.bun/recharts@3.8.1+b1eb3881bd5318ba/node_modules/recharts/es6/state/selectors/lineSelectors.js</a:t>
            </a:r>
          </a:p>
          <a:p>
            <a:pPr>
              <a:defRPr sz="1200"/>
            </a:pPr>
            <a:r>
              <a:t>D:/pasar_fix/node_modules/.bun/recharts@3.8.1+b1eb3881bd5318ba/node_modules/recharts/es6/state/selectors/numberDomainEqualityCheck.js</a:t>
            </a:r>
          </a:p>
          <a:p>
            <a:pPr>
              <a:defRPr sz="1200"/>
            </a:pPr>
            <a:r>
              <a:t>D:/pasar_fix/node_modules/.bun/recharts@3.8.1+b1eb3881bd5318ba/node_modules/recharts/es6/state/selectors/pickAxisId.js</a:t>
            </a:r>
          </a:p>
          <a:p>
            <a:pPr>
              <a:defRPr sz="1200"/>
            </a:pPr>
            <a:r>
              <a:t>D:/pasar_fix/node_modules/.bun/recharts@3.8.1+b1eb3881bd5318ba/node_modules/recharts/es6/state/selectors/pickAxisType.js</a:t>
            </a:r>
          </a:p>
          <a:p>
            <a:pPr>
              <a:defRPr sz="1200"/>
            </a:pPr>
            <a:r>
              <a:t>D:/pasar_fix/node_modules/.bun/recharts@3.8.1+b1eb3881bd5318ba/node_modules/recharts/es6/state/selectors/pieSelectors.js</a:t>
            </a:r>
          </a:p>
          <a:p>
            <a:pPr>
              <a:defRPr sz="1200"/>
            </a:pPr>
            <a:r>
              <a:t>D:/pasar_fix/node_modules/.bun/recharts@3.8.1+b1eb3881bd5318ba/node_modules/recharts/es6/state/selectors/polarAxisSelectors.js</a:t>
            </a:r>
          </a:p>
          <a:p>
            <a:pPr>
              <a:defRPr sz="1200"/>
            </a:pPr>
            <a:r>
              <a:t>D:/pasar_fix/node_modules/.bun/recharts@3.8.1+b1eb3881bd5318ba/node_modules/recharts/es6/state/selectors/polarGridSelectors.js</a:t>
            </a:r>
          </a:p>
          <a:p>
            <a:pPr>
              <a:defRPr sz="1200"/>
            </a:pPr>
            <a:r>
              <a:t>D:/pasar_fix/node_modules/.bun/recharts@3.8.1+b1eb3881bd5318ba/node_modules/recharts/es6/state/selectors/polarScaleSelectors.js</a:t>
            </a:r>
          </a:p>
          <a:p>
            <a:pPr>
              <a:defRPr sz="1200"/>
            </a:pPr>
            <a:r>
              <a:t>D:/pasar_fix/node_modules/.bun/recharts@3.8.1+b1eb3881bd5318ba/node_modules/recharts/es6/state/selectors/polarSelectors.js</a:t>
            </a:r>
          </a:p>
          <a:p>
            <a:pPr>
              <a:defRPr sz="1200"/>
            </a:pPr>
            <a:r>
              <a:t>D:/pasar_fix/node_modules/.bun/recharts@3.8.1+b1eb3881bd5318ba/node_modules/recharts/es6/state/selectors/radarSelectors.js</a:t>
            </a:r>
          </a:p>
          <a:p>
            <a:pPr>
              <a:defRPr sz="1200"/>
            </a:pPr>
            <a:r>
              <a:t>D:/pasar_fix/node_modules/.bun/recharts@3.8.1+b1eb3881bd5318ba/node_modules/recharts/es6/state/selectors/radialBarSelectors.js</a:t>
            </a:r>
          </a:p>
          <a:p>
            <a:pPr>
              <a:defRPr sz="1200"/>
            </a:pPr>
            <a:r>
              <a:t>D:/pasar_fix/node_modules/.bun/recharts@3.8.1+b1eb3881bd5318ba/node_modules/recharts/es6/state/selectors/rootPropsSelectors.js</a:t>
            </a:r>
          </a:p>
          <a:p>
            <a:pPr>
              <a:defRPr sz="1200"/>
            </a:pPr>
            <a:r>
              <a:t>D:/pasar_fix/node_modules/.bun/recharts@3.8.1+b1eb3881bd5318ba/node_modules/recharts/es6/state/selectors/scatterSelectors.js</a:t>
            </a:r>
          </a:p>
          <a:p>
            <a:pPr>
              <a:defRPr sz="1200"/>
            </a:pPr>
            <a:r>
              <a:t>D:/pasar_fix/node_modules/.bun/recharts@3.8.1+b1eb3881bd5318ba/node_modules/recharts/es6/state/selectors/selectActivePropsFromChartPointer.js</a:t>
            </a:r>
          </a:p>
          <a:p>
            <a:pPr>
              <a:defRPr sz="1200"/>
            </a:pPr>
            <a:r>
              <a:t>D:/pasar_fix/node_modules/.bun/recharts@3.8.1+b1eb3881bd5318ba/node_modules/recharts/es6/state/selectors/selectAllAxes.js</a:t>
            </a:r>
          </a:p>
          <a:p>
            <a:pPr>
              <a:defRPr sz="1200"/>
            </a:pPr>
            <a:r>
              <a:t>D:/pasar_fix/node_modules/.bun/recharts@3.8.1+b1eb3881bd5318ba/node_modules/recharts/es6/state/selectors/selectChartOffset.js</a:t>
            </a:r>
          </a:p>
          <a:p>
            <a:pPr>
              <a:defRPr sz="1200"/>
            </a:pPr>
            <a:r>
              <a:t>D:/pasar_fix/node_modules/.bun/recharts@3.8.1+b1eb3881bd5318ba/node_modules/recharts/es6/state/selectors/selectChartOffsetInternal.js</a:t>
            </a:r>
          </a:p>
          <a:p>
            <a:pPr>
              <a:defRPr sz="1200"/>
            </a:pPr>
            <a:r>
              <a:t>D:/pasar_fix/node_modules/.bun/recharts@3.8.1+b1eb3881bd5318ba/node_modules/recharts/es6/state/selectors/selectors.js</a:t>
            </a:r>
          </a:p>
          <a:p>
            <a:pPr>
              <a:defRPr sz="1200"/>
            </a:pPr>
            <a:r>
              <a:t>D:/pasar_fix/node_modules/.bun/recharts@3.8.1+b1eb3881bd5318ba/node_modules/recharts/es6/state/selectors/selectPlotArea.js</a:t>
            </a:r>
          </a:p>
          <a:p>
            <a:pPr>
              <a:defRPr sz="1200"/>
            </a:pPr>
            <a:r>
              <a:t>D:/pasar_fix/node_modules/.bun/recharts@3.8.1+b1eb3881bd5318ba/node_modules/recharts/es6/state/selectors/selectTooltipAxisId.js</a:t>
            </a:r>
          </a:p>
          <a:p>
            <a:pPr>
              <a:defRPr sz="1200"/>
            </a:pPr>
            <a:r>
              <a:t>D:/pasar_fix/node_modules/.bun/recharts@3.8.1+b1eb3881bd5318ba/node_modules/recharts/es6/state/selectors/selectTooltipAxisType.js</a:t>
            </a:r>
          </a:p>
          <a:p>
            <a:pPr>
              <a:defRPr sz="1200"/>
            </a:pPr>
            <a:r>
              <a:t>D:/pasar_fix/node_modules/.bun/recharts@3.8.1+b1eb3881bd5318ba/node_modules/recharts/es6/state/selectors/selectTooltipEventType.js</a:t>
            </a:r>
          </a:p>
          <a:p>
            <a:pPr>
              <a:defRPr sz="1200"/>
            </a:pPr>
            <a:r>
              <a:t>D:/pasar_fix/node_modules/.bun/recharts@3.8.1+b1eb3881bd5318ba/node_modules/recharts/es6/state/selectors/selectTooltipPayloadSearcher.js</a:t>
            </a:r>
          </a:p>
          <a:p>
            <a:pPr>
              <a:defRPr sz="1200"/>
            </a:pPr>
            <a:r>
              <a:t>D:/pasar_fix/node_modules/.bun/recharts@3.8.1+b1eb3881bd5318ba/node_modules/recharts/es6/state/selectors/selectTooltipSettings.js</a:t>
            </a:r>
          </a:p>
          <a:p>
            <a:pPr>
              <a:defRPr sz="1200"/>
            </a:pPr>
            <a:r>
              <a:t>D:/pasar_fix/node_modules/.bun/recharts@3.8.1+b1eb3881bd5318ba/node_modules/recharts/es6/state/selectors/selectTooltipState.js</a:t>
            </a:r>
          </a:p>
          <a:p>
            <a:pPr>
              <a:defRPr sz="1200"/>
            </a:pPr>
            <a:r>
              <a:t>D:/pasar_fix/node_modules/.bun/recharts@3.8.1+b1eb3881bd5318ba/node_modules/recharts/es6/state/selectors/tooltipSelectors.js</a:t>
            </a:r>
          </a:p>
          <a:p>
            <a:pPr>
              <a:defRPr sz="1200"/>
            </a:pPr>
            <a:r>
              <a:t>D:/pasar_fix/node_modules/.bun/recharts@3.8.1+b1eb3881bd5318ba/node_modules/recharts/es6/state/selectors/touchSelectors.js</a:t>
            </a:r>
          </a:p>
          <a:p>
            <a:pPr>
              <a:defRPr sz="1200"/>
            </a:pPr>
            <a:r>
              <a:t>D:/pasar_fix/node_modules/.bun/recharts@3.8.1+b1eb3881bd5318ba/node_modules/recharts/es6/state/selectors/combiners/combineActiveLabel.js</a:t>
            </a:r>
          </a:p>
          <a:p>
            <a:pPr>
              <a:defRPr sz="1200"/>
            </a:pPr>
            <a:r>
              <a:t>D:/pasar_fix/node_modules/.bun/recharts@3.8.1+b1eb3881bd5318ba/node_modules/recharts/es6/state/selectors/combiners/combineActiveTooltipIndex.js</a:t>
            </a:r>
          </a:p>
          <a:p>
            <a:pPr>
              <a:defRPr sz="1200"/>
            </a:pPr>
            <a:r>
              <a:t>D:/pasar_fix/node_modules/.bun/recharts@3.8.1+b1eb3881bd5318ba/node_modules/recharts/es6/state/selectors/combiners/combineAllBarPositions.js</a:t>
            </a:r>
          </a:p>
          <a:p>
            <a:pPr>
              <a:defRPr sz="1200"/>
            </a:pPr>
            <a:r>
              <a:t>D:/pasar_fix/node_modules/.bun/recharts@3.8.1+b1eb3881bd5318ba/node_modules/recharts/es6/state/selectors/combiners/combineAxisRangeWithReverse.js</a:t>
            </a:r>
          </a:p>
          <a:p>
            <a:pPr>
              <a:defRPr sz="1200"/>
            </a:pPr>
            <a:r>
              <a:t>D:/pasar_fix/node_modules/.bun/recharts@3.8.1+b1eb3881bd5318ba/node_modules/recharts/es6/state/selectors/combiners/combineBarPosition.js</a:t>
            </a:r>
          </a:p>
          <a:p>
            <a:pPr>
              <a:defRPr sz="1200"/>
            </a:pPr>
            <a:r>
              <a:t>D:/pasar_fix/node_modules/.bun/recharts@3.8.1+b1eb3881bd5318ba/node_modules/recharts/es6/state/selectors/combiners/combineBarSizeList.js</a:t>
            </a:r>
          </a:p>
          <a:p>
            <a:pPr>
              <a:defRPr sz="1200"/>
            </a:pPr>
            <a:r>
              <a:t>D:/pasar_fix/node_modules/.bun/recharts@3.8.1+b1eb3881bd5318ba/node_modules/recharts/es6/state/selectors/combiners/combineCheckedDomain.js</a:t>
            </a:r>
          </a:p>
          <a:p>
            <a:pPr>
              <a:defRPr sz="1200"/>
            </a:pPr>
            <a:r>
              <a:t>D:/pasar_fix/node_modules/.bun/recharts@3.8.1+b1eb3881bd5318ba/node_modules/recharts/es6/state/selectors/combiners/combineConfiguredScale.js</a:t>
            </a:r>
          </a:p>
          <a:p>
            <a:pPr>
              <a:defRPr sz="1200"/>
            </a:pPr>
            <a:r>
              <a:t>D:/pasar_fix/node_modules/.bun/recharts@3.8.1+b1eb3881bd5318ba/node_modules/recharts/es6/state/selectors/combiners/combineCoordinateForDefaultIndex.js</a:t>
            </a:r>
          </a:p>
          <a:p>
            <a:pPr>
              <a:defRPr sz="1200"/>
            </a:pPr>
            <a:r>
              <a:t>D:/pasar_fix/node_modules/.bun/recharts@3.8.1+b1eb3881bd5318ba/node_modules/recharts/es6/state/selectors/combiners/combineDisplayedStackedData.js</a:t>
            </a:r>
          </a:p>
          <a:p>
            <a:pPr>
              <a:defRPr sz="1200"/>
            </a:pPr>
            <a:r>
              <a:t>D:/pasar_fix/node_modules/.bun/recharts@3.8.1+b1eb3881bd5318ba/node_modules/recharts/es6/state/selectors/combiners/combineInverseScaleFunction.js</a:t>
            </a:r>
          </a:p>
          <a:p>
            <a:pPr>
              <a:defRPr sz="1200"/>
            </a:pPr>
            <a:r>
              <a:t>D:/pasar_fix/node_modules/.bun/recharts@3.8.1+b1eb3881bd5318ba/node_modules/recharts/es6/state/selectors/combiners/combineRealScaleType.js</a:t>
            </a:r>
          </a:p>
          <a:p>
            <a:pPr>
              <a:defRPr sz="1200"/>
            </a:pPr>
            <a:r>
              <a:t>D:/pasar_fix/node_modules/.bun/recharts@3.8.1+b1eb3881bd5318ba/node_modules/recharts/es6/state/selectors/combiners/combineStackedData.js</a:t>
            </a:r>
          </a:p>
          <a:p>
            <a:pPr>
              <a:defRPr sz="1200"/>
            </a:pPr>
            <a:r>
              <a:t>D:/pasar_fix/node_modules/.bun/recharts@3.8.1+b1eb3881bd5318ba/node_modules/recharts/es6/state/selectors/combiners/combineTooltipInteractionState.js</a:t>
            </a:r>
          </a:p>
          <a:p>
            <a:pPr>
              <a:defRPr sz="1200"/>
            </a:pPr>
            <a:r>
              <a:t>D:/pasar_fix/node_modules/.bun/recharts@3.8.1+b1eb3881bd5318ba/node_modules/recharts/es6/state/selectors/combiners/combineTooltipPayload.js</a:t>
            </a:r>
          </a:p>
          <a:p>
            <a:pPr>
              <a:defRPr sz="1200"/>
            </a:pPr>
            <a:r>
              <a:t>D:/pasar_fix/node_modules/.bun/recharts@3.8.1+b1eb3881bd5318ba/node_modules/recharts/es6/state/selectors/combiners/combineTooltipPayloadConfigurations.js</a:t>
            </a:r>
          </a:p>
          <a:p>
            <a:pPr>
              <a:defRPr sz="1200"/>
            </a:pPr>
            <a:r>
              <a:t>D:/pasar_fix/node_modules/.bun/recharts@3.8.1+b1eb3881bd5318ba/node_modules/recharts/es6/state/types/AreaSettings.js</a:t>
            </a:r>
          </a:p>
          <a:p>
            <a:pPr>
              <a:defRPr sz="1200"/>
            </a:pPr>
            <a:r>
              <a:t>D:/pasar_fix/node_modules/.bun/recharts@3.8.1+b1eb3881bd5318ba/node_modules/recharts/es6/state/types/BarSettings.js</a:t>
            </a:r>
          </a:p>
          <a:p>
            <a:pPr>
              <a:defRPr sz="1200"/>
            </a:pPr>
            <a:r>
              <a:t>D:/pasar_fix/node_modules/.bun/recharts@3.8.1+b1eb3881bd5318ba/node_modules/recharts/es6/state/types/LineSettings.js</a:t>
            </a:r>
          </a:p>
          <a:p>
            <a:pPr>
              <a:defRPr sz="1200"/>
            </a:pPr>
            <a:r>
              <a:t>D:/pasar_fix/node_modules/.bun/recharts@3.8.1+b1eb3881bd5318ba/node_modules/recharts/es6/state/types/PieSettings.js</a:t>
            </a:r>
          </a:p>
          <a:p>
            <a:pPr>
              <a:defRPr sz="1200"/>
            </a:pPr>
            <a:r>
              <a:t>D:/pasar_fix/node_modules/.bun/recharts@3.8.1+b1eb3881bd5318ba/node_modules/recharts/es6/state/types/RadarSettings.js</a:t>
            </a:r>
          </a:p>
          <a:p>
            <a:pPr>
              <a:defRPr sz="1200"/>
            </a:pPr>
            <a:r>
              <a:t>D:/pasar_fix/node_modules/.bun/recharts@3.8.1+b1eb3881bd5318ba/node_modules/recharts/es6/state/types/RadialBarSettings.js</a:t>
            </a:r>
          </a:p>
          <a:p>
            <a:pPr>
              <a:defRPr sz="1200"/>
            </a:pPr>
            <a:r>
              <a:t>D:/pasar_fix/node_modules/.bun/recharts@3.8.1+b1eb3881bd5318ba/node_modules/recharts/es6/state/types/ScatterSettings.js</a:t>
            </a:r>
          </a:p>
          <a:p>
            <a:pPr>
              <a:defRPr sz="1200"/>
            </a:pPr>
            <a:r>
              <a:t>D:/pasar_fix/node_modules/.bun/recharts@3.8.1+b1eb3881bd5318ba/node_modules/recharts/es6/state/types/StackedGraphicalItem.js</a:t>
            </a:r>
          </a:p>
          <a:p>
            <a:pPr>
              <a:defRPr sz="1200"/>
            </a:pPr>
            <a:r>
              <a:t>D:/pasar_fix/node_modules/.bun/recharts@3.8.1+b1eb3881bd5318ba/node_modules/recharts/es6/synchronisation/syncSelectors.js</a:t>
            </a:r>
          </a:p>
          <a:p>
            <a:pPr>
              <a:defRPr sz="1200"/>
            </a:pPr>
            <a:r>
              <a:t>D:/pasar_fix/node_modules/.bun/recharts@3.8.1+b1eb3881bd5318ba/node_modules/recharts/es6/synchronisation/types.js</a:t>
            </a:r>
          </a:p>
          <a:p>
            <a:pPr>
              <a:defRPr sz="1200"/>
            </a:pPr>
            <a:r>
              <a:t>D:/pasar_fix/node_modules/.bun/recharts@3.8.1+b1eb3881bd5318ba/node_modules/recharts/es6/synchronisation/useChartSynchronisation.js</a:t>
            </a:r>
          </a:p>
          <a:p>
            <a:pPr>
              <a:defRPr sz="1200"/>
            </a:pPr>
            <a:r>
              <a:t>D:/pasar_fix/node_modules/.bun/recharts@3.8.1+b1eb3881bd5318ba/node_modules/recharts/es6/util/ActiveShapeUtils.js</a:t>
            </a:r>
          </a:p>
          <a:p>
            <a:pPr>
              <a:defRPr sz="1200"/>
            </a:pPr>
            <a:r>
              <a:t>D:/pasar_fix/node_modules/.bun/recharts@3.8.1+b1eb3881bd5318ba/node_modules/recharts/es6/util/axisPropsAreEqual.js</a:t>
            </a:r>
          </a:p>
          <a:p>
            <a:pPr>
              <a:defRPr sz="1200"/>
            </a:pPr>
            <a:r>
              <a:t>D:/pasar_fix/node_modules/.bun/recharts@3.8.1+b1eb3881bd5318ba/node_modules/recharts/es6/util/BarUtils.js</a:t>
            </a:r>
          </a:p>
          <a:p>
            <a:pPr>
              <a:defRPr sz="1200"/>
            </a:pPr>
            <a:r>
              <a:t>D:/pasar_fix/node_modules/.bun/recharts@3.8.1+b1eb3881bd5318ba/node_modules/recharts/es6/util/CartesianUtils.js</a:t>
            </a:r>
          </a:p>
          <a:p>
            <a:pPr>
              <a:defRPr sz="1200"/>
            </a:pPr>
            <a:r>
              <a:t>D:/pasar_fix/node_modules/.bun/recharts@3.8.1+b1eb3881bd5318ba/node_modules/recharts/es6/util/ChartUtils.js</a:t>
            </a:r>
          </a:p>
          <a:p>
            <a:pPr>
              <a:defRPr sz="1200"/>
            </a:pPr>
            <a:r>
              <a:t>D:/pasar_fix/node_modules/.bun/recharts@3.8.1+b1eb3881bd5318ba/node_modules/recharts/es6/util/Constants.js</a:t>
            </a:r>
          </a:p>
          <a:p>
            <a:pPr>
              <a:defRPr sz="1200"/>
            </a:pPr>
            <a:r>
              <a:t>D:/pasar_fix/node_modules/.bun/recharts@3.8.1+b1eb3881bd5318ba/node_modules/recharts/es6/util/createCartesianCharts.js</a:t>
            </a:r>
          </a:p>
          <a:p>
            <a:pPr>
              <a:defRPr sz="1200"/>
            </a:pPr>
            <a:r>
              <a:t>D:/pasar_fix/node_modules/.bun/recharts@3.8.1+b1eb3881bd5318ba/node_modules/recharts/es6/util/createEventProxy.js</a:t>
            </a:r>
          </a:p>
          <a:p>
            <a:pPr>
              <a:defRPr sz="1200"/>
            </a:pPr>
            <a:r>
              <a:t>D:/pasar_fix/node_modules/.bun/recharts@3.8.1+b1eb3881bd5318ba/node_modules/recharts/es6/util/createPolarCharts.js</a:t>
            </a:r>
          </a:p>
          <a:p>
            <a:pPr>
              <a:defRPr sz="1200"/>
            </a:pPr>
            <a:r>
              <a:t>D:/pasar_fix/node_modules/.bun/recharts@3.8.1+b1eb3881bd5318ba/node_modules/recharts/es6/util/CssPrefixUtils.js</a:t>
            </a:r>
          </a:p>
          <a:p>
            <a:pPr>
              <a:defRPr sz="1200"/>
            </a:pPr>
            <a:r>
              <a:t>D:/pasar_fix/node_modules/.bun/recharts@3.8.1+b1eb3881bd5318ba/node_modules/recharts/es6/util/DataUtils.js</a:t>
            </a:r>
          </a:p>
          <a:p>
            <a:pPr>
              <a:defRPr sz="1200"/>
            </a:pPr>
            <a:r>
              <a:t>D:/pasar_fix/node_modules/.bun/recharts@3.8.1+b1eb3881bd5318ba/node_modules/recharts/es6/util/DOMUtils.js</a:t>
            </a:r>
          </a:p>
          <a:p>
            <a:pPr>
              <a:defRPr sz="1200"/>
            </a:pPr>
            <a:r>
              <a:t>D:/pasar_fix/node_modules/.bun/recharts@3.8.1+b1eb3881bd5318ba/node_modules/recharts/es6/util/Events.js</a:t>
            </a:r>
          </a:p>
          <a:p>
            <a:pPr>
              <a:defRPr sz="1200"/>
            </a:pPr>
            <a:r>
              <a:t>D:/pasar_fix/node_modules/.bun/recharts@3.8.1+b1eb3881bd5318ba/node_modules/recharts/es6/util/excludeEventProps.js</a:t>
            </a:r>
          </a:p>
          <a:p>
            <a:pPr>
              <a:defRPr sz="1200"/>
            </a:pPr>
            <a:r>
              <a:t>D:/pasar_fix/node_modules/.bun/recharts@3.8.1+b1eb3881bd5318ba/node_modules/recharts/es6/util/FunnelUtils.js</a:t>
            </a:r>
          </a:p>
          <a:p>
            <a:pPr>
              <a:defRPr sz="1200"/>
            </a:pPr>
            <a:r>
              <a:t>D:/pasar_fix/node_modules/.bun/recharts@3.8.1+b1eb3881bd5318ba/node_modules/recharts/es6/util/getActiveCoordinate.js</a:t>
            </a:r>
          </a:p>
          <a:p>
            <a:pPr>
              <a:defRPr sz="1200"/>
            </a:pPr>
            <a:r>
              <a:t>D:/pasar_fix/node_modules/.bun/recharts@3.8.1+b1eb3881bd5318ba/node_modules/recharts/es6/util/getAxisTypeBasedOnLayout.js</a:t>
            </a:r>
          </a:p>
          <a:p>
            <a:pPr>
              <a:defRPr sz="1200"/>
            </a:pPr>
            <a:r>
              <a:t>D:/pasar_fix/node_modules/.bun/recharts@3.8.1+b1eb3881bd5318ba/node_modules/recharts/es6/util/getClassNameFromUnknown.js</a:t>
            </a:r>
          </a:p>
          <a:p>
            <a:pPr>
              <a:defRPr sz="1200"/>
            </a:pPr>
            <a:r>
              <a:t>D:/pasar_fix/node_modules/.bun/recharts@3.8.1+b1eb3881bd5318ba/node_modules/recharts/es6/util/getEveryNth.js</a:t>
            </a:r>
          </a:p>
          <a:p>
            <a:pPr>
              <a:defRPr sz="1200"/>
            </a:pPr>
            <a:r>
              <a:t>D:/pasar_fix/node_modules/.bun/recharts@3.8.1+b1eb3881bd5318ba/node_modules/recharts/es6/util/getRadiusAndStrokeWidthFromDot.js</a:t>
            </a:r>
          </a:p>
          <a:p>
            <a:pPr>
              <a:defRPr sz="1200"/>
            </a:pPr>
            <a:r>
              <a:t>D:/pasar_fix/node_modules/.bun/recharts@3.8.1+b1eb3881bd5318ba/node_modules/recharts/es6/util/getRelativeCoordinate.js</a:t>
            </a:r>
          </a:p>
          <a:p>
            <a:pPr>
              <a:defRPr sz="1200"/>
            </a:pPr>
            <a:r>
              <a:t>D:/pasar_fix/node_modules/.bun/recharts@3.8.1+b1eb3881bd5318ba/node_modules/recharts/es6/util/getSliced.js</a:t>
            </a:r>
          </a:p>
          <a:p>
            <a:pPr>
              <a:defRPr sz="1200"/>
            </a:pPr>
            <a:r>
              <a:t>D:/pasar_fix/node_modules/.bun/recharts@3.8.1+b1eb3881bd5318ba/node_modules/recharts/es6/util/Global.js</a:t>
            </a:r>
          </a:p>
          <a:p>
            <a:pPr>
              <a:defRPr sz="1200"/>
            </a:pPr>
            <a:r>
              <a:t>D:/pasar_fix/node_modules/.bun/recharts@3.8.1+b1eb3881bd5318ba/node_modules/recharts/es6/util/IfOverflow.js</a:t>
            </a:r>
          </a:p>
          <a:p>
            <a:pPr>
              <a:defRPr sz="1200"/>
            </a:pPr>
            <a:r>
              <a:t>D:/pasar_fix/node_modules/.bun/recharts@3.8.1+b1eb3881bd5318ba/node_modules/recharts/es6/util/isDomainSpecifiedByUser.js</a:t>
            </a:r>
          </a:p>
          <a:p>
            <a:pPr>
              <a:defRPr sz="1200"/>
            </a:pPr>
            <a:r>
              <a:t>D:/pasar_fix/node_modules/.bun/recharts@3.8.1+b1eb3881bd5318ba/node_modules/recharts/es6/util/isWellBehavedNumber.js</a:t>
            </a:r>
          </a:p>
          <a:p>
            <a:pPr>
              <a:defRPr sz="1200"/>
            </a:pPr>
            <a:r>
              <a:t>D:/pasar_fix/node_modules/.bun/recharts@3.8.1+b1eb3881bd5318ba/node_modules/recharts/es6/util/LogUtils.js</a:t>
            </a:r>
          </a:p>
          <a:p>
            <a:pPr>
              <a:defRPr sz="1200"/>
            </a:pPr>
            <a:r>
              <a:t>D:/pasar_fix/node_modules/.bun/recharts@3.8.1+b1eb3881bd5318ba/node_modules/recharts/es6/util/LRUCache.js</a:t>
            </a:r>
          </a:p>
          <a:p>
            <a:pPr>
              <a:defRPr sz="1200"/>
            </a:pPr>
            <a:r>
              <a:t>D:/pasar_fix/node_modules/.bun/recharts@3.8.1+b1eb3881bd5318ba/node_modules/recharts/es6/util/PolarUtils.js</a:t>
            </a:r>
          </a:p>
          <a:p>
            <a:pPr>
              <a:defRPr sz="1200"/>
            </a:pPr>
            <a:r>
              <a:t>D:/pasar_fix/node_modules/.bun/recharts@3.8.1+b1eb3881bd5318ba/node_modules/recharts/es6/util/propsAreEqual.js</a:t>
            </a:r>
          </a:p>
          <a:p>
            <a:pPr>
              <a:defRPr sz="1200"/>
            </a:pPr>
            <a:r>
              <a:t>D:/pasar_fix/node_modules/.bun/recharts@3.8.1+b1eb3881bd5318ba/node_modules/recharts/es6/util/RadialBarUtils.js</a:t>
            </a:r>
          </a:p>
          <a:p>
            <a:pPr>
              <a:defRPr sz="1200"/>
            </a:pPr>
            <a:r>
              <a:t>D:/pasar_fix/node_modules/.bun/recharts@3.8.1+b1eb3881bd5318ba/node_modules/recharts/es6/util/ReactUtils.js</a:t>
            </a:r>
          </a:p>
          <a:p>
            <a:pPr>
              <a:defRPr sz="1200"/>
            </a:pPr>
            <a:r>
              <a:t>D:/pasar_fix/node_modules/.bun/recharts@3.8.1+b1eb3881bd5318ba/node_modules/recharts/es6/util/ReduceCSSCalc.js</a:t>
            </a:r>
          </a:p>
          <a:p>
            <a:pPr>
              <a:defRPr sz="1200"/>
            </a:pPr>
            <a:r>
              <a:t>D:/pasar_fix/node_modules/.bun/recharts@3.8.1+b1eb3881bd5318ba/node_modules/recharts/es6/util/resolveDefaultProps.js</a:t>
            </a:r>
          </a:p>
          <a:p>
            <a:pPr>
              <a:defRPr sz="1200"/>
            </a:pPr>
            <a:r>
              <a:t>D:/pasar_fix/node_modules/.bun/recharts@3.8.1+b1eb3881bd5318ba/node_modules/recharts/es6/util/round.js</a:t>
            </a:r>
          </a:p>
          <a:p>
            <a:pPr>
              <a:defRPr sz="1200"/>
            </a:pPr>
            <a:r>
              <a:t>D:/pasar_fix/node_modules/.bun/recharts@3.8.1+b1eb3881bd5318ba/node_modules/recharts/es6/util/ScatterUtils.js</a:t>
            </a:r>
          </a:p>
          <a:p>
            <a:pPr>
              <a:defRPr sz="1200"/>
            </a:pPr>
            <a:r>
              <a:t>D:/pasar_fix/node_modules/.bun/recharts@3.8.1+b1eb3881bd5318ba/node_modules/recharts/es6/util/svgPropertiesAndEvents.js</a:t>
            </a:r>
          </a:p>
          <a:p>
            <a:pPr>
              <a:defRPr sz="1200"/>
            </a:pPr>
            <a:r>
              <a:t>D:/pasar_fix/node_modules/.bun/recharts@3.8.1+b1eb3881bd5318ba/node_modules/recharts/es6/util/svgPropertiesNoEvents.js</a:t>
            </a:r>
          </a:p>
          <a:p>
            <a:pPr>
              <a:defRPr sz="1200"/>
            </a:pPr>
            <a:r>
              <a:t>D:/pasar_fix/node_modules/.bun/recharts@3.8.1+b1eb3881bd5318ba/node_modules/recharts/es6/util/TickUtils.js</a:t>
            </a:r>
          </a:p>
          <a:p>
            <a:pPr>
              <a:defRPr sz="1200"/>
            </a:pPr>
            <a:r>
              <a:t>D:/pasar_fix/node_modules/.bun/recharts@3.8.1+b1eb3881bd5318ba/node_modules/recharts/es6/util/typedDataKey.js</a:t>
            </a:r>
          </a:p>
          <a:p>
            <a:pPr>
              <a:defRPr sz="1200"/>
            </a:pPr>
            <a:r>
              <a:t>D:/pasar_fix/node_modules/.bun/recharts@3.8.1+b1eb3881bd5318ba/node_modules/recharts/es6/util/types.js</a:t>
            </a:r>
          </a:p>
          <a:p>
            <a:pPr>
              <a:defRPr sz="1200"/>
            </a:pPr>
            <a:r>
              <a:t>D:/pasar_fix/node_modules/.bun/recharts@3.8.1+b1eb3881bd5318ba/node_modules/recharts/es6/util/useAnimationId.js</a:t>
            </a:r>
          </a:p>
          <a:p>
            <a:pPr>
              <a:defRPr sz="1200"/>
            </a:pPr>
            <a:r>
              <a:t>D:/pasar_fix/node_modules/.bun/recharts@3.8.1+b1eb3881bd5318ba/node_modules/recharts/es6/util/useElementOffset.js</a:t>
            </a:r>
          </a:p>
          <a:p>
            <a:pPr>
              <a:defRPr sz="1200"/>
            </a:pPr>
            <a:r>
              <a:t>D:/pasar_fix/node_modules/.bun/recharts@3.8.1+b1eb3881bd5318ba/node_modules/recharts/es6/util/useId.js</a:t>
            </a:r>
          </a:p>
          <a:p>
            <a:pPr>
              <a:defRPr sz="1200"/>
            </a:pPr>
            <a:r>
              <a:t>D:/pasar_fix/node_modules/.bun/recharts@3.8.1+b1eb3881bd5318ba/node_modules/recharts/es6/util/usePrefersReducedMotion.js</a:t>
            </a:r>
          </a:p>
          <a:p>
            <a:pPr>
              <a:defRPr sz="1200"/>
            </a:pPr>
            <a:r>
              <a:t>D:/pasar_fix/node_modules/.bun/recharts@3.8.1+b1eb3881bd5318ba/node_modules/recharts/es6/util/useReportScale.js</a:t>
            </a:r>
          </a:p>
          <a:p>
            <a:pPr>
              <a:defRPr sz="1200"/>
            </a:pPr>
            <a:r>
              <a:t>D:/pasar_fix/node_modules/.bun/recharts@3.8.1+b1eb3881bd5318ba/node_modules/recharts/es6/util/useUniqueId.js</a:t>
            </a:r>
          </a:p>
          <a:p>
            <a:pPr>
              <a:defRPr sz="1200"/>
            </a:pPr>
            <a:r>
              <a:t>D:/pasar_fix/node_modules/.bun/recharts@3.8.1+b1eb3881bd5318ba/node_modules/recharts/es6/util/YAxisUtils.js</a:t>
            </a:r>
          </a:p>
          <a:p>
            <a:pPr>
              <a:defRPr sz="1200"/>
            </a:pPr>
            <a:r>
              <a:t>D:/pasar_fix/node_modules/.bun/recharts@3.8.1+b1eb3881bd5318ba/node_modules/recharts/es6/util/cursor/getCursorPoints.js</a:t>
            </a:r>
          </a:p>
          <a:p>
            <a:pPr>
              <a:defRPr sz="1200"/>
            </a:pPr>
            <a:r>
              <a:t>D:/pasar_fix/node_modules/.bun/recharts@3.8.1+b1eb3881bd5318ba/node_modules/recharts/es6/util/cursor/getCursorRectangle.js</a:t>
            </a:r>
          </a:p>
          <a:p>
            <a:pPr>
              <a:defRPr sz="1200"/>
            </a:pPr>
            <a:r>
              <a:t>D:/pasar_fix/node_modules/.bun/recharts@3.8.1+b1eb3881bd5318ba/node_modules/recharts/es6/util/cursor/getRadialCursorPoints.js</a:t>
            </a:r>
          </a:p>
          <a:p>
            <a:pPr>
              <a:defRPr sz="1200"/>
            </a:pPr>
            <a:r>
              <a:t>D:/pasar_fix/node_modules/.bun/recharts@3.8.1+b1eb3881bd5318ba/node_modules/recharts/es6/util/payload/getUniqPayload.js</a:t>
            </a:r>
          </a:p>
          <a:p>
            <a:pPr>
              <a:defRPr sz="1200"/>
            </a:pPr>
            <a:r>
              <a:t>D:/pasar_fix/node_modules/.bun/recharts@3.8.1+b1eb3881bd5318ba/node_modules/recharts/es6/util/scale/CartesianScaleHelper.js</a:t>
            </a:r>
          </a:p>
          <a:p>
            <a:pPr>
              <a:defRPr sz="1200"/>
            </a:pPr>
            <a:r>
              <a:t>D:/pasar_fix/node_modules/.bun/recharts@3.8.1+b1eb3881bd5318ba/node_modules/recharts/es6/util/scale/createCategoricalInverse.js</a:t>
            </a:r>
          </a:p>
          <a:p>
            <a:pPr>
              <a:defRPr sz="1200"/>
            </a:pPr>
            <a:r>
              <a:t>D:/pasar_fix/node_modules/.bun/recharts@3.8.1+b1eb3881bd5318ba/node_modules/recharts/es6/util/scale/CustomScaleDefinition.js</a:t>
            </a:r>
          </a:p>
          <a:p>
            <a:pPr>
              <a:defRPr sz="1200"/>
            </a:pPr>
            <a:r>
              <a:t>D:/pasar_fix/node_modules/.bun/recharts@3.8.1+b1eb3881bd5318ba/node_modules/recharts/es6/util/scale/getNiceTickValues.js</a:t>
            </a:r>
          </a:p>
          <a:p>
            <a:pPr>
              <a:defRPr sz="1200"/>
            </a:pPr>
            <a:r>
              <a:t>D:/pasar_fix/node_modules/.bun/recharts@3.8.1+b1eb3881bd5318ba/node_modules/recharts/es6/util/scale/index.js</a:t>
            </a:r>
          </a:p>
          <a:p>
            <a:pPr>
              <a:defRPr sz="1200"/>
            </a:pPr>
            <a:r>
              <a:t>D:/pasar_fix/node_modules/.bun/recharts@3.8.1+b1eb3881bd5318ba/node_modules/recharts/es6/util/scale/RechartsScale.js</a:t>
            </a:r>
          </a:p>
          <a:p>
            <a:pPr>
              <a:defRPr sz="1200"/>
            </a:pPr>
            <a:r>
              <a:t>D:/pasar_fix/node_modules/.bun/recharts@3.8.1+b1eb3881bd5318ba/node_modules/recharts/es6/util/scale/util/arithmetic.js</a:t>
            </a:r>
          </a:p>
          <a:p>
            <a:pPr>
              <a:defRPr sz="1200"/>
            </a:pPr>
            <a:r>
              <a:t>D:/pasar_fix/node_modules/.bun/recharts@3.8.1+b1eb3881bd5318ba/node_modules/recharts/es6/util/stacks/getStackSeriesIdentifier.js</a:t>
            </a:r>
          </a:p>
          <a:p>
            <a:pPr>
              <a:defRPr sz="1200"/>
            </a:pPr>
            <a:r>
              <a:t>D:/pasar_fix/node_modules/.bun/recharts@3.8.1+b1eb3881bd5318ba/node_modules/recharts/es6/util/stacks/stackTypes.js</a:t>
            </a:r>
          </a:p>
          <a:p>
            <a:pPr>
              <a:defRPr sz="1200"/>
            </a:pPr>
            <a:r>
              <a:t>D:/pasar_fix/node_modules/.bun/recharts@3.8.1+b1eb3881bd5318ba/node_modules/recharts/es6/util/tooltip/translate.js</a:t>
            </a:r>
          </a:p>
          <a:p>
            <a:pPr>
              <a:defRPr sz="1200"/>
            </a:pPr>
            <a:r>
              <a:t>D:/pasar_fix/node_modules/.bun/recharts@3.8.1+b1eb3881bd5318ba/node_modules/recharts/es6/zIndex/DefaultZIndexes.js</a:t>
            </a:r>
          </a:p>
          <a:p>
            <a:pPr>
              <a:defRPr sz="1200"/>
            </a:pPr>
            <a:r>
              <a:t>D:/pasar_fix/node_modules/.bun/recharts@3.8.1+b1eb3881bd5318ba/node_modules/recharts/es6/zIndex/getZIndexFromUnknown.js</a:t>
            </a:r>
          </a:p>
          <a:p>
            <a:pPr>
              <a:defRPr sz="1200"/>
            </a:pPr>
            <a:r>
              <a:t>D:/pasar_fix/node_modules/.bun/recharts@3.8.1+b1eb3881bd5318ba/node_modules/recharts/es6/zIndex/ZIndexLayer.js</a:t>
            </a:r>
          </a:p>
          <a:p>
            <a:pPr>
              <a:defRPr sz="1200"/>
            </a:pPr>
            <a:r>
              <a:t>D:/pasar_fix/node_modules/.bun/recharts@3.8.1+b1eb3881bd5318ba/node_modules/recharts/es6/zIndex/ZIndexPortal.js</a:t>
            </a:r>
          </a:p>
          <a:p>
            <a:pPr>
              <a:defRPr sz="1200"/>
            </a:pPr>
            <a:r>
              <a:t>D:/pasar_fix/node_modules/.bun/recharts@3.8.1+b1eb3881bd5318ba/node_modules/recharts/es6/zIndex/zIndexSelectors.js</a:t>
            </a:r>
          </a:p>
          <a:p>
            <a:pPr>
              <a:defRPr sz="1200"/>
            </a:pPr>
            <a:r>
              <a:t>D:/pasar_fix/node_modules/.bun/recharts@3.8.1+b1eb3881bd5318ba/node_modules/recharts/lib/hooks.js</a:t>
            </a:r>
          </a:p>
          <a:p>
            <a:pPr>
              <a:defRPr sz="1200"/>
            </a:pPr>
            <a:r>
              <a:t>D:/pasar_fix/node_modules/.bun/recharts@3.8.1+b1eb3881bd5318ba/node_modules/recharts/lib/index.js</a:t>
            </a:r>
          </a:p>
          <a:p>
            <a:pPr>
              <a:defRPr sz="1200"/>
            </a:pPr>
            <a:r>
              <a:t>D:/pasar_fix/node_modules/.bun/recharts@3.8.1+b1eb3881bd5318ba/node_modules/recharts/lib/types.js</a:t>
            </a:r>
          </a:p>
          <a:p>
            <a:pPr>
              <a:defRPr sz="1200"/>
            </a:pPr>
            <a:r>
              <a:t>D:/pasar_fix/node_modules/.bun/recharts@3.8.1+b1eb3881bd5318ba/node_modules/recharts/lib/animation/AnimationManager.js</a:t>
            </a:r>
          </a:p>
          <a:p>
            <a:pPr>
              <a:defRPr sz="1200"/>
            </a:pPr>
            <a:r>
              <a:t>D:/pasar_fix/node_modules/.bun/recharts@3.8.1+b1eb3881bd5318ba/node_modules/recharts/lib/animation/configUpdate.js</a:t>
            </a:r>
          </a:p>
          <a:p>
            <a:pPr>
              <a:defRPr sz="1200"/>
            </a:pPr>
            <a:r>
              <a:t>D:/pasar_fix/node_modules/.bun/recharts@3.8.1+b1eb3881bd5318ba/node_modules/recharts/lib/animation/createDefaultAnimationManager.js</a:t>
            </a:r>
          </a:p>
          <a:p>
            <a:pPr>
              <a:defRPr sz="1200"/>
            </a:pPr>
            <a:r>
              <a:t>D:/pasar_fix/node_modules/.bun/recharts@3.8.1+b1eb3881bd5318ba/node_modules/recharts/lib/animation/CSSTransitionAnimate.js</a:t>
            </a:r>
          </a:p>
          <a:p>
            <a:pPr>
              <a:defRPr sz="1200"/>
            </a:pPr>
            <a:r>
              <a:t>D:/pasar_fix/node_modules/.bun/recharts@3.8.1+b1eb3881bd5318ba/node_modules/recharts/lib/animation/easing.js</a:t>
            </a:r>
          </a:p>
          <a:p>
            <a:pPr>
              <a:defRPr sz="1200"/>
            </a:pPr>
            <a:r>
              <a:t>D:/pasar_fix/node_modules/.bun/recharts@3.8.1+b1eb3881bd5318ba/node_modules/recharts/lib/animation/JavascriptAnimate.js</a:t>
            </a:r>
          </a:p>
          <a:p>
            <a:pPr>
              <a:defRPr sz="1200"/>
            </a:pPr>
            <a:r>
              <a:t>D:/pasar_fix/node_modules/.bun/recharts@3.8.1+b1eb3881bd5318ba/node_modules/recharts/lib/animation/timeoutController.js</a:t>
            </a:r>
          </a:p>
          <a:p>
            <a:pPr>
              <a:defRPr sz="1200"/>
            </a:pPr>
            <a:r>
              <a:t>D:/pasar_fix/node_modules/.bun/recharts@3.8.1+b1eb3881bd5318ba/node_modules/recharts/lib/animation/useAnimationManager.js</a:t>
            </a:r>
          </a:p>
          <a:p>
            <a:pPr>
              <a:defRPr sz="1200"/>
            </a:pPr>
            <a:r>
              <a:t>D:/pasar_fix/node_modules/.bun/recharts@3.8.1+b1eb3881bd5318ba/node_modules/recharts/lib/animation/util.js</a:t>
            </a:r>
          </a:p>
          <a:p>
            <a:pPr>
              <a:defRPr sz="1200"/>
            </a:pPr>
            <a:r>
              <a:t>D:/pasar_fix/node_modules/.bun/recharts@3.8.1+b1eb3881bd5318ba/node_modules/recharts/lib/cartesian/Area.js</a:t>
            </a:r>
          </a:p>
          <a:p>
            <a:pPr>
              <a:defRPr sz="1200"/>
            </a:pPr>
            <a:r>
              <a:t>D:/pasar_fix/node_modules/.bun/recharts@3.8.1+b1eb3881bd5318ba/node_modules/recharts/lib/cartesian/Bar.js</a:t>
            </a:r>
          </a:p>
          <a:p>
            <a:pPr>
              <a:defRPr sz="1200"/>
            </a:pPr>
            <a:r>
              <a:t>D:/pasar_fix/node_modules/.bun/recharts@3.8.1+b1eb3881bd5318ba/node_modules/recharts/lib/cartesian/BarStack.js</a:t>
            </a:r>
          </a:p>
          <a:p>
            <a:pPr>
              <a:defRPr sz="1200"/>
            </a:pPr>
            <a:r>
              <a:t>D:/pasar_fix/node_modules/.bun/recharts@3.8.1+b1eb3881bd5318ba/node_modules/recharts/lib/cartesian/Brush.js</a:t>
            </a:r>
          </a:p>
          <a:p>
            <a:pPr>
              <a:defRPr sz="1200"/>
            </a:pPr>
            <a:r>
              <a:t>D:/pasar_fix/node_modules/.bun/recharts@3.8.1+b1eb3881bd5318ba/node_modules/recharts/lib/cartesian/CartesianAxis.js</a:t>
            </a:r>
          </a:p>
          <a:p>
            <a:pPr>
              <a:defRPr sz="1200"/>
            </a:pPr>
            <a:r>
              <a:t>D:/pasar_fix/node_modules/.bun/recharts@3.8.1+b1eb3881bd5318ba/node_modules/recharts/lib/cartesian/CartesianGrid.js</a:t>
            </a:r>
          </a:p>
          <a:p>
            <a:pPr>
              <a:defRPr sz="1200"/>
            </a:pPr>
            <a:r>
              <a:t>D:/pasar_fix/node_modules/.bun/recharts@3.8.1+b1eb3881bd5318ba/node_modules/recharts/lib/cartesian/ErrorBar.js</a:t>
            </a:r>
          </a:p>
          <a:p>
            <a:pPr>
              <a:defRPr sz="1200"/>
            </a:pPr>
            <a:r>
              <a:t>D:/pasar_fix/node_modules/.bun/recharts@3.8.1+b1eb3881bd5318ba/node_modules/recharts/lib/cartesian/Funnel.js</a:t>
            </a:r>
          </a:p>
          <a:p>
            <a:pPr>
              <a:defRPr sz="1200"/>
            </a:pPr>
            <a:r>
              <a:t>D:/pasar_fix/node_modules/.bun/recharts@3.8.1+b1eb3881bd5318ba/node_modules/recharts/lib/cartesian/getCartesianPosition.js</a:t>
            </a:r>
          </a:p>
          <a:p>
            <a:pPr>
              <a:defRPr sz="1200"/>
            </a:pPr>
            <a:r>
              <a:t>D:/pasar_fix/node_modules/.bun/recharts@3.8.1+b1eb3881bd5318ba/node_modules/recharts/lib/cartesian/getEquidistantTicks.js</a:t>
            </a:r>
          </a:p>
          <a:p>
            <a:pPr>
              <a:defRPr sz="1200"/>
            </a:pPr>
            <a:r>
              <a:t>D:/pasar_fix/node_modules/.bun/recharts@3.8.1+b1eb3881bd5318ba/node_modules/recharts/lib/cartesian/getTicks.js</a:t>
            </a:r>
          </a:p>
          <a:p>
            <a:pPr>
              <a:defRPr sz="1200"/>
            </a:pPr>
            <a:r>
              <a:t>D:/pasar_fix/node_modules/.bun/recharts@3.8.1+b1eb3881bd5318ba/node_modules/recharts/lib/cartesian/GraphicalItemClipPath.js</a:t>
            </a:r>
          </a:p>
          <a:p>
            <a:pPr>
              <a:defRPr sz="1200"/>
            </a:pPr>
            <a:r>
              <a:t>D:/pasar_fix/node_modules/.bun/recharts@3.8.1+b1eb3881bd5318ba/node_modules/recharts/lib/cartesian/Line.js</a:t>
            </a:r>
          </a:p>
          <a:p>
            <a:pPr>
              <a:defRPr sz="1200"/>
            </a:pPr>
            <a:r>
              <a:t>D:/pasar_fix/node_modules/.bun/recharts@3.8.1+b1eb3881bd5318ba/node_modules/recharts/lib/cartesian/ReferenceArea.js</a:t>
            </a:r>
          </a:p>
          <a:p>
            <a:pPr>
              <a:defRPr sz="1200"/>
            </a:pPr>
            <a:r>
              <a:t>D:/pasar_fix/node_modules/.bun/recharts@3.8.1+b1eb3881bd5318ba/node_modules/recharts/lib/cartesian/ReferenceDot.js</a:t>
            </a:r>
          </a:p>
          <a:p>
            <a:pPr>
              <a:defRPr sz="1200"/>
            </a:pPr>
            <a:r>
              <a:t>D:/pasar_fix/node_modules/.bun/recharts@3.8.1+b1eb3881bd5318ba/node_modules/recharts/lib/cartesian/ReferenceLine.js</a:t>
            </a:r>
          </a:p>
          <a:p>
            <a:pPr>
              <a:defRPr sz="1200"/>
            </a:pPr>
            <a:r>
              <a:t>D:/pasar_fix/node_modules/.bun/recharts@3.8.1+b1eb3881bd5318ba/node_modules/recharts/lib/cartesian/Scatter.js</a:t>
            </a:r>
          </a:p>
          <a:p>
            <a:pPr>
              <a:defRPr sz="1200"/>
            </a:pPr>
            <a:r>
              <a:t>D:/pasar_fix/node_modules/.bun/recharts@3.8.1+b1eb3881bd5318ba/node_modules/recharts/lib/cartesian/XAxis.js</a:t>
            </a:r>
          </a:p>
          <a:p>
            <a:pPr>
              <a:defRPr sz="1200"/>
            </a:pPr>
            <a:r>
              <a:t>D:/pasar_fix/node_modules/.bun/recharts@3.8.1+b1eb3881bd5318ba/node_modules/recharts/lib/cartesian/YAxis.js</a:t>
            </a:r>
          </a:p>
          <a:p>
            <a:pPr>
              <a:defRPr sz="1200"/>
            </a:pPr>
            <a:r>
              <a:t>D:/pasar_fix/node_modules/.bun/recharts@3.8.1+b1eb3881bd5318ba/node_modules/recharts/lib/cartesian/ZAxis.js</a:t>
            </a:r>
          </a:p>
          <a:p>
            <a:pPr>
              <a:defRPr sz="1200"/>
            </a:pPr>
            <a:r>
              <a:t>D:/pasar_fix/node_modules/.bun/recharts@3.8.1+b1eb3881bd5318ba/node_modules/recharts/lib/chart/AreaChart.js</a:t>
            </a:r>
          </a:p>
          <a:p>
            <a:pPr>
              <a:defRPr sz="1200"/>
            </a:pPr>
            <a:r>
              <a:t>D:/pasar_fix/node_modules/.bun/recharts@3.8.1+b1eb3881bd5318ba/node_modules/recharts/lib/chart/BarChart.js</a:t>
            </a:r>
          </a:p>
          <a:p>
            <a:pPr>
              <a:defRPr sz="1200"/>
            </a:pPr>
            <a:r>
              <a:t>D:/pasar_fix/node_modules/.bun/recharts@3.8.1+b1eb3881bd5318ba/node_modules/recharts/lib/chart/CartesianChart.js</a:t>
            </a:r>
          </a:p>
          <a:p>
            <a:pPr>
              <a:defRPr sz="1200"/>
            </a:pPr>
            <a:r>
              <a:t>D:/pasar_fix/node_modules/.bun/recharts@3.8.1+b1eb3881bd5318ba/node_modules/recharts/lib/chart/CategoricalChart.js</a:t>
            </a:r>
          </a:p>
          <a:p>
            <a:pPr>
              <a:defRPr sz="1200"/>
            </a:pPr>
            <a:r>
              <a:t>D:/pasar_fix/node_modules/.bun/recharts@3.8.1+b1eb3881bd5318ba/node_modules/recharts/lib/chart/ComposedChart.js</a:t>
            </a:r>
          </a:p>
          <a:p>
            <a:pPr>
              <a:defRPr sz="1200"/>
            </a:pPr>
            <a:r>
              <a:t>D:/pasar_fix/node_modules/.bun/recharts@3.8.1+b1eb3881bd5318ba/node_modules/recharts/lib/chart/FunnelChart.js</a:t>
            </a:r>
          </a:p>
          <a:p>
            <a:pPr>
              <a:defRPr sz="1200"/>
            </a:pPr>
            <a:r>
              <a:t>D:/pasar_fix/node_modules/.bun/recharts@3.8.1+b1eb3881bd5318ba/node_modules/recharts/lib/chart/LineChart.js</a:t>
            </a:r>
          </a:p>
          <a:p>
            <a:pPr>
              <a:defRPr sz="1200"/>
            </a:pPr>
            <a:r>
              <a:t>D:/pasar_fix/node_modules/.bun/recharts@3.8.1+b1eb3881bd5318ba/node_modules/recharts/lib/chart/PieChart.js</a:t>
            </a:r>
          </a:p>
          <a:p>
            <a:pPr>
              <a:defRPr sz="1200"/>
            </a:pPr>
            <a:r>
              <a:t>D:/pasar_fix/node_modules/.bun/recharts@3.8.1+b1eb3881bd5318ba/node_modules/recharts/lib/chart/PolarChart.js</a:t>
            </a:r>
          </a:p>
          <a:p>
            <a:pPr>
              <a:defRPr sz="1200"/>
            </a:pPr>
            <a:r>
              <a:t>D:/pasar_fix/node_modules/.bun/recharts@3.8.1+b1eb3881bd5318ba/node_modules/recharts/lib/chart/RadarChart.js</a:t>
            </a:r>
          </a:p>
          <a:p>
            <a:pPr>
              <a:defRPr sz="1200"/>
            </a:pPr>
            <a:r>
              <a:t>D:/pasar_fix/node_modules/.bun/recharts@3.8.1+b1eb3881bd5318ba/node_modules/recharts/lib/chart/RadialBarChart.js</a:t>
            </a:r>
          </a:p>
          <a:p>
            <a:pPr>
              <a:defRPr sz="1200"/>
            </a:pPr>
            <a:r>
              <a:t>D:/pasar_fix/node_modules/.bun/recharts@3.8.1+b1eb3881bd5318ba/node_modules/recharts/lib/chart/RechartsWrapper.js</a:t>
            </a:r>
          </a:p>
          <a:p>
            <a:pPr>
              <a:defRPr sz="1200"/>
            </a:pPr>
            <a:r>
              <a:t>D:/pasar_fix/node_modules/.bun/recharts@3.8.1+b1eb3881bd5318ba/node_modules/recharts/lib/chart/Sankey.js</a:t>
            </a:r>
          </a:p>
          <a:p>
            <a:pPr>
              <a:defRPr sz="1200"/>
            </a:pPr>
            <a:r>
              <a:t>D:/pasar_fix/node_modules/.bun/recharts@3.8.1+b1eb3881bd5318ba/node_modules/recharts/lib/chart/ScatterChart.js</a:t>
            </a:r>
          </a:p>
          <a:p>
            <a:pPr>
              <a:defRPr sz="1200"/>
            </a:pPr>
            <a:r>
              <a:t>D:/pasar_fix/node_modules/.bun/recharts@3.8.1+b1eb3881bd5318ba/node_modules/recharts/lib/chart/SunburstChart.js</a:t>
            </a:r>
          </a:p>
          <a:p>
            <a:pPr>
              <a:defRPr sz="1200"/>
            </a:pPr>
            <a:r>
              <a:t>D:/pasar_fix/node_modules/.bun/recharts@3.8.1+b1eb3881bd5318ba/node_modules/recharts/lib/chart/Treemap.js</a:t>
            </a:r>
          </a:p>
          <a:p>
            <a:pPr>
              <a:defRPr sz="1200"/>
            </a:pPr>
            <a:r>
              <a:t>D:/pasar_fix/node_modules/.bun/recharts@3.8.1+b1eb3881bd5318ba/node_modules/recharts/lib/chart/types.js</a:t>
            </a:r>
          </a:p>
          <a:p>
            <a:pPr>
              <a:defRPr sz="1200"/>
            </a:pPr>
            <a:r>
              <a:t>D:/pasar_fix/node_modules/.bun/recharts@3.8.1+b1eb3881bd5318ba/node_modules/recharts/lib/component/ActivePoints.js</a:t>
            </a:r>
          </a:p>
          <a:p>
            <a:pPr>
              <a:defRPr sz="1200"/>
            </a:pPr>
            <a:r>
              <a:t>D:/pasar_fix/node_modules/.bun/recharts@3.8.1+b1eb3881bd5318ba/node_modules/recharts/lib/component/Cell.js</a:t>
            </a:r>
          </a:p>
          <a:p>
            <a:pPr>
              <a:defRPr sz="1200"/>
            </a:pPr>
            <a:r>
              <a:t>D:/pasar_fix/node_modules/.bun/recharts@3.8.1+b1eb3881bd5318ba/node_modules/recharts/lib/component/Cursor.js</a:t>
            </a:r>
          </a:p>
          <a:p>
            <a:pPr>
              <a:defRPr sz="1200"/>
            </a:pPr>
            <a:r>
              <a:t>D:/pasar_fix/node_modules/.bun/recharts@3.8.1+b1eb3881bd5318ba/node_modules/recharts/lib/component/Customized.js</a:t>
            </a:r>
          </a:p>
          <a:p>
            <a:pPr>
              <a:defRPr sz="1200"/>
            </a:pPr>
            <a:r>
              <a:t>D:/pasar_fix/node_modules/.bun/recharts@3.8.1+b1eb3881bd5318ba/node_modules/recharts/lib/component/DefaultLegendContent.js</a:t>
            </a:r>
          </a:p>
          <a:p>
            <a:pPr>
              <a:defRPr sz="1200"/>
            </a:pPr>
            <a:r>
              <a:t>D:/pasar_fix/node_modules/.bun/recharts@3.8.1+b1eb3881bd5318ba/node_modules/recharts/lib/component/DefaultTooltipContent.js</a:t>
            </a:r>
          </a:p>
          <a:p>
            <a:pPr>
              <a:defRPr sz="1200"/>
            </a:pPr>
            <a:r>
              <a:t>D:/pasar_fix/node_modules/.bun/recharts@3.8.1+b1eb3881bd5318ba/node_modules/recharts/lib/component/Dots.js</a:t>
            </a:r>
          </a:p>
          <a:p>
            <a:pPr>
              <a:defRPr sz="1200"/>
            </a:pPr>
            <a:r>
              <a:t>D:/pasar_fix/node_modules/.bun/recharts@3.8.1+b1eb3881bd5318ba/node_modules/recharts/lib/component/Label.js</a:t>
            </a:r>
          </a:p>
          <a:p>
            <a:pPr>
              <a:defRPr sz="1200"/>
            </a:pPr>
            <a:r>
              <a:t>D:/pasar_fix/node_modules/.bun/recharts@3.8.1+b1eb3881bd5318ba/node_modules/recharts/lib/component/LabelList.js</a:t>
            </a:r>
          </a:p>
          <a:p>
            <a:pPr>
              <a:defRPr sz="1200"/>
            </a:pPr>
            <a:r>
              <a:t>D:/pasar_fix/node_modules/.bun/recharts@3.8.1+b1eb3881bd5318ba/node_modules/recharts/lib/component/Legend.js</a:t>
            </a:r>
          </a:p>
          <a:p>
            <a:pPr>
              <a:defRPr sz="1200"/>
            </a:pPr>
            <a:r>
              <a:t>D:/pasar_fix/node_modules/.bun/recharts@3.8.1+b1eb3881bd5318ba/node_modules/recharts/lib/component/ResponsiveContainer.js</a:t>
            </a:r>
          </a:p>
          <a:p>
            <a:pPr>
              <a:defRPr sz="1200"/>
            </a:pPr>
            <a:r>
              <a:t>D:/pasar_fix/node_modules/.bun/recharts@3.8.1+b1eb3881bd5318ba/node_modules/recharts/lib/component/responsiveContainerUtils.js</a:t>
            </a:r>
          </a:p>
          <a:p>
            <a:pPr>
              <a:defRPr sz="1200"/>
            </a:pPr>
            <a:r>
              <a:t>D:/pasar_fix/node_modules/.bun/recharts@3.8.1+b1eb3881bd5318ba/node_modules/recharts/lib/component/Text.js</a:t>
            </a:r>
          </a:p>
          <a:p>
            <a:pPr>
              <a:defRPr sz="1200"/>
            </a:pPr>
            <a:r>
              <a:t>D:/pasar_fix/node_modules/.bun/recharts@3.8.1+b1eb3881bd5318ba/node_modules/recharts/lib/component/Tooltip.js</a:t>
            </a:r>
          </a:p>
          <a:p>
            <a:pPr>
              <a:defRPr sz="1200"/>
            </a:pPr>
            <a:r>
              <a:t>D:/pasar_fix/node_modules/.bun/recharts@3.8.1+b1eb3881bd5318ba/node_modules/recharts/lib/component/TooltipBoundingBox.js</a:t>
            </a:r>
          </a:p>
          <a:p>
            <a:pPr>
              <a:defRPr sz="1200"/>
            </a:pPr>
            <a:r>
              <a:t>D:/pasar_fix/node_modules/.bun/recharts@3.8.1+b1eb3881bd5318ba/node_modules/recharts/lib/container/ClipPathProvider.js</a:t>
            </a:r>
          </a:p>
          <a:p>
            <a:pPr>
              <a:defRPr sz="1200"/>
            </a:pPr>
            <a:r>
              <a:t>D:/pasar_fix/node_modules/.bun/recharts@3.8.1+b1eb3881bd5318ba/node_modules/recharts/lib/container/Layer.js</a:t>
            </a:r>
          </a:p>
          <a:p>
            <a:pPr>
              <a:defRPr sz="1200"/>
            </a:pPr>
            <a:r>
              <a:t>D:/pasar_fix/node_modules/.bun/recharts@3.8.1+b1eb3881bd5318ba/node_modules/recharts/lib/container/RootSurface.js</a:t>
            </a:r>
          </a:p>
          <a:p>
            <a:pPr>
              <a:defRPr sz="1200"/>
            </a:pPr>
            <a:r>
              <a:t>D:/pasar_fix/node_modules/.bun/recharts@3.8.1+b1eb3881bd5318ba/node_modules/recharts/lib/container/Surface.js</a:t>
            </a:r>
          </a:p>
          <a:p>
            <a:pPr>
              <a:defRPr sz="1200"/>
            </a:pPr>
            <a:r>
              <a:t>D:/pasar_fix/node_modules/.bun/recharts@3.8.1+b1eb3881bd5318ba/node_modules/recharts/lib/context/accessibilityContext.js</a:t>
            </a:r>
          </a:p>
          <a:p>
            <a:pPr>
              <a:defRPr sz="1200"/>
            </a:pPr>
            <a:r>
              <a:t>D:/pasar_fix/node_modules/.bun/recharts@3.8.1+b1eb3881bd5318ba/node_modules/recharts/lib/context/brushUpdateContext.js</a:t>
            </a:r>
          </a:p>
          <a:p>
            <a:pPr>
              <a:defRPr sz="1200"/>
            </a:pPr>
            <a:r>
              <a:t>D:/pasar_fix/node_modules/.bun/recharts@3.8.1+b1eb3881bd5318ba/node_modules/recharts/lib/context/chartDataContext.js</a:t>
            </a:r>
          </a:p>
          <a:p>
            <a:pPr>
              <a:defRPr sz="1200"/>
            </a:pPr>
            <a:r>
              <a:t>D:/pasar_fix/node_modules/.bun/recharts@3.8.1+b1eb3881bd5318ba/node_modules/recharts/lib/context/chartLayoutContext.js</a:t>
            </a:r>
          </a:p>
          <a:p>
            <a:pPr>
              <a:defRPr sz="1200"/>
            </a:pPr>
            <a:r>
              <a:t>D:/pasar_fix/node_modules/.bun/recharts@3.8.1+b1eb3881bd5318ba/node_modules/recharts/lib/context/ErrorBarContext.js</a:t>
            </a:r>
          </a:p>
          <a:p>
            <a:pPr>
              <a:defRPr sz="1200"/>
            </a:pPr>
            <a:r>
              <a:t>D:/pasar_fix/node_modules/.bun/recharts@3.8.1+b1eb3881bd5318ba/node_modules/recharts/lib/context/legendPayloadContext.js</a:t>
            </a:r>
          </a:p>
          <a:p>
            <a:pPr>
              <a:defRPr sz="1200"/>
            </a:pPr>
            <a:r>
              <a:t>D:/pasar_fix/node_modules/.bun/recharts@3.8.1+b1eb3881bd5318ba/node_modules/recharts/lib/context/legendPortalContext.js</a:t>
            </a:r>
          </a:p>
          <a:p>
            <a:pPr>
              <a:defRPr sz="1200"/>
            </a:pPr>
            <a:r>
              <a:t>D:/pasar_fix/node_modules/.bun/recharts@3.8.1+b1eb3881bd5318ba/node_modules/recharts/lib/context/PanoramaContext.js</a:t>
            </a:r>
          </a:p>
          <a:p>
            <a:pPr>
              <a:defRPr sz="1200"/>
            </a:pPr>
            <a:r>
              <a:t>D:/pasar_fix/node_modules/.bun/recharts@3.8.1+b1eb3881bd5318ba/node_modules/recharts/lib/context/RegisterGraphicalItemId.js</a:t>
            </a:r>
          </a:p>
          <a:p>
            <a:pPr>
              <a:defRPr sz="1200"/>
            </a:pPr>
            <a:r>
              <a:t>D:/pasar_fix/node_modules/.bun/recharts@3.8.1+b1eb3881bd5318ba/node_modules/recharts/lib/context/tooltipContext.js</a:t>
            </a:r>
          </a:p>
          <a:p>
            <a:pPr>
              <a:defRPr sz="1200"/>
            </a:pPr>
            <a:r>
              <a:t>D:/pasar_fix/node_modules/.bun/recharts@3.8.1+b1eb3881bd5318ba/node_modules/recharts/lib/context/tooltipPortalContext.js</a:t>
            </a:r>
          </a:p>
          <a:p>
            <a:pPr>
              <a:defRPr sz="1200"/>
            </a:pPr>
            <a:r>
              <a:t>D:/pasar_fix/node_modules/.bun/recharts@3.8.1+b1eb3881bd5318ba/node_modules/recharts/lib/context/useTooltipAxis.js</a:t>
            </a:r>
          </a:p>
          <a:p>
            <a:pPr>
              <a:defRPr sz="1200"/>
            </a:pPr>
            <a:r>
              <a:t>D:/pasar_fix/node_modules/.bun/recharts@3.8.1+b1eb3881bd5318ba/node_modules/recharts/lib/polar/defaultPolarAngleAxisProps.js</a:t>
            </a:r>
          </a:p>
          <a:p>
            <a:pPr>
              <a:defRPr sz="1200"/>
            </a:pPr>
            <a:r>
              <a:t>D:/pasar_fix/node_modules/.bun/recharts@3.8.1+b1eb3881bd5318ba/node_modules/recharts/lib/polar/defaultPolarRadiusAxisProps.js</a:t>
            </a:r>
          </a:p>
          <a:p>
            <a:pPr>
              <a:defRPr sz="1200"/>
            </a:pPr>
            <a:r>
              <a:t>D:/pasar_fix/node_modules/.bun/recharts@3.8.1+b1eb3881bd5318ba/node_modules/recharts/lib/polar/Pie.js</a:t>
            </a:r>
          </a:p>
          <a:p>
            <a:pPr>
              <a:defRPr sz="1200"/>
            </a:pPr>
            <a:r>
              <a:t>D:/pasar_fix/node_modules/.bun/recharts@3.8.1+b1eb3881bd5318ba/node_modules/recharts/lib/polar/PolarAngleAxis.js</a:t>
            </a:r>
          </a:p>
          <a:p>
            <a:pPr>
              <a:defRPr sz="1200"/>
            </a:pPr>
            <a:r>
              <a:t>D:/pasar_fix/node_modules/.bun/recharts@3.8.1+b1eb3881bd5318ba/node_modules/recharts/lib/polar/PolarGrid.js</a:t>
            </a:r>
          </a:p>
          <a:p>
            <a:pPr>
              <a:defRPr sz="1200"/>
            </a:pPr>
            <a:r>
              <a:t>D:/pasar_fix/node_modules/.bun/recharts@3.8.1+b1eb3881bd5318ba/node_modules/recharts/lib/polar/PolarRadiusAxis.js</a:t>
            </a:r>
          </a:p>
          <a:p>
            <a:pPr>
              <a:defRPr sz="1200"/>
            </a:pPr>
            <a:r>
              <a:t>D:/pasar_fix/node_modules/.bun/recharts@3.8.1+b1eb3881bd5318ba/node_modules/recharts/lib/polar/Radar.js</a:t>
            </a:r>
          </a:p>
          <a:p>
            <a:pPr>
              <a:defRPr sz="1200"/>
            </a:pPr>
            <a:r>
              <a:t>D:/pasar_fix/node_modules/.bun/recharts@3.8.1+b1eb3881bd5318ba/node_modules/recharts/lib/polar/RadialBar.js</a:t>
            </a:r>
          </a:p>
          <a:p>
            <a:pPr>
              <a:defRPr sz="1200"/>
            </a:pPr>
            <a:r>
              <a:t>D:/pasar_fix/node_modules/.bun/recharts@3.8.1+b1eb3881bd5318ba/node_modules/recharts/lib/shape/Cross.js</a:t>
            </a:r>
          </a:p>
          <a:p>
            <a:pPr>
              <a:defRPr sz="1200"/>
            </a:pPr>
            <a:r>
              <a:t>D:/pasar_fix/node_modules/.bun/recharts@3.8.1+b1eb3881bd5318ba/node_modules/recharts/lib/shape/Curve.js</a:t>
            </a:r>
          </a:p>
          <a:p>
            <a:pPr>
              <a:defRPr sz="1200"/>
            </a:pPr>
            <a:r>
              <a:t>D:/pasar_fix/node_modules/.bun/recharts@3.8.1+b1eb3881bd5318ba/node_modules/recharts/lib/shape/Dot.js</a:t>
            </a:r>
          </a:p>
          <a:p>
            <a:pPr>
              <a:defRPr sz="1200"/>
            </a:pPr>
            <a:r>
              <a:t>D:/pasar_fix/node_modules/.bun/recharts@3.8.1+b1eb3881bd5318ba/node_modules/recharts/lib/shape/Polygon.js</a:t>
            </a:r>
          </a:p>
          <a:p>
            <a:pPr>
              <a:defRPr sz="1200"/>
            </a:pPr>
            <a:r>
              <a:t>D:/pasar_fix/node_modules/.bun/recharts@3.8.1+b1eb3881bd5318ba/node_modules/recharts/lib/shape/Rectangle.js</a:t>
            </a:r>
          </a:p>
          <a:p>
            <a:pPr>
              <a:defRPr sz="1200"/>
            </a:pPr>
            <a:r>
              <a:t>D:/pasar_fix/node_modules/.bun/recharts@3.8.1+b1eb3881bd5318ba/node_modules/recharts/lib/shape/Sector.js</a:t>
            </a:r>
          </a:p>
          <a:p>
            <a:pPr>
              <a:defRPr sz="1200"/>
            </a:pPr>
            <a:r>
              <a:t>D:/pasar_fix/node_modules/.bun/recharts@3.8.1+b1eb3881bd5318ba/node_modules/recharts/lib/shape/Symbols.js</a:t>
            </a:r>
          </a:p>
          <a:p>
            <a:pPr>
              <a:defRPr sz="1200"/>
            </a:pPr>
            <a:r>
              <a:t>D:/pasar_fix/node_modules/.bun/recharts@3.8.1+b1eb3881bd5318ba/node_modules/recharts/lib/shape/Trapezoid.js</a:t>
            </a:r>
          </a:p>
          <a:p>
            <a:pPr>
              <a:defRPr sz="1200"/>
            </a:pPr>
            <a:r>
              <a:t>D:/pasar_fix/node_modules/.bun/recharts@3.8.1+b1eb3881bd5318ba/node_modules/recharts/lib/state/brushSlice.js</a:t>
            </a:r>
          </a:p>
          <a:p>
            <a:pPr>
              <a:defRPr sz="1200"/>
            </a:pPr>
            <a:r>
              <a:t>D:/pasar_fix/node_modules/.bun/recharts@3.8.1+b1eb3881bd5318ba/node_modules/recharts/lib/state/cartesianAxisSlice.js</a:t>
            </a:r>
          </a:p>
          <a:p>
            <a:pPr>
              <a:defRPr sz="1200"/>
            </a:pPr>
            <a:r>
              <a:t>D:/pasar_fix/node_modules/.bun/recharts@3.8.1+b1eb3881bd5318ba/node_modules/recharts/lib/state/chartDataSlice.js</a:t>
            </a:r>
          </a:p>
          <a:p>
            <a:pPr>
              <a:defRPr sz="1200"/>
            </a:pPr>
            <a:r>
              <a:t>D:/pasar_fix/node_modules/.bun/recharts@3.8.1+b1eb3881bd5318ba/node_modules/recharts/lib/state/errorBarSlice.js</a:t>
            </a:r>
          </a:p>
          <a:p>
            <a:pPr>
              <a:defRPr sz="1200"/>
            </a:pPr>
            <a:r>
              <a:t>D:/pasar_fix/node_modules/.bun/recharts@3.8.1+b1eb3881bd5318ba/node_modules/recharts/lib/state/eventSettingsSlice.js</a:t>
            </a:r>
          </a:p>
          <a:p>
            <a:pPr>
              <a:defRPr sz="1200"/>
            </a:pPr>
            <a:r>
              <a:t>D:/pasar_fix/node_modules/.bun/recharts@3.8.1+b1eb3881bd5318ba/node_modules/recharts/lib/state/externalEventsMiddleware.js</a:t>
            </a:r>
          </a:p>
          <a:p>
            <a:pPr>
              <a:defRPr sz="1200"/>
            </a:pPr>
            <a:r>
              <a:t>D:/pasar_fix/node_modules/.bun/recharts@3.8.1+b1eb3881bd5318ba/node_modules/recharts/lib/state/graphicalItemsSlice.js</a:t>
            </a:r>
          </a:p>
          <a:p>
            <a:pPr>
              <a:defRPr sz="1200"/>
            </a:pPr>
            <a:r>
              <a:t>D:/pasar_fix/node_modules/.bun/recharts@3.8.1+b1eb3881bd5318ba/node_modules/recharts/lib/state/hooks.js</a:t>
            </a:r>
          </a:p>
          <a:p>
            <a:pPr>
              <a:defRPr sz="1200"/>
            </a:pPr>
            <a:r>
              <a:t>D:/pasar_fix/node_modules/.bun/recharts@3.8.1+b1eb3881bd5318ba/node_modules/recharts/lib/state/keyboardEventsMiddleware.js</a:t>
            </a:r>
          </a:p>
          <a:p>
            <a:pPr>
              <a:defRPr sz="1200"/>
            </a:pPr>
            <a:r>
              <a:t>D:/pasar_fix/node_modules/.bun/recharts@3.8.1+b1eb3881bd5318ba/node_modules/recharts/lib/state/layoutSlice.js</a:t>
            </a:r>
          </a:p>
          <a:p>
            <a:pPr>
              <a:defRPr sz="1200"/>
            </a:pPr>
            <a:r>
              <a:t>D:/pasar_fix/node_modules/.bun/recharts@3.8.1+b1eb3881bd5318ba/node_modules/recharts/lib/state/legendSlice.js</a:t>
            </a:r>
          </a:p>
          <a:p>
            <a:pPr>
              <a:defRPr sz="1200"/>
            </a:pPr>
            <a:r>
              <a:t>D:/pasar_fix/node_modules/.bun/recharts@3.8.1+b1eb3881bd5318ba/node_modules/recharts/lib/state/mouseEventsMiddleware.js</a:t>
            </a:r>
          </a:p>
          <a:p>
            <a:pPr>
              <a:defRPr sz="1200"/>
            </a:pPr>
            <a:r>
              <a:t>D:/pasar_fix/node_modules/.bun/recharts@3.8.1+b1eb3881bd5318ba/node_modules/recharts/lib/state/optionsSlice.js</a:t>
            </a:r>
          </a:p>
          <a:p>
            <a:pPr>
              <a:defRPr sz="1200"/>
            </a:pPr>
            <a:r>
              <a:t>D:/pasar_fix/node_modules/.bun/recharts@3.8.1+b1eb3881bd5318ba/node_modules/recharts/lib/state/polarAxisSlice.js</a:t>
            </a:r>
          </a:p>
          <a:p>
            <a:pPr>
              <a:defRPr sz="1200"/>
            </a:pPr>
            <a:r>
              <a:t>D:/pasar_fix/node_modules/.bun/recharts@3.8.1+b1eb3881bd5318ba/node_modules/recharts/lib/state/polarOptionsSlice.js</a:t>
            </a:r>
          </a:p>
          <a:p>
            <a:pPr>
              <a:defRPr sz="1200"/>
            </a:pPr>
            <a:r>
              <a:t>D:/pasar_fix/node_modules/.bun/recharts@3.8.1+b1eb3881bd5318ba/node_modules/recharts/lib/state/RechartsReduxContext.js</a:t>
            </a:r>
          </a:p>
          <a:p>
            <a:pPr>
              <a:defRPr sz="1200"/>
            </a:pPr>
            <a:r>
              <a:t>D:/pasar_fix/node_modules/.bun/recharts@3.8.1+b1eb3881bd5318ba/node_modules/recharts/lib/state/RechartsStoreProvider.js</a:t>
            </a:r>
          </a:p>
          <a:p>
            <a:pPr>
              <a:defRPr sz="1200"/>
            </a:pPr>
            <a:r>
              <a:t>D:/pasar_fix/node_modules/.bun/recharts@3.8.1+b1eb3881bd5318ba/node_modules/recharts/lib/state/reduxDevtoolsJsonStringifyReplacer.js</a:t>
            </a:r>
          </a:p>
          <a:p>
            <a:pPr>
              <a:defRPr sz="1200"/>
            </a:pPr>
            <a:r>
              <a:t>D:/pasar_fix/node_modules/.bun/recharts@3.8.1+b1eb3881bd5318ba/node_modules/recharts/lib/state/referenceElementsSlice.js</a:t>
            </a:r>
          </a:p>
          <a:p>
            <a:pPr>
              <a:defRPr sz="1200"/>
            </a:pPr>
            <a:r>
              <a:t>D:/pasar_fix/node_modules/.bun/recharts@3.8.1+b1eb3881bd5318ba/node_modules/recharts/lib/state/renderedTicksSlice.js</a:t>
            </a:r>
          </a:p>
          <a:p>
            <a:pPr>
              <a:defRPr sz="1200"/>
            </a:pPr>
            <a:r>
              <a:t>D:/pasar_fix/node_modules/.bun/recharts@3.8.1+b1eb3881bd5318ba/node_modules/recharts/lib/state/ReportChartProps.js</a:t>
            </a:r>
          </a:p>
          <a:p>
            <a:pPr>
              <a:defRPr sz="1200"/>
            </a:pPr>
            <a:r>
              <a:t>D:/pasar_fix/node_modules/.bun/recharts@3.8.1+b1eb3881bd5318ba/node_modules/recharts/lib/state/ReportEventSettings.js</a:t>
            </a:r>
          </a:p>
          <a:p>
            <a:pPr>
              <a:defRPr sz="1200"/>
            </a:pPr>
            <a:r>
              <a:t>D:/pasar_fix/node_modules/.bun/recharts@3.8.1+b1eb3881bd5318ba/node_modules/recharts/lib/state/ReportMainChartProps.js</a:t>
            </a:r>
          </a:p>
          <a:p>
            <a:pPr>
              <a:defRPr sz="1200"/>
            </a:pPr>
            <a:r>
              <a:t>D:/pasar_fix/node_modules/.bun/recharts@3.8.1+b1eb3881bd5318ba/node_modules/recharts/lib/state/ReportPolarOptions.js</a:t>
            </a:r>
          </a:p>
          <a:p>
            <a:pPr>
              <a:defRPr sz="1200"/>
            </a:pPr>
            <a:r>
              <a:t>D:/pasar_fix/node_modules/.bun/recharts@3.8.1+b1eb3881bd5318ba/node_modules/recharts/lib/state/rootPropsSlice.js</a:t>
            </a:r>
          </a:p>
          <a:p>
            <a:pPr>
              <a:defRPr sz="1200"/>
            </a:pPr>
            <a:r>
              <a:t>D:/pasar_fix/node_modules/.bun/recharts@3.8.1+b1eb3881bd5318ba/node_modules/recharts/lib/state/SetGraphicalItem.js</a:t>
            </a:r>
          </a:p>
          <a:p>
            <a:pPr>
              <a:defRPr sz="1200"/>
            </a:pPr>
            <a:r>
              <a:t>D:/pasar_fix/node_modules/.bun/recharts@3.8.1+b1eb3881bd5318ba/node_modules/recharts/lib/state/SetLegendPayload.js</a:t>
            </a:r>
          </a:p>
          <a:p>
            <a:pPr>
              <a:defRPr sz="1200"/>
            </a:pPr>
            <a:r>
              <a:t>D:/pasar_fix/node_modules/.bun/recharts@3.8.1+b1eb3881bd5318ba/node_modules/recharts/lib/state/SetTooltipEntrySettings.js</a:t>
            </a:r>
          </a:p>
          <a:p>
            <a:pPr>
              <a:defRPr sz="1200"/>
            </a:pPr>
            <a:r>
              <a:t>D:/pasar_fix/node_modules/.bun/recharts@3.8.1+b1eb3881bd5318ba/node_modules/recharts/lib/state/store.js</a:t>
            </a:r>
          </a:p>
          <a:p>
            <a:pPr>
              <a:defRPr sz="1200"/>
            </a:pPr>
            <a:r>
              <a:t>D:/pasar_fix/node_modules/.bun/recharts@3.8.1+b1eb3881bd5318ba/node_modules/recharts/lib/state/tooltipSlice.js</a:t>
            </a:r>
          </a:p>
          <a:p>
            <a:pPr>
              <a:defRPr sz="1200"/>
            </a:pPr>
            <a:r>
              <a:t>D:/pasar_fix/node_modules/.bun/recharts@3.8.1+b1eb3881bd5318ba/node_modules/recharts/lib/state/touchEventsMiddleware.js</a:t>
            </a:r>
          </a:p>
          <a:p>
            <a:pPr>
              <a:defRPr sz="1200"/>
            </a:pPr>
            <a:r>
              <a:t>D:/pasar_fix/node_modules/.bun/recharts@3.8.1+b1eb3881bd5318ba/node_modules/recharts/lib/state/zIndexSlice.js</a:t>
            </a:r>
          </a:p>
          <a:p>
            <a:pPr>
              <a:defRPr sz="1200"/>
            </a:pPr>
            <a:r>
              <a:t>D:/pasar_fix/node_modules/.bun/recharts@3.8.1+b1eb3881bd5318ba/node_modules/recharts/lib/state/selectors/areaSelectors.js</a:t>
            </a:r>
          </a:p>
          <a:p>
            <a:pPr>
              <a:defRPr sz="1200"/>
            </a:pPr>
            <a:r>
              <a:t>D:/pasar_fix/node_modules/.bun/recharts@3.8.1+b1eb3881bd5318ba/node_modules/recharts/lib/state/selectors/arrayEqualityCheck.js</a:t>
            </a:r>
          </a:p>
          <a:p>
            <a:pPr>
              <a:defRPr sz="1200"/>
            </a:pPr>
            <a:r>
              <a:t>D:/pasar_fix/node_modules/.bun/recharts@3.8.1+b1eb3881bd5318ba/node_modules/recharts/lib/state/selectors/axisSelectors.js</a:t>
            </a:r>
          </a:p>
          <a:p>
            <a:pPr>
              <a:defRPr sz="1200"/>
            </a:pPr>
            <a:r>
              <a:t>D:/pasar_fix/node_modules/.bun/recharts@3.8.1+b1eb3881bd5318ba/node_modules/recharts/lib/state/selectors/barSelectors.js</a:t>
            </a:r>
          </a:p>
          <a:p>
            <a:pPr>
              <a:defRPr sz="1200"/>
            </a:pPr>
            <a:r>
              <a:t>D:/pasar_fix/node_modules/.bun/recharts@3.8.1+b1eb3881bd5318ba/node_modules/recharts/lib/state/selectors/barStackSelectors.js</a:t>
            </a:r>
          </a:p>
          <a:p>
            <a:pPr>
              <a:defRPr sz="1200"/>
            </a:pPr>
            <a:r>
              <a:t>D:/pasar_fix/node_modules/.bun/recharts@3.8.1+b1eb3881bd5318ba/node_modules/recharts/lib/state/selectors/brushSelectors.js</a:t>
            </a:r>
          </a:p>
          <a:p>
            <a:pPr>
              <a:defRPr sz="1200"/>
            </a:pPr>
            <a:r>
              <a:t>D:/pasar_fix/node_modules/.bun/recharts@3.8.1+b1eb3881bd5318ba/node_modules/recharts/lib/state/selectors/containerSelectors.js</a:t>
            </a:r>
          </a:p>
          <a:p>
            <a:pPr>
              <a:defRPr sz="1200"/>
            </a:pPr>
            <a:r>
              <a:t>D:/pasar_fix/node_modules/.bun/recharts@3.8.1+b1eb3881bd5318ba/node_modules/recharts/lib/state/selectors/dataSelectors.js</a:t>
            </a:r>
          </a:p>
          <a:p>
            <a:pPr>
              <a:defRPr sz="1200"/>
            </a:pPr>
            <a:r>
              <a:t>D:/pasar_fix/node_modules/.bun/recharts@3.8.1+b1eb3881bd5318ba/node_modules/recharts/lib/state/selectors/funnelSelectors.js</a:t>
            </a:r>
          </a:p>
          <a:p>
            <a:pPr>
              <a:defRPr sz="1200"/>
            </a:pPr>
            <a:r>
              <a:t>D:/pasar_fix/node_modules/.bun/recharts@3.8.1+b1eb3881bd5318ba/node_modules/recharts/lib/state/selectors/graphicalItemSelectors.js</a:t>
            </a:r>
          </a:p>
          <a:p>
            <a:pPr>
              <a:defRPr sz="1200"/>
            </a:pPr>
            <a:r>
              <a:t>D:/pasar_fix/node_modules/.bun/recharts@3.8.1+b1eb3881bd5318ba/node_modules/recharts/lib/state/selectors/legendSelectors.js</a:t>
            </a:r>
          </a:p>
          <a:p>
            <a:pPr>
              <a:defRPr sz="1200"/>
            </a:pPr>
            <a:r>
              <a:t>D:/pasar_fix/node_modules/.bun/recharts@3.8.1+b1eb3881bd5318ba/node_modules/recharts/lib/state/selectors/lineSelectors.js</a:t>
            </a:r>
          </a:p>
          <a:p>
            <a:pPr>
              <a:defRPr sz="1200"/>
            </a:pPr>
            <a:r>
              <a:t>D:/pasar_fix/node_modules/.bun/recharts@3.8.1+b1eb3881bd5318ba/node_modules/recharts/lib/state/selectors/numberDomainEqualityCheck.js</a:t>
            </a:r>
          </a:p>
          <a:p>
            <a:pPr>
              <a:defRPr sz="1200"/>
            </a:pPr>
            <a:r>
              <a:t>D:/pasar_fix/node_modules/.bun/recharts@3.8.1+b1eb3881bd5318ba/node_modules/recharts/lib/state/selectors/pickAxisId.js</a:t>
            </a:r>
          </a:p>
          <a:p>
            <a:pPr>
              <a:defRPr sz="1200"/>
            </a:pPr>
            <a:r>
              <a:t>D:/pasar_fix/node_modules/.bun/recharts@3.8.1+b1eb3881bd5318ba/node_modules/recharts/lib/state/selectors/pickAxisType.js</a:t>
            </a:r>
          </a:p>
          <a:p>
            <a:pPr>
              <a:defRPr sz="1200"/>
            </a:pPr>
            <a:r>
              <a:t>D:/pasar_fix/node_modules/.bun/recharts@3.8.1+b1eb3881bd5318ba/node_modules/recharts/lib/state/selectors/pieSelectors.js</a:t>
            </a:r>
          </a:p>
          <a:p>
            <a:pPr>
              <a:defRPr sz="1200"/>
            </a:pPr>
            <a:r>
              <a:t>D:/pasar_fix/node_modules/.bun/recharts@3.8.1+b1eb3881bd5318ba/node_modules/recharts/lib/state/selectors/polarAxisSelectors.js</a:t>
            </a:r>
          </a:p>
          <a:p>
            <a:pPr>
              <a:defRPr sz="1200"/>
            </a:pPr>
            <a:r>
              <a:t>D:/pasar_fix/node_modules/.bun/recharts@3.8.1+b1eb3881bd5318ba/node_modules/recharts/lib/state/selectors/polarGridSelectors.js</a:t>
            </a:r>
          </a:p>
          <a:p>
            <a:pPr>
              <a:defRPr sz="1200"/>
            </a:pPr>
            <a:r>
              <a:t>D:/pasar_fix/node_modules/.bun/recharts@3.8.1+b1eb3881bd5318ba/node_modules/recharts/lib/state/selectors/polarScaleSelectors.js</a:t>
            </a:r>
          </a:p>
          <a:p>
            <a:pPr>
              <a:defRPr sz="1200"/>
            </a:pPr>
            <a:r>
              <a:t>D:/pasar_fix/node_modules/.bun/recharts@3.8.1+b1eb3881bd5318ba/node_modules/recharts/lib/state/selectors/polarSelectors.js</a:t>
            </a:r>
          </a:p>
          <a:p>
            <a:pPr>
              <a:defRPr sz="1200"/>
            </a:pPr>
            <a:r>
              <a:t>D:/pasar_fix/node_modules/.bun/recharts@3.8.1+b1eb3881bd5318ba/node_modules/recharts/lib/state/selectors/radarSelectors.js</a:t>
            </a:r>
          </a:p>
          <a:p>
            <a:pPr>
              <a:defRPr sz="1200"/>
            </a:pPr>
            <a:r>
              <a:t>D:/pasar_fix/node_modules/.bun/recharts@3.8.1+b1eb3881bd5318ba/node_modules/recharts/lib/state/selectors/radialBarSelectors.js</a:t>
            </a:r>
          </a:p>
          <a:p>
            <a:pPr>
              <a:defRPr sz="1200"/>
            </a:pPr>
            <a:r>
              <a:t>D:/pasar_fix/node_modules/.bun/recharts@3.8.1+b1eb3881bd5318ba/node_modules/recharts/lib/state/selectors/rootPropsSelectors.js</a:t>
            </a:r>
          </a:p>
          <a:p>
            <a:pPr>
              <a:defRPr sz="1200"/>
            </a:pPr>
            <a:r>
              <a:t>D:/pasar_fix/node_modules/.bun/recharts@3.8.1+b1eb3881bd5318ba/node_modules/recharts/lib/state/selectors/scatterSelectors.js</a:t>
            </a:r>
          </a:p>
          <a:p>
            <a:pPr>
              <a:defRPr sz="1200"/>
            </a:pPr>
            <a:r>
              <a:t>D:/pasar_fix/node_modules/.bun/recharts@3.8.1+b1eb3881bd5318ba/node_modules/recharts/lib/state/selectors/selectActivePropsFromChartPointer.js</a:t>
            </a:r>
          </a:p>
          <a:p>
            <a:pPr>
              <a:defRPr sz="1200"/>
            </a:pPr>
            <a:r>
              <a:t>D:/pasar_fix/node_modules/.bun/recharts@3.8.1+b1eb3881bd5318ba/node_modules/recharts/lib/state/selectors/selectAllAxes.js</a:t>
            </a:r>
          </a:p>
          <a:p>
            <a:pPr>
              <a:defRPr sz="1200"/>
            </a:pPr>
            <a:r>
              <a:t>D:/pasar_fix/node_modules/.bun/recharts@3.8.1+b1eb3881bd5318ba/node_modules/recharts/lib/state/selectors/selectChartOffset.js</a:t>
            </a:r>
          </a:p>
          <a:p>
            <a:pPr>
              <a:defRPr sz="1200"/>
            </a:pPr>
            <a:r>
              <a:t>D:/pasar_fix/node_modules/.bun/recharts@3.8.1+b1eb3881bd5318ba/node_modules/recharts/lib/state/selectors/selectChartOffsetInternal.js</a:t>
            </a:r>
          </a:p>
          <a:p>
            <a:pPr>
              <a:defRPr sz="1200"/>
            </a:pPr>
            <a:r>
              <a:t>D:/pasar_fix/node_modules/.bun/recharts@3.8.1+b1eb3881bd5318ba/node_modules/recharts/lib/state/selectors/selectors.js</a:t>
            </a:r>
          </a:p>
          <a:p>
            <a:pPr>
              <a:defRPr sz="1200"/>
            </a:pPr>
            <a:r>
              <a:t>D:/pasar_fix/node_modules/.bun/recharts@3.8.1+b1eb3881bd5318ba/node_modules/recharts/lib/state/selectors/selectPlotArea.js</a:t>
            </a:r>
          </a:p>
          <a:p>
            <a:pPr>
              <a:defRPr sz="1200"/>
            </a:pPr>
            <a:r>
              <a:t>D:/pasar_fix/node_modules/.bun/recharts@3.8.1+b1eb3881bd5318ba/node_modules/recharts/lib/state/selectors/selectTooltipAxisId.js</a:t>
            </a:r>
          </a:p>
          <a:p>
            <a:pPr>
              <a:defRPr sz="1200"/>
            </a:pPr>
            <a:r>
              <a:t>D:/pasar_fix/node_modules/.bun/recharts@3.8.1+b1eb3881bd5318ba/node_modules/recharts/lib/state/selectors/selectTooltipAxisType.js</a:t>
            </a:r>
          </a:p>
          <a:p>
            <a:pPr>
              <a:defRPr sz="1200"/>
            </a:pPr>
            <a:r>
              <a:t>D:/pasar_fix/node_modules/.bun/recharts@3.8.1+b1eb3881bd5318ba/node_modules/recharts/lib/state/selectors/selectTooltipEventType.js</a:t>
            </a:r>
          </a:p>
          <a:p>
            <a:pPr>
              <a:defRPr sz="1200"/>
            </a:pPr>
            <a:r>
              <a:t>D:/pasar_fix/node_modules/.bun/recharts@3.8.1+b1eb3881bd5318ba/node_modules/recharts/lib/state/selectors/selectTooltipPayloadSearcher.js</a:t>
            </a:r>
          </a:p>
          <a:p>
            <a:pPr>
              <a:defRPr sz="1200"/>
            </a:pPr>
            <a:r>
              <a:t>D:/pasar_fix/node_modules/.bun/recharts@3.8.1+b1eb3881bd5318ba/node_modules/recharts/lib/state/selectors/selectTooltipSettings.js</a:t>
            </a:r>
          </a:p>
          <a:p>
            <a:pPr>
              <a:defRPr sz="1200"/>
            </a:pPr>
            <a:r>
              <a:t>D:/pasar_fix/node_modules/.bun/recharts@3.8.1+b1eb3881bd5318ba/node_modules/recharts/lib/state/selectors/selectTooltipState.js</a:t>
            </a:r>
          </a:p>
          <a:p>
            <a:pPr>
              <a:defRPr sz="1200"/>
            </a:pPr>
            <a:r>
              <a:t>D:/pasar_fix/node_modules/.bun/recharts@3.8.1+b1eb3881bd5318ba/node_modules/recharts/lib/state/selectors/tooltipSelectors.js</a:t>
            </a:r>
          </a:p>
          <a:p>
            <a:pPr>
              <a:defRPr sz="1200"/>
            </a:pPr>
            <a:r>
              <a:t>D:/pasar_fix/node_modules/.bun/recharts@3.8.1+b1eb3881bd5318ba/node_modules/recharts/lib/state/selectors/touchSelectors.js</a:t>
            </a:r>
          </a:p>
          <a:p>
            <a:pPr>
              <a:defRPr sz="1200"/>
            </a:pPr>
            <a:r>
              <a:t>D:/pasar_fix/node_modules/.bun/recharts@3.8.1+b1eb3881bd5318ba/node_modules/recharts/lib/state/selectors/combiners/combineActiveLabel.js</a:t>
            </a:r>
          </a:p>
          <a:p>
            <a:pPr>
              <a:defRPr sz="1200"/>
            </a:pPr>
            <a:r>
              <a:t>D:/pasar_fix/node_modules/.bun/recharts@3.8.1+b1eb3881bd5318ba/node_modules/recharts/lib/state/selectors/combiners/combineActiveTooltipIndex.js</a:t>
            </a:r>
          </a:p>
          <a:p>
            <a:pPr>
              <a:defRPr sz="1200"/>
            </a:pPr>
            <a:r>
              <a:t>D:/pasar_fix/node_modules/.bun/recharts@3.8.1+b1eb3881bd5318ba/node_modules/recharts/lib/state/selectors/combiners/combineAllBarPositions.js</a:t>
            </a:r>
          </a:p>
          <a:p>
            <a:pPr>
              <a:defRPr sz="1200"/>
            </a:pPr>
            <a:r>
              <a:t>D:/pasar_fix/node_modules/.bun/recharts@3.8.1+b1eb3881bd5318ba/node_modules/recharts/lib/state/selectors/combiners/combineAxisRangeWithReverse.js</a:t>
            </a:r>
          </a:p>
          <a:p>
            <a:pPr>
              <a:defRPr sz="1200"/>
            </a:pPr>
            <a:r>
              <a:t>D:/pasar_fix/node_modules/.bun/recharts@3.8.1+b1eb3881bd5318ba/node_modules/recharts/lib/state/selectors/combiners/combineBarPosition.js</a:t>
            </a:r>
          </a:p>
          <a:p>
            <a:pPr>
              <a:defRPr sz="1200"/>
            </a:pPr>
            <a:r>
              <a:t>D:/pasar_fix/node_modules/.bun/recharts@3.8.1+b1eb3881bd5318ba/node_modules/recharts/lib/state/selectors/combiners/combineBarSizeList.js</a:t>
            </a:r>
          </a:p>
          <a:p>
            <a:pPr>
              <a:defRPr sz="1200"/>
            </a:pPr>
            <a:r>
              <a:t>D:/pasar_fix/node_modules/.bun/recharts@3.8.1+b1eb3881bd5318ba/node_modules/recharts/lib/state/selectors/combiners/combineCheckedDomain.js</a:t>
            </a:r>
          </a:p>
          <a:p>
            <a:pPr>
              <a:defRPr sz="1200"/>
            </a:pPr>
            <a:r>
              <a:t>D:/pasar_fix/node_modules/.bun/recharts@3.8.1+b1eb3881bd5318ba/node_modules/recharts/lib/state/selectors/combiners/combineConfiguredScale.js</a:t>
            </a:r>
          </a:p>
          <a:p>
            <a:pPr>
              <a:defRPr sz="1200"/>
            </a:pPr>
            <a:r>
              <a:t>D:/pasar_fix/node_modules/.bun/recharts@3.8.1+b1eb3881bd5318ba/node_modules/recharts/lib/state/selectors/combiners/combineCoordinateForDefaultIndex.js</a:t>
            </a:r>
          </a:p>
          <a:p>
            <a:pPr>
              <a:defRPr sz="1200"/>
            </a:pPr>
            <a:r>
              <a:t>D:/pasar_fix/node_modules/.bun/recharts@3.8.1+b1eb3881bd5318ba/node_modules/recharts/lib/state/selectors/combiners/combineDisplayedStackedData.js</a:t>
            </a:r>
          </a:p>
          <a:p>
            <a:pPr>
              <a:defRPr sz="1200"/>
            </a:pPr>
            <a:r>
              <a:t>D:/pasar_fix/node_modules/.bun/recharts@3.8.1+b1eb3881bd5318ba/node_modules/recharts/lib/state/selectors/combiners/combineInverseScaleFunction.js</a:t>
            </a:r>
          </a:p>
          <a:p>
            <a:pPr>
              <a:defRPr sz="1200"/>
            </a:pPr>
            <a:r>
              <a:t>D:/pasar_fix/node_modules/.bun/recharts@3.8.1+b1eb3881bd5318ba/node_modules/recharts/lib/state/selectors/combiners/combineRealScaleType.js</a:t>
            </a:r>
          </a:p>
          <a:p>
            <a:pPr>
              <a:defRPr sz="1200"/>
            </a:pPr>
            <a:r>
              <a:t>D:/pasar_fix/node_modules/.bun/recharts@3.8.1+b1eb3881bd5318ba/node_modules/recharts/lib/state/selectors/combiners/combineStackedData.js</a:t>
            </a:r>
          </a:p>
          <a:p>
            <a:pPr>
              <a:defRPr sz="1200"/>
            </a:pPr>
            <a:r>
              <a:t>D:/pasar_fix/node_modules/.bun/recharts@3.8.1+b1eb3881bd5318ba/node_modules/recharts/lib/state/selectors/combiners/combineTooltipInteractionState.js</a:t>
            </a:r>
          </a:p>
          <a:p>
            <a:pPr>
              <a:defRPr sz="1200"/>
            </a:pPr>
            <a:r>
              <a:t>D:/pasar_fix/node_modules/.bun/recharts@3.8.1+b1eb3881bd5318ba/node_modules/recharts/lib/state/selectors/combiners/combineTooltipPayload.js</a:t>
            </a:r>
          </a:p>
          <a:p>
            <a:pPr>
              <a:defRPr sz="1200"/>
            </a:pPr>
            <a:r>
              <a:t>D:/pasar_fix/node_modules/.bun/recharts@3.8.1+b1eb3881bd5318ba/node_modules/recharts/lib/state/selectors/combiners/combineTooltipPayloadConfigurations.js</a:t>
            </a:r>
          </a:p>
          <a:p>
            <a:pPr>
              <a:defRPr sz="1200"/>
            </a:pPr>
            <a:r>
              <a:t>D:/pasar_fix/node_modules/.bun/recharts@3.8.1+b1eb3881bd5318ba/node_modules/recharts/lib/state/types/AreaSettings.js</a:t>
            </a:r>
          </a:p>
          <a:p>
            <a:pPr>
              <a:defRPr sz="1200"/>
            </a:pPr>
            <a:r>
              <a:t>D:/pasar_fix/node_modules/.bun/recharts@3.8.1+b1eb3881bd5318ba/node_modules/recharts/lib/state/types/BarSettings.js</a:t>
            </a:r>
          </a:p>
          <a:p>
            <a:pPr>
              <a:defRPr sz="1200"/>
            </a:pPr>
            <a:r>
              <a:t>D:/pasar_fix/node_modules/.bun/recharts@3.8.1+b1eb3881bd5318ba/node_modules/recharts/lib/state/types/LineSettings.js</a:t>
            </a:r>
          </a:p>
          <a:p>
            <a:pPr>
              <a:defRPr sz="1200"/>
            </a:pPr>
            <a:r>
              <a:t>D:/pasar_fix/node_modules/.bun/recharts@3.8.1+b1eb3881bd5318ba/node_modules/recharts/lib/state/types/PieSettings.js</a:t>
            </a:r>
          </a:p>
          <a:p>
            <a:pPr>
              <a:defRPr sz="1200"/>
            </a:pPr>
            <a:r>
              <a:t>D:/pasar_fix/node_modules/.bun/recharts@3.8.1+b1eb3881bd5318ba/node_modules/recharts/lib/state/types/RadarSettings.js</a:t>
            </a:r>
          </a:p>
          <a:p>
            <a:pPr>
              <a:defRPr sz="1200"/>
            </a:pPr>
            <a:r>
              <a:t>D:/pasar_fix/node_modules/.bun/recharts@3.8.1+b1eb3881bd5318ba/node_modules/recharts/lib/state/types/RadialBarSettings.js</a:t>
            </a:r>
          </a:p>
          <a:p>
            <a:pPr>
              <a:defRPr sz="1200"/>
            </a:pPr>
            <a:r>
              <a:t>D:/pasar_fix/node_modules/.bun/recharts@3.8.1+b1eb3881bd5318ba/node_modules/recharts/lib/state/types/ScatterSettings.js</a:t>
            </a:r>
          </a:p>
          <a:p>
            <a:pPr>
              <a:defRPr sz="1200"/>
            </a:pPr>
            <a:r>
              <a:t>D:/pasar_fix/node_modules/.bun/recharts@3.8.1+b1eb3881bd5318ba/node_modules/recharts/lib/state/types/StackedGraphicalItem.js</a:t>
            </a:r>
          </a:p>
          <a:p>
            <a:pPr>
              <a:defRPr sz="1200"/>
            </a:pPr>
            <a:r>
              <a:t>D:/pasar_fix/node_modules/.bun/recharts@3.8.1+b1eb3881bd5318ba/node_modules/recharts/lib/synchronisation/syncSelectors.js</a:t>
            </a:r>
          </a:p>
          <a:p>
            <a:pPr>
              <a:defRPr sz="1200"/>
            </a:pPr>
            <a:r>
              <a:t>D:/pasar_fix/node_modules/.bun/recharts@3.8.1+b1eb3881bd5318ba/node_modules/recharts/lib/synchronisation/types.js</a:t>
            </a:r>
          </a:p>
          <a:p>
            <a:pPr>
              <a:defRPr sz="1200"/>
            </a:pPr>
            <a:r>
              <a:t>D:/pasar_fix/node_modules/.bun/recharts@3.8.1+b1eb3881bd5318ba/node_modules/recharts/lib/synchronisation/useChartSynchronisation.js</a:t>
            </a:r>
          </a:p>
          <a:p>
            <a:pPr>
              <a:defRPr sz="1200"/>
            </a:pPr>
            <a:r>
              <a:t>D:/pasar_fix/node_modules/.bun/recharts@3.8.1+b1eb3881bd5318ba/node_modules/recharts/lib/util/ActiveShapeUtils.js</a:t>
            </a:r>
          </a:p>
          <a:p>
            <a:pPr>
              <a:defRPr sz="1200"/>
            </a:pPr>
            <a:r>
              <a:t>D:/pasar_fix/node_modules/.bun/recharts@3.8.1+b1eb3881bd5318ba/node_modules/recharts/lib/util/axisPropsAreEqual.js</a:t>
            </a:r>
          </a:p>
          <a:p>
            <a:pPr>
              <a:defRPr sz="1200"/>
            </a:pPr>
            <a:r>
              <a:t>D:/pasar_fix/node_modules/.bun/recharts@3.8.1+b1eb3881bd5318ba/node_modules/recharts/lib/util/BarUtils.js</a:t>
            </a:r>
          </a:p>
          <a:p>
            <a:pPr>
              <a:defRPr sz="1200"/>
            </a:pPr>
            <a:r>
              <a:t>D:/pasar_fix/node_modules/.bun/recharts@3.8.1+b1eb3881bd5318ba/node_modules/recharts/lib/util/CartesianUtils.js</a:t>
            </a:r>
          </a:p>
          <a:p>
            <a:pPr>
              <a:defRPr sz="1200"/>
            </a:pPr>
            <a:r>
              <a:t>D:/pasar_fix/node_modules/.bun/recharts@3.8.1+b1eb3881bd5318ba/node_modules/recharts/lib/util/ChartUtils.js</a:t>
            </a:r>
          </a:p>
          <a:p>
            <a:pPr>
              <a:defRPr sz="1200"/>
            </a:pPr>
            <a:r>
              <a:t>D:/pasar_fix/node_modules/.bun/recharts@3.8.1+b1eb3881bd5318ba/node_modules/recharts/lib/util/Constants.js</a:t>
            </a:r>
          </a:p>
          <a:p>
            <a:pPr>
              <a:defRPr sz="1200"/>
            </a:pPr>
            <a:r>
              <a:t>D:/pasar_fix/node_modules/.bun/recharts@3.8.1+b1eb3881bd5318ba/node_modules/recharts/lib/util/createCartesianCharts.js</a:t>
            </a:r>
          </a:p>
          <a:p>
            <a:pPr>
              <a:defRPr sz="1200"/>
            </a:pPr>
            <a:r>
              <a:t>D:/pasar_fix/node_modules/.bun/recharts@3.8.1+b1eb3881bd5318ba/node_modules/recharts/lib/util/createEventProxy.js</a:t>
            </a:r>
          </a:p>
          <a:p>
            <a:pPr>
              <a:defRPr sz="1200"/>
            </a:pPr>
            <a:r>
              <a:t>D:/pasar_fix/node_modules/.bun/recharts@3.8.1+b1eb3881bd5318ba/node_modules/recharts/lib/util/createPolarCharts.js</a:t>
            </a:r>
          </a:p>
          <a:p>
            <a:pPr>
              <a:defRPr sz="1200"/>
            </a:pPr>
            <a:r>
              <a:t>D:/pasar_fix/node_modules/.bun/recharts@3.8.1+b1eb3881bd5318ba/node_modules/recharts/lib/util/CssPrefixUtils.js</a:t>
            </a:r>
          </a:p>
          <a:p>
            <a:pPr>
              <a:defRPr sz="1200"/>
            </a:pPr>
            <a:r>
              <a:t>D:/pasar_fix/node_modules/.bun/recharts@3.8.1+b1eb3881bd5318ba/node_modules/recharts/lib/util/DataUtils.js</a:t>
            </a:r>
          </a:p>
          <a:p>
            <a:pPr>
              <a:defRPr sz="1200"/>
            </a:pPr>
            <a:r>
              <a:t>D:/pasar_fix/node_modules/.bun/recharts@3.8.1+b1eb3881bd5318ba/node_modules/recharts/lib/util/DOMUtils.js</a:t>
            </a:r>
          </a:p>
          <a:p>
            <a:pPr>
              <a:defRPr sz="1200"/>
            </a:pPr>
            <a:r>
              <a:t>D:/pasar_fix/node_modules/.bun/recharts@3.8.1+b1eb3881bd5318ba/node_modules/recharts/lib/util/Events.js</a:t>
            </a:r>
          </a:p>
          <a:p>
            <a:pPr>
              <a:defRPr sz="1200"/>
            </a:pPr>
            <a:r>
              <a:t>D:/pasar_fix/node_modules/.bun/recharts@3.8.1+b1eb3881bd5318ba/node_modules/recharts/lib/util/excludeEventProps.js</a:t>
            </a:r>
          </a:p>
          <a:p>
            <a:pPr>
              <a:defRPr sz="1200"/>
            </a:pPr>
            <a:r>
              <a:t>D:/pasar_fix/node_modules/.bun/recharts@3.8.1+b1eb3881bd5318ba/node_modules/recharts/lib/util/FunnelUtils.js</a:t>
            </a:r>
          </a:p>
          <a:p>
            <a:pPr>
              <a:defRPr sz="1200"/>
            </a:pPr>
            <a:r>
              <a:t>D:/pasar_fix/node_modules/.bun/recharts@3.8.1+b1eb3881bd5318ba/node_modules/recharts/lib/util/getActiveCoordinate.js</a:t>
            </a:r>
          </a:p>
          <a:p>
            <a:pPr>
              <a:defRPr sz="1200"/>
            </a:pPr>
            <a:r>
              <a:t>D:/pasar_fix/node_modules/.bun/recharts@3.8.1+b1eb3881bd5318ba/node_modules/recharts/lib/util/getAxisTypeBasedOnLayout.js</a:t>
            </a:r>
          </a:p>
          <a:p>
            <a:pPr>
              <a:defRPr sz="1200"/>
            </a:pPr>
            <a:r>
              <a:t>D:/pasar_fix/node_modules/.bun/recharts@3.8.1+b1eb3881bd5318ba/node_modules/recharts/lib/util/getClassNameFromUnknown.js</a:t>
            </a:r>
          </a:p>
          <a:p>
            <a:pPr>
              <a:defRPr sz="1200"/>
            </a:pPr>
            <a:r>
              <a:t>D:/pasar_fix/node_modules/.bun/recharts@3.8.1+b1eb3881bd5318ba/node_modules/recharts/lib/util/getEveryNth.js</a:t>
            </a:r>
          </a:p>
          <a:p>
            <a:pPr>
              <a:defRPr sz="1200"/>
            </a:pPr>
            <a:r>
              <a:t>D:/pasar_fix/node_modules/.bun/recharts@3.8.1+b1eb3881bd5318ba/node_modules/recharts/lib/util/getRadiusAndStrokeWidthFromDot.js</a:t>
            </a:r>
          </a:p>
          <a:p>
            <a:pPr>
              <a:defRPr sz="1200"/>
            </a:pPr>
            <a:r>
              <a:t>D:/pasar_fix/node_modules/.bun/recharts@3.8.1+b1eb3881bd5318ba/node_modules/recharts/lib/util/getRelativeCoordinate.js</a:t>
            </a:r>
          </a:p>
          <a:p>
            <a:pPr>
              <a:defRPr sz="1200"/>
            </a:pPr>
            <a:r>
              <a:t>D:/pasar_fix/node_modules/.bun/recharts@3.8.1+b1eb3881bd5318ba/node_modules/recharts/lib/util/getSliced.js</a:t>
            </a:r>
          </a:p>
          <a:p>
            <a:pPr>
              <a:defRPr sz="1200"/>
            </a:pPr>
            <a:r>
              <a:t>D:/pasar_fix/node_modules/.bun/recharts@3.8.1+b1eb3881bd5318ba/node_modules/recharts/lib/util/Global.js</a:t>
            </a:r>
          </a:p>
          <a:p>
            <a:pPr>
              <a:defRPr sz="1200"/>
            </a:pPr>
            <a:r>
              <a:t>D:/pasar_fix/node_modules/.bun/recharts@3.8.1+b1eb3881bd5318ba/node_modules/recharts/lib/util/IfOverflow.js</a:t>
            </a:r>
          </a:p>
          <a:p>
            <a:pPr>
              <a:defRPr sz="1200"/>
            </a:pPr>
            <a:r>
              <a:t>D:/pasar_fix/node_modules/.bun/recharts@3.8.1+b1eb3881bd5318ba/node_modules/recharts/lib/util/isDomainSpecifiedByUser.js</a:t>
            </a:r>
          </a:p>
          <a:p>
            <a:pPr>
              <a:defRPr sz="1200"/>
            </a:pPr>
            <a:r>
              <a:t>D:/pasar_fix/node_modules/.bun/recharts@3.8.1+b1eb3881bd5318ba/node_modules/recharts/lib/util/isWellBehavedNumber.js</a:t>
            </a:r>
          </a:p>
          <a:p>
            <a:pPr>
              <a:defRPr sz="1200"/>
            </a:pPr>
            <a:r>
              <a:t>D:/pasar_fix/node_modules/.bun/recharts@3.8.1+b1eb3881bd5318ba/node_modules/recharts/lib/util/LogUtils.js</a:t>
            </a:r>
          </a:p>
          <a:p>
            <a:pPr>
              <a:defRPr sz="1200"/>
            </a:pPr>
            <a:r>
              <a:t>D:/pasar_fix/node_modules/.bun/recharts@3.8.1+b1eb3881bd5318ba/node_modules/recharts/lib/util/LRUCache.js</a:t>
            </a:r>
          </a:p>
          <a:p>
            <a:pPr>
              <a:defRPr sz="1200"/>
            </a:pPr>
            <a:r>
              <a:t>D:/pasar_fix/node_modules/.bun/recharts@3.8.1+b1eb3881bd5318ba/node_modules/recharts/lib/util/PolarUtils.js</a:t>
            </a:r>
          </a:p>
          <a:p>
            <a:pPr>
              <a:defRPr sz="1200"/>
            </a:pPr>
            <a:r>
              <a:t>D:/pasar_fix/node_modules/.bun/recharts@3.8.1+b1eb3881bd5318ba/node_modules/recharts/lib/util/propsAreEqual.js</a:t>
            </a:r>
          </a:p>
          <a:p>
            <a:pPr>
              <a:defRPr sz="1200"/>
            </a:pPr>
            <a:r>
              <a:t>D:/pasar_fix/node_modules/.bun/recharts@3.8.1+b1eb3881bd5318ba/node_modules/recharts/lib/util/RadialBarUtils.js</a:t>
            </a:r>
          </a:p>
          <a:p>
            <a:pPr>
              <a:defRPr sz="1200"/>
            </a:pPr>
            <a:r>
              <a:t>D:/pasar_fix/node_modules/.bun/recharts@3.8.1+b1eb3881bd5318ba/node_modules/recharts/lib/util/ReactUtils.js</a:t>
            </a:r>
          </a:p>
          <a:p>
            <a:pPr>
              <a:defRPr sz="1200"/>
            </a:pPr>
            <a:r>
              <a:t>D:/pasar_fix/node_modules/.bun/recharts@3.8.1+b1eb3881bd5318ba/node_modules/recharts/lib/util/ReduceCSSCalc.js</a:t>
            </a:r>
          </a:p>
          <a:p>
            <a:pPr>
              <a:defRPr sz="1200"/>
            </a:pPr>
            <a:r>
              <a:t>D:/pasar_fix/node_modules/.bun/recharts@3.8.1+b1eb3881bd5318ba/node_modules/recharts/lib/util/resolveDefaultProps.js</a:t>
            </a:r>
          </a:p>
          <a:p>
            <a:pPr>
              <a:defRPr sz="1200"/>
            </a:pPr>
            <a:r>
              <a:t>D:/pasar_fix/node_modules/.bun/recharts@3.8.1+b1eb3881bd5318ba/node_modules/recharts/lib/util/round.js</a:t>
            </a:r>
          </a:p>
          <a:p>
            <a:pPr>
              <a:defRPr sz="1200"/>
            </a:pPr>
            <a:r>
              <a:t>D:/pasar_fix/node_modules/.bun/recharts@3.8.1+b1eb3881bd5318ba/node_modules/recharts/lib/util/ScatterUtils.js</a:t>
            </a:r>
          </a:p>
          <a:p>
            <a:pPr>
              <a:defRPr sz="1200"/>
            </a:pPr>
            <a:r>
              <a:t>D:/pasar_fix/node_modules/.bun/recharts@3.8.1+b1eb3881bd5318ba/node_modules/recharts/lib/util/svgPropertiesAndEvents.js</a:t>
            </a:r>
          </a:p>
          <a:p>
            <a:pPr>
              <a:defRPr sz="1200"/>
            </a:pPr>
            <a:r>
              <a:t>D:/pasar_fix/node_modules/.bun/recharts@3.8.1+b1eb3881bd5318ba/node_modules/recharts/lib/util/svgPropertiesNoEvents.js</a:t>
            </a:r>
          </a:p>
          <a:p>
            <a:pPr>
              <a:defRPr sz="1200"/>
            </a:pPr>
            <a:r>
              <a:t>D:/pasar_fix/node_modules/.bun/recharts@3.8.1+b1eb3881bd5318ba/node_modules/recharts/lib/util/TickUtils.js</a:t>
            </a:r>
          </a:p>
          <a:p>
            <a:pPr>
              <a:defRPr sz="1200"/>
            </a:pPr>
            <a:r>
              <a:t>D:/pasar_fix/node_modules/.bun/recharts@3.8.1+b1eb3881bd5318ba/node_modules/recharts/lib/util/typedDataKey.js</a:t>
            </a:r>
          </a:p>
          <a:p>
            <a:pPr>
              <a:defRPr sz="1200"/>
            </a:pPr>
            <a:r>
              <a:t>D:/pasar_fix/node_modules/.bun/recharts@3.8.1+b1eb3881bd5318ba/node_modules/recharts/lib/util/types.js</a:t>
            </a:r>
          </a:p>
          <a:p>
            <a:pPr>
              <a:defRPr sz="1200"/>
            </a:pPr>
            <a:r>
              <a:t>D:/pasar_fix/node_modules/.bun/recharts@3.8.1+b1eb3881bd5318ba/node_modules/recharts/lib/util/useAnimationId.js</a:t>
            </a:r>
          </a:p>
          <a:p>
            <a:pPr>
              <a:defRPr sz="1200"/>
            </a:pPr>
            <a:r>
              <a:t>D:/pasar_fix/node_modules/.bun/recharts@3.8.1+b1eb3881bd5318ba/node_modules/recharts/lib/util/useElementOffset.js</a:t>
            </a:r>
          </a:p>
          <a:p>
            <a:pPr>
              <a:defRPr sz="1200"/>
            </a:pPr>
            <a:r>
              <a:t>D:/pasar_fix/node_modules/.bun/recharts@3.8.1+b1eb3881bd5318ba/node_modules/recharts/lib/util/useId.js</a:t>
            </a:r>
          </a:p>
          <a:p>
            <a:pPr>
              <a:defRPr sz="1200"/>
            </a:pPr>
            <a:r>
              <a:t>D:/pasar_fix/node_modules/.bun/recharts@3.8.1+b1eb3881bd5318ba/node_modules/recharts/lib/util/usePrefersReducedMotion.js</a:t>
            </a:r>
          </a:p>
          <a:p>
            <a:pPr>
              <a:defRPr sz="1200"/>
            </a:pPr>
            <a:r>
              <a:t>D:/pasar_fix/node_modules/.bun/recharts@3.8.1+b1eb3881bd5318ba/node_modules/recharts/lib/util/useReportScale.js</a:t>
            </a:r>
          </a:p>
          <a:p>
            <a:pPr>
              <a:defRPr sz="1200"/>
            </a:pPr>
            <a:r>
              <a:t>D:/pasar_fix/node_modules/.bun/recharts@3.8.1+b1eb3881bd5318ba/node_modules/recharts/lib/util/useUniqueId.js</a:t>
            </a:r>
          </a:p>
          <a:p>
            <a:pPr>
              <a:defRPr sz="1200"/>
            </a:pPr>
            <a:r>
              <a:t>D:/pasar_fix/node_modules/.bun/recharts@3.8.1+b1eb3881bd5318ba/node_modules/recharts/lib/util/YAxisUtils.js</a:t>
            </a:r>
          </a:p>
          <a:p>
            <a:pPr>
              <a:defRPr sz="1200"/>
            </a:pPr>
            <a:r>
              <a:t>D:/pasar_fix/node_modules/.bun/recharts@3.8.1+b1eb3881bd5318ba/node_modules/recharts/lib/util/cursor/getCursorPoints.js</a:t>
            </a:r>
          </a:p>
          <a:p>
            <a:pPr>
              <a:defRPr sz="1200"/>
            </a:pPr>
            <a:r>
              <a:t>D:/pasar_fix/node_modules/.bun/recharts@3.8.1+b1eb3881bd5318ba/node_modules/recharts/lib/util/cursor/getCursorRectangle.js</a:t>
            </a:r>
          </a:p>
          <a:p>
            <a:pPr>
              <a:defRPr sz="1200"/>
            </a:pPr>
            <a:r>
              <a:t>D:/pasar_fix/node_modules/.bun/recharts@3.8.1+b1eb3881bd5318ba/node_modules/recharts/lib/util/cursor/getRadialCursorPoints.js</a:t>
            </a:r>
          </a:p>
          <a:p>
            <a:pPr>
              <a:defRPr sz="1200"/>
            </a:pPr>
            <a:r>
              <a:t>D:/pasar_fix/node_modules/.bun/recharts@3.8.1+b1eb3881bd5318ba/node_modules/recharts/lib/util/payload/getUniqPayload.js</a:t>
            </a:r>
          </a:p>
          <a:p>
            <a:pPr>
              <a:defRPr sz="1200"/>
            </a:pPr>
            <a:r>
              <a:t>D:/pasar_fix/node_modules/.bun/recharts@3.8.1+b1eb3881bd5318ba/node_modules/recharts/lib/util/scale/CartesianScaleHelper.js</a:t>
            </a:r>
          </a:p>
          <a:p>
            <a:pPr>
              <a:defRPr sz="1200"/>
            </a:pPr>
            <a:r>
              <a:t>D:/pasar_fix/node_modules/.bun/recharts@3.8.1+b1eb3881bd5318ba/node_modules/recharts/lib/util/scale/createCategoricalInverse.js</a:t>
            </a:r>
          </a:p>
          <a:p>
            <a:pPr>
              <a:defRPr sz="1200"/>
            </a:pPr>
            <a:r>
              <a:t>D:/pasar_fix/node_modules/.bun/recharts@3.8.1+b1eb3881bd5318ba/node_modules/recharts/lib/util/scale/CustomScaleDefinition.js</a:t>
            </a:r>
          </a:p>
          <a:p>
            <a:pPr>
              <a:defRPr sz="1200"/>
            </a:pPr>
            <a:r>
              <a:t>D:/pasar_fix/node_modules/.bun/recharts@3.8.1+b1eb3881bd5318ba/node_modules/recharts/lib/util/scale/getNiceTickValues.js</a:t>
            </a:r>
          </a:p>
          <a:p>
            <a:pPr>
              <a:defRPr sz="1200"/>
            </a:pPr>
            <a:r>
              <a:t>D:/pasar_fix/node_modules/.bun/recharts@3.8.1+b1eb3881bd5318ba/node_modules/recharts/lib/util/scale/index.js</a:t>
            </a:r>
          </a:p>
          <a:p>
            <a:pPr>
              <a:defRPr sz="1200"/>
            </a:pPr>
            <a:r>
              <a:t>D:/pasar_fix/node_modules/.bun/recharts@3.8.1+b1eb3881bd5318ba/node_modules/recharts/lib/util/scale/RechartsScale.js</a:t>
            </a:r>
          </a:p>
          <a:p>
            <a:pPr>
              <a:defRPr sz="1200"/>
            </a:pPr>
            <a:r>
              <a:t>D:/pasar_fix/node_modules/.bun/recharts@3.8.1+b1eb3881bd5318ba/node_modules/recharts/lib/util/scale/util/arithmetic.js</a:t>
            </a:r>
          </a:p>
          <a:p>
            <a:pPr>
              <a:defRPr sz="1200"/>
            </a:pPr>
            <a:r>
              <a:t>D:/pasar_fix/node_modules/.bun/recharts@3.8.1+b1eb3881bd5318ba/node_modules/recharts/lib/util/stacks/getStackSeriesIdentifier.js</a:t>
            </a:r>
          </a:p>
          <a:p>
            <a:pPr>
              <a:defRPr sz="1200"/>
            </a:pPr>
            <a:r>
              <a:t>D:/pasar_fix/node_modules/.bun/recharts@3.8.1+b1eb3881bd5318ba/node_modules/recharts/lib/util/stacks/stackTypes.js</a:t>
            </a:r>
          </a:p>
          <a:p>
            <a:pPr>
              <a:defRPr sz="1200"/>
            </a:pPr>
            <a:r>
              <a:t>D:/pasar_fix/node_modules/.bun/recharts@3.8.1+b1eb3881bd5318ba/node_modules/recharts/lib/util/tooltip/translate.js</a:t>
            </a:r>
          </a:p>
          <a:p>
            <a:pPr>
              <a:defRPr sz="1200"/>
            </a:pPr>
            <a:r>
              <a:t>D:/pasar_fix/node_modules/.bun/recharts@3.8.1+b1eb3881bd5318ba/node_modules/recharts/lib/zIndex/DefaultZIndexes.js</a:t>
            </a:r>
          </a:p>
          <a:p>
            <a:pPr>
              <a:defRPr sz="1200"/>
            </a:pPr>
            <a:r>
              <a:t>D:/pasar_fix/node_modules/.bun/recharts@3.8.1+b1eb3881bd5318ba/node_modules/recharts/lib/zIndex/getZIndexFromUnknown.js</a:t>
            </a:r>
          </a:p>
          <a:p>
            <a:pPr>
              <a:defRPr sz="1200"/>
            </a:pPr>
            <a:r>
              <a:t>D:/pasar_fix/node_modules/.bun/recharts@3.8.1+b1eb3881bd5318ba/node_modules/recharts/lib/zIndex/ZIndexLayer.js</a:t>
            </a:r>
          </a:p>
          <a:p>
            <a:pPr>
              <a:defRPr sz="1200"/>
            </a:pPr>
            <a:r>
              <a:t>D:/pasar_fix/node_modules/.bun/recharts@3.8.1+b1eb3881bd5318ba/node_modules/recharts/lib/zIndex/ZIndexPortal.js</a:t>
            </a:r>
          </a:p>
          <a:p>
            <a:pPr>
              <a:defRPr sz="1200"/>
            </a:pPr>
            <a:r>
              <a:t>D:/pasar_fix/node_modules/.bun/recharts@3.8.1+b1eb3881bd5318ba/node_modules/recharts/lib/zIndex/zIndexSelectors.js</a:t>
            </a:r>
          </a:p>
          <a:p>
            <a:pPr>
              <a:defRPr sz="1200"/>
            </a:pPr>
            <a:r>
              <a:t>D:/pasar_fix/node_modules/.bun/recharts@3.8.1+b1eb3881bd5318ba/node_modules/recharts/types/hooks.d.ts</a:t>
            </a:r>
          </a:p>
          <a:p>
            <a:pPr>
              <a:defRPr sz="1200"/>
            </a:pPr>
            <a:r>
              <a:t>D:/pasar_fix/node_modules/.bun/recharts@3.8.1+b1eb3881bd5318ba/node_modules/recharts/types/index.d.ts</a:t>
            </a:r>
          </a:p>
          <a:p>
            <a:pPr>
              <a:defRPr sz="1200"/>
            </a:pPr>
            <a:r>
              <a:t>D:/pasar_fix/node_modules/.bun/recharts@3.8.1+b1eb3881bd5318ba/node_modules/recharts/types/types.d.ts</a:t>
            </a:r>
          </a:p>
          <a:p>
            <a:pPr>
              <a:defRPr sz="1200"/>
            </a:pPr>
            <a:r>
              <a:t>D:/pasar_fix/node_modules/.bun/recharts@3.8.1+b1eb3881bd5318ba/node_modules/recharts/types/animation/AnimationManager.d.ts</a:t>
            </a:r>
          </a:p>
          <a:p>
            <a:pPr>
              <a:defRPr sz="1200"/>
            </a:pPr>
            <a:r>
              <a:t>D:/pasar_fix/node_modules/.bun/recharts@3.8.1+b1eb3881bd5318ba/node_modules/recharts/types/animation/configUpdate.d.ts</a:t>
            </a:r>
          </a:p>
          <a:p>
            <a:pPr>
              <a:defRPr sz="1200"/>
            </a:pPr>
            <a:r>
              <a:t>D:/pasar_fix/node_modules/.bun/recharts@3.8.1+b1eb3881bd5318ba/node_modules/recharts/types/animation/createDefaultAnimationManager.d.ts</a:t>
            </a:r>
          </a:p>
          <a:p>
            <a:pPr>
              <a:defRPr sz="1200"/>
            </a:pPr>
            <a:r>
              <a:t>D:/pasar_fix/node_modules/.bun/recharts@3.8.1+b1eb3881bd5318ba/node_modules/recharts/types/animation/CSSTransitionAnimate.d.ts</a:t>
            </a:r>
          </a:p>
          <a:p>
            <a:pPr>
              <a:defRPr sz="1200"/>
            </a:pPr>
            <a:r>
              <a:t>D:/pasar_fix/node_modules/.bun/recharts@3.8.1+b1eb3881bd5318ba/node_modules/recharts/types/animation/easing.d.ts</a:t>
            </a:r>
          </a:p>
          <a:p>
            <a:pPr>
              <a:defRPr sz="1200"/>
            </a:pPr>
            <a:r>
              <a:t>D:/pasar_fix/node_modules/.bun/recharts@3.8.1+b1eb3881bd5318ba/node_modules/recharts/types/animation/JavascriptAnimate.d.ts</a:t>
            </a:r>
          </a:p>
          <a:p>
            <a:pPr>
              <a:defRPr sz="1200"/>
            </a:pPr>
            <a:r>
              <a:t>D:/pasar_fix/node_modules/.bun/recharts@3.8.1+b1eb3881bd5318ba/node_modules/recharts/types/animation/timeoutController.d.ts</a:t>
            </a:r>
          </a:p>
          <a:p>
            <a:pPr>
              <a:defRPr sz="1200"/>
            </a:pPr>
            <a:r>
              <a:t>D:/pasar_fix/node_modules/.bun/recharts@3.8.1+b1eb3881bd5318ba/node_modules/recharts/types/animation/useAnimationManager.d.ts</a:t>
            </a:r>
          </a:p>
          <a:p>
            <a:pPr>
              <a:defRPr sz="1200"/>
            </a:pPr>
            <a:r>
              <a:t>D:/pasar_fix/node_modules/.bun/recharts@3.8.1+b1eb3881bd5318ba/node_modules/recharts/types/animation/util.d.ts</a:t>
            </a:r>
          </a:p>
          <a:p>
            <a:pPr>
              <a:defRPr sz="1200"/>
            </a:pPr>
            <a:r>
              <a:t>D:/pasar_fix/node_modules/.bun/recharts@3.8.1+b1eb3881bd5318ba/node_modules/recharts/types/cartesian/Area.d.ts</a:t>
            </a:r>
          </a:p>
          <a:p>
            <a:pPr>
              <a:defRPr sz="1200"/>
            </a:pPr>
            <a:r>
              <a:t>D:/pasar_fix/node_modules/.bun/recharts@3.8.1+b1eb3881bd5318ba/node_modules/recharts/types/cartesian/Bar.d.ts</a:t>
            </a:r>
          </a:p>
          <a:p>
            <a:pPr>
              <a:defRPr sz="1200"/>
            </a:pPr>
            <a:r>
              <a:t>D:/pasar_fix/node_modules/.bun/recharts@3.8.1+b1eb3881bd5318ba/node_modules/recharts/types/cartesian/BarStack.d.ts</a:t>
            </a:r>
          </a:p>
          <a:p>
            <a:pPr>
              <a:defRPr sz="1200"/>
            </a:pPr>
            <a:r>
              <a:t>D:/pasar_fix/node_modules/.bun/recharts@3.8.1+b1eb3881bd5318ba/node_modules/recharts/types/cartesian/Brush.d.ts</a:t>
            </a:r>
          </a:p>
          <a:p>
            <a:pPr>
              <a:defRPr sz="1200"/>
            </a:pPr>
            <a:r>
              <a:t>D:/pasar_fix/node_modules/.bun/recharts@3.8.1+b1eb3881bd5318ba/node_modules/recharts/types/cartesian/CartesianAxis.d.ts</a:t>
            </a:r>
          </a:p>
          <a:p>
            <a:pPr>
              <a:defRPr sz="1200"/>
            </a:pPr>
            <a:r>
              <a:t>D:/pasar_fix/node_modules/.bun/recharts@3.8.1+b1eb3881bd5318ba/node_modules/recharts/types/cartesian/CartesianGrid.d.ts</a:t>
            </a:r>
          </a:p>
          <a:p>
            <a:pPr>
              <a:defRPr sz="1200"/>
            </a:pPr>
            <a:r>
              <a:t>D:/pasar_fix/node_modules/.bun/recharts@3.8.1+b1eb3881bd5318ba/node_modules/recharts/types/cartesian/ErrorBar.d.ts</a:t>
            </a:r>
          </a:p>
          <a:p>
            <a:pPr>
              <a:defRPr sz="1200"/>
            </a:pPr>
            <a:r>
              <a:t>D:/pasar_fix/node_modules/.bun/recharts@3.8.1+b1eb3881bd5318ba/node_modules/recharts/types/cartesian/Funnel.d.ts</a:t>
            </a:r>
          </a:p>
          <a:p>
            <a:pPr>
              <a:defRPr sz="1200"/>
            </a:pPr>
            <a:r>
              <a:t>D:/pasar_fix/node_modules/.bun/recharts@3.8.1+b1eb3881bd5318ba/node_modules/recharts/types/cartesian/getCartesianPosition.d.ts</a:t>
            </a:r>
          </a:p>
          <a:p>
            <a:pPr>
              <a:defRPr sz="1200"/>
            </a:pPr>
            <a:r>
              <a:t>D:/pasar_fix/node_modules/.bun/recharts@3.8.1+b1eb3881bd5318ba/node_modules/recharts/types/cartesian/getEquidistantTicks.d.ts</a:t>
            </a:r>
          </a:p>
          <a:p>
            <a:pPr>
              <a:defRPr sz="1200"/>
            </a:pPr>
            <a:r>
              <a:t>D:/pasar_fix/node_modules/.bun/recharts@3.8.1+b1eb3881bd5318ba/node_modules/recharts/types/cartesian/getTicks.d.ts</a:t>
            </a:r>
          </a:p>
          <a:p>
            <a:pPr>
              <a:defRPr sz="1200"/>
            </a:pPr>
            <a:r>
              <a:t>D:/pasar_fix/node_modules/.bun/recharts@3.8.1+b1eb3881bd5318ba/node_modules/recharts/types/cartesian/GraphicalItemClipPath.d.ts</a:t>
            </a:r>
          </a:p>
          <a:p>
            <a:pPr>
              <a:defRPr sz="1200"/>
            </a:pPr>
            <a:r>
              <a:t>D:/pasar_fix/node_modules/.bun/recharts@3.8.1+b1eb3881bd5318ba/node_modules/recharts/types/cartesian/Line.d.ts</a:t>
            </a:r>
          </a:p>
          <a:p>
            <a:pPr>
              <a:defRPr sz="1200"/>
            </a:pPr>
            <a:r>
              <a:t>D:/pasar_fix/node_modules/.bun/recharts@3.8.1+b1eb3881bd5318ba/node_modules/recharts/types/cartesian/ReferenceArea.d.ts</a:t>
            </a:r>
          </a:p>
          <a:p>
            <a:pPr>
              <a:defRPr sz="1200"/>
            </a:pPr>
            <a:r>
              <a:t>D:/pasar_fix/node_modules/.bun/recharts@3.8.1+b1eb3881bd5318ba/node_modules/recharts/types/cartesian/ReferenceDot.d.ts</a:t>
            </a:r>
          </a:p>
          <a:p>
            <a:pPr>
              <a:defRPr sz="1200"/>
            </a:pPr>
            <a:r>
              <a:t>D:/pasar_fix/node_modules/.bun/recharts@3.8.1+b1eb3881bd5318ba/node_modules/recharts/types/cartesian/ReferenceLine.d.ts</a:t>
            </a:r>
          </a:p>
          <a:p>
            <a:pPr>
              <a:defRPr sz="1200"/>
            </a:pPr>
            <a:r>
              <a:t>D:/pasar_fix/node_modules/.bun/recharts@3.8.1+b1eb3881bd5318ba/node_modules/recharts/types/cartesian/Scatter.d.ts</a:t>
            </a:r>
          </a:p>
          <a:p>
            <a:pPr>
              <a:defRPr sz="1200"/>
            </a:pPr>
            <a:r>
              <a:t>D:/pasar_fix/node_modules/.bun/recharts@3.8.1+b1eb3881bd5318ba/node_modules/recharts/types/cartesian/XAxis.d.ts</a:t>
            </a:r>
          </a:p>
          <a:p>
            <a:pPr>
              <a:defRPr sz="1200"/>
            </a:pPr>
            <a:r>
              <a:t>D:/pasar_fix/node_modules/.bun/recharts@3.8.1+b1eb3881bd5318ba/node_modules/recharts/types/cartesian/YAxis.d.ts</a:t>
            </a:r>
          </a:p>
          <a:p>
            <a:pPr>
              <a:defRPr sz="1200"/>
            </a:pPr>
            <a:r>
              <a:t>D:/pasar_fix/node_modules/.bun/recharts@3.8.1+b1eb3881bd5318ba/node_modules/recharts/types/cartesian/ZAxis.d.ts</a:t>
            </a:r>
          </a:p>
          <a:p>
            <a:pPr>
              <a:defRPr sz="1200"/>
            </a:pPr>
            <a:r>
              <a:t>D:/pasar_fix/node_modules/.bun/recharts@3.8.1+b1eb3881bd5318ba/node_modules/recharts/types/chart/AreaChart.d.ts</a:t>
            </a:r>
          </a:p>
          <a:p>
            <a:pPr>
              <a:defRPr sz="1200"/>
            </a:pPr>
            <a:r>
              <a:t>D:/pasar_fix/node_modules/.bun/recharts@3.8.1+b1eb3881bd5318ba/node_modules/recharts/types/chart/BarChart.d.ts</a:t>
            </a:r>
          </a:p>
          <a:p>
            <a:pPr>
              <a:defRPr sz="1200"/>
            </a:pPr>
            <a:r>
              <a:t>D:/pasar_fix/node_modules/.bun/recharts@3.8.1+b1eb3881bd5318ba/node_modules/recharts/types/chart/CartesianChart.d.ts</a:t>
            </a:r>
          </a:p>
          <a:p>
            <a:pPr>
              <a:defRPr sz="1200"/>
            </a:pPr>
            <a:r>
              <a:t>D:/pasar_fix/node_modules/.bun/recharts@3.8.1+b1eb3881bd5318ba/node_modules/recharts/types/chart/CategoricalChart.d.ts</a:t>
            </a:r>
          </a:p>
          <a:p>
            <a:pPr>
              <a:defRPr sz="1200"/>
            </a:pPr>
            <a:r>
              <a:t>D:/pasar_fix/node_modules/.bun/recharts@3.8.1+b1eb3881bd5318ba/node_modules/recharts/types/chart/ComposedChart.d.ts</a:t>
            </a:r>
          </a:p>
          <a:p>
            <a:pPr>
              <a:defRPr sz="1200"/>
            </a:pPr>
            <a:r>
              <a:t>D:/pasar_fix/node_modules/.bun/recharts@3.8.1+b1eb3881bd5318ba/node_modules/recharts/types/chart/FunnelChart.d.ts</a:t>
            </a:r>
          </a:p>
          <a:p>
            <a:pPr>
              <a:defRPr sz="1200"/>
            </a:pPr>
            <a:r>
              <a:t>D:/pasar_fix/node_modules/.bun/recharts@3.8.1+b1eb3881bd5318ba/node_modules/recharts/types/chart/LineChart.d.ts</a:t>
            </a:r>
          </a:p>
          <a:p>
            <a:pPr>
              <a:defRPr sz="1200"/>
            </a:pPr>
            <a:r>
              <a:t>D:/pasar_fix/node_modules/.bun/recharts@3.8.1+b1eb3881bd5318ba/node_modules/recharts/types/chart/PieChart.d.ts</a:t>
            </a:r>
          </a:p>
          <a:p>
            <a:pPr>
              <a:defRPr sz="1200"/>
            </a:pPr>
            <a:r>
              <a:t>D:/pasar_fix/node_modules/.bun/recharts@3.8.1+b1eb3881bd5318ba/node_modules/recharts/types/chart/PolarChart.d.ts</a:t>
            </a:r>
          </a:p>
          <a:p>
            <a:pPr>
              <a:defRPr sz="1200"/>
            </a:pPr>
            <a:r>
              <a:t>D:/pasar_fix/node_modules/.bun/recharts@3.8.1+b1eb3881bd5318ba/node_modules/recharts/types/chart/RadarChart.d.ts</a:t>
            </a:r>
          </a:p>
          <a:p>
            <a:pPr>
              <a:defRPr sz="1200"/>
            </a:pPr>
            <a:r>
              <a:t>D:/pasar_fix/node_modules/.bun/recharts@3.8.1+b1eb3881bd5318ba/node_modules/recharts/types/chart/RadialBarChart.d.ts</a:t>
            </a:r>
          </a:p>
          <a:p>
            <a:pPr>
              <a:defRPr sz="1200"/>
            </a:pPr>
            <a:r>
              <a:t>D:/pasar_fix/node_modules/.bun/recharts@3.8.1+b1eb3881bd5318ba/node_modules/recharts/types/chart/RechartsWrapper.d.ts</a:t>
            </a:r>
          </a:p>
          <a:p>
            <a:pPr>
              <a:defRPr sz="1200"/>
            </a:pPr>
            <a:r>
              <a:t>D:/pasar_fix/node_modules/.bun/recharts@3.8.1+b1eb3881bd5318ba/node_modules/recharts/types/chart/Sankey.d.ts</a:t>
            </a:r>
          </a:p>
          <a:p>
            <a:pPr>
              <a:defRPr sz="1200"/>
            </a:pPr>
            <a:r>
              <a:t>D:/pasar_fix/node_modules/.bun/recharts@3.8.1+b1eb3881bd5318ba/node_modules/recharts/types/chart/ScatterChart.d.ts</a:t>
            </a:r>
          </a:p>
          <a:p>
            <a:pPr>
              <a:defRPr sz="1200"/>
            </a:pPr>
            <a:r>
              <a:t>D:/pasar_fix/node_modules/.bun/recharts@3.8.1+b1eb3881bd5318ba/node_modules/recharts/types/chart/SunburstChart.d.ts</a:t>
            </a:r>
          </a:p>
          <a:p>
            <a:pPr>
              <a:defRPr sz="1200"/>
            </a:pPr>
            <a:r>
              <a:t>D:/pasar_fix/node_modules/.bun/recharts@3.8.1+b1eb3881bd5318ba/node_modules/recharts/types/chart/Treemap.d.ts</a:t>
            </a:r>
          </a:p>
          <a:p>
            <a:pPr>
              <a:defRPr sz="1200"/>
            </a:pPr>
            <a:r>
              <a:t>D:/pasar_fix/node_modules/.bun/recharts@3.8.1+b1eb3881bd5318ba/node_modules/recharts/types/chart/types.d.ts</a:t>
            </a:r>
          </a:p>
          <a:p>
            <a:pPr>
              <a:defRPr sz="1200"/>
            </a:pPr>
            <a:r>
              <a:t>D:/pasar_fix/node_modules/.bun/recharts@3.8.1+b1eb3881bd5318ba/node_modules/recharts/types/component/ActivePoints.d.ts</a:t>
            </a:r>
          </a:p>
          <a:p>
            <a:pPr>
              <a:defRPr sz="1200"/>
            </a:pPr>
            <a:r>
              <a:t>D:/pasar_fix/node_modules/.bun/recharts@3.8.1+b1eb3881bd5318ba/node_modules/recharts/types/component/Cell.d.ts</a:t>
            </a:r>
          </a:p>
          <a:p>
            <a:pPr>
              <a:defRPr sz="1200"/>
            </a:pPr>
            <a:r>
              <a:t>D:/pasar_fix/node_modules/.bun/recharts@3.8.1+b1eb3881bd5318ba/node_modules/recharts/types/component/Cursor.d.ts</a:t>
            </a:r>
          </a:p>
          <a:p>
            <a:pPr>
              <a:defRPr sz="1200"/>
            </a:pPr>
            <a:r>
              <a:t>D:/pasar_fix/node_modules/.bun/recharts@3.8.1+b1eb3881bd5318ba/node_modules/recharts/types/component/Customized.d.ts</a:t>
            </a:r>
          </a:p>
          <a:p>
            <a:pPr>
              <a:defRPr sz="1200"/>
            </a:pPr>
            <a:r>
              <a:t>D:/pasar_fix/node_modules/.bun/recharts@3.8.1+b1eb3881bd5318ba/node_modules/recharts/types/component/DefaultLegendContent.d.ts</a:t>
            </a:r>
          </a:p>
          <a:p>
            <a:pPr>
              <a:defRPr sz="1200"/>
            </a:pPr>
            <a:r>
              <a:t>D:/pasar_fix/node_modules/.bun/recharts@3.8.1+b1eb3881bd5318ba/node_modules/recharts/types/component/DefaultTooltipContent.d.ts</a:t>
            </a:r>
          </a:p>
          <a:p>
            <a:pPr>
              <a:defRPr sz="1200"/>
            </a:pPr>
            <a:r>
              <a:t>D:/pasar_fix/node_modules/.bun/recharts@3.8.1+b1eb3881bd5318ba/node_modules/recharts/types/component/Dots.d.ts</a:t>
            </a:r>
          </a:p>
          <a:p>
            <a:pPr>
              <a:defRPr sz="1200"/>
            </a:pPr>
            <a:r>
              <a:t>D:/pasar_fix/node_modules/.bun/recharts@3.8.1+b1eb3881bd5318ba/node_modules/recharts/types/component/Label.d.ts</a:t>
            </a:r>
          </a:p>
          <a:p>
            <a:pPr>
              <a:defRPr sz="1200"/>
            </a:pPr>
            <a:r>
              <a:t>D:/pasar_fix/node_modules/.bun/recharts@3.8.1+b1eb3881bd5318ba/node_modules/recharts/types/component/LabelList.d.ts</a:t>
            </a:r>
          </a:p>
          <a:p>
            <a:pPr>
              <a:defRPr sz="1200"/>
            </a:pPr>
            <a:r>
              <a:t>D:/pasar_fix/node_modules/.bun/recharts@3.8.1+b1eb3881bd5318ba/node_modules/recharts/types/component/Legend.d.ts</a:t>
            </a:r>
          </a:p>
          <a:p>
            <a:pPr>
              <a:defRPr sz="1200"/>
            </a:pPr>
            <a:r>
              <a:t>D:/pasar_fix/node_modules/.bun/recharts@3.8.1+b1eb3881bd5318ba/node_modules/recharts/types/component/ResponsiveContainer.d.ts</a:t>
            </a:r>
          </a:p>
          <a:p>
            <a:pPr>
              <a:defRPr sz="1200"/>
            </a:pPr>
            <a:r>
              <a:t>D:/pasar_fix/node_modules/.bun/recharts@3.8.1+b1eb3881bd5318ba/node_modules/recharts/types/component/responsiveContainerUtils.d.ts</a:t>
            </a:r>
          </a:p>
          <a:p>
            <a:pPr>
              <a:defRPr sz="1200"/>
            </a:pPr>
            <a:r>
              <a:t>D:/pasar_fix/node_modules/.bun/recharts@3.8.1+b1eb3881bd5318ba/node_modules/recharts/types/component/Text.d.ts</a:t>
            </a:r>
          </a:p>
          <a:p>
            <a:pPr>
              <a:defRPr sz="1200"/>
            </a:pPr>
            <a:r>
              <a:t>D:/pasar_fix/node_modules/.bun/recharts@3.8.1+b1eb3881bd5318ba/node_modules/recharts/types/component/Tooltip.d.ts</a:t>
            </a:r>
          </a:p>
          <a:p>
            <a:pPr>
              <a:defRPr sz="1200"/>
            </a:pPr>
            <a:r>
              <a:t>D:/pasar_fix/node_modules/.bun/recharts@3.8.1+b1eb3881bd5318ba/node_modules/recharts/types/component/TooltipBoundingBox.d.ts</a:t>
            </a:r>
          </a:p>
          <a:p>
            <a:pPr>
              <a:defRPr sz="1200"/>
            </a:pPr>
            <a:r>
              <a:t>D:/pasar_fix/node_modules/.bun/recharts@3.8.1+b1eb3881bd5318ba/node_modules/recharts/types/container/ClipPathProvider.d.ts</a:t>
            </a:r>
          </a:p>
          <a:p>
            <a:pPr>
              <a:defRPr sz="1200"/>
            </a:pPr>
            <a:r>
              <a:t>D:/pasar_fix/node_modules/.bun/recharts@3.8.1+b1eb3881bd5318ba/node_modules/recharts/types/container/Layer.d.ts</a:t>
            </a:r>
          </a:p>
          <a:p>
            <a:pPr>
              <a:defRPr sz="1200"/>
            </a:pPr>
            <a:r>
              <a:t>D:/pasar_fix/node_modules/.bun/recharts@3.8.1+b1eb3881bd5318ba/node_modules/recharts/types/container/RootSurface.d.ts</a:t>
            </a:r>
          </a:p>
          <a:p>
            <a:pPr>
              <a:defRPr sz="1200"/>
            </a:pPr>
            <a:r>
              <a:t>D:/pasar_fix/node_modules/.bun/recharts@3.8.1+b1eb3881bd5318ba/node_modules/recharts/types/container/Surface.d.ts</a:t>
            </a:r>
          </a:p>
          <a:p>
            <a:pPr>
              <a:defRPr sz="1200"/>
            </a:pPr>
            <a:r>
              <a:t>D:/pasar_fix/node_modules/.bun/recharts@3.8.1+b1eb3881bd5318ba/node_modules/recharts/types/context/accessibilityContext.d.ts</a:t>
            </a:r>
          </a:p>
          <a:p>
            <a:pPr>
              <a:defRPr sz="1200"/>
            </a:pPr>
            <a:r>
              <a:t>D:/pasar_fix/node_modules/.bun/recharts@3.8.1+b1eb3881bd5318ba/node_modules/recharts/types/context/brushUpdateContext.d.ts</a:t>
            </a:r>
          </a:p>
          <a:p>
            <a:pPr>
              <a:defRPr sz="1200"/>
            </a:pPr>
            <a:r>
              <a:t>D:/pasar_fix/node_modules/.bun/recharts@3.8.1+b1eb3881bd5318ba/node_modules/recharts/types/context/chartDataContext.d.ts</a:t>
            </a:r>
          </a:p>
          <a:p>
            <a:pPr>
              <a:defRPr sz="1200"/>
            </a:pPr>
            <a:r>
              <a:t>D:/pasar_fix/node_modules/.bun/recharts@3.8.1+b1eb3881bd5318ba/node_modules/recharts/types/context/chartLayoutContext.d.ts</a:t>
            </a:r>
          </a:p>
          <a:p>
            <a:pPr>
              <a:defRPr sz="1200"/>
            </a:pPr>
            <a:r>
              <a:t>D:/pasar_fix/node_modules/.bun/recharts@3.8.1+b1eb3881bd5318ba/node_modules/recharts/types/context/ErrorBarContext.d.ts</a:t>
            </a:r>
          </a:p>
          <a:p>
            <a:pPr>
              <a:defRPr sz="1200"/>
            </a:pPr>
            <a:r>
              <a:t>D:/pasar_fix/node_modules/.bun/recharts@3.8.1+b1eb3881bd5318ba/node_modules/recharts/types/context/legendPayloadContext.d.ts</a:t>
            </a:r>
          </a:p>
          <a:p>
            <a:pPr>
              <a:defRPr sz="1200"/>
            </a:pPr>
            <a:r>
              <a:t>D:/pasar_fix/node_modules/.bun/recharts@3.8.1+b1eb3881bd5318ba/node_modules/recharts/types/context/legendPortalContext.d.ts</a:t>
            </a:r>
          </a:p>
          <a:p>
            <a:pPr>
              <a:defRPr sz="1200"/>
            </a:pPr>
            <a:r>
              <a:t>D:/pasar_fix/node_modules/.bun/recharts@3.8.1+b1eb3881bd5318ba/node_modules/recharts/types/context/PanoramaContext.d.ts</a:t>
            </a:r>
          </a:p>
          <a:p>
            <a:pPr>
              <a:defRPr sz="1200"/>
            </a:pPr>
            <a:r>
              <a:t>D:/pasar_fix/node_modules/.bun/recharts@3.8.1+b1eb3881bd5318ba/node_modules/recharts/types/context/RegisterGraphicalItemId.d.ts</a:t>
            </a:r>
          </a:p>
          <a:p>
            <a:pPr>
              <a:defRPr sz="1200"/>
            </a:pPr>
            <a:r>
              <a:t>D:/pasar_fix/node_modules/.bun/recharts@3.8.1+b1eb3881bd5318ba/node_modules/recharts/types/context/tooltipContext.d.ts</a:t>
            </a:r>
          </a:p>
          <a:p>
            <a:pPr>
              <a:defRPr sz="1200"/>
            </a:pPr>
            <a:r>
              <a:t>D:/pasar_fix/node_modules/.bun/recharts@3.8.1+b1eb3881bd5318ba/node_modules/recharts/types/context/tooltipPortalContext.d.ts</a:t>
            </a:r>
          </a:p>
          <a:p>
            <a:pPr>
              <a:defRPr sz="1200"/>
            </a:pPr>
            <a:r>
              <a:t>D:/pasar_fix/node_modules/.bun/recharts@3.8.1+b1eb3881bd5318ba/node_modules/recharts/types/context/useTooltipAxis.d.ts</a:t>
            </a:r>
          </a:p>
          <a:p>
            <a:pPr>
              <a:defRPr sz="1200"/>
            </a:pPr>
            <a:r>
              <a:t>D:/pasar_fix/node_modules/.bun/recharts@3.8.1+b1eb3881bd5318ba/node_modules/recharts/types/polar/defaultPolarAngleAxisProps.d.ts</a:t>
            </a:r>
          </a:p>
          <a:p>
            <a:pPr>
              <a:defRPr sz="1200"/>
            </a:pPr>
            <a:r>
              <a:t>D:/pasar_fix/node_modules/.bun/recharts@3.8.1+b1eb3881bd5318ba/node_modules/recharts/types/polar/defaultPolarRadiusAxisProps.d.ts</a:t>
            </a:r>
          </a:p>
          <a:p>
            <a:pPr>
              <a:defRPr sz="1200"/>
            </a:pPr>
            <a:r>
              <a:t>D:/pasar_fix/node_modules/.bun/recharts@3.8.1+b1eb3881bd5318ba/node_modules/recharts/types/polar/Pie.d.ts</a:t>
            </a:r>
          </a:p>
          <a:p>
            <a:pPr>
              <a:defRPr sz="1200"/>
            </a:pPr>
            <a:r>
              <a:t>D:/pasar_fix/node_modules/.bun/recharts@3.8.1+b1eb3881bd5318ba/node_modules/recharts/types/polar/PolarAngleAxis.d.ts</a:t>
            </a:r>
          </a:p>
          <a:p>
            <a:pPr>
              <a:defRPr sz="1200"/>
            </a:pPr>
            <a:r>
              <a:t>D:/pasar_fix/node_modules/.bun/recharts@3.8.1+b1eb3881bd5318ba/node_modules/recharts/types/polar/PolarGrid.d.ts</a:t>
            </a:r>
          </a:p>
          <a:p>
            <a:pPr>
              <a:defRPr sz="1200"/>
            </a:pPr>
            <a:r>
              <a:t>D:/pasar_fix/node_modules/.bun/recharts@3.8.1+b1eb3881bd5318ba/node_modules/recharts/types/polar/PolarRadiusAxis.d.ts</a:t>
            </a:r>
          </a:p>
          <a:p>
            <a:pPr>
              <a:defRPr sz="1200"/>
            </a:pPr>
            <a:r>
              <a:t>D:/pasar_fix/node_modules/.bun/recharts@3.8.1+b1eb3881bd5318ba/node_modules/recharts/types/polar/Radar.d.ts</a:t>
            </a:r>
          </a:p>
          <a:p>
            <a:pPr>
              <a:defRPr sz="1200"/>
            </a:pPr>
            <a:r>
              <a:t>D:/pasar_fix/node_modules/.bun/recharts@3.8.1+b1eb3881bd5318ba/node_modules/recharts/types/polar/RadialBar.d.ts</a:t>
            </a:r>
          </a:p>
          <a:p>
            <a:pPr>
              <a:defRPr sz="1200"/>
            </a:pPr>
            <a:r>
              <a:t>D:/pasar_fix/node_modules/.bun/recharts@3.8.1+b1eb3881bd5318ba/node_modules/recharts/types/shape/Cross.d.ts</a:t>
            </a:r>
          </a:p>
          <a:p>
            <a:pPr>
              <a:defRPr sz="1200"/>
            </a:pPr>
            <a:r>
              <a:t>D:/pasar_fix/node_modules/.bun/recharts@3.8.1+b1eb3881bd5318ba/node_modules/recharts/types/shape/Curve.d.ts</a:t>
            </a:r>
          </a:p>
          <a:p>
            <a:pPr>
              <a:defRPr sz="1200"/>
            </a:pPr>
            <a:r>
              <a:t>D:/pasar_fix/node_modules/.bun/recharts@3.8.1+b1eb3881bd5318ba/node_modules/recharts/types/shape/Dot.d.ts</a:t>
            </a:r>
          </a:p>
          <a:p>
            <a:pPr>
              <a:defRPr sz="1200"/>
            </a:pPr>
            <a:r>
              <a:t>D:/pasar_fix/node_modules/.bun/recharts@3.8.1+b1eb3881bd5318ba/node_modules/recharts/types/shape/Polygon.d.ts</a:t>
            </a:r>
          </a:p>
          <a:p>
            <a:pPr>
              <a:defRPr sz="1200"/>
            </a:pPr>
            <a:r>
              <a:t>D:/pasar_fix/node_modules/.bun/recharts@3.8.1+b1eb3881bd5318ba/node_modules/recharts/types/shape/Rectangle.d.ts</a:t>
            </a:r>
          </a:p>
          <a:p>
            <a:pPr>
              <a:defRPr sz="1200"/>
            </a:pPr>
            <a:r>
              <a:t>D:/pasar_fix/node_modules/.bun/recharts@3.8.1+b1eb3881bd5318ba/node_modules/recharts/types/shape/Sector.d.ts</a:t>
            </a:r>
          </a:p>
          <a:p>
            <a:pPr>
              <a:defRPr sz="1200"/>
            </a:pPr>
            <a:r>
              <a:t>D:/pasar_fix/node_modules/.bun/recharts@3.8.1+b1eb3881bd5318ba/node_modules/recharts/types/shape/Symbols.d.ts</a:t>
            </a:r>
          </a:p>
          <a:p>
            <a:pPr>
              <a:defRPr sz="1200"/>
            </a:pPr>
            <a:r>
              <a:t>D:/pasar_fix/node_modules/.bun/recharts@3.8.1+b1eb3881bd5318ba/node_modules/recharts/types/shape/Trapezoid.d.ts</a:t>
            </a:r>
          </a:p>
          <a:p>
            <a:pPr>
              <a:defRPr sz="1200"/>
            </a:pPr>
            <a:r>
              <a:t>D:/pasar_fix/node_modules/.bun/recharts@3.8.1+b1eb3881bd5318ba/node_modules/recharts/types/state/brushSlice.d.ts</a:t>
            </a:r>
          </a:p>
          <a:p>
            <a:pPr>
              <a:defRPr sz="1200"/>
            </a:pPr>
            <a:r>
              <a:t>D:/pasar_fix/node_modules/.bun/recharts@3.8.1+b1eb3881bd5318ba/node_modules/recharts/types/state/cartesianAxisSlice.d.ts</a:t>
            </a:r>
          </a:p>
          <a:p>
            <a:pPr>
              <a:defRPr sz="1200"/>
            </a:pPr>
            <a:r>
              <a:t>D:/pasar_fix/node_modules/.bun/recharts@3.8.1+b1eb3881bd5318ba/node_modules/recharts/types/state/chartDataSlice.d.ts</a:t>
            </a:r>
          </a:p>
          <a:p>
            <a:pPr>
              <a:defRPr sz="1200"/>
            </a:pPr>
            <a:r>
              <a:t>D:/pasar_fix/node_modules/.bun/recharts@3.8.1+b1eb3881bd5318ba/node_modules/recharts/types/state/errorBarSlice.d.ts</a:t>
            </a:r>
          </a:p>
          <a:p>
            <a:pPr>
              <a:defRPr sz="1200"/>
            </a:pPr>
            <a:r>
              <a:t>D:/pasar_fix/node_modules/.bun/recharts@3.8.1+b1eb3881bd5318ba/node_modules/recharts/types/state/eventSettingsSlice.d.ts</a:t>
            </a:r>
          </a:p>
          <a:p>
            <a:pPr>
              <a:defRPr sz="1200"/>
            </a:pPr>
            <a:r>
              <a:t>D:/pasar_fix/node_modules/.bun/recharts@3.8.1+b1eb3881bd5318ba/node_modules/recharts/types/state/externalEventsMiddleware.d.ts</a:t>
            </a:r>
          </a:p>
          <a:p>
            <a:pPr>
              <a:defRPr sz="1200"/>
            </a:pPr>
            <a:r>
              <a:t>D:/pasar_fix/node_modules/.bun/recharts@3.8.1+b1eb3881bd5318ba/node_modules/recharts/types/state/graphicalItemsSlice.d.ts</a:t>
            </a:r>
          </a:p>
          <a:p>
            <a:pPr>
              <a:defRPr sz="1200"/>
            </a:pPr>
            <a:r>
              <a:t>D:/pasar_fix/node_modules/.bun/recharts@3.8.1+b1eb3881bd5318ba/node_modules/recharts/types/state/hooks.d.ts</a:t>
            </a:r>
          </a:p>
          <a:p>
            <a:pPr>
              <a:defRPr sz="1200"/>
            </a:pPr>
            <a:r>
              <a:t>D:/pasar_fix/node_modules/.bun/recharts@3.8.1+b1eb3881bd5318ba/node_modules/recharts/types/state/keyboardEventsMiddleware.d.ts</a:t>
            </a:r>
          </a:p>
          <a:p>
            <a:pPr>
              <a:defRPr sz="1200"/>
            </a:pPr>
            <a:r>
              <a:t>D:/pasar_fix/node_modules/.bun/recharts@3.8.1+b1eb3881bd5318ba/node_modules/recharts/types/state/layoutSlice.d.ts</a:t>
            </a:r>
          </a:p>
          <a:p>
            <a:pPr>
              <a:defRPr sz="1200"/>
            </a:pPr>
            <a:r>
              <a:t>D:/pasar_fix/node_modules/.bun/recharts@3.8.1+b1eb3881bd5318ba/node_modules/recharts/types/state/legendSlice.d.ts</a:t>
            </a:r>
          </a:p>
          <a:p>
            <a:pPr>
              <a:defRPr sz="1200"/>
            </a:pPr>
            <a:r>
              <a:t>D:/pasar_fix/node_modules/.bun/recharts@3.8.1+b1eb3881bd5318ba/node_modules/recharts/types/state/mouseEventsMiddleware.d.ts</a:t>
            </a:r>
          </a:p>
          <a:p>
            <a:pPr>
              <a:defRPr sz="1200"/>
            </a:pPr>
            <a:r>
              <a:t>D:/pasar_fix/node_modules/.bun/recharts@3.8.1+b1eb3881bd5318ba/node_modules/recharts/types/state/optionsSlice.d.ts</a:t>
            </a:r>
          </a:p>
          <a:p>
            <a:pPr>
              <a:defRPr sz="1200"/>
            </a:pPr>
            <a:r>
              <a:t>D:/pasar_fix/node_modules/.bun/recharts@3.8.1+b1eb3881bd5318ba/node_modules/recharts/types/state/polarAxisSlice.d.ts</a:t>
            </a:r>
          </a:p>
          <a:p>
            <a:pPr>
              <a:defRPr sz="1200"/>
            </a:pPr>
            <a:r>
              <a:t>D:/pasar_fix/node_modules/.bun/recharts@3.8.1+b1eb3881bd5318ba/node_modules/recharts/types/state/polarOptionsSlice.d.ts</a:t>
            </a:r>
          </a:p>
          <a:p>
            <a:pPr>
              <a:defRPr sz="1200"/>
            </a:pPr>
            <a:r>
              <a:t>D:/pasar_fix/node_modules/.bun/recharts@3.8.1+b1eb3881bd5318ba/node_modules/recharts/types/state/RechartsReduxContext.d.ts</a:t>
            </a:r>
          </a:p>
          <a:p>
            <a:pPr>
              <a:defRPr sz="1200"/>
            </a:pPr>
            <a:r>
              <a:t>D:/pasar_fix/node_modules/.bun/recharts@3.8.1+b1eb3881bd5318ba/node_modules/recharts/types/state/RechartsStoreProvider.d.ts</a:t>
            </a:r>
          </a:p>
          <a:p>
            <a:pPr>
              <a:defRPr sz="1200"/>
            </a:pPr>
            <a:r>
              <a:t>D:/pasar_fix/node_modules/.bun/recharts@3.8.1+b1eb3881bd5318ba/node_modules/recharts/types/state/reduxDevtoolsJsonStringifyReplacer.d.ts</a:t>
            </a:r>
          </a:p>
          <a:p>
            <a:pPr>
              <a:defRPr sz="1200"/>
            </a:pPr>
            <a:r>
              <a:t>D:/pasar_fix/node_modules/.bun/recharts@3.8.1+b1eb3881bd5318ba/node_modules/recharts/types/state/referenceElementsSlice.d.ts</a:t>
            </a:r>
          </a:p>
          <a:p>
            <a:pPr>
              <a:defRPr sz="1200"/>
            </a:pPr>
            <a:r>
              <a:t>D:/pasar_fix/node_modules/.bun/recharts@3.8.1+b1eb3881bd5318ba/node_modules/recharts/types/state/renderedTicksSlice.d.ts</a:t>
            </a:r>
          </a:p>
          <a:p>
            <a:pPr>
              <a:defRPr sz="1200"/>
            </a:pPr>
            <a:r>
              <a:t>D:/pasar_fix/node_modules/.bun/recharts@3.8.1+b1eb3881bd5318ba/node_modules/recharts/types/state/ReportChartProps.d.ts</a:t>
            </a:r>
          </a:p>
          <a:p>
            <a:pPr>
              <a:defRPr sz="1200"/>
            </a:pPr>
            <a:r>
              <a:t>D:/pasar_fix/node_modules/.bun/recharts@3.8.1+b1eb3881bd5318ba/node_modules/recharts/types/state/ReportEventSettings.d.ts</a:t>
            </a:r>
          </a:p>
          <a:p>
            <a:pPr>
              <a:defRPr sz="1200"/>
            </a:pPr>
            <a:r>
              <a:t>D:/pasar_fix/node_modules/.bun/recharts@3.8.1+b1eb3881bd5318ba/node_modules/recharts/types/state/ReportMainChartProps.d.ts</a:t>
            </a:r>
          </a:p>
          <a:p>
            <a:pPr>
              <a:defRPr sz="1200"/>
            </a:pPr>
            <a:r>
              <a:t>D:/pasar_fix/node_modules/.bun/recharts@3.8.1+b1eb3881bd5318ba/node_modules/recharts/types/state/ReportPolarOptions.d.ts</a:t>
            </a:r>
          </a:p>
          <a:p>
            <a:pPr>
              <a:defRPr sz="1200"/>
            </a:pPr>
            <a:r>
              <a:t>D:/pasar_fix/node_modules/.bun/recharts@3.8.1+b1eb3881bd5318ba/node_modules/recharts/types/state/rootPropsSlice.d.ts</a:t>
            </a:r>
          </a:p>
          <a:p>
            <a:pPr>
              <a:defRPr sz="1200"/>
            </a:pPr>
            <a:r>
              <a:t>D:/pasar_fix/node_modules/.bun/recharts@3.8.1+b1eb3881bd5318ba/node_modules/recharts/types/state/SetGraphicalItem.d.ts</a:t>
            </a:r>
          </a:p>
          <a:p>
            <a:pPr>
              <a:defRPr sz="1200"/>
            </a:pPr>
            <a:r>
              <a:t>D:/pasar_fix/node_modules/.bun/recharts@3.8.1+b1eb3881bd5318ba/node_modules/recharts/types/state/SetLegendPayload.d.ts</a:t>
            </a:r>
          </a:p>
          <a:p>
            <a:pPr>
              <a:defRPr sz="1200"/>
            </a:pPr>
            <a:r>
              <a:t>D:/pasar_fix/node_modules/.bun/recharts@3.8.1+b1eb3881bd5318ba/node_modules/recharts/types/state/SetTooltipEntrySettings.d.ts</a:t>
            </a:r>
          </a:p>
          <a:p>
            <a:pPr>
              <a:defRPr sz="1200"/>
            </a:pPr>
            <a:r>
              <a:t>D:/pasar_fix/node_modules/.bun/recharts@3.8.1+b1eb3881bd5318ba/node_modules/recharts/types/state/store.d.ts</a:t>
            </a:r>
          </a:p>
          <a:p>
            <a:pPr>
              <a:defRPr sz="1200"/>
            </a:pPr>
            <a:r>
              <a:t>D:/pasar_fix/node_modules/.bun/recharts@3.8.1+b1eb3881bd5318ba/node_modules/recharts/types/state/tooltipSlice.d.ts</a:t>
            </a:r>
          </a:p>
          <a:p>
            <a:pPr>
              <a:defRPr sz="1200"/>
            </a:pPr>
            <a:r>
              <a:t>D:/pasar_fix/node_modules/.bun/recharts@3.8.1+b1eb3881bd5318ba/node_modules/recharts/types/state/touchEventsMiddleware.d.ts</a:t>
            </a:r>
          </a:p>
          <a:p>
            <a:pPr>
              <a:defRPr sz="1200"/>
            </a:pPr>
            <a:r>
              <a:t>D:/pasar_fix/node_modules/.bun/recharts@3.8.1+b1eb3881bd5318ba/node_modules/recharts/types/state/zIndexSlice.d.ts</a:t>
            </a:r>
          </a:p>
          <a:p>
            <a:pPr>
              <a:defRPr sz="1200"/>
            </a:pPr>
            <a:r>
              <a:t>D:/pasar_fix/node_modules/.bun/recharts@3.8.1+b1eb3881bd5318ba/node_modules/recharts/types/state/selectors/areaSelectors.d.ts</a:t>
            </a:r>
          </a:p>
          <a:p>
            <a:pPr>
              <a:defRPr sz="1200"/>
            </a:pPr>
            <a:r>
              <a:t>D:/pasar_fix/node_modules/.bun/recharts@3.8.1+b1eb3881bd5318ba/node_modules/recharts/types/state/selectors/arrayEqualityCheck.d.ts</a:t>
            </a:r>
          </a:p>
          <a:p>
            <a:pPr>
              <a:defRPr sz="1200"/>
            </a:pPr>
            <a:r>
              <a:t>D:/pasar_fix/node_modules/.bun/recharts@3.8.1+b1eb3881bd5318ba/node_modules/recharts/types/state/selectors/axisSelectors.d.ts</a:t>
            </a:r>
          </a:p>
          <a:p>
            <a:pPr>
              <a:defRPr sz="1200"/>
            </a:pPr>
            <a:r>
              <a:t>D:/pasar_fix/node_modules/.bun/recharts@3.8.1+b1eb3881bd5318ba/node_modules/recharts/types/state/selectors/barSelectors.d.ts</a:t>
            </a:r>
          </a:p>
          <a:p>
            <a:pPr>
              <a:defRPr sz="1200"/>
            </a:pPr>
            <a:r>
              <a:t>D:/pasar_fix/node_modules/.bun/recharts@3.8.1+b1eb3881bd5318ba/node_modules/recharts/types/state/selectors/barStackSelectors.d.ts</a:t>
            </a:r>
          </a:p>
          <a:p>
            <a:pPr>
              <a:defRPr sz="1200"/>
            </a:pPr>
            <a:r>
              <a:t>D:/pasar_fix/node_modules/.bun/recharts@3.8.1+b1eb3881bd5318ba/node_modules/recharts/types/state/selectors/brushSelectors.d.ts</a:t>
            </a:r>
          </a:p>
          <a:p>
            <a:pPr>
              <a:defRPr sz="1200"/>
            </a:pPr>
            <a:r>
              <a:t>D:/pasar_fix/node_modules/.bun/recharts@3.8.1+b1eb3881bd5318ba/node_modules/recharts/types/state/selectors/containerSelectors.d.ts</a:t>
            </a:r>
          </a:p>
          <a:p>
            <a:pPr>
              <a:defRPr sz="1200"/>
            </a:pPr>
            <a:r>
              <a:t>D:/pasar_fix/node_modules/.bun/recharts@3.8.1+b1eb3881bd5318ba/node_modules/recharts/types/state/selectors/dataSelectors.d.ts</a:t>
            </a:r>
          </a:p>
          <a:p>
            <a:pPr>
              <a:defRPr sz="1200"/>
            </a:pPr>
            <a:r>
              <a:t>D:/pasar_fix/node_modules/.bun/recharts@3.8.1+b1eb3881bd5318ba/node_modules/recharts/types/state/selectors/funnelSelectors.d.ts</a:t>
            </a:r>
          </a:p>
          <a:p>
            <a:pPr>
              <a:defRPr sz="1200"/>
            </a:pPr>
            <a:r>
              <a:t>D:/pasar_fix/node_modules/.bun/recharts@3.8.1+b1eb3881bd5318ba/node_modules/recharts/types/state/selectors/graphicalItemSelectors.d.ts</a:t>
            </a:r>
          </a:p>
          <a:p>
            <a:pPr>
              <a:defRPr sz="1200"/>
            </a:pPr>
            <a:r>
              <a:t>D:/pasar_fix/node_modules/.bun/recharts@3.8.1+b1eb3881bd5318ba/node_modules/recharts/types/state/selectors/legendSelectors.d.ts</a:t>
            </a:r>
          </a:p>
          <a:p>
            <a:pPr>
              <a:defRPr sz="1200"/>
            </a:pPr>
            <a:r>
              <a:t>D:/pasar_fix/node_modules/.bun/recharts@3.8.1+b1eb3881bd5318ba/node_modules/recharts/types/state/selectors/lineSelectors.d.ts</a:t>
            </a:r>
          </a:p>
          <a:p>
            <a:pPr>
              <a:defRPr sz="1200"/>
            </a:pPr>
            <a:r>
              <a:t>D:/pasar_fix/node_modules/.bun/recharts@3.8.1+b1eb3881bd5318ba/node_modules/recharts/types/state/selectors/numberDomainEqualityCheck.d.ts</a:t>
            </a:r>
          </a:p>
          <a:p>
            <a:pPr>
              <a:defRPr sz="1200"/>
            </a:pPr>
            <a:r>
              <a:t>D:/pasar_fix/node_modules/.bun/recharts@3.8.1+b1eb3881bd5318ba/node_modules/recharts/types/state/selectors/pickAxisId.d.ts</a:t>
            </a:r>
          </a:p>
          <a:p>
            <a:pPr>
              <a:defRPr sz="1200"/>
            </a:pPr>
            <a:r>
              <a:t>D:/pasar_fix/node_modules/.bun/recharts@3.8.1+b1eb3881bd5318ba/node_modules/recharts/types/state/selectors/pickAxisType.d.ts</a:t>
            </a:r>
          </a:p>
          <a:p>
            <a:pPr>
              <a:defRPr sz="1200"/>
            </a:pPr>
            <a:r>
              <a:t>D:/pasar_fix/node_modules/.bun/recharts@3.8.1+b1eb3881bd5318ba/node_modules/recharts/types/state/selectors/pieSelectors.d.ts</a:t>
            </a:r>
          </a:p>
          <a:p>
            <a:pPr>
              <a:defRPr sz="1200"/>
            </a:pPr>
            <a:r>
              <a:t>D:/pasar_fix/node_modules/.bun/recharts@3.8.1+b1eb3881bd5318ba/node_modules/recharts/types/state/selectors/polarAxisSelectors.d.ts</a:t>
            </a:r>
          </a:p>
          <a:p>
            <a:pPr>
              <a:defRPr sz="1200"/>
            </a:pPr>
            <a:r>
              <a:t>D:/pasar_fix/node_modules/.bun/recharts@3.8.1+b1eb3881bd5318ba/node_modules/recharts/types/state/selectors/polarGridSelectors.d.ts</a:t>
            </a:r>
          </a:p>
          <a:p>
            <a:pPr>
              <a:defRPr sz="1200"/>
            </a:pPr>
            <a:r>
              <a:t>D:/pasar_fix/node_modules/.bun/recharts@3.8.1+b1eb3881bd5318ba/node_modules/recharts/types/state/selectors/polarScaleSelectors.d.ts</a:t>
            </a:r>
          </a:p>
          <a:p>
            <a:pPr>
              <a:defRPr sz="1200"/>
            </a:pPr>
            <a:r>
              <a:t>D:/pasar_fix/node_modules/.bun/recharts@3.8.1+b1eb3881bd5318ba/node_modules/recharts/types/state/selectors/polarSelectors.d.ts</a:t>
            </a:r>
          </a:p>
          <a:p>
            <a:pPr>
              <a:defRPr sz="1200"/>
            </a:pPr>
            <a:r>
              <a:t>D:/pasar_fix/node_modules/.bun/recharts@3.8.1+b1eb3881bd5318ba/node_modules/recharts/types/state/selectors/radarSelectors.d.ts</a:t>
            </a:r>
          </a:p>
          <a:p>
            <a:pPr>
              <a:defRPr sz="1200"/>
            </a:pPr>
            <a:r>
              <a:t>D:/pasar_fix/node_modules/.bun/recharts@3.8.1+b1eb3881bd5318ba/node_modules/recharts/types/state/selectors/radialBarSelectors.d.ts</a:t>
            </a:r>
          </a:p>
          <a:p>
            <a:pPr>
              <a:defRPr sz="1200"/>
            </a:pPr>
            <a:r>
              <a:t>D:/pasar_fix/node_modules/.bun/recharts@3.8.1+b1eb3881bd5318ba/node_modules/recharts/types/state/selectors/rootPropsSelectors.d.ts</a:t>
            </a:r>
          </a:p>
          <a:p>
            <a:pPr>
              <a:defRPr sz="1200"/>
            </a:pPr>
            <a:r>
              <a:t>D:/pasar_fix/node_modules/.bun/recharts@3.8.1+b1eb3881bd5318ba/node_modules/recharts/types/state/selectors/scatterSelectors.d.ts</a:t>
            </a:r>
          </a:p>
          <a:p>
            <a:pPr>
              <a:defRPr sz="1200"/>
            </a:pPr>
            <a:r>
              <a:t>D:/pasar_fix/node_modules/.bun/recharts@3.8.1+b1eb3881bd5318ba/node_modules/recharts/types/state/selectors/selectActivePropsFromChartPointer.d.ts</a:t>
            </a:r>
          </a:p>
          <a:p>
            <a:pPr>
              <a:defRPr sz="1200"/>
            </a:pPr>
            <a:r>
              <a:t>D:/pasar_fix/node_modules/.bun/recharts@3.8.1+b1eb3881bd5318ba/node_modules/recharts/types/state/selectors/selectAllAxes.d.ts</a:t>
            </a:r>
          </a:p>
          <a:p>
            <a:pPr>
              <a:defRPr sz="1200"/>
            </a:pPr>
            <a:r>
              <a:t>D:/pasar_fix/node_modules/.bun/recharts@3.8.1+b1eb3881bd5318ba/node_modules/recharts/types/state/selectors/selectChartOffset.d.ts</a:t>
            </a:r>
          </a:p>
          <a:p>
            <a:pPr>
              <a:defRPr sz="1200"/>
            </a:pPr>
            <a:r>
              <a:t>D:/pasar_fix/node_modules/.bun/recharts@3.8.1+b1eb3881bd5318ba/node_modules/recharts/types/state/selectors/selectChartOffsetInternal.d.ts</a:t>
            </a:r>
          </a:p>
          <a:p>
            <a:pPr>
              <a:defRPr sz="1200"/>
            </a:pPr>
            <a:r>
              <a:t>D:/pasar_fix/node_modules/.bun/recharts@3.8.1+b1eb3881bd5318ba/node_modules/recharts/types/state/selectors/selectors.d.ts</a:t>
            </a:r>
          </a:p>
          <a:p>
            <a:pPr>
              <a:defRPr sz="1200"/>
            </a:pPr>
            <a:r>
              <a:t>D:/pasar_fix/node_modules/.bun/recharts@3.8.1+b1eb3881bd5318ba/node_modules/recharts/types/state/selectors/selectPlotArea.d.ts</a:t>
            </a:r>
          </a:p>
          <a:p>
            <a:pPr>
              <a:defRPr sz="1200"/>
            </a:pPr>
            <a:r>
              <a:t>D:/pasar_fix/node_modules/.bun/recharts@3.8.1+b1eb3881bd5318ba/node_modules/recharts/types/state/selectors/selectTooltipAxisId.d.ts</a:t>
            </a:r>
          </a:p>
          <a:p>
            <a:pPr>
              <a:defRPr sz="1200"/>
            </a:pPr>
            <a:r>
              <a:t>D:/pasar_fix/node_modules/.bun/recharts@3.8.1+b1eb3881bd5318ba/node_modules/recharts/types/state/selectors/selectTooltipAxisType.d.ts</a:t>
            </a:r>
          </a:p>
          <a:p>
            <a:pPr>
              <a:defRPr sz="1200"/>
            </a:pPr>
            <a:r>
              <a:t>D:/pasar_fix/node_modules/.bun/recharts@3.8.1+b1eb3881bd5318ba/node_modules/recharts/types/state/selectors/selectTooltipEventType.d.ts</a:t>
            </a:r>
          </a:p>
          <a:p>
            <a:pPr>
              <a:defRPr sz="1200"/>
            </a:pPr>
            <a:r>
              <a:t>D:/pasar_fix/node_modules/.bun/recharts@3.8.1+b1eb3881bd5318ba/node_modules/recharts/types/state/selectors/selectTooltipPayloadSearcher.d.ts</a:t>
            </a:r>
          </a:p>
          <a:p>
            <a:pPr>
              <a:defRPr sz="1200"/>
            </a:pPr>
            <a:r>
              <a:t>D:/pasar_fix/node_modules/.bun/recharts@3.8.1+b1eb3881bd5318ba/node_modules/recharts/types/state/selectors/selectTooltipSettings.d.ts</a:t>
            </a:r>
          </a:p>
          <a:p>
            <a:pPr>
              <a:defRPr sz="1200"/>
            </a:pPr>
            <a:r>
              <a:t>D:/pasar_fix/node_modules/.bun/recharts@3.8.1+b1eb3881bd5318ba/node_modules/recharts/types/state/selectors/selectTooltipState.d.ts</a:t>
            </a:r>
          </a:p>
          <a:p>
            <a:pPr>
              <a:defRPr sz="1200"/>
            </a:pPr>
            <a:r>
              <a:t>D:/pasar_fix/node_modules/.bun/recharts@3.8.1+b1eb3881bd5318ba/node_modules/recharts/types/state/selectors/tooltipSelectors.d.ts</a:t>
            </a:r>
          </a:p>
          <a:p>
            <a:pPr>
              <a:defRPr sz="1200"/>
            </a:pPr>
            <a:r>
              <a:t>D:/pasar_fix/node_modules/.bun/recharts@3.8.1+b1eb3881bd5318ba/node_modules/recharts/types/state/selectors/touchSelectors.d.ts</a:t>
            </a:r>
          </a:p>
          <a:p>
            <a:pPr>
              <a:defRPr sz="1200"/>
            </a:pPr>
            <a:r>
              <a:t>D:/pasar_fix/node_modules/.bun/recharts@3.8.1+b1eb3881bd5318ba/node_modules/recharts/types/state/selectors/combiners/combineActiveLabel.d.ts</a:t>
            </a:r>
          </a:p>
          <a:p>
            <a:pPr>
              <a:defRPr sz="1200"/>
            </a:pPr>
            <a:r>
              <a:t>D:/pasar_fix/node_modules/.bun/recharts@3.8.1+b1eb3881bd5318ba/node_modules/recharts/types/state/selectors/combiners/combineActiveTooltipIndex.d.ts</a:t>
            </a:r>
          </a:p>
          <a:p>
            <a:pPr>
              <a:defRPr sz="1200"/>
            </a:pPr>
            <a:r>
              <a:t>D:/pasar_fix/node_modules/.bun/recharts@3.8.1+b1eb3881bd5318ba/node_modules/recharts/types/state/selectors/combiners/combineAllBarPositions.d.ts</a:t>
            </a:r>
          </a:p>
          <a:p>
            <a:pPr>
              <a:defRPr sz="1200"/>
            </a:pPr>
            <a:r>
              <a:t>D:/pasar_fix/node_modules/.bun/recharts@3.8.1+b1eb3881bd5318ba/node_modules/recharts/types/state/selectors/combiners/combineAxisRangeWithReverse.d.ts</a:t>
            </a:r>
          </a:p>
          <a:p>
            <a:pPr>
              <a:defRPr sz="1200"/>
            </a:pPr>
            <a:r>
              <a:t>D:/pasar_fix/node_modules/.bun/recharts@3.8.1+b1eb3881bd5318ba/node_modules/recharts/types/state/selectors/combiners/combineBarPosition.d.ts</a:t>
            </a:r>
          </a:p>
          <a:p>
            <a:pPr>
              <a:defRPr sz="1200"/>
            </a:pPr>
            <a:r>
              <a:t>D:/pasar_fix/node_modules/.bun/recharts@3.8.1+b1eb3881bd5318ba/node_modules/recharts/types/state/selectors/combiners/combineBarSizeList.d.ts</a:t>
            </a:r>
          </a:p>
          <a:p>
            <a:pPr>
              <a:defRPr sz="1200"/>
            </a:pPr>
            <a:r>
              <a:t>D:/pasar_fix/node_modules/.bun/recharts@3.8.1+b1eb3881bd5318ba/node_modules/recharts/types/state/selectors/combiners/combineCheckedDomain.d.ts</a:t>
            </a:r>
          </a:p>
          <a:p>
            <a:pPr>
              <a:defRPr sz="1200"/>
            </a:pPr>
            <a:r>
              <a:t>D:/pasar_fix/node_modules/.bun/recharts@3.8.1+b1eb3881bd5318ba/node_modules/recharts/types/state/selectors/combiners/combineConfiguredScale.d.ts</a:t>
            </a:r>
          </a:p>
          <a:p>
            <a:pPr>
              <a:defRPr sz="1200"/>
            </a:pPr>
            <a:r>
              <a:t>D:/pasar_fix/node_modules/.bun/recharts@3.8.1+b1eb3881bd5318ba/node_modules/recharts/types/state/selectors/combiners/combineCoordinateForDefaultIndex.d.ts</a:t>
            </a:r>
          </a:p>
          <a:p>
            <a:pPr>
              <a:defRPr sz="1200"/>
            </a:pPr>
            <a:r>
              <a:t>D:/pasar_fix/node_modules/.bun/recharts@3.8.1+b1eb3881bd5318ba/node_modules/recharts/types/state/selectors/combiners/combineDisplayedStackedData.d.ts</a:t>
            </a:r>
          </a:p>
          <a:p>
            <a:pPr>
              <a:defRPr sz="1200"/>
            </a:pPr>
            <a:r>
              <a:t>D:/pasar_fix/node_modules/.bun/recharts@3.8.1+b1eb3881bd5318ba/node_modules/recharts/types/state/selectors/combiners/combineInverseScaleFunction.d.ts</a:t>
            </a:r>
          </a:p>
          <a:p>
            <a:pPr>
              <a:defRPr sz="1200"/>
            </a:pPr>
            <a:r>
              <a:t>D:/pasar_fix/node_modules/.bun/recharts@3.8.1+b1eb3881bd5318ba/node_modules/recharts/types/state/selectors/combiners/combineRealScaleType.d.ts</a:t>
            </a:r>
          </a:p>
          <a:p>
            <a:pPr>
              <a:defRPr sz="1200"/>
            </a:pPr>
            <a:r>
              <a:t>D:/pasar_fix/node_modules/.bun/recharts@3.8.1+b1eb3881bd5318ba/node_modules/recharts/types/state/selectors/combiners/combineStackedData.d.ts</a:t>
            </a:r>
          </a:p>
          <a:p>
            <a:pPr>
              <a:defRPr sz="1200"/>
            </a:pPr>
            <a:r>
              <a:t>D:/pasar_fix/node_modules/.bun/recharts@3.8.1+b1eb3881bd5318ba/node_modules/recharts/types/state/selectors/combiners/combineTooltipInteractionState.d.ts</a:t>
            </a:r>
          </a:p>
          <a:p>
            <a:pPr>
              <a:defRPr sz="1200"/>
            </a:pPr>
            <a:r>
              <a:t>D:/pasar_fix/node_modules/.bun/recharts@3.8.1+b1eb3881bd5318ba/node_modules/recharts/types/state/selectors/combiners/combineTooltipPayload.d.ts</a:t>
            </a:r>
          </a:p>
          <a:p>
            <a:pPr>
              <a:defRPr sz="1200"/>
            </a:pPr>
            <a:r>
              <a:t>D:/pasar_fix/node_modules/.bun/recharts@3.8.1+b1eb3881bd5318ba/node_modules/recharts/types/state/selectors/combiners/combineTooltipPayloadConfigurations.d.ts</a:t>
            </a:r>
          </a:p>
          <a:p>
            <a:pPr>
              <a:defRPr sz="1200"/>
            </a:pPr>
            <a:r>
              <a:t>D:/pasar_fix/node_modules/.bun/recharts@3.8.1+b1eb3881bd5318ba/node_modules/recharts/types/state/types/AreaSettings.d.ts</a:t>
            </a:r>
          </a:p>
          <a:p>
            <a:pPr>
              <a:defRPr sz="1200"/>
            </a:pPr>
            <a:r>
              <a:t>D:/pasar_fix/node_modules/.bun/recharts@3.8.1+b1eb3881bd5318ba/node_modules/recharts/types/state/types/BarSettings.d.ts</a:t>
            </a:r>
          </a:p>
          <a:p>
            <a:pPr>
              <a:defRPr sz="1200"/>
            </a:pPr>
            <a:r>
              <a:t>D:/pasar_fix/node_modules/.bun/recharts@3.8.1+b1eb3881bd5318ba/node_modules/recharts/types/state/types/LineSettings.d.ts</a:t>
            </a:r>
          </a:p>
          <a:p>
            <a:pPr>
              <a:defRPr sz="1200"/>
            </a:pPr>
            <a:r>
              <a:t>D:/pasar_fix/node_modules/.bun/recharts@3.8.1+b1eb3881bd5318ba/node_modules/recharts/types/state/types/PieSettings.d.ts</a:t>
            </a:r>
          </a:p>
          <a:p>
            <a:pPr>
              <a:defRPr sz="1200"/>
            </a:pPr>
            <a:r>
              <a:t>D:/pasar_fix/node_modules/.bun/recharts@3.8.1+b1eb3881bd5318ba/node_modules/recharts/types/state/types/RadarSettings.d.ts</a:t>
            </a:r>
          </a:p>
          <a:p>
            <a:pPr>
              <a:defRPr sz="1200"/>
            </a:pPr>
            <a:r>
              <a:t>D:/pasar_fix/node_modules/.bun/recharts@3.8.1+b1eb3881bd5318ba/node_modules/recharts/types/state/types/RadialBarSettings.d.ts</a:t>
            </a:r>
          </a:p>
          <a:p>
            <a:pPr>
              <a:defRPr sz="1200"/>
            </a:pPr>
            <a:r>
              <a:t>D:/pasar_fix/node_modules/.bun/recharts@3.8.1+b1eb3881bd5318ba/node_modules/recharts/types/state/types/ScatterSettings.d.ts</a:t>
            </a:r>
          </a:p>
          <a:p>
            <a:pPr>
              <a:defRPr sz="1200"/>
            </a:pPr>
            <a:r>
              <a:t>D:/pasar_fix/node_modules/.bun/recharts@3.8.1+b1eb3881bd5318ba/node_modules/recharts/types/state/types/StackedGraphicalItem.d.ts</a:t>
            </a:r>
          </a:p>
          <a:p>
            <a:pPr>
              <a:defRPr sz="1200"/>
            </a:pPr>
            <a:r>
              <a:t>D:/pasar_fix/node_modules/.bun/recharts@3.8.1+b1eb3881bd5318ba/node_modules/recharts/types/synchronisation/syncSelectors.d.ts</a:t>
            </a:r>
          </a:p>
          <a:p>
            <a:pPr>
              <a:defRPr sz="1200"/>
            </a:pPr>
            <a:r>
              <a:t>D:/pasar_fix/node_modules/.bun/recharts@3.8.1+b1eb3881bd5318ba/node_modules/recharts/types/synchronisation/types.d.ts</a:t>
            </a:r>
          </a:p>
          <a:p>
            <a:pPr>
              <a:defRPr sz="1200"/>
            </a:pPr>
            <a:r>
              <a:t>D:/pasar_fix/node_modules/.bun/recharts@3.8.1+b1eb3881bd5318ba/node_modules/recharts/types/synchronisation/useChartSynchronisation.d.ts</a:t>
            </a:r>
          </a:p>
          <a:p>
            <a:pPr>
              <a:defRPr sz="1200"/>
            </a:pPr>
            <a:r>
              <a:t>D:/pasar_fix/node_modules/.bun/recharts@3.8.1+b1eb3881bd5318ba/node_modules/recharts/types/util/ActiveShapeUtils.d.ts</a:t>
            </a:r>
          </a:p>
          <a:p>
            <a:pPr>
              <a:defRPr sz="1200"/>
            </a:pPr>
            <a:r>
              <a:t>D:/pasar_fix/node_modules/.bun/recharts@3.8.1+b1eb3881bd5318ba/node_modules/recharts/types/util/axisPropsAreEqual.d.ts</a:t>
            </a:r>
          </a:p>
          <a:p>
            <a:pPr>
              <a:defRPr sz="1200"/>
            </a:pPr>
            <a:r>
              <a:t>D:/pasar_fix/node_modules/.bun/recharts@3.8.1+b1eb3881bd5318ba/node_modules/recharts/types/util/BarUtils.d.ts</a:t>
            </a:r>
          </a:p>
          <a:p>
            <a:pPr>
              <a:defRPr sz="1200"/>
            </a:pPr>
            <a:r>
              <a:t>D:/pasar_fix/node_modules/.bun/recharts@3.8.1+b1eb3881bd5318ba/node_modules/recharts/types/util/CartesianUtils.d.ts</a:t>
            </a:r>
          </a:p>
          <a:p>
            <a:pPr>
              <a:defRPr sz="1200"/>
            </a:pPr>
            <a:r>
              <a:t>D:/pasar_fix/node_modules/.bun/recharts@3.8.1+b1eb3881bd5318ba/node_modules/recharts/types/util/ChartUtils.d.ts</a:t>
            </a:r>
          </a:p>
          <a:p>
            <a:pPr>
              <a:defRPr sz="1200"/>
            </a:pPr>
            <a:r>
              <a:t>D:/pasar_fix/node_modules/.bun/recharts@3.8.1+b1eb3881bd5318ba/node_modules/recharts/types/util/Constants.d.ts</a:t>
            </a:r>
          </a:p>
          <a:p>
            <a:pPr>
              <a:defRPr sz="1200"/>
            </a:pPr>
            <a:r>
              <a:t>D:/pasar_fix/node_modules/.bun/recharts@3.8.1+b1eb3881bd5318ba/node_modules/recharts/types/util/createCartesianCharts.d.ts</a:t>
            </a:r>
          </a:p>
          <a:p>
            <a:pPr>
              <a:defRPr sz="1200"/>
            </a:pPr>
            <a:r>
              <a:t>D:/pasar_fix/node_modules/.bun/recharts@3.8.1+b1eb3881bd5318ba/node_modules/recharts/types/util/createEventProxy.d.ts</a:t>
            </a:r>
          </a:p>
          <a:p>
            <a:pPr>
              <a:defRPr sz="1200"/>
            </a:pPr>
            <a:r>
              <a:t>D:/pasar_fix/node_modules/.bun/recharts@3.8.1+b1eb3881bd5318ba/node_modules/recharts/types/util/createPolarCharts.d.ts</a:t>
            </a:r>
          </a:p>
          <a:p>
            <a:pPr>
              <a:defRPr sz="1200"/>
            </a:pPr>
            <a:r>
              <a:t>D:/pasar_fix/node_modules/.bun/recharts@3.8.1+b1eb3881bd5318ba/node_modules/recharts/types/util/CssPrefixUtils.d.ts</a:t>
            </a:r>
          </a:p>
          <a:p>
            <a:pPr>
              <a:defRPr sz="1200"/>
            </a:pPr>
            <a:r>
              <a:t>D:/pasar_fix/node_modules/.bun/recharts@3.8.1+b1eb3881bd5318ba/node_modules/recharts/types/util/DataUtils.d.ts</a:t>
            </a:r>
          </a:p>
          <a:p>
            <a:pPr>
              <a:defRPr sz="1200"/>
            </a:pPr>
            <a:r>
              <a:t>D:/pasar_fix/node_modules/.bun/recharts@3.8.1+b1eb3881bd5318ba/node_modules/recharts/types/util/DOMUtils.d.ts</a:t>
            </a:r>
          </a:p>
          <a:p>
            <a:pPr>
              <a:defRPr sz="1200"/>
            </a:pPr>
            <a:r>
              <a:t>D:/pasar_fix/node_modules/.bun/recharts@3.8.1+b1eb3881bd5318ba/node_modules/recharts/types/util/Events.d.ts</a:t>
            </a:r>
          </a:p>
          <a:p>
            <a:pPr>
              <a:defRPr sz="1200"/>
            </a:pPr>
            <a:r>
              <a:t>D:/pasar_fix/node_modules/.bun/recharts@3.8.1+b1eb3881bd5318ba/node_modules/recharts/types/util/excludeEventProps.d.ts</a:t>
            </a:r>
          </a:p>
          <a:p>
            <a:pPr>
              <a:defRPr sz="1200"/>
            </a:pPr>
            <a:r>
              <a:t>D:/pasar_fix/node_modules/.bun/recharts@3.8.1+b1eb3881bd5318ba/node_modules/recharts/types/util/FunnelUtils.d.ts</a:t>
            </a:r>
          </a:p>
          <a:p>
            <a:pPr>
              <a:defRPr sz="1200"/>
            </a:pPr>
            <a:r>
              <a:t>D:/pasar_fix/node_modules/.bun/recharts@3.8.1+b1eb3881bd5318ba/node_modules/recharts/types/util/getActiveCoordinate.d.ts</a:t>
            </a:r>
          </a:p>
          <a:p>
            <a:pPr>
              <a:defRPr sz="1200"/>
            </a:pPr>
            <a:r>
              <a:t>D:/pasar_fix/node_modules/.bun/recharts@3.8.1+b1eb3881bd5318ba/node_modules/recharts/types/util/getAxisTypeBasedOnLayout.d.ts</a:t>
            </a:r>
          </a:p>
          <a:p>
            <a:pPr>
              <a:defRPr sz="1200"/>
            </a:pPr>
            <a:r>
              <a:t>D:/pasar_fix/node_modules/.bun/recharts@3.8.1+b1eb3881bd5318ba/node_modules/recharts/types/util/getClassNameFromUnknown.d.ts</a:t>
            </a:r>
          </a:p>
          <a:p>
            <a:pPr>
              <a:defRPr sz="1200"/>
            </a:pPr>
            <a:r>
              <a:t>D:/pasar_fix/node_modules/.bun/recharts@3.8.1+b1eb3881bd5318ba/node_modules/recharts/types/util/getEveryNth.d.ts</a:t>
            </a:r>
          </a:p>
          <a:p>
            <a:pPr>
              <a:defRPr sz="1200"/>
            </a:pPr>
            <a:r>
              <a:t>D:/pasar_fix/node_modules/.bun/recharts@3.8.1+b1eb3881bd5318ba/node_modules/recharts/types/util/getRadiusAndStrokeWidthFromDot.d.ts</a:t>
            </a:r>
          </a:p>
          <a:p>
            <a:pPr>
              <a:defRPr sz="1200"/>
            </a:pPr>
            <a:r>
              <a:t>D:/pasar_fix/node_modules/.bun/recharts@3.8.1+b1eb3881bd5318ba/node_modules/recharts/types/util/getRelativeCoordinate.d.ts</a:t>
            </a:r>
          </a:p>
          <a:p>
            <a:pPr>
              <a:defRPr sz="1200"/>
            </a:pPr>
            <a:r>
              <a:t>D:/pasar_fix/node_modules/.bun/recharts@3.8.1+b1eb3881bd5318ba/node_modules/recharts/types/util/getSliced.d.ts</a:t>
            </a:r>
          </a:p>
          <a:p>
            <a:pPr>
              <a:defRPr sz="1200"/>
            </a:pPr>
            <a:r>
              <a:t>D:/pasar_fix/node_modules/.bun/recharts@3.8.1+b1eb3881bd5318ba/node_modules/recharts/types/util/Global.d.ts</a:t>
            </a:r>
          </a:p>
          <a:p>
            <a:pPr>
              <a:defRPr sz="1200"/>
            </a:pPr>
            <a:r>
              <a:t>D:/pasar_fix/node_modules/.bun/recharts@3.8.1+b1eb3881bd5318ba/node_modules/recharts/types/util/IfOverflow.d.ts</a:t>
            </a:r>
          </a:p>
          <a:p>
            <a:pPr>
              <a:defRPr sz="1200"/>
            </a:pPr>
            <a:r>
              <a:t>D:/pasar_fix/node_modules/.bun/recharts@3.8.1+b1eb3881bd5318ba/node_modules/recharts/types/util/isDomainSpecifiedByUser.d.ts</a:t>
            </a:r>
          </a:p>
          <a:p>
            <a:pPr>
              <a:defRPr sz="1200"/>
            </a:pPr>
            <a:r>
              <a:t>D:/pasar_fix/node_modules/.bun/recharts@3.8.1+b1eb3881bd5318ba/node_modules/recharts/types/util/isWellBehavedNumber.d.ts</a:t>
            </a:r>
          </a:p>
          <a:p>
            <a:pPr>
              <a:defRPr sz="1200"/>
            </a:pPr>
            <a:r>
              <a:t>D:/pasar_fix/node_modules/.bun/recharts@3.8.1+b1eb3881bd5318ba/node_modules/recharts/types/util/LogUtils.d.ts</a:t>
            </a:r>
          </a:p>
          <a:p>
            <a:pPr>
              <a:defRPr sz="1200"/>
            </a:pPr>
            <a:r>
              <a:t>D:/pasar_fix/node_modules/.bun/recharts@3.8.1+b1eb3881bd5318ba/node_modules/recharts/types/util/LRUCache.d.ts</a:t>
            </a:r>
          </a:p>
          <a:p>
            <a:pPr>
              <a:defRPr sz="1200"/>
            </a:pPr>
            <a:r>
              <a:t>D:/pasar_fix/node_modules/.bun/recharts@3.8.1+b1eb3881bd5318ba/node_modules/recharts/types/util/PolarUtils.d.ts</a:t>
            </a:r>
          </a:p>
          <a:p>
            <a:pPr>
              <a:defRPr sz="1200"/>
            </a:pPr>
            <a:r>
              <a:t>D:/pasar_fix/node_modules/.bun/recharts@3.8.1+b1eb3881bd5318ba/node_modules/recharts/types/util/propsAreEqual.d.ts</a:t>
            </a:r>
          </a:p>
          <a:p>
            <a:pPr>
              <a:defRPr sz="1200"/>
            </a:pPr>
            <a:r>
              <a:t>D:/pasar_fix/node_modules/.bun/recharts@3.8.1+b1eb3881bd5318ba/node_modules/recharts/types/util/RadialBarUtils.d.ts</a:t>
            </a:r>
          </a:p>
          <a:p>
            <a:pPr>
              <a:defRPr sz="1200"/>
            </a:pPr>
            <a:r>
              <a:t>D:/pasar_fix/node_modules/.bun/recharts@3.8.1+b1eb3881bd5318ba/node_modules/recharts/types/util/ReactUtils.d.ts</a:t>
            </a:r>
          </a:p>
          <a:p>
            <a:pPr>
              <a:defRPr sz="1200"/>
            </a:pPr>
            <a:r>
              <a:t>D:/pasar_fix/node_modules/.bun/recharts@3.8.1+b1eb3881bd5318ba/node_modules/recharts/types/util/ReduceCSSCalc.d.ts</a:t>
            </a:r>
          </a:p>
          <a:p>
            <a:pPr>
              <a:defRPr sz="1200"/>
            </a:pPr>
            <a:r>
              <a:t>D:/pasar_fix/node_modules/.bun/recharts@3.8.1+b1eb3881bd5318ba/node_modules/recharts/types/util/resolveDefaultProps.d.ts</a:t>
            </a:r>
          </a:p>
          <a:p>
            <a:pPr>
              <a:defRPr sz="1200"/>
            </a:pPr>
            <a:r>
              <a:t>D:/pasar_fix/node_modules/.bun/recharts@3.8.1+b1eb3881bd5318ba/node_modules/recharts/types/util/round.d.ts</a:t>
            </a:r>
          </a:p>
          <a:p>
            <a:pPr>
              <a:defRPr sz="1200"/>
            </a:pPr>
            <a:r>
              <a:t>D:/pasar_fix/node_modules/.bun/recharts@3.8.1+b1eb3881bd5318ba/node_modules/recharts/types/util/ScatterUtils.d.ts</a:t>
            </a:r>
          </a:p>
          <a:p>
            <a:pPr>
              <a:defRPr sz="1200"/>
            </a:pPr>
            <a:r>
              <a:t>D:/pasar_fix/node_modules/.bun/recharts@3.8.1+b1eb3881bd5318ba/node_modules/recharts/types/util/svgPropertiesAndEvents.d.ts</a:t>
            </a:r>
          </a:p>
          <a:p>
            <a:pPr>
              <a:defRPr sz="1200"/>
            </a:pPr>
            <a:r>
              <a:t>D:/pasar_fix/node_modules/.bun/recharts@3.8.1+b1eb3881bd5318ba/node_modules/recharts/types/util/svgPropertiesNoEvents.d.ts</a:t>
            </a:r>
          </a:p>
          <a:p>
            <a:pPr>
              <a:defRPr sz="1200"/>
            </a:pPr>
            <a:r>
              <a:t>D:/pasar_fix/node_modules/.bun/recharts@3.8.1+b1eb3881bd5318ba/node_modules/recharts/types/util/TickUtils.d.ts</a:t>
            </a:r>
          </a:p>
          <a:p>
            <a:pPr>
              <a:defRPr sz="1200"/>
            </a:pPr>
            <a:r>
              <a:t>D:/pasar_fix/node_modules/.bun/recharts@3.8.1+b1eb3881bd5318ba/node_modules/recharts/types/util/typedDataKey.d.ts</a:t>
            </a:r>
          </a:p>
          <a:p>
            <a:pPr>
              <a:defRPr sz="1200"/>
            </a:pPr>
            <a:r>
              <a:t>D:/pasar_fix/node_modules/.bun/recharts@3.8.1+b1eb3881bd5318ba/node_modules/recharts/types/util/types.d.ts</a:t>
            </a:r>
          </a:p>
          <a:p>
            <a:pPr>
              <a:defRPr sz="1200"/>
            </a:pPr>
            <a:r>
              <a:t>D:/pasar_fix/node_modules/.bun/recharts@3.8.1+b1eb3881bd5318ba/node_modules/recharts/types/util/useAnimationId.d.ts</a:t>
            </a:r>
          </a:p>
          <a:p>
            <a:pPr>
              <a:defRPr sz="1200"/>
            </a:pPr>
            <a:r>
              <a:t>D:/pasar_fix/node_modules/.bun/recharts@3.8.1+b1eb3881bd5318ba/node_modules/recharts/types/util/useElementOffset.d.ts</a:t>
            </a:r>
          </a:p>
          <a:p>
            <a:pPr>
              <a:defRPr sz="1200"/>
            </a:pPr>
            <a:r>
              <a:t>D:/pasar_fix/node_modules/.bun/recharts@3.8.1+b1eb3881bd5318ba/node_modules/recharts/types/util/useId.d.ts</a:t>
            </a:r>
          </a:p>
          <a:p>
            <a:pPr>
              <a:defRPr sz="1200"/>
            </a:pPr>
            <a:r>
              <a:t>D:/pasar_fix/node_modules/.bun/recharts@3.8.1+b1eb3881bd5318ba/node_modules/recharts/types/util/usePrefersReducedMotion.d.ts</a:t>
            </a:r>
          </a:p>
          <a:p>
            <a:pPr>
              <a:defRPr sz="1200"/>
            </a:pPr>
            <a:r>
              <a:t>D:/pasar_fix/node_modules/.bun/recharts@3.8.1+b1eb3881bd5318ba/node_modules/recharts/types/util/useReportScale.d.ts</a:t>
            </a:r>
          </a:p>
          <a:p>
            <a:pPr>
              <a:defRPr sz="1200"/>
            </a:pPr>
            <a:r>
              <a:t>D:/pasar_fix/node_modules/.bun/recharts@3.8.1+b1eb3881bd5318ba/node_modules/recharts/types/util/useUniqueId.d.ts</a:t>
            </a:r>
          </a:p>
          <a:p>
            <a:pPr>
              <a:defRPr sz="1200"/>
            </a:pPr>
            <a:r>
              <a:t>D:/pasar_fix/node_modules/.bun/recharts@3.8.1+b1eb3881bd5318ba/node_modules/recharts/types/util/YAxisUtils.d.ts</a:t>
            </a:r>
          </a:p>
          <a:p>
            <a:pPr>
              <a:defRPr sz="1200"/>
            </a:pPr>
            <a:r>
              <a:t>D:/pasar_fix/node_modules/.bun/recharts@3.8.1+b1eb3881bd5318ba/node_modules/recharts/types/util/cursor/getCursorPoints.d.ts</a:t>
            </a:r>
          </a:p>
          <a:p>
            <a:pPr>
              <a:defRPr sz="1200"/>
            </a:pPr>
            <a:r>
              <a:t>D:/pasar_fix/node_modules/.bun/recharts@3.8.1+b1eb3881bd5318ba/node_modules/recharts/types/util/cursor/getCursorRectangle.d.ts</a:t>
            </a:r>
          </a:p>
          <a:p>
            <a:pPr>
              <a:defRPr sz="1200"/>
            </a:pPr>
            <a:r>
              <a:t>D:/pasar_fix/node_modules/.bun/recharts@3.8.1+b1eb3881bd5318ba/node_modules/recharts/types/util/cursor/getRadialCursorPoints.d.ts</a:t>
            </a:r>
          </a:p>
          <a:p>
            <a:pPr>
              <a:defRPr sz="1200"/>
            </a:pPr>
            <a:r>
              <a:t>D:/pasar_fix/node_modules/.bun/recharts@3.8.1+b1eb3881bd5318ba/node_modules/recharts/types/util/payload/getUniqPayload.d.ts</a:t>
            </a:r>
          </a:p>
          <a:p>
            <a:pPr>
              <a:defRPr sz="1200"/>
            </a:pPr>
            <a:r>
              <a:t>D:/pasar_fix/node_modules/.bun/recharts@3.8.1+b1eb3881bd5318ba/node_modules/recharts/types/util/scale/CartesianScaleHelper.d.ts</a:t>
            </a:r>
          </a:p>
          <a:p>
            <a:pPr>
              <a:defRPr sz="1200"/>
            </a:pPr>
            <a:r>
              <a:t>D:/pasar_fix/node_modules/.bun/recharts@3.8.1+b1eb3881bd5318ba/node_modules/recharts/types/util/scale/createCategoricalInverse.d.ts</a:t>
            </a:r>
          </a:p>
          <a:p>
            <a:pPr>
              <a:defRPr sz="1200"/>
            </a:pPr>
            <a:r>
              <a:t>D:/pasar_fix/node_modules/.bun/recharts@3.8.1+b1eb3881bd5318ba/node_modules/recharts/types/util/scale/CustomScaleDefinition.d.ts</a:t>
            </a:r>
          </a:p>
          <a:p>
            <a:pPr>
              <a:defRPr sz="1200"/>
            </a:pPr>
            <a:r>
              <a:t>D:/pasar_fix/node_modules/.bun/recharts@3.8.1+b1eb3881bd5318ba/node_modules/recharts/types/util/scale/getNiceTickValues.d.ts</a:t>
            </a:r>
          </a:p>
          <a:p>
            <a:pPr>
              <a:defRPr sz="1200"/>
            </a:pPr>
            <a:r>
              <a:t>D:/pasar_fix/node_modules/.bun/recharts@3.8.1+b1eb3881bd5318ba/node_modules/recharts/types/util/scale/index.d.ts</a:t>
            </a:r>
          </a:p>
          <a:p>
            <a:pPr>
              <a:defRPr sz="1200"/>
            </a:pPr>
            <a:r>
              <a:t>D:/pasar_fix/node_modules/.bun/recharts@3.8.1+b1eb3881bd5318ba/node_modules/recharts/types/util/scale/RechartsScale.d.ts</a:t>
            </a:r>
          </a:p>
          <a:p>
            <a:pPr>
              <a:defRPr sz="1200"/>
            </a:pPr>
            <a:r>
              <a:t>D:/pasar_fix/node_modules/.bun/recharts@3.8.1+b1eb3881bd5318ba/node_modules/recharts/types/util/scale/util/arithmetic.d.ts</a:t>
            </a:r>
          </a:p>
          <a:p>
            <a:pPr>
              <a:defRPr sz="1200"/>
            </a:pPr>
            <a:r>
              <a:t>D:/pasar_fix/node_modules/.bun/recharts@3.8.1+b1eb3881bd5318ba/node_modules/recharts/types/util/stacks/getStackSeriesIdentifier.d.ts</a:t>
            </a:r>
          </a:p>
          <a:p>
            <a:pPr>
              <a:defRPr sz="1200"/>
            </a:pPr>
            <a:r>
              <a:t>D:/pasar_fix/node_modules/.bun/recharts@3.8.1+b1eb3881bd5318ba/node_modules/recharts/types/util/stacks/stackTypes.d.ts</a:t>
            </a:r>
          </a:p>
          <a:p>
            <a:pPr>
              <a:defRPr sz="1200"/>
            </a:pPr>
            <a:r>
              <a:t>D:/pasar_fix/node_modules/.bun/recharts@3.8.1+b1eb3881bd5318ba/node_modules/recharts/types/util/tooltip/translate.d.ts</a:t>
            </a:r>
          </a:p>
          <a:p>
            <a:pPr>
              <a:defRPr sz="1200"/>
            </a:pPr>
            <a:r>
              <a:t>D:/pasar_fix/node_modules/.bun/recharts@3.8.1+b1eb3881bd5318ba/node_modules/recharts/types/zIndex/DefaultZIndexes.d.ts</a:t>
            </a:r>
          </a:p>
          <a:p>
            <a:pPr>
              <a:defRPr sz="1200"/>
            </a:pPr>
            <a:r>
              <a:t>D:/pasar_fix/node_modules/.bun/recharts@3.8.1+b1eb3881bd5318ba/node_modules/recharts/types/zIndex/getZIndexFromUnknown.d.ts</a:t>
            </a:r>
          </a:p>
          <a:p>
            <a:pPr>
              <a:defRPr sz="1200"/>
            </a:pPr>
            <a:r>
              <a:t>D:/pasar_fix/node_modules/.bun/recharts@3.8.1+b1eb3881bd5318ba/node_modules/recharts/types/zIndex/ZIndexLayer.d.ts</a:t>
            </a:r>
          </a:p>
          <a:p>
            <a:pPr>
              <a:defRPr sz="1200"/>
            </a:pPr>
            <a:r>
              <a:t>D:/pasar_fix/node_modules/.bun/recharts@3.8.1+b1eb3881bd5318ba/node_modules/recharts/types/zIndex/ZIndexPortal.d.ts</a:t>
            </a:r>
          </a:p>
          <a:p>
            <a:pPr>
              <a:defRPr sz="1200"/>
            </a:pPr>
            <a:r>
              <a:t>D:/pasar_fix/node_modules/.bun/recharts@3.8.1+b1eb3881bd5318ba/node_modules/recharts/types/zIndex/zIndexSelectors.d.ts</a:t>
            </a:r>
          </a:p>
          <a:p>
            <a:pPr>
              <a:defRPr sz="1200"/>
            </a:pPr>
            <a:r>
              <a:t>D:/pasar_fix/node_modules/.bun/recharts@3.8.1+b1eb3881bd5318ba/node_modules/recharts/umd/Recharts.js</a:t>
            </a:r>
          </a:p>
          <a:p>
            <a:pPr>
              <a:defRPr sz="1200"/>
            </a:pPr>
            <a:r>
              <a:t>D:/pasar_fix/node_modules/.bun/recharts@3.8.1+b1eb3881bd5318ba/node_modules/recharts/umd/Recharts.js.LICENSE.txt</a:t>
            </a:r>
          </a:p>
          <a:p>
            <a:pPr>
              <a:defRPr sz="1200"/>
            </a:pPr>
            <a:r>
              <a:t>D:/pasar_fix/node_modules/.bun/recharts@3.8.1+b1eb3881bd5318ba/node_modules/recharts/umd/Recharts.js.map</a:t>
            </a:r>
          </a:p>
          <a:p>
            <a:pPr>
              <a:defRPr sz="1200"/>
            </a:pPr>
            <a:r>
              <a:t>D:/pasar_fix/node_modules/.bun/recharts@3.8.1+b1eb3881bd5318ba/node_modules/recharts/umd/report.html</a:t>
            </a:r>
          </a:p>
          <a:p>
            <a:pPr>
              <a:defRPr sz="1200"/>
            </a:pPr>
            <a:r>
              <a:t>D:/pasar_fix/node_modules/.bun/redis-errors@1.2.0/node_modules/redis-errors/.npmignore</a:t>
            </a:r>
          </a:p>
          <a:p>
            <a:pPr>
              <a:defRPr sz="1200"/>
            </a:pPr>
            <a:r>
              <a:t>D:/pasar_fix/node_modules/.bun/redis-errors@1.2.0/node_modules/redis-errors/index.js</a:t>
            </a:r>
          </a:p>
          <a:p>
            <a:pPr>
              <a:defRPr sz="1200"/>
            </a:pPr>
            <a:r>
              <a:t>D:/pasar_fix/node_modules/.bun/redis-errors@1.2.0/node_modules/redis-errors/LICENSE</a:t>
            </a:r>
          </a:p>
          <a:p>
            <a:pPr>
              <a:defRPr sz="1200"/>
            </a:pPr>
            <a:r>
              <a:t>D:/pasar_fix/node_modules/.bun/redis-errors@1.2.0/node_modules/redis-errors/package.json</a:t>
            </a:r>
          </a:p>
          <a:p>
            <a:pPr>
              <a:defRPr sz="1200"/>
            </a:pPr>
            <a:r>
              <a:t>D:/pasar_fix/node_modules/.bun/redis-errors@1.2.0/node_modules/redis-errors/README.md</a:t>
            </a:r>
          </a:p>
          <a:p>
            <a:pPr>
              <a:defRPr sz="1200"/>
            </a:pPr>
            <a:r>
              <a:t>D:/pasar_fix/node_modules/.bun/redis-errors@1.2.0/node_modules/redis-errors/lib/modern.js</a:t>
            </a:r>
          </a:p>
          <a:p>
            <a:pPr>
              <a:defRPr sz="1200"/>
            </a:pPr>
            <a:r>
              <a:t>D:/pasar_fix/node_modules/.bun/redis-errors@1.2.0/node_modules/redis-errors/lib/old.js</a:t>
            </a:r>
          </a:p>
          <a:p>
            <a:pPr>
              <a:defRPr sz="1200"/>
            </a:pPr>
            <a:r>
              <a:t>D:/pasar_fix/node_modules/.bun/redis-parser@3.0.0/node_modules/redis-parser/.npmignore</a:t>
            </a:r>
          </a:p>
          <a:p>
            <a:pPr>
              <a:defRPr sz="1200"/>
            </a:pPr>
            <a:r>
              <a:t>D:/pasar_fix/node_modules/.bun/redis-parser@3.0.0/node_modules/redis-parser/changelog.md</a:t>
            </a:r>
          </a:p>
          <a:p>
            <a:pPr>
              <a:defRPr sz="1200"/>
            </a:pPr>
            <a:r>
              <a:t>D:/pasar_fix/node_modules/.bun/redis-parser@3.0.0/node_modules/redis-parser/index.js</a:t>
            </a:r>
          </a:p>
          <a:p>
            <a:pPr>
              <a:defRPr sz="1200"/>
            </a:pPr>
            <a:r>
              <a:t>D:/pasar_fix/node_modules/.bun/redis-parser@3.0.0/node_modules/redis-parser/LICENSE</a:t>
            </a:r>
          </a:p>
          <a:p>
            <a:pPr>
              <a:defRPr sz="1200"/>
            </a:pPr>
            <a:r>
              <a:t>D:/pasar_fix/node_modules/.bun/redis-parser@3.0.0/node_modules/redis-parser/package.json</a:t>
            </a:r>
          </a:p>
          <a:p>
            <a:pPr>
              <a:defRPr sz="1200"/>
            </a:pPr>
            <a:r>
              <a:t>D:/pasar_fix/node_modules/.bun/redis-parser@3.0.0/node_modules/redis-parser/README.md</a:t>
            </a:r>
          </a:p>
          <a:p>
            <a:pPr>
              <a:defRPr sz="1200"/>
            </a:pPr>
            <a:r>
              <a:t>D:/pasar_fix/node_modules/.bun/redis-parser@3.0.0/node_modules/redis-parser/lib/parser.js</a:t>
            </a:r>
          </a:p>
          <a:p>
            <a:pPr>
              <a:defRPr sz="1200"/>
            </a:pPr>
            <a:r>
              <a:t>D:/pasar_fix/node_modules/.bun/redux-thunk@3.1.0+bc2e82c311c56ef9/node_modules/redux-thunk/LICENSE.md</a:t>
            </a:r>
          </a:p>
          <a:p>
            <a:pPr>
              <a:defRPr sz="1200"/>
            </a:pPr>
            <a:r>
              <a:t>D:/pasar_fix/node_modules/.bun/redux-thunk@3.1.0+bc2e82c311c56ef9/node_modules/redux-thunk/package.json</a:t>
            </a:r>
          </a:p>
          <a:p>
            <a:pPr>
              <a:defRPr sz="1200"/>
            </a:pPr>
            <a:r>
              <a:t>D:/pasar_fix/node_modules/.bun/redux-thunk@3.1.0+bc2e82c311c56ef9/node_modules/redux-thunk/README.md</a:t>
            </a:r>
          </a:p>
          <a:p>
            <a:pPr>
              <a:defRPr sz="1200"/>
            </a:pPr>
            <a:r>
              <a:t>D:/pasar_fix/node_modules/.bun/redux-thunk@3.1.0+bc2e82c311c56ef9/node_modules/redux-thunk/dist/redux-thunk.d.ts</a:t>
            </a:r>
          </a:p>
          <a:p>
            <a:pPr>
              <a:defRPr sz="1200"/>
            </a:pPr>
            <a:r>
              <a:t>D:/pasar_fix/node_modules/.bun/redux-thunk@3.1.0+bc2e82c311c56ef9/node_modules/redux-thunk/dist/redux-thunk.legacy-esm.js</a:t>
            </a:r>
          </a:p>
          <a:p>
            <a:pPr>
              <a:defRPr sz="1200"/>
            </a:pPr>
            <a:r>
              <a:t>D:/pasar_fix/node_modules/.bun/redux-thunk@3.1.0+bc2e82c311c56ef9/node_modules/redux-thunk/dist/redux-thunk.mjs</a:t>
            </a:r>
          </a:p>
          <a:p>
            <a:pPr>
              <a:defRPr sz="1200"/>
            </a:pPr>
            <a:r>
              <a:t>D:/pasar_fix/node_modules/.bun/redux-thunk@3.1.0+bc2e82c311c56ef9/node_modules/redux-thunk/dist/cjs/redux-thunk.cjs</a:t>
            </a:r>
          </a:p>
          <a:p>
            <a:pPr>
              <a:defRPr sz="1200"/>
            </a:pPr>
            <a:r>
              <a:t>D:/pasar_fix/node_modules/.bun/redux-thunk@3.1.0+bc2e82c311c56ef9/node_modules/redux-thunk/src/index.ts</a:t>
            </a:r>
          </a:p>
          <a:p>
            <a:pPr>
              <a:defRPr sz="1200"/>
            </a:pPr>
            <a:r>
              <a:t>D:/pasar_fix/node_modules/.bun/redux-thunk@3.1.0+bc2e82c311c56ef9/node_modules/redux-thunk/src/types.ts</a:t>
            </a:r>
          </a:p>
          <a:p>
            <a:pPr>
              <a:defRPr sz="1200"/>
            </a:pPr>
            <a:r>
              <a:t>D:/pasar_fix/node_modules/.bun/redux@5.0.1/node_modules/redux/LICENSE.md</a:t>
            </a:r>
          </a:p>
          <a:p>
            <a:pPr>
              <a:defRPr sz="1200"/>
            </a:pPr>
            <a:r>
              <a:t>D:/pasar_fix/node_modules/.bun/redux@5.0.1/node_modules/redux/package.json</a:t>
            </a:r>
          </a:p>
          <a:p>
            <a:pPr>
              <a:defRPr sz="1200"/>
            </a:pPr>
            <a:r>
              <a:t>D:/pasar_fix/node_modules/.bun/redux@5.0.1/node_modules/redux/README.md</a:t>
            </a:r>
          </a:p>
          <a:p>
            <a:pPr>
              <a:defRPr sz="1200"/>
            </a:pPr>
            <a:r>
              <a:t>D:/pasar_fix/node_modules/.bun/redux@5.0.1/node_modules/redux/dist/redux.browser.mjs</a:t>
            </a:r>
          </a:p>
          <a:p>
            <a:pPr>
              <a:defRPr sz="1200"/>
            </a:pPr>
            <a:r>
              <a:t>D:/pasar_fix/node_modules/.bun/redux@5.0.1/node_modules/redux/dist/redux.browser.mjs.map</a:t>
            </a:r>
          </a:p>
          <a:p>
            <a:pPr>
              <a:defRPr sz="1200"/>
            </a:pPr>
            <a:r>
              <a:t>D:/pasar_fix/node_modules/.bun/redux@5.0.1/node_modules/redux/dist/redux.d.ts</a:t>
            </a:r>
          </a:p>
          <a:p>
            <a:pPr>
              <a:defRPr sz="1200"/>
            </a:pPr>
            <a:r>
              <a:t>D:/pasar_fix/node_modules/.bun/redux@5.0.1/node_modules/redux/dist/redux.legacy-esm.js</a:t>
            </a:r>
          </a:p>
          <a:p>
            <a:pPr>
              <a:defRPr sz="1200"/>
            </a:pPr>
            <a:r>
              <a:t>D:/pasar_fix/node_modules/.bun/redux@5.0.1/node_modules/redux/dist/redux.mjs</a:t>
            </a:r>
          </a:p>
          <a:p>
            <a:pPr>
              <a:defRPr sz="1200"/>
            </a:pPr>
            <a:r>
              <a:t>D:/pasar_fix/node_modules/.bun/redux@5.0.1/node_modules/redux/dist/redux.mjs.map</a:t>
            </a:r>
          </a:p>
          <a:p>
            <a:pPr>
              <a:defRPr sz="1200"/>
            </a:pPr>
            <a:r>
              <a:t>D:/pasar_fix/node_modules/.bun/redux@5.0.1/node_modules/redux/dist/cjs/redux.cjs</a:t>
            </a:r>
          </a:p>
          <a:p>
            <a:pPr>
              <a:defRPr sz="1200"/>
            </a:pPr>
            <a:r>
              <a:t>D:/pasar_fix/node_modules/.bun/redux@5.0.1/node_modules/redux/dist/cjs/redux.cjs.map</a:t>
            </a:r>
          </a:p>
          <a:p>
            <a:pPr>
              <a:defRPr sz="1200"/>
            </a:pPr>
            <a:r>
              <a:t>D:/pasar_fix/node_modules/.bun/redux@5.0.1/node_modules/redux/src/applyMiddleware.ts</a:t>
            </a:r>
          </a:p>
          <a:p>
            <a:pPr>
              <a:defRPr sz="1200"/>
            </a:pPr>
            <a:r>
              <a:t>D:/pasar_fix/node_modules/.bun/redux@5.0.1/node_modules/redux/src/bindActionCreators.ts</a:t>
            </a:r>
          </a:p>
          <a:p>
            <a:pPr>
              <a:defRPr sz="1200"/>
            </a:pPr>
            <a:r>
              <a:t>D:/pasar_fix/node_modules/.bun/redux@5.0.1/node_modules/redux/src/combineReducers.ts</a:t>
            </a:r>
          </a:p>
          <a:p>
            <a:pPr>
              <a:defRPr sz="1200"/>
            </a:pPr>
            <a:r>
              <a:t>D:/pasar_fix/node_modules/.bun/redux@5.0.1/node_modules/redux/src/compose.ts</a:t>
            </a:r>
          </a:p>
          <a:p>
            <a:pPr>
              <a:defRPr sz="1200"/>
            </a:pPr>
            <a:r>
              <a:t>D:/pasar_fix/node_modules/.bun/redux@5.0.1/node_modules/redux/src/createStore.ts</a:t>
            </a:r>
          </a:p>
          <a:p>
            <a:pPr>
              <a:defRPr sz="1200"/>
            </a:pPr>
            <a:r>
              <a:t>D:/pasar_fix/node_modules/.bun/redux@5.0.1/node_modules/redux/src/index.ts</a:t>
            </a:r>
          </a:p>
          <a:p>
            <a:pPr>
              <a:defRPr sz="1200"/>
            </a:pPr>
            <a:r>
              <a:t>D:/pasar_fix/node_modules/.bun/redux@5.0.1/node_modules/redux/src/types/actions.ts</a:t>
            </a:r>
          </a:p>
          <a:p>
            <a:pPr>
              <a:defRPr sz="1200"/>
            </a:pPr>
            <a:r>
              <a:t>D:/pasar_fix/node_modules/.bun/redux@5.0.1/node_modules/redux/src/types/middleware.ts</a:t>
            </a:r>
          </a:p>
          <a:p>
            <a:pPr>
              <a:defRPr sz="1200"/>
            </a:pPr>
            <a:r>
              <a:t>D:/pasar_fix/node_modules/.bun/redux@5.0.1/node_modules/redux/src/types/reducers.ts</a:t>
            </a:r>
          </a:p>
          <a:p>
            <a:pPr>
              <a:defRPr sz="1200"/>
            </a:pPr>
            <a:r>
              <a:t>D:/pasar_fix/node_modules/.bun/redux@5.0.1/node_modules/redux/src/types/store.ts</a:t>
            </a:r>
          </a:p>
          <a:p>
            <a:pPr>
              <a:defRPr sz="1200"/>
            </a:pPr>
            <a:r>
              <a:t>D:/pasar_fix/node_modules/.bun/redux@5.0.1/node_modules/redux/src/utils/actionTypes.ts</a:t>
            </a:r>
          </a:p>
          <a:p>
            <a:pPr>
              <a:defRPr sz="1200"/>
            </a:pPr>
            <a:r>
              <a:t>D:/pasar_fix/node_modules/.bun/redux@5.0.1/node_modules/redux/src/utils/formatProdErrorMessage.ts</a:t>
            </a:r>
          </a:p>
          <a:p>
            <a:pPr>
              <a:defRPr sz="1200"/>
            </a:pPr>
            <a:r>
              <a:t>D:/pasar_fix/node_modules/.bun/redux@5.0.1/node_modules/redux/src/utils/isAction.ts</a:t>
            </a:r>
          </a:p>
          <a:p>
            <a:pPr>
              <a:defRPr sz="1200"/>
            </a:pPr>
            <a:r>
              <a:t>D:/pasar_fix/node_modules/.bun/redux@5.0.1/node_modules/redux/src/utils/isPlainObject.ts</a:t>
            </a:r>
          </a:p>
          <a:p>
            <a:pPr>
              <a:defRPr sz="1200"/>
            </a:pPr>
            <a:r>
              <a:t>D:/pasar_fix/node_modules/.bun/redux@5.0.1/node_modules/redux/src/utils/kindOf.ts</a:t>
            </a:r>
          </a:p>
          <a:p>
            <a:pPr>
              <a:defRPr sz="1200"/>
            </a:pPr>
            <a:r>
              <a:t>D:/pasar_fix/node_modules/.bun/redux@5.0.1/node_modules/redux/src/utils/symbol-observable.ts</a:t>
            </a:r>
          </a:p>
          <a:p>
            <a:pPr>
              <a:defRPr sz="1200"/>
            </a:pPr>
            <a:r>
              <a:t>D:/pasar_fix/node_modules/.bun/redux@5.0.1/node_modules/redux/src/utils/warning.ts</a:t>
            </a:r>
          </a:p>
          <a:p>
            <a:pPr>
              <a:defRPr sz="1200"/>
            </a:pPr>
            <a:r>
              <a:t>D:/pasar_fix/node_modules/.bun/reflect-metadata@0.2.2/node_modules/reflect-metadata/AUTHORS.md</a:t>
            </a:r>
          </a:p>
          <a:p>
            <a:pPr>
              <a:defRPr sz="1200"/>
            </a:pPr>
            <a:r>
              <a:t>D:/pasar_fix/node_modules/.bun/reflect-metadata@0.2.2/node_modules/reflect-metadata/CopyrightNotice.txt</a:t>
            </a:r>
          </a:p>
          <a:p>
            <a:pPr>
              <a:defRPr sz="1200"/>
            </a:pPr>
            <a:r>
              <a:t>D:/pasar_fix/node_modules/.bun/reflect-metadata@0.2.2/node_modules/reflect-metadata/index.d.ts</a:t>
            </a:r>
          </a:p>
          <a:p>
            <a:pPr>
              <a:defRPr sz="1200"/>
            </a:pPr>
            <a:r>
              <a:t>D:/pasar_fix/node_modules/.bun/reflect-metadata@0.2.2/node_modules/reflect-metadata/LICENSE</a:t>
            </a:r>
          </a:p>
          <a:p>
            <a:pPr>
              <a:defRPr sz="1200"/>
            </a:pPr>
            <a:r>
              <a:t>D:/pasar_fix/node_modules/.bun/reflect-metadata@0.2.2/node_modules/reflect-metadata/no-conflict.d.ts</a:t>
            </a:r>
          </a:p>
          <a:p>
            <a:pPr>
              <a:defRPr sz="1200"/>
            </a:pPr>
            <a:r>
              <a:t>D:/pasar_fix/node_modules/.bun/reflect-metadata@0.2.2/node_modules/reflect-metadata/package.json</a:t>
            </a:r>
          </a:p>
          <a:p>
            <a:pPr>
              <a:defRPr sz="1200"/>
            </a:pPr>
            <a:r>
              <a:t>D:/pasar_fix/node_modules/.bun/reflect-metadata@0.2.2/node_modules/reflect-metadata/README.md</a:t>
            </a:r>
          </a:p>
          <a:p>
            <a:pPr>
              <a:defRPr sz="1200"/>
            </a:pPr>
            <a:r>
              <a:t>D:/pasar_fix/node_modules/.bun/reflect-metadata@0.2.2/node_modules/reflect-metadata/Reflect.js</a:t>
            </a:r>
          </a:p>
          <a:p>
            <a:pPr>
              <a:defRPr sz="1200"/>
            </a:pPr>
            <a:r>
              <a:t>D:/pasar_fix/node_modules/.bun/reflect-metadata@0.2.2/node_modules/reflect-metadata/ReflectLite.js</a:t>
            </a:r>
          </a:p>
          <a:p>
            <a:pPr>
              <a:defRPr sz="1200"/>
            </a:pPr>
            <a:r>
              <a:t>D:/pasar_fix/node_modules/.bun/reflect-metadata@0.2.2/node_modules/reflect-metadata/ReflectNoConflict.js</a:t>
            </a:r>
          </a:p>
          <a:p>
            <a:pPr>
              <a:defRPr sz="1200"/>
            </a:pPr>
            <a:r>
              <a:t>D:/pasar_fix/node_modules/.bun/reflect-metadata@0.2.2/node_modules/reflect-metadata/standalone.d.ts</a:t>
            </a:r>
          </a:p>
          <a:p>
            <a:pPr>
              <a:defRPr sz="1200"/>
            </a:pPr>
            <a:r>
              <a:t>D:/pasar_fix/node_modules/.bun/require-directory@2.1.1/node_modules/require-directory/.jshintrc</a:t>
            </a:r>
          </a:p>
          <a:p>
            <a:pPr>
              <a:defRPr sz="1200"/>
            </a:pPr>
            <a:r>
              <a:t>D:/pasar_fix/node_modules/.bun/require-directory@2.1.1/node_modules/require-directory/.npmignore</a:t>
            </a:r>
          </a:p>
          <a:p>
            <a:pPr>
              <a:defRPr sz="1200"/>
            </a:pPr>
            <a:r>
              <a:t>D:/pasar_fix/node_modules/.bun/require-directory@2.1.1/node_modules/require-directory/.travis.yml</a:t>
            </a:r>
          </a:p>
          <a:p>
            <a:pPr>
              <a:defRPr sz="1200"/>
            </a:pPr>
            <a:r>
              <a:t>D:/pasar_fix/node_modules/.bun/require-directory@2.1.1/node_modules/require-directory/index.js</a:t>
            </a:r>
          </a:p>
          <a:p>
            <a:pPr>
              <a:defRPr sz="1200"/>
            </a:pPr>
            <a:r>
              <a:t>D:/pasar_fix/node_modules/.bun/require-directory@2.1.1/node_modules/require-directory/LICENSE</a:t>
            </a:r>
          </a:p>
          <a:p>
            <a:pPr>
              <a:defRPr sz="1200"/>
            </a:pPr>
            <a:r>
              <a:t>D:/pasar_fix/node_modules/.bun/require-directory@2.1.1/node_modules/require-directory/package.json</a:t>
            </a:r>
          </a:p>
          <a:p>
            <a:pPr>
              <a:defRPr sz="1200"/>
            </a:pPr>
            <a:r>
              <a:t>D:/pasar_fix/node_modules/.bun/require-directory@2.1.1/node_modules/require-directory/README.markdown</a:t>
            </a:r>
          </a:p>
          <a:p>
            <a:pPr>
              <a:defRPr sz="1200"/>
            </a:pPr>
            <a:r>
              <a:t>D:/pasar_fix/node_modules/.bun/reselect@5.1.1/node_modules/reselect/LICENSE</a:t>
            </a:r>
          </a:p>
          <a:p>
            <a:pPr>
              <a:defRPr sz="1200"/>
            </a:pPr>
            <a:r>
              <a:t>D:/pasar_fix/node_modules/.bun/reselect@5.1.1/node_modules/reselect/package.json</a:t>
            </a:r>
          </a:p>
          <a:p>
            <a:pPr>
              <a:defRPr sz="1200"/>
            </a:pPr>
            <a:r>
              <a:t>D:/pasar_fix/node_modules/.bun/reselect@5.1.1/node_modules/reselect/README.md</a:t>
            </a:r>
          </a:p>
          <a:p>
            <a:pPr>
              <a:defRPr sz="1200"/>
            </a:pPr>
            <a:r>
              <a:t>D:/pasar_fix/node_modules/.bun/reselect@5.1.1/node_modules/reselect/dist/reselect.browser.mjs</a:t>
            </a:r>
          </a:p>
          <a:p>
            <a:pPr>
              <a:defRPr sz="1200"/>
            </a:pPr>
            <a:r>
              <a:t>D:/pasar_fix/node_modules/.bun/reselect@5.1.1/node_modules/reselect/dist/reselect.browser.mjs.map</a:t>
            </a:r>
          </a:p>
          <a:p>
            <a:pPr>
              <a:defRPr sz="1200"/>
            </a:pPr>
            <a:r>
              <a:t>D:/pasar_fix/node_modules/.bun/reselect@5.1.1/node_modules/reselect/dist/reselect.d.ts</a:t>
            </a:r>
          </a:p>
          <a:p>
            <a:pPr>
              <a:defRPr sz="1200"/>
            </a:pPr>
            <a:r>
              <a:t>D:/pasar_fix/node_modules/.bun/reselect@5.1.1/node_modules/reselect/dist/reselect.legacy-esm.js</a:t>
            </a:r>
          </a:p>
          <a:p>
            <a:pPr>
              <a:defRPr sz="1200"/>
            </a:pPr>
            <a:r>
              <a:t>D:/pasar_fix/node_modules/.bun/reselect@5.1.1/node_modules/reselect/dist/reselect.legacy-esm.js.map</a:t>
            </a:r>
          </a:p>
          <a:p>
            <a:pPr>
              <a:defRPr sz="1200"/>
            </a:pPr>
            <a:r>
              <a:t>D:/pasar_fix/node_modules/.bun/reselect@5.1.1/node_modules/reselect/dist/reselect.mjs</a:t>
            </a:r>
          </a:p>
          <a:p>
            <a:pPr>
              <a:defRPr sz="1200"/>
            </a:pPr>
            <a:r>
              <a:t>D:/pasar_fix/node_modules/.bun/reselect@5.1.1/node_modules/reselect/dist/reselect.mjs.map</a:t>
            </a:r>
          </a:p>
          <a:p>
            <a:pPr>
              <a:defRPr sz="1200"/>
            </a:pPr>
            <a:r>
              <a:t>D:/pasar_fix/node_modules/.bun/reselect@5.1.1/node_modules/reselect/dist/cjs/reselect.cjs</a:t>
            </a:r>
          </a:p>
          <a:p>
            <a:pPr>
              <a:defRPr sz="1200"/>
            </a:pPr>
            <a:r>
              <a:t>D:/pasar_fix/node_modules/.bun/reselect@5.1.1/node_modules/reselect/dist/cjs/reselect.cjs.map</a:t>
            </a:r>
          </a:p>
          <a:p>
            <a:pPr>
              <a:defRPr sz="1200"/>
            </a:pPr>
            <a:r>
              <a:t>D:/pasar_fix/node_modules/.bun/reselect@5.1.1/node_modules/reselect/src/createSelectorCreator.ts</a:t>
            </a:r>
          </a:p>
          <a:p>
            <a:pPr>
              <a:defRPr sz="1200"/>
            </a:pPr>
            <a:r>
              <a:t>D:/pasar_fix/node_modules/.bun/reselect@5.1.1/node_modules/reselect/src/createStructuredSelector.ts</a:t>
            </a:r>
          </a:p>
          <a:p>
            <a:pPr>
              <a:defRPr sz="1200"/>
            </a:pPr>
            <a:r>
              <a:t>D:/pasar_fix/node_modules/.bun/reselect@5.1.1/node_modules/reselect/src/index.ts</a:t>
            </a:r>
          </a:p>
          <a:p>
            <a:pPr>
              <a:defRPr sz="1200"/>
            </a:pPr>
            <a:r>
              <a:t>D:/pasar_fix/node_modules/.bun/reselect@5.1.1/node_modules/reselect/src/lruMemoize.ts</a:t>
            </a:r>
          </a:p>
          <a:p>
            <a:pPr>
              <a:defRPr sz="1200"/>
            </a:pPr>
            <a:r>
              <a:t>D:/pasar_fix/node_modules/.bun/reselect@5.1.1/node_modules/reselect/src/types.ts</a:t>
            </a:r>
          </a:p>
          <a:p>
            <a:pPr>
              <a:defRPr sz="1200"/>
            </a:pPr>
            <a:r>
              <a:t>D:/pasar_fix/node_modules/.bun/reselect@5.1.1/node_modules/reselect/src/utils.ts</a:t>
            </a:r>
          </a:p>
          <a:p>
            <a:pPr>
              <a:defRPr sz="1200"/>
            </a:pPr>
            <a:r>
              <a:t>D:/pasar_fix/node_modules/.bun/reselect@5.1.1/node_modules/reselect/src/weakMapMemoize.ts</a:t>
            </a:r>
          </a:p>
          <a:p>
            <a:pPr>
              <a:defRPr sz="1200"/>
            </a:pPr>
            <a:r>
              <a:t>D:/pasar_fix/node_modules/.bun/reselect@5.1.1/node_modules/reselect/src/autotrackMemoize/autotracking.ts</a:t>
            </a:r>
          </a:p>
          <a:p>
            <a:pPr>
              <a:defRPr sz="1200"/>
            </a:pPr>
            <a:r>
              <a:t>D:/pasar_fix/node_modules/.bun/reselect@5.1.1/node_modules/reselect/src/autotrackMemoize/autotrackMemoize.ts</a:t>
            </a:r>
          </a:p>
          <a:p>
            <a:pPr>
              <a:defRPr sz="1200"/>
            </a:pPr>
            <a:r>
              <a:t>D:/pasar_fix/node_modules/.bun/reselect@5.1.1/node_modules/reselect/src/autotrackMemoize/proxy.ts</a:t>
            </a:r>
          </a:p>
          <a:p>
            <a:pPr>
              <a:defRPr sz="1200"/>
            </a:pPr>
            <a:r>
              <a:t>D:/pasar_fix/node_modules/.bun/reselect@5.1.1/node_modules/reselect/src/autotrackMemoize/tracking.ts</a:t>
            </a:r>
          </a:p>
          <a:p>
            <a:pPr>
              <a:defRPr sz="1200"/>
            </a:pPr>
            <a:r>
              <a:t>D:/pasar_fix/node_modules/.bun/reselect@5.1.1/node_modules/reselect/src/autotrackMemoize/utils.ts</a:t>
            </a:r>
          </a:p>
          <a:p>
            <a:pPr>
              <a:defRPr sz="1200"/>
            </a:pPr>
            <a:r>
              <a:t>D:/pasar_fix/node_modules/.bun/reselect@5.1.1/node_modules/reselect/src/devModeChecks/identityFunctionCheck.ts</a:t>
            </a:r>
          </a:p>
          <a:p>
            <a:pPr>
              <a:defRPr sz="1200"/>
            </a:pPr>
            <a:r>
              <a:t>D:/pasar_fix/node_modules/.bun/reselect@5.1.1/node_modules/reselect/src/devModeChecks/inputStabilityCheck.ts</a:t>
            </a:r>
          </a:p>
          <a:p>
            <a:pPr>
              <a:defRPr sz="1200"/>
            </a:pPr>
            <a:r>
              <a:t>D:/pasar_fix/node_modules/.bun/reselect@5.1.1/node_modules/reselect/src/devModeChecks/setGlobalDevModeChecks.ts</a:t>
            </a:r>
          </a:p>
          <a:p>
            <a:pPr>
              <a:defRPr sz="1200"/>
            </a:pPr>
            <a:r>
              <a:t>D:/pasar_fix/node_modules/.bun/reselect@5.1.1/node_modules/reselect/src/versionedTypes/index.ts</a:t>
            </a:r>
          </a:p>
          <a:p>
            <a:pPr>
              <a:defRPr sz="1200"/>
            </a:pPr>
            <a:r>
              <a:t>D:/pasar_fix/node_modules/.bun/reselect@5.1.1/node_modules/reselect/src/versionedTypes/ts47-mergeParameters.ts</a:t>
            </a:r>
          </a:p>
          <a:p>
            <a:pPr>
              <a:defRPr sz="1200"/>
            </a:pPr>
            <a:r>
              <a:t>D:/pasar_fix/node_modules/.bun/resize-observer-polyfill@1.5.1/node_modules/resize-observer-polyfill/LICENSE</a:t>
            </a:r>
          </a:p>
          <a:p>
            <a:pPr>
              <a:defRPr sz="1200"/>
            </a:pPr>
            <a:r>
              <a:t>D:/pasar_fix/node_modules/.bun/resize-observer-polyfill@1.5.1/node_modules/resize-observer-polyfill/package.json</a:t>
            </a:r>
          </a:p>
          <a:p>
            <a:pPr>
              <a:defRPr sz="1200"/>
            </a:pPr>
            <a:r>
              <a:t>D:/pasar_fix/node_modules/.bun/resize-observer-polyfill@1.5.1/node_modules/resize-observer-polyfill/README.md</a:t>
            </a:r>
          </a:p>
          <a:p>
            <a:pPr>
              <a:defRPr sz="1200"/>
            </a:pPr>
            <a:r>
              <a:t>D:/pasar_fix/node_modules/.bun/resize-observer-polyfill@1.5.1/node_modules/resize-observer-polyfill/dist/ResizeObserver.es.js</a:t>
            </a:r>
          </a:p>
          <a:p>
            <a:pPr>
              <a:defRPr sz="1200"/>
            </a:pPr>
            <a:r>
              <a:t>D:/pasar_fix/node_modules/.bun/resize-observer-polyfill@1.5.1/node_modules/resize-observer-polyfill/dist/ResizeObserver.global.js</a:t>
            </a:r>
          </a:p>
          <a:p>
            <a:pPr>
              <a:defRPr sz="1200"/>
            </a:pPr>
            <a:r>
              <a:t>D:/pasar_fix/node_modules/.bun/resize-observer-polyfill@1.5.1/node_modules/resize-observer-polyfill/dist/ResizeObserver.js</a:t>
            </a:r>
          </a:p>
          <a:p>
            <a:pPr>
              <a:defRPr sz="1200"/>
            </a:pPr>
            <a:r>
              <a:t>D:/pasar_fix/node_modules/.bun/resize-observer-polyfill@1.5.1/node_modules/resize-observer-polyfill/dist/ResizeObserver.js.flow</a:t>
            </a:r>
          </a:p>
          <a:p>
            <a:pPr>
              <a:defRPr sz="1200"/>
            </a:pPr>
            <a:r>
              <a:t>D:/pasar_fix/node_modules/.bun/resize-observer-polyfill@1.5.1/node_modules/resize-observer-polyfill/src/index.d.ts</a:t>
            </a:r>
          </a:p>
          <a:p>
            <a:pPr>
              <a:defRPr sz="1200"/>
            </a:pPr>
            <a:r>
              <a:t>D:/pasar_fix/node_modules/.bun/resize-observer-polyfill@1.5.1/node_modules/resize-observer-polyfill/src/index.js</a:t>
            </a:r>
          </a:p>
          <a:p>
            <a:pPr>
              <a:defRPr sz="1200"/>
            </a:pPr>
            <a:r>
              <a:t>D:/pasar_fix/node_modules/.bun/resize-observer-polyfill@1.5.1/node_modules/resize-observer-polyfill/src/index.js.flow</a:t>
            </a:r>
          </a:p>
          <a:p>
            <a:pPr>
              <a:defRPr sz="1200"/>
            </a:pPr>
            <a:r>
              <a:t>D:/pasar_fix/node_modules/.bun/resize-observer-polyfill@1.5.1/node_modules/resize-observer-polyfill/src/ResizeObservation.js</a:t>
            </a:r>
          </a:p>
          <a:p>
            <a:pPr>
              <a:defRPr sz="1200"/>
            </a:pPr>
            <a:r>
              <a:t>D:/pasar_fix/node_modules/.bun/resize-observer-polyfill@1.5.1/node_modules/resize-observer-polyfill/src/ResizeObserver.js</a:t>
            </a:r>
          </a:p>
          <a:p>
            <a:pPr>
              <a:defRPr sz="1200"/>
            </a:pPr>
            <a:r>
              <a:t>D:/pasar_fix/node_modules/.bun/resize-observer-polyfill@1.5.1/node_modules/resize-observer-polyfill/src/ResizeObserverController.js</a:t>
            </a:r>
          </a:p>
          <a:p>
            <a:pPr>
              <a:defRPr sz="1200"/>
            </a:pPr>
            <a:r>
              <a:t>D:/pasar_fix/node_modules/.bun/resize-observer-polyfill@1.5.1/node_modules/resize-observer-polyfill/src/ResizeObserverEntry.js</a:t>
            </a:r>
          </a:p>
          <a:p>
            <a:pPr>
              <a:defRPr sz="1200"/>
            </a:pPr>
            <a:r>
              <a:t>D:/pasar_fix/node_modules/.bun/resize-observer-polyfill@1.5.1/node_modules/resize-observer-polyfill/src/ResizeObserverSPI.js</a:t>
            </a:r>
          </a:p>
          <a:p>
            <a:pPr>
              <a:defRPr sz="1200"/>
            </a:pPr>
            <a:r>
              <a:t>D:/pasar_fix/node_modules/.bun/resize-observer-polyfill@1.5.1/node_modules/resize-observer-polyfill/src/shims/es6-collections.js</a:t>
            </a:r>
          </a:p>
          <a:p>
            <a:pPr>
              <a:defRPr sz="1200"/>
            </a:pPr>
            <a:r>
              <a:t>D:/pasar_fix/node_modules/.bun/resize-observer-polyfill@1.5.1/node_modules/resize-observer-polyfill/src/shims/global.js</a:t>
            </a:r>
          </a:p>
          <a:p>
            <a:pPr>
              <a:defRPr sz="1200"/>
            </a:pPr>
            <a:r>
              <a:t>D:/pasar_fix/node_modules/.bun/resize-observer-polyfill@1.5.1/node_modules/resize-observer-polyfill/src/shims/requestAnimationFrame.js</a:t>
            </a:r>
          </a:p>
          <a:p>
            <a:pPr>
              <a:defRPr sz="1200"/>
            </a:pPr>
            <a:r>
              <a:t>D:/pasar_fix/node_modules/.bun/resize-observer-polyfill@1.5.1/node_modules/resize-observer-polyfill/src/utils/defineConfigurable.js</a:t>
            </a:r>
          </a:p>
          <a:p>
            <a:pPr>
              <a:defRPr sz="1200"/>
            </a:pPr>
            <a:r>
              <a:t>D:/pasar_fix/node_modules/.bun/resize-observer-polyfill@1.5.1/node_modules/resize-observer-polyfill/src/utils/geometry.js</a:t>
            </a:r>
          </a:p>
          <a:p>
            <a:pPr>
              <a:defRPr sz="1200"/>
            </a:pPr>
            <a:r>
              <a:t>D:/pasar_fix/node_modules/.bun/resize-observer-polyfill@1.5.1/node_modules/resize-observer-polyfill/src/utils/getWindowOf.js</a:t>
            </a:r>
          </a:p>
          <a:p>
            <a:pPr>
              <a:defRPr sz="1200"/>
            </a:pPr>
            <a:r>
              <a:t>D:/pasar_fix/node_modules/.bun/resize-observer-polyfill@1.5.1/node_modules/resize-observer-polyfill/src/utils/isBrowser.js</a:t>
            </a:r>
          </a:p>
          <a:p>
            <a:pPr>
              <a:defRPr sz="1200"/>
            </a:pPr>
            <a:r>
              <a:t>D:/pasar_fix/node_modules/.bun/resize-observer-polyfill@1.5.1/node_modules/resize-observer-polyfill/src/utils/throttle.js</a:t>
            </a:r>
          </a:p>
          <a:p>
            <a:pPr>
              <a:defRPr sz="1200"/>
            </a:pPr>
            <a:r>
              <a:t>D:/pasar_fix/node_modules/.bun/resolve-from@4.0.0/node_modules/resolve-from/index.js</a:t>
            </a:r>
          </a:p>
          <a:p>
            <a:pPr>
              <a:defRPr sz="1200"/>
            </a:pPr>
            <a:r>
              <a:t>D:/pasar_fix/node_modules/.bun/resolve-from@4.0.0/node_modules/resolve-from/license</a:t>
            </a:r>
          </a:p>
          <a:p>
            <a:pPr>
              <a:defRPr sz="1200"/>
            </a:pPr>
            <a:r>
              <a:t>D:/pasar_fix/node_modules/.bun/resolve-from@4.0.0/node_modules/resolve-from/package.json</a:t>
            </a:r>
          </a:p>
          <a:p>
            <a:pPr>
              <a:defRPr sz="1200"/>
            </a:pPr>
            <a:r>
              <a:t>D:/pasar_fix/node_modules/.bun/resolve-from@4.0.0/node_modules/resolve-from/readme.md</a:t>
            </a:r>
          </a:p>
          <a:p>
            <a:pPr>
              <a:defRPr sz="1200"/>
            </a:pPr>
            <a:r>
              <a:t>D:/pasar_fix/node_modules/.bun/resolve-from@5.0.0/node_modules/resolve-from/index.d.ts</a:t>
            </a:r>
          </a:p>
          <a:p>
            <a:pPr>
              <a:defRPr sz="1200"/>
            </a:pPr>
            <a:r>
              <a:t>D:/pasar_fix/node_modules/.bun/resolve-from@5.0.0/node_modules/resolve-from/index.js</a:t>
            </a:r>
          </a:p>
          <a:p>
            <a:pPr>
              <a:defRPr sz="1200"/>
            </a:pPr>
            <a:r>
              <a:t>D:/pasar_fix/node_modules/.bun/resolve-from@5.0.0/node_modules/resolve-from/license</a:t>
            </a:r>
          </a:p>
          <a:p>
            <a:pPr>
              <a:defRPr sz="1200"/>
            </a:pPr>
            <a:r>
              <a:t>D:/pasar_fix/node_modules/.bun/resolve-from@5.0.0/node_modules/resolve-from/package.json</a:t>
            </a:r>
          </a:p>
          <a:p>
            <a:pPr>
              <a:defRPr sz="1200"/>
            </a:pPr>
            <a:r>
              <a:t>D:/pasar_fix/node_modules/.bun/resolve-from@5.0.0/node_modules/resolve-from/readme.md</a:t>
            </a:r>
          </a:p>
          <a:p>
            <a:pPr>
              <a:defRPr sz="1200"/>
            </a:pPr>
            <a:r>
              <a:t>D:/pasar_fix/node_modules/.bun/resolve-pkg-maps@1.0.0/node_modules/resolve-pkg-maps/LICENSE</a:t>
            </a:r>
          </a:p>
          <a:p>
            <a:pPr>
              <a:defRPr sz="1200"/>
            </a:pPr>
            <a:r>
              <a:t>D:/pasar_fix/node_modules/.bun/resolve-pkg-maps@1.0.0/node_modules/resolve-pkg-maps/package.json</a:t>
            </a:r>
          </a:p>
          <a:p>
            <a:pPr>
              <a:defRPr sz="1200"/>
            </a:pPr>
            <a:r>
              <a:t>D:/pasar_fix/node_modules/.bun/resolve-pkg-maps@1.0.0/node_modules/resolve-pkg-maps/README.md</a:t>
            </a:r>
          </a:p>
          <a:p>
            <a:pPr>
              <a:defRPr sz="1200"/>
            </a:pPr>
            <a:r>
              <a:t>D:/pasar_fix/node_modules/.bun/resolve-pkg-maps@1.0.0/node_modules/resolve-pkg-maps/dist/index.cjs</a:t>
            </a:r>
          </a:p>
          <a:p>
            <a:pPr>
              <a:defRPr sz="1200"/>
            </a:pPr>
            <a:r>
              <a:t>D:/pasar_fix/node_modules/.bun/resolve-pkg-maps@1.0.0/node_modules/resolve-pkg-maps/dist/index.d.cts</a:t>
            </a:r>
          </a:p>
          <a:p>
            <a:pPr>
              <a:defRPr sz="1200"/>
            </a:pPr>
            <a:r>
              <a:t>D:/pasar_fix/node_modules/.bun/resolve-pkg-maps@1.0.0/node_modules/resolve-pkg-maps/dist/index.d.mts</a:t>
            </a:r>
          </a:p>
          <a:p>
            <a:pPr>
              <a:defRPr sz="1200"/>
            </a:pPr>
            <a:r>
              <a:t>D:/pasar_fix/node_modules/.bun/resolve-pkg-maps@1.0.0/node_modules/resolve-pkg-maps/dist/index.mjs</a:t>
            </a:r>
          </a:p>
          <a:p>
            <a:pPr>
              <a:defRPr sz="1200"/>
            </a:pPr>
            <a:r>
              <a:t>D:/pasar_fix/node_modules/.bun/resolve@1.22.12/node_modules/.bin/resolve.bunx</a:t>
            </a:r>
          </a:p>
          <a:p>
            <a:pPr>
              <a:defRPr sz="1200"/>
            </a:pPr>
            <a:r>
              <a:t>D:/pasar_fix/node_modules/.bun/resolve@1.22.12/node_modules/.bin/resolve.exe</a:t>
            </a:r>
          </a:p>
          <a:p>
            <a:pPr>
              <a:defRPr sz="1200"/>
            </a:pPr>
            <a:r>
              <a:t>D:/pasar_fix/node_modules/.bun/resolve@1.22.12/node_modules/resolve/.editorconfig</a:t>
            </a:r>
          </a:p>
          <a:p>
            <a:pPr>
              <a:defRPr sz="1200"/>
            </a:pPr>
            <a:r>
              <a:t>D:/pasar_fix/node_modules/.bun/resolve@1.22.12/node_modules/resolve/.eslintrc</a:t>
            </a:r>
          </a:p>
          <a:p>
            <a:pPr>
              <a:defRPr sz="1200"/>
            </a:pPr>
            <a:r>
              <a:t>D:/pasar_fix/node_modules/.bun/resolve@1.22.12/node_modules/resolve/async.js</a:t>
            </a:r>
          </a:p>
          <a:p>
            <a:pPr>
              <a:defRPr sz="1200"/>
            </a:pPr>
            <a:r>
              <a:t>D:/pasar_fix/node_modules/.bun/resolve@1.22.12/node_modules/resolve/eslint.config.mjs</a:t>
            </a:r>
          </a:p>
          <a:p>
            <a:pPr>
              <a:defRPr sz="1200"/>
            </a:pPr>
            <a:r>
              <a:t>D:/pasar_fix/node_modules/.bun/resolve@1.22.12/node_modules/resolve/index.js</a:t>
            </a:r>
          </a:p>
          <a:p>
            <a:pPr>
              <a:defRPr sz="1200"/>
            </a:pPr>
            <a:r>
              <a:t>D:/pasar_fix/node_modules/.bun/resolve@1.22.12/node_modules/resolve/LICENSE</a:t>
            </a:r>
          </a:p>
          <a:p>
            <a:pPr>
              <a:defRPr sz="1200"/>
            </a:pPr>
            <a:r>
              <a:t>D:/pasar_fix/node_modules/.bun/resolve@1.22.12/node_modules/resolve/package.json</a:t>
            </a:r>
          </a:p>
          <a:p>
            <a:pPr>
              <a:defRPr sz="1200"/>
            </a:pPr>
            <a:r>
              <a:t>D:/pasar_fix/node_modules/.bun/resolve@1.22.12/node_modules/resolve/readme.markdown</a:t>
            </a:r>
          </a:p>
          <a:p>
            <a:pPr>
              <a:defRPr sz="1200"/>
            </a:pPr>
            <a:r>
              <a:t>D:/pasar_fix/node_modules/.bun/resolve@1.22.12/node_modules/resolve/SECURITY.md</a:t>
            </a:r>
          </a:p>
          <a:p>
            <a:pPr>
              <a:defRPr sz="1200"/>
            </a:pPr>
            <a:r>
              <a:t>D:/pasar_fix/node_modules/.bun/resolve@1.22.12/node_modules/resolve/sync.js</a:t>
            </a:r>
          </a:p>
          <a:p>
            <a:pPr>
              <a:defRPr sz="1200"/>
            </a:pPr>
            <a:r>
              <a:t>D:/pasar_fix/node_modules/.bun/resolve@1.22.12/node_modules/resolve/.claude/notes.md</a:t>
            </a:r>
          </a:p>
          <a:p>
            <a:pPr>
              <a:defRPr sz="1200"/>
            </a:pPr>
            <a:r>
              <a:t>D:/pasar_fix/node_modules/.bun/resolve@1.22.12/node_modules/resolve/.claude/settings.local.json</a:t>
            </a:r>
          </a:p>
          <a:p>
            <a:pPr>
              <a:defRPr sz="1200"/>
            </a:pPr>
            <a:r>
              <a:t>D:/pasar_fix/node_modules/.bun/resolve@1.22.12/node_modules/resolve/.github/FUNDING.yml</a:t>
            </a:r>
          </a:p>
          <a:p>
            <a:pPr>
              <a:defRPr sz="1200"/>
            </a:pPr>
            <a:r>
              <a:t>D:/pasar_fix/node_modules/.bun/resolve@1.22.12/node_modules/resolve/.github/INCIDENT_RESPONSE_PROCESS.md</a:t>
            </a:r>
          </a:p>
          <a:p>
            <a:pPr>
              <a:defRPr sz="1200"/>
            </a:pPr>
            <a:r>
              <a:t>D:/pasar_fix/node_modules/.bun/resolve@1.22.12/node_modules/resolve/.github/THREAT_MODEL.md</a:t>
            </a:r>
          </a:p>
          <a:p>
            <a:pPr>
              <a:defRPr sz="1200"/>
            </a:pPr>
            <a:r>
              <a:t>D:/pasar_fix/node_modules/.bun/resolve@1.22.12/node_modules/resolve/bin/resolve</a:t>
            </a:r>
          </a:p>
          <a:p>
            <a:pPr>
              <a:defRPr sz="1200"/>
            </a:pPr>
            <a:r>
              <a:t>D:/pasar_fix/node_modules/.bun/resolve@1.22.12/node_modules/resolve/example/async.js</a:t>
            </a:r>
          </a:p>
          <a:p>
            <a:pPr>
              <a:defRPr sz="1200"/>
            </a:pPr>
            <a:r>
              <a:t>D:/pasar_fix/node_modules/.bun/resolve@1.22.12/node_modules/resolve/example/sync.js</a:t>
            </a:r>
          </a:p>
          <a:p>
            <a:pPr>
              <a:defRPr sz="1200"/>
            </a:pPr>
            <a:r>
              <a:t>D:/pasar_fix/node_modules/.bun/resolve@1.22.12/node_modules/resolve/lib/async.js</a:t>
            </a:r>
          </a:p>
          <a:p>
            <a:pPr>
              <a:defRPr sz="1200"/>
            </a:pPr>
            <a:r>
              <a:t>D:/pasar_fix/node_modules/.bun/resolve@1.22.12/node_modules/resolve/lib/caller.js</a:t>
            </a:r>
          </a:p>
          <a:p>
            <a:pPr>
              <a:defRPr sz="1200"/>
            </a:pPr>
            <a:r>
              <a:t>D:/pasar_fix/node_modules/.bun/resolve@1.22.12/node_modules/resolve/lib/core.js</a:t>
            </a:r>
          </a:p>
          <a:p>
            <a:pPr>
              <a:defRPr sz="1200"/>
            </a:pPr>
            <a:r>
              <a:t>D:/pasar_fix/node_modules/.bun/resolve@1.22.12/node_modules/resolve/lib/core.json</a:t>
            </a:r>
          </a:p>
          <a:p>
            <a:pPr>
              <a:defRPr sz="1200"/>
            </a:pPr>
            <a:r>
              <a:t>D:/pasar_fix/node_modules/.bun/resolve@1.22.12/node_modules/resolve/lib/homedir.js</a:t>
            </a:r>
          </a:p>
          <a:p>
            <a:pPr>
              <a:defRPr sz="1200"/>
            </a:pPr>
            <a:r>
              <a:t>D:/pasar_fix/node_modules/.bun/resolve@1.22.12/node_modules/resolve/lib/is-core.js</a:t>
            </a:r>
          </a:p>
          <a:p>
            <a:pPr>
              <a:defRPr sz="1200"/>
            </a:pPr>
            <a:r>
              <a:t>D:/pasar_fix/node_modules/.bun/resolve@1.22.12/node_modules/resolve/lib/node-modules-paths.js</a:t>
            </a:r>
          </a:p>
          <a:p>
            <a:pPr>
              <a:defRPr sz="1200"/>
            </a:pPr>
            <a:r>
              <a:t>D:/pasar_fix/node_modules/.bun/resolve@1.22.12/node_modules/resolve/lib/normalize-options.js</a:t>
            </a:r>
          </a:p>
          <a:p>
            <a:pPr>
              <a:defRPr sz="1200"/>
            </a:pPr>
            <a:r>
              <a:t>D:/pasar_fix/node_modules/.bun/resolve@1.22.12/node_modules/resolve/lib/sync.js</a:t>
            </a:r>
          </a:p>
          <a:p>
            <a:pPr>
              <a:defRPr sz="1200"/>
            </a:pPr>
            <a:r>
              <a:t>D:/pasar_fix/node_modules/.bun/resolve@1.22.12/node_modules/resolve/test/core.js</a:t>
            </a:r>
          </a:p>
          <a:p>
            <a:pPr>
              <a:defRPr sz="1200"/>
            </a:pPr>
            <a:r>
              <a:t>D:/pasar_fix/node_modules/.bun/resolve@1.22.12/node_modules/resolve/test/default_paths.js</a:t>
            </a:r>
          </a:p>
          <a:p>
            <a:pPr>
              <a:defRPr sz="1200"/>
            </a:pPr>
            <a:r>
              <a:t>D:/pasar_fix/node_modules/.bun/resolve@1.22.12/node_modules/resolve/test/dotdot.js</a:t>
            </a:r>
          </a:p>
          <a:p>
            <a:pPr>
              <a:defRPr sz="1200"/>
            </a:pPr>
            <a:r>
              <a:t>D:/pasar_fix/node_modules/.bun/resolve@1.22.12/node_modules/resolve/test/faulty_basedir.js</a:t>
            </a:r>
          </a:p>
          <a:p>
            <a:pPr>
              <a:defRPr sz="1200"/>
            </a:pPr>
            <a:r>
              <a:t>D:/pasar_fix/node_modules/.bun/resolve@1.22.12/node_modules/resolve/test/filter.js</a:t>
            </a:r>
          </a:p>
          <a:p>
            <a:pPr>
              <a:defRPr sz="1200"/>
            </a:pPr>
            <a:r>
              <a:t>D:/pasar_fix/node_modules/.bun/resolve@1.22.12/node_modules/resolve/test/filter_sync.js</a:t>
            </a:r>
          </a:p>
          <a:p>
            <a:pPr>
              <a:defRPr sz="1200"/>
            </a:pPr>
            <a:r>
              <a:t>D:/pasar_fix/node_modules/.bun/resolve@1.22.12/node_modules/resolve/test/homedir.js</a:t>
            </a:r>
          </a:p>
          <a:p>
            <a:pPr>
              <a:defRPr sz="1200"/>
            </a:pPr>
            <a:r>
              <a:t>D:/pasar_fix/node_modules/.bun/resolve@1.22.12/node_modules/resolve/test/home_paths.js</a:t>
            </a:r>
          </a:p>
          <a:p>
            <a:pPr>
              <a:defRPr sz="1200"/>
            </a:pPr>
            <a:r>
              <a:t>D:/pasar_fix/node_modules/.bun/resolve@1.22.12/node_modules/resolve/test/home_paths_sync.js</a:t>
            </a:r>
          </a:p>
          <a:p>
            <a:pPr>
              <a:defRPr sz="1200"/>
            </a:pPr>
            <a:r>
              <a:t>D:/pasar_fix/node_modules/.bun/resolve@1.22.12/node_modules/resolve/test/mock.js</a:t>
            </a:r>
          </a:p>
          <a:p>
            <a:pPr>
              <a:defRPr sz="1200"/>
            </a:pPr>
            <a:r>
              <a:t>D:/pasar_fix/node_modules/.bun/resolve@1.22.12/node_modules/resolve/test/mock_sync.js</a:t>
            </a:r>
          </a:p>
          <a:p>
            <a:pPr>
              <a:defRPr sz="1200"/>
            </a:pPr>
            <a:r>
              <a:t>D:/pasar_fix/node_modules/.bun/resolve@1.22.12/node_modules/resolve/test/module_dir.js</a:t>
            </a:r>
          </a:p>
          <a:p>
            <a:pPr>
              <a:defRPr sz="1200"/>
            </a:pPr>
            <a:r>
              <a:t>D:/pasar_fix/node_modules/.bun/resolve@1.22.12/node_modules/resolve/test/node-modules-paths.js</a:t>
            </a:r>
          </a:p>
          <a:p>
            <a:pPr>
              <a:defRPr sz="1200"/>
            </a:pPr>
            <a:r>
              <a:t>D:/pasar_fix/node_modules/.bun/resolve@1.22.12/node_modules/resolve/test/node_path.js</a:t>
            </a:r>
          </a:p>
          <a:p>
            <a:pPr>
              <a:defRPr sz="1200"/>
            </a:pPr>
            <a:r>
              <a:t>D:/pasar_fix/node_modules/.bun/resolve@1.22.12/node_modules/resolve/test/nonstring.js</a:t>
            </a:r>
          </a:p>
          <a:p>
            <a:pPr>
              <a:defRPr sz="1200"/>
            </a:pPr>
            <a:r>
              <a:t>D:/pasar_fix/node_modules/.bun/resolve@1.22.12/node_modules/resolve/test/pathfilter.js</a:t>
            </a:r>
          </a:p>
          <a:p>
            <a:pPr>
              <a:defRPr sz="1200"/>
            </a:pPr>
            <a:r>
              <a:t>D:/pasar_fix/node_modules/.bun/resolve@1.22.12/node_modules/resolve/test/pathfilter_sync.js</a:t>
            </a:r>
          </a:p>
          <a:p>
            <a:pPr>
              <a:defRPr sz="1200"/>
            </a:pPr>
            <a:r>
              <a:t>D:/pasar_fix/node_modules/.bun/resolve@1.22.12/node_modules/resolve/test/precedence.js</a:t>
            </a:r>
          </a:p>
          <a:p>
            <a:pPr>
              <a:defRPr sz="1200"/>
            </a:pPr>
            <a:r>
              <a:t>D:/pasar_fix/node_modules/.bun/resolve@1.22.12/node_modules/resolve/test/resolver.js</a:t>
            </a:r>
          </a:p>
          <a:p>
            <a:pPr>
              <a:defRPr sz="1200"/>
            </a:pPr>
            <a:r>
              <a:t>D:/pasar_fix/node_modules/.bun/resolve@1.22.12/node_modules/resolve/test/resolver_sync.js</a:t>
            </a:r>
          </a:p>
          <a:p>
            <a:pPr>
              <a:defRPr sz="1200"/>
            </a:pPr>
            <a:r>
              <a:t>D:/pasar_fix/node_modules/.bun/resolve@1.22.12/node_modules/resolve/test/shadowed_core.js</a:t>
            </a:r>
          </a:p>
          <a:p>
            <a:pPr>
              <a:defRPr sz="1200"/>
            </a:pPr>
            <a:r>
              <a:t>D:/pasar_fix/node_modules/.bun/resolve@1.22.12/node_modules/resolve/test/subdirs.js</a:t>
            </a:r>
          </a:p>
          <a:p>
            <a:pPr>
              <a:defRPr sz="1200"/>
            </a:pPr>
            <a:r>
              <a:t>D:/pasar_fix/node_modules/.bun/resolve@1.22.12/node_modules/resolve/test/symlinks.js</a:t>
            </a:r>
          </a:p>
          <a:p>
            <a:pPr>
              <a:defRPr sz="1200"/>
            </a:pPr>
            <a:r>
              <a:t>D:/pasar_fix/node_modules/.bun/resolve@1.22.12/node_modules/resolve/test/dotdot/index.js</a:t>
            </a:r>
          </a:p>
          <a:p>
            <a:pPr>
              <a:defRPr sz="1200"/>
            </a:pPr>
            <a:r>
              <a:t>D:/pasar_fix/node_modules/.bun/resolve@1.22.12/node_modules/resolve/test/dotdot/abc/index.js</a:t>
            </a:r>
          </a:p>
          <a:p>
            <a:pPr>
              <a:defRPr sz="1200"/>
            </a:pPr>
            <a:r>
              <a:t>D:/pasar_fix/node_modules/.bun/resolve@1.22.12/node_modules/resolve/test/module_dir/xmodules/aaa/index.js</a:t>
            </a:r>
          </a:p>
          <a:p>
            <a:pPr>
              <a:defRPr sz="1200"/>
            </a:pPr>
            <a:r>
              <a:t>D:/pasar_fix/node_modules/.bun/resolve@1.22.12/node_modules/resolve/test/module_dir/ymodules/aaa/index.js</a:t>
            </a:r>
          </a:p>
          <a:p>
            <a:pPr>
              <a:defRPr sz="1200"/>
            </a:pPr>
            <a:r>
              <a:t>D:/pasar_fix/node_modules/.bun/resolve@1.22.12/node_modules/resolve/test/module_dir/zmodules/bbb/main.js</a:t>
            </a:r>
          </a:p>
          <a:p>
            <a:pPr>
              <a:defRPr sz="1200"/>
            </a:pPr>
            <a:r>
              <a:t>D:/pasar_fix/node_modules/.bun/resolve@1.22.12/node_modules/resolve/test/module_dir/zmodules/bbb/package.json</a:t>
            </a:r>
          </a:p>
          <a:p>
            <a:pPr>
              <a:defRPr sz="1200"/>
            </a:pPr>
            <a:r>
              <a:t>D:/pasar_fix/node_modules/.bun/resolve@1.22.12/node_modules/resolve/test/node_path/x/aaa/index.js</a:t>
            </a:r>
          </a:p>
          <a:p>
            <a:pPr>
              <a:defRPr sz="1200"/>
            </a:pPr>
            <a:r>
              <a:t>D:/pasar_fix/node_modules/.bun/resolve@1.22.12/node_modules/resolve/test/node_path/x/ccc/index.js</a:t>
            </a:r>
          </a:p>
          <a:p>
            <a:pPr>
              <a:defRPr sz="1200"/>
            </a:pPr>
            <a:r>
              <a:t>D:/pasar_fix/node_modules/.bun/resolve@1.22.12/node_modules/resolve/test/node_path/y/bbb/index.js</a:t>
            </a:r>
          </a:p>
          <a:p>
            <a:pPr>
              <a:defRPr sz="1200"/>
            </a:pPr>
            <a:r>
              <a:t>D:/pasar_fix/node_modules/.bun/resolve@1.22.12/node_modules/resolve/test/node_path/y/ccc/index.js</a:t>
            </a:r>
          </a:p>
          <a:p>
            <a:pPr>
              <a:defRPr sz="1200"/>
            </a:pPr>
            <a:r>
              <a:t>D:/pasar_fix/node_modules/.bun/resolve@1.22.12/node_modules/resolve/test/pathfilter/deep_ref/main.js</a:t>
            </a:r>
          </a:p>
          <a:p>
            <a:pPr>
              <a:defRPr sz="1200"/>
            </a:pPr>
            <a:r>
              <a:t>D:/pasar_fix/node_modules/.bun/resolve@1.22.12/node_modules/resolve/test/precedence/aaa.js</a:t>
            </a:r>
          </a:p>
          <a:p>
            <a:pPr>
              <a:defRPr sz="1200"/>
            </a:pPr>
            <a:r>
              <a:t>D:/pasar_fix/node_modules/.bun/resolve@1.22.12/node_modules/resolve/test/precedence/bbb.js</a:t>
            </a:r>
          </a:p>
          <a:p>
            <a:pPr>
              <a:defRPr sz="1200"/>
            </a:pPr>
            <a:r>
              <a:t>D:/pasar_fix/node_modules/.bun/resolve@1.22.12/node_modules/resolve/test/precedence/aaa/index.js</a:t>
            </a:r>
          </a:p>
          <a:p>
            <a:pPr>
              <a:defRPr sz="1200"/>
            </a:pPr>
            <a:r>
              <a:t>D:/pasar_fix/node_modules/.bun/resolve@1.22.12/node_modules/resolve/test/precedence/aaa/main.js</a:t>
            </a:r>
          </a:p>
          <a:p>
            <a:pPr>
              <a:defRPr sz="1200"/>
            </a:pPr>
            <a:r>
              <a:t>D:/pasar_fix/node_modules/.bun/resolve@1.22.12/node_modules/resolve/test/precedence/bbb/main.js</a:t>
            </a:r>
          </a:p>
          <a:p>
            <a:pPr>
              <a:defRPr sz="1200"/>
            </a:pPr>
            <a:r>
              <a:t>D:/pasar_fix/node_modules/.bun/resolve@1.22.12/node_modules/resolve/test/resolver/cup.coffee</a:t>
            </a:r>
          </a:p>
          <a:p>
            <a:pPr>
              <a:defRPr sz="1200"/>
            </a:pPr>
            <a:r>
              <a:t>D:/pasar_fix/node_modules/.bun/resolve@1.22.12/node_modules/resolve/test/resolver/foo.js</a:t>
            </a:r>
          </a:p>
          <a:p>
            <a:pPr>
              <a:defRPr sz="1200"/>
            </a:pPr>
            <a:r>
              <a:t>D:/pasar_fix/node_modules/.bun/resolve@1.22.12/node_modules/resolve/test/resolver/mug.coffee</a:t>
            </a:r>
          </a:p>
          <a:p>
            <a:pPr>
              <a:defRPr sz="1200"/>
            </a:pPr>
            <a:r>
              <a:t>D:/pasar_fix/node_modules/.bun/resolve@1.22.12/node_modules/resolve/test/resolver/mug.js</a:t>
            </a:r>
          </a:p>
          <a:p>
            <a:pPr>
              <a:defRPr sz="1200"/>
            </a:pPr>
            <a:r>
              <a:t>D:/pasar_fix/node_modules/.bun/resolve@1.22.12/node_modules/resolve/test/resolver/baz/doom.js</a:t>
            </a:r>
          </a:p>
          <a:p>
            <a:pPr>
              <a:defRPr sz="1200"/>
            </a:pPr>
            <a:r>
              <a:t>D:/pasar_fix/node_modules/.bun/resolve@1.22.12/node_modules/resolve/test/resolver/baz/package.json</a:t>
            </a:r>
          </a:p>
          <a:p>
            <a:pPr>
              <a:defRPr sz="1200"/>
            </a:pPr>
            <a:r>
              <a:t>D:/pasar_fix/node_modules/.bun/resolve@1.22.12/node_modules/resolve/test/resolver/baz/quux.js</a:t>
            </a:r>
          </a:p>
          <a:p>
            <a:pPr>
              <a:defRPr sz="1200"/>
            </a:pPr>
            <a:r>
              <a:t>D:/pasar_fix/node_modules/.bun/resolve@1.22.12/node_modules/resolve/test/resolver/browser_field/a.js</a:t>
            </a:r>
          </a:p>
          <a:p>
            <a:pPr>
              <a:defRPr sz="1200"/>
            </a:pPr>
            <a:r>
              <a:t>D:/pasar_fix/node_modules/.bun/resolve@1.22.12/node_modules/resolve/test/resolver/browser_field/b.js</a:t>
            </a:r>
          </a:p>
          <a:p>
            <a:pPr>
              <a:defRPr sz="1200"/>
            </a:pPr>
            <a:r>
              <a:t>D:/pasar_fix/node_modules/.bun/resolve@1.22.12/node_modules/resolve/test/resolver/browser_field/package.json</a:t>
            </a:r>
          </a:p>
          <a:p>
            <a:pPr>
              <a:defRPr sz="1200"/>
            </a:pPr>
            <a:r>
              <a:t>D:/pasar_fix/node_modules/.bun/resolve@1.22.12/node_modules/resolve/test/resolver/dot_main/index.js</a:t>
            </a:r>
          </a:p>
          <a:p>
            <a:pPr>
              <a:defRPr sz="1200"/>
            </a:pPr>
            <a:r>
              <a:t>D:/pasar_fix/node_modules/.bun/resolve@1.22.12/node_modules/resolve/test/resolver/dot_main/package.json</a:t>
            </a:r>
          </a:p>
          <a:p>
            <a:pPr>
              <a:defRPr sz="1200"/>
            </a:pPr>
            <a:r>
              <a:t>D:/pasar_fix/node_modules/.bun/resolve@1.22.12/node_modules/resolve/test/resolver/dot_slash_main/index.js</a:t>
            </a:r>
          </a:p>
          <a:p>
            <a:pPr>
              <a:defRPr sz="1200"/>
            </a:pPr>
            <a:r>
              <a:t>D:/pasar_fix/node_modules/.bun/resolve@1.22.12/node_modules/resolve/test/resolver/dot_slash_main/package.json</a:t>
            </a:r>
          </a:p>
          <a:p>
            <a:pPr>
              <a:defRPr sz="1200"/>
            </a:pPr>
            <a:r>
              <a:t>D:/pasar_fix/node_modules/.bun/resolve@1.22.12/node_modules/resolve/test/resolver/false_main/index.js</a:t>
            </a:r>
          </a:p>
          <a:p>
            <a:pPr>
              <a:defRPr sz="1200"/>
            </a:pPr>
            <a:r>
              <a:t>D:/pasar_fix/node_modules/.bun/resolve@1.22.12/node_modules/resolve/test/resolver/false_main/package.json</a:t>
            </a:r>
          </a:p>
          <a:p>
            <a:pPr>
              <a:defRPr sz="1200"/>
            </a:pPr>
            <a:r>
              <a:t>D:/pasar_fix/node_modules/.bun/resolve@1.22.12/node_modules/resolve/test/resolver/incorrect_main/index.js</a:t>
            </a:r>
          </a:p>
          <a:p>
            <a:pPr>
              <a:defRPr sz="1200"/>
            </a:pPr>
            <a:r>
              <a:t>D:/pasar_fix/node_modules/.bun/resolve@1.22.12/node_modules/resolve/test/resolver/incorrect_main/package.json</a:t>
            </a:r>
          </a:p>
          <a:p>
            <a:pPr>
              <a:defRPr sz="1200"/>
            </a:pPr>
            <a:r>
              <a:t>D:/pasar_fix/node_modules/.bun/resolve@1.22.12/node_modules/resolve/test/resolver/invalid_main/package.json</a:t>
            </a:r>
          </a:p>
          <a:p>
            <a:pPr>
              <a:defRPr sz="1200"/>
            </a:pPr>
            <a:r>
              <a:t>D:/pasar_fix/node_modules/.bun/resolve@1.22.12/node_modules/resolve/test/resolver/multirepo/lerna.json</a:t>
            </a:r>
          </a:p>
          <a:p>
            <a:pPr>
              <a:defRPr sz="1200"/>
            </a:pPr>
            <a:r>
              <a:t>D:/pasar_fix/node_modules/.bun/resolve@1.22.12/node_modules/resolve/test/resolver/multirepo/package.json</a:t>
            </a:r>
          </a:p>
          <a:p>
            <a:pPr>
              <a:defRPr sz="1200"/>
            </a:pPr>
            <a:r>
              <a:t>D:/pasar_fix/node_modules/.bun/resolve@1.22.12/node_modules/resolve/test/resolver/multirepo/packages/package-a/index.js</a:t>
            </a:r>
          </a:p>
          <a:p>
            <a:pPr>
              <a:defRPr sz="1200"/>
            </a:pPr>
            <a:r>
              <a:t>D:/pasar_fix/node_modules/.bun/resolve@1.22.12/node_modules/resolve/test/resolver/multirepo/packages/package-a/package.json</a:t>
            </a:r>
          </a:p>
          <a:p>
            <a:pPr>
              <a:defRPr sz="1200"/>
            </a:pPr>
            <a:r>
              <a:t>D:/pasar_fix/node_modules/.bun/resolve@1.22.12/node_modules/resolve/test/resolver/multirepo/packages/package-b/index.js</a:t>
            </a:r>
          </a:p>
          <a:p>
            <a:pPr>
              <a:defRPr sz="1200"/>
            </a:pPr>
            <a:r>
              <a:t>D:/pasar_fix/node_modules/.bun/resolve@1.22.12/node_modules/resolve/test/resolver/multirepo/packages/package-b/package.json</a:t>
            </a:r>
          </a:p>
          <a:p>
            <a:pPr>
              <a:defRPr sz="1200"/>
            </a:pPr>
            <a:r>
              <a:t>D:/pasar_fix/node_modules/.bun/resolve@1.22.12/node_modules/resolve/test/resolver/nested_symlinks/mylib/async.js</a:t>
            </a:r>
          </a:p>
          <a:p>
            <a:pPr>
              <a:defRPr sz="1200"/>
            </a:pPr>
            <a:r>
              <a:t>D:/pasar_fix/node_modules/.bun/resolve@1.22.12/node_modules/resolve/test/resolver/nested_symlinks/mylib/package.json</a:t>
            </a:r>
          </a:p>
          <a:p>
            <a:pPr>
              <a:defRPr sz="1200"/>
            </a:pPr>
            <a:r>
              <a:t>D:/pasar_fix/node_modules/.bun/resolve@1.22.12/node_modules/resolve/test/resolver/nested_symlinks/mylib/sync.js</a:t>
            </a:r>
          </a:p>
          <a:p>
            <a:pPr>
              <a:defRPr sz="1200"/>
            </a:pPr>
            <a:r>
              <a:t>D:/pasar_fix/node_modules/.bun/resolve@1.22.12/node_modules/resolve/test/resolver/other_path/root.js</a:t>
            </a:r>
          </a:p>
          <a:p>
            <a:pPr>
              <a:defRPr sz="1200"/>
            </a:pPr>
            <a:r>
              <a:t>D:/pasar_fix/node_modules/.bun/resolve@1.22.12/node_modules/resolve/test/resolver/other_path/lib/other-lib.js</a:t>
            </a:r>
          </a:p>
          <a:p>
            <a:pPr>
              <a:defRPr sz="1200"/>
            </a:pPr>
            <a:r>
              <a:t>D:/pasar_fix/node_modules/.bun/resolve@1.22.12/node_modules/resolve/test/resolver/quux/foo/index.js</a:t>
            </a:r>
          </a:p>
          <a:p>
            <a:pPr>
              <a:defRPr sz="1200"/>
            </a:pPr>
            <a:r>
              <a:t>D:/pasar_fix/node_modules/.bun/resolve@1.22.12/node_modules/resolve/test/resolver/same_names/foo.js</a:t>
            </a:r>
          </a:p>
          <a:p>
            <a:pPr>
              <a:defRPr sz="1200"/>
            </a:pPr>
            <a:r>
              <a:t>D:/pasar_fix/node_modules/.bun/resolve@1.22.12/node_modules/resolve/test/resolver/same_names/foo/index.js</a:t>
            </a:r>
          </a:p>
          <a:p>
            <a:pPr>
              <a:defRPr sz="1200"/>
            </a:pPr>
            <a:r>
              <a:t>D:/pasar_fix/node_modules/.bun/resolve@1.22.12/node_modules/resolve/test/resolver/symlinked/package/bar.js</a:t>
            </a:r>
          </a:p>
          <a:p>
            <a:pPr>
              <a:defRPr sz="1200"/>
            </a:pPr>
            <a:r>
              <a:t>D:/pasar_fix/node_modules/.bun/resolve@1.22.12/node_modules/resolve/test/resolver/symlinked/package/package.json</a:t>
            </a:r>
          </a:p>
          <a:p>
            <a:pPr>
              <a:defRPr sz="1200"/>
            </a:pPr>
            <a:r>
              <a:t>D:/pasar_fix/node_modules/.bun/resolve@1.22.12/node_modules/resolve/test/resolver/symlinked/_/node_modules/foo.js</a:t>
            </a:r>
          </a:p>
          <a:p>
            <a:pPr>
              <a:defRPr sz="1200"/>
            </a:pPr>
            <a:r>
              <a:t>D:/pasar_fix/node_modules/.bun/resolve@1.22.12/node_modules/resolve/test/resolver/symlinked/_/symlink_target/.gitkeep</a:t>
            </a:r>
          </a:p>
          <a:p>
            <a:pPr>
              <a:defRPr sz="1200"/>
            </a:pPr>
            <a:r>
              <a:t>D:/pasar_fix/node_modules/.bun/resolve@1.22.12/node_modules/resolve/test/resolver/without_basedir/main.js</a:t>
            </a:r>
          </a:p>
          <a:p>
            <a:pPr>
              <a:defRPr sz="1200"/>
            </a:pPr>
            <a:r>
              <a:t>D:/pasar_fix/node_modules/.bun/resolve@1.22.12/node_modules/resolve/test/shadowed_core/node_modules/util/index.js</a:t>
            </a:r>
          </a:p>
          <a:p>
            <a:pPr>
              <a:defRPr sz="1200"/>
            </a:pPr>
            <a:r>
              <a:t>D:/pasar_fix/node_modules/.bun/restore-cursor@3.1.0/node_modules/restore-cursor/index.d.ts</a:t>
            </a:r>
          </a:p>
          <a:p>
            <a:pPr>
              <a:defRPr sz="1200"/>
            </a:pPr>
            <a:r>
              <a:t>D:/pasar_fix/node_modules/.bun/restore-cursor@3.1.0/node_modules/restore-cursor/index.js</a:t>
            </a:r>
          </a:p>
          <a:p>
            <a:pPr>
              <a:defRPr sz="1200"/>
            </a:pPr>
            <a:r>
              <a:t>D:/pasar_fix/node_modules/.bun/restore-cursor@3.1.0/node_modules/restore-cursor/license</a:t>
            </a:r>
          </a:p>
          <a:p>
            <a:pPr>
              <a:defRPr sz="1200"/>
            </a:pPr>
            <a:r>
              <a:t>D:/pasar_fix/node_modules/.bun/restore-cursor@3.1.0/node_modules/restore-cursor/package.json</a:t>
            </a:r>
          </a:p>
          <a:p>
            <a:pPr>
              <a:defRPr sz="1200"/>
            </a:pPr>
            <a:r>
              <a:t>D:/pasar_fix/node_modules/.bun/restore-cursor@3.1.0/node_modules/restore-cursor/readme.md</a:t>
            </a:r>
          </a:p>
          <a:p>
            <a:pPr>
              <a:defRPr sz="1200"/>
            </a:pPr>
            <a:r>
              <a:t>D:/pasar_fix/node_modules/.bun/reusify@1.1.0/node_modules/reusify/eslint.config.js</a:t>
            </a:r>
          </a:p>
          <a:p>
            <a:pPr>
              <a:defRPr sz="1200"/>
            </a:pPr>
            <a:r>
              <a:t>D:/pasar_fix/node_modules/.bun/reusify@1.1.0/node_modules/reusify/LICENSE</a:t>
            </a:r>
          </a:p>
          <a:p>
            <a:pPr>
              <a:defRPr sz="1200"/>
            </a:pPr>
            <a:r>
              <a:t>D:/pasar_fix/node_modules/.bun/reusify@1.1.0/node_modules/reusify/package.json</a:t>
            </a:r>
          </a:p>
          <a:p>
            <a:pPr>
              <a:defRPr sz="1200"/>
            </a:pPr>
            <a:r>
              <a:t>D:/pasar_fix/node_modules/.bun/reusify@1.1.0/node_modules/reusify/README.md</a:t>
            </a:r>
          </a:p>
          <a:p>
            <a:pPr>
              <a:defRPr sz="1200"/>
            </a:pPr>
            <a:r>
              <a:t>D:/pasar_fix/node_modules/.bun/reusify@1.1.0/node_modules/reusify/reusify.d.ts</a:t>
            </a:r>
          </a:p>
          <a:p>
            <a:pPr>
              <a:defRPr sz="1200"/>
            </a:pPr>
            <a:r>
              <a:t>D:/pasar_fix/node_modules/.bun/reusify@1.1.0/node_modules/reusify/reusify.js</a:t>
            </a:r>
          </a:p>
          <a:p>
            <a:pPr>
              <a:defRPr sz="1200"/>
            </a:pPr>
            <a:r>
              <a:t>D:/pasar_fix/node_modules/.bun/reusify@1.1.0/node_modules/reusify/SECURITY.md</a:t>
            </a:r>
          </a:p>
          <a:p>
            <a:pPr>
              <a:defRPr sz="1200"/>
            </a:pPr>
            <a:r>
              <a:t>D:/pasar_fix/node_modules/.bun/reusify@1.1.0/node_modules/reusify/test.js</a:t>
            </a:r>
          </a:p>
          <a:p>
            <a:pPr>
              <a:defRPr sz="1200"/>
            </a:pPr>
            <a:r>
              <a:t>D:/pasar_fix/node_modules/.bun/reusify@1.1.0/node_modules/reusify/tsconfig.json</a:t>
            </a:r>
          </a:p>
          <a:p>
            <a:pPr>
              <a:defRPr sz="1200"/>
            </a:pPr>
            <a:r>
              <a:t>D:/pasar_fix/node_modules/.bun/reusify@1.1.0/node_modules/reusify/.github/dependabot.yml</a:t>
            </a:r>
          </a:p>
          <a:p>
            <a:pPr>
              <a:defRPr sz="1200"/>
            </a:pPr>
            <a:r>
              <a:t>D:/pasar_fix/node_modules/.bun/reusify@1.1.0/node_modules/reusify/.github/workflows/ci.yml</a:t>
            </a:r>
          </a:p>
          <a:p>
            <a:pPr>
              <a:defRPr sz="1200"/>
            </a:pPr>
            <a:r>
              <a:t>D:/pasar_fix/node_modules/.bun/reusify@1.1.0/node_modules/reusify/benchmarks/createNoCodeFunction.js</a:t>
            </a:r>
          </a:p>
          <a:p>
            <a:pPr>
              <a:defRPr sz="1200"/>
            </a:pPr>
            <a:r>
              <a:t>D:/pasar_fix/node_modules/.bun/reusify@1.1.0/node_modules/reusify/benchmarks/fib.js</a:t>
            </a:r>
          </a:p>
          <a:p>
            <a:pPr>
              <a:defRPr sz="1200"/>
            </a:pPr>
            <a:r>
              <a:t>D:/pasar_fix/node_modules/.bun/reusify@1.1.0/node_modules/reusify/benchmarks/reuseNoCodeFunction.js</a:t>
            </a:r>
          </a:p>
          <a:p>
            <a:pPr>
              <a:defRPr sz="1200"/>
            </a:pPr>
            <a:r>
              <a:t>D:/pasar_fix/node_modules/.bun/robust-predicates@3.0.3/node_modules/robust-predicates/index.d.ts</a:t>
            </a:r>
          </a:p>
          <a:p>
            <a:pPr>
              <a:defRPr sz="1200"/>
            </a:pPr>
            <a:r>
              <a:t>D:/pasar_fix/node_modules/.bun/robust-predicates@3.0.3/node_modules/robust-predicates/index.js</a:t>
            </a:r>
          </a:p>
          <a:p>
            <a:pPr>
              <a:defRPr sz="1200"/>
            </a:pPr>
            <a:r>
              <a:t>D:/pasar_fix/node_modules/.bun/robust-predicates@3.0.3/node_modules/robust-predicates/LICENSE</a:t>
            </a:r>
          </a:p>
          <a:p>
            <a:pPr>
              <a:defRPr sz="1200"/>
            </a:pPr>
            <a:r>
              <a:t>D:/pasar_fix/node_modules/.bun/robust-predicates@3.0.3/node_modules/robust-predicates/package.json</a:t>
            </a:r>
          </a:p>
          <a:p>
            <a:pPr>
              <a:defRPr sz="1200"/>
            </a:pPr>
            <a:r>
              <a:t>D:/pasar_fix/node_modules/.bun/robust-predicates@3.0.3/node_modules/robust-predicates/README.md</a:t>
            </a:r>
          </a:p>
          <a:p>
            <a:pPr>
              <a:defRPr sz="1200"/>
            </a:pPr>
            <a:r>
              <a:t>D:/pasar_fix/node_modules/.bun/robust-predicates@3.0.3/node_modules/robust-predicates/esm/incircle.js</a:t>
            </a:r>
          </a:p>
          <a:p>
            <a:pPr>
              <a:defRPr sz="1200"/>
            </a:pPr>
            <a:r>
              <a:t>D:/pasar_fix/node_modules/.bun/robust-predicates@3.0.3/node_modules/robust-predicates/esm/insphere.js</a:t>
            </a:r>
          </a:p>
          <a:p>
            <a:pPr>
              <a:defRPr sz="1200"/>
            </a:pPr>
            <a:r>
              <a:t>D:/pasar_fix/node_modules/.bun/robust-predicates@3.0.3/node_modules/robust-predicates/esm/orient2d.js</a:t>
            </a:r>
          </a:p>
          <a:p>
            <a:pPr>
              <a:defRPr sz="1200"/>
            </a:pPr>
            <a:r>
              <a:t>D:/pasar_fix/node_modules/.bun/robust-predicates@3.0.3/node_modules/robust-predicates/esm/orient3d.js</a:t>
            </a:r>
          </a:p>
          <a:p>
            <a:pPr>
              <a:defRPr sz="1200"/>
            </a:pPr>
            <a:r>
              <a:t>D:/pasar_fix/node_modules/.bun/robust-predicates@3.0.3/node_modules/robust-predicates/esm/util.js</a:t>
            </a:r>
          </a:p>
          <a:p>
            <a:pPr>
              <a:defRPr sz="1200"/>
            </a:pPr>
            <a:r>
              <a:t>D:/pasar_fix/node_modules/.bun/robust-predicates@3.0.3/node_modules/robust-predicates/umd/incircle.js</a:t>
            </a:r>
          </a:p>
          <a:p>
            <a:pPr>
              <a:defRPr sz="1200"/>
            </a:pPr>
            <a:r>
              <a:t>D:/pasar_fix/node_modules/.bun/robust-predicates@3.0.3/node_modules/robust-predicates/umd/incircle.min.js</a:t>
            </a:r>
          </a:p>
          <a:p>
            <a:pPr>
              <a:defRPr sz="1200"/>
            </a:pPr>
            <a:r>
              <a:t>D:/pasar_fix/node_modules/.bun/robust-predicates@3.0.3/node_modules/robust-predicates/umd/insphere.js</a:t>
            </a:r>
          </a:p>
          <a:p>
            <a:pPr>
              <a:defRPr sz="1200"/>
            </a:pPr>
            <a:r>
              <a:t>D:/pasar_fix/node_modules/.bun/robust-predicates@3.0.3/node_modules/robust-predicates/umd/insphere.min.js</a:t>
            </a:r>
          </a:p>
          <a:p>
            <a:pPr>
              <a:defRPr sz="1200"/>
            </a:pPr>
            <a:r>
              <a:t>D:/pasar_fix/node_modules/.bun/robust-predicates@3.0.3/node_modules/robust-predicates/umd/orient2d.js</a:t>
            </a:r>
          </a:p>
          <a:p>
            <a:pPr>
              <a:defRPr sz="1200"/>
            </a:pPr>
            <a:r>
              <a:t>D:/pasar_fix/node_modules/.bun/robust-predicates@3.0.3/node_modules/robust-predicates/umd/orient2d.min.js</a:t>
            </a:r>
          </a:p>
          <a:p>
            <a:pPr>
              <a:defRPr sz="1200"/>
            </a:pPr>
            <a:r>
              <a:t>D:/pasar_fix/node_modules/.bun/robust-predicates@3.0.3/node_modules/robust-predicates/umd/orient3d.js</a:t>
            </a:r>
          </a:p>
          <a:p>
            <a:pPr>
              <a:defRPr sz="1200"/>
            </a:pPr>
            <a:r>
              <a:t>D:/pasar_fix/node_modules/.bun/robust-predicates@3.0.3/node_modules/robust-predicates/umd/orient3d.min.js</a:t>
            </a:r>
          </a:p>
          <a:p>
            <a:pPr>
              <a:defRPr sz="1200"/>
            </a:pPr>
            <a:r>
              <a:t>D:/pasar_fix/node_modules/.bun/robust-predicates@3.0.3/node_modules/robust-predicates/umd/predicates.js</a:t>
            </a:r>
          </a:p>
          <a:p>
            <a:pPr>
              <a:defRPr sz="1200"/>
            </a:pPr>
            <a:r>
              <a:t>D:/pasar_fix/node_modules/.bun/robust-predicates@3.0.3/node_modules/robust-predicates/umd/predicates.min.js</a:t>
            </a:r>
          </a:p>
          <a:p>
            <a:pPr>
              <a:defRPr sz="1200"/>
            </a:pPr>
            <a:r>
              <a:t>D:/pasar_fix/node_modules/.bun/rollup-plugin-visualizer@7.0.1+b720cfb40978a63e/node_modules/.bin/rollup-plugin-visualizer.bunx</a:t>
            </a:r>
          </a:p>
          <a:p>
            <a:pPr>
              <a:defRPr sz="1200"/>
            </a:pPr>
            <a:r>
              <a:t>D:/pasar_fix/node_modules/.bun/rollup-plugin-visualizer@7.0.1+b720cfb40978a63e/node_modules/.bin/rollup-plugin-visualizer.exe</a:t>
            </a:r>
          </a:p>
          <a:p>
            <a:pPr>
              <a:defRPr sz="1200"/>
            </a:pPr>
            <a:r>
              <a:t>D:/pasar_fix/node_modules/.bun/rollup-plugin-visualizer@7.0.1+b720cfb40978a63e/node_modules/.bin/rollup.bunx</a:t>
            </a:r>
          </a:p>
          <a:p>
            <a:pPr>
              <a:defRPr sz="1200"/>
            </a:pPr>
            <a:r>
              <a:t>D:/pasar_fix/node_modules/.bun/rollup-plugin-visualizer@7.0.1+b720cfb40978a63e/node_modules/.bin/rollup.exe</a:t>
            </a:r>
          </a:p>
          <a:p>
            <a:pPr>
              <a:defRPr sz="1200"/>
            </a:pPr>
            <a:r>
              <a:t>D:/pasar_fix/node_modules/.bun/rollup-plugin-visualizer@7.0.1+b720cfb40978a63e/node_modules/rollup-plugin-visualizer/LICENSE</a:t>
            </a:r>
          </a:p>
          <a:p>
            <a:pPr>
              <a:defRPr sz="1200"/>
            </a:pPr>
            <a:r>
              <a:t>D:/pasar_fix/node_modules/.bun/rollup-plugin-visualizer@7.0.1+b720cfb40978a63e/node_modules/rollup-plugin-visualizer/package.json</a:t>
            </a:r>
          </a:p>
          <a:p>
            <a:pPr>
              <a:defRPr sz="1200"/>
            </a:pPr>
            <a:r>
              <a:t>D:/pasar_fix/node_modules/.bun/rollup-plugin-visualizer@7.0.1+b720cfb40978a63e/node_modules/rollup-plugin-visualizer/README.md</a:t>
            </a:r>
          </a:p>
          <a:p>
            <a:pPr>
              <a:defRPr sz="1200"/>
            </a:pPr>
            <a:r>
              <a:t>D:/pasar_fix/node_modules/.bun/rollup-plugin-visualizer@7.0.1+b720cfb40978a63e/node_modules/rollup-plugin-visualizer/dist/bin/cli.d.ts</a:t>
            </a:r>
          </a:p>
          <a:p>
            <a:pPr>
              <a:defRPr sz="1200"/>
            </a:pPr>
            <a:r>
              <a:t>D:/pasar_fix/node_modules/.bun/rollup-plugin-visualizer@7.0.1+b720cfb40978a63e/node_modules/rollup-plugin-visualizer/dist/bin/cli.js</a:t>
            </a:r>
          </a:p>
          <a:p>
            <a:pPr>
              <a:defRPr sz="1200"/>
            </a:pPr>
            <a:r>
              <a:t>D:/pasar_fix/node_modules/.bun/rollup-plugin-visualizer@7.0.1+b720cfb40978a63e/node_modules/rollup-plugin-visualizer/dist/lib/flamegraph.css</a:t>
            </a:r>
          </a:p>
          <a:p>
            <a:pPr>
              <a:defRPr sz="1200"/>
            </a:pPr>
            <a:r>
              <a:t>D:/pasar_fix/node_modules/.bun/rollup-plugin-visualizer@7.0.1+b720cfb40978a63e/node_modules/rollup-plugin-visualizer/dist/lib/flamegraph.js</a:t>
            </a:r>
          </a:p>
          <a:p>
            <a:pPr>
              <a:defRPr sz="1200"/>
            </a:pPr>
            <a:r>
              <a:t>D:/pasar_fix/node_modules/.bun/rollup-plugin-visualizer@7.0.1+b720cfb40978a63e/node_modules/rollup-plugin-visualizer/dist/lib/network.css</a:t>
            </a:r>
          </a:p>
          <a:p>
            <a:pPr>
              <a:defRPr sz="1200"/>
            </a:pPr>
            <a:r>
              <a:t>D:/pasar_fix/node_modules/.bun/rollup-plugin-visualizer@7.0.1+b720cfb40978a63e/node_modules/rollup-plugin-visualizer/dist/lib/network.js</a:t>
            </a:r>
          </a:p>
          <a:p>
            <a:pPr>
              <a:defRPr sz="1200"/>
            </a:pPr>
            <a:r>
              <a:t>D:/pasar_fix/node_modules/.bun/rollup-plugin-visualizer@7.0.1+b720cfb40978a63e/node_modules/rollup-plugin-visualizer/dist/lib/sunburst.css</a:t>
            </a:r>
          </a:p>
          <a:p>
            <a:pPr>
              <a:defRPr sz="1200"/>
            </a:pPr>
            <a:r>
              <a:t>D:/pasar_fix/node_modules/.bun/rollup-plugin-visualizer@7.0.1+b720cfb40978a63e/node_modules/rollup-plugin-visualizer/dist/lib/sunburst.js</a:t>
            </a:r>
          </a:p>
          <a:p>
            <a:pPr>
              <a:defRPr sz="1200"/>
            </a:pPr>
            <a:r>
              <a:t>D:/pasar_fix/node_modules/.bun/rollup-plugin-visualizer@7.0.1+b720cfb40978a63e/node_modules/rollup-plugin-visualizer/dist/lib/treemap-3d.css</a:t>
            </a:r>
          </a:p>
          <a:p>
            <a:pPr>
              <a:defRPr sz="1200"/>
            </a:pPr>
            <a:r>
              <a:t>D:/pasar_fix/node_modules/.bun/rollup-plugin-visualizer@7.0.1+b720cfb40978a63e/node_modules/rollup-plugin-visualizer/dist/lib/treemap-3d.js</a:t>
            </a:r>
          </a:p>
          <a:p>
            <a:pPr>
              <a:defRPr sz="1200"/>
            </a:pPr>
            <a:r>
              <a:t>D:/pasar_fix/node_modules/.bun/rollup-plugin-visualizer@7.0.1+b720cfb40978a63e/node_modules/rollup-plugin-visualizer/dist/lib/treemap.css</a:t>
            </a:r>
          </a:p>
          <a:p>
            <a:pPr>
              <a:defRPr sz="1200"/>
            </a:pPr>
            <a:r>
              <a:t>D:/pasar_fix/node_modules/.bun/rollup-plugin-visualizer@7.0.1+b720cfb40978a63e/node_modules/rollup-plugin-visualizer/dist/lib/treemap.js</a:t>
            </a:r>
          </a:p>
          <a:p>
            <a:pPr>
              <a:defRPr sz="1200"/>
            </a:pPr>
            <a:r>
              <a:t>D:/pasar_fix/node_modules/.bun/rollup-plugin-visualizer@7.0.1+b720cfb40978a63e/node_modules/rollup-plugin-visualizer/dist/plugin/compress.d.ts</a:t>
            </a:r>
          </a:p>
          <a:p>
            <a:pPr>
              <a:defRPr sz="1200"/>
            </a:pPr>
            <a:r>
              <a:t>D:/pasar_fix/node_modules/.bun/rollup-plugin-visualizer@7.0.1+b720cfb40978a63e/node_modules/rollup-plugin-visualizer/dist/plugin/compress.js</a:t>
            </a:r>
          </a:p>
          <a:p>
            <a:pPr>
              <a:defRPr sz="1200"/>
            </a:pPr>
            <a:r>
              <a:t>D:/pasar_fix/node_modules/.bun/rollup-plugin-visualizer@7.0.1+b720cfb40978a63e/node_modules/rollup-plugin-visualizer/dist/plugin/data.d.ts</a:t>
            </a:r>
          </a:p>
          <a:p>
            <a:pPr>
              <a:defRPr sz="1200"/>
            </a:pPr>
            <a:r>
              <a:t>D:/pasar_fix/node_modules/.bun/rollup-plugin-visualizer@7.0.1+b720cfb40978a63e/node_modules/rollup-plugin-visualizer/dist/plugin/data.js</a:t>
            </a:r>
          </a:p>
          <a:p>
            <a:pPr>
              <a:defRPr sz="1200"/>
            </a:pPr>
            <a:r>
              <a:t>D:/pasar_fix/node_modules/.bun/rollup-plugin-visualizer@7.0.1+b720cfb40978a63e/node_modules/rollup-plugin-visualizer/dist/plugin/index.d.ts</a:t>
            </a:r>
          </a:p>
          <a:p>
            <a:pPr>
              <a:defRPr sz="1200"/>
            </a:pPr>
            <a:r>
              <a:t>D:/pasar_fix/node_modules/.bun/rollup-plugin-visualizer@7.0.1+b720cfb40978a63e/node_modules/rollup-plugin-visualizer/dist/plugin/index.js</a:t>
            </a:r>
          </a:p>
          <a:p>
            <a:pPr>
              <a:defRPr sz="1200"/>
            </a:pPr>
            <a:r>
              <a:t>D:/pasar_fix/node_modules/.bun/rollup-plugin-visualizer@7.0.1+b720cfb40978a63e/node_modules/rollup-plugin-visualizer/dist/plugin/module-mapper.d.ts</a:t>
            </a:r>
          </a:p>
          <a:p>
            <a:pPr>
              <a:defRPr sz="1200"/>
            </a:pPr>
            <a:r>
              <a:t>D:/pasar_fix/node_modules/.bun/rollup-plugin-visualizer@7.0.1+b720cfb40978a63e/node_modules/rollup-plugin-visualizer/dist/plugin/module-mapper.js</a:t>
            </a:r>
          </a:p>
          <a:p>
            <a:pPr>
              <a:defRPr sz="1200"/>
            </a:pPr>
            <a:r>
              <a:t>D:/pasar_fix/node_modules/.bun/rollup-plugin-visualizer@7.0.1+b720cfb40978a63e/node_modules/rollup-plugin-visualizer/dist/plugin/render-template.d.ts</a:t>
            </a:r>
          </a:p>
          <a:p>
            <a:pPr>
              <a:defRPr sz="1200"/>
            </a:pPr>
            <a:r>
              <a:t>D:/pasar_fix/node_modules/.bun/rollup-plugin-visualizer@7.0.1+b720cfb40978a63e/node_modules/rollup-plugin-visualizer/dist/plugin/render-template.js</a:t>
            </a:r>
          </a:p>
          <a:p>
            <a:pPr>
              <a:defRPr sz="1200"/>
            </a:pPr>
            <a:r>
              <a:t>D:/pasar_fix/node_modules/.bun/rollup-plugin-visualizer@7.0.1+b720cfb40978a63e/node_modules/rollup-plugin-visualizer/dist/plugin/sourcemap.d.ts</a:t>
            </a:r>
          </a:p>
          <a:p>
            <a:pPr>
              <a:defRPr sz="1200"/>
            </a:pPr>
            <a:r>
              <a:t>D:/pasar_fix/node_modules/.bun/rollup-plugin-visualizer@7.0.1+b720cfb40978a63e/node_modules/rollup-plugin-visualizer/dist/plugin/sourcemap.js</a:t>
            </a:r>
          </a:p>
          <a:p>
            <a:pPr>
              <a:defRPr sz="1200"/>
            </a:pPr>
            <a:r>
              <a:t>D:/pasar_fix/node_modules/.bun/rollup-plugin-visualizer@7.0.1+b720cfb40978a63e/node_modules/rollup-plugin-visualizer/dist/plugin/template-types.d.ts</a:t>
            </a:r>
          </a:p>
          <a:p>
            <a:pPr>
              <a:defRPr sz="1200"/>
            </a:pPr>
            <a:r>
              <a:t>D:/pasar_fix/node_modules/.bun/rollup-plugin-visualizer@7.0.1+b720cfb40978a63e/node_modules/rollup-plugin-visualizer/dist/plugin/template-types.js</a:t>
            </a:r>
          </a:p>
          <a:p>
            <a:pPr>
              <a:defRPr sz="1200"/>
            </a:pPr>
            <a:r>
              <a:t>D:/pasar_fix/node_modules/.bun/rollup-plugin-visualizer@7.0.1+b720cfb40978a63e/node_modules/rollup-plugin-visualizer/dist/plugin/version.d.ts</a:t>
            </a:r>
          </a:p>
          <a:p>
            <a:pPr>
              <a:defRPr sz="1200"/>
            </a:pPr>
            <a:r>
              <a:t>D:/pasar_fix/node_modules/.bun/rollup-plugin-visualizer@7.0.1+b720cfb40978a63e/node_modules/rollup-plugin-visualizer/dist/plugin/version.js</a:t>
            </a:r>
          </a:p>
          <a:p>
            <a:pPr>
              <a:defRPr sz="1200"/>
            </a:pPr>
            <a:r>
              <a:t>D:/pasar_fix/node_modules/.bun/rollup-plugin-visualizer@7.0.1+b720cfb40978a63e/node_modules/rollup-plugin-visualizer/dist/plugin/warn.d.ts</a:t>
            </a:r>
          </a:p>
          <a:p>
            <a:pPr>
              <a:defRPr sz="1200"/>
            </a:pPr>
            <a:r>
              <a:t>D:/pasar_fix/node_modules/.bun/rollup-plugin-visualizer@7.0.1+b720cfb40978a63e/node_modules/rollup-plugin-visualizer/dist/plugin/warn.js</a:t>
            </a:r>
          </a:p>
          <a:p>
            <a:pPr>
              <a:defRPr sz="1200"/>
            </a:pPr>
            <a:r>
              <a:t>D:/pasar_fix/node_modules/.bun/rollup-plugin-visualizer@7.0.1+b720cfb40978a63e/node_modules/rollup-plugin-visualizer/dist/plugin/render-template/html.d.ts</a:t>
            </a:r>
          </a:p>
          <a:p>
            <a:pPr>
              <a:defRPr sz="1200"/>
            </a:pPr>
            <a:r>
              <a:t>D:/pasar_fix/node_modules/.bun/rollup-plugin-visualizer@7.0.1+b720cfb40978a63e/node_modules/rollup-plugin-visualizer/dist/plugin/render-template/html.js</a:t>
            </a:r>
          </a:p>
          <a:p>
            <a:pPr>
              <a:defRPr sz="1200"/>
            </a:pPr>
            <a:r>
              <a:t>D:/pasar_fix/node_modules/.bun/rollup-plugin-visualizer@7.0.1+b720cfb40978a63e/node_modules/rollup-plugin-visualizer/dist/plugin/render-template/index.d.ts</a:t>
            </a:r>
          </a:p>
          <a:p>
            <a:pPr>
              <a:defRPr sz="1200"/>
            </a:pPr>
            <a:r>
              <a:t>D:/pasar_fix/node_modules/.bun/rollup-plugin-visualizer@7.0.1+b720cfb40978a63e/node_modules/rollup-plugin-visualizer/dist/plugin/render-template/index.js</a:t>
            </a:r>
          </a:p>
          <a:p>
            <a:pPr>
              <a:defRPr sz="1200"/>
            </a:pPr>
            <a:r>
              <a:t>D:/pasar_fix/node_modules/.bun/rollup-plugin-visualizer@7.0.1+b720cfb40978a63e/node_modules/rollup-plugin-visualizer/dist/plugin/render-template/list.d.ts</a:t>
            </a:r>
          </a:p>
          <a:p>
            <a:pPr>
              <a:defRPr sz="1200"/>
            </a:pPr>
            <a:r>
              <a:t>D:/pasar_fix/node_modules/.bun/rollup-plugin-visualizer@7.0.1+b720cfb40978a63e/node_modules/rollup-plugin-visualizer/dist/plugin/render-template/list.js</a:t>
            </a:r>
          </a:p>
          <a:p>
            <a:pPr>
              <a:defRPr sz="1200"/>
            </a:pPr>
            <a:r>
              <a:t>D:/pasar_fix/node_modules/.bun/rollup-plugin-visualizer@7.0.1+b720cfb40978a63e/node_modules/rollup-plugin-visualizer/dist/plugin/render-template/markdown.d.ts</a:t>
            </a:r>
          </a:p>
          <a:p>
            <a:pPr>
              <a:defRPr sz="1200"/>
            </a:pPr>
            <a:r>
              <a:t>D:/pasar_fix/node_modules/.bun/rollup-plugin-visualizer@7.0.1+b720cfb40978a63e/node_modules/rollup-plugin-visualizer/dist/plugin/render-template/markdown.js</a:t>
            </a:r>
          </a:p>
          <a:p>
            <a:pPr>
              <a:defRPr sz="1200"/>
            </a:pPr>
            <a:r>
              <a:t>D:/pasar_fix/node_modules/.bun/rollup-plugin-visualizer@7.0.1+b720cfb40978a63e/node_modules/rollup-plugin-visualizer/dist/plugin/render-template/raw-data.d.ts</a:t>
            </a:r>
          </a:p>
          <a:p>
            <a:pPr>
              <a:defRPr sz="1200"/>
            </a:pPr>
            <a:r>
              <a:t>D:/pasar_fix/node_modules/.bun/rollup-plugin-visualizer@7.0.1+b720cfb40978a63e/node_modules/rollup-plugin-visualizer/dist/plugin/render-template/raw-data.js</a:t>
            </a:r>
          </a:p>
          <a:p>
            <a:pPr>
              <a:defRPr sz="1200"/>
            </a:pPr>
            <a:r>
              <a:t>D:/pasar_fix/node_modules/.bun/rollup-plugin-visualizer@7.0.1+b720cfb40978a63e/node_modules/rollup-plugin-visualizer/dist/plugin/render-template/types.d.ts</a:t>
            </a:r>
          </a:p>
          <a:p>
            <a:pPr>
              <a:defRPr sz="1200"/>
            </a:pPr>
            <a:r>
              <a:t>D:/pasar_fix/node_modules/.bun/rollup-plugin-visualizer@7.0.1+b720cfb40978a63e/node_modules/rollup-plugin-visualizer/dist/plugin/render-template/types.js</a:t>
            </a:r>
          </a:p>
          <a:p>
            <a:pPr>
              <a:defRPr sz="1200"/>
            </a:pPr>
            <a:r>
              <a:t>D:/pasar_fix/node_modules/.bun/rollup-plugin-visualizer@7.0.1+b720cfb40978a63e/node_modules/rollup-plugin-visualizer/dist/shared/create-filter.d.ts</a:t>
            </a:r>
          </a:p>
          <a:p>
            <a:pPr>
              <a:defRPr sz="1200"/>
            </a:pPr>
            <a:r>
              <a:t>D:/pasar_fix/node_modules/.bun/rollup-plugin-visualizer@7.0.1+b720cfb40978a63e/node_modules/rollup-plugin-visualizer/dist/shared/create-filter.js</a:t>
            </a:r>
          </a:p>
          <a:p>
            <a:pPr>
              <a:defRPr sz="1200"/>
            </a:pPr>
            <a:r>
              <a:t>D:/pasar_fix/node_modules/.bun/rollup-plugin-visualizer@7.0.1+b720cfb40978a63e/node_modules/rollup-plugin-visualizer/dist/shared/create-filter.test.d.ts</a:t>
            </a:r>
          </a:p>
          <a:p>
            <a:pPr>
              <a:defRPr sz="1200"/>
            </a:pPr>
            <a:r>
              <a:t>D:/pasar_fix/node_modules/.bun/rollup-plugin-visualizer@7.0.1+b720cfb40978a63e/node_modules/rollup-plugin-visualizer/dist/shared/create-filter.test.js</a:t>
            </a:r>
          </a:p>
          <a:p>
            <a:pPr>
              <a:defRPr sz="1200"/>
            </a:pPr>
            <a:r>
              <a:t>D:/pasar_fix/node_modules/.bun/rollup-plugin-visualizer@7.0.1+b720cfb40978a63e/node_modules/rollup-plugin-visualizer/dist/shared/types.d.ts</a:t>
            </a:r>
          </a:p>
          <a:p>
            <a:pPr>
              <a:defRPr sz="1200"/>
            </a:pPr>
            <a:r>
              <a:t>D:/pasar_fix/node_modules/.bun/rollup-plugin-visualizer@7.0.1+b720cfb40978a63e/node_modules/rollup-plugin-visualizer/dist/shared/types.js</a:t>
            </a:r>
          </a:p>
          <a:p>
            <a:pPr>
              <a:defRPr sz="1200"/>
            </a:pPr>
            <a:r>
              <a:t>D:/pasar_fix/node_modules/.bun/rollup@4.60.4/node_modules/.bin/rollup.bunx</a:t>
            </a:r>
          </a:p>
          <a:p>
            <a:pPr>
              <a:defRPr sz="1200"/>
            </a:pPr>
            <a:r>
              <a:t>D:/pasar_fix/node_modules/.bun/rollup@4.60.4/node_modules/.bin/rollup.exe</a:t>
            </a:r>
          </a:p>
          <a:p>
            <a:pPr>
              <a:defRPr sz="1200"/>
            </a:pPr>
            <a:r>
              <a:t>D:/pasar_fix/node_modules/.bun/rollup@4.60.4/node_modules/rollup/LICENSE.md</a:t>
            </a:r>
          </a:p>
          <a:p>
            <a:pPr>
              <a:defRPr sz="1200"/>
            </a:pPr>
            <a:r>
              <a:t>D:/pasar_fix/node_modules/.bun/rollup@4.60.4/node_modules/rollup/package.json</a:t>
            </a:r>
          </a:p>
          <a:p>
            <a:pPr>
              <a:defRPr sz="1200"/>
            </a:pPr>
            <a:r>
              <a:t>D:/pasar_fix/node_modules/.bun/rollup@4.60.4/node_modules/rollup/README.md</a:t>
            </a:r>
          </a:p>
          <a:p>
            <a:pPr>
              <a:defRPr sz="1200"/>
            </a:pPr>
            <a:r>
              <a:t>D:/pasar_fix/node_modules/.bun/rollup@4.60.4/node_modules/rollup/dist/getLogFilter.d.ts</a:t>
            </a:r>
          </a:p>
          <a:p>
            <a:pPr>
              <a:defRPr sz="1200"/>
            </a:pPr>
            <a:r>
              <a:t>D:/pasar_fix/node_modules/.bun/rollup@4.60.4/node_modules/rollup/dist/getLogFilter.js</a:t>
            </a:r>
          </a:p>
          <a:p>
            <a:pPr>
              <a:defRPr sz="1200"/>
            </a:pPr>
            <a:r>
              <a:t>D:/pasar_fix/node_modules/.bun/rollup@4.60.4/node_modules/rollup/dist/loadConfigFile.d.ts</a:t>
            </a:r>
          </a:p>
          <a:p>
            <a:pPr>
              <a:defRPr sz="1200"/>
            </a:pPr>
            <a:r>
              <a:t>D:/pasar_fix/node_modules/.bun/rollup@4.60.4/node_modules/rollup/dist/loadConfigFile.js</a:t>
            </a:r>
          </a:p>
          <a:p>
            <a:pPr>
              <a:defRPr sz="1200"/>
            </a:pPr>
            <a:r>
              <a:t>D:/pasar_fix/node_modules/.bun/rollup@4.60.4/node_modules/rollup/dist/native.js</a:t>
            </a:r>
          </a:p>
          <a:p>
            <a:pPr>
              <a:defRPr sz="1200"/>
            </a:pPr>
            <a:r>
              <a:t>D:/pasar_fix/node_modules/.bun/rollup@4.60.4/node_modules/rollup/dist/parseAst.d.ts</a:t>
            </a:r>
          </a:p>
          <a:p>
            <a:pPr>
              <a:defRPr sz="1200"/>
            </a:pPr>
            <a:r>
              <a:t>D:/pasar_fix/node_modules/.bun/rollup@4.60.4/node_modules/rollup/dist/parseAst.js</a:t>
            </a:r>
          </a:p>
          <a:p>
            <a:pPr>
              <a:defRPr sz="1200"/>
            </a:pPr>
            <a:r>
              <a:t>D:/pasar_fix/node_modules/.bun/rollup@4.60.4/node_modules/rollup/dist/rollup.d.ts</a:t>
            </a:r>
          </a:p>
          <a:p>
            <a:pPr>
              <a:defRPr sz="1200"/>
            </a:pPr>
            <a:r>
              <a:t>D:/pasar_fix/node_modules/.bun/rollup@4.60.4/node_modules/rollup/dist/rollup.js</a:t>
            </a:r>
          </a:p>
          <a:p>
            <a:pPr>
              <a:defRPr sz="1200"/>
            </a:pPr>
            <a:r>
              <a:t>D:/pasar_fix/node_modules/.bun/rollup@4.60.4/node_modules/rollup/dist/bin/rollup</a:t>
            </a:r>
          </a:p>
          <a:p>
            <a:pPr>
              <a:defRPr sz="1200"/>
            </a:pPr>
            <a:r>
              <a:t>D:/pasar_fix/node_modules/.bun/rollup@4.60.4/node_modules/rollup/dist/es/getLogFilter.js</a:t>
            </a:r>
          </a:p>
          <a:p>
            <a:pPr>
              <a:defRPr sz="1200"/>
            </a:pPr>
            <a:r>
              <a:t>D:/pasar_fix/node_modules/.bun/rollup@4.60.4/node_modules/rollup/dist/es/package.json</a:t>
            </a:r>
          </a:p>
          <a:p>
            <a:pPr>
              <a:defRPr sz="1200"/>
            </a:pPr>
            <a:r>
              <a:t>D:/pasar_fix/node_modules/.bun/rollup@4.60.4/node_modules/rollup/dist/es/parseAst.js</a:t>
            </a:r>
          </a:p>
          <a:p>
            <a:pPr>
              <a:defRPr sz="1200"/>
            </a:pPr>
            <a:r>
              <a:t>D:/pasar_fix/node_modules/.bun/rollup@4.60.4/node_modules/rollup/dist/es/rollup.js</a:t>
            </a:r>
          </a:p>
          <a:p>
            <a:pPr>
              <a:defRPr sz="1200"/>
            </a:pPr>
            <a:r>
              <a:t>D:/pasar_fix/node_modules/.bun/rollup@4.60.4/node_modules/rollup/dist/es/shared/node-entry.js</a:t>
            </a:r>
          </a:p>
          <a:p>
            <a:pPr>
              <a:defRPr sz="1200"/>
            </a:pPr>
            <a:r>
              <a:t>D:/pasar_fix/node_modules/.bun/rollup@4.60.4/node_modules/rollup/dist/es/shared/parseAst.js</a:t>
            </a:r>
          </a:p>
          <a:p>
            <a:pPr>
              <a:defRPr sz="1200"/>
            </a:pPr>
            <a:r>
              <a:t>D:/pasar_fix/node_modules/.bun/rollup@4.60.4/node_modules/rollup/dist/es/shared/watch.js</a:t>
            </a:r>
          </a:p>
          <a:p>
            <a:pPr>
              <a:defRPr sz="1200"/>
            </a:pPr>
            <a:r>
              <a:t>D:/pasar_fix/node_modules/.bun/rollup@4.60.4/node_modules/rollup/dist/shared/fsevents-importer.js</a:t>
            </a:r>
          </a:p>
          <a:p>
            <a:pPr>
              <a:defRPr sz="1200"/>
            </a:pPr>
            <a:r>
              <a:t>D:/pasar_fix/node_modules/.bun/rollup@4.60.4/node_modules/rollup/dist/shared/index.js</a:t>
            </a:r>
          </a:p>
          <a:p>
            <a:pPr>
              <a:defRPr sz="1200"/>
            </a:pPr>
            <a:r>
              <a:t>D:/pasar_fix/node_modules/.bun/rollup@4.60.4/node_modules/rollup/dist/shared/loadConfigFile.js</a:t>
            </a:r>
          </a:p>
          <a:p>
            <a:pPr>
              <a:defRPr sz="1200"/>
            </a:pPr>
            <a:r>
              <a:t>D:/pasar_fix/node_modules/.bun/rollup@4.60.4/node_modules/rollup/dist/shared/parseAst.js</a:t>
            </a:r>
          </a:p>
          <a:p>
            <a:pPr>
              <a:defRPr sz="1200"/>
            </a:pPr>
            <a:r>
              <a:t>D:/pasar_fix/node_modules/.bun/rollup@4.60.4/node_modules/rollup/dist/shared/rollup.js</a:t>
            </a:r>
          </a:p>
          <a:p>
            <a:pPr>
              <a:defRPr sz="1200"/>
            </a:pPr>
            <a:r>
              <a:t>D:/pasar_fix/node_modules/.bun/rollup@4.60.4/node_modules/rollup/dist/shared/watch-cli.js</a:t>
            </a:r>
          </a:p>
          <a:p>
            <a:pPr>
              <a:defRPr sz="1200"/>
            </a:pPr>
            <a:r>
              <a:t>D:/pasar_fix/node_modules/.bun/rollup@4.60.4/node_modules/rollup/dist/shared/watch.js</a:t>
            </a:r>
          </a:p>
          <a:p>
            <a:pPr>
              <a:defRPr sz="1200"/>
            </a:pPr>
            <a:r>
              <a:t>D:/pasar_fix/node_modules/.bun/rou3@0.7.12/node_modules/rou3/LICENSE</a:t>
            </a:r>
          </a:p>
          <a:p>
            <a:pPr>
              <a:defRPr sz="1200"/>
            </a:pPr>
            <a:r>
              <a:t>D:/pasar_fix/node_modules/.bun/rou3@0.7.12/node_modules/rou3/package.json</a:t>
            </a:r>
          </a:p>
          <a:p>
            <a:pPr>
              <a:defRPr sz="1200"/>
            </a:pPr>
            <a:r>
              <a:t>D:/pasar_fix/node_modules/.bun/rou3@0.7.12/node_modules/rou3/README.md</a:t>
            </a:r>
          </a:p>
          <a:p>
            <a:pPr>
              <a:defRPr sz="1200"/>
            </a:pPr>
            <a:r>
              <a:t>D:/pasar_fix/node_modules/.bun/rou3@0.7.12/node_modules/rou3/dist/compiler.d.mts</a:t>
            </a:r>
          </a:p>
          <a:p>
            <a:pPr>
              <a:defRPr sz="1200"/>
            </a:pPr>
            <a:r>
              <a:t>D:/pasar_fix/node_modules/.bun/rou3@0.7.12/node_modules/rou3/dist/compiler.mjs</a:t>
            </a:r>
          </a:p>
          <a:p>
            <a:pPr>
              <a:defRPr sz="1200"/>
            </a:pPr>
            <a:r>
              <a:t>D:/pasar_fix/node_modules/.bun/rou3@0.7.12/node_modules/rou3/dist/index.d.mts</a:t>
            </a:r>
          </a:p>
          <a:p>
            <a:pPr>
              <a:defRPr sz="1200"/>
            </a:pPr>
            <a:r>
              <a:t>D:/pasar_fix/node_modules/.bun/rou3@0.7.12/node_modules/rou3/dist/index.mjs</a:t>
            </a:r>
          </a:p>
          <a:p>
            <a:pPr>
              <a:defRPr sz="1200"/>
            </a:pPr>
            <a:r>
              <a:t>D:/pasar_fix/node_modules/.bun/roughjs@4.6.6/node_modules/roughjs/.eslintrc.json</a:t>
            </a:r>
          </a:p>
          <a:p>
            <a:pPr>
              <a:defRPr sz="1200"/>
            </a:pPr>
            <a:r>
              <a:t>D:/pasar_fix/node_modules/.bun/roughjs@4.6.6/node_modules/roughjs/CHANGELOG.md</a:t>
            </a:r>
          </a:p>
          <a:p>
            <a:pPr>
              <a:defRPr sz="1200"/>
            </a:pPr>
            <a:r>
              <a:t>D:/pasar_fix/node_modules/.bun/roughjs@4.6.6/node_modules/roughjs/LICENSE</a:t>
            </a:r>
          </a:p>
          <a:p>
            <a:pPr>
              <a:defRPr sz="1200"/>
            </a:pPr>
            <a:r>
              <a:t>D:/pasar_fix/node_modules/.bun/roughjs@4.6.6/node_modules/roughjs/package.json</a:t>
            </a:r>
          </a:p>
          <a:p>
            <a:pPr>
              <a:defRPr sz="1200"/>
            </a:pPr>
            <a:r>
              <a:t>D:/pasar_fix/node_modules/.bun/roughjs@4.6.6/node_modules/roughjs/README.md</a:t>
            </a:r>
          </a:p>
          <a:p>
            <a:pPr>
              <a:defRPr sz="1200"/>
            </a:pPr>
            <a:r>
              <a:t>D:/pasar_fix/node_modules/.bun/roughjs@4.6.6/node_modules/roughjs/tsconfig.json</a:t>
            </a:r>
          </a:p>
          <a:p>
            <a:pPr>
              <a:defRPr sz="1200"/>
            </a:pPr>
            <a:r>
              <a:t>D:/pasar_fix/node_modules/.bun/roughjs@4.6.6/node_modules/roughjs/.github/FUNDING.yml</a:t>
            </a:r>
          </a:p>
          <a:p>
            <a:pPr>
              <a:defRPr sz="1200"/>
            </a:pPr>
            <a:r>
              <a:t>D:/pasar_fix/node_modules/.bun/roughjs@4.6.6/node_modules/roughjs/bin/canvas.d.ts</a:t>
            </a:r>
          </a:p>
          <a:p>
            <a:pPr>
              <a:defRPr sz="1200"/>
            </a:pPr>
            <a:r>
              <a:t>D:/pasar_fix/node_modules/.bun/roughjs@4.6.6/node_modules/roughjs/bin/canvas.js</a:t>
            </a:r>
          </a:p>
          <a:p>
            <a:pPr>
              <a:defRPr sz="1200"/>
            </a:pPr>
            <a:r>
              <a:t>D:/pasar_fix/node_modules/.bun/roughjs@4.6.6/node_modules/roughjs/bin/core.d.ts</a:t>
            </a:r>
          </a:p>
          <a:p>
            <a:pPr>
              <a:defRPr sz="1200"/>
            </a:pPr>
            <a:r>
              <a:t>D:/pasar_fix/node_modules/.bun/roughjs@4.6.6/node_modules/roughjs/bin/core.js</a:t>
            </a:r>
          </a:p>
          <a:p>
            <a:pPr>
              <a:defRPr sz="1200"/>
            </a:pPr>
            <a:r>
              <a:t>D:/pasar_fix/node_modules/.bun/roughjs@4.6.6/node_modules/roughjs/bin/generator.d.ts</a:t>
            </a:r>
          </a:p>
          <a:p>
            <a:pPr>
              <a:defRPr sz="1200"/>
            </a:pPr>
            <a:r>
              <a:t>D:/pasar_fix/node_modules/.bun/roughjs@4.6.6/node_modules/roughjs/bin/generator.js</a:t>
            </a:r>
          </a:p>
          <a:p>
            <a:pPr>
              <a:defRPr sz="1200"/>
            </a:pPr>
            <a:r>
              <a:t>D:/pasar_fix/node_modules/.bun/roughjs@4.6.6/node_modules/roughjs/bin/geometry.d.ts</a:t>
            </a:r>
          </a:p>
          <a:p>
            <a:pPr>
              <a:defRPr sz="1200"/>
            </a:pPr>
            <a:r>
              <a:t>D:/pasar_fix/node_modules/.bun/roughjs@4.6.6/node_modules/roughjs/bin/geometry.js</a:t>
            </a:r>
          </a:p>
          <a:p>
            <a:pPr>
              <a:defRPr sz="1200"/>
            </a:pPr>
            <a:r>
              <a:t>D:/pasar_fix/node_modules/.bun/roughjs@4.6.6/node_modules/roughjs/bin/math.d.ts</a:t>
            </a:r>
          </a:p>
          <a:p>
            <a:pPr>
              <a:defRPr sz="1200"/>
            </a:pPr>
            <a:r>
              <a:t>D:/pasar_fix/node_modules/.bun/roughjs@4.6.6/node_modules/roughjs/bin/math.js</a:t>
            </a:r>
          </a:p>
          <a:p>
            <a:pPr>
              <a:defRPr sz="1200"/>
            </a:pPr>
            <a:r>
              <a:t>D:/pasar_fix/node_modules/.bun/roughjs@4.6.6/node_modules/roughjs/bin/renderer.d.ts</a:t>
            </a:r>
          </a:p>
          <a:p>
            <a:pPr>
              <a:defRPr sz="1200"/>
            </a:pPr>
            <a:r>
              <a:t>D:/pasar_fix/node_modules/.bun/roughjs@4.6.6/node_modules/roughjs/bin/renderer.js</a:t>
            </a:r>
          </a:p>
          <a:p>
            <a:pPr>
              <a:defRPr sz="1200"/>
            </a:pPr>
            <a:r>
              <a:t>D:/pasar_fix/node_modules/.bun/roughjs@4.6.6/node_modules/roughjs/bin/rough.d.ts</a:t>
            </a:r>
          </a:p>
          <a:p>
            <a:pPr>
              <a:defRPr sz="1200"/>
            </a:pPr>
            <a:r>
              <a:t>D:/pasar_fix/node_modules/.bun/roughjs@4.6.6/node_modules/roughjs/bin/rough.js</a:t>
            </a:r>
          </a:p>
          <a:p>
            <a:pPr>
              <a:defRPr sz="1200"/>
            </a:pPr>
            <a:r>
              <a:t>D:/pasar_fix/node_modules/.bun/roughjs@4.6.6/node_modules/roughjs/bin/svg.d.ts</a:t>
            </a:r>
          </a:p>
          <a:p>
            <a:pPr>
              <a:defRPr sz="1200"/>
            </a:pPr>
            <a:r>
              <a:t>D:/pasar_fix/node_modules/.bun/roughjs@4.6.6/node_modules/roughjs/bin/svg.js</a:t>
            </a:r>
          </a:p>
          <a:p>
            <a:pPr>
              <a:defRPr sz="1200"/>
            </a:pPr>
            <a:r>
              <a:t>D:/pasar_fix/node_modules/.bun/roughjs@4.6.6/node_modules/roughjs/bin/fillers/dashed-filler.d.ts</a:t>
            </a:r>
          </a:p>
          <a:p>
            <a:pPr>
              <a:defRPr sz="1200"/>
            </a:pPr>
            <a:r>
              <a:t>D:/pasar_fix/node_modules/.bun/roughjs@4.6.6/node_modules/roughjs/bin/fillers/dashed-filler.js</a:t>
            </a:r>
          </a:p>
          <a:p>
            <a:pPr>
              <a:defRPr sz="1200"/>
            </a:pPr>
            <a:r>
              <a:t>D:/pasar_fix/node_modules/.bun/roughjs@4.6.6/node_modules/roughjs/bin/fillers/dot-filler.d.ts</a:t>
            </a:r>
          </a:p>
          <a:p>
            <a:pPr>
              <a:defRPr sz="1200"/>
            </a:pPr>
            <a:r>
              <a:t>D:/pasar_fix/node_modules/.bun/roughjs@4.6.6/node_modules/roughjs/bin/fillers/dot-filler.js</a:t>
            </a:r>
          </a:p>
          <a:p>
            <a:pPr>
              <a:defRPr sz="1200"/>
            </a:pPr>
            <a:r>
              <a:t>D:/pasar_fix/node_modules/.bun/roughjs@4.6.6/node_modules/roughjs/bin/fillers/filler-interface.d.ts</a:t>
            </a:r>
          </a:p>
          <a:p>
            <a:pPr>
              <a:defRPr sz="1200"/>
            </a:pPr>
            <a:r>
              <a:t>D:/pasar_fix/node_modules/.bun/roughjs@4.6.6/node_modules/roughjs/bin/fillers/filler-interface.js</a:t>
            </a:r>
          </a:p>
          <a:p>
            <a:pPr>
              <a:defRPr sz="1200"/>
            </a:pPr>
            <a:r>
              <a:t>D:/pasar_fix/node_modules/.bun/roughjs@4.6.6/node_modules/roughjs/bin/fillers/filler.d.ts</a:t>
            </a:r>
          </a:p>
          <a:p>
            <a:pPr>
              <a:defRPr sz="1200"/>
            </a:pPr>
            <a:r>
              <a:t>D:/pasar_fix/node_modules/.bun/roughjs@4.6.6/node_modules/roughjs/bin/fillers/filler.js</a:t>
            </a:r>
          </a:p>
          <a:p>
            <a:pPr>
              <a:defRPr sz="1200"/>
            </a:pPr>
            <a:r>
              <a:t>D:/pasar_fix/node_modules/.bun/roughjs@4.6.6/node_modules/roughjs/bin/fillers/hachure-filler.d.ts</a:t>
            </a:r>
          </a:p>
          <a:p>
            <a:pPr>
              <a:defRPr sz="1200"/>
            </a:pPr>
            <a:r>
              <a:t>D:/pasar_fix/node_modules/.bun/roughjs@4.6.6/node_modules/roughjs/bin/fillers/hachure-filler.js</a:t>
            </a:r>
          </a:p>
          <a:p>
            <a:pPr>
              <a:defRPr sz="1200"/>
            </a:pPr>
            <a:r>
              <a:t>D:/pasar_fix/node_modules/.bun/roughjs@4.6.6/node_modules/roughjs/bin/fillers/hatch-filler.d.ts</a:t>
            </a:r>
          </a:p>
          <a:p>
            <a:pPr>
              <a:defRPr sz="1200"/>
            </a:pPr>
            <a:r>
              <a:t>D:/pasar_fix/node_modules/.bun/roughjs@4.6.6/node_modules/roughjs/bin/fillers/hatch-filler.js</a:t>
            </a:r>
          </a:p>
          <a:p>
            <a:pPr>
              <a:defRPr sz="1200"/>
            </a:pPr>
            <a:r>
              <a:t>D:/pasar_fix/node_modules/.bun/roughjs@4.6.6/node_modules/roughjs/bin/fillers/scan-line-hachure.d.ts</a:t>
            </a:r>
          </a:p>
          <a:p>
            <a:pPr>
              <a:defRPr sz="1200"/>
            </a:pPr>
            <a:r>
              <a:t>D:/pasar_fix/node_modules/.bun/roughjs@4.6.6/node_modules/roughjs/bin/fillers/scan-line-hachure.js</a:t>
            </a:r>
          </a:p>
          <a:p>
            <a:pPr>
              <a:defRPr sz="1200"/>
            </a:pPr>
            <a:r>
              <a:t>D:/pasar_fix/node_modules/.bun/roughjs@4.6.6/node_modules/roughjs/bin/fillers/zigzag-filler.d.ts</a:t>
            </a:r>
          </a:p>
          <a:p>
            <a:pPr>
              <a:defRPr sz="1200"/>
            </a:pPr>
            <a:r>
              <a:t>D:/pasar_fix/node_modules/.bun/roughjs@4.6.6/node_modules/roughjs/bin/fillers/zigzag-filler.js</a:t>
            </a:r>
          </a:p>
          <a:p>
            <a:pPr>
              <a:defRPr sz="1200"/>
            </a:pPr>
            <a:r>
              <a:t>D:/pasar_fix/node_modules/.bun/roughjs@4.6.6/node_modules/roughjs/bin/fillers/zigzag-line-filler.d.ts</a:t>
            </a:r>
          </a:p>
          <a:p>
            <a:pPr>
              <a:defRPr sz="1200"/>
            </a:pPr>
            <a:r>
              <a:t>D:/pasar_fix/node_modules/.bun/roughjs@4.6.6/node_modules/roughjs/bin/fillers/zigzag-line-filler.js</a:t>
            </a:r>
          </a:p>
          <a:p>
            <a:pPr>
              <a:defRPr sz="1200"/>
            </a:pPr>
            <a:r>
              <a:t>D:/pasar_fix/node_modules/.bun/roughjs@4.6.6/node_modules/roughjs/bundled/canvas.d.ts</a:t>
            </a:r>
          </a:p>
          <a:p>
            <a:pPr>
              <a:defRPr sz="1200"/>
            </a:pPr>
            <a:r>
              <a:t>D:/pasar_fix/node_modules/.bun/roughjs@4.6.6/node_modules/roughjs/bundled/core.d.ts</a:t>
            </a:r>
          </a:p>
          <a:p>
            <a:pPr>
              <a:defRPr sz="1200"/>
            </a:pPr>
            <a:r>
              <a:t>D:/pasar_fix/node_modules/.bun/roughjs@4.6.6/node_modules/roughjs/bundled/generator.d.ts</a:t>
            </a:r>
          </a:p>
          <a:p>
            <a:pPr>
              <a:defRPr sz="1200"/>
            </a:pPr>
            <a:r>
              <a:t>D:/pasar_fix/node_modules/.bun/roughjs@4.6.6/node_modules/roughjs/bundled/geometry.d.ts</a:t>
            </a:r>
          </a:p>
          <a:p>
            <a:pPr>
              <a:defRPr sz="1200"/>
            </a:pPr>
            <a:r>
              <a:t>D:/pasar_fix/node_modules/.bun/roughjs@4.6.6/node_modules/roughjs/bundled/math.d.ts</a:t>
            </a:r>
          </a:p>
          <a:p>
            <a:pPr>
              <a:defRPr sz="1200"/>
            </a:pPr>
            <a:r>
              <a:t>D:/pasar_fix/node_modules/.bun/roughjs@4.6.6/node_modules/roughjs/bundled/renderer.d.ts</a:t>
            </a:r>
          </a:p>
          <a:p>
            <a:pPr>
              <a:defRPr sz="1200"/>
            </a:pPr>
            <a:r>
              <a:t>D:/pasar_fix/node_modules/.bun/roughjs@4.6.6/node_modules/roughjs/bundled/rough.cjs.js</a:t>
            </a:r>
          </a:p>
          <a:p>
            <a:pPr>
              <a:defRPr sz="1200"/>
            </a:pPr>
            <a:r>
              <a:t>D:/pasar_fix/node_modules/.bun/roughjs@4.6.6/node_modules/roughjs/bundled/rough.d.ts</a:t>
            </a:r>
          </a:p>
          <a:p>
            <a:pPr>
              <a:defRPr sz="1200"/>
            </a:pPr>
            <a:r>
              <a:t>D:/pasar_fix/node_modules/.bun/roughjs@4.6.6/node_modules/roughjs/bundled/rough.esm.js</a:t>
            </a:r>
          </a:p>
          <a:p>
            <a:pPr>
              <a:defRPr sz="1200"/>
            </a:pPr>
            <a:r>
              <a:t>D:/pasar_fix/node_modules/.bun/roughjs@4.6.6/node_modules/roughjs/bundled/rough.js</a:t>
            </a:r>
          </a:p>
          <a:p>
            <a:pPr>
              <a:defRPr sz="1200"/>
            </a:pPr>
            <a:r>
              <a:t>D:/pasar_fix/node_modules/.bun/roughjs@4.6.6/node_modules/roughjs/bundled/svg.d.ts</a:t>
            </a:r>
          </a:p>
          <a:p>
            <a:pPr>
              <a:defRPr sz="1200"/>
            </a:pPr>
            <a:r>
              <a:t>D:/pasar_fix/node_modules/.bun/roughjs@4.6.6/node_modules/roughjs/bundled/fillers/dashed-filler.d.ts</a:t>
            </a:r>
          </a:p>
          <a:p>
            <a:pPr>
              <a:defRPr sz="1200"/>
            </a:pPr>
            <a:r>
              <a:t>D:/pasar_fix/node_modules/.bun/roughjs@4.6.6/node_modules/roughjs/bundled/fillers/dot-filler.d.ts</a:t>
            </a:r>
          </a:p>
          <a:p>
            <a:pPr>
              <a:defRPr sz="1200"/>
            </a:pPr>
            <a:r>
              <a:t>D:/pasar_fix/node_modules/.bun/roughjs@4.6.6/node_modules/roughjs/bundled/fillers/filler-interface.d.ts</a:t>
            </a:r>
          </a:p>
          <a:p>
            <a:pPr>
              <a:defRPr sz="1200"/>
            </a:pPr>
            <a:r>
              <a:t>D:/pasar_fix/node_modules/.bun/roughjs@4.6.6/node_modules/roughjs/bundled/fillers/filler.d.ts</a:t>
            </a:r>
          </a:p>
          <a:p>
            <a:pPr>
              <a:defRPr sz="1200"/>
            </a:pPr>
            <a:r>
              <a:t>D:/pasar_fix/node_modules/.bun/roughjs@4.6.6/node_modules/roughjs/bundled/fillers/hachure-filler.d.ts</a:t>
            </a:r>
          </a:p>
          <a:p>
            <a:pPr>
              <a:defRPr sz="1200"/>
            </a:pPr>
            <a:r>
              <a:t>D:/pasar_fix/node_modules/.bun/roughjs@4.6.6/node_modules/roughjs/bundled/fillers/hatch-filler.d.ts</a:t>
            </a:r>
          </a:p>
          <a:p>
            <a:pPr>
              <a:defRPr sz="1200"/>
            </a:pPr>
            <a:r>
              <a:t>D:/pasar_fix/node_modules/.bun/roughjs@4.6.6/node_modules/roughjs/bundled/fillers/scan-line-hachure.d.ts</a:t>
            </a:r>
          </a:p>
          <a:p>
            <a:pPr>
              <a:defRPr sz="1200"/>
            </a:pPr>
            <a:r>
              <a:t>D:/pasar_fix/node_modules/.bun/roughjs@4.6.6/node_modules/roughjs/bundled/fillers/zigzag-filler.d.ts</a:t>
            </a:r>
          </a:p>
          <a:p>
            <a:pPr>
              <a:defRPr sz="1200"/>
            </a:pPr>
            <a:r>
              <a:t>D:/pasar_fix/node_modules/.bun/roughjs@4.6.6/node_modules/roughjs/bundled/fillers/zigzag-line-filler.d.ts</a:t>
            </a:r>
          </a:p>
          <a:p>
            <a:pPr>
              <a:defRPr sz="1200"/>
            </a:pPr>
            <a:r>
              <a:t>D:/pasar_fix/node_modules/.bun/rrweb-cssom@0.8.0/node_modules/rrweb-cssom/LICENSE.txt</a:t>
            </a:r>
          </a:p>
          <a:p>
            <a:pPr>
              <a:defRPr sz="1200"/>
            </a:pPr>
            <a:r>
              <a:t>D:/pasar_fix/node_modules/.bun/rrweb-cssom@0.8.0/node_modules/rrweb-cssom/package.json</a:t>
            </a:r>
          </a:p>
          <a:p>
            <a:pPr>
              <a:defRPr sz="1200"/>
            </a:pPr>
            <a:r>
              <a:t>D:/pasar_fix/node_modules/.bun/rrweb-cssom@0.8.0/node_modules/rrweb-cssom/README.mdown</a:t>
            </a:r>
          </a:p>
          <a:p>
            <a:pPr>
              <a:defRPr sz="1200"/>
            </a:pPr>
            <a:r>
              <a:t>D:/pasar_fix/node_modules/.bun/rrweb-cssom@0.8.0/node_modules/rrweb-cssom/build/CSSOM.js</a:t>
            </a:r>
          </a:p>
          <a:p>
            <a:pPr>
              <a:defRPr sz="1200"/>
            </a:pPr>
            <a:r>
              <a:t>D:/pasar_fix/node_modules/.bun/rrweb-cssom@0.8.0/node_modules/rrweb-cssom/lib/clone.js</a:t>
            </a:r>
          </a:p>
          <a:p>
            <a:pPr>
              <a:defRPr sz="1200"/>
            </a:pPr>
            <a:r>
              <a:t>D:/pasar_fix/node_modules/.bun/rrweb-cssom@0.8.0/node_modules/rrweb-cssom/lib/CSSConditionRule.js</a:t>
            </a:r>
          </a:p>
          <a:p>
            <a:pPr>
              <a:defRPr sz="1200"/>
            </a:pPr>
            <a:r>
              <a:t>D:/pasar_fix/node_modules/.bun/rrweb-cssom@0.8.0/node_modules/rrweb-cssom/lib/CSSContainerRule.js</a:t>
            </a:r>
          </a:p>
          <a:p>
            <a:pPr>
              <a:defRPr sz="1200"/>
            </a:pPr>
            <a:r>
              <a:t>D:/pasar_fix/node_modules/.bun/rrweb-cssom@0.8.0/node_modules/rrweb-cssom/lib/CSSDocumentRule.js</a:t>
            </a:r>
          </a:p>
          <a:p>
            <a:pPr>
              <a:defRPr sz="1200"/>
            </a:pPr>
            <a:r>
              <a:t>D:/pasar_fix/node_modules/.bun/rrweb-cssom@0.8.0/node_modules/rrweb-cssom/lib/CSSFontFaceRule.js</a:t>
            </a:r>
          </a:p>
          <a:p>
            <a:pPr>
              <a:defRPr sz="1200"/>
            </a:pPr>
            <a:r>
              <a:t>D:/pasar_fix/node_modules/.bun/rrweb-cssom@0.8.0/node_modules/rrweb-cssom/lib/CSSGroupingRule.js</a:t>
            </a:r>
          </a:p>
          <a:p>
            <a:pPr>
              <a:defRPr sz="1200"/>
            </a:pPr>
            <a:r>
              <a:t>D:/pasar_fix/node_modules/.bun/rrweb-cssom@0.8.0/node_modules/rrweb-cssom/lib/CSSHostRule.js</a:t>
            </a:r>
          </a:p>
          <a:p>
            <a:pPr>
              <a:defRPr sz="1200"/>
            </a:pPr>
            <a:r>
              <a:t>D:/pasar_fix/node_modules/.bun/rrweb-cssom@0.8.0/node_modules/rrweb-cssom/lib/CSSImportRule.js</a:t>
            </a:r>
          </a:p>
          <a:p>
            <a:pPr>
              <a:defRPr sz="1200"/>
            </a:pPr>
            <a:r>
              <a:t>D:/pasar_fix/node_modules/.bun/rrweb-cssom@0.8.0/node_modules/rrweb-cssom/lib/CSSKeyframeRule.js</a:t>
            </a:r>
          </a:p>
          <a:p>
            <a:pPr>
              <a:defRPr sz="1200"/>
            </a:pPr>
            <a:r>
              <a:t>D:/pasar_fix/node_modules/.bun/rrweb-cssom@0.8.0/node_modules/rrweb-cssom/lib/CSSKeyframesRule.js</a:t>
            </a:r>
          </a:p>
          <a:p>
            <a:pPr>
              <a:defRPr sz="1200"/>
            </a:pPr>
            <a:r>
              <a:t>D:/pasar_fix/node_modules/.bun/rrweb-cssom@0.8.0/node_modules/rrweb-cssom/lib/CSSLayerBlockRule.js</a:t>
            </a:r>
          </a:p>
          <a:p>
            <a:pPr>
              <a:defRPr sz="1200"/>
            </a:pPr>
            <a:r>
              <a:t>D:/pasar_fix/node_modules/.bun/rrweb-cssom@0.8.0/node_modules/rrweb-cssom/lib/CSSMediaRule.js</a:t>
            </a:r>
          </a:p>
          <a:p>
            <a:pPr>
              <a:defRPr sz="1200"/>
            </a:pPr>
            <a:r>
              <a:t>D:/pasar_fix/node_modules/.bun/rrweb-cssom@0.8.0/node_modules/rrweb-cssom/lib/CSSOM.js</a:t>
            </a:r>
          </a:p>
          <a:p>
            <a:pPr>
              <a:defRPr sz="1200"/>
            </a:pPr>
            <a:r>
              <a:t>D:/pasar_fix/node_modules/.bun/rrweb-cssom@0.8.0/node_modules/rrweb-cssom/lib/CSSRule.js</a:t>
            </a:r>
          </a:p>
          <a:p>
            <a:pPr>
              <a:defRPr sz="1200"/>
            </a:pPr>
            <a:r>
              <a:t>D:/pasar_fix/node_modules/.bun/rrweb-cssom@0.8.0/node_modules/rrweb-cssom/lib/CSSStartingStyleRule.js</a:t>
            </a:r>
          </a:p>
          <a:p>
            <a:pPr>
              <a:defRPr sz="1200"/>
            </a:pPr>
            <a:r>
              <a:t>D:/pasar_fix/node_modules/.bun/rrweb-cssom@0.8.0/node_modules/rrweb-cssom/lib/CSSStyleDeclaration.js</a:t>
            </a:r>
          </a:p>
          <a:p>
            <a:pPr>
              <a:defRPr sz="1200"/>
            </a:pPr>
            <a:r>
              <a:t>D:/pasar_fix/node_modules/.bun/rrweb-cssom@0.8.0/node_modules/rrweb-cssom/lib/CSSStyleRule.js</a:t>
            </a:r>
          </a:p>
          <a:p>
            <a:pPr>
              <a:defRPr sz="1200"/>
            </a:pPr>
            <a:r>
              <a:t>D:/pasar_fix/node_modules/.bun/rrweb-cssom@0.8.0/node_modules/rrweb-cssom/lib/CSSStyleSheet.js</a:t>
            </a:r>
          </a:p>
          <a:p>
            <a:pPr>
              <a:defRPr sz="1200"/>
            </a:pPr>
            <a:r>
              <a:t>D:/pasar_fix/node_modules/.bun/rrweb-cssom@0.8.0/node_modules/rrweb-cssom/lib/CSSSupportsRule.js</a:t>
            </a:r>
          </a:p>
          <a:p>
            <a:pPr>
              <a:defRPr sz="1200"/>
            </a:pPr>
            <a:r>
              <a:t>D:/pasar_fix/node_modules/.bun/rrweb-cssom@0.8.0/node_modules/rrweb-cssom/lib/CSSValue.js</a:t>
            </a:r>
          </a:p>
          <a:p>
            <a:pPr>
              <a:defRPr sz="1200"/>
            </a:pPr>
            <a:r>
              <a:t>D:/pasar_fix/node_modules/.bun/rrweb-cssom@0.8.0/node_modules/rrweb-cssom/lib/CSSValueExpression.js</a:t>
            </a:r>
          </a:p>
          <a:p>
            <a:pPr>
              <a:defRPr sz="1200"/>
            </a:pPr>
            <a:r>
              <a:t>D:/pasar_fix/node_modules/.bun/rrweb-cssom@0.8.0/node_modules/rrweb-cssom/lib/index.js</a:t>
            </a:r>
          </a:p>
          <a:p>
            <a:pPr>
              <a:defRPr sz="1200"/>
            </a:pPr>
            <a:r>
              <a:t>D:/pasar_fix/node_modules/.bun/rrweb-cssom@0.8.0/node_modules/rrweb-cssom/lib/MatcherList.js</a:t>
            </a:r>
          </a:p>
          <a:p>
            <a:pPr>
              <a:defRPr sz="1200"/>
            </a:pPr>
            <a:r>
              <a:t>D:/pasar_fix/node_modules/.bun/rrweb-cssom@0.8.0/node_modules/rrweb-cssom/lib/MediaList.js</a:t>
            </a:r>
          </a:p>
          <a:p>
            <a:pPr>
              <a:defRPr sz="1200"/>
            </a:pPr>
            <a:r>
              <a:t>D:/pasar_fix/node_modules/.bun/rrweb-cssom@0.8.0/node_modules/rrweb-cssom/lib/parse.js</a:t>
            </a:r>
          </a:p>
          <a:p>
            <a:pPr>
              <a:defRPr sz="1200"/>
            </a:pPr>
            <a:r>
              <a:t>D:/pasar_fix/node_modules/.bun/rrweb-cssom@0.8.0/node_modules/rrweb-cssom/lib/StyleSheet.js</a:t>
            </a:r>
          </a:p>
          <a:p>
            <a:pPr>
              <a:defRPr sz="1200"/>
            </a:pPr>
            <a:r>
              <a:t>D:/pasar_fix/node_modules/.bun/run-applescript@7.1.0/node_modules/run-applescript/index.d.ts</a:t>
            </a:r>
          </a:p>
          <a:p>
            <a:pPr>
              <a:defRPr sz="1200"/>
            </a:pPr>
            <a:r>
              <a:t>D:/pasar_fix/node_modules/.bun/run-applescript@7.1.0/node_modules/run-applescript/index.js</a:t>
            </a:r>
          </a:p>
          <a:p>
            <a:pPr>
              <a:defRPr sz="1200"/>
            </a:pPr>
            <a:r>
              <a:t>D:/pasar_fix/node_modules/.bun/run-applescript@7.1.0/node_modules/run-applescript/license</a:t>
            </a:r>
          </a:p>
          <a:p>
            <a:pPr>
              <a:defRPr sz="1200"/>
            </a:pPr>
            <a:r>
              <a:t>D:/pasar_fix/node_modules/.bun/run-applescript@7.1.0/node_modules/run-applescript/package.json</a:t>
            </a:r>
          </a:p>
          <a:p>
            <a:pPr>
              <a:defRPr sz="1200"/>
            </a:pPr>
            <a:r>
              <a:t>D:/pasar_fix/node_modules/.bun/run-applescript@7.1.0/node_modules/run-applescript/readme.md</a:t>
            </a:r>
          </a:p>
          <a:p>
            <a:pPr>
              <a:defRPr sz="1200"/>
            </a:pPr>
            <a:r>
              <a:t>D:/pasar_fix/node_modules/.bun/run-parallel@1.2.0/node_modules/run-parallel/index.js</a:t>
            </a:r>
          </a:p>
          <a:p>
            <a:pPr>
              <a:defRPr sz="1200"/>
            </a:pPr>
            <a:r>
              <a:t>D:/pasar_fix/node_modules/.bun/run-parallel@1.2.0/node_modules/run-parallel/LICENSE</a:t>
            </a:r>
          </a:p>
          <a:p>
            <a:pPr>
              <a:defRPr sz="1200"/>
            </a:pPr>
            <a:r>
              <a:t>D:/pasar_fix/node_modules/.bun/run-parallel@1.2.0/node_modules/run-parallel/package.json</a:t>
            </a:r>
          </a:p>
          <a:p>
            <a:pPr>
              <a:defRPr sz="1200"/>
            </a:pPr>
            <a:r>
              <a:t>D:/pasar_fix/node_modules/.bun/run-parallel@1.2.0/node_modules/run-parallel/README.md</a:t>
            </a:r>
          </a:p>
          <a:p>
            <a:pPr>
              <a:defRPr sz="1200"/>
            </a:pPr>
            <a:r>
              <a:t>D:/pasar_fix/node_modules/.bun/rw@1.3.3/node_modules/rw/.eslintrc</a:t>
            </a:r>
          </a:p>
          <a:p>
            <a:pPr>
              <a:defRPr sz="1200"/>
            </a:pPr>
            <a:r>
              <a:t>D:/pasar_fix/node_modules/.bun/rw@1.3.3/node_modules/rw/.npmignore</a:t>
            </a:r>
          </a:p>
          <a:p>
            <a:pPr>
              <a:defRPr sz="1200"/>
            </a:pPr>
            <a:r>
              <a:t>D:/pasar_fix/node_modules/.bun/rw@1.3.3/node_modules/rw/index.js</a:t>
            </a:r>
          </a:p>
          <a:p>
            <a:pPr>
              <a:defRPr sz="1200"/>
            </a:pPr>
            <a:r>
              <a:t>D:/pasar_fix/node_modules/.bun/rw@1.3.3/node_modules/rw/LICENSE</a:t>
            </a:r>
          </a:p>
          <a:p>
            <a:pPr>
              <a:defRPr sz="1200"/>
            </a:pPr>
            <a:r>
              <a:t>D:/pasar_fix/node_modules/.bun/rw@1.3.3/node_modules/rw/package.json</a:t>
            </a:r>
          </a:p>
          <a:p>
            <a:pPr>
              <a:defRPr sz="1200"/>
            </a:pPr>
            <a:r>
              <a:t>D:/pasar_fix/node_modules/.bun/rw@1.3.3/node_modules/rw/README.md</a:t>
            </a:r>
          </a:p>
          <a:p>
            <a:pPr>
              <a:defRPr sz="1200"/>
            </a:pPr>
            <a:r>
              <a:t>D:/pasar_fix/node_modules/.bun/rw@1.3.3/node_modules/rw/lib/rw/dash.js</a:t>
            </a:r>
          </a:p>
          <a:p>
            <a:pPr>
              <a:defRPr sz="1200"/>
            </a:pPr>
            <a:r>
              <a:t>D:/pasar_fix/node_modules/.bun/rw@1.3.3/node_modules/rw/lib/rw/decode.js</a:t>
            </a:r>
          </a:p>
          <a:p>
            <a:pPr>
              <a:defRPr sz="1200"/>
            </a:pPr>
            <a:r>
              <a:t>D:/pasar_fix/node_modules/.bun/rw@1.3.3/node_modules/rw/lib/rw/encode.js</a:t>
            </a:r>
          </a:p>
          <a:p>
            <a:pPr>
              <a:defRPr sz="1200"/>
            </a:pPr>
            <a:r>
              <a:t>D:/pasar_fix/node_modules/.bun/rw@1.3.3/node_modules/rw/lib/rw/read-file-sync.js</a:t>
            </a:r>
          </a:p>
          <a:p>
            <a:pPr>
              <a:defRPr sz="1200"/>
            </a:pPr>
            <a:r>
              <a:t>D:/pasar_fix/node_modules/.bun/rw@1.3.3/node_modules/rw/lib/rw/read-file.js</a:t>
            </a:r>
          </a:p>
          <a:p>
            <a:pPr>
              <a:defRPr sz="1200"/>
            </a:pPr>
            <a:r>
              <a:t>D:/pasar_fix/node_modules/.bun/rw@1.3.3/node_modules/rw/lib/rw/write-file-sync.js</a:t>
            </a:r>
          </a:p>
          <a:p>
            <a:pPr>
              <a:defRPr sz="1200"/>
            </a:pPr>
            <a:r>
              <a:t>D:/pasar_fix/node_modules/.bun/rw@1.3.3/node_modules/rw/lib/rw/write-file.js</a:t>
            </a:r>
          </a:p>
          <a:p>
            <a:pPr>
              <a:defRPr sz="1200"/>
            </a:pPr>
            <a:r>
              <a:t>D:/pasar_fix/node_modules/.bun/rw@1.3.3/node_modules/rw/test/cat-async</a:t>
            </a:r>
          </a:p>
          <a:p>
            <a:pPr>
              <a:defRPr sz="1200"/>
            </a:pPr>
            <a:r>
              <a:t>D:/pasar_fix/node_modules/.bun/rw@1.3.3/node_modules/rw/test/cat-sync</a:t>
            </a:r>
          </a:p>
          <a:p>
            <a:pPr>
              <a:defRPr sz="1200"/>
            </a:pPr>
            <a:r>
              <a:t>D:/pasar_fix/node_modules/.bun/rw@1.3.3/node_modules/rw/test/encode-object-async</a:t>
            </a:r>
          </a:p>
          <a:p>
            <a:pPr>
              <a:defRPr sz="1200"/>
            </a:pPr>
            <a:r>
              <a:t>D:/pasar_fix/node_modules/.bun/rw@1.3.3/node_modules/rw/test/encode-object-sync</a:t>
            </a:r>
          </a:p>
          <a:p>
            <a:pPr>
              <a:defRPr sz="1200"/>
            </a:pPr>
            <a:r>
              <a:t>D:/pasar_fix/node_modules/.bun/rw@1.3.3/node_modules/rw/test/encode-string-async</a:t>
            </a:r>
          </a:p>
          <a:p>
            <a:pPr>
              <a:defRPr sz="1200"/>
            </a:pPr>
            <a:r>
              <a:t>D:/pasar_fix/node_modules/.bun/rw@1.3.3/node_modules/rw/test/encode-string-sync</a:t>
            </a:r>
          </a:p>
          <a:p>
            <a:pPr>
              <a:defRPr sz="1200"/>
            </a:pPr>
            <a:r>
              <a:t>D:/pasar_fix/node_modules/.bun/rw@1.3.3/node_modules/rw/test/encoding-async</a:t>
            </a:r>
          </a:p>
          <a:p>
            <a:pPr>
              <a:defRPr sz="1200"/>
            </a:pPr>
            <a:r>
              <a:t>D:/pasar_fix/node_modules/.bun/rw@1.3.3/node_modules/rw/test/encoding-sync</a:t>
            </a:r>
          </a:p>
          <a:p>
            <a:pPr>
              <a:defRPr sz="1200"/>
            </a:pPr>
            <a:r>
              <a:t>D:/pasar_fix/node_modules/.bun/rw@1.3.3/node_modules/rw/test/run-tests</a:t>
            </a:r>
          </a:p>
          <a:p>
            <a:pPr>
              <a:defRPr sz="1200"/>
            </a:pPr>
            <a:r>
              <a:t>D:/pasar_fix/node_modules/.bun/rw@1.3.3/node_modules/rw/test/utf8.txt</a:t>
            </a:r>
          </a:p>
          <a:p>
            <a:pPr>
              <a:defRPr sz="1200"/>
            </a:pPr>
            <a:r>
              <a:t>D:/pasar_fix/node_modules/.bun/rw@1.3.3/node_modules/rw/test/wc-async</a:t>
            </a:r>
          </a:p>
          <a:p>
            <a:pPr>
              <a:defRPr sz="1200"/>
            </a:pPr>
            <a:r>
              <a:t>D:/pasar_fix/node_modules/.bun/rw@1.3.3/node_modules/rw/test/wc-sync</a:t>
            </a:r>
          </a:p>
          <a:p>
            <a:pPr>
              <a:defRPr sz="1200"/>
            </a:pPr>
            <a:r>
              <a:t>D:/pasar_fix/node_modules/.bun/rw@1.3.3/node_modules/rw/test/write-async</a:t>
            </a:r>
          </a:p>
          <a:p>
            <a:pPr>
              <a:defRPr sz="1200"/>
            </a:pPr>
            <a:r>
              <a:t>D:/pasar_fix/node_modules/.bun/rw@1.3.3/node_modules/rw/test/write-sync</a:t>
            </a:r>
          </a:p>
          <a:p>
            <a:pPr>
              <a:defRPr sz="1200"/>
            </a:pPr>
            <a:r>
              <a:t>D:/pasar_fix/node_modules/.bun/safe-buffer@5.1.2/node_modules/safe-buffer/index.d.ts</a:t>
            </a:r>
          </a:p>
          <a:p>
            <a:pPr>
              <a:defRPr sz="1200"/>
            </a:pPr>
            <a:r>
              <a:t>D:/pasar_fix/node_modules/.bun/safe-buffer@5.1.2/node_modules/safe-buffer/index.js</a:t>
            </a:r>
          </a:p>
          <a:p>
            <a:pPr>
              <a:defRPr sz="1200"/>
            </a:pPr>
            <a:r>
              <a:t>D:/pasar_fix/node_modules/.bun/safe-buffer@5.1.2/node_modules/safe-buffer/LICENSE</a:t>
            </a:r>
          </a:p>
          <a:p>
            <a:pPr>
              <a:defRPr sz="1200"/>
            </a:pPr>
            <a:r>
              <a:t>D:/pasar_fix/node_modules/.bun/safe-buffer@5.1.2/node_modules/safe-buffer/package.json</a:t>
            </a:r>
          </a:p>
          <a:p>
            <a:pPr>
              <a:defRPr sz="1200"/>
            </a:pPr>
            <a:r>
              <a:t>D:/pasar_fix/node_modules/.bun/safe-buffer@5.1.2/node_modules/safe-buffer/README.md</a:t>
            </a:r>
          </a:p>
          <a:p>
            <a:pPr>
              <a:defRPr sz="1200"/>
            </a:pPr>
            <a:r>
              <a:t>D:/pasar_fix/node_modules/.bun/safe-buffer@5.2.1/node_modules/safe-buffer/index.d.ts</a:t>
            </a:r>
          </a:p>
          <a:p>
            <a:pPr>
              <a:defRPr sz="1200"/>
            </a:pPr>
            <a:r>
              <a:t>D:/pasar_fix/node_modules/.bun/safe-buffer@5.2.1/node_modules/safe-buffer/index.js</a:t>
            </a:r>
          </a:p>
          <a:p>
            <a:pPr>
              <a:defRPr sz="1200"/>
            </a:pPr>
            <a:r>
              <a:t>D:/pasar_fix/node_modules/.bun/safe-buffer@5.2.1/node_modules/safe-buffer/LICENSE</a:t>
            </a:r>
          </a:p>
          <a:p>
            <a:pPr>
              <a:defRPr sz="1200"/>
            </a:pPr>
            <a:r>
              <a:t>D:/pasar_fix/node_modules/.bun/safe-buffer@5.2.1/node_modules/safe-buffer/package.json</a:t>
            </a:r>
          </a:p>
          <a:p>
            <a:pPr>
              <a:defRPr sz="1200"/>
            </a:pPr>
            <a:r>
              <a:t>D:/pasar_fix/node_modules/.bun/safe-buffer@5.2.1/node_modules/safe-buffer/README.md</a:t>
            </a:r>
          </a:p>
          <a:p>
            <a:pPr>
              <a:defRPr sz="1200"/>
            </a:pPr>
            <a:r>
              <a:t>D:/pasar_fix/node_modules/.bun/safer-buffer@2.1.2/node_modules/safer-buffer/dangerous.js</a:t>
            </a:r>
          </a:p>
          <a:p>
            <a:pPr>
              <a:defRPr sz="1200"/>
            </a:pPr>
            <a:r>
              <a:t>D:/pasar_fix/node_modules/.bun/safer-buffer@2.1.2/node_modules/safer-buffer/LICENSE</a:t>
            </a:r>
          </a:p>
          <a:p>
            <a:pPr>
              <a:defRPr sz="1200"/>
            </a:pPr>
            <a:r>
              <a:t>D:/pasar_fix/node_modules/.bun/safer-buffer@2.1.2/node_modules/safer-buffer/package.json</a:t>
            </a:r>
          </a:p>
          <a:p>
            <a:pPr>
              <a:defRPr sz="1200"/>
            </a:pPr>
            <a:r>
              <a:t>D:/pasar_fix/node_modules/.bun/safer-buffer@2.1.2/node_modules/safer-buffer/Porting-Buffer.md</a:t>
            </a:r>
          </a:p>
          <a:p>
            <a:pPr>
              <a:defRPr sz="1200"/>
            </a:pPr>
            <a:r>
              <a:t>D:/pasar_fix/node_modules/.bun/safer-buffer@2.1.2/node_modules/safer-buffer/Readme.md</a:t>
            </a:r>
          </a:p>
          <a:p>
            <a:pPr>
              <a:defRPr sz="1200"/>
            </a:pPr>
            <a:r>
              <a:t>D:/pasar_fix/node_modules/.bun/safer-buffer@2.1.2/node_modules/safer-buffer/safer.js</a:t>
            </a:r>
          </a:p>
          <a:p>
            <a:pPr>
              <a:defRPr sz="1200"/>
            </a:pPr>
            <a:r>
              <a:t>D:/pasar_fix/node_modules/.bun/safer-buffer@2.1.2/node_modules/safer-buffer/tests.js</a:t>
            </a:r>
          </a:p>
          <a:p>
            <a:pPr>
              <a:defRPr sz="1200"/>
            </a:pPr>
            <a:r>
              <a:t>D:/pasar_fix/node_modules/.bun/saxes@6.0.0/node_modules/saxes/package.json</a:t>
            </a:r>
          </a:p>
          <a:p>
            <a:pPr>
              <a:defRPr sz="1200"/>
            </a:pPr>
            <a:r>
              <a:t>D:/pasar_fix/node_modules/.bun/saxes@6.0.0/node_modules/saxes/README.md</a:t>
            </a:r>
          </a:p>
          <a:p>
            <a:pPr>
              <a:defRPr sz="1200"/>
            </a:pPr>
            <a:r>
              <a:t>D:/pasar_fix/node_modules/.bun/saxes@6.0.0/node_modules/saxes/saxes.d.ts</a:t>
            </a:r>
          </a:p>
          <a:p>
            <a:pPr>
              <a:defRPr sz="1200"/>
            </a:pPr>
            <a:r>
              <a:t>D:/pasar_fix/node_modules/.bun/saxes@6.0.0/node_modules/saxes/saxes.js</a:t>
            </a:r>
          </a:p>
          <a:p>
            <a:pPr>
              <a:defRPr sz="1200"/>
            </a:pPr>
            <a:r>
              <a:t>D:/pasar_fix/node_modules/.bun/saxes@6.0.0/node_modules/saxes/saxes.js.map</a:t>
            </a:r>
          </a:p>
          <a:p>
            <a:pPr>
              <a:defRPr sz="1200"/>
            </a:pPr>
            <a:r>
              <a:t>D:/pasar_fix/node_modules/.bun/scheduler@0.27.0/node_modules/scheduler/index.js</a:t>
            </a:r>
          </a:p>
          <a:p>
            <a:pPr>
              <a:defRPr sz="1200"/>
            </a:pPr>
            <a:r>
              <a:t>D:/pasar_fix/node_modules/.bun/scheduler@0.27.0/node_modules/scheduler/index.native.js</a:t>
            </a:r>
          </a:p>
          <a:p>
            <a:pPr>
              <a:defRPr sz="1200"/>
            </a:pPr>
            <a:r>
              <a:t>D:/pasar_fix/node_modules/.bun/scheduler@0.27.0/node_modules/scheduler/LICENSE</a:t>
            </a:r>
          </a:p>
          <a:p>
            <a:pPr>
              <a:defRPr sz="1200"/>
            </a:pPr>
            <a:r>
              <a:t>D:/pasar_fix/node_modules/.bun/scheduler@0.27.0/node_modules/scheduler/package.json</a:t>
            </a:r>
          </a:p>
          <a:p>
            <a:pPr>
              <a:defRPr sz="1200"/>
            </a:pPr>
            <a:r>
              <a:t>D:/pasar_fix/node_modules/.bun/scheduler@0.27.0/node_modules/scheduler/README.md</a:t>
            </a:r>
          </a:p>
          <a:p>
            <a:pPr>
              <a:defRPr sz="1200"/>
            </a:pPr>
            <a:r>
              <a:t>D:/pasar_fix/node_modules/.bun/scheduler@0.27.0/node_modules/scheduler/unstable_mock.js</a:t>
            </a:r>
          </a:p>
          <a:p>
            <a:pPr>
              <a:defRPr sz="1200"/>
            </a:pPr>
            <a:r>
              <a:t>D:/pasar_fix/node_modules/.bun/scheduler@0.27.0/node_modules/scheduler/unstable_post_task.js</a:t>
            </a:r>
          </a:p>
          <a:p>
            <a:pPr>
              <a:defRPr sz="1200"/>
            </a:pPr>
            <a:r>
              <a:t>D:/pasar_fix/node_modules/.bun/scheduler@0.27.0/node_modules/scheduler/cjs/scheduler-unstable_mock.development.js</a:t>
            </a:r>
          </a:p>
          <a:p>
            <a:pPr>
              <a:defRPr sz="1200"/>
            </a:pPr>
            <a:r>
              <a:t>D:/pasar_fix/node_modules/.bun/scheduler@0.27.0/node_modules/scheduler/cjs/scheduler-unstable_mock.production.js</a:t>
            </a:r>
          </a:p>
          <a:p>
            <a:pPr>
              <a:defRPr sz="1200"/>
            </a:pPr>
            <a:r>
              <a:t>D:/pasar_fix/node_modules/.bun/scheduler@0.27.0/node_modules/scheduler/cjs/scheduler-unstable_post_task.development.js</a:t>
            </a:r>
          </a:p>
          <a:p>
            <a:pPr>
              <a:defRPr sz="1200"/>
            </a:pPr>
            <a:r>
              <a:t>D:/pasar_fix/node_modules/.bun/scheduler@0.27.0/node_modules/scheduler/cjs/scheduler-unstable_post_task.production.js</a:t>
            </a:r>
          </a:p>
          <a:p>
            <a:pPr>
              <a:defRPr sz="1200"/>
            </a:pPr>
            <a:r>
              <a:t>D:/pasar_fix/node_modules/.bun/scheduler@0.27.0/node_modules/scheduler/cjs/scheduler.development.js</a:t>
            </a:r>
          </a:p>
          <a:p>
            <a:pPr>
              <a:defRPr sz="1200"/>
            </a:pPr>
            <a:r>
              <a:t>D:/pasar_fix/node_modules/.bun/scheduler@0.27.0/node_modules/scheduler/cjs/scheduler.native.development.js</a:t>
            </a:r>
          </a:p>
          <a:p>
            <a:pPr>
              <a:defRPr sz="1200"/>
            </a:pPr>
            <a:r>
              <a:t>D:/pasar_fix/node_modules/.bun/scheduler@0.27.0/node_modules/scheduler/cjs/scheduler.native.production.js</a:t>
            </a:r>
          </a:p>
          <a:p>
            <a:pPr>
              <a:defRPr sz="1200"/>
            </a:pPr>
            <a:r>
              <a:t>D:/pasar_fix/node_modules/.bun/scheduler@0.27.0/node_modules/scheduler/cjs/scheduler.production.js</a:t>
            </a:r>
          </a:p>
          <a:p>
            <a:pPr>
              <a:defRPr sz="1200"/>
            </a:pPr>
            <a:r>
              <a:t>D:/pasar_fix/node_modules/.bun/scule@1.3.0/node_modules/scule/LICENSE</a:t>
            </a:r>
          </a:p>
          <a:p>
            <a:pPr>
              <a:defRPr sz="1200"/>
            </a:pPr>
            <a:r>
              <a:t>D:/pasar_fix/node_modules/.bun/scule@1.3.0/node_modules/scule/package.json</a:t>
            </a:r>
          </a:p>
          <a:p>
            <a:pPr>
              <a:defRPr sz="1200"/>
            </a:pPr>
            <a:r>
              <a:t>D:/pasar_fix/node_modules/.bun/scule@1.3.0/node_modules/scule/README.md</a:t>
            </a:r>
          </a:p>
          <a:p>
            <a:pPr>
              <a:defRPr sz="1200"/>
            </a:pPr>
            <a:r>
              <a:t>D:/pasar_fix/node_modules/.bun/scule@1.3.0/node_modules/scule/dist/index.cjs</a:t>
            </a:r>
          </a:p>
          <a:p>
            <a:pPr>
              <a:defRPr sz="1200"/>
            </a:pPr>
            <a:r>
              <a:t>D:/pasar_fix/node_modules/.bun/scule@1.3.0/node_modules/scule/dist/index.d.cts</a:t>
            </a:r>
          </a:p>
          <a:p>
            <a:pPr>
              <a:defRPr sz="1200"/>
            </a:pPr>
            <a:r>
              <a:t>D:/pasar_fix/node_modules/.bun/scule@1.3.0/node_modules/scule/dist/index.d.mts</a:t>
            </a:r>
          </a:p>
          <a:p>
            <a:pPr>
              <a:defRPr sz="1200"/>
            </a:pPr>
            <a:r>
              <a:t>D:/pasar_fix/node_modules/.bun/scule@1.3.0/node_modules/scule/dist/index.d.ts</a:t>
            </a:r>
          </a:p>
          <a:p>
            <a:pPr>
              <a:defRPr sz="1200"/>
            </a:pPr>
            <a:r>
              <a:t>D:/pasar_fix/node_modules/.bun/scule@1.3.0/node_modules/scule/dist/index.mjs</a:t>
            </a:r>
          </a:p>
          <a:p>
            <a:pPr>
              <a:defRPr sz="1200"/>
            </a:pPr>
            <a:r>
              <a:t>D:/pasar_fix/node_modules/.bun/semver@6.3.1/node_modules/.bin/semver.bunx</a:t>
            </a:r>
          </a:p>
          <a:p>
            <a:pPr>
              <a:defRPr sz="1200"/>
            </a:pPr>
            <a:r>
              <a:t>D:/pasar_fix/node_modules/.bun/semver@6.3.1/node_modules/.bin/semver.exe</a:t>
            </a:r>
          </a:p>
          <a:p>
            <a:pPr>
              <a:defRPr sz="1200"/>
            </a:pPr>
            <a:r>
              <a:t>D:/pasar_fix/node_modules/.bun/semver@6.3.1/node_modules/semver/LICENSE</a:t>
            </a:r>
          </a:p>
          <a:p>
            <a:pPr>
              <a:defRPr sz="1200"/>
            </a:pPr>
            <a:r>
              <a:t>D:/pasar_fix/node_modules/.bun/semver@6.3.1/node_modules/semver/package.json</a:t>
            </a:r>
          </a:p>
          <a:p>
            <a:pPr>
              <a:defRPr sz="1200"/>
            </a:pPr>
            <a:r>
              <a:t>D:/pasar_fix/node_modules/.bun/semver@6.3.1/node_modules/semver/range.bnf</a:t>
            </a:r>
          </a:p>
          <a:p>
            <a:pPr>
              <a:defRPr sz="1200"/>
            </a:pPr>
            <a:r>
              <a:t>D:/pasar_fix/node_modules/.bun/semver@6.3.1/node_modules/semver/README.md</a:t>
            </a:r>
          </a:p>
          <a:p>
            <a:pPr>
              <a:defRPr sz="1200"/>
            </a:pPr>
            <a:r>
              <a:t>D:/pasar_fix/node_modules/.bun/semver@6.3.1/node_modules/semver/semver.js</a:t>
            </a:r>
          </a:p>
          <a:p>
            <a:pPr>
              <a:defRPr sz="1200"/>
            </a:pPr>
            <a:r>
              <a:t>D:/pasar_fix/node_modules/.bun/semver@6.3.1/node_modules/semver/bin/semver.js</a:t>
            </a:r>
          </a:p>
          <a:p>
            <a:pPr>
              <a:defRPr sz="1200"/>
            </a:pPr>
            <a:r>
              <a:t>D:/pasar_fix/node_modules/.bun/semver@7.8.0/node_modules/.bin/semver.bunx</a:t>
            </a:r>
          </a:p>
          <a:p>
            <a:pPr>
              <a:defRPr sz="1200"/>
            </a:pPr>
            <a:r>
              <a:t>D:/pasar_fix/node_modules/.bun/semver@7.8.0/node_modules/.bin/semver.exe</a:t>
            </a:r>
          </a:p>
          <a:p>
            <a:pPr>
              <a:defRPr sz="1200"/>
            </a:pPr>
            <a:r>
              <a:t>D:/pasar_fix/node_modules/.bun/semver@7.8.0/node_modules/semver/index.js</a:t>
            </a:r>
          </a:p>
          <a:p>
            <a:pPr>
              <a:defRPr sz="1200"/>
            </a:pPr>
            <a:r>
              <a:t>D:/pasar_fix/node_modules/.bun/semver@7.8.0/node_modules/semver/LICENSE</a:t>
            </a:r>
          </a:p>
          <a:p>
            <a:pPr>
              <a:defRPr sz="1200"/>
            </a:pPr>
            <a:r>
              <a:t>D:/pasar_fix/node_modules/.bun/semver@7.8.0/node_modules/semver/package.json</a:t>
            </a:r>
          </a:p>
          <a:p>
            <a:pPr>
              <a:defRPr sz="1200"/>
            </a:pPr>
            <a:r>
              <a:t>D:/pasar_fix/node_modules/.bun/semver@7.8.0/node_modules/semver/preload.js</a:t>
            </a:r>
          </a:p>
          <a:p>
            <a:pPr>
              <a:defRPr sz="1200"/>
            </a:pPr>
            <a:r>
              <a:t>D:/pasar_fix/node_modules/.bun/semver@7.8.0/node_modules/semver/range.bnf</a:t>
            </a:r>
          </a:p>
          <a:p>
            <a:pPr>
              <a:defRPr sz="1200"/>
            </a:pPr>
            <a:r>
              <a:t>D:/pasar_fix/node_modules/.bun/semver@7.8.0/node_modules/semver/README.md</a:t>
            </a:r>
          </a:p>
          <a:p>
            <a:pPr>
              <a:defRPr sz="1200"/>
            </a:pPr>
            <a:r>
              <a:t>D:/pasar_fix/node_modules/.bun/semver@7.8.0/node_modules/semver/bin/semver.js</a:t>
            </a:r>
          </a:p>
          <a:p>
            <a:pPr>
              <a:defRPr sz="1200"/>
            </a:pPr>
            <a:r>
              <a:t>D:/pasar_fix/node_modules/.bun/semver@7.8.0/node_modules/semver/classes/comparator.js</a:t>
            </a:r>
          </a:p>
          <a:p>
            <a:pPr>
              <a:defRPr sz="1200"/>
            </a:pPr>
            <a:r>
              <a:t>D:/pasar_fix/node_modules/.bun/semver@7.8.0/node_modules/semver/classes/index.js</a:t>
            </a:r>
          </a:p>
          <a:p>
            <a:pPr>
              <a:defRPr sz="1200"/>
            </a:pPr>
            <a:r>
              <a:t>D:/pasar_fix/node_modules/.bun/semver@7.8.0/node_modules/semver/classes/range.js</a:t>
            </a:r>
          </a:p>
          <a:p>
            <a:pPr>
              <a:defRPr sz="1200"/>
            </a:pPr>
            <a:r>
              <a:t>D:/pasar_fix/node_modules/.bun/semver@7.8.0/node_modules/semver/classes/semver.js</a:t>
            </a:r>
          </a:p>
          <a:p>
            <a:pPr>
              <a:defRPr sz="1200"/>
            </a:pPr>
            <a:r>
              <a:t>D:/pasar_fix/node_modules/.bun/semver@7.8.0/node_modules/semver/functions/clean.js</a:t>
            </a:r>
          </a:p>
          <a:p>
            <a:pPr>
              <a:defRPr sz="1200"/>
            </a:pPr>
            <a:r>
              <a:t>D:/pasar_fix/node_modules/.bun/semver@7.8.0/node_modules/semver/functions/cmp.js</a:t>
            </a:r>
          </a:p>
          <a:p>
            <a:pPr>
              <a:defRPr sz="1200"/>
            </a:pPr>
            <a:r>
              <a:t>D:/pasar_fix/node_modules/.bun/semver@7.8.0/node_modules/semver/functions/coerce.js</a:t>
            </a:r>
          </a:p>
          <a:p>
            <a:pPr>
              <a:defRPr sz="1200"/>
            </a:pPr>
            <a:r>
              <a:t>D:/pasar_fix/node_modules/.bun/semver@7.8.0/node_modules/semver/functions/compare-build.js</a:t>
            </a:r>
          </a:p>
          <a:p>
            <a:pPr>
              <a:defRPr sz="1200"/>
            </a:pPr>
            <a:r>
              <a:t>D:/pasar_fix/node_modules/.bun/semver@7.8.0/node_modules/semver/functions/compare-loose.js</a:t>
            </a:r>
          </a:p>
          <a:p>
            <a:pPr>
              <a:defRPr sz="1200"/>
            </a:pPr>
            <a:r>
              <a:t>D:/pasar_fix/node_modules/.bun/semver@7.8.0/node_modules/semver/functions/compare.js</a:t>
            </a:r>
          </a:p>
          <a:p>
            <a:pPr>
              <a:defRPr sz="1200"/>
            </a:pPr>
            <a:r>
              <a:t>D:/pasar_fix/node_modules/.bun/semver@7.8.0/node_modules/semver/functions/diff.js</a:t>
            </a:r>
          </a:p>
          <a:p>
            <a:pPr>
              <a:defRPr sz="1200"/>
            </a:pPr>
            <a:r>
              <a:t>D:/pasar_fix/node_modules/.bun/semver@7.8.0/node_modules/semver/functions/eq.js</a:t>
            </a:r>
          </a:p>
          <a:p>
            <a:pPr>
              <a:defRPr sz="1200"/>
            </a:pPr>
            <a:r>
              <a:t>D:/pasar_fix/node_modules/.bun/semver@7.8.0/node_modules/semver/functions/gt.js</a:t>
            </a:r>
          </a:p>
          <a:p>
            <a:pPr>
              <a:defRPr sz="1200"/>
            </a:pPr>
            <a:r>
              <a:t>D:/pasar_fix/node_modules/.bun/semver@7.8.0/node_modules/semver/functions/gte.js</a:t>
            </a:r>
          </a:p>
          <a:p>
            <a:pPr>
              <a:defRPr sz="1200"/>
            </a:pPr>
            <a:r>
              <a:t>D:/pasar_fix/node_modules/.bun/semver@7.8.0/node_modules/semver/functions/inc.js</a:t>
            </a:r>
          </a:p>
          <a:p>
            <a:pPr>
              <a:defRPr sz="1200"/>
            </a:pPr>
            <a:r>
              <a:t>D:/pasar_fix/node_modules/.bun/semver@7.8.0/node_modules/semver/functions/lt.js</a:t>
            </a:r>
          </a:p>
          <a:p>
            <a:pPr>
              <a:defRPr sz="1200"/>
            </a:pPr>
            <a:r>
              <a:t>D:/pasar_fix/node_modules/.bun/semver@7.8.0/node_modules/semver/functions/lte.js</a:t>
            </a:r>
          </a:p>
          <a:p>
            <a:pPr>
              <a:defRPr sz="1200"/>
            </a:pPr>
            <a:r>
              <a:t>D:/pasar_fix/node_modules/.bun/semver@7.8.0/node_modules/semver/functions/major.js</a:t>
            </a:r>
          </a:p>
          <a:p>
            <a:pPr>
              <a:defRPr sz="1200"/>
            </a:pPr>
            <a:r>
              <a:t>D:/pasar_fix/node_modules/.bun/semver@7.8.0/node_modules/semver/functions/minor.js</a:t>
            </a:r>
          </a:p>
          <a:p>
            <a:pPr>
              <a:defRPr sz="1200"/>
            </a:pPr>
            <a:r>
              <a:t>D:/pasar_fix/node_modules/.bun/semver@7.8.0/node_modules/semver/functions/neq.js</a:t>
            </a:r>
          </a:p>
          <a:p>
            <a:pPr>
              <a:defRPr sz="1200"/>
            </a:pPr>
            <a:r>
              <a:t>D:/pasar_fix/node_modules/.bun/semver@7.8.0/node_modules/semver/functions/parse.js</a:t>
            </a:r>
          </a:p>
          <a:p>
            <a:pPr>
              <a:defRPr sz="1200"/>
            </a:pPr>
            <a:r>
              <a:t>D:/pasar_fix/node_modules/.bun/semver@7.8.0/node_modules/semver/functions/patch.js</a:t>
            </a:r>
          </a:p>
          <a:p>
            <a:pPr>
              <a:defRPr sz="1200"/>
            </a:pPr>
            <a:r>
              <a:t>D:/pasar_fix/node_modules/.bun/semver@7.8.0/node_modules/semver/functions/prerelease.js</a:t>
            </a:r>
          </a:p>
          <a:p>
            <a:pPr>
              <a:defRPr sz="1200"/>
            </a:pPr>
            <a:r>
              <a:t>D:/pasar_fix/node_modules/.bun/semver@7.8.0/node_modules/semver/functions/rcompare.js</a:t>
            </a:r>
          </a:p>
          <a:p>
            <a:pPr>
              <a:defRPr sz="1200"/>
            </a:pPr>
            <a:r>
              <a:t>D:/pasar_fix/node_modules/.bun/semver@7.8.0/node_modules/semver/functions/rsort.js</a:t>
            </a:r>
          </a:p>
          <a:p>
            <a:pPr>
              <a:defRPr sz="1200"/>
            </a:pPr>
            <a:r>
              <a:t>D:/pasar_fix/node_modules/.bun/semver@7.8.0/node_modules/semver/functions/satisfies.js</a:t>
            </a:r>
          </a:p>
          <a:p>
            <a:pPr>
              <a:defRPr sz="1200"/>
            </a:pPr>
            <a:r>
              <a:t>D:/pasar_fix/node_modules/.bun/semver@7.8.0/node_modules/semver/functions/sort.js</a:t>
            </a:r>
          </a:p>
          <a:p>
            <a:pPr>
              <a:defRPr sz="1200"/>
            </a:pPr>
            <a:r>
              <a:t>D:/pasar_fix/node_modules/.bun/semver@7.8.0/node_modules/semver/functions/truncate.js</a:t>
            </a:r>
          </a:p>
          <a:p>
            <a:pPr>
              <a:defRPr sz="1200"/>
            </a:pPr>
            <a:r>
              <a:t>D:/pasar_fix/node_modules/.bun/semver@7.8.0/node_modules/semver/functions/valid.js</a:t>
            </a:r>
          </a:p>
          <a:p>
            <a:pPr>
              <a:defRPr sz="1200"/>
            </a:pPr>
            <a:r>
              <a:t>D:/pasar_fix/node_modules/.bun/semver@7.8.0/node_modules/semver/internal/constants.js</a:t>
            </a:r>
          </a:p>
          <a:p>
            <a:pPr>
              <a:defRPr sz="1200"/>
            </a:pPr>
            <a:r>
              <a:t>D:/pasar_fix/node_modules/.bun/semver@7.8.0/node_modules/semver/internal/debug.js</a:t>
            </a:r>
          </a:p>
          <a:p>
            <a:pPr>
              <a:defRPr sz="1200"/>
            </a:pPr>
            <a:r>
              <a:t>D:/pasar_fix/node_modules/.bun/semver@7.8.0/node_modules/semver/internal/identifiers.js</a:t>
            </a:r>
          </a:p>
          <a:p>
            <a:pPr>
              <a:defRPr sz="1200"/>
            </a:pPr>
            <a:r>
              <a:t>D:/pasar_fix/node_modules/.bun/semver@7.8.0/node_modules/semver/internal/lrucache.js</a:t>
            </a:r>
          </a:p>
          <a:p>
            <a:pPr>
              <a:defRPr sz="1200"/>
            </a:pPr>
            <a:r>
              <a:t>D:/pasar_fix/node_modules/.bun/semver@7.8.0/node_modules/semver/internal/parse-options.js</a:t>
            </a:r>
          </a:p>
          <a:p>
            <a:pPr>
              <a:defRPr sz="1200"/>
            </a:pPr>
            <a:r>
              <a:t>D:/pasar_fix/node_modules/.bun/semver@7.8.0/node_modules/semver/internal/re.js</a:t>
            </a:r>
          </a:p>
          <a:p>
            <a:pPr>
              <a:defRPr sz="1200"/>
            </a:pPr>
            <a:r>
              <a:t>D:/pasar_fix/node_modules/.bun/semver@7.8.0/node_modules/semver/ranges/gtr.js</a:t>
            </a:r>
          </a:p>
          <a:p>
            <a:pPr>
              <a:defRPr sz="1200"/>
            </a:pPr>
            <a:r>
              <a:t>D:/pasar_fix/node_modules/.bun/semver@7.8.0/node_modules/semver/ranges/intersects.js</a:t>
            </a:r>
          </a:p>
          <a:p>
            <a:pPr>
              <a:defRPr sz="1200"/>
            </a:pPr>
            <a:r>
              <a:t>D:/pasar_fix/node_modules/.bun/semver@7.8.0/node_modules/semver/ranges/ltr.js</a:t>
            </a:r>
          </a:p>
          <a:p>
            <a:pPr>
              <a:defRPr sz="1200"/>
            </a:pPr>
            <a:r>
              <a:t>D:/pasar_fix/node_modules/.bun/semver@7.8.0/node_modules/semver/ranges/max-satisfying.js</a:t>
            </a:r>
          </a:p>
          <a:p>
            <a:pPr>
              <a:defRPr sz="1200"/>
            </a:pPr>
            <a:r>
              <a:t>D:/pasar_fix/node_modules/.bun/semver@7.8.0/node_modules/semver/ranges/min-satisfying.js</a:t>
            </a:r>
          </a:p>
          <a:p>
            <a:pPr>
              <a:defRPr sz="1200"/>
            </a:pPr>
            <a:r>
              <a:t>D:/pasar_fix/node_modules/.bun/semver@7.8.0/node_modules/semver/ranges/min-version.js</a:t>
            </a:r>
          </a:p>
          <a:p>
            <a:pPr>
              <a:defRPr sz="1200"/>
            </a:pPr>
            <a:r>
              <a:t>D:/pasar_fix/node_modules/.bun/semver@7.8.0/node_modules/semver/ranges/outside.js</a:t>
            </a:r>
          </a:p>
          <a:p>
            <a:pPr>
              <a:defRPr sz="1200"/>
            </a:pPr>
            <a:r>
              <a:t>D:/pasar_fix/node_modules/.bun/semver@7.8.0/node_modules/semver/ranges/simplify.js</a:t>
            </a:r>
          </a:p>
          <a:p>
            <a:pPr>
              <a:defRPr sz="1200"/>
            </a:pPr>
            <a:r>
              <a:t>D:/pasar_fix/node_modules/.bun/semver@7.8.0/node_modules/semver/ranges/subset.js</a:t>
            </a:r>
          </a:p>
          <a:p>
            <a:pPr>
              <a:defRPr sz="1200"/>
            </a:pPr>
            <a:r>
              <a:t>D:/pasar_fix/node_modules/.bun/semver@7.8.0/node_modules/semver/ranges/to-comparators.js</a:t>
            </a:r>
          </a:p>
          <a:p>
            <a:pPr>
              <a:defRPr sz="1200"/>
            </a:pPr>
            <a:r>
              <a:t>D:/pasar_fix/node_modules/.bun/semver@7.8.0/node_modules/semver/ranges/valid.js</a:t>
            </a:r>
          </a:p>
          <a:p>
            <a:pPr>
              <a:defRPr sz="1200"/>
            </a:pPr>
            <a:r>
              <a:t>D:/pasar_fix/node_modules/.bun/send@1.2.1/node_modules/send/index.js</a:t>
            </a:r>
          </a:p>
          <a:p>
            <a:pPr>
              <a:defRPr sz="1200"/>
            </a:pPr>
            <a:r>
              <a:t>D:/pasar_fix/node_modules/.bun/send@1.2.1/node_modules/send/LICENSE</a:t>
            </a:r>
          </a:p>
          <a:p>
            <a:pPr>
              <a:defRPr sz="1200"/>
            </a:pPr>
            <a:r>
              <a:t>D:/pasar_fix/node_modules/.bun/send@1.2.1/node_modules/send/package.json</a:t>
            </a:r>
          </a:p>
          <a:p>
            <a:pPr>
              <a:defRPr sz="1200"/>
            </a:pPr>
            <a:r>
              <a:t>D:/pasar_fix/node_modules/.bun/send@1.2.1/node_modules/send/README.md</a:t>
            </a:r>
          </a:p>
          <a:p>
            <a:pPr>
              <a:defRPr sz="1200"/>
            </a:pPr>
            <a:r>
              <a:t>D:/pasar_fix/node_modules/.bun/serialize-javascript@7.0.5/node_modules/serialize-javascript/index.js</a:t>
            </a:r>
          </a:p>
          <a:p>
            <a:pPr>
              <a:defRPr sz="1200"/>
            </a:pPr>
            <a:r>
              <a:t>D:/pasar_fix/node_modules/.bun/serialize-javascript@7.0.5/node_modules/serialize-javascript/LICENSE</a:t>
            </a:r>
          </a:p>
          <a:p>
            <a:pPr>
              <a:defRPr sz="1200"/>
            </a:pPr>
            <a:r>
              <a:t>D:/pasar_fix/node_modules/.bun/serialize-javascript@7.0.5/node_modules/serialize-javascript/package.json</a:t>
            </a:r>
          </a:p>
          <a:p>
            <a:pPr>
              <a:defRPr sz="1200"/>
            </a:pPr>
            <a:r>
              <a:t>D:/pasar_fix/node_modules/.bun/serialize-javascript@7.0.5/node_modules/serialize-javascript/README.md</a:t>
            </a:r>
          </a:p>
          <a:p>
            <a:pPr>
              <a:defRPr sz="1200"/>
            </a:pPr>
            <a:r>
              <a:t>D:/pasar_fix/node_modules/.bun/seroval-plugins@1.5.4+59fac0ca88a6ae90/node_modules/seroval-plugins/LICENSE</a:t>
            </a:r>
          </a:p>
          <a:p>
            <a:pPr>
              <a:defRPr sz="1200"/>
            </a:pPr>
            <a:r>
              <a:t>D:/pasar_fix/node_modules/.bun/seroval-plugins@1.5.4+59fac0ca88a6ae90/node_modules/seroval-plugins/package.json</a:t>
            </a:r>
          </a:p>
          <a:p>
            <a:pPr>
              <a:defRPr sz="1200"/>
            </a:pPr>
            <a:r>
              <a:t>D:/pasar_fix/node_modules/.bun/seroval-plugins@1.5.4+59fac0ca88a6ae90/node_modules/seroval-plugins/README.md</a:t>
            </a:r>
          </a:p>
          <a:p>
            <a:pPr>
              <a:defRPr sz="1200"/>
            </a:pPr>
            <a:r>
              <a:t>D:/pasar_fix/node_modules/.bun/seroval-plugins@1.5.4+59fac0ca88a6ae90/node_modules/seroval-plugins/dist/cjs/development/web.cjs</a:t>
            </a:r>
          </a:p>
          <a:p>
            <a:pPr>
              <a:defRPr sz="1200"/>
            </a:pPr>
            <a:r>
              <a:t>D:/pasar_fix/node_modules/.bun/seroval-plugins@1.5.4+59fac0ca88a6ae90/node_modules/seroval-plugins/dist/cjs/development/web.cjs.map</a:t>
            </a:r>
          </a:p>
          <a:p>
            <a:pPr>
              <a:defRPr sz="1200"/>
            </a:pPr>
            <a:r>
              <a:t>D:/pasar_fix/node_modules/.bun/seroval-plugins@1.5.4+59fac0ca88a6ae90/node_modules/seroval-plugins/dist/cjs/production/web.cjs</a:t>
            </a:r>
          </a:p>
          <a:p>
            <a:pPr>
              <a:defRPr sz="1200"/>
            </a:pPr>
            <a:r>
              <a:t>D:/pasar_fix/node_modules/.bun/seroval-plugins@1.5.4+59fac0ca88a6ae90/node_modules/seroval-plugins/dist/esm/development/web.mjs</a:t>
            </a:r>
          </a:p>
          <a:p>
            <a:pPr>
              <a:defRPr sz="1200"/>
            </a:pPr>
            <a:r>
              <a:t>D:/pasar_fix/node_modules/.bun/seroval-plugins@1.5.4+59fac0ca88a6ae90/node_modules/seroval-plugins/dist/esm/development/web.mjs.map</a:t>
            </a:r>
          </a:p>
          <a:p>
            <a:pPr>
              <a:defRPr sz="1200"/>
            </a:pPr>
            <a:r>
              <a:t>D:/pasar_fix/node_modules/.bun/seroval-plugins@1.5.4+59fac0ca88a6ae90/node_modules/seroval-plugins/dist/esm/production/web.mjs</a:t>
            </a:r>
          </a:p>
          <a:p>
            <a:pPr>
              <a:defRPr sz="1200"/>
            </a:pPr>
            <a:r>
              <a:t>D:/pasar_fix/node_modules/.bun/seroval-plugins@1.5.4+59fac0ca88a6ae90/node_modules/seroval-plugins/dist/types/web/abort-signal.d.ts</a:t>
            </a:r>
          </a:p>
          <a:p>
            <a:pPr>
              <a:defRPr sz="1200"/>
            </a:pPr>
            <a:r>
              <a:t>D:/pasar_fix/node_modules/.bun/seroval-plugins@1.5.4+59fac0ca88a6ae90/node_modules/seroval-plugins/dist/types/web/abort-signal.d.ts.map</a:t>
            </a:r>
          </a:p>
          <a:p>
            <a:pPr>
              <a:defRPr sz="1200"/>
            </a:pPr>
            <a:r>
              <a:t>D:/pasar_fix/node_modules/.bun/seroval-plugins@1.5.4+59fac0ca88a6ae90/node_modules/seroval-plugins/dist/types/web/blob.d.ts</a:t>
            </a:r>
          </a:p>
          <a:p>
            <a:pPr>
              <a:defRPr sz="1200"/>
            </a:pPr>
            <a:r>
              <a:t>D:/pasar_fix/node_modules/.bun/seroval-plugins@1.5.4+59fac0ca88a6ae90/node_modules/seroval-plugins/dist/types/web/blob.d.ts.map</a:t>
            </a:r>
          </a:p>
          <a:p>
            <a:pPr>
              <a:defRPr sz="1200"/>
            </a:pPr>
            <a:r>
              <a:t>D:/pasar_fix/node_modules/.bun/seroval-plugins@1.5.4+59fac0ca88a6ae90/node_modules/seroval-plugins/dist/types/web/custom-event.d.ts</a:t>
            </a:r>
          </a:p>
          <a:p>
            <a:pPr>
              <a:defRPr sz="1200"/>
            </a:pPr>
            <a:r>
              <a:t>D:/pasar_fix/node_modules/.bun/seroval-plugins@1.5.4+59fac0ca88a6ae90/node_modules/seroval-plugins/dist/types/web/custom-event.d.ts.map</a:t>
            </a:r>
          </a:p>
          <a:p>
            <a:pPr>
              <a:defRPr sz="1200"/>
            </a:pPr>
            <a:r>
              <a:t>D:/pasar_fix/node_modules/.bun/seroval-plugins@1.5.4+59fac0ca88a6ae90/node_modules/seroval-plugins/dist/types/web/dom-exception.d.ts</a:t>
            </a:r>
          </a:p>
          <a:p>
            <a:pPr>
              <a:defRPr sz="1200"/>
            </a:pPr>
            <a:r>
              <a:t>D:/pasar_fix/node_modules/.bun/seroval-plugins@1.5.4+59fac0ca88a6ae90/node_modules/seroval-plugins/dist/types/web/dom-exception.d.ts.map</a:t>
            </a:r>
          </a:p>
          <a:p>
            <a:pPr>
              <a:defRPr sz="1200"/>
            </a:pPr>
            <a:r>
              <a:t>D:/pasar_fix/node_modules/.bun/seroval-plugins@1.5.4+59fac0ca88a6ae90/node_modules/seroval-plugins/dist/types/web/event.d.ts</a:t>
            </a:r>
          </a:p>
          <a:p>
            <a:pPr>
              <a:defRPr sz="1200"/>
            </a:pPr>
            <a:r>
              <a:t>D:/pasar_fix/node_modules/.bun/seroval-plugins@1.5.4+59fac0ca88a6ae90/node_modules/seroval-plugins/dist/types/web/event.d.ts.map</a:t>
            </a:r>
          </a:p>
          <a:p>
            <a:pPr>
              <a:defRPr sz="1200"/>
            </a:pPr>
            <a:r>
              <a:t>D:/pasar_fix/node_modules/.bun/seroval-plugins@1.5.4+59fac0ca88a6ae90/node_modules/seroval-plugins/dist/types/web/file.d.ts</a:t>
            </a:r>
          </a:p>
          <a:p>
            <a:pPr>
              <a:defRPr sz="1200"/>
            </a:pPr>
            <a:r>
              <a:t>D:/pasar_fix/node_modules/.bun/seroval-plugins@1.5.4+59fac0ca88a6ae90/node_modules/seroval-plugins/dist/types/web/file.d.ts.map</a:t>
            </a:r>
          </a:p>
          <a:p>
            <a:pPr>
              <a:defRPr sz="1200"/>
            </a:pPr>
            <a:r>
              <a:t>D:/pasar_fix/node_modules/.bun/seroval-plugins@1.5.4+59fac0ca88a6ae90/node_modules/seroval-plugins/dist/types/web/form-data.d.ts</a:t>
            </a:r>
          </a:p>
          <a:p>
            <a:pPr>
              <a:defRPr sz="1200"/>
            </a:pPr>
            <a:r>
              <a:t>D:/pasar_fix/node_modules/.bun/seroval-plugins@1.5.4+59fac0ca88a6ae90/node_modules/seroval-plugins/dist/types/web/form-data.d.ts.map</a:t>
            </a:r>
          </a:p>
          <a:p>
            <a:pPr>
              <a:defRPr sz="1200"/>
            </a:pPr>
            <a:r>
              <a:t>D:/pasar_fix/node_modules/.bun/seroval-plugins@1.5.4+59fac0ca88a6ae90/node_modules/seroval-plugins/dist/types/web/headers.d.ts</a:t>
            </a:r>
          </a:p>
          <a:p>
            <a:pPr>
              <a:defRPr sz="1200"/>
            </a:pPr>
            <a:r>
              <a:t>D:/pasar_fix/node_modules/.bun/seroval-plugins@1.5.4+59fac0ca88a6ae90/node_modules/seroval-plugins/dist/types/web/headers.d.ts.map</a:t>
            </a:r>
          </a:p>
          <a:p>
            <a:pPr>
              <a:defRPr sz="1200"/>
            </a:pPr>
            <a:r>
              <a:t>D:/pasar_fix/node_modules/.bun/seroval-plugins@1.5.4+59fac0ca88a6ae90/node_modules/seroval-plugins/dist/types/web/image-data.d.ts</a:t>
            </a:r>
          </a:p>
          <a:p>
            <a:pPr>
              <a:defRPr sz="1200"/>
            </a:pPr>
            <a:r>
              <a:t>D:/pasar_fix/node_modules/.bun/seroval-plugins@1.5.4+59fac0ca88a6ae90/node_modules/seroval-plugins/dist/types/web/image-data.d.ts.map</a:t>
            </a:r>
          </a:p>
          <a:p>
            <a:pPr>
              <a:defRPr sz="1200"/>
            </a:pPr>
            <a:r>
              <a:t>D:/pasar_fix/node_modules/.bun/seroval-plugins@1.5.4+59fac0ca88a6ae90/node_modules/seroval-plugins/dist/types/web/index.d.ts</a:t>
            </a:r>
          </a:p>
          <a:p>
            <a:pPr>
              <a:defRPr sz="1200"/>
            </a:pPr>
            <a:r>
              <a:t>D:/pasar_fix/node_modules/.bun/seroval-plugins@1.5.4+59fac0ca88a6ae90/node_modules/seroval-plugins/dist/types/web/index.d.ts.map</a:t>
            </a:r>
          </a:p>
          <a:p>
            <a:pPr>
              <a:defRPr sz="1200"/>
            </a:pPr>
            <a:r>
              <a:t>D:/pasar_fix/node_modules/.bun/seroval-plugins@1.5.4+59fac0ca88a6ae90/node_modules/seroval-plugins/dist/types/web/readable-stream.d.ts</a:t>
            </a:r>
          </a:p>
          <a:p>
            <a:pPr>
              <a:defRPr sz="1200"/>
            </a:pPr>
            <a:r>
              <a:t>D:/pasar_fix/node_modules/.bun/seroval-plugins@1.5.4+59fac0ca88a6ae90/node_modules/seroval-plugins/dist/types/web/readable-stream.d.ts.map</a:t>
            </a:r>
          </a:p>
          <a:p>
            <a:pPr>
              <a:defRPr sz="1200"/>
            </a:pPr>
            <a:r>
              <a:t>D:/pasar_fix/node_modules/.bun/seroval-plugins@1.5.4+59fac0ca88a6ae90/node_modules/seroval-plugins/dist/types/web/request.d.ts</a:t>
            </a:r>
          </a:p>
          <a:p>
            <a:pPr>
              <a:defRPr sz="1200"/>
            </a:pPr>
            <a:r>
              <a:t>D:/pasar_fix/node_modules/.bun/seroval-plugins@1.5.4+59fac0ca88a6ae90/node_modules/seroval-plugins/dist/types/web/request.d.ts.map</a:t>
            </a:r>
          </a:p>
          <a:p>
            <a:pPr>
              <a:defRPr sz="1200"/>
            </a:pPr>
            <a:r>
              <a:t>D:/pasar_fix/node_modules/.bun/seroval-plugins@1.5.4+59fac0ca88a6ae90/node_modules/seroval-plugins/dist/types/web/response.d.ts</a:t>
            </a:r>
          </a:p>
          <a:p>
            <a:pPr>
              <a:defRPr sz="1200"/>
            </a:pPr>
            <a:r>
              <a:t>D:/pasar_fix/node_modules/.bun/seroval-plugins@1.5.4+59fac0ca88a6ae90/node_modules/seroval-plugins/dist/types/web/response.d.ts.map</a:t>
            </a:r>
          </a:p>
          <a:p>
            <a:pPr>
              <a:defRPr sz="1200"/>
            </a:pPr>
            <a:r>
              <a:t>D:/pasar_fix/node_modules/.bun/seroval-plugins@1.5.4+59fac0ca88a6ae90/node_modules/seroval-plugins/dist/types/web/url-search-params.d.ts</a:t>
            </a:r>
          </a:p>
          <a:p>
            <a:pPr>
              <a:defRPr sz="1200"/>
            </a:pPr>
            <a:r>
              <a:t>D:/pasar_fix/node_modules/.bun/seroval-plugins@1.5.4+59fac0ca88a6ae90/node_modules/seroval-plugins/dist/types/web/url-search-params.d.ts.map</a:t>
            </a:r>
          </a:p>
          <a:p>
            <a:pPr>
              <a:defRPr sz="1200"/>
            </a:pPr>
            <a:r>
              <a:t>D:/pasar_fix/node_modules/.bun/seroval-plugins@1.5.4+59fac0ca88a6ae90/node_modules/seroval-plugins/dist/types/web/url.d.ts</a:t>
            </a:r>
          </a:p>
          <a:p>
            <a:pPr>
              <a:defRPr sz="1200"/>
            </a:pPr>
            <a:r>
              <a:t>D:/pasar_fix/node_modules/.bun/seroval-plugins@1.5.4+59fac0ca88a6ae90/node_modules/seroval-plugins/dist/types/web/url.d.ts.map</a:t>
            </a:r>
          </a:p>
          <a:p>
            <a:pPr>
              <a:defRPr sz="1200"/>
            </a:pPr>
            <a:r>
              <a:t>D:/pasar_fix/node_modules/.bun/seroval-plugins@1.5.4+59fac0ca88a6ae90/node_modules/seroval-plugins/web/abort-signal.ts</a:t>
            </a:r>
          </a:p>
          <a:p>
            <a:pPr>
              <a:defRPr sz="1200"/>
            </a:pPr>
            <a:r>
              <a:t>D:/pasar_fix/node_modules/.bun/seroval-plugins@1.5.4+59fac0ca88a6ae90/node_modules/seroval-plugins/web/blob.ts</a:t>
            </a:r>
          </a:p>
          <a:p>
            <a:pPr>
              <a:defRPr sz="1200"/>
            </a:pPr>
            <a:r>
              <a:t>D:/pasar_fix/node_modules/.bun/seroval-plugins@1.5.4+59fac0ca88a6ae90/node_modules/seroval-plugins/web/custom-event.ts</a:t>
            </a:r>
          </a:p>
          <a:p>
            <a:pPr>
              <a:defRPr sz="1200"/>
            </a:pPr>
            <a:r>
              <a:t>D:/pasar_fix/node_modules/.bun/seroval-plugins@1.5.4+59fac0ca88a6ae90/node_modules/seroval-plugins/web/dom-exception.ts</a:t>
            </a:r>
          </a:p>
          <a:p>
            <a:pPr>
              <a:defRPr sz="1200"/>
            </a:pPr>
            <a:r>
              <a:t>D:/pasar_fix/node_modules/.bun/seroval-plugins@1.5.4+59fac0ca88a6ae90/node_modules/seroval-plugins/web/event.ts</a:t>
            </a:r>
          </a:p>
          <a:p>
            <a:pPr>
              <a:defRPr sz="1200"/>
            </a:pPr>
            <a:r>
              <a:t>D:/pasar_fix/node_modules/.bun/seroval-plugins@1.5.4+59fac0ca88a6ae90/node_modules/seroval-plugins/web/file.ts</a:t>
            </a:r>
          </a:p>
          <a:p>
            <a:pPr>
              <a:defRPr sz="1200"/>
            </a:pPr>
            <a:r>
              <a:t>D:/pasar_fix/node_modules/.bun/seroval-plugins@1.5.4+59fac0ca88a6ae90/node_modules/seroval-plugins/web/form-data.ts</a:t>
            </a:r>
          </a:p>
          <a:p>
            <a:pPr>
              <a:defRPr sz="1200"/>
            </a:pPr>
            <a:r>
              <a:t>D:/pasar_fix/node_modules/.bun/seroval-plugins@1.5.4+59fac0ca88a6ae90/node_modules/seroval-plugins/web/headers.ts</a:t>
            </a:r>
          </a:p>
          <a:p>
            <a:pPr>
              <a:defRPr sz="1200"/>
            </a:pPr>
            <a:r>
              <a:t>D:/pasar_fix/node_modules/.bun/seroval-plugins@1.5.4+59fac0ca88a6ae90/node_modules/seroval-plugins/web/image-data.ts</a:t>
            </a:r>
          </a:p>
          <a:p>
            <a:pPr>
              <a:defRPr sz="1200"/>
            </a:pPr>
            <a:r>
              <a:t>D:/pasar_fix/node_modules/.bun/seroval-plugins@1.5.4+59fac0ca88a6ae90/node_modules/seroval-plugins/web/index.ts</a:t>
            </a:r>
          </a:p>
          <a:p>
            <a:pPr>
              <a:defRPr sz="1200"/>
            </a:pPr>
            <a:r>
              <a:t>D:/pasar_fix/node_modules/.bun/seroval-plugins@1.5.4+59fac0ca88a6ae90/node_modules/seroval-plugins/web/readable-stream.ts</a:t>
            </a:r>
          </a:p>
          <a:p>
            <a:pPr>
              <a:defRPr sz="1200"/>
            </a:pPr>
            <a:r>
              <a:t>D:/pasar_fix/node_modules/.bun/seroval-plugins@1.5.4+59fac0ca88a6ae90/node_modules/seroval-plugins/web/request.ts</a:t>
            </a:r>
          </a:p>
          <a:p>
            <a:pPr>
              <a:defRPr sz="1200"/>
            </a:pPr>
            <a:r>
              <a:t>D:/pasar_fix/node_modules/.bun/seroval-plugins@1.5.4+59fac0ca88a6ae90/node_modules/seroval-plugins/web/response.ts</a:t>
            </a:r>
          </a:p>
          <a:p>
            <a:pPr>
              <a:defRPr sz="1200"/>
            </a:pPr>
            <a:r>
              <a:t>D:/pasar_fix/node_modules/.bun/seroval-plugins@1.5.4+59fac0ca88a6ae90/node_modules/seroval-plugins/web/url-search-params.ts</a:t>
            </a:r>
          </a:p>
          <a:p>
            <a:pPr>
              <a:defRPr sz="1200"/>
            </a:pPr>
            <a:r>
              <a:t>D:/pasar_fix/node_modules/.bun/seroval-plugins@1.5.4+59fac0ca88a6ae90/node_modules/seroval-plugins/web/url.ts</a:t>
            </a:r>
          </a:p>
          <a:p>
            <a:pPr>
              <a:defRPr sz="1200"/>
            </a:pPr>
            <a:r>
              <a:t>D:/pasar_fix/node_modules/.bun/seroval@1.5.4/node_modules/seroval/LICENSE</a:t>
            </a:r>
          </a:p>
          <a:p>
            <a:pPr>
              <a:defRPr sz="1200"/>
            </a:pPr>
            <a:r>
              <a:t>D:/pasar_fix/node_modules/.bun/seroval@1.5.4/node_modules/seroval/package.json</a:t>
            </a:r>
          </a:p>
          <a:p>
            <a:pPr>
              <a:defRPr sz="1200"/>
            </a:pPr>
            <a:r>
              <a:t>D:/pasar_fix/node_modules/.bun/seroval@1.5.4/node_modules/seroval/README.md</a:t>
            </a:r>
          </a:p>
          <a:p>
            <a:pPr>
              <a:defRPr sz="1200"/>
            </a:pPr>
            <a:r>
              <a:t>D:/pasar_fix/node_modules/.bun/seroval@1.5.4/node_modules/seroval/dist/cjs/development/index.cjs</a:t>
            </a:r>
          </a:p>
          <a:p>
            <a:pPr>
              <a:defRPr sz="1200"/>
            </a:pPr>
            <a:r>
              <a:t>D:/pasar_fix/node_modules/.bun/seroval@1.5.4/node_modules/seroval/dist/cjs/development/index.cjs.map</a:t>
            </a:r>
          </a:p>
          <a:p>
            <a:pPr>
              <a:defRPr sz="1200"/>
            </a:pPr>
            <a:r>
              <a:t>D:/pasar_fix/node_modules/.bun/seroval@1.5.4/node_modules/seroval/dist/cjs/production/index.cjs</a:t>
            </a:r>
          </a:p>
          <a:p>
            <a:pPr>
              <a:defRPr sz="1200"/>
            </a:pPr>
            <a:r>
              <a:t>D:/pasar_fix/node_modules/.bun/seroval@1.5.4/node_modules/seroval/dist/esm/development/index.mjs</a:t>
            </a:r>
          </a:p>
          <a:p>
            <a:pPr>
              <a:defRPr sz="1200"/>
            </a:pPr>
            <a:r>
              <a:t>D:/pasar_fix/node_modules/.bun/seroval@1.5.4/node_modules/seroval/dist/esm/development/index.mjs.map</a:t>
            </a:r>
          </a:p>
          <a:p>
            <a:pPr>
              <a:defRPr sz="1200"/>
            </a:pPr>
            <a:r>
              <a:t>D:/pasar_fix/node_modules/.bun/seroval@1.5.4/node_modules/seroval/dist/esm/production/index.mjs</a:t>
            </a:r>
          </a:p>
          <a:p>
            <a:pPr>
              <a:defRPr sz="1200"/>
            </a:pPr>
            <a:r>
              <a:t>D:/pasar_fix/node_modules/.bun/seroval@1.5.4/node_modules/seroval/dist/types/index.d.ts</a:t>
            </a:r>
          </a:p>
          <a:p>
            <a:pPr>
              <a:defRPr sz="1200"/>
            </a:pPr>
            <a:r>
              <a:t>D:/pasar_fix/node_modules/.bun/seroval@1.5.4/node_modules/seroval/dist/types/index.d.ts.map</a:t>
            </a:r>
          </a:p>
          <a:p>
            <a:pPr>
              <a:defRPr sz="1200"/>
            </a:pPr>
            <a:r>
              <a:t>D:/pasar_fix/node_modules/.bun/seroval@1.5.4/node_modules/seroval/dist/types/core/base-primitives.d.ts</a:t>
            </a:r>
          </a:p>
          <a:p>
            <a:pPr>
              <a:defRPr sz="1200"/>
            </a:pPr>
            <a:r>
              <a:t>D:/pasar_fix/node_modules/.bun/seroval@1.5.4/node_modules/seroval/dist/types/core/base-primitives.d.ts.map</a:t>
            </a:r>
          </a:p>
          <a:p>
            <a:pPr>
              <a:defRPr sz="1200"/>
            </a:pPr>
            <a:r>
              <a:t>D:/pasar_fix/node_modules/.bun/seroval@1.5.4/node_modules/seroval/dist/types/core/compat.d.ts</a:t>
            </a:r>
          </a:p>
          <a:p>
            <a:pPr>
              <a:defRPr sz="1200"/>
            </a:pPr>
            <a:r>
              <a:t>D:/pasar_fix/node_modules/.bun/seroval@1.5.4/node_modules/seroval/dist/types/core/compat.d.ts.map</a:t>
            </a:r>
          </a:p>
          <a:p>
            <a:pPr>
              <a:defRPr sz="1200"/>
            </a:pPr>
            <a:r>
              <a:t>D:/pasar_fix/node_modules/.bun/seroval@1.5.4/node_modules/seroval/dist/types/core/constants.d.ts</a:t>
            </a:r>
          </a:p>
          <a:p>
            <a:pPr>
              <a:defRPr sz="1200"/>
            </a:pPr>
            <a:r>
              <a:t>D:/pasar_fix/node_modules/.bun/seroval@1.5.4/node_modules/seroval/dist/types/core/constants.d.ts.map</a:t>
            </a:r>
          </a:p>
          <a:p>
            <a:pPr>
              <a:defRPr sz="1200"/>
            </a:pPr>
            <a:r>
              <a:t>D:/pasar_fix/node_modules/.bun/seroval@1.5.4/node_modules/seroval/dist/types/core/constructors.d.ts</a:t>
            </a:r>
          </a:p>
          <a:p>
            <a:pPr>
              <a:defRPr sz="1200"/>
            </a:pPr>
            <a:r>
              <a:t>D:/pasar_fix/node_modules/.bun/seroval@1.5.4/node_modules/seroval/dist/types/core/constructors.d.ts.map</a:t>
            </a:r>
          </a:p>
          <a:p>
            <a:pPr>
              <a:defRPr sz="1200"/>
            </a:pPr>
            <a:r>
              <a:t>D:/pasar_fix/node_modules/.bun/seroval@1.5.4/node_modules/seroval/dist/types/core/errors.d.ts</a:t>
            </a:r>
          </a:p>
          <a:p>
            <a:pPr>
              <a:defRPr sz="1200"/>
            </a:pPr>
            <a:r>
              <a:t>D:/pasar_fix/node_modules/.bun/seroval@1.5.4/node_modules/seroval/dist/types/core/errors.d.ts.map</a:t>
            </a:r>
          </a:p>
          <a:p>
            <a:pPr>
              <a:defRPr sz="1200"/>
            </a:pPr>
            <a:r>
              <a:t>D:/pasar_fix/node_modules/.bun/seroval@1.5.4/node_modules/seroval/dist/types/core/function-string.d.ts</a:t>
            </a:r>
          </a:p>
          <a:p>
            <a:pPr>
              <a:defRPr sz="1200"/>
            </a:pPr>
            <a:r>
              <a:t>D:/pasar_fix/node_modules/.bun/seroval@1.5.4/node_modules/seroval/dist/types/core/function-string.d.ts.map</a:t>
            </a:r>
          </a:p>
          <a:p>
            <a:pPr>
              <a:defRPr sz="1200"/>
            </a:pPr>
            <a:r>
              <a:t>D:/pasar_fix/node_modules/.bun/seroval@1.5.4/node_modules/seroval/dist/types/core/keys.d.ts</a:t>
            </a:r>
          </a:p>
          <a:p>
            <a:pPr>
              <a:defRPr sz="1200"/>
            </a:pPr>
            <a:r>
              <a:t>D:/pasar_fix/node_modules/.bun/seroval@1.5.4/node_modules/seroval/dist/types/core/keys.d.ts.map</a:t>
            </a:r>
          </a:p>
          <a:p>
            <a:pPr>
              <a:defRPr sz="1200"/>
            </a:pPr>
            <a:r>
              <a:t>D:/pasar_fix/node_modules/.bun/seroval@1.5.4/node_modules/seroval/dist/types/core/literals.d.ts</a:t>
            </a:r>
          </a:p>
          <a:p>
            <a:pPr>
              <a:defRPr sz="1200"/>
            </a:pPr>
            <a:r>
              <a:t>D:/pasar_fix/node_modules/.bun/seroval@1.5.4/node_modules/seroval/dist/types/core/literals.d.ts.map</a:t>
            </a:r>
          </a:p>
          <a:p>
            <a:pPr>
              <a:defRPr sz="1200"/>
            </a:pPr>
            <a:r>
              <a:t>D:/pasar_fix/node_modules/.bun/seroval@1.5.4/node_modules/seroval/dist/types/core/node.d.ts</a:t>
            </a:r>
          </a:p>
          <a:p>
            <a:pPr>
              <a:defRPr sz="1200"/>
            </a:pPr>
            <a:r>
              <a:t>D:/pasar_fix/node_modules/.bun/seroval@1.5.4/node_modules/seroval/dist/types/core/node.d.ts.map</a:t>
            </a:r>
          </a:p>
          <a:p>
            <a:pPr>
              <a:defRPr sz="1200"/>
            </a:pPr>
            <a:r>
              <a:t>D:/pasar_fix/node_modules/.bun/seroval@1.5.4/node_modules/seroval/dist/types/core/opaque-reference.d.ts</a:t>
            </a:r>
          </a:p>
          <a:p>
            <a:pPr>
              <a:defRPr sz="1200"/>
            </a:pPr>
            <a:r>
              <a:t>D:/pasar_fix/node_modules/.bun/seroval@1.5.4/node_modules/seroval/dist/types/core/opaque-reference.d.ts.map</a:t>
            </a:r>
          </a:p>
          <a:p>
            <a:pPr>
              <a:defRPr sz="1200"/>
            </a:pPr>
            <a:r>
              <a:t>D:/pasar_fix/node_modules/.bun/seroval@1.5.4/node_modules/seroval/dist/types/core/plugin.d.ts</a:t>
            </a:r>
          </a:p>
          <a:p>
            <a:pPr>
              <a:defRPr sz="1200"/>
            </a:pPr>
            <a:r>
              <a:t>D:/pasar_fix/node_modules/.bun/seroval@1.5.4/node_modules/seroval/dist/types/core/plugin.d.ts.map</a:t>
            </a:r>
          </a:p>
          <a:p>
            <a:pPr>
              <a:defRPr sz="1200"/>
            </a:pPr>
            <a:r>
              <a:t>D:/pasar_fix/node_modules/.bun/seroval@1.5.4/node_modules/seroval/dist/types/core/reference.d.ts</a:t>
            </a:r>
          </a:p>
          <a:p>
            <a:pPr>
              <a:defRPr sz="1200"/>
            </a:pPr>
            <a:r>
              <a:t>D:/pasar_fix/node_modules/.bun/seroval@1.5.4/node_modules/seroval/dist/types/core/reference.d.ts.map</a:t>
            </a:r>
          </a:p>
          <a:p>
            <a:pPr>
              <a:defRPr sz="1200"/>
            </a:pPr>
            <a:r>
              <a:t>D:/pasar_fix/node_modules/.bun/seroval@1.5.4/node_modules/seroval/dist/types/core/sequence.d.ts</a:t>
            </a:r>
          </a:p>
          <a:p>
            <a:pPr>
              <a:defRPr sz="1200"/>
            </a:pPr>
            <a:r>
              <a:t>D:/pasar_fix/node_modules/.bun/seroval@1.5.4/node_modules/seroval/dist/types/core/sequence.d.ts.map</a:t>
            </a:r>
          </a:p>
          <a:p>
            <a:pPr>
              <a:defRPr sz="1200"/>
            </a:pPr>
            <a:r>
              <a:t>D:/pasar_fix/node_modules/.bun/seroval@1.5.4/node_modules/seroval/dist/types/core/Serializer.d.ts</a:t>
            </a:r>
          </a:p>
          <a:p>
            <a:pPr>
              <a:defRPr sz="1200"/>
            </a:pPr>
            <a:r>
              <a:t>D:/pasar_fix/node_modules/.bun/seroval@1.5.4/node_modules/seroval/dist/types/core/Serializer.d.ts.map</a:t>
            </a:r>
          </a:p>
          <a:p>
            <a:pPr>
              <a:defRPr sz="1200"/>
            </a:pPr>
            <a:r>
              <a:t>D:/pasar_fix/node_modules/.bun/seroval@1.5.4/node_modules/seroval/dist/types/core/special-reference.d.ts</a:t>
            </a:r>
          </a:p>
          <a:p>
            <a:pPr>
              <a:defRPr sz="1200"/>
            </a:pPr>
            <a:r>
              <a:t>D:/pasar_fix/node_modules/.bun/seroval@1.5.4/node_modules/seroval/dist/types/core/special-reference.d.ts.map</a:t>
            </a:r>
          </a:p>
          <a:p>
            <a:pPr>
              <a:defRPr sz="1200"/>
            </a:pPr>
            <a:r>
              <a:t>D:/pasar_fix/node_modules/.bun/seroval@1.5.4/node_modules/seroval/dist/types/core/stream.d.ts</a:t>
            </a:r>
          </a:p>
          <a:p>
            <a:pPr>
              <a:defRPr sz="1200"/>
            </a:pPr>
            <a:r>
              <a:t>D:/pasar_fix/node_modules/.bun/seroval@1.5.4/node_modules/seroval/dist/types/core/stream.d.ts.map</a:t>
            </a:r>
          </a:p>
          <a:p>
            <a:pPr>
              <a:defRPr sz="1200"/>
            </a:pPr>
            <a:r>
              <a:t>D:/pasar_fix/node_modules/.bun/seroval@1.5.4/node_modules/seroval/dist/types/core/string.d.ts</a:t>
            </a:r>
          </a:p>
          <a:p>
            <a:pPr>
              <a:defRPr sz="1200"/>
            </a:pPr>
            <a:r>
              <a:t>D:/pasar_fix/node_modules/.bun/seroval@1.5.4/node_modules/seroval/dist/types/core/string.d.ts.map</a:t>
            </a:r>
          </a:p>
          <a:p>
            <a:pPr>
              <a:defRPr sz="1200"/>
            </a:pPr>
            <a:r>
              <a:t>D:/pasar_fix/node_modules/.bun/seroval@1.5.4/node_modules/seroval/dist/types/core/symbols.d.ts</a:t>
            </a:r>
          </a:p>
          <a:p>
            <a:pPr>
              <a:defRPr sz="1200"/>
            </a:pPr>
            <a:r>
              <a:t>D:/pasar_fix/node_modules/.bun/seroval@1.5.4/node_modules/seroval/dist/types/core/symbols.d.ts.map</a:t>
            </a:r>
          </a:p>
          <a:p>
            <a:pPr>
              <a:defRPr sz="1200"/>
            </a:pPr>
            <a:r>
              <a:t>D:/pasar_fix/node_modules/.bun/seroval@1.5.4/node_modules/seroval/dist/types/core/types.d.ts</a:t>
            </a:r>
          </a:p>
          <a:p>
            <a:pPr>
              <a:defRPr sz="1200"/>
            </a:pPr>
            <a:r>
              <a:t>D:/pasar_fix/node_modules/.bun/seroval@1.5.4/node_modules/seroval/dist/types/core/types.d.ts.map</a:t>
            </a:r>
          </a:p>
          <a:p>
            <a:pPr>
              <a:defRPr sz="1200"/>
            </a:pPr>
            <a:r>
              <a:t>D:/pasar_fix/node_modules/.bun/seroval@1.5.4/node_modules/seroval/dist/types/core/context/async-parser.d.ts</a:t>
            </a:r>
          </a:p>
          <a:p>
            <a:pPr>
              <a:defRPr sz="1200"/>
            </a:pPr>
            <a:r>
              <a:t>D:/pasar_fix/node_modules/.bun/seroval@1.5.4/node_modules/seroval/dist/types/core/context/async-parser.d.ts.map</a:t>
            </a:r>
          </a:p>
          <a:p>
            <a:pPr>
              <a:defRPr sz="1200"/>
            </a:pPr>
            <a:r>
              <a:t>D:/pasar_fix/node_modules/.bun/seroval@1.5.4/node_modules/seroval/dist/types/core/context/deserializer.d.ts</a:t>
            </a:r>
          </a:p>
          <a:p>
            <a:pPr>
              <a:defRPr sz="1200"/>
            </a:pPr>
            <a:r>
              <a:t>D:/pasar_fix/node_modules/.bun/seroval@1.5.4/node_modules/seroval/dist/types/core/context/deserializer.d.ts.map</a:t>
            </a:r>
          </a:p>
          <a:p>
            <a:pPr>
              <a:defRPr sz="1200"/>
            </a:pPr>
            <a:r>
              <a:t>D:/pasar_fix/node_modules/.bun/seroval@1.5.4/node_modules/seroval/dist/types/core/context/parser.d.ts</a:t>
            </a:r>
          </a:p>
          <a:p>
            <a:pPr>
              <a:defRPr sz="1200"/>
            </a:pPr>
            <a:r>
              <a:t>D:/pasar_fix/node_modules/.bun/seroval@1.5.4/node_modules/seroval/dist/types/core/context/parser.d.ts.map</a:t>
            </a:r>
          </a:p>
          <a:p>
            <a:pPr>
              <a:defRPr sz="1200"/>
            </a:pPr>
            <a:r>
              <a:t>D:/pasar_fix/node_modules/.bun/seroval@1.5.4/node_modules/seroval/dist/types/core/context/serializer.d.ts</a:t>
            </a:r>
          </a:p>
          <a:p>
            <a:pPr>
              <a:defRPr sz="1200"/>
            </a:pPr>
            <a:r>
              <a:t>D:/pasar_fix/node_modules/.bun/seroval@1.5.4/node_modules/seroval/dist/types/core/context/serializer.d.ts.map</a:t>
            </a:r>
          </a:p>
          <a:p>
            <a:pPr>
              <a:defRPr sz="1200"/>
            </a:pPr>
            <a:r>
              <a:t>D:/pasar_fix/node_modules/.bun/seroval@1.5.4/node_modules/seroval/dist/types/core/context/sync-parser.d.ts</a:t>
            </a:r>
          </a:p>
          <a:p>
            <a:pPr>
              <a:defRPr sz="1200"/>
            </a:pPr>
            <a:r>
              <a:t>D:/pasar_fix/node_modules/.bun/seroval@1.5.4/node_modules/seroval/dist/types/core/context/sync-parser.d.ts.map</a:t>
            </a:r>
          </a:p>
          <a:p>
            <a:pPr>
              <a:defRPr sz="1200"/>
            </a:pPr>
            <a:r>
              <a:t>D:/pasar_fix/node_modules/.bun/seroval@1.5.4/node_modules/seroval/dist/types/core/cross/index.d.ts</a:t>
            </a:r>
          </a:p>
          <a:p>
            <a:pPr>
              <a:defRPr sz="1200"/>
            </a:pPr>
            <a:r>
              <a:t>D:/pasar_fix/node_modules/.bun/seroval@1.5.4/node_modules/seroval/dist/types/core/cross/index.d.ts.map</a:t>
            </a:r>
          </a:p>
          <a:p>
            <a:pPr>
              <a:defRPr sz="1200"/>
            </a:pPr>
            <a:r>
              <a:t>D:/pasar_fix/node_modules/.bun/seroval@1.5.4/node_modules/seroval/dist/types/core/tree/index.d.ts</a:t>
            </a:r>
          </a:p>
          <a:p>
            <a:pPr>
              <a:defRPr sz="1200"/>
            </a:pPr>
            <a:r>
              <a:t>D:/pasar_fix/node_modules/.bun/seroval@1.5.4/node_modules/seroval/dist/types/core/tree/index.d.ts.map</a:t>
            </a:r>
          </a:p>
          <a:p>
            <a:pPr>
              <a:defRPr sz="1200"/>
            </a:pPr>
            <a:r>
              <a:t>D:/pasar_fix/node_modules/.bun/seroval@1.5.4/node_modules/seroval/dist/types/core/utils/error.d.ts</a:t>
            </a:r>
          </a:p>
          <a:p>
            <a:pPr>
              <a:defRPr sz="1200"/>
            </a:pPr>
            <a:r>
              <a:t>D:/pasar_fix/node_modules/.bun/seroval@1.5.4/node_modules/seroval/dist/types/core/utils/error.d.ts.map</a:t>
            </a:r>
          </a:p>
          <a:p>
            <a:pPr>
              <a:defRPr sz="1200"/>
            </a:pPr>
            <a:r>
              <a:t>D:/pasar_fix/node_modules/.bun/seroval@1.5.4/node_modules/seroval/dist/types/core/utils/get-identifier.d.ts</a:t>
            </a:r>
          </a:p>
          <a:p>
            <a:pPr>
              <a:defRPr sz="1200"/>
            </a:pPr>
            <a:r>
              <a:t>D:/pasar_fix/node_modules/.bun/seroval@1.5.4/node_modules/seroval/dist/types/core/utils/get-identifier.d.ts.map</a:t>
            </a:r>
          </a:p>
          <a:p>
            <a:pPr>
              <a:defRPr sz="1200"/>
            </a:pPr>
            <a:r>
              <a:t>D:/pasar_fix/node_modules/.bun/seroval@1.5.4/node_modules/seroval/dist/types/core/utils/get-object-flag.d.ts</a:t>
            </a:r>
          </a:p>
          <a:p>
            <a:pPr>
              <a:defRPr sz="1200"/>
            </a:pPr>
            <a:r>
              <a:t>D:/pasar_fix/node_modules/.bun/seroval@1.5.4/node_modules/seroval/dist/types/core/utils/get-object-flag.d.ts.map</a:t>
            </a:r>
          </a:p>
          <a:p>
            <a:pPr>
              <a:defRPr sz="1200"/>
            </a:pPr>
            <a:r>
              <a:t>D:/pasar_fix/node_modules/.bun/seroval@1.5.4/node_modules/seroval/dist/types/core/utils/is-valid-identifier.d.ts</a:t>
            </a:r>
          </a:p>
          <a:p>
            <a:pPr>
              <a:defRPr sz="1200"/>
            </a:pPr>
            <a:r>
              <a:t>D:/pasar_fix/node_modules/.bun/seroval@1.5.4/node_modules/seroval/dist/types/core/utils/is-valid-identifier.d.ts.map</a:t>
            </a:r>
          </a:p>
          <a:p>
            <a:pPr>
              <a:defRPr sz="1200"/>
            </a:pPr>
            <a:r>
              <a:t>D:/pasar_fix/node_modules/.bun/seroval@1.5.4/node_modules/seroval/dist/types/core/utils/promise-to-result.d.ts</a:t>
            </a:r>
          </a:p>
          <a:p>
            <a:pPr>
              <a:defRPr sz="1200"/>
            </a:pPr>
            <a:r>
              <a:t>D:/pasar_fix/node_modules/.bun/seroval@1.5.4/node_modules/seroval/dist/types/core/utils/promise-to-result.d.ts.map</a:t>
            </a:r>
          </a:p>
          <a:p>
            <a:pPr>
              <a:defRPr sz="1200"/>
            </a:pPr>
            <a:r>
              <a:t>D:/pasar_fix/node_modules/.bun/seroval@1.5.4/node_modules/seroval/dist/types/core/utils/typed-array.d.ts</a:t>
            </a:r>
          </a:p>
          <a:p>
            <a:pPr>
              <a:defRPr sz="1200"/>
            </a:pPr>
            <a:r>
              <a:t>D:/pasar_fix/node_modules/.bun/seroval@1.5.4/node_modules/seroval/dist/types/core/utils/typed-array.d.ts.map</a:t>
            </a:r>
          </a:p>
          <a:p>
            <a:pPr>
              <a:defRPr sz="1200"/>
            </a:pPr>
            <a:r>
              <a:t>D:/pasar_fix/node_modules/.bun/seroval@1.5.4/node_modules/seroval/src/index.ts</a:t>
            </a:r>
          </a:p>
          <a:p>
            <a:pPr>
              <a:defRPr sz="1200"/>
            </a:pPr>
            <a:r>
              <a:t>D:/pasar_fix/node_modules/.bun/seroval@1.5.4/node_modules/seroval/src/core/base-primitives.ts</a:t>
            </a:r>
          </a:p>
          <a:p>
            <a:pPr>
              <a:defRPr sz="1200"/>
            </a:pPr>
            <a:r>
              <a:t>D:/pasar_fix/node_modules/.bun/seroval@1.5.4/node_modules/seroval/src/core/compat.ts</a:t>
            </a:r>
          </a:p>
          <a:p>
            <a:pPr>
              <a:defRPr sz="1200"/>
            </a:pPr>
            <a:r>
              <a:t>D:/pasar_fix/node_modules/.bun/seroval@1.5.4/node_modules/seroval/src/core/constants.ts</a:t>
            </a:r>
          </a:p>
          <a:p>
            <a:pPr>
              <a:defRPr sz="1200"/>
            </a:pPr>
            <a:r>
              <a:t>D:/pasar_fix/node_modules/.bun/seroval@1.5.4/node_modules/seroval/src/core/constructors.ts</a:t>
            </a:r>
          </a:p>
          <a:p>
            <a:pPr>
              <a:defRPr sz="1200"/>
            </a:pPr>
            <a:r>
              <a:t>D:/pasar_fix/node_modules/.bun/seroval@1.5.4/node_modules/seroval/src/core/errors.ts</a:t>
            </a:r>
          </a:p>
          <a:p>
            <a:pPr>
              <a:defRPr sz="1200"/>
            </a:pPr>
            <a:r>
              <a:t>D:/pasar_fix/node_modules/.bun/seroval@1.5.4/node_modules/seroval/src/core/function-string.ts</a:t>
            </a:r>
          </a:p>
          <a:p>
            <a:pPr>
              <a:defRPr sz="1200"/>
            </a:pPr>
            <a:r>
              <a:t>D:/pasar_fix/node_modules/.bun/seroval@1.5.4/node_modules/seroval/src/core/keys.ts</a:t>
            </a:r>
          </a:p>
          <a:p>
            <a:pPr>
              <a:defRPr sz="1200"/>
            </a:pPr>
            <a:r>
              <a:t>D:/pasar_fix/node_modules/.bun/seroval@1.5.4/node_modules/seroval/src/core/literals.ts</a:t>
            </a:r>
          </a:p>
          <a:p>
            <a:pPr>
              <a:defRPr sz="1200"/>
            </a:pPr>
            <a:r>
              <a:t>D:/pasar_fix/node_modules/.bun/seroval@1.5.4/node_modules/seroval/src/core/node.ts</a:t>
            </a:r>
          </a:p>
          <a:p>
            <a:pPr>
              <a:defRPr sz="1200"/>
            </a:pPr>
            <a:r>
              <a:t>D:/pasar_fix/node_modules/.bun/seroval@1.5.4/node_modules/seroval/src/core/opaque-reference.ts</a:t>
            </a:r>
          </a:p>
          <a:p>
            <a:pPr>
              <a:defRPr sz="1200"/>
            </a:pPr>
            <a:r>
              <a:t>D:/pasar_fix/node_modules/.bun/seroval@1.5.4/node_modules/seroval/src/core/plugin.ts</a:t>
            </a:r>
          </a:p>
          <a:p>
            <a:pPr>
              <a:defRPr sz="1200"/>
            </a:pPr>
            <a:r>
              <a:t>D:/pasar_fix/node_modules/.bun/seroval@1.5.4/node_modules/seroval/src/core/reference.ts</a:t>
            </a:r>
          </a:p>
          <a:p>
            <a:pPr>
              <a:defRPr sz="1200"/>
            </a:pPr>
            <a:r>
              <a:t>D:/pasar_fix/node_modules/.bun/seroval@1.5.4/node_modules/seroval/src/core/sequence.ts</a:t>
            </a:r>
          </a:p>
          <a:p>
            <a:pPr>
              <a:defRPr sz="1200"/>
            </a:pPr>
            <a:r>
              <a:t>D:/pasar_fix/node_modules/.bun/seroval@1.5.4/node_modules/seroval/src/core/Serializer.ts</a:t>
            </a:r>
          </a:p>
          <a:p>
            <a:pPr>
              <a:defRPr sz="1200"/>
            </a:pPr>
            <a:r>
              <a:t>D:/pasar_fix/node_modules/.bun/seroval@1.5.4/node_modules/seroval/src/core/special-reference.ts</a:t>
            </a:r>
          </a:p>
          <a:p>
            <a:pPr>
              <a:defRPr sz="1200"/>
            </a:pPr>
            <a:r>
              <a:t>D:/pasar_fix/node_modules/.bun/seroval@1.5.4/node_modules/seroval/src/core/stream.ts</a:t>
            </a:r>
          </a:p>
          <a:p>
            <a:pPr>
              <a:defRPr sz="1200"/>
            </a:pPr>
            <a:r>
              <a:t>D:/pasar_fix/node_modules/.bun/seroval@1.5.4/node_modules/seroval/src/core/string.ts</a:t>
            </a:r>
          </a:p>
          <a:p>
            <a:pPr>
              <a:defRPr sz="1200"/>
            </a:pPr>
            <a:r>
              <a:t>D:/pasar_fix/node_modules/.bun/seroval@1.5.4/node_modules/seroval/src/core/symbols.ts</a:t>
            </a:r>
          </a:p>
          <a:p>
            <a:pPr>
              <a:defRPr sz="1200"/>
            </a:pPr>
            <a:r>
              <a:t>D:/pasar_fix/node_modules/.bun/seroval@1.5.4/node_modules/seroval/src/core/types.ts</a:t>
            </a:r>
          </a:p>
          <a:p>
            <a:pPr>
              <a:defRPr sz="1200"/>
            </a:pPr>
            <a:r>
              <a:t>D:/pasar_fix/node_modules/.bun/seroval@1.5.4/node_modules/seroval/src/core/context/async-parser.ts</a:t>
            </a:r>
          </a:p>
          <a:p>
            <a:pPr>
              <a:defRPr sz="1200"/>
            </a:pPr>
            <a:r>
              <a:t>D:/pasar_fix/node_modules/.bun/seroval@1.5.4/node_modules/seroval/src/core/context/deserializer.ts</a:t>
            </a:r>
          </a:p>
          <a:p>
            <a:pPr>
              <a:defRPr sz="1200"/>
            </a:pPr>
            <a:r>
              <a:t>D:/pasar_fix/node_modules/.bun/seroval@1.5.4/node_modules/seroval/src/core/context/parser.ts</a:t>
            </a:r>
          </a:p>
          <a:p>
            <a:pPr>
              <a:defRPr sz="1200"/>
            </a:pPr>
            <a:r>
              <a:t>D:/pasar_fix/node_modules/.bun/seroval@1.5.4/node_modules/seroval/src/core/context/serializer.ts</a:t>
            </a:r>
          </a:p>
          <a:p>
            <a:pPr>
              <a:defRPr sz="1200"/>
            </a:pPr>
            <a:r>
              <a:t>D:/pasar_fix/node_modules/.bun/seroval@1.5.4/node_modules/seroval/src/core/context/sync-parser.ts</a:t>
            </a:r>
          </a:p>
          <a:p>
            <a:pPr>
              <a:defRPr sz="1200"/>
            </a:pPr>
            <a:r>
              <a:t>D:/pasar_fix/node_modules/.bun/seroval@1.5.4/node_modules/seroval/src/core/cross/index.ts</a:t>
            </a:r>
          </a:p>
          <a:p>
            <a:pPr>
              <a:defRPr sz="1200"/>
            </a:pPr>
            <a:r>
              <a:t>D:/pasar_fix/node_modules/.bun/seroval@1.5.4/node_modules/seroval/src/core/tree/index.ts</a:t>
            </a:r>
          </a:p>
          <a:p>
            <a:pPr>
              <a:defRPr sz="1200"/>
            </a:pPr>
            <a:r>
              <a:t>D:/pasar_fix/node_modules/.bun/seroval@1.5.4/node_modules/seroval/src/core/utils/error.ts</a:t>
            </a:r>
          </a:p>
          <a:p>
            <a:pPr>
              <a:defRPr sz="1200"/>
            </a:pPr>
            <a:r>
              <a:t>D:/pasar_fix/node_modules/.bun/seroval@1.5.4/node_modules/seroval/src/core/utils/get-identifier.ts</a:t>
            </a:r>
          </a:p>
          <a:p>
            <a:pPr>
              <a:defRPr sz="1200"/>
            </a:pPr>
            <a:r>
              <a:t>D:/pasar_fix/node_modules/.bun/seroval@1.5.4/node_modules/seroval/src/core/utils/get-object-flag.ts</a:t>
            </a:r>
          </a:p>
          <a:p>
            <a:pPr>
              <a:defRPr sz="1200"/>
            </a:pPr>
            <a:r>
              <a:t>D:/pasar_fix/node_modules/.bun/seroval@1.5.4/node_modules/seroval/src/core/utils/is-valid-identifier.ts</a:t>
            </a:r>
          </a:p>
          <a:p>
            <a:pPr>
              <a:defRPr sz="1200"/>
            </a:pPr>
            <a:r>
              <a:t>D:/pasar_fix/node_modules/.bun/seroval@1.5.4/node_modules/seroval/src/core/utils/promise-to-result.ts</a:t>
            </a:r>
          </a:p>
          <a:p>
            <a:pPr>
              <a:defRPr sz="1200"/>
            </a:pPr>
            <a:r>
              <a:t>D:/pasar_fix/node_modules/.bun/seroval@1.5.4/node_modules/seroval/src/core/utils/typed-array.ts</a:t>
            </a:r>
          </a:p>
          <a:p>
            <a:pPr>
              <a:defRPr sz="1200"/>
            </a:pPr>
            <a:r>
              <a:t>D:/pasar_fix/node_modules/.bun/serve-placeholder@2.0.2/node_modules/serve-placeholder/LICENSE</a:t>
            </a:r>
          </a:p>
          <a:p>
            <a:pPr>
              <a:defRPr sz="1200"/>
            </a:pPr>
            <a:r>
              <a:t>D:/pasar_fix/node_modules/.bun/serve-placeholder@2.0.2/node_modules/serve-placeholder/package.json</a:t>
            </a:r>
          </a:p>
          <a:p>
            <a:pPr>
              <a:defRPr sz="1200"/>
            </a:pPr>
            <a:r>
              <a:t>D:/pasar_fix/node_modules/.bun/serve-placeholder@2.0.2/node_modules/serve-placeholder/README.md</a:t>
            </a:r>
          </a:p>
          <a:p>
            <a:pPr>
              <a:defRPr sz="1200"/>
            </a:pPr>
            <a:r>
              <a:t>D:/pasar_fix/node_modules/.bun/serve-placeholder@2.0.2/node_modules/serve-placeholder/dist/index.cjs</a:t>
            </a:r>
          </a:p>
          <a:p>
            <a:pPr>
              <a:defRPr sz="1200"/>
            </a:pPr>
            <a:r>
              <a:t>D:/pasar_fix/node_modules/.bun/serve-placeholder@2.0.2/node_modules/serve-placeholder/dist/index.d.cts</a:t>
            </a:r>
          </a:p>
          <a:p>
            <a:pPr>
              <a:defRPr sz="1200"/>
            </a:pPr>
            <a:r>
              <a:t>D:/pasar_fix/node_modules/.bun/serve-placeholder@2.0.2/node_modules/serve-placeholder/dist/index.d.mts</a:t>
            </a:r>
          </a:p>
          <a:p>
            <a:pPr>
              <a:defRPr sz="1200"/>
            </a:pPr>
            <a:r>
              <a:t>D:/pasar_fix/node_modules/.bun/serve-placeholder@2.0.2/node_modules/serve-placeholder/dist/index.d.ts</a:t>
            </a:r>
          </a:p>
          <a:p>
            <a:pPr>
              <a:defRPr sz="1200"/>
            </a:pPr>
            <a:r>
              <a:t>D:/pasar_fix/node_modules/.bun/serve-placeholder@2.0.2/node_modules/serve-placeholder/dist/index.mjs</a:t>
            </a:r>
          </a:p>
          <a:p>
            <a:pPr>
              <a:defRPr sz="1200"/>
            </a:pPr>
            <a:r>
              <a:t>D:/pasar_fix/node_modules/.bun/serve-static@2.2.1/node_modules/serve-static/index.js</a:t>
            </a:r>
          </a:p>
          <a:p>
            <a:pPr>
              <a:defRPr sz="1200"/>
            </a:pPr>
            <a:r>
              <a:t>D:/pasar_fix/node_modules/.bun/serve-static@2.2.1/node_modules/serve-static/LICENSE</a:t>
            </a:r>
          </a:p>
          <a:p>
            <a:pPr>
              <a:defRPr sz="1200"/>
            </a:pPr>
            <a:r>
              <a:t>D:/pasar_fix/node_modules/.bun/serve-static@2.2.1/node_modules/serve-static/package.json</a:t>
            </a:r>
          </a:p>
          <a:p>
            <a:pPr>
              <a:defRPr sz="1200"/>
            </a:pPr>
            <a:r>
              <a:t>D:/pasar_fix/node_modules/.bun/serve-static@2.2.1/node_modules/serve-static/README.md</a:t>
            </a:r>
          </a:p>
          <a:p>
            <a:pPr>
              <a:defRPr sz="1200"/>
            </a:pPr>
            <a:r>
              <a:t>D:/pasar_fix/node_modules/.bun/set-cookie-parser@3.1.0/node_modules/set-cookie-parser/LICENSE</a:t>
            </a:r>
          </a:p>
          <a:p>
            <a:pPr>
              <a:defRPr sz="1200"/>
            </a:pPr>
            <a:r>
              <a:t>D:/pasar_fix/node_modules/.bun/set-cookie-parser@3.1.0/node_modules/set-cookie-parser/package.json</a:t>
            </a:r>
          </a:p>
          <a:p>
            <a:pPr>
              <a:defRPr sz="1200"/>
            </a:pPr>
            <a:r>
              <a:t>D:/pasar_fix/node_modules/.bun/set-cookie-parser@3.1.0/node_modules/set-cookie-parser/README.md</a:t>
            </a:r>
          </a:p>
          <a:p>
            <a:pPr>
              <a:defRPr sz="1200"/>
            </a:pPr>
            <a:r>
              <a:t>D:/pasar_fix/node_modules/.bun/set-cookie-parser@3.1.0/node_modules/set-cookie-parser/dist/.eslintrc.cjs</a:t>
            </a:r>
          </a:p>
          <a:p>
            <a:pPr>
              <a:defRPr sz="1200"/>
            </a:pPr>
            <a:r>
              <a:t>D:/pasar_fix/node_modules/.bun/set-cookie-parser@3.1.0/node_modules/set-cookie-parser/dist/set-cookie.cjs</a:t>
            </a:r>
          </a:p>
          <a:p>
            <a:pPr>
              <a:defRPr sz="1200"/>
            </a:pPr>
            <a:r>
              <a:t>D:/pasar_fix/node_modules/.bun/set-cookie-parser@3.1.0/node_modules/set-cookie-parser/lib/set-cookie.d.ts</a:t>
            </a:r>
          </a:p>
          <a:p>
            <a:pPr>
              <a:defRPr sz="1200"/>
            </a:pPr>
            <a:r>
              <a:t>D:/pasar_fix/node_modules/.bun/set-cookie-parser@3.1.0/node_modules/set-cookie-parser/lib/set-cookie.js</a:t>
            </a:r>
          </a:p>
          <a:p>
            <a:pPr>
              <a:defRPr sz="1200"/>
            </a:pPr>
            <a:r>
              <a:t>D:/pasar_fix/node_modules/.bun/setprototypeof@1.2.0/node_modules/setprototypeof/index.d.ts</a:t>
            </a:r>
          </a:p>
          <a:p>
            <a:pPr>
              <a:defRPr sz="1200"/>
            </a:pPr>
            <a:r>
              <a:t>D:/pasar_fix/node_modules/.bun/setprototypeof@1.2.0/node_modules/setprototypeof/index.js</a:t>
            </a:r>
          </a:p>
          <a:p>
            <a:pPr>
              <a:defRPr sz="1200"/>
            </a:pPr>
            <a:r>
              <a:t>D:/pasar_fix/node_modules/.bun/setprototypeof@1.2.0/node_modules/setprototypeof/LICENSE</a:t>
            </a:r>
          </a:p>
          <a:p>
            <a:pPr>
              <a:defRPr sz="1200"/>
            </a:pPr>
            <a:r>
              <a:t>D:/pasar_fix/node_modules/.bun/setprototypeof@1.2.0/node_modules/setprototypeof/package.json</a:t>
            </a:r>
          </a:p>
          <a:p>
            <a:pPr>
              <a:defRPr sz="1200"/>
            </a:pPr>
            <a:r>
              <a:t>D:/pasar_fix/node_modules/.bun/setprototypeof@1.2.0/node_modules/setprototypeof/README.md</a:t>
            </a:r>
          </a:p>
          <a:p>
            <a:pPr>
              <a:defRPr sz="1200"/>
            </a:pPr>
            <a:r>
              <a:t>D:/pasar_fix/node_modules/.bun/setprototypeof@1.2.0/node_modules/setprototypeof/test/index.js</a:t>
            </a:r>
          </a:p>
          <a:p>
            <a:pPr>
              <a:defRPr sz="1200"/>
            </a:pPr>
            <a:r>
              <a:t>D:/pasar_fix/node_modules/.bun/shebang-command@2.0.0/node_modules/shebang-command/index.js</a:t>
            </a:r>
          </a:p>
          <a:p>
            <a:pPr>
              <a:defRPr sz="1200"/>
            </a:pPr>
            <a:r>
              <a:t>D:/pasar_fix/node_modules/.bun/shebang-command@2.0.0/node_modules/shebang-command/license</a:t>
            </a:r>
          </a:p>
          <a:p>
            <a:pPr>
              <a:defRPr sz="1200"/>
            </a:pPr>
            <a:r>
              <a:t>D:/pasar_fix/node_modules/.bun/shebang-command@2.0.0/node_modules/shebang-command/package.json</a:t>
            </a:r>
          </a:p>
          <a:p>
            <a:pPr>
              <a:defRPr sz="1200"/>
            </a:pPr>
            <a:r>
              <a:t>D:/pasar_fix/node_modules/.bun/shebang-command@2.0.0/node_modules/shebang-command/readme.md</a:t>
            </a:r>
          </a:p>
          <a:p>
            <a:pPr>
              <a:defRPr sz="1200"/>
            </a:pPr>
            <a:r>
              <a:t>D:/pasar_fix/node_modules/.bun/shebang-regex@3.0.0/node_modules/shebang-regex/index.d.ts</a:t>
            </a:r>
          </a:p>
          <a:p>
            <a:pPr>
              <a:defRPr sz="1200"/>
            </a:pPr>
            <a:r>
              <a:t>D:/pasar_fix/node_modules/.bun/shebang-regex@3.0.0/node_modules/shebang-regex/index.js</a:t>
            </a:r>
          </a:p>
          <a:p>
            <a:pPr>
              <a:defRPr sz="1200"/>
            </a:pPr>
            <a:r>
              <a:t>D:/pasar_fix/node_modules/.bun/shebang-regex@3.0.0/node_modules/shebang-regex/license</a:t>
            </a:r>
          </a:p>
          <a:p>
            <a:pPr>
              <a:defRPr sz="1200"/>
            </a:pPr>
            <a:r>
              <a:t>D:/pasar_fix/node_modules/.bun/shebang-regex@3.0.0/node_modules/shebang-regex/package.json</a:t>
            </a:r>
          </a:p>
          <a:p>
            <a:pPr>
              <a:defRPr sz="1200"/>
            </a:pPr>
            <a:r>
              <a:t>D:/pasar_fix/node_modules/.bun/shebang-regex@3.0.0/node_modules/shebang-regex/readme.md</a:t>
            </a:r>
          </a:p>
          <a:p>
            <a:pPr>
              <a:defRPr sz="1200"/>
            </a:pPr>
            <a:r>
              <a:t>D:/pasar_fix/node_modules/.bun/siginfo@2.0.0/node_modules/siginfo/.travis.yml</a:t>
            </a:r>
          </a:p>
          <a:p>
            <a:pPr>
              <a:defRPr sz="1200"/>
            </a:pPr>
            <a:r>
              <a:t>D:/pasar_fix/node_modules/.bun/siginfo@2.0.0/node_modules/siginfo/index.js</a:t>
            </a:r>
          </a:p>
          <a:p>
            <a:pPr>
              <a:defRPr sz="1200"/>
            </a:pPr>
            <a:r>
              <a:t>D:/pasar_fix/node_modules/.bun/siginfo@2.0.0/node_modules/siginfo/LICENSE</a:t>
            </a:r>
          </a:p>
          <a:p>
            <a:pPr>
              <a:defRPr sz="1200"/>
            </a:pPr>
            <a:r>
              <a:t>D:/pasar_fix/node_modules/.bun/siginfo@2.0.0/node_modules/siginfo/package.json</a:t>
            </a:r>
          </a:p>
          <a:p>
            <a:pPr>
              <a:defRPr sz="1200"/>
            </a:pPr>
            <a:r>
              <a:t>D:/pasar_fix/node_modules/.bun/siginfo@2.0.0/node_modules/siginfo/README.md</a:t>
            </a:r>
          </a:p>
          <a:p>
            <a:pPr>
              <a:defRPr sz="1200"/>
            </a:pPr>
            <a:r>
              <a:t>D:/pasar_fix/node_modules/.bun/siginfo@2.0.0/node_modules/siginfo/test.js</a:t>
            </a:r>
          </a:p>
          <a:p>
            <a:pPr>
              <a:defRPr sz="1200"/>
            </a:pPr>
            <a:r>
              <a:t>D:/pasar_fix/node_modules/.bun/signal-exit@3.0.7/node_modules/signal-exit/index.js</a:t>
            </a:r>
          </a:p>
          <a:p>
            <a:pPr>
              <a:defRPr sz="1200"/>
            </a:pPr>
            <a:r>
              <a:t>D:/pasar_fix/node_modules/.bun/signal-exit@3.0.7/node_modules/signal-exit/LICENSE.txt</a:t>
            </a:r>
          </a:p>
          <a:p>
            <a:pPr>
              <a:defRPr sz="1200"/>
            </a:pPr>
            <a:r>
              <a:t>D:/pasar_fix/node_modules/.bun/signal-exit@3.0.7/node_modules/signal-exit/package.json</a:t>
            </a:r>
          </a:p>
          <a:p>
            <a:pPr>
              <a:defRPr sz="1200"/>
            </a:pPr>
            <a:r>
              <a:t>D:/pasar_fix/node_modules/.bun/signal-exit@3.0.7/node_modules/signal-exit/README.md</a:t>
            </a:r>
          </a:p>
          <a:p>
            <a:pPr>
              <a:defRPr sz="1200"/>
            </a:pPr>
            <a:r>
              <a:t>D:/pasar_fix/node_modules/.bun/signal-exit@3.0.7/node_modules/signal-exit/signals.js</a:t>
            </a:r>
          </a:p>
          <a:p>
            <a:pPr>
              <a:defRPr sz="1200"/>
            </a:pPr>
            <a:r>
              <a:t>D:/pasar_fix/node_modules/.bun/signal-exit@4.1.0/node_modules/signal-exit/LICENSE.txt</a:t>
            </a:r>
          </a:p>
          <a:p>
            <a:pPr>
              <a:defRPr sz="1200"/>
            </a:pPr>
            <a:r>
              <a:t>D:/pasar_fix/node_modules/.bun/signal-exit@4.1.0/node_modules/signal-exit/package.json</a:t>
            </a:r>
          </a:p>
          <a:p>
            <a:pPr>
              <a:defRPr sz="1200"/>
            </a:pPr>
            <a:r>
              <a:t>D:/pasar_fix/node_modules/.bun/signal-exit@4.1.0/node_modules/signal-exit/README.md</a:t>
            </a:r>
          </a:p>
          <a:p>
            <a:pPr>
              <a:defRPr sz="1200"/>
            </a:pPr>
            <a:r>
              <a:t>D:/pasar_fix/node_modules/.bun/signal-exit@4.1.0/node_modules/signal-exit/dist/cjs/browser.d.ts</a:t>
            </a:r>
          </a:p>
          <a:p>
            <a:pPr>
              <a:defRPr sz="1200"/>
            </a:pPr>
            <a:r>
              <a:t>D:/pasar_fix/node_modules/.bun/signal-exit@4.1.0/node_modules/signal-exit/dist/cjs/browser.d.ts.map</a:t>
            </a:r>
          </a:p>
          <a:p>
            <a:pPr>
              <a:defRPr sz="1200"/>
            </a:pPr>
            <a:r>
              <a:t>D:/pasar_fix/node_modules/.bun/signal-exit@4.1.0/node_modules/signal-exit/dist/cjs/browser.js</a:t>
            </a:r>
          </a:p>
          <a:p>
            <a:pPr>
              <a:defRPr sz="1200"/>
            </a:pPr>
            <a:r>
              <a:t>D:/pasar_fix/node_modules/.bun/signal-exit@4.1.0/node_modules/signal-exit/dist/cjs/browser.js.map</a:t>
            </a:r>
          </a:p>
          <a:p>
            <a:pPr>
              <a:defRPr sz="1200"/>
            </a:pPr>
            <a:r>
              <a:t>D:/pasar_fix/node_modules/.bun/signal-exit@4.1.0/node_modules/signal-exit/dist/cjs/index.d.ts</a:t>
            </a:r>
          </a:p>
          <a:p>
            <a:pPr>
              <a:defRPr sz="1200"/>
            </a:pPr>
            <a:r>
              <a:t>D:/pasar_fix/node_modules/.bun/signal-exit@4.1.0/node_modules/signal-exit/dist/cjs/index.d.ts.map</a:t>
            </a:r>
          </a:p>
          <a:p>
            <a:pPr>
              <a:defRPr sz="1200"/>
            </a:pPr>
            <a:r>
              <a:t>D:/pasar_fix/node_modules/.bun/signal-exit@4.1.0/node_modules/signal-exit/dist/cjs/index.js</a:t>
            </a:r>
          </a:p>
          <a:p>
            <a:pPr>
              <a:defRPr sz="1200"/>
            </a:pPr>
            <a:r>
              <a:t>D:/pasar_fix/node_modules/.bun/signal-exit@4.1.0/node_modules/signal-exit/dist/cjs/index.js.map</a:t>
            </a:r>
          </a:p>
          <a:p>
            <a:pPr>
              <a:defRPr sz="1200"/>
            </a:pPr>
            <a:r>
              <a:t>D:/pasar_fix/node_modules/.bun/signal-exit@4.1.0/node_modules/signal-exit/dist/cjs/package.json</a:t>
            </a:r>
          </a:p>
          <a:p>
            <a:pPr>
              <a:defRPr sz="1200"/>
            </a:pPr>
            <a:r>
              <a:t>D:/pasar_fix/node_modules/.bun/signal-exit@4.1.0/node_modules/signal-exit/dist/cjs/signals.d.ts</a:t>
            </a:r>
          </a:p>
          <a:p>
            <a:pPr>
              <a:defRPr sz="1200"/>
            </a:pPr>
            <a:r>
              <a:t>D:/pasar_fix/node_modules/.bun/signal-exit@4.1.0/node_modules/signal-exit/dist/cjs/signals.d.ts.map</a:t>
            </a:r>
          </a:p>
          <a:p>
            <a:pPr>
              <a:defRPr sz="1200"/>
            </a:pPr>
            <a:r>
              <a:t>D:/pasar_fix/node_modules/.bun/signal-exit@4.1.0/node_modules/signal-exit/dist/cjs/signals.js</a:t>
            </a:r>
          </a:p>
          <a:p>
            <a:pPr>
              <a:defRPr sz="1200"/>
            </a:pPr>
            <a:r>
              <a:t>D:/pasar_fix/node_modules/.bun/signal-exit@4.1.0/node_modules/signal-exit/dist/cjs/signals.js.map</a:t>
            </a:r>
          </a:p>
          <a:p>
            <a:pPr>
              <a:defRPr sz="1200"/>
            </a:pPr>
            <a:r>
              <a:t>D:/pasar_fix/node_modules/.bun/signal-exit@4.1.0/node_modules/signal-exit/dist/mjs/browser.d.ts</a:t>
            </a:r>
          </a:p>
          <a:p>
            <a:pPr>
              <a:defRPr sz="1200"/>
            </a:pPr>
            <a:r>
              <a:t>D:/pasar_fix/node_modules/.bun/signal-exit@4.1.0/node_modules/signal-exit/dist/mjs/browser.d.ts.map</a:t>
            </a:r>
          </a:p>
          <a:p>
            <a:pPr>
              <a:defRPr sz="1200"/>
            </a:pPr>
            <a:r>
              <a:t>D:/pasar_fix/node_modules/.bun/signal-exit@4.1.0/node_modules/signal-exit/dist/mjs/browser.js</a:t>
            </a:r>
          </a:p>
          <a:p>
            <a:pPr>
              <a:defRPr sz="1200"/>
            </a:pPr>
            <a:r>
              <a:t>D:/pasar_fix/node_modules/.bun/signal-exit@4.1.0/node_modules/signal-exit/dist/mjs/browser.js.map</a:t>
            </a:r>
          </a:p>
          <a:p>
            <a:pPr>
              <a:defRPr sz="1200"/>
            </a:pPr>
            <a:r>
              <a:t>D:/pasar_fix/node_modules/.bun/signal-exit@4.1.0/node_modules/signal-exit/dist/mjs/index.d.ts</a:t>
            </a:r>
          </a:p>
          <a:p>
            <a:pPr>
              <a:defRPr sz="1200"/>
            </a:pPr>
            <a:r>
              <a:t>D:/pasar_fix/node_modules/.bun/signal-exit@4.1.0/node_modules/signal-exit/dist/mjs/index.d.ts.map</a:t>
            </a:r>
          </a:p>
          <a:p>
            <a:pPr>
              <a:defRPr sz="1200"/>
            </a:pPr>
            <a:r>
              <a:t>D:/pasar_fix/node_modules/.bun/signal-exit@4.1.0/node_modules/signal-exit/dist/mjs/index.js</a:t>
            </a:r>
          </a:p>
          <a:p>
            <a:pPr>
              <a:defRPr sz="1200"/>
            </a:pPr>
            <a:r>
              <a:t>D:/pasar_fix/node_modules/.bun/signal-exit@4.1.0/node_modules/signal-exit/dist/mjs/index.js.map</a:t>
            </a:r>
          </a:p>
          <a:p>
            <a:pPr>
              <a:defRPr sz="1200"/>
            </a:pPr>
            <a:r>
              <a:t>D:/pasar_fix/node_modules/.bun/signal-exit@4.1.0/node_modules/signal-exit/dist/mjs/package.json</a:t>
            </a:r>
          </a:p>
          <a:p>
            <a:pPr>
              <a:defRPr sz="1200"/>
            </a:pPr>
            <a:r>
              <a:t>D:/pasar_fix/node_modules/.bun/signal-exit@4.1.0/node_modules/signal-exit/dist/mjs/signals.d.ts</a:t>
            </a:r>
          </a:p>
          <a:p>
            <a:pPr>
              <a:defRPr sz="1200"/>
            </a:pPr>
            <a:r>
              <a:t>D:/pasar_fix/node_modules/.bun/signal-exit@4.1.0/node_modules/signal-exit/dist/mjs/signals.d.ts.map</a:t>
            </a:r>
          </a:p>
          <a:p>
            <a:pPr>
              <a:defRPr sz="1200"/>
            </a:pPr>
            <a:r>
              <a:t>D:/pasar_fix/node_modules/.bun/signal-exit@4.1.0/node_modules/signal-exit/dist/mjs/signals.js</a:t>
            </a:r>
          </a:p>
          <a:p>
            <a:pPr>
              <a:defRPr sz="1200"/>
            </a:pPr>
            <a:r>
              <a:t>D:/pasar_fix/node_modules/.bun/signal-exit@4.1.0/node_modules/signal-exit/dist/mjs/signals.js.map</a:t>
            </a:r>
          </a:p>
          <a:p>
            <a:pPr>
              <a:defRPr sz="1200"/>
            </a:pPr>
            <a:r>
              <a:t>D:/pasar_fix/node_modules/.bun/sisteransi@1.0.5/node_modules/sisteransi/license</a:t>
            </a:r>
          </a:p>
          <a:p>
            <a:pPr>
              <a:defRPr sz="1200"/>
            </a:pPr>
            <a:r>
              <a:t>D:/pasar_fix/node_modules/.bun/sisteransi@1.0.5/node_modules/sisteransi/package.json</a:t>
            </a:r>
          </a:p>
          <a:p>
            <a:pPr>
              <a:defRPr sz="1200"/>
            </a:pPr>
            <a:r>
              <a:t>D:/pasar_fix/node_modules/.bun/sisteransi@1.0.5/node_modules/sisteransi/readme.md</a:t>
            </a:r>
          </a:p>
          <a:p>
            <a:pPr>
              <a:defRPr sz="1200"/>
            </a:pPr>
            <a:r>
              <a:t>D:/pasar_fix/node_modules/.bun/sisteransi@1.0.5/node_modules/sisteransi/src/index.js</a:t>
            </a:r>
          </a:p>
          <a:p>
            <a:pPr>
              <a:defRPr sz="1200"/>
            </a:pPr>
            <a:r>
              <a:t>D:/pasar_fix/node_modules/.bun/sisteransi@1.0.5/node_modules/sisteransi/src/sisteransi.d.ts</a:t>
            </a:r>
          </a:p>
          <a:p>
            <a:pPr>
              <a:defRPr sz="1200"/>
            </a:pPr>
            <a:r>
              <a:t>D:/pasar_fix/node_modules/.bun/slash@5.1.0/node_modules/slash/index.d.ts</a:t>
            </a:r>
          </a:p>
          <a:p>
            <a:pPr>
              <a:defRPr sz="1200"/>
            </a:pPr>
            <a:r>
              <a:t>D:/pasar_fix/node_modules/.bun/slash@5.1.0/node_modules/slash/index.js</a:t>
            </a:r>
          </a:p>
          <a:p>
            <a:pPr>
              <a:defRPr sz="1200"/>
            </a:pPr>
            <a:r>
              <a:t>D:/pasar_fix/node_modules/.bun/slash@5.1.0/node_modules/slash/license</a:t>
            </a:r>
          </a:p>
          <a:p>
            <a:pPr>
              <a:defRPr sz="1200"/>
            </a:pPr>
            <a:r>
              <a:t>D:/pasar_fix/node_modules/.bun/slash@5.1.0/node_modules/slash/package.json</a:t>
            </a:r>
          </a:p>
          <a:p>
            <a:pPr>
              <a:defRPr sz="1200"/>
            </a:pPr>
            <a:r>
              <a:t>D:/pasar_fix/node_modules/.bun/slash@5.1.0/node_modules/slash/readme.md</a:t>
            </a:r>
          </a:p>
          <a:p>
            <a:pPr>
              <a:defRPr sz="1200"/>
            </a:pPr>
            <a:r>
              <a:t>D:/pasar_fix/node_modules/.bun/smart-buffer@4.2.0/node_modules/smart-buffer/.prettierrc.yaml</a:t>
            </a:r>
          </a:p>
          <a:p>
            <a:pPr>
              <a:defRPr sz="1200"/>
            </a:pPr>
            <a:r>
              <a:t>D:/pasar_fix/node_modules/.bun/smart-buffer@4.2.0/node_modules/smart-buffer/.travis.yml</a:t>
            </a:r>
          </a:p>
          <a:p>
            <a:pPr>
              <a:defRPr sz="1200"/>
            </a:pPr>
            <a:r>
              <a:t>D:/pasar_fix/node_modules/.bun/smart-buffer@4.2.0/node_modules/smart-buffer/LICENSE</a:t>
            </a:r>
          </a:p>
          <a:p>
            <a:pPr>
              <a:defRPr sz="1200"/>
            </a:pPr>
            <a:r>
              <a:t>D:/pasar_fix/node_modules/.bun/smart-buffer@4.2.0/node_modules/smart-buffer/package.json</a:t>
            </a:r>
          </a:p>
          <a:p>
            <a:pPr>
              <a:defRPr sz="1200"/>
            </a:pPr>
            <a:r>
              <a:t>D:/pasar_fix/node_modules/.bun/smart-buffer@4.2.0/node_modules/smart-buffer/README.md</a:t>
            </a:r>
          </a:p>
          <a:p>
            <a:pPr>
              <a:defRPr sz="1200"/>
            </a:pPr>
            <a:r>
              <a:t>D:/pasar_fix/node_modules/.bun/smart-buffer@4.2.0/node_modules/smart-buffer/build/smartbuffer.js</a:t>
            </a:r>
          </a:p>
          <a:p>
            <a:pPr>
              <a:defRPr sz="1200"/>
            </a:pPr>
            <a:r>
              <a:t>D:/pasar_fix/node_modules/.bun/smart-buffer@4.2.0/node_modules/smart-buffer/build/smartbuffer.js.map</a:t>
            </a:r>
          </a:p>
          <a:p>
            <a:pPr>
              <a:defRPr sz="1200"/>
            </a:pPr>
            <a:r>
              <a:t>D:/pasar_fix/node_modules/.bun/smart-buffer@4.2.0/node_modules/smart-buffer/build/utils.js</a:t>
            </a:r>
          </a:p>
          <a:p>
            <a:pPr>
              <a:defRPr sz="1200"/>
            </a:pPr>
            <a:r>
              <a:t>D:/pasar_fix/node_modules/.bun/smart-buffer@4.2.0/node_modules/smart-buffer/build/utils.js.map</a:t>
            </a:r>
          </a:p>
          <a:p>
            <a:pPr>
              <a:defRPr sz="1200"/>
            </a:pPr>
            <a:r>
              <a:t>D:/pasar_fix/node_modules/.bun/smart-buffer@4.2.0/node_modules/smart-buffer/docs/CHANGELOG.md</a:t>
            </a:r>
          </a:p>
          <a:p>
            <a:pPr>
              <a:defRPr sz="1200"/>
            </a:pPr>
            <a:r>
              <a:t>D:/pasar_fix/node_modules/.bun/smart-buffer@4.2.0/node_modules/smart-buffer/docs/README_v3.md</a:t>
            </a:r>
          </a:p>
          <a:p>
            <a:pPr>
              <a:defRPr sz="1200"/>
            </a:pPr>
            <a:r>
              <a:t>D:/pasar_fix/node_modules/.bun/smart-buffer@4.2.0/node_modules/smart-buffer/docs/ROADMAP.md</a:t>
            </a:r>
          </a:p>
          <a:p>
            <a:pPr>
              <a:defRPr sz="1200"/>
            </a:pPr>
            <a:r>
              <a:t>D:/pasar_fix/node_modules/.bun/smart-buffer@4.2.0/node_modules/smart-buffer/typings/smartbuffer.d.ts</a:t>
            </a:r>
          </a:p>
          <a:p>
            <a:pPr>
              <a:defRPr sz="1200"/>
            </a:pPr>
            <a:r>
              <a:t>D:/pasar_fix/node_modules/.bun/smart-buffer@4.2.0/node_modules/smart-buffer/typings/utils.d.ts</a:t>
            </a:r>
          </a:p>
          <a:p>
            <a:pPr>
              <a:defRPr sz="1200"/>
            </a:pPr>
            <a:r>
              <a:t>D:/pasar_fix/node_modules/.bun/smob@1.6.2/node_modules/smob/LICENSE</a:t>
            </a:r>
          </a:p>
          <a:p>
            <a:pPr>
              <a:defRPr sz="1200"/>
            </a:pPr>
            <a:r>
              <a:t>D:/pasar_fix/node_modules/.bun/smob@1.6.2/node_modules/smob/package.json</a:t>
            </a:r>
          </a:p>
          <a:p>
            <a:pPr>
              <a:defRPr sz="1200"/>
            </a:pPr>
            <a:r>
              <a:t>D:/pasar_fix/node_modules/.bun/smob@1.6.2/node_modules/smob/README.MD</a:t>
            </a:r>
          </a:p>
          <a:p>
            <a:pPr>
              <a:defRPr sz="1200"/>
            </a:pPr>
            <a:r>
              <a:t>D:/pasar_fix/node_modules/.bun/smob@1.6.2/node_modules/smob/dist/index.cjs</a:t>
            </a:r>
          </a:p>
          <a:p>
            <a:pPr>
              <a:defRPr sz="1200"/>
            </a:pPr>
            <a:r>
              <a:t>D:/pasar_fix/node_modules/.bun/smob@1.6.2/node_modules/smob/dist/index.cjs.map</a:t>
            </a:r>
          </a:p>
          <a:p>
            <a:pPr>
              <a:defRPr sz="1200"/>
            </a:pPr>
            <a:r>
              <a:t>D:/pasar_fix/node_modules/.bun/smob@1.6.2/node_modules/smob/dist/index.d.cts</a:t>
            </a:r>
          </a:p>
          <a:p>
            <a:pPr>
              <a:defRPr sz="1200"/>
            </a:pPr>
            <a:r>
              <a:t>D:/pasar_fix/node_modules/.bun/smob@1.6.2/node_modules/smob/dist/index.d.mts</a:t>
            </a:r>
          </a:p>
          <a:p>
            <a:pPr>
              <a:defRPr sz="1200"/>
            </a:pPr>
            <a:r>
              <a:t>D:/pasar_fix/node_modules/.bun/smob@1.6.2/node_modules/smob/dist/index.mjs</a:t>
            </a:r>
          </a:p>
          <a:p>
            <a:pPr>
              <a:defRPr sz="1200"/>
            </a:pPr>
            <a:r>
              <a:t>D:/pasar_fix/node_modules/.bun/smob@1.6.2/node_modules/smob/dist/index.mjs.map</a:t>
            </a:r>
          </a:p>
          <a:p>
            <a:pPr>
              <a:defRPr sz="1200"/>
            </a:pPr>
            <a:r>
              <a:t>D:/pasar_fix/node_modules/.bun/socks-proxy-agent@8.0.5/node_modules/socks-proxy-agent/LICENSE</a:t>
            </a:r>
          </a:p>
          <a:p>
            <a:pPr>
              <a:defRPr sz="1200"/>
            </a:pPr>
            <a:r>
              <a:t>D:/pasar_fix/node_modules/.bun/socks-proxy-agent@8.0.5/node_modules/socks-proxy-agent/package.json</a:t>
            </a:r>
          </a:p>
          <a:p>
            <a:pPr>
              <a:defRPr sz="1200"/>
            </a:pPr>
            <a:r>
              <a:t>D:/pasar_fix/node_modules/.bun/socks-proxy-agent@8.0.5/node_modules/socks-proxy-agent/README.md</a:t>
            </a:r>
          </a:p>
          <a:p>
            <a:pPr>
              <a:defRPr sz="1200"/>
            </a:pPr>
            <a:r>
              <a:t>D:/pasar_fix/node_modules/.bun/socks-proxy-agent@8.0.5/node_modules/socks-proxy-agent/dist/index.d.ts</a:t>
            </a:r>
          </a:p>
          <a:p>
            <a:pPr>
              <a:defRPr sz="1200"/>
            </a:pPr>
            <a:r>
              <a:t>D:/pasar_fix/node_modules/.bun/socks-proxy-agent@8.0.5/node_modules/socks-proxy-agent/dist/index.d.ts.map</a:t>
            </a:r>
          </a:p>
          <a:p>
            <a:pPr>
              <a:defRPr sz="1200"/>
            </a:pPr>
            <a:r>
              <a:t>D:/pasar_fix/node_modules/.bun/socks-proxy-agent@8.0.5/node_modules/socks-proxy-agent/dist/index.js</a:t>
            </a:r>
          </a:p>
          <a:p>
            <a:pPr>
              <a:defRPr sz="1200"/>
            </a:pPr>
            <a:r>
              <a:t>D:/pasar_fix/node_modules/.bun/socks-proxy-agent@8.0.5/node_modules/socks-proxy-agent/dist/index.js.map</a:t>
            </a:r>
          </a:p>
          <a:p>
            <a:pPr>
              <a:defRPr sz="1200"/>
            </a:pPr>
            <a:r>
              <a:t>D:/pasar_fix/node_modules/.bun/socks@2.8.9/node_modules/socks/.eslintrc.cjs</a:t>
            </a:r>
          </a:p>
          <a:p>
            <a:pPr>
              <a:defRPr sz="1200"/>
            </a:pPr>
            <a:r>
              <a:t>D:/pasar_fix/node_modules/.bun/socks@2.8.9/node_modules/socks/.prettierrc.yaml</a:t>
            </a:r>
          </a:p>
          <a:p>
            <a:pPr>
              <a:defRPr sz="1200"/>
            </a:pPr>
            <a:r>
              <a:t>D:/pasar_fix/node_modules/.bun/socks@2.8.9/node_modules/socks/LICENSE</a:t>
            </a:r>
          </a:p>
          <a:p>
            <a:pPr>
              <a:defRPr sz="1200"/>
            </a:pPr>
            <a:r>
              <a:t>D:/pasar_fix/node_modules/.bun/socks@2.8.9/node_modules/socks/package.json</a:t>
            </a:r>
          </a:p>
          <a:p>
            <a:pPr>
              <a:defRPr sz="1200"/>
            </a:pPr>
            <a:r>
              <a:t>D:/pasar_fix/node_modules/.bun/socks@2.8.9/node_modules/socks/README.md</a:t>
            </a:r>
          </a:p>
          <a:p>
            <a:pPr>
              <a:defRPr sz="1200"/>
            </a:pPr>
            <a:r>
              <a:t>D:/pasar_fix/node_modules/.bun/socks@2.8.9/node_modules/socks/build/index.js</a:t>
            </a:r>
          </a:p>
          <a:p>
            <a:pPr>
              <a:defRPr sz="1200"/>
            </a:pPr>
            <a:r>
              <a:t>D:/pasar_fix/node_modules/.bun/socks@2.8.9/node_modules/socks/build/index.js.map</a:t>
            </a:r>
          </a:p>
          <a:p>
            <a:pPr>
              <a:defRPr sz="1200"/>
            </a:pPr>
            <a:r>
              <a:t>D:/pasar_fix/node_modules/.bun/socks@2.8.9/node_modules/socks/build/client/socksclient.js</a:t>
            </a:r>
          </a:p>
          <a:p>
            <a:pPr>
              <a:defRPr sz="1200"/>
            </a:pPr>
            <a:r>
              <a:t>D:/pasar_fix/node_modules/.bun/socks@2.8.9/node_modules/socks/build/client/socksclient.js.map</a:t>
            </a:r>
          </a:p>
          <a:p>
            <a:pPr>
              <a:defRPr sz="1200"/>
            </a:pPr>
            <a:r>
              <a:t>D:/pasar_fix/node_modules/.bun/socks@2.8.9/node_modules/socks/build/common/constants.js</a:t>
            </a:r>
          </a:p>
          <a:p>
            <a:pPr>
              <a:defRPr sz="1200"/>
            </a:pPr>
            <a:r>
              <a:t>D:/pasar_fix/node_modules/.bun/socks@2.8.9/node_modules/socks/build/common/constants.js.map</a:t>
            </a:r>
          </a:p>
          <a:p>
            <a:pPr>
              <a:defRPr sz="1200"/>
            </a:pPr>
            <a:r>
              <a:t>D:/pasar_fix/node_modules/.bun/socks@2.8.9/node_modules/socks/build/common/helpers.js</a:t>
            </a:r>
          </a:p>
          <a:p>
            <a:pPr>
              <a:defRPr sz="1200"/>
            </a:pPr>
            <a:r>
              <a:t>D:/pasar_fix/node_modules/.bun/socks@2.8.9/node_modules/socks/build/common/helpers.js.map</a:t>
            </a:r>
          </a:p>
          <a:p>
            <a:pPr>
              <a:defRPr sz="1200"/>
            </a:pPr>
            <a:r>
              <a:t>D:/pasar_fix/node_modules/.bun/socks@2.8.9/node_modules/socks/build/common/receivebuffer.js</a:t>
            </a:r>
          </a:p>
          <a:p>
            <a:pPr>
              <a:defRPr sz="1200"/>
            </a:pPr>
            <a:r>
              <a:t>D:/pasar_fix/node_modules/.bun/socks@2.8.9/node_modules/socks/build/common/receivebuffer.js.map</a:t>
            </a:r>
          </a:p>
          <a:p>
            <a:pPr>
              <a:defRPr sz="1200"/>
            </a:pPr>
            <a:r>
              <a:t>D:/pasar_fix/node_modules/.bun/socks@2.8.9/node_modules/socks/build/common/util.js</a:t>
            </a:r>
          </a:p>
          <a:p>
            <a:pPr>
              <a:defRPr sz="1200"/>
            </a:pPr>
            <a:r>
              <a:t>D:/pasar_fix/node_modules/.bun/socks@2.8.9/node_modules/socks/build/common/util.js.map</a:t>
            </a:r>
          </a:p>
          <a:p>
            <a:pPr>
              <a:defRPr sz="1200"/>
            </a:pPr>
            <a:r>
              <a:t>D:/pasar_fix/node_modules/.bun/socks@2.8.9/node_modules/socks/docs/index.md</a:t>
            </a:r>
          </a:p>
          <a:p>
            <a:pPr>
              <a:defRPr sz="1200"/>
            </a:pPr>
            <a:r>
              <a:t>D:/pasar_fix/node_modules/.bun/socks@2.8.9/node_modules/socks/docs/migratingFromV1.md</a:t>
            </a:r>
          </a:p>
          <a:p>
            <a:pPr>
              <a:defRPr sz="1200"/>
            </a:pPr>
            <a:r>
              <a:t>D:/pasar_fix/node_modules/.bun/socks@2.8.9/node_modules/socks/docs/examples/index.md</a:t>
            </a:r>
          </a:p>
          <a:p>
            <a:pPr>
              <a:defRPr sz="1200"/>
            </a:pPr>
            <a:r>
              <a:t>D:/pasar_fix/node_modules/.bun/socks@2.8.9/node_modules/socks/docs/examples/javascript/associateExample.md</a:t>
            </a:r>
          </a:p>
          <a:p>
            <a:pPr>
              <a:defRPr sz="1200"/>
            </a:pPr>
            <a:r>
              <a:t>D:/pasar_fix/node_modules/.bun/socks@2.8.9/node_modules/socks/docs/examples/javascript/bindExample.md</a:t>
            </a:r>
          </a:p>
          <a:p>
            <a:pPr>
              <a:defRPr sz="1200"/>
            </a:pPr>
            <a:r>
              <a:t>D:/pasar_fix/node_modules/.bun/socks@2.8.9/node_modules/socks/docs/examples/javascript/connectExample.md</a:t>
            </a:r>
          </a:p>
          <a:p>
            <a:pPr>
              <a:defRPr sz="1200"/>
            </a:pPr>
            <a:r>
              <a:t>D:/pasar_fix/node_modules/.bun/socks@2.8.9/node_modules/socks/docs/examples/typescript/associateExample.md</a:t>
            </a:r>
          </a:p>
          <a:p>
            <a:pPr>
              <a:defRPr sz="1200"/>
            </a:pPr>
            <a:r>
              <a:t>D:/pasar_fix/node_modules/.bun/socks@2.8.9/node_modules/socks/docs/examples/typescript/bindExample.md</a:t>
            </a:r>
          </a:p>
          <a:p>
            <a:pPr>
              <a:defRPr sz="1200"/>
            </a:pPr>
            <a:r>
              <a:t>D:/pasar_fix/node_modules/.bun/socks@2.8.9/node_modules/socks/docs/examples/typescript/connectExample.md</a:t>
            </a:r>
          </a:p>
          <a:p>
            <a:pPr>
              <a:defRPr sz="1200"/>
            </a:pPr>
            <a:r>
              <a:t>D:/pasar_fix/node_modules/.bun/socks@2.8.9/node_modules/socks/typings/index.d.ts</a:t>
            </a:r>
          </a:p>
          <a:p>
            <a:pPr>
              <a:defRPr sz="1200"/>
            </a:pPr>
            <a:r>
              <a:t>D:/pasar_fix/node_modules/.bun/socks@2.8.9/node_modules/socks/typings/client/socksclient.d.ts</a:t>
            </a:r>
          </a:p>
          <a:p>
            <a:pPr>
              <a:defRPr sz="1200"/>
            </a:pPr>
            <a:r>
              <a:t>D:/pasar_fix/node_modules/.bun/socks@2.8.9/node_modules/socks/typings/common/constants.d.ts</a:t>
            </a:r>
          </a:p>
          <a:p>
            <a:pPr>
              <a:defRPr sz="1200"/>
            </a:pPr>
            <a:r>
              <a:t>D:/pasar_fix/node_modules/.bun/socks@2.8.9/node_modules/socks/typings/common/helpers.d.ts</a:t>
            </a:r>
          </a:p>
          <a:p>
            <a:pPr>
              <a:defRPr sz="1200"/>
            </a:pPr>
            <a:r>
              <a:t>D:/pasar_fix/node_modules/.bun/socks@2.8.9/node_modules/socks/typings/common/receivebuffer.d.ts</a:t>
            </a:r>
          </a:p>
          <a:p>
            <a:pPr>
              <a:defRPr sz="1200"/>
            </a:pPr>
            <a:r>
              <a:t>D:/pasar_fix/node_modules/.bun/socks@2.8.9/node_modules/socks/typings/common/util.d.ts</a:t>
            </a:r>
          </a:p>
          <a:p>
            <a:pPr>
              <a:defRPr sz="1200"/>
            </a:pPr>
            <a:r>
              <a:t>D:/pasar_fix/node_modules/.bun/solid-js@1.9.13/node_modules/solid-js/jsx-runtime.d.ts</a:t>
            </a:r>
          </a:p>
          <a:p>
            <a:pPr>
              <a:defRPr sz="1200"/>
            </a:pPr>
            <a:r>
              <a:t>D:/pasar_fix/node_modules/.bun/solid-js@1.9.13/node_modules/solid-js/LICENSE</a:t>
            </a:r>
          </a:p>
          <a:p>
            <a:pPr>
              <a:defRPr sz="1200"/>
            </a:pPr>
            <a:r>
              <a:t>D:/pasar_fix/node_modules/.bun/solid-js@1.9.13/node_modules/solid-js/package.json</a:t>
            </a:r>
          </a:p>
          <a:p>
            <a:pPr>
              <a:defRPr sz="1200"/>
            </a:pPr>
            <a:r>
              <a:t>D:/pasar_fix/node_modules/.bun/solid-js@1.9.13/node_modules/solid-js/README.md</a:t>
            </a:r>
          </a:p>
          <a:p>
            <a:pPr>
              <a:defRPr sz="1200"/>
            </a:pPr>
            <a:r>
              <a:t>D:/pasar_fix/node_modules/.bun/solid-js@1.9.13/node_modules/solid-js/dist/dev.cjs</a:t>
            </a:r>
          </a:p>
          <a:p>
            <a:pPr>
              <a:defRPr sz="1200"/>
            </a:pPr>
            <a:r>
              <a:t>D:/pasar_fix/node_modules/.bun/solid-js@1.9.13/node_modules/solid-js/dist/dev.js</a:t>
            </a:r>
          </a:p>
          <a:p>
            <a:pPr>
              <a:defRPr sz="1200"/>
            </a:pPr>
            <a:r>
              <a:t>D:/pasar_fix/node_modules/.bun/solid-js@1.9.13/node_modules/solid-js/dist/server.cjs</a:t>
            </a:r>
          </a:p>
          <a:p>
            <a:pPr>
              <a:defRPr sz="1200"/>
            </a:pPr>
            <a:r>
              <a:t>D:/pasar_fix/node_modules/.bun/solid-js@1.9.13/node_modules/solid-js/dist/server.js</a:t>
            </a:r>
          </a:p>
          <a:p>
            <a:pPr>
              <a:defRPr sz="1200"/>
            </a:pPr>
            <a:r>
              <a:t>D:/pasar_fix/node_modules/.bun/solid-js@1.9.13/node_modules/solid-js/dist/solid.cjs</a:t>
            </a:r>
          </a:p>
          <a:p>
            <a:pPr>
              <a:defRPr sz="1200"/>
            </a:pPr>
            <a:r>
              <a:t>D:/pasar_fix/node_modules/.bun/solid-js@1.9.13/node_modules/solid-js/dist/solid.js</a:t>
            </a:r>
          </a:p>
          <a:p>
            <a:pPr>
              <a:defRPr sz="1200"/>
            </a:pPr>
            <a:r>
              <a:t>D:/pasar_fix/node_modules/.bun/solid-js@1.9.13/node_modules/solid-js/h/package.json</a:t>
            </a:r>
          </a:p>
          <a:p>
            <a:pPr>
              <a:defRPr sz="1200"/>
            </a:pPr>
            <a:r>
              <a:t>D:/pasar_fix/node_modules/.bun/solid-js@1.9.13/node_modules/solid-js/h/dist/h.cjs</a:t>
            </a:r>
          </a:p>
          <a:p>
            <a:pPr>
              <a:defRPr sz="1200"/>
            </a:pPr>
            <a:r>
              <a:t>D:/pasar_fix/node_modules/.bun/solid-js@1.9.13/node_modules/solid-js/h/dist/h.js</a:t>
            </a:r>
          </a:p>
          <a:p>
            <a:pPr>
              <a:defRPr sz="1200"/>
            </a:pPr>
            <a:r>
              <a:t>D:/pasar_fix/node_modules/.bun/solid-js@1.9.13/node_modules/solid-js/h/jsx-dev-runtime/package.json</a:t>
            </a:r>
          </a:p>
          <a:p>
            <a:pPr>
              <a:defRPr sz="1200"/>
            </a:pPr>
            <a:r>
              <a:t>D:/pasar_fix/node_modules/.bun/solid-js@1.9.13/node_modules/solid-js/h/jsx-runtime/package.json</a:t>
            </a:r>
          </a:p>
          <a:p>
            <a:pPr>
              <a:defRPr sz="1200"/>
            </a:pPr>
            <a:r>
              <a:t>D:/pasar_fix/node_modules/.bun/solid-js@1.9.13/node_modules/solid-js/h/jsx-runtime/dist/jsx.cjs</a:t>
            </a:r>
          </a:p>
          <a:p>
            <a:pPr>
              <a:defRPr sz="1200"/>
            </a:pPr>
            <a:r>
              <a:t>D:/pasar_fix/node_modules/.bun/solid-js@1.9.13/node_modules/solid-js/h/jsx-runtime/dist/jsx.js</a:t>
            </a:r>
          </a:p>
          <a:p>
            <a:pPr>
              <a:defRPr sz="1200"/>
            </a:pPr>
            <a:r>
              <a:t>D:/pasar_fix/node_modules/.bun/solid-js@1.9.13/node_modules/solid-js/h/jsx-runtime/types/index.d.ts</a:t>
            </a:r>
          </a:p>
          <a:p>
            <a:pPr>
              <a:defRPr sz="1200"/>
            </a:pPr>
            <a:r>
              <a:t>D:/pasar_fix/node_modules/.bun/solid-js@1.9.13/node_modules/solid-js/h/jsx-runtime/types/jsx.d.ts</a:t>
            </a:r>
          </a:p>
          <a:p>
            <a:pPr>
              <a:defRPr sz="1200"/>
            </a:pPr>
            <a:r>
              <a:t>D:/pasar_fix/node_modules/.bun/solid-js@1.9.13/node_modules/solid-js/h/types/hyperscript.d.ts</a:t>
            </a:r>
          </a:p>
          <a:p>
            <a:pPr>
              <a:defRPr sz="1200"/>
            </a:pPr>
            <a:r>
              <a:t>D:/pasar_fix/node_modules/.bun/solid-js@1.9.13/node_modules/solid-js/h/types/index.d.ts</a:t>
            </a:r>
          </a:p>
          <a:p>
            <a:pPr>
              <a:defRPr sz="1200"/>
            </a:pPr>
            <a:r>
              <a:t>D:/pasar_fix/node_modules/.bun/solid-js@1.9.13/node_modules/solid-js/html/package.json</a:t>
            </a:r>
          </a:p>
          <a:p>
            <a:pPr>
              <a:defRPr sz="1200"/>
            </a:pPr>
            <a:r>
              <a:t>D:/pasar_fix/node_modules/.bun/solid-js@1.9.13/node_modules/solid-js/html/dist/html.cjs</a:t>
            </a:r>
          </a:p>
          <a:p>
            <a:pPr>
              <a:defRPr sz="1200"/>
            </a:pPr>
            <a:r>
              <a:t>D:/pasar_fix/node_modules/.bun/solid-js@1.9.13/node_modules/solid-js/html/dist/html.js</a:t>
            </a:r>
          </a:p>
          <a:p>
            <a:pPr>
              <a:defRPr sz="1200"/>
            </a:pPr>
            <a:r>
              <a:t>D:/pasar_fix/node_modules/.bun/solid-js@1.9.13/node_modules/solid-js/html/types/index.d.ts</a:t>
            </a:r>
          </a:p>
          <a:p>
            <a:pPr>
              <a:defRPr sz="1200"/>
            </a:pPr>
            <a:r>
              <a:t>D:/pasar_fix/node_modules/.bun/solid-js@1.9.13/node_modules/solid-js/html/types/lit.d.ts</a:t>
            </a:r>
          </a:p>
          <a:p>
            <a:pPr>
              <a:defRPr sz="1200"/>
            </a:pPr>
            <a:r>
              <a:t>D:/pasar_fix/node_modules/.bun/solid-js@1.9.13/node_modules/solid-js/store/package.json</a:t>
            </a:r>
          </a:p>
          <a:p>
            <a:pPr>
              <a:defRPr sz="1200"/>
            </a:pPr>
            <a:r>
              <a:t>D:/pasar_fix/node_modules/.bun/solid-js@1.9.13/node_modules/solid-js/store/dist/dev.cjs</a:t>
            </a:r>
          </a:p>
          <a:p>
            <a:pPr>
              <a:defRPr sz="1200"/>
            </a:pPr>
            <a:r>
              <a:t>D:/pasar_fix/node_modules/.bun/solid-js@1.9.13/node_modules/solid-js/store/dist/dev.js</a:t>
            </a:r>
          </a:p>
          <a:p>
            <a:pPr>
              <a:defRPr sz="1200"/>
            </a:pPr>
            <a:r>
              <a:t>D:/pasar_fix/node_modules/.bun/solid-js@1.9.13/node_modules/solid-js/store/dist/server.cjs</a:t>
            </a:r>
          </a:p>
          <a:p>
            <a:pPr>
              <a:defRPr sz="1200"/>
            </a:pPr>
            <a:r>
              <a:t>D:/pasar_fix/node_modules/.bun/solid-js@1.9.13/node_modules/solid-js/store/dist/server.js</a:t>
            </a:r>
          </a:p>
          <a:p>
            <a:pPr>
              <a:defRPr sz="1200"/>
            </a:pPr>
            <a:r>
              <a:t>D:/pasar_fix/node_modules/.bun/solid-js@1.9.13/node_modules/solid-js/store/dist/store.cjs</a:t>
            </a:r>
          </a:p>
          <a:p>
            <a:pPr>
              <a:defRPr sz="1200"/>
            </a:pPr>
            <a:r>
              <a:t>D:/pasar_fix/node_modules/.bun/solid-js@1.9.13/node_modules/solid-js/store/dist/store.js</a:t>
            </a:r>
          </a:p>
          <a:p>
            <a:pPr>
              <a:defRPr sz="1200"/>
            </a:pPr>
            <a:r>
              <a:t>D:/pasar_fix/node_modules/.bun/solid-js@1.9.13/node_modules/solid-js/store/types/index.d.ts</a:t>
            </a:r>
          </a:p>
          <a:p>
            <a:pPr>
              <a:defRPr sz="1200"/>
            </a:pPr>
            <a:r>
              <a:t>D:/pasar_fix/node_modules/.bun/solid-js@1.9.13/node_modules/solid-js/store/types/modifiers.d.ts</a:t>
            </a:r>
          </a:p>
          <a:p>
            <a:pPr>
              <a:defRPr sz="1200"/>
            </a:pPr>
            <a:r>
              <a:t>D:/pasar_fix/node_modules/.bun/solid-js@1.9.13/node_modules/solid-js/store/types/mutable.d.ts</a:t>
            </a:r>
          </a:p>
          <a:p>
            <a:pPr>
              <a:defRPr sz="1200"/>
            </a:pPr>
            <a:r>
              <a:t>D:/pasar_fix/node_modules/.bun/solid-js@1.9.13/node_modules/solid-js/store/types/server.d.ts</a:t>
            </a:r>
          </a:p>
          <a:p>
            <a:pPr>
              <a:defRPr sz="1200"/>
            </a:pPr>
            <a:r>
              <a:t>D:/pasar_fix/node_modules/.bun/solid-js@1.9.13/node_modules/solid-js/store/types/store.d.ts</a:t>
            </a:r>
          </a:p>
          <a:p>
            <a:pPr>
              <a:defRPr sz="1200"/>
            </a:pPr>
            <a:r>
              <a:t>D:/pasar_fix/node_modules/.bun/solid-js@1.9.13/node_modules/solid-js/types/index.d.ts</a:t>
            </a:r>
          </a:p>
          <a:p>
            <a:pPr>
              <a:defRPr sz="1200"/>
            </a:pPr>
            <a:r>
              <a:t>D:/pasar_fix/node_modules/.bun/solid-js@1.9.13/node_modules/solid-js/types/jsx.d.ts</a:t>
            </a:r>
          </a:p>
          <a:p>
            <a:pPr>
              <a:defRPr sz="1200"/>
            </a:pPr>
            <a:r>
              <a:t>D:/pasar_fix/node_modules/.bun/solid-js@1.9.13/node_modules/solid-js/types/reactive/array.d.ts</a:t>
            </a:r>
          </a:p>
          <a:p>
            <a:pPr>
              <a:defRPr sz="1200"/>
            </a:pPr>
            <a:r>
              <a:t>D:/pasar_fix/node_modules/.bun/solid-js@1.9.13/node_modules/solid-js/types/reactive/observable.d.ts</a:t>
            </a:r>
          </a:p>
          <a:p>
            <a:pPr>
              <a:defRPr sz="1200"/>
            </a:pPr>
            <a:r>
              <a:t>D:/pasar_fix/node_modules/.bun/solid-js@1.9.13/node_modules/solid-js/types/reactive/scheduler.d.ts</a:t>
            </a:r>
          </a:p>
          <a:p>
            <a:pPr>
              <a:defRPr sz="1200"/>
            </a:pPr>
            <a:r>
              <a:t>D:/pasar_fix/node_modules/.bun/solid-js@1.9.13/node_modules/solid-js/types/reactive/signal.d.ts</a:t>
            </a:r>
          </a:p>
          <a:p>
            <a:pPr>
              <a:defRPr sz="1200"/>
            </a:pPr>
            <a:r>
              <a:t>D:/pasar_fix/node_modules/.bun/solid-js@1.9.13/node_modules/solid-js/types/render/component.d.ts</a:t>
            </a:r>
          </a:p>
          <a:p>
            <a:pPr>
              <a:defRPr sz="1200"/>
            </a:pPr>
            <a:r>
              <a:t>D:/pasar_fix/node_modules/.bun/solid-js@1.9.13/node_modules/solid-js/types/render/flow.d.ts</a:t>
            </a:r>
          </a:p>
          <a:p>
            <a:pPr>
              <a:defRPr sz="1200"/>
            </a:pPr>
            <a:r>
              <a:t>D:/pasar_fix/node_modules/.bun/solid-js@1.9.13/node_modules/solid-js/types/render/hydration.d.ts</a:t>
            </a:r>
          </a:p>
          <a:p>
            <a:pPr>
              <a:defRPr sz="1200"/>
            </a:pPr>
            <a:r>
              <a:t>D:/pasar_fix/node_modules/.bun/solid-js@1.9.13/node_modules/solid-js/types/render/index.d.ts</a:t>
            </a:r>
          </a:p>
          <a:p>
            <a:pPr>
              <a:defRPr sz="1200"/>
            </a:pPr>
            <a:r>
              <a:t>D:/pasar_fix/node_modules/.bun/solid-js@1.9.13/node_modules/solid-js/types/render/Suspense.d.ts</a:t>
            </a:r>
          </a:p>
          <a:p>
            <a:pPr>
              <a:defRPr sz="1200"/>
            </a:pPr>
            <a:r>
              <a:t>D:/pasar_fix/node_modules/.bun/solid-js@1.9.13/node_modules/solid-js/types/server/index.d.ts</a:t>
            </a:r>
          </a:p>
          <a:p>
            <a:pPr>
              <a:defRPr sz="1200"/>
            </a:pPr>
            <a:r>
              <a:t>D:/pasar_fix/node_modules/.bun/solid-js@1.9.13/node_modules/solid-js/types/server/reactive.d.ts</a:t>
            </a:r>
          </a:p>
          <a:p>
            <a:pPr>
              <a:defRPr sz="1200"/>
            </a:pPr>
            <a:r>
              <a:t>D:/pasar_fix/node_modules/.bun/solid-js@1.9.13/node_modules/solid-js/types/server/rendering.d.ts</a:t>
            </a:r>
          </a:p>
          <a:p>
            <a:pPr>
              <a:defRPr sz="1200"/>
            </a:pPr>
            <a:r>
              <a:t>D:/pasar_fix/node_modules/.bun/solid-js@1.9.13/node_modules/solid-js/universal/package.json</a:t>
            </a:r>
          </a:p>
          <a:p>
            <a:pPr>
              <a:defRPr sz="1200"/>
            </a:pPr>
            <a:r>
              <a:t>D:/pasar_fix/node_modules/.bun/solid-js@1.9.13/node_modules/solid-js/universal/dist/dev.cjs</a:t>
            </a:r>
          </a:p>
          <a:p>
            <a:pPr>
              <a:defRPr sz="1200"/>
            </a:pPr>
            <a:r>
              <a:t>D:/pasar_fix/node_modules/.bun/solid-js@1.9.13/node_modules/solid-js/universal/dist/dev.js</a:t>
            </a:r>
          </a:p>
          <a:p>
            <a:pPr>
              <a:defRPr sz="1200"/>
            </a:pPr>
            <a:r>
              <a:t>D:/pasar_fix/node_modules/.bun/solid-js@1.9.13/node_modules/solid-js/universal/dist/universal.cjs</a:t>
            </a:r>
          </a:p>
          <a:p>
            <a:pPr>
              <a:defRPr sz="1200"/>
            </a:pPr>
            <a:r>
              <a:t>D:/pasar_fix/node_modules/.bun/solid-js@1.9.13/node_modules/solid-js/universal/dist/universal.js</a:t>
            </a:r>
          </a:p>
          <a:p>
            <a:pPr>
              <a:defRPr sz="1200"/>
            </a:pPr>
            <a:r>
              <a:t>D:/pasar_fix/node_modules/.bun/solid-js@1.9.13/node_modules/solid-js/universal/types/index.d.ts</a:t>
            </a:r>
          </a:p>
          <a:p>
            <a:pPr>
              <a:defRPr sz="1200"/>
            </a:pPr>
            <a:r>
              <a:t>D:/pasar_fix/node_modules/.bun/solid-js@1.9.13/node_modules/solid-js/universal/types/universal.d.ts</a:t>
            </a:r>
          </a:p>
          <a:p>
            <a:pPr>
              <a:defRPr sz="1200"/>
            </a:pPr>
            <a:r>
              <a:t>D:/pasar_fix/node_modules/.bun/solid-js@1.9.13/node_modules/solid-js/web/package.json</a:t>
            </a:r>
          </a:p>
          <a:p>
            <a:pPr>
              <a:defRPr sz="1200"/>
            </a:pPr>
            <a:r>
              <a:t>D:/pasar_fix/node_modules/.bun/solid-js@1.9.13/node_modules/solid-js/web/dist/dev.cjs</a:t>
            </a:r>
          </a:p>
          <a:p>
            <a:pPr>
              <a:defRPr sz="1200"/>
            </a:pPr>
            <a:r>
              <a:t>D:/pasar_fix/node_modules/.bun/solid-js@1.9.13/node_modules/solid-js/web/dist/dev.js</a:t>
            </a:r>
          </a:p>
          <a:p>
            <a:pPr>
              <a:defRPr sz="1200"/>
            </a:pPr>
            <a:r>
              <a:t>D:/pasar_fix/node_modules/.bun/solid-js@1.9.13/node_modules/solid-js/web/dist/server.cjs</a:t>
            </a:r>
          </a:p>
          <a:p>
            <a:pPr>
              <a:defRPr sz="1200"/>
            </a:pPr>
            <a:r>
              <a:t>D:/pasar_fix/node_modules/.bun/solid-js@1.9.13/node_modules/solid-js/web/dist/server.js</a:t>
            </a:r>
          </a:p>
          <a:p>
            <a:pPr>
              <a:defRPr sz="1200"/>
            </a:pPr>
            <a:r>
              <a:t>D:/pasar_fix/node_modules/.bun/solid-js@1.9.13/node_modules/solid-js/web/dist/web.cjs</a:t>
            </a:r>
          </a:p>
          <a:p>
            <a:pPr>
              <a:defRPr sz="1200"/>
            </a:pPr>
            <a:r>
              <a:t>D:/pasar_fix/node_modules/.bun/solid-js@1.9.13/node_modules/solid-js/web/dist/web.js</a:t>
            </a:r>
          </a:p>
          <a:p>
            <a:pPr>
              <a:defRPr sz="1200"/>
            </a:pPr>
            <a:r>
              <a:t>D:/pasar_fix/node_modules/.bun/solid-js@1.9.13/node_modules/solid-js/web/storage/package.json</a:t>
            </a:r>
          </a:p>
          <a:p>
            <a:pPr>
              <a:defRPr sz="1200"/>
            </a:pPr>
            <a:r>
              <a:t>D:/pasar_fix/node_modules/.bun/solid-js@1.9.13/node_modules/solid-js/web/storage/dist/storage.cjs</a:t>
            </a:r>
          </a:p>
          <a:p>
            <a:pPr>
              <a:defRPr sz="1200"/>
            </a:pPr>
            <a:r>
              <a:t>D:/pasar_fix/node_modules/.bun/solid-js@1.9.13/node_modules/solid-js/web/storage/dist/storage.js</a:t>
            </a:r>
          </a:p>
          <a:p>
            <a:pPr>
              <a:defRPr sz="1200"/>
            </a:pPr>
            <a:r>
              <a:t>D:/pasar_fix/node_modules/.bun/solid-js@1.9.13/node_modules/solid-js/web/storage/types/index.d.ts</a:t>
            </a:r>
          </a:p>
          <a:p>
            <a:pPr>
              <a:defRPr sz="1200"/>
            </a:pPr>
            <a:r>
              <a:t>D:/pasar_fix/node_modules/.bun/solid-js@1.9.13/node_modules/solid-js/web/types/client.d.ts</a:t>
            </a:r>
          </a:p>
          <a:p>
            <a:pPr>
              <a:defRPr sz="1200"/>
            </a:pPr>
            <a:r>
              <a:t>D:/pasar_fix/node_modules/.bun/solid-js@1.9.13/node_modules/solid-js/web/types/core.d.ts</a:t>
            </a:r>
          </a:p>
          <a:p>
            <a:pPr>
              <a:defRPr sz="1200"/>
            </a:pPr>
            <a:r>
              <a:t>D:/pasar_fix/node_modules/.bun/solid-js@1.9.13/node_modules/solid-js/web/types/index.d.ts</a:t>
            </a:r>
          </a:p>
          <a:p>
            <a:pPr>
              <a:defRPr sz="1200"/>
            </a:pPr>
            <a:r>
              <a:t>D:/pasar_fix/node_modules/.bun/solid-js@1.9.13/node_modules/solid-js/web/types/jsx.d.ts</a:t>
            </a:r>
          </a:p>
          <a:p>
            <a:pPr>
              <a:defRPr sz="1200"/>
            </a:pPr>
            <a:r>
              <a:t>D:/pasar_fix/node_modules/.bun/solid-js@1.9.13/node_modules/solid-js/web/types/server-mock.d.ts</a:t>
            </a:r>
          </a:p>
          <a:p>
            <a:pPr>
              <a:defRPr sz="1200"/>
            </a:pPr>
            <a:r>
              <a:t>D:/pasar_fix/node_modules/.bun/solid-js@1.9.13/node_modules/solid-js/web/types/server.d.ts</a:t>
            </a:r>
          </a:p>
          <a:p>
            <a:pPr>
              <a:defRPr sz="1200"/>
            </a:pPr>
            <a:r>
              <a:t>D:/pasar_fix/node_modules/.bun/sonner@2.0.7+d0e719b86e9808b5/node_modules/sonner/LICENSE.md</a:t>
            </a:r>
          </a:p>
          <a:p>
            <a:pPr>
              <a:defRPr sz="1200"/>
            </a:pPr>
            <a:r>
              <a:t>D:/pasar_fix/node_modules/.bun/sonner@2.0.7+d0e719b86e9808b5/node_modules/sonner/package.json</a:t>
            </a:r>
          </a:p>
          <a:p>
            <a:pPr>
              <a:defRPr sz="1200"/>
            </a:pPr>
            <a:r>
              <a:t>D:/pasar_fix/node_modules/.bun/sonner@2.0.7+d0e719b86e9808b5/node_modules/sonner/README.md</a:t>
            </a:r>
          </a:p>
          <a:p>
            <a:pPr>
              <a:defRPr sz="1200"/>
            </a:pPr>
            <a:r>
              <a:t>D:/pasar_fix/node_modules/.bun/sonner@2.0.7+d0e719b86e9808b5/node_modules/sonner/dist/index.d.mts</a:t>
            </a:r>
          </a:p>
          <a:p>
            <a:pPr>
              <a:defRPr sz="1200"/>
            </a:pPr>
            <a:r>
              <a:t>D:/pasar_fix/node_modules/.bun/sonner@2.0.7+d0e719b86e9808b5/node_modules/sonner/dist/index.d.ts</a:t>
            </a:r>
          </a:p>
          <a:p>
            <a:pPr>
              <a:defRPr sz="1200"/>
            </a:pPr>
            <a:r>
              <a:t>D:/pasar_fix/node_modules/.bun/sonner@2.0.7+d0e719b86e9808b5/node_modules/sonner/dist/index.js</a:t>
            </a:r>
          </a:p>
          <a:p>
            <a:pPr>
              <a:defRPr sz="1200"/>
            </a:pPr>
            <a:r>
              <a:t>D:/pasar_fix/node_modules/.bun/sonner@2.0.7+d0e719b86e9808b5/node_modules/sonner/dist/index.mjs</a:t>
            </a:r>
          </a:p>
          <a:p>
            <a:pPr>
              <a:defRPr sz="1200"/>
            </a:pPr>
            <a:r>
              <a:t>D:/pasar_fix/node_modules/.bun/sonner@2.0.7+d0e719b86e9808b5/node_modules/sonner/dist/styles.css</a:t>
            </a:r>
          </a:p>
          <a:p>
            <a:pPr>
              <a:defRPr sz="1200"/>
            </a:pPr>
            <a:r>
              <a:t>D:/pasar_fix/node_modules/.bun/source-map-js@1.2.1/node_modules/source-map-js/LICENSE</a:t>
            </a:r>
          </a:p>
          <a:p>
            <a:pPr>
              <a:defRPr sz="1200"/>
            </a:pPr>
            <a:r>
              <a:t>D:/pasar_fix/node_modules/.bun/source-map-js@1.2.1/node_modules/source-map-js/package.json</a:t>
            </a:r>
          </a:p>
          <a:p>
            <a:pPr>
              <a:defRPr sz="1200"/>
            </a:pPr>
            <a:r>
              <a:t>D:/pasar_fix/node_modules/.bun/source-map-js@1.2.1/node_modules/source-map-js/README.md</a:t>
            </a:r>
          </a:p>
          <a:p>
            <a:pPr>
              <a:defRPr sz="1200"/>
            </a:pPr>
            <a:r>
              <a:t>D:/pasar_fix/node_modules/.bun/source-map-js@1.2.1/node_modules/source-map-js/source-map.d.ts</a:t>
            </a:r>
          </a:p>
          <a:p>
            <a:pPr>
              <a:defRPr sz="1200"/>
            </a:pPr>
            <a:r>
              <a:t>D:/pasar_fix/node_modules/.bun/source-map-js@1.2.1/node_modules/source-map-js/source-map.js</a:t>
            </a:r>
          </a:p>
          <a:p>
            <a:pPr>
              <a:defRPr sz="1200"/>
            </a:pPr>
            <a:r>
              <a:t>D:/pasar_fix/node_modules/.bun/source-map-js@1.2.1/node_modules/source-map-js/lib/array-set.js</a:t>
            </a:r>
          </a:p>
          <a:p>
            <a:pPr>
              <a:defRPr sz="1200"/>
            </a:pPr>
            <a:r>
              <a:t>D:/pasar_fix/node_modules/.bun/source-map-js@1.2.1/node_modules/source-map-js/lib/base64-vlq.js</a:t>
            </a:r>
          </a:p>
          <a:p>
            <a:pPr>
              <a:defRPr sz="1200"/>
            </a:pPr>
            <a:r>
              <a:t>D:/pasar_fix/node_modules/.bun/source-map-js@1.2.1/node_modules/source-map-js/lib/base64.js</a:t>
            </a:r>
          </a:p>
          <a:p>
            <a:pPr>
              <a:defRPr sz="1200"/>
            </a:pPr>
            <a:r>
              <a:t>D:/pasar_fix/node_modules/.bun/source-map-js@1.2.1/node_modules/source-map-js/lib/binary-search.js</a:t>
            </a:r>
          </a:p>
          <a:p>
            <a:pPr>
              <a:defRPr sz="1200"/>
            </a:pPr>
            <a:r>
              <a:t>D:/pasar_fix/node_modules/.bun/source-map-js@1.2.1/node_modules/source-map-js/lib/mapping-list.js</a:t>
            </a:r>
          </a:p>
          <a:p>
            <a:pPr>
              <a:defRPr sz="1200"/>
            </a:pPr>
            <a:r>
              <a:t>D:/pasar_fix/node_modules/.bun/source-map-js@1.2.1/node_modules/source-map-js/lib/quick-sort.js</a:t>
            </a:r>
          </a:p>
          <a:p>
            <a:pPr>
              <a:defRPr sz="1200"/>
            </a:pPr>
            <a:r>
              <a:t>D:/pasar_fix/node_modules/.bun/source-map-js@1.2.1/node_modules/source-map-js/lib/source-map-consumer.d.ts</a:t>
            </a:r>
          </a:p>
          <a:p>
            <a:pPr>
              <a:defRPr sz="1200"/>
            </a:pPr>
            <a:r>
              <a:t>D:/pasar_fix/node_modules/.bun/source-map-js@1.2.1/node_modules/source-map-js/lib/source-map-consumer.js</a:t>
            </a:r>
          </a:p>
          <a:p>
            <a:pPr>
              <a:defRPr sz="1200"/>
            </a:pPr>
            <a:r>
              <a:t>D:/pasar_fix/node_modules/.bun/source-map-js@1.2.1/node_modules/source-map-js/lib/source-map-generator.d.ts</a:t>
            </a:r>
          </a:p>
          <a:p>
            <a:pPr>
              <a:defRPr sz="1200"/>
            </a:pPr>
            <a:r>
              <a:t>D:/pasar_fix/node_modules/.bun/source-map-js@1.2.1/node_modules/source-map-js/lib/source-map-generator.js</a:t>
            </a:r>
          </a:p>
          <a:p>
            <a:pPr>
              <a:defRPr sz="1200"/>
            </a:pPr>
            <a:r>
              <a:t>D:/pasar_fix/node_modules/.bun/source-map-js@1.2.1/node_modules/source-map-js/lib/source-node.d.ts</a:t>
            </a:r>
          </a:p>
          <a:p>
            <a:pPr>
              <a:defRPr sz="1200"/>
            </a:pPr>
            <a:r>
              <a:t>D:/pasar_fix/node_modules/.bun/source-map-js@1.2.1/node_modules/source-map-js/lib/source-node.js</a:t>
            </a:r>
          </a:p>
          <a:p>
            <a:pPr>
              <a:defRPr sz="1200"/>
            </a:pPr>
            <a:r>
              <a:t>D:/pasar_fix/node_modules/.bun/source-map-js@1.2.1/node_modules/source-map-js/lib/util.js</a:t>
            </a:r>
          </a:p>
          <a:p>
            <a:pPr>
              <a:defRPr sz="1200"/>
            </a:pPr>
            <a:r>
              <a:t>D:/pasar_fix/node_modules/.bun/source-map-support@0.5.21/node_modules/source-map-support/browser-source-map-support.js</a:t>
            </a:r>
          </a:p>
          <a:p>
            <a:pPr>
              <a:defRPr sz="1200"/>
            </a:pPr>
            <a:r>
              <a:t>D:/pasar_fix/node_modules/.bun/source-map-support@0.5.21/node_modules/source-map-support/LICENSE.md</a:t>
            </a:r>
          </a:p>
          <a:p>
            <a:pPr>
              <a:defRPr sz="1200"/>
            </a:pPr>
            <a:r>
              <a:t>D:/pasar_fix/node_modules/.bun/source-map-support@0.5.21/node_modules/source-map-support/package.json</a:t>
            </a:r>
          </a:p>
          <a:p>
            <a:pPr>
              <a:defRPr sz="1200"/>
            </a:pPr>
            <a:r>
              <a:t>D:/pasar_fix/node_modules/.bun/source-map-support@0.5.21/node_modules/source-map-support/README.md</a:t>
            </a:r>
          </a:p>
          <a:p>
            <a:pPr>
              <a:defRPr sz="1200"/>
            </a:pPr>
            <a:r>
              <a:t>D:/pasar_fix/node_modules/.bun/source-map-support@0.5.21/node_modules/source-map-support/register-hook-require.js</a:t>
            </a:r>
          </a:p>
          <a:p>
            <a:pPr>
              <a:defRPr sz="1200"/>
            </a:pPr>
            <a:r>
              <a:t>D:/pasar_fix/node_modules/.bun/source-map-support@0.5.21/node_modules/source-map-support/register.js</a:t>
            </a:r>
          </a:p>
          <a:p>
            <a:pPr>
              <a:defRPr sz="1200"/>
            </a:pPr>
            <a:r>
              <a:t>D:/pasar_fix/node_modules/.bun/source-map-support@0.5.21/node_modules/source-map-support/source-map-support.js</a:t>
            </a:r>
          </a:p>
          <a:p>
            <a:pPr>
              <a:defRPr sz="1200"/>
            </a:pPr>
            <a:r>
              <a:t>D:/pasar_fix/node_modules/.bun/source-map@0.6.1/node_modules/source-map/CHANGELOG.md</a:t>
            </a:r>
          </a:p>
          <a:p>
            <a:pPr>
              <a:defRPr sz="1200"/>
            </a:pPr>
            <a:r>
              <a:t>D:/pasar_fix/node_modules/.bun/source-map@0.6.1/node_modules/source-map/LICENSE</a:t>
            </a:r>
          </a:p>
          <a:p>
            <a:pPr>
              <a:defRPr sz="1200"/>
            </a:pPr>
            <a:r>
              <a:t>D:/pasar_fix/node_modules/.bun/source-map@0.6.1/node_modules/source-map/package.json</a:t>
            </a:r>
          </a:p>
          <a:p>
            <a:pPr>
              <a:defRPr sz="1200"/>
            </a:pPr>
            <a:r>
              <a:t>D:/pasar_fix/node_modules/.bun/source-map@0.6.1/node_modules/source-map/README.md</a:t>
            </a:r>
          </a:p>
          <a:p>
            <a:pPr>
              <a:defRPr sz="1200"/>
            </a:pPr>
            <a:r>
              <a:t>D:/pasar_fix/node_modules/.bun/source-map@0.6.1/node_modules/source-map/source-map.d.ts</a:t>
            </a:r>
          </a:p>
          <a:p>
            <a:pPr>
              <a:defRPr sz="1200"/>
            </a:pPr>
            <a:r>
              <a:t>D:/pasar_fix/node_modules/.bun/source-map@0.6.1/node_modules/source-map/source-map.js</a:t>
            </a:r>
          </a:p>
          <a:p>
            <a:pPr>
              <a:defRPr sz="1200"/>
            </a:pPr>
            <a:r>
              <a:t>D:/pasar_fix/node_modules/.bun/source-map@0.6.1/node_modules/source-map/dist/source-map.debug.js</a:t>
            </a:r>
          </a:p>
          <a:p>
            <a:pPr>
              <a:defRPr sz="1200"/>
            </a:pPr>
            <a:r>
              <a:t>D:/pasar_fix/node_modules/.bun/source-map@0.6.1/node_modules/source-map/dist/source-map.js</a:t>
            </a:r>
          </a:p>
          <a:p>
            <a:pPr>
              <a:defRPr sz="1200"/>
            </a:pPr>
            <a:r>
              <a:t>D:/pasar_fix/node_modules/.bun/source-map@0.6.1/node_modules/source-map/dist/source-map.min.js</a:t>
            </a:r>
          </a:p>
          <a:p>
            <a:pPr>
              <a:defRPr sz="1200"/>
            </a:pPr>
            <a:r>
              <a:t>D:/pasar_fix/node_modules/.bun/source-map@0.6.1/node_modules/source-map/dist/source-map.min.js.map</a:t>
            </a:r>
          </a:p>
          <a:p>
            <a:pPr>
              <a:defRPr sz="1200"/>
            </a:pPr>
            <a:r>
              <a:t>D:/pasar_fix/node_modules/.bun/source-map@0.6.1/node_modules/source-map/lib/array-set.js</a:t>
            </a:r>
          </a:p>
          <a:p>
            <a:pPr>
              <a:defRPr sz="1200"/>
            </a:pPr>
            <a:r>
              <a:t>D:/pasar_fix/node_modules/.bun/source-map@0.6.1/node_modules/source-map/lib/base64-vlq.js</a:t>
            </a:r>
          </a:p>
          <a:p>
            <a:pPr>
              <a:defRPr sz="1200"/>
            </a:pPr>
            <a:r>
              <a:t>D:/pasar_fix/node_modules/.bun/source-map@0.6.1/node_modules/source-map/lib/base64.js</a:t>
            </a:r>
          </a:p>
          <a:p>
            <a:pPr>
              <a:defRPr sz="1200"/>
            </a:pPr>
            <a:r>
              <a:t>D:/pasar_fix/node_modules/.bun/source-map@0.6.1/node_modules/source-map/lib/binary-search.js</a:t>
            </a:r>
          </a:p>
          <a:p>
            <a:pPr>
              <a:defRPr sz="1200"/>
            </a:pPr>
            <a:r>
              <a:t>D:/pasar_fix/node_modules/.bun/source-map@0.6.1/node_modules/source-map/lib/mapping-list.js</a:t>
            </a:r>
          </a:p>
          <a:p>
            <a:pPr>
              <a:defRPr sz="1200"/>
            </a:pPr>
            <a:r>
              <a:t>D:/pasar_fix/node_modules/.bun/source-map@0.6.1/node_modules/source-map/lib/quick-sort.js</a:t>
            </a:r>
          </a:p>
          <a:p>
            <a:pPr>
              <a:defRPr sz="1200"/>
            </a:pPr>
            <a:r>
              <a:t>D:/pasar_fix/node_modules/.bun/source-map@0.6.1/node_modules/source-map/lib/source-map-consumer.js</a:t>
            </a:r>
          </a:p>
          <a:p>
            <a:pPr>
              <a:defRPr sz="1200"/>
            </a:pPr>
            <a:r>
              <a:t>D:/pasar_fix/node_modules/.bun/source-map@0.6.1/node_modules/source-map/lib/source-map-generator.js</a:t>
            </a:r>
          </a:p>
          <a:p>
            <a:pPr>
              <a:defRPr sz="1200"/>
            </a:pPr>
            <a:r>
              <a:t>D:/pasar_fix/node_modules/.bun/source-map@0.6.1/node_modules/source-map/lib/source-node.js</a:t>
            </a:r>
          </a:p>
          <a:p>
            <a:pPr>
              <a:defRPr sz="1200"/>
            </a:pPr>
            <a:r>
              <a:t>D:/pasar_fix/node_modules/.bun/source-map@0.6.1/node_modules/source-map/lib/util.js</a:t>
            </a:r>
          </a:p>
          <a:p>
            <a:pPr>
              <a:defRPr sz="1200"/>
            </a:pPr>
            <a:r>
              <a:t>D:/pasar_fix/node_modules/.bun/source-map@0.7.6/node_modules/source-map/LICENSE</a:t>
            </a:r>
          </a:p>
          <a:p>
            <a:pPr>
              <a:defRPr sz="1200"/>
            </a:pPr>
            <a:r>
              <a:t>D:/pasar_fix/node_modules/.bun/source-map@0.7.6/node_modules/source-map/package.json</a:t>
            </a:r>
          </a:p>
          <a:p>
            <a:pPr>
              <a:defRPr sz="1200"/>
            </a:pPr>
            <a:r>
              <a:t>D:/pasar_fix/node_modules/.bun/source-map@0.7.6/node_modules/source-map/README.md</a:t>
            </a:r>
          </a:p>
          <a:p>
            <a:pPr>
              <a:defRPr sz="1200"/>
            </a:pPr>
            <a:r>
              <a:t>D:/pasar_fix/node_modules/.bun/source-map@0.7.6/node_modules/source-map/source-map.d.ts</a:t>
            </a:r>
          </a:p>
          <a:p>
            <a:pPr>
              <a:defRPr sz="1200"/>
            </a:pPr>
            <a:r>
              <a:t>D:/pasar_fix/node_modules/.bun/source-map@0.7.6/node_modules/source-map/source-map.js</a:t>
            </a:r>
          </a:p>
          <a:p>
            <a:pPr>
              <a:defRPr sz="1200"/>
            </a:pPr>
            <a:r>
              <a:t>D:/pasar_fix/node_modules/.bun/source-map@0.7.6/node_modules/source-map/lib/array-set.js</a:t>
            </a:r>
          </a:p>
          <a:p>
            <a:pPr>
              <a:defRPr sz="1200"/>
            </a:pPr>
            <a:r>
              <a:t>D:/pasar_fix/node_modules/.bun/source-map@0.7.6/node_modules/source-map/lib/base64-vlq.js</a:t>
            </a:r>
          </a:p>
          <a:p>
            <a:pPr>
              <a:defRPr sz="1200"/>
            </a:pPr>
            <a:r>
              <a:t>D:/pasar_fix/node_modules/.bun/source-map@0.7.6/node_modules/source-map/lib/base64.js</a:t>
            </a:r>
          </a:p>
          <a:p>
            <a:pPr>
              <a:defRPr sz="1200"/>
            </a:pPr>
            <a:r>
              <a:t>D:/pasar_fix/node_modules/.bun/source-map@0.7.6/node_modules/source-map/lib/binary-search.js</a:t>
            </a:r>
          </a:p>
          <a:p>
            <a:pPr>
              <a:defRPr sz="1200"/>
            </a:pPr>
            <a:r>
              <a:t>D:/pasar_fix/node_modules/.bun/source-map@0.7.6/node_modules/source-map/lib/mapping-list.js</a:t>
            </a:r>
          </a:p>
          <a:p>
            <a:pPr>
              <a:defRPr sz="1200"/>
            </a:pPr>
            <a:r>
              <a:t>D:/pasar_fix/node_modules/.bun/source-map@0.7.6/node_modules/source-map/lib/mappings.wasm</a:t>
            </a:r>
          </a:p>
          <a:p>
            <a:pPr>
              <a:defRPr sz="1200"/>
            </a:pPr>
            <a:r>
              <a:t>D:/pasar_fix/node_modules/.bun/source-map@0.7.6/node_modules/source-map/lib/read-wasm-browser.js</a:t>
            </a:r>
          </a:p>
          <a:p>
            <a:pPr>
              <a:defRPr sz="1200"/>
            </a:pPr>
            <a:r>
              <a:t>D:/pasar_fix/node_modules/.bun/source-map@0.7.6/node_modules/source-map/lib/read-wasm.js</a:t>
            </a:r>
          </a:p>
          <a:p>
            <a:pPr>
              <a:defRPr sz="1200"/>
            </a:pPr>
            <a:r>
              <a:t>D:/pasar_fix/node_modules/.bun/source-map@0.7.6/node_modules/source-map/lib/source-map-consumer.js</a:t>
            </a:r>
          </a:p>
          <a:p>
            <a:pPr>
              <a:defRPr sz="1200"/>
            </a:pPr>
            <a:r>
              <a:t>D:/pasar_fix/node_modules/.bun/source-map@0.7.6/node_modules/source-map/lib/source-map-generator.js</a:t>
            </a:r>
          </a:p>
          <a:p>
            <a:pPr>
              <a:defRPr sz="1200"/>
            </a:pPr>
            <a:r>
              <a:t>D:/pasar_fix/node_modules/.bun/source-map@0.7.6/node_modules/source-map/lib/source-node.js</a:t>
            </a:r>
          </a:p>
          <a:p>
            <a:pPr>
              <a:defRPr sz="1200"/>
            </a:pPr>
            <a:r>
              <a:t>D:/pasar_fix/node_modules/.bun/source-map@0.7.6/node_modules/source-map/lib/url.js</a:t>
            </a:r>
          </a:p>
          <a:p>
            <a:pPr>
              <a:defRPr sz="1200"/>
            </a:pPr>
            <a:r>
              <a:t>D:/pasar_fix/node_modules/.bun/source-map@0.7.6/node_modules/source-map/lib/util.js</a:t>
            </a:r>
          </a:p>
          <a:p>
            <a:pPr>
              <a:defRPr sz="1200"/>
            </a:pPr>
            <a:r>
              <a:t>D:/pasar_fix/node_modules/.bun/source-map@0.7.6/node_modules/source-map/lib/wasm.js</a:t>
            </a:r>
          </a:p>
          <a:p>
            <a:pPr>
              <a:defRPr sz="1200"/>
            </a:pPr>
            <a:r>
              <a:t>D:/pasar_fix/node_modules/.bun/source-map@0.8.0-beta.0/node_modules/source-map/CHANGELOG.md</a:t>
            </a:r>
          </a:p>
          <a:p>
            <a:pPr>
              <a:defRPr sz="1200"/>
            </a:pPr>
            <a:r>
              <a:t>D:/pasar_fix/node_modules/.bun/source-map@0.8.0-beta.0/node_modules/source-map/LICENSE</a:t>
            </a:r>
          </a:p>
          <a:p>
            <a:pPr>
              <a:defRPr sz="1200"/>
            </a:pPr>
            <a:r>
              <a:t>D:/pasar_fix/node_modules/.bun/source-map@0.8.0-beta.0/node_modules/source-map/package.json</a:t>
            </a:r>
          </a:p>
          <a:p>
            <a:pPr>
              <a:defRPr sz="1200"/>
            </a:pPr>
            <a:r>
              <a:t>D:/pasar_fix/node_modules/.bun/source-map@0.8.0-beta.0/node_modules/source-map/README.md</a:t>
            </a:r>
          </a:p>
          <a:p>
            <a:pPr>
              <a:defRPr sz="1200"/>
            </a:pPr>
            <a:r>
              <a:t>D:/pasar_fix/node_modules/.bun/source-map@0.8.0-beta.0/node_modules/source-map/source-map.d.ts</a:t>
            </a:r>
          </a:p>
          <a:p>
            <a:pPr>
              <a:defRPr sz="1200"/>
            </a:pPr>
            <a:r>
              <a:t>D:/pasar_fix/node_modules/.bun/source-map@0.8.0-beta.0/node_modules/source-map/source-map.js</a:t>
            </a:r>
          </a:p>
          <a:p>
            <a:pPr>
              <a:defRPr sz="1200"/>
            </a:pPr>
            <a:r>
              <a:t>D:/pasar_fix/node_modules/.bun/source-map@0.8.0-beta.0/node_modules/source-map/lib/array-set.js</a:t>
            </a:r>
          </a:p>
          <a:p>
            <a:pPr>
              <a:defRPr sz="1200"/>
            </a:pPr>
            <a:r>
              <a:t>D:/pasar_fix/node_modules/.bun/source-map@0.8.0-beta.0/node_modules/source-map/lib/base64-vlq.js</a:t>
            </a:r>
          </a:p>
          <a:p>
            <a:pPr>
              <a:defRPr sz="1200"/>
            </a:pPr>
            <a:r>
              <a:t>D:/pasar_fix/node_modules/.bun/source-map@0.8.0-beta.0/node_modules/source-map/lib/base64.js</a:t>
            </a:r>
          </a:p>
          <a:p>
            <a:pPr>
              <a:defRPr sz="1200"/>
            </a:pPr>
            <a:r>
              <a:t>D:/pasar_fix/node_modules/.bun/source-map@0.8.0-beta.0/node_modules/source-map/lib/binary-search.js</a:t>
            </a:r>
          </a:p>
          <a:p>
            <a:pPr>
              <a:defRPr sz="1200"/>
            </a:pPr>
            <a:r>
              <a:t>D:/pasar_fix/node_modules/.bun/source-map@0.8.0-beta.0/node_modules/source-map/lib/mapping-list.js</a:t>
            </a:r>
          </a:p>
          <a:p>
            <a:pPr>
              <a:defRPr sz="1200"/>
            </a:pPr>
            <a:r>
              <a:t>D:/pasar_fix/node_modules/.bun/source-map@0.8.0-beta.0/node_modules/source-map/lib/mappings.wasm</a:t>
            </a:r>
          </a:p>
          <a:p>
            <a:pPr>
              <a:defRPr sz="1200"/>
            </a:pPr>
            <a:r>
              <a:t>D:/pasar_fix/node_modules/.bun/source-map@0.8.0-beta.0/node_modules/source-map/lib/read-wasm-browser.js</a:t>
            </a:r>
          </a:p>
          <a:p>
            <a:pPr>
              <a:defRPr sz="1200"/>
            </a:pPr>
            <a:r>
              <a:t>D:/pasar_fix/node_modules/.bun/source-map@0.8.0-beta.0/node_modules/source-map/lib/read-wasm.js</a:t>
            </a:r>
          </a:p>
          <a:p>
            <a:pPr>
              <a:defRPr sz="1200"/>
            </a:pPr>
            <a:r>
              <a:t>D:/pasar_fix/node_modules/.bun/source-map@0.8.0-beta.0/node_modules/source-map/lib/source-map-consumer.js</a:t>
            </a:r>
          </a:p>
          <a:p>
            <a:pPr>
              <a:defRPr sz="1200"/>
            </a:pPr>
            <a:r>
              <a:t>D:/pasar_fix/node_modules/.bun/source-map@0.8.0-beta.0/node_modules/source-map/lib/source-map-generator.js</a:t>
            </a:r>
          </a:p>
          <a:p>
            <a:pPr>
              <a:defRPr sz="1200"/>
            </a:pPr>
            <a:r>
              <a:t>D:/pasar_fix/node_modules/.bun/source-map@0.8.0-beta.0/node_modules/source-map/lib/source-node.js</a:t>
            </a:r>
          </a:p>
          <a:p>
            <a:pPr>
              <a:defRPr sz="1200"/>
            </a:pPr>
            <a:r>
              <a:t>D:/pasar_fix/node_modules/.bun/source-map@0.8.0-beta.0/node_modules/source-map/lib/url-browser.js</a:t>
            </a:r>
          </a:p>
          <a:p>
            <a:pPr>
              <a:defRPr sz="1200"/>
            </a:pPr>
            <a:r>
              <a:t>D:/pasar_fix/node_modules/.bun/source-map@0.8.0-beta.0/node_modules/source-map/lib/url.js</a:t>
            </a:r>
          </a:p>
          <a:p>
            <a:pPr>
              <a:defRPr sz="1200"/>
            </a:pPr>
            <a:r>
              <a:t>D:/pasar_fix/node_modules/.bun/source-map@0.8.0-beta.0/node_modules/source-map/lib/util.js</a:t>
            </a:r>
          </a:p>
          <a:p>
            <a:pPr>
              <a:defRPr sz="1200"/>
            </a:pPr>
            <a:r>
              <a:t>D:/pasar_fix/node_modules/.bun/source-map@0.8.0-beta.0/node_modules/source-map/lib/wasm.js</a:t>
            </a:r>
          </a:p>
          <a:p>
            <a:pPr>
              <a:defRPr sz="1200"/>
            </a:pPr>
            <a:r>
              <a:t>D:/pasar_fix/node_modules/.bun/split2@4.2.0/node_modules/split2/bench.js</a:t>
            </a:r>
          </a:p>
          <a:p>
            <a:pPr>
              <a:defRPr sz="1200"/>
            </a:pPr>
            <a:r>
              <a:t>D:/pasar_fix/node_modules/.bun/split2@4.2.0/node_modules/split2/index.js</a:t>
            </a:r>
          </a:p>
          <a:p>
            <a:pPr>
              <a:defRPr sz="1200"/>
            </a:pPr>
            <a:r>
              <a:t>D:/pasar_fix/node_modules/.bun/split2@4.2.0/node_modules/split2/LICENSE</a:t>
            </a:r>
          </a:p>
          <a:p>
            <a:pPr>
              <a:defRPr sz="1200"/>
            </a:pPr>
            <a:r>
              <a:t>D:/pasar_fix/node_modules/.bun/split2@4.2.0/node_modules/split2/package.json</a:t>
            </a:r>
          </a:p>
          <a:p>
            <a:pPr>
              <a:defRPr sz="1200"/>
            </a:pPr>
            <a:r>
              <a:t>D:/pasar_fix/node_modules/.bun/split2@4.2.0/node_modules/split2/README.md</a:t>
            </a:r>
          </a:p>
          <a:p>
            <a:pPr>
              <a:defRPr sz="1200"/>
            </a:pPr>
            <a:r>
              <a:t>D:/pasar_fix/node_modules/.bun/split2@4.2.0/node_modules/split2/test.js</a:t>
            </a:r>
          </a:p>
          <a:p>
            <a:pPr>
              <a:defRPr sz="1200"/>
            </a:pPr>
            <a:r>
              <a:t>D:/pasar_fix/node_modules/.bun/sprintf-js@1.0.3/node_modules/sprintf-js/.npmignore</a:t>
            </a:r>
          </a:p>
          <a:p>
            <a:pPr>
              <a:defRPr sz="1200"/>
            </a:pPr>
            <a:r>
              <a:t>D:/pasar_fix/node_modules/.bun/sprintf-js@1.0.3/node_modules/sprintf-js/bower.json</a:t>
            </a:r>
          </a:p>
          <a:p>
            <a:pPr>
              <a:defRPr sz="1200"/>
            </a:pPr>
            <a:r>
              <a:t>D:/pasar_fix/node_modules/.bun/sprintf-js@1.0.3/node_modules/sprintf-js/gruntfile.js</a:t>
            </a:r>
          </a:p>
          <a:p>
            <a:pPr>
              <a:defRPr sz="1200"/>
            </a:pPr>
            <a:r>
              <a:t>D:/pasar_fix/node_modules/.bun/sprintf-js@1.0.3/node_modules/sprintf-js/LICENSE</a:t>
            </a:r>
          </a:p>
          <a:p>
            <a:pPr>
              <a:defRPr sz="1200"/>
            </a:pPr>
            <a:r>
              <a:t>D:/pasar_fix/node_modules/.bun/sprintf-js@1.0.3/node_modules/sprintf-js/package.json</a:t>
            </a:r>
          </a:p>
          <a:p>
            <a:pPr>
              <a:defRPr sz="1200"/>
            </a:pPr>
            <a:r>
              <a:t>D:/pasar_fix/node_modules/.bun/sprintf-js@1.0.3/node_modules/sprintf-js/README.md</a:t>
            </a:r>
          </a:p>
          <a:p>
            <a:pPr>
              <a:defRPr sz="1200"/>
            </a:pPr>
            <a:r>
              <a:t>D:/pasar_fix/node_modules/.bun/sprintf-js@1.0.3/node_modules/sprintf-js/demo/angular.html</a:t>
            </a:r>
          </a:p>
          <a:p>
            <a:pPr>
              <a:defRPr sz="1200"/>
            </a:pPr>
            <a:r>
              <a:t>D:/pasar_fix/node_modules/.bun/sprintf-js@1.0.3/node_modules/sprintf-js/dist/angular-sprintf.min.js</a:t>
            </a:r>
          </a:p>
          <a:p>
            <a:pPr>
              <a:defRPr sz="1200"/>
            </a:pPr>
            <a:r>
              <a:t>D:/pasar_fix/node_modules/.bun/sprintf-js@1.0.3/node_modules/sprintf-js/dist/angular-sprintf.min.js.map</a:t>
            </a:r>
          </a:p>
          <a:p>
            <a:pPr>
              <a:defRPr sz="1200"/>
            </a:pPr>
            <a:r>
              <a:t>D:/pasar_fix/node_modules/.bun/sprintf-js@1.0.3/node_modules/sprintf-js/dist/angular-sprintf.min.map</a:t>
            </a:r>
          </a:p>
          <a:p>
            <a:pPr>
              <a:defRPr sz="1200"/>
            </a:pPr>
            <a:r>
              <a:t>D:/pasar_fix/node_modules/.bun/sprintf-js@1.0.3/node_modules/sprintf-js/dist/sprintf.min.js</a:t>
            </a:r>
          </a:p>
          <a:p>
            <a:pPr>
              <a:defRPr sz="1200"/>
            </a:pPr>
            <a:r>
              <a:t>D:/pasar_fix/node_modules/.bun/sprintf-js@1.0.3/node_modules/sprintf-js/dist/sprintf.min.js.map</a:t>
            </a:r>
          </a:p>
          <a:p>
            <a:pPr>
              <a:defRPr sz="1200"/>
            </a:pPr>
            <a:r>
              <a:t>D:/pasar_fix/node_modules/.bun/sprintf-js@1.0.3/node_modules/sprintf-js/dist/sprintf.min.map</a:t>
            </a:r>
          </a:p>
          <a:p>
            <a:pPr>
              <a:defRPr sz="1200"/>
            </a:pPr>
            <a:r>
              <a:t>D:/pasar_fix/node_modules/.bun/sprintf-js@1.0.3/node_modules/sprintf-js/src/angular-sprintf.js</a:t>
            </a:r>
          </a:p>
          <a:p>
            <a:pPr>
              <a:defRPr sz="1200"/>
            </a:pPr>
            <a:r>
              <a:t>D:/pasar_fix/node_modules/.bun/sprintf-js@1.0.3/node_modules/sprintf-js/src/sprintf.js</a:t>
            </a:r>
          </a:p>
          <a:p>
            <a:pPr>
              <a:defRPr sz="1200"/>
            </a:pPr>
            <a:r>
              <a:t>D:/pasar_fix/node_modules/.bun/sprintf-js@1.0.3/node_modules/sprintf-js/test/test.js</a:t>
            </a:r>
          </a:p>
          <a:p>
            <a:pPr>
              <a:defRPr sz="1200"/>
            </a:pPr>
            <a:r>
              <a:t>D:/pasar_fix/node_modules/.bun/ssf@0.11.2/node_modules/ssf/LICENSE</a:t>
            </a:r>
          </a:p>
          <a:p>
            <a:pPr>
              <a:defRPr sz="1200"/>
            </a:pPr>
            <a:r>
              <a:t>D:/pasar_fix/node_modules/.bun/ssf@0.11.2/node_modules/ssf/package.json</a:t>
            </a:r>
          </a:p>
          <a:p>
            <a:pPr>
              <a:defRPr sz="1200"/>
            </a:pPr>
            <a:r>
              <a:t>D:/pasar_fix/node_modules/.bun/ssf@0.11.2/node_modules/ssf/README.md</a:t>
            </a:r>
          </a:p>
          <a:p>
            <a:pPr>
              <a:defRPr sz="1200"/>
            </a:pPr>
            <a:r>
              <a:t>D:/pasar_fix/node_modules/.bun/ssf@0.11.2/node_modules/ssf/ssf.flow.js</a:t>
            </a:r>
          </a:p>
          <a:p>
            <a:pPr>
              <a:defRPr sz="1200"/>
            </a:pPr>
            <a:r>
              <a:t>D:/pasar_fix/node_modules/.bun/ssf@0.11.2/node_modules/ssf/ssf.js</a:t>
            </a:r>
          </a:p>
          <a:p>
            <a:pPr>
              <a:defRPr sz="1200"/>
            </a:pPr>
            <a:r>
              <a:t>D:/pasar_fix/node_modules/.bun/ssf@0.11.2/node_modules/ssf/types/index.d.ts</a:t>
            </a:r>
          </a:p>
          <a:p>
            <a:pPr>
              <a:defRPr sz="1200"/>
            </a:pPr>
            <a:r>
              <a:t>D:/pasar_fix/node_modules/.bun/ssf@0.11.2/node_modules/ssf/types/tsconfig.json</a:t>
            </a:r>
          </a:p>
          <a:p>
            <a:pPr>
              <a:defRPr sz="1200"/>
            </a:pPr>
            <a:r>
              <a:t>D:/pasar_fix/node_modules/.bun/stackback@0.0.2/node_modules/stackback/.npmignore</a:t>
            </a:r>
          </a:p>
          <a:p>
            <a:pPr>
              <a:defRPr sz="1200"/>
            </a:pPr>
            <a:r>
              <a:t>D:/pasar_fix/node_modules/.bun/stackback@0.0.2/node_modules/stackback/.travis.yml</a:t>
            </a:r>
          </a:p>
          <a:p>
            <a:pPr>
              <a:defRPr sz="1200"/>
            </a:pPr>
            <a:r>
              <a:t>D:/pasar_fix/node_modules/.bun/stackback@0.0.2/node_modules/stackback/formatstack.js</a:t>
            </a:r>
          </a:p>
          <a:p>
            <a:pPr>
              <a:defRPr sz="1200"/>
            </a:pPr>
            <a:r>
              <a:t>D:/pasar_fix/node_modules/.bun/stackback@0.0.2/node_modules/stackback/index.js</a:t>
            </a:r>
          </a:p>
          <a:p>
            <a:pPr>
              <a:defRPr sz="1200"/>
            </a:pPr>
            <a:r>
              <a:t>D:/pasar_fix/node_modules/.bun/stackback@0.0.2/node_modules/stackback/package.json</a:t>
            </a:r>
          </a:p>
          <a:p>
            <a:pPr>
              <a:defRPr sz="1200"/>
            </a:pPr>
            <a:r>
              <a:t>D:/pasar_fix/node_modules/.bun/stackback@0.0.2/node_modules/stackback/README.md</a:t>
            </a:r>
          </a:p>
          <a:p>
            <a:pPr>
              <a:defRPr sz="1200"/>
            </a:pPr>
            <a:r>
              <a:t>D:/pasar_fix/node_modules/.bun/stackback@0.0.2/node_modules/stackback/test.js</a:t>
            </a:r>
          </a:p>
          <a:p>
            <a:pPr>
              <a:defRPr sz="1200"/>
            </a:pPr>
            <a:r>
              <a:t>D:/pasar_fix/node_modules/.bun/standard-as-callback@2.1.0/node_modules/standard-as-callback/LICENSE</a:t>
            </a:r>
          </a:p>
          <a:p>
            <a:pPr>
              <a:defRPr sz="1200"/>
            </a:pPr>
            <a:r>
              <a:t>D:/pasar_fix/node_modules/.bun/standard-as-callback@2.1.0/node_modules/standard-as-callback/package.json</a:t>
            </a:r>
          </a:p>
          <a:p>
            <a:pPr>
              <a:defRPr sz="1200"/>
            </a:pPr>
            <a:r>
              <a:t>D:/pasar_fix/node_modules/.bun/standard-as-callback@2.1.0/node_modules/standard-as-callback/README.md</a:t>
            </a:r>
          </a:p>
          <a:p>
            <a:pPr>
              <a:defRPr sz="1200"/>
            </a:pPr>
            <a:r>
              <a:t>D:/pasar_fix/node_modules/.bun/standard-as-callback@2.1.0/node_modules/standard-as-callback/built/index.d.ts</a:t>
            </a:r>
          </a:p>
          <a:p>
            <a:pPr>
              <a:defRPr sz="1200"/>
            </a:pPr>
            <a:r>
              <a:t>D:/pasar_fix/node_modules/.bun/standard-as-callback@2.1.0/node_modules/standard-as-callback/built/index.js</a:t>
            </a:r>
          </a:p>
          <a:p>
            <a:pPr>
              <a:defRPr sz="1200"/>
            </a:pPr>
            <a:r>
              <a:t>D:/pasar_fix/node_modules/.bun/standard-as-callback@2.1.0/node_modules/standard-as-callback/built/types.d.ts</a:t>
            </a:r>
          </a:p>
          <a:p>
            <a:pPr>
              <a:defRPr sz="1200"/>
            </a:pPr>
            <a:r>
              <a:t>D:/pasar_fix/node_modules/.bun/standard-as-callback@2.1.0/node_modules/standard-as-callback/built/types.js</a:t>
            </a:r>
          </a:p>
          <a:p>
            <a:pPr>
              <a:defRPr sz="1200"/>
            </a:pPr>
            <a:r>
              <a:t>D:/pasar_fix/node_modules/.bun/standard-as-callback@2.1.0/node_modules/standard-as-callback/built/utils.d.ts</a:t>
            </a:r>
          </a:p>
          <a:p>
            <a:pPr>
              <a:defRPr sz="1200"/>
            </a:pPr>
            <a:r>
              <a:t>D:/pasar_fix/node_modules/.bun/standard-as-callback@2.1.0/node_modules/standard-as-callback/built/utils.js</a:t>
            </a:r>
          </a:p>
          <a:p>
            <a:pPr>
              <a:defRPr sz="1200"/>
            </a:pPr>
            <a:r>
              <a:t>D:/pasar_fix/node_modules/.bun/statuses@2.0.2/node_modules/statuses/codes.json</a:t>
            </a:r>
          </a:p>
          <a:p>
            <a:pPr>
              <a:defRPr sz="1200"/>
            </a:pPr>
            <a:r>
              <a:t>D:/pasar_fix/node_modules/.bun/statuses@2.0.2/node_modules/statuses/HISTORY.md</a:t>
            </a:r>
          </a:p>
          <a:p>
            <a:pPr>
              <a:defRPr sz="1200"/>
            </a:pPr>
            <a:r>
              <a:t>D:/pasar_fix/node_modules/.bun/statuses@2.0.2/node_modules/statuses/index.js</a:t>
            </a:r>
          </a:p>
          <a:p>
            <a:pPr>
              <a:defRPr sz="1200"/>
            </a:pPr>
            <a:r>
              <a:t>D:/pasar_fix/node_modules/.bun/statuses@2.0.2/node_modules/statuses/LICENSE</a:t>
            </a:r>
          </a:p>
          <a:p>
            <a:pPr>
              <a:defRPr sz="1200"/>
            </a:pPr>
            <a:r>
              <a:t>D:/pasar_fix/node_modules/.bun/statuses@2.0.2/node_modules/statuses/package.json</a:t>
            </a:r>
          </a:p>
          <a:p>
            <a:pPr>
              <a:defRPr sz="1200"/>
            </a:pPr>
            <a:r>
              <a:t>D:/pasar_fix/node_modules/.bun/statuses@2.0.2/node_modules/statuses/README.md</a:t>
            </a:r>
          </a:p>
          <a:p>
            <a:pPr>
              <a:defRPr sz="1200"/>
            </a:pPr>
            <a:r>
              <a:t>D:/pasar_fix/node_modules/.bun/std-env@3.10.0/node_modules/std-env/LICENCE</a:t>
            </a:r>
          </a:p>
          <a:p>
            <a:pPr>
              <a:defRPr sz="1200"/>
            </a:pPr>
            <a:r>
              <a:t>D:/pasar_fix/node_modules/.bun/std-env@3.10.0/node_modules/std-env/package.json</a:t>
            </a:r>
          </a:p>
          <a:p>
            <a:pPr>
              <a:defRPr sz="1200"/>
            </a:pPr>
            <a:r>
              <a:t>D:/pasar_fix/node_modules/.bun/std-env@3.10.0/node_modules/std-env/README.md</a:t>
            </a:r>
          </a:p>
          <a:p>
            <a:pPr>
              <a:defRPr sz="1200"/>
            </a:pPr>
            <a:r>
              <a:t>D:/pasar_fix/node_modules/.bun/std-env@3.10.0/node_modules/std-env/dist/index.cjs</a:t>
            </a:r>
          </a:p>
          <a:p>
            <a:pPr>
              <a:defRPr sz="1200"/>
            </a:pPr>
            <a:r>
              <a:t>D:/pasar_fix/node_modules/.bun/std-env@3.10.0/node_modules/std-env/dist/index.d.cts</a:t>
            </a:r>
          </a:p>
          <a:p>
            <a:pPr>
              <a:defRPr sz="1200"/>
            </a:pPr>
            <a:r>
              <a:t>D:/pasar_fix/node_modules/.bun/std-env@3.10.0/node_modules/std-env/dist/index.d.mts</a:t>
            </a:r>
          </a:p>
          <a:p>
            <a:pPr>
              <a:defRPr sz="1200"/>
            </a:pPr>
            <a:r>
              <a:t>D:/pasar_fix/node_modules/.bun/std-env@3.10.0/node_modules/std-env/dist/index.d.ts</a:t>
            </a:r>
          </a:p>
          <a:p>
            <a:pPr>
              <a:defRPr sz="1200"/>
            </a:pPr>
            <a:r>
              <a:t>D:/pasar_fix/node_modules/.bun/std-env@3.10.0/node_modules/std-env/dist/index.mjs</a:t>
            </a:r>
          </a:p>
          <a:p>
            <a:pPr>
              <a:defRPr sz="1200"/>
            </a:pPr>
            <a:r>
              <a:t>D:/pasar_fix/node_modules/.bun/std-env@4.1.0/node_modules/std-env/LICENCE</a:t>
            </a:r>
          </a:p>
          <a:p>
            <a:pPr>
              <a:defRPr sz="1200"/>
            </a:pPr>
            <a:r>
              <a:t>D:/pasar_fix/node_modules/.bun/std-env@4.1.0/node_modules/std-env/package.json</a:t>
            </a:r>
          </a:p>
          <a:p>
            <a:pPr>
              <a:defRPr sz="1200"/>
            </a:pPr>
            <a:r>
              <a:t>D:/pasar_fix/node_modules/.bun/std-env@4.1.0/node_modules/std-env/README.md</a:t>
            </a:r>
          </a:p>
          <a:p>
            <a:pPr>
              <a:defRPr sz="1200"/>
            </a:pPr>
            <a:r>
              <a:t>D:/pasar_fix/node_modules/.bun/std-env@4.1.0/node_modules/std-env/dist/index.d.mts</a:t>
            </a:r>
          </a:p>
          <a:p>
            <a:pPr>
              <a:defRPr sz="1200"/>
            </a:pPr>
            <a:r>
              <a:t>D:/pasar_fix/node_modules/.bun/std-env@4.1.0/node_modules/std-env/dist/index.mjs</a:t>
            </a:r>
          </a:p>
          <a:p>
            <a:pPr>
              <a:defRPr sz="1200"/>
            </a:pPr>
            <a:r>
              <a:t>D:/pasar_fix/node_modules/.bun/streamx@2.25.0/node_modules/streamx/index.js</a:t>
            </a:r>
          </a:p>
          <a:p>
            <a:pPr>
              <a:defRPr sz="1200"/>
            </a:pPr>
            <a:r>
              <a:t>D:/pasar_fix/node_modules/.bun/streamx@2.25.0/node_modules/streamx/LICENSE</a:t>
            </a:r>
          </a:p>
          <a:p>
            <a:pPr>
              <a:defRPr sz="1200"/>
            </a:pPr>
            <a:r>
              <a:t>D:/pasar_fix/node_modules/.bun/streamx@2.25.0/node_modules/streamx/package.json</a:t>
            </a:r>
          </a:p>
          <a:p>
            <a:pPr>
              <a:defRPr sz="1200"/>
            </a:pPr>
            <a:r>
              <a:t>D:/pasar_fix/node_modules/.bun/streamx@2.25.0/node_modules/streamx/README.md</a:t>
            </a:r>
          </a:p>
          <a:p>
            <a:pPr>
              <a:defRPr sz="1200"/>
            </a:pPr>
            <a:r>
              <a:t>D:/pasar_fix/node_modules/.bun/string-width@4.2.3/node_modules/string-width/index.d.ts</a:t>
            </a:r>
          </a:p>
          <a:p>
            <a:pPr>
              <a:defRPr sz="1200"/>
            </a:pPr>
            <a:r>
              <a:t>D:/pasar_fix/node_modules/.bun/string-width@4.2.3/node_modules/string-width/index.js</a:t>
            </a:r>
          </a:p>
          <a:p>
            <a:pPr>
              <a:defRPr sz="1200"/>
            </a:pPr>
            <a:r>
              <a:t>D:/pasar_fix/node_modules/.bun/string-width@4.2.3/node_modules/string-width/license</a:t>
            </a:r>
          </a:p>
          <a:p>
            <a:pPr>
              <a:defRPr sz="1200"/>
            </a:pPr>
            <a:r>
              <a:t>D:/pasar_fix/node_modules/.bun/string-width@4.2.3/node_modules/string-width/package.json</a:t>
            </a:r>
          </a:p>
          <a:p>
            <a:pPr>
              <a:defRPr sz="1200"/>
            </a:pPr>
            <a:r>
              <a:t>D:/pasar_fix/node_modules/.bun/string-width@4.2.3/node_modules/string-width/readme.md</a:t>
            </a:r>
          </a:p>
          <a:p>
            <a:pPr>
              <a:defRPr sz="1200"/>
            </a:pPr>
            <a:r>
              <a:t>D:/pasar_fix/node_modules/.bun/string-width@5.1.2/node_modules/string-width/index.d.ts</a:t>
            </a:r>
          </a:p>
          <a:p>
            <a:pPr>
              <a:defRPr sz="1200"/>
            </a:pPr>
            <a:r>
              <a:t>D:/pasar_fix/node_modules/.bun/string-width@5.1.2/node_modules/string-width/index.js</a:t>
            </a:r>
          </a:p>
          <a:p>
            <a:pPr>
              <a:defRPr sz="1200"/>
            </a:pPr>
            <a:r>
              <a:t>D:/pasar_fix/node_modules/.bun/string-width@5.1.2/node_modules/string-width/license</a:t>
            </a:r>
          </a:p>
          <a:p>
            <a:pPr>
              <a:defRPr sz="1200"/>
            </a:pPr>
            <a:r>
              <a:t>D:/pasar_fix/node_modules/.bun/string-width@5.1.2/node_modules/string-width/package.json</a:t>
            </a:r>
          </a:p>
          <a:p>
            <a:pPr>
              <a:defRPr sz="1200"/>
            </a:pPr>
            <a:r>
              <a:t>D:/pasar_fix/node_modules/.bun/string-width@5.1.2/node_modules/string-width/readme.md</a:t>
            </a:r>
          </a:p>
          <a:p>
            <a:pPr>
              <a:defRPr sz="1200"/>
            </a:pPr>
            <a:r>
              <a:t>D:/pasar_fix/node_modules/.bun/string-width@7.2.0/node_modules/string-width/index.d.ts</a:t>
            </a:r>
          </a:p>
          <a:p>
            <a:pPr>
              <a:defRPr sz="1200"/>
            </a:pPr>
            <a:r>
              <a:t>D:/pasar_fix/node_modules/.bun/string-width@7.2.0/node_modules/string-width/index.js</a:t>
            </a:r>
          </a:p>
          <a:p>
            <a:pPr>
              <a:defRPr sz="1200"/>
            </a:pPr>
            <a:r>
              <a:t>D:/pasar_fix/node_modules/.bun/string-width@7.2.0/node_modules/string-width/license</a:t>
            </a:r>
          </a:p>
          <a:p>
            <a:pPr>
              <a:defRPr sz="1200"/>
            </a:pPr>
            <a:r>
              <a:t>D:/pasar_fix/node_modules/.bun/string-width@7.2.0/node_modules/string-width/package.json</a:t>
            </a:r>
          </a:p>
          <a:p>
            <a:pPr>
              <a:defRPr sz="1200"/>
            </a:pPr>
            <a:r>
              <a:t>D:/pasar_fix/node_modules/.bun/string-width@7.2.0/node_modules/string-width/readme.md</a:t>
            </a:r>
          </a:p>
          <a:p>
            <a:pPr>
              <a:defRPr sz="1200"/>
            </a:pPr>
            <a:r>
              <a:t>D:/pasar_fix/node_modules/.bun/string_decoder@1.1.1/node_modules/string_decoder/.travis.yml</a:t>
            </a:r>
          </a:p>
          <a:p>
            <a:pPr>
              <a:defRPr sz="1200"/>
            </a:pPr>
            <a:r>
              <a:t>D:/pasar_fix/node_modules/.bun/string_decoder@1.1.1/node_modules/string_decoder/LICENSE</a:t>
            </a:r>
          </a:p>
          <a:p>
            <a:pPr>
              <a:defRPr sz="1200"/>
            </a:pPr>
            <a:r>
              <a:t>D:/pasar_fix/node_modules/.bun/string_decoder@1.1.1/node_modules/string_decoder/package.json</a:t>
            </a:r>
          </a:p>
          <a:p>
            <a:pPr>
              <a:defRPr sz="1200"/>
            </a:pPr>
            <a:r>
              <a:t>D:/pasar_fix/node_modules/.bun/string_decoder@1.1.1/node_modules/string_decoder/README.md</a:t>
            </a:r>
          </a:p>
          <a:p>
            <a:pPr>
              <a:defRPr sz="1200"/>
            </a:pPr>
            <a:r>
              <a:t>D:/pasar_fix/node_modules/.bun/string_decoder@1.1.1/node_modules/string_decoder/lib/string_decoder.js</a:t>
            </a:r>
          </a:p>
          <a:p>
            <a:pPr>
              <a:defRPr sz="1200"/>
            </a:pPr>
            <a:r>
              <a:t>D:/pasar_fix/node_modules/.bun/string_decoder@1.3.0/node_modules/string_decoder/LICENSE</a:t>
            </a:r>
          </a:p>
          <a:p>
            <a:pPr>
              <a:defRPr sz="1200"/>
            </a:pPr>
            <a:r>
              <a:t>D:/pasar_fix/node_modules/.bun/string_decoder@1.3.0/node_modules/string_decoder/package.json</a:t>
            </a:r>
          </a:p>
          <a:p>
            <a:pPr>
              <a:defRPr sz="1200"/>
            </a:pPr>
            <a:r>
              <a:t>D:/pasar_fix/node_modules/.bun/string_decoder@1.3.0/node_modules/string_decoder/README.md</a:t>
            </a:r>
          </a:p>
          <a:p>
            <a:pPr>
              <a:defRPr sz="1200"/>
            </a:pPr>
            <a:r>
              <a:t>D:/pasar_fix/node_modules/.bun/string_decoder@1.3.0/node_modules/string_decoder/lib/string_decoder.js</a:t>
            </a:r>
          </a:p>
          <a:p>
            <a:pPr>
              <a:defRPr sz="1200"/>
            </a:pPr>
            <a:r>
              <a:t>D:/pasar_fix/node_modules/.bun/strip-ansi@6.0.1/node_modules/strip-ansi/index.d.ts</a:t>
            </a:r>
          </a:p>
          <a:p>
            <a:pPr>
              <a:defRPr sz="1200"/>
            </a:pPr>
            <a:r>
              <a:t>D:/pasar_fix/node_modules/.bun/strip-ansi@6.0.1/node_modules/strip-ansi/index.js</a:t>
            </a:r>
          </a:p>
          <a:p>
            <a:pPr>
              <a:defRPr sz="1200"/>
            </a:pPr>
            <a:r>
              <a:t>D:/pasar_fix/node_modules/.bun/strip-ansi@6.0.1/node_modules/strip-ansi/license</a:t>
            </a:r>
          </a:p>
          <a:p>
            <a:pPr>
              <a:defRPr sz="1200"/>
            </a:pPr>
            <a:r>
              <a:t>D:/pasar_fix/node_modules/.bun/strip-ansi@6.0.1/node_modules/strip-ansi/package.json</a:t>
            </a:r>
          </a:p>
          <a:p>
            <a:pPr>
              <a:defRPr sz="1200"/>
            </a:pPr>
            <a:r>
              <a:t>D:/pasar_fix/node_modules/.bun/strip-ansi@6.0.1/node_modules/strip-ansi/readme.md</a:t>
            </a:r>
          </a:p>
          <a:p>
            <a:pPr>
              <a:defRPr sz="1200"/>
            </a:pPr>
            <a:r>
              <a:t>D:/pasar_fix/node_modules/.bun/strip-ansi@7.2.0/node_modules/strip-ansi/index.d.ts</a:t>
            </a:r>
          </a:p>
          <a:p>
            <a:pPr>
              <a:defRPr sz="1200"/>
            </a:pPr>
            <a:r>
              <a:t>D:/pasar_fix/node_modules/.bun/strip-ansi@7.2.0/node_modules/strip-ansi/index.js</a:t>
            </a:r>
          </a:p>
          <a:p>
            <a:pPr>
              <a:defRPr sz="1200"/>
            </a:pPr>
            <a:r>
              <a:t>D:/pasar_fix/node_modules/.bun/strip-ansi@7.2.0/node_modules/strip-ansi/license</a:t>
            </a:r>
          </a:p>
          <a:p>
            <a:pPr>
              <a:defRPr sz="1200"/>
            </a:pPr>
            <a:r>
              <a:t>D:/pasar_fix/node_modules/.bun/strip-ansi@7.2.0/node_modules/strip-ansi/package.json</a:t>
            </a:r>
          </a:p>
          <a:p>
            <a:pPr>
              <a:defRPr sz="1200"/>
            </a:pPr>
            <a:r>
              <a:t>D:/pasar_fix/node_modules/.bun/strip-ansi@7.2.0/node_modules/strip-ansi/readme.md</a:t>
            </a:r>
          </a:p>
          <a:p>
            <a:pPr>
              <a:defRPr sz="1200"/>
            </a:pPr>
            <a:r>
              <a:t>D:/pasar_fix/node_modules/.bun/strip-literal@3.1.0/node_modules/strip-literal/LICENSE</a:t>
            </a:r>
          </a:p>
          <a:p>
            <a:pPr>
              <a:defRPr sz="1200"/>
            </a:pPr>
            <a:r>
              <a:t>D:/pasar_fix/node_modules/.bun/strip-literal@3.1.0/node_modules/strip-literal/package.json</a:t>
            </a:r>
          </a:p>
          <a:p>
            <a:pPr>
              <a:defRPr sz="1200"/>
            </a:pPr>
            <a:r>
              <a:t>D:/pasar_fix/node_modules/.bun/strip-literal@3.1.0/node_modules/strip-literal/README.md</a:t>
            </a:r>
          </a:p>
          <a:p>
            <a:pPr>
              <a:defRPr sz="1200"/>
            </a:pPr>
            <a:r>
              <a:t>D:/pasar_fix/node_modules/.bun/strip-literal@3.1.0/node_modules/strip-literal/dist/index.cjs</a:t>
            </a:r>
          </a:p>
          <a:p>
            <a:pPr>
              <a:defRPr sz="1200"/>
            </a:pPr>
            <a:r>
              <a:t>D:/pasar_fix/node_modules/.bun/strip-literal@3.1.0/node_modules/strip-literal/dist/index.d.cts</a:t>
            </a:r>
          </a:p>
          <a:p>
            <a:pPr>
              <a:defRPr sz="1200"/>
            </a:pPr>
            <a:r>
              <a:t>D:/pasar_fix/node_modules/.bun/strip-literal@3.1.0/node_modules/strip-literal/dist/index.d.mts</a:t>
            </a:r>
          </a:p>
          <a:p>
            <a:pPr>
              <a:defRPr sz="1200"/>
            </a:pPr>
            <a:r>
              <a:t>D:/pasar_fix/node_modules/.bun/strip-literal@3.1.0/node_modules/strip-literal/dist/index.d.ts</a:t>
            </a:r>
          </a:p>
          <a:p>
            <a:pPr>
              <a:defRPr sz="1200"/>
            </a:pPr>
            <a:r>
              <a:t>D:/pasar_fix/node_modules/.bun/strip-literal@3.1.0/node_modules/strip-literal/dist/index.mjs</a:t>
            </a:r>
          </a:p>
          <a:p>
            <a:pPr>
              <a:defRPr sz="1200"/>
            </a:pPr>
            <a:r>
              <a:t>D:/pasar_fix/node_modules/.bun/stylis@4.4.0/node_modules/stylis/index.js</a:t>
            </a:r>
          </a:p>
          <a:p>
            <a:pPr>
              <a:defRPr sz="1200"/>
            </a:pPr>
            <a:r>
              <a:t>D:/pasar_fix/node_modules/.bun/stylis@4.4.0/node_modules/stylis/LICENSE</a:t>
            </a:r>
          </a:p>
          <a:p>
            <a:pPr>
              <a:defRPr sz="1200"/>
            </a:pPr>
            <a:r>
              <a:t>D:/pasar_fix/node_modules/.bun/stylis@4.4.0/node_modules/stylis/package.json</a:t>
            </a:r>
          </a:p>
          <a:p>
            <a:pPr>
              <a:defRPr sz="1200"/>
            </a:pPr>
            <a:r>
              <a:t>D:/pasar_fix/node_modules/.bun/stylis@4.4.0/node_modules/stylis/README.md</a:t>
            </a:r>
          </a:p>
          <a:p>
            <a:pPr>
              <a:defRPr sz="1200"/>
            </a:pPr>
            <a:r>
              <a:t>D:/pasar_fix/node_modules/.bun/stylis@4.4.0/node_modules/stylis/dist/stylis.mjs</a:t>
            </a:r>
          </a:p>
          <a:p>
            <a:pPr>
              <a:defRPr sz="1200"/>
            </a:pPr>
            <a:r>
              <a:t>D:/pasar_fix/node_modules/.bun/stylis@4.4.0/node_modules/stylis/dist/stylis.mjs.map</a:t>
            </a:r>
          </a:p>
          <a:p>
            <a:pPr>
              <a:defRPr sz="1200"/>
            </a:pPr>
            <a:r>
              <a:t>D:/pasar_fix/node_modules/.bun/stylis@4.4.0/node_modules/stylis/dist/umd/package.json</a:t>
            </a:r>
          </a:p>
          <a:p>
            <a:pPr>
              <a:defRPr sz="1200"/>
            </a:pPr>
            <a:r>
              <a:t>D:/pasar_fix/node_modules/.bun/stylis@4.4.0/node_modules/stylis/dist/umd/stylis.js</a:t>
            </a:r>
          </a:p>
          <a:p>
            <a:pPr>
              <a:defRPr sz="1200"/>
            </a:pPr>
            <a:r>
              <a:t>D:/pasar_fix/node_modules/.bun/stylis@4.4.0/node_modules/stylis/dist/umd/stylis.js.map</a:t>
            </a:r>
          </a:p>
          <a:p>
            <a:pPr>
              <a:defRPr sz="1200"/>
            </a:pPr>
            <a:r>
              <a:t>D:/pasar_fix/node_modules/.bun/stylis@4.4.0/node_modules/stylis/src/Enum.js</a:t>
            </a:r>
          </a:p>
          <a:p>
            <a:pPr>
              <a:defRPr sz="1200"/>
            </a:pPr>
            <a:r>
              <a:t>D:/pasar_fix/node_modules/.bun/stylis@4.4.0/node_modules/stylis/src/Middleware.js</a:t>
            </a:r>
          </a:p>
          <a:p>
            <a:pPr>
              <a:defRPr sz="1200"/>
            </a:pPr>
            <a:r>
              <a:t>D:/pasar_fix/node_modules/.bun/stylis@4.4.0/node_modules/stylis/src/Parser.js</a:t>
            </a:r>
          </a:p>
          <a:p>
            <a:pPr>
              <a:defRPr sz="1200"/>
            </a:pPr>
            <a:r>
              <a:t>D:/pasar_fix/node_modules/.bun/stylis@4.4.0/node_modules/stylis/src/Prefixer.js</a:t>
            </a:r>
          </a:p>
          <a:p>
            <a:pPr>
              <a:defRPr sz="1200"/>
            </a:pPr>
            <a:r>
              <a:t>D:/pasar_fix/node_modules/.bun/stylis@4.4.0/node_modules/stylis/src/Serializer.js</a:t>
            </a:r>
          </a:p>
          <a:p>
            <a:pPr>
              <a:defRPr sz="1200"/>
            </a:pPr>
            <a:r>
              <a:t>D:/pasar_fix/node_modules/.bun/stylis@4.4.0/node_modules/stylis/src/Tokenizer.js</a:t>
            </a:r>
          </a:p>
          <a:p>
            <a:pPr>
              <a:defRPr sz="1200"/>
            </a:pPr>
            <a:r>
              <a:t>D:/pasar_fix/node_modules/.bun/stylis@4.4.0/node_modules/stylis/src/Utility.js</a:t>
            </a:r>
          </a:p>
          <a:p>
            <a:pPr>
              <a:defRPr sz="1200"/>
            </a:pPr>
            <a:r>
              <a:t>D:/pasar_fix/node_modules/.bun/supports-color@10.2.2/node_modules/supports-color/browser.d.ts</a:t>
            </a:r>
          </a:p>
          <a:p>
            <a:pPr>
              <a:defRPr sz="1200"/>
            </a:pPr>
            <a:r>
              <a:t>D:/pasar_fix/node_modules/.bun/supports-color@10.2.2/node_modules/supports-color/browser.js</a:t>
            </a:r>
          </a:p>
          <a:p>
            <a:pPr>
              <a:defRPr sz="1200"/>
            </a:pPr>
            <a:r>
              <a:t>D:/pasar_fix/node_modules/.bun/supports-color@10.2.2/node_modules/supports-color/index.d.ts</a:t>
            </a:r>
          </a:p>
          <a:p>
            <a:pPr>
              <a:defRPr sz="1200"/>
            </a:pPr>
            <a:r>
              <a:t>D:/pasar_fix/node_modules/.bun/supports-color@10.2.2/node_modules/supports-color/index.js</a:t>
            </a:r>
          </a:p>
          <a:p>
            <a:pPr>
              <a:defRPr sz="1200"/>
            </a:pPr>
            <a:r>
              <a:t>D:/pasar_fix/node_modules/.bun/supports-color@10.2.2/node_modules/supports-color/license</a:t>
            </a:r>
          </a:p>
          <a:p>
            <a:pPr>
              <a:defRPr sz="1200"/>
            </a:pPr>
            <a:r>
              <a:t>D:/pasar_fix/node_modules/.bun/supports-color@10.2.2/node_modules/supports-color/package.json</a:t>
            </a:r>
          </a:p>
          <a:p>
            <a:pPr>
              <a:defRPr sz="1200"/>
            </a:pPr>
            <a:r>
              <a:t>D:/pasar_fix/node_modules/.bun/supports-color@10.2.2/node_modules/supports-color/readme.md</a:t>
            </a:r>
          </a:p>
          <a:p>
            <a:pPr>
              <a:defRPr sz="1200"/>
            </a:pPr>
            <a:r>
              <a:t>D:/pasar_fix/node_modules/.bun/supports-color@7.2.0/node_modules/supports-color/browser.js</a:t>
            </a:r>
          </a:p>
          <a:p>
            <a:pPr>
              <a:defRPr sz="1200"/>
            </a:pPr>
            <a:r>
              <a:t>D:/pasar_fix/node_modules/.bun/supports-color@7.2.0/node_modules/supports-color/index.js</a:t>
            </a:r>
          </a:p>
          <a:p>
            <a:pPr>
              <a:defRPr sz="1200"/>
            </a:pPr>
            <a:r>
              <a:t>D:/pasar_fix/node_modules/.bun/supports-color@7.2.0/node_modules/supports-color/license</a:t>
            </a:r>
          </a:p>
          <a:p>
            <a:pPr>
              <a:defRPr sz="1200"/>
            </a:pPr>
            <a:r>
              <a:t>D:/pasar_fix/node_modules/.bun/supports-color@7.2.0/node_modules/supports-color/package.json</a:t>
            </a:r>
          </a:p>
          <a:p>
            <a:pPr>
              <a:defRPr sz="1200"/>
            </a:pPr>
            <a:r>
              <a:t>D:/pasar_fix/node_modules/.bun/supports-color@7.2.0/node_modules/supports-color/readme.md</a:t>
            </a:r>
          </a:p>
          <a:p>
            <a:pPr>
              <a:defRPr sz="1200"/>
            </a:pPr>
            <a:r>
              <a:t>D:/pasar_fix/node_modules/.bun/supports-preserve-symlinks-flag@1.0.0/node_modules/supports-preserve-symlinks-flag/.eslintrc</a:t>
            </a:r>
          </a:p>
          <a:p>
            <a:pPr>
              <a:defRPr sz="1200"/>
            </a:pPr>
            <a:r>
              <a:t>D:/pasar_fix/node_modules/.bun/supports-preserve-symlinks-flag@1.0.0/node_modules/supports-preserve-symlinks-flag/.nycrc</a:t>
            </a:r>
          </a:p>
          <a:p>
            <a:pPr>
              <a:defRPr sz="1200"/>
            </a:pPr>
            <a:r>
              <a:t>D:/pasar_fix/node_modules/.bun/supports-preserve-symlinks-flag@1.0.0/node_modules/supports-preserve-symlinks-flag/browser.js</a:t>
            </a:r>
          </a:p>
          <a:p>
            <a:pPr>
              <a:defRPr sz="1200"/>
            </a:pPr>
            <a:r>
              <a:t>D:/pasar_fix/node_modules/.bun/supports-preserve-symlinks-flag@1.0.0/node_modules/supports-preserve-symlinks-flag/CHANGELOG.md</a:t>
            </a:r>
          </a:p>
          <a:p>
            <a:pPr>
              <a:defRPr sz="1200"/>
            </a:pPr>
            <a:r>
              <a:t>D:/pasar_fix/node_modules/.bun/supports-preserve-symlinks-flag@1.0.0/node_modules/supports-preserve-symlinks-flag/index.js</a:t>
            </a:r>
          </a:p>
          <a:p>
            <a:pPr>
              <a:defRPr sz="1200"/>
            </a:pPr>
            <a:r>
              <a:t>D:/pasar_fix/node_modules/.bun/supports-preserve-symlinks-flag@1.0.0/node_modules/supports-preserve-symlinks-flag/LICENSE</a:t>
            </a:r>
          </a:p>
          <a:p>
            <a:pPr>
              <a:defRPr sz="1200"/>
            </a:pPr>
            <a:r>
              <a:t>D:/pasar_fix/node_modules/.bun/supports-preserve-symlinks-flag@1.0.0/node_modules/supports-preserve-symlinks-flag/package.json</a:t>
            </a:r>
          </a:p>
          <a:p>
            <a:pPr>
              <a:defRPr sz="1200"/>
            </a:pPr>
            <a:r>
              <a:t>D:/pasar_fix/node_modules/.bun/supports-preserve-symlinks-flag@1.0.0/node_modules/supports-preserve-symlinks-flag/README.md</a:t>
            </a:r>
          </a:p>
          <a:p>
            <a:pPr>
              <a:defRPr sz="1200"/>
            </a:pPr>
            <a:r>
              <a:t>D:/pasar_fix/node_modules/.bun/supports-preserve-symlinks-flag@1.0.0/node_modules/supports-preserve-symlinks-flag/.github/FUNDING.yml</a:t>
            </a:r>
          </a:p>
          <a:p>
            <a:pPr>
              <a:defRPr sz="1200"/>
            </a:pPr>
            <a:r>
              <a:t>D:/pasar_fix/node_modules/.bun/supports-preserve-symlinks-flag@1.0.0/node_modules/supports-preserve-symlinks-flag/test/index.js</a:t>
            </a:r>
          </a:p>
          <a:p>
            <a:pPr>
              <a:defRPr sz="1200"/>
            </a:pPr>
            <a:r>
              <a:t>D:/pasar_fix/node_modules/.bun/symbol-tree@3.2.4/node_modules/symbol-tree/LICENSE</a:t>
            </a:r>
          </a:p>
          <a:p>
            <a:pPr>
              <a:defRPr sz="1200"/>
            </a:pPr>
            <a:r>
              <a:t>D:/pasar_fix/node_modules/.bun/symbol-tree@3.2.4/node_modules/symbol-tree/package.json</a:t>
            </a:r>
          </a:p>
          <a:p>
            <a:pPr>
              <a:defRPr sz="1200"/>
            </a:pPr>
            <a:r>
              <a:t>D:/pasar_fix/node_modules/.bun/symbol-tree@3.2.4/node_modules/symbol-tree/README.md</a:t>
            </a:r>
          </a:p>
          <a:p>
            <a:pPr>
              <a:defRPr sz="1200"/>
            </a:pPr>
            <a:r>
              <a:t>D:/pasar_fix/node_modules/.bun/symbol-tree@3.2.4/node_modules/symbol-tree/lib/SymbolTree.js</a:t>
            </a:r>
          </a:p>
          <a:p>
            <a:pPr>
              <a:defRPr sz="1200"/>
            </a:pPr>
            <a:r>
              <a:t>D:/pasar_fix/node_modules/.bun/symbol-tree@3.2.4/node_modules/symbol-tree/lib/SymbolTreeNode.js</a:t>
            </a:r>
          </a:p>
          <a:p>
            <a:pPr>
              <a:defRPr sz="1200"/>
            </a:pPr>
            <a:r>
              <a:t>D:/pasar_fix/node_modules/.bun/symbol-tree@3.2.4/node_modules/symbol-tree/lib/TreeIterator.js</a:t>
            </a:r>
          </a:p>
          <a:p>
            <a:pPr>
              <a:defRPr sz="1200"/>
            </a:pPr>
            <a:r>
              <a:t>D:/pasar_fix/node_modules/.bun/symbol-tree@3.2.4/node_modules/symbol-tree/lib/TreePosition.js</a:t>
            </a:r>
          </a:p>
          <a:p>
            <a:pPr>
              <a:defRPr sz="1200"/>
            </a:pPr>
            <a:r>
              <a:t>D:/pasar_fix/node_modules/.bun/tabbable@6.5.0/node_modules/tabbable/CHANGELOG.md</a:t>
            </a:r>
          </a:p>
          <a:p>
            <a:pPr>
              <a:defRPr sz="1200"/>
            </a:pPr>
            <a:r>
              <a:t>D:/pasar_fix/node_modules/.bun/tabbable@6.5.0/node_modules/tabbable/index.d.ts</a:t>
            </a:r>
          </a:p>
          <a:p>
            <a:pPr>
              <a:defRPr sz="1200"/>
            </a:pPr>
            <a:r>
              <a:t>D:/pasar_fix/node_modules/.bun/tabbable@6.5.0/node_modules/tabbable/LICENSE</a:t>
            </a:r>
          </a:p>
          <a:p>
            <a:pPr>
              <a:defRPr sz="1200"/>
            </a:pPr>
            <a:r>
              <a:t>D:/pasar_fix/node_modules/.bun/tabbable@6.5.0/node_modules/tabbable/package.json</a:t>
            </a:r>
          </a:p>
          <a:p>
            <a:pPr>
              <a:defRPr sz="1200"/>
            </a:pPr>
            <a:r>
              <a:t>D:/pasar_fix/node_modules/.bun/tabbable@6.5.0/node_modules/tabbable/README.md</a:t>
            </a:r>
          </a:p>
          <a:p>
            <a:pPr>
              <a:defRPr sz="1200"/>
            </a:pPr>
            <a:r>
              <a:t>D:/pasar_fix/node_modules/.bun/tabbable@6.5.0/node_modules/tabbable/SECURITY.md</a:t>
            </a:r>
          </a:p>
          <a:p>
            <a:pPr>
              <a:defRPr sz="1200"/>
            </a:pPr>
            <a:r>
              <a:t>D:/pasar_fix/node_modules/.bun/tabbable@6.5.0/node_modules/tabbable/dist/index.esm.js</a:t>
            </a:r>
          </a:p>
          <a:p>
            <a:pPr>
              <a:defRPr sz="1200"/>
            </a:pPr>
            <a:r>
              <a:t>D:/pasar_fix/node_modules/.bun/tabbable@6.5.0/node_modules/tabbable/dist/index.esm.js.map</a:t>
            </a:r>
          </a:p>
          <a:p>
            <a:pPr>
              <a:defRPr sz="1200"/>
            </a:pPr>
            <a:r>
              <a:t>D:/pasar_fix/node_modules/.bun/tabbable@6.5.0/node_modules/tabbable/dist/index.esm.min.js</a:t>
            </a:r>
          </a:p>
          <a:p>
            <a:pPr>
              <a:defRPr sz="1200"/>
            </a:pPr>
            <a:r>
              <a:t>D:/pasar_fix/node_modules/.bun/tabbable@6.5.0/node_modules/tabbable/dist/index.esm.min.js.map</a:t>
            </a:r>
          </a:p>
          <a:p>
            <a:pPr>
              <a:defRPr sz="1200"/>
            </a:pPr>
            <a:r>
              <a:t>D:/pasar_fix/node_modules/.bun/tabbable@6.5.0/node_modules/tabbable/dist/index.js</a:t>
            </a:r>
          </a:p>
          <a:p>
            <a:pPr>
              <a:defRPr sz="1200"/>
            </a:pPr>
            <a:r>
              <a:t>D:/pasar_fix/node_modules/.bun/tabbable@6.5.0/node_modules/tabbable/dist/index.js.map</a:t>
            </a:r>
          </a:p>
          <a:p>
            <a:pPr>
              <a:defRPr sz="1200"/>
            </a:pPr>
            <a:r>
              <a:t>D:/pasar_fix/node_modules/.bun/tabbable@6.5.0/node_modules/tabbable/dist/index.min.js</a:t>
            </a:r>
          </a:p>
          <a:p>
            <a:pPr>
              <a:defRPr sz="1200"/>
            </a:pPr>
            <a:r>
              <a:t>D:/pasar_fix/node_modules/.bun/tabbable@6.5.0/node_modules/tabbable/dist/index.min.js.map</a:t>
            </a:r>
          </a:p>
          <a:p>
            <a:pPr>
              <a:defRPr sz="1200"/>
            </a:pPr>
            <a:r>
              <a:t>D:/pasar_fix/node_modules/.bun/tabbable@6.5.0/node_modules/tabbable/dist/index.umd.js</a:t>
            </a:r>
          </a:p>
          <a:p>
            <a:pPr>
              <a:defRPr sz="1200"/>
            </a:pPr>
            <a:r>
              <a:t>D:/pasar_fix/node_modules/.bun/tabbable@6.5.0/node_modules/tabbable/dist/index.umd.js.map</a:t>
            </a:r>
          </a:p>
          <a:p>
            <a:pPr>
              <a:defRPr sz="1200"/>
            </a:pPr>
            <a:r>
              <a:t>D:/pasar_fix/node_modules/.bun/tabbable@6.5.0/node_modules/tabbable/dist/index.umd.min.js</a:t>
            </a:r>
          </a:p>
          <a:p>
            <a:pPr>
              <a:defRPr sz="1200"/>
            </a:pPr>
            <a:r>
              <a:t>D:/pasar_fix/node_modules/.bun/tabbable@6.5.0/node_modules/tabbable/dist/index.umd.min.js.map</a:t>
            </a:r>
          </a:p>
          <a:p>
            <a:pPr>
              <a:defRPr sz="1200"/>
            </a:pPr>
            <a:r>
              <a:t>D:/pasar_fix/node_modules/.bun/tabbable@6.5.0/node_modules/tabbable/src/index.js</a:t>
            </a:r>
          </a:p>
          <a:p>
            <a:pPr>
              <a:defRPr sz="1200"/>
            </a:pPr>
            <a:r>
              <a:t>D:/pasar_fix/node_modules/.bun/tagged-tag@1.0.0/node_modules/tagged-tag/index.d.ts</a:t>
            </a:r>
          </a:p>
          <a:p>
            <a:pPr>
              <a:defRPr sz="1200"/>
            </a:pPr>
            <a:r>
              <a:t>D:/pasar_fix/node_modules/.bun/tagged-tag@1.0.0/node_modules/tagged-tag/license</a:t>
            </a:r>
          </a:p>
          <a:p>
            <a:pPr>
              <a:defRPr sz="1200"/>
            </a:pPr>
            <a:r>
              <a:t>D:/pasar_fix/node_modules/.bun/tagged-tag@1.0.0/node_modules/tagged-tag/package.json</a:t>
            </a:r>
          </a:p>
          <a:p>
            <a:pPr>
              <a:defRPr sz="1200"/>
            </a:pPr>
            <a:r>
              <a:t>D:/pasar_fix/node_modules/.bun/tagged-tag@1.0.0/node_modules/tagged-tag/readme.md</a:t>
            </a:r>
          </a:p>
          <a:p>
            <a:pPr>
              <a:defRPr sz="1200"/>
            </a:pPr>
            <a:r>
              <a:t>D:/pasar_fix/node_modules/.bun/tailwind-merge@3.6.0/node_modules/tailwind-merge/LICENSE.md</a:t>
            </a:r>
          </a:p>
          <a:p>
            <a:pPr>
              <a:defRPr sz="1200"/>
            </a:pPr>
            <a:r>
              <a:t>D:/pasar_fix/node_modules/.bun/tailwind-merge@3.6.0/node_modules/tailwind-merge/package.json</a:t>
            </a:r>
          </a:p>
          <a:p>
            <a:pPr>
              <a:defRPr sz="1200"/>
            </a:pPr>
            <a:r>
              <a:t>D:/pasar_fix/node_modules/.bun/tailwind-merge@3.6.0/node_modules/tailwind-merge/README.md</a:t>
            </a:r>
          </a:p>
          <a:p>
            <a:pPr>
              <a:defRPr sz="1200"/>
            </a:pPr>
            <a:r>
              <a:t>D:/pasar_fix/node_modules/.bun/tailwind-merge@3.6.0/node_modules/tailwind-merge/dist/bundle-cjs.js</a:t>
            </a:r>
          </a:p>
          <a:p>
            <a:pPr>
              <a:defRPr sz="1200"/>
            </a:pPr>
            <a:r>
              <a:t>D:/pasar_fix/node_modules/.bun/tailwind-merge@3.6.0/node_modules/tailwind-merge/dist/bundle-cjs.js.map</a:t>
            </a:r>
          </a:p>
          <a:p>
            <a:pPr>
              <a:defRPr sz="1200"/>
            </a:pPr>
            <a:r>
              <a:t>D:/pasar_fix/node_modules/.bun/tailwind-merge@3.6.0/node_modules/tailwind-merge/dist/bundle-mjs.mjs</a:t>
            </a:r>
          </a:p>
          <a:p>
            <a:pPr>
              <a:defRPr sz="1200"/>
            </a:pPr>
            <a:r>
              <a:t>D:/pasar_fix/node_modules/.bun/tailwind-merge@3.6.0/node_modules/tailwind-merge/dist/bundle-mjs.mjs.map</a:t>
            </a:r>
          </a:p>
          <a:p>
            <a:pPr>
              <a:defRPr sz="1200"/>
            </a:pPr>
            <a:r>
              <a:t>D:/pasar_fix/node_modules/.bun/tailwind-merge@3.6.0/node_modules/tailwind-merge/dist/types.d.ts</a:t>
            </a:r>
          </a:p>
          <a:p>
            <a:pPr>
              <a:defRPr sz="1200"/>
            </a:pPr>
            <a:r>
              <a:t>D:/pasar_fix/node_modules/.bun/tailwind-merge@3.6.0/node_modules/tailwind-merge/dist/es5/bundle-cjs.js</a:t>
            </a:r>
          </a:p>
          <a:p>
            <a:pPr>
              <a:defRPr sz="1200"/>
            </a:pPr>
            <a:r>
              <a:t>D:/pasar_fix/node_modules/.bun/tailwind-merge@3.6.0/node_modules/tailwind-merge/dist/es5/bundle-cjs.js.map</a:t>
            </a:r>
          </a:p>
          <a:p>
            <a:pPr>
              <a:defRPr sz="1200"/>
            </a:pPr>
            <a:r>
              <a:t>D:/pasar_fix/node_modules/.bun/tailwind-merge@3.6.0/node_modules/tailwind-merge/dist/es5/bundle-mjs.mjs</a:t>
            </a:r>
          </a:p>
          <a:p>
            <a:pPr>
              <a:defRPr sz="1200"/>
            </a:pPr>
            <a:r>
              <a:t>D:/pasar_fix/node_modules/.bun/tailwind-merge@3.6.0/node_modules/tailwind-merge/dist/es5/bundle-mjs.mjs.map</a:t>
            </a:r>
          </a:p>
          <a:p>
            <a:pPr>
              <a:defRPr sz="1200"/>
            </a:pPr>
            <a:r>
              <a:t>D:/pasar_fix/node_modules/.bun/tailwind-merge@3.6.0/node_modules/tailwind-merge/src/index.ts</a:t>
            </a:r>
          </a:p>
          <a:p>
            <a:pPr>
              <a:defRPr sz="1200"/>
            </a:pPr>
            <a:r>
              <a:t>D:/pasar_fix/node_modules/.bun/tailwind-merge@3.6.0/node_modules/tailwind-merge/src/lib/class-group-utils.ts</a:t>
            </a:r>
          </a:p>
          <a:p>
            <a:pPr>
              <a:defRPr sz="1200"/>
            </a:pPr>
            <a:r>
              <a:t>D:/pasar_fix/node_modules/.bun/tailwind-merge@3.6.0/node_modules/tailwind-merge/src/lib/config-utils.ts</a:t>
            </a:r>
          </a:p>
          <a:p>
            <a:pPr>
              <a:defRPr sz="1200"/>
            </a:pPr>
            <a:r>
              <a:t>D:/pasar_fix/node_modules/.bun/tailwind-merge@3.6.0/node_modules/tailwind-merge/src/lib/create-tailwind-merge.ts</a:t>
            </a:r>
          </a:p>
          <a:p>
            <a:pPr>
              <a:defRPr sz="1200"/>
            </a:pPr>
            <a:r>
              <a:t>D:/pasar_fix/node_modules/.bun/tailwind-merge@3.6.0/node_modules/tailwind-merge/src/lib/default-config.ts</a:t>
            </a:r>
          </a:p>
          <a:p>
            <a:pPr>
              <a:defRPr sz="1200"/>
            </a:pPr>
            <a:r>
              <a:t>D:/pasar_fix/node_modules/.bun/tailwind-merge@3.6.0/node_modules/tailwind-merge/src/lib/extend-tailwind-merge.ts</a:t>
            </a:r>
          </a:p>
          <a:p>
            <a:pPr>
              <a:defRPr sz="1200"/>
            </a:pPr>
            <a:r>
              <a:t>D:/pasar_fix/node_modules/.bun/tailwind-merge@3.6.0/node_modules/tailwind-merge/src/lib/from-theme.ts</a:t>
            </a:r>
          </a:p>
          <a:p>
            <a:pPr>
              <a:defRPr sz="1200"/>
            </a:pPr>
            <a:r>
              <a:t>D:/pasar_fix/node_modules/.bun/tailwind-merge@3.6.0/node_modules/tailwind-merge/src/lib/lru-cache.ts</a:t>
            </a:r>
          </a:p>
          <a:p>
            <a:pPr>
              <a:defRPr sz="1200"/>
            </a:pPr>
            <a:r>
              <a:t>D:/pasar_fix/node_modules/.bun/tailwind-merge@3.6.0/node_modules/tailwind-merge/src/lib/merge-classlist.ts</a:t>
            </a:r>
          </a:p>
          <a:p>
            <a:pPr>
              <a:defRPr sz="1200"/>
            </a:pPr>
            <a:r>
              <a:t>D:/pasar_fix/node_modules/.bun/tailwind-merge@3.6.0/node_modules/tailwind-merge/src/lib/merge-configs.ts</a:t>
            </a:r>
          </a:p>
          <a:p>
            <a:pPr>
              <a:defRPr sz="1200"/>
            </a:pPr>
            <a:r>
              <a:t>D:/pasar_fix/node_modules/.bun/tailwind-merge@3.6.0/node_modules/tailwind-merge/src/lib/parse-class-name.ts</a:t>
            </a:r>
          </a:p>
          <a:p>
            <a:pPr>
              <a:defRPr sz="1200"/>
            </a:pPr>
            <a:r>
              <a:t>D:/pasar_fix/node_modules/.bun/tailwind-merge@3.6.0/node_modules/tailwind-merge/src/lib/sort-modifiers.ts</a:t>
            </a:r>
          </a:p>
          <a:p>
            <a:pPr>
              <a:defRPr sz="1200"/>
            </a:pPr>
            <a:r>
              <a:t>D:/pasar_fix/node_modules/.bun/tailwind-merge@3.6.0/node_modules/tailwind-merge/src/lib/tw-join.ts</a:t>
            </a:r>
          </a:p>
          <a:p>
            <a:pPr>
              <a:defRPr sz="1200"/>
            </a:pPr>
            <a:r>
              <a:t>D:/pasar_fix/node_modules/.bun/tailwind-merge@3.6.0/node_modules/tailwind-merge/src/lib/tw-merge.ts</a:t>
            </a:r>
          </a:p>
          <a:p>
            <a:pPr>
              <a:defRPr sz="1200"/>
            </a:pPr>
            <a:r>
              <a:t>D:/pasar_fix/node_modules/.bun/tailwind-merge@3.6.0/node_modules/tailwind-merge/src/lib/types.ts</a:t>
            </a:r>
          </a:p>
          <a:p>
            <a:pPr>
              <a:defRPr sz="1200"/>
            </a:pPr>
            <a:r>
              <a:t>D:/pasar_fix/node_modules/.bun/tailwind-merge@3.6.0/node_modules/tailwind-merge/src/lib/utils.ts</a:t>
            </a:r>
          </a:p>
          <a:p>
            <a:pPr>
              <a:defRPr sz="1200"/>
            </a:pPr>
            <a:r>
              <a:t>D:/pasar_fix/node_modules/.bun/tailwind-merge@3.6.0/node_modules/tailwind-merge/src/lib/validators.ts</a:t>
            </a:r>
          </a:p>
          <a:p>
            <a:pPr>
              <a:defRPr sz="1200"/>
            </a:pPr>
            <a:r>
              <a:t>D:/pasar_fix/node_modules/.bun/tailwindcss@4.3.0/node_modules/tailwindcss/index.css</a:t>
            </a:r>
          </a:p>
          <a:p>
            <a:pPr>
              <a:defRPr sz="1200"/>
            </a:pPr>
            <a:r>
              <a:t>D:/pasar_fix/node_modules/.bun/tailwindcss@4.3.0/node_modules/tailwindcss/LICENSE</a:t>
            </a:r>
          </a:p>
          <a:p>
            <a:pPr>
              <a:defRPr sz="1200"/>
            </a:pPr>
            <a:r>
              <a:t>D:/pasar_fix/node_modules/.bun/tailwindcss@4.3.0/node_modules/tailwindcss/package.json</a:t>
            </a:r>
          </a:p>
          <a:p>
            <a:pPr>
              <a:defRPr sz="1200"/>
            </a:pPr>
            <a:r>
              <a:t>D:/pasar_fix/node_modules/.bun/tailwindcss@4.3.0/node_modules/tailwindcss/preflight.css</a:t>
            </a:r>
          </a:p>
          <a:p>
            <a:pPr>
              <a:defRPr sz="1200"/>
            </a:pPr>
            <a:r>
              <a:t>D:/pasar_fix/node_modules/.bun/tailwindcss@4.3.0/node_modules/tailwindcss/README.md</a:t>
            </a:r>
          </a:p>
          <a:p>
            <a:pPr>
              <a:defRPr sz="1200"/>
            </a:pPr>
            <a:r>
              <a:t>D:/pasar_fix/node_modules/.bun/tailwindcss@4.3.0/node_modules/tailwindcss/theme.css</a:t>
            </a:r>
          </a:p>
          <a:p>
            <a:pPr>
              <a:defRPr sz="1200"/>
            </a:pPr>
            <a:r>
              <a:t>D:/pasar_fix/node_modules/.bun/tailwindcss@4.3.0/node_modules/tailwindcss/utilities.css</a:t>
            </a:r>
          </a:p>
          <a:p>
            <a:pPr>
              <a:defRPr sz="1200"/>
            </a:pPr>
            <a:r>
              <a:t>D:/pasar_fix/node_modules/.bun/tailwindcss@4.3.0/node_modules/tailwindcss/dist/chunk-4VTQOGRC.mjs</a:t>
            </a:r>
          </a:p>
          <a:p>
            <a:pPr>
              <a:defRPr sz="1200"/>
            </a:pPr>
            <a:r>
              <a:t>D:/pasar_fix/node_modules/.bun/tailwindcss@4.3.0/node_modules/tailwindcss/dist/chunk-TDNFF6A4.mjs</a:t>
            </a:r>
          </a:p>
          <a:p>
            <a:pPr>
              <a:defRPr sz="1200"/>
            </a:pPr>
            <a:r>
              <a:t>D:/pasar_fix/node_modules/.bun/tailwindcss@4.3.0/node_modules/tailwindcss/dist/chunk-X4GG3EDV.mjs</a:t>
            </a:r>
          </a:p>
          <a:p>
            <a:pPr>
              <a:defRPr sz="1200"/>
            </a:pPr>
            <a:r>
              <a:t>D:/pasar_fix/node_modules/.bun/tailwindcss@4.3.0/node_modules/tailwindcss/dist/colors-C__qRT83.d.ts</a:t>
            </a:r>
          </a:p>
          <a:p>
            <a:pPr>
              <a:defRPr sz="1200"/>
            </a:pPr>
            <a:r>
              <a:t>D:/pasar_fix/node_modules/.bun/tailwindcss@4.3.0/node_modules/tailwindcss/dist/colors.d.mts</a:t>
            </a:r>
          </a:p>
          <a:p>
            <a:pPr>
              <a:defRPr sz="1200"/>
            </a:pPr>
            <a:r>
              <a:t>D:/pasar_fix/node_modules/.bun/tailwindcss@4.3.0/node_modules/tailwindcss/dist/colors.d.ts</a:t>
            </a:r>
          </a:p>
          <a:p>
            <a:pPr>
              <a:defRPr sz="1200"/>
            </a:pPr>
            <a:r>
              <a:t>D:/pasar_fix/node_modules/.bun/tailwindcss@4.3.0/node_modules/tailwindcss/dist/colors.js</a:t>
            </a:r>
          </a:p>
          <a:p>
            <a:pPr>
              <a:defRPr sz="1200"/>
            </a:pPr>
            <a:r>
              <a:t>D:/pasar_fix/node_modules/.bun/tailwindcss@4.3.0/node_modules/tailwindcss/dist/colors.mjs</a:t>
            </a:r>
          </a:p>
          <a:p>
            <a:pPr>
              <a:defRPr sz="1200"/>
            </a:pPr>
            <a:r>
              <a:t>D:/pasar_fix/node_modules/.bun/tailwindcss@4.3.0/node_modules/tailwindcss/dist/default-theme.d.mts</a:t>
            </a:r>
          </a:p>
          <a:p>
            <a:pPr>
              <a:defRPr sz="1200"/>
            </a:pPr>
            <a:r>
              <a:t>D:/pasar_fix/node_modules/.bun/tailwindcss@4.3.0/node_modules/tailwindcss/dist/default-theme.d.ts</a:t>
            </a:r>
          </a:p>
          <a:p>
            <a:pPr>
              <a:defRPr sz="1200"/>
            </a:pPr>
            <a:r>
              <a:t>D:/pasar_fix/node_modules/.bun/tailwindcss@4.3.0/node_modules/tailwindcss/dist/default-theme.js</a:t>
            </a:r>
          </a:p>
          <a:p>
            <a:pPr>
              <a:defRPr sz="1200"/>
            </a:pPr>
            <a:r>
              <a:t>D:/pasar_fix/node_modules/.bun/tailwindcss@4.3.0/node_modules/tailwindcss/dist/default-theme.mjs</a:t>
            </a:r>
          </a:p>
          <a:p>
            <a:pPr>
              <a:defRPr sz="1200"/>
            </a:pPr>
            <a:r>
              <a:t>D:/pasar_fix/node_modules/.bun/tailwindcss@4.3.0/node_modules/tailwindcss/dist/flatten-color-palette.d.mts</a:t>
            </a:r>
          </a:p>
          <a:p>
            <a:pPr>
              <a:defRPr sz="1200"/>
            </a:pPr>
            <a:r>
              <a:t>D:/pasar_fix/node_modules/.bun/tailwindcss@4.3.0/node_modules/tailwindcss/dist/flatten-color-palette.d.ts</a:t>
            </a:r>
          </a:p>
          <a:p>
            <a:pPr>
              <a:defRPr sz="1200"/>
            </a:pPr>
            <a:r>
              <a:t>D:/pasar_fix/node_modules/.bun/tailwindcss@4.3.0/node_modules/tailwindcss/dist/flatten-color-palette.js</a:t>
            </a:r>
          </a:p>
          <a:p>
            <a:pPr>
              <a:defRPr sz="1200"/>
            </a:pPr>
            <a:r>
              <a:t>D:/pasar_fix/node_modules/.bun/tailwindcss@4.3.0/node_modules/tailwindcss/dist/flatten-color-palette.mjs</a:t>
            </a:r>
          </a:p>
          <a:p>
            <a:pPr>
              <a:defRPr sz="1200"/>
            </a:pPr>
            <a:r>
              <a:t>D:/pasar_fix/node_modules/.bun/tailwindcss@4.3.0/node_modules/tailwindcss/dist/lib.d.mts</a:t>
            </a:r>
          </a:p>
          <a:p>
            <a:pPr>
              <a:defRPr sz="1200"/>
            </a:pPr>
            <a:r>
              <a:t>D:/pasar_fix/node_modules/.bun/tailwindcss@4.3.0/node_modules/tailwindcss/dist/lib.d.ts</a:t>
            </a:r>
          </a:p>
          <a:p>
            <a:pPr>
              <a:defRPr sz="1200"/>
            </a:pPr>
            <a:r>
              <a:t>D:/pasar_fix/node_modules/.bun/tailwindcss@4.3.0/node_modules/tailwindcss/dist/lib.js</a:t>
            </a:r>
          </a:p>
          <a:p>
            <a:pPr>
              <a:defRPr sz="1200"/>
            </a:pPr>
            <a:r>
              <a:t>D:/pasar_fix/node_modules/.bun/tailwindcss@4.3.0/node_modules/tailwindcss/dist/lib.mjs</a:t>
            </a:r>
          </a:p>
          <a:p>
            <a:pPr>
              <a:defRPr sz="1200"/>
            </a:pPr>
            <a:r>
              <a:t>D:/pasar_fix/node_modules/.bun/tailwindcss@4.3.0/node_modules/tailwindcss/dist/plugin.d.mts</a:t>
            </a:r>
          </a:p>
          <a:p>
            <a:pPr>
              <a:defRPr sz="1200"/>
            </a:pPr>
            <a:r>
              <a:t>D:/pasar_fix/node_modules/.bun/tailwindcss@4.3.0/node_modules/tailwindcss/dist/plugin.d.ts</a:t>
            </a:r>
          </a:p>
          <a:p>
            <a:pPr>
              <a:defRPr sz="1200"/>
            </a:pPr>
            <a:r>
              <a:t>D:/pasar_fix/node_modules/.bun/tailwindcss@4.3.0/node_modules/tailwindcss/dist/plugin.js</a:t>
            </a:r>
          </a:p>
          <a:p>
            <a:pPr>
              <a:defRPr sz="1200"/>
            </a:pPr>
            <a:r>
              <a:t>D:/pasar_fix/node_modules/.bun/tailwindcss@4.3.0/node_modules/tailwindcss/dist/plugin.mjs</a:t>
            </a:r>
          </a:p>
          <a:p>
            <a:pPr>
              <a:defRPr sz="1200"/>
            </a:pPr>
            <a:r>
              <a:t>D:/pasar_fix/node_modules/.bun/tailwindcss@4.3.0/node_modules/tailwindcss/dist/resolve-config-B4yBzhca.d.ts</a:t>
            </a:r>
          </a:p>
          <a:p>
            <a:pPr>
              <a:defRPr sz="1200"/>
            </a:pPr>
            <a:r>
              <a:t>D:/pasar_fix/node_modules/.bun/tailwindcss@4.3.0/node_modules/tailwindcss/dist/resolve-config-QUZ9b-Gn.d.mts</a:t>
            </a:r>
          </a:p>
          <a:p>
            <a:pPr>
              <a:defRPr sz="1200"/>
            </a:pPr>
            <a:r>
              <a:t>D:/pasar_fix/node_modules/.bun/tailwindcss@4.3.0/node_modules/tailwindcss/dist/types-CJYAW1ql.d.mts</a:t>
            </a:r>
          </a:p>
          <a:p>
            <a:pPr>
              <a:defRPr sz="1200"/>
            </a:pPr>
            <a:r>
              <a:t>D:/pasar_fix/node_modules/.bun/tapable@2.3.3/node_modules/tapable/LICENSE</a:t>
            </a:r>
          </a:p>
          <a:p>
            <a:pPr>
              <a:defRPr sz="1200"/>
            </a:pPr>
            <a:r>
              <a:t>D:/pasar_fix/node_modules/.bun/tapable@2.3.3/node_modules/tapable/package.json</a:t>
            </a:r>
          </a:p>
          <a:p>
            <a:pPr>
              <a:defRPr sz="1200"/>
            </a:pPr>
            <a:r>
              <a:t>D:/pasar_fix/node_modules/.bun/tapable@2.3.3/node_modules/tapable/README.md</a:t>
            </a:r>
          </a:p>
          <a:p>
            <a:pPr>
              <a:defRPr sz="1200"/>
            </a:pPr>
            <a:r>
              <a:t>D:/pasar_fix/node_modules/.bun/tapable@2.3.3/node_modules/tapable/tapable.d.ts</a:t>
            </a:r>
          </a:p>
          <a:p>
            <a:pPr>
              <a:defRPr sz="1200"/>
            </a:pPr>
            <a:r>
              <a:t>D:/pasar_fix/node_modules/.bun/tapable@2.3.3/node_modules/tapable/lib/AsyncParallelBailHook.js</a:t>
            </a:r>
          </a:p>
          <a:p>
            <a:pPr>
              <a:defRPr sz="1200"/>
            </a:pPr>
            <a:r>
              <a:t>D:/pasar_fix/node_modules/.bun/tapable@2.3.3/node_modules/tapable/lib/AsyncParallelHook.js</a:t>
            </a:r>
          </a:p>
          <a:p>
            <a:pPr>
              <a:defRPr sz="1200"/>
            </a:pPr>
            <a:r>
              <a:t>D:/pasar_fix/node_modules/.bun/tapable@2.3.3/node_modules/tapable/lib/AsyncSeriesBailHook.js</a:t>
            </a:r>
          </a:p>
          <a:p>
            <a:pPr>
              <a:defRPr sz="1200"/>
            </a:pPr>
            <a:r>
              <a:t>D:/pasar_fix/node_modules/.bun/tapable@2.3.3/node_modules/tapable/lib/AsyncSeriesHook.js</a:t>
            </a:r>
          </a:p>
          <a:p>
            <a:pPr>
              <a:defRPr sz="1200"/>
            </a:pPr>
            <a:r>
              <a:t>D:/pasar_fix/node_modules/.bun/tapable@2.3.3/node_modules/tapable/lib/AsyncSeriesLoopHook.js</a:t>
            </a:r>
          </a:p>
          <a:p>
            <a:pPr>
              <a:defRPr sz="1200"/>
            </a:pPr>
            <a:r>
              <a:t>D:/pasar_fix/node_modules/.bun/tapable@2.3.3/node_modules/tapable/lib/AsyncSeriesWaterfallHook.js</a:t>
            </a:r>
          </a:p>
          <a:p>
            <a:pPr>
              <a:defRPr sz="1200"/>
            </a:pPr>
            <a:r>
              <a:t>D:/pasar_fix/node_modules/.bun/tapable@2.3.3/node_modules/tapable/lib/Hook.js</a:t>
            </a:r>
          </a:p>
          <a:p>
            <a:pPr>
              <a:defRPr sz="1200"/>
            </a:pPr>
            <a:r>
              <a:t>D:/pasar_fix/node_modules/.bun/tapable@2.3.3/node_modules/tapable/lib/HookCodeFactory.js</a:t>
            </a:r>
          </a:p>
          <a:p>
            <a:pPr>
              <a:defRPr sz="1200"/>
            </a:pPr>
            <a:r>
              <a:t>D:/pasar_fix/node_modules/.bun/tapable@2.3.3/node_modules/tapable/lib/HookMap.js</a:t>
            </a:r>
          </a:p>
          <a:p>
            <a:pPr>
              <a:defRPr sz="1200"/>
            </a:pPr>
            <a:r>
              <a:t>D:/pasar_fix/node_modules/.bun/tapable@2.3.3/node_modules/tapable/lib/index.js</a:t>
            </a:r>
          </a:p>
          <a:p>
            <a:pPr>
              <a:defRPr sz="1200"/>
            </a:pPr>
            <a:r>
              <a:t>D:/pasar_fix/node_modules/.bun/tapable@2.3.3/node_modules/tapable/lib/MultiHook.js</a:t>
            </a:r>
          </a:p>
          <a:p>
            <a:pPr>
              <a:defRPr sz="1200"/>
            </a:pPr>
            <a:r>
              <a:t>D:/pasar_fix/node_modules/.bun/tapable@2.3.3/node_modules/tapable/lib/SyncBailHook.js</a:t>
            </a:r>
          </a:p>
          <a:p>
            <a:pPr>
              <a:defRPr sz="1200"/>
            </a:pPr>
            <a:r>
              <a:t>D:/pasar_fix/node_modules/.bun/tapable@2.3.3/node_modules/tapable/lib/SyncHook.js</a:t>
            </a:r>
          </a:p>
          <a:p>
            <a:pPr>
              <a:defRPr sz="1200"/>
            </a:pPr>
            <a:r>
              <a:t>D:/pasar_fix/node_modules/.bun/tapable@2.3.3/node_modules/tapable/lib/SyncLoopHook.js</a:t>
            </a:r>
          </a:p>
          <a:p>
            <a:pPr>
              <a:defRPr sz="1200"/>
            </a:pPr>
            <a:r>
              <a:t>D:/pasar_fix/node_modules/.bun/tapable@2.3.3/node_modules/tapable/lib/SyncWaterfallHook.js</a:t>
            </a:r>
          </a:p>
          <a:p>
            <a:pPr>
              <a:defRPr sz="1200"/>
            </a:pPr>
            <a:r>
              <a:t>D:/pasar_fix/node_modules/.bun/tapable@2.3.3/node_modules/tapable/lib/util-browser.js</a:t>
            </a:r>
          </a:p>
          <a:p>
            <a:pPr>
              <a:defRPr sz="1200"/>
            </a:pPr>
            <a:r>
              <a:t>D:/pasar_fix/node_modules/.bun/tar-fs@3.1.2/node_modules/tar-fs/index.js</a:t>
            </a:r>
          </a:p>
          <a:p>
            <a:pPr>
              <a:defRPr sz="1200"/>
            </a:pPr>
            <a:r>
              <a:t>D:/pasar_fix/node_modules/.bun/tar-fs@3.1.2/node_modules/tar-fs/LICENSE</a:t>
            </a:r>
          </a:p>
          <a:p>
            <a:pPr>
              <a:defRPr sz="1200"/>
            </a:pPr>
            <a:r>
              <a:t>D:/pasar_fix/node_modules/.bun/tar-fs@3.1.2/node_modules/tar-fs/package.json</a:t>
            </a:r>
          </a:p>
          <a:p>
            <a:pPr>
              <a:defRPr sz="1200"/>
            </a:pPr>
            <a:r>
              <a:t>D:/pasar_fix/node_modules/.bun/tar-fs@3.1.2/node_modules/tar-fs/README.md</a:t>
            </a:r>
          </a:p>
          <a:p>
            <a:pPr>
              <a:defRPr sz="1200"/>
            </a:pPr>
            <a:r>
              <a:t>D:/pasar_fix/node_modules/.bun/tar-stream@3.2.0/node_modules/tar-stream/constants.js</a:t>
            </a:r>
          </a:p>
          <a:p>
            <a:pPr>
              <a:defRPr sz="1200"/>
            </a:pPr>
            <a:r>
              <a:t>D:/pasar_fix/node_modules/.bun/tar-stream@3.2.0/node_modules/tar-stream/extract.js</a:t>
            </a:r>
          </a:p>
          <a:p>
            <a:pPr>
              <a:defRPr sz="1200"/>
            </a:pPr>
            <a:r>
              <a:t>D:/pasar_fix/node_modules/.bun/tar-stream@3.2.0/node_modules/tar-stream/headers.js</a:t>
            </a:r>
          </a:p>
          <a:p>
            <a:pPr>
              <a:defRPr sz="1200"/>
            </a:pPr>
            <a:r>
              <a:t>D:/pasar_fix/node_modules/.bun/tar-stream@3.2.0/node_modules/tar-stream/index.js</a:t>
            </a:r>
          </a:p>
          <a:p>
            <a:pPr>
              <a:defRPr sz="1200"/>
            </a:pPr>
            <a:r>
              <a:t>D:/pasar_fix/node_modules/.bun/tar-stream@3.2.0/node_modules/tar-stream/LICENSE</a:t>
            </a:r>
          </a:p>
          <a:p>
            <a:pPr>
              <a:defRPr sz="1200"/>
            </a:pPr>
            <a:r>
              <a:t>D:/pasar_fix/node_modules/.bun/tar-stream@3.2.0/node_modules/tar-stream/pack.js</a:t>
            </a:r>
          </a:p>
          <a:p>
            <a:pPr>
              <a:defRPr sz="1200"/>
            </a:pPr>
            <a:r>
              <a:t>D:/pasar_fix/node_modules/.bun/tar-stream@3.2.0/node_modules/tar-stream/package.json</a:t>
            </a:r>
          </a:p>
          <a:p>
            <a:pPr>
              <a:defRPr sz="1200"/>
            </a:pPr>
            <a:r>
              <a:t>D:/pasar_fix/node_modules/.bun/tar-stream@3.2.0/node_modules/tar-stream/README.md</a:t>
            </a:r>
          </a:p>
          <a:p>
            <a:pPr>
              <a:defRPr sz="1200"/>
            </a:pPr>
            <a:r>
              <a:t>D:/pasar_fix/node_modules/.bun/tar@7.5.15/node_modules/tar/LICENSE.md</a:t>
            </a:r>
          </a:p>
          <a:p>
            <a:pPr>
              <a:defRPr sz="1200"/>
            </a:pPr>
            <a:r>
              <a:t>D:/pasar_fix/node_modules/.bun/tar@7.5.15/node_modules/tar/package.json</a:t>
            </a:r>
          </a:p>
          <a:p>
            <a:pPr>
              <a:defRPr sz="1200"/>
            </a:pPr>
            <a:r>
              <a:t>D:/pasar_fix/node_modules/.bun/tar@7.5.15/node_modules/tar/README.md</a:t>
            </a:r>
          </a:p>
          <a:p>
            <a:pPr>
              <a:defRPr sz="1200"/>
            </a:pPr>
            <a:r>
              <a:t>D:/pasar_fix/node_modules/.bun/tar@7.5.15/node_modules/tar/dist/commonjs/create.d.ts</a:t>
            </a:r>
          </a:p>
          <a:p>
            <a:pPr>
              <a:defRPr sz="1200"/>
            </a:pPr>
            <a:r>
              <a:t>D:/pasar_fix/node_modules/.bun/tar@7.5.15/node_modules/tar/dist/commonjs/create.d.ts.map</a:t>
            </a:r>
          </a:p>
          <a:p>
            <a:pPr>
              <a:defRPr sz="1200"/>
            </a:pPr>
            <a:r>
              <a:t>D:/pasar_fix/node_modules/.bun/tar@7.5.15/node_modules/tar/dist/commonjs/create.js</a:t>
            </a:r>
          </a:p>
          <a:p>
            <a:pPr>
              <a:defRPr sz="1200"/>
            </a:pPr>
            <a:r>
              <a:t>D:/pasar_fix/node_modules/.bun/tar@7.5.15/node_modules/tar/dist/commonjs/create.js.map</a:t>
            </a:r>
          </a:p>
          <a:p>
            <a:pPr>
              <a:defRPr sz="1200"/>
            </a:pPr>
            <a:r>
              <a:t>D:/pasar_fix/node_modules/.bun/tar@7.5.15/node_modules/tar/dist/commonjs/cwd-error.d.ts</a:t>
            </a:r>
          </a:p>
          <a:p>
            <a:pPr>
              <a:defRPr sz="1200"/>
            </a:pPr>
            <a:r>
              <a:t>D:/pasar_fix/node_modules/.bun/tar@7.5.15/node_modules/tar/dist/commonjs/cwd-error.d.ts.map</a:t>
            </a:r>
          </a:p>
          <a:p>
            <a:pPr>
              <a:defRPr sz="1200"/>
            </a:pPr>
            <a:r>
              <a:t>D:/pasar_fix/node_modules/.bun/tar@7.5.15/node_modules/tar/dist/commonjs/cwd-error.js</a:t>
            </a:r>
          </a:p>
          <a:p>
            <a:pPr>
              <a:defRPr sz="1200"/>
            </a:pPr>
            <a:r>
              <a:t>D:/pasar_fix/node_modules/.bun/tar@7.5.15/node_modules/tar/dist/commonjs/cwd-error.js.map</a:t>
            </a:r>
          </a:p>
          <a:p>
            <a:pPr>
              <a:defRPr sz="1200"/>
            </a:pPr>
            <a:r>
              <a:t>D:/pasar_fix/node_modules/.bun/tar@7.5.15/node_modules/tar/dist/commonjs/extract.d.ts</a:t>
            </a:r>
          </a:p>
          <a:p>
            <a:pPr>
              <a:defRPr sz="1200"/>
            </a:pPr>
            <a:r>
              <a:t>D:/pasar_fix/node_modules/.bun/tar@7.5.15/node_modules/tar/dist/commonjs/extract.d.ts.map</a:t>
            </a:r>
          </a:p>
          <a:p>
            <a:pPr>
              <a:defRPr sz="1200"/>
            </a:pPr>
            <a:r>
              <a:t>D:/pasar_fix/node_modules/.bun/tar@7.5.15/node_modules/tar/dist/commonjs/extract.js</a:t>
            </a:r>
          </a:p>
          <a:p>
            <a:pPr>
              <a:defRPr sz="1200"/>
            </a:pPr>
            <a:r>
              <a:t>D:/pasar_fix/node_modules/.bun/tar@7.5.15/node_modules/tar/dist/commonjs/extract.js.map</a:t>
            </a:r>
          </a:p>
          <a:p>
            <a:pPr>
              <a:defRPr sz="1200"/>
            </a:pPr>
            <a:r>
              <a:t>D:/pasar_fix/node_modules/.bun/tar@7.5.15/node_modules/tar/dist/commonjs/get-write-flag.d.ts</a:t>
            </a:r>
          </a:p>
          <a:p>
            <a:pPr>
              <a:defRPr sz="1200"/>
            </a:pPr>
            <a:r>
              <a:t>D:/pasar_fix/node_modules/.bun/tar@7.5.15/node_modules/tar/dist/commonjs/get-write-flag.d.ts.map</a:t>
            </a:r>
          </a:p>
          <a:p>
            <a:pPr>
              <a:defRPr sz="1200"/>
            </a:pPr>
            <a:r>
              <a:t>D:/pasar_fix/node_modules/.bun/tar@7.5.15/node_modules/tar/dist/commonjs/get-write-flag.js</a:t>
            </a:r>
          </a:p>
          <a:p>
            <a:pPr>
              <a:defRPr sz="1200"/>
            </a:pPr>
            <a:r>
              <a:t>D:/pasar_fix/node_modules/.bun/tar@7.5.15/node_modules/tar/dist/commonjs/get-write-flag.js.map</a:t>
            </a:r>
          </a:p>
          <a:p>
            <a:pPr>
              <a:defRPr sz="1200"/>
            </a:pPr>
            <a:r>
              <a:t>D:/pasar_fix/node_modules/.bun/tar@7.5.15/node_modules/tar/dist/commonjs/header.d.ts</a:t>
            </a:r>
          </a:p>
          <a:p>
            <a:pPr>
              <a:defRPr sz="1200"/>
            </a:pPr>
            <a:r>
              <a:t>D:/pasar_fix/node_modules/.bun/tar@7.5.15/node_modules/tar/dist/commonjs/header.d.ts.map</a:t>
            </a:r>
          </a:p>
          <a:p>
            <a:pPr>
              <a:defRPr sz="1200"/>
            </a:pPr>
            <a:r>
              <a:t>D:/pasar_fix/node_modules/.bun/tar@7.5.15/node_modules/tar/dist/commonjs/header.js</a:t>
            </a:r>
          </a:p>
          <a:p>
            <a:pPr>
              <a:defRPr sz="1200"/>
            </a:pPr>
            <a:r>
              <a:t>D:/pasar_fix/node_modules/.bun/tar@7.5.15/node_modules/tar/dist/commonjs/header.js.map</a:t>
            </a:r>
          </a:p>
          <a:p>
            <a:pPr>
              <a:defRPr sz="1200"/>
            </a:pPr>
            <a:r>
              <a:t>D:/pasar_fix/node_modules/.bun/tar@7.5.15/node_modules/tar/dist/commonjs/index.d.ts</a:t>
            </a:r>
          </a:p>
          <a:p>
            <a:pPr>
              <a:defRPr sz="1200"/>
            </a:pPr>
            <a:r>
              <a:t>D:/pasar_fix/node_modules/.bun/tar@7.5.15/node_modules/tar/dist/commonjs/index.d.ts.map</a:t>
            </a:r>
          </a:p>
          <a:p>
            <a:pPr>
              <a:defRPr sz="1200"/>
            </a:pPr>
            <a:r>
              <a:t>D:/pasar_fix/node_modules/.bun/tar@7.5.15/node_modules/tar/dist/commonjs/index.js</a:t>
            </a:r>
          </a:p>
          <a:p>
            <a:pPr>
              <a:defRPr sz="1200"/>
            </a:pPr>
            <a:r>
              <a:t>D:/pasar_fix/node_modules/.bun/tar@7.5.15/node_modules/tar/dist/commonjs/index.js.map</a:t>
            </a:r>
          </a:p>
          <a:p>
            <a:pPr>
              <a:defRPr sz="1200"/>
            </a:pPr>
            <a:r>
              <a:t>D:/pasar_fix/node_modules/.bun/tar@7.5.15/node_modules/tar/dist/commonjs/index.min.js</a:t>
            </a:r>
          </a:p>
          <a:p>
            <a:pPr>
              <a:defRPr sz="1200"/>
            </a:pPr>
            <a:r>
              <a:t>D:/pasar_fix/node_modules/.bun/tar@7.5.15/node_modules/tar/dist/commonjs/index.min.js.map</a:t>
            </a:r>
          </a:p>
          <a:p>
            <a:pPr>
              <a:defRPr sz="1200"/>
            </a:pPr>
            <a:r>
              <a:t>D:/pasar_fix/node_modules/.bun/tar@7.5.15/node_modules/tar/dist/commonjs/large-numbers.d.ts</a:t>
            </a:r>
          </a:p>
          <a:p>
            <a:pPr>
              <a:defRPr sz="1200"/>
            </a:pPr>
            <a:r>
              <a:t>D:/pasar_fix/node_modules/.bun/tar@7.5.15/node_modules/tar/dist/commonjs/large-numbers.d.ts.map</a:t>
            </a:r>
          </a:p>
          <a:p>
            <a:pPr>
              <a:defRPr sz="1200"/>
            </a:pPr>
            <a:r>
              <a:t>D:/pasar_fix/node_modules/.bun/tar@7.5.15/node_modules/tar/dist/commonjs/large-numbers.js</a:t>
            </a:r>
          </a:p>
          <a:p>
            <a:pPr>
              <a:defRPr sz="1200"/>
            </a:pPr>
            <a:r>
              <a:t>D:/pasar_fix/node_modules/.bun/tar@7.5.15/node_modules/tar/dist/commonjs/large-numbers.js.map</a:t>
            </a:r>
          </a:p>
          <a:p>
            <a:pPr>
              <a:defRPr sz="1200"/>
            </a:pPr>
            <a:r>
              <a:t>D:/pasar_fix/node_modules/.bun/tar@7.5.15/node_modules/tar/dist/commonjs/list.d.ts</a:t>
            </a:r>
          </a:p>
          <a:p>
            <a:pPr>
              <a:defRPr sz="1200"/>
            </a:pPr>
            <a:r>
              <a:t>D:/pasar_fix/node_modules/.bun/tar@7.5.15/node_modules/tar/dist/commonjs/list.d.ts.map</a:t>
            </a:r>
          </a:p>
          <a:p>
            <a:pPr>
              <a:defRPr sz="1200"/>
            </a:pPr>
            <a:r>
              <a:t>D:/pasar_fix/node_modules/.bun/tar@7.5.15/node_modules/tar/dist/commonjs/list.js</a:t>
            </a:r>
          </a:p>
          <a:p>
            <a:pPr>
              <a:defRPr sz="1200"/>
            </a:pPr>
            <a:r>
              <a:t>D:/pasar_fix/node_modules/.bun/tar@7.5.15/node_modules/tar/dist/commonjs/list.js.map</a:t>
            </a:r>
          </a:p>
          <a:p>
            <a:pPr>
              <a:defRPr sz="1200"/>
            </a:pPr>
            <a:r>
              <a:t>D:/pasar_fix/node_modules/.bun/tar@7.5.15/node_modules/tar/dist/commonjs/make-command.d.ts</a:t>
            </a:r>
          </a:p>
          <a:p>
            <a:pPr>
              <a:defRPr sz="1200"/>
            </a:pPr>
            <a:r>
              <a:t>D:/pasar_fix/node_modules/.bun/tar@7.5.15/node_modules/tar/dist/commonjs/make-command.d.ts.map</a:t>
            </a:r>
          </a:p>
          <a:p>
            <a:pPr>
              <a:defRPr sz="1200"/>
            </a:pPr>
            <a:r>
              <a:t>D:/pasar_fix/node_modules/.bun/tar@7.5.15/node_modules/tar/dist/commonjs/make-command.js</a:t>
            </a:r>
          </a:p>
          <a:p>
            <a:pPr>
              <a:defRPr sz="1200"/>
            </a:pPr>
            <a:r>
              <a:t>D:/pasar_fix/node_modules/.bun/tar@7.5.15/node_modules/tar/dist/commonjs/make-command.js.map</a:t>
            </a:r>
          </a:p>
          <a:p>
            <a:pPr>
              <a:defRPr sz="1200"/>
            </a:pPr>
            <a:r>
              <a:t>D:/pasar_fix/node_modules/.bun/tar@7.5.15/node_modules/tar/dist/commonjs/mkdir.d.ts</a:t>
            </a:r>
          </a:p>
          <a:p>
            <a:pPr>
              <a:defRPr sz="1200"/>
            </a:pPr>
            <a:r>
              <a:t>D:/pasar_fix/node_modules/.bun/tar@7.5.15/node_modules/tar/dist/commonjs/mkdir.d.ts.map</a:t>
            </a:r>
          </a:p>
          <a:p>
            <a:pPr>
              <a:defRPr sz="1200"/>
            </a:pPr>
            <a:r>
              <a:t>D:/pasar_fix/node_modules/.bun/tar@7.5.15/node_modules/tar/dist/commonjs/mkdir.js</a:t>
            </a:r>
          </a:p>
          <a:p>
            <a:pPr>
              <a:defRPr sz="1200"/>
            </a:pPr>
            <a:r>
              <a:t>D:/pasar_fix/node_modules/.bun/tar@7.5.15/node_modules/tar/dist/commonjs/mkdir.js.map</a:t>
            </a:r>
          </a:p>
          <a:p>
            <a:pPr>
              <a:defRPr sz="1200"/>
            </a:pPr>
            <a:r>
              <a:t>D:/pasar_fix/node_modules/.bun/tar@7.5.15/node_modules/tar/dist/commonjs/mode-fix.d.ts</a:t>
            </a:r>
          </a:p>
          <a:p>
            <a:pPr>
              <a:defRPr sz="1200"/>
            </a:pPr>
            <a:r>
              <a:t>D:/pasar_fix/node_modules/.bun/tar@7.5.15/node_modules/tar/dist/commonjs/mode-fix.d.ts.map</a:t>
            </a:r>
          </a:p>
          <a:p>
            <a:pPr>
              <a:defRPr sz="1200"/>
            </a:pPr>
            <a:r>
              <a:t>D:/pasar_fix/node_modules/.bun/tar@7.5.15/node_modules/tar/dist/commonjs/mode-fix.js</a:t>
            </a:r>
          </a:p>
          <a:p>
            <a:pPr>
              <a:defRPr sz="1200"/>
            </a:pPr>
            <a:r>
              <a:t>D:/pasar_fix/node_modules/.bun/tar@7.5.15/node_modules/tar/dist/commonjs/mode-fix.js.map</a:t>
            </a:r>
          </a:p>
          <a:p>
            <a:pPr>
              <a:defRPr sz="1200"/>
            </a:pPr>
            <a:r>
              <a:t>D:/pasar_fix/node_modules/.bun/tar@7.5.15/node_modules/tar/dist/commonjs/normalize-unicode.d.ts</a:t>
            </a:r>
          </a:p>
          <a:p>
            <a:pPr>
              <a:defRPr sz="1200"/>
            </a:pPr>
            <a:r>
              <a:t>D:/pasar_fix/node_modules/.bun/tar@7.5.15/node_modules/tar/dist/commonjs/normalize-unicode.d.ts.map</a:t>
            </a:r>
          </a:p>
          <a:p>
            <a:pPr>
              <a:defRPr sz="1200"/>
            </a:pPr>
            <a:r>
              <a:t>D:/pasar_fix/node_modules/.bun/tar@7.5.15/node_modules/tar/dist/commonjs/normalize-unicode.js</a:t>
            </a:r>
          </a:p>
          <a:p>
            <a:pPr>
              <a:defRPr sz="1200"/>
            </a:pPr>
            <a:r>
              <a:t>D:/pasar_fix/node_modules/.bun/tar@7.5.15/node_modules/tar/dist/commonjs/normalize-unicode.js.map</a:t>
            </a:r>
          </a:p>
          <a:p>
            <a:pPr>
              <a:defRPr sz="1200"/>
            </a:pPr>
            <a:r>
              <a:t>D:/pasar_fix/node_modules/.bun/tar@7.5.15/node_modules/tar/dist/commonjs/normalize-windows-path.d.ts</a:t>
            </a:r>
          </a:p>
          <a:p>
            <a:pPr>
              <a:defRPr sz="1200"/>
            </a:pPr>
            <a:r>
              <a:t>D:/pasar_fix/node_modules/.bun/tar@7.5.15/node_modules/tar/dist/commonjs/normalize-windows-path.d.ts.map</a:t>
            </a:r>
          </a:p>
          <a:p>
            <a:pPr>
              <a:defRPr sz="1200"/>
            </a:pPr>
            <a:r>
              <a:t>D:/pasar_fix/node_modules/.bun/tar@7.5.15/node_modules/tar/dist/commonjs/normalize-windows-path.js</a:t>
            </a:r>
          </a:p>
          <a:p>
            <a:pPr>
              <a:defRPr sz="1200"/>
            </a:pPr>
            <a:r>
              <a:t>D:/pasar_fix/node_modules/.bun/tar@7.5.15/node_modules/tar/dist/commonjs/normalize-windows-path.js.map</a:t>
            </a:r>
          </a:p>
          <a:p>
            <a:pPr>
              <a:defRPr sz="1200"/>
            </a:pPr>
            <a:r>
              <a:t>D:/pasar_fix/node_modules/.bun/tar@7.5.15/node_modules/tar/dist/commonjs/options.d.ts</a:t>
            </a:r>
          </a:p>
          <a:p>
            <a:pPr>
              <a:defRPr sz="1200"/>
            </a:pPr>
            <a:r>
              <a:t>D:/pasar_fix/node_modules/.bun/tar@7.5.15/node_modules/tar/dist/commonjs/options.d.ts.map</a:t>
            </a:r>
          </a:p>
          <a:p>
            <a:pPr>
              <a:defRPr sz="1200"/>
            </a:pPr>
            <a:r>
              <a:t>D:/pasar_fix/node_modules/.bun/tar@7.5.15/node_modules/tar/dist/commonjs/options.js</a:t>
            </a:r>
          </a:p>
          <a:p>
            <a:pPr>
              <a:defRPr sz="1200"/>
            </a:pPr>
            <a:r>
              <a:t>D:/pasar_fix/node_modules/.bun/tar@7.5.15/node_modules/tar/dist/commonjs/options.js.map</a:t>
            </a:r>
          </a:p>
          <a:p>
            <a:pPr>
              <a:defRPr sz="1200"/>
            </a:pPr>
            <a:r>
              <a:t>D:/pasar_fix/node_modules/.bun/tar@7.5.15/node_modules/tar/dist/commonjs/pack.d.ts</a:t>
            </a:r>
          </a:p>
          <a:p>
            <a:pPr>
              <a:defRPr sz="1200"/>
            </a:pPr>
            <a:r>
              <a:t>D:/pasar_fix/node_modules/.bun/tar@7.5.15/node_modules/tar/dist/commonjs/pack.d.ts.map</a:t>
            </a:r>
          </a:p>
          <a:p>
            <a:pPr>
              <a:defRPr sz="1200"/>
            </a:pPr>
            <a:r>
              <a:t>D:/pasar_fix/node_modules/.bun/tar@7.5.15/node_modules/tar/dist/commonjs/pack.js</a:t>
            </a:r>
          </a:p>
          <a:p>
            <a:pPr>
              <a:defRPr sz="1200"/>
            </a:pPr>
            <a:r>
              <a:t>D:/pasar_fix/node_modules/.bun/tar@7.5.15/node_modules/tar/dist/commonjs/pack.js.map</a:t>
            </a:r>
          </a:p>
          <a:p>
            <a:pPr>
              <a:defRPr sz="1200"/>
            </a:pPr>
            <a:r>
              <a:t>D:/pasar_fix/node_modules/.bun/tar@7.5.15/node_modules/tar/dist/commonjs/package.json</a:t>
            </a:r>
          </a:p>
          <a:p>
            <a:pPr>
              <a:defRPr sz="1200"/>
            </a:pPr>
            <a:r>
              <a:t>D:/pasar_fix/node_modules/.bun/tar@7.5.15/node_modules/tar/dist/commonjs/parse.d.ts</a:t>
            </a:r>
          </a:p>
          <a:p>
            <a:pPr>
              <a:defRPr sz="1200"/>
            </a:pPr>
            <a:r>
              <a:t>D:/pasar_fix/node_modules/.bun/tar@7.5.15/node_modules/tar/dist/commonjs/parse.d.ts.map</a:t>
            </a:r>
          </a:p>
          <a:p>
            <a:pPr>
              <a:defRPr sz="1200"/>
            </a:pPr>
            <a:r>
              <a:t>D:/pasar_fix/node_modules/.bun/tar@7.5.15/node_modules/tar/dist/commonjs/parse.js</a:t>
            </a:r>
          </a:p>
          <a:p>
            <a:pPr>
              <a:defRPr sz="1200"/>
            </a:pPr>
            <a:r>
              <a:t>D:/pasar_fix/node_modules/.bun/tar@7.5.15/node_modules/tar/dist/commonjs/parse.js.map</a:t>
            </a:r>
          </a:p>
          <a:p>
            <a:pPr>
              <a:defRPr sz="1200"/>
            </a:pPr>
            <a:r>
              <a:t>D:/pasar_fix/node_modules/.bun/tar@7.5.15/node_modules/tar/dist/commonjs/path-reservations.d.ts</a:t>
            </a:r>
          </a:p>
          <a:p>
            <a:pPr>
              <a:defRPr sz="1200"/>
            </a:pPr>
            <a:r>
              <a:t>D:/pasar_fix/node_modules/.bun/tar@7.5.15/node_modules/tar/dist/commonjs/path-reservations.d.ts.map</a:t>
            </a:r>
          </a:p>
          <a:p>
            <a:pPr>
              <a:defRPr sz="1200"/>
            </a:pPr>
            <a:r>
              <a:t>D:/pasar_fix/node_modules/.bun/tar@7.5.15/node_modules/tar/dist/commonjs/path-reservations.js</a:t>
            </a:r>
          </a:p>
          <a:p>
            <a:pPr>
              <a:defRPr sz="1200"/>
            </a:pPr>
            <a:r>
              <a:t>D:/pasar_fix/node_modules/.bun/tar@7.5.15/node_modules/tar/dist/commonjs/path-reservations.js.map</a:t>
            </a:r>
          </a:p>
          <a:p>
            <a:pPr>
              <a:defRPr sz="1200"/>
            </a:pPr>
            <a:r>
              <a:t>D:/pasar_fix/node_modules/.bun/tar@7.5.15/node_modules/tar/dist/commonjs/pax.d.ts</a:t>
            </a:r>
          </a:p>
          <a:p>
            <a:pPr>
              <a:defRPr sz="1200"/>
            </a:pPr>
            <a:r>
              <a:t>D:/pasar_fix/node_modules/.bun/tar@7.5.15/node_modules/tar/dist/commonjs/pax.d.ts.map</a:t>
            </a:r>
          </a:p>
          <a:p>
            <a:pPr>
              <a:defRPr sz="1200"/>
            </a:pPr>
            <a:r>
              <a:t>D:/pasar_fix/node_modules/.bun/tar@7.5.15/node_modules/tar/dist/commonjs/pax.js</a:t>
            </a:r>
          </a:p>
          <a:p>
            <a:pPr>
              <a:defRPr sz="1200"/>
            </a:pPr>
            <a:r>
              <a:t>D:/pasar_fix/node_modules/.bun/tar@7.5.15/node_modules/tar/dist/commonjs/pax.js.map</a:t>
            </a:r>
          </a:p>
          <a:p>
            <a:pPr>
              <a:defRPr sz="1200"/>
            </a:pPr>
            <a:r>
              <a:t>D:/pasar_fix/node_modules/.bun/tar@7.5.15/node_modules/tar/dist/commonjs/process-umask.d.ts</a:t>
            </a:r>
          </a:p>
          <a:p>
            <a:pPr>
              <a:defRPr sz="1200"/>
            </a:pPr>
            <a:r>
              <a:t>D:/pasar_fix/node_modules/.bun/tar@7.5.15/node_modules/tar/dist/commonjs/process-umask.d.ts.map</a:t>
            </a:r>
          </a:p>
          <a:p>
            <a:pPr>
              <a:defRPr sz="1200"/>
            </a:pPr>
            <a:r>
              <a:t>D:/pasar_fix/node_modules/.bun/tar@7.5.15/node_modules/tar/dist/commonjs/process-umask.js</a:t>
            </a:r>
          </a:p>
          <a:p>
            <a:pPr>
              <a:defRPr sz="1200"/>
            </a:pPr>
            <a:r>
              <a:t>D:/pasar_fix/node_modules/.bun/tar@7.5.15/node_modules/tar/dist/commonjs/process-umask.js.map</a:t>
            </a:r>
          </a:p>
          <a:p>
            <a:pPr>
              <a:defRPr sz="1200"/>
            </a:pPr>
            <a:r>
              <a:t>D:/pasar_fix/node_modules/.bun/tar@7.5.15/node_modules/tar/dist/commonjs/read-entry.d.ts</a:t>
            </a:r>
          </a:p>
          <a:p>
            <a:pPr>
              <a:defRPr sz="1200"/>
            </a:pPr>
            <a:r>
              <a:t>D:/pasar_fix/node_modules/.bun/tar@7.5.15/node_modules/tar/dist/commonjs/read-entry.d.ts.map</a:t>
            </a:r>
          </a:p>
          <a:p>
            <a:pPr>
              <a:defRPr sz="1200"/>
            </a:pPr>
            <a:r>
              <a:t>D:/pasar_fix/node_modules/.bun/tar@7.5.15/node_modules/tar/dist/commonjs/read-entry.js</a:t>
            </a:r>
          </a:p>
          <a:p>
            <a:pPr>
              <a:defRPr sz="1200"/>
            </a:pPr>
            <a:r>
              <a:t>D:/pasar_fix/node_modules/.bun/tar@7.5.15/node_modules/tar/dist/commonjs/read-entry.js.map</a:t>
            </a:r>
          </a:p>
          <a:p>
            <a:pPr>
              <a:defRPr sz="1200"/>
            </a:pPr>
            <a:r>
              <a:t>D:/pasar_fix/node_modules/.bun/tar@7.5.15/node_modules/tar/dist/commonjs/replace.d.ts</a:t>
            </a:r>
          </a:p>
          <a:p>
            <a:pPr>
              <a:defRPr sz="1200"/>
            </a:pPr>
            <a:r>
              <a:t>D:/pasar_fix/node_modules/.bun/tar@7.5.15/node_modules/tar/dist/commonjs/replace.d.ts.map</a:t>
            </a:r>
          </a:p>
          <a:p>
            <a:pPr>
              <a:defRPr sz="1200"/>
            </a:pPr>
            <a:r>
              <a:t>D:/pasar_fix/node_modules/.bun/tar@7.5.15/node_modules/tar/dist/commonjs/replace.js</a:t>
            </a:r>
          </a:p>
          <a:p>
            <a:pPr>
              <a:defRPr sz="1200"/>
            </a:pPr>
            <a:r>
              <a:t>D:/pasar_fix/node_modules/.bun/tar@7.5.15/node_modules/tar/dist/commonjs/replace.js.map</a:t>
            </a:r>
          </a:p>
          <a:p>
            <a:pPr>
              <a:defRPr sz="1200"/>
            </a:pPr>
            <a:r>
              <a:t>D:/pasar_fix/node_modules/.bun/tar@7.5.15/node_modules/tar/dist/commonjs/strip-absolute-path.d.ts</a:t>
            </a:r>
          </a:p>
          <a:p>
            <a:pPr>
              <a:defRPr sz="1200"/>
            </a:pPr>
            <a:r>
              <a:t>D:/pasar_fix/node_modules/.bun/tar@7.5.15/node_modules/tar/dist/commonjs/strip-absolute-path.d.ts.map</a:t>
            </a:r>
          </a:p>
          <a:p>
            <a:pPr>
              <a:defRPr sz="1200"/>
            </a:pPr>
            <a:r>
              <a:t>D:/pasar_fix/node_modules/.bun/tar@7.5.15/node_modules/tar/dist/commonjs/strip-absolute-path.js</a:t>
            </a:r>
          </a:p>
          <a:p>
            <a:pPr>
              <a:defRPr sz="1200"/>
            </a:pPr>
            <a:r>
              <a:t>D:/pasar_fix/node_modules/.bun/tar@7.5.15/node_modules/tar/dist/commonjs/strip-absolute-path.js.map</a:t>
            </a:r>
          </a:p>
          <a:p>
            <a:pPr>
              <a:defRPr sz="1200"/>
            </a:pPr>
            <a:r>
              <a:t>D:/pasar_fix/node_modules/.bun/tar@7.5.15/node_modules/tar/dist/commonjs/strip-trailing-slashes.d.ts</a:t>
            </a:r>
          </a:p>
          <a:p>
            <a:pPr>
              <a:defRPr sz="1200"/>
            </a:pPr>
            <a:r>
              <a:t>D:/pasar_fix/node_modules/.bun/tar@7.5.15/node_modules/tar/dist/commonjs/strip-trailing-slashes.d.ts.map</a:t>
            </a:r>
          </a:p>
          <a:p>
            <a:pPr>
              <a:defRPr sz="1200"/>
            </a:pPr>
            <a:r>
              <a:t>D:/pasar_fix/node_modules/.bun/tar@7.5.15/node_modules/tar/dist/commonjs/strip-trailing-slashes.js</a:t>
            </a:r>
          </a:p>
          <a:p>
            <a:pPr>
              <a:defRPr sz="1200"/>
            </a:pPr>
            <a:r>
              <a:t>D:/pasar_fix/node_modules/.bun/tar@7.5.15/node_modules/tar/dist/commonjs/strip-trailing-slashes.js.map</a:t>
            </a:r>
          </a:p>
          <a:p>
            <a:pPr>
              <a:defRPr sz="1200"/>
            </a:pPr>
            <a:r>
              <a:t>D:/pasar_fix/node_modules/.bun/tar@7.5.15/node_modules/tar/dist/commonjs/symlink-error.d.ts</a:t>
            </a:r>
          </a:p>
          <a:p>
            <a:pPr>
              <a:defRPr sz="1200"/>
            </a:pPr>
            <a:r>
              <a:t>D:/pasar_fix/node_modules/.bun/tar@7.5.15/node_modules/tar/dist/commonjs/symlink-error.d.ts.map</a:t>
            </a:r>
          </a:p>
          <a:p>
            <a:pPr>
              <a:defRPr sz="1200"/>
            </a:pPr>
            <a:r>
              <a:t>D:/pasar_fix/node_modules/.bun/tar@7.5.15/node_modules/tar/dist/commonjs/symlink-error.js</a:t>
            </a:r>
          </a:p>
          <a:p>
            <a:pPr>
              <a:defRPr sz="1200"/>
            </a:pPr>
            <a:r>
              <a:t>D:/pasar_fix/node_modules/.bun/tar@7.5.15/node_modules/tar/dist/commonjs/symlink-error.js.map</a:t>
            </a:r>
          </a:p>
          <a:p>
            <a:pPr>
              <a:defRPr sz="1200"/>
            </a:pPr>
            <a:r>
              <a:t>D:/pasar_fix/node_modules/.bun/tar@7.5.15/node_modules/tar/dist/commonjs/types.d.ts</a:t>
            </a:r>
          </a:p>
          <a:p>
            <a:pPr>
              <a:defRPr sz="1200"/>
            </a:pPr>
            <a:r>
              <a:t>D:/pasar_fix/node_modules/.bun/tar@7.5.15/node_modules/tar/dist/commonjs/types.d.ts.map</a:t>
            </a:r>
          </a:p>
          <a:p>
            <a:pPr>
              <a:defRPr sz="1200"/>
            </a:pPr>
            <a:r>
              <a:t>D:/pasar_fix/node_modules/.bun/tar@7.5.15/node_modules/tar/dist/commonjs/types.js</a:t>
            </a:r>
          </a:p>
          <a:p>
            <a:pPr>
              <a:defRPr sz="1200"/>
            </a:pPr>
            <a:r>
              <a:t>D:/pasar_fix/node_modules/.bun/tar@7.5.15/node_modules/tar/dist/commonjs/types.js.map</a:t>
            </a:r>
          </a:p>
          <a:p>
            <a:pPr>
              <a:defRPr sz="1200"/>
            </a:pPr>
            <a:r>
              <a:t>D:/pasar_fix/node_modules/.bun/tar@7.5.15/node_modules/tar/dist/commonjs/unpack.d.ts</a:t>
            </a:r>
          </a:p>
          <a:p>
            <a:pPr>
              <a:defRPr sz="1200"/>
            </a:pPr>
            <a:r>
              <a:t>D:/pasar_fix/node_modules/.bun/tar@7.5.15/node_modules/tar/dist/commonjs/unpack.d.ts.map</a:t>
            </a:r>
          </a:p>
          <a:p>
            <a:pPr>
              <a:defRPr sz="1200"/>
            </a:pPr>
            <a:r>
              <a:t>D:/pasar_fix/node_modules/.bun/tar@7.5.15/node_modules/tar/dist/commonjs/unpack.js</a:t>
            </a:r>
          </a:p>
          <a:p>
            <a:pPr>
              <a:defRPr sz="1200"/>
            </a:pPr>
            <a:r>
              <a:t>D:/pasar_fix/node_modules/.bun/tar@7.5.15/node_modules/tar/dist/commonjs/unpack.js.map</a:t>
            </a:r>
          </a:p>
          <a:p>
            <a:pPr>
              <a:defRPr sz="1200"/>
            </a:pPr>
            <a:r>
              <a:t>D:/pasar_fix/node_modules/.bun/tar@7.5.15/node_modules/tar/dist/commonjs/update.d.ts</a:t>
            </a:r>
          </a:p>
          <a:p>
            <a:pPr>
              <a:defRPr sz="1200"/>
            </a:pPr>
            <a:r>
              <a:t>D:/pasar_fix/node_modules/.bun/tar@7.5.15/node_modules/tar/dist/commonjs/update.d.ts.map</a:t>
            </a:r>
          </a:p>
          <a:p>
            <a:pPr>
              <a:defRPr sz="1200"/>
            </a:pPr>
            <a:r>
              <a:t>D:/pasar_fix/node_modules/.bun/tar@7.5.15/node_modules/tar/dist/commonjs/update.js</a:t>
            </a:r>
          </a:p>
          <a:p>
            <a:pPr>
              <a:defRPr sz="1200"/>
            </a:pPr>
            <a:r>
              <a:t>D:/pasar_fix/node_modules/.bun/tar@7.5.15/node_modules/tar/dist/commonjs/update.js.map</a:t>
            </a:r>
          </a:p>
          <a:p>
            <a:pPr>
              <a:defRPr sz="1200"/>
            </a:pPr>
            <a:r>
              <a:t>D:/pasar_fix/node_modules/.bun/tar@7.5.15/node_modules/tar/dist/commonjs/warn-method.d.ts</a:t>
            </a:r>
          </a:p>
          <a:p>
            <a:pPr>
              <a:defRPr sz="1200"/>
            </a:pPr>
            <a:r>
              <a:t>D:/pasar_fix/node_modules/.bun/tar@7.5.15/node_modules/tar/dist/commonjs/warn-method.d.ts.map</a:t>
            </a:r>
          </a:p>
          <a:p>
            <a:pPr>
              <a:defRPr sz="1200"/>
            </a:pPr>
            <a:r>
              <a:t>D:/pasar_fix/node_modules/.bun/tar@7.5.15/node_modules/tar/dist/commonjs/warn-method.js</a:t>
            </a:r>
          </a:p>
          <a:p>
            <a:pPr>
              <a:defRPr sz="1200"/>
            </a:pPr>
            <a:r>
              <a:t>D:/pasar_fix/node_modules/.bun/tar@7.5.15/node_modules/tar/dist/commonjs/warn-method.js.map</a:t>
            </a:r>
          </a:p>
          <a:p>
            <a:pPr>
              <a:defRPr sz="1200"/>
            </a:pPr>
            <a:r>
              <a:t>D:/pasar_fix/node_modules/.bun/tar@7.5.15/node_modules/tar/dist/commonjs/winchars.d.ts</a:t>
            </a:r>
          </a:p>
          <a:p>
            <a:pPr>
              <a:defRPr sz="1200"/>
            </a:pPr>
            <a:r>
              <a:t>D:/pasar_fix/node_modules/.bun/tar@7.5.15/node_modules/tar/dist/commonjs/winchars.d.ts.map</a:t>
            </a:r>
          </a:p>
          <a:p>
            <a:pPr>
              <a:defRPr sz="1200"/>
            </a:pPr>
            <a:r>
              <a:t>D:/pasar_fix/node_modules/.bun/tar@7.5.15/node_modules/tar/dist/commonjs/winchars.js</a:t>
            </a:r>
          </a:p>
          <a:p>
            <a:pPr>
              <a:defRPr sz="1200"/>
            </a:pPr>
            <a:r>
              <a:t>D:/pasar_fix/node_modules/.bun/tar@7.5.15/node_modules/tar/dist/commonjs/winchars.js.map</a:t>
            </a:r>
          </a:p>
          <a:p>
            <a:pPr>
              <a:defRPr sz="1200"/>
            </a:pPr>
            <a:r>
              <a:t>D:/pasar_fix/node_modules/.bun/tar@7.5.15/node_modules/tar/dist/commonjs/write-entry.d.ts</a:t>
            </a:r>
          </a:p>
          <a:p>
            <a:pPr>
              <a:defRPr sz="1200"/>
            </a:pPr>
            <a:r>
              <a:t>D:/pasar_fix/node_modules/.bun/tar@7.5.15/node_modules/tar/dist/commonjs/write-entry.d.ts.map</a:t>
            </a:r>
          </a:p>
          <a:p>
            <a:pPr>
              <a:defRPr sz="1200"/>
            </a:pPr>
            <a:r>
              <a:t>D:/pasar_fix/node_modules/.bun/tar@7.5.15/node_modules/tar/dist/commonjs/write-entry.js</a:t>
            </a:r>
          </a:p>
          <a:p>
            <a:pPr>
              <a:defRPr sz="1200"/>
            </a:pPr>
            <a:r>
              <a:t>D:/pasar_fix/node_modules/.bun/tar@7.5.15/node_modules/tar/dist/commonjs/write-entry.js.map</a:t>
            </a:r>
          </a:p>
          <a:p>
            <a:pPr>
              <a:defRPr sz="1200"/>
            </a:pPr>
            <a:r>
              <a:t>D:/pasar_fix/node_modules/.bun/tar@7.5.15/node_modules/tar/dist/esm/create.d.ts</a:t>
            </a:r>
          </a:p>
          <a:p>
            <a:pPr>
              <a:defRPr sz="1200"/>
            </a:pPr>
            <a:r>
              <a:t>D:/pasar_fix/node_modules/.bun/tar@7.5.15/node_modules/tar/dist/esm/create.d.ts.map</a:t>
            </a:r>
          </a:p>
          <a:p>
            <a:pPr>
              <a:defRPr sz="1200"/>
            </a:pPr>
            <a:r>
              <a:t>D:/pasar_fix/node_modules/.bun/tar@7.5.15/node_modules/tar/dist/esm/create.js</a:t>
            </a:r>
          </a:p>
          <a:p>
            <a:pPr>
              <a:defRPr sz="1200"/>
            </a:pPr>
            <a:r>
              <a:t>D:/pasar_fix/node_modules/.bun/tar@7.5.15/node_modules/tar/dist/esm/create.js.map</a:t>
            </a:r>
          </a:p>
          <a:p>
            <a:pPr>
              <a:defRPr sz="1200"/>
            </a:pPr>
            <a:r>
              <a:t>D:/pasar_fix/node_modules/.bun/tar@7.5.15/node_modules/tar/dist/esm/cwd-error.d.ts</a:t>
            </a:r>
          </a:p>
          <a:p>
            <a:pPr>
              <a:defRPr sz="1200"/>
            </a:pPr>
            <a:r>
              <a:t>D:/pasar_fix/node_modules/.bun/tar@7.5.15/node_modules/tar/dist/esm/cwd-error.d.ts.map</a:t>
            </a:r>
          </a:p>
          <a:p>
            <a:pPr>
              <a:defRPr sz="1200"/>
            </a:pPr>
            <a:r>
              <a:t>D:/pasar_fix/node_modules/.bun/tar@7.5.15/node_modules/tar/dist/esm/cwd-error.js</a:t>
            </a:r>
          </a:p>
          <a:p>
            <a:pPr>
              <a:defRPr sz="1200"/>
            </a:pPr>
            <a:r>
              <a:t>D:/pasar_fix/node_modules/.bun/tar@7.5.15/node_modules/tar/dist/esm/cwd-error.js.map</a:t>
            </a:r>
          </a:p>
          <a:p>
            <a:pPr>
              <a:defRPr sz="1200"/>
            </a:pPr>
            <a:r>
              <a:t>D:/pasar_fix/node_modules/.bun/tar@7.5.15/node_modules/tar/dist/esm/extract.d.ts</a:t>
            </a:r>
          </a:p>
          <a:p>
            <a:pPr>
              <a:defRPr sz="1200"/>
            </a:pPr>
            <a:r>
              <a:t>D:/pasar_fix/node_modules/.bun/tar@7.5.15/node_modules/tar/dist/esm/extract.d.ts.map</a:t>
            </a:r>
          </a:p>
          <a:p>
            <a:pPr>
              <a:defRPr sz="1200"/>
            </a:pPr>
            <a:r>
              <a:t>D:/pasar_fix/node_modules/.bun/tar@7.5.15/node_modules/tar/dist/esm/extract.js</a:t>
            </a:r>
          </a:p>
          <a:p>
            <a:pPr>
              <a:defRPr sz="1200"/>
            </a:pPr>
            <a:r>
              <a:t>D:/pasar_fix/node_modules/.bun/tar@7.5.15/node_modules/tar/dist/esm/extract.js.map</a:t>
            </a:r>
          </a:p>
          <a:p>
            <a:pPr>
              <a:defRPr sz="1200"/>
            </a:pPr>
            <a:r>
              <a:t>D:/pasar_fix/node_modules/.bun/tar@7.5.15/node_modules/tar/dist/esm/get-write-flag.d.ts</a:t>
            </a:r>
          </a:p>
          <a:p>
            <a:pPr>
              <a:defRPr sz="1200"/>
            </a:pPr>
            <a:r>
              <a:t>D:/pasar_fix/node_modules/.bun/tar@7.5.15/node_modules/tar/dist/esm/get-write-flag.d.ts.map</a:t>
            </a:r>
          </a:p>
          <a:p>
            <a:pPr>
              <a:defRPr sz="1200"/>
            </a:pPr>
            <a:r>
              <a:t>D:/pasar_fix/node_modules/.bun/tar@7.5.15/node_modules/tar/dist/esm/get-write-flag.js</a:t>
            </a:r>
          </a:p>
          <a:p>
            <a:pPr>
              <a:defRPr sz="1200"/>
            </a:pPr>
            <a:r>
              <a:t>D:/pasar_fix/node_modules/.bun/tar@7.5.15/node_modules/tar/dist/esm/get-write-flag.js.map</a:t>
            </a:r>
          </a:p>
          <a:p>
            <a:pPr>
              <a:defRPr sz="1200"/>
            </a:pPr>
            <a:r>
              <a:t>D:/pasar_fix/node_modules/.bun/tar@7.5.15/node_modules/tar/dist/esm/header.d.ts</a:t>
            </a:r>
          </a:p>
          <a:p>
            <a:pPr>
              <a:defRPr sz="1200"/>
            </a:pPr>
            <a:r>
              <a:t>D:/pasar_fix/node_modules/.bun/tar@7.5.15/node_modules/tar/dist/esm/header.d.ts.map</a:t>
            </a:r>
          </a:p>
          <a:p>
            <a:pPr>
              <a:defRPr sz="1200"/>
            </a:pPr>
            <a:r>
              <a:t>D:/pasar_fix/node_modules/.bun/tar@7.5.15/node_modules/tar/dist/esm/header.js</a:t>
            </a:r>
          </a:p>
          <a:p>
            <a:pPr>
              <a:defRPr sz="1200"/>
            </a:pPr>
            <a:r>
              <a:t>D:/pasar_fix/node_modules/.bun/tar@7.5.15/node_modules/tar/dist/esm/header.js.map</a:t>
            </a:r>
          </a:p>
          <a:p>
            <a:pPr>
              <a:defRPr sz="1200"/>
            </a:pPr>
            <a:r>
              <a:t>D:/pasar_fix/node_modules/.bun/tar@7.5.15/node_modules/tar/dist/esm/index.d.ts</a:t>
            </a:r>
          </a:p>
          <a:p>
            <a:pPr>
              <a:defRPr sz="1200"/>
            </a:pPr>
            <a:r>
              <a:t>D:/pasar_fix/node_modules/.bun/tar@7.5.15/node_modules/tar/dist/esm/index.d.ts.map</a:t>
            </a:r>
          </a:p>
          <a:p>
            <a:pPr>
              <a:defRPr sz="1200"/>
            </a:pPr>
            <a:r>
              <a:t>D:/pasar_fix/node_modules/.bun/tar@7.5.15/node_modules/tar/dist/esm/index.js</a:t>
            </a:r>
          </a:p>
          <a:p>
            <a:pPr>
              <a:defRPr sz="1200"/>
            </a:pPr>
            <a:r>
              <a:t>D:/pasar_fix/node_modules/.bun/tar@7.5.15/node_modules/tar/dist/esm/index.js.map</a:t>
            </a:r>
          </a:p>
          <a:p>
            <a:pPr>
              <a:defRPr sz="1200"/>
            </a:pPr>
            <a:r>
              <a:t>D:/pasar_fix/node_modules/.bun/tar@7.5.15/node_modules/tar/dist/esm/index.min.js</a:t>
            </a:r>
          </a:p>
          <a:p>
            <a:pPr>
              <a:defRPr sz="1200"/>
            </a:pPr>
            <a:r>
              <a:t>D:/pasar_fix/node_modules/.bun/tar@7.5.15/node_modules/tar/dist/esm/index.min.js.map</a:t>
            </a:r>
          </a:p>
          <a:p>
            <a:pPr>
              <a:defRPr sz="1200"/>
            </a:pPr>
            <a:r>
              <a:t>D:/pasar_fix/node_modules/.bun/tar@7.5.15/node_modules/tar/dist/esm/large-numbers.d.ts</a:t>
            </a:r>
          </a:p>
          <a:p>
            <a:pPr>
              <a:defRPr sz="1200"/>
            </a:pPr>
            <a:r>
              <a:t>D:/pasar_fix/node_modules/.bun/tar@7.5.15/node_modules/tar/dist/esm/large-numbers.d.ts.map</a:t>
            </a:r>
          </a:p>
          <a:p>
            <a:pPr>
              <a:defRPr sz="1200"/>
            </a:pPr>
            <a:r>
              <a:t>D:/pasar_fix/node_modules/.bun/tar@7.5.15/node_modules/tar/dist/esm/large-numbers.js</a:t>
            </a:r>
          </a:p>
          <a:p>
            <a:pPr>
              <a:defRPr sz="1200"/>
            </a:pPr>
            <a:r>
              <a:t>D:/pasar_fix/node_modules/.bun/tar@7.5.15/node_modules/tar/dist/esm/large-numbers.js.map</a:t>
            </a:r>
          </a:p>
          <a:p>
            <a:pPr>
              <a:defRPr sz="1200"/>
            </a:pPr>
            <a:r>
              <a:t>D:/pasar_fix/node_modules/.bun/tar@7.5.15/node_modules/tar/dist/esm/list.d.ts</a:t>
            </a:r>
          </a:p>
          <a:p>
            <a:pPr>
              <a:defRPr sz="1200"/>
            </a:pPr>
            <a:r>
              <a:t>D:/pasar_fix/node_modules/.bun/tar@7.5.15/node_modules/tar/dist/esm/list.d.ts.map</a:t>
            </a:r>
          </a:p>
          <a:p>
            <a:pPr>
              <a:defRPr sz="1200"/>
            </a:pPr>
            <a:r>
              <a:t>D:/pasar_fix/node_modules/.bun/tar@7.5.15/node_modules/tar/dist/esm/list.js</a:t>
            </a:r>
          </a:p>
          <a:p>
            <a:pPr>
              <a:defRPr sz="1200"/>
            </a:pPr>
            <a:r>
              <a:t>D:/pasar_fix/node_modules/.bun/tar@7.5.15/node_modules/tar/dist/esm/list.js.map</a:t>
            </a:r>
          </a:p>
          <a:p>
            <a:pPr>
              <a:defRPr sz="1200"/>
            </a:pPr>
            <a:r>
              <a:t>D:/pasar_fix/node_modules/.bun/tar@7.5.15/node_modules/tar/dist/esm/make-command.d.ts</a:t>
            </a:r>
          </a:p>
          <a:p>
            <a:pPr>
              <a:defRPr sz="1200"/>
            </a:pPr>
            <a:r>
              <a:t>D:/pasar_fix/node_modules/.bun/tar@7.5.15/node_modules/tar/dist/esm/make-command.d.ts.map</a:t>
            </a:r>
          </a:p>
          <a:p>
            <a:pPr>
              <a:defRPr sz="1200"/>
            </a:pPr>
            <a:r>
              <a:t>D:/pasar_fix/node_modules/.bun/tar@7.5.15/node_modules/tar/dist/esm/make-command.js</a:t>
            </a:r>
          </a:p>
          <a:p>
            <a:pPr>
              <a:defRPr sz="1200"/>
            </a:pPr>
            <a:r>
              <a:t>D:/pasar_fix/node_modules/.bun/tar@7.5.15/node_modules/tar/dist/esm/make-command.js.map</a:t>
            </a:r>
          </a:p>
          <a:p>
            <a:pPr>
              <a:defRPr sz="1200"/>
            </a:pPr>
            <a:r>
              <a:t>D:/pasar_fix/node_modules/.bun/tar@7.5.15/node_modules/tar/dist/esm/mkdir.d.ts</a:t>
            </a:r>
          </a:p>
          <a:p>
            <a:pPr>
              <a:defRPr sz="1200"/>
            </a:pPr>
            <a:r>
              <a:t>D:/pasar_fix/node_modules/.bun/tar@7.5.15/node_modules/tar/dist/esm/mkdir.d.ts.map</a:t>
            </a:r>
          </a:p>
          <a:p>
            <a:pPr>
              <a:defRPr sz="1200"/>
            </a:pPr>
            <a:r>
              <a:t>D:/pasar_fix/node_modules/.bun/tar@7.5.15/node_modules/tar/dist/esm/mkdir.js</a:t>
            </a:r>
          </a:p>
          <a:p>
            <a:pPr>
              <a:defRPr sz="1200"/>
            </a:pPr>
            <a:r>
              <a:t>D:/pasar_fix/node_modules/.bun/tar@7.5.15/node_modules/tar/dist/esm/mkdir.js.map</a:t>
            </a:r>
          </a:p>
          <a:p>
            <a:pPr>
              <a:defRPr sz="1200"/>
            </a:pPr>
            <a:r>
              <a:t>D:/pasar_fix/node_modules/.bun/tar@7.5.15/node_modules/tar/dist/esm/mode-fix.d.ts</a:t>
            </a:r>
          </a:p>
          <a:p>
            <a:pPr>
              <a:defRPr sz="1200"/>
            </a:pPr>
            <a:r>
              <a:t>D:/pasar_fix/node_modules/.bun/tar@7.5.15/node_modules/tar/dist/esm/mode-fix.d.ts.map</a:t>
            </a:r>
          </a:p>
          <a:p>
            <a:pPr>
              <a:defRPr sz="1200"/>
            </a:pPr>
            <a:r>
              <a:t>D:/pasar_fix/node_modules/.bun/tar@7.5.15/node_modules/tar/dist/esm/mode-fix.js</a:t>
            </a:r>
          </a:p>
          <a:p>
            <a:pPr>
              <a:defRPr sz="1200"/>
            </a:pPr>
            <a:r>
              <a:t>D:/pasar_fix/node_modules/.bun/tar@7.5.15/node_modules/tar/dist/esm/mode-fix.js.map</a:t>
            </a:r>
          </a:p>
          <a:p>
            <a:pPr>
              <a:defRPr sz="1200"/>
            </a:pPr>
            <a:r>
              <a:t>D:/pasar_fix/node_modules/.bun/tar@7.5.15/node_modules/tar/dist/esm/normalize-unicode.d.ts</a:t>
            </a:r>
          </a:p>
          <a:p>
            <a:pPr>
              <a:defRPr sz="1200"/>
            </a:pPr>
            <a:r>
              <a:t>D:/pasar_fix/node_modules/.bun/tar@7.5.15/node_modules/tar/dist/esm/normalize-unicode.d.ts.map</a:t>
            </a:r>
          </a:p>
          <a:p>
            <a:pPr>
              <a:defRPr sz="1200"/>
            </a:pPr>
            <a:r>
              <a:t>D:/pasar_fix/node_modules/.bun/tar@7.5.15/node_modules/tar/dist/esm/normalize-unicode.js</a:t>
            </a:r>
          </a:p>
          <a:p>
            <a:pPr>
              <a:defRPr sz="1200"/>
            </a:pPr>
            <a:r>
              <a:t>D:/pasar_fix/node_modules/.bun/tar@7.5.15/node_modules/tar/dist/esm/normalize-unicode.js.map</a:t>
            </a:r>
          </a:p>
          <a:p>
            <a:pPr>
              <a:defRPr sz="1200"/>
            </a:pPr>
            <a:r>
              <a:t>D:/pasar_fix/node_modules/.bun/tar@7.5.15/node_modules/tar/dist/esm/normalize-windows-path.d.ts</a:t>
            </a:r>
          </a:p>
          <a:p>
            <a:pPr>
              <a:defRPr sz="1200"/>
            </a:pPr>
            <a:r>
              <a:t>D:/pasar_fix/node_modules/.bun/tar@7.5.15/node_modules/tar/dist/esm/normalize-windows-path.d.ts.map</a:t>
            </a:r>
          </a:p>
          <a:p>
            <a:pPr>
              <a:defRPr sz="1200"/>
            </a:pPr>
            <a:r>
              <a:t>D:/pasar_fix/node_modules/.bun/tar@7.5.15/node_modules/tar/dist/esm/normalize-windows-path.js</a:t>
            </a:r>
          </a:p>
          <a:p>
            <a:pPr>
              <a:defRPr sz="1200"/>
            </a:pPr>
            <a:r>
              <a:t>D:/pasar_fix/node_modules/.bun/tar@7.5.15/node_modules/tar/dist/esm/normalize-windows-path.js.map</a:t>
            </a:r>
          </a:p>
          <a:p>
            <a:pPr>
              <a:defRPr sz="1200"/>
            </a:pPr>
            <a:r>
              <a:t>D:/pasar_fix/node_modules/.bun/tar@7.5.15/node_modules/tar/dist/esm/options.d.ts</a:t>
            </a:r>
          </a:p>
          <a:p>
            <a:pPr>
              <a:defRPr sz="1200"/>
            </a:pPr>
            <a:r>
              <a:t>D:/pasar_fix/node_modules/.bun/tar@7.5.15/node_modules/tar/dist/esm/options.d.ts.map</a:t>
            </a:r>
          </a:p>
          <a:p>
            <a:pPr>
              <a:defRPr sz="1200"/>
            </a:pPr>
            <a:r>
              <a:t>D:/pasar_fix/node_modules/.bun/tar@7.5.15/node_modules/tar/dist/esm/options.js</a:t>
            </a:r>
          </a:p>
          <a:p>
            <a:pPr>
              <a:defRPr sz="1200"/>
            </a:pPr>
            <a:r>
              <a:t>D:/pasar_fix/node_modules/.bun/tar@7.5.15/node_modules/tar/dist/esm/options.js.map</a:t>
            </a:r>
          </a:p>
          <a:p>
            <a:pPr>
              <a:defRPr sz="1200"/>
            </a:pPr>
            <a:r>
              <a:t>D:/pasar_fix/node_modules/.bun/tar@7.5.15/node_modules/tar/dist/esm/pack.d.ts</a:t>
            </a:r>
          </a:p>
          <a:p>
            <a:pPr>
              <a:defRPr sz="1200"/>
            </a:pPr>
            <a:r>
              <a:t>D:/pasar_fix/node_modules/.bun/tar@7.5.15/node_modules/tar/dist/esm/pack.d.ts.map</a:t>
            </a:r>
          </a:p>
          <a:p>
            <a:pPr>
              <a:defRPr sz="1200"/>
            </a:pPr>
            <a:r>
              <a:t>D:/pasar_fix/node_modules/.bun/tar@7.5.15/node_modules/tar/dist/esm/pack.js</a:t>
            </a:r>
          </a:p>
          <a:p>
            <a:pPr>
              <a:defRPr sz="1200"/>
            </a:pPr>
            <a:r>
              <a:t>D:/pasar_fix/node_modules/.bun/tar@7.5.15/node_modules/tar/dist/esm/pack.js.map</a:t>
            </a:r>
          </a:p>
          <a:p>
            <a:pPr>
              <a:defRPr sz="1200"/>
            </a:pPr>
            <a:r>
              <a:t>D:/pasar_fix/node_modules/.bun/tar@7.5.15/node_modules/tar/dist/esm/package.json</a:t>
            </a:r>
          </a:p>
          <a:p>
            <a:pPr>
              <a:defRPr sz="1200"/>
            </a:pPr>
            <a:r>
              <a:t>D:/pasar_fix/node_modules/.bun/tar@7.5.15/node_modules/tar/dist/esm/parse.d.ts</a:t>
            </a:r>
          </a:p>
          <a:p>
            <a:pPr>
              <a:defRPr sz="1200"/>
            </a:pPr>
            <a:r>
              <a:t>D:/pasar_fix/node_modules/.bun/tar@7.5.15/node_modules/tar/dist/esm/parse.d.ts.map</a:t>
            </a:r>
          </a:p>
          <a:p>
            <a:pPr>
              <a:defRPr sz="1200"/>
            </a:pPr>
            <a:r>
              <a:t>D:/pasar_fix/node_modules/.bun/tar@7.5.15/node_modules/tar/dist/esm/parse.js</a:t>
            </a:r>
          </a:p>
          <a:p>
            <a:pPr>
              <a:defRPr sz="1200"/>
            </a:pPr>
            <a:r>
              <a:t>D:/pasar_fix/node_modules/.bun/tar@7.5.15/node_modules/tar/dist/esm/parse.js.map</a:t>
            </a:r>
          </a:p>
          <a:p>
            <a:pPr>
              <a:defRPr sz="1200"/>
            </a:pPr>
            <a:r>
              <a:t>D:/pasar_fix/node_modules/.bun/tar@7.5.15/node_modules/tar/dist/esm/path-reservations.d.ts</a:t>
            </a:r>
          </a:p>
          <a:p>
            <a:pPr>
              <a:defRPr sz="1200"/>
            </a:pPr>
            <a:r>
              <a:t>D:/pasar_fix/node_modules/.bun/tar@7.5.15/node_modules/tar/dist/esm/path-reservations.d.ts.map</a:t>
            </a:r>
          </a:p>
          <a:p>
            <a:pPr>
              <a:defRPr sz="1200"/>
            </a:pPr>
            <a:r>
              <a:t>D:/pasar_fix/node_modules/.bun/tar@7.5.15/node_modules/tar/dist/esm/path-reservations.js</a:t>
            </a:r>
          </a:p>
          <a:p>
            <a:pPr>
              <a:defRPr sz="1200"/>
            </a:pPr>
            <a:r>
              <a:t>D:/pasar_fix/node_modules/.bun/tar@7.5.15/node_modules/tar/dist/esm/path-reservations.js.map</a:t>
            </a:r>
          </a:p>
          <a:p>
            <a:pPr>
              <a:defRPr sz="1200"/>
            </a:pPr>
            <a:r>
              <a:t>D:/pasar_fix/node_modules/.bun/tar@7.5.15/node_modules/tar/dist/esm/pax.d.ts</a:t>
            </a:r>
          </a:p>
          <a:p>
            <a:pPr>
              <a:defRPr sz="1200"/>
            </a:pPr>
            <a:r>
              <a:t>D:/pasar_fix/node_modules/.bun/tar@7.5.15/node_modules/tar/dist/esm/pax.d.ts.map</a:t>
            </a:r>
          </a:p>
          <a:p>
            <a:pPr>
              <a:defRPr sz="1200"/>
            </a:pPr>
            <a:r>
              <a:t>D:/pasar_fix/node_modules/.bun/tar@7.5.15/node_modules/tar/dist/esm/pax.js</a:t>
            </a:r>
          </a:p>
          <a:p>
            <a:pPr>
              <a:defRPr sz="1200"/>
            </a:pPr>
            <a:r>
              <a:t>D:/pasar_fix/node_modules/.bun/tar@7.5.15/node_modules/tar/dist/esm/pax.js.map</a:t>
            </a:r>
          </a:p>
          <a:p>
            <a:pPr>
              <a:defRPr sz="1200"/>
            </a:pPr>
            <a:r>
              <a:t>D:/pasar_fix/node_modules/.bun/tar@7.5.15/node_modules/tar/dist/esm/process-umask.d.ts</a:t>
            </a:r>
          </a:p>
          <a:p>
            <a:pPr>
              <a:defRPr sz="1200"/>
            </a:pPr>
            <a:r>
              <a:t>D:/pasar_fix/node_modules/.bun/tar@7.5.15/node_modules/tar/dist/esm/process-umask.d.ts.map</a:t>
            </a:r>
          </a:p>
          <a:p>
            <a:pPr>
              <a:defRPr sz="1200"/>
            </a:pPr>
            <a:r>
              <a:t>D:/pasar_fix/node_modules/.bun/tar@7.5.15/node_modules/tar/dist/esm/process-umask.js</a:t>
            </a:r>
          </a:p>
          <a:p>
            <a:pPr>
              <a:defRPr sz="1200"/>
            </a:pPr>
            <a:r>
              <a:t>D:/pasar_fix/node_modules/.bun/tar@7.5.15/node_modules/tar/dist/esm/process-umask.js.map</a:t>
            </a:r>
          </a:p>
          <a:p>
            <a:pPr>
              <a:defRPr sz="1200"/>
            </a:pPr>
            <a:r>
              <a:t>D:/pasar_fix/node_modules/.bun/tar@7.5.15/node_modules/tar/dist/esm/read-entry.d.ts</a:t>
            </a:r>
          </a:p>
          <a:p>
            <a:pPr>
              <a:defRPr sz="1200"/>
            </a:pPr>
            <a:r>
              <a:t>D:/pasar_fix/node_modules/.bun/tar@7.5.15/node_modules/tar/dist/esm/read-entry.d.ts.map</a:t>
            </a:r>
          </a:p>
          <a:p>
            <a:pPr>
              <a:defRPr sz="1200"/>
            </a:pPr>
            <a:r>
              <a:t>D:/pasar_fix/node_modules/.bun/tar@7.5.15/node_modules/tar/dist/esm/read-entry.js</a:t>
            </a:r>
          </a:p>
          <a:p>
            <a:pPr>
              <a:defRPr sz="1200"/>
            </a:pPr>
            <a:r>
              <a:t>D:/pasar_fix/node_modules/.bun/tar@7.5.15/node_modules/tar/dist/esm/read-entry.js.map</a:t>
            </a:r>
          </a:p>
          <a:p>
            <a:pPr>
              <a:defRPr sz="1200"/>
            </a:pPr>
            <a:r>
              <a:t>D:/pasar_fix/node_modules/.bun/tar@7.5.15/node_modules/tar/dist/esm/replace.d.ts</a:t>
            </a:r>
          </a:p>
          <a:p>
            <a:pPr>
              <a:defRPr sz="1200"/>
            </a:pPr>
            <a:r>
              <a:t>D:/pasar_fix/node_modules/.bun/tar@7.5.15/node_modules/tar/dist/esm/replace.d.ts.map</a:t>
            </a:r>
          </a:p>
          <a:p>
            <a:pPr>
              <a:defRPr sz="1200"/>
            </a:pPr>
            <a:r>
              <a:t>D:/pasar_fix/node_modules/.bun/tar@7.5.15/node_modules/tar/dist/esm/replace.js</a:t>
            </a:r>
          </a:p>
          <a:p>
            <a:pPr>
              <a:defRPr sz="1200"/>
            </a:pPr>
            <a:r>
              <a:t>D:/pasar_fix/node_modules/.bun/tar@7.5.15/node_modules/tar/dist/esm/replace.js.map</a:t>
            </a:r>
          </a:p>
          <a:p>
            <a:pPr>
              <a:defRPr sz="1200"/>
            </a:pPr>
            <a:r>
              <a:t>D:/pasar_fix/node_modules/.bun/tar@7.5.15/node_modules/tar/dist/esm/strip-absolute-path.d.ts</a:t>
            </a:r>
          </a:p>
          <a:p>
            <a:pPr>
              <a:defRPr sz="1200"/>
            </a:pPr>
            <a:r>
              <a:t>D:/pasar_fix/node_modules/.bun/tar@7.5.15/node_modules/tar/dist/esm/strip-absolute-path.d.ts.map</a:t>
            </a:r>
          </a:p>
          <a:p>
            <a:pPr>
              <a:defRPr sz="1200"/>
            </a:pPr>
            <a:r>
              <a:t>D:/pasar_fix/node_modules/.bun/tar@7.5.15/node_modules/tar/dist/esm/strip-absolute-path.js</a:t>
            </a:r>
          </a:p>
          <a:p>
            <a:pPr>
              <a:defRPr sz="1200"/>
            </a:pPr>
            <a:r>
              <a:t>D:/pasar_fix/node_modules/.bun/tar@7.5.15/node_modules/tar/dist/esm/strip-absolute-path.js.map</a:t>
            </a:r>
          </a:p>
          <a:p>
            <a:pPr>
              <a:defRPr sz="1200"/>
            </a:pPr>
            <a:r>
              <a:t>D:/pasar_fix/node_modules/.bun/tar@7.5.15/node_modules/tar/dist/esm/strip-trailing-slashes.d.ts</a:t>
            </a:r>
          </a:p>
          <a:p>
            <a:pPr>
              <a:defRPr sz="1200"/>
            </a:pPr>
            <a:r>
              <a:t>D:/pasar_fix/node_modules/.bun/tar@7.5.15/node_modules/tar/dist/esm/strip-trailing-slashes.d.ts.map</a:t>
            </a:r>
          </a:p>
          <a:p>
            <a:pPr>
              <a:defRPr sz="1200"/>
            </a:pPr>
            <a:r>
              <a:t>D:/pasar_fix/node_modules/.bun/tar@7.5.15/node_modules/tar/dist/esm/strip-trailing-slashes.js</a:t>
            </a:r>
          </a:p>
          <a:p>
            <a:pPr>
              <a:defRPr sz="1200"/>
            </a:pPr>
            <a:r>
              <a:t>D:/pasar_fix/node_modules/.bun/tar@7.5.15/node_modules/tar/dist/esm/strip-trailing-slashes.js.map</a:t>
            </a:r>
          </a:p>
          <a:p>
            <a:pPr>
              <a:defRPr sz="1200"/>
            </a:pPr>
            <a:r>
              <a:t>D:/pasar_fix/node_modules/.bun/tar@7.5.15/node_modules/tar/dist/esm/symlink-error.d.ts</a:t>
            </a:r>
          </a:p>
          <a:p>
            <a:pPr>
              <a:defRPr sz="1200"/>
            </a:pPr>
            <a:r>
              <a:t>D:/pasar_fix/node_modules/.bun/tar@7.5.15/node_modules/tar/dist/esm/symlink-error.d.ts.map</a:t>
            </a:r>
          </a:p>
          <a:p>
            <a:pPr>
              <a:defRPr sz="1200"/>
            </a:pPr>
            <a:r>
              <a:t>D:/pasar_fix/node_modules/.bun/tar@7.5.15/node_modules/tar/dist/esm/symlink-error.js</a:t>
            </a:r>
          </a:p>
          <a:p>
            <a:pPr>
              <a:defRPr sz="1200"/>
            </a:pPr>
            <a:r>
              <a:t>D:/pasar_fix/node_modules/.bun/tar@7.5.15/node_modules/tar/dist/esm/symlink-error.js.map</a:t>
            </a:r>
          </a:p>
          <a:p>
            <a:pPr>
              <a:defRPr sz="1200"/>
            </a:pPr>
            <a:r>
              <a:t>D:/pasar_fix/node_modules/.bun/tar@7.5.15/node_modules/tar/dist/esm/types.d.ts</a:t>
            </a:r>
          </a:p>
          <a:p>
            <a:pPr>
              <a:defRPr sz="1200"/>
            </a:pPr>
            <a:r>
              <a:t>D:/pasar_fix/node_modules/.bun/tar@7.5.15/node_modules/tar/dist/esm/types.d.ts.map</a:t>
            </a:r>
          </a:p>
          <a:p>
            <a:pPr>
              <a:defRPr sz="1200"/>
            </a:pPr>
            <a:r>
              <a:t>D:/pasar_fix/node_modules/.bun/tar@7.5.15/node_modules/tar/dist/esm/types.js</a:t>
            </a:r>
          </a:p>
          <a:p>
            <a:pPr>
              <a:defRPr sz="1200"/>
            </a:pPr>
            <a:r>
              <a:t>D:/pasar_fix/node_modules/.bun/tar@7.5.15/node_modules/tar/dist/esm/types.js.map</a:t>
            </a:r>
          </a:p>
          <a:p>
            <a:pPr>
              <a:defRPr sz="1200"/>
            </a:pPr>
            <a:r>
              <a:t>D:/pasar_fix/node_modules/.bun/tar@7.5.15/node_modules/tar/dist/esm/unpack.d.ts</a:t>
            </a:r>
          </a:p>
          <a:p>
            <a:pPr>
              <a:defRPr sz="1200"/>
            </a:pPr>
            <a:r>
              <a:t>D:/pasar_fix/node_modules/.bun/tar@7.5.15/node_modules/tar/dist/esm/unpack.d.ts.map</a:t>
            </a:r>
          </a:p>
          <a:p>
            <a:pPr>
              <a:defRPr sz="1200"/>
            </a:pPr>
            <a:r>
              <a:t>D:/pasar_fix/node_modules/.bun/tar@7.5.15/node_modules/tar/dist/esm/unpack.js</a:t>
            </a:r>
          </a:p>
          <a:p>
            <a:pPr>
              <a:defRPr sz="1200"/>
            </a:pPr>
            <a:r>
              <a:t>D:/pasar_fix/node_modules/.bun/tar@7.5.15/node_modules/tar/dist/esm/unpack.js.map</a:t>
            </a:r>
          </a:p>
          <a:p>
            <a:pPr>
              <a:defRPr sz="1200"/>
            </a:pPr>
            <a:r>
              <a:t>D:/pasar_fix/node_modules/.bun/tar@7.5.15/node_modules/tar/dist/esm/update.d.ts</a:t>
            </a:r>
          </a:p>
          <a:p>
            <a:pPr>
              <a:defRPr sz="1200"/>
            </a:pPr>
            <a:r>
              <a:t>D:/pasar_fix/node_modules/.bun/tar@7.5.15/node_modules/tar/dist/esm/update.d.ts.map</a:t>
            </a:r>
          </a:p>
          <a:p>
            <a:pPr>
              <a:defRPr sz="1200"/>
            </a:pPr>
            <a:r>
              <a:t>D:/pasar_fix/node_modules/.bun/tar@7.5.15/node_modules/tar/dist/esm/update.js</a:t>
            </a:r>
          </a:p>
          <a:p>
            <a:pPr>
              <a:defRPr sz="1200"/>
            </a:pPr>
            <a:r>
              <a:t>D:/pasar_fix/node_modules/.bun/tar@7.5.15/node_modules/tar/dist/esm/update.js.map</a:t>
            </a:r>
          </a:p>
          <a:p>
            <a:pPr>
              <a:defRPr sz="1200"/>
            </a:pPr>
            <a:r>
              <a:t>D:/pasar_fix/node_modules/.bun/tar@7.5.15/node_modules/tar/dist/esm/warn-method.d.ts</a:t>
            </a:r>
          </a:p>
          <a:p>
            <a:pPr>
              <a:defRPr sz="1200"/>
            </a:pPr>
            <a:r>
              <a:t>D:/pasar_fix/node_modules/.bun/tar@7.5.15/node_modules/tar/dist/esm/warn-method.d.ts.map</a:t>
            </a:r>
          </a:p>
          <a:p>
            <a:pPr>
              <a:defRPr sz="1200"/>
            </a:pPr>
            <a:r>
              <a:t>D:/pasar_fix/node_modules/.bun/tar@7.5.15/node_modules/tar/dist/esm/warn-method.js</a:t>
            </a:r>
          </a:p>
          <a:p>
            <a:pPr>
              <a:defRPr sz="1200"/>
            </a:pPr>
            <a:r>
              <a:t>D:/pasar_fix/node_modules/.bun/tar@7.5.15/node_modules/tar/dist/esm/warn-method.js.map</a:t>
            </a:r>
          </a:p>
          <a:p>
            <a:pPr>
              <a:defRPr sz="1200"/>
            </a:pPr>
            <a:r>
              <a:t>D:/pasar_fix/node_modules/.bun/tar@7.5.15/node_modules/tar/dist/esm/winchars.d.ts</a:t>
            </a:r>
          </a:p>
          <a:p>
            <a:pPr>
              <a:defRPr sz="1200"/>
            </a:pPr>
            <a:r>
              <a:t>D:/pasar_fix/node_modules/.bun/tar@7.5.15/node_modules/tar/dist/esm/winchars.d.ts.map</a:t>
            </a:r>
          </a:p>
          <a:p>
            <a:pPr>
              <a:defRPr sz="1200"/>
            </a:pPr>
            <a:r>
              <a:t>D:/pasar_fix/node_modules/.bun/tar@7.5.15/node_modules/tar/dist/esm/winchars.js</a:t>
            </a:r>
          </a:p>
          <a:p>
            <a:pPr>
              <a:defRPr sz="1200"/>
            </a:pPr>
            <a:r>
              <a:t>D:/pasar_fix/node_modules/.bun/tar@7.5.15/node_modules/tar/dist/esm/winchars.js.map</a:t>
            </a:r>
          </a:p>
          <a:p>
            <a:pPr>
              <a:defRPr sz="1200"/>
            </a:pPr>
            <a:r>
              <a:t>D:/pasar_fix/node_modules/.bun/tar@7.5.15/node_modules/tar/dist/esm/write-entry.d.ts</a:t>
            </a:r>
          </a:p>
          <a:p>
            <a:pPr>
              <a:defRPr sz="1200"/>
            </a:pPr>
            <a:r>
              <a:t>D:/pasar_fix/node_modules/.bun/tar@7.5.15/node_modules/tar/dist/esm/write-entry.d.ts.map</a:t>
            </a:r>
          </a:p>
          <a:p>
            <a:pPr>
              <a:defRPr sz="1200"/>
            </a:pPr>
            <a:r>
              <a:t>D:/pasar_fix/node_modules/.bun/tar@7.5.15/node_modules/tar/dist/esm/write-entry.js</a:t>
            </a:r>
          </a:p>
          <a:p>
            <a:pPr>
              <a:defRPr sz="1200"/>
            </a:pPr>
            <a:r>
              <a:t>D:/pasar_fix/node_modules/.bun/tar@7.5.15/node_modules/tar/dist/esm/write-entry.js.map</a:t>
            </a:r>
          </a:p>
          <a:p>
            <a:pPr>
              <a:defRPr sz="1200"/>
            </a:pPr>
            <a:r>
              <a:t>D:/pasar_fix/node_modules/.bun/teex@1.0.1/node_modules/teex/example.js</a:t>
            </a:r>
          </a:p>
          <a:p>
            <a:pPr>
              <a:defRPr sz="1200"/>
            </a:pPr>
            <a:r>
              <a:t>D:/pasar_fix/node_modules/.bun/teex@1.0.1/node_modules/teex/index.js</a:t>
            </a:r>
          </a:p>
          <a:p>
            <a:pPr>
              <a:defRPr sz="1200"/>
            </a:pPr>
            <a:r>
              <a:t>D:/pasar_fix/node_modules/.bun/teex@1.0.1/node_modules/teex/LICENSE</a:t>
            </a:r>
          </a:p>
          <a:p>
            <a:pPr>
              <a:defRPr sz="1200"/>
            </a:pPr>
            <a:r>
              <a:t>D:/pasar_fix/node_modules/.bun/teex@1.0.1/node_modules/teex/package.json</a:t>
            </a:r>
          </a:p>
          <a:p>
            <a:pPr>
              <a:defRPr sz="1200"/>
            </a:pPr>
            <a:r>
              <a:t>D:/pasar_fix/node_modules/.bun/teex@1.0.1/node_modules/teex/README.md</a:t>
            </a:r>
          </a:p>
          <a:p>
            <a:pPr>
              <a:defRPr sz="1200"/>
            </a:pPr>
            <a:r>
              <a:t>D:/pasar_fix/node_modules/.bun/teex@1.0.1/node_modules/teex/test.js</a:t>
            </a:r>
          </a:p>
          <a:p>
            <a:pPr>
              <a:defRPr sz="1200"/>
            </a:pPr>
            <a:r>
              <a:t>D:/pasar_fix/node_modules/.bun/terser@5.47.1/node_modules/.bin/acorn.bunx</a:t>
            </a:r>
          </a:p>
          <a:p>
            <a:pPr>
              <a:defRPr sz="1200"/>
            </a:pPr>
            <a:r>
              <a:t>D:/pasar_fix/node_modules/.bun/terser@5.47.1/node_modules/.bin/acorn.exe</a:t>
            </a:r>
          </a:p>
          <a:p>
            <a:pPr>
              <a:defRPr sz="1200"/>
            </a:pPr>
            <a:r>
              <a:t>D:/pasar_fix/node_modules/.bun/terser@5.47.1/node_modules/.bin/terser.bunx</a:t>
            </a:r>
          </a:p>
          <a:p>
            <a:pPr>
              <a:defRPr sz="1200"/>
            </a:pPr>
            <a:r>
              <a:t>D:/pasar_fix/node_modules/.bun/terser@5.47.1/node_modules/.bin/terser.exe</a:t>
            </a:r>
          </a:p>
          <a:p>
            <a:pPr>
              <a:defRPr sz="1200"/>
            </a:pPr>
            <a:r>
              <a:t>D:/pasar_fix/node_modules/.bun/terser@5.47.1/node_modules/terser/CHANGELOG.md</a:t>
            </a:r>
          </a:p>
          <a:p>
            <a:pPr>
              <a:defRPr sz="1200"/>
            </a:pPr>
            <a:r>
              <a:t>D:/pasar_fix/node_modules/.bun/terser@5.47.1/node_modules/terser/LICENSE</a:t>
            </a:r>
          </a:p>
          <a:p>
            <a:pPr>
              <a:defRPr sz="1200"/>
            </a:pPr>
            <a:r>
              <a:t>D:/pasar_fix/node_modules/.bun/terser@5.47.1/node_modules/terser/main.js</a:t>
            </a:r>
          </a:p>
          <a:p>
            <a:pPr>
              <a:defRPr sz="1200"/>
            </a:pPr>
            <a:r>
              <a:t>D:/pasar_fix/node_modules/.bun/terser@5.47.1/node_modules/terser/package.json</a:t>
            </a:r>
          </a:p>
          <a:p>
            <a:pPr>
              <a:defRPr sz="1200"/>
            </a:pPr>
            <a:r>
              <a:t>D:/pasar_fix/node_modules/.bun/terser@5.47.1/node_modules/terser/PATRONS.md</a:t>
            </a:r>
          </a:p>
          <a:p>
            <a:pPr>
              <a:defRPr sz="1200"/>
            </a:pPr>
            <a:r>
              <a:t>D:/pasar_fix/node_modules/.bun/terser@5.47.1/node_modules/terser/README.md</a:t>
            </a:r>
          </a:p>
          <a:p>
            <a:pPr>
              <a:defRPr sz="1200"/>
            </a:pPr>
            <a:r>
              <a:t>D:/pasar_fix/node_modules/.bun/terser@5.47.1/node_modules/terser/bin/package.json</a:t>
            </a:r>
          </a:p>
          <a:p>
            <a:pPr>
              <a:defRPr sz="1200"/>
            </a:pPr>
            <a:r>
              <a:t>D:/pasar_fix/node_modules/.bun/terser@5.47.1/node_modules/terser/bin/terser</a:t>
            </a:r>
          </a:p>
          <a:p>
            <a:pPr>
              <a:defRPr sz="1200"/>
            </a:pPr>
            <a:r>
              <a:t>D:/pasar_fix/node_modules/.bun/terser@5.47.1/node_modules/terser/bin/uglifyjs</a:t>
            </a:r>
          </a:p>
          <a:p>
            <a:pPr>
              <a:defRPr sz="1200"/>
            </a:pPr>
            <a:r>
              <a:t>D:/pasar_fix/node_modules/.bun/terser@5.47.1/node_modules/terser/dist/.gitkeep</a:t>
            </a:r>
          </a:p>
          <a:p>
            <a:pPr>
              <a:defRPr sz="1200"/>
            </a:pPr>
            <a:r>
              <a:t>D:/pasar_fix/node_modules/.bun/terser@5.47.1/node_modules/terser/dist/bundle.min.js</a:t>
            </a:r>
          </a:p>
          <a:p>
            <a:pPr>
              <a:defRPr sz="1200"/>
            </a:pPr>
            <a:r>
              <a:t>D:/pasar_fix/node_modules/.bun/terser@5.47.1/node_modules/terser/dist/package.json</a:t>
            </a:r>
          </a:p>
          <a:p>
            <a:pPr>
              <a:defRPr sz="1200"/>
            </a:pPr>
            <a:r>
              <a:t>D:/pasar_fix/node_modules/.bun/terser@5.47.1/node_modules/terser/lib/ast.js</a:t>
            </a:r>
          </a:p>
          <a:p>
            <a:pPr>
              <a:defRPr sz="1200"/>
            </a:pPr>
            <a:r>
              <a:t>D:/pasar_fix/node_modules/.bun/terser@5.47.1/node_modules/terser/lib/cli.js</a:t>
            </a:r>
          </a:p>
          <a:p>
            <a:pPr>
              <a:defRPr sz="1200"/>
            </a:pPr>
            <a:r>
              <a:t>D:/pasar_fix/node_modules/.bun/terser@5.47.1/node_modules/terser/lib/equivalent-to.js</a:t>
            </a:r>
          </a:p>
          <a:p>
            <a:pPr>
              <a:defRPr sz="1200"/>
            </a:pPr>
            <a:r>
              <a:t>D:/pasar_fix/node_modules/.bun/terser@5.47.1/node_modules/terser/lib/minify.js</a:t>
            </a:r>
          </a:p>
          <a:p>
            <a:pPr>
              <a:defRPr sz="1200"/>
            </a:pPr>
            <a:r>
              <a:t>D:/pasar_fix/node_modules/.bun/terser@5.47.1/node_modules/terser/lib/mozilla-ast.js</a:t>
            </a:r>
          </a:p>
          <a:p>
            <a:pPr>
              <a:defRPr sz="1200"/>
            </a:pPr>
            <a:r>
              <a:t>D:/pasar_fix/node_modules/.bun/terser@5.47.1/node_modules/terser/lib/output.js</a:t>
            </a:r>
          </a:p>
          <a:p>
            <a:pPr>
              <a:defRPr sz="1200"/>
            </a:pPr>
            <a:r>
              <a:t>D:/pasar_fix/node_modules/.bun/terser@5.47.1/node_modules/terser/lib/parse.js</a:t>
            </a:r>
          </a:p>
          <a:p>
            <a:pPr>
              <a:defRPr sz="1200"/>
            </a:pPr>
            <a:r>
              <a:t>D:/pasar_fix/node_modules/.bun/terser@5.47.1/node_modules/terser/lib/propmangle.js</a:t>
            </a:r>
          </a:p>
          <a:p>
            <a:pPr>
              <a:defRPr sz="1200"/>
            </a:pPr>
            <a:r>
              <a:t>D:/pasar_fix/node_modules/.bun/terser@5.47.1/node_modules/terser/lib/scope.js</a:t>
            </a:r>
          </a:p>
          <a:p>
            <a:pPr>
              <a:defRPr sz="1200"/>
            </a:pPr>
            <a:r>
              <a:t>D:/pasar_fix/node_modules/.bun/terser@5.47.1/node_modules/terser/lib/size.js</a:t>
            </a:r>
          </a:p>
          <a:p>
            <a:pPr>
              <a:defRPr sz="1200"/>
            </a:pPr>
            <a:r>
              <a:t>D:/pasar_fix/node_modules/.bun/terser@5.47.1/node_modules/terser/lib/sourcemap.js</a:t>
            </a:r>
          </a:p>
          <a:p>
            <a:pPr>
              <a:defRPr sz="1200"/>
            </a:pPr>
            <a:r>
              <a:t>D:/pasar_fix/node_modules/.bun/terser@5.47.1/node_modules/terser/lib/transform.js</a:t>
            </a:r>
          </a:p>
          <a:p>
            <a:pPr>
              <a:defRPr sz="1200"/>
            </a:pPr>
            <a:r>
              <a:t>D:/pasar_fix/node_modules/.bun/terser@5.47.1/node_modules/terser/lib/compress/common.js</a:t>
            </a:r>
          </a:p>
          <a:p>
            <a:pPr>
              <a:defRPr sz="1200"/>
            </a:pPr>
            <a:r>
              <a:t>D:/pasar_fix/node_modules/.bun/terser@5.47.1/node_modules/terser/lib/compress/compressor-flags.js</a:t>
            </a:r>
          </a:p>
          <a:p>
            <a:pPr>
              <a:defRPr sz="1200"/>
            </a:pPr>
            <a:r>
              <a:t>D:/pasar_fix/node_modules/.bun/terser@5.47.1/node_modules/terser/lib/compress/drop-side-effect-free.js</a:t>
            </a:r>
          </a:p>
          <a:p>
            <a:pPr>
              <a:defRPr sz="1200"/>
            </a:pPr>
            <a:r>
              <a:t>D:/pasar_fix/node_modules/.bun/terser@5.47.1/node_modules/terser/lib/compress/drop-unused.js</a:t>
            </a:r>
          </a:p>
          <a:p>
            <a:pPr>
              <a:defRPr sz="1200"/>
            </a:pPr>
            <a:r>
              <a:t>D:/pasar_fix/node_modules/.bun/terser@5.47.1/node_modules/terser/lib/compress/evaluate.js</a:t>
            </a:r>
          </a:p>
          <a:p>
            <a:pPr>
              <a:defRPr sz="1200"/>
            </a:pPr>
            <a:r>
              <a:t>D:/pasar_fix/node_modules/.bun/terser@5.47.1/node_modules/terser/lib/compress/global-defs.js</a:t>
            </a:r>
          </a:p>
          <a:p>
            <a:pPr>
              <a:defRPr sz="1200"/>
            </a:pPr>
            <a:r>
              <a:t>D:/pasar_fix/node_modules/.bun/terser@5.47.1/node_modules/terser/lib/compress/index.js</a:t>
            </a:r>
          </a:p>
          <a:p>
            <a:pPr>
              <a:defRPr sz="1200"/>
            </a:pPr>
            <a:r>
              <a:t>D:/pasar_fix/node_modules/.bun/terser@5.47.1/node_modules/terser/lib/compress/inference.js</a:t>
            </a:r>
          </a:p>
          <a:p>
            <a:pPr>
              <a:defRPr sz="1200"/>
            </a:pPr>
            <a:r>
              <a:t>D:/pasar_fix/node_modules/.bun/terser@5.47.1/node_modules/terser/lib/compress/inline.js</a:t>
            </a:r>
          </a:p>
          <a:p>
            <a:pPr>
              <a:defRPr sz="1200"/>
            </a:pPr>
            <a:r>
              <a:t>D:/pasar_fix/node_modules/.bun/terser@5.47.1/node_modules/terser/lib/compress/native-objects.js</a:t>
            </a:r>
          </a:p>
          <a:p>
            <a:pPr>
              <a:defRPr sz="1200"/>
            </a:pPr>
            <a:r>
              <a:t>D:/pasar_fix/node_modules/.bun/terser@5.47.1/node_modules/terser/lib/compress/reduce-vars.js</a:t>
            </a:r>
          </a:p>
          <a:p>
            <a:pPr>
              <a:defRPr sz="1200"/>
            </a:pPr>
            <a:r>
              <a:t>D:/pasar_fix/node_modules/.bun/terser@5.47.1/node_modules/terser/lib/compress/tighten-body.js</a:t>
            </a:r>
          </a:p>
          <a:p>
            <a:pPr>
              <a:defRPr sz="1200"/>
            </a:pPr>
            <a:r>
              <a:t>D:/pasar_fix/node_modules/.bun/terser@5.47.1/node_modules/terser/lib/utils/first_in_statement.js</a:t>
            </a:r>
          </a:p>
          <a:p>
            <a:pPr>
              <a:defRPr sz="1200"/>
            </a:pPr>
            <a:r>
              <a:t>D:/pasar_fix/node_modules/.bun/terser@5.47.1/node_modules/terser/lib/utils/index.js</a:t>
            </a:r>
          </a:p>
          <a:p>
            <a:pPr>
              <a:defRPr sz="1200"/>
            </a:pPr>
            <a:r>
              <a:t>D:/pasar_fix/node_modules/.bun/terser@5.47.1/node_modules/terser/tools/domprops.js</a:t>
            </a:r>
          </a:p>
          <a:p>
            <a:pPr>
              <a:defRPr sz="1200"/>
            </a:pPr>
            <a:r>
              <a:t>D:/pasar_fix/node_modules/.bun/terser@5.47.1/node_modules/terser/tools/exit.cjs</a:t>
            </a:r>
          </a:p>
          <a:p>
            <a:pPr>
              <a:defRPr sz="1200"/>
            </a:pPr>
            <a:r>
              <a:t>D:/pasar_fix/node_modules/.bun/terser@5.47.1/node_modules/terser/tools/props.html</a:t>
            </a:r>
          </a:p>
          <a:p>
            <a:pPr>
              <a:defRPr sz="1200"/>
            </a:pPr>
            <a:r>
              <a:t>D:/pasar_fix/node_modules/.bun/terser@5.47.1/node_modules/terser/tools/terser.d.ts</a:t>
            </a:r>
          </a:p>
          <a:p>
            <a:pPr>
              <a:defRPr sz="1200"/>
            </a:pPr>
            <a:r>
              <a:t>D:/pasar_fix/node_modules/.bun/text-decoder@1.2.7/node_modules/text-decoder/index.js</a:t>
            </a:r>
          </a:p>
          <a:p>
            <a:pPr>
              <a:defRPr sz="1200"/>
            </a:pPr>
            <a:r>
              <a:t>D:/pasar_fix/node_modules/.bun/text-decoder@1.2.7/node_modules/text-decoder/LICENSE</a:t>
            </a:r>
          </a:p>
          <a:p>
            <a:pPr>
              <a:defRPr sz="1200"/>
            </a:pPr>
            <a:r>
              <a:t>D:/pasar_fix/node_modules/.bun/text-decoder@1.2.7/node_modules/text-decoder/package.json</a:t>
            </a:r>
          </a:p>
          <a:p>
            <a:pPr>
              <a:defRPr sz="1200"/>
            </a:pPr>
            <a:r>
              <a:t>D:/pasar_fix/node_modules/.bun/text-decoder@1.2.7/node_modules/text-decoder/README.md</a:t>
            </a:r>
          </a:p>
          <a:p>
            <a:pPr>
              <a:defRPr sz="1200"/>
            </a:pPr>
            <a:r>
              <a:t>D:/pasar_fix/node_modules/.bun/text-decoder@1.2.7/node_modules/text-decoder/lib/pass-through-decoder.js</a:t>
            </a:r>
          </a:p>
          <a:p>
            <a:pPr>
              <a:defRPr sz="1200"/>
            </a:pPr>
            <a:r>
              <a:t>D:/pasar_fix/node_modules/.bun/text-decoder@1.2.7/node_modules/text-decoder/lib/utf8-decoder.js</a:t>
            </a:r>
          </a:p>
          <a:p>
            <a:pPr>
              <a:defRPr sz="1200"/>
            </a:pPr>
            <a:r>
              <a:t>D:/pasar_fix/node_modules/.bun/tiny-invariant@1.3.3/node_modules/tiny-invariant/LICENSE</a:t>
            </a:r>
          </a:p>
          <a:p>
            <a:pPr>
              <a:defRPr sz="1200"/>
            </a:pPr>
            <a:r>
              <a:t>D:/pasar_fix/node_modules/.bun/tiny-invariant@1.3.3/node_modules/tiny-invariant/package.json</a:t>
            </a:r>
          </a:p>
          <a:p>
            <a:pPr>
              <a:defRPr sz="1200"/>
            </a:pPr>
            <a:r>
              <a:t>D:/pasar_fix/node_modules/.bun/tiny-invariant@1.3.3/node_modules/tiny-invariant/README.md</a:t>
            </a:r>
          </a:p>
          <a:p>
            <a:pPr>
              <a:defRPr sz="1200"/>
            </a:pPr>
            <a:r>
              <a:t>D:/pasar_fix/node_modules/.bun/tiny-invariant@1.3.3/node_modules/tiny-invariant/dist/tiny-invariant.cjs.js</a:t>
            </a:r>
          </a:p>
          <a:p>
            <a:pPr>
              <a:defRPr sz="1200"/>
            </a:pPr>
            <a:r>
              <a:t>D:/pasar_fix/node_modules/.bun/tiny-invariant@1.3.3/node_modules/tiny-invariant/dist/tiny-invariant.d.ts</a:t>
            </a:r>
          </a:p>
          <a:p>
            <a:pPr>
              <a:defRPr sz="1200"/>
            </a:pPr>
            <a:r>
              <a:t>D:/pasar_fix/node_modules/.bun/tiny-invariant@1.3.3/node_modules/tiny-invariant/dist/tiny-invariant.esm.js</a:t>
            </a:r>
          </a:p>
          <a:p>
            <a:pPr>
              <a:defRPr sz="1200"/>
            </a:pPr>
            <a:r>
              <a:t>D:/pasar_fix/node_modules/.bun/tiny-invariant@1.3.3/node_modules/tiny-invariant/dist/tiny-invariant.js</a:t>
            </a:r>
          </a:p>
          <a:p>
            <a:pPr>
              <a:defRPr sz="1200"/>
            </a:pPr>
            <a:r>
              <a:t>D:/pasar_fix/node_modules/.bun/tiny-invariant@1.3.3/node_modules/tiny-invariant/dist/tiny-invariant.min.js</a:t>
            </a:r>
          </a:p>
          <a:p>
            <a:pPr>
              <a:defRPr sz="1200"/>
            </a:pPr>
            <a:r>
              <a:t>D:/pasar_fix/node_modules/.bun/tiny-invariant@1.3.3/node_modules/tiny-invariant/dist/esm/package.json</a:t>
            </a:r>
          </a:p>
          <a:p>
            <a:pPr>
              <a:defRPr sz="1200"/>
            </a:pPr>
            <a:r>
              <a:t>D:/pasar_fix/node_modules/.bun/tiny-invariant@1.3.3/node_modules/tiny-invariant/dist/esm/tiny-invariant.d.ts</a:t>
            </a:r>
          </a:p>
          <a:p>
            <a:pPr>
              <a:defRPr sz="1200"/>
            </a:pPr>
            <a:r>
              <a:t>D:/pasar_fix/node_modules/.bun/tiny-invariant@1.3.3/node_modules/tiny-invariant/dist/esm/tiny-invariant.js</a:t>
            </a:r>
          </a:p>
          <a:p>
            <a:pPr>
              <a:defRPr sz="1200"/>
            </a:pPr>
            <a:r>
              <a:t>D:/pasar_fix/node_modules/.bun/tiny-invariant@1.3.3/node_modules/tiny-invariant/src/tiny-invariant.flow.js</a:t>
            </a:r>
          </a:p>
          <a:p>
            <a:pPr>
              <a:defRPr sz="1200"/>
            </a:pPr>
            <a:r>
              <a:t>D:/pasar_fix/node_modules/.bun/tiny-invariant@1.3.3/node_modules/tiny-invariant/src/tiny-invariant.ts</a:t>
            </a:r>
          </a:p>
          <a:p>
            <a:pPr>
              <a:defRPr sz="1200"/>
            </a:pPr>
            <a:r>
              <a:t>D:/pasar_fix/node_modules/.bun/tiny-warning@1.0.3/node_modules/tiny-warning/LICENSE</a:t>
            </a:r>
          </a:p>
          <a:p>
            <a:pPr>
              <a:defRPr sz="1200"/>
            </a:pPr>
            <a:r>
              <a:t>D:/pasar_fix/node_modules/.bun/tiny-warning@1.0.3/node_modules/tiny-warning/package.json</a:t>
            </a:r>
          </a:p>
          <a:p>
            <a:pPr>
              <a:defRPr sz="1200"/>
            </a:pPr>
            <a:r>
              <a:t>D:/pasar_fix/node_modules/.bun/tiny-warning@1.0.3/node_modules/tiny-warning/README.md</a:t>
            </a:r>
          </a:p>
          <a:p>
            <a:pPr>
              <a:defRPr sz="1200"/>
            </a:pPr>
            <a:r>
              <a:t>D:/pasar_fix/node_modules/.bun/tiny-warning@1.0.3/node_modules/tiny-warning/dist/tiny-warning.cjs.js</a:t>
            </a:r>
          </a:p>
          <a:p>
            <a:pPr>
              <a:defRPr sz="1200"/>
            </a:pPr>
            <a:r>
              <a:t>D:/pasar_fix/node_modules/.bun/tiny-warning@1.0.3/node_modules/tiny-warning/dist/tiny-warning.cjs.js.flow</a:t>
            </a:r>
          </a:p>
          <a:p>
            <a:pPr>
              <a:defRPr sz="1200"/>
            </a:pPr>
            <a:r>
              <a:t>D:/pasar_fix/node_modules/.bun/tiny-warning@1.0.3/node_modules/tiny-warning/dist/tiny-warning.esm.js</a:t>
            </a:r>
          </a:p>
          <a:p>
            <a:pPr>
              <a:defRPr sz="1200"/>
            </a:pPr>
            <a:r>
              <a:t>D:/pasar_fix/node_modules/.bun/tiny-warning@1.0.3/node_modules/tiny-warning/dist/tiny-warning.js</a:t>
            </a:r>
          </a:p>
          <a:p>
            <a:pPr>
              <a:defRPr sz="1200"/>
            </a:pPr>
            <a:r>
              <a:t>D:/pasar_fix/node_modules/.bun/tiny-warning@1.0.3/node_modules/tiny-warning/dist/tiny-warning.min.js</a:t>
            </a:r>
          </a:p>
          <a:p>
            <a:pPr>
              <a:defRPr sz="1200"/>
            </a:pPr>
            <a:r>
              <a:t>D:/pasar_fix/node_modules/.bun/tiny-warning@1.0.3/node_modules/tiny-warning/src/index.d.ts</a:t>
            </a:r>
          </a:p>
          <a:p>
            <a:pPr>
              <a:defRPr sz="1200"/>
            </a:pPr>
            <a:r>
              <a:t>D:/pasar_fix/node_modules/.bun/tiny-warning@1.0.3/node_modules/tiny-warning/src/index.js</a:t>
            </a:r>
          </a:p>
          <a:p>
            <a:pPr>
              <a:defRPr sz="1200"/>
            </a:pPr>
            <a:r>
              <a:t>D:/pasar_fix/node_modules/.bun/tinybench@2.9.0/node_modules/tinybench/LICENSE</a:t>
            </a:r>
          </a:p>
          <a:p>
            <a:pPr>
              <a:defRPr sz="1200"/>
            </a:pPr>
            <a:r>
              <a:t>D:/pasar_fix/node_modules/.bun/tinybench@2.9.0/node_modules/tinybench/package.json</a:t>
            </a:r>
          </a:p>
          <a:p>
            <a:pPr>
              <a:defRPr sz="1200"/>
            </a:pPr>
            <a:r>
              <a:t>D:/pasar_fix/node_modules/.bun/tinybench@2.9.0/node_modules/tinybench/README.md</a:t>
            </a:r>
          </a:p>
          <a:p>
            <a:pPr>
              <a:defRPr sz="1200"/>
            </a:pPr>
            <a:r>
              <a:t>D:/pasar_fix/node_modules/.bun/tinybench@2.9.0/node_modules/tinybench/dist/index.cjs</a:t>
            </a:r>
          </a:p>
          <a:p>
            <a:pPr>
              <a:defRPr sz="1200"/>
            </a:pPr>
            <a:r>
              <a:t>D:/pasar_fix/node_modules/.bun/tinybench@2.9.0/node_modules/tinybench/dist/index.d.cts</a:t>
            </a:r>
          </a:p>
          <a:p>
            <a:pPr>
              <a:defRPr sz="1200"/>
            </a:pPr>
            <a:r>
              <a:t>D:/pasar_fix/node_modules/.bun/tinybench@2.9.0/node_modules/tinybench/dist/index.d.ts</a:t>
            </a:r>
          </a:p>
          <a:p>
            <a:pPr>
              <a:defRPr sz="1200"/>
            </a:pPr>
            <a:r>
              <a:t>D:/pasar_fix/node_modules/.bun/tinybench@2.9.0/node_modules/tinybench/dist/index.js</a:t>
            </a:r>
          </a:p>
          <a:p>
            <a:pPr>
              <a:defRPr sz="1200"/>
            </a:pPr>
            <a:r>
              <a:t>D:/pasar_fix/node_modules/.bun/tinyclip@0.1.12/node_modules/tinyclip/LICENSE</a:t>
            </a:r>
          </a:p>
          <a:p>
            <a:pPr>
              <a:defRPr sz="1200"/>
            </a:pPr>
            <a:r>
              <a:t>D:/pasar_fix/node_modules/.bun/tinyclip@0.1.12/node_modules/tinyclip/package.json</a:t>
            </a:r>
          </a:p>
          <a:p>
            <a:pPr>
              <a:defRPr sz="1200"/>
            </a:pPr>
            <a:r>
              <a:t>D:/pasar_fix/node_modules/.bun/tinyclip@0.1.12/node_modules/tinyclip/README.md</a:t>
            </a:r>
          </a:p>
          <a:p>
            <a:pPr>
              <a:defRPr sz="1200"/>
            </a:pPr>
            <a:r>
              <a:t>D:/pasar_fix/node_modules/.bun/tinyclip@0.1.12/node_modules/tinyclip/dist/index.d.ts</a:t>
            </a:r>
          </a:p>
          <a:p>
            <a:pPr>
              <a:defRPr sz="1200"/>
            </a:pPr>
            <a:r>
              <a:t>D:/pasar_fix/node_modules/.bun/tinyclip@0.1.12/node_modules/tinyclip/dist/index.js</a:t>
            </a:r>
          </a:p>
          <a:p>
            <a:pPr>
              <a:defRPr sz="1200"/>
            </a:pPr>
            <a:r>
              <a:t>D:/pasar_fix/node_modules/.bun/tinyexec@0.3.2/node_modules/tinyexec/LICENSE</a:t>
            </a:r>
          </a:p>
          <a:p>
            <a:pPr>
              <a:defRPr sz="1200"/>
            </a:pPr>
            <a:r>
              <a:t>D:/pasar_fix/node_modules/.bun/tinyexec@0.3.2/node_modules/tinyexec/package.json</a:t>
            </a:r>
          </a:p>
          <a:p>
            <a:pPr>
              <a:defRPr sz="1200"/>
            </a:pPr>
            <a:r>
              <a:t>D:/pasar_fix/node_modules/.bun/tinyexec@0.3.2/node_modules/tinyexec/README.md</a:t>
            </a:r>
          </a:p>
          <a:p>
            <a:pPr>
              <a:defRPr sz="1200"/>
            </a:pPr>
            <a:r>
              <a:t>D:/pasar_fix/node_modules/.bun/tinyexec@0.3.2/node_modules/tinyexec/dist/main.cjs</a:t>
            </a:r>
          </a:p>
          <a:p>
            <a:pPr>
              <a:defRPr sz="1200"/>
            </a:pPr>
            <a:r>
              <a:t>D:/pasar_fix/node_modules/.bun/tinyexec@0.3.2/node_modules/tinyexec/dist/main.d.cts</a:t>
            </a:r>
          </a:p>
          <a:p>
            <a:pPr>
              <a:defRPr sz="1200"/>
            </a:pPr>
            <a:r>
              <a:t>D:/pasar_fix/node_modules/.bun/tinyexec@0.3.2/node_modules/tinyexec/dist/main.d.ts</a:t>
            </a:r>
          </a:p>
          <a:p>
            <a:pPr>
              <a:defRPr sz="1200"/>
            </a:pPr>
            <a:r>
              <a:t>D:/pasar_fix/node_modules/.bun/tinyexec@0.3.2/node_modules/tinyexec/dist/main.js</a:t>
            </a:r>
          </a:p>
          <a:p>
            <a:pPr>
              <a:defRPr sz="1200"/>
            </a:pPr>
            <a:r>
              <a:t>D:/pasar_fix/node_modules/.bun/tinyexec@1.2.4/node_modules/tinyexec/LICENSE</a:t>
            </a:r>
          </a:p>
          <a:p>
            <a:pPr>
              <a:defRPr sz="1200"/>
            </a:pPr>
            <a:r>
              <a:t>D:/pasar_fix/node_modules/.bun/tinyexec@1.2.4/node_modules/tinyexec/package.json</a:t>
            </a:r>
          </a:p>
          <a:p>
            <a:pPr>
              <a:defRPr sz="1200"/>
            </a:pPr>
            <a:r>
              <a:t>D:/pasar_fix/node_modules/.bun/tinyexec@1.2.4/node_modules/tinyexec/README.md</a:t>
            </a:r>
          </a:p>
          <a:p>
            <a:pPr>
              <a:defRPr sz="1200"/>
            </a:pPr>
            <a:r>
              <a:t>D:/pasar_fix/node_modules/.bun/tinyexec@1.2.4/node_modules/tinyexec/dist/main.d.mts</a:t>
            </a:r>
          </a:p>
          <a:p>
            <a:pPr>
              <a:defRPr sz="1200"/>
            </a:pPr>
            <a:r>
              <a:t>D:/pasar_fix/node_modules/.bun/tinyexec@1.2.4/node_modules/tinyexec/dist/main.mjs</a:t>
            </a:r>
          </a:p>
          <a:p>
            <a:pPr>
              <a:defRPr sz="1200"/>
            </a:pPr>
            <a:r>
              <a:t>D:/pasar_fix/node_modules/.bun/tinyglobby@0.2.16/node_modules/tinyglobby/LICENSE</a:t>
            </a:r>
          </a:p>
          <a:p>
            <a:pPr>
              <a:defRPr sz="1200"/>
            </a:pPr>
            <a:r>
              <a:t>D:/pasar_fix/node_modules/.bun/tinyglobby@0.2.16/node_modules/tinyglobby/package.json</a:t>
            </a:r>
          </a:p>
          <a:p>
            <a:pPr>
              <a:defRPr sz="1200"/>
            </a:pPr>
            <a:r>
              <a:t>D:/pasar_fix/node_modules/.bun/tinyglobby@0.2.16/node_modules/tinyglobby/README.md</a:t>
            </a:r>
          </a:p>
          <a:p>
            <a:pPr>
              <a:defRPr sz="1200"/>
            </a:pPr>
            <a:r>
              <a:t>D:/pasar_fix/node_modules/.bun/tinyglobby@0.2.16/node_modules/tinyglobby/dist/index.cjs</a:t>
            </a:r>
          </a:p>
          <a:p>
            <a:pPr>
              <a:defRPr sz="1200"/>
            </a:pPr>
            <a:r>
              <a:t>D:/pasar_fix/node_modules/.bun/tinyglobby@0.2.16/node_modules/tinyglobby/dist/index.d.cts</a:t>
            </a:r>
          </a:p>
          <a:p>
            <a:pPr>
              <a:defRPr sz="1200"/>
            </a:pPr>
            <a:r>
              <a:t>D:/pasar_fix/node_modules/.bun/tinyglobby@0.2.16/node_modules/tinyglobby/dist/index.d.mts</a:t>
            </a:r>
          </a:p>
          <a:p>
            <a:pPr>
              <a:defRPr sz="1200"/>
            </a:pPr>
            <a:r>
              <a:t>D:/pasar_fix/node_modules/.bun/tinyglobby@0.2.16/node_modules/tinyglobby/dist/index.mjs</a:t>
            </a:r>
          </a:p>
          <a:p>
            <a:pPr>
              <a:defRPr sz="1200"/>
            </a:pPr>
            <a:r>
              <a:t>D:/pasar_fix/node_modules/.bun/tinypool@1.1.1/node_modules/tinypool/LICENSE</a:t>
            </a:r>
          </a:p>
          <a:p>
            <a:pPr>
              <a:defRPr sz="1200"/>
            </a:pPr>
            <a:r>
              <a:t>D:/pasar_fix/node_modules/.bun/tinypool@1.1.1/node_modules/tinypool/package.json</a:t>
            </a:r>
          </a:p>
          <a:p>
            <a:pPr>
              <a:defRPr sz="1200"/>
            </a:pPr>
            <a:r>
              <a:t>D:/pasar_fix/node_modules/.bun/tinypool@1.1.1/node_modules/tinypool/README.md</a:t>
            </a:r>
          </a:p>
          <a:p>
            <a:pPr>
              <a:defRPr sz="1200"/>
            </a:pPr>
            <a:r>
              <a:t>D:/pasar_fix/node_modules/.bun/tinypool@1.1.1/node_modules/tinypool/dist/common-Qw-RoVFD.js</a:t>
            </a:r>
          </a:p>
          <a:p>
            <a:pPr>
              <a:defRPr sz="1200"/>
            </a:pPr>
            <a:r>
              <a:t>D:/pasar_fix/node_modules/.bun/tinypool@1.1.1/node_modules/tinypool/dist/index.d.ts</a:t>
            </a:r>
          </a:p>
          <a:p>
            <a:pPr>
              <a:defRPr sz="1200"/>
            </a:pPr>
            <a:r>
              <a:t>D:/pasar_fix/node_modules/.bun/tinypool@1.1.1/node_modules/tinypool/dist/index.js</a:t>
            </a:r>
          </a:p>
          <a:p>
            <a:pPr>
              <a:defRPr sz="1200"/>
            </a:pPr>
            <a:r>
              <a:t>D:/pasar_fix/node_modules/.bun/tinypool@1.1.1/node_modules/tinypool/dist/utils-B--2TaWv.js</a:t>
            </a:r>
          </a:p>
          <a:p>
            <a:pPr>
              <a:defRPr sz="1200"/>
            </a:pPr>
            <a:r>
              <a:t>D:/pasar_fix/node_modules/.bun/tinypool@1.1.1/node_modules/tinypool/dist/utils-De75vAgL.js</a:t>
            </a:r>
          </a:p>
          <a:p>
            <a:pPr>
              <a:defRPr sz="1200"/>
            </a:pPr>
            <a:r>
              <a:t>D:/pasar_fix/node_modules/.bun/tinypool@1.1.1/node_modules/tinypool/dist/entry/process.d.ts</a:t>
            </a:r>
          </a:p>
          <a:p>
            <a:pPr>
              <a:defRPr sz="1200"/>
            </a:pPr>
            <a:r>
              <a:t>D:/pasar_fix/node_modules/.bun/tinypool@1.1.1/node_modules/tinypool/dist/entry/process.js</a:t>
            </a:r>
          </a:p>
          <a:p>
            <a:pPr>
              <a:defRPr sz="1200"/>
            </a:pPr>
            <a:r>
              <a:t>D:/pasar_fix/node_modules/.bun/tinypool@1.1.1/node_modules/tinypool/dist/entry/utils.d.ts</a:t>
            </a:r>
          </a:p>
          <a:p>
            <a:pPr>
              <a:defRPr sz="1200"/>
            </a:pPr>
            <a:r>
              <a:t>D:/pasar_fix/node_modules/.bun/tinypool@1.1.1/node_modules/tinypool/dist/entry/utils.js</a:t>
            </a:r>
          </a:p>
          <a:p>
            <a:pPr>
              <a:defRPr sz="1200"/>
            </a:pPr>
            <a:r>
              <a:t>D:/pasar_fix/node_modules/.bun/tinypool@1.1.1/node_modules/tinypool/dist/entry/worker.d.ts</a:t>
            </a:r>
          </a:p>
          <a:p>
            <a:pPr>
              <a:defRPr sz="1200"/>
            </a:pPr>
            <a:r>
              <a:t>D:/pasar_fix/node_modules/.bun/tinypool@1.1.1/node_modules/tinypool/dist/entry/worker.js</a:t>
            </a:r>
          </a:p>
          <a:p>
            <a:pPr>
              <a:defRPr sz="1200"/>
            </a:pPr>
            <a:r>
              <a:t>D:/pasar_fix/node_modules/.bun/tinyrainbow@2.0.0/node_modules/tinyrainbow/LICENCE</a:t>
            </a:r>
          </a:p>
          <a:p>
            <a:pPr>
              <a:defRPr sz="1200"/>
            </a:pPr>
            <a:r>
              <a:t>D:/pasar_fix/node_modules/.bun/tinyrainbow@2.0.0/node_modules/tinyrainbow/package.json</a:t>
            </a:r>
          </a:p>
          <a:p>
            <a:pPr>
              <a:defRPr sz="1200"/>
            </a:pPr>
            <a:r>
              <a:t>D:/pasar_fix/node_modules/.bun/tinyrainbow@2.0.0/node_modules/tinyrainbow/README.md</a:t>
            </a:r>
          </a:p>
          <a:p>
            <a:pPr>
              <a:defRPr sz="1200"/>
            </a:pPr>
            <a:r>
              <a:t>D:/pasar_fix/node_modules/.bun/tinyrainbow@2.0.0/node_modules/tinyrainbow/dist/browser.d.ts</a:t>
            </a:r>
          </a:p>
          <a:p>
            <a:pPr>
              <a:defRPr sz="1200"/>
            </a:pPr>
            <a:r>
              <a:t>D:/pasar_fix/node_modules/.bun/tinyrainbow@2.0.0/node_modules/tinyrainbow/dist/browser.js</a:t>
            </a:r>
          </a:p>
          <a:p>
            <a:pPr>
              <a:defRPr sz="1200"/>
            </a:pPr>
            <a:r>
              <a:t>D:/pasar_fix/node_modules/.bun/tinyrainbow@2.0.0/node_modules/tinyrainbow/dist/chunk-BVHSVHOK.js</a:t>
            </a:r>
          </a:p>
          <a:p>
            <a:pPr>
              <a:defRPr sz="1200"/>
            </a:pPr>
            <a:r>
              <a:t>D:/pasar_fix/node_modules/.bun/tinyrainbow@2.0.0/node_modules/tinyrainbow/dist/index-8b61d5bc.d.ts</a:t>
            </a:r>
          </a:p>
          <a:p>
            <a:pPr>
              <a:defRPr sz="1200"/>
            </a:pPr>
            <a:r>
              <a:t>D:/pasar_fix/node_modules/.bun/tinyrainbow@2.0.0/node_modules/tinyrainbow/dist/node.d.ts</a:t>
            </a:r>
          </a:p>
          <a:p>
            <a:pPr>
              <a:defRPr sz="1200"/>
            </a:pPr>
            <a:r>
              <a:t>D:/pasar_fix/node_modules/.bun/tinyrainbow@2.0.0/node_modules/tinyrainbow/dist/node.js</a:t>
            </a:r>
          </a:p>
          <a:p>
            <a:pPr>
              <a:defRPr sz="1200"/>
            </a:pPr>
            <a:r>
              <a:t>D:/pasar_fix/node_modules/.bun/tinyspy@4.0.4/node_modules/tinyspy/LICENCE</a:t>
            </a:r>
          </a:p>
          <a:p>
            <a:pPr>
              <a:defRPr sz="1200"/>
            </a:pPr>
            <a:r>
              <a:t>D:/pasar_fix/node_modules/.bun/tinyspy@4.0.4/node_modules/tinyspy/package.json</a:t>
            </a:r>
          </a:p>
          <a:p>
            <a:pPr>
              <a:defRPr sz="1200"/>
            </a:pPr>
            <a:r>
              <a:t>D:/pasar_fix/node_modules/.bun/tinyspy@4.0.4/node_modules/tinyspy/README.md</a:t>
            </a:r>
          </a:p>
          <a:p>
            <a:pPr>
              <a:defRPr sz="1200"/>
            </a:pPr>
            <a:r>
              <a:t>D:/pasar_fix/node_modules/.bun/tinyspy@4.0.4/node_modules/tinyspy/dist/index.d.ts</a:t>
            </a:r>
          </a:p>
          <a:p>
            <a:pPr>
              <a:defRPr sz="1200"/>
            </a:pPr>
            <a:r>
              <a:t>D:/pasar_fix/node_modules/.bun/tinyspy@4.0.4/node_modules/tinyspy/dist/index.js</a:t>
            </a:r>
          </a:p>
          <a:p>
            <a:pPr>
              <a:defRPr sz="1200"/>
            </a:pPr>
            <a:r>
              <a:t>D:/pasar_fix/node_modules/.bun/tldts-core@6.1.86/node_modules/tldts-core/index.ts</a:t>
            </a:r>
          </a:p>
          <a:p>
            <a:pPr>
              <a:defRPr sz="1200"/>
            </a:pPr>
            <a:r>
              <a:t>D:/pasar_fix/node_modules/.bun/tldts-core@6.1.86/node_modules/tldts-core/LICENSE</a:t>
            </a:r>
          </a:p>
          <a:p>
            <a:pPr>
              <a:defRPr sz="1200"/>
            </a:pPr>
            <a:r>
              <a:t>D:/pasar_fix/node_modules/.bun/tldts-core@6.1.86/node_modules/tldts-core/package.json</a:t>
            </a:r>
          </a:p>
          <a:p>
            <a:pPr>
              <a:defRPr sz="1200"/>
            </a:pPr>
            <a:r>
              <a:t>D:/pasar_fix/node_modules/.bun/tldts-core@6.1.86/node_modules/tldts-core/README.md</a:t>
            </a:r>
          </a:p>
          <a:p>
            <a:pPr>
              <a:defRPr sz="1200"/>
            </a:pPr>
            <a:r>
              <a:t>D:/pasar_fix/node_modules/.bun/tldts-core@6.1.86/node_modules/tldts-core/dist/cjs/index.js</a:t>
            </a:r>
          </a:p>
          <a:p>
            <a:pPr>
              <a:defRPr sz="1200"/>
            </a:pPr>
            <a:r>
              <a:t>D:/pasar_fix/node_modules/.bun/tldts-core@6.1.86/node_modules/tldts-core/dist/cjs/index.js.map</a:t>
            </a:r>
          </a:p>
          <a:p>
            <a:pPr>
              <a:defRPr sz="1200"/>
            </a:pPr>
            <a:r>
              <a:t>D:/pasar_fix/node_modules/.bun/tldts-core@6.1.86/node_modules/tldts-core/dist/cjs/tsconfig.tsbuildinfo</a:t>
            </a:r>
          </a:p>
          <a:p>
            <a:pPr>
              <a:defRPr sz="1200"/>
            </a:pPr>
            <a:r>
              <a:t>D:/pasar_fix/node_modules/.bun/tldts-core@6.1.86/node_modules/tldts-core/dist/cjs/src/domain-without-suffix.js</a:t>
            </a:r>
          </a:p>
          <a:p>
            <a:pPr>
              <a:defRPr sz="1200"/>
            </a:pPr>
            <a:r>
              <a:t>D:/pasar_fix/node_modules/.bun/tldts-core@6.1.86/node_modules/tldts-core/dist/cjs/src/domain-without-suffix.js.map</a:t>
            </a:r>
          </a:p>
          <a:p>
            <a:pPr>
              <a:defRPr sz="1200"/>
            </a:pPr>
            <a:r>
              <a:t>D:/pasar_fix/node_modules/.bun/tldts-core@6.1.86/node_modules/tldts-core/dist/cjs/src/domain.js</a:t>
            </a:r>
          </a:p>
          <a:p>
            <a:pPr>
              <a:defRPr sz="1200"/>
            </a:pPr>
            <a:r>
              <a:t>D:/pasar_fix/node_modules/.bun/tldts-core@6.1.86/node_modules/tldts-core/dist/cjs/src/domain.js.map</a:t>
            </a:r>
          </a:p>
          <a:p>
            <a:pPr>
              <a:defRPr sz="1200"/>
            </a:pPr>
            <a:r>
              <a:t>D:/pasar_fix/node_modules/.bun/tldts-core@6.1.86/node_modules/tldts-core/dist/cjs/src/extract-hostname.js</a:t>
            </a:r>
          </a:p>
          <a:p>
            <a:pPr>
              <a:defRPr sz="1200"/>
            </a:pPr>
            <a:r>
              <a:t>D:/pasar_fix/node_modules/.bun/tldts-core@6.1.86/node_modules/tldts-core/dist/cjs/src/extract-hostname.js.map</a:t>
            </a:r>
          </a:p>
          <a:p>
            <a:pPr>
              <a:defRPr sz="1200"/>
            </a:pPr>
            <a:r>
              <a:t>D:/pasar_fix/node_modules/.bun/tldts-core@6.1.86/node_modules/tldts-core/dist/cjs/src/factory.js</a:t>
            </a:r>
          </a:p>
          <a:p>
            <a:pPr>
              <a:defRPr sz="1200"/>
            </a:pPr>
            <a:r>
              <a:t>D:/pasar_fix/node_modules/.bun/tldts-core@6.1.86/node_modules/tldts-core/dist/cjs/src/factory.js.map</a:t>
            </a:r>
          </a:p>
          <a:p>
            <a:pPr>
              <a:defRPr sz="1200"/>
            </a:pPr>
            <a:r>
              <a:t>D:/pasar_fix/node_modules/.bun/tldts-core@6.1.86/node_modules/tldts-core/dist/cjs/src/is-ip.js</a:t>
            </a:r>
          </a:p>
          <a:p>
            <a:pPr>
              <a:defRPr sz="1200"/>
            </a:pPr>
            <a:r>
              <a:t>D:/pasar_fix/node_modules/.bun/tldts-core@6.1.86/node_modules/tldts-core/dist/cjs/src/is-ip.js.map</a:t>
            </a:r>
          </a:p>
          <a:p>
            <a:pPr>
              <a:defRPr sz="1200"/>
            </a:pPr>
            <a:r>
              <a:t>D:/pasar_fix/node_modules/.bun/tldts-core@6.1.86/node_modules/tldts-core/dist/cjs/src/is-valid.js</a:t>
            </a:r>
          </a:p>
          <a:p>
            <a:pPr>
              <a:defRPr sz="1200"/>
            </a:pPr>
            <a:r>
              <a:t>D:/pasar_fix/node_modules/.bun/tldts-core@6.1.86/node_modules/tldts-core/dist/cjs/src/is-valid.js.map</a:t>
            </a:r>
          </a:p>
          <a:p>
            <a:pPr>
              <a:defRPr sz="1200"/>
            </a:pPr>
            <a:r>
              <a:t>D:/pasar_fix/node_modules/.bun/tldts-core@6.1.86/node_modules/tldts-core/dist/cjs/src/options.js</a:t>
            </a:r>
          </a:p>
          <a:p>
            <a:pPr>
              <a:defRPr sz="1200"/>
            </a:pPr>
            <a:r>
              <a:t>D:/pasar_fix/node_modules/.bun/tldts-core@6.1.86/node_modules/tldts-core/dist/cjs/src/options.js.map</a:t>
            </a:r>
          </a:p>
          <a:p>
            <a:pPr>
              <a:defRPr sz="1200"/>
            </a:pPr>
            <a:r>
              <a:t>D:/pasar_fix/node_modules/.bun/tldts-core@6.1.86/node_modules/tldts-core/dist/cjs/src/subdomain.js</a:t>
            </a:r>
          </a:p>
          <a:p>
            <a:pPr>
              <a:defRPr sz="1200"/>
            </a:pPr>
            <a:r>
              <a:t>D:/pasar_fix/node_modules/.bun/tldts-core@6.1.86/node_modules/tldts-core/dist/cjs/src/subdomain.js.map</a:t>
            </a:r>
          </a:p>
          <a:p>
            <a:pPr>
              <a:defRPr sz="1200"/>
            </a:pPr>
            <a:r>
              <a:t>D:/pasar_fix/node_modules/.bun/tldts-core@6.1.86/node_modules/tldts-core/dist/cjs/src/lookup/fast-path.js</a:t>
            </a:r>
          </a:p>
          <a:p>
            <a:pPr>
              <a:defRPr sz="1200"/>
            </a:pPr>
            <a:r>
              <a:t>D:/pasar_fix/node_modules/.bun/tldts-core@6.1.86/node_modules/tldts-core/dist/cjs/src/lookup/fast-path.js.map</a:t>
            </a:r>
          </a:p>
          <a:p>
            <a:pPr>
              <a:defRPr sz="1200"/>
            </a:pPr>
            <a:r>
              <a:t>D:/pasar_fix/node_modules/.bun/tldts-core@6.1.86/node_modules/tldts-core/dist/cjs/src/lookup/interface.js</a:t>
            </a:r>
          </a:p>
          <a:p>
            <a:pPr>
              <a:defRPr sz="1200"/>
            </a:pPr>
            <a:r>
              <a:t>D:/pasar_fix/node_modules/.bun/tldts-core@6.1.86/node_modules/tldts-core/dist/cjs/src/lookup/interface.js.map</a:t>
            </a:r>
          </a:p>
          <a:p>
            <a:pPr>
              <a:defRPr sz="1200"/>
            </a:pPr>
            <a:r>
              <a:t>D:/pasar_fix/node_modules/.bun/tldts-core@6.1.86/node_modules/tldts-core/dist/es6/index.js</a:t>
            </a:r>
          </a:p>
          <a:p>
            <a:pPr>
              <a:defRPr sz="1200"/>
            </a:pPr>
            <a:r>
              <a:t>D:/pasar_fix/node_modules/.bun/tldts-core@6.1.86/node_modules/tldts-core/dist/es6/index.js.map</a:t>
            </a:r>
          </a:p>
          <a:p>
            <a:pPr>
              <a:defRPr sz="1200"/>
            </a:pPr>
            <a:r>
              <a:t>D:/pasar_fix/node_modules/.bun/tldts-core@6.1.86/node_modules/tldts-core/dist/es6/tsconfig.bundle.tsbuildinfo</a:t>
            </a:r>
          </a:p>
          <a:p>
            <a:pPr>
              <a:defRPr sz="1200"/>
            </a:pPr>
            <a:r>
              <a:t>D:/pasar_fix/node_modules/.bun/tldts-core@6.1.86/node_modules/tldts-core/dist/es6/src/domain-without-suffix.js</a:t>
            </a:r>
          </a:p>
          <a:p>
            <a:pPr>
              <a:defRPr sz="1200"/>
            </a:pPr>
            <a:r>
              <a:t>D:/pasar_fix/node_modules/.bun/tldts-core@6.1.86/node_modules/tldts-core/dist/es6/src/domain-without-suffix.js.map</a:t>
            </a:r>
          </a:p>
          <a:p>
            <a:pPr>
              <a:defRPr sz="1200"/>
            </a:pPr>
            <a:r>
              <a:t>D:/pasar_fix/node_modules/.bun/tldts-core@6.1.86/node_modules/tldts-core/dist/es6/src/domain.js</a:t>
            </a:r>
          </a:p>
          <a:p>
            <a:pPr>
              <a:defRPr sz="1200"/>
            </a:pPr>
            <a:r>
              <a:t>D:/pasar_fix/node_modules/.bun/tldts-core@6.1.86/node_modules/tldts-core/dist/es6/src/domain.js.map</a:t>
            </a:r>
          </a:p>
          <a:p>
            <a:pPr>
              <a:defRPr sz="1200"/>
            </a:pPr>
            <a:r>
              <a:t>D:/pasar_fix/node_modules/.bun/tldts-core@6.1.86/node_modules/tldts-core/dist/es6/src/extract-hostname.js</a:t>
            </a:r>
          </a:p>
          <a:p>
            <a:pPr>
              <a:defRPr sz="1200"/>
            </a:pPr>
            <a:r>
              <a:t>D:/pasar_fix/node_modules/.bun/tldts-core@6.1.86/node_modules/tldts-core/dist/es6/src/extract-hostname.js.map</a:t>
            </a:r>
          </a:p>
          <a:p>
            <a:pPr>
              <a:defRPr sz="1200"/>
            </a:pPr>
            <a:r>
              <a:t>D:/pasar_fix/node_modules/.bun/tldts-core@6.1.86/node_modules/tldts-core/dist/es6/src/factory.js</a:t>
            </a:r>
          </a:p>
          <a:p>
            <a:pPr>
              <a:defRPr sz="1200"/>
            </a:pPr>
            <a:r>
              <a:t>D:/pasar_fix/node_modules/.bun/tldts-core@6.1.86/node_modules/tldts-core/dist/es6/src/factory.js.map</a:t>
            </a:r>
          </a:p>
          <a:p>
            <a:pPr>
              <a:defRPr sz="1200"/>
            </a:pPr>
            <a:r>
              <a:t>D:/pasar_fix/node_modules/.bun/tldts-core@6.1.86/node_modules/tldts-core/dist/es6/src/is-ip.js</a:t>
            </a:r>
          </a:p>
          <a:p>
            <a:pPr>
              <a:defRPr sz="1200"/>
            </a:pPr>
            <a:r>
              <a:t>D:/pasar_fix/node_modules/.bun/tldts-core@6.1.86/node_modules/tldts-core/dist/es6/src/is-ip.js.map</a:t>
            </a:r>
          </a:p>
          <a:p>
            <a:pPr>
              <a:defRPr sz="1200"/>
            </a:pPr>
            <a:r>
              <a:t>D:/pasar_fix/node_modules/.bun/tldts-core@6.1.86/node_modules/tldts-core/dist/es6/src/is-valid.js</a:t>
            </a:r>
          </a:p>
          <a:p>
            <a:pPr>
              <a:defRPr sz="1200"/>
            </a:pPr>
            <a:r>
              <a:t>D:/pasar_fix/node_modules/.bun/tldts-core@6.1.86/node_modules/tldts-core/dist/es6/src/is-valid.js.map</a:t>
            </a:r>
          </a:p>
          <a:p>
            <a:pPr>
              <a:defRPr sz="1200"/>
            </a:pPr>
            <a:r>
              <a:t>D:/pasar_fix/node_modules/.bun/tldts-core@6.1.86/node_modules/tldts-core/dist/es6/src/options.js</a:t>
            </a:r>
          </a:p>
          <a:p>
            <a:pPr>
              <a:defRPr sz="1200"/>
            </a:pPr>
            <a:r>
              <a:t>D:/pasar_fix/node_modules/.bun/tldts-core@6.1.86/node_modules/tldts-core/dist/es6/src/options.js.map</a:t>
            </a:r>
          </a:p>
          <a:p>
            <a:pPr>
              <a:defRPr sz="1200"/>
            </a:pPr>
            <a:r>
              <a:t>D:/pasar_fix/node_modules/.bun/tldts-core@6.1.86/node_modules/tldts-core/dist/es6/src/subdomain.js</a:t>
            </a:r>
          </a:p>
          <a:p>
            <a:pPr>
              <a:defRPr sz="1200"/>
            </a:pPr>
            <a:r>
              <a:t>D:/pasar_fix/node_modules/.bun/tldts-core@6.1.86/node_modules/tldts-core/dist/es6/src/subdomain.js.map</a:t>
            </a:r>
          </a:p>
          <a:p>
            <a:pPr>
              <a:defRPr sz="1200"/>
            </a:pPr>
            <a:r>
              <a:t>D:/pasar_fix/node_modules/.bun/tldts-core@6.1.86/node_modules/tldts-core/dist/es6/src/lookup/fast-path.js</a:t>
            </a:r>
          </a:p>
          <a:p>
            <a:pPr>
              <a:defRPr sz="1200"/>
            </a:pPr>
            <a:r>
              <a:t>D:/pasar_fix/node_modules/.bun/tldts-core@6.1.86/node_modules/tldts-core/dist/es6/src/lookup/fast-path.js.map</a:t>
            </a:r>
          </a:p>
          <a:p>
            <a:pPr>
              <a:defRPr sz="1200"/>
            </a:pPr>
            <a:r>
              <a:t>D:/pasar_fix/node_modules/.bun/tldts-core@6.1.86/node_modules/tldts-core/dist/es6/src/lookup/interface.js</a:t>
            </a:r>
          </a:p>
          <a:p>
            <a:pPr>
              <a:defRPr sz="1200"/>
            </a:pPr>
            <a:r>
              <a:t>D:/pasar_fix/node_modules/.bun/tldts-core@6.1.86/node_modules/tldts-core/dist/es6/src/lookup/interface.js.map</a:t>
            </a:r>
          </a:p>
          <a:p>
            <a:pPr>
              <a:defRPr sz="1200"/>
            </a:pPr>
            <a:r>
              <a:t>D:/pasar_fix/node_modules/.bun/tldts-core@6.1.86/node_modules/tldts-core/dist/types/index.d.ts</a:t>
            </a:r>
          </a:p>
          <a:p>
            <a:pPr>
              <a:defRPr sz="1200"/>
            </a:pPr>
            <a:r>
              <a:t>D:/pasar_fix/node_modules/.bun/tldts-core@6.1.86/node_modules/tldts-core/dist/types/src/domain-without-suffix.d.ts</a:t>
            </a:r>
          </a:p>
          <a:p>
            <a:pPr>
              <a:defRPr sz="1200"/>
            </a:pPr>
            <a:r>
              <a:t>D:/pasar_fix/node_modules/.bun/tldts-core@6.1.86/node_modules/tldts-core/dist/types/src/domain.d.ts</a:t>
            </a:r>
          </a:p>
          <a:p>
            <a:pPr>
              <a:defRPr sz="1200"/>
            </a:pPr>
            <a:r>
              <a:t>D:/pasar_fix/node_modules/.bun/tldts-core@6.1.86/node_modules/tldts-core/dist/types/src/extract-hostname.d.ts</a:t>
            </a:r>
          </a:p>
          <a:p>
            <a:pPr>
              <a:defRPr sz="1200"/>
            </a:pPr>
            <a:r>
              <a:t>D:/pasar_fix/node_modules/.bun/tldts-core@6.1.86/node_modules/tldts-core/dist/types/src/factory.d.ts</a:t>
            </a:r>
          </a:p>
          <a:p>
            <a:pPr>
              <a:defRPr sz="1200"/>
            </a:pPr>
            <a:r>
              <a:t>D:/pasar_fix/node_modules/.bun/tldts-core@6.1.86/node_modules/tldts-core/dist/types/src/is-ip.d.ts</a:t>
            </a:r>
          </a:p>
          <a:p>
            <a:pPr>
              <a:defRPr sz="1200"/>
            </a:pPr>
            <a:r>
              <a:t>D:/pasar_fix/node_modules/.bun/tldts-core@6.1.86/node_modules/tldts-core/dist/types/src/is-valid.d.ts</a:t>
            </a:r>
          </a:p>
          <a:p>
            <a:pPr>
              <a:defRPr sz="1200"/>
            </a:pPr>
            <a:r>
              <a:t>D:/pasar_fix/node_modules/.bun/tldts-core@6.1.86/node_modules/tldts-core/dist/types/src/options.d.ts</a:t>
            </a:r>
          </a:p>
          <a:p>
            <a:pPr>
              <a:defRPr sz="1200"/>
            </a:pPr>
            <a:r>
              <a:t>D:/pasar_fix/node_modules/.bun/tldts-core@6.1.86/node_modules/tldts-core/dist/types/src/subdomain.d.ts</a:t>
            </a:r>
          </a:p>
          <a:p>
            <a:pPr>
              <a:defRPr sz="1200"/>
            </a:pPr>
            <a:r>
              <a:t>D:/pasar_fix/node_modules/.bun/tldts-core@6.1.86/node_modules/tldts-core/dist/types/src/lookup/fast-path.d.ts</a:t>
            </a:r>
          </a:p>
          <a:p>
            <a:pPr>
              <a:defRPr sz="1200"/>
            </a:pPr>
            <a:r>
              <a:t>D:/pasar_fix/node_modules/.bun/tldts-core@6.1.86/node_modules/tldts-core/dist/types/src/lookup/interface.d.ts</a:t>
            </a:r>
          </a:p>
          <a:p>
            <a:pPr>
              <a:defRPr sz="1200"/>
            </a:pPr>
            <a:r>
              <a:t>D:/pasar_fix/node_modules/.bun/tldts-core@6.1.86/node_modules/tldts-core/src/domain-without-suffix.ts</a:t>
            </a:r>
          </a:p>
          <a:p>
            <a:pPr>
              <a:defRPr sz="1200"/>
            </a:pPr>
            <a:r>
              <a:t>D:/pasar_fix/node_modules/.bun/tldts-core@6.1.86/node_modules/tldts-core/src/domain.ts</a:t>
            </a:r>
          </a:p>
          <a:p>
            <a:pPr>
              <a:defRPr sz="1200"/>
            </a:pPr>
            <a:r>
              <a:t>D:/pasar_fix/node_modules/.bun/tldts-core@6.1.86/node_modules/tldts-core/src/extract-hostname.ts</a:t>
            </a:r>
          </a:p>
          <a:p>
            <a:pPr>
              <a:defRPr sz="1200"/>
            </a:pPr>
            <a:r>
              <a:t>D:/pasar_fix/node_modules/.bun/tldts-core@6.1.86/node_modules/tldts-core/src/factory.ts</a:t>
            </a:r>
          </a:p>
          <a:p>
            <a:pPr>
              <a:defRPr sz="1200"/>
            </a:pPr>
            <a:r>
              <a:t>D:/pasar_fix/node_modules/.bun/tldts-core@6.1.86/node_modules/tldts-core/src/is-ip.ts</a:t>
            </a:r>
          </a:p>
          <a:p>
            <a:pPr>
              <a:defRPr sz="1200"/>
            </a:pPr>
            <a:r>
              <a:t>D:/pasar_fix/node_modules/.bun/tldts-core@6.1.86/node_modules/tldts-core/src/is-valid.ts</a:t>
            </a:r>
          </a:p>
          <a:p>
            <a:pPr>
              <a:defRPr sz="1200"/>
            </a:pPr>
            <a:r>
              <a:t>D:/pasar_fix/node_modules/.bun/tldts-core@6.1.86/node_modules/tldts-core/src/options.ts</a:t>
            </a:r>
          </a:p>
          <a:p>
            <a:pPr>
              <a:defRPr sz="1200"/>
            </a:pPr>
            <a:r>
              <a:t>D:/pasar_fix/node_modules/.bun/tldts-core@6.1.86/node_modules/tldts-core/src/subdomain.ts</a:t>
            </a:r>
          </a:p>
          <a:p>
            <a:pPr>
              <a:defRPr sz="1200"/>
            </a:pPr>
            <a:r>
              <a:t>D:/pasar_fix/node_modules/.bun/tldts-core@6.1.86/node_modules/tldts-core/src/lookup/fast-path.ts</a:t>
            </a:r>
          </a:p>
          <a:p>
            <a:pPr>
              <a:defRPr sz="1200"/>
            </a:pPr>
            <a:r>
              <a:t>D:/pasar_fix/node_modules/.bun/tldts-core@6.1.86/node_modules/tldts-core/src/lookup/interface.ts</a:t>
            </a:r>
          </a:p>
          <a:p>
            <a:pPr>
              <a:defRPr sz="1200"/>
            </a:pPr>
            <a:r>
              <a:t>D:/pasar_fix/node_modules/.bun/tldts@6.1.86/node_modules/.bin/tldts.bunx</a:t>
            </a:r>
          </a:p>
          <a:p>
            <a:pPr>
              <a:defRPr sz="1200"/>
            </a:pPr>
            <a:r>
              <a:t>D:/pasar_fix/node_modules/.bun/tldts@6.1.86/node_modules/.bin/tldts.exe</a:t>
            </a:r>
          </a:p>
          <a:p>
            <a:pPr>
              <a:defRPr sz="1200"/>
            </a:pPr>
            <a:r>
              <a:t>D:/pasar_fix/node_modules/.bun/tldts@6.1.86/node_modules/tldts/index.ts</a:t>
            </a:r>
          </a:p>
          <a:p>
            <a:pPr>
              <a:defRPr sz="1200"/>
            </a:pPr>
            <a:r>
              <a:t>D:/pasar_fix/node_modules/.bun/tldts@6.1.86/node_modules/tldts/LICENSE</a:t>
            </a:r>
          </a:p>
          <a:p>
            <a:pPr>
              <a:defRPr sz="1200"/>
            </a:pPr>
            <a:r>
              <a:t>D:/pasar_fix/node_modules/.bun/tldts@6.1.86/node_modules/tldts/package.json</a:t>
            </a:r>
          </a:p>
          <a:p>
            <a:pPr>
              <a:defRPr sz="1200"/>
            </a:pPr>
            <a:r>
              <a:t>D:/pasar_fix/node_modules/.bun/tldts@6.1.86/node_modules/tldts/README.md</a:t>
            </a:r>
          </a:p>
          <a:p>
            <a:pPr>
              <a:defRPr sz="1200"/>
            </a:pPr>
            <a:r>
              <a:t>D:/pasar_fix/node_modules/.bun/tldts@6.1.86/node_modules/tldts/bin/cli.js</a:t>
            </a:r>
          </a:p>
          <a:p>
            <a:pPr>
              <a:defRPr sz="1200"/>
            </a:pPr>
            <a:r>
              <a:t>D:/pasar_fix/node_modules/.bun/tldts@6.1.86/node_modules/tldts/dist/index.cjs.min.js</a:t>
            </a:r>
          </a:p>
          <a:p>
            <a:pPr>
              <a:defRPr sz="1200"/>
            </a:pPr>
            <a:r>
              <a:t>D:/pasar_fix/node_modules/.bun/tldts@6.1.86/node_modules/tldts/dist/index.cjs.min.js.map</a:t>
            </a:r>
          </a:p>
          <a:p>
            <a:pPr>
              <a:defRPr sz="1200"/>
            </a:pPr>
            <a:r>
              <a:t>D:/pasar_fix/node_modules/.bun/tldts@6.1.86/node_modules/tldts/dist/index.esm.min.js</a:t>
            </a:r>
          </a:p>
          <a:p>
            <a:pPr>
              <a:defRPr sz="1200"/>
            </a:pPr>
            <a:r>
              <a:t>D:/pasar_fix/node_modules/.bun/tldts@6.1.86/node_modules/tldts/dist/index.esm.min.js.map</a:t>
            </a:r>
          </a:p>
          <a:p>
            <a:pPr>
              <a:defRPr sz="1200"/>
            </a:pPr>
            <a:r>
              <a:t>D:/pasar_fix/node_modules/.bun/tldts@6.1.86/node_modules/tldts/dist/index.umd.min.js</a:t>
            </a:r>
          </a:p>
          <a:p>
            <a:pPr>
              <a:defRPr sz="1200"/>
            </a:pPr>
            <a:r>
              <a:t>D:/pasar_fix/node_modules/.bun/tldts@6.1.86/node_modules/tldts/dist/index.umd.min.js.map</a:t>
            </a:r>
          </a:p>
          <a:p>
            <a:pPr>
              <a:defRPr sz="1200"/>
            </a:pPr>
            <a:r>
              <a:t>D:/pasar_fix/node_modules/.bun/tldts@6.1.86/node_modules/tldts/dist/cjs/index.js</a:t>
            </a:r>
          </a:p>
          <a:p>
            <a:pPr>
              <a:defRPr sz="1200"/>
            </a:pPr>
            <a:r>
              <a:t>D:/pasar_fix/node_modules/.bun/tldts@6.1.86/node_modules/tldts/dist/cjs/index.js.map</a:t>
            </a:r>
          </a:p>
          <a:p>
            <a:pPr>
              <a:defRPr sz="1200"/>
            </a:pPr>
            <a:r>
              <a:t>D:/pasar_fix/node_modules/.bun/tldts@6.1.86/node_modules/tldts/dist/cjs/tsconfig.tsbuildinfo</a:t>
            </a:r>
          </a:p>
          <a:p>
            <a:pPr>
              <a:defRPr sz="1200"/>
            </a:pPr>
            <a:r>
              <a:t>D:/pasar_fix/node_modules/.bun/tldts@6.1.86/node_modules/tldts/dist/cjs/src/suffix-trie.js</a:t>
            </a:r>
          </a:p>
          <a:p>
            <a:pPr>
              <a:defRPr sz="1200"/>
            </a:pPr>
            <a:r>
              <a:t>D:/pasar_fix/node_modules/.bun/tldts@6.1.86/node_modules/tldts/dist/cjs/src/suffix-trie.js.map</a:t>
            </a:r>
          </a:p>
          <a:p>
            <a:pPr>
              <a:defRPr sz="1200"/>
            </a:pPr>
            <a:r>
              <a:t>D:/pasar_fix/node_modules/.bun/tldts@6.1.86/node_modules/tldts/dist/cjs/src/data/trie.js</a:t>
            </a:r>
          </a:p>
          <a:p>
            <a:pPr>
              <a:defRPr sz="1200"/>
            </a:pPr>
            <a:r>
              <a:t>D:/pasar_fix/node_modules/.bun/tldts@6.1.86/node_modules/tldts/dist/cjs/src/data/trie.js.map</a:t>
            </a:r>
          </a:p>
          <a:p>
            <a:pPr>
              <a:defRPr sz="1200"/>
            </a:pPr>
            <a:r>
              <a:t>D:/pasar_fix/node_modules/.bun/tldts@6.1.86/node_modules/tldts/dist/es6/index.js</a:t>
            </a:r>
          </a:p>
          <a:p>
            <a:pPr>
              <a:defRPr sz="1200"/>
            </a:pPr>
            <a:r>
              <a:t>D:/pasar_fix/node_modules/.bun/tldts@6.1.86/node_modules/tldts/dist/es6/index.js.map</a:t>
            </a:r>
          </a:p>
          <a:p>
            <a:pPr>
              <a:defRPr sz="1200"/>
            </a:pPr>
            <a:r>
              <a:t>D:/pasar_fix/node_modules/.bun/tldts@6.1.86/node_modules/tldts/dist/es6/tsconfig.bundle.tsbuildinfo</a:t>
            </a:r>
          </a:p>
          <a:p>
            <a:pPr>
              <a:defRPr sz="1200"/>
            </a:pPr>
            <a:r>
              <a:t>D:/pasar_fix/node_modules/.bun/tldts@6.1.86/node_modules/tldts/dist/es6/src/suffix-trie.js</a:t>
            </a:r>
          </a:p>
          <a:p>
            <a:pPr>
              <a:defRPr sz="1200"/>
            </a:pPr>
            <a:r>
              <a:t>D:/pasar_fix/node_modules/.bun/tldts@6.1.86/node_modules/tldts/dist/es6/src/suffix-trie.js.map</a:t>
            </a:r>
          </a:p>
          <a:p>
            <a:pPr>
              <a:defRPr sz="1200"/>
            </a:pPr>
            <a:r>
              <a:t>D:/pasar_fix/node_modules/.bun/tldts@6.1.86/node_modules/tldts/dist/es6/src/data/trie.js</a:t>
            </a:r>
          </a:p>
          <a:p>
            <a:pPr>
              <a:defRPr sz="1200"/>
            </a:pPr>
            <a:r>
              <a:t>D:/pasar_fix/node_modules/.bun/tldts@6.1.86/node_modules/tldts/dist/es6/src/data/trie.js.map</a:t>
            </a:r>
          </a:p>
          <a:p>
            <a:pPr>
              <a:defRPr sz="1200"/>
            </a:pPr>
            <a:r>
              <a:t>D:/pasar_fix/node_modules/.bun/tldts@6.1.86/node_modules/tldts/dist/types/index.d.ts</a:t>
            </a:r>
          </a:p>
          <a:p>
            <a:pPr>
              <a:defRPr sz="1200"/>
            </a:pPr>
            <a:r>
              <a:t>D:/pasar_fix/node_modules/.bun/tldts@6.1.86/node_modules/tldts/dist/types/src/suffix-trie.d.ts</a:t>
            </a:r>
          </a:p>
          <a:p>
            <a:pPr>
              <a:defRPr sz="1200"/>
            </a:pPr>
            <a:r>
              <a:t>D:/pasar_fix/node_modules/.bun/tldts@6.1.86/node_modules/tldts/dist/types/src/data/trie.d.ts</a:t>
            </a:r>
          </a:p>
          <a:p>
            <a:pPr>
              <a:defRPr sz="1200"/>
            </a:pPr>
            <a:r>
              <a:t>D:/pasar_fix/node_modules/.bun/tldts@6.1.86/node_modules/tldts/src/suffix-trie.ts</a:t>
            </a:r>
          </a:p>
          <a:p>
            <a:pPr>
              <a:defRPr sz="1200"/>
            </a:pPr>
            <a:r>
              <a:t>D:/pasar_fix/node_modules/.bun/tldts@6.1.86/node_modules/tldts/src/data/trie.ts</a:t>
            </a:r>
          </a:p>
          <a:p>
            <a:pPr>
              <a:defRPr sz="1200"/>
            </a:pPr>
            <a:r>
              <a:t>D:/pasar_fix/node_modules/.bun/to-regex-range@5.0.1/node_modules/to-regex-range/index.js</a:t>
            </a:r>
          </a:p>
          <a:p>
            <a:pPr>
              <a:defRPr sz="1200"/>
            </a:pPr>
            <a:r>
              <a:t>D:/pasar_fix/node_modules/.bun/to-regex-range@5.0.1/node_modules/to-regex-range/LICENSE</a:t>
            </a:r>
          </a:p>
          <a:p>
            <a:pPr>
              <a:defRPr sz="1200"/>
            </a:pPr>
            <a:r>
              <a:t>D:/pasar_fix/node_modules/.bun/to-regex-range@5.0.1/node_modules/to-regex-range/package.json</a:t>
            </a:r>
          </a:p>
          <a:p>
            <a:pPr>
              <a:defRPr sz="1200"/>
            </a:pPr>
            <a:r>
              <a:t>D:/pasar_fix/node_modules/.bun/to-regex-range@5.0.1/node_modules/to-regex-range/README.md</a:t>
            </a:r>
          </a:p>
          <a:p>
            <a:pPr>
              <a:defRPr sz="1200"/>
            </a:pPr>
            <a:r>
              <a:t>D:/pasar_fix/node_modules/.bun/toidentifier@1.0.1/node_modules/toidentifier/HISTORY.md</a:t>
            </a:r>
          </a:p>
          <a:p>
            <a:pPr>
              <a:defRPr sz="1200"/>
            </a:pPr>
            <a:r>
              <a:t>D:/pasar_fix/node_modules/.bun/toidentifier@1.0.1/node_modules/toidentifier/index.js</a:t>
            </a:r>
          </a:p>
          <a:p>
            <a:pPr>
              <a:defRPr sz="1200"/>
            </a:pPr>
            <a:r>
              <a:t>D:/pasar_fix/node_modules/.bun/toidentifier@1.0.1/node_modules/toidentifier/LICENSE</a:t>
            </a:r>
          </a:p>
          <a:p>
            <a:pPr>
              <a:defRPr sz="1200"/>
            </a:pPr>
            <a:r>
              <a:t>D:/pasar_fix/node_modules/.bun/toidentifier@1.0.1/node_modules/toidentifier/package.json</a:t>
            </a:r>
          </a:p>
          <a:p>
            <a:pPr>
              <a:defRPr sz="1200"/>
            </a:pPr>
            <a:r>
              <a:t>D:/pasar_fix/node_modules/.bun/toidentifier@1.0.1/node_modules/toidentifier/README.md</a:t>
            </a:r>
          </a:p>
          <a:p>
            <a:pPr>
              <a:defRPr sz="1200"/>
            </a:pPr>
            <a:r>
              <a:t>D:/pasar_fix/node_modules/.bun/tough-cookie@5.1.2/node_modules/.bin/tldts.bunx</a:t>
            </a:r>
          </a:p>
          <a:p>
            <a:pPr>
              <a:defRPr sz="1200"/>
            </a:pPr>
            <a:r>
              <a:t>D:/pasar_fix/node_modules/.bun/tough-cookie@5.1.2/node_modules/.bin/tldts.exe</a:t>
            </a:r>
          </a:p>
          <a:p>
            <a:pPr>
              <a:defRPr sz="1200"/>
            </a:pPr>
            <a:r>
              <a:t>D:/pasar_fix/node_modules/.bun/tough-cookie@5.1.2/node_modules/tough-cookie/LICENSE</a:t>
            </a:r>
          </a:p>
          <a:p>
            <a:pPr>
              <a:defRPr sz="1200"/>
            </a:pPr>
            <a:r>
              <a:t>D:/pasar_fix/node_modules/.bun/tough-cookie@5.1.2/node_modules/tough-cookie/package.json</a:t>
            </a:r>
          </a:p>
          <a:p>
            <a:pPr>
              <a:defRPr sz="1200"/>
            </a:pPr>
            <a:r>
              <a:t>D:/pasar_fix/node_modules/.bun/tough-cookie@5.1.2/node_modules/tough-cookie/README.md</a:t>
            </a:r>
          </a:p>
          <a:p>
            <a:pPr>
              <a:defRPr sz="1200"/>
            </a:pPr>
            <a:r>
              <a:t>D:/pasar_fix/node_modules/.bun/tough-cookie@5.1.2/node_modules/tough-cookie/dist/getPublicSuffix.d.ts</a:t>
            </a:r>
          </a:p>
          <a:p>
            <a:pPr>
              <a:defRPr sz="1200"/>
            </a:pPr>
            <a:r>
              <a:t>D:/pasar_fix/node_modules/.bun/tough-cookie@5.1.2/node_modules/tough-cookie/dist/getPublicSuffix.js</a:t>
            </a:r>
          </a:p>
          <a:p>
            <a:pPr>
              <a:defRPr sz="1200"/>
            </a:pPr>
            <a:r>
              <a:t>D:/pasar_fix/node_modules/.bun/tough-cookie@5.1.2/node_modules/tough-cookie/dist/memstore.d.ts</a:t>
            </a:r>
          </a:p>
          <a:p>
            <a:pPr>
              <a:defRPr sz="1200"/>
            </a:pPr>
            <a:r>
              <a:t>D:/pasar_fix/node_modules/.bun/tough-cookie@5.1.2/node_modules/tough-cookie/dist/memstore.js</a:t>
            </a:r>
          </a:p>
          <a:p>
            <a:pPr>
              <a:defRPr sz="1200"/>
            </a:pPr>
            <a:r>
              <a:t>D:/pasar_fix/node_modules/.bun/tough-cookie@5.1.2/node_modules/tough-cookie/dist/pathMatch.d.ts</a:t>
            </a:r>
          </a:p>
          <a:p>
            <a:pPr>
              <a:defRPr sz="1200"/>
            </a:pPr>
            <a:r>
              <a:t>D:/pasar_fix/node_modules/.bun/tough-cookie@5.1.2/node_modules/tough-cookie/dist/pathMatch.js</a:t>
            </a:r>
          </a:p>
          <a:p>
            <a:pPr>
              <a:defRPr sz="1200"/>
            </a:pPr>
            <a:r>
              <a:t>D:/pasar_fix/node_modules/.bun/tough-cookie@5.1.2/node_modules/tough-cookie/dist/permuteDomain.d.ts</a:t>
            </a:r>
          </a:p>
          <a:p>
            <a:pPr>
              <a:defRPr sz="1200"/>
            </a:pPr>
            <a:r>
              <a:t>D:/pasar_fix/node_modules/.bun/tough-cookie@5.1.2/node_modules/tough-cookie/dist/permuteDomain.js</a:t>
            </a:r>
          </a:p>
          <a:p>
            <a:pPr>
              <a:defRPr sz="1200"/>
            </a:pPr>
            <a:r>
              <a:t>D:/pasar_fix/node_modules/.bun/tough-cookie@5.1.2/node_modules/tough-cookie/dist/store.d.ts</a:t>
            </a:r>
          </a:p>
          <a:p>
            <a:pPr>
              <a:defRPr sz="1200"/>
            </a:pPr>
            <a:r>
              <a:t>D:/pasar_fix/node_modules/.bun/tough-cookie@5.1.2/node_modules/tough-cookie/dist/store.js</a:t>
            </a:r>
          </a:p>
          <a:p>
            <a:pPr>
              <a:defRPr sz="1200"/>
            </a:pPr>
            <a:r>
              <a:t>D:/pasar_fix/node_modules/.bun/tough-cookie@5.1.2/node_modules/tough-cookie/dist/utils.d.ts</a:t>
            </a:r>
          </a:p>
          <a:p>
            <a:pPr>
              <a:defRPr sz="1200"/>
            </a:pPr>
            <a:r>
              <a:t>D:/pasar_fix/node_modules/.bun/tough-cookie@5.1.2/node_modules/tough-cookie/dist/utils.js</a:t>
            </a:r>
          </a:p>
          <a:p>
            <a:pPr>
              <a:defRPr sz="1200"/>
            </a:pPr>
            <a:r>
              <a:t>D:/pasar_fix/node_modules/.bun/tough-cookie@5.1.2/node_modules/tough-cookie/dist/validators.d.ts</a:t>
            </a:r>
          </a:p>
          <a:p>
            <a:pPr>
              <a:defRPr sz="1200"/>
            </a:pPr>
            <a:r>
              <a:t>D:/pasar_fix/node_modules/.bun/tough-cookie@5.1.2/node_modules/tough-cookie/dist/validators.js</a:t>
            </a:r>
          </a:p>
          <a:p>
            <a:pPr>
              <a:defRPr sz="1200"/>
            </a:pPr>
            <a:r>
              <a:t>D:/pasar_fix/node_modules/.bun/tough-cookie@5.1.2/node_modules/tough-cookie/dist/version.d.ts</a:t>
            </a:r>
          </a:p>
          <a:p>
            <a:pPr>
              <a:defRPr sz="1200"/>
            </a:pPr>
            <a:r>
              <a:t>D:/pasar_fix/node_modules/.bun/tough-cookie@5.1.2/node_modules/tough-cookie/dist/version.js</a:t>
            </a:r>
          </a:p>
          <a:p>
            <a:pPr>
              <a:defRPr sz="1200"/>
            </a:pPr>
            <a:r>
              <a:t>D:/pasar_fix/node_modules/.bun/tough-cookie@5.1.2/node_modules/tough-cookie/dist/cookie/canonicalDomain.d.ts</a:t>
            </a:r>
          </a:p>
          <a:p>
            <a:pPr>
              <a:defRPr sz="1200"/>
            </a:pPr>
            <a:r>
              <a:t>D:/pasar_fix/node_modules/.bun/tough-cookie@5.1.2/node_modules/tough-cookie/dist/cookie/canonicalDomain.js</a:t>
            </a:r>
          </a:p>
          <a:p>
            <a:pPr>
              <a:defRPr sz="1200"/>
            </a:pPr>
            <a:r>
              <a:t>D:/pasar_fix/node_modules/.bun/tough-cookie@5.1.2/node_modules/tough-cookie/dist/cookie/constants.d.ts</a:t>
            </a:r>
          </a:p>
          <a:p>
            <a:pPr>
              <a:defRPr sz="1200"/>
            </a:pPr>
            <a:r>
              <a:t>D:/pasar_fix/node_modules/.bun/tough-cookie@5.1.2/node_modules/tough-cookie/dist/cookie/constants.js</a:t>
            </a:r>
          </a:p>
          <a:p>
            <a:pPr>
              <a:defRPr sz="1200"/>
            </a:pPr>
            <a:r>
              <a:t>D:/pasar_fix/node_modules/.bun/tough-cookie@5.1.2/node_modules/tough-cookie/dist/cookie/cookie.d.ts</a:t>
            </a:r>
          </a:p>
          <a:p>
            <a:pPr>
              <a:defRPr sz="1200"/>
            </a:pPr>
            <a:r>
              <a:t>D:/pasar_fix/node_modules/.bun/tough-cookie@5.1.2/node_modules/tough-cookie/dist/cookie/cookie.js</a:t>
            </a:r>
          </a:p>
          <a:p>
            <a:pPr>
              <a:defRPr sz="1200"/>
            </a:pPr>
            <a:r>
              <a:t>D:/pasar_fix/node_modules/.bun/tough-cookie@5.1.2/node_modules/tough-cookie/dist/cookie/cookieCompare.d.ts</a:t>
            </a:r>
          </a:p>
          <a:p>
            <a:pPr>
              <a:defRPr sz="1200"/>
            </a:pPr>
            <a:r>
              <a:t>D:/pasar_fix/node_modules/.bun/tough-cookie@5.1.2/node_modules/tough-cookie/dist/cookie/cookieCompare.js</a:t>
            </a:r>
          </a:p>
          <a:p>
            <a:pPr>
              <a:defRPr sz="1200"/>
            </a:pPr>
            <a:r>
              <a:t>D:/pasar_fix/node_modules/.bun/tough-cookie@5.1.2/node_modules/tough-cookie/dist/cookie/cookieJar.d.ts</a:t>
            </a:r>
          </a:p>
          <a:p>
            <a:pPr>
              <a:defRPr sz="1200"/>
            </a:pPr>
            <a:r>
              <a:t>D:/pasar_fix/node_modules/.bun/tough-cookie@5.1.2/node_modules/tough-cookie/dist/cookie/cookieJar.js</a:t>
            </a:r>
          </a:p>
          <a:p>
            <a:pPr>
              <a:defRPr sz="1200"/>
            </a:pPr>
            <a:r>
              <a:t>D:/pasar_fix/node_modules/.bun/tough-cookie@5.1.2/node_modules/tough-cookie/dist/cookie/defaultPath.d.ts</a:t>
            </a:r>
          </a:p>
          <a:p>
            <a:pPr>
              <a:defRPr sz="1200"/>
            </a:pPr>
            <a:r>
              <a:t>D:/pasar_fix/node_modules/.bun/tough-cookie@5.1.2/node_modules/tough-cookie/dist/cookie/defaultPath.js</a:t>
            </a:r>
          </a:p>
          <a:p>
            <a:pPr>
              <a:defRPr sz="1200"/>
            </a:pPr>
            <a:r>
              <a:t>D:/pasar_fix/node_modules/.bun/tough-cookie@5.1.2/node_modules/tough-cookie/dist/cookie/domainMatch.d.ts</a:t>
            </a:r>
          </a:p>
          <a:p>
            <a:pPr>
              <a:defRPr sz="1200"/>
            </a:pPr>
            <a:r>
              <a:t>D:/pasar_fix/node_modules/.bun/tough-cookie@5.1.2/node_modules/tough-cookie/dist/cookie/domainMatch.js</a:t>
            </a:r>
          </a:p>
          <a:p>
            <a:pPr>
              <a:defRPr sz="1200"/>
            </a:pPr>
            <a:r>
              <a:t>D:/pasar_fix/node_modules/.bun/tough-cookie@5.1.2/node_modules/tough-cookie/dist/cookie/formatDate.d.ts</a:t>
            </a:r>
          </a:p>
          <a:p>
            <a:pPr>
              <a:defRPr sz="1200"/>
            </a:pPr>
            <a:r>
              <a:t>D:/pasar_fix/node_modules/.bun/tough-cookie@5.1.2/node_modules/tough-cookie/dist/cookie/formatDate.js</a:t>
            </a:r>
          </a:p>
          <a:p>
            <a:pPr>
              <a:defRPr sz="1200"/>
            </a:pPr>
            <a:r>
              <a:t>D:/pasar_fix/node_modules/.bun/tough-cookie@5.1.2/node_modules/tough-cookie/dist/cookie/index.d.ts</a:t>
            </a:r>
          </a:p>
          <a:p>
            <a:pPr>
              <a:defRPr sz="1200"/>
            </a:pPr>
            <a:r>
              <a:t>D:/pasar_fix/node_modules/.bun/tough-cookie@5.1.2/node_modules/tough-cookie/dist/cookie/index.js</a:t>
            </a:r>
          </a:p>
          <a:p>
            <a:pPr>
              <a:defRPr sz="1200"/>
            </a:pPr>
            <a:r>
              <a:t>D:/pasar_fix/node_modules/.bun/tough-cookie@5.1.2/node_modules/tough-cookie/dist/cookie/parseDate.d.ts</a:t>
            </a:r>
          </a:p>
          <a:p>
            <a:pPr>
              <a:defRPr sz="1200"/>
            </a:pPr>
            <a:r>
              <a:t>D:/pasar_fix/node_modules/.bun/tough-cookie@5.1.2/node_modules/tough-cookie/dist/cookie/parseDate.js</a:t>
            </a:r>
          </a:p>
          <a:p>
            <a:pPr>
              <a:defRPr sz="1200"/>
            </a:pPr>
            <a:r>
              <a:t>D:/pasar_fix/node_modules/.bun/tough-cookie@5.1.2/node_modules/tough-cookie/dist/cookie/permutePath.d.ts</a:t>
            </a:r>
          </a:p>
          <a:p>
            <a:pPr>
              <a:defRPr sz="1200"/>
            </a:pPr>
            <a:r>
              <a:t>D:/pasar_fix/node_modules/.bun/tough-cookie@5.1.2/node_modules/tough-cookie/dist/cookie/permutePath.js</a:t>
            </a:r>
          </a:p>
          <a:p>
            <a:pPr>
              <a:defRPr sz="1200"/>
            </a:pPr>
            <a:r>
              <a:t>D:/pasar_fix/node_modules/.bun/tr46@0.0.3/node_modules/tr46/.npmignore</a:t>
            </a:r>
          </a:p>
          <a:p>
            <a:pPr>
              <a:defRPr sz="1200"/>
            </a:pPr>
            <a:r>
              <a:t>D:/pasar_fix/node_modules/.bun/tr46@0.0.3/node_modules/tr46/index.js</a:t>
            </a:r>
          </a:p>
          <a:p>
            <a:pPr>
              <a:defRPr sz="1200"/>
            </a:pPr>
            <a:r>
              <a:t>D:/pasar_fix/node_modules/.bun/tr46@0.0.3/node_modules/tr46/package.json</a:t>
            </a:r>
          </a:p>
          <a:p>
            <a:pPr>
              <a:defRPr sz="1200"/>
            </a:pPr>
            <a:r>
              <a:t>D:/pasar_fix/node_modules/.bun/tr46@0.0.3/node_modules/tr46/lib/.gitkeep</a:t>
            </a:r>
          </a:p>
          <a:p>
            <a:pPr>
              <a:defRPr sz="1200"/>
            </a:pPr>
            <a:r>
              <a:t>D:/pasar_fix/node_modules/.bun/tr46@0.0.3/node_modules/tr46/lib/mappingTable.json</a:t>
            </a:r>
          </a:p>
          <a:p>
            <a:pPr>
              <a:defRPr sz="1200"/>
            </a:pPr>
            <a:r>
              <a:t>D:/pasar_fix/node_modules/.bun/tr46@1.0.1/node_modules/tr46/index.js</a:t>
            </a:r>
          </a:p>
          <a:p>
            <a:pPr>
              <a:defRPr sz="1200"/>
            </a:pPr>
            <a:r>
              <a:t>D:/pasar_fix/node_modules/.bun/tr46@1.0.1/node_modules/tr46/LICENSE.md</a:t>
            </a:r>
          </a:p>
          <a:p>
            <a:pPr>
              <a:defRPr sz="1200"/>
            </a:pPr>
            <a:r>
              <a:t>D:/pasar_fix/node_modules/.bun/tr46@1.0.1/node_modules/tr46/package.json</a:t>
            </a:r>
          </a:p>
          <a:p>
            <a:pPr>
              <a:defRPr sz="1200"/>
            </a:pPr>
            <a:r>
              <a:t>D:/pasar_fix/node_modules/.bun/tr46@1.0.1/node_modules/tr46/README.md</a:t>
            </a:r>
          </a:p>
          <a:p>
            <a:pPr>
              <a:defRPr sz="1200"/>
            </a:pPr>
            <a:r>
              <a:t>D:/pasar_fix/node_modules/.bun/tr46@1.0.1/node_modules/tr46/lib/mappingTable.json</a:t>
            </a:r>
          </a:p>
          <a:p>
            <a:pPr>
              <a:defRPr sz="1200"/>
            </a:pPr>
            <a:r>
              <a:t>D:/pasar_fix/node_modules/.bun/tr46@1.0.1/node_modules/tr46/lib/regexes.js</a:t>
            </a:r>
          </a:p>
          <a:p>
            <a:pPr>
              <a:defRPr sz="1200"/>
            </a:pPr>
            <a:r>
              <a:t>D:/pasar_fix/node_modules/.bun/tr46@5.1.1/node_modules/tr46/index.js</a:t>
            </a:r>
          </a:p>
          <a:p>
            <a:pPr>
              <a:defRPr sz="1200"/>
            </a:pPr>
            <a:r>
              <a:t>D:/pasar_fix/node_modules/.bun/tr46@5.1.1/node_modules/tr46/LICENSE.md</a:t>
            </a:r>
          </a:p>
          <a:p>
            <a:pPr>
              <a:defRPr sz="1200"/>
            </a:pPr>
            <a:r>
              <a:t>D:/pasar_fix/node_modules/.bun/tr46@5.1.1/node_modules/tr46/package.json</a:t>
            </a:r>
          </a:p>
          <a:p>
            <a:pPr>
              <a:defRPr sz="1200"/>
            </a:pPr>
            <a:r>
              <a:t>D:/pasar_fix/node_modules/.bun/tr46@5.1.1/node_modules/tr46/README.md</a:t>
            </a:r>
          </a:p>
          <a:p>
            <a:pPr>
              <a:defRPr sz="1200"/>
            </a:pPr>
            <a:r>
              <a:t>D:/pasar_fix/node_modules/.bun/tr46@5.1.1/node_modules/tr46/lib/mappingTable.json</a:t>
            </a:r>
          </a:p>
          <a:p>
            <a:pPr>
              <a:defRPr sz="1200"/>
            </a:pPr>
            <a:r>
              <a:t>D:/pasar_fix/node_modules/.bun/tr46@5.1.1/node_modules/tr46/lib/regexes.js</a:t>
            </a:r>
          </a:p>
          <a:p>
            <a:pPr>
              <a:defRPr sz="1200"/>
            </a:pPr>
            <a:r>
              <a:t>D:/pasar_fix/node_modules/.bun/tr46@5.1.1/node_modules/tr46/lib/statusMapping.js</a:t>
            </a:r>
          </a:p>
          <a:p>
            <a:pPr>
              <a:defRPr sz="1200"/>
            </a:pPr>
            <a:r>
              <a:t>D:/pasar_fix/node_modules/.bun/trpc-cli@0.10.2+1fb4c65d43e298b9/node_modules/.bin/intent.bunx</a:t>
            </a:r>
          </a:p>
          <a:p>
            <a:pPr>
              <a:defRPr sz="1200"/>
            </a:pPr>
            <a:r>
              <a:t>D:/pasar_fix/node_modules/.bun/trpc-cli@0.10.2+1fb4c65d43e298b9/node_modules/.bin/intent.exe</a:t>
            </a:r>
          </a:p>
          <a:p>
            <a:pPr>
              <a:defRPr sz="1200"/>
            </a:pPr>
            <a:r>
              <a:t>D:/pasar_fix/node_modules/.bun/trpc-cli@0.10.2+1fb4c65d43e298b9/node_modules/.bin/trpc-cli.bunx</a:t>
            </a:r>
          </a:p>
          <a:p>
            <a:pPr>
              <a:defRPr sz="1200"/>
            </a:pPr>
            <a:r>
              <a:t>D:/pasar_fix/node_modules/.bun/trpc-cli@0.10.2+1fb4c65d43e298b9/node_modules/.bin/trpc-cli.exe</a:t>
            </a:r>
          </a:p>
          <a:p>
            <a:pPr>
              <a:defRPr sz="1200"/>
            </a:pPr>
            <a:r>
              <a:t>D:/pasar_fix/node_modules/.bun/trpc-cli@0.10.2+1fb4c65d43e298b9/node_modules/trpc-cli/LICENSE</a:t>
            </a:r>
          </a:p>
          <a:p>
            <a:pPr>
              <a:defRPr sz="1200"/>
            </a:pPr>
            <a:r>
              <a:t>D:/pasar_fix/node_modules/.bun/trpc-cli@0.10.2+1fb4c65d43e298b9/node_modules/trpc-cli/package.json</a:t>
            </a:r>
          </a:p>
          <a:p>
            <a:pPr>
              <a:defRPr sz="1200"/>
            </a:pPr>
            <a:r>
              <a:t>D:/pasar_fix/node_modules/.bun/trpc-cli@0.10.2+1fb4c65d43e298b9/node_modules/trpc-cli/README.md</a:t>
            </a:r>
          </a:p>
          <a:p>
            <a:pPr>
              <a:defRPr sz="1200"/>
            </a:pPr>
            <a:r>
              <a:t>D:/pasar_fix/node_modules/.bun/trpc-cli@0.10.2+1fb4c65d43e298b9/node_modules/trpc-cli/dist/bin.d.ts</a:t>
            </a:r>
          </a:p>
          <a:p>
            <a:pPr>
              <a:defRPr sz="1200"/>
            </a:pPr>
            <a:r>
              <a:t>D:/pasar_fix/node_modules/.bun/trpc-cli@0.10.2+1fb4c65d43e298b9/node_modules/trpc-cli/dist/bin.js</a:t>
            </a:r>
          </a:p>
          <a:p>
            <a:pPr>
              <a:defRPr sz="1200"/>
            </a:pPr>
            <a:r>
              <a:t>D:/pasar_fix/node_modules/.bun/trpc-cli@0.10.2+1fb4c65d43e298b9/node_modules/trpc-cli/dist/completions.d.ts</a:t>
            </a:r>
          </a:p>
          <a:p>
            <a:pPr>
              <a:defRPr sz="1200"/>
            </a:pPr>
            <a:r>
              <a:t>D:/pasar_fix/node_modules/.bun/trpc-cli@0.10.2+1fb4c65d43e298b9/node_modules/trpc-cli/dist/completions.js</a:t>
            </a:r>
          </a:p>
          <a:p>
            <a:pPr>
              <a:defRPr sz="1200"/>
            </a:pPr>
            <a:r>
              <a:t>D:/pasar_fix/node_modules/.bun/trpc-cli@0.10.2+1fb4c65d43e298b9/node_modules/trpc-cli/dist/errors.d.ts</a:t>
            </a:r>
          </a:p>
          <a:p>
            <a:pPr>
              <a:defRPr sz="1200"/>
            </a:pPr>
            <a:r>
              <a:t>D:/pasar_fix/node_modules/.bun/trpc-cli@0.10.2+1fb4c65d43e298b9/node_modules/trpc-cli/dist/errors.js</a:t>
            </a:r>
          </a:p>
          <a:p>
            <a:pPr>
              <a:defRPr sz="1200"/>
            </a:pPr>
            <a:r>
              <a:t>D:/pasar_fix/node_modules/.bun/trpc-cli@0.10.2+1fb4c65d43e298b9/node_modules/trpc-cli/dist/ignoreme.d.ts</a:t>
            </a:r>
          </a:p>
          <a:p>
            <a:pPr>
              <a:defRPr sz="1200"/>
            </a:pPr>
            <a:r>
              <a:t>D:/pasar_fix/node_modules/.bun/trpc-cli@0.10.2+1fb4c65d43e298b9/node_modules/trpc-cli/dist/ignoreme.js</a:t>
            </a:r>
          </a:p>
          <a:p>
            <a:pPr>
              <a:defRPr sz="1200"/>
            </a:pPr>
            <a:r>
              <a:t>D:/pasar_fix/node_modules/.bun/trpc-cli@0.10.2+1fb4c65d43e298b9/node_modules/trpc-cli/dist/index.d.ts</a:t>
            </a:r>
          </a:p>
          <a:p>
            <a:pPr>
              <a:defRPr sz="1200"/>
            </a:pPr>
            <a:r>
              <a:t>D:/pasar_fix/node_modules/.bun/trpc-cli@0.10.2+1fb4c65d43e298b9/node_modules/trpc-cli/dist/index.js</a:t>
            </a:r>
          </a:p>
          <a:p>
            <a:pPr>
              <a:defRPr sz="1200"/>
            </a:pPr>
            <a:r>
              <a:t>D:/pasar_fix/node_modules/.bun/trpc-cli@0.10.2+1fb4c65d43e298b9/node_modules/trpc-cli/dist/json-schema.d.ts</a:t>
            </a:r>
          </a:p>
          <a:p>
            <a:pPr>
              <a:defRPr sz="1200"/>
            </a:pPr>
            <a:r>
              <a:t>D:/pasar_fix/node_modules/.bun/trpc-cli@0.10.2+1fb4c65d43e298b9/node_modules/trpc-cli/dist/json-schema.js</a:t>
            </a:r>
          </a:p>
          <a:p>
            <a:pPr>
              <a:defRPr sz="1200"/>
            </a:pPr>
            <a:r>
              <a:t>D:/pasar_fix/node_modules/.bun/trpc-cli@0.10.2+1fb4c65d43e298b9/node_modules/trpc-cli/dist/json.d.ts</a:t>
            </a:r>
          </a:p>
          <a:p>
            <a:pPr>
              <a:defRPr sz="1200"/>
            </a:pPr>
            <a:r>
              <a:t>D:/pasar_fix/node_modules/.bun/trpc-cli@0.10.2+1fb4c65d43e298b9/node_modules/trpc-cli/dist/json.js</a:t>
            </a:r>
          </a:p>
          <a:p>
            <a:pPr>
              <a:defRPr sz="1200"/>
            </a:pPr>
            <a:r>
              <a:t>D:/pasar_fix/node_modules/.bun/trpc-cli@0.10.2+1fb4c65d43e298b9/node_modules/trpc-cli/dist/logging.d.ts</a:t>
            </a:r>
          </a:p>
          <a:p>
            <a:pPr>
              <a:defRPr sz="1200"/>
            </a:pPr>
            <a:r>
              <a:t>D:/pasar_fix/node_modules/.bun/trpc-cli@0.10.2+1fb4c65d43e298b9/node_modules/trpc-cli/dist/logging.js</a:t>
            </a:r>
          </a:p>
          <a:p>
            <a:pPr>
              <a:defRPr sz="1200"/>
            </a:pPr>
            <a:r>
              <a:t>D:/pasar_fix/node_modules/.bun/trpc-cli@0.10.2+1fb4c65d43e298b9/node_modules/trpc-cli/dist/parse-procedure.d.ts</a:t>
            </a:r>
          </a:p>
          <a:p>
            <a:pPr>
              <a:defRPr sz="1200"/>
            </a:pPr>
            <a:r>
              <a:t>D:/pasar_fix/node_modules/.bun/trpc-cli@0.10.2+1fb4c65d43e298b9/node_modules/trpc-cli/dist/parse-procedure.js</a:t>
            </a:r>
          </a:p>
          <a:p>
            <a:pPr>
              <a:defRPr sz="1200"/>
            </a:pPr>
            <a:r>
              <a:t>D:/pasar_fix/node_modules/.bun/trpc-cli@0.10.2+1fb4c65d43e298b9/node_modules/trpc-cli/dist/prompts.d.ts</a:t>
            </a:r>
          </a:p>
          <a:p>
            <a:pPr>
              <a:defRPr sz="1200"/>
            </a:pPr>
            <a:r>
              <a:t>D:/pasar_fix/node_modules/.bun/trpc-cli@0.10.2+1fb4c65d43e298b9/node_modules/trpc-cli/dist/prompts.js</a:t>
            </a:r>
          </a:p>
          <a:p>
            <a:pPr>
              <a:defRPr sz="1200"/>
            </a:pPr>
            <a:r>
              <a:t>D:/pasar_fix/node_modules/.bun/trpc-cli@0.10.2+1fb4c65d43e298b9/node_modules/trpc-cli/dist/trpc-compat.d.ts</a:t>
            </a:r>
          </a:p>
          <a:p>
            <a:pPr>
              <a:defRPr sz="1200"/>
            </a:pPr>
            <a:r>
              <a:t>D:/pasar_fix/node_modules/.bun/trpc-cli@0.10.2+1fb4c65d43e298b9/node_modules/trpc-cli/dist/trpc-compat.js</a:t>
            </a:r>
          </a:p>
          <a:p>
            <a:pPr>
              <a:defRPr sz="1200"/>
            </a:pPr>
            <a:r>
              <a:t>D:/pasar_fix/node_modules/.bun/trpc-cli@0.10.2+1fb4c65d43e298b9/node_modules/trpc-cli/dist/types.d.ts</a:t>
            </a:r>
          </a:p>
          <a:p>
            <a:pPr>
              <a:defRPr sz="1200"/>
            </a:pPr>
            <a:r>
              <a:t>D:/pasar_fix/node_modules/.bun/trpc-cli@0.10.2+1fb4c65d43e298b9/node_modules/trpc-cli/dist/types.js</a:t>
            </a:r>
          </a:p>
          <a:p>
            <a:pPr>
              <a:defRPr sz="1200"/>
            </a:pPr>
            <a:r>
              <a:t>D:/pasar_fix/node_modules/.bun/trpc-cli@0.10.2+1fb4c65d43e298b9/node_modules/trpc-cli/dist/util.d.ts</a:t>
            </a:r>
          </a:p>
          <a:p>
            <a:pPr>
              <a:defRPr sz="1200"/>
            </a:pPr>
            <a:r>
              <a:t>D:/pasar_fix/node_modules/.bun/trpc-cli@0.10.2+1fb4c65d43e298b9/node_modules/trpc-cli/dist/util.js</a:t>
            </a:r>
          </a:p>
          <a:p>
            <a:pPr>
              <a:defRPr sz="1200"/>
            </a:pPr>
            <a:r>
              <a:t>D:/pasar_fix/node_modules/.bun/trpc-cli@0.10.2+1fb4c65d43e298b9/node_modules/trpc-cli/dist/standard-schema/contract.d.ts</a:t>
            </a:r>
          </a:p>
          <a:p>
            <a:pPr>
              <a:defRPr sz="1200"/>
            </a:pPr>
            <a:r>
              <a:t>D:/pasar_fix/node_modules/.bun/trpc-cli@0.10.2+1fb4c65d43e298b9/node_modules/trpc-cli/dist/standard-schema/contract.js</a:t>
            </a:r>
          </a:p>
          <a:p>
            <a:pPr>
              <a:defRPr sz="1200"/>
            </a:pPr>
            <a:r>
              <a:t>D:/pasar_fix/node_modules/.bun/trpc-cli@0.10.2+1fb4c65d43e298b9/node_modules/trpc-cli/dist/standard-schema/errors.d.ts</a:t>
            </a:r>
          </a:p>
          <a:p>
            <a:pPr>
              <a:defRPr sz="1200"/>
            </a:pPr>
            <a:r>
              <a:t>D:/pasar_fix/node_modules/.bun/trpc-cli@0.10.2+1fb4c65d43e298b9/node_modules/trpc-cli/dist/standard-schema/errors.js</a:t>
            </a:r>
          </a:p>
          <a:p>
            <a:pPr>
              <a:defRPr sz="1200"/>
            </a:pPr>
            <a:r>
              <a:t>D:/pasar_fix/node_modules/.bun/trpc-cli@0.10.2+1fb4c65d43e298b9/node_modules/trpc-cli/dist/standard-schema/utils.d.ts</a:t>
            </a:r>
          </a:p>
          <a:p>
            <a:pPr>
              <a:defRPr sz="1200"/>
            </a:pPr>
            <a:r>
              <a:t>D:/pasar_fix/node_modules/.bun/trpc-cli@0.10.2+1fb4c65d43e298b9/node_modules/trpc-cli/dist/standard-schema/utils.js</a:t>
            </a:r>
          </a:p>
          <a:p>
            <a:pPr>
              <a:defRPr sz="1200"/>
            </a:pPr>
            <a:r>
              <a:t>D:/pasar_fix/node_modules/.bun/ts-dedent@2.3.0/node_modules/ts-dedent/LICENSE</a:t>
            </a:r>
          </a:p>
          <a:p>
            <a:pPr>
              <a:defRPr sz="1200"/>
            </a:pPr>
            <a:r>
              <a:t>D:/pasar_fix/node_modules/.bun/ts-dedent@2.3.0/node_modules/ts-dedent/package.json</a:t>
            </a:r>
          </a:p>
          <a:p>
            <a:pPr>
              <a:defRPr sz="1200"/>
            </a:pPr>
            <a:r>
              <a:t>D:/pasar_fix/node_modules/.bun/ts-dedent@2.3.0/node_modules/ts-dedent/README.md</a:t>
            </a:r>
          </a:p>
          <a:p>
            <a:pPr>
              <a:defRPr sz="1200"/>
            </a:pPr>
            <a:r>
              <a:t>D:/pasar_fix/node_modules/.bun/ts-dedent@2.3.0/node_modules/ts-dedent/dist/index.d.ts</a:t>
            </a:r>
          </a:p>
          <a:p>
            <a:pPr>
              <a:defRPr sz="1200"/>
            </a:pPr>
            <a:r>
              <a:t>D:/pasar_fix/node_modules/.bun/ts-dedent@2.3.0/node_modules/ts-dedent/dist/index.js</a:t>
            </a:r>
          </a:p>
          <a:p>
            <a:pPr>
              <a:defRPr sz="1200"/>
            </a:pPr>
            <a:r>
              <a:t>D:/pasar_fix/node_modules/.bun/ts-dedent@2.3.0/node_modules/ts-dedent/dist/index.js.map</a:t>
            </a:r>
          </a:p>
          <a:p>
            <a:pPr>
              <a:defRPr sz="1200"/>
            </a:pPr>
            <a:r>
              <a:t>D:/pasar_fix/node_modules/.bun/ts-dedent@2.3.0/node_modules/ts-dedent/dist/package.json</a:t>
            </a:r>
          </a:p>
          <a:p>
            <a:pPr>
              <a:defRPr sz="1200"/>
            </a:pPr>
            <a:r>
              <a:t>D:/pasar_fix/node_modules/.bun/ts-dedent@2.3.0/node_modules/ts-dedent/esm/index.d.ts</a:t>
            </a:r>
          </a:p>
          <a:p>
            <a:pPr>
              <a:defRPr sz="1200"/>
            </a:pPr>
            <a:r>
              <a:t>D:/pasar_fix/node_modules/.bun/ts-dedent@2.3.0/node_modules/ts-dedent/esm/index.js</a:t>
            </a:r>
          </a:p>
          <a:p>
            <a:pPr>
              <a:defRPr sz="1200"/>
            </a:pPr>
            <a:r>
              <a:t>D:/pasar_fix/node_modules/.bun/ts-dedent@2.3.0/node_modules/ts-dedent/esm/index.js.map</a:t>
            </a:r>
          </a:p>
          <a:p>
            <a:pPr>
              <a:defRPr sz="1200"/>
            </a:pPr>
            <a:r>
              <a:t>D:/pasar_fix/node_modules/.bun/ts-dedent@2.3.0/node_modules/ts-dedent/esm/package.json</a:t>
            </a:r>
          </a:p>
          <a:p>
            <a:pPr>
              <a:defRPr sz="1200"/>
            </a:pPr>
            <a:r>
              <a:t>D:/pasar_fix/node_modules/.bun/ts-dedent@2.3.0/node_modules/ts-dedent/src/index.ts</a:t>
            </a:r>
          </a:p>
          <a:p>
            <a:pPr>
              <a:defRPr sz="1200"/>
            </a:pPr>
            <a:r>
              <a:t>D:/pasar_fix/node_modules/.bun/ts-dedent@2.3.0/node_modules/ts-dedent/src/__tests__/index.spec.ts</a:t>
            </a:r>
          </a:p>
          <a:p>
            <a:pPr>
              <a:defRPr sz="1200"/>
            </a:pPr>
            <a:r>
              <a:t>D:/pasar_fix/node_modules/.bun/tsconfck@3.1.6+1fb4c65d43e298b9/node_modules/.bin/tsc.bunx</a:t>
            </a:r>
          </a:p>
          <a:p>
            <a:pPr>
              <a:defRPr sz="1200"/>
            </a:pPr>
            <a:r>
              <a:t>D:/pasar_fix/node_modules/.bun/tsconfck@3.1.6+1fb4c65d43e298b9/node_modules/.bin/tsc.exe</a:t>
            </a:r>
          </a:p>
          <a:p>
            <a:pPr>
              <a:defRPr sz="1200"/>
            </a:pPr>
            <a:r>
              <a:t>D:/pasar_fix/node_modules/.bun/tsconfck@3.1.6+1fb4c65d43e298b9/node_modules/.bin/tsconfck.bunx</a:t>
            </a:r>
          </a:p>
          <a:p>
            <a:pPr>
              <a:defRPr sz="1200"/>
            </a:pPr>
            <a:r>
              <a:t>D:/pasar_fix/node_modules/.bun/tsconfck@3.1.6+1fb4c65d43e298b9/node_modules/.bin/tsconfck.exe</a:t>
            </a:r>
          </a:p>
          <a:p>
            <a:pPr>
              <a:defRPr sz="1200"/>
            </a:pPr>
            <a:r>
              <a:t>D:/pasar_fix/node_modules/.bun/tsconfck@3.1.6+1fb4c65d43e298b9/node_modules/.bin/tsserver.bunx</a:t>
            </a:r>
          </a:p>
          <a:p>
            <a:pPr>
              <a:defRPr sz="1200"/>
            </a:pPr>
            <a:r>
              <a:t>D:/pasar_fix/node_modules/.bun/tsconfck@3.1.6+1fb4c65d43e298b9/node_modules/.bin/tsserver.exe</a:t>
            </a:r>
          </a:p>
          <a:p>
            <a:pPr>
              <a:defRPr sz="1200"/>
            </a:pPr>
            <a:r>
              <a:t>D:/pasar_fix/node_modules/.bun/tsconfck@3.1.6+1fb4c65d43e298b9/node_modules/tsconfck/LICENSE</a:t>
            </a:r>
          </a:p>
          <a:p>
            <a:pPr>
              <a:defRPr sz="1200"/>
            </a:pPr>
            <a:r>
              <a:t>D:/pasar_fix/node_modules/.bun/tsconfck@3.1.6+1fb4c65d43e298b9/node_modules/tsconfck/package.json</a:t>
            </a:r>
          </a:p>
          <a:p>
            <a:pPr>
              <a:defRPr sz="1200"/>
            </a:pPr>
            <a:r>
              <a:t>D:/pasar_fix/node_modules/.bun/tsconfck@3.1.6+1fb4c65d43e298b9/node_modules/tsconfck/README.md</a:t>
            </a:r>
          </a:p>
          <a:p>
            <a:pPr>
              <a:defRPr sz="1200"/>
            </a:pPr>
            <a:r>
              <a:t>D:/pasar_fix/node_modules/.bun/tsconfck@3.1.6+1fb4c65d43e298b9/node_modules/tsconfck/bin/tsconfck.js</a:t>
            </a:r>
          </a:p>
          <a:p>
            <a:pPr>
              <a:defRPr sz="1200"/>
            </a:pPr>
            <a:r>
              <a:t>D:/pasar_fix/node_modules/.bun/tsconfck@3.1.6+1fb4c65d43e298b9/node_modules/tsconfck/src/cache.js</a:t>
            </a:r>
          </a:p>
          <a:p>
            <a:pPr>
              <a:defRPr sz="1200"/>
            </a:pPr>
            <a:r>
              <a:t>D:/pasar_fix/node_modules/.bun/tsconfck@3.1.6+1fb4c65d43e298b9/node_modules/tsconfck/src/find-all.js</a:t>
            </a:r>
          </a:p>
          <a:p>
            <a:pPr>
              <a:defRPr sz="1200"/>
            </a:pPr>
            <a:r>
              <a:t>D:/pasar_fix/node_modules/.bun/tsconfck@3.1.6+1fb4c65d43e298b9/node_modules/tsconfck/src/find-native.js</a:t>
            </a:r>
          </a:p>
          <a:p>
            <a:pPr>
              <a:defRPr sz="1200"/>
            </a:pPr>
            <a:r>
              <a:t>D:/pasar_fix/node_modules/.bun/tsconfck@3.1.6+1fb4c65d43e298b9/node_modules/tsconfck/src/find.js</a:t>
            </a:r>
          </a:p>
          <a:p>
            <a:pPr>
              <a:defRPr sz="1200"/>
            </a:pPr>
            <a:r>
              <a:t>D:/pasar_fix/node_modules/.bun/tsconfck@3.1.6+1fb4c65d43e298b9/node_modules/tsconfck/src/index.js</a:t>
            </a:r>
          </a:p>
          <a:p>
            <a:pPr>
              <a:defRPr sz="1200"/>
            </a:pPr>
            <a:r>
              <a:t>D:/pasar_fix/node_modules/.bun/tsconfck@3.1.6+1fb4c65d43e298b9/node_modules/tsconfck/src/parse-native.js</a:t>
            </a:r>
          </a:p>
          <a:p>
            <a:pPr>
              <a:defRPr sz="1200"/>
            </a:pPr>
            <a:r>
              <a:t>D:/pasar_fix/node_modules/.bun/tsconfck@3.1.6+1fb4c65d43e298b9/node_modules/tsconfck/src/parse.js</a:t>
            </a:r>
          </a:p>
          <a:p>
            <a:pPr>
              <a:defRPr sz="1200"/>
            </a:pPr>
            <a:r>
              <a:t>D:/pasar_fix/node_modules/.bun/tsconfck@3.1.6+1fb4c65d43e298b9/node_modules/tsconfck/src/public.d.ts</a:t>
            </a:r>
          </a:p>
          <a:p>
            <a:pPr>
              <a:defRPr sz="1200"/>
            </a:pPr>
            <a:r>
              <a:t>D:/pasar_fix/node_modules/.bun/tsconfck@3.1.6+1fb4c65d43e298b9/node_modules/tsconfck/src/to-json.js</a:t>
            </a:r>
          </a:p>
          <a:p>
            <a:pPr>
              <a:defRPr sz="1200"/>
            </a:pPr>
            <a:r>
              <a:t>D:/pasar_fix/node_modules/.bun/tsconfck@3.1.6+1fb4c65d43e298b9/node_modules/tsconfck/src/util.js</a:t>
            </a:r>
          </a:p>
          <a:p>
            <a:pPr>
              <a:defRPr sz="1200"/>
            </a:pPr>
            <a:r>
              <a:t>D:/pasar_fix/node_modules/.bun/tsconfck@3.1.6+1fb4c65d43e298b9/node_modules/tsconfck/types/index.d.ts</a:t>
            </a:r>
          </a:p>
          <a:p>
            <a:pPr>
              <a:defRPr sz="1200"/>
            </a:pPr>
            <a:r>
              <a:t>D:/pasar_fix/node_modules/.bun/tsconfck@3.1.6+1fb4c65d43e298b9/node_modules/tsconfck/types/index.d.ts.map</a:t>
            </a:r>
          </a:p>
          <a:p>
            <a:pPr>
              <a:defRPr sz="1200"/>
            </a:pPr>
            <a:r>
              <a:t>D:/pasar_fix/node_modules/.bun/tslib@1.14.1/node_modules/tslib/CopyrightNotice.txt</a:t>
            </a:r>
          </a:p>
          <a:p>
            <a:pPr>
              <a:defRPr sz="1200"/>
            </a:pPr>
            <a:r>
              <a:t>D:/pasar_fix/node_modules/.bun/tslib@1.14.1/node_modules/tslib/LICENSE.txt</a:t>
            </a:r>
          </a:p>
          <a:p>
            <a:pPr>
              <a:defRPr sz="1200"/>
            </a:pPr>
            <a:r>
              <a:t>D:/pasar_fix/node_modules/.bun/tslib@1.14.1/node_modules/tslib/package.json</a:t>
            </a:r>
          </a:p>
          <a:p>
            <a:pPr>
              <a:defRPr sz="1200"/>
            </a:pPr>
            <a:r>
              <a:t>D:/pasar_fix/node_modules/.bun/tslib@1.14.1/node_modules/tslib/README.md</a:t>
            </a:r>
          </a:p>
          <a:p>
            <a:pPr>
              <a:defRPr sz="1200"/>
            </a:pPr>
            <a:r>
              <a:t>D:/pasar_fix/node_modules/.bun/tslib@1.14.1/node_modules/tslib/tslib.d.ts</a:t>
            </a:r>
          </a:p>
          <a:p>
            <a:pPr>
              <a:defRPr sz="1200"/>
            </a:pPr>
            <a:r>
              <a:t>D:/pasar_fix/node_modules/.bun/tslib@1.14.1/node_modules/tslib/tslib.es6.html</a:t>
            </a:r>
          </a:p>
          <a:p>
            <a:pPr>
              <a:defRPr sz="1200"/>
            </a:pPr>
            <a:r>
              <a:t>D:/pasar_fix/node_modules/.bun/tslib@1.14.1/node_modules/tslib/tslib.es6.js</a:t>
            </a:r>
          </a:p>
          <a:p>
            <a:pPr>
              <a:defRPr sz="1200"/>
            </a:pPr>
            <a:r>
              <a:t>D:/pasar_fix/node_modules/.bun/tslib@1.14.1/node_modules/tslib/tslib.html</a:t>
            </a:r>
          </a:p>
          <a:p>
            <a:pPr>
              <a:defRPr sz="1200"/>
            </a:pPr>
            <a:r>
              <a:t>D:/pasar_fix/node_modules/.bun/tslib@1.14.1/node_modules/tslib/tslib.js</a:t>
            </a:r>
          </a:p>
          <a:p>
            <a:pPr>
              <a:defRPr sz="1200"/>
            </a:pPr>
            <a:r>
              <a:t>D:/pasar_fix/node_modules/.bun/tslib@1.14.1/node_modules/tslib/modules/index.js</a:t>
            </a:r>
          </a:p>
          <a:p>
            <a:pPr>
              <a:defRPr sz="1200"/>
            </a:pPr>
            <a:r>
              <a:t>D:/pasar_fix/node_modules/.bun/tslib@1.14.1/node_modules/tslib/modules/package.json</a:t>
            </a:r>
          </a:p>
          <a:p>
            <a:pPr>
              <a:defRPr sz="1200"/>
            </a:pPr>
            <a:r>
              <a:t>D:/pasar_fix/node_modules/.bun/tslib@1.14.1/node_modules/tslib/test/validateModuleExportsMatchCommonJS/index.js</a:t>
            </a:r>
          </a:p>
          <a:p>
            <a:pPr>
              <a:defRPr sz="1200"/>
            </a:pPr>
            <a:r>
              <a:t>D:/pasar_fix/node_modules/.bun/tslib@1.14.1/node_modules/tslib/test/validateModuleExportsMatchCommonJS/package.json</a:t>
            </a:r>
          </a:p>
          <a:p>
            <a:pPr>
              <a:defRPr sz="1200"/>
            </a:pPr>
            <a:r>
              <a:t>D:/pasar_fix/node_modules/.bun/tslib@2.8.1/node_modules/tslib/CopyrightNotice.txt</a:t>
            </a:r>
          </a:p>
          <a:p>
            <a:pPr>
              <a:defRPr sz="1200"/>
            </a:pPr>
            <a:r>
              <a:t>D:/pasar_fix/node_modules/.bun/tslib@2.8.1/node_modules/tslib/LICENSE.txt</a:t>
            </a:r>
          </a:p>
          <a:p>
            <a:pPr>
              <a:defRPr sz="1200"/>
            </a:pPr>
            <a:r>
              <a:t>D:/pasar_fix/node_modules/.bun/tslib@2.8.1/node_modules/tslib/package.json</a:t>
            </a:r>
          </a:p>
          <a:p>
            <a:pPr>
              <a:defRPr sz="1200"/>
            </a:pPr>
            <a:r>
              <a:t>D:/pasar_fix/node_modules/.bun/tslib@2.8.1/node_modules/tslib/README.md</a:t>
            </a:r>
          </a:p>
          <a:p>
            <a:pPr>
              <a:defRPr sz="1200"/>
            </a:pPr>
            <a:r>
              <a:t>D:/pasar_fix/node_modules/.bun/tslib@2.8.1/node_modules/tslib/SECURITY.md</a:t>
            </a:r>
          </a:p>
          <a:p>
            <a:pPr>
              <a:defRPr sz="1200"/>
            </a:pPr>
            <a:r>
              <a:t>D:/pasar_fix/node_modules/.bun/tslib@2.8.1/node_modules/tslib/tslib.d.ts</a:t>
            </a:r>
          </a:p>
          <a:p>
            <a:pPr>
              <a:defRPr sz="1200"/>
            </a:pPr>
            <a:r>
              <a:t>D:/pasar_fix/node_modules/.bun/tslib@2.8.1/node_modules/tslib/tslib.es6.html</a:t>
            </a:r>
          </a:p>
          <a:p>
            <a:pPr>
              <a:defRPr sz="1200"/>
            </a:pPr>
            <a:r>
              <a:t>D:/pasar_fix/node_modules/.bun/tslib@2.8.1/node_modules/tslib/tslib.es6.js</a:t>
            </a:r>
          </a:p>
          <a:p>
            <a:pPr>
              <a:defRPr sz="1200"/>
            </a:pPr>
            <a:r>
              <a:t>D:/pasar_fix/node_modules/.bun/tslib@2.8.1/node_modules/tslib/tslib.es6.mjs</a:t>
            </a:r>
          </a:p>
          <a:p>
            <a:pPr>
              <a:defRPr sz="1200"/>
            </a:pPr>
            <a:r>
              <a:t>D:/pasar_fix/node_modules/.bun/tslib@2.8.1/node_modules/tslib/tslib.html</a:t>
            </a:r>
          </a:p>
          <a:p>
            <a:pPr>
              <a:defRPr sz="1200"/>
            </a:pPr>
            <a:r>
              <a:t>D:/pasar_fix/node_modules/.bun/tslib@2.8.1/node_modules/tslib/tslib.js</a:t>
            </a:r>
          </a:p>
          <a:p>
            <a:pPr>
              <a:defRPr sz="1200"/>
            </a:pPr>
            <a:r>
              <a:t>D:/pasar_fix/node_modules/.bun/tslib@2.8.1/node_modules/tslib/modules/index.d.ts</a:t>
            </a:r>
          </a:p>
          <a:p>
            <a:pPr>
              <a:defRPr sz="1200"/>
            </a:pPr>
            <a:r>
              <a:t>D:/pasar_fix/node_modules/.bun/tslib@2.8.1/node_modules/tslib/modules/index.js</a:t>
            </a:r>
          </a:p>
          <a:p>
            <a:pPr>
              <a:defRPr sz="1200"/>
            </a:pPr>
            <a:r>
              <a:t>D:/pasar_fix/node_modules/.bun/tslib@2.8.1/node_modules/tslib/modules/package.json</a:t>
            </a:r>
          </a:p>
          <a:p>
            <a:pPr>
              <a:defRPr sz="1200"/>
            </a:pPr>
            <a:r>
              <a:t>D:/pasar_fix/node_modules/.bun/tsx@4.22.1/node_modules/.bin/esbuild.bunx</a:t>
            </a:r>
          </a:p>
          <a:p>
            <a:pPr>
              <a:defRPr sz="1200"/>
            </a:pPr>
            <a:r>
              <a:t>D:/pasar_fix/node_modules/.bun/tsx@4.22.1/node_modules/.bin/esbuild.exe</a:t>
            </a:r>
          </a:p>
          <a:p>
            <a:pPr>
              <a:defRPr sz="1200"/>
            </a:pPr>
            <a:r>
              <a:t>D:/pasar_fix/node_modules/.bun/tsx@4.22.1/node_modules/.bin/tsx.bunx</a:t>
            </a:r>
          </a:p>
          <a:p>
            <a:pPr>
              <a:defRPr sz="1200"/>
            </a:pPr>
            <a:r>
              <a:t>D:/pasar_fix/node_modules/.bun/tsx@4.22.1/node_modules/.bin/tsx.exe</a:t>
            </a:r>
          </a:p>
          <a:p>
            <a:pPr>
              <a:defRPr sz="1200"/>
            </a:pPr>
            <a:r>
              <a:t>D:/pasar_fix/node_modules/.bun/tsx@4.22.1/node_modules/tsx/LICENSE</a:t>
            </a:r>
          </a:p>
          <a:p>
            <a:pPr>
              <a:defRPr sz="1200"/>
            </a:pPr>
            <a:r>
              <a:t>D:/pasar_fix/node_modules/.bun/tsx@4.22.1/node_modules/tsx/package.json</a:t>
            </a:r>
          </a:p>
          <a:p>
            <a:pPr>
              <a:defRPr sz="1200"/>
            </a:pPr>
            <a:r>
              <a:t>D:/pasar_fix/node_modules/.bun/tsx@4.22.1/node_modules/tsx/README.md</a:t>
            </a:r>
          </a:p>
          <a:p>
            <a:pPr>
              <a:defRPr sz="1200"/>
            </a:pPr>
            <a:r>
              <a:t>D:/pasar_fix/node_modules/.bun/tsx@4.22.1/node_modules/tsx/dist/cli.cjs</a:t>
            </a:r>
          </a:p>
          <a:p>
            <a:pPr>
              <a:defRPr sz="1200"/>
            </a:pPr>
            <a:r>
              <a:t>D:/pasar_fix/node_modules/.bun/tsx@4.22.1/node_modules/tsx/dist/cli.mjs</a:t>
            </a:r>
          </a:p>
          <a:p>
            <a:pPr>
              <a:defRPr sz="1200"/>
            </a:pPr>
            <a:r>
              <a:t>D:/pasar_fix/node_modules/.bun/tsx@4.22.1/node_modules/tsx/dist/client-D3mGB526.cjs</a:t>
            </a:r>
          </a:p>
          <a:p>
            <a:pPr>
              <a:defRPr sz="1200"/>
            </a:pPr>
            <a:r>
              <a:t>D:/pasar_fix/node_modules/.bun/tsx@4.22.1/node_modules/tsx/dist/client-D_mPDF5S.mjs</a:t>
            </a:r>
          </a:p>
          <a:p>
            <a:pPr>
              <a:defRPr sz="1200"/>
            </a:pPr>
            <a:r>
              <a:t>D:/pasar_fix/node_modules/.bun/tsx@4.22.1/node_modules/tsx/dist/get-pipe-path-D4YM6rQt.cjs</a:t>
            </a:r>
          </a:p>
          <a:p>
            <a:pPr>
              <a:defRPr sz="1200"/>
            </a:pPr>
            <a:r>
              <a:t>D:/pasar_fix/node_modules/.bun/tsx@4.22.1/node_modules/tsx/dist/get-pipe-path-_tAJyU_v.mjs</a:t>
            </a:r>
          </a:p>
          <a:p>
            <a:pPr>
              <a:defRPr sz="1200"/>
            </a:pPr>
            <a:r>
              <a:t>D:/pasar_fix/node_modules/.bun/tsx@4.22.1/node_modules/tsx/dist/index-BWFBUo6r.cjs</a:t>
            </a:r>
          </a:p>
          <a:p>
            <a:pPr>
              <a:defRPr sz="1200"/>
            </a:pPr>
            <a:r>
              <a:t>D:/pasar_fix/node_modules/.bun/tsx@4.22.1/node_modules/tsx/dist/index-C8LOAU3M.cjs</a:t>
            </a:r>
          </a:p>
          <a:p>
            <a:pPr>
              <a:defRPr sz="1200"/>
            </a:pPr>
            <a:r>
              <a:t>D:/pasar_fix/node_modules/.bun/tsx@4.22.1/node_modules/tsx/dist/index-CDeh32pY.mjs</a:t>
            </a:r>
          </a:p>
          <a:p>
            <a:pPr>
              <a:defRPr sz="1200"/>
            </a:pPr>
            <a:r>
              <a:t>D:/pasar_fix/node_modules/.bun/tsx@4.22.1/node_modules/tsx/dist/index-gbaejti9.mjs</a:t>
            </a:r>
          </a:p>
          <a:p>
            <a:pPr>
              <a:defRPr sz="1200"/>
            </a:pPr>
            <a:r>
              <a:t>D:/pasar_fix/node_modules/.bun/tsx@4.22.1/node_modules/tsx/dist/lexer-DgIbo0BU.cjs</a:t>
            </a:r>
          </a:p>
          <a:p>
            <a:pPr>
              <a:defRPr sz="1200"/>
            </a:pPr>
            <a:r>
              <a:t>D:/pasar_fix/node_modules/.bun/tsx@4.22.1/node_modules/tsx/dist/lexer-DQCqS3nf.mjs</a:t>
            </a:r>
          </a:p>
          <a:p>
            <a:pPr>
              <a:defRPr sz="1200"/>
            </a:pPr>
            <a:r>
              <a:t>D:/pasar_fix/node_modules/.bun/tsx@4.22.1/node_modules/tsx/dist/loader.cjs</a:t>
            </a:r>
          </a:p>
          <a:p>
            <a:pPr>
              <a:defRPr sz="1200"/>
            </a:pPr>
            <a:r>
              <a:t>D:/pasar_fix/node_modules/.bun/tsx@4.22.1/node_modules/tsx/dist/loader.mjs</a:t>
            </a:r>
          </a:p>
          <a:p>
            <a:pPr>
              <a:defRPr sz="1200"/>
            </a:pPr>
            <a:r>
              <a:t>D:/pasar_fix/node_modules/.bun/tsx@4.22.1/node_modules/tsx/dist/node-features-Bdn6JLJo.cjs</a:t>
            </a:r>
          </a:p>
          <a:p>
            <a:pPr>
              <a:defRPr sz="1200"/>
            </a:pPr>
            <a:r>
              <a:t>D:/pasar_fix/node_modules/.bun/tsx@4.22.1/node_modules/tsx/dist/node-features-Eq_kCbjt.mjs</a:t>
            </a:r>
          </a:p>
          <a:p>
            <a:pPr>
              <a:defRPr sz="1200"/>
            </a:pPr>
            <a:r>
              <a:t>D:/pasar_fix/node_modules/.bun/tsx@4.22.1/node_modules/tsx/dist/package-B4T_4BdY.mjs</a:t>
            </a:r>
          </a:p>
          <a:p>
            <a:pPr>
              <a:defRPr sz="1200"/>
            </a:pPr>
            <a:r>
              <a:t>D:/pasar_fix/node_modules/.bun/tsx@4.22.1/node_modules/tsx/dist/package-tLlRLU1T.cjs</a:t>
            </a:r>
          </a:p>
          <a:p>
            <a:pPr>
              <a:defRPr sz="1200"/>
            </a:pPr>
            <a:r>
              <a:t>D:/pasar_fix/node_modules/.bun/tsx@4.22.1/node_modules/tsx/dist/patch-repl.cjs</a:t>
            </a:r>
          </a:p>
          <a:p>
            <a:pPr>
              <a:defRPr sz="1200"/>
            </a:pPr>
            <a:r>
              <a:t>D:/pasar_fix/node_modules/.bun/tsx@4.22.1/node_modules/tsx/dist/patch-repl.mjs</a:t>
            </a:r>
          </a:p>
          <a:p>
            <a:pPr>
              <a:defRPr sz="1200"/>
            </a:pPr>
            <a:r>
              <a:t>D:/pasar_fix/node_modules/.bun/tsx@4.22.1/node_modules/tsx/dist/preflight.cjs</a:t>
            </a:r>
          </a:p>
          <a:p>
            <a:pPr>
              <a:defRPr sz="1200"/>
            </a:pPr>
            <a:r>
              <a:t>D:/pasar_fix/node_modules/.bun/tsx@4.22.1/node_modules/tsx/dist/preflight.mjs</a:t>
            </a:r>
          </a:p>
          <a:p>
            <a:pPr>
              <a:defRPr sz="1200"/>
            </a:pPr>
            <a:r>
              <a:t>D:/pasar_fix/node_modules/.bun/tsx@4.22.1/node_modules/tsx/dist/register-B4MtRGQg.cjs</a:t>
            </a:r>
          </a:p>
          <a:p>
            <a:pPr>
              <a:defRPr sz="1200"/>
            </a:pPr>
            <a:r>
              <a:t>D:/pasar_fix/node_modules/.bun/tsx@4.22.1/node_modules/tsx/dist/register-BmBLtb39.mjs</a:t>
            </a:r>
          </a:p>
          <a:p>
            <a:pPr>
              <a:defRPr sz="1200"/>
            </a:pPr>
            <a:r>
              <a:t>D:/pasar_fix/node_modules/.bun/tsx@4.22.1/node_modules/tsx/dist/register-HCiphi1e.mjs</a:t>
            </a:r>
          </a:p>
          <a:p>
            <a:pPr>
              <a:defRPr sz="1200"/>
            </a:pPr>
            <a:r>
              <a:t>D:/pasar_fix/node_modules/.bun/tsx@4.22.1/node_modules/tsx/dist/register-oEokg99B.cjs</a:t>
            </a:r>
          </a:p>
          <a:p>
            <a:pPr>
              <a:defRPr sz="1200"/>
            </a:pPr>
            <a:r>
              <a:t>D:/pasar_fix/node_modules/.bun/tsx@4.22.1/node_modules/tsx/dist/repl.cjs</a:t>
            </a:r>
          </a:p>
          <a:p>
            <a:pPr>
              <a:defRPr sz="1200"/>
            </a:pPr>
            <a:r>
              <a:t>D:/pasar_fix/node_modules/.bun/tsx@4.22.1/node_modules/tsx/dist/repl.mjs</a:t>
            </a:r>
          </a:p>
          <a:p>
            <a:pPr>
              <a:defRPr sz="1200"/>
            </a:pPr>
            <a:r>
              <a:t>D:/pasar_fix/node_modules/.bun/tsx@4.22.1/node_modules/tsx/dist/require-CwvQf5A7.mjs</a:t>
            </a:r>
          </a:p>
          <a:p>
            <a:pPr>
              <a:defRPr sz="1200"/>
            </a:pPr>
            <a:r>
              <a:t>D:/pasar_fix/node_modules/.bun/tsx@4.22.1/node_modules/tsx/dist/require-YOXkC58J.cjs</a:t>
            </a:r>
          </a:p>
          <a:p>
            <a:pPr>
              <a:defRPr sz="1200"/>
            </a:pPr>
            <a:r>
              <a:t>D:/pasar_fix/node_modules/.bun/tsx@4.22.1/node_modules/tsx/dist/suppress-warnings.cjs</a:t>
            </a:r>
          </a:p>
          <a:p>
            <a:pPr>
              <a:defRPr sz="1200"/>
            </a:pPr>
            <a:r>
              <a:t>D:/pasar_fix/node_modules/.bun/tsx@4.22.1/node_modules/tsx/dist/suppress-warnings.mjs</a:t>
            </a:r>
          </a:p>
          <a:p>
            <a:pPr>
              <a:defRPr sz="1200"/>
            </a:pPr>
            <a:r>
              <a:t>D:/pasar_fix/node_modules/.bun/tsx@4.22.1/node_modules/tsx/dist/temporary-directory-B83uKxJF.cjs</a:t>
            </a:r>
          </a:p>
          <a:p>
            <a:pPr>
              <a:defRPr sz="1200"/>
            </a:pPr>
            <a:r>
              <a:t>D:/pasar_fix/node_modules/.bun/tsx@4.22.1/node_modules/tsx/dist/temporary-directory-BDDVQOvU.mjs</a:t>
            </a:r>
          </a:p>
          <a:p>
            <a:pPr>
              <a:defRPr sz="1200"/>
            </a:pPr>
            <a:r>
              <a:t>D:/pasar_fix/node_modules/.bun/tsx@4.22.1/node_modules/tsx/dist/types-Cxp8y2TL.d.ts</a:t>
            </a:r>
          </a:p>
          <a:p>
            <a:pPr>
              <a:defRPr sz="1200"/>
            </a:pPr>
            <a:r>
              <a:t>D:/pasar_fix/node_modules/.bun/tsx@4.22.1/node_modules/tsx/dist/cjs/index.cjs</a:t>
            </a:r>
          </a:p>
          <a:p>
            <a:pPr>
              <a:defRPr sz="1200"/>
            </a:pPr>
            <a:r>
              <a:t>D:/pasar_fix/node_modules/.bun/tsx@4.22.1/node_modules/tsx/dist/cjs/index.mjs</a:t>
            </a:r>
          </a:p>
          <a:p>
            <a:pPr>
              <a:defRPr sz="1200"/>
            </a:pPr>
            <a:r>
              <a:t>D:/pasar_fix/node_modules/.bun/tsx@4.22.1/node_modules/tsx/dist/cjs/api/index.cjs</a:t>
            </a:r>
          </a:p>
          <a:p>
            <a:pPr>
              <a:defRPr sz="1200"/>
            </a:pPr>
            <a:r>
              <a:t>D:/pasar_fix/node_modules/.bun/tsx@4.22.1/node_modules/tsx/dist/cjs/api/index.d.cts</a:t>
            </a:r>
          </a:p>
          <a:p>
            <a:pPr>
              <a:defRPr sz="1200"/>
            </a:pPr>
            <a:r>
              <a:t>D:/pasar_fix/node_modules/.bun/tsx@4.22.1/node_modules/tsx/dist/cjs/api/index.d.mts</a:t>
            </a:r>
          </a:p>
          <a:p>
            <a:pPr>
              <a:defRPr sz="1200"/>
            </a:pPr>
            <a:r>
              <a:t>D:/pasar_fix/node_modules/.bun/tsx@4.22.1/node_modules/tsx/dist/cjs/api/index.mjs</a:t>
            </a:r>
          </a:p>
          <a:p>
            <a:pPr>
              <a:defRPr sz="1200"/>
            </a:pPr>
            <a:r>
              <a:t>D:/pasar_fix/node_modules/.bun/tsx@4.22.1/node_modules/tsx/dist/esm/index.cjs</a:t>
            </a:r>
          </a:p>
          <a:p>
            <a:pPr>
              <a:defRPr sz="1200"/>
            </a:pPr>
            <a:r>
              <a:t>D:/pasar_fix/node_modules/.bun/tsx@4.22.1/node_modules/tsx/dist/esm/index.mjs</a:t>
            </a:r>
          </a:p>
          <a:p>
            <a:pPr>
              <a:defRPr sz="1200"/>
            </a:pPr>
            <a:r>
              <a:t>D:/pasar_fix/node_modules/.bun/tsx@4.22.1/node_modules/tsx/dist/esm/api/index.cjs</a:t>
            </a:r>
          </a:p>
          <a:p>
            <a:pPr>
              <a:defRPr sz="1200"/>
            </a:pPr>
            <a:r>
              <a:t>D:/pasar_fix/node_modules/.bun/tsx@4.22.1/node_modules/tsx/dist/esm/api/index.d.cts</a:t>
            </a:r>
          </a:p>
          <a:p>
            <a:pPr>
              <a:defRPr sz="1200"/>
            </a:pPr>
            <a:r>
              <a:t>D:/pasar_fix/node_modules/.bun/tsx@4.22.1/node_modules/tsx/dist/esm/api/index.d.mts</a:t>
            </a:r>
          </a:p>
          <a:p>
            <a:pPr>
              <a:defRPr sz="1200"/>
            </a:pPr>
            <a:r>
              <a:t>D:/pasar_fix/node_modules/.bun/tsx@4.22.1/node_modules/tsx/dist/esm/api/index.mjs</a:t>
            </a:r>
          </a:p>
          <a:p>
            <a:pPr>
              <a:defRPr sz="1200"/>
            </a:pPr>
            <a:r>
              <a:t>D:/pasar_fix/node_modules/.bun/tsyringe@4.10.0/node_modules/tsyringe/LICENSE</a:t>
            </a:r>
          </a:p>
          <a:p>
            <a:pPr>
              <a:defRPr sz="1200"/>
            </a:pPr>
            <a:r>
              <a:t>D:/pasar_fix/node_modules/.bun/tsyringe@4.10.0/node_modules/tsyringe/package.json</a:t>
            </a:r>
          </a:p>
          <a:p>
            <a:pPr>
              <a:defRPr sz="1200"/>
            </a:pPr>
            <a:r>
              <a:t>D:/pasar_fix/node_modules/.bun/tsyringe@4.10.0/node_modules/tsyringe/README.md</a:t>
            </a:r>
          </a:p>
          <a:p>
            <a:pPr>
              <a:defRPr sz="1200"/>
            </a:pPr>
            <a:r>
              <a:t>D:/pasar_fix/node_modules/.bun/tsyringe@4.10.0/node_modules/tsyringe/SECURITY.md</a:t>
            </a:r>
          </a:p>
          <a:p>
            <a:pPr>
              <a:defRPr sz="1200"/>
            </a:pPr>
            <a:r>
              <a:t>D:/pasar_fix/node_modules/.bun/tsyringe@4.10.0/node_modules/tsyringe/dist/cjs/dependency-container.js</a:t>
            </a:r>
          </a:p>
          <a:p>
            <a:pPr>
              <a:defRPr sz="1200"/>
            </a:pPr>
            <a:r>
              <a:t>D:/pasar_fix/node_modules/.bun/tsyringe@4.10.0/node_modules/tsyringe/dist/cjs/error-helpers.js</a:t>
            </a:r>
          </a:p>
          <a:p>
            <a:pPr>
              <a:defRPr sz="1200"/>
            </a:pPr>
            <a:r>
              <a:t>D:/pasar_fix/node_modules/.bun/tsyringe@4.10.0/node_modules/tsyringe/dist/cjs/index.js</a:t>
            </a:r>
          </a:p>
          <a:p>
            <a:pPr>
              <a:defRPr sz="1200"/>
            </a:pPr>
            <a:r>
              <a:t>D:/pasar_fix/node_modules/.bun/tsyringe@4.10.0/node_modules/tsyringe/dist/cjs/interceptors.js</a:t>
            </a:r>
          </a:p>
          <a:p>
            <a:pPr>
              <a:defRPr sz="1200"/>
            </a:pPr>
            <a:r>
              <a:t>D:/pasar_fix/node_modules/.bun/tsyringe@4.10.0/node_modules/tsyringe/dist/cjs/lazy-helpers.js</a:t>
            </a:r>
          </a:p>
          <a:p>
            <a:pPr>
              <a:defRPr sz="1200"/>
            </a:pPr>
            <a:r>
              <a:t>D:/pasar_fix/node_modules/.bun/tsyringe@4.10.0/node_modules/tsyringe/dist/cjs/reflection-helpers.js</a:t>
            </a:r>
          </a:p>
          <a:p>
            <a:pPr>
              <a:defRPr sz="1200"/>
            </a:pPr>
            <a:r>
              <a:t>D:/pasar_fix/node_modules/.bun/tsyringe@4.10.0/node_modules/tsyringe/dist/cjs/registry-base.js</a:t>
            </a:r>
          </a:p>
          <a:p>
            <a:pPr>
              <a:defRPr sz="1200"/>
            </a:pPr>
            <a:r>
              <a:t>D:/pasar_fix/node_modules/.bun/tsyringe@4.10.0/node_modules/tsyringe/dist/cjs/registry.js</a:t>
            </a:r>
          </a:p>
          <a:p>
            <a:pPr>
              <a:defRPr sz="1200"/>
            </a:pPr>
            <a:r>
              <a:t>D:/pasar_fix/node_modules/.bun/tsyringe@4.10.0/node_modules/tsyringe/dist/cjs/resolution-context.js</a:t>
            </a:r>
          </a:p>
          <a:p>
            <a:pPr>
              <a:defRPr sz="1200"/>
            </a:pPr>
            <a:r>
              <a:t>D:/pasar_fix/node_modules/.bun/tsyringe@4.10.0/node_modules/tsyringe/dist/cjs/decorators/auto-injectable.js</a:t>
            </a:r>
          </a:p>
          <a:p>
            <a:pPr>
              <a:defRPr sz="1200"/>
            </a:pPr>
            <a:r>
              <a:t>D:/pasar_fix/node_modules/.bun/tsyringe@4.10.0/node_modules/tsyringe/dist/cjs/decorators/index.js</a:t>
            </a:r>
          </a:p>
          <a:p>
            <a:pPr>
              <a:defRPr sz="1200"/>
            </a:pPr>
            <a:r>
              <a:t>D:/pasar_fix/node_modules/.bun/tsyringe@4.10.0/node_modules/tsyringe/dist/cjs/decorators/inject-all-with-transform.js</a:t>
            </a:r>
          </a:p>
          <a:p>
            <a:pPr>
              <a:defRPr sz="1200"/>
            </a:pPr>
            <a:r>
              <a:t>D:/pasar_fix/node_modules/.bun/tsyringe@4.10.0/node_modules/tsyringe/dist/cjs/decorators/inject-all.js</a:t>
            </a:r>
          </a:p>
          <a:p>
            <a:pPr>
              <a:defRPr sz="1200"/>
            </a:pPr>
            <a:r>
              <a:t>D:/pasar_fix/node_modules/.bun/tsyringe@4.10.0/node_modules/tsyringe/dist/cjs/decorators/inject-with-transform.js</a:t>
            </a:r>
          </a:p>
          <a:p>
            <a:pPr>
              <a:defRPr sz="1200"/>
            </a:pPr>
            <a:r>
              <a:t>D:/pasar_fix/node_modules/.bun/tsyringe@4.10.0/node_modules/tsyringe/dist/cjs/decorators/inject.js</a:t>
            </a:r>
          </a:p>
          <a:p>
            <a:pPr>
              <a:defRPr sz="1200"/>
            </a:pPr>
            <a:r>
              <a:t>D:/pasar_fix/node_modules/.bun/tsyringe@4.10.0/node_modules/tsyringe/dist/cjs/decorators/injectable.js</a:t>
            </a:r>
          </a:p>
          <a:p>
            <a:pPr>
              <a:defRPr sz="1200"/>
            </a:pPr>
            <a:r>
              <a:t>D:/pasar_fix/node_modules/.bun/tsyringe@4.10.0/node_modules/tsyringe/dist/cjs/decorators/registry.js</a:t>
            </a:r>
          </a:p>
          <a:p>
            <a:pPr>
              <a:defRPr sz="1200"/>
            </a:pPr>
            <a:r>
              <a:t>D:/pasar_fix/node_modules/.bun/tsyringe@4.10.0/node_modules/tsyringe/dist/cjs/decorators/scoped.js</a:t>
            </a:r>
          </a:p>
          <a:p>
            <a:pPr>
              <a:defRPr sz="1200"/>
            </a:pPr>
            <a:r>
              <a:t>D:/pasar_fix/node_modules/.bun/tsyringe@4.10.0/node_modules/tsyringe/dist/cjs/decorators/singleton.js</a:t>
            </a:r>
          </a:p>
          <a:p>
            <a:pPr>
              <a:defRPr sz="1200"/>
            </a:pPr>
            <a:r>
              <a:t>D:/pasar_fix/node_modules/.bun/tsyringe@4.10.0/node_modules/tsyringe/dist/cjs/factories/factory-function.js</a:t>
            </a:r>
          </a:p>
          <a:p>
            <a:pPr>
              <a:defRPr sz="1200"/>
            </a:pPr>
            <a:r>
              <a:t>D:/pasar_fix/node_modules/.bun/tsyringe@4.10.0/node_modules/tsyringe/dist/cjs/factories/index.js</a:t>
            </a:r>
          </a:p>
          <a:p>
            <a:pPr>
              <a:defRPr sz="1200"/>
            </a:pPr>
            <a:r>
              <a:t>D:/pasar_fix/node_modules/.bun/tsyringe@4.10.0/node_modules/tsyringe/dist/cjs/factories/instance-caching-factory.js</a:t>
            </a:r>
          </a:p>
          <a:p>
            <a:pPr>
              <a:defRPr sz="1200"/>
            </a:pPr>
            <a:r>
              <a:t>D:/pasar_fix/node_modules/.bun/tsyringe@4.10.0/node_modules/tsyringe/dist/cjs/factories/instance-per-container-caching-factory.js</a:t>
            </a:r>
          </a:p>
          <a:p>
            <a:pPr>
              <a:defRPr sz="1200"/>
            </a:pPr>
            <a:r>
              <a:t>D:/pasar_fix/node_modules/.bun/tsyringe@4.10.0/node_modules/tsyringe/dist/cjs/factories/predicate-aware-class-factory.js</a:t>
            </a:r>
          </a:p>
          <a:p>
            <a:pPr>
              <a:defRPr sz="1200"/>
            </a:pPr>
            <a:r>
              <a:t>D:/pasar_fix/node_modules/.bun/tsyringe@4.10.0/node_modules/tsyringe/dist/cjs/providers/class-provider.js</a:t>
            </a:r>
          </a:p>
          <a:p>
            <a:pPr>
              <a:defRPr sz="1200"/>
            </a:pPr>
            <a:r>
              <a:t>D:/pasar_fix/node_modules/.bun/tsyringe@4.10.0/node_modules/tsyringe/dist/cjs/providers/factory-provider.js</a:t>
            </a:r>
          </a:p>
          <a:p>
            <a:pPr>
              <a:defRPr sz="1200"/>
            </a:pPr>
            <a:r>
              <a:t>D:/pasar_fix/node_modules/.bun/tsyringe@4.10.0/node_modules/tsyringe/dist/cjs/providers/index.js</a:t>
            </a:r>
          </a:p>
          <a:p>
            <a:pPr>
              <a:defRPr sz="1200"/>
            </a:pPr>
            <a:r>
              <a:t>D:/pasar_fix/node_modules/.bun/tsyringe@4.10.0/node_modules/tsyringe/dist/cjs/providers/injection-token.js</a:t>
            </a:r>
          </a:p>
          <a:p>
            <a:pPr>
              <a:defRPr sz="1200"/>
            </a:pPr>
            <a:r>
              <a:t>D:/pasar_fix/node_modules/.bun/tsyringe@4.10.0/node_modules/tsyringe/dist/cjs/providers/provider.js</a:t>
            </a:r>
          </a:p>
          <a:p>
            <a:pPr>
              <a:defRPr sz="1200"/>
            </a:pPr>
            <a:r>
              <a:t>D:/pasar_fix/node_modules/.bun/tsyringe@4.10.0/node_modules/tsyringe/dist/cjs/providers/token-provider.js</a:t>
            </a:r>
          </a:p>
          <a:p>
            <a:pPr>
              <a:defRPr sz="1200"/>
            </a:pPr>
            <a:r>
              <a:t>D:/pasar_fix/node_modules/.bun/tsyringe@4.10.0/node_modules/tsyringe/dist/cjs/providers/value-provider.js</a:t>
            </a:r>
          </a:p>
          <a:p>
            <a:pPr>
              <a:defRPr sz="1200"/>
            </a:pPr>
            <a:r>
              <a:t>D:/pasar_fix/node_modules/.bun/tsyringe@4.10.0/node_modules/tsyringe/dist/cjs/types/constructor.js</a:t>
            </a:r>
          </a:p>
          <a:p>
            <a:pPr>
              <a:defRPr sz="1200"/>
            </a:pPr>
            <a:r>
              <a:t>D:/pasar_fix/node_modules/.bun/tsyringe@4.10.0/node_modules/tsyringe/dist/cjs/types/dependency-container.js</a:t>
            </a:r>
          </a:p>
          <a:p>
            <a:pPr>
              <a:defRPr sz="1200"/>
            </a:pPr>
            <a:r>
              <a:t>D:/pasar_fix/node_modules/.bun/tsyringe@4.10.0/node_modules/tsyringe/dist/cjs/types/dictionary.js</a:t>
            </a:r>
          </a:p>
          <a:p>
            <a:pPr>
              <a:defRPr sz="1200"/>
            </a:pPr>
            <a:r>
              <a:t>D:/pasar_fix/node_modules/.bun/tsyringe@4.10.0/node_modules/tsyringe/dist/cjs/types/disposable.js</a:t>
            </a:r>
          </a:p>
          <a:p>
            <a:pPr>
              <a:defRPr sz="1200"/>
            </a:pPr>
            <a:r>
              <a:t>D:/pasar_fix/node_modules/.bun/tsyringe@4.10.0/node_modules/tsyringe/dist/cjs/types/frequency.js</a:t>
            </a:r>
          </a:p>
          <a:p>
            <a:pPr>
              <a:defRPr sz="1200"/>
            </a:pPr>
            <a:r>
              <a:t>D:/pasar_fix/node_modules/.bun/tsyringe@4.10.0/node_modules/tsyringe/dist/cjs/types/index.js</a:t>
            </a:r>
          </a:p>
          <a:p>
            <a:pPr>
              <a:defRPr sz="1200"/>
            </a:pPr>
            <a:r>
              <a:t>D:/pasar_fix/node_modules/.bun/tsyringe@4.10.0/node_modules/tsyringe/dist/cjs/types/interceptor-options.js</a:t>
            </a:r>
          </a:p>
          <a:p>
            <a:pPr>
              <a:defRPr sz="1200"/>
            </a:pPr>
            <a:r>
              <a:t>D:/pasar_fix/node_modules/.bun/tsyringe@4.10.0/node_modules/tsyringe/dist/cjs/types/lifecycle.js</a:t>
            </a:r>
          </a:p>
          <a:p>
            <a:pPr>
              <a:defRPr sz="1200"/>
            </a:pPr>
            <a:r>
              <a:t>D:/pasar_fix/node_modules/.bun/tsyringe@4.10.0/node_modules/tsyringe/dist/cjs/types/registration-options.js</a:t>
            </a:r>
          </a:p>
          <a:p>
            <a:pPr>
              <a:defRPr sz="1200"/>
            </a:pPr>
            <a:r>
              <a:t>D:/pasar_fix/node_modules/.bun/tsyringe@4.10.0/node_modules/tsyringe/dist/cjs/types/transform.js</a:t>
            </a:r>
          </a:p>
          <a:p>
            <a:pPr>
              <a:defRPr sz="1200"/>
            </a:pPr>
            <a:r>
              <a:t>D:/pasar_fix/node_modules/.bun/tsyringe@4.10.0/node_modules/tsyringe/dist/esm2015/dependency-container.js</a:t>
            </a:r>
          </a:p>
          <a:p>
            <a:pPr>
              <a:defRPr sz="1200"/>
            </a:pPr>
            <a:r>
              <a:t>D:/pasar_fix/node_modules/.bun/tsyringe@4.10.0/node_modules/tsyringe/dist/esm2015/error-helpers.js</a:t>
            </a:r>
          </a:p>
          <a:p>
            <a:pPr>
              <a:defRPr sz="1200"/>
            </a:pPr>
            <a:r>
              <a:t>D:/pasar_fix/node_modules/.bun/tsyringe@4.10.0/node_modules/tsyringe/dist/esm2015/index.js</a:t>
            </a:r>
          </a:p>
          <a:p>
            <a:pPr>
              <a:defRPr sz="1200"/>
            </a:pPr>
            <a:r>
              <a:t>D:/pasar_fix/node_modules/.bun/tsyringe@4.10.0/node_modules/tsyringe/dist/esm2015/interceptors.js</a:t>
            </a:r>
          </a:p>
          <a:p>
            <a:pPr>
              <a:defRPr sz="1200"/>
            </a:pPr>
            <a:r>
              <a:t>D:/pasar_fix/node_modules/.bun/tsyringe@4.10.0/node_modules/tsyringe/dist/esm2015/lazy-helpers.js</a:t>
            </a:r>
          </a:p>
          <a:p>
            <a:pPr>
              <a:defRPr sz="1200"/>
            </a:pPr>
            <a:r>
              <a:t>D:/pasar_fix/node_modules/.bun/tsyringe@4.10.0/node_modules/tsyringe/dist/esm2015/reflection-helpers.js</a:t>
            </a:r>
          </a:p>
          <a:p>
            <a:pPr>
              <a:defRPr sz="1200"/>
            </a:pPr>
            <a:r>
              <a:t>D:/pasar_fix/node_modules/.bun/tsyringe@4.10.0/node_modules/tsyringe/dist/esm2015/registry-base.js</a:t>
            </a:r>
          </a:p>
          <a:p>
            <a:pPr>
              <a:defRPr sz="1200"/>
            </a:pPr>
            <a:r>
              <a:t>D:/pasar_fix/node_modules/.bun/tsyringe@4.10.0/node_modules/tsyringe/dist/esm2015/registry.js</a:t>
            </a:r>
          </a:p>
          <a:p>
            <a:pPr>
              <a:defRPr sz="1200"/>
            </a:pPr>
            <a:r>
              <a:t>D:/pasar_fix/node_modules/.bun/tsyringe@4.10.0/node_modules/tsyringe/dist/esm2015/resolution-context.js</a:t>
            </a:r>
          </a:p>
          <a:p>
            <a:pPr>
              <a:defRPr sz="1200"/>
            </a:pPr>
            <a:r>
              <a:t>D:/pasar_fix/node_modules/.bun/tsyringe@4.10.0/node_modules/tsyringe/dist/esm2015/decorators/auto-injectable.js</a:t>
            </a:r>
          </a:p>
          <a:p>
            <a:pPr>
              <a:defRPr sz="1200"/>
            </a:pPr>
            <a:r>
              <a:t>D:/pasar_fix/node_modules/.bun/tsyringe@4.10.0/node_modules/tsyringe/dist/esm2015/decorators/index.js</a:t>
            </a:r>
          </a:p>
          <a:p>
            <a:pPr>
              <a:defRPr sz="1200"/>
            </a:pPr>
            <a:r>
              <a:t>D:/pasar_fix/node_modules/.bun/tsyringe@4.10.0/node_modules/tsyringe/dist/esm2015/decorators/inject-all-with-transform.js</a:t>
            </a:r>
          </a:p>
          <a:p>
            <a:pPr>
              <a:defRPr sz="1200"/>
            </a:pPr>
            <a:r>
              <a:t>D:/pasar_fix/node_modules/.bun/tsyringe@4.10.0/node_modules/tsyringe/dist/esm2015/decorators/inject-all.js</a:t>
            </a:r>
          </a:p>
          <a:p>
            <a:pPr>
              <a:defRPr sz="1200"/>
            </a:pPr>
            <a:r>
              <a:t>D:/pasar_fix/node_modules/.bun/tsyringe@4.10.0/node_modules/tsyringe/dist/esm2015/decorators/inject-with-transform.js</a:t>
            </a:r>
          </a:p>
          <a:p>
            <a:pPr>
              <a:defRPr sz="1200"/>
            </a:pPr>
            <a:r>
              <a:t>D:/pasar_fix/node_modules/.bun/tsyringe@4.10.0/node_modules/tsyringe/dist/esm2015/decorators/inject.js</a:t>
            </a:r>
          </a:p>
          <a:p>
            <a:pPr>
              <a:defRPr sz="1200"/>
            </a:pPr>
            <a:r>
              <a:t>D:/pasar_fix/node_modules/.bun/tsyringe@4.10.0/node_modules/tsyringe/dist/esm2015/decorators/injectable.js</a:t>
            </a:r>
          </a:p>
          <a:p>
            <a:pPr>
              <a:defRPr sz="1200"/>
            </a:pPr>
            <a:r>
              <a:t>D:/pasar_fix/node_modules/.bun/tsyringe@4.10.0/node_modules/tsyringe/dist/esm2015/decorators/registry.js</a:t>
            </a:r>
          </a:p>
          <a:p>
            <a:pPr>
              <a:defRPr sz="1200"/>
            </a:pPr>
            <a:r>
              <a:t>D:/pasar_fix/node_modules/.bun/tsyringe@4.10.0/node_modules/tsyringe/dist/esm2015/decorators/scoped.js</a:t>
            </a:r>
          </a:p>
          <a:p>
            <a:pPr>
              <a:defRPr sz="1200"/>
            </a:pPr>
            <a:r>
              <a:t>D:/pasar_fix/node_modules/.bun/tsyringe@4.10.0/node_modules/tsyringe/dist/esm2015/decorators/singleton.js</a:t>
            </a:r>
          </a:p>
          <a:p>
            <a:pPr>
              <a:defRPr sz="1200"/>
            </a:pPr>
            <a:r>
              <a:t>D:/pasar_fix/node_modules/.bun/tsyringe@4.10.0/node_modules/tsyringe/dist/esm2015/factories/factory-function.js</a:t>
            </a:r>
          </a:p>
          <a:p>
            <a:pPr>
              <a:defRPr sz="1200"/>
            </a:pPr>
            <a:r>
              <a:t>D:/pasar_fix/node_modules/.bun/tsyringe@4.10.0/node_modules/tsyringe/dist/esm2015/factories/index.js</a:t>
            </a:r>
          </a:p>
          <a:p>
            <a:pPr>
              <a:defRPr sz="1200"/>
            </a:pPr>
            <a:r>
              <a:t>D:/pasar_fix/node_modules/.bun/tsyringe@4.10.0/node_modules/tsyringe/dist/esm2015/factories/instance-caching-factory.js</a:t>
            </a:r>
          </a:p>
          <a:p>
            <a:pPr>
              <a:defRPr sz="1200"/>
            </a:pPr>
            <a:r>
              <a:t>D:/pasar_fix/node_modules/.bun/tsyringe@4.10.0/node_modules/tsyringe/dist/esm2015/factories/instance-per-container-caching-factory.js</a:t>
            </a:r>
          </a:p>
          <a:p>
            <a:pPr>
              <a:defRPr sz="1200"/>
            </a:pPr>
            <a:r>
              <a:t>D:/pasar_fix/node_modules/.bun/tsyringe@4.10.0/node_modules/tsyringe/dist/esm2015/factories/predicate-aware-class-factory.js</a:t>
            </a:r>
          </a:p>
          <a:p>
            <a:pPr>
              <a:defRPr sz="1200"/>
            </a:pPr>
            <a:r>
              <a:t>D:/pasar_fix/node_modules/.bun/tsyringe@4.10.0/node_modules/tsyringe/dist/esm2015/providers/class-provider.js</a:t>
            </a:r>
          </a:p>
          <a:p>
            <a:pPr>
              <a:defRPr sz="1200"/>
            </a:pPr>
            <a:r>
              <a:t>D:/pasar_fix/node_modules/.bun/tsyringe@4.10.0/node_modules/tsyringe/dist/esm2015/providers/factory-provider.js</a:t>
            </a:r>
          </a:p>
          <a:p>
            <a:pPr>
              <a:defRPr sz="1200"/>
            </a:pPr>
            <a:r>
              <a:t>D:/pasar_fix/node_modules/.bun/tsyringe@4.10.0/node_modules/tsyringe/dist/esm2015/providers/index.js</a:t>
            </a:r>
          </a:p>
          <a:p>
            <a:pPr>
              <a:defRPr sz="1200"/>
            </a:pPr>
            <a:r>
              <a:t>D:/pasar_fix/node_modules/.bun/tsyringe@4.10.0/node_modules/tsyringe/dist/esm2015/providers/injection-token.js</a:t>
            </a:r>
          </a:p>
          <a:p>
            <a:pPr>
              <a:defRPr sz="1200"/>
            </a:pPr>
            <a:r>
              <a:t>D:/pasar_fix/node_modules/.bun/tsyringe@4.10.0/node_modules/tsyringe/dist/esm2015/providers/provider.js</a:t>
            </a:r>
          </a:p>
          <a:p>
            <a:pPr>
              <a:defRPr sz="1200"/>
            </a:pPr>
            <a:r>
              <a:t>D:/pasar_fix/node_modules/.bun/tsyringe@4.10.0/node_modules/tsyringe/dist/esm2015/providers/token-provider.js</a:t>
            </a:r>
          </a:p>
          <a:p>
            <a:pPr>
              <a:defRPr sz="1200"/>
            </a:pPr>
            <a:r>
              <a:t>D:/pasar_fix/node_modules/.bun/tsyringe@4.10.0/node_modules/tsyringe/dist/esm2015/providers/value-provider.js</a:t>
            </a:r>
          </a:p>
          <a:p>
            <a:pPr>
              <a:defRPr sz="1200"/>
            </a:pPr>
            <a:r>
              <a:t>D:/pasar_fix/node_modules/.bun/tsyringe@4.10.0/node_modules/tsyringe/dist/esm2015/types/constructor.js</a:t>
            </a:r>
          </a:p>
          <a:p>
            <a:pPr>
              <a:defRPr sz="1200"/>
            </a:pPr>
            <a:r>
              <a:t>D:/pasar_fix/node_modules/.bun/tsyringe@4.10.0/node_modules/tsyringe/dist/esm2015/types/dependency-container.js</a:t>
            </a:r>
          </a:p>
          <a:p>
            <a:pPr>
              <a:defRPr sz="1200"/>
            </a:pPr>
            <a:r>
              <a:t>D:/pasar_fix/node_modules/.bun/tsyringe@4.10.0/node_modules/tsyringe/dist/esm2015/types/dictionary.js</a:t>
            </a:r>
          </a:p>
          <a:p>
            <a:pPr>
              <a:defRPr sz="1200"/>
            </a:pPr>
            <a:r>
              <a:t>D:/pasar_fix/node_modules/.bun/tsyringe@4.10.0/node_modules/tsyringe/dist/esm2015/types/disposable.js</a:t>
            </a:r>
          </a:p>
          <a:p>
            <a:pPr>
              <a:defRPr sz="1200"/>
            </a:pPr>
            <a:r>
              <a:t>D:/pasar_fix/node_modules/.bun/tsyringe@4.10.0/node_modules/tsyringe/dist/esm2015/types/frequency.js</a:t>
            </a:r>
          </a:p>
          <a:p>
            <a:pPr>
              <a:defRPr sz="1200"/>
            </a:pPr>
            <a:r>
              <a:t>D:/pasar_fix/node_modules/.bun/tsyringe@4.10.0/node_modules/tsyringe/dist/esm2015/types/index.js</a:t>
            </a:r>
          </a:p>
          <a:p>
            <a:pPr>
              <a:defRPr sz="1200"/>
            </a:pPr>
            <a:r>
              <a:t>D:/pasar_fix/node_modules/.bun/tsyringe@4.10.0/node_modules/tsyringe/dist/esm2015/types/interceptor-options.js</a:t>
            </a:r>
          </a:p>
          <a:p>
            <a:pPr>
              <a:defRPr sz="1200"/>
            </a:pPr>
            <a:r>
              <a:t>D:/pasar_fix/node_modules/.bun/tsyringe@4.10.0/node_modules/tsyringe/dist/esm2015/types/lifecycle.js</a:t>
            </a:r>
          </a:p>
          <a:p>
            <a:pPr>
              <a:defRPr sz="1200"/>
            </a:pPr>
            <a:r>
              <a:t>D:/pasar_fix/node_modules/.bun/tsyringe@4.10.0/node_modules/tsyringe/dist/esm2015/types/registration-options.js</a:t>
            </a:r>
          </a:p>
          <a:p>
            <a:pPr>
              <a:defRPr sz="1200"/>
            </a:pPr>
            <a:r>
              <a:t>D:/pasar_fix/node_modules/.bun/tsyringe@4.10.0/node_modules/tsyringe/dist/esm2015/types/transform.js</a:t>
            </a:r>
          </a:p>
          <a:p>
            <a:pPr>
              <a:defRPr sz="1200"/>
            </a:pPr>
            <a:r>
              <a:t>D:/pasar_fix/node_modules/.bun/tsyringe@4.10.0/node_modules/tsyringe/dist/esm5/dependency-container.js</a:t>
            </a:r>
          </a:p>
          <a:p>
            <a:pPr>
              <a:defRPr sz="1200"/>
            </a:pPr>
            <a:r>
              <a:t>D:/pasar_fix/node_modules/.bun/tsyringe@4.10.0/node_modules/tsyringe/dist/esm5/error-helpers.js</a:t>
            </a:r>
          </a:p>
          <a:p>
            <a:pPr>
              <a:defRPr sz="1200"/>
            </a:pPr>
            <a:r>
              <a:t>D:/pasar_fix/node_modules/.bun/tsyringe@4.10.0/node_modules/tsyringe/dist/esm5/index.js</a:t>
            </a:r>
          </a:p>
          <a:p>
            <a:pPr>
              <a:defRPr sz="1200"/>
            </a:pPr>
            <a:r>
              <a:t>D:/pasar_fix/node_modules/.bun/tsyringe@4.10.0/node_modules/tsyringe/dist/esm5/interceptors.js</a:t>
            </a:r>
          </a:p>
          <a:p>
            <a:pPr>
              <a:defRPr sz="1200"/>
            </a:pPr>
            <a:r>
              <a:t>D:/pasar_fix/node_modules/.bun/tsyringe@4.10.0/node_modules/tsyringe/dist/esm5/lazy-helpers.js</a:t>
            </a:r>
          </a:p>
          <a:p>
            <a:pPr>
              <a:defRPr sz="1200"/>
            </a:pPr>
            <a:r>
              <a:t>D:/pasar_fix/node_modules/.bun/tsyringe@4.10.0/node_modules/tsyringe/dist/esm5/reflection-helpers.js</a:t>
            </a:r>
          </a:p>
          <a:p>
            <a:pPr>
              <a:defRPr sz="1200"/>
            </a:pPr>
            <a:r>
              <a:t>D:/pasar_fix/node_modules/.bun/tsyringe@4.10.0/node_modules/tsyringe/dist/esm5/registry-base.js</a:t>
            </a:r>
          </a:p>
          <a:p>
            <a:pPr>
              <a:defRPr sz="1200"/>
            </a:pPr>
            <a:r>
              <a:t>D:/pasar_fix/node_modules/.bun/tsyringe@4.10.0/node_modules/tsyringe/dist/esm5/registry.js</a:t>
            </a:r>
          </a:p>
          <a:p>
            <a:pPr>
              <a:defRPr sz="1200"/>
            </a:pPr>
            <a:r>
              <a:t>D:/pasar_fix/node_modules/.bun/tsyringe@4.10.0/node_modules/tsyringe/dist/esm5/resolution-context.js</a:t>
            </a:r>
          </a:p>
          <a:p>
            <a:pPr>
              <a:defRPr sz="1200"/>
            </a:pPr>
            <a:r>
              <a:t>D:/pasar_fix/node_modules/.bun/tsyringe@4.10.0/node_modules/tsyringe/dist/esm5/decorators/auto-injectable.js</a:t>
            </a:r>
          </a:p>
          <a:p>
            <a:pPr>
              <a:defRPr sz="1200"/>
            </a:pPr>
            <a:r>
              <a:t>D:/pasar_fix/node_modules/.bun/tsyringe@4.10.0/node_modules/tsyringe/dist/esm5/decorators/index.js</a:t>
            </a:r>
          </a:p>
          <a:p>
            <a:pPr>
              <a:defRPr sz="1200"/>
            </a:pPr>
            <a:r>
              <a:t>D:/pasar_fix/node_modules/.bun/tsyringe@4.10.0/node_modules/tsyringe/dist/esm5/decorators/inject-all-with-transform.js</a:t>
            </a:r>
          </a:p>
          <a:p>
            <a:pPr>
              <a:defRPr sz="1200"/>
            </a:pPr>
            <a:r>
              <a:t>D:/pasar_fix/node_modules/.bun/tsyringe@4.10.0/node_modules/tsyringe/dist/esm5/decorators/inject-all.js</a:t>
            </a:r>
          </a:p>
          <a:p>
            <a:pPr>
              <a:defRPr sz="1200"/>
            </a:pPr>
            <a:r>
              <a:t>D:/pasar_fix/node_modules/.bun/tsyringe@4.10.0/node_modules/tsyringe/dist/esm5/decorators/inject-with-transform.js</a:t>
            </a:r>
          </a:p>
          <a:p>
            <a:pPr>
              <a:defRPr sz="1200"/>
            </a:pPr>
            <a:r>
              <a:t>D:/pasar_fix/node_modules/.bun/tsyringe@4.10.0/node_modules/tsyringe/dist/esm5/decorators/inject.js</a:t>
            </a:r>
          </a:p>
          <a:p>
            <a:pPr>
              <a:defRPr sz="1200"/>
            </a:pPr>
            <a:r>
              <a:t>D:/pasar_fix/node_modules/.bun/tsyringe@4.10.0/node_modules/tsyringe/dist/esm5/decorators/injectable.js</a:t>
            </a:r>
          </a:p>
          <a:p>
            <a:pPr>
              <a:defRPr sz="1200"/>
            </a:pPr>
            <a:r>
              <a:t>D:/pasar_fix/node_modules/.bun/tsyringe@4.10.0/node_modules/tsyringe/dist/esm5/decorators/registry.js</a:t>
            </a:r>
          </a:p>
          <a:p>
            <a:pPr>
              <a:defRPr sz="1200"/>
            </a:pPr>
            <a:r>
              <a:t>D:/pasar_fix/node_modules/.bun/tsyringe@4.10.0/node_modules/tsyringe/dist/esm5/decorators/scoped.js</a:t>
            </a:r>
          </a:p>
          <a:p>
            <a:pPr>
              <a:defRPr sz="1200"/>
            </a:pPr>
            <a:r>
              <a:t>D:/pasar_fix/node_modules/.bun/tsyringe@4.10.0/node_modules/tsyringe/dist/esm5/decorators/singleton.js</a:t>
            </a:r>
          </a:p>
          <a:p>
            <a:pPr>
              <a:defRPr sz="1200"/>
            </a:pPr>
            <a:r>
              <a:t>D:/pasar_fix/node_modules/.bun/tsyringe@4.10.0/node_modules/tsyringe/dist/esm5/factories/factory-function.js</a:t>
            </a:r>
          </a:p>
          <a:p>
            <a:pPr>
              <a:defRPr sz="1200"/>
            </a:pPr>
            <a:r>
              <a:t>D:/pasar_fix/node_modules/.bun/tsyringe@4.10.0/node_modules/tsyringe/dist/esm5/factories/index.js</a:t>
            </a:r>
          </a:p>
          <a:p>
            <a:pPr>
              <a:defRPr sz="1200"/>
            </a:pPr>
            <a:r>
              <a:t>D:/pasar_fix/node_modules/.bun/tsyringe@4.10.0/node_modules/tsyringe/dist/esm5/factories/instance-caching-factory.js</a:t>
            </a:r>
          </a:p>
          <a:p>
            <a:pPr>
              <a:defRPr sz="1200"/>
            </a:pPr>
            <a:r>
              <a:t>D:/pasar_fix/node_modules/.bun/tsyringe@4.10.0/node_modules/tsyringe/dist/esm5/factories/instance-per-container-caching-factory.js</a:t>
            </a:r>
          </a:p>
          <a:p>
            <a:pPr>
              <a:defRPr sz="1200"/>
            </a:pPr>
            <a:r>
              <a:t>D:/pasar_fix/node_modules/.bun/tsyringe@4.10.0/node_modules/tsyringe/dist/esm5/factories/predicate-aware-class-factory.js</a:t>
            </a:r>
          </a:p>
          <a:p>
            <a:pPr>
              <a:defRPr sz="1200"/>
            </a:pPr>
            <a:r>
              <a:t>D:/pasar_fix/node_modules/.bun/tsyringe@4.10.0/node_modules/tsyringe/dist/esm5/providers/class-provider.js</a:t>
            </a:r>
          </a:p>
          <a:p>
            <a:pPr>
              <a:defRPr sz="1200"/>
            </a:pPr>
            <a:r>
              <a:t>D:/pasar_fix/node_modules/.bun/tsyringe@4.10.0/node_modules/tsyringe/dist/esm5/providers/factory-provider.js</a:t>
            </a:r>
          </a:p>
          <a:p>
            <a:pPr>
              <a:defRPr sz="1200"/>
            </a:pPr>
            <a:r>
              <a:t>D:/pasar_fix/node_modules/.bun/tsyringe@4.10.0/node_modules/tsyringe/dist/esm5/providers/index.js</a:t>
            </a:r>
          </a:p>
          <a:p>
            <a:pPr>
              <a:defRPr sz="1200"/>
            </a:pPr>
            <a:r>
              <a:t>D:/pasar_fix/node_modules/.bun/tsyringe@4.10.0/node_modules/tsyringe/dist/esm5/providers/injection-token.js</a:t>
            </a:r>
          </a:p>
          <a:p>
            <a:pPr>
              <a:defRPr sz="1200"/>
            </a:pPr>
            <a:r>
              <a:t>D:/pasar_fix/node_modules/.bun/tsyringe@4.10.0/node_modules/tsyringe/dist/esm5/providers/provider.js</a:t>
            </a:r>
          </a:p>
          <a:p>
            <a:pPr>
              <a:defRPr sz="1200"/>
            </a:pPr>
            <a:r>
              <a:t>D:/pasar_fix/node_modules/.bun/tsyringe@4.10.0/node_modules/tsyringe/dist/esm5/providers/token-provider.js</a:t>
            </a:r>
          </a:p>
          <a:p>
            <a:pPr>
              <a:defRPr sz="1200"/>
            </a:pPr>
            <a:r>
              <a:t>D:/pasar_fix/node_modules/.bun/tsyringe@4.10.0/node_modules/tsyringe/dist/esm5/providers/value-provider.js</a:t>
            </a:r>
          </a:p>
          <a:p>
            <a:pPr>
              <a:defRPr sz="1200"/>
            </a:pPr>
            <a:r>
              <a:t>D:/pasar_fix/node_modules/.bun/tsyringe@4.10.0/node_modules/tsyringe/dist/esm5/types/constructor.js</a:t>
            </a:r>
          </a:p>
          <a:p>
            <a:pPr>
              <a:defRPr sz="1200"/>
            </a:pPr>
            <a:r>
              <a:t>D:/pasar_fix/node_modules/.bun/tsyringe@4.10.0/node_modules/tsyringe/dist/esm5/types/dependency-container.js</a:t>
            </a:r>
          </a:p>
          <a:p>
            <a:pPr>
              <a:defRPr sz="1200"/>
            </a:pPr>
            <a:r>
              <a:t>D:/pasar_fix/node_modules/.bun/tsyringe@4.10.0/node_modules/tsyringe/dist/esm5/types/dictionary.js</a:t>
            </a:r>
          </a:p>
          <a:p>
            <a:pPr>
              <a:defRPr sz="1200"/>
            </a:pPr>
            <a:r>
              <a:t>D:/pasar_fix/node_modules/.bun/tsyringe@4.10.0/node_modules/tsyringe/dist/esm5/types/disposable.js</a:t>
            </a:r>
          </a:p>
          <a:p>
            <a:pPr>
              <a:defRPr sz="1200"/>
            </a:pPr>
            <a:r>
              <a:t>D:/pasar_fix/node_modules/.bun/tsyringe@4.10.0/node_modules/tsyringe/dist/esm5/types/frequency.js</a:t>
            </a:r>
          </a:p>
          <a:p>
            <a:pPr>
              <a:defRPr sz="1200"/>
            </a:pPr>
            <a:r>
              <a:t>D:/pasar_fix/node_modules/.bun/tsyringe@4.10.0/node_modules/tsyringe/dist/esm5/types/index.js</a:t>
            </a:r>
          </a:p>
          <a:p>
            <a:pPr>
              <a:defRPr sz="1200"/>
            </a:pPr>
            <a:r>
              <a:t>D:/pasar_fix/node_modules/.bun/tsyringe@4.10.0/node_modules/tsyringe/dist/esm5/types/interceptor-options.js</a:t>
            </a:r>
          </a:p>
          <a:p>
            <a:pPr>
              <a:defRPr sz="1200"/>
            </a:pPr>
            <a:r>
              <a:t>D:/pasar_fix/node_modules/.bun/tsyringe@4.10.0/node_modules/tsyringe/dist/esm5/types/lifecycle.js</a:t>
            </a:r>
          </a:p>
          <a:p>
            <a:pPr>
              <a:defRPr sz="1200"/>
            </a:pPr>
            <a:r>
              <a:t>D:/pasar_fix/node_modules/.bun/tsyringe@4.10.0/node_modules/tsyringe/dist/esm5/types/registration-options.js</a:t>
            </a:r>
          </a:p>
          <a:p>
            <a:pPr>
              <a:defRPr sz="1200"/>
            </a:pPr>
            <a:r>
              <a:t>D:/pasar_fix/node_modules/.bun/tsyringe@4.10.0/node_modules/tsyringe/dist/esm5/types/transform.js</a:t>
            </a:r>
          </a:p>
          <a:p>
            <a:pPr>
              <a:defRPr sz="1200"/>
            </a:pPr>
            <a:r>
              <a:t>D:/pasar_fix/node_modules/.bun/tsyringe@4.10.0/node_modules/tsyringe/dist/typings/dependency-container.d.ts</a:t>
            </a:r>
          </a:p>
          <a:p>
            <a:pPr>
              <a:defRPr sz="1200"/>
            </a:pPr>
            <a:r>
              <a:t>D:/pasar_fix/node_modules/.bun/tsyringe@4.10.0/node_modules/tsyringe/dist/typings/error-helpers.d.ts</a:t>
            </a:r>
          </a:p>
          <a:p>
            <a:pPr>
              <a:defRPr sz="1200"/>
            </a:pPr>
            <a:r>
              <a:t>D:/pasar_fix/node_modules/.bun/tsyringe@4.10.0/node_modules/tsyringe/dist/typings/index.d.ts</a:t>
            </a:r>
          </a:p>
          <a:p>
            <a:pPr>
              <a:defRPr sz="1200"/>
            </a:pPr>
            <a:r>
              <a:t>D:/pasar_fix/node_modules/.bun/tsyringe@4.10.0/node_modules/tsyringe/dist/typings/interceptors.d.ts</a:t>
            </a:r>
          </a:p>
          <a:p>
            <a:pPr>
              <a:defRPr sz="1200"/>
            </a:pPr>
            <a:r>
              <a:t>D:/pasar_fix/node_modules/.bun/tsyringe@4.10.0/node_modules/tsyringe/dist/typings/lazy-helpers.d.ts</a:t>
            </a:r>
          </a:p>
          <a:p>
            <a:pPr>
              <a:defRPr sz="1200"/>
            </a:pPr>
            <a:r>
              <a:t>D:/pasar_fix/node_modules/.bun/tsyringe@4.10.0/node_modules/tsyringe/dist/typings/reflection-helpers.d.ts</a:t>
            </a:r>
          </a:p>
          <a:p>
            <a:pPr>
              <a:defRPr sz="1200"/>
            </a:pPr>
            <a:r>
              <a:t>D:/pasar_fix/node_modules/.bun/tsyringe@4.10.0/node_modules/tsyringe/dist/typings/registry-base.d.ts</a:t>
            </a:r>
          </a:p>
          <a:p>
            <a:pPr>
              <a:defRPr sz="1200"/>
            </a:pPr>
            <a:r>
              <a:t>D:/pasar_fix/node_modules/.bun/tsyringe@4.10.0/node_modules/tsyringe/dist/typings/registry.d.ts</a:t>
            </a:r>
          </a:p>
          <a:p>
            <a:pPr>
              <a:defRPr sz="1200"/>
            </a:pPr>
            <a:r>
              <a:t>D:/pasar_fix/node_modules/.bun/tsyringe@4.10.0/node_modules/tsyringe/dist/typings/resolution-context.d.ts</a:t>
            </a:r>
          </a:p>
          <a:p>
            <a:pPr>
              <a:defRPr sz="1200"/>
            </a:pPr>
            <a:r>
              <a:t>D:/pasar_fix/node_modules/.bun/tsyringe@4.10.0/node_modules/tsyringe/dist/typings/decorators/auto-injectable.d.ts</a:t>
            </a:r>
          </a:p>
          <a:p>
            <a:pPr>
              <a:defRPr sz="1200"/>
            </a:pPr>
            <a:r>
              <a:t>D:/pasar_fix/node_modules/.bun/tsyringe@4.10.0/node_modules/tsyringe/dist/typings/decorators/index.d.ts</a:t>
            </a:r>
          </a:p>
          <a:p>
            <a:pPr>
              <a:defRPr sz="1200"/>
            </a:pPr>
            <a:r>
              <a:t>D:/pasar_fix/node_modules/.bun/tsyringe@4.10.0/node_modules/tsyringe/dist/typings/decorators/inject-all-with-transform.d.ts</a:t>
            </a:r>
          </a:p>
          <a:p>
            <a:pPr>
              <a:defRPr sz="1200"/>
            </a:pPr>
            <a:r>
              <a:t>D:/pasar_fix/node_modules/.bun/tsyringe@4.10.0/node_modules/tsyringe/dist/typings/decorators/inject-all.d.ts</a:t>
            </a:r>
          </a:p>
          <a:p>
            <a:pPr>
              <a:defRPr sz="1200"/>
            </a:pPr>
            <a:r>
              <a:t>D:/pasar_fix/node_modules/.bun/tsyringe@4.10.0/node_modules/tsyringe/dist/typings/decorators/inject-with-transform.d.ts</a:t>
            </a:r>
          </a:p>
          <a:p>
            <a:pPr>
              <a:defRPr sz="1200"/>
            </a:pPr>
            <a:r>
              <a:t>D:/pasar_fix/node_modules/.bun/tsyringe@4.10.0/node_modules/tsyringe/dist/typings/decorators/inject.d.ts</a:t>
            </a:r>
          </a:p>
          <a:p>
            <a:pPr>
              <a:defRPr sz="1200"/>
            </a:pPr>
            <a:r>
              <a:t>D:/pasar_fix/node_modules/.bun/tsyringe@4.10.0/node_modules/tsyringe/dist/typings/decorators/injectable.d.ts</a:t>
            </a:r>
          </a:p>
          <a:p>
            <a:pPr>
              <a:defRPr sz="1200"/>
            </a:pPr>
            <a:r>
              <a:t>D:/pasar_fix/node_modules/.bun/tsyringe@4.10.0/node_modules/tsyringe/dist/typings/decorators/registry.d.ts</a:t>
            </a:r>
          </a:p>
          <a:p>
            <a:pPr>
              <a:defRPr sz="1200"/>
            </a:pPr>
            <a:r>
              <a:t>D:/pasar_fix/node_modules/.bun/tsyringe@4.10.0/node_modules/tsyringe/dist/typings/decorators/scoped.d.ts</a:t>
            </a:r>
          </a:p>
          <a:p>
            <a:pPr>
              <a:defRPr sz="1200"/>
            </a:pPr>
            <a:r>
              <a:t>D:/pasar_fix/node_modules/.bun/tsyringe@4.10.0/node_modules/tsyringe/dist/typings/decorators/singleton.d.ts</a:t>
            </a:r>
          </a:p>
          <a:p>
            <a:pPr>
              <a:defRPr sz="1200"/>
            </a:pPr>
            <a:r>
              <a:t>D:/pasar_fix/node_modules/.bun/tsyringe@4.10.0/node_modules/tsyringe/dist/typings/factories/factory-function.d.ts</a:t>
            </a:r>
          </a:p>
          <a:p>
            <a:pPr>
              <a:defRPr sz="1200"/>
            </a:pPr>
            <a:r>
              <a:t>D:/pasar_fix/node_modules/.bun/tsyringe@4.10.0/node_modules/tsyringe/dist/typings/factories/index.d.ts</a:t>
            </a:r>
          </a:p>
          <a:p>
            <a:pPr>
              <a:defRPr sz="1200"/>
            </a:pPr>
            <a:r>
              <a:t>D:/pasar_fix/node_modules/.bun/tsyringe@4.10.0/node_modules/tsyringe/dist/typings/factories/instance-caching-factory.d.ts</a:t>
            </a:r>
          </a:p>
          <a:p>
            <a:pPr>
              <a:defRPr sz="1200"/>
            </a:pPr>
            <a:r>
              <a:t>D:/pasar_fix/node_modules/.bun/tsyringe@4.10.0/node_modules/tsyringe/dist/typings/factories/instance-per-container-caching-factory.d.ts</a:t>
            </a:r>
          </a:p>
          <a:p>
            <a:pPr>
              <a:defRPr sz="1200"/>
            </a:pPr>
            <a:r>
              <a:t>D:/pasar_fix/node_modules/.bun/tsyringe@4.10.0/node_modules/tsyringe/dist/typings/factories/predicate-aware-class-factory.d.ts</a:t>
            </a:r>
          </a:p>
          <a:p>
            <a:pPr>
              <a:defRPr sz="1200"/>
            </a:pPr>
            <a:r>
              <a:t>D:/pasar_fix/node_modules/.bun/tsyringe@4.10.0/node_modules/tsyringe/dist/typings/providers/class-provider.d.ts</a:t>
            </a:r>
          </a:p>
          <a:p>
            <a:pPr>
              <a:defRPr sz="1200"/>
            </a:pPr>
            <a:r>
              <a:t>D:/pasar_fix/node_modules/.bun/tsyringe@4.10.0/node_modules/tsyringe/dist/typings/providers/factory-provider.d.ts</a:t>
            </a:r>
          </a:p>
          <a:p>
            <a:pPr>
              <a:defRPr sz="1200"/>
            </a:pPr>
            <a:r>
              <a:t>D:/pasar_fix/node_modules/.bun/tsyringe@4.10.0/node_modules/tsyringe/dist/typings/providers/index.d.ts</a:t>
            </a:r>
          </a:p>
          <a:p>
            <a:pPr>
              <a:defRPr sz="1200"/>
            </a:pPr>
            <a:r>
              <a:t>D:/pasar_fix/node_modules/.bun/tsyringe@4.10.0/node_modules/tsyringe/dist/typings/providers/injection-token.d.ts</a:t>
            </a:r>
          </a:p>
          <a:p>
            <a:pPr>
              <a:defRPr sz="1200"/>
            </a:pPr>
            <a:r>
              <a:t>D:/pasar_fix/node_modules/.bun/tsyringe@4.10.0/node_modules/tsyringe/dist/typings/providers/provider.d.ts</a:t>
            </a:r>
          </a:p>
          <a:p>
            <a:pPr>
              <a:defRPr sz="1200"/>
            </a:pPr>
            <a:r>
              <a:t>D:/pasar_fix/node_modules/.bun/tsyringe@4.10.0/node_modules/tsyringe/dist/typings/providers/token-provider.d.ts</a:t>
            </a:r>
          </a:p>
          <a:p>
            <a:pPr>
              <a:defRPr sz="1200"/>
            </a:pPr>
            <a:r>
              <a:t>D:/pasar_fix/node_modules/.bun/tsyringe@4.10.0/node_modules/tsyringe/dist/typings/providers/value-provider.d.ts</a:t>
            </a:r>
          </a:p>
          <a:p>
            <a:pPr>
              <a:defRPr sz="1200"/>
            </a:pPr>
            <a:r>
              <a:t>D:/pasar_fix/node_modules/.bun/tsyringe@4.10.0/node_modules/tsyringe/dist/typings/types/constructor.d.ts</a:t>
            </a:r>
          </a:p>
          <a:p>
            <a:pPr>
              <a:defRPr sz="1200"/>
            </a:pPr>
            <a:r>
              <a:t>D:/pasar_fix/node_modules/.bun/tsyringe@4.10.0/node_modules/tsyringe/dist/typings/types/dependency-container.d.ts</a:t>
            </a:r>
          </a:p>
          <a:p>
            <a:pPr>
              <a:defRPr sz="1200"/>
            </a:pPr>
            <a:r>
              <a:t>D:/pasar_fix/node_modules/.bun/tsyringe@4.10.0/node_modules/tsyringe/dist/typings/types/dictionary.d.ts</a:t>
            </a:r>
          </a:p>
          <a:p>
            <a:pPr>
              <a:defRPr sz="1200"/>
            </a:pPr>
            <a:r>
              <a:t>D:/pasar_fix/node_modules/.bun/tsyringe@4.10.0/node_modules/tsyringe/dist/typings/types/disposable.d.ts</a:t>
            </a:r>
          </a:p>
          <a:p>
            <a:pPr>
              <a:defRPr sz="1200"/>
            </a:pPr>
            <a:r>
              <a:t>D:/pasar_fix/node_modules/.bun/tsyringe@4.10.0/node_modules/tsyringe/dist/typings/types/frequency.d.ts</a:t>
            </a:r>
          </a:p>
          <a:p>
            <a:pPr>
              <a:defRPr sz="1200"/>
            </a:pPr>
            <a:r>
              <a:t>D:/pasar_fix/node_modules/.bun/tsyringe@4.10.0/node_modules/tsyringe/dist/typings/types/index.d.ts</a:t>
            </a:r>
          </a:p>
          <a:p>
            <a:pPr>
              <a:defRPr sz="1200"/>
            </a:pPr>
            <a:r>
              <a:t>D:/pasar_fix/node_modules/.bun/tsyringe@4.10.0/node_modules/tsyringe/dist/typings/types/interceptor-options.d.ts</a:t>
            </a:r>
          </a:p>
          <a:p>
            <a:pPr>
              <a:defRPr sz="1200"/>
            </a:pPr>
            <a:r>
              <a:t>D:/pasar_fix/node_modules/.bun/tsyringe@4.10.0/node_modules/tsyringe/dist/typings/types/lifecycle.d.ts</a:t>
            </a:r>
          </a:p>
          <a:p>
            <a:pPr>
              <a:defRPr sz="1200"/>
            </a:pPr>
            <a:r>
              <a:t>D:/pasar_fix/node_modules/.bun/tsyringe@4.10.0/node_modules/tsyringe/dist/typings/types/registration-options.d.ts</a:t>
            </a:r>
          </a:p>
          <a:p>
            <a:pPr>
              <a:defRPr sz="1200"/>
            </a:pPr>
            <a:r>
              <a:t>D:/pasar_fix/node_modules/.bun/tsyringe@4.10.0/node_modules/tsyringe/dist/typings/types/transform.d.ts</a:t>
            </a:r>
          </a:p>
          <a:p>
            <a:pPr>
              <a:defRPr sz="1200"/>
            </a:pPr>
            <a:r>
              <a:t>D:/pasar_fix/node_modules/.bun/turbo@2.9.14/node_modules/.bin/turbo.bunx</a:t>
            </a:r>
          </a:p>
          <a:p>
            <a:pPr>
              <a:defRPr sz="1200"/>
            </a:pPr>
            <a:r>
              <a:t>D:/pasar_fix/node_modules/.bun/turbo@2.9.14/node_modules/.bin/turbo.exe</a:t>
            </a:r>
          </a:p>
          <a:p>
            <a:pPr>
              <a:defRPr sz="1200"/>
            </a:pPr>
            <a:r>
              <a:t>D:/pasar_fix/node_modules/.bun/turbo@2.9.14/node_modules/turbo/LICENSE</a:t>
            </a:r>
          </a:p>
          <a:p>
            <a:pPr>
              <a:defRPr sz="1200"/>
            </a:pPr>
            <a:r>
              <a:t>D:/pasar_fix/node_modules/.bun/turbo@2.9.14/node_modules/turbo/package.json</a:t>
            </a:r>
          </a:p>
          <a:p>
            <a:pPr>
              <a:defRPr sz="1200"/>
            </a:pPr>
            <a:r>
              <a:t>D:/pasar_fix/node_modules/.bun/turbo@2.9.14/node_modules/turbo/README.md</a:t>
            </a:r>
          </a:p>
          <a:p>
            <a:pPr>
              <a:defRPr sz="1200"/>
            </a:pPr>
            <a:r>
              <a:t>D:/pasar_fix/node_modules/.bun/turbo@2.9.14/node_modules/turbo/schema.json</a:t>
            </a:r>
          </a:p>
          <a:p>
            <a:pPr>
              <a:defRPr sz="1200"/>
            </a:pPr>
            <a:r>
              <a:t>D:/pasar_fix/node_modules/.bun/turbo@2.9.14/node_modules/turbo/bin/turbo</a:t>
            </a:r>
          </a:p>
          <a:p>
            <a:pPr>
              <a:defRPr sz="1200"/>
            </a:pPr>
            <a:r>
              <a:t>D:/pasar_fix/node_modules/.bun/tw-animate-css@1.4.0/node_modules/tw-animate-css/LICENSE</a:t>
            </a:r>
          </a:p>
          <a:p>
            <a:pPr>
              <a:defRPr sz="1200"/>
            </a:pPr>
            <a:r>
              <a:t>D:/pasar_fix/node_modules/.bun/tw-animate-css@1.4.0/node_modules/tw-animate-css/package.json</a:t>
            </a:r>
          </a:p>
          <a:p>
            <a:pPr>
              <a:defRPr sz="1200"/>
            </a:pPr>
            <a:r>
              <a:t>D:/pasar_fix/node_modules/.bun/tw-animate-css@1.4.0/node_modules/tw-animate-css/README.md</a:t>
            </a:r>
          </a:p>
          <a:p>
            <a:pPr>
              <a:defRPr sz="1200"/>
            </a:pPr>
            <a:r>
              <a:t>D:/pasar_fix/node_modules/.bun/tw-animate-css@1.4.0/node_modules/tw-animate-css/dist/tw-animate-prefix.css</a:t>
            </a:r>
          </a:p>
          <a:p>
            <a:pPr>
              <a:defRPr sz="1200"/>
            </a:pPr>
            <a:r>
              <a:t>D:/pasar_fix/node_modules/.bun/tw-animate-css@1.4.0/node_modules/tw-animate-css/dist/tw-animate.css</a:t>
            </a:r>
          </a:p>
          <a:p>
            <a:pPr>
              <a:defRPr sz="1200"/>
            </a:pPr>
            <a:r>
              <a:t>D:/pasar_fix/node_modules/.bun/type-fest@5.6.0/node_modules/type-fest/index.d.ts</a:t>
            </a:r>
          </a:p>
          <a:p>
            <a:pPr>
              <a:defRPr sz="1200"/>
            </a:pPr>
            <a:r>
              <a:t>D:/pasar_fix/node_modules/.bun/type-fest@5.6.0/node_modules/type-fest/license-cc0</a:t>
            </a:r>
          </a:p>
          <a:p>
            <a:pPr>
              <a:defRPr sz="1200"/>
            </a:pPr>
            <a:r>
              <a:t>D:/pasar_fix/node_modules/.bun/type-fest@5.6.0/node_modules/type-fest/license-mit</a:t>
            </a:r>
          </a:p>
          <a:p>
            <a:pPr>
              <a:defRPr sz="1200"/>
            </a:pPr>
            <a:r>
              <a:t>D:/pasar_fix/node_modules/.bun/type-fest@5.6.0/node_modules/type-fest/package.json</a:t>
            </a:r>
          </a:p>
          <a:p>
            <a:pPr>
              <a:defRPr sz="1200"/>
            </a:pPr>
            <a:r>
              <a:t>D:/pasar_fix/node_modules/.bun/type-fest@5.6.0/node_modules/type-fest/readme.md</a:t>
            </a:r>
          </a:p>
          <a:p>
            <a:pPr>
              <a:defRPr sz="1200"/>
            </a:pPr>
            <a:r>
              <a:t>D:/pasar_fix/node_modules/.bun/type-fest@5.6.0/node_modules/type-fest/source/absolute.d.ts</a:t>
            </a:r>
          </a:p>
          <a:p>
            <a:pPr>
              <a:defRPr sz="1200"/>
            </a:pPr>
            <a:r>
              <a:t>D:/pasar_fix/node_modules/.bun/type-fest@5.6.0/node_modules/type-fest/source/all-extend.d.ts</a:t>
            </a:r>
          </a:p>
          <a:p>
            <a:pPr>
              <a:defRPr sz="1200"/>
            </a:pPr>
            <a:r>
              <a:t>D:/pasar_fix/node_modules/.bun/type-fest@5.6.0/node_modules/type-fest/source/all-union-fields.d.ts</a:t>
            </a:r>
          </a:p>
          <a:p>
            <a:pPr>
              <a:defRPr sz="1200"/>
            </a:pPr>
            <a:r>
              <a:t>D:/pasar_fix/node_modules/.bun/type-fest@5.6.0/node_modules/type-fest/source/and-all.d.ts</a:t>
            </a:r>
          </a:p>
          <a:p>
            <a:pPr>
              <a:defRPr sz="1200"/>
            </a:pPr>
            <a:r>
              <a:t>D:/pasar_fix/node_modules/.bun/type-fest@5.6.0/node_modules/type-fest/source/and.d.ts</a:t>
            </a:r>
          </a:p>
          <a:p>
            <a:pPr>
              <a:defRPr sz="1200"/>
            </a:pPr>
            <a:r>
              <a:t>D:/pasar_fix/node_modules/.bun/type-fest@5.6.0/node_modules/type-fest/source/array-element.d.ts</a:t>
            </a:r>
          </a:p>
          <a:p>
            <a:pPr>
              <a:defRPr sz="1200"/>
            </a:pPr>
            <a:r>
              <a:t>D:/pasar_fix/node_modules/.bun/type-fest@5.6.0/node_modules/type-fest/source/array-indices.d.ts</a:t>
            </a:r>
          </a:p>
          <a:p>
            <a:pPr>
              <a:defRPr sz="1200"/>
            </a:pPr>
            <a:r>
              <a:t>D:/pasar_fix/node_modules/.bun/type-fest@5.6.0/node_modules/type-fest/source/array-length.d.ts</a:t>
            </a:r>
          </a:p>
          <a:p>
            <a:pPr>
              <a:defRPr sz="1200"/>
            </a:pPr>
            <a:r>
              <a:t>D:/pasar_fix/node_modules/.bun/type-fest@5.6.0/node_modules/type-fest/source/array-reverse.d.ts</a:t>
            </a:r>
          </a:p>
          <a:p>
            <a:pPr>
              <a:defRPr sz="1200"/>
            </a:pPr>
            <a:r>
              <a:t>D:/pasar_fix/node_modules/.bun/type-fest@5.6.0/node_modules/type-fest/source/array-slice.d.ts</a:t>
            </a:r>
          </a:p>
          <a:p>
            <a:pPr>
              <a:defRPr sz="1200"/>
            </a:pPr>
            <a:r>
              <a:t>D:/pasar_fix/node_modules/.bun/type-fest@5.6.0/node_modules/type-fest/source/array-splice.d.ts</a:t>
            </a:r>
          </a:p>
          <a:p>
            <a:pPr>
              <a:defRPr sz="1200"/>
            </a:pPr>
            <a:r>
              <a:t>D:/pasar_fix/node_modules/.bun/type-fest@5.6.0/node_modules/type-fest/source/array-tail.d.ts</a:t>
            </a:r>
          </a:p>
          <a:p>
            <a:pPr>
              <a:defRPr sz="1200"/>
            </a:pPr>
            <a:r>
              <a:t>D:/pasar_fix/node_modules/.bun/type-fest@5.6.0/node_modules/type-fest/source/array-values.d.ts</a:t>
            </a:r>
          </a:p>
          <a:p>
            <a:pPr>
              <a:defRPr sz="1200"/>
            </a:pPr>
            <a:r>
              <a:t>D:/pasar_fix/node_modules/.bun/type-fest@5.6.0/node_modules/type-fest/source/arrayable.d.ts</a:t>
            </a:r>
          </a:p>
          <a:p>
            <a:pPr>
              <a:defRPr sz="1200"/>
            </a:pPr>
            <a:r>
              <a:t>D:/pasar_fix/node_modules/.bun/type-fest@5.6.0/node_modules/type-fest/source/async-return-type.d.ts</a:t>
            </a:r>
          </a:p>
          <a:p>
            <a:pPr>
              <a:defRPr sz="1200"/>
            </a:pPr>
            <a:r>
              <a:t>D:/pasar_fix/node_modules/.bun/type-fest@5.6.0/node_modules/type-fest/source/asyncify.d.ts</a:t>
            </a:r>
          </a:p>
          <a:p>
            <a:pPr>
              <a:defRPr sz="1200"/>
            </a:pPr>
            <a:r>
              <a:t>D:/pasar_fix/node_modules/.bun/type-fest@5.6.0/node_modules/type-fest/source/basic.d.ts</a:t>
            </a:r>
          </a:p>
          <a:p>
            <a:pPr>
              <a:defRPr sz="1200"/>
            </a:pPr>
            <a:r>
              <a:t>D:/pasar_fix/node_modules/.bun/type-fest@5.6.0/node_modules/type-fest/source/camel-case.d.ts</a:t>
            </a:r>
          </a:p>
          <a:p>
            <a:pPr>
              <a:defRPr sz="1200"/>
            </a:pPr>
            <a:r>
              <a:t>D:/pasar_fix/node_modules/.bun/type-fest@5.6.0/node_modules/type-fest/source/camel-cased-properties-deep.d.ts</a:t>
            </a:r>
          </a:p>
          <a:p>
            <a:pPr>
              <a:defRPr sz="1200"/>
            </a:pPr>
            <a:r>
              <a:t>D:/pasar_fix/node_modules/.bun/type-fest@5.6.0/node_modules/type-fest/source/camel-cased-properties.d.ts</a:t>
            </a:r>
          </a:p>
          <a:p>
            <a:pPr>
              <a:defRPr sz="1200"/>
            </a:pPr>
            <a:r>
              <a:t>D:/pasar_fix/node_modules/.bun/type-fest@5.6.0/node_modules/type-fest/source/characters.d.ts</a:t>
            </a:r>
          </a:p>
          <a:p>
            <a:pPr>
              <a:defRPr sz="1200"/>
            </a:pPr>
            <a:r>
              <a:t>D:/pasar_fix/node_modules/.bun/type-fest@5.6.0/node_modules/type-fest/source/conditional-except.d.ts</a:t>
            </a:r>
          </a:p>
          <a:p>
            <a:pPr>
              <a:defRPr sz="1200"/>
            </a:pPr>
            <a:r>
              <a:t>D:/pasar_fix/node_modules/.bun/type-fest@5.6.0/node_modules/type-fest/source/conditional-keys.d.ts</a:t>
            </a:r>
          </a:p>
          <a:p>
            <a:pPr>
              <a:defRPr sz="1200"/>
            </a:pPr>
            <a:r>
              <a:t>D:/pasar_fix/node_modules/.bun/type-fest@5.6.0/node_modules/type-fest/source/conditional-pick-deep.d.ts</a:t>
            </a:r>
          </a:p>
          <a:p>
            <a:pPr>
              <a:defRPr sz="1200"/>
            </a:pPr>
            <a:r>
              <a:t>D:/pasar_fix/node_modules/.bun/type-fest@5.6.0/node_modules/type-fest/source/conditional-pick.d.ts</a:t>
            </a:r>
          </a:p>
          <a:p>
            <a:pPr>
              <a:defRPr sz="1200"/>
            </a:pPr>
            <a:r>
              <a:t>D:/pasar_fix/node_modules/.bun/type-fest@5.6.0/node_modules/type-fest/source/conditional-simplify-deep.d.ts</a:t>
            </a:r>
          </a:p>
          <a:p>
            <a:pPr>
              <a:defRPr sz="1200"/>
            </a:pPr>
            <a:r>
              <a:t>D:/pasar_fix/node_modules/.bun/type-fest@5.6.0/node_modules/type-fest/source/conditional-simplify.d.ts</a:t>
            </a:r>
          </a:p>
          <a:p>
            <a:pPr>
              <a:defRPr sz="1200"/>
            </a:pPr>
            <a:r>
              <a:t>D:/pasar_fix/node_modules/.bun/type-fest@5.6.0/node_modules/type-fest/source/delimiter-case.d.ts</a:t>
            </a:r>
          </a:p>
          <a:p>
            <a:pPr>
              <a:defRPr sz="1200"/>
            </a:pPr>
            <a:r>
              <a:t>D:/pasar_fix/node_modules/.bun/type-fest@5.6.0/node_modules/type-fest/source/delimiter-cased-properties-deep.d.ts</a:t>
            </a:r>
          </a:p>
          <a:p>
            <a:pPr>
              <a:defRPr sz="1200"/>
            </a:pPr>
            <a:r>
              <a:t>D:/pasar_fix/node_modules/.bun/type-fest@5.6.0/node_modules/type-fest/source/delimiter-cased-properties.d.ts</a:t>
            </a:r>
          </a:p>
          <a:p>
            <a:pPr>
              <a:defRPr sz="1200"/>
            </a:pPr>
            <a:r>
              <a:t>D:/pasar_fix/node_modules/.bun/type-fest@5.6.0/node_modules/type-fest/source/distributed-omit.d.ts</a:t>
            </a:r>
          </a:p>
          <a:p>
            <a:pPr>
              <a:defRPr sz="1200"/>
            </a:pPr>
            <a:r>
              <a:t>D:/pasar_fix/node_modules/.bun/type-fest@5.6.0/node_modules/type-fest/source/distributed-pick.d.ts</a:t>
            </a:r>
          </a:p>
          <a:p>
            <a:pPr>
              <a:defRPr sz="1200"/>
            </a:pPr>
            <a:r>
              <a:t>D:/pasar_fix/node_modules/.bun/type-fest@5.6.0/node_modules/type-fest/source/empty-object.d.ts</a:t>
            </a:r>
          </a:p>
          <a:p>
            <a:pPr>
              <a:defRPr sz="1200"/>
            </a:pPr>
            <a:r>
              <a:t>D:/pasar_fix/node_modules/.bun/type-fest@5.6.0/node_modules/type-fest/source/entries.d.ts</a:t>
            </a:r>
          </a:p>
          <a:p>
            <a:pPr>
              <a:defRPr sz="1200"/>
            </a:pPr>
            <a:r>
              <a:t>D:/pasar_fix/node_modules/.bun/type-fest@5.6.0/node_modules/type-fest/source/entry.d.ts</a:t>
            </a:r>
          </a:p>
          <a:p>
            <a:pPr>
              <a:defRPr sz="1200"/>
            </a:pPr>
            <a:r>
              <a:t>D:/pasar_fix/node_modules/.bun/type-fest@5.6.0/node_modules/type-fest/source/exact.d.ts</a:t>
            </a:r>
          </a:p>
          <a:p>
            <a:pPr>
              <a:defRPr sz="1200"/>
            </a:pPr>
            <a:r>
              <a:t>D:/pasar_fix/node_modules/.bun/type-fest@5.6.0/node_modules/type-fest/source/except.d.ts</a:t>
            </a:r>
          </a:p>
          <a:p>
            <a:pPr>
              <a:defRPr sz="1200"/>
            </a:pPr>
            <a:r>
              <a:t>D:/pasar_fix/node_modules/.bun/type-fest@5.6.0/node_modules/type-fest/source/exclude-exactly.d.ts</a:t>
            </a:r>
          </a:p>
          <a:p>
            <a:pPr>
              <a:defRPr sz="1200"/>
            </a:pPr>
            <a:r>
              <a:t>D:/pasar_fix/node_modules/.bun/type-fest@5.6.0/node_modules/type-fest/source/exclude-rest-element.d.ts</a:t>
            </a:r>
          </a:p>
          <a:p>
            <a:pPr>
              <a:defRPr sz="1200"/>
            </a:pPr>
            <a:r>
              <a:t>D:/pasar_fix/node_modules/.bun/type-fest@5.6.0/node_modules/type-fest/source/exclude-strict.d.ts</a:t>
            </a:r>
          </a:p>
          <a:p>
            <a:pPr>
              <a:defRPr sz="1200"/>
            </a:pPr>
            <a:r>
              <a:t>D:/pasar_fix/node_modules/.bun/type-fest@5.6.0/node_modules/type-fest/source/exclusify-union.d.ts</a:t>
            </a:r>
          </a:p>
          <a:p>
            <a:pPr>
              <a:defRPr sz="1200"/>
            </a:pPr>
            <a:r>
              <a:t>D:/pasar_fix/node_modules/.bun/type-fest@5.6.0/node_modules/type-fest/source/extends-strict.d.ts</a:t>
            </a:r>
          </a:p>
          <a:p>
            <a:pPr>
              <a:defRPr sz="1200"/>
            </a:pPr>
            <a:r>
              <a:t>D:/pasar_fix/node_modules/.bun/type-fest@5.6.0/node_modules/type-fest/source/extract-rest-element.d.ts</a:t>
            </a:r>
          </a:p>
          <a:p>
            <a:pPr>
              <a:defRPr sz="1200"/>
            </a:pPr>
            <a:r>
              <a:t>D:/pasar_fix/node_modules/.bun/type-fest@5.6.0/node_modules/type-fest/source/extract-strict.d.ts</a:t>
            </a:r>
          </a:p>
          <a:p>
            <a:pPr>
              <a:defRPr sz="1200"/>
            </a:pPr>
            <a:r>
              <a:t>D:/pasar_fix/node_modules/.bun/type-fest@5.6.0/node_modules/type-fest/source/find-global-type.d.ts</a:t>
            </a:r>
          </a:p>
          <a:p>
            <a:pPr>
              <a:defRPr sz="1200"/>
            </a:pPr>
            <a:r>
              <a:t>D:/pasar_fix/node_modules/.bun/type-fest@5.6.0/node_modules/type-fest/source/fixed-length-array.d.ts</a:t>
            </a:r>
          </a:p>
          <a:p>
            <a:pPr>
              <a:defRPr sz="1200"/>
            </a:pPr>
            <a:r>
              <a:t>D:/pasar_fix/node_modules/.bun/type-fest@5.6.0/node_modules/type-fest/source/get.d.ts</a:t>
            </a:r>
          </a:p>
          <a:p>
            <a:pPr>
              <a:defRPr sz="1200"/>
            </a:pPr>
            <a:r>
              <a:t>D:/pasar_fix/node_modules/.bun/type-fest@5.6.0/node_modules/type-fest/source/global-this.d.ts</a:t>
            </a:r>
          </a:p>
          <a:p>
            <a:pPr>
              <a:defRPr sz="1200"/>
            </a:pPr>
            <a:r>
              <a:t>D:/pasar_fix/node_modules/.bun/type-fest@5.6.0/node_modules/type-fest/source/greater-than-or-equal.d.ts</a:t>
            </a:r>
          </a:p>
          <a:p>
            <a:pPr>
              <a:defRPr sz="1200"/>
            </a:pPr>
            <a:r>
              <a:t>D:/pasar_fix/node_modules/.bun/type-fest@5.6.0/node_modules/type-fest/source/greater-than.d.ts</a:t>
            </a:r>
          </a:p>
          <a:p>
            <a:pPr>
              <a:defRPr sz="1200"/>
            </a:pPr>
            <a:r>
              <a:t>D:/pasar_fix/node_modules/.bun/type-fest@5.6.0/node_modules/type-fest/source/has-optional-keys.d.ts</a:t>
            </a:r>
          </a:p>
          <a:p>
            <a:pPr>
              <a:defRPr sz="1200"/>
            </a:pPr>
            <a:r>
              <a:t>D:/pasar_fix/node_modules/.bun/type-fest@5.6.0/node_modules/type-fest/source/has-readonly-keys.d.ts</a:t>
            </a:r>
          </a:p>
          <a:p>
            <a:pPr>
              <a:defRPr sz="1200"/>
            </a:pPr>
            <a:r>
              <a:t>D:/pasar_fix/node_modules/.bun/type-fest@5.6.0/node_modules/type-fest/source/has-required-keys.d.ts</a:t>
            </a:r>
          </a:p>
          <a:p>
            <a:pPr>
              <a:defRPr sz="1200"/>
            </a:pPr>
            <a:r>
              <a:t>D:/pasar_fix/node_modules/.bun/type-fest@5.6.0/node_modules/type-fest/source/has-writable-keys.d.ts</a:t>
            </a:r>
          </a:p>
          <a:p>
            <a:pPr>
              <a:defRPr sz="1200"/>
            </a:pPr>
            <a:r>
              <a:t>D:/pasar_fix/node_modules/.bun/type-fest@5.6.0/node_modules/type-fest/source/if-any.d.ts</a:t>
            </a:r>
          </a:p>
          <a:p>
            <a:pPr>
              <a:defRPr sz="1200"/>
            </a:pPr>
            <a:r>
              <a:t>D:/pasar_fix/node_modules/.bun/type-fest@5.6.0/node_modules/type-fest/source/if-empty-object.d.ts</a:t>
            </a:r>
          </a:p>
          <a:p>
            <a:pPr>
              <a:defRPr sz="1200"/>
            </a:pPr>
            <a:r>
              <a:t>D:/pasar_fix/node_modules/.bun/type-fest@5.6.0/node_modules/type-fest/source/if-never.d.ts</a:t>
            </a:r>
          </a:p>
          <a:p>
            <a:pPr>
              <a:defRPr sz="1200"/>
            </a:pPr>
            <a:r>
              <a:t>D:/pasar_fix/node_modules/.bun/type-fest@5.6.0/node_modules/type-fest/source/if-null.d.ts</a:t>
            </a:r>
          </a:p>
          <a:p>
            <a:pPr>
              <a:defRPr sz="1200"/>
            </a:pPr>
            <a:r>
              <a:t>D:/pasar_fix/node_modules/.bun/type-fest@5.6.0/node_modules/type-fest/source/if-unknown.d.ts</a:t>
            </a:r>
          </a:p>
          <a:p>
            <a:pPr>
              <a:defRPr sz="1200"/>
            </a:pPr>
            <a:r>
              <a:t>D:/pasar_fix/node_modules/.bun/type-fest@5.6.0/node_modules/type-fest/source/if.d.ts</a:t>
            </a:r>
          </a:p>
          <a:p>
            <a:pPr>
              <a:defRPr sz="1200"/>
            </a:pPr>
            <a:r>
              <a:t>D:/pasar_fix/node_modules/.bun/type-fest@5.6.0/node_modules/type-fest/source/includes.d.ts</a:t>
            </a:r>
          </a:p>
          <a:p>
            <a:pPr>
              <a:defRPr sz="1200"/>
            </a:pPr>
            <a:r>
              <a:t>D:/pasar_fix/node_modules/.bun/type-fest@5.6.0/node_modules/type-fest/source/int-closed-range.d.ts</a:t>
            </a:r>
          </a:p>
          <a:p>
            <a:pPr>
              <a:defRPr sz="1200"/>
            </a:pPr>
            <a:r>
              <a:t>D:/pasar_fix/node_modules/.bun/type-fest@5.6.0/node_modules/type-fest/source/int-range.d.ts</a:t>
            </a:r>
          </a:p>
          <a:p>
            <a:pPr>
              <a:defRPr sz="1200"/>
            </a:pPr>
            <a:r>
              <a:t>D:/pasar_fix/node_modules/.bun/type-fest@5.6.0/node_modules/type-fest/source/invariant-of.d.ts</a:t>
            </a:r>
          </a:p>
          <a:p>
            <a:pPr>
              <a:defRPr sz="1200"/>
            </a:pPr>
            <a:r>
              <a:t>D:/pasar_fix/node_modules/.bun/type-fest@5.6.0/node_modules/type-fest/source/is-any.d.ts</a:t>
            </a:r>
          </a:p>
          <a:p>
            <a:pPr>
              <a:defRPr sz="1200"/>
            </a:pPr>
            <a:r>
              <a:t>D:/pasar_fix/node_modules/.bun/type-fest@5.6.0/node_modules/type-fest/source/is-equal.d.ts</a:t>
            </a:r>
          </a:p>
          <a:p>
            <a:pPr>
              <a:defRPr sz="1200"/>
            </a:pPr>
            <a:r>
              <a:t>D:/pasar_fix/node_modules/.bun/type-fest@5.6.0/node_modules/type-fest/source/is-float.d.ts</a:t>
            </a:r>
          </a:p>
          <a:p>
            <a:pPr>
              <a:defRPr sz="1200"/>
            </a:pPr>
            <a:r>
              <a:t>D:/pasar_fix/node_modules/.bun/type-fest@5.6.0/node_modules/type-fest/source/is-integer.d.ts</a:t>
            </a:r>
          </a:p>
          <a:p>
            <a:pPr>
              <a:defRPr sz="1200"/>
            </a:pPr>
            <a:r>
              <a:t>D:/pasar_fix/node_modules/.bun/type-fest@5.6.0/node_modules/type-fest/source/is-literal.d.ts</a:t>
            </a:r>
          </a:p>
          <a:p>
            <a:pPr>
              <a:defRPr sz="1200"/>
            </a:pPr>
            <a:r>
              <a:t>D:/pasar_fix/node_modules/.bun/type-fest@5.6.0/node_modules/type-fest/source/is-lowercase.d.ts</a:t>
            </a:r>
          </a:p>
          <a:p>
            <a:pPr>
              <a:defRPr sz="1200"/>
            </a:pPr>
            <a:r>
              <a:t>D:/pasar_fix/node_modules/.bun/type-fest@5.6.0/node_modules/type-fest/source/is-never.d.ts</a:t>
            </a:r>
          </a:p>
          <a:p>
            <a:pPr>
              <a:defRPr sz="1200"/>
            </a:pPr>
            <a:r>
              <a:t>D:/pasar_fix/node_modules/.bun/type-fest@5.6.0/node_modules/type-fest/source/is-null.d.ts</a:t>
            </a:r>
          </a:p>
          <a:p>
            <a:pPr>
              <a:defRPr sz="1200"/>
            </a:pPr>
            <a:r>
              <a:t>D:/pasar_fix/node_modules/.bun/type-fest@5.6.0/node_modules/type-fest/source/is-nullable.d.ts</a:t>
            </a:r>
          </a:p>
          <a:p>
            <a:pPr>
              <a:defRPr sz="1200"/>
            </a:pPr>
            <a:r>
              <a:t>D:/pasar_fix/node_modules/.bun/type-fest@5.6.0/node_modules/type-fest/source/is-optional-key-of.d.ts</a:t>
            </a:r>
          </a:p>
          <a:p>
            <a:pPr>
              <a:defRPr sz="1200"/>
            </a:pPr>
            <a:r>
              <a:t>D:/pasar_fix/node_modules/.bun/type-fest@5.6.0/node_modules/type-fest/source/is-optional.d.ts</a:t>
            </a:r>
          </a:p>
          <a:p>
            <a:pPr>
              <a:defRPr sz="1200"/>
            </a:pPr>
            <a:r>
              <a:t>D:/pasar_fix/node_modules/.bun/type-fest@5.6.0/node_modules/type-fest/source/is-readonly-key-of.d.ts</a:t>
            </a:r>
          </a:p>
          <a:p>
            <a:pPr>
              <a:defRPr sz="1200"/>
            </a:pPr>
            <a:r>
              <a:t>D:/pasar_fix/node_modules/.bun/type-fest@5.6.0/node_modules/type-fest/source/is-required-key-of.d.ts</a:t>
            </a:r>
          </a:p>
          <a:p>
            <a:pPr>
              <a:defRPr sz="1200"/>
            </a:pPr>
            <a:r>
              <a:t>D:/pasar_fix/node_modules/.bun/type-fest@5.6.0/node_modules/type-fest/source/is-tuple.d.ts</a:t>
            </a:r>
          </a:p>
          <a:p>
            <a:pPr>
              <a:defRPr sz="1200"/>
            </a:pPr>
            <a:r>
              <a:t>D:/pasar_fix/node_modules/.bun/type-fest@5.6.0/node_modules/type-fest/source/is-undefined.d.ts</a:t>
            </a:r>
          </a:p>
          <a:p>
            <a:pPr>
              <a:defRPr sz="1200"/>
            </a:pPr>
            <a:r>
              <a:t>D:/pasar_fix/node_modules/.bun/type-fest@5.6.0/node_modules/type-fest/source/is-union.d.ts</a:t>
            </a:r>
          </a:p>
          <a:p>
            <a:pPr>
              <a:defRPr sz="1200"/>
            </a:pPr>
            <a:r>
              <a:t>D:/pasar_fix/node_modules/.bun/type-fest@5.6.0/node_modules/type-fest/source/is-unknown.d.ts</a:t>
            </a:r>
          </a:p>
          <a:p>
            <a:pPr>
              <a:defRPr sz="1200"/>
            </a:pPr>
            <a:r>
              <a:t>D:/pasar_fix/node_modules/.bun/type-fest@5.6.0/node_modules/type-fest/source/is-uppercase.d.ts</a:t>
            </a:r>
          </a:p>
          <a:p>
            <a:pPr>
              <a:defRPr sz="1200"/>
            </a:pPr>
            <a:r>
              <a:t>D:/pasar_fix/node_modules/.bun/type-fest@5.6.0/node_modules/type-fest/source/is-writable-key-of.d.ts</a:t>
            </a:r>
          </a:p>
          <a:p>
            <a:pPr>
              <a:defRPr sz="1200"/>
            </a:pPr>
            <a:r>
              <a:t>D:/pasar_fix/node_modules/.bun/type-fest@5.6.0/node_modules/type-fest/source/iterable-element.d.ts</a:t>
            </a:r>
          </a:p>
          <a:p>
            <a:pPr>
              <a:defRPr sz="1200"/>
            </a:pPr>
            <a:r>
              <a:t>D:/pasar_fix/node_modules/.bun/type-fest@5.6.0/node_modules/type-fest/source/join.d.ts</a:t>
            </a:r>
          </a:p>
          <a:p>
            <a:pPr>
              <a:defRPr sz="1200"/>
            </a:pPr>
            <a:r>
              <a:t>D:/pasar_fix/node_modules/.bun/type-fest@5.6.0/node_modules/type-fest/source/json-value.d.ts</a:t>
            </a:r>
          </a:p>
          <a:p>
            <a:pPr>
              <a:defRPr sz="1200"/>
            </a:pPr>
            <a:r>
              <a:t>D:/pasar_fix/node_modules/.bun/type-fest@5.6.0/node_modules/type-fest/source/jsonifiable.d.ts</a:t>
            </a:r>
          </a:p>
          <a:p>
            <a:pPr>
              <a:defRPr sz="1200"/>
            </a:pPr>
            <a:r>
              <a:t>D:/pasar_fix/node_modules/.bun/type-fest@5.6.0/node_modules/type-fest/source/jsonify.d.ts</a:t>
            </a:r>
          </a:p>
          <a:p>
            <a:pPr>
              <a:defRPr sz="1200"/>
            </a:pPr>
            <a:r>
              <a:t>D:/pasar_fix/node_modules/.bun/type-fest@5.6.0/node_modules/type-fest/source/kebab-case.d.ts</a:t>
            </a:r>
          </a:p>
          <a:p>
            <a:pPr>
              <a:defRPr sz="1200"/>
            </a:pPr>
            <a:r>
              <a:t>D:/pasar_fix/node_modules/.bun/type-fest@5.6.0/node_modules/type-fest/source/kebab-cased-properties-deep.d.ts</a:t>
            </a:r>
          </a:p>
          <a:p>
            <a:pPr>
              <a:defRPr sz="1200"/>
            </a:pPr>
            <a:r>
              <a:t>D:/pasar_fix/node_modules/.bun/type-fest@5.6.0/node_modules/type-fest/source/kebab-cased-properties.d.ts</a:t>
            </a:r>
          </a:p>
          <a:p>
            <a:pPr>
              <a:defRPr sz="1200"/>
            </a:pPr>
            <a:r>
              <a:t>D:/pasar_fix/node_modules/.bun/type-fest@5.6.0/node_modules/type-fest/source/key-as-string.d.ts</a:t>
            </a:r>
          </a:p>
          <a:p>
            <a:pPr>
              <a:defRPr sz="1200"/>
            </a:pPr>
            <a:r>
              <a:t>D:/pasar_fix/node_modules/.bun/type-fest@5.6.0/node_modules/type-fest/source/keys-of-union.d.ts</a:t>
            </a:r>
          </a:p>
          <a:p>
            <a:pPr>
              <a:defRPr sz="1200"/>
            </a:pPr>
            <a:r>
              <a:t>D:/pasar_fix/node_modules/.bun/type-fest@5.6.0/node_modules/type-fest/source/last-array-element.d.ts</a:t>
            </a:r>
          </a:p>
          <a:p>
            <a:pPr>
              <a:defRPr sz="1200"/>
            </a:pPr>
            <a:r>
              <a:t>D:/pasar_fix/node_modules/.bun/type-fest@5.6.0/node_modules/type-fest/source/less-than-or-equal.d.ts</a:t>
            </a:r>
          </a:p>
          <a:p>
            <a:pPr>
              <a:defRPr sz="1200"/>
            </a:pPr>
            <a:r>
              <a:t>D:/pasar_fix/node_modules/.bun/type-fest@5.6.0/node_modules/type-fest/source/less-than.d.ts</a:t>
            </a:r>
          </a:p>
          <a:p>
            <a:pPr>
              <a:defRPr sz="1200"/>
            </a:pPr>
            <a:r>
              <a:t>D:/pasar_fix/node_modules/.bun/type-fest@5.6.0/node_modules/type-fest/source/literal-to-primitive-deep.d.ts</a:t>
            </a:r>
          </a:p>
          <a:p>
            <a:pPr>
              <a:defRPr sz="1200"/>
            </a:pPr>
            <a:r>
              <a:t>D:/pasar_fix/node_modules/.bun/type-fest@5.6.0/node_modules/type-fest/source/literal-to-primitive.d.ts</a:t>
            </a:r>
          </a:p>
          <a:p>
            <a:pPr>
              <a:defRPr sz="1200"/>
            </a:pPr>
            <a:r>
              <a:t>D:/pasar_fix/node_modules/.bun/type-fest@5.6.0/node_modules/type-fest/source/literal-union.d.ts</a:t>
            </a:r>
          </a:p>
          <a:p>
            <a:pPr>
              <a:defRPr sz="1200"/>
            </a:pPr>
            <a:r>
              <a:t>D:/pasar_fix/node_modules/.bun/type-fest@5.6.0/node_modules/type-fest/source/merge-deep.d.ts</a:t>
            </a:r>
          </a:p>
          <a:p>
            <a:pPr>
              <a:defRPr sz="1200"/>
            </a:pPr>
            <a:r>
              <a:t>D:/pasar_fix/node_modules/.bun/type-fest@5.6.0/node_modules/type-fest/source/merge-exclusive.d.ts</a:t>
            </a:r>
          </a:p>
          <a:p>
            <a:pPr>
              <a:defRPr sz="1200"/>
            </a:pPr>
            <a:r>
              <a:t>D:/pasar_fix/node_modules/.bun/type-fest@5.6.0/node_modules/type-fest/source/merge.d.ts</a:t>
            </a:r>
          </a:p>
          <a:p>
            <a:pPr>
              <a:defRPr sz="1200"/>
            </a:pPr>
            <a:r>
              <a:t>D:/pasar_fix/node_modules/.bun/type-fest@5.6.0/node_modules/type-fest/source/multidimensional-array.d.ts</a:t>
            </a:r>
          </a:p>
          <a:p>
            <a:pPr>
              <a:defRPr sz="1200"/>
            </a:pPr>
            <a:r>
              <a:t>D:/pasar_fix/node_modules/.bun/type-fest@5.6.0/node_modules/type-fest/source/multidimensional-readonly-array.d.ts</a:t>
            </a:r>
          </a:p>
          <a:p>
            <a:pPr>
              <a:defRPr sz="1200"/>
            </a:pPr>
            <a:r>
              <a:t>D:/pasar_fix/node_modules/.bun/type-fest@5.6.0/node_modules/type-fest/source/non-empty-object.d.ts</a:t>
            </a:r>
          </a:p>
          <a:p>
            <a:pPr>
              <a:defRPr sz="1200"/>
            </a:pPr>
            <a:r>
              <a:t>D:/pasar_fix/node_modules/.bun/type-fest@5.6.0/node_modules/type-fest/source/non-empty-string.d.ts</a:t>
            </a:r>
          </a:p>
          <a:p>
            <a:pPr>
              <a:defRPr sz="1200"/>
            </a:pPr>
            <a:r>
              <a:t>D:/pasar_fix/node_modules/.bun/type-fest@5.6.0/node_modules/type-fest/source/non-empty-tuple.d.ts</a:t>
            </a:r>
          </a:p>
          <a:p>
            <a:pPr>
              <a:defRPr sz="1200"/>
            </a:pPr>
            <a:r>
              <a:t>D:/pasar_fix/node_modules/.bun/type-fest@5.6.0/node_modules/type-fest/source/non-nullable-deep.d.ts</a:t>
            </a:r>
          </a:p>
          <a:p>
            <a:pPr>
              <a:defRPr sz="1200"/>
            </a:pPr>
            <a:r>
              <a:t>D:/pasar_fix/node_modules/.bun/type-fest@5.6.0/node_modules/type-fest/source/numeric.d.ts</a:t>
            </a:r>
          </a:p>
          <a:p>
            <a:pPr>
              <a:defRPr sz="1200"/>
            </a:pPr>
            <a:r>
              <a:t>D:/pasar_fix/node_modules/.bun/type-fest@5.6.0/node_modules/type-fest/source/object-merge.d.ts</a:t>
            </a:r>
          </a:p>
          <a:p>
            <a:pPr>
              <a:defRPr sz="1200"/>
            </a:pPr>
            <a:r>
              <a:t>D:/pasar_fix/node_modules/.bun/type-fest@5.6.0/node_modules/type-fest/source/omit-deep.d.ts</a:t>
            </a:r>
          </a:p>
          <a:p>
            <a:pPr>
              <a:defRPr sz="1200"/>
            </a:pPr>
            <a:r>
              <a:t>D:/pasar_fix/node_modules/.bun/type-fest@5.6.0/node_modules/type-fest/source/omit-index-signature.d.ts</a:t>
            </a:r>
          </a:p>
          <a:p>
            <a:pPr>
              <a:defRPr sz="1200"/>
            </a:pPr>
            <a:r>
              <a:t>D:/pasar_fix/node_modules/.bun/type-fest@5.6.0/node_modules/type-fest/source/opaque.d.ts</a:t>
            </a:r>
          </a:p>
          <a:p>
            <a:pPr>
              <a:defRPr sz="1200"/>
            </a:pPr>
            <a:r>
              <a:t>D:/pasar_fix/node_modules/.bun/type-fest@5.6.0/node_modules/type-fest/source/optional-keys-of.d.ts</a:t>
            </a:r>
          </a:p>
          <a:p>
            <a:pPr>
              <a:defRPr sz="1200"/>
            </a:pPr>
            <a:r>
              <a:t>D:/pasar_fix/node_modules/.bun/type-fest@5.6.0/node_modules/type-fest/source/optional.d.ts</a:t>
            </a:r>
          </a:p>
          <a:p>
            <a:pPr>
              <a:defRPr sz="1200"/>
            </a:pPr>
            <a:r>
              <a:t>D:/pasar_fix/node_modules/.bun/type-fest@5.6.0/node_modules/type-fest/source/or-all.d.ts</a:t>
            </a:r>
          </a:p>
          <a:p>
            <a:pPr>
              <a:defRPr sz="1200"/>
            </a:pPr>
            <a:r>
              <a:t>D:/pasar_fix/node_modules/.bun/type-fest@5.6.0/node_modules/type-fest/source/or.d.ts</a:t>
            </a:r>
          </a:p>
          <a:p>
            <a:pPr>
              <a:defRPr sz="1200"/>
            </a:pPr>
            <a:r>
              <a:t>D:/pasar_fix/node_modules/.bun/type-fest@5.6.0/node_modules/type-fest/source/override-properties.d.ts</a:t>
            </a:r>
          </a:p>
          <a:p>
            <a:pPr>
              <a:defRPr sz="1200"/>
            </a:pPr>
            <a:r>
              <a:t>D:/pasar_fix/node_modules/.bun/type-fest@5.6.0/node_modules/type-fest/source/package-json.d.ts</a:t>
            </a:r>
          </a:p>
          <a:p>
            <a:pPr>
              <a:defRPr sz="1200"/>
            </a:pPr>
            <a:r>
              <a:t>D:/pasar_fix/node_modules/.bun/type-fest@5.6.0/node_modules/type-fest/source/partial-deep.d.ts</a:t>
            </a:r>
          </a:p>
          <a:p>
            <a:pPr>
              <a:defRPr sz="1200"/>
            </a:pPr>
            <a:r>
              <a:t>D:/pasar_fix/node_modules/.bun/type-fest@5.6.0/node_modules/type-fest/source/partial-on-undefined-deep.d.ts</a:t>
            </a:r>
          </a:p>
          <a:p>
            <a:pPr>
              <a:defRPr sz="1200"/>
            </a:pPr>
            <a:r>
              <a:t>D:/pasar_fix/node_modules/.bun/type-fest@5.6.0/node_modules/type-fest/source/pascal-case.d.ts</a:t>
            </a:r>
          </a:p>
          <a:p>
            <a:pPr>
              <a:defRPr sz="1200"/>
            </a:pPr>
            <a:r>
              <a:t>D:/pasar_fix/node_modules/.bun/type-fest@5.6.0/node_modules/type-fest/source/pascal-cased-properties-deep.d.ts</a:t>
            </a:r>
          </a:p>
          <a:p>
            <a:pPr>
              <a:defRPr sz="1200"/>
            </a:pPr>
            <a:r>
              <a:t>D:/pasar_fix/node_modules/.bun/type-fest@5.6.0/node_modules/type-fest/source/pascal-cased-properties.d.ts</a:t>
            </a:r>
          </a:p>
          <a:p>
            <a:pPr>
              <a:defRPr sz="1200"/>
            </a:pPr>
            <a:r>
              <a:t>D:/pasar_fix/node_modules/.bun/type-fest@5.6.0/node_modules/type-fest/source/paths.d.ts</a:t>
            </a:r>
          </a:p>
          <a:p>
            <a:pPr>
              <a:defRPr sz="1200"/>
            </a:pPr>
            <a:r>
              <a:t>D:/pasar_fix/node_modules/.bun/type-fest@5.6.0/node_modules/type-fest/source/pick-deep.d.ts</a:t>
            </a:r>
          </a:p>
          <a:p>
            <a:pPr>
              <a:defRPr sz="1200"/>
            </a:pPr>
            <a:r>
              <a:t>D:/pasar_fix/node_modules/.bun/type-fest@5.6.0/node_modules/type-fest/source/pick-index-signature.d.ts</a:t>
            </a:r>
          </a:p>
          <a:p>
            <a:pPr>
              <a:defRPr sz="1200"/>
            </a:pPr>
            <a:r>
              <a:t>D:/pasar_fix/node_modules/.bun/type-fest@5.6.0/node_modules/type-fest/source/primitive.d.ts</a:t>
            </a:r>
          </a:p>
          <a:p>
            <a:pPr>
              <a:defRPr sz="1200"/>
            </a:pPr>
            <a:r>
              <a:t>D:/pasar_fix/node_modules/.bun/type-fest@5.6.0/node_modules/type-fest/source/promisable.d.ts</a:t>
            </a:r>
          </a:p>
          <a:p>
            <a:pPr>
              <a:defRPr sz="1200"/>
            </a:pPr>
            <a:r>
              <a:t>D:/pasar_fix/node_modules/.bun/type-fest@5.6.0/node_modules/type-fest/source/readonly-deep.d.ts</a:t>
            </a:r>
          </a:p>
          <a:p>
            <a:pPr>
              <a:defRPr sz="1200"/>
            </a:pPr>
            <a:r>
              <a:t>D:/pasar_fix/node_modules/.bun/type-fest@5.6.0/node_modules/type-fest/source/readonly-keys-of.d.ts</a:t>
            </a:r>
          </a:p>
          <a:p>
            <a:pPr>
              <a:defRPr sz="1200"/>
            </a:pPr>
            <a:r>
              <a:t>D:/pasar_fix/node_modules/.bun/type-fest@5.6.0/node_modules/type-fest/source/readonly-tuple.d.ts</a:t>
            </a:r>
          </a:p>
          <a:p>
            <a:pPr>
              <a:defRPr sz="1200"/>
            </a:pPr>
            <a:r>
              <a:t>D:/pasar_fix/node_modules/.bun/type-fest@5.6.0/node_modules/type-fest/source/remove-prefix.d.ts</a:t>
            </a:r>
          </a:p>
          <a:p>
            <a:pPr>
              <a:defRPr sz="1200"/>
            </a:pPr>
            <a:r>
              <a:t>D:/pasar_fix/node_modules/.bun/type-fest@5.6.0/node_modules/type-fest/source/replace.d.ts</a:t>
            </a:r>
          </a:p>
          <a:p>
            <a:pPr>
              <a:defRPr sz="1200"/>
            </a:pPr>
            <a:r>
              <a:t>D:/pasar_fix/node_modules/.bun/type-fest@5.6.0/node_modules/type-fest/source/require-all-or-none.d.ts</a:t>
            </a:r>
          </a:p>
          <a:p>
            <a:pPr>
              <a:defRPr sz="1200"/>
            </a:pPr>
            <a:r>
              <a:t>D:/pasar_fix/node_modules/.bun/type-fest@5.6.0/node_modules/type-fest/source/require-at-least-one.d.ts</a:t>
            </a:r>
          </a:p>
          <a:p>
            <a:pPr>
              <a:defRPr sz="1200"/>
            </a:pPr>
            <a:r>
              <a:t>D:/pasar_fix/node_modules/.bun/type-fest@5.6.0/node_modules/type-fest/source/require-exactly-one.d.ts</a:t>
            </a:r>
          </a:p>
          <a:p>
            <a:pPr>
              <a:defRPr sz="1200"/>
            </a:pPr>
            <a:r>
              <a:t>D:/pasar_fix/node_modules/.bun/type-fest@5.6.0/node_modules/type-fest/source/require-one-or-none.d.ts</a:t>
            </a:r>
          </a:p>
          <a:p>
            <a:pPr>
              <a:defRPr sz="1200"/>
            </a:pPr>
            <a:r>
              <a:t>D:/pasar_fix/node_modules/.bun/type-fest@5.6.0/node_modules/type-fest/source/required-deep.d.ts</a:t>
            </a:r>
          </a:p>
          <a:p>
            <a:pPr>
              <a:defRPr sz="1200"/>
            </a:pPr>
            <a:r>
              <a:t>D:/pasar_fix/node_modules/.bun/type-fest@5.6.0/node_modules/type-fest/source/required-keys-of.d.ts</a:t>
            </a:r>
          </a:p>
          <a:p>
            <a:pPr>
              <a:defRPr sz="1200"/>
            </a:pPr>
            <a:r>
              <a:t>D:/pasar_fix/node_modules/.bun/type-fest@5.6.0/node_modules/type-fest/source/schema.d.ts</a:t>
            </a:r>
          </a:p>
          <a:p>
            <a:pPr>
              <a:defRPr sz="1200"/>
            </a:pPr>
            <a:r>
              <a:t>D:/pasar_fix/node_modules/.bun/type-fest@5.6.0/node_modules/type-fest/source/screaming-snake-case.d.ts</a:t>
            </a:r>
          </a:p>
          <a:p>
            <a:pPr>
              <a:defRPr sz="1200"/>
            </a:pPr>
            <a:r>
              <a:t>D:/pasar_fix/node_modules/.bun/type-fest@5.6.0/node_modules/type-fest/source/set-field-type.d.ts</a:t>
            </a:r>
          </a:p>
          <a:p>
            <a:pPr>
              <a:defRPr sz="1200"/>
            </a:pPr>
            <a:r>
              <a:t>D:/pasar_fix/node_modules/.bun/type-fest@5.6.0/node_modules/type-fest/source/set-non-nullable-deep.d.ts</a:t>
            </a:r>
          </a:p>
          <a:p>
            <a:pPr>
              <a:defRPr sz="1200"/>
            </a:pPr>
            <a:r>
              <a:t>D:/pasar_fix/node_modules/.bun/type-fest@5.6.0/node_modules/type-fest/source/set-non-nullable.d.ts</a:t>
            </a:r>
          </a:p>
          <a:p>
            <a:pPr>
              <a:defRPr sz="1200"/>
            </a:pPr>
            <a:r>
              <a:t>D:/pasar_fix/node_modules/.bun/type-fest@5.6.0/node_modules/type-fest/source/set-optional.d.ts</a:t>
            </a:r>
          </a:p>
          <a:p>
            <a:pPr>
              <a:defRPr sz="1200"/>
            </a:pPr>
            <a:r>
              <a:t>D:/pasar_fix/node_modules/.bun/type-fest@5.6.0/node_modules/type-fest/source/set-parameter-type.d.ts</a:t>
            </a:r>
          </a:p>
          <a:p>
            <a:pPr>
              <a:defRPr sz="1200"/>
            </a:pPr>
            <a:r>
              <a:t>D:/pasar_fix/node_modules/.bun/type-fest@5.6.0/node_modules/type-fest/source/set-readonly.d.ts</a:t>
            </a:r>
          </a:p>
          <a:p>
            <a:pPr>
              <a:defRPr sz="1200"/>
            </a:pPr>
            <a:r>
              <a:t>D:/pasar_fix/node_modules/.bun/type-fest@5.6.0/node_modules/type-fest/source/set-required-deep.d.ts</a:t>
            </a:r>
          </a:p>
          <a:p>
            <a:pPr>
              <a:defRPr sz="1200"/>
            </a:pPr>
            <a:r>
              <a:t>D:/pasar_fix/node_modules/.bun/type-fest@5.6.0/node_modules/type-fest/source/set-required.d.ts</a:t>
            </a:r>
          </a:p>
          <a:p>
            <a:pPr>
              <a:defRPr sz="1200"/>
            </a:pPr>
            <a:r>
              <a:t>D:/pasar_fix/node_modules/.bun/type-fest@5.6.0/node_modules/type-fest/source/set-return-type.d.ts</a:t>
            </a:r>
          </a:p>
          <a:p>
            <a:pPr>
              <a:defRPr sz="1200"/>
            </a:pPr>
            <a:r>
              <a:t>D:/pasar_fix/node_modules/.bun/type-fest@5.6.0/node_modules/type-fest/source/shared-union-fields-deep.d.ts</a:t>
            </a:r>
          </a:p>
          <a:p>
            <a:pPr>
              <a:defRPr sz="1200"/>
            </a:pPr>
            <a:r>
              <a:t>D:/pasar_fix/node_modules/.bun/type-fest@5.6.0/node_modules/type-fest/source/shared-union-fields.d.ts</a:t>
            </a:r>
          </a:p>
          <a:p>
            <a:pPr>
              <a:defRPr sz="1200"/>
            </a:pPr>
            <a:r>
              <a:t>D:/pasar_fix/node_modules/.bun/type-fest@5.6.0/node_modules/type-fest/source/simplify-deep.d.ts</a:t>
            </a:r>
          </a:p>
          <a:p>
            <a:pPr>
              <a:defRPr sz="1200"/>
            </a:pPr>
            <a:r>
              <a:t>D:/pasar_fix/node_modules/.bun/type-fest@5.6.0/node_modules/type-fest/source/simplify.d.ts</a:t>
            </a:r>
          </a:p>
          <a:p>
            <a:pPr>
              <a:defRPr sz="1200"/>
            </a:pPr>
            <a:r>
              <a:t>D:/pasar_fix/node_modules/.bun/type-fest@5.6.0/node_modules/type-fest/source/single-key-object.d.ts</a:t>
            </a:r>
          </a:p>
          <a:p>
            <a:pPr>
              <a:defRPr sz="1200"/>
            </a:pPr>
            <a:r>
              <a:t>D:/pasar_fix/node_modules/.bun/type-fest@5.6.0/node_modules/type-fest/source/snake-case.d.ts</a:t>
            </a:r>
          </a:p>
          <a:p>
            <a:pPr>
              <a:defRPr sz="1200"/>
            </a:pPr>
            <a:r>
              <a:t>D:/pasar_fix/node_modules/.bun/type-fest@5.6.0/node_modules/type-fest/source/snake-cased-properties-deep.d.ts</a:t>
            </a:r>
          </a:p>
          <a:p>
            <a:pPr>
              <a:defRPr sz="1200"/>
            </a:pPr>
            <a:r>
              <a:t>D:/pasar_fix/node_modules/.bun/type-fest@5.6.0/node_modules/type-fest/source/snake-cased-properties.d.ts</a:t>
            </a:r>
          </a:p>
          <a:p>
            <a:pPr>
              <a:defRPr sz="1200"/>
            </a:pPr>
            <a:r>
              <a:t>D:/pasar_fix/node_modules/.bun/type-fest@5.6.0/node_modules/type-fest/source/some-extend.d.ts</a:t>
            </a:r>
          </a:p>
          <a:p>
            <a:pPr>
              <a:defRPr sz="1200"/>
            </a:pPr>
            <a:r>
              <a:t>D:/pasar_fix/node_modules/.bun/type-fest@5.6.0/node_modules/type-fest/source/split-on-rest-element.d.ts</a:t>
            </a:r>
          </a:p>
          <a:p>
            <a:pPr>
              <a:defRPr sz="1200"/>
            </a:pPr>
            <a:r>
              <a:t>D:/pasar_fix/node_modules/.bun/type-fest@5.6.0/node_modules/type-fest/source/split.d.ts</a:t>
            </a:r>
          </a:p>
          <a:p>
            <a:pPr>
              <a:defRPr sz="1200"/>
            </a:pPr>
            <a:r>
              <a:t>D:/pasar_fix/node_modules/.bun/type-fest@5.6.0/node_modules/type-fest/source/spread.d.ts</a:t>
            </a:r>
          </a:p>
          <a:p>
            <a:pPr>
              <a:defRPr sz="1200"/>
            </a:pPr>
            <a:r>
              <a:t>D:/pasar_fix/node_modules/.bun/type-fest@5.6.0/node_modules/type-fest/source/string-repeat.d.ts</a:t>
            </a:r>
          </a:p>
          <a:p>
            <a:pPr>
              <a:defRPr sz="1200"/>
            </a:pPr>
            <a:r>
              <a:t>D:/pasar_fix/node_modules/.bun/type-fest@5.6.0/node_modules/type-fest/source/string-slice.d.ts</a:t>
            </a:r>
          </a:p>
          <a:p>
            <a:pPr>
              <a:defRPr sz="1200"/>
            </a:pPr>
            <a:r>
              <a:t>D:/pasar_fix/node_modules/.bun/type-fest@5.6.0/node_modules/type-fest/source/stringified.d.ts</a:t>
            </a:r>
          </a:p>
          <a:p>
            <a:pPr>
              <a:defRPr sz="1200"/>
            </a:pPr>
            <a:r>
              <a:t>D:/pasar_fix/node_modules/.bun/type-fest@5.6.0/node_modules/type-fest/source/structured-cloneable.d.ts</a:t>
            </a:r>
          </a:p>
          <a:p>
            <a:pPr>
              <a:defRPr sz="1200"/>
            </a:pPr>
            <a:r>
              <a:t>D:/pasar_fix/node_modules/.bun/type-fest@5.6.0/node_modules/type-fest/source/subtract.d.ts</a:t>
            </a:r>
          </a:p>
          <a:p>
            <a:pPr>
              <a:defRPr sz="1200"/>
            </a:pPr>
            <a:r>
              <a:t>D:/pasar_fix/node_modules/.bun/type-fest@5.6.0/node_modules/type-fest/source/sum.d.ts</a:t>
            </a:r>
          </a:p>
          <a:p>
            <a:pPr>
              <a:defRPr sz="1200"/>
            </a:pPr>
            <a:r>
              <a:t>D:/pasar_fix/node_modules/.bun/type-fest@5.6.0/node_modules/type-fest/source/tagged-union.d.ts</a:t>
            </a:r>
          </a:p>
          <a:p>
            <a:pPr>
              <a:defRPr sz="1200"/>
            </a:pPr>
            <a:r>
              <a:t>D:/pasar_fix/node_modules/.bun/type-fest@5.6.0/node_modules/type-fest/source/tagged.d.ts</a:t>
            </a:r>
          </a:p>
          <a:p>
            <a:pPr>
              <a:defRPr sz="1200"/>
            </a:pPr>
            <a:r>
              <a:t>D:/pasar_fix/node_modules/.bun/type-fest@5.6.0/node_modules/type-fest/source/trim.d.ts</a:t>
            </a:r>
          </a:p>
          <a:p>
            <a:pPr>
              <a:defRPr sz="1200"/>
            </a:pPr>
            <a:r>
              <a:t>D:/pasar_fix/node_modules/.bun/type-fest@5.6.0/node_modules/type-fest/source/tsconfig-json.d.ts</a:t>
            </a:r>
          </a:p>
          <a:p>
            <a:pPr>
              <a:defRPr sz="1200"/>
            </a:pPr>
            <a:r>
              <a:t>D:/pasar_fix/node_modules/.bun/type-fest@5.6.0/node_modules/type-fest/source/tuple-of.d.ts</a:t>
            </a:r>
          </a:p>
          <a:p>
            <a:pPr>
              <a:defRPr sz="1200"/>
            </a:pPr>
            <a:r>
              <a:t>D:/pasar_fix/node_modules/.bun/type-fest@5.6.0/node_modules/type-fest/source/tuple-to-object.d.ts</a:t>
            </a:r>
          </a:p>
          <a:p>
            <a:pPr>
              <a:defRPr sz="1200"/>
            </a:pPr>
            <a:r>
              <a:t>D:/pasar_fix/node_modules/.bun/type-fest@5.6.0/node_modules/type-fest/source/tuple-to-union.d.ts</a:t>
            </a:r>
          </a:p>
          <a:p>
            <a:pPr>
              <a:defRPr sz="1200"/>
            </a:pPr>
            <a:r>
              <a:t>D:/pasar_fix/node_modules/.bun/type-fest@5.6.0/node_modules/type-fest/source/typed-array.d.ts</a:t>
            </a:r>
          </a:p>
          <a:p>
            <a:pPr>
              <a:defRPr sz="1200"/>
            </a:pPr>
            <a:r>
              <a:t>D:/pasar_fix/node_modules/.bun/type-fest@5.6.0/node_modules/type-fest/source/undefined-on-partial-deep.d.ts</a:t>
            </a:r>
          </a:p>
          <a:p>
            <a:pPr>
              <a:defRPr sz="1200"/>
            </a:pPr>
            <a:r>
              <a:t>D:/pasar_fix/node_modules/.bun/type-fest@5.6.0/node_modules/type-fest/source/union-length.d.ts</a:t>
            </a:r>
          </a:p>
          <a:p>
            <a:pPr>
              <a:defRPr sz="1200"/>
            </a:pPr>
            <a:r>
              <a:t>D:/pasar_fix/node_modules/.bun/type-fest@5.6.0/node_modules/type-fest/source/union-member.d.ts</a:t>
            </a:r>
          </a:p>
          <a:p>
            <a:pPr>
              <a:defRPr sz="1200"/>
            </a:pPr>
            <a:r>
              <a:t>D:/pasar_fix/node_modules/.bun/type-fest@5.6.0/node_modules/type-fest/source/union-to-intersection.d.ts</a:t>
            </a:r>
          </a:p>
          <a:p>
            <a:pPr>
              <a:defRPr sz="1200"/>
            </a:pPr>
            <a:r>
              <a:t>D:/pasar_fix/node_modules/.bun/type-fest@5.6.0/node_modules/type-fest/source/union-to-tuple.d.ts</a:t>
            </a:r>
          </a:p>
          <a:p>
            <a:pPr>
              <a:defRPr sz="1200"/>
            </a:pPr>
            <a:r>
              <a:t>D:/pasar_fix/node_modules/.bun/type-fest@5.6.0/node_modules/type-fest/source/unknown-array.d.ts</a:t>
            </a:r>
          </a:p>
          <a:p>
            <a:pPr>
              <a:defRPr sz="1200"/>
            </a:pPr>
            <a:r>
              <a:t>D:/pasar_fix/node_modules/.bun/type-fest@5.6.0/node_modules/type-fest/source/unknown-map.d.ts</a:t>
            </a:r>
          </a:p>
          <a:p>
            <a:pPr>
              <a:defRPr sz="1200"/>
            </a:pPr>
            <a:r>
              <a:t>D:/pasar_fix/node_modules/.bun/type-fest@5.6.0/node_modules/type-fest/source/unknown-record.d.ts</a:t>
            </a:r>
          </a:p>
          <a:p>
            <a:pPr>
              <a:defRPr sz="1200"/>
            </a:pPr>
            <a:r>
              <a:t>D:/pasar_fix/node_modules/.bun/type-fest@5.6.0/node_modules/type-fest/source/unknown-set.d.ts</a:t>
            </a:r>
          </a:p>
          <a:p>
            <a:pPr>
              <a:defRPr sz="1200"/>
            </a:pPr>
            <a:r>
              <a:t>D:/pasar_fix/node_modules/.bun/type-fest@5.6.0/node_modules/type-fest/source/unwrap-partial.d.ts</a:t>
            </a:r>
          </a:p>
          <a:p>
            <a:pPr>
              <a:defRPr sz="1200"/>
            </a:pPr>
            <a:r>
              <a:t>D:/pasar_fix/node_modules/.bun/type-fest@5.6.0/node_modules/type-fest/source/value-of.d.ts</a:t>
            </a:r>
          </a:p>
          <a:p>
            <a:pPr>
              <a:defRPr sz="1200"/>
            </a:pPr>
            <a:r>
              <a:t>D:/pasar_fix/node_modules/.bun/type-fest@5.6.0/node_modules/type-fest/source/words.d.ts</a:t>
            </a:r>
          </a:p>
          <a:p>
            <a:pPr>
              <a:defRPr sz="1200"/>
            </a:pPr>
            <a:r>
              <a:t>D:/pasar_fix/node_modules/.bun/type-fest@5.6.0/node_modules/type-fest/source/writable-deep.d.ts</a:t>
            </a:r>
          </a:p>
          <a:p>
            <a:pPr>
              <a:defRPr sz="1200"/>
            </a:pPr>
            <a:r>
              <a:t>D:/pasar_fix/node_modules/.bun/type-fest@5.6.0/node_modules/type-fest/source/writable-keys-of.d.ts</a:t>
            </a:r>
          </a:p>
          <a:p>
            <a:pPr>
              <a:defRPr sz="1200"/>
            </a:pPr>
            <a:r>
              <a:t>D:/pasar_fix/node_modules/.bun/type-fest@5.6.0/node_modules/type-fest/source/writable.d.ts</a:t>
            </a:r>
          </a:p>
          <a:p>
            <a:pPr>
              <a:defRPr sz="1200"/>
            </a:pPr>
            <a:r>
              <a:t>D:/pasar_fix/node_modules/.bun/type-fest@5.6.0/node_modules/type-fest/source/xor.d.ts</a:t>
            </a:r>
          </a:p>
          <a:p>
            <a:pPr>
              <a:defRPr sz="1200"/>
            </a:pPr>
            <a:r>
              <a:t>D:/pasar_fix/node_modules/.bun/type-fest@5.6.0/node_modules/type-fest/source/globals/index.d.ts</a:t>
            </a:r>
          </a:p>
          <a:p>
            <a:pPr>
              <a:defRPr sz="1200"/>
            </a:pPr>
            <a:r>
              <a:t>D:/pasar_fix/node_modules/.bun/type-fest@5.6.0/node_modules/type-fest/source/globals/observable-like.d.ts</a:t>
            </a:r>
          </a:p>
          <a:p>
            <a:pPr>
              <a:defRPr sz="1200"/>
            </a:pPr>
            <a:r>
              <a:t>D:/pasar_fix/node_modules/.bun/type-fest@5.6.0/node_modules/type-fest/source/internal/array.d.ts</a:t>
            </a:r>
          </a:p>
          <a:p>
            <a:pPr>
              <a:defRPr sz="1200"/>
            </a:pPr>
            <a:r>
              <a:t>D:/pasar_fix/node_modules/.bun/type-fest@5.6.0/node_modules/type-fest/source/internal/characters.d.ts</a:t>
            </a:r>
          </a:p>
          <a:p>
            <a:pPr>
              <a:defRPr sz="1200"/>
            </a:pPr>
            <a:r>
              <a:t>D:/pasar_fix/node_modules/.bun/type-fest@5.6.0/node_modules/type-fest/source/internal/enforce-optional.d.ts</a:t>
            </a:r>
          </a:p>
          <a:p>
            <a:pPr>
              <a:defRPr sz="1200"/>
            </a:pPr>
            <a:r>
              <a:t>D:/pasar_fix/node_modules/.bun/type-fest@5.6.0/node_modules/type-fest/source/internal/index.d.ts</a:t>
            </a:r>
          </a:p>
          <a:p>
            <a:pPr>
              <a:defRPr sz="1200"/>
            </a:pPr>
            <a:r>
              <a:t>D:/pasar_fix/node_modules/.bun/type-fest@5.6.0/node_modules/type-fest/source/internal/keys.d.ts</a:t>
            </a:r>
          </a:p>
          <a:p>
            <a:pPr>
              <a:defRPr sz="1200"/>
            </a:pPr>
            <a:r>
              <a:t>D:/pasar_fix/node_modules/.bun/type-fest@5.6.0/node_modules/type-fest/source/internal/numeric.d.ts</a:t>
            </a:r>
          </a:p>
          <a:p>
            <a:pPr>
              <a:defRPr sz="1200"/>
            </a:pPr>
            <a:r>
              <a:t>D:/pasar_fix/node_modules/.bun/type-fest@5.6.0/node_modules/type-fest/source/internal/object.d.ts</a:t>
            </a:r>
          </a:p>
          <a:p>
            <a:pPr>
              <a:defRPr sz="1200"/>
            </a:pPr>
            <a:r>
              <a:t>D:/pasar_fix/node_modules/.bun/type-fest@5.6.0/node_modules/type-fest/source/internal/string.d.ts</a:t>
            </a:r>
          </a:p>
          <a:p>
            <a:pPr>
              <a:defRPr sz="1200"/>
            </a:pPr>
            <a:r>
              <a:t>D:/pasar_fix/node_modules/.bun/type-fest@5.6.0/node_modules/type-fest/source/internal/tuple.d.ts</a:t>
            </a:r>
          </a:p>
          <a:p>
            <a:pPr>
              <a:defRPr sz="1200"/>
            </a:pPr>
            <a:r>
              <a:t>D:/pasar_fix/node_modules/.bun/type-fest@5.6.0/node_modules/type-fest/source/internal/type.d.ts</a:t>
            </a:r>
          </a:p>
          <a:p>
            <a:pPr>
              <a:defRPr sz="1200"/>
            </a:pPr>
            <a:r>
              <a:t>D:/pasar_fix/node_modules/.bun/typed-query-selector@2.12.2/node_modules/typed-query-selector/LICENSE</a:t>
            </a:r>
          </a:p>
          <a:p>
            <a:pPr>
              <a:defRPr sz="1200"/>
            </a:pPr>
            <a:r>
              <a:t>D:/pasar_fix/node_modules/.bun/typed-query-selector@2.12.2/node_modules/typed-query-selector/package.json</a:t>
            </a:r>
          </a:p>
          <a:p>
            <a:pPr>
              <a:defRPr sz="1200"/>
            </a:pPr>
            <a:r>
              <a:t>D:/pasar_fix/node_modules/.bun/typed-query-selector@2.12.2/node_modules/typed-query-selector/parser.d.ts</a:t>
            </a:r>
          </a:p>
          <a:p>
            <a:pPr>
              <a:defRPr sz="1200"/>
            </a:pPr>
            <a:r>
              <a:t>D:/pasar_fix/node_modules/.bun/typed-query-selector@2.12.2/node_modules/typed-query-selector/README.md</a:t>
            </a:r>
          </a:p>
          <a:p>
            <a:pPr>
              <a:defRPr sz="1200"/>
            </a:pPr>
            <a:r>
              <a:t>D:/pasar_fix/node_modules/.bun/typed-query-selector@2.12.2/node_modules/typed-query-selector/shim.d.ts</a:t>
            </a:r>
          </a:p>
          <a:p>
            <a:pPr>
              <a:defRPr sz="1200"/>
            </a:pPr>
            <a:r>
              <a:t>D:/pasar_fix/node_modules/.bun/typed-query-selector@2.12.2/node_modules/typed-query-selector/strict.d.ts</a:t>
            </a:r>
          </a:p>
          <a:p>
            <a:pPr>
              <a:defRPr sz="1200"/>
            </a:pPr>
            <a:r>
              <a:t>D:/pasar_fix/node_modules/.bun/typescript@5.9.3/node_modules/.bin/tsc.bunx</a:t>
            </a:r>
          </a:p>
          <a:p>
            <a:pPr>
              <a:defRPr sz="1200"/>
            </a:pPr>
            <a:r>
              <a:t>D:/pasar_fix/node_modules/.bun/typescript@5.9.3/node_modules/.bin/tsc.exe</a:t>
            </a:r>
          </a:p>
          <a:p>
            <a:pPr>
              <a:defRPr sz="1200"/>
            </a:pPr>
            <a:r>
              <a:t>D:/pasar_fix/node_modules/.bun/typescript@5.9.3/node_modules/.bin/tsserver.bunx</a:t>
            </a:r>
          </a:p>
          <a:p>
            <a:pPr>
              <a:defRPr sz="1200"/>
            </a:pPr>
            <a:r>
              <a:t>D:/pasar_fix/node_modules/.bun/typescript@5.9.3/node_modules/.bin/tsserver.exe</a:t>
            </a:r>
          </a:p>
          <a:p>
            <a:pPr>
              <a:defRPr sz="1200"/>
            </a:pPr>
            <a:r>
              <a:t>D:/pasar_fix/node_modules/.bun/typescript@5.9.3/node_modules/typescript/LICENSE.txt</a:t>
            </a:r>
          </a:p>
          <a:p>
            <a:pPr>
              <a:defRPr sz="1200"/>
            </a:pPr>
            <a:r>
              <a:t>D:/pasar_fix/node_modules/.bun/typescript@5.9.3/node_modules/typescript/package.json</a:t>
            </a:r>
          </a:p>
          <a:p>
            <a:pPr>
              <a:defRPr sz="1200"/>
            </a:pPr>
            <a:r>
              <a:t>D:/pasar_fix/node_modules/.bun/typescript@5.9.3/node_modules/typescript/README.md</a:t>
            </a:r>
          </a:p>
          <a:p>
            <a:pPr>
              <a:defRPr sz="1200"/>
            </a:pPr>
            <a:r>
              <a:t>D:/pasar_fix/node_modules/.bun/typescript@5.9.3/node_modules/typescript/SECURITY.md</a:t>
            </a:r>
          </a:p>
          <a:p>
            <a:pPr>
              <a:defRPr sz="1200"/>
            </a:pPr>
            <a:r>
              <a:t>D:/pasar_fix/node_modules/.bun/typescript@5.9.3/node_modules/typescript/ThirdPartyNoticeText.txt</a:t>
            </a:r>
          </a:p>
          <a:p>
            <a:pPr>
              <a:defRPr sz="1200"/>
            </a:pPr>
            <a:r>
              <a:t>D:/pasar_fix/node_modules/.bun/typescript@5.9.3/node_modules/typescript/bin/tsc</a:t>
            </a:r>
          </a:p>
          <a:p>
            <a:pPr>
              <a:defRPr sz="1200"/>
            </a:pPr>
            <a:r>
              <a:t>D:/pasar_fix/node_modules/.bun/typescript@5.9.3/node_modules/typescript/bin/tsserver</a:t>
            </a:r>
          </a:p>
          <a:p>
            <a:pPr>
              <a:defRPr sz="1200"/>
            </a:pPr>
            <a:r>
              <a:t>D:/pasar_fix/node_modules/.bun/typescript@5.9.3/node_modules/typescript/lib/lib.d.ts</a:t>
            </a:r>
          </a:p>
          <a:p>
            <a:pPr>
              <a:defRPr sz="1200"/>
            </a:pPr>
            <a:r>
              <a:t>D:/pasar_fix/node_modules/.bun/typescript@5.9.3/node_modules/typescript/lib/lib.decorators.d.ts</a:t>
            </a:r>
          </a:p>
          <a:p>
            <a:pPr>
              <a:defRPr sz="1200"/>
            </a:pPr>
            <a:r>
              <a:t>D:/pasar_fix/node_modules/.bun/typescript@5.9.3/node_modules/typescript/lib/lib.decorators.legacy.d.ts</a:t>
            </a:r>
          </a:p>
          <a:p>
            <a:pPr>
              <a:defRPr sz="1200"/>
            </a:pPr>
            <a:r>
              <a:t>D:/pasar_fix/node_modules/.bun/typescript@5.9.3/node_modules/typescript/lib/lib.dom.asynciterable.d.ts</a:t>
            </a:r>
          </a:p>
          <a:p>
            <a:pPr>
              <a:defRPr sz="1200"/>
            </a:pPr>
            <a:r>
              <a:t>D:/pasar_fix/node_modules/.bun/typescript@5.9.3/node_modules/typescript/lib/lib.dom.d.ts</a:t>
            </a:r>
          </a:p>
          <a:p>
            <a:pPr>
              <a:defRPr sz="1200"/>
            </a:pPr>
            <a:r>
              <a:t>D:/pasar_fix/node_modules/.bun/typescript@5.9.3/node_modules/typescript/lib/lib.dom.iterable.d.ts</a:t>
            </a:r>
          </a:p>
          <a:p>
            <a:pPr>
              <a:defRPr sz="1200"/>
            </a:pPr>
            <a:r>
              <a:t>D:/pasar_fix/node_modules/.bun/typescript@5.9.3/node_modules/typescript/lib/lib.es2015.collection.d.ts</a:t>
            </a:r>
          </a:p>
          <a:p>
            <a:pPr>
              <a:defRPr sz="1200"/>
            </a:pPr>
            <a:r>
              <a:t>D:/pasar_fix/node_modules/.bun/typescript@5.9.3/node_modules/typescript/lib/lib.es2015.core.d.ts</a:t>
            </a:r>
          </a:p>
          <a:p>
            <a:pPr>
              <a:defRPr sz="1200"/>
            </a:pPr>
            <a:r>
              <a:t>D:/pasar_fix/node_modules/.bun/typescript@5.9.3/node_modules/typescript/lib/lib.es2015.d.ts</a:t>
            </a:r>
          </a:p>
          <a:p>
            <a:pPr>
              <a:defRPr sz="1200"/>
            </a:pPr>
            <a:r>
              <a:t>D:/pasar_fix/node_modules/.bun/typescript@5.9.3/node_modules/typescript/lib/lib.es2015.generator.d.ts</a:t>
            </a:r>
          </a:p>
          <a:p>
            <a:pPr>
              <a:defRPr sz="1200"/>
            </a:pPr>
            <a:r>
              <a:t>D:/pasar_fix/node_modules/.bun/typescript@5.9.3/node_modules/typescript/lib/lib.es2015.iterable.d.ts</a:t>
            </a:r>
          </a:p>
          <a:p>
            <a:pPr>
              <a:defRPr sz="1200"/>
            </a:pPr>
            <a:r>
              <a:t>D:/pasar_fix/node_modules/.bun/typescript@5.9.3/node_modules/typescript/lib/lib.es2015.promise.d.ts</a:t>
            </a:r>
          </a:p>
          <a:p>
            <a:pPr>
              <a:defRPr sz="1200"/>
            </a:pPr>
            <a:r>
              <a:t>D:/pasar_fix/node_modules/.bun/typescript@5.9.3/node_modules/typescript/lib/lib.es2015.proxy.d.ts</a:t>
            </a:r>
          </a:p>
          <a:p>
            <a:pPr>
              <a:defRPr sz="1200"/>
            </a:pPr>
            <a:r>
              <a:t>D:/pasar_fix/node_modules/.bun/typescript@5.9.3/node_modules/typescript/lib/lib.es2015.reflect.d.ts</a:t>
            </a:r>
          </a:p>
          <a:p>
            <a:pPr>
              <a:defRPr sz="1200"/>
            </a:pPr>
            <a:r>
              <a:t>D:/pasar_fix/node_modules/.bun/typescript@5.9.3/node_modules/typescript/lib/lib.es2015.symbol.d.ts</a:t>
            </a:r>
          </a:p>
          <a:p>
            <a:pPr>
              <a:defRPr sz="1200"/>
            </a:pPr>
            <a:r>
              <a:t>D:/pasar_fix/node_modules/.bun/typescript@5.9.3/node_modules/typescript/lib/lib.es2015.symbol.wellknown.d.ts</a:t>
            </a:r>
          </a:p>
          <a:p>
            <a:pPr>
              <a:defRPr sz="1200"/>
            </a:pPr>
            <a:r>
              <a:t>D:/pasar_fix/node_modules/.bun/typescript@5.9.3/node_modules/typescript/lib/lib.es2016.array.include.d.ts</a:t>
            </a:r>
          </a:p>
          <a:p>
            <a:pPr>
              <a:defRPr sz="1200"/>
            </a:pPr>
            <a:r>
              <a:t>D:/pasar_fix/node_modules/.bun/typescript@5.9.3/node_modules/typescript/lib/lib.es2016.d.ts</a:t>
            </a:r>
          </a:p>
          <a:p>
            <a:pPr>
              <a:defRPr sz="1200"/>
            </a:pPr>
            <a:r>
              <a:t>D:/pasar_fix/node_modules/.bun/typescript@5.9.3/node_modules/typescript/lib/lib.es2016.full.d.ts</a:t>
            </a:r>
          </a:p>
          <a:p>
            <a:pPr>
              <a:defRPr sz="1200"/>
            </a:pPr>
            <a:r>
              <a:t>D:/pasar_fix/node_modules/.bun/typescript@5.9.3/node_modules/typescript/lib/lib.es2016.intl.d.ts</a:t>
            </a:r>
          </a:p>
          <a:p>
            <a:pPr>
              <a:defRPr sz="1200"/>
            </a:pPr>
            <a:r>
              <a:t>D:/pasar_fix/node_modules/.bun/typescript@5.9.3/node_modules/typescript/lib/lib.es2017.arraybuffer.d.ts</a:t>
            </a:r>
          </a:p>
          <a:p>
            <a:pPr>
              <a:defRPr sz="1200"/>
            </a:pPr>
            <a:r>
              <a:t>D:/pasar_fix/node_modules/.bun/typescript@5.9.3/node_modules/typescript/lib/lib.es2017.d.ts</a:t>
            </a:r>
          </a:p>
          <a:p>
            <a:pPr>
              <a:defRPr sz="1200"/>
            </a:pPr>
            <a:r>
              <a:t>D:/pasar_fix/node_modules/.bun/typescript@5.9.3/node_modules/typescript/lib/lib.es2017.date.d.ts</a:t>
            </a:r>
          </a:p>
          <a:p>
            <a:pPr>
              <a:defRPr sz="1200"/>
            </a:pPr>
            <a:r>
              <a:t>D:/pasar_fix/node_modules/.bun/typescript@5.9.3/node_modules/typescript/lib/lib.es2017.full.d.ts</a:t>
            </a:r>
          </a:p>
          <a:p>
            <a:pPr>
              <a:defRPr sz="1200"/>
            </a:pPr>
            <a:r>
              <a:t>D:/pasar_fix/node_modules/.bun/typescript@5.9.3/node_modules/typescript/lib/lib.es2017.intl.d.ts</a:t>
            </a:r>
          </a:p>
          <a:p>
            <a:pPr>
              <a:defRPr sz="1200"/>
            </a:pPr>
            <a:r>
              <a:t>D:/pasar_fix/node_modules/.bun/typescript@5.9.3/node_modules/typescript/lib/lib.es2017.object.d.ts</a:t>
            </a:r>
          </a:p>
          <a:p>
            <a:pPr>
              <a:defRPr sz="1200"/>
            </a:pPr>
            <a:r>
              <a:t>D:/pasar_fix/node_modules/.bun/typescript@5.9.3/node_modules/typescript/lib/lib.es2017.sharedmemory.d.ts</a:t>
            </a:r>
          </a:p>
          <a:p>
            <a:pPr>
              <a:defRPr sz="1200"/>
            </a:pPr>
            <a:r>
              <a:t>D:/pasar_fix/node_modules/.bun/typescript@5.9.3/node_modules/typescript/lib/lib.es2017.string.d.ts</a:t>
            </a:r>
          </a:p>
          <a:p>
            <a:pPr>
              <a:defRPr sz="1200"/>
            </a:pPr>
            <a:r>
              <a:t>D:/pasar_fix/node_modules/.bun/typescript@5.9.3/node_modules/typescript/lib/lib.es2017.typedarrays.d.ts</a:t>
            </a:r>
          </a:p>
          <a:p>
            <a:pPr>
              <a:defRPr sz="1200"/>
            </a:pPr>
            <a:r>
              <a:t>D:/pasar_fix/node_modules/.bun/typescript@5.9.3/node_modules/typescript/lib/lib.es2018.asyncgenerator.d.ts</a:t>
            </a:r>
          </a:p>
          <a:p>
            <a:pPr>
              <a:defRPr sz="1200"/>
            </a:pPr>
            <a:r>
              <a:t>D:/pasar_fix/node_modules/.bun/typescript@5.9.3/node_modules/typescript/lib/lib.es2018.asynciterable.d.ts</a:t>
            </a:r>
          </a:p>
          <a:p>
            <a:pPr>
              <a:defRPr sz="1200"/>
            </a:pPr>
            <a:r>
              <a:t>D:/pasar_fix/node_modules/.bun/typescript@5.9.3/node_modules/typescript/lib/lib.es2018.d.ts</a:t>
            </a:r>
          </a:p>
          <a:p>
            <a:pPr>
              <a:defRPr sz="1200"/>
            </a:pPr>
            <a:r>
              <a:t>D:/pasar_fix/node_modules/.bun/typescript@5.9.3/node_modules/typescript/lib/lib.es2018.full.d.ts</a:t>
            </a:r>
          </a:p>
          <a:p>
            <a:pPr>
              <a:defRPr sz="1200"/>
            </a:pPr>
            <a:r>
              <a:t>D:/pasar_fix/node_modules/.bun/typescript@5.9.3/node_modules/typescript/lib/lib.es2018.intl.d.ts</a:t>
            </a:r>
          </a:p>
          <a:p>
            <a:pPr>
              <a:defRPr sz="1200"/>
            </a:pPr>
            <a:r>
              <a:t>D:/pasar_fix/node_modules/.bun/typescript@5.9.3/node_modules/typescript/lib/lib.es2018.promise.d.ts</a:t>
            </a:r>
          </a:p>
          <a:p>
            <a:pPr>
              <a:defRPr sz="1200"/>
            </a:pPr>
            <a:r>
              <a:t>D:/pasar_fix/node_modules/.bun/typescript@5.9.3/node_modules/typescript/lib/lib.es2018.regexp.d.ts</a:t>
            </a:r>
          </a:p>
          <a:p>
            <a:pPr>
              <a:defRPr sz="1200"/>
            </a:pPr>
            <a:r>
              <a:t>D:/pasar_fix/node_modules/.bun/typescript@5.9.3/node_modules/typescript/lib/lib.es2019.array.d.ts</a:t>
            </a:r>
          </a:p>
          <a:p>
            <a:pPr>
              <a:defRPr sz="1200"/>
            </a:pPr>
            <a:r>
              <a:t>D:/pasar_fix/node_modules/.bun/typescript@5.9.3/node_modules/typescript/lib/lib.es2019.d.ts</a:t>
            </a:r>
          </a:p>
          <a:p>
            <a:pPr>
              <a:defRPr sz="1200"/>
            </a:pPr>
            <a:r>
              <a:t>D:/pasar_fix/node_modules/.bun/typescript@5.9.3/node_modules/typescript/lib/lib.es2019.full.d.ts</a:t>
            </a:r>
          </a:p>
          <a:p>
            <a:pPr>
              <a:defRPr sz="1200"/>
            </a:pPr>
            <a:r>
              <a:t>D:/pasar_fix/node_modules/.bun/typescript@5.9.3/node_modules/typescript/lib/lib.es2019.intl.d.ts</a:t>
            </a:r>
          </a:p>
          <a:p>
            <a:pPr>
              <a:defRPr sz="1200"/>
            </a:pPr>
            <a:r>
              <a:t>D:/pasar_fix/node_modules/.bun/typescript@5.9.3/node_modules/typescript/lib/lib.es2019.object.d.ts</a:t>
            </a:r>
          </a:p>
          <a:p>
            <a:pPr>
              <a:defRPr sz="1200"/>
            </a:pPr>
            <a:r>
              <a:t>D:/pasar_fix/node_modules/.bun/typescript@5.9.3/node_modules/typescript/lib/lib.es2019.string.d.ts</a:t>
            </a:r>
          </a:p>
          <a:p>
            <a:pPr>
              <a:defRPr sz="1200"/>
            </a:pPr>
            <a:r>
              <a:t>D:/pasar_fix/node_modules/.bun/typescript@5.9.3/node_modules/typescript/lib/lib.es2019.symbol.d.ts</a:t>
            </a:r>
          </a:p>
          <a:p>
            <a:pPr>
              <a:defRPr sz="1200"/>
            </a:pPr>
            <a:r>
              <a:t>D:/pasar_fix/node_modules/.bun/typescript@5.9.3/node_modules/typescript/lib/lib.es2020.bigint.d.ts</a:t>
            </a:r>
          </a:p>
          <a:p>
            <a:pPr>
              <a:defRPr sz="1200"/>
            </a:pPr>
            <a:r>
              <a:t>D:/pasar_fix/node_modules/.bun/typescript@5.9.3/node_modules/typescript/lib/lib.es2020.d.ts</a:t>
            </a:r>
          </a:p>
          <a:p>
            <a:pPr>
              <a:defRPr sz="1200"/>
            </a:pPr>
            <a:r>
              <a:t>D:/pasar_fix/node_modules/.bun/typescript@5.9.3/node_modules/typescript/lib/lib.es2020.date.d.ts</a:t>
            </a:r>
          </a:p>
          <a:p>
            <a:pPr>
              <a:defRPr sz="1200"/>
            </a:pPr>
            <a:r>
              <a:t>D:/pasar_fix/node_modules/.bun/typescript@5.9.3/node_modules/typescript/lib/lib.es2020.full.d.ts</a:t>
            </a:r>
          </a:p>
          <a:p>
            <a:pPr>
              <a:defRPr sz="1200"/>
            </a:pPr>
            <a:r>
              <a:t>D:/pasar_fix/node_modules/.bun/typescript@5.9.3/node_modules/typescript/lib/lib.es2020.intl.d.ts</a:t>
            </a:r>
          </a:p>
          <a:p>
            <a:pPr>
              <a:defRPr sz="1200"/>
            </a:pPr>
            <a:r>
              <a:t>D:/pasar_fix/node_modules/.bun/typescript@5.9.3/node_modules/typescript/lib/lib.es2020.number.d.ts</a:t>
            </a:r>
          </a:p>
          <a:p>
            <a:pPr>
              <a:defRPr sz="1200"/>
            </a:pPr>
            <a:r>
              <a:t>D:/pasar_fix/node_modules/.bun/typescript@5.9.3/node_modules/typescript/lib/lib.es2020.promise.d.ts</a:t>
            </a:r>
          </a:p>
          <a:p>
            <a:pPr>
              <a:defRPr sz="1200"/>
            </a:pPr>
            <a:r>
              <a:t>D:/pasar_fix/node_modules/.bun/typescript@5.9.3/node_modules/typescript/lib/lib.es2020.sharedmemory.d.ts</a:t>
            </a:r>
          </a:p>
          <a:p>
            <a:pPr>
              <a:defRPr sz="1200"/>
            </a:pPr>
            <a:r>
              <a:t>D:/pasar_fix/node_modules/.bun/typescript@5.9.3/node_modules/typescript/lib/lib.es2020.string.d.ts</a:t>
            </a:r>
          </a:p>
          <a:p>
            <a:pPr>
              <a:defRPr sz="1200"/>
            </a:pPr>
            <a:r>
              <a:t>D:/pasar_fix/node_modules/.bun/typescript@5.9.3/node_modules/typescript/lib/lib.es2020.symbol.wellknown.d.ts</a:t>
            </a:r>
          </a:p>
          <a:p>
            <a:pPr>
              <a:defRPr sz="1200"/>
            </a:pPr>
            <a:r>
              <a:t>D:/pasar_fix/node_modules/.bun/typescript@5.9.3/node_modules/typescript/lib/lib.es2021.d.ts</a:t>
            </a:r>
          </a:p>
          <a:p>
            <a:pPr>
              <a:defRPr sz="1200"/>
            </a:pPr>
            <a:r>
              <a:t>D:/pasar_fix/node_modules/.bun/typescript@5.9.3/node_modules/typescript/lib/lib.es2021.full.d.ts</a:t>
            </a:r>
          </a:p>
          <a:p>
            <a:pPr>
              <a:defRPr sz="1200"/>
            </a:pPr>
            <a:r>
              <a:t>D:/pasar_fix/node_modules/.bun/typescript@5.9.3/node_modules/typescript/lib/lib.es2021.intl.d.ts</a:t>
            </a:r>
          </a:p>
          <a:p>
            <a:pPr>
              <a:defRPr sz="1200"/>
            </a:pPr>
            <a:r>
              <a:t>D:/pasar_fix/node_modules/.bun/typescript@5.9.3/node_modules/typescript/lib/lib.es2021.promise.d.ts</a:t>
            </a:r>
          </a:p>
          <a:p>
            <a:pPr>
              <a:defRPr sz="1200"/>
            </a:pPr>
            <a:r>
              <a:t>D:/pasar_fix/node_modules/.bun/typescript@5.9.3/node_modules/typescript/lib/lib.es2021.string.d.ts</a:t>
            </a:r>
          </a:p>
          <a:p>
            <a:pPr>
              <a:defRPr sz="1200"/>
            </a:pPr>
            <a:r>
              <a:t>D:/pasar_fix/node_modules/.bun/typescript@5.9.3/node_modules/typescript/lib/lib.es2021.weakref.d.ts</a:t>
            </a:r>
          </a:p>
          <a:p>
            <a:pPr>
              <a:defRPr sz="1200"/>
            </a:pPr>
            <a:r>
              <a:t>D:/pasar_fix/node_modules/.bun/typescript@5.9.3/node_modules/typescript/lib/lib.es2022.array.d.ts</a:t>
            </a:r>
          </a:p>
          <a:p>
            <a:pPr>
              <a:defRPr sz="1200"/>
            </a:pPr>
            <a:r>
              <a:t>D:/pasar_fix/node_modules/.bun/typescript@5.9.3/node_modules/typescript/lib/lib.es2022.d.ts</a:t>
            </a:r>
          </a:p>
          <a:p>
            <a:pPr>
              <a:defRPr sz="1200"/>
            </a:pPr>
            <a:r>
              <a:t>D:/pasar_fix/node_modules/.bun/typescript@5.9.3/node_modules/typescript/lib/lib.es2022.error.d.ts</a:t>
            </a:r>
          </a:p>
          <a:p>
            <a:pPr>
              <a:defRPr sz="1200"/>
            </a:pPr>
            <a:r>
              <a:t>D:/pasar_fix/node_modules/.bun/typescript@5.9.3/node_modules/typescript/lib/lib.es2022.full.d.ts</a:t>
            </a:r>
          </a:p>
          <a:p>
            <a:pPr>
              <a:defRPr sz="1200"/>
            </a:pPr>
            <a:r>
              <a:t>D:/pasar_fix/node_modules/.bun/typescript@5.9.3/node_modules/typescript/lib/lib.es2022.intl.d.ts</a:t>
            </a:r>
          </a:p>
          <a:p>
            <a:pPr>
              <a:defRPr sz="1200"/>
            </a:pPr>
            <a:r>
              <a:t>D:/pasar_fix/node_modules/.bun/typescript@5.9.3/node_modules/typescript/lib/lib.es2022.object.d.ts</a:t>
            </a:r>
          </a:p>
          <a:p>
            <a:pPr>
              <a:defRPr sz="1200"/>
            </a:pPr>
            <a:r>
              <a:t>D:/pasar_fix/node_modules/.bun/typescript@5.9.3/node_modules/typescript/lib/lib.es2022.regexp.d.ts</a:t>
            </a:r>
          </a:p>
          <a:p>
            <a:pPr>
              <a:defRPr sz="1200"/>
            </a:pPr>
            <a:r>
              <a:t>D:/pasar_fix/node_modules/.bun/typescript@5.9.3/node_modules/typescript/lib/lib.es2022.string.d.ts</a:t>
            </a:r>
          </a:p>
          <a:p>
            <a:pPr>
              <a:defRPr sz="1200"/>
            </a:pPr>
            <a:r>
              <a:t>D:/pasar_fix/node_modules/.bun/typescript@5.9.3/node_modules/typescript/lib/lib.es2023.array.d.ts</a:t>
            </a:r>
          </a:p>
          <a:p>
            <a:pPr>
              <a:defRPr sz="1200"/>
            </a:pPr>
            <a:r>
              <a:t>D:/pasar_fix/node_modules/.bun/typescript@5.9.3/node_modules/typescript/lib/lib.es2023.collection.d.ts</a:t>
            </a:r>
          </a:p>
          <a:p>
            <a:pPr>
              <a:defRPr sz="1200"/>
            </a:pPr>
            <a:r>
              <a:t>D:/pasar_fix/node_modules/.bun/typescript@5.9.3/node_modules/typescript/lib/lib.es2023.d.ts</a:t>
            </a:r>
          </a:p>
          <a:p>
            <a:pPr>
              <a:defRPr sz="1200"/>
            </a:pPr>
            <a:r>
              <a:t>D:/pasar_fix/node_modules/.bun/typescript@5.9.3/node_modules/typescript/lib/lib.es2023.full.d.ts</a:t>
            </a:r>
          </a:p>
          <a:p>
            <a:pPr>
              <a:defRPr sz="1200"/>
            </a:pPr>
            <a:r>
              <a:t>D:/pasar_fix/node_modules/.bun/typescript@5.9.3/node_modules/typescript/lib/lib.es2023.intl.d.ts</a:t>
            </a:r>
          </a:p>
          <a:p>
            <a:pPr>
              <a:defRPr sz="1200"/>
            </a:pPr>
            <a:r>
              <a:t>D:/pasar_fix/node_modules/.bun/typescript@5.9.3/node_modules/typescript/lib/lib.es2024.arraybuffer.d.ts</a:t>
            </a:r>
          </a:p>
          <a:p>
            <a:pPr>
              <a:defRPr sz="1200"/>
            </a:pPr>
            <a:r>
              <a:t>D:/pasar_fix/node_modules/.bun/typescript@5.9.3/node_modules/typescript/lib/lib.es2024.collection.d.ts</a:t>
            </a:r>
          </a:p>
          <a:p>
            <a:pPr>
              <a:defRPr sz="1200"/>
            </a:pPr>
            <a:r>
              <a:t>D:/pasar_fix/node_modules/.bun/typescript@5.9.3/node_modules/typescript/lib/lib.es2024.d.ts</a:t>
            </a:r>
          </a:p>
          <a:p>
            <a:pPr>
              <a:defRPr sz="1200"/>
            </a:pPr>
            <a:r>
              <a:t>D:/pasar_fix/node_modules/.bun/typescript@5.9.3/node_modules/typescript/lib/lib.es2024.full.d.ts</a:t>
            </a:r>
          </a:p>
          <a:p>
            <a:pPr>
              <a:defRPr sz="1200"/>
            </a:pPr>
            <a:r>
              <a:t>D:/pasar_fix/node_modules/.bun/typescript@5.9.3/node_modules/typescript/lib/lib.es2024.object.d.ts</a:t>
            </a:r>
          </a:p>
          <a:p>
            <a:pPr>
              <a:defRPr sz="1200"/>
            </a:pPr>
            <a:r>
              <a:t>D:/pasar_fix/node_modules/.bun/typescript@5.9.3/node_modules/typescript/lib/lib.es2024.promise.d.ts</a:t>
            </a:r>
          </a:p>
          <a:p>
            <a:pPr>
              <a:defRPr sz="1200"/>
            </a:pPr>
            <a:r>
              <a:t>D:/pasar_fix/node_modules/.bun/typescript@5.9.3/node_modules/typescript/lib/lib.es2024.regexp.d.ts</a:t>
            </a:r>
          </a:p>
          <a:p>
            <a:pPr>
              <a:defRPr sz="1200"/>
            </a:pPr>
            <a:r>
              <a:t>D:/pasar_fix/node_modules/.bun/typescript@5.9.3/node_modules/typescript/lib/lib.es2024.sharedmemory.d.ts</a:t>
            </a:r>
          </a:p>
          <a:p>
            <a:pPr>
              <a:defRPr sz="1200"/>
            </a:pPr>
            <a:r>
              <a:t>D:/pasar_fix/node_modules/.bun/typescript@5.9.3/node_modules/typescript/lib/lib.es2024.string.d.ts</a:t>
            </a:r>
          </a:p>
          <a:p>
            <a:pPr>
              <a:defRPr sz="1200"/>
            </a:pPr>
            <a:r>
              <a:t>D:/pasar_fix/node_modules/.bun/typescript@5.9.3/node_modules/typescript/lib/lib.es5.d.ts</a:t>
            </a:r>
          </a:p>
          <a:p>
            <a:pPr>
              <a:defRPr sz="1200"/>
            </a:pPr>
            <a:r>
              <a:t>D:/pasar_fix/node_modules/.bun/typescript@5.9.3/node_modules/typescript/lib/lib.es6.d.ts</a:t>
            </a:r>
          </a:p>
          <a:p>
            <a:pPr>
              <a:defRPr sz="1200"/>
            </a:pPr>
            <a:r>
              <a:t>D:/pasar_fix/node_modules/.bun/typescript@5.9.3/node_modules/typescript/lib/lib.esnext.array.d.ts</a:t>
            </a:r>
          </a:p>
          <a:p>
            <a:pPr>
              <a:defRPr sz="1200"/>
            </a:pPr>
            <a:r>
              <a:t>D:/pasar_fix/node_modules/.bun/typescript@5.9.3/node_modules/typescript/lib/lib.esnext.collection.d.ts</a:t>
            </a:r>
          </a:p>
          <a:p>
            <a:pPr>
              <a:defRPr sz="1200"/>
            </a:pPr>
            <a:r>
              <a:t>D:/pasar_fix/node_modules/.bun/typescript@5.9.3/node_modules/typescript/lib/lib.esnext.d.ts</a:t>
            </a:r>
          </a:p>
          <a:p>
            <a:pPr>
              <a:defRPr sz="1200"/>
            </a:pPr>
            <a:r>
              <a:t>D:/pasar_fix/node_modules/.bun/typescript@5.9.3/node_modules/typescript/lib/lib.esnext.decorators.d.ts</a:t>
            </a:r>
          </a:p>
          <a:p>
            <a:pPr>
              <a:defRPr sz="1200"/>
            </a:pPr>
            <a:r>
              <a:t>D:/pasar_fix/node_modules/.bun/typescript@5.9.3/node_modules/typescript/lib/lib.esnext.disposable.d.ts</a:t>
            </a:r>
          </a:p>
          <a:p>
            <a:pPr>
              <a:defRPr sz="1200"/>
            </a:pPr>
            <a:r>
              <a:t>D:/pasar_fix/node_modules/.bun/typescript@5.9.3/node_modules/typescript/lib/lib.esnext.error.d.ts</a:t>
            </a:r>
          </a:p>
          <a:p>
            <a:pPr>
              <a:defRPr sz="1200"/>
            </a:pPr>
            <a:r>
              <a:t>D:/pasar_fix/node_modules/.bun/typescript@5.9.3/node_modules/typescript/lib/lib.esnext.float16.d.ts</a:t>
            </a:r>
          </a:p>
          <a:p>
            <a:pPr>
              <a:defRPr sz="1200"/>
            </a:pPr>
            <a:r>
              <a:t>D:/pasar_fix/node_modules/.bun/typescript@5.9.3/node_modules/typescript/lib/lib.esnext.full.d.ts</a:t>
            </a:r>
          </a:p>
          <a:p>
            <a:pPr>
              <a:defRPr sz="1200"/>
            </a:pPr>
            <a:r>
              <a:t>D:/pasar_fix/node_modules/.bun/typescript@5.9.3/node_modules/typescript/lib/lib.esnext.intl.d.ts</a:t>
            </a:r>
          </a:p>
          <a:p>
            <a:pPr>
              <a:defRPr sz="1200"/>
            </a:pPr>
            <a:r>
              <a:t>D:/pasar_fix/node_modules/.bun/typescript@5.9.3/node_modules/typescript/lib/lib.esnext.iterator.d.ts</a:t>
            </a:r>
          </a:p>
          <a:p>
            <a:pPr>
              <a:defRPr sz="1200"/>
            </a:pPr>
            <a:r>
              <a:t>D:/pasar_fix/node_modules/.bun/typescript@5.9.3/node_modules/typescript/lib/lib.esnext.promise.d.ts</a:t>
            </a:r>
          </a:p>
          <a:p>
            <a:pPr>
              <a:defRPr sz="1200"/>
            </a:pPr>
            <a:r>
              <a:t>D:/pasar_fix/node_modules/.bun/typescript@5.9.3/node_modules/typescript/lib/lib.esnext.sharedmemory.d.ts</a:t>
            </a:r>
          </a:p>
          <a:p>
            <a:pPr>
              <a:defRPr sz="1200"/>
            </a:pPr>
            <a:r>
              <a:t>D:/pasar_fix/node_modules/.bun/typescript@5.9.3/node_modules/typescript/lib/lib.scripthost.d.ts</a:t>
            </a:r>
          </a:p>
          <a:p>
            <a:pPr>
              <a:defRPr sz="1200"/>
            </a:pPr>
            <a:r>
              <a:t>D:/pasar_fix/node_modules/.bun/typescript@5.9.3/node_modules/typescript/lib/lib.webworker.asynciterable.d.ts</a:t>
            </a:r>
          </a:p>
          <a:p>
            <a:pPr>
              <a:defRPr sz="1200"/>
            </a:pPr>
            <a:r>
              <a:t>D:/pasar_fix/node_modules/.bun/typescript@5.9.3/node_modules/typescript/lib/lib.webworker.d.ts</a:t>
            </a:r>
          </a:p>
          <a:p>
            <a:pPr>
              <a:defRPr sz="1200"/>
            </a:pPr>
            <a:r>
              <a:t>D:/pasar_fix/node_modules/.bun/typescript@5.9.3/node_modules/typescript/lib/lib.webworker.importscripts.d.ts</a:t>
            </a:r>
          </a:p>
          <a:p>
            <a:pPr>
              <a:defRPr sz="1200"/>
            </a:pPr>
            <a:r>
              <a:t>D:/pasar_fix/node_modules/.bun/typescript@5.9.3/node_modules/typescript/lib/lib.webworker.iterable.d.ts</a:t>
            </a:r>
          </a:p>
          <a:p>
            <a:pPr>
              <a:defRPr sz="1200"/>
            </a:pPr>
            <a:r>
              <a:t>D:/pasar_fix/node_modules/.bun/typescript@5.9.3/node_modules/typescript/lib/tsc.js</a:t>
            </a:r>
          </a:p>
          <a:p>
            <a:pPr>
              <a:defRPr sz="1200"/>
            </a:pPr>
            <a:r>
              <a:t>D:/pasar_fix/node_modules/.bun/typescript@5.9.3/node_modules/typescript/lib/tsserver.js</a:t>
            </a:r>
          </a:p>
          <a:p>
            <a:pPr>
              <a:defRPr sz="1200"/>
            </a:pPr>
            <a:r>
              <a:t>D:/pasar_fix/node_modules/.bun/typescript@5.9.3/node_modules/typescript/lib/tsserverlibrary.d.ts</a:t>
            </a:r>
          </a:p>
          <a:p>
            <a:pPr>
              <a:defRPr sz="1200"/>
            </a:pPr>
            <a:r>
              <a:t>D:/pasar_fix/node_modules/.bun/typescript@5.9.3/node_modules/typescript/lib/tsserverlibrary.js</a:t>
            </a:r>
          </a:p>
          <a:p>
            <a:pPr>
              <a:defRPr sz="1200"/>
            </a:pPr>
            <a:r>
              <a:t>D:/pasar_fix/node_modules/.bun/typescript@5.9.3/node_modules/typescript/lib/typescript.d.ts</a:t>
            </a:r>
          </a:p>
          <a:p>
            <a:pPr>
              <a:defRPr sz="1200"/>
            </a:pPr>
            <a:r>
              <a:t>D:/pasar_fix/node_modules/.bun/typescript@5.9.3/node_modules/typescript/lib/typescript.js</a:t>
            </a:r>
          </a:p>
          <a:p>
            <a:pPr>
              <a:defRPr sz="1200"/>
            </a:pPr>
            <a:r>
              <a:t>D:/pasar_fix/node_modules/.bun/typescript@5.9.3/node_modules/typescript/lib/typesMap.json</a:t>
            </a:r>
          </a:p>
          <a:p>
            <a:pPr>
              <a:defRPr sz="1200"/>
            </a:pPr>
            <a:r>
              <a:t>D:/pasar_fix/node_modules/.bun/typescript@5.9.3/node_modules/typescript/lib/typingsInstaller.js</a:t>
            </a:r>
          </a:p>
          <a:p>
            <a:pPr>
              <a:defRPr sz="1200"/>
            </a:pPr>
            <a:r>
              <a:t>D:/pasar_fix/node_modules/.bun/typescript@5.9.3/node_modules/typescript/lib/watchGuard.js</a:t>
            </a:r>
          </a:p>
          <a:p>
            <a:pPr>
              <a:defRPr sz="1200"/>
            </a:pPr>
            <a:r>
              <a:t>D:/pasar_fix/node_modules/.bun/typescript@5.9.3/node_modules/typescript/lib/_tsc.js</a:t>
            </a:r>
          </a:p>
          <a:p>
            <a:pPr>
              <a:defRPr sz="1200"/>
            </a:pPr>
            <a:r>
              <a:t>D:/pasar_fix/node_modules/.bun/typescript@5.9.3/node_modules/typescript/lib/_tsserver.js</a:t>
            </a:r>
          </a:p>
          <a:p>
            <a:pPr>
              <a:defRPr sz="1200"/>
            </a:pPr>
            <a:r>
              <a:t>D:/pasar_fix/node_modules/.bun/typescript@5.9.3/node_modules/typescript/lib/_typingsInstaller.js</a:t>
            </a:r>
          </a:p>
          <a:p>
            <a:pPr>
              <a:defRPr sz="1200"/>
            </a:pPr>
            <a:r>
              <a:t>D:/pasar_fix/node_modules/.bun/typescript@5.9.3/node_modules/typescript/lib/cs/diagnosticMessages.generated.json</a:t>
            </a:r>
          </a:p>
          <a:p>
            <a:pPr>
              <a:defRPr sz="1200"/>
            </a:pPr>
            <a:r>
              <a:t>D:/pasar_fix/node_modules/.bun/typescript@5.9.3/node_modules/typescript/lib/de/diagnosticMessages.generated.json</a:t>
            </a:r>
          </a:p>
          <a:p>
            <a:pPr>
              <a:defRPr sz="1200"/>
            </a:pPr>
            <a:r>
              <a:t>D:/pasar_fix/node_modules/.bun/typescript@5.9.3/node_modules/typescript/lib/es/diagnosticMessages.generated.json</a:t>
            </a:r>
          </a:p>
          <a:p>
            <a:pPr>
              <a:defRPr sz="1200"/>
            </a:pPr>
            <a:r>
              <a:t>D:/pasar_fix/node_modules/.bun/typescript@5.9.3/node_modules/typescript/lib/fr/diagnosticMessages.generated.json</a:t>
            </a:r>
          </a:p>
          <a:p>
            <a:pPr>
              <a:defRPr sz="1200"/>
            </a:pPr>
            <a:r>
              <a:t>D:/pasar_fix/node_modules/.bun/typescript@5.9.3/node_modules/typescript/lib/it/diagnosticMessages.generated.json</a:t>
            </a:r>
          </a:p>
          <a:p>
            <a:pPr>
              <a:defRPr sz="1200"/>
            </a:pPr>
            <a:r>
              <a:t>D:/pasar_fix/node_modules/.bun/typescript@5.9.3/node_modules/typescript/lib/ja/diagnosticMessages.generated.json</a:t>
            </a:r>
          </a:p>
          <a:p>
            <a:pPr>
              <a:defRPr sz="1200"/>
            </a:pPr>
            <a:r>
              <a:t>D:/pasar_fix/node_modules/.bun/typescript@5.9.3/node_modules/typescript/lib/ko/diagnosticMessages.generated.json</a:t>
            </a:r>
          </a:p>
          <a:p>
            <a:pPr>
              <a:defRPr sz="1200"/>
            </a:pPr>
            <a:r>
              <a:t>D:/pasar_fix/node_modules/.bun/typescript@5.9.3/node_modules/typescript/lib/pl/diagnosticMessages.generated.json</a:t>
            </a:r>
          </a:p>
          <a:p>
            <a:pPr>
              <a:defRPr sz="1200"/>
            </a:pPr>
            <a:r>
              <a:t>D:/pasar_fix/node_modules/.bun/typescript@5.9.3/node_modules/typescript/lib/pt-br/diagnosticMessages.generated.json</a:t>
            </a:r>
          </a:p>
          <a:p>
            <a:pPr>
              <a:defRPr sz="1200"/>
            </a:pPr>
            <a:r>
              <a:t>D:/pasar_fix/node_modules/.bun/typescript@5.9.3/node_modules/typescript/lib/ru/diagnosticMessages.generated.json</a:t>
            </a:r>
          </a:p>
          <a:p>
            <a:pPr>
              <a:defRPr sz="1200"/>
            </a:pPr>
            <a:r>
              <a:t>D:/pasar_fix/node_modules/.bun/typescript@5.9.3/node_modules/typescript/lib/tr/diagnosticMessages.generated.json</a:t>
            </a:r>
          </a:p>
          <a:p>
            <a:pPr>
              <a:defRPr sz="1200"/>
            </a:pPr>
            <a:r>
              <a:t>D:/pasar_fix/node_modules/.bun/typescript@5.9.3/node_modules/typescript/lib/zh-cn/diagnosticMessages.generated.json</a:t>
            </a:r>
          </a:p>
          <a:p>
            <a:pPr>
              <a:defRPr sz="1200"/>
            </a:pPr>
            <a:r>
              <a:t>D:/pasar_fix/node_modules/.bun/typescript@5.9.3/node_modules/typescript/lib/zh-tw/diagnosticMessages.generated.json</a:t>
            </a:r>
          </a:p>
          <a:p>
            <a:pPr>
              <a:defRPr sz="1200"/>
            </a:pPr>
            <a:r>
              <a:t>D:/pasar_fix/node_modules/.bun/ufo@1.6.4/node_modules/ufo/LICENSE</a:t>
            </a:r>
          </a:p>
          <a:p>
            <a:pPr>
              <a:defRPr sz="1200"/>
            </a:pPr>
            <a:r>
              <a:t>D:/pasar_fix/node_modules/.bun/ufo@1.6.4/node_modules/ufo/package.json</a:t>
            </a:r>
          </a:p>
          <a:p>
            <a:pPr>
              <a:defRPr sz="1200"/>
            </a:pPr>
            <a:r>
              <a:t>D:/pasar_fix/node_modules/.bun/ufo@1.6.4/node_modules/ufo/README.md</a:t>
            </a:r>
          </a:p>
          <a:p>
            <a:pPr>
              <a:defRPr sz="1200"/>
            </a:pPr>
            <a:r>
              <a:t>D:/pasar_fix/node_modules/.bun/ufo@1.6.4/node_modules/ufo/dist/index.cjs</a:t>
            </a:r>
          </a:p>
          <a:p>
            <a:pPr>
              <a:defRPr sz="1200"/>
            </a:pPr>
            <a:r>
              <a:t>D:/pasar_fix/node_modules/.bun/ufo@1.6.4/node_modules/ufo/dist/index.d.cts</a:t>
            </a:r>
          </a:p>
          <a:p>
            <a:pPr>
              <a:defRPr sz="1200"/>
            </a:pPr>
            <a:r>
              <a:t>D:/pasar_fix/node_modules/.bun/ufo@1.6.4/node_modules/ufo/dist/index.d.mts</a:t>
            </a:r>
          </a:p>
          <a:p>
            <a:pPr>
              <a:defRPr sz="1200"/>
            </a:pPr>
            <a:r>
              <a:t>D:/pasar_fix/node_modules/.bun/ufo@1.6.4/node_modules/ufo/dist/index.d.ts</a:t>
            </a:r>
          </a:p>
          <a:p>
            <a:pPr>
              <a:defRPr sz="1200"/>
            </a:pPr>
            <a:r>
              <a:t>D:/pasar_fix/node_modules/.bun/ufo@1.6.4/node_modules/ufo/dist/index.mjs</a:t>
            </a:r>
          </a:p>
          <a:p>
            <a:pPr>
              <a:defRPr sz="1200"/>
            </a:pPr>
            <a:r>
              <a:t>D:/pasar_fix/node_modules/.bun/ultracite@5.1.2+dc50c95fe4cb6b24/node_modules/.bin/trpc-cli.bunx</a:t>
            </a:r>
          </a:p>
          <a:p>
            <a:pPr>
              <a:defRPr sz="1200"/>
            </a:pPr>
            <a:r>
              <a:t>D:/pasar_fix/node_modules/.bun/ultracite@5.1.2+dc50c95fe4cb6b24/node_modules/.bin/trpc-cli.exe</a:t>
            </a:r>
          </a:p>
          <a:p>
            <a:pPr>
              <a:defRPr sz="1200"/>
            </a:pPr>
            <a:r>
              <a:t>D:/pasar_fix/node_modules/.bun/ultracite@5.1.2+dc50c95fe4cb6b24/node_modules/.bin/ultracite.bunx</a:t>
            </a:r>
          </a:p>
          <a:p>
            <a:pPr>
              <a:defRPr sz="1200"/>
            </a:pPr>
            <a:r>
              <a:t>D:/pasar_fix/node_modules/.bun/ultracite@5.1.2+dc50c95fe4cb6b24/node_modules/.bin/ultracite.exe</a:t>
            </a:r>
          </a:p>
          <a:p>
            <a:pPr>
              <a:defRPr sz="1200"/>
            </a:pPr>
            <a:r>
              <a:t>D:/pasar_fix/node_modules/.bun/ultracite@5.1.2+dc50c95fe4cb6b24/node_modules/.bin/vitest.bunx</a:t>
            </a:r>
          </a:p>
          <a:p>
            <a:pPr>
              <a:defRPr sz="1200"/>
            </a:pPr>
            <a:r>
              <a:t>D:/pasar_fix/node_modules/.bun/ultracite@5.1.2+dc50c95fe4cb6b24/node_modules/.bin/vitest.exe</a:t>
            </a:r>
          </a:p>
          <a:p>
            <a:pPr>
              <a:defRPr sz="1200"/>
            </a:pPr>
            <a:r>
              <a:t>D:/pasar_fix/node_modules/.bun/ultracite@5.1.2+dc50c95fe4cb6b24/node_modules/ultracite/biome.jsonc</a:t>
            </a:r>
          </a:p>
          <a:p>
            <a:pPr>
              <a:defRPr sz="1200"/>
            </a:pPr>
            <a:r>
              <a:t>D:/pasar_fix/node_modules/.bun/ultracite@5.1.2+dc50c95fe4cb6b24/node_modules/ultracite/license.md</a:t>
            </a:r>
          </a:p>
          <a:p>
            <a:pPr>
              <a:defRPr sz="1200"/>
            </a:pPr>
            <a:r>
              <a:t>D:/pasar_fix/node_modules/.bun/ultracite@5.1.2+dc50c95fe4cb6b24/node_modules/ultracite/package.json</a:t>
            </a:r>
          </a:p>
          <a:p>
            <a:pPr>
              <a:defRPr sz="1200"/>
            </a:pPr>
            <a:r>
              <a:t>D:/pasar_fix/node_modules/.bun/ultracite@5.1.2+dc50c95fe4cb6b24/node_modules/ultracite/README.md</a:t>
            </a:r>
          </a:p>
          <a:p>
            <a:pPr>
              <a:defRPr sz="1200"/>
            </a:pPr>
            <a:r>
              <a:t>D:/pasar_fix/node_modules/.bun/ultracite@5.1.2+dc50c95fe4cb6b24/node_modules/ultracite/dist/index.d.mts</a:t>
            </a:r>
          </a:p>
          <a:p>
            <a:pPr>
              <a:defRPr sz="1200"/>
            </a:pPr>
            <a:r>
              <a:t>D:/pasar_fix/node_modules/.bun/ultracite@5.1.2+dc50c95fe4cb6b24/node_modules/ultracite/dist/index.d.ts</a:t>
            </a:r>
          </a:p>
          <a:p>
            <a:pPr>
              <a:defRPr sz="1200"/>
            </a:pPr>
            <a:r>
              <a:t>D:/pasar_fix/node_modules/.bun/ultracite@5.1.2+dc50c95fe4cb6b24/node_modules/ultracite/dist/index.js</a:t>
            </a:r>
          </a:p>
          <a:p>
            <a:pPr>
              <a:defRPr sz="1200"/>
            </a:pPr>
            <a:r>
              <a:t>D:/pasar_fix/node_modules/.bun/ultracite@5.1.2+dc50c95fe4cb6b24/node_modules/ultracite/dist/index.mjs</a:t>
            </a:r>
          </a:p>
          <a:p>
            <a:pPr>
              <a:defRPr sz="1200"/>
            </a:pPr>
            <a:r>
              <a:t>D:/pasar_fix/node_modules/.bun/ultrahtml@1.6.0/node_modules/ultrahtml/CHANGELOG.md</a:t>
            </a:r>
          </a:p>
          <a:p>
            <a:pPr>
              <a:defRPr sz="1200"/>
            </a:pPr>
            <a:r>
              <a:t>D:/pasar_fix/node_modules/.bun/ultrahtml@1.6.0/node_modules/ultrahtml/jsx-runtime.d.ts</a:t>
            </a:r>
          </a:p>
          <a:p>
            <a:pPr>
              <a:defRPr sz="1200"/>
            </a:pPr>
            <a:r>
              <a:t>D:/pasar_fix/node_modules/.bun/ultrahtml@1.6.0/node_modules/ultrahtml/LICENSE</a:t>
            </a:r>
          </a:p>
          <a:p>
            <a:pPr>
              <a:defRPr sz="1200"/>
            </a:pPr>
            <a:r>
              <a:t>D:/pasar_fix/node_modules/.bun/ultrahtml@1.6.0/node_modules/ultrahtml/package.json</a:t>
            </a:r>
          </a:p>
          <a:p>
            <a:pPr>
              <a:defRPr sz="1200"/>
            </a:pPr>
            <a:r>
              <a:t>D:/pasar_fix/node_modules/.bun/ultrahtml@1.6.0/node_modules/ultrahtml/README.md</a:t>
            </a:r>
          </a:p>
          <a:p>
            <a:pPr>
              <a:defRPr sz="1200"/>
            </a:pPr>
            <a:r>
              <a:t>D:/pasar_fix/node_modules/.bun/ultrahtml@1.6.0/node_modules/ultrahtml/selector.d.ts</a:t>
            </a:r>
          </a:p>
          <a:p>
            <a:pPr>
              <a:defRPr sz="1200"/>
            </a:pPr>
            <a:r>
              <a:t>D:/pasar_fix/node_modules/.bun/ultrahtml@1.6.0/node_modules/ultrahtml/transform.d.ts</a:t>
            </a:r>
          </a:p>
          <a:p>
            <a:pPr>
              <a:defRPr sz="1200"/>
            </a:pPr>
            <a:r>
              <a:t>D:/pasar_fix/node_modules/.bun/ultrahtml@1.6.0/node_modules/ultrahtml/dist/index.d.ts</a:t>
            </a:r>
          </a:p>
          <a:p>
            <a:pPr>
              <a:defRPr sz="1200"/>
            </a:pPr>
            <a:r>
              <a:t>D:/pasar_fix/node_modules/.bun/ultrahtml@1.6.0/node_modules/ultrahtml/dist/index.js</a:t>
            </a:r>
          </a:p>
          <a:p>
            <a:pPr>
              <a:defRPr sz="1200"/>
            </a:pPr>
            <a:r>
              <a:t>D:/pasar_fix/node_modules/.bun/ultrahtml@1.6.0/node_modules/ultrahtml/dist/index.js.map</a:t>
            </a:r>
          </a:p>
          <a:p>
            <a:pPr>
              <a:defRPr sz="1200"/>
            </a:pPr>
            <a:r>
              <a:t>D:/pasar_fix/node_modules/.bun/ultrahtml@1.6.0/node_modules/ultrahtml/dist/selector.d.ts</a:t>
            </a:r>
          </a:p>
          <a:p>
            <a:pPr>
              <a:defRPr sz="1200"/>
            </a:pPr>
            <a:r>
              <a:t>D:/pasar_fix/node_modules/.bun/ultrahtml@1.6.0/node_modules/ultrahtml/dist/selector.js</a:t>
            </a:r>
          </a:p>
          <a:p>
            <a:pPr>
              <a:defRPr sz="1200"/>
            </a:pPr>
            <a:r>
              <a:t>D:/pasar_fix/node_modules/.bun/ultrahtml@1.6.0/node_modules/ultrahtml/dist/selector.js.map</a:t>
            </a:r>
          </a:p>
          <a:p>
            <a:pPr>
              <a:defRPr sz="1200"/>
            </a:pPr>
            <a:r>
              <a:t>D:/pasar_fix/node_modules/.bun/ultrahtml@1.6.0/node_modules/ultrahtml/dist/jsx-runtime/index.d.ts</a:t>
            </a:r>
          </a:p>
          <a:p>
            <a:pPr>
              <a:defRPr sz="1200"/>
            </a:pPr>
            <a:r>
              <a:t>D:/pasar_fix/node_modules/.bun/ultrahtml@1.6.0/node_modules/ultrahtml/dist/jsx-runtime/index.js</a:t>
            </a:r>
          </a:p>
          <a:p>
            <a:pPr>
              <a:defRPr sz="1200"/>
            </a:pPr>
            <a:r>
              <a:t>D:/pasar_fix/node_modules/.bun/ultrahtml@1.6.0/node_modules/ultrahtml/dist/jsx-runtime/index.js.map</a:t>
            </a:r>
          </a:p>
          <a:p>
            <a:pPr>
              <a:defRPr sz="1200"/>
            </a:pPr>
            <a:r>
              <a:t>D:/pasar_fix/node_modules/.bun/ultrahtml@1.6.0/node_modules/ultrahtml/dist/transformers/inline.d.ts</a:t>
            </a:r>
          </a:p>
          <a:p>
            <a:pPr>
              <a:defRPr sz="1200"/>
            </a:pPr>
            <a:r>
              <a:t>D:/pasar_fix/node_modules/.bun/ultrahtml@1.6.0/node_modules/ultrahtml/dist/transformers/inline.js</a:t>
            </a:r>
          </a:p>
          <a:p>
            <a:pPr>
              <a:defRPr sz="1200"/>
            </a:pPr>
            <a:r>
              <a:t>D:/pasar_fix/node_modules/.bun/ultrahtml@1.6.0/node_modules/ultrahtml/dist/transformers/inline.js.map</a:t>
            </a:r>
          </a:p>
          <a:p>
            <a:pPr>
              <a:defRPr sz="1200"/>
            </a:pPr>
            <a:r>
              <a:t>D:/pasar_fix/node_modules/.bun/ultrahtml@1.6.0/node_modules/ultrahtml/dist/transformers/sanitize.d.ts</a:t>
            </a:r>
          </a:p>
          <a:p>
            <a:pPr>
              <a:defRPr sz="1200"/>
            </a:pPr>
            <a:r>
              <a:t>D:/pasar_fix/node_modules/.bun/ultrahtml@1.6.0/node_modules/ultrahtml/dist/transformers/sanitize.js</a:t>
            </a:r>
          </a:p>
          <a:p>
            <a:pPr>
              <a:defRPr sz="1200"/>
            </a:pPr>
            <a:r>
              <a:t>D:/pasar_fix/node_modules/.bun/ultrahtml@1.6.0/node_modules/ultrahtml/dist/transformers/sanitize.js.map</a:t>
            </a:r>
          </a:p>
          <a:p>
            <a:pPr>
              <a:defRPr sz="1200"/>
            </a:pPr>
            <a:r>
              <a:t>D:/pasar_fix/node_modules/.bun/ultrahtml@1.6.0/node_modules/ultrahtml/dist/transformers/scope.d.ts</a:t>
            </a:r>
          </a:p>
          <a:p>
            <a:pPr>
              <a:defRPr sz="1200"/>
            </a:pPr>
            <a:r>
              <a:t>D:/pasar_fix/node_modules/.bun/ultrahtml@1.6.0/node_modules/ultrahtml/dist/transformers/scope.js</a:t>
            </a:r>
          </a:p>
          <a:p>
            <a:pPr>
              <a:defRPr sz="1200"/>
            </a:pPr>
            <a:r>
              <a:t>D:/pasar_fix/node_modules/.bun/ultrahtml@1.6.0/node_modules/ultrahtml/dist/transformers/scope.js.map</a:t>
            </a:r>
          </a:p>
          <a:p>
            <a:pPr>
              <a:defRPr sz="1200"/>
            </a:pPr>
            <a:r>
              <a:t>D:/pasar_fix/node_modules/.bun/ultrahtml@1.6.0/node_modules/ultrahtml/dist/transformers/swap.d.ts</a:t>
            </a:r>
          </a:p>
          <a:p>
            <a:pPr>
              <a:defRPr sz="1200"/>
            </a:pPr>
            <a:r>
              <a:t>D:/pasar_fix/node_modules/.bun/ultrahtml@1.6.0/node_modules/ultrahtml/dist/transformers/swap.js</a:t>
            </a:r>
          </a:p>
          <a:p>
            <a:pPr>
              <a:defRPr sz="1200"/>
            </a:pPr>
            <a:r>
              <a:t>D:/pasar_fix/node_modules/.bun/ultrahtml@1.6.0/node_modules/ultrahtml/dist/transformers/swap.js.map</a:t>
            </a:r>
          </a:p>
          <a:p>
            <a:pPr>
              <a:defRPr sz="1200"/>
            </a:pPr>
            <a:r>
              <a:t>D:/pasar_fix/node_modules/.bun/ultrahtml@1.6.0/node_modules/ultrahtml/transformers/inline.d.ts</a:t>
            </a:r>
          </a:p>
          <a:p>
            <a:pPr>
              <a:defRPr sz="1200"/>
            </a:pPr>
            <a:r>
              <a:t>D:/pasar_fix/node_modules/.bun/ultrahtml@1.6.0/node_modules/ultrahtml/transformers/sanitize.d.ts</a:t>
            </a:r>
          </a:p>
          <a:p>
            <a:pPr>
              <a:defRPr sz="1200"/>
            </a:pPr>
            <a:r>
              <a:t>D:/pasar_fix/node_modules/.bun/ultrahtml@1.6.0/node_modules/ultrahtml/transformers/scope.d.ts</a:t>
            </a:r>
          </a:p>
          <a:p>
            <a:pPr>
              <a:defRPr sz="1200"/>
            </a:pPr>
            <a:r>
              <a:t>D:/pasar_fix/node_modules/.bun/ultrahtml@1.6.0/node_modules/ultrahtml/transformers/swap.d.ts</a:t>
            </a:r>
          </a:p>
          <a:p>
            <a:pPr>
              <a:defRPr sz="1200"/>
            </a:pPr>
            <a:r>
              <a:t>D:/pasar_fix/node_modules/.bun/uncrypto@0.1.3/node_modules/uncrypto/LICENSE</a:t>
            </a:r>
          </a:p>
          <a:p>
            <a:pPr>
              <a:defRPr sz="1200"/>
            </a:pPr>
            <a:r>
              <a:t>D:/pasar_fix/node_modules/.bun/uncrypto@0.1.3/node_modules/uncrypto/package.json</a:t>
            </a:r>
          </a:p>
          <a:p>
            <a:pPr>
              <a:defRPr sz="1200"/>
            </a:pPr>
            <a:r>
              <a:t>D:/pasar_fix/node_modules/.bun/uncrypto@0.1.3/node_modules/uncrypto/README.md</a:t>
            </a:r>
          </a:p>
          <a:p>
            <a:pPr>
              <a:defRPr sz="1200"/>
            </a:pPr>
            <a:r>
              <a:t>D:/pasar_fix/node_modules/.bun/uncrypto@0.1.3/node_modules/uncrypto/dist/crypto.node.cjs</a:t>
            </a:r>
          </a:p>
          <a:p>
            <a:pPr>
              <a:defRPr sz="1200"/>
            </a:pPr>
            <a:r>
              <a:t>D:/pasar_fix/node_modules/.bun/uncrypto@0.1.3/node_modules/uncrypto/dist/crypto.node.d.ts</a:t>
            </a:r>
          </a:p>
          <a:p>
            <a:pPr>
              <a:defRPr sz="1200"/>
            </a:pPr>
            <a:r>
              <a:t>D:/pasar_fix/node_modules/.bun/uncrypto@0.1.3/node_modules/uncrypto/dist/crypto.node.mjs</a:t>
            </a:r>
          </a:p>
          <a:p>
            <a:pPr>
              <a:defRPr sz="1200"/>
            </a:pPr>
            <a:r>
              <a:t>D:/pasar_fix/node_modules/.bun/uncrypto@0.1.3/node_modules/uncrypto/dist/crypto.web.cjs</a:t>
            </a:r>
          </a:p>
          <a:p>
            <a:pPr>
              <a:defRPr sz="1200"/>
            </a:pPr>
            <a:r>
              <a:t>D:/pasar_fix/node_modules/.bun/uncrypto@0.1.3/node_modules/uncrypto/dist/crypto.web.d.ts</a:t>
            </a:r>
          </a:p>
          <a:p>
            <a:pPr>
              <a:defRPr sz="1200"/>
            </a:pPr>
            <a:r>
              <a:t>D:/pasar_fix/node_modules/.bun/uncrypto@0.1.3/node_modules/uncrypto/dist/crypto.web.mjs</a:t>
            </a:r>
          </a:p>
          <a:p>
            <a:pPr>
              <a:defRPr sz="1200"/>
            </a:pPr>
            <a:r>
              <a:t>D:/pasar_fix/node_modules/.bun/unctx@2.5.0/node_modules/.bin/acorn.bunx</a:t>
            </a:r>
          </a:p>
          <a:p>
            <a:pPr>
              <a:defRPr sz="1200"/>
            </a:pPr>
            <a:r>
              <a:t>D:/pasar_fix/node_modules/.bun/unctx@2.5.0/node_modules/.bin/acorn.exe</a:t>
            </a:r>
          </a:p>
          <a:p>
            <a:pPr>
              <a:defRPr sz="1200"/>
            </a:pPr>
            <a:r>
              <a:t>D:/pasar_fix/node_modules/.bun/unctx@2.5.0/node_modules/unctx/LICENSE</a:t>
            </a:r>
          </a:p>
          <a:p>
            <a:pPr>
              <a:defRPr sz="1200"/>
            </a:pPr>
            <a:r>
              <a:t>D:/pasar_fix/node_modules/.bun/unctx@2.5.0/node_modules/unctx/package.json</a:t>
            </a:r>
          </a:p>
          <a:p>
            <a:pPr>
              <a:defRPr sz="1200"/>
            </a:pPr>
            <a:r>
              <a:t>D:/pasar_fix/node_modules/.bun/unctx@2.5.0/node_modules/unctx/README.md</a:t>
            </a:r>
          </a:p>
          <a:p>
            <a:pPr>
              <a:defRPr sz="1200"/>
            </a:pPr>
            <a:r>
              <a:t>D:/pasar_fix/node_modules/.bun/unctx@2.5.0/node_modules/unctx/dist/index.cjs</a:t>
            </a:r>
          </a:p>
          <a:p>
            <a:pPr>
              <a:defRPr sz="1200"/>
            </a:pPr>
            <a:r>
              <a:t>D:/pasar_fix/node_modules/.bun/unctx@2.5.0/node_modules/unctx/dist/index.d.cts</a:t>
            </a:r>
          </a:p>
          <a:p>
            <a:pPr>
              <a:defRPr sz="1200"/>
            </a:pPr>
            <a:r>
              <a:t>D:/pasar_fix/node_modules/.bun/unctx@2.5.0/node_modules/unctx/dist/index.d.mts</a:t>
            </a:r>
          </a:p>
          <a:p>
            <a:pPr>
              <a:defRPr sz="1200"/>
            </a:pPr>
            <a:r>
              <a:t>D:/pasar_fix/node_modules/.bun/unctx@2.5.0/node_modules/unctx/dist/index.d.ts</a:t>
            </a:r>
          </a:p>
          <a:p>
            <a:pPr>
              <a:defRPr sz="1200"/>
            </a:pPr>
            <a:r>
              <a:t>D:/pasar_fix/node_modules/.bun/unctx@2.5.0/node_modules/unctx/dist/index.mjs</a:t>
            </a:r>
          </a:p>
          <a:p>
            <a:pPr>
              <a:defRPr sz="1200"/>
            </a:pPr>
            <a:r>
              <a:t>D:/pasar_fix/node_modules/.bun/unctx@2.5.0/node_modules/unctx/dist/plugin.cjs</a:t>
            </a:r>
          </a:p>
          <a:p>
            <a:pPr>
              <a:defRPr sz="1200"/>
            </a:pPr>
            <a:r>
              <a:t>D:/pasar_fix/node_modules/.bun/unctx@2.5.0/node_modules/unctx/dist/plugin.d.cts</a:t>
            </a:r>
          </a:p>
          <a:p>
            <a:pPr>
              <a:defRPr sz="1200"/>
            </a:pPr>
            <a:r>
              <a:t>D:/pasar_fix/node_modules/.bun/unctx@2.5.0/node_modules/unctx/dist/plugin.d.mts</a:t>
            </a:r>
          </a:p>
          <a:p>
            <a:pPr>
              <a:defRPr sz="1200"/>
            </a:pPr>
            <a:r>
              <a:t>D:/pasar_fix/node_modules/.bun/unctx@2.5.0/node_modules/unctx/dist/plugin.d.ts</a:t>
            </a:r>
          </a:p>
          <a:p>
            <a:pPr>
              <a:defRPr sz="1200"/>
            </a:pPr>
            <a:r>
              <a:t>D:/pasar_fix/node_modules/.bun/unctx@2.5.0/node_modules/unctx/dist/plugin.mjs</a:t>
            </a:r>
          </a:p>
          <a:p>
            <a:pPr>
              <a:defRPr sz="1200"/>
            </a:pPr>
            <a:r>
              <a:t>D:/pasar_fix/node_modules/.bun/unctx@2.5.0/node_modules/unctx/dist/transform.cjs</a:t>
            </a:r>
          </a:p>
          <a:p>
            <a:pPr>
              <a:defRPr sz="1200"/>
            </a:pPr>
            <a:r>
              <a:t>D:/pasar_fix/node_modules/.bun/unctx@2.5.0/node_modules/unctx/dist/transform.d.cts</a:t>
            </a:r>
          </a:p>
          <a:p>
            <a:pPr>
              <a:defRPr sz="1200"/>
            </a:pPr>
            <a:r>
              <a:t>D:/pasar_fix/node_modules/.bun/unctx@2.5.0/node_modules/unctx/dist/transform.d.mts</a:t>
            </a:r>
          </a:p>
          <a:p>
            <a:pPr>
              <a:defRPr sz="1200"/>
            </a:pPr>
            <a:r>
              <a:t>D:/pasar_fix/node_modules/.bun/unctx@2.5.0/node_modules/unctx/dist/transform.d.ts</a:t>
            </a:r>
          </a:p>
          <a:p>
            <a:pPr>
              <a:defRPr sz="1200"/>
            </a:pPr>
            <a:r>
              <a:t>D:/pasar_fix/node_modules/.bun/unctx@2.5.0/node_modules/unctx/dist/transform.mjs</a:t>
            </a:r>
          </a:p>
          <a:p>
            <a:pPr>
              <a:defRPr sz="1200"/>
            </a:pPr>
            <a:r>
              <a:t>D:/pasar_fix/node_modules/.bun/undici-types@7.24.6/node_modules/undici-types/agent.d.ts</a:t>
            </a:r>
          </a:p>
          <a:p>
            <a:pPr>
              <a:defRPr sz="1200"/>
            </a:pPr>
            <a:r>
              <a:t>D:/pasar_fix/node_modules/.bun/undici-types@7.24.6/node_modules/undici-types/api.d.ts</a:t>
            </a:r>
          </a:p>
          <a:p>
            <a:pPr>
              <a:defRPr sz="1200"/>
            </a:pPr>
            <a:r>
              <a:t>D:/pasar_fix/node_modules/.bun/undici-types@7.24.6/node_modules/undici-types/balanced-pool.d.ts</a:t>
            </a:r>
          </a:p>
          <a:p>
            <a:pPr>
              <a:defRPr sz="1200"/>
            </a:pPr>
            <a:r>
              <a:t>D:/pasar_fix/node_modules/.bun/undici-types@7.24.6/node_modules/undici-types/cache-interceptor.d.ts</a:t>
            </a:r>
          </a:p>
          <a:p>
            <a:pPr>
              <a:defRPr sz="1200"/>
            </a:pPr>
            <a:r>
              <a:t>D:/pasar_fix/node_modules/.bun/undici-types@7.24.6/node_modules/undici-types/cache.d.ts</a:t>
            </a:r>
          </a:p>
          <a:p>
            <a:pPr>
              <a:defRPr sz="1200"/>
            </a:pPr>
            <a:r>
              <a:t>D:/pasar_fix/node_modules/.bun/undici-types@7.24.6/node_modules/undici-types/client-stats.d.ts</a:t>
            </a:r>
          </a:p>
          <a:p>
            <a:pPr>
              <a:defRPr sz="1200"/>
            </a:pPr>
            <a:r>
              <a:t>D:/pasar_fix/node_modules/.bun/undici-types@7.24.6/node_modules/undici-types/client.d.ts</a:t>
            </a:r>
          </a:p>
          <a:p>
            <a:pPr>
              <a:defRPr sz="1200"/>
            </a:pPr>
            <a:r>
              <a:t>D:/pasar_fix/node_modules/.bun/undici-types@7.24.6/node_modules/undici-types/connector.d.ts</a:t>
            </a:r>
          </a:p>
          <a:p>
            <a:pPr>
              <a:defRPr sz="1200"/>
            </a:pPr>
            <a:r>
              <a:t>D:/pasar_fix/node_modules/.bun/undici-types@7.24.6/node_modules/undici-types/content-type.d.ts</a:t>
            </a:r>
          </a:p>
          <a:p>
            <a:pPr>
              <a:defRPr sz="1200"/>
            </a:pPr>
            <a:r>
              <a:t>D:/pasar_fix/node_modules/.bun/undici-types@7.24.6/node_modules/undici-types/cookies.d.ts</a:t>
            </a:r>
          </a:p>
          <a:p>
            <a:pPr>
              <a:defRPr sz="1200"/>
            </a:pPr>
            <a:r>
              <a:t>D:/pasar_fix/node_modules/.bun/undici-types@7.24.6/node_modules/undici-types/diagnostics-channel.d.ts</a:t>
            </a:r>
          </a:p>
          <a:p>
            <a:pPr>
              <a:defRPr sz="1200"/>
            </a:pPr>
            <a:r>
              <a:t>D:/pasar_fix/node_modules/.bun/undici-types@7.24.6/node_modules/undici-types/dispatcher.d.ts</a:t>
            </a:r>
          </a:p>
          <a:p>
            <a:pPr>
              <a:defRPr sz="1200"/>
            </a:pPr>
            <a:r>
              <a:t>D:/pasar_fix/node_modules/.bun/undici-types@7.24.6/node_modules/undici-types/env-http-proxy-agent.d.ts</a:t>
            </a:r>
          </a:p>
          <a:p>
            <a:pPr>
              <a:defRPr sz="1200"/>
            </a:pPr>
            <a:r>
              <a:t>D:/pasar_fix/node_modules/.bun/undici-types@7.24.6/node_modules/undici-types/errors.d.ts</a:t>
            </a:r>
          </a:p>
          <a:p>
            <a:pPr>
              <a:defRPr sz="1200"/>
            </a:pPr>
            <a:r>
              <a:t>D:/pasar_fix/node_modules/.bun/undici-types@7.24.6/node_modules/undici-types/eventsource.d.ts</a:t>
            </a:r>
          </a:p>
          <a:p>
            <a:pPr>
              <a:defRPr sz="1200"/>
            </a:pPr>
            <a:r>
              <a:t>D:/pasar_fix/node_modules/.bun/undici-types@7.24.6/node_modules/undici-types/fetch.d.ts</a:t>
            </a:r>
          </a:p>
          <a:p>
            <a:pPr>
              <a:defRPr sz="1200"/>
            </a:pPr>
            <a:r>
              <a:t>D:/pasar_fix/node_modules/.bun/undici-types@7.24.6/node_modules/undici-types/formdata.d.ts</a:t>
            </a:r>
          </a:p>
          <a:p>
            <a:pPr>
              <a:defRPr sz="1200"/>
            </a:pPr>
            <a:r>
              <a:t>D:/pasar_fix/node_modules/.bun/undici-types@7.24.6/node_modules/undici-types/global-dispatcher.d.ts</a:t>
            </a:r>
          </a:p>
          <a:p>
            <a:pPr>
              <a:defRPr sz="1200"/>
            </a:pPr>
            <a:r>
              <a:t>D:/pasar_fix/node_modules/.bun/undici-types@7.24.6/node_modules/undici-types/global-origin.d.ts</a:t>
            </a:r>
          </a:p>
          <a:p>
            <a:pPr>
              <a:defRPr sz="1200"/>
            </a:pPr>
            <a:r>
              <a:t>D:/pasar_fix/node_modules/.bun/undici-types@7.24.6/node_modules/undici-types/h2c-client.d.ts</a:t>
            </a:r>
          </a:p>
          <a:p>
            <a:pPr>
              <a:defRPr sz="1200"/>
            </a:pPr>
            <a:r>
              <a:t>D:/pasar_fix/node_modules/.bun/undici-types@7.24.6/node_modules/undici-types/handlers.d.ts</a:t>
            </a:r>
          </a:p>
          <a:p>
            <a:pPr>
              <a:defRPr sz="1200"/>
            </a:pPr>
            <a:r>
              <a:t>D:/pasar_fix/node_modules/.bun/undici-types@7.24.6/node_modules/undici-types/header.d.ts</a:t>
            </a:r>
          </a:p>
          <a:p>
            <a:pPr>
              <a:defRPr sz="1200"/>
            </a:pPr>
            <a:r>
              <a:t>D:/pasar_fix/node_modules/.bun/undici-types@7.24.6/node_modules/undici-types/index.d.ts</a:t>
            </a:r>
          </a:p>
          <a:p>
            <a:pPr>
              <a:defRPr sz="1200"/>
            </a:pPr>
            <a:r>
              <a:t>D:/pasar_fix/node_modules/.bun/undici-types@7.24.6/node_modules/undici-types/interceptors.d.ts</a:t>
            </a:r>
          </a:p>
          <a:p>
            <a:pPr>
              <a:defRPr sz="1200"/>
            </a:pPr>
            <a:r>
              <a:t>D:/pasar_fix/node_modules/.bun/undici-types@7.24.6/node_modules/undici-types/LICENSE</a:t>
            </a:r>
          </a:p>
          <a:p>
            <a:pPr>
              <a:defRPr sz="1200"/>
            </a:pPr>
            <a:r>
              <a:t>D:/pasar_fix/node_modules/.bun/undici-types@7.24.6/node_modules/undici-types/mock-agent.d.ts</a:t>
            </a:r>
          </a:p>
          <a:p>
            <a:pPr>
              <a:defRPr sz="1200"/>
            </a:pPr>
            <a:r>
              <a:t>D:/pasar_fix/node_modules/.bun/undici-types@7.24.6/node_modules/undici-types/mock-call-history.d.ts</a:t>
            </a:r>
          </a:p>
          <a:p>
            <a:pPr>
              <a:defRPr sz="1200"/>
            </a:pPr>
            <a:r>
              <a:t>D:/pasar_fix/node_modules/.bun/undici-types@7.24.6/node_modules/undici-types/mock-client.d.ts</a:t>
            </a:r>
          </a:p>
          <a:p>
            <a:pPr>
              <a:defRPr sz="1200"/>
            </a:pPr>
            <a:r>
              <a:t>D:/pasar_fix/node_modules/.bun/undici-types@7.24.6/node_modules/undici-types/mock-errors.d.ts</a:t>
            </a:r>
          </a:p>
          <a:p>
            <a:pPr>
              <a:defRPr sz="1200"/>
            </a:pPr>
            <a:r>
              <a:t>D:/pasar_fix/node_modules/.bun/undici-types@7.24.6/node_modules/undici-types/mock-interceptor.d.ts</a:t>
            </a:r>
          </a:p>
          <a:p>
            <a:pPr>
              <a:defRPr sz="1200"/>
            </a:pPr>
            <a:r>
              <a:t>D:/pasar_fix/node_modules/.bun/undici-types@7.24.6/node_modules/undici-types/mock-pool.d.ts</a:t>
            </a:r>
          </a:p>
          <a:p>
            <a:pPr>
              <a:defRPr sz="1200"/>
            </a:pPr>
            <a:r>
              <a:t>D:/pasar_fix/node_modules/.bun/undici-types@7.24.6/node_modules/undici-types/package.json</a:t>
            </a:r>
          </a:p>
          <a:p>
            <a:pPr>
              <a:defRPr sz="1200"/>
            </a:pPr>
            <a:r>
              <a:t>D:/pasar_fix/node_modules/.bun/undici-types@7.24.6/node_modules/undici-types/patch.d.ts</a:t>
            </a:r>
          </a:p>
          <a:p>
            <a:pPr>
              <a:defRPr sz="1200"/>
            </a:pPr>
            <a:r>
              <a:t>D:/pasar_fix/node_modules/.bun/undici-types@7.24.6/node_modules/undici-types/pool-stats.d.ts</a:t>
            </a:r>
          </a:p>
          <a:p>
            <a:pPr>
              <a:defRPr sz="1200"/>
            </a:pPr>
            <a:r>
              <a:t>D:/pasar_fix/node_modules/.bun/undici-types@7.24.6/node_modules/undici-types/pool.d.ts</a:t>
            </a:r>
          </a:p>
          <a:p>
            <a:pPr>
              <a:defRPr sz="1200"/>
            </a:pPr>
            <a:r>
              <a:t>D:/pasar_fix/node_modules/.bun/undici-types@7.24.6/node_modules/undici-types/proxy-agent.d.ts</a:t>
            </a:r>
          </a:p>
          <a:p>
            <a:pPr>
              <a:defRPr sz="1200"/>
            </a:pPr>
            <a:r>
              <a:t>D:/pasar_fix/node_modules/.bun/undici-types@7.24.6/node_modules/undici-types/readable.d.ts</a:t>
            </a:r>
          </a:p>
          <a:p>
            <a:pPr>
              <a:defRPr sz="1200"/>
            </a:pPr>
            <a:r>
              <a:t>D:/pasar_fix/node_modules/.bun/undici-types@7.24.6/node_modules/undici-types/README.md</a:t>
            </a:r>
          </a:p>
          <a:p>
            <a:pPr>
              <a:defRPr sz="1200"/>
            </a:pPr>
            <a:r>
              <a:t>D:/pasar_fix/node_modules/.bun/undici-types@7.24.6/node_modules/undici-types/retry-agent.d.ts</a:t>
            </a:r>
          </a:p>
          <a:p>
            <a:pPr>
              <a:defRPr sz="1200"/>
            </a:pPr>
            <a:r>
              <a:t>D:/pasar_fix/node_modules/.bun/undici-types@7.24.6/node_modules/undici-types/retry-handler.d.ts</a:t>
            </a:r>
          </a:p>
          <a:p>
            <a:pPr>
              <a:defRPr sz="1200"/>
            </a:pPr>
            <a:r>
              <a:t>D:/pasar_fix/node_modules/.bun/undici-types@7.24.6/node_modules/undici-types/round-robin-pool.d.ts</a:t>
            </a:r>
          </a:p>
          <a:p>
            <a:pPr>
              <a:defRPr sz="1200"/>
            </a:pPr>
            <a:r>
              <a:t>D:/pasar_fix/node_modules/.bun/undici-types@7.24.6/node_modules/undici-types/snapshot-agent.d.ts</a:t>
            </a:r>
          </a:p>
          <a:p>
            <a:pPr>
              <a:defRPr sz="1200"/>
            </a:pPr>
            <a:r>
              <a:t>D:/pasar_fix/node_modules/.bun/undici-types@7.24.6/node_modules/undici-types/socks5-proxy-agent.d.ts</a:t>
            </a:r>
          </a:p>
          <a:p>
            <a:pPr>
              <a:defRPr sz="1200"/>
            </a:pPr>
            <a:r>
              <a:t>D:/pasar_fix/node_modules/.bun/undici-types@7.24.6/node_modules/undici-types/util.d.ts</a:t>
            </a:r>
          </a:p>
          <a:p>
            <a:pPr>
              <a:defRPr sz="1200"/>
            </a:pPr>
            <a:r>
              <a:t>D:/pasar_fix/node_modules/.bun/undici-types@7.24.6/node_modules/undici-types/utility.d.ts</a:t>
            </a:r>
          </a:p>
          <a:p>
            <a:pPr>
              <a:defRPr sz="1200"/>
            </a:pPr>
            <a:r>
              <a:t>D:/pasar_fix/node_modules/.bun/undici-types@7.24.6/node_modules/undici-types/webidl.d.ts</a:t>
            </a:r>
          </a:p>
          <a:p>
            <a:pPr>
              <a:defRPr sz="1200"/>
            </a:pPr>
            <a:r>
              <a:t>D:/pasar_fix/node_modules/.bun/undici-types@7.24.6/node_modules/undici-types/websocket.d.ts</a:t>
            </a:r>
          </a:p>
          <a:p>
            <a:pPr>
              <a:defRPr sz="1200"/>
            </a:pPr>
            <a:r>
              <a:t>D:/pasar_fix/node_modules/.bun/undici@7.25.0/node_modules/undici/index-fetch.js</a:t>
            </a:r>
          </a:p>
          <a:p>
            <a:pPr>
              <a:defRPr sz="1200"/>
            </a:pPr>
            <a:r>
              <a:t>D:/pasar_fix/node_modules/.bun/undici@7.25.0/node_modules/undici/index.d.ts</a:t>
            </a:r>
          </a:p>
          <a:p>
            <a:pPr>
              <a:defRPr sz="1200"/>
            </a:pPr>
            <a:r>
              <a:t>D:/pasar_fix/node_modules/.bun/undici@7.25.0/node_modules/undici/index.js</a:t>
            </a:r>
          </a:p>
          <a:p>
            <a:pPr>
              <a:defRPr sz="1200"/>
            </a:pPr>
            <a:r>
              <a:t>D:/pasar_fix/node_modules/.bun/undici@7.25.0/node_modules/undici/LICENSE</a:t>
            </a:r>
          </a:p>
          <a:p>
            <a:pPr>
              <a:defRPr sz="1200"/>
            </a:pPr>
            <a:r>
              <a:t>D:/pasar_fix/node_modules/.bun/undici@7.25.0/node_modules/undici/package.json</a:t>
            </a:r>
          </a:p>
          <a:p>
            <a:pPr>
              <a:defRPr sz="1200"/>
            </a:pPr>
            <a:r>
              <a:t>D:/pasar_fix/node_modules/.bun/undici@7.25.0/node_modules/undici/README.md</a:t>
            </a:r>
          </a:p>
          <a:p>
            <a:pPr>
              <a:defRPr sz="1200"/>
            </a:pPr>
            <a:r>
              <a:t>D:/pasar_fix/node_modules/.bun/undici@7.25.0/node_modules/undici/docs/docs/api/Agent.md</a:t>
            </a:r>
          </a:p>
          <a:p>
            <a:pPr>
              <a:defRPr sz="1200"/>
            </a:pPr>
            <a:r>
              <a:t>D:/pasar_fix/node_modules/.bun/undici@7.25.0/node_modules/undici/docs/docs/api/api-lifecycle.md</a:t>
            </a:r>
          </a:p>
          <a:p>
            <a:pPr>
              <a:defRPr sz="1200"/>
            </a:pPr>
            <a:r>
              <a:t>D:/pasar_fix/node_modules/.bun/undici@7.25.0/node_modules/undici/docs/docs/api/BalancedPool.md</a:t>
            </a:r>
          </a:p>
          <a:p>
            <a:pPr>
              <a:defRPr sz="1200"/>
            </a:pPr>
            <a:r>
              <a:t>D:/pasar_fix/node_modules/.bun/undici@7.25.0/node_modules/undici/docs/docs/api/CacheStorage.md</a:t>
            </a:r>
          </a:p>
          <a:p>
            <a:pPr>
              <a:defRPr sz="1200"/>
            </a:pPr>
            <a:r>
              <a:t>D:/pasar_fix/node_modules/.bun/undici@7.25.0/node_modules/undici/docs/docs/api/CacheStore.md</a:t>
            </a:r>
          </a:p>
          <a:p>
            <a:pPr>
              <a:defRPr sz="1200"/>
            </a:pPr>
            <a:r>
              <a:t>D:/pasar_fix/node_modules/.bun/undici@7.25.0/node_modules/undici/docs/docs/api/Client.md</a:t>
            </a:r>
          </a:p>
          <a:p>
            <a:pPr>
              <a:defRPr sz="1200"/>
            </a:pPr>
            <a:r>
              <a:t>D:/pasar_fix/node_modules/.bun/undici@7.25.0/node_modules/undici/docs/docs/api/ClientStats.md</a:t>
            </a:r>
          </a:p>
          <a:p>
            <a:pPr>
              <a:defRPr sz="1200"/>
            </a:pPr>
            <a:r>
              <a:t>D:/pasar_fix/node_modules/.bun/undici@7.25.0/node_modules/undici/docs/docs/api/Connector.md</a:t>
            </a:r>
          </a:p>
          <a:p>
            <a:pPr>
              <a:defRPr sz="1200"/>
            </a:pPr>
            <a:r>
              <a:t>D:/pasar_fix/node_modules/.bun/undici@7.25.0/node_modules/undici/docs/docs/api/ContentType.md</a:t>
            </a:r>
          </a:p>
          <a:p>
            <a:pPr>
              <a:defRPr sz="1200"/>
            </a:pPr>
            <a:r>
              <a:t>D:/pasar_fix/node_modules/.bun/undici@7.25.0/node_modules/undici/docs/docs/api/Cookies.md</a:t>
            </a:r>
          </a:p>
          <a:p>
            <a:pPr>
              <a:defRPr sz="1200"/>
            </a:pPr>
            <a:r>
              <a:t>D:/pasar_fix/node_modules/.bun/undici@7.25.0/node_modules/undici/docs/docs/api/Debug.md</a:t>
            </a:r>
          </a:p>
          <a:p>
            <a:pPr>
              <a:defRPr sz="1200"/>
            </a:pPr>
            <a:r>
              <a:t>D:/pasar_fix/node_modules/.bun/undici@7.25.0/node_modules/undici/docs/docs/api/DiagnosticsChannel.md</a:t>
            </a:r>
          </a:p>
          <a:p>
            <a:pPr>
              <a:defRPr sz="1200"/>
            </a:pPr>
            <a:r>
              <a:t>D:/pasar_fix/node_modules/.bun/undici@7.25.0/node_modules/undici/docs/docs/api/Dispatcher.md</a:t>
            </a:r>
          </a:p>
          <a:p>
            <a:pPr>
              <a:defRPr sz="1200"/>
            </a:pPr>
            <a:r>
              <a:t>D:/pasar_fix/node_modules/.bun/undici@7.25.0/node_modules/undici/docs/docs/api/EnvHttpProxyAgent.md</a:t>
            </a:r>
          </a:p>
          <a:p>
            <a:pPr>
              <a:defRPr sz="1200"/>
            </a:pPr>
            <a:r>
              <a:t>D:/pasar_fix/node_modules/.bun/undici@7.25.0/node_modules/undici/docs/docs/api/Errors.md</a:t>
            </a:r>
          </a:p>
          <a:p>
            <a:pPr>
              <a:defRPr sz="1200"/>
            </a:pPr>
            <a:r>
              <a:t>D:/pasar_fix/node_modules/.bun/undici@7.25.0/node_modules/undici/docs/docs/api/EventSource.md</a:t>
            </a:r>
          </a:p>
          <a:p>
            <a:pPr>
              <a:defRPr sz="1200"/>
            </a:pPr>
            <a:r>
              <a:t>D:/pasar_fix/node_modules/.bun/undici@7.25.0/node_modules/undici/docs/docs/api/Fetch.md</a:t>
            </a:r>
          </a:p>
          <a:p>
            <a:pPr>
              <a:defRPr sz="1200"/>
            </a:pPr>
            <a:r>
              <a:t>D:/pasar_fix/node_modules/.bun/undici@7.25.0/node_modules/undici/docs/docs/api/GlobalInstallation.md</a:t>
            </a:r>
          </a:p>
          <a:p>
            <a:pPr>
              <a:defRPr sz="1200"/>
            </a:pPr>
            <a:r>
              <a:t>D:/pasar_fix/node_modules/.bun/undici@7.25.0/node_modules/undici/docs/docs/api/H2CClient.md</a:t>
            </a:r>
          </a:p>
          <a:p>
            <a:pPr>
              <a:defRPr sz="1200"/>
            </a:pPr>
            <a:r>
              <a:t>D:/pasar_fix/node_modules/.bun/undici@7.25.0/node_modules/undici/docs/docs/api/MockAgent.md</a:t>
            </a:r>
          </a:p>
          <a:p>
            <a:pPr>
              <a:defRPr sz="1200"/>
            </a:pPr>
            <a:r>
              <a:t>D:/pasar_fix/node_modules/.bun/undici@7.25.0/node_modules/undici/docs/docs/api/MockCallHistory.md</a:t>
            </a:r>
          </a:p>
          <a:p>
            <a:pPr>
              <a:defRPr sz="1200"/>
            </a:pPr>
            <a:r>
              <a:t>D:/pasar_fix/node_modules/.bun/undici@7.25.0/node_modules/undici/docs/docs/api/MockCallHistoryLog.md</a:t>
            </a:r>
          </a:p>
          <a:p>
            <a:pPr>
              <a:defRPr sz="1200"/>
            </a:pPr>
            <a:r>
              <a:t>D:/pasar_fix/node_modules/.bun/undici@7.25.0/node_modules/undici/docs/docs/api/MockClient.md</a:t>
            </a:r>
          </a:p>
          <a:p>
            <a:pPr>
              <a:defRPr sz="1200"/>
            </a:pPr>
            <a:r>
              <a:t>D:/pasar_fix/node_modules/.bun/undici@7.25.0/node_modules/undici/docs/docs/api/MockErrors.md</a:t>
            </a:r>
          </a:p>
          <a:p>
            <a:pPr>
              <a:defRPr sz="1200"/>
            </a:pPr>
            <a:r>
              <a:t>D:/pasar_fix/node_modules/.bun/undici@7.25.0/node_modules/undici/docs/docs/api/MockPool.md</a:t>
            </a:r>
          </a:p>
          <a:p>
            <a:pPr>
              <a:defRPr sz="1200"/>
            </a:pPr>
            <a:r>
              <a:t>D:/pasar_fix/node_modules/.bun/undici@7.25.0/node_modules/undici/docs/docs/api/Pool.md</a:t>
            </a:r>
          </a:p>
          <a:p>
            <a:pPr>
              <a:defRPr sz="1200"/>
            </a:pPr>
            <a:r>
              <a:t>D:/pasar_fix/node_modules/.bun/undici@7.25.0/node_modules/undici/docs/docs/api/PoolStats.md</a:t>
            </a:r>
          </a:p>
          <a:p>
            <a:pPr>
              <a:defRPr sz="1200"/>
            </a:pPr>
            <a:r>
              <a:t>D:/pasar_fix/node_modules/.bun/undici@7.25.0/node_modules/undici/docs/docs/api/ProxyAgent.md</a:t>
            </a:r>
          </a:p>
          <a:p>
            <a:pPr>
              <a:defRPr sz="1200"/>
            </a:pPr>
            <a:r>
              <a:t>D:/pasar_fix/node_modules/.bun/undici@7.25.0/node_modules/undici/docs/docs/api/RedirectHandler.md</a:t>
            </a:r>
          </a:p>
          <a:p>
            <a:pPr>
              <a:defRPr sz="1200"/>
            </a:pPr>
            <a:r>
              <a:t>D:/pasar_fix/node_modules/.bun/undici@7.25.0/node_modules/undici/docs/docs/api/RetryAgent.md</a:t>
            </a:r>
          </a:p>
          <a:p>
            <a:pPr>
              <a:defRPr sz="1200"/>
            </a:pPr>
            <a:r>
              <a:t>D:/pasar_fix/node_modules/.bun/undici@7.25.0/node_modules/undici/docs/docs/api/RetryHandler.md</a:t>
            </a:r>
          </a:p>
          <a:p>
            <a:pPr>
              <a:defRPr sz="1200"/>
            </a:pPr>
            <a:r>
              <a:t>D:/pasar_fix/node_modules/.bun/undici@7.25.0/node_modules/undici/docs/docs/api/RoundRobinPool.md</a:t>
            </a:r>
          </a:p>
          <a:p>
            <a:pPr>
              <a:defRPr sz="1200"/>
            </a:pPr>
            <a:r>
              <a:t>D:/pasar_fix/node_modules/.bun/undici@7.25.0/node_modules/undici/docs/docs/api/SnapshotAgent.md</a:t>
            </a:r>
          </a:p>
          <a:p>
            <a:pPr>
              <a:defRPr sz="1200"/>
            </a:pPr>
            <a:r>
              <a:t>D:/pasar_fix/node_modules/.bun/undici@7.25.0/node_modules/undici/docs/docs/api/Socks5ProxyAgent.md</a:t>
            </a:r>
          </a:p>
          <a:p>
            <a:pPr>
              <a:defRPr sz="1200"/>
            </a:pPr>
            <a:r>
              <a:t>D:/pasar_fix/node_modules/.bun/undici@7.25.0/node_modules/undici/docs/docs/api/Util.md</a:t>
            </a:r>
          </a:p>
          <a:p>
            <a:pPr>
              <a:defRPr sz="1200"/>
            </a:pPr>
            <a:r>
              <a:t>D:/pasar_fix/node_modules/.bun/undici@7.25.0/node_modules/undici/docs/docs/api/WebSocket.md</a:t>
            </a:r>
          </a:p>
          <a:p>
            <a:pPr>
              <a:defRPr sz="1200"/>
            </a:pPr>
            <a:r>
              <a:t>D:/pasar_fix/node_modules/.bun/undici@7.25.0/node_modules/undici/docs/docs/best-practices/client-certificate.md</a:t>
            </a:r>
          </a:p>
          <a:p>
            <a:pPr>
              <a:defRPr sz="1200"/>
            </a:pPr>
            <a:r>
              <a:t>D:/pasar_fix/node_modules/.bun/undici@7.25.0/node_modules/undici/docs/docs/best-practices/crawling.md</a:t>
            </a:r>
          </a:p>
          <a:p>
            <a:pPr>
              <a:defRPr sz="1200"/>
            </a:pPr>
            <a:r>
              <a:t>D:/pasar_fix/node_modules/.bun/undici@7.25.0/node_modules/undici/docs/docs/best-practices/mocking-request.md</a:t>
            </a:r>
          </a:p>
          <a:p>
            <a:pPr>
              <a:defRPr sz="1200"/>
            </a:pPr>
            <a:r>
              <a:t>D:/pasar_fix/node_modules/.bun/undici@7.25.0/node_modules/undici/docs/docs/best-practices/proxy.md</a:t>
            </a:r>
          </a:p>
          <a:p>
            <a:pPr>
              <a:defRPr sz="1200"/>
            </a:pPr>
            <a:r>
              <a:t>D:/pasar_fix/node_modules/.bun/undici@7.25.0/node_modules/undici/docs/docs/best-practices/undici-vs-builtin-fetch.md</a:t>
            </a:r>
          </a:p>
          <a:p>
            <a:pPr>
              <a:defRPr sz="1200"/>
            </a:pPr>
            <a:r>
              <a:t>D:/pasar_fix/node_modules/.bun/undici@7.25.0/node_modules/undici/docs/docs/best-practices/writing-tests.md</a:t>
            </a:r>
          </a:p>
          <a:p>
            <a:pPr>
              <a:defRPr sz="1200"/>
            </a:pPr>
            <a:r>
              <a:t>D:/pasar_fix/node_modules/.bun/undici@7.25.0/node_modules/undici/lib/global.js</a:t>
            </a:r>
          </a:p>
          <a:p>
            <a:pPr>
              <a:defRPr sz="1200"/>
            </a:pPr>
            <a:r>
              <a:t>D:/pasar_fix/node_modules/.bun/undici@7.25.0/node_modules/undici/lib/api/abort-signal.js</a:t>
            </a:r>
          </a:p>
          <a:p>
            <a:pPr>
              <a:defRPr sz="1200"/>
            </a:pPr>
            <a:r>
              <a:t>D:/pasar_fix/node_modules/.bun/undici@7.25.0/node_modules/undici/lib/api/api-connect.js</a:t>
            </a:r>
          </a:p>
          <a:p>
            <a:pPr>
              <a:defRPr sz="1200"/>
            </a:pPr>
            <a:r>
              <a:t>D:/pasar_fix/node_modules/.bun/undici@7.25.0/node_modules/undici/lib/api/api-pipeline.js</a:t>
            </a:r>
          </a:p>
          <a:p>
            <a:pPr>
              <a:defRPr sz="1200"/>
            </a:pPr>
            <a:r>
              <a:t>D:/pasar_fix/node_modules/.bun/undici@7.25.0/node_modules/undici/lib/api/api-request.js</a:t>
            </a:r>
          </a:p>
          <a:p>
            <a:pPr>
              <a:defRPr sz="1200"/>
            </a:pPr>
            <a:r>
              <a:t>D:/pasar_fix/node_modules/.bun/undici@7.25.0/node_modules/undici/lib/api/api-stream.js</a:t>
            </a:r>
          </a:p>
          <a:p>
            <a:pPr>
              <a:defRPr sz="1200"/>
            </a:pPr>
            <a:r>
              <a:t>D:/pasar_fix/node_modules/.bun/undici@7.25.0/node_modules/undici/lib/api/api-upgrade.js</a:t>
            </a:r>
          </a:p>
          <a:p>
            <a:pPr>
              <a:defRPr sz="1200"/>
            </a:pPr>
            <a:r>
              <a:t>D:/pasar_fix/node_modules/.bun/undici@7.25.0/node_modules/undici/lib/api/index.js</a:t>
            </a:r>
          </a:p>
          <a:p>
            <a:pPr>
              <a:defRPr sz="1200"/>
            </a:pPr>
            <a:r>
              <a:t>D:/pasar_fix/node_modules/.bun/undici@7.25.0/node_modules/undici/lib/api/readable.js</a:t>
            </a:r>
          </a:p>
          <a:p>
            <a:pPr>
              <a:defRPr sz="1200"/>
            </a:pPr>
            <a:r>
              <a:t>D:/pasar_fix/node_modules/.bun/undici@7.25.0/node_modules/undici/lib/cache/memory-cache-store.js</a:t>
            </a:r>
          </a:p>
          <a:p>
            <a:pPr>
              <a:defRPr sz="1200"/>
            </a:pPr>
            <a:r>
              <a:t>D:/pasar_fix/node_modules/.bun/undici@7.25.0/node_modules/undici/lib/cache/sqlite-cache-store.js</a:t>
            </a:r>
          </a:p>
          <a:p>
            <a:pPr>
              <a:defRPr sz="1200"/>
            </a:pPr>
            <a:r>
              <a:t>D:/pasar_fix/node_modules/.bun/undici@7.25.0/node_modules/undici/lib/core/connect.js</a:t>
            </a:r>
          </a:p>
          <a:p>
            <a:pPr>
              <a:defRPr sz="1200"/>
            </a:pPr>
            <a:r>
              <a:t>D:/pasar_fix/node_modules/.bun/undici@7.25.0/node_modules/undici/lib/core/constants.js</a:t>
            </a:r>
          </a:p>
          <a:p>
            <a:pPr>
              <a:defRPr sz="1200"/>
            </a:pPr>
            <a:r>
              <a:t>D:/pasar_fix/node_modules/.bun/undici@7.25.0/node_modules/undici/lib/core/diagnostics.js</a:t>
            </a:r>
          </a:p>
          <a:p>
            <a:pPr>
              <a:defRPr sz="1200"/>
            </a:pPr>
            <a:r>
              <a:t>D:/pasar_fix/node_modules/.bun/undici@7.25.0/node_modules/undici/lib/core/errors.js</a:t>
            </a:r>
          </a:p>
          <a:p>
            <a:pPr>
              <a:defRPr sz="1200"/>
            </a:pPr>
            <a:r>
              <a:t>D:/pasar_fix/node_modules/.bun/undici@7.25.0/node_modules/undici/lib/core/request.js</a:t>
            </a:r>
          </a:p>
          <a:p>
            <a:pPr>
              <a:defRPr sz="1200"/>
            </a:pPr>
            <a:r>
              <a:t>D:/pasar_fix/node_modules/.bun/undici@7.25.0/node_modules/undici/lib/core/socks5-client.js</a:t>
            </a:r>
          </a:p>
          <a:p>
            <a:pPr>
              <a:defRPr sz="1200"/>
            </a:pPr>
            <a:r>
              <a:t>D:/pasar_fix/node_modules/.bun/undici@7.25.0/node_modules/undici/lib/core/socks5-utils.js</a:t>
            </a:r>
          </a:p>
          <a:p>
            <a:pPr>
              <a:defRPr sz="1200"/>
            </a:pPr>
            <a:r>
              <a:t>D:/pasar_fix/node_modules/.bun/undici@7.25.0/node_modules/undici/lib/core/symbols.js</a:t>
            </a:r>
          </a:p>
          <a:p>
            <a:pPr>
              <a:defRPr sz="1200"/>
            </a:pPr>
            <a:r>
              <a:t>D:/pasar_fix/node_modules/.bun/undici@7.25.0/node_modules/undici/lib/core/tree.js</a:t>
            </a:r>
          </a:p>
          <a:p>
            <a:pPr>
              <a:defRPr sz="1200"/>
            </a:pPr>
            <a:r>
              <a:t>D:/pasar_fix/node_modules/.bun/undici@7.25.0/node_modules/undici/lib/core/util.js</a:t>
            </a:r>
          </a:p>
          <a:p>
            <a:pPr>
              <a:defRPr sz="1200"/>
            </a:pPr>
            <a:r>
              <a:t>D:/pasar_fix/node_modules/.bun/undici@7.25.0/node_modules/undici/lib/dispatcher/agent.js</a:t>
            </a:r>
          </a:p>
          <a:p>
            <a:pPr>
              <a:defRPr sz="1200"/>
            </a:pPr>
            <a:r>
              <a:t>D:/pasar_fix/node_modules/.bun/undici@7.25.0/node_modules/undici/lib/dispatcher/balanced-pool.js</a:t>
            </a:r>
          </a:p>
          <a:p>
            <a:pPr>
              <a:defRPr sz="1200"/>
            </a:pPr>
            <a:r>
              <a:t>D:/pasar_fix/node_modules/.bun/undici@7.25.0/node_modules/undici/lib/dispatcher/client-h1.js</a:t>
            </a:r>
          </a:p>
          <a:p>
            <a:pPr>
              <a:defRPr sz="1200"/>
            </a:pPr>
            <a:r>
              <a:t>D:/pasar_fix/node_modules/.bun/undici@7.25.0/node_modules/undici/lib/dispatcher/client-h2.js</a:t>
            </a:r>
          </a:p>
          <a:p>
            <a:pPr>
              <a:defRPr sz="1200"/>
            </a:pPr>
            <a:r>
              <a:t>D:/pasar_fix/node_modules/.bun/undici@7.25.0/node_modules/undici/lib/dispatcher/client.js</a:t>
            </a:r>
          </a:p>
          <a:p>
            <a:pPr>
              <a:defRPr sz="1200"/>
            </a:pPr>
            <a:r>
              <a:t>D:/pasar_fix/node_modules/.bun/undici@7.25.0/node_modules/undici/lib/dispatcher/dispatcher-base.js</a:t>
            </a:r>
          </a:p>
          <a:p>
            <a:pPr>
              <a:defRPr sz="1200"/>
            </a:pPr>
            <a:r>
              <a:t>D:/pasar_fix/node_modules/.bun/undici@7.25.0/node_modules/undici/lib/dispatcher/dispatcher.js</a:t>
            </a:r>
          </a:p>
          <a:p>
            <a:pPr>
              <a:defRPr sz="1200"/>
            </a:pPr>
            <a:r>
              <a:t>D:/pasar_fix/node_modules/.bun/undici@7.25.0/node_modules/undici/lib/dispatcher/env-http-proxy-agent.js</a:t>
            </a:r>
          </a:p>
          <a:p>
            <a:pPr>
              <a:defRPr sz="1200"/>
            </a:pPr>
            <a:r>
              <a:t>D:/pasar_fix/node_modules/.bun/undici@7.25.0/node_modules/undici/lib/dispatcher/fixed-queue.js</a:t>
            </a:r>
          </a:p>
          <a:p>
            <a:pPr>
              <a:defRPr sz="1200"/>
            </a:pPr>
            <a:r>
              <a:t>D:/pasar_fix/node_modules/.bun/undici@7.25.0/node_modules/undici/lib/dispatcher/h2c-client.js</a:t>
            </a:r>
          </a:p>
          <a:p>
            <a:pPr>
              <a:defRPr sz="1200"/>
            </a:pPr>
            <a:r>
              <a:t>D:/pasar_fix/node_modules/.bun/undici@7.25.0/node_modules/undici/lib/dispatcher/pool-base.js</a:t>
            </a:r>
          </a:p>
          <a:p>
            <a:pPr>
              <a:defRPr sz="1200"/>
            </a:pPr>
            <a:r>
              <a:t>D:/pasar_fix/node_modules/.bun/undici@7.25.0/node_modules/undici/lib/dispatcher/pool.js</a:t>
            </a:r>
          </a:p>
          <a:p>
            <a:pPr>
              <a:defRPr sz="1200"/>
            </a:pPr>
            <a:r>
              <a:t>D:/pasar_fix/node_modules/.bun/undici@7.25.0/node_modules/undici/lib/dispatcher/proxy-agent.js</a:t>
            </a:r>
          </a:p>
          <a:p>
            <a:pPr>
              <a:defRPr sz="1200"/>
            </a:pPr>
            <a:r>
              <a:t>D:/pasar_fix/node_modules/.bun/undici@7.25.0/node_modules/undici/lib/dispatcher/retry-agent.js</a:t>
            </a:r>
          </a:p>
          <a:p>
            <a:pPr>
              <a:defRPr sz="1200"/>
            </a:pPr>
            <a:r>
              <a:t>D:/pasar_fix/node_modules/.bun/undici@7.25.0/node_modules/undici/lib/dispatcher/round-robin-pool.js</a:t>
            </a:r>
          </a:p>
          <a:p>
            <a:pPr>
              <a:defRPr sz="1200"/>
            </a:pPr>
            <a:r>
              <a:t>D:/pasar_fix/node_modules/.bun/undici@7.25.0/node_modules/undici/lib/dispatcher/socks5-proxy-agent.js</a:t>
            </a:r>
          </a:p>
          <a:p>
            <a:pPr>
              <a:defRPr sz="1200"/>
            </a:pPr>
            <a:r>
              <a:t>D:/pasar_fix/node_modules/.bun/undici@7.25.0/node_modules/undici/lib/encoding/index.js</a:t>
            </a:r>
          </a:p>
          <a:p>
            <a:pPr>
              <a:defRPr sz="1200"/>
            </a:pPr>
            <a:r>
              <a:t>D:/pasar_fix/node_modules/.bun/undici@7.25.0/node_modules/undici/lib/handler/cache-handler.js</a:t>
            </a:r>
          </a:p>
          <a:p>
            <a:pPr>
              <a:defRPr sz="1200"/>
            </a:pPr>
            <a:r>
              <a:t>D:/pasar_fix/node_modules/.bun/undici@7.25.0/node_modules/undici/lib/handler/cache-revalidation-handler.js</a:t>
            </a:r>
          </a:p>
          <a:p>
            <a:pPr>
              <a:defRPr sz="1200"/>
            </a:pPr>
            <a:r>
              <a:t>D:/pasar_fix/node_modules/.bun/undici@7.25.0/node_modules/undici/lib/handler/decorator-handler.js</a:t>
            </a:r>
          </a:p>
          <a:p>
            <a:pPr>
              <a:defRPr sz="1200"/>
            </a:pPr>
            <a:r>
              <a:t>D:/pasar_fix/node_modules/.bun/undici@7.25.0/node_modules/undici/lib/handler/deduplication-handler.js</a:t>
            </a:r>
          </a:p>
          <a:p>
            <a:pPr>
              <a:defRPr sz="1200"/>
            </a:pPr>
            <a:r>
              <a:t>D:/pasar_fix/node_modules/.bun/undici@7.25.0/node_modules/undici/lib/handler/redirect-handler.js</a:t>
            </a:r>
          </a:p>
          <a:p>
            <a:pPr>
              <a:defRPr sz="1200"/>
            </a:pPr>
            <a:r>
              <a:t>D:/pasar_fix/node_modules/.bun/undici@7.25.0/node_modules/undici/lib/handler/retry-handler.js</a:t>
            </a:r>
          </a:p>
          <a:p>
            <a:pPr>
              <a:defRPr sz="1200"/>
            </a:pPr>
            <a:r>
              <a:t>D:/pasar_fix/node_modules/.bun/undici@7.25.0/node_modules/undici/lib/handler/unwrap-handler.js</a:t>
            </a:r>
          </a:p>
          <a:p>
            <a:pPr>
              <a:defRPr sz="1200"/>
            </a:pPr>
            <a:r>
              <a:t>D:/pasar_fix/node_modules/.bun/undici@7.25.0/node_modules/undici/lib/handler/wrap-handler.js</a:t>
            </a:r>
          </a:p>
          <a:p>
            <a:pPr>
              <a:defRPr sz="1200"/>
            </a:pPr>
            <a:r>
              <a:t>D:/pasar_fix/node_modules/.bun/undici@7.25.0/node_modules/undici/lib/interceptor/cache.js</a:t>
            </a:r>
          </a:p>
          <a:p>
            <a:pPr>
              <a:defRPr sz="1200"/>
            </a:pPr>
            <a:r>
              <a:t>D:/pasar_fix/node_modules/.bun/undici@7.25.0/node_modules/undici/lib/interceptor/decompress.js</a:t>
            </a:r>
          </a:p>
          <a:p>
            <a:pPr>
              <a:defRPr sz="1200"/>
            </a:pPr>
            <a:r>
              <a:t>D:/pasar_fix/node_modules/.bun/undici@7.25.0/node_modules/undici/lib/interceptor/deduplicate.js</a:t>
            </a:r>
          </a:p>
          <a:p>
            <a:pPr>
              <a:defRPr sz="1200"/>
            </a:pPr>
            <a:r>
              <a:t>D:/pasar_fix/node_modules/.bun/undici@7.25.0/node_modules/undici/lib/interceptor/dns.js</a:t>
            </a:r>
          </a:p>
          <a:p>
            <a:pPr>
              <a:defRPr sz="1200"/>
            </a:pPr>
            <a:r>
              <a:t>D:/pasar_fix/node_modules/.bun/undici@7.25.0/node_modules/undici/lib/interceptor/dump.js</a:t>
            </a:r>
          </a:p>
          <a:p>
            <a:pPr>
              <a:defRPr sz="1200"/>
            </a:pPr>
            <a:r>
              <a:t>D:/pasar_fix/node_modules/.bun/undici@7.25.0/node_modules/undici/lib/interceptor/redirect.js</a:t>
            </a:r>
          </a:p>
          <a:p>
            <a:pPr>
              <a:defRPr sz="1200"/>
            </a:pPr>
            <a:r>
              <a:t>D:/pasar_fix/node_modules/.bun/undici@7.25.0/node_modules/undici/lib/interceptor/response-error.js</a:t>
            </a:r>
          </a:p>
          <a:p>
            <a:pPr>
              <a:defRPr sz="1200"/>
            </a:pPr>
            <a:r>
              <a:t>D:/pasar_fix/node_modules/.bun/undici@7.25.0/node_modules/undici/lib/interceptor/retry.js</a:t>
            </a:r>
          </a:p>
          <a:p>
            <a:pPr>
              <a:defRPr sz="1200"/>
            </a:pPr>
            <a:r>
              <a:t>D:/pasar_fix/node_modules/.bun/undici@7.25.0/node_modules/undici/lib/llhttp/.gitkeep</a:t>
            </a:r>
          </a:p>
          <a:p>
            <a:pPr>
              <a:defRPr sz="1200"/>
            </a:pPr>
            <a:r>
              <a:t>D:/pasar_fix/node_modules/.bun/undici@7.25.0/node_modules/undici/lib/llhttp/constants.d.ts</a:t>
            </a:r>
          </a:p>
          <a:p>
            <a:pPr>
              <a:defRPr sz="1200"/>
            </a:pPr>
            <a:r>
              <a:t>D:/pasar_fix/node_modules/.bun/undici@7.25.0/node_modules/undici/lib/llhttp/constants.js</a:t>
            </a:r>
          </a:p>
          <a:p>
            <a:pPr>
              <a:defRPr sz="1200"/>
            </a:pPr>
            <a:r>
              <a:t>D:/pasar_fix/node_modules/.bun/undici@7.25.0/node_modules/undici/lib/llhttp/llhttp-wasm.js</a:t>
            </a:r>
          </a:p>
          <a:p>
            <a:pPr>
              <a:defRPr sz="1200"/>
            </a:pPr>
            <a:r>
              <a:t>D:/pasar_fix/node_modules/.bun/undici@7.25.0/node_modules/undici/lib/llhttp/llhttp_simd-wasm.js</a:t>
            </a:r>
          </a:p>
          <a:p>
            <a:pPr>
              <a:defRPr sz="1200"/>
            </a:pPr>
            <a:r>
              <a:t>D:/pasar_fix/node_modules/.bun/undici@7.25.0/node_modules/undici/lib/llhttp/utils.d.ts</a:t>
            </a:r>
          </a:p>
          <a:p>
            <a:pPr>
              <a:defRPr sz="1200"/>
            </a:pPr>
            <a:r>
              <a:t>D:/pasar_fix/node_modules/.bun/undici@7.25.0/node_modules/undici/lib/llhttp/utils.js</a:t>
            </a:r>
          </a:p>
          <a:p>
            <a:pPr>
              <a:defRPr sz="1200"/>
            </a:pPr>
            <a:r>
              <a:t>D:/pasar_fix/node_modules/.bun/undici@7.25.0/node_modules/undici/lib/mock/mock-agent.js</a:t>
            </a:r>
          </a:p>
          <a:p>
            <a:pPr>
              <a:defRPr sz="1200"/>
            </a:pPr>
            <a:r>
              <a:t>D:/pasar_fix/node_modules/.bun/undici@7.25.0/node_modules/undici/lib/mock/mock-call-history.js</a:t>
            </a:r>
          </a:p>
          <a:p>
            <a:pPr>
              <a:defRPr sz="1200"/>
            </a:pPr>
            <a:r>
              <a:t>D:/pasar_fix/node_modules/.bun/undici@7.25.0/node_modules/undici/lib/mock/mock-client.js</a:t>
            </a:r>
          </a:p>
          <a:p>
            <a:pPr>
              <a:defRPr sz="1200"/>
            </a:pPr>
            <a:r>
              <a:t>D:/pasar_fix/node_modules/.bun/undici@7.25.0/node_modules/undici/lib/mock/mock-errors.js</a:t>
            </a:r>
          </a:p>
          <a:p>
            <a:pPr>
              <a:defRPr sz="1200"/>
            </a:pPr>
            <a:r>
              <a:t>D:/pasar_fix/node_modules/.bun/undici@7.25.0/node_modules/undici/lib/mock/mock-interceptor.js</a:t>
            </a:r>
          </a:p>
          <a:p>
            <a:pPr>
              <a:defRPr sz="1200"/>
            </a:pPr>
            <a:r>
              <a:t>D:/pasar_fix/node_modules/.bun/undici@7.25.0/node_modules/undici/lib/mock/mock-pool.js</a:t>
            </a:r>
          </a:p>
          <a:p>
            <a:pPr>
              <a:defRPr sz="1200"/>
            </a:pPr>
            <a:r>
              <a:t>D:/pasar_fix/node_modules/.bun/undici@7.25.0/node_modules/undici/lib/mock/mock-symbols.js</a:t>
            </a:r>
          </a:p>
          <a:p>
            <a:pPr>
              <a:defRPr sz="1200"/>
            </a:pPr>
            <a:r>
              <a:t>D:/pasar_fix/node_modules/.bun/undici@7.25.0/node_modules/undici/lib/mock/mock-utils.js</a:t>
            </a:r>
          </a:p>
          <a:p>
            <a:pPr>
              <a:defRPr sz="1200"/>
            </a:pPr>
            <a:r>
              <a:t>D:/pasar_fix/node_modules/.bun/undici@7.25.0/node_modules/undici/lib/mock/pending-interceptors-formatter.js</a:t>
            </a:r>
          </a:p>
          <a:p>
            <a:pPr>
              <a:defRPr sz="1200"/>
            </a:pPr>
            <a:r>
              <a:t>D:/pasar_fix/node_modules/.bun/undici@7.25.0/node_modules/undici/lib/mock/snapshot-agent.js</a:t>
            </a:r>
          </a:p>
          <a:p>
            <a:pPr>
              <a:defRPr sz="1200"/>
            </a:pPr>
            <a:r>
              <a:t>D:/pasar_fix/node_modules/.bun/undici@7.25.0/node_modules/undici/lib/mock/snapshot-recorder.js</a:t>
            </a:r>
          </a:p>
          <a:p>
            <a:pPr>
              <a:defRPr sz="1200"/>
            </a:pPr>
            <a:r>
              <a:t>D:/pasar_fix/node_modules/.bun/undici@7.25.0/node_modules/undici/lib/mock/snapshot-utils.js</a:t>
            </a:r>
          </a:p>
          <a:p>
            <a:pPr>
              <a:defRPr sz="1200"/>
            </a:pPr>
            <a:r>
              <a:t>D:/pasar_fix/node_modules/.bun/undici@7.25.0/node_modules/undici/lib/util/cache.js</a:t>
            </a:r>
          </a:p>
          <a:p>
            <a:pPr>
              <a:defRPr sz="1200"/>
            </a:pPr>
            <a:r>
              <a:t>D:/pasar_fix/node_modules/.bun/undici@7.25.0/node_modules/undici/lib/util/date.js</a:t>
            </a:r>
          </a:p>
          <a:p>
            <a:pPr>
              <a:defRPr sz="1200"/>
            </a:pPr>
            <a:r>
              <a:t>D:/pasar_fix/node_modules/.bun/undici@7.25.0/node_modules/undici/lib/util/promise.js</a:t>
            </a:r>
          </a:p>
          <a:p>
            <a:pPr>
              <a:defRPr sz="1200"/>
            </a:pPr>
            <a:r>
              <a:t>D:/pasar_fix/node_modules/.bun/undici@7.25.0/node_modules/undici/lib/util/runtime-features.js</a:t>
            </a:r>
          </a:p>
          <a:p>
            <a:pPr>
              <a:defRPr sz="1200"/>
            </a:pPr>
            <a:r>
              <a:t>D:/pasar_fix/node_modules/.bun/undici@7.25.0/node_modules/undici/lib/util/stats.js</a:t>
            </a:r>
          </a:p>
          <a:p>
            <a:pPr>
              <a:defRPr sz="1200"/>
            </a:pPr>
            <a:r>
              <a:t>D:/pasar_fix/node_modules/.bun/undici@7.25.0/node_modules/undici/lib/util/timers.js</a:t>
            </a:r>
          </a:p>
          <a:p>
            <a:pPr>
              <a:defRPr sz="1200"/>
            </a:pPr>
            <a:r>
              <a:t>D:/pasar_fix/node_modules/.bun/undici@7.25.0/node_modules/undici/lib/web/cache/cache.js</a:t>
            </a:r>
          </a:p>
          <a:p>
            <a:pPr>
              <a:defRPr sz="1200"/>
            </a:pPr>
            <a:r>
              <a:t>D:/pasar_fix/node_modules/.bun/undici@7.25.0/node_modules/undici/lib/web/cache/cachestorage.js</a:t>
            </a:r>
          </a:p>
          <a:p>
            <a:pPr>
              <a:defRPr sz="1200"/>
            </a:pPr>
            <a:r>
              <a:t>D:/pasar_fix/node_modules/.bun/undici@7.25.0/node_modules/undici/lib/web/cache/util.js</a:t>
            </a:r>
          </a:p>
          <a:p>
            <a:pPr>
              <a:defRPr sz="1200"/>
            </a:pPr>
            <a:r>
              <a:t>D:/pasar_fix/node_modules/.bun/undici@7.25.0/node_modules/undici/lib/web/cookies/constants.js</a:t>
            </a:r>
          </a:p>
          <a:p>
            <a:pPr>
              <a:defRPr sz="1200"/>
            </a:pPr>
            <a:r>
              <a:t>D:/pasar_fix/node_modules/.bun/undici@7.25.0/node_modules/undici/lib/web/cookies/index.js</a:t>
            </a:r>
          </a:p>
          <a:p>
            <a:pPr>
              <a:defRPr sz="1200"/>
            </a:pPr>
            <a:r>
              <a:t>D:/pasar_fix/node_modules/.bun/undici@7.25.0/node_modules/undici/lib/web/cookies/parse.js</a:t>
            </a:r>
          </a:p>
          <a:p>
            <a:pPr>
              <a:defRPr sz="1200"/>
            </a:pPr>
            <a:r>
              <a:t>D:/pasar_fix/node_modules/.bun/undici@7.25.0/node_modules/undici/lib/web/cookies/util.js</a:t>
            </a:r>
          </a:p>
          <a:p>
            <a:pPr>
              <a:defRPr sz="1200"/>
            </a:pPr>
            <a:r>
              <a:t>D:/pasar_fix/node_modules/.bun/undici@7.25.0/node_modules/undici/lib/web/eventsource/eventsource-stream.js</a:t>
            </a:r>
          </a:p>
          <a:p>
            <a:pPr>
              <a:defRPr sz="1200"/>
            </a:pPr>
            <a:r>
              <a:t>D:/pasar_fix/node_modules/.bun/undici@7.25.0/node_modules/undici/lib/web/eventsource/eventsource.js</a:t>
            </a:r>
          </a:p>
          <a:p>
            <a:pPr>
              <a:defRPr sz="1200"/>
            </a:pPr>
            <a:r>
              <a:t>D:/pasar_fix/node_modules/.bun/undici@7.25.0/node_modules/undici/lib/web/eventsource/util.js</a:t>
            </a:r>
          </a:p>
          <a:p>
            <a:pPr>
              <a:defRPr sz="1200"/>
            </a:pPr>
            <a:r>
              <a:t>D:/pasar_fix/node_modules/.bun/undici@7.25.0/node_modules/undici/lib/web/fetch/body.js</a:t>
            </a:r>
          </a:p>
          <a:p>
            <a:pPr>
              <a:defRPr sz="1200"/>
            </a:pPr>
            <a:r>
              <a:t>D:/pasar_fix/node_modules/.bun/undici@7.25.0/node_modules/undici/lib/web/fetch/constants.js</a:t>
            </a:r>
          </a:p>
          <a:p>
            <a:pPr>
              <a:defRPr sz="1200"/>
            </a:pPr>
            <a:r>
              <a:t>D:/pasar_fix/node_modules/.bun/undici@7.25.0/node_modules/undici/lib/web/fetch/data-url.js</a:t>
            </a:r>
          </a:p>
          <a:p>
            <a:pPr>
              <a:defRPr sz="1200"/>
            </a:pPr>
            <a:r>
              <a:t>D:/pasar_fix/node_modules/.bun/undici@7.25.0/node_modules/undici/lib/web/fetch/formdata-parser.js</a:t>
            </a:r>
          </a:p>
          <a:p>
            <a:pPr>
              <a:defRPr sz="1200"/>
            </a:pPr>
            <a:r>
              <a:t>D:/pasar_fix/node_modules/.bun/undici@7.25.0/node_modules/undici/lib/web/fetch/formdata.js</a:t>
            </a:r>
          </a:p>
          <a:p>
            <a:pPr>
              <a:defRPr sz="1200"/>
            </a:pPr>
            <a:r>
              <a:t>D:/pasar_fix/node_modules/.bun/undici@7.25.0/node_modules/undici/lib/web/fetch/global.js</a:t>
            </a:r>
          </a:p>
          <a:p>
            <a:pPr>
              <a:defRPr sz="1200"/>
            </a:pPr>
            <a:r>
              <a:t>D:/pasar_fix/node_modules/.bun/undici@7.25.0/node_modules/undici/lib/web/fetch/headers.js</a:t>
            </a:r>
          </a:p>
          <a:p>
            <a:pPr>
              <a:defRPr sz="1200"/>
            </a:pPr>
            <a:r>
              <a:t>D:/pasar_fix/node_modules/.bun/undici@7.25.0/node_modules/undici/lib/web/fetch/index.js</a:t>
            </a:r>
          </a:p>
          <a:p>
            <a:pPr>
              <a:defRPr sz="1200"/>
            </a:pPr>
            <a:r>
              <a:t>D:/pasar_fix/node_modules/.bun/undici@7.25.0/node_modules/undici/lib/web/fetch/LICENSE</a:t>
            </a:r>
          </a:p>
          <a:p>
            <a:pPr>
              <a:defRPr sz="1200"/>
            </a:pPr>
            <a:r>
              <a:t>D:/pasar_fix/node_modules/.bun/undici@7.25.0/node_modules/undici/lib/web/fetch/request.js</a:t>
            </a:r>
          </a:p>
          <a:p>
            <a:pPr>
              <a:defRPr sz="1200"/>
            </a:pPr>
            <a:r>
              <a:t>D:/pasar_fix/node_modules/.bun/undici@7.25.0/node_modules/undici/lib/web/fetch/response.js</a:t>
            </a:r>
          </a:p>
          <a:p>
            <a:pPr>
              <a:defRPr sz="1200"/>
            </a:pPr>
            <a:r>
              <a:t>D:/pasar_fix/node_modules/.bun/undici@7.25.0/node_modules/undici/lib/web/fetch/util.js</a:t>
            </a:r>
          </a:p>
          <a:p>
            <a:pPr>
              <a:defRPr sz="1200"/>
            </a:pPr>
            <a:r>
              <a:t>D:/pasar_fix/node_modules/.bun/undici@7.25.0/node_modules/undici/lib/web/infra/index.js</a:t>
            </a:r>
          </a:p>
          <a:p>
            <a:pPr>
              <a:defRPr sz="1200"/>
            </a:pPr>
            <a:r>
              <a:t>D:/pasar_fix/node_modules/.bun/undici@7.25.0/node_modules/undici/lib/web/subresource-integrity/Readme.md</a:t>
            </a:r>
          </a:p>
          <a:p>
            <a:pPr>
              <a:defRPr sz="1200"/>
            </a:pPr>
            <a:r>
              <a:t>D:/pasar_fix/node_modules/.bun/undici@7.25.0/node_modules/undici/lib/web/subresource-integrity/subresource-integrity.js</a:t>
            </a:r>
          </a:p>
          <a:p>
            <a:pPr>
              <a:defRPr sz="1200"/>
            </a:pPr>
            <a:r>
              <a:t>D:/pasar_fix/node_modules/.bun/undici@7.25.0/node_modules/undici/lib/web/webidl/index.js</a:t>
            </a:r>
          </a:p>
          <a:p>
            <a:pPr>
              <a:defRPr sz="1200"/>
            </a:pPr>
            <a:r>
              <a:t>D:/pasar_fix/node_modules/.bun/undici@7.25.0/node_modules/undici/lib/web/websocket/connection.js</a:t>
            </a:r>
          </a:p>
          <a:p>
            <a:pPr>
              <a:defRPr sz="1200"/>
            </a:pPr>
            <a:r>
              <a:t>D:/pasar_fix/node_modules/.bun/undici@7.25.0/node_modules/undici/lib/web/websocket/constants.js</a:t>
            </a:r>
          </a:p>
          <a:p>
            <a:pPr>
              <a:defRPr sz="1200"/>
            </a:pPr>
            <a:r>
              <a:t>D:/pasar_fix/node_modules/.bun/undici@7.25.0/node_modules/undici/lib/web/websocket/events.js</a:t>
            </a:r>
          </a:p>
          <a:p>
            <a:pPr>
              <a:defRPr sz="1200"/>
            </a:pPr>
            <a:r>
              <a:t>D:/pasar_fix/node_modules/.bun/undici@7.25.0/node_modules/undici/lib/web/websocket/frame.js</a:t>
            </a:r>
          </a:p>
          <a:p>
            <a:pPr>
              <a:defRPr sz="1200"/>
            </a:pPr>
            <a:r>
              <a:t>D:/pasar_fix/node_modules/.bun/undici@7.25.0/node_modules/undici/lib/web/websocket/permessage-deflate.js</a:t>
            </a:r>
          </a:p>
          <a:p>
            <a:pPr>
              <a:defRPr sz="1200"/>
            </a:pPr>
            <a:r>
              <a:t>D:/pasar_fix/node_modules/.bun/undici@7.25.0/node_modules/undici/lib/web/websocket/receiver.js</a:t>
            </a:r>
          </a:p>
          <a:p>
            <a:pPr>
              <a:defRPr sz="1200"/>
            </a:pPr>
            <a:r>
              <a:t>D:/pasar_fix/node_modules/.bun/undici@7.25.0/node_modules/undici/lib/web/websocket/sender.js</a:t>
            </a:r>
          </a:p>
          <a:p>
            <a:pPr>
              <a:defRPr sz="1200"/>
            </a:pPr>
            <a:r>
              <a:t>D:/pasar_fix/node_modules/.bun/undici@7.25.0/node_modules/undici/lib/web/websocket/util.js</a:t>
            </a:r>
          </a:p>
          <a:p>
            <a:pPr>
              <a:defRPr sz="1200"/>
            </a:pPr>
            <a:r>
              <a:t>D:/pasar_fix/node_modules/.bun/undici@7.25.0/node_modules/undici/lib/web/websocket/websocket.js</a:t>
            </a:r>
          </a:p>
          <a:p>
            <a:pPr>
              <a:defRPr sz="1200"/>
            </a:pPr>
            <a:r>
              <a:t>D:/pasar_fix/node_modules/.bun/undici@7.25.0/node_modules/undici/lib/web/websocket/stream/websocketerror.js</a:t>
            </a:r>
          </a:p>
          <a:p>
            <a:pPr>
              <a:defRPr sz="1200"/>
            </a:pPr>
            <a:r>
              <a:t>D:/pasar_fix/node_modules/.bun/undici@7.25.0/node_modules/undici/lib/web/websocket/stream/websocketstream.js</a:t>
            </a:r>
          </a:p>
          <a:p>
            <a:pPr>
              <a:defRPr sz="1200"/>
            </a:pPr>
            <a:r>
              <a:t>D:/pasar_fix/node_modules/.bun/undici@7.25.0/node_modules/undici/scripts/strip-comments.js</a:t>
            </a:r>
          </a:p>
          <a:p>
            <a:pPr>
              <a:defRPr sz="1200"/>
            </a:pPr>
            <a:r>
              <a:t>D:/pasar_fix/node_modules/.bun/undici@7.25.0/node_modules/undici/types/agent.d.ts</a:t>
            </a:r>
          </a:p>
          <a:p>
            <a:pPr>
              <a:defRPr sz="1200"/>
            </a:pPr>
            <a:r>
              <a:t>D:/pasar_fix/node_modules/.bun/undici@7.25.0/node_modules/undici/types/api.d.ts</a:t>
            </a:r>
          </a:p>
          <a:p>
            <a:pPr>
              <a:defRPr sz="1200"/>
            </a:pPr>
            <a:r>
              <a:t>D:/pasar_fix/node_modules/.bun/undici@7.25.0/node_modules/undici/types/balanced-pool.d.ts</a:t>
            </a:r>
          </a:p>
          <a:p>
            <a:pPr>
              <a:defRPr sz="1200"/>
            </a:pPr>
            <a:r>
              <a:t>D:/pasar_fix/node_modules/.bun/undici@7.25.0/node_modules/undici/types/cache-interceptor.d.ts</a:t>
            </a:r>
          </a:p>
          <a:p>
            <a:pPr>
              <a:defRPr sz="1200"/>
            </a:pPr>
            <a:r>
              <a:t>D:/pasar_fix/node_modules/.bun/undici@7.25.0/node_modules/undici/types/cache.d.ts</a:t>
            </a:r>
          </a:p>
          <a:p>
            <a:pPr>
              <a:defRPr sz="1200"/>
            </a:pPr>
            <a:r>
              <a:t>D:/pasar_fix/node_modules/.bun/undici@7.25.0/node_modules/undici/types/client-stats.d.ts</a:t>
            </a:r>
          </a:p>
          <a:p>
            <a:pPr>
              <a:defRPr sz="1200"/>
            </a:pPr>
            <a:r>
              <a:t>D:/pasar_fix/node_modules/.bun/undici@7.25.0/node_modules/undici/types/client.d.ts</a:t>
            </a:r>
          </a:p>
          <a:p>
            <a:pPr>
              <a:defRPr sz="1200"/>
            </a:pPr>
            <a:r>
              <a:t>D:/pasar_fix/node_modules/.bun/undici@7.25.0/node_modules/undici/types/connector.d.ts</a:t>
            </a:r>
          </a:p>
          <a:p>
            <a:pPr>
              <a:defRPr sz="1200"/>
            </a:pPr>
            <a:r>
              <a:t>D:/pasar_fix/node_modules/.bun/undici@7.25.0/node_modules/undici/types/content-type.d.ts</a:t>
            </a:r>
          </a:p>
          <a:p>
            <a:pPr>
              <a:defRPr sz="1200"/>
            </a:pPr>
            <a:r>
              <a:t>D:/pasar_fix/node_modules/.bun/undici@7.25.0/node_modules/undici/types/cookies.d.ts</a:t>
            </a:r>
          </a:p>
          <a:p>
            <a:pPr>
              <a:defRPr sz="1200"/>
            </a:pPr>
            <a:r>
              <a:t>D:/pasar_fix/node_modules/.bun/undici@7.25.0/node_modules/undici/types/diagnostics-channel.d.ts</a:t>
            </a:r>
          </a:p>
          <a:p>
            <a:pPr>
              <a:defRPr sz="1200"/>
            </a:pPr>
            <a:r>
              <a:t>D:/pasar_fix/node_modules/.bun/undici@7.25.0/node_modules/undici/types/dispatcher.d.ts</a:t>
            </a:r>
          </a:p>
          <a:p>
            <a:pPr>
              <a:defRPr sz="1200"/>
            </a:pPr>
            <a:r>
              <a:t>D:/pasar_fix/node_modules/.bun/undici@7.25.0/node_modules/undici/types/env-http-proxy-agent.d.ts</a:t>
            </a:r>
          </a:p>
          <a:p>
            <a:pPr>
              <a:defRPr sz="1200"/>
            </a:pPr>
            <a:r>
              <a:t>D:/pasar_fix/node_modules/.bun/undici@7.25.0/node_modules/undici/types/errors.d.ts</a:t>
            </a:r>
          </a:p>
          <a:p>
            <a:pPr>
              <a:defRPr sz="1200"/>
            </a:pPr>
            <a:r>
              <a:t>D:/pasar_fix/node_modules/.bun/undici@7.25.0/node_modules/undici/types/eventsource.d.ts</a:t>
            </a:r>
          </a:p>
          <a:p>
            <a:pPr>
              <a:defRPr sz="1200"/>
            </a:pPr>
            <a:r>
              <a:t>D:/pasar_fix/node_modules/.bun/undici@7.25.0/node_modules/undici/types/fetch.d.ts</a:t>
            </a:r>
          </a:p>
          <a:p>
            <a:pPr>
              <a:defRPr sz="1200"/>
            </a:pPr>
            <a:r>
              <a:t>D:/pasar_fix/node_modules/.bun/undici@7.25.0/node_modules/undici/types/formdata.d.ts</a:t>
            </a:r>
          </a:p>
          <a:p>
            <a:pPr>
              <a:defRPr sz="1200"/>
            </a:pPr>
            <a:r>
              <a:t>D:/pasar_fix/node_modules/.bun/undici@7.25.0/node_modules/undici/types/global-dispatcher.d.ts</a:t>
            </a:r>
          </a:p>
          <a:p>
            <a:pPr>
              <a:defRPr sz="1200"/>
            </a:pPr>
            <a:r>
              <a:t>D:/pasar_fix/node_modules/.bun/undici@7.25.0/node_modules/undici/types/global-origin.d.ts</a:t>
            </a:r>
          </a:p>
          <a:p>
            <a:pPr>
              <a:defRPr sz="1200"/>
            </a:pPr>
            <a:r>
              <a:t>D:/pasar_fix/node_modules/.bun/undici@7.25.0/node_modules/undici/types/h2c-client.d.ts</a:t>
            </a:r>
          </a:p>
          <a:p>
            <a:pPr>
              <a:defRPr sz="1200"/>
            </a:pPr>
            <a:r>
              <a:t>D:/pasar_fix/node_modules/.bun/undici@7.25.0/node_modules/undici/types/handlers.d.ts</a:t>
            </a:r>
          </a:p>
          <a:p>
            <a:pPr>
              <a:defRPr sz="1200"/>
            </a:pPr>
            <a:r>
              <a:t>D:/pasar_fix/node_modules/.bun/undici@7.25.0/node_modules/undici/types/header.d.ts</a:t>
            </a:r>
          </a:p>
          <a:p>
            <a:pPr>
              <a:defRPr sz="1200"/>
            </a:pPr>
            <a:r>
              <a:t>D:/pasar_fix/node_modules/.bun/undici@7.25.0/node_modules/undici/types/index.d.ts</a:t>
            </a:r>
          </a:p>
          <a:p>
            <a:pPr>
              <a:defRPr sz="1200"/>
            </a:pPr>
            <a:r>
              <a:t>D:/pasar_fix/node_modules/.bun/undici@7.25.0/node_modules/undici/types/interceptors.d.ts</a:t>
            </a:r>
          </a:p>
          <a:p>
            <a:pPr>
              <a:defRPr sz="1200"/>
            </a:pPr>
            <a:r>
              <a:t>D:/pasar_fix/node_modules/.bun/undici@7.25.0/node_modules/undici/types/mock-agent.d.ts</a:t>
            </a:r>
          </a:p>
          <a:p>
            <a:pPr>
              <a:defRPr sz="1200"/>
            </a:pPr>
            <a:r>
              <a:t>D:/pasar_fix/node_modules/.bun/undici@7.25.0/node_modules/undici/types/mock-call-history.d.ts</a:t>
            </a:r>
          </a:p>
          <a:p>
            <a:pPr>
              <a:defRPr sz="1200"/>
            </a:pPr>
            <a:r>
              <a:t>D:/pasar_fix/node_modules/.bun/undici@7.25.0/node_modules/undici/types/mock-client.d.ts</a:t>
            </a:r>
          </a:p>
          <a:p>
            <a:pPr>
              <a:defRPr sz="1200"/>
            </a:pPr>
            <a:r>
              <a:t>D:/pasar_fix/node_modules/.bun/undici@7.25.0/node_modules/undici/types/mock-errors.d.ts</a:t>
            </a:r>
          </a:p>
          <a:p>
            <a:pPr>
              <a:defRPr sz="1200"/>
            </a:pPr>
            <a:r>
              <a:t>D:/pasar_fix/node_modules/.bun/undici@7.25.0/node_modules/undici/types/mock-interceptor.d.ts</a:t>
            </a:r>
          </a:p>
          <a:p>
            <a:pPr>
              <a:defRPr sz="1200"/>
            </a:pPr>
            <a:r>
              <a:t>D:/pasar_fix/node_modules/.bun/undici@7.25.0/node_modules/undici/types/mock-pool.d.ts</a:t>
            </a:r>
          </a:p>
          <a:p>
            <a:pPr>
              <a:defRPr sz="1200"/>
            </a:pPr>
            <a:r>
              <a:t>D:/pasar_fix/node_modules/.bun/undici@7.25.0/node_modules/undici/types/patch.d.ts</a:t>
            </a:r>
          </a:p>
          <a:p>
            <a:pPr>
              <a:defRPr sz="1200"/>
            </a:pPr>
            <a:r>
              <a:t>D:/pasar_fix/node_modules/.bun/undici@7.25.0/node_modules/undici/types/pool-stats.d.ts</a:t>
            </a:r>
          </a:p>
          <a:p>
            <a:pPr>
              <a:defRPr sz="1200"/>
            </a:pPr>
            <a:r>
              <a:t>D:/pasar_fix/node_modules/.bun/undici@7.25.0/node_modules/undici/types/pool.d.ts</a:t>
            </a:r>
          </a:p>
          <a:p>
            <a:pPr>
              <a:defRPr sz="1200"/>
            </a:pPr>
            <a:r>
              <a:t>D:/pasar_fix/node_modules/.bun/undici@7.25.0/node_modules/undici/types/proxy-agent.d.ts</a:t>
            </a:r>
          </a:p>
          <a:p>
            <a:pPr>
              <a:defRPr sz="1200"/>
            </a:pPr>
            <a:r>
              <a:t>D:/pasar_fix/node_modules/.bun/undici@7.25.0/node_modules/undici/types/readable.d.ts</a:t>
            </a:r>
          </a:p>
          <a:p>
            <a:pPr>
              <a:defRPr sz="1200"/>
            </a:pPr>
            <a:r>
              <a:t>D:/pasar_fix/node_modules/.bun/undici@7.25.0/node_modules/undici/types/README.md</a:t>
            </a:r>
          </a:p>
          <a:p>
            <a:pPr>
              <a:defRPr sz="1200"/>
            </a:pPr>
            <a:r>
              <a:t>D:/pasar_fix/node_modules/.bun/undici@7.25.0/node_modules/undici/types/retry-agent.d.ts</a:t>
            </a:r>
          </a:p>
          <a:p>
            <a:pPr>
              <a:defRPr sz="1200"/>
            </a:pPr>
            <a:r>
              <a:t>D:/pasar_fix/node_modules/.bun/undici@7.25.0/node_modules/undici/types/retry-handler.d.ts</a:t>
            </a:r>
          </a:p>
          <a:p>
            <a:pPr>
              <a:defRPr sz="1200"/>
            </a:pPr>
            <a:r>
              <a:t>D:/pasar_fix/node_modules/.bun/undici@7.25.0/node_modules/undici/types/round-robin-pool.d.ts</a:t>
            </a:r>
          </a:p>
          <a:p>
            <a:pPr>
              <a:defRPr sz="1200"/>
            </a:pPr>
            <a:r>
              <a:t>D:/pasar_fix/node_modules/.bun/undici@7.25.0/node_modules/undici/types/snapshot-agent.d.ts</a:t>
            </a:r>
          </a:p>
          <a:p>
            <a:pPr>
              <a:defRPr sz="1200"/>
            </a:pPr>
            <a:r>
              <a:t>D:/pasar_fix/node_modules/.bun/undici@7.25.0/node_modules/undici/types/socks5-proxy-agent.d.ts</a:t>
            </a:r>
          </a:p>
          <a:p>
            <a:pPr>
              <a:defRPr sz="1200"/>
            </a:pPr>
            <a:r>
              <a:t>D:/pasar_fix/node_modules/.bun/undici@7.25.0/node_modules/undici/types/util.d.ts</a:t>
            </a:r>
          </a:p>
          <a:p>
            <a:pPr>
              <a:defRPr sz="1200"/>
            </a:pPr>
            <a:r>
              <a:t>D:/pasar_fix/node_modules/.bun/undici@7.25.0/node_modules/undici/types/utility.d.ts</a:t>
            </a:r>
          </a:p>
          <a:p>
            <a:pPr>
              <a:defRPr sz="1200"/>
            </a:pPr>
            <a:r>
              <a:t>D:/pasar_fix/node_modules/.bun/undici@7.25.0/node_modules/undici/types/webidl.d.ts</a:t>
            </a:r>
          </a:p>
          <a:p>
            <a:pPr>
              <a:defRPr sz="1200"/>
            </a:pPr>
            <a:r>
              <a:t>D:/pasar_fix/node_modules/.bun/undici@7.25.0/node_modules/undici/types/websocket.d.ts</a:t>
            </a:r>
          </a:p>
          <a:p>
            <a:pPr>
              <a:defRPr sz="1200"/>
            </a:pPr>
            <a:r>
              <a:t>D:/pasar_fix/node_modules/.bun/unenv@1.10.0/node_modules/.bin/mime.bunx</a:t>
            </a:r>
          </a:p>
          <a:p>
            <a:pPr>
              <a:defRPr sz="1200"/>
            </a:pPr>
            <a:r>
              <a:t>D:/pasar_fix/node_modules/.bun/unenv@1.10.0/node_modules/.bin/mime.exe</a:t>
            </a:r>
          </a:p>
          <a:p>
            <a:pPr>
              <a:defRPr sz="1200"/>
            </a:pPr>
            <a:r>
              <a:t>D:/pasar_fix/node_modules/.bun/unenv@1.10.0/node_modules/unenv/LICENSE</a:t>
            </a:r>
          </a:p>
          <a:p>
            <a:pPr>
              <a:defRPr sz="1200"/>
            </a:pPr>
            <a:r>
              <a:t>D:/pasar_fix/node_modules/.bun/unenv@1.10.0/node_modules/unenv/package.json</a:t>
            </a:r>
          </a:p>
          <a:p>
            <a:pPr>
              <a:defRPr sz="1200"/>
            </a:pPr>
            <a:r>
              <a:t>D:/pasar_fix/node_modules/.bun/unenv@1.10.0/node_modules/unenv/README.md</a:t>
            </a:r>
          </a:p>
          <a:p>
            <a:pPr>
              <a:defRPr sz="1200"/>
            </a:pPr>
            <a:r>
              <a:t>D:/pasar_fix/node_modules/.bun/unenv@1.10.0/node_modules/unenv/dist/index.cjs</a:t>
            </a:r>
          </a:p>
          <a:p>
            <a:pPr>
              <a:defRPr sz="1200"/>
            </a:pPr>
            <a:r>
              <a:t>D:/pasar_fix/node_modules/.bun/unenv@1.10.0/node_modules/unenv/dist/index.d.cts</a:t>
            </a:r>
          </a:p>
          <a:p>
            <a:pPr>
              <a:defRPr sz="1200"/>
            </a:pPr>
            <a:r>
              <a:t>D:/pasar_fix/node_modules/.bun/unenv@1.10.0/node_modules/unenv/dist/index.d.mts</a:t>
            </a:r>
          </a:p>
          <a:p>
            <a:pPr>
              <a:defRPr sz="1200"/>
            </a:pPr>
            <a:r>
              <a:t>D:/pasar_fix/node_modules/.bun/unenv@1.10.0/node_modules/unenv/dist/index.d.ts</a:t>
            </a:r>
          </a:p>
          <a:p>
            <a:pPr>
              <a:defRPr sz="1200"/>
            </a:pPr>
            <a:r>
              <a:t>D:/pasar_fix/node_modules/.bun/unenv@1.10.0/node_modules/unenv/dist/index.mjs</a:t>
            </a:r>
          </a:p>
          <a:p>
            <a:pPr>
              <a:defRPr sz="1200"/>
            </a:pPr>
            <a:r>
              <a:t>D:/pasar_fix/node_modules/.bun/unenv@1.10.0/node_modules/unenv/runtime/fetch/call.cjs</a:t>
            </a:r>
          </a:p>
          <a:p>
            <a:pPr>
              <a:defRPr sz="1200"/>
            </a:pPr>
            <a:r>
              <a:t>D:/pasar_fix/node_modules/.bun/unenv@1.10.0/node_modules/unenv/runtime/fetch/call.d.ts</a:t>
            </a:r>
          </a:p>
          <a:p>
            <a:pPr>
              <a:defRPr sz="1200"/>
            </a:pPr>
            <a:r>
              <a:t>D:/pasar_fix/node_modules/.bun/unenv@1.10.0/node_modules/unenv/runtime/fetch/call.mjs</a:t>
            </a:r>
          </a:p>
          <a:p>
            <a:pPr>
              <a:defRPr sz="1200"/>
            </a:pPr>
            <a:r>
              <a:t>D:/pasar_fix/node_modules/.bun/unenv@1.10.0/node_modules/unenv/runtime/fetch/index.cjs</a:t>
            </a:r>
          </a:p>
          <a:p>
            <a:pPr>
              <a:defRPr sz="1200"/>
            </a:pPr>
            <a:r>
              <a:t>D:/pasar_fix/node_modules/.bun/unenv@1.10.0/node_modules/unenv/runtime/fetch/index.d.ts</a:t>
            </a:r>
          </a:p>
          <a:p>
            <a:pPr>
              <a:defRPr sz="1200"/>
            </a:pPr>
            <a:r>
              <a:t>D:/pasar_fix/node_modules/.bun/unenv@1.10.0/node_modules/unenv/runtime/fetch/index.mjs</a:t>
            </a:r>
          </a:p>
          <a:p>
            <a:pPr>
              <a:defRPr sz="1200"/>
            </a:pPr>
            <a:r>
              <a:t>D:/pasar_fix/node_modules/.bun/unenv@1.10.0/node_modules/unenv/runtime/mock/empty.cjs</a:t>
            </a:r>
          </a:p>
          <a:p>
            <a:pPr>
              <a:defRPr sz="1200"/>
            </a:pPr>
            <a:r>
              <a:t>D:/pasar_fix/node_modules/.bun/unenv@1.10.0/node_modules/unenv/runtime/mock/empty.d.ts</a:t>
            </a:r>
          </a:p>
          <a:p>
            <a:pPr>
              <a:defRPr sz="1200"/>
            </a:pPr>
            <a:r>
              <a:t>D:/pasar_fix/node_modules/.bun/unenv@1.10.0/node_modules/unenv/runtime/mock/empty.mjs</a:t>
            </a:r>
          </a:p>
          <a:p>
            <a:pPr>
              <a:defRPr sz="1200"/>
            </a:pPr>
            <a:r>
              <a:t>D:/pasar_fix/node_modules/.bun/unenv@1.10.0/node_modules/unenv/runtime/mock/noop.cjs</a:t>
            </a:r>
          </a:p>
          <a:p>
            <a:pPr>
              <a:defRPr sz="1200"/>
            </a:pPr>
            <a:r>
              <a:t>D:/pasar_fix/node_modules/.bun/unenv@1.10.0/node_modules/unenv/runtime/mock/noop.d.ts</a:t>
            </a:r>
          </a:p>
          <a:p>
            <a:pPr>
              <a:defRPr sz="1200"/>
            </a:pPr>
            <a:r>
              <a:t>D:/pasar_fix/node_modules/.bun/unenv@1.10.0/node_modules/unenv/runtime/mock/noop.mjs</a:t>
            </a:r>
          </a:p>
          <a:p>
            <a:pPr>
              <a:defRPr sz="1200"/>
            </a:pPr>
            <a:r>
              <a:t>D:/pasar_fix/node_modules/.bun/unenv@1.10.0/node_modules/unenv/runtime/mock/proxy.cjs</a:t>
            </a:r>
          </a:p>
          <a:p>
            <a:pPr>
              <a:defRPr sz="1200"/>
            </a:pPr>
            <a:r>
              <a:t>D:/pasar_fix/node_modules/.bun/unenv@1.10.0/node_modules/unenv/runtime/mock/proxy.d.ts</a:t>
            </a:r>
          </a:p>
          <a:p>
            <a:pPr>
              <a:defRPr sz="1200"/>
            </a:pPr>
            <a:r>
              <a:t>D:/pasar_fix/node_modules/.bun/unenv@1.10.0/node_modules/unenv/runtime/mock/proxy.mjs</a:t>
            </a:r>
          </a:p>
          <a:p>
            <a:pPr>
              <a:defRPr sz="1200"/>
            </a:pPr>
            <a:r>
              <a:t>D:/pasar_fix/node_modules/.bun/unenv@1.10.0/node_modules/unenv/runtime/node/async_hooks/index.cjs</a:t>
            </a:r>
          </a:p>
          <a:p>
            <a:pPr>
              <a:defRPr sz="1200"/>
            </a:pPr>
            <a:r>
              <a:t>D:/pasar_fix/node_modules/.bun/unenv@1.10.0/node_modules/unenv/runtime/node/async_hooks/index.d.ts</a:t>
            </a:r>
          </a:p>
          <a:p>
            <a:pPr>
              <a:defRPr sz="1200"/>
            </a:pPr>
            <a:r>
              <a:t>D:/pasar_fix/node_modules/.bun/unenv@1.10.0/node_modules/unenv/runtime/node/async_hooks/index.mjs</a:t>
            </a:r>
          </a:p>
          <a:p>
            <a:pPr>
              <a:defRPr sz="1200"/>
            </a:pPr>
            <a:r>
              <a:t>D:/pasar_fix/node_modules/.bun/unenv@1.10.0/node_modules/unenv/runtime/node/async_hooks/_async-hook.cjs</a:t>
            </a:r>
          </a:p>
          <a:p>
            <a:pPr>
              <a:defRPr sz="1200"/>
            </a:pPr>
            <a:r>
              <a:t>D:/pasar_fix/node_modules/.bun/unenv@1.10.0/node_modules/unenv/runtime/node/async_hooks/_async-hook.d.ts</a:t>
            </a:r>
          </a:p>
          <a:p>
            <a:pPr>
              <a:defRPr sz="1200"/>
            </a:pPr>
            <a:r>
              <a:t>D:/pasar_fix/node_modules/.bun/unenv@1.10.0/node_modules/unenv/runtime/node/async_hooks/_async-hook.mjs</a:t>
            </a:r>
          </a:p>
          <a:p>
            <a:pPr>
              <a:defRPr sz="1200"/>
            </a:pPr>
            <a:r>
              <a:t>D:/pasar_fix/node_modules/.bun/unenv@1.10.0/node_modules/unenv/runtime/node/async_hooks/_async-local-storage.cjs</a:t>
            </a:r>
          </a:p>
          <a:p>
            <a:pPr>
              <a:defRPr sz="1200"/>
            </a:pPr>
            <a:r>
              <a:t>D:/pasar_fix/node_modules/.bun/unenv@1.10.0/node_modules/unenv/runtime/node/async_hooks/_async-local-storage.d.ts</a:t>
            </a:r>
          </a:p>
          <a:p>
            <a:pPr>
              <a:defRPr sz="1200"/>
            </a:pPr>
            <a:r>
              <a:t>D:/pasar_fix/node_modules/.bun/unenv@1.10.0/node_modules/unenv/runtime/node/async_hooks/_async-local-storage.mjs</a:t>
            </a:r>
          </a:p>
          <a:p>
            <a:pPr>
              <a:defRPr sz="1200"/>
            </a:pPr>
            <a:r>
              <a:t>D:/pasar_fix/node_modules/.bun/unenv@1.10.0/node_modules/unenv/runtime/node/async_hooks/_async-resource.cjs</a:t>
            </a:r>
          </a:p>
          <a:p>
            <a:pPr>
              <a:defRPr sz="1200"/>
            </a:pPr>
            <a:r>
              <a:t>D:/pasar_fix/node_modules/.bun/unenv@1.10.0/node_modules/unenv/runtime/node/async_hooks/_async-resource.d.ts</a:t>
            </a:r>
          </a:p>
          <a:p>
            <a:pPr>
              <a:defRPr sz="1200"/>
            </a:pPr>
            <a:r>
              <a:t>D:/pasar_fix/node_modules/.bun/unenv@1.10.0/node_modules/unenv/runtime/node/async_hooks/_async-resource.mjs</a:t>
            </a:r>
          </a:p>
          <a:p>
            <a:pPr>
              <a:defRPr sz="1200"/>
            </a:pPr>
            <a:r>
              <a:t>D:/pasar_fix/node_modules/.bun/unenv@1.10.0/node_modules/unenv/runtime/node/buffer/index.cjs</a:t>
            </a:r>
          </a:p>
          <a:p>
            <a:pPr>
              <a:defRPr sz="1200"/>
            </a:pPr>
            <a:r>
              <a:t>D:/pasar_fix/node_modules/.bun/unenv@1.10.0/node_modules/unenv/runtime/node/buffer/index.d.ts</a:t>
            </a:r>
          </a:p>
          <a:p>
            <a:pPr>
              <a:defRPr sz="1200"/>
            </a:pPr>
            <a:r>
              <a:t>D:/pasar_fix/node_modules/.bun/unenv@1.10.0/node_modules/unenv/runtime/node/buffer/index.mjs</a:t>
            </a:r>
          </a:p>
          <a:p>
            <a:pPr>
              <a:defRPr sz="1200"/>
            </a:pPr>
            <a:r>
              <a:t>D:/pasar_fix/node_modules/.bun/unenv@1.10.0/node_modules/unenv/runtime/node/buffer/_base64.cjs</a:t>
            </a:r>
          </a:p>
          <a:p>
            <a:pPr>
              <a:defRPr sz="1200"/>
            </a:pPr>
            <a:r>
              <a:t>D:/pasar_fix/node_modules/.bun/unenv@1.10.0/node_modules/unenv/runtime/node/buffer/_base64.d.ts</a:t>
            </a:r>
          </a:p>
          <a:p>
            <a:pPr>
              <a:defRPr sz="1200"/>
            </a:pPr>
            <a:r>
              <a:t>D:/pasar_fix/node_modules/.bun/unenv@1.10.0/node_modules/unenv/runtime/node/buffer/_base64.mjs</a:t>
            </a:r>
          </a:p>
          <a:p>
            <a:pPr>
              <a:defRPr sz="1200"/>
            </a:pPr>
            <a:r>
              <a:t>D:/pasar_fix/node_modules/.bun/unenv@1.10.0/node_modules/unenv/runtime/node/buffer/_buffer.cjs</a:t>
            </a:r>
          </a:p>
          <a:p>
            <a:pPr>
              <a:defRPr sz="1200"/>
            </a:pPr>
            <a:r>
              <a:t>D:/pasar_fix/node_modules/.bun/unenv@1.10.0/node_modules/unenv/runtime/node/buffer/_buffer.d.ts</a:t>
            </a:r>
          </a:p>
          <a:p>
            <a:pPr>
              <a:defRPr sz="1200"/>
            </a:pPr>
            <a:r>
              <a:t>D:/pasar_fix/node_modules/.bun/unenv@1.10.0/node_modules/unenv/runtime/node/buffer/_buffer.mjs</a:t>
            </a:r>
          </a:p>
          <a:p>
            <a:pPr>
              <a:defRPr sz="1200"/>
            </a:pPr>
            <a:r>
              <a:t>D:/pasar_fix/node_modules/.bun/unenv@1.10.0/node_modules/unenv/runtime/node/buffer/_file.cjs</a:t>
            </a:r>
          </a:p>
          <a:p>
            <a:pPr>
              <a:defRPr sz="1200"/>
            </a:pPr>
            <a:r>
              <a:t>D:/pasar_fix/node_modules/.bun/unenv@1.10.0/node_modules/unenv/runtime/node/buffer/_file.d.ts</a:t>
            </a:r>
          </a:p>
          <a:p>
            <a:pPr>
              <a:defRPr sz="1200"/>
            </a:pPr>
            <a:r>
              <a:t>D:/pasar_fix/node_modules/.bun/unenv@1.10.0/node_modules/unenv/runtime/node/buffer/_file.mjs</a:t>
            </a:r>
          </a:p>
          <a:p>
            <a:pPr>
              <a:defRPr sz="1200"/>
            </a:pPr>
            <a:r>
              <a:t>D:/pasar_fix/node_modules/.bun/unenv@1.10.0/node_modules/unenv/runtime/node/buffer/_ieee754.cjs</a:t>
            </a:r>
          </a:p>
          <a:p>
            <a:pPr>
              <a:defRPr sz="1200"/>
            </a:pPr>
            <a:r>
              <a:t>D:/pasar_fix/node_modules/.bun/unenv@1.10.0/node_modules/unenv/runtime/node/buffer/_ieee754.d.ts</a:t>
            </a:r>
          </a:p>
          <a:p>
            <a:pPr>
              <a:defRPr sz="1200"/>
            </a:pPr>
            <a:r>
              <a:t>D:/pasar_fix/node_modules/.bun/unenv@1.10.0/node_modules/unenv/runtime/node/buffer/_ieee754.mjs</a:t>
            </a:r>
          </a:p>
          <a:p>
            <a:pPr>
              <a:defRPr sz="1200"/>
            </a:pPr>
            <a:r>
              <a:t>D:/pasar_fix/node_modules/.bun/unenv@1.10.0/node_modules/unenv/runtime/node/crypto/index.cjs</a:t>
            </a:r>
          </a:p>
          <a:p>
            <a:pPr>
              <a:defRPr sz="1200"/>
            </a:pPr>
            <a:r>
              <a:t>D:/pasar_fix/node_modules/.bun/unenv@1.10.0/node_modules/unenv/runtime/node/crypto/index.d.ts</a:t>
            </a:r>
          </a:p>
          <a:p>
            <a:pPr>
              <a:defRPr sz="1200"/>
            </a:pPr>
            <a:r>
              <a:t>D:/pasar_fix/node_modules/.bun/unenv@1.10.0/node_modules/unenv/runtime/node/crypto/index.mjs</a:t>
            </a:r>
          </a:p>
          <a:p>
            <a:pPr>
              <a:defRPr sz="1200"/>
            </a:pPr>
            <a:r>
              <a:t>D:/pasar_fix/node_modules/.bun/unenv@1.10.0/node_modules/unenv/runtime/node/crypto/node.cjs</a:t>
            </a:r>
          </a:p>
          <a:p>
            <a:pPr>
              <a:defRPr sz="1200"/>
            </a:pPr>
            <a:r>
              <a:t>D:/pasar_fix/node_modules/.bun/unenv@1.10.0/node_modules/unenv/runtime/node/crypto/node.d.ts</a:t>
            </a:r>
          </a:p>
          <a:p>
            <a:pPr>
              <a:defRPr sz="1200"/>
            </a:pPr>
            <a:r>
              <a:t>D:/pasar_fix/node_modules/.bun/unenv@1.10.0/node_modules/unenv/runtime/node/crypto/node.mjs</a:t>
            </a:r>
          </a:p>
          <a:p>
            <a:pPr>
              <a:defRPr sz="1200"/>
            </a:pPr>
            <a:r>
              <a:t>D:/pasar_fix/node_modules/.bun/unenv@1.10.0/node_modules/unenv/runtime/node/crypto/web.cjs</a:t>
            </a:r>
          </a:p>
          <a:p>
            <a:pPr>
              <a:defRPr sz="1200"/>
            </a:pPr>
            <a:r>
              <a:t>D:/pasar_fix/node_modules/.bun/unenv@1.10.0/node_modules/unenv/runtime/node/crypto/web.d.ts</a:t>
            </a:r>
          </a:p>
          <a:p>
            <a:pPr>
              <a:defRPr sz="1200"/>
            </a:pPr>
            <a:r>
              <a:t>D:/pasar_fix/node_modules/.bun/unenv@1.10.0/node_modules/unenv/runtime/node/crypto/web.mjs</a:t>
            </a:r>
          </a:p>
          <a:p>
            <a:pPr>
              <a:defRPr sz="1200"/>
            </a:pPr>
            <a:r>
              <a:t>D:/pasar_fix/node_modules/.bun/unenv@1.10.0/node_modules/unenv/runtime/node/events/index.cjs</a:t>
            </a:r>
          </a:p>
          <a:p>
            <a:pPr>
              <a:defRPr sz="1200"/>
            </a:pPr>
            <a:r>
              <a:t>D:/pasar_fix/node_modules/.bun/unenv@1.10.0/node_modules/unenv/runtime/node/events/index.d.ts</a:t>
            </a:r>
          </a:p>
          <a:p>
            <a:pPr>
              <a:defRPr sz="1200"/>
            </a:pPr>
            <a:r>
              <a:t>D:/pasar_fix/node_modules/.bun/unenv@1.10.0/node_modules/unenv/runtime/node/events/index.mjs</a:t>
            </a:r>
          </a:p>
          <a:p>
            <a:pPr>
              <a:defRPr sz="1200"/>
            </a:pPr>
            <a:r>
              <a:t>D:/pasar_fix/node_modules/.bun/unenv@1.10.0/node_modules/unenv/runtime/node/events/_events.cjs</a:t>
            </a:r>
          </a:p>
          <a:p>
            <a:pPr>
              <a:defRPr sz="1200"/>
            </a:pPr>
            <a:r>
              <a:t>D:/pasar_fix/node_modules/.bun/unenv@1.10.0/node_modules/unenv/runtime/node/events/_events.d.ts</a:t>
            </a:r>
          </a:p>
          <a:p>
            <a:pPr>
              <a:defRPr sz="1200"/>
            </a:pPr>
            <a:r>
              <a:t>D:/pasar_fix/node_modules/.bun/unenv@1.10.0/node_modules/unenv/runtime/node/events/_events.mjs</a:t>
            </a:r>
          </a:p>
          <a:p>
            <a:pPr>
              <a:defRPr sz="1200"/>
            </a:pPr>
            <a:r>
              <a:t>D:/pasar_fix/node_modules/.bun/unenv@1.10.0/node_modules/unenv/runtime/node/fs/index.cjs</a:t>
            </a:r>
          </a:p>
          <a:p>
            <a:pPr>
              <a:defRPr sz="1200"/>
            </a:pPr>
            <a:r>
              <a:t>D:/pasar_fix/node_modules/.bun/unenv@1.10.0/node_modules/unenv/runtime/node/fs/index.d.ts</a:t>
            </a:r>
          </a:p>
          <a:p>
            <a:pPr>
              <a:defRPr sz="1200"/>
            </a:pPr>
            <a:r>
              <a:t>D:/pasar_fix/node_modules/.bun/unenv@1.10.0/node_modules/unenv/runtime/node/fs/index.mjs</a:t>
            </a:r>
          </a:p>
          <a:p>
            <a:pPr>
              <a:defRPr sz="1200"/>
            </a:pPr>
            <a:r>
              <a:t>D:/pasar_fix/node_modules/.bun/unenv@1.10.0/node_modules/unenv/runtime/node/fs/_classes.cjs</a:t>
            </a:r>
          </a:p>
          <a:p>
            <a:pPr>
              <a:defRPr sz="1200"/>
            </a:pPr>
            <a:r>
              <a:t>D:/pasar_fix/node_modules/.bun/unenv@1.10.0/node_modules/unenv/runtime/node/fs/_classes.d.ts</a:t>
            </a:r>
          </a:p>
          <a:p>
            <a:pPr>
              <a:defRPr sz="1200"/>
            </a:pPr>
            <a:r>
              <a:t>D:/pasar_fix/node_modules/.bun/unenv@1.10.0/node_modules/unenv/runtime/node/fs/_classes.mjs</a:t>
            </a:r>
          </a:p>
          <a:p>
            <a:pPr>
              <a:defRPr sz="1200"/>
            </a:pPr>
            <a:r>
              <a:t>D:/pasar_fix/node_modules/.bun/unenv@1.10.0/node_modules/unenv/runtime/node/fs/_constants.cjs</a:t>
            </a:r>
          </a:p>
          <a:p>
            <a:pPr>
              <a:defRPr sz="1200"/>
            </a:pPr>
            <a:r>
              <a:t>D:/pasar_fix/node_modules/.bun/unenv@1.10.0/node_modules/unenv/runtime/node/fs/_constants.d.ts</a:t>
            </a:r>
          </a:p>
          <a:p>
            <a:pPr>
              <a:defRPr sz="1200"/>
            </a:pPr>
            <a:r>
              <a:t>D:/pasar_fix/node_modules/.bun/unenv@1.10.0/node_modules/unenv/runtime/node/fs/_constants.mjs</a:t>
            </a:r>
          </a:p>
          <a:p>
            <a:pPr>
              <a:defRPr sz="1200"/>
            </a:pPr>
            <a:r>
              <a:t>D:/pasar_fix/node_modules/.bun/unenv@1.10.0/node_modules/unenv/runtime/node/fs/_fs.cjs</a:t>
            </a:r>
          </a:p>
          <a:p>
            <a:pPr>
              <a:defRPr sz="1200"/>
            </a:pPr>
            <a:r>
              <a:t>D:/pasar_fix/node_modules/.bun/unenv@1.10.0/node_modules/unenv/runtime/node/fs/_fs.d.ts</a:t>
            </a:r>
          </a:p>
          <a:p>
            <a:pPr>
              <a:defRPr sz="1200"/>
            </a:pPr>
            <a:r>
              <a:t>D:/pasar_fix/node_modules/.bun/unenv@1.10.0/node_modules/unenv/runtime/node/fs/_fs.mjs</a:t>
            </a:r>
          </a:p>
          <a:p>
            <a:pPr>
              <a:defRPr sz="1200"/>
            </a:pPr>
            <a:r>
              <a:t>D:/pasar_fix/node_modules/.bun/unenv@1.10.0/node_modules/unenv/runtime/node/fs/promises/index.cjs</a:t>
            </a:r>
          </a:p>
          <a:p>
            <a:pPr>
              <a:defRPr sz="1200"/>
            </a:pPr>
            <a:r>
              <a:t>D:/pasar_fix/node_modules/.bun/unenv@1.10.0/node_modules/unenv/runtime/node/fs/promises/index.d.ts</a:t>
            </a:r>
          </a:p>
          <a:p>
            <a:pPr>
              <a:defRPr sz="1200"/>
            </a:pPr>
            <a:r>
              <a:t>D:/pasar_fix/node_modules/.bun/unenv@1.10.0/node_modules/unenv/runtime/node/fs/promises/index.mjs</a:t>
            </a:r>
          </a:p>
          <a:p>
            <a:pPr>
              <a:defRPr sz="1200"/>
            </a:pPr>
            <a:r>
              <a:t>D:/pasar_fix/node_modules/.bun/unenv@1.10.0/node_modules/unenv/runtime/node/fs/promises/_promises.cjs</a:t>
            </a:r>
          </a:p>
          <a:p>
            <a:pPr>
              <a:defRPr sz="1200"/>
            </a:pPr>
            <a:r>
              <a:t>D:/pasar_fix/node_modules/.bun/unenv@1.10.0/node_modules/unenv/runtime/node/fs/promises/_promises.d.ts</a:t>
            </a:r>
          </a:p>
          <a:p>
            <a:pPr>
              <a:defRPr sz="1200"/>
            </a:pPr>
            <a:r>
              <a:t>D:/pasar_fix/node_modules/.bun/unenv@1.10.0/node_modules/unenv/runtime/node/fs/promises/_promises.mjs</a:t>
            </a:r>
          </a:p>
          <a:p>
            <a:pPr>
              <a:defRPr sz="1200"/>
            </a:pPr>
            <a:r>
              <a:t>D:/pasar_fix/node_modules/.bun/unenv@1.10.0/node_modules/unenv/runtime/node/http/index.cjs</a:t>
            </a:r>
          </a:p>
          <a:p>
            <a:pPr>
              <a:defRPr sz="1200"/>
            </a:pPr>
            <a:r>
              <a:t>D:/pasar_fix/node_modules/.bun/unenv@1.10.0/node_modules/unenv/runtime/node/http/index.d.ts</a:t>
            </a:r>
          </a:p>
          <a:p>
            <a:pPr>
              <a:defRPr sz="1200"/>
            </a:pPr>
            <a:r>
              <a:t>D:/pasar_fix/node_modules/.bun/unenv@1.10.0/node_modules/unenv/runtime/node/http/index.mjs</a:t>
            </a:r>
          </a:p>
          <a:p>
            <a:pPr>
              <a:defRPr sz="1200"/>
            </a:pPr>
            <a:r>
              <a:t>D:/pasar_fix/node_modules/.bun/unenv@1.10.0/node_modules/unenv/runtime/node/http/_consts.cjs</a:t>
            </a:r>
          </a:p>
          <a:p>
            <a:pPr>
              <a:defRPr sz="1200"/>
            </a:pPr>
            <a:r>
              <a:t>D:/pasar_fix/node_modules/.bun/unenv@1.10.0/node_modules/unenv/runtime/node/http/_consts.d.ts</a:t>
            </a:r>
          </a:p>
          <a:p>
            <a:pPr>
              <a:defRPr sz="1200"/>
            </a:pPr>
            <a:r>
              <a:t>D:/pasar_fix/node_modules/.bun/unenv@1.10.0/node_modules/unenv/runtime/node/http/_consts.mjs</a:t>
            </a:r>
          </a:p>
          <a:p>
            <a:pPr>
              <a:defRPr sz="1200"/>
            </a:pPr>
            <a:r>
              <a:t>D:/pasar_fix/node_modules/.bun/unenv@1.10.0/node_modules/unenv/runtime/node/http/_request.cjs</a:t>
            </a:r>
          </a:p>
          <a:p>
            <a:pPr>
              <a:defRPr sz="1200"/>
            </a:pPr>
            <a:r>
              <a:t>D:/pasar_fix/node_modules/.bun/unenv@1.10.0/node_modules/unenv/runtime/node/http/_request.d.ts</a:t>
            </a:r>
          </a:p>
          <a:p>
            <a:pPr>
              <a:defRPr sz="1200"/>
            </a:pPr>
            <a:r>
              <a:t>D:/pasar_fix/node_modules/.bun/unenv@1.10.0/node_modules/unenv/runtime/node/http/_request.mjs</a:t>
            </a:r>
          </a:p>
          <a:p>
            <a:pPr>
              <a:defRPr sz="1200"/>
            </a:pPr>
            <a:r>
              <a:t>D:/pasar_fix/node_modules/.bun/unenv@1.10.0/node_modules/unenv/runtime/node/http/_response.cjs</a:t>
            </a:r>
          </a:p>
          <a:p>
            <a:pPr>
              <a:defRPr sz="1200"/>
            </a:pPr>
            <a:r>
              <a:t>D:/pasar_fix/node_modules/.bun/unenv@1.10.0/node_modules/unenv/runtime/node/http/_response.d.ts</a:t>
            </a:r>
          </a:p>
          <a:p>
            <a:pPr>
              <a:defRPr sz="1200"/>
            </a:pPr>
            <a:r>
              <a:t>D:/pasar_fix/node_modules/.bun/unenv@1.10.0/node_modules/unenv/runtime/node/http/_response.mjs</a:t>
            </a:r>
          </a:p>
          <a:p>
            <a:pPr>
              <a:defRPr sz="1200"/>
            </a:pPr>
            <a:r>
              <a:t>D:/pasar_fix/node_modules/.bun/unenv@1.10.0/node_modules/unenv/runtime/node/https/index.cjs</a:t>
            </a:r>
          </a:p>
          <a:p>
            <a:pPr>
              <a:defRPr sz="1200"/>
            </a:pPr>
            <a:r>
              <a:t>D:/pasar_fix/node_modules/.bun/unenv@1.10.0/node_modules/unenv/runtime/node/https/index.d.ts</a:t>
            </a:r>
          </a:p>
          <a:p>
            <a:pPr>
              <a:defRPr sz="1200"/>
            </a:pPr>
            <a:r>
              <a:t>D:/pasar_fix/node_modules/.bun/unenv@1.10.0/node_modules/unenv/runtime/node/https/index.mjs</a:t>
            </a:r>
          </a:p>
          <a:p>
            <a:pPr>
              <a:defRPr sz="1200"/>
            </a:pPr>
            <a:r>
              <a:t>D:/pasar_fix/node_modules/.bun/unenv@1.10.0/node_modules/unenv/runtime/node/module/index.cjs</a:t>
            </a:r>
          </a:p>
          <a:p>
            <a:pPr>
              <a:defRPr sz="1200"/>
            </a:pPr>
            <a:r>
              <a:t>D:/pasar_fix/node_modules/.bun/unenv@1.10.0/node_modules/unenv/runtime/node/module/index.d.ts</a:t>
            </a:r>
          </a:p>
          <a:p>
            <a:pPr>
              <a:defRPr sz="1200"/>
            </a:pPr>
            <a:r>
              <a:t>D:/pasar_fix/node_modules/.bun/unenv@1.10.0/node_modules/unenv/runtime/node/module/index.mjs</a:t>
            </a:r>
          </a:p>
          <a:p>
            <a:pPr>
              <a:defRPr sz="1200"/>
            </a:pPr>
            <a:r>
              <a:t>D:/pasar_fix/node_modules/.bun/unenv@1.10.0/node_modules/unenv/runtime/node/net/index.cjs</a:t>
            </a:r>
          </a:p>
          <a:p>
            <a:pPr>
              <a:defRPr sz="1200"/>
            </a:pPr>
            <a:r>
              <a:t>D:/pasar_fix/node_modules/.bun/unenv@1.10.0/node_modules/unenv/runtime/node/net/index.d.ts</a:t>
            </a:r>
          </a:p>
          <a:p>
            <a:pPr>
              <a:defRPr sz="1200"/>
            </a:pPr>
            <a:r>
              <a:t>D:/pasar_fix/node_modules/.bun/unenv@1.10.0/node_modules/unenv/runtime/node/net/index.mjs</a:t>
            </a:r>
          </a:p>
          <a:p>
            <a:pPr>
              <a:defRPr sz="1200"/>
            </a:pPr>
            <a:r>
              <a:t>D:/pasar_fix/node_modules/.bun/unenv@1.10.0/node_modules/unenv/runtime/node/net/socket.cjs</a:t>
            </a:r>
          </a:p>
          <a:p>
            <a:pPr>
              <a:defRPr sz="1200"/>
            </a:pPr>
            <a:r>
              <a:t>D:/pasar_fix/node_modules/.bun/unenv@1.10.0/node_modules/unenv/runtime/node/net/socket.d.ts</a:t>
            </a:r>
          </a:p>
          <a:p>
            <a:pPr>
              <a:defRPr sz="1200"/>
            </a:pPr>
            <a:r>
              <a:t>D:/pasar_fix/node_modules/.bun/unenv@1.10.0/node_modules/unenv/runtime/node/net/socket.mjs</a:t>
            </a:r>
          </a:p>
          <a:p>
            <a:pPr>
              <a:defRPr sz="1200"/>
            </a:pPr>
            <a:r>
              <a:t>D:/pasar_fix/node_modules/.bun/unenv@1.10.0/node_modules/unenv/runtime/node/os/index.cjs</a:t>
            </a:r>
          </a:p>
          <a:p>
            <a:pPr>
              <a:defRPr sz="1200"/>
            </a:pPr>
            <a:r>
              <a:t>D:/pasar_fix/node_modules/.bun/unenv@1.10.0/node_modules/unenv/runtime/node/os/index.d.ts</a:t>
            </a:r>
          </a:p>
          <a:p>
            <a:pPr>
              <a:defRPr sz="1200"/>
            </a:pPr>
            <a:r>
              <a:t>D:/pasar_fix/node_modules/.bun/unenv@1.10.0/node_modules/unenv/runtime/node/os/index.mjs</a:t>
            </a:r>
          </a:p>
          <a:p>
            <a:pPr>
              <a:defRPr sz="1200"/>
            </a:pPr>
            <a:r>
              <a:t>D:/pasar_fix/node_modules/.bun/unenv@1.10.0/node_modules/unenv/runtime/node/os/_constants.cjs</a:t>
            </a:r>
          </a:p>
          <a:p>
            <a:pPr>
              <a:defRPr sz="1200"/>
            </a:pPr>
            <a:r>
              <a:t>D:/pasar_fix/node_modules/.bun/unenv@1.10.0/node_modules/unenv/runtime/node/os/_constants.d.ts</a:t>
            </a:r>
          </a:p>
          <a:p>
            <a:pPr>
              <a:defRPr sz="1200"/>
            </a:pPr>
            <a:r>
              <a:t>D:/pasar_fix/node_modules/.bun/unenv@1.10.0/node_modules/unenv/runtime/node/os/_constants.mjs</a:t>
            </a:r>
          </a:p>
          <a:p>
            <a:pPr>
              <a:defRPr sz="1200"/>
            </a:pPr>
            <a:r>
              <a:t>D:/pasar_fix/node_modules/.bun/unenv@1.10.0/node_modules/unenv/runtime/node/path/index.cjs</a:t>
            </a:r>
          </a:p>
          <a:p>
            <a:pPr>
              <a:defRPr sz="1200"/>
            </a:pPr>
            <a:r>
              <a:t>D:/pasar_fix/node_modules/.bun/unenv@1.10.0/node_modules/unenv/runtime/node/path/index.d.ts</a:t>
            </a:r>
          </a:p>
          <a:p>
            <a:pPr>
              <a:defRPr sz="1200"/>
            </a:pPr>
            <a:r>
              <a:t>D:/pasar_fix/node_modules/.bun/unenv@1.10.0/node_modules/unenv/runtime/node/path/index.mjs</a:t>
            </a:r>
          </a:p>
          <a:p>
            <a:pPr>
              <a:defRPr sz="1200"/>
            </a:pPr>
            <a:r>
              <a:t>D:/pasar_fix/node_modules/.bun/unenv@1.10.0/node_modules/unenv/runtime/node/process/index.cjs</a:t>
            </a:r>
          </a:p>
          <a:p>
            <a:pPr>
              <a:defRPr sz="1200"/>
            </a:pPr>
            <a:r>
              <a:t>D:/pasar_fix/node_modules/.bun/unenv@1.10.0/node_modules/unenv/runtime/node/process/index.d.ts</a:t>
            </a:r>
          </a:p>
          <a:p>
            <a:pPr>
              <a:defRPr sz="1200"/>
            </a:pPr>
            <a:r>
              <a:t>D:/pasar_fix/node_modules/.bun/unenv@1.10.0/node_modules/unenv/runtime/node/process/index.mjs</a:t>
            </a:r>
          </a:p>
          <a:p>
            <a:pPr>
              <a:defRPr sz="1200"/>
            </a:pPr>
            <a:r>
              <a:t>D:/pasar_fix/node_modules/.bun/unenv@1.10.0/node_modules/unenv/runtime/node/process/_process.cjs</a:t>
            </a:r>
          </a:p>
          <a:p>
            <a:pPr>
              <a:defRPr sz="1200"/>
            </a:pPr>
            <a:r>
              <a:t>D:/pasar_fix/node_modules/.bun/unenv@1.10.0/node_modules/unenv/runtime/node/process/_process.d.ts</a:t>
            </a:r>
          </a:p>
          <a:p>
            <a:pPr>
              <a:defRPr sz="1200"/>
            </a:pPr>
            <a:r>
              <a:t>D:/pasar_fix/node_modules/.bun/unenv@1.10.0/node_modules/unenv/runtime/node/process/_process.mjs</a:t>
            </a:r>
          </a:p>
          <a:p>
            <a:pPr>
              <a:defRPr sz="1200"/>
            </a:pPr>
            <a:r>
              <a:t>D:/pasar_fix/node_modules/.bun/unenv@1.10.0/node_modules/unenv/runtime/node/stream/duplex.cjs</a:t>
            </a:r>
          </a:p>
          <a:p>
            <a:pPr>
              <a:defRPr sz="1200"/>
            </a:pPr>
            <a:r>
              <a:t>D:/pasar_fix/node_modules/.bun/unenv@1.10.0/node_modules/unenv/runtime/node/stream/duplex.d.ts</a:t>
            </a:r>
          </a:p>
          <a:p>
            <a:pPr>
              <a:defRPr sz="1200"/>
            </a:pPr>
            <a:r>
              <a:t>D:/pasar_fix/node_modules/.bun/unenv@1.10.0/node_modules/unenv/runtime/node/stream/duplex.mjs</a:t>
            </a:r>
          </a:p>
          <a:p>
            <a:pPr>
              <a:defRPr sz="1200"/>
            </a:pPr>
            <a:r>
              <a:t>D:/pasar_fix/node_modules/.bun/unenv@1.10.0/node_modules/unenv/runtime/node/stream/index.cjs</a:t>
            </a:r>
          </a:p>
          <a:p>
            <a:pPr>
              <a:defRPr sz="1200"/>
            </a:pPr>
            <a:r>
              <a:t>D:/pasar_fix/node_modules/.bun/unenv@1.10.0/node_modules/unenv/runtime/node/stream/index.d.ts</a:t>
            </a:r>
          </a:p>
          <a:p>
            <a:pPr>
              <a:defRPr sz="1200"/>
            </a:pPr>
            <a:r>
              <a:t>D:/pasar_fix/node_modules/.bun/unenv@1.10.0/node_modules/unenv/runtime/node/stream/index.mjs</a:t>
            </a:r>
          </a:p>
          <a:p>
            <a:pPr>
              <a:defRPr sz="1200"/>
            </a:pPr>
            <a:r>
              <a:t>D:/pasar_fix/node_modules/.bun/unenv@1.10.0/node_modules/unenv/runtime/node/stream/readable.cjs</a:t>
            </a:r>
          </a:p>
          <a:p>
            <a:pPr>
              <a:defRPr sz="1200"/>
            </a:pPr>
            <a:r>
              <a:t>D:/pasar_fix/node_modules/.bun/unenv@1.10.0/node_modules/unenv/runtime/node/stream/readable.d.ts</a:t>
            </a:r>
          </a:p>
          <a:p>
            <a:pPr>
              <a:defRPr sz="1200"/>
            </a:pPr>
            <a:r>
              <a:t>D:/pasar_fix/node_modules/.bun/unenv@1.10.0/node_modules/unenv/runtime/node/stream/readable.mjs</a:t>
            </a:r>
          </a:p>
          <a:p>
            <a:pPr>
              <a:defRPr sz="1200"/>
            </a:pPr>
            <a:r>
              <a:t>D:/pasar_fix/node_modules/.bun/unenv@1.10.0/node_modules/unenv/runtime/node/stream/transform.cjs</a:t>
            </a:r>
          </a:p>
          <a:p>
            <a:pPr>
              <a:defRPr sz="1200"/>
            </a:pPr>
            <a:r>
              <a:t>D:/pasar_fix/node_modules/.bun/unenv@1.10.0/node_modules/unenv/runtime/node/stream/transform.d.ts</a:t>
            </a:r>
          </a:p>
          <a:p>
            <a:pPr>
              <a:defRPr sz="1200"/>
            </a:pPr>
            <a:r>
              <a:t>D:/pasar_fix/node_modules/.bun/unenv@1.10.0/node_modules/unenv/runtime/node/stream/transform.mjs</a:t>
            </a:r>
          </a:p>
          <a:p>
            <a:pPr>
              <a:defRPr sz="1200"/>
            </a:pPr>
            <a:r>
              <a:t>D:/pasar_fix/node_modules/.bun/unenv@1.10.0/node_modules/unenv/runtime/node/stream/writable.cjs</a:t>
            </a:r>
          </a:p>
          <a:p>
            <a:pPr>
              <a:defRPr sz="1200"/>
            </a:pPr>
            <a:r>
              <a:t>D:/pasar_fix/node_modules/.bun/unenv@1.10.0/node_modules/unenv/runtime/node/stream/writable.d.ts</a:t>
            </a:r>
          </a:p>
          <a:p>
            <a:pPr>
              <a:defRPr sz="1200"/>
            </a:pPr>
            <a:r>
              <a:t>D:/pasar_fix/node_modules/.bun/unenv@1.10.0/node_modules/unenv/runtime/node/stream/writable.mjs</a:t>
            </a:r>
          </a:p>
          <a:p>
            <a:pPr>
              <a:defRPr sz="1200"/>
            </a:pPr>
            <a:r>
              <a:t>D:/pasar_fix/node_modules/.bun/unenv@1.10.0/node_modules/unenv/runtime/node/stream/consumers/index.cjs</a:t>
            </a:r>
          </a:p>
          <a:p>
            <a:pPr>
              <a:defRPr sz="1200"/>
            </a:pPr>
            <a:r>
              <a:t>D:/pasar_fix/node_modules/.bun/unenv@1.10.0/node_modules/unenv/runtime/node/stream/consumers/index.d.ts</a:t>
            </a:r>
          </a:p>
          <a:p>
            <a:pPr>
              <a:defRPr sz="1200"/>
            </a:pPr>
            <a:r>
              <a:t>D:/pasar_fix/node_modules/.bun/unenv@1.10.0/node_modules/unenv/runtime/node/stream/consumers/index.mjs</a:t>
            </a:r>
          </a:p>
          <a:p>
            <a:pPr>
              <a:defRPr sz="1200"/>
            </a:pPr>
            <a:r>
              <a:t>D:/pasar_fix/node_modules/.bun/unenv@1.10.0/node_modules/unenv/runtime/node/stream/promises/index.cjs</a:t>
            </a:r>
          </a:p>
          <a:p>
            <a:pPr>
              <a:defRPr sz="1200"/>
            </a:pPr>
            <a:r>
              <a:t>D:/pasar_fix/node_modules/.bun/unenv@1.10.0/node_modules/unenv/runtime/node/stream/promises/index.d.ts</a:t>
            </a:r>
          </a:p>
          <a:p>
            <a:pPr>
              <a:defRPr sz="1200"/>
            </a:pPr>
            <a:r>
              <a:t>D:/pasar_fix/node_modules/.bun/unenv@1.10.0/node_modules/unenv/runtime/node/stream/promises/index.mjs</a:t>
            </a:r>
          </a:p>
          <a:p>
            <a:pPr>
              <a:defRPr sz="1200"/>
            </a:pPr>
            <a:r>
              <a:t>D:/pasar_fix/node_modules/.bun/unenv@1.10.0/node_modules/unenv/runtime/node/stream/web/index.cjs</a:t>
            </a:r>
          </a:p>
          <a:p>
            <a:pPr>
              <a:defRPr sz="1200"/>
            </a:pPr>
            <a:r>
              <a:t>D:/pasar_fix/node_modules/.bun/unenv@1.10.0/node_modules/unenv/runtime/node/stream/web/index.d.ts</a:t>
            </a:r>
          </a:p>
          <a:p>
            <a:pPr>
              <a:defRPr sz="1200"/>
            </a:pPr>
            <a:r>
              <a:t>D:/pasar_fix/node_modules/.bun/unenv@1.10.0/node_modules/unenv/runtime/node/stream/web/index.mjs</a:t>
            </a:r>
          </a:p>
          <a:p>
            <a:pPr>
              <a:defRPr sz="1200"/>
            </a:pPr>
            <a:r>
              <a:t>D:/pasar_fix/node_modules/.bun/unenv@1.10.0/node_modules/unenv/runtime/node/string_decoder/index.cjs</a:t>
            </a:r>
          </a:p>
          <a:p>
            <a:pPr>
              <a:defRPr sz="1200"/>
            </a:pPr>
            <a:r>
              <a:t>D:/pasar_fix/node_modules/.bun/unenv@1.10.0/node_modules/unenv/runtime/node/string_decoder/index.d.ts</a:t>
            </a:r>
          </a:p>
          <a:p>
            <a:pPr>
              <a:defRPr sz="1200"/>
            </a:pPr>
            <a:r>
              <a:t>D:/pasar_fix/node_modules/.bun/unenv@1.10.0/node_modules/unenv/runtime/node/string_decoder/index.mjs</a:t>
            </a:r>
          </a:p>
          <a:p>
            <a:pPr>
              <a:defRPr sz="1200"/>
            </a:pPr>
            <a:r>
              <a:t>D:/pasar_fix/node_modules/.bun/unenv@1.10.0/node_modules/unenv/runtime/node/url/index.cjs</a:t>
            </a:r>
          </a:p>
          <a:p>
            <a:pPr>
              <a:defRPr sz="1200"/>
            </a:pPr>
            <a:r>
              <a:t>D:/pasar_fix/node_modules/.bun/unenv@1.10.0/node_modules/unenv/runtime/node/url/index.d.ts</a:t>
            </a:r>
          </a:p>
          <a:p>
            <a:pPr>
              <a:defRPr sz="1200"/>
            </a:pPr>
            <a:r>
              <a:t>D:/pasar_fix/node_modules/.bun/unenv@1.10.0/node_modules/unenv/runtime/node/url/index.mjs</a:t>
            </a:r>
          </a:p>
          <a:p>
            <a:pPr>
              <a:defRPr sz="1200"/>
            </a:pPr>
            <a:r>
              <a:t>D:/pasar_fix/node_modules/.bun/unenv@1.10.0/node_modules/unenv/runtime/node/util/index.cjs</a:t>
            </a:r>
          </a:p>
          <a:p>
            <a:pPr>
              <a:defRPr sz="1200"/>
            </a:pPr>
            <a:r>
              <a:t>D:/pasar_fix/node_modules/.bun/unenv@1.10.0/node_modules/unenv/runtime/node/util/index.d.ts</a:t>
            </a:r>
          </a:p>
          <a:p>
            <a:pPr>
              <a:defRPr sz="1200"/>
            </a:pPr>
            <a:r>
              <a:t>D:/pasar_fix/node_modules/.bun/unenv@1.10.0/node_modules/unenv/runtime/node/util/index.mjs</a:t>
            </a:r>
          </a:p>
          <a:p>
            <a:pPr>
              <a:defRPr sz="1200"/>
            </a:pPr>
            <a:r>
              <a:t>D:/pasar_fix/node_modules/.bun/unenv@1.10.0/node_modules/unenv/runtime/node/util/_legacy-types.cjs</a:t>
            </a:r>
          </a:p>
          <a:p>
            <a:pPr>
              <a:defRPr sz="1200"/>
            </a:pPr>
            <a:r>
              <a:t>D:/pasar_fix/node_modules/.bun/unenv@1.10.0/node_modules/unenv/runtime/node/util/_legacy-types.d.ts</a:t>
            </a:r>
          </a:p>
          <a:p>
            <a:pPr>
              <a:defRPr sz="1200"/>
            </a:pPr>
            <a:r>
              <a:t>D:/pasar_fix/node_modules/.bun/unenv@1.10.0/node_modules/unenv/runtime/node/util/_legacy-types.mjs</a:t>
            </a:r>
          </a:p>
          <a:p>
            <a:pPr>
              <a:defRPr sz="1200"/>
            </a:pPr>
            <a:r>
              <a:t>D:/pasar_fix/node_modules/.bun/unenv@1.10.0/node_modules/unenv/runtime/node/util/_log.cjs</a:t>
            </a:r>
          </a:p>
          <a:p>
            <a:pPr>
              <a:defRPr sz="1200"/>
            </a:pPr>
            <a:r>
              <a:t>D:/pasar_fix/node_modules/.bun/unenv@1.10.0/node_modules/unenv/runtime/node/util/_log.d.ts</a:t>
            </a:r>
          </a:p>
          <a:p>
            <a:pPr>
              <a:defRPr sz="1200"/>
            </a:pPr>
            <a:r>
              <a:t>D:/pasar_fix/node_modules/.bun/unenv@1.10.0/node_modules/unenv/runtime/node/util/_log.mjs</a:t>
            </a:r>
          </a:p>
          <a:p>
            <a:pPr>
              <a:defRPr sz="1200"/>
            </a:pPr>
            <a:r>
              <a:t>D:/pasar_fix/node_modules/.bun/unenv@1.10.0/node_modules/unenv/runtime/node/util/_mime.cjs</a:t>
            </a:r>
          </a:p>
          <a:p>
            <a:pPr>
              <a:defRPr sz="1200"/>
            </a:pPr>
            <a:r>
              <a:t>D:/pasar_fix/node_modules/.bun/unenv@1.10.0/node_modules/unenv/runtime/node/util/_mime.d.ts</a:t>
            </a:r>
          </a:p>
          <a:p>
            <a:pPr>
              <a:defRPr sz="1200"/>
            </a:pPr>
            <a:r>
              <a:t>D:/pasar_fix/node_modules/.bun/unenv@1.10.0/node_modules/unenv/runtime/node/util/_mime.mjs</a:t>
            </a:r>
          </a:p>
          <a:p>
            <a:pPr>
              <a:defRPr sz="1200"/>
            </a:pPr>
            <a:r>
              <a:t>D:/pasar_fix/node_modules/.bun/unenv@1.10.0/node_modules/unenv/runtime/node/util/_promisify.cjs</a:t>
            </a:r>
          </a:p>
          <a:p>
            <a:pPr>
              <a:defRPr sz="1200"/>
            </a:pPr>
            <a:r>
              <a:t>D:/pasar_fix/node_modules/.bun/unenv@1.10.0/node_modules/unenv/runtime/node/util/_promisify.d.ts</a:t>
            </a:r>
          </a:p>
          <a:p>
            <a:pPr>
              <a:defRPr sz="1200"/>
            </a:pPr>
            <a:r>
              <a:t>D:/pasar_fix/node_modules/.bun/unenv@1.10.0/node_modules/unenv/runtime/node/util/_promisify.mjs</a:t>
            </a:r>
          </a:p>
          <a:p>
            <a:pPr>
              <a:defRPr sz="1200"/>
            </a:pPr>
            <a:r>
              <a:t>D:/pasar_fix/node_modules/.bun/unenv@1.10.0/node_modules/unenv/runtime/node/util/types/index.cjs</a:t>
            </a:r>
          </a:p>
          <a:p>
            <a:pPr>
              <a:defRPr sz="1200"/>
            </a:pPr>
            <a:r>
              <a:t>D:/pasar_fix/node_modules/.bun/unenv@1.10.0/node_modules/unenv/runtime/node/util/types/index.d.ts</a:t>
            </a:r>
          </a:p>
          <a:p>
            <a:pPr>
              <a:defRPr sz="1200"/>
            </a:pPr>
            <a:r>
              <a:t>D:/pasar_fix/node_modules/.bun/unenv@1.10.0/node_modules/unenv/runtime/node/util/types/index.mjs</a:t>
            </a:r>
          </a:p>
          <a:p>
            <a:pPr>
              <a:defRPr sz="1200"/>
            </a:pPr>
            <a:r>
              <a:t>D:/pasar_fix/node_modules/.bun/unenv@1.10.0/node_modules/unenv/runtime/node/util/types/_types.cjs</a:t>
            </a:r>
          </a:p>
          <a:p>
            <a:pPr>
              <a:defRPr sz="1200"/>
            </a:pPr>
            <a:r>
              <a:t>D:/pasar_fix/node_modules/.bun/unenv@1.10.0/node_modules/unenv/runtime/node/util/types/_types.d.ts</a:t>
            </a:r>
          </a:p>
          <a:p>
            <a:pPr>
              <a:defRPr sz="1200"/>
            </a:pPr>
            <a:r>
              <a:t>D:/pasar_fix/node_modules/.bun/unenv@1.10.0/node_modules/unenv/runtime/node/util/types/_types.mjs</a:t>
            </a:r>
          </a:p>
          <a:p>
            <a:pPr>
              <a:defRPr sz="1200"/>
            </a:pPr>
            <a:r>
              <a:t>D:/pasar_fix/node_modules/.bun/unenv@1.10.0/node_modules/unenv/runtime/npm/consola.cjs</a:t>
            </a:r>
          </a:p>
          <a:p>
            <a:pPr>
              <a:defRPr sz="1200"/>
            </a:pPr>
            <a:r>
              <a:t>D:/pasar_fix/node_modules/.bun/unenv@1.10.0/node_modules/unenv/runtime/npm/consola.d.ts</a:t>
            </a:r>
          </a:p>
          <a:p>
            <a:pPr>
              <a:defRPr sz="1200"/>
            </a:pPr>
            <a:r>
              <a:t>D:/pasar_fix/node_modules/.bun/unenv@1.10.0/node_modules/unenv/runtime/npm/consola.mjs</a:t>
            </a:r>
          </a:p>
          <a:p>
            <a:pPr>
              <a:defRPr sz="1200"/>
            </a:pPr>
            <a:r>
              <a:t>D:/pasar_fix/node_modules/.bun/unenv@1.10.0/node_modules/unenv/runtime/npm/cross-fetch.cjs</a:t>
            </a:r>
          </a:p>
          <a:p>
            <a:pPr>
              <a:defRPr sz="1200"/>
            </a:pPr>
            <a:r>
              <a:t>D:/pasar_fix/node_modules/.bun/unenv@1.10.0/node_modules/unenv/runtime/npm/cross-fetch.d.ts</a:t>
            </a:r>
          </a:p>
          <a:p>
            <a:pPr>
              <a:defRPr sz="1200"/>
            </a:pPr>
            <a:r>
              <a:t>D:/pasar_fix/node_modules/.bun/unenv@1.10.0/node_modules/unenv/runtime/npm/cross-fetch.mjs</a:t>
            </a:r>
          </a:p>
          <a:p>
            <a:pPr>
              <a:defRPr sz="1200"/>
            </a:pPr>
            <a:r>
              <a:t>D:/pasar_fix/node_modules/.bun/unenv@1.10.0/node_modules/unenv/runtime/npm/debug.cjs</a:t>
            </a:r>
          </a:p>
          <a:p>
            <a:pPr>
              <a:defRPr sz="1200"/>
            </a:pPr>
            <a:r>
              <a:t>D:/pasar_fix/node_modules/.bun/unenv@1.10.0/node_modules/unenv/runtime/npm/debug.d.ts</a:t>
            </a:r>
          </a:p>
          <a:p>
            <a:pPr>
              <a:defRPr sz="1200"/>
            </a:pPr>
            <a:r>
              <a:t>D:/pasar_fix/node_modules/.bun/unenv@1.10.0/node_modules/unenv/runtime/npm/debug.mjs</a:t>
            </a:r>
          </a:p>
          <a:p>
            <a:pPr>
              <a:defRPr sz="1200"/>
            </a:pPr>
            <a:r>
              <a:t>D:/pasar_fix/node_modules/.bun/unenv@1.10.0/node_modules/unenv/runtime/npm/fsevents.cjs</a:t>
            </a:r>
          </a:p>
          <a:p>
            <a:pPr>
              <a:defRPr sz="1200"/>
            </a:pPr>
            <a:r>
              <a:t>D:/pasar_fix/node_modules/.bun/unenv@1.10.0/node_modules/unenv/runtime/npm/fsevents.d.ts</a:t>
            </a:r>
          </a:p>
          <a:p>
            <a:pPr>
              <a:defRPr sz="1200"/>
            </a:pPr>
            <a:r>
              <a:t>D:/pasar_fix/node_modules/.bun/unenv@1.10.0/node_modules/unenv/runtime/npm/fsevents.mjs</a:t>
            </a:r>
          </a:p>
          <a:p>
            <a:pPr>
              <a:defRPr sz="1200"/>
            </a:pPr>
            <a:r>
              <a:t>D:/pasar_fix/node_modules/.bun/unenv@1.10.0/node_modules/unenv/runtime/npm/inherits.cjs</a:t>
            </a:r>
          </a:p>
          <a:p>
            <a:pPr>
              <a:defRPr sz="1200"/>
            </a:pPr>
            <a:r>
              <a:t>D:/pasar_fix/node_modules/.bun/unenv@1.10.0/node_modules/unenv/runtime/npm/inherits.d.ts</a:t>
            </a:r>
          </a:p>
          <a:p>
            <a:pPr>
              <a:defRPr sz="1200"/>
            </a:pPr>
            <a:r>
              <a:t>D:/pasar_fix/node_modules/.bun/unenv@1.10.0/node_modules/unenv/runtime/npm/inherits.mjs</a:t>
            </a:r>
          </a:p>
          <a:p>
            <a:pPr>
              <a:defRPr sz="1200"/>
            </a:pPr>
            <a:r>
              <a:t>D:/pasar_fix/node_modules/.bun/unenv@1.10.0/node_modules/unenv/runtime/npm/mime-db.cjs</a:t>
            </a:r>
          </a:p>
          <a:p>
            <a:pPr>
              <a:defRPr sz="1200"/>
            </a:pPr>
            <a:r>
              <a:t>D:/pasar_fix/node_modules/.bun/unenv@1.10.0/node_modules/unenv/runtime/npm/mime-db.d.ts</a:t>
            </a:r>
          </a:p>
          <a:p>
            <a:pPr>
              <a:defRPr sz="1200"/>
            </a:pPr>
            <a:r>
              <a:t>D:/pasar_fix/node_modules/.bun/unenv@1.10.0/node_modules/unenv/runtime/npm/mime-db.mjs</a:t>
            </a:r>
          </a:p>
          <a:p>
            <a:pPr>
              <a:defRPr sz="1200"/>
            </a:pPr>
            <a:r>
              <a:t>D:/pasar_fix/node_modules/.bun/unenv@1.10.0/node_modules/unenv/runtime/npm/mime.cjs</a:t>
            </a:r>
          </a:p>
          <a:p>
            <a:pPr>
              <a:defRPr sz="1200"/>
            </a:pPr>
            <a:r>
              <a:t>D:/pasar_fix/node_modules/.bun/unenv@1.10.0/node_modules/unenv/runtime/npm/mime.d.ts</a:t>
            </a:r>
          </a:p>
          <a:p>
            <a:pPr>
              <a:defRPr sz="1200"/>
            </a:pPr>
            <a:r>
              <a:t>D:/pasar_fix/node_modules/.bun/unenv@1.10.0/node_modules/unenv/runtime/npm/mime.mjs</a:t>
            </a:r>
          </a:p>
          <a:p>
            <a:pPr>
              <a:defRPr sz="1200"/>
            </a:pPr>
            <a:r>
              <a:t>D:/pasar_fix/node_modules/.bun/unenv@1.10.0/node_modules/unenv/runtime/npm/node-fetch.cjs</a:t>
            </a:r>
          </a:p>
          <a:p>
            <a:pPr>
              <a:defRPr sz="1200"/>
            </a:pPr>
            <a:r>
              <a:t>D:/pasar_fix/node_modules/.bun/unenv@1.10.0/node_modules/unenv/runtime/npm/node-fetch.d.ts</a:t>
            </a:r>
          </a:p>
          <a:p>
            <a:pPr>
              <a:defRPr sz="1200"/>
            </a:pPr>
            <a:r>
              <a:t>D:/pasar_fix/node_modules/.bun/unenv@1.10.0/node_modules/unenv/runtime/npm/node-fetch.mjs</a:t>
            </a:r>
          </a:p>
          <a:p>
            <a:pPr>
              <a:defRPr sz="1200"/>
            </a:pPr>
            <a:r>
              <a:t>D:/pasar_fix/node_modules/.bun/unenv@1.10.0/node_modules/unenv/runtime/npm/whatwg-url.cjs</a:t>
            </a:r>
          </a:p>
          <a:p>
            <a:pPr>
              <a:defRPr sz="1200"/>
            </a:pPr>
            <a:r>
              <a:t>D:/pasar_fix/node_modules/.bun/unenv@1.10.0/node_modules/unenv/runtime/npm/whatwg-url.d.ts</a:t>
            </a:r>
          </a:p>
          <a:p>
            <a:pPr>
              <a:defRPr sz="1200"/>
            </a:pPr>
            <a:r>
              <a:t>D:/pasar_fix/node_modules/.bun/unenv@1.10.0/node_modules/unenv/runtime/npm/whatwg-url.mjs</a:t>
            </a:r>
          </a:p>
          <a:p>
            <a:pPr>
              <a:defRPr sz="1200"/>
            </a:pPr>
            <a:r>
              <a:t>D:/pasar_fix/node_modules/.bun/unenv@1.10.0/node_modules/unenv/runtime/npm/consola/utils.cjs</a:t>
            </a:r>
          </a:p>
          <a:p>
            <a:pPr>
              <a:defRPr sz="1200"/>
            </a:pPr>
            <a:r>
              <a:t>D:/pasar_fix/node_modules/.bun/unenv@1.10.0/node_modules/unenv/runtime/npm/consola/utils.d.ts</a:t>
            </a:r>
          </a:p>
          <a:p>
            <a:pPr>
              <a:defRPr sz="1200"/>
            </a:pPr>
            <a:r>
              <a:t>D:/pasar_fix/node_modules/.bun/unenv@1.10.0/node_modules/unenv/runtime/npm/consola/utils.mjs</a:t>
            </a:r>
          </a:p>
          <a:p>
            <a:pPr>
              <a:defRPr sz="1200"/>
            </a:pPr>
            <a:r>
              <a:t>D:/pasar_fix/node_modules/.bun/unenv@1.10.0/node_modules/unenv/runtime/polyfill/deno-env.cjs</a:t>
            </a:r>
          </a:p>
          <a:p>
            <a:pPr>
              <a:defRPr sz="1200"/>
            </a:pPr>
            <a:r>
              <a:t>D:/pasar_fix/node_modules/.bun/unenv@1.10.0/node_modules/unenv/runtime/polyfill/deno-env.d.ts</a:t>
            </a:r>
          </a:p>
          <a:p>
            <a:pPr>
              <a:defRPr sz="1200"/>
            </a:pPr>
            <a:r>
              <a:t>D:/pasar_fix/node_modules/.bun/unenv@1.10.0/node_modules/unenv/runtime/polyfill/deno-env.mjs</a:t>
            </a:r>
          </a:p>
          <a:p>
            <a:pPr>
              <a:defRPr sz="1200"/>
            </a:pPr>
            <a:r>
              <a:t>D:/pasar_fix/node_modules/.bun/unenv@1.10.0/node_modules/unenv/runtime/polyfill/fetch.node.cjs</a:t>
            </a:r>
          </a:p>
          <a:p>
            <a:pPr>
              <a:defRPr sz="1200"/>
            </a:pPr>
            <a:r>
              <a:t>D:/pasar_fix/node_modules/.bun/unenv@1.10.0/node_modules/unenv/runtime/polyfill/fetch.node.d.ts</a:t>
            </a:r>
          </a:p>
          <a:p>
            <a:pPr>
              <a:defRPr sz="1200"/>
            </a:pPr>
            <a:r>
              <a:t>D:/pasar_fix/node_modules/.bun/unenv@1.10.0/node_modules/unenv/runtime/polyfill/fetch.node.mjs</a:t>
            </a:r>
          </a:p>
          <a:p>
            <a:pPr>
              <a:defRPr sz="1200"/>
            </a:pPr>
            <a:r>
              <a:t>D:/pasar_fix/node_modules/.bun/unenv@1.10.0/node_modules/unenv/runtime/polyfill/global-this.cjs</a:t>
            </a:r>
          </a:p>
          <a:p>
            <a:pPr>
              <a:defRPr sz="1200"/>
            </a:pPr>
            <a:r>
              <a:t>D:/pasar_fix/node_modules/.bun/unenv@1.10.0/node_modules/unenv/runtime/polyfill/global-this.d.ts</a:t>
            </a:r>
          </a:p>
          <a:p>
            <a:pPr>
              <a:defRPr sz="1200"/>
            </a:pPr>
            <a:r>
              <a:t>D:/pasar_fix/node_modules/.bun/unenv@1.10.0/node_modules/unenv/runtime/polyfill/global-this.mjs</a:t>
            </a:r>
          </a:p>
          <a:p>
            <a:pPr>
              <a:defRPr sz="1200"/>
            </a:pPr>
            <a:r>
              <a:t>D:/pasar_fix/node_modules/.bun/unenv@1.10.0/node_modules/unenv/runtime/polyfill/global.cjs</a:t>
            </a:r>
          </a:p>
          <a:p>
            <a:pPr>
              <a:defRPr sz="1200"/>
            </a:pPr>
            <a:r>
              <a:t>D:/pasar_fix/node_modules/.bun/unenv@1.10.0/node_modules/unenv/runtime/polyfill/global.d.ts</a:t>
            </a:r>
          </a:p>
          <a:p>
            <a:pPr>
              <a:defRPr sz="1200"/>
            </a:pPr>
            <a:r>
              <a:t>D:/pasar_fix/node_modules/.bun/unenv@1.10.0/node_modules/unenv/runtime/polyfill/global.mjs</a:t>
            </a:r>
          </a:p>
          <a:p>
            <a:pPr>
              <a:defRPr sz="1200"/>
            </a:pPr>
            <a:r>
              <a:t>D:/pasar_fix/node_modules/.bun/unenv@1.10.0/node_modules/unenv/runtime/polyfill/package.json</a:t>
            </a:r>
          </a:p>
          <a:p>
            <a:pPr>
              <a:defRPr sz="1200"/>
            </a:pPr>
            <a:r>
              <a:t>D:/pasar_fix/node_modules/.bun/unenv@1.10.0/node_modules/unenv/runtime/polyfill/process.cjs</a:t>
            </a:r>
          </a:p>
          <a:p>
            <a:pPr>
              <a:defRPr sz="1200"/>
            </a:pPr>
            <a:r>
              <a:t>D:/pasar_fix/node_modules/.bun/unenv@1.10.0/node_modules/unenv/runtime/polyfill/process.d.ts</a:t>
            </a:r>
          </a:p>
          <a:p>
            <a:pPr>
              <a:defRPr sz="1200"/>
            </a:pPr>
            <a:r>
              <a:t>D:/pasar_fix/node_modules/.bun/unenv@1.10.0/node_modules/unenv/runtime/polyfill/process.mjs</a:t>
            </a:r>
          </a:p>
          <a:p>
            <a:pPr>
              <a:defRPr sz="1200"/>
            </a:pPr>
            <a:r>
              <a:t>D:/pasar_fix/node_modules/.bun/unenv@1.10.0/node_modules/unenv/runtime/_internal/types.cjs</a:t>
            </a:r>
          </a:p>
          <a:p>
            <a:pPr>
              <a:defRPr sz="1200"/>
            </a:pPr>
            <a:r>
              <a:t>D:/pasar_fix/node_modules/.bun/unenv@1.10.0/node_modules/unenv/runtime/_internal/types.d.ts</a:t>
            </a:r>
          </a:p>
          <a:p>
            <a:pPr>
              <a:defRPr sz="1200"/>
            </a:pPr>
            <a:r>
              <a:t>D:/pasar_fix/node_modules/.bun/unenv@1.10.0/node_modules/unenv/runtime/_internal/types.mjs</a:t>
            </a:r>
          </a:p>
          <a:p>
            <a:pPr>
              <a:defRPr sz="1200"/>
            </a:pPr>
            <a:r>
              <a:t>D:/pasar_fix/node_modules/.bun/unenv@1.10.0/node_modules/unenv/runtime/_internal/utils.cjs</a:t>
            </a:r>
          </a:p>
          <a:p>
            <a:pPr>
              <a:defRPr sz="1200"/>
            </a:pPr>
            <a:r>
              <a:t>D:/pasar_fix/node_modules/.bun/unenv@1.10.0/node_modules/unenv/runtime/_internal/utils.d.ts</a:t>
            </a:r>
          </a:p>
          <a:p>
            <a:pPr>
              <a:defRPr sz="1200"/>
            </a:pPr>
            <a:r>
              <a:t>D:/pasar_fix/node_modules/.bun/unenv@1.10.0/node_modules/unenv/runtime/_internal/utils.mjs</a:t>
            </a:r>
          </a:p>
          <a:p>
            <a:pPr>
              <a:defRPr sz="1200"/>
            </a:pPr>
            <a:r>
              <a:t>D:/pasar_fix/node_modules/.bun/unenv@2.0.0-rc.24/node_modules/unenv/LICENSE</a:t>
            </a:r>
          </a:p>
          <a:p>
            <a:pPr>
              <a:defRPr sz="1200"/>
            </a:pPr>
            <a:r>
              <a:t>D:/pasar_fix/node_modules/.bun/unenv@2.0.0-rc.24/node_modules/unenv/package.json</a:t>
            </a:r>
          </a:p>
          <a:p>
            <a:pPr>
              <a:defRPr sz="1200"/>
            </a:pPr>
            <a:r>
              <a:t>D:/pasar_fix/node_modules/.bun/unenv@2.0.0-rc.24/node_modules/unenv/README.md</a:t>
            </a:r>
          </a:p>
          <a:p>
            <a:pPr>
              <a:defRPr sz="1200"/>
            </a:pPr>
            <a:r>
              <a:t>D:/pasar_fix/node_modules/.bun/unenv@2.0.0-rc.24/node_modules/unenv/dist/index.d.mts</a:t>
            </a:r>
          </a:p>
          <a:p>
            <a:pPr>
              <a:defRPr sz="1200"/>
            </a:pPr>
            <a:r>
              <a:t>D:/pasar_fix/node_modules/.bun/unenv@2.0.0-rc.24/node_modules/unenv/dist/index.mjs</a:t>
            </a:r>
          </a:p>
          <a:p>
            <a:pPr>
              <a:defRPr sz="1200"/>
            </a:pPr>
            <a:r>
              <a:t>D:/pasar_fix/node_modules/.bun/unenv@2.0.0-rc.24/node_modules/unenv/dist/runtime/mock/empty.d.mts</a:t>
            </a:r>
          </a:p>
          <a:p>
            <a:pPr>
              <a:defRPr sz="1200"/>
            </a:pPr>
            <a:r>
              <a:t>D:/pasar_fix/node_modules/.bun/unenv@2.0.0-rc.24/node_modules/unenv/dist/runtime/mock/empty.mjs</a:t>
            </a:r>
          </a:p>
          <a:p>
            <a:pPr>
              <a:defRPr sz="1200"/>
            </a:pPr>
            <a:r>
              <a:t>D:/pasar_fix/node_modules/.bun/unenv@2.0.0-rc.24/node_modules/unenv/dist/runtime/mock/noop.d.mts</a:t>
            </a:r>
          </a:p>
          <a:p>
            <a:pPr>
              <a:defRPr sz="1200"/>
            </a:pPr>
            <a:r>
              <a:t>D:/pasar_fix/node_modules/.bun/unenv@2.0.0-rc.24/node_modules/unenv/dist/runtime/mock/noop.mjs</a:t>
            </a:r>
          </a:p>
          <a:p>
            <a:pPr>
              <a:defRPr sz="1200"/>
            </a:pPr>
            <a:r>
              <a:t>D:/pasar_fix/node_modules/.bun/unenv@2.0.0-rc.24/node_modules/unenv/dist/runtime/mock/proxy.d.mts</a:t>
            </a:r>
          </a:p>
          <a:p>
            <a:pPr>
              <a:defRPr sz="1200"/>
            </a:pPr>
            <a:r>
              <a:t>D:/pasar_fix/node_modules/.bun/unenv@2.0.0-rc.24/node_modules/unenv/dist/runtime/mock/proxy.mjs</a:t>
            </a:r>
          </a:p>
          <a:p>
            <a:pPr>
              <a:defRPr sz="1200"/>
            </a:pPr>
            <a:r>
              <a:t>D:/pasar_fix/node_modules/.bun/unenv@2.0.0-rc.24/node_modules/unenv/dist/runtime/node/assert.d.mts</a:t>
            </a:r>
          </a:p>
          <a:p>
            <a:pPr>
              <a:defRPr sz="1200"/>
            </a:pPr>
            <a:r>
              <a:t>D:/pasar_fix/node_modules/.bun/unenv@2.0.0-rc.24/node_modules/unenv/dist/runtime/node/assert.mjs</a:t>
            </a:r>
          </a:p>
          <a:p>
            <a:pPr>
              <a:defRPr sz="1200"/>
            </a:pPr>
            <a:r>
              <a:t>D:/pasar_fix/node_modules/.bun/unenv@2.0.0-rc.24/node_modules/unenv/dist/runtime/node/async_hooks.d.mts</a:t>
            </a:r>
          </a:p>
          <a:p>
            <a:pPr>
              <a:defRPr sz="1200"/>
            </a:pPr>
            <a:r>
              <a:t>D:/pasar_fix/node_modules/.bun/unenv@2.0.0-rc.24/node_modules/unenv/dist/runtime/node/async_hooks.mjs</a:t>
            </a:r>
          </a:p>
          <a:p>
            <a:pPr>
              <a:defRPr sz="1200"/>
            </a:pPr>
            <a:r>
              <a:t>D:/pasar_fix/node_modules/.bun/unenv@2.0.0-rc.24/node_modules/unenv/dist/runtime/node/buffer.d.mts</a:t>
            </a:r>
          </a:p>
          <a:p>
            <a:pPr>
              <a:defRPr sz="1200"/>
            </a:pPr>
            <a:r>
              <a:t>D:/pasar_fix/node_modules/.bun/unenv@2.0.0-rc.24/node_modules/unenv/dist/runtime/node/buffer.mjs</a:t>
            </a:r>
          </a:p>
          <a:p>
            <a:pPr>
              <a:defRPr sz="1200"/>
            </a:pPr>
            <a:r>
              <a:t>D:/pasar_fix/node_modules/.bun/unenv@2.0.0-rc.24/node_modules/unenv/dist/runtime/node/child_process.d.mts</a:t>
            </a:r>
          </a:p>
          <a:p>
            <a:pPr>
              <a:defRPr sz="1200"/>
            </a:pPr>
            <a:r>
              <a:t>D:/pasar_fix/node_modules/.bun/unenv@2.0.0-rc.24/node_modules/unenv/dist/runtime/node/child_process.mjs</a:t>
            </a:r>
          </a:p>
          <a:p>
            <a:pPr>
              <a:defRPr sz="1200"/>
            </a:pPr>
            <a:r>
              <a:t>D:/pasar_fix/node_modules/.bun/unenv@2.0.0-rc.24/node_modules/unenv/dist/runtime/node/cluster.d.mts</a:t>
            </a:r>
          </a:p>
          <a:p>
            <a:pPr>
              <a:defRPr sz="1200"/>
            </a:pPr>
            <a:r>
              <a:t>D:/pasar_fix/node_modules/.bun/unenv@2.0.0-rc.24/node_modules/unenv/dist/runtime/node/cluster.mjs</a:t>
            </a:r>
          </a:p>
          <a:p>
            <a:pPr>
              <a:defRPr sz="1200"/>
            </a:pPr>
            <a:r>
              <a:t>D:/pasar_fix/node_modules/.bun/unenv@2.0.0-rc.24/node_modules/unenv/dist/runtime/node/console.d.mts</a:t>
            </a:r>
          </a:p>
          <a:p>
            <a:pPr>
              <a:defRPr sz="1200"/>
            </a:pPr>
            <a:r>
              <a:t>D:/pasar_fix/node_modules/.bun/unenv@2.0.0-rc.24/node_modules/unenv/dist/runtime/node/console.mjs</a:t>
            </a:r>
          </a:p>
          <a:p>
            <a:pPr>
              <a:defRPr sz="1200"/>
            </a:pPr>
            <a:r>
              <a:t>D:/pasar_fix/node_modules/.bun/unenv@2.0.0-rc.24/node_modules/unenv/dist/runtime/node/constants.d.mts</a:t>
            </a:r>
          </a:p>
          <a:p>
            <a:pPr>
              <a:defRPr sz="1200"/>
            </a:pPr>
            <a:r>
              <a:t>D:/pasar_fix/node_modules/.bun/unenv@2.0.0-rc.24/node_modules/unenv/dist/runtime/node/constants.mjs</a:t>
            </a:r>
          </a:p>
          <a:p>
            <a:pPr>
              <a:defRPr sz="1200"/>
            </a:pPr>
            <a:r>
              <a:t>D:/pasar_fix/node_modules/.bun/unenv@2.0.0-rc.24/node_modules/unenv/dist/runtime/node/crypto.d.mts</a:t>
            </a:r>
          </a:p>
          <a:p>
            <a:pPr>
              <a:defRPr sz="1200"/>
            </a:pPr>
            <a:r>
              <a:t>D:/pasar_fix/node_modules/.bun/unenv@2.0.0-rc.24/node_modules/unenv/dist/runtime/node/crypto.mjs</a:t>
            </a:r>
          </a:p>
          <a:p>
            <a:pPr>
              <a:defRPr sz="1200"/>
            </a:pPr>
            <a:r>
              <a:t>D:/pasar_fix/node_modules/.bun/unenv@2.0.0-rc.24/node_modules/unenv/dist/runtime/node/dgram.d.mts</a:t>
            </a:r>
          </a:p>
          <a:p>
            <a:pPr>
              <a:defRPr sz="1200"/>
            </a:pPr>
            <a:r>
              <a:t>D:/pasar_fix/node_modules/.bun/unenv@2.0.0-rc.24/node_modules/unenv/dist/runtime/node/dgram.mjs</a:t>
            </a:r>
          </a:p>
          <a:p>
            <a:pPr>
              <a:defRPr sz="1200"/>
            </a:pPr>
            <a:r>
              <a:t>D:/pasar_fix/node_modules/.bun/unenv@2.0.0-rc.24/node_modules/unenv/dist/runtime/node/diagnostics_channel.d.mts</a:t>
            </a:r>
          </a:p>
          <a:p>
            <a:pPr>
              <a:defRPr sz="1200"/>
            </a:pPr>
            <a:r>
              <a:t>D:/pasar_fix/node_modules/.bun/unenv@2.0.0-rc.24/node_modules/unenv/dist/runtime/node/diagnostics_channel.mjs</a:t>
            </a:r>
          </a:p>
          <a:p>
            <a:pPr>
              <a:defRPr sz="1200"/>
            </a:pPr>
            <a:r>
              <a:t>D:/pasar_fix/node_modules/.bun/unenv@2.0.0-rc.24/node_modules/unenv/dist/runtime/node/dns.d.mts</a:t>
            </a:r>
          </a:p>
          <a:p>
            <a:pPr>
              <a:defRPr sz="1200"/>
            </a:pPr>
            <a:r>
              <a:t>D:/pasar_fix/node_modules/.bun/unenv@2.0.0-rc.24/node_modules/unenv/dist/runtime/node/dns.mjs</a:t>
            </a:r>
          </a:p>
          <a:p>
            <a:pPr>
              <a:defRPr sz="1200"/>
            </a:pPr>
            <a:r>
              <a:t>D:/pasar_fix/node_modules/.bun/unenv@2.0.0-rc.24/node_modules/unenv/dist/runtime/node/domain.d.mts</a:t>
            </a:r>
          </a:p>
          <a:p>
            <a:pPr>
              <a:defRPr sz="1200"/>
            </a:pPr>
            <a:r>
              <a:t>D:/pasar_fix/node_modules/.bun/unenv@2.0.0-rc.24/node_modules/unenv/dist/runtime/node/domain.mjs</a:t>
            </a:r>
          </a:p>
          <a:p>
            <a:pPr>
              <a:defRPr sz="1200"/>
            </a:pPr>
            <a:r>
              <a:t>D:/pasar_fix/node_modules/.bun/unenv@2.0.0-rc.24/node_modules/unenv/dist/runtime/node/events.d.mts</a:t>
            </a:r>
          </a:p>
          <a:p>
            <a:pPr>
              <a:defRPr sz="1200"/>
            </a:pPr>
            <a:r>
              <a:t>D:/pasar_fix/node_modules/.bun/unenv@2.0.0-rc.24/node_modules/unenv/dist/runtime/node/events.mjs</a:t>
            </a:r>
          </a:p>
          <a:p>
            <a:pPr>
              <a:defRPr sz="1200"/>
            </a:pPr>
            <a:r>
              <a:t>D:/pasar_fix/node_modules/.bun/unenv@2.0.0-rc.24/node_modules/unenv/dist/runtime/node/fs.d.mts</a:t>
            </a:r>
          </a:p>
          <a:p>
            <a:pPr>
              <a:defRPr sz="1200"/>
            </a:pPr>
            <a:r>
              <a:t>D:/pasar_fix/node_modules/.bun/unenv@2.0.0-rc.24/node_modules/unenv/dist/runtime/node/fs.mjs</a:t>
            </a:r>
          </a:p>
          <a:p>
            <a:pPr>
              <a:defRPr sz="1200"/>
            </a:pPr>
            <a:r>
              <a:t>D:/pasar_fix/node_modules/.bun/unenv@2.0.0-rc.24/node_modules/unenv/dist/runtime/node/http.d.mts</a:t>
            </a:r>
          </a:p>
          <a:p>
            <a:pPr>
              <a:defRPr sz="1200"/>
            </a:pPr>
            <a:r>
              <a:t>D:/pasar_fix/node_modules/.bun/unenv@2.0.0-rc.24/node_modules/unenv/dist/runtime/node/http.mjs</a:t>
            </a:r>
          </a:p>
          <a:p>
            <a:pPr>
              <a:defRPr sz="1200"/>
            </a:pPr>
            <a:r>
              <a:t>D:/pasar_fix/node_modules/.bun/unenv@2.0.0-rc.24/node_modules/unenv/dist/runtime/node/http2.d.mts</a:t>
            </a:r>
          </a:p>
          <a:p>
            <a:pPr>
              <a:defRPr sz="1200"/>
            </a:pPr>
            <a:r>
              <a:t>D:/pasar_fix/node_modules/.bun/unenv@2.0.0-rc.24/node_modules/unenv/dist/runtime/node/http2.mjs</a:t>
            </a:r>
          </a:p>
          <a:p>
            <a:pPr>
              <a:defRPr sz="1200"/>
            </a:pPr>
            <a:r>
              <a:t>D:/pasar_fix/node_modules/.bun/unenv@2.0.0-rc.24/node_modules/unenv/dist/runtime/node/https.d.mts</a:t>
            </a:r>
          </a:p>
          <a:p>
            <a:pPr>
              <a:defRPr sz="1200"/>
            </a:pPr>
            <a:r>
              <a:t>D:/pasar_fix/node_modules/.bun/unenv@2.0.0-rc.24/node_modules/unenv/dist/runtime/node/https.mjs</a:t>
            </a:r>
          </a:p>
          <a:p>
            <a:pPr>
              <a:defRPr sz="1200"/>
            </a:pPr>
            <a:r>
              <a:t>D:/pasar_fix/node_modules/.bun/unenv@2.0.0-rc.24/node_modules/unenv/dist/runtime/node/inspector.d.mts</a:t>
            </a:r>
          </a:p>
          <a:p>
            <a:pPr>
              <a:defRPr sz="1200"/>
            </a:pPr>
            <a:r>
              <a:t>D:/pasar_fix/node_modules/.bun/unenv@2.0.0-rc.24/node_modules/unenv/dist/runtime/node/inspector.mjs</a:t>
            </a:r>
          </a:p>
          <a:p>
            <a:pPr>
              <a:defRPr sz="1200"/>
            </a:pPr>
            <a:r>
              <a:t>D:/pasar_fix/node_modules/.bun/unenv@2.0.0-rc.24/node_modules/unenv/dist/runtime/node/module.d.mts</a:t>
            </a:r>
          </a:p>
          <a:p>
            <a:pPr>
              <a:defRPr sz="1200"/>
            </a:pPr>
            <a:r>
              <a:t>D:/pasar_fix/node_modules/.bun/unenv@2.0.0-rc.24/node_modules/unenv/dist/runtime/node/module.mjs</a:t>
            </a:r>
          </a:p>
          <a:p>
            <a:pPr>
              <a:defRPr sz="1200"/>
            </a:pPr>
            <a:r>
              <a:t>D:/pasar_fix/node_modules/.bun/unenv@2.0.0-rc.24/node_modules/unenv/dist/runtime/node/net.d.mts</a:t>
            </a:r>
          </a:p>
          <a:p>
            <a:pPr>
              <a:defRPr sz="1200"/>
            </a:pPr>
            <a:r>
              <a:t>D:/pasar_fix/node_modules/.bun/unenv@2.0.0-rc.24/node_modules/unenv/dist/runtime/node/net.mjs</a:t>
            </a:r>
          </a:p>
          <a:p>
            <a:pPr>
              <a:defRPr sz="1200"/>
            </a:pPr>
            <a:r>
              <a:t>D:/pasar_fix/node_modules/.bun/unenv@2.0.0-rc.24/node_modules/unenv/dist/runtime/node/os.d.mts</a:t>
            </a:r>
          </a:p>
          <a:p>
            <a:pPr>
              <a:defRPr sz="1200"/>
            </a:pPr>
            <a:r>
              <a:t>D:/pasar_fix/node_modules/.bun/unenv@2.0.0-rc.24/node_modules/unenv/dist/runtime/node/os.mjs</a:t>
            </a:r>
          </a:p>
          <a:p>
            <a:pPr>
              <a:defRPr sz="1200"/>
            </a:pPr>
            <a:r>
              <a:t>D:/pasar_fix/node_modules/.bun/unenv@2.0.0-rc.24/node_modules/unenv/dist/runtime/node/path.d.mts</a:t>
            </a:r>
          </a:p>
          <a:p>
            <a:pPr>
              <a:defRPr sz="1200"/>
            </a:pPr>
            <a:r>
              <a:t>D:/pasar_fix/node_modules/.bun/unenv@2.0.0-rc.24/node_modules/unenv/dist/runtime/node/path.mjs</a:t>
            </a:r>
          </a:p>
          <a:p>
            <a:pPr>
              <a:defRPr sz="1200"/>
            </a:pPr>
            <a:r>
              <a:t>D:/pasar_fix/node_modules/.bun/unenv@2.0.0-rc.24/node_modules/unenv/dist/runtime/node/perf_hooks.d.mts</a:t>
            </a:r>
          </a:p>
          <a:p>
            <a:pPr>
              <a:defRPr sz="1200"/>
            </a:pPr>
            <a:r>
              <a:t>D:/pasar_fix/node_modules/.bun/unenv@2.0.0-rc.24/node_modules/unenv/dist/runtime/node/perf_hooks.mjs</a:t>
            </a:r>
          </a:p>
          <a:p>
            <a:pPr>
              <a:defRPr sz="1200"/>
            </a:pPr>
            <a:r>
              <a:t>D:/pasar_fix/node_modules/.bun/unenv@2.0.0-rc.24/node_modules/unenv/dist/runtime/node/process.d.mts</a:t>
            </a:r>
          </a:p>
          <a:p>
            <a:pPr>
              <a:defRPr sz="1200"/>
            </a:pPr>
            <a:r>
              <a:t>D:/pasar_fix/node_modules/.bun/unenv@2.0.0-rc.24/node_modules/unenv/dist/runtime/node/process.mjs</a:t>
            </a:r>
          </a:p>
          <a:p>
            <a:pPr>
              <a:defRPr sz="1200"/>
            </a:pPr>
            <a:r>
              <a:t>D:/pasar_fix/node_modules/.bun/unenv@2.0.0-rc.24/node_modules/unenv/dist/runtime/node/punycode.d.mts</a:t>
            </a:r>
          </a:p>
          <a:p>
            <a:pPr>
              <a:defRPr sz="1200"/>
            </a:pPr>
            <a:r>
              <a:t>D:/pasar_fix/node_modules/.bun/unenv@2.0.0-rc.24/node_modules/unenv/dist/runtime/node/punycode.mjs</a:t>
            </a:r>
          </a:p>
          <a:p>
            <a:pPr>
              <a:defRPr sz="1200"/>
            </a:pPr>
            <a:r>
              <a:t>D:/pasar_fix/node_modules/.bun/unenv@2.0.0-rc.24/node_modules/unenv/dist/runtime/node/querystring.d.mts</a:t>
            </a:r>
          </a:p>
          <a:p>
            <a:pPr>
              <a:defRPr sz="1200"/>
            </a:pPr>
            <a:r>
              <a:t>D:/pasar_fix/node_modules/.bun/unenv@2.0.0-rc.24/node_modules/unenv/dist/runtime/node/querystring.mjs</a:t>
            </a:r>
          </a:p>
          <a:p>
            <a:pPr>
              <a:defRPr sz="1200"/>
            </a:pPr>
            <a:r>
              <a:t>D:/pasar_fix/node_modules/.bun/unenv@2.0.0-rc.24/node_modules/unenv/dist/runtime/node/readline.d.mts</a:t>
            </a:r>
          </a:p>
          <a:p>
            <a:pPr>
              <a:defRPr sz="1200"/>
            </a:pPr>
            <a:r>
              <a:t>D:/pasar_fix/node_modules/.bun/unenv@2.0.0-rc.24/node_modules/unenv/dist/runtime/node/readline.mjs</a:t>
            </a:r>
          </a:p>
          <a:p>
            <a:pPr>
              <a:defRPr sz="1200"/>
            </a:pPr>
            <a:r>
              <a:t>D:/pasar_fix/node_modules/.bun/unenv@2.0.0-rc.24/node_modules/unenv/dist/runtime/node/repl.d.mts</a:t>
            </a:r>
          </a:p>
          <a:p>
            <a:pPr>
              <a:defRPr sz="1200"/>
            </a:pPr>
            <a:r>
              <a:t>D:/pasar_fix/node_modules/.bun/unenv@2.0.0-rc.24/node_modules/unenv/dist/runtime/node/repl.mjs</a:t>
            </a:r>
          </a:p>
          <a:p>
            <a:pPr>
              <a:defRPr sz="1200"/>
            </a:pPr>
            <a:r>
              <a:t>D:/pasar_fix/node_modules/.bun/unenv@2.0.0-rc.24/node_modules/unenv/dist/runtime/node/sqlite.d.mts</a:t>
            </a:r>
          </a:p>
          <a:p>
            <a:pPr>
              <a:defRPr sz="1200"/>
            </a:pPr>
            <a:r>
              <a:t>D:/pasar_fix/node_modules/.bun/unenv@2.0.0-rc.24/node_modules/unenv/dist/runtime/node/sqlite.mjs</a:t>
            </a:r>
          </a:p>
          <a:p>
            <a:pPr>
              <a:defRPr sz="1200"/>
            </a:pPr>
            <a:r>
              <a:t>D:/pasar_fix/node_modules/.bun/unenv@2.0.0-rc.24/node_modules/unenv/dist/runtime/node/stream.d.mts</a:t>
            </a:r>
          </a:p>
          <a:p>
            <a:pPr>
              <a:defRPr sz="1200"/>
            </a:pPr>
            <a:r>
              <a:t>D:/pasar_fix/node_modules/.bun/unenv@2.0.0-rc.24/node_modules/unenv/dist/runtime/node/stream.mjs</a:t>
            </a:r>
          </a:p>
          <a:p>
            <a:pPr>
              <a:defRPr sz="1200"/>
            </a:pPr>
            <a:r>
              <a:t>D:/pasar_fix/node_modules/.bun/unenv@2.0.0-rc.24/node_modules/unenv/dist/runtime/node/string_decoder.d.mts</a:t>
            </a:r>
          </a:p>
          <a:p>
            <a:pPr>
              <a:defRPr sz="1200"/>
            </a:pPr>
            <a:r>
              <a:t>D:/pasar_fix/node_modules/.bun/unenv@2.0.0-rc.24/node_modules/unenv/dist/runtime/node/string_decoder.mjs</a:t>
            </a:r>
          </a:p>
          <a:p>
            <a:pPr>
              <a:defRPr sz="1200"/>
            </a:pPr>
            <a:r>
              <a:t>D:/pasar_fix/node_modules/.bun/unenv@2.0.0-rc.24/node_modules/unenv/dist/runtime/node/sys.d.mts</a:t>
            </a:r>
          </a:p>
          <a:p>
            <a:pPr>
              <a:defRPr sz="1200"/>
            </a:pPr>
            <a:r>
              <a:t>D:/pasar_fix/node_modules/.bun/unenv@2.0.0-rc.24/node_modules/unenv/dist/runtime/node/sys.mjs</a:t>
            </a:r>
          </a:p>
          <a:p>
            <a:pPr>
              <a:defRPr sz="1200"/>
            </a:pPr>
            <a:r>
              <a:t>D:/pasar_fix/node_modules/.bun/unenv@2.0.0-rc.24/node_modules/unenv/dist/runtime/node/timers.d.mts</a:t>
            </a:r>
          </a:p>
          <a:p>
            <a:pPr>
              <a:defRPr sz="1200"/>
            </a:pPr>
            <a:r>
              <a:t>D:/pasar_fix/node_modules/.bun/unenv@2.0.0-rc.24/node_modules/unenv/dist/runtime/node/timers.mjs</a:t>
            </a:r>
          </a:p>
          <a:p>
            <a:pPr>
              <a:defRPr sz="1200"/>
            </a:pPr>
            <a:r>
              <a:t>D:/pasar_fix/node_modules/.bun/unenv@2.0.0-rc.24/node_modules/unenv/dist/runtime/node/tls.d.mts</a:t>
            </a:r>
          </a:p>
          <a:p>
            <a:pPr>
              <a:defRPr sz="1200"/>
            </a:pPr>
            <a:r>
              <a:t>D:/pasar_fix/node_modules/.bun/unenv@2.0.0-rc.24/node_modules/unenv/dist/runtime/node/tls.mjs</a:t>
            </a:r>
          </a:p>
          <a:p>
            <a:pPr>
              <a:defRPr sz="1200"/>
            </a:pPr>
            <a:r>
              <a:t>D:/pasar_fix/node_modules/.bun/unenv@2.0.0-rc.24/node_modules/unenv/dist/runtime/node/trace_events.d.mts</a:t>
            </a:r>
          </a:p>
          <a:p>
            <a:pPr>
              <a:defRPr sz="1200"/>
            </a:pPr>
            <a:r>
              <a:t>D:/pasar_fix/node_modules/.bun/unenv@2.0.0-rc.24/node_modules/unenv/dist/runtime/node/trace_events.mjs</a:t>
            </a:r>
          </a:p>
          <a:p>
            <a:pPr>
              <a:defRPr sz="1200"/>
            </a:pPr>
            <a:r>
              <a:t>D:/pasar_fix/node_modules/.bun/unenv@2.0.0-rc.24/node_modules/unenv/dist/runtime/node/tty.d.mts</a:t>
            </a:r>
          </a:p>
          <a:p>
            <a:pPr>
              <a:defRPr sz="1200"/>
            </a:pPr>
            <a:r>
              <a:t>D:/pasar_fix/node_modules/.bun/unenv@2.0.0-rc.24/node_modules/unenv/dist/runtime/node/tty.mjs</a:t>
            </a:r>
          </a:p>
          <a:p>
            <a:pPr>
              <a:defRPr sz="1200"/>
            </a:pPr>
            <a:r>
              <a:t>D:/pasar_fix/node_modules/.bun/unenv@2.0.0-rc.24/node_modules/unenv/dist/runtime/node/url.d.mts</a:t>
            </a:r>
          </a:p>
          <a:p>
            <a:pPr>
              <a:defRPr sz="1200"/>
            </a:pPr>
            <a:r>
              <a:t>D:/pasar_fix/node_modules/.bun/unenv@2.0.0-rc.24/node_modules/unenv/dist/runtime/node/url.mjs</a:t>
            </a:r>
          </a:p>
          <a:p>
            <a:pPr>
              <a:defRPr sz="1200"/>
            </a:pPr>
            <a:r>
              <a:t>D:/pasar_fix/node_modules/.bun/unenv@2.0.0-rc.24/node_modules/unenv/dist/runtime/node/util.d.mts</a:t>
            </a:r>
          </a:p>
          <a:p>
            <a:pPr>
              <a:defRPr sz="1200"/>
            </a:pPr>
            <a:r>
              <a:t>D:/pasar_fix/node_modules/.bun/unenv@2.0.0-rc.24/node_modules/unenv/dist/runtime/node/util.mjs</a:t>
            </a:r>
          </a:p>
          <a:p>
            <a:pPr>
              <a:defRPr sz="1200"/>
            </a:pPr>
            <a:r>
              <a:t>D:/pasar_fix/node_modules/.bun/unenv@2.0.0-rc.24/node_modules/unenv/dist/runtime/node/v8.d.mts</a:t>
            </a:r>
          </a:p>
          <a:p>
            <a:pPr>
              <a:defRPr sz="1200"/>
            </a:pPr>
            <a:r>
              <a:t>D:/pasar_fix/node_modules/.bun/unenv@2.0.0-rc.24/node_modules/unenv/dist/runtime/node/v8.mjs</a:t>
            </a:r>
          </a:p>
          <a:p>
            <a:pPr>
              <a:defRPr sz="1200"/>
            </a:pPr>
            <a:r>
              <a:t>D:/pasar_fix/node_modules/.bun/unenv@2.0.0-rc.24/node_modules/unenv/dist/runtime/node/vm.d.mts</a:t>
            </a:r>
          </a:p>
          <a:p>
            <a:pPr>
              <a:defRPr sz="1200"/>
            </a:pPr>
            <a:r>
              <a:t>D:/pasar_fix/node_modules/.bun/unenv@2.0.0-rc.24/node_modules/unenv/dist/runtime/node/vm.mjs</a:t>
            </a:r>
          </a:p>
          <a:p>
            <a:pPr>
              <a:defRPr sz="1200"/>
            </a:pPr>
            <a:r>
              <a:t>D:/pasar_fix/node_modules/.bun/unenv@2.0.0-rc.24/node_modules/unenv/dist/runtime/node/wasi.d.mts</a:t>
            </a:r>
          </a:p>
          <a:p>
            <a:pPr>
              <a:defRPr sz="1200"/>
            </a:pPr>
            <a:r>
              <a:t>D:/pasar_fix/node_modules/.bun/unenv@2.0.0-rc.24/node_modules/unenv/dist/runtime/node/wasi.mjs</a:t>
            </a:r>
          </a:p>
          <a:p>
            <a:pPr>
              <a:defRPr sz="1200"/>
            </a:pPr>
            <a:r>
              <a:t>D:/pasar_fix/node_modules/.bun/unenv@2.0.0-rc.24/node_modules/unenv/dist/runtime/node/worker_threads.d.mts</a:t>
            </a:r>
          </a:p>
          <a:p>
            <a:pPr>
              <a:defRPr sz="1200"/>
            </a:pPr>
            <a:r>
              <a:t>D:/pasar_fix/node_modules/.bun/unenv@2.0.0-rc.24/node_modules/unenv/dist/runtime/node/worker_threads.mjs</a:t>
            </a:r>
          </a:p>
          <a:p>
            <a:pPr>
              <a:defRPr sz="1200"/>
            </a:pPr>
            <a:r>
              <a:t>D:/pasar_fix/node_modules/.bun/unenv@2.0.0-rc.24/node_modules/unenv/dist/runtime/node/zlib.d.mts</a:t>
            </a:r>
          </a:p>
          <a:p>
            <a:pPr>
              <a:defRPr sz="1200"/>
            </a:pPr>
            <a:r>
              <a:t>D:/pasar_fix/node_modules/.bun/unenv@2.0.0-rc.24/node_modules/unenv/dist/runtime/node/zlib.mjs</a:t>
            </a:r>
          </a:p>
          <a:p>
            <a:pPr>
              <a:defRPr sz="1200"/>
            </a:pPr>
            <a:r>
              <a:t>D:/pasar_fix/node_modules/.bun/unenv@2.0.0-rc.24/node_modules/unenv/dist/runtime/node/assert/strict.d.mts</a:t>
            </a:r>
          </a:p>
          <a:p>
            <a:pPr>
              <a:defRPr sz="1200"/>
            </a:pPr>
            <a:r>
              <a:t>D:/pasar_fix/node_modules/.bun/unenv@2.0.0-rc.24/node_modules/unenv/dist/runtime/node/assert/strict.mjs</a:t>
            </a:r>
          </a:p>
          <a:p>
            <a:pPr>
              <a:defRPr sz="1200"/>
            </a:pPr>
            <a:r>
              <a:t>D:/pasar_fix/node_modules/.bun/unenv@2.0.0-rc.24/node_modules/unenv/dist/runtime/node/dns/promises.d.mts</a:t>
            </a:r>
          </a:p>
          <a:p>
            <a:pPr>
              <a:defRPr sz="1200"/>
            </a:pPr>
            <a:r>
              <a:t>D:/pasar_fix/node_modules/.bun/unenv@2.0.0-rc.24/node_modules/unenv/dist/runtime/node/dns/promises.mjs</a:t>
            </a:r>
          </a:p>
          <a:p>
            <a:pPr>
              <a:defRPr sz="1200"/>
            </a:pPr>
            <a:r>
              <a:t>D:/pasar_fix/node_modules/.bun/unenv@2.0.0-rc.24/node_modules/unenv/dist/runtime/node/fs/promises.d.mts</a:t>
            </a:r>
          </a:p>
          <a:p>
            <a:pPr>
              <a:defRPr sz="1200"/>
            </a:pPr>
            <a:r>
              <a:t>D:/pasar_fix/node_modules/.bun/unenv@2.0.0-rc.24/node_modules/unenv/dist/runtime/node/fs/promises.mjs</a:t>
            </a:r>
          </a:p>
          <a:p>
            <a:pPr>
              <a:defRPr sz="1200"/>
            </a:pPr>
            <a:r>
              <a:t>D:/pasar_fix/node_modules/.bun/unenv@2.0.0-rc.24/node_modules/unenv/dist/runtime/node/inspector/promises.d.mts</a:t>
            </a:r>
          </a:p>
          <a:p>
            <a:pPr>
              <a:defRPr sz="1200"/>
            </a:pPr>
            <a:r>
              <a:t>D:/pasar_fix/node_modules/.bun/unenv@2.0.0-rc.24/node_modules/unenv/dist/runtime/node/inspector/promises.mjs</a:t>
            </a:r>
          </a:p>
          <a:p>
            <a:pPr>
              <a:defRPr sz="1200"/>
            </a:pPr>
            <a:r>
              <a:t>D:/pasar_fix/node_modules/.bun/unenv@2.0.0-rc.24/node_modules/unenv/dist/runtime/node/internal/async_hooks/async-hook.d.mts</a:t>
            </a:r>
          </a:p>
          <a:p>
            <a:pPr>
              <a:defRPr sz="1200"/>
            </a:pPr>
            <a:r>
              <a:t>D:/pasar_fix/node_modules/.bun/unenv@2.0.0-rc.24/node_modules/unenv/dist/runtime/node/internal/async_hooks/async-hook.mjs</a:t>
            </a:r>
          </a:p>
          <a:p>
            <a:pPr>
              <a:defRPr sz="1200"/>
            </a:pPr>
            <a:r>
              <a:t>D:/pasar_fix/node_modules/.bun/unenv@2.0.0-rc.24/node_modules/unenv/dist/runtime/node/internal/async_hooks/async-local-storage.d.mts</a:t>
            </a:r>
          </a:p>
          <a:p>
            <a:pPr>
              <a:defRPr sz="1200"/>
            </a:pPr>
            <a:r>
              <a:t>D:/pasar_fix/node_modules/.bun/unenv@2.0.0-rc.24/node_modules/unenv/dist/runtime/node/internal/async_hooks/async-local-storage.mjs</a:t>
            </a:r>
          </a:p>
          <a:p>
            <a:pPr>
              <a:defRPr sz="1200"/>
            </a:pPr>
            <a:r>
              <a:t>D:/pasar_fix/node_modules/.bun/unenv@2.0.0-rc.24/node_modules/unenv/dist/runtime/node/internal/async_hooks/async-resource.d.mts</a:t>
            </a:r>
          </a:p>
          <a:p>
            <a:pPr>
              <a:defRPr sz="1200"/>
            </a:pPr>
            <a:r>
              <a:t>D:/pasar_fix/node_modules/.bun/unenv@2.0.0-rc.24/node_modules/unenv/dist/runtime/node/internal/async_hooks/async-resource.mjs</a:t>
            </a:r>
          </a:p>
          <a:p>
            <a:pPr>
              <a:defRPr sz="1200"/>
            </a:pPr>
            <a:r>
              <a:t>D:/pasar_fix/node_modules/.bun/unenv@2.0.0-rc.24/node_modules/unenv/dist/runtime/node/internal/buffer/base64.d.mts</a:t>
            </a:r>
          </a:p>
          <a:p>
            <a:pPr>
              <a:defRPr sz="1200"/>
            </a:pPr>
            <a:r>
              <a:t>D:/pasar_fix/node_modules/.bun/unenv@2.0.0-rc.24/node_modules/unenv/dist/runtime/node/internal/buffer/base64.mjs</a:t>
            </a:r>
          </a:p>
          <a:p>
            <a:pPr>
              <a:defRPr sz="1200"/>
            </a:pPr>
            <a:r>
              <a:t>D:/pasar_fix/node_modules/.bun/unenv@2.0.0-rc.24/node_modules/unenv/dist/runtime/node/internal/buffer/buffer.d.mts</a:t>
            </a:r>
          </a:p>
          <a:p>
            <a:pPr>
              <a:defRPr sz="1200"/>
            </a:pPr>
            <a:r>
              <a:t>D:/pasar_fix/node_modules/.bun/unenv@2.0.0-rc.24/node_modules/unenv/dist/runtime/node/internal/buffer/buffer.mjs</a:t>
            </a:r>
          </a:p>
          <a:p>
            <a:pPr>
              <a:defRPr sz="1200"/>
            </a:pPr>
            <a:r>
              <a:t>D:/pasar_fix/node_modules/.bun/unenv@2.0.0-rc.24/node_modules/unenv/dist/runtime/node/internal/buffer/file.d.mts</a:t>
            </a:r>
          </a:p>
          <a:p>
            <a:pPr>
              <a:defRPr sz="1200"/>
            </a:pPr>
            <a:r>
              <a:t>D:/pasar_fix/node_modules/.bun/unenv@2.0.0-rc.24/node_modules/unenv/dist/runtime/node/internal/buffer/file.mjs</a:t>
            </a:r>
          </a:p>
          <a:p>
            <a:pPr>
              <a:defRPr sz="1200"/>
            </a:pPr>
            <a:r>
              <a:t>D:/pasar_fix/node_modules/.bun/unenv@2.0.0-rc.24/node_modules/unenv/dist/runtime/node/internal/buffer/ieee754.d.mts</a:t>
            </a:r>
          </a:p>
          <a:p>
            <a:pPr>
              <a:defRPr sz="1200"/>
            </a:pPr>
            <a:r>
              <a:t>D:/pasar_fix/node_modules/.bun/unenv@2.0.0-rc.24/node_modules/unenv/dist/runtime/node/internal/buffer/ieee754.mjs</a:t>
            </a:r>
          </a:p>
          <a:p>
            <a:pPr>
              <a:defRPr sz="1200"/>
            </a:pPr>
            <a:r>
              <a:t>D:/pasar_fix/node_modules/.bun/unenv@2.0.0-rc.24/node_modules/unenv/dist/runtime/node/internal/crypto/constants.d.mts</a:t>
            </a:r>
          </a:p>
          <a:p>
            <a:pPr>
              <a:defRPr sz="1200"/>
            </a:pPr>
            <a:r>
              <a:t>D:/pasar_fix/node_modules/.bun/unenv@2.0.0-rc.24/node_modules/unenv/dist/runtime/node/internal/crypto/constants.mjs</a:t>
            </a:r>
          </a:p>
          <a:p>
            <a:pPr>
              <a:defRPr sz="1200"/>
            </a:pPr>
            <a:r>
              <a:t>D:/pasar_fix/node_modules/.bun/unenv@2.0.0-rc.24/node_modules/unenv/dist/runtime/node/internal/crypto/node.d.mts</a:t>
            </a:r>
          </a:p>
          <a:p>
            <a:pPr>
              <a:defRPr sz="1200"/>
            </a:pPr>
            <a:r>
              <a:t>D:/pasar_fix/node_modules/.bun/unenv@2.0.0-rc.24/node_modules/unenv/dist/runtime/node/internal/crypto/node.mjs</a:t>
            </a:r>
          </a:p>
          <a:p>
            <a:pPr>
              <a:defRPr sz="1200"/>
            </a:pPr>
            <a:r>
              <a:t>D:/pasar_fix/node_modules/.bun/unenv@2.0.0-rc.24/node_modules/unenv/dist/runtime/node/internal/crypto/web.d.mts</a:t>
            </a:r>
          </a:p>
          <a:p>
            <a:pPr>
              <a:defRPr sz="1200"/>
            </a:pPr>
            <a:r>
              <a:t>D:/pasar_fix/node_modules/.bun/unenv@2.0.0-rc.24/node_modules/unenv/dist/runtime/node/internal/crypto/web.mjs</a:t>
            </a:r>
          </a:p>
          <a:p>
            <a:pPr>
              <a:defRPr sz="1200"/>
            </a:pPr>
            <a:r>
              <a:t>D:/pasar_fix/node_modules/.bun/unenv@2.0.0-rc.24/node_modules/unenv/dist/runtime/node/internal/dgram/socket.d.mts</a:t>
            </a:r>
          </a:p>
          <a:p>
            <a:pPr>
              <a:defRPr sz="1200"/>
            </a:pPr>
            <a:r>
              <a:t>D:/pasar_fix/node_modules/.bun/unenv@2.0.0-rc.24/node_modules/unenv/dist/runtime/node/internal/dgram/socket.mjs</a:t>
            </a:r>
          </a:p>
          <a:p>
            <a:pPr>
              <a:defRPr sz="1200"/>
            </a:pPr>
            <a:r>
              <a:t>D:/pasar_fix/node_modules/.bun/unenv@2.0.0-rc.24/node_modules/unenv/dist/runtime/node/internal/diagnostics_channel/channel.d.mts</a:t>
            </a:r>
          </a:p>
          <a:p>
            <a:pPr>
              <a:defRPr sz="1200"/>
            </a:pPr>
            <a:r>
              <a:t>D:/pasar_fix/node_modules/.bun/unenv@2.0.0-rc.24/node_modules/unenv/dist/runtime/node/internal/diagnostics_channel/channel.mjs</a:t>
            </a:r>
          </a:p>
          <a:p>
            <a:pPr>
              <a:defRPr sz="1200"/>
            </a:pPr>
            <a:r>
              <a:t>D:/pasar_fix/node_modules/.bun/unenv@2.0.0-rc.24/node_modules/unenv/dist/runtime/node/internal/diagnostics_channel/tracing-channel.d.mts</a:t>
            </a:r>
          </a:p>
          <a:p>
            <a:pPr>
              <a:defRPr sz="1200"/>
            </a:pPr>
            <a:r>
              <a:t>D:/pasar_fix/node_modules/.bun/unenv@2.0.0-rc.24/node_modules/unenv/dist/runtime/node/internal/diagnostics_channel/tracing-channel.mjs</a:t>
            </a:r>
          </a:p>
          <a:p>
            <a:pPr>
              <a:defRPr sz="1200"/>
            </a:pPr>
            <a:r>
              <a:t>D:/pasar_fix/node_modules/.bun/unenv@2.0.0-rc.24/node_modules/unenv/dist/runtime/node/internal/dns/constants.d.mts</a:t>
            </a:r>
          </a:p>
          <a:p>
            <a:pPr>
              <a:defRPr sz="1200"/>
            </a:pPr>
            <a:r>
              <a:t>D:/pasar_fix/node_modules/.bun/unenv@2.0.0-rc.24/node_modules/unenv/dist/runtime/node/internal/dns/constants.mjs</a:t>
            </a:r>
          </a:p>
          <a:p>
            <a:pPr>
              <a:defRPr sz="1200"/>
            </a:pPr>
            <a:r>
              <a:t>D:/pasar_fix/node_modules/.bun/unenv@2.0.0-rc.24/node_modules/unenv/dist/runtime/node/internal/domain/domain.d.mts</a:t>
            </a:r>
          </a:p>
          <a:p>
            <a:pPr>
              <a:defRPr sz="1200"/>
            </a:pPr>
            <a:r>
              <a:t>D:/pasar_fix/node_modules/.bun/unenv@2.0.0-rc.24/node_modules/unenv/dist/runtime/node/internal/domain/domain.mjs</a:t>
            </a:r>
          </a:p>
          <a:p>
            <a:pPr>
              <a:defRPr sz="1200"/>
            </a:pPr>
            <a:r>
              <a:t>D:/pasar_fix/node_modules/.bun/unenv@2.0.0-rc.24/node_modules/unenv/dist/runtime/node/internal/events/events.d.mts</a:t>
            </a:r>
          </a:p>
          <a:p>
            <a:pPr>
              <a:defRPr sz="1200"/>
            </a:pPr>
            <a:r>
              <a:t>D:/pasar_fix/node_modules/.bun/unenv@2.0.0-rc.24/node_modules/unenv/dist/runtime/node/internal/events/events.mjs</a:t>
            </a:r>
          </a:p>
          <a:p>
            <a:pPr>
              <a:defRPr sz="1200"/>
            </a:pPr>
            <a:r>
              <a:t>D:/pasar_fix/node_modules/.bun/unenv@2.0.0-rc.24/node_modules/unenv/dist/runtime/node/internal/fs/classes.d.mts</a:t>
            </a:r>
          </a:p>
          <a:p>
            <a:pPr>
              <a:defRPr sz="1200"/>
            </a:pPr>
            <a:r>
              <a:t>D:/pasar_fix/node_modules/.bun/unenv@2.0.0-rc.24/node_modules/unenv/dist/runtime/node/internal/fs/classes.mjs</a:t>
            </a:r>
          </a:p>
          <a:p>
            <a:pPr>
              <a:defRPr sz="1200"/>
            </a:pPr>
            <a:r>
              <a:t>D:/pasar_fix/node_modules/.bun/unenv@2.0.0-rc.24/node_modules/unenv/dist/runtime/node/internal/fs/constants.d.mts</a:t>
            </a:r>
          </a:p>
          <a:p>
            <a:pPr>
              <a:defRPr sz="1200"/>
            </a:pPr>
            <a:r>
              <a:t>D:/pasar_fix/node_modules/.bun/unenv@2.0.0-rc.24/node_modules/unenv/dist/runtime/node/internal/fs/constants.mjs</a:t>
            </a:r>
          </a:p>
          <a:p>
            <a:pPr>
              <a:defRPr sz="1200"/>
            </a:pPr>
            <a:r>
              <a:t>D:/pasar_fix/node_modules/.bun/unenv@2.0.0-rc.24/node_modules/unenv/dist/runtime/node/internal/fs/fs.d.mts</a:t>
            </a:r>
          </a:p>
          <a:p>
            <a:pPr>
              <a:defRPr sz="1200"/>
            </a:pPr>
            <a:r>
              <a:t>D:/pasar_fix/node_modules/.bun/unenv@2.0.0-rc.24/node_modules/unenv/dist/runtime/node/internal/fs/fs.mjs</a:t>
            </a:r>
          </a:p>
          <a:p>
            <a:pPr>
              <a:defRPr sz="1200"/>
            </a:pPr>
            <a:r>
              <a:t>D:/pasar_fix/node_modules/.bun/unenv@2.0.0-rc.24/node_modules/unenv/dist/runtime/node/internal/fs/promises.d.mts</a:t>
            </a:r>
          </a:p>
          <a:p>
            <a:pPr>
              <a:defRPr sz="1200"/>
            </a:pPr>
            <a:r>
              <a:t>D:/pasar_fix/node_modules/.bun/unenv@2.0.0-rc.24/node_modules/unenv/dist/runtime/node/internal/fs/promises.mjs</a:t>
            </a:r>
          </a:p>
          <a:p>
            <a:pPr>
              <a:defRPr sz="1200"/>
            </a:pPr>
            <a:r>
              <a:t>D:/pasar_fix/node_modules/.bun/unenv@2.0.0-rc.24/node_modules/unenv/dist/runtime/node/internal/http/agent.d.mts</a:t>
            </a:r>
          </a:p>
          <a:p>
            <a:pPr>
              <a:defRPr sz="1200"/>
            </a:pPr>
            <a:r>
              <a:t>D:/pasar_fix/node_modules/.bun/unenv@2.0.0-rc.24/node_modules/unenv/dist/runtime/node/internal/http/agent.mjs</a:t>
            </a:r>
          </a:p>
          <a:p>
            <a:pPr>
              <a:defRPr sz="1200"/>
            </a:pPr>
            <a:r>
              <a:t>D:/pasar_fix/node_modules/.bun/unenv@2.0.0-rc.24/node_modules/unenv/dist/runtime/node/internal/http/constants.d.mts</a:t>
            </a:r>
          </a:p>
          <a:p>
            <a:pPr>
              <a:defRPr sz="1200"/>
            </a:pPr>
            <a:r>
              <a:t>D:/pasar_fix/node_modules/.bun/unenv@2.0.0-rc.24/node_modules/unenv/dist/runtime/node/internal/http/constants.mjs</a:t>
            </a:r>
          </a:p>
          <a:p>
            <a:pPr>
              <a:defRPr sz="1200"/>
            </a:pPr>
            <a:r>
              <a:t>D:/pasar_fix/node_modules/.bun/unenv@2.0.0-rc.24/node_modules/unenv/dist/runtime/node/internal/http/request.d.mts</a:t>
            </a:r>
          </a:p>
          <a:p>
            <a:pPr>
              <a:defRPr sz="1200"/>
            </a:pPr>
            <a:r>
              <a:t>D:/pasar_fix/node_modules/.bun/unenv@2.0.0-rc.24/node_modules/unenv/dist/runtime/node/internal/http/request.mjs</a:t>
            </a:r>
          </a:p>
          <a:p>
            <a:pPr>
              <a:defRPr sz="1200"/>
            </a:pPr>
            <a:r>
              <a:t>D:/pasar_fix/node_modules/.bun/unenv@2.0.0-rc.24/node_modules/unenv/dist/runtime/node/internal/http/response.d.mts</a:t>
            </a:r>
          </a:p>
          <a:p>
            <a:pPr>
              <a:defRPr sz="1200"/>
            </a:pPr>
            <a:r>
              <a:t>D:/pasar_fix/node_modules/.bun/unenv@2.0.0-rc.24/node_modules/unenv/dist/runtime/node/internal/http/response.mjs</a:t>
            </a:r>
          </a:p>
          <a:p>
            <a:pPr>
              <a:defRPr sz="1200"/>
            </a:pPr>
            <a:r>
              <a:t>D:/pasar_fix/node_modules/.bun/unenv@2.0.0-rc.24/node_modules/unenv/dist/runtime/node/internal/http2/constants.d.mts</a:t>
            </a:r>
          </a:p>
          <a:p>
            <a:pPr>
              <a:defRPr sz="1200"/>
            </a:pPr>
            <a:r>
              <a:t>D:/pasar_fix/node_modules/.bun/unenv@2.0.0-rc.24/node_modules/unenv/dist/runtime/node/internal/http2/constants.mjs</a:t>
            </a:r>
          </a:p>
          <a:p>
            <a:pPr>
              <a:defRPr sz="1200"/>
            </a:pPr>
            <a:r>
              <a:t>D:/pasar_fix/node_modules/.bun/unenv@2.0.0-rc.24/node_modules/unenv/dist/runtime/node/internal/net/server.d.mts</a:t>
            </a:r>
          </a:p>
          <a:p>
            <a:pPr>
              <a:defRPr sz="1200"/>
            </a:pPr>
            <a:r>
              <a:t>D:/pasar_fix/node_modules/.bun/unenv@2.0.0-rc.24/node_modules/unenv/dist/runtime/node/internal/net/server.mjs</a:t>
            </a:r>
          </a:p>
          <a:p>
            <a:pPr>
              <a:defRPr sz="1200"/>
            </a:pPr>
            <a:r>
              <a:t>D:/pasar_fix/node_modules/.bun/unenv@2.0.0-rc.24/node_modules/unenv/dist/runtime/node/internal/net/socket.d.mts</a:t>
            </a:r>
          </a:p>
          <a:p>
            <a:pPr>
              <a:defRPr sz="1200"/>
            </a:pPr>
            <a:r>
              <a:t>D:/pasar_fix/node_modules/.bun/unenv@2.0.0-rc.24/node_modules/unenv/dist/runtime/node/internal/net/socket.mjs</a:t>
            </a:r>
          </a:p>
          <a:p>
            <a:pPr>
              <a:defRPr sz="1200"/>
            </a:pPr>
            <a:r>
              <a:t>D:/pasar_fix/node_modules/.bun/unenv@2.0.0-rc.24/node_modules/unenv/dist/runtime/node/internal/os/constants.d.mts</a:t>
            </a:r>
          </a:p>
          <a:p>
            <a:pPr>
              <a:defRPr sz="1200"/>
            </a:pPr>
            <a:r>
              <a:t>D:/pasar_fix/node_modules/.bun/unenv@2.0.0-rc.24/node_modules/unenv/dist/runtime/node/internal/os/constants.mjs</a:t>
            </a:r>
          </a:p>
          <a:p>
            <a:pPr>
              <a:defRPr sz="1200"/>
            </a:pPr>
            <a:r>
              <a:t>D:/pasar_fix/node_modules/.bun/unenv@2.0.0-rc.24/node_modules/unenv/dist/runtime/node/internal/perf_hooks/constants.d.mts</a:t>
            </a:r>
          </a:p>
          <a:p>
            <a:pPr>
              <a:defRPr sz="1200"/>
            </a:pPr>
            <a:r>
              <a:t>D:/pasar_fix/node_modules/.bun/unenv@2.0.0-rc.24/node_modules/unenv/dist/runtime/node/internal/perf_hooks/constants.mjs</a:t>
            </a:r>
          </a:p>
          <a:p>
            <a:pPr>
              <a:defRPr sz="1200"/>
            </a:pPr>
            <a:r>
              <a:t>D:/pasar_fix/node_modules/.bun/unenv@2.0.0-rc.24/node_modules/unenv/dist/runtime/node/internal/perf_hooks/histogram.d.mts</a:t>
            </a:r>
          </a:p>
          <a:p>
            <a:pPr>
              <a:defRPr sz="1200"/>
            </a:pPr>
            <a:r>
              <a:t>D:/pasar_fix/node_modules/.bun/unenv@2.0.0-rc.24/node_modules/unenv/dist/runtime/node/internal/perf_hooks/histogram.mjs</a:t>
            </a:r>
          </a:p>
          <a:p>
            <a:pPr>
              <a:defRPr sz="1200"/>
            </a:pPr>
            <a:r>
              <a:t>D:/pasar_fix/node_modules/.bun/unenv@2.0.0-rc.24/node_modules/unenv/dist/runtime/node/internal/perf_hooks/performance.d.mts</a:t>
            </a:r>
          </a:p>
          <a:p>
            <a:pPr>
              <a:defRPr sz="1200"/>
            </a:pPr>
            <a:r>
              <a:t>D:/pasar_fix/node_modules/.bun/unenv@2.0.0-rc.24/node_modules/unenv/dist/runtime/node/internal/perf_hooks/performance.mjs</a:t>
            </a:r>
          </a:p>
          <a:p>
            <a:pPr>
              <a:defRPr sz="1200"/>
            </a:pPr>
            <a:r>
              <a:t>D:/pasar_fix/node_modules/.bun/unenv@2.0.0-rc.24/node_modules/unenv/dist/runtime/node/internal/process/env.d.mts</a:t>
            </a:r>
          </a:p>
          <a:p>
            <a:pPr>
              <a:defRPr sz="1200"/>
            </a:pPr>
            <a:r>
              <a:t>D:/pasar_fix/node_modules/.bun/unenv@2.0.0-rc.24/node_modules/unenv/dist/runtime/node/internal/process/env.mjs</a:t>
            </a:r>
          </a:p>
          <a:p>
            <a:pPr>
              <a:defRPr sz="1200"/>
            </a:pPr>
            <a:r>
              <a:t>D:/pasar_fix/node_modules/.bun/unenv@2.0.0-rc.24/node_modules/unenv/dist/runtime/node/internal/process/hrtime.d.mts</a:t>
            </a:r>
          </a:p>
          <a:p>
            <a:pPr>
              <a:defRPr sz="1200"/>
            </a:pPr>
            <a:r>
              <a:t>D:/pasar_fix/node_modules/.bun/unenv@2.0.0-rc.24/node_modules/unenv/dist/runtime/node/internal/process/hrtime.mjs</a:t>
            </a:r>
          </a:p>
          <a:p>
            <a:pPr>
              <a:defRPr sz="1200"/>
            </a:pPr>
            <a:r>
              <a:t>D:/pasar_fix/node_modules/.bun/unenv@2.0.0-rc.24/node_modules/unenv/dist/runtime/node/internal/process/nexttick.d.mts</a:t>
            </a:r>
          </a:p>
          <a:p>
            <a:pPr>
              <a:defRPr sz="1200"/>
            </a:pPr>
            <a:r>
              <a:t>D:/pasar_fix/node_modules/.bun/unenv@2.0.0-rc.24/node_modules/unenv/dist/runtime/node/internal/process/nexttick.mjs</a:t>
            </a:r>
          </a:p>
          <a:p>
            <a:pPr>
              <a:defRPr sz="1200"/>
            </a:pPr>
            <a:r>
              <a:t>D:/pasar_fix/node_modules/.bun/unenv@2.0.0-rc.24/node_modules/unenv/dist/runtime/node/internal/process/node-version.d.mts</a:t>
            </a:r>
          </a:p>
          <a:p>
            <a:pPr>
              <a:defRPr sz="1200"/>
            </a:pPr>
            <a:r>
              <a:t>D:/pasar_fix/node_modules/.bun/unenv@2.0.0-rc.24/node_modules/unenv/dist/runtime/node/internal/process/node-version.mjs</a:t>
            </a:r>
          </a:p>
          <a:p>
            <a:pPr>
              <a:defRPr sz="1200"/>
            </a:pPr>
            <a:r>
              <a:t>D:/pasar_fix/node_modules/.bun/unenv@2.0.0-rc.24/node_modules/unenv/dist/runtime/node/internal/process/process.d.mts</a:t>
            </a:r>
          </a:p>
          <a:p>
            <a:pPr>
              <a:defRPr sz="1200"/>
            </a:pPr>
            <a:r>
              <a:t>D:/pasar_fix/node_modules/.bun/unenv@2.0.0-rc.24/node_modules/unenv/dist/runtime/node/internal/process/process.mjs</a:t>
            </a:r>
          </a:p>
          <a:p>
            <a:pPr>
              <a:defRPr sz="1200"/>
            </a:pPr>
            <a:r>
              <a:t>D:/pasar_fix/node_modules/.bun/unenv@2.0.0-rc.24/node_modules/unenv/dist/runtime/node/internal/punycode/punycode.d.mts</a:t>
            </a:r>
          </a:p>
          <a:p>
            <a:pPr>
              <a:defRPr sz="1200"/>
            </a:pPr>
            <a:r>
              <a:t>D:/pasar_fix/node_modules/.bun/unenv@2.0.0-rc.24/node_modules/unenv/dist/runtime/node/internal/punycode/punycode.mjs</a:t>
            </a:r>
          </a:p>
          <a:p>
            <a:pPr>
              <a:defRPr sz="1200"/>
            </a:pPr>
            <a:r>
              <a:t>D:/pasar_fix/node_modules/.bun/unenv@2.0.0-rc.24/node_modules/unenv/dist/runtime/node/internal/querystring/querystring.d.mts</a:t>
            </a:r>
          </a:p>
          <a:p>
            <a:pPr>
              <a:defRPr sz="1200"/>
            </a:pPr>
            <a:r>
              <a:t>D:/pasar_fix/node_modules/.bun/unenv@2.0.0-rc.24/node_modules/unenv/dist/runtime/node/internal/querystring/querystring.mjs</a:t>
            </a:r>
          </a:p>
          <a:p>
            <a:pPr>
              <a:defRPr sz="1200"/>
            </a:pPr>
            <a:r>
              <a:t>D:/pasar_fix/node_modules/.bun/unenv@2.0.0-rc.24/node_modules/unenv/dist/runtime/node/internal/readline/interface.d.mts</a:t>
            </a:r>
          </a:p>
          <a:p>
            <a:pPr>
              <a:defRPr sz="1200"/>
            </a:pPr>
            <a:r>
              <a:t>D:/pasar_fix/node_modules/.bun/unenv@2.0.0-rc.24/node_modules/unenv/dist/runtime/node/internal/readline/interface.mjs</a:t>
            </a:r>
          </a:p>
          <a:p>
            <a:pPr>
              <a:defRPr sz="1200"/>
            </a:pPr>
            <a:r>
              <a:t>D:/pasar_fix/node_modules/.bun/unenv@2.0.0-rc.24/node_modules/unenv/dist/runtime/node/internal/readline/promises/interface.d.mts</a:t>
            </a:r>
          </a:p>
          <a:p>
            <a:pPr>
              <a:defRPr sz="1200"/>
            </a:pPr>
            <a:r>
              <a:t>D:/pasar_fix/node_modules/.bun/unenv@2.0.0-rc.24/node_modules/unenv/dist/runtime/node/internal/readline/promises/interface.mjs</a:t>
            </a:r>
          </a:p>
          <a:p>
            <a:pPr>
              <a:defRPr sz="1200"/>
            </a:pPr>
            <a:r>
              <a:t>D:/pasar_fix/node_modules/.bun/unenv@2.0.0-rc.24/node_modules/unenv/dist/runtime/node/internal/readline/promises/readline.d.mts</a:t>
            </a:r>
          </a:p>
          <a:p>
            <a:pPr>
              <a:defRPr sz="1200"/>
            </a:pPr>
            <a:r>
              <a:t>D:/pasar_fix/node_modules/.bun/unenv@2.0.0-rc.24/node_modules/unenv/dist/runtime/node/internal/readline/promises/readline.mjs</a:t>
            </a:r>
          </a:p>
          <a:p>
            <a:pPr>
              <a:defRPr sz="1200"/>
            </a:pPr>
            <a:r>
              <a:t>D:/pasar_fix/node_modules/.bun/unenv@2.0.0-rc.24/node_modules/unenv/dist/runtime/node/internal/stream/duplex.d.mts</a:t>
            </a:r>
          </a:p>
          <a:p>
            <a:pPr>
              <a:defRPr sz="1200"/>
            </a:pPr>
            <a:r>
              <a:t>D:/pasar_fix/node_modules/.bun/unenv@2.0.0-rc.24/node_modules/unenv/dist/runtime/node/internal/stream/duplex.mjs</a:t>
            </a:r>
          </a:p>
          <a:p>
            <a:pPr>
              <a:defRPr sz="1200"/>
            </a:pPr>
            <a:r>
              <a:t>D:/pasar_fix/node_modules/.bun/unenv@2.0.0-rc.24/node_modules/unenv/dist/runtime/node/internal/stream/readable.d.mts</a:t>
            </a:r>
          </a:p>
          <a:p>
            <a:pPr>
              <a:defRPr sz="1200"/>
            </a:pPr>
            <a:r>
              <a:t>D:/pasar_fix/node_modules/.bun/unenv@2.0.0-rc.24/node_modules/unenv/dist/runtime/node/internal/stream/readable.mjs</a:t>
            </a:r>
          </a:p>
          <a:p>
            <a:pPr>
              <a:defRPr sz="1200"/>
            </a:pPr>
            <a:r>
              <a:t>D:/pasar_fix/node_modules/.bun/unenv@2.0.0-rc.24/node_modules/unenv/dist/runtime/node/internal/stream/transform.d.mts</a:t>
            </a:r>
          </a:p>
          <a:p>
            <a:pPr>
              <a:defRPr sz="1200"/>
            </a:pPr>
            <a:r>
              <a:t>D:/pasar_fix/node_modules/.bun/unenv@2.0.0-rc.24/node_modules/unenv/dist/runtime/node/internal/stream/transform.mjs</a:t>
            </a:r>
          </a:p>
          <a:p>
            <a:pPr>
              <a:defRPr sz="1200"/>
            </a:pPr>
            <a:r>
              <a:t>D:/pasar_fix/node_modules/.bun/unenv@2.0.0-rc.24/node_modules/unenv/dist/runtime/node/internal/stream/writable.d.mts</a:t>
            </a:r>
          </a:p>
          <a:p>
            <a:pPr>
              <a:defRPr sz="1200"/>
            </a:pPr>
            <a:r>
              <a:t>D:/pasar_fix/node_modules/.bun/unenv@2.0.0-rc.24/node_modules/unenv/dist/runtime/node/internal/stream/writable.mjs</a:t>
            </a:r>
          </a:p>
          <a:p>
            <a:pPr>
              <a:defRPr sz="1200"/>
            </a:pPr>
            <a:r>
              <a:t>D:/pasar_fix/node_modules/.bun/unenv@2.0.0-rc.24/node_modules/unenv/dist/runtime/node/internal/timers/immediate.d.mts</a:t>
            </a:r>
          </a:p>
          <a:p>
            <a:pPr>
              <a:defRPr sz="1200"/>
            </a:pPr>
            <a:r>
              <a:t>D:/pasar_fix/node_modules/.bun/unenv@2.0.0-rc.24/node_modules/unenv/dist/runtime/node/internal/timers/immediate.mjs</a:t>
            </a:r>
          </a:p>
          <a:p>
            <a:pPr>
              <a:defRPr sz="1200"/>
            </a:pPr>
            <a:r>
              <a:t>D:/pasar_fix/node_modules/.bun/unenv@2.0.0-rc.24/node_modules/unenv/dist/runtime/node/internal/timers/scheduler.d.mts</a:t>
            </a:r>
          </a:p>
          <a:p>
            <a:pPr>
              <a:defRPr sz="1200"/>
            </a:pPr>
            <a:r>
              <a:t>D:/pasar_fix/node_modules/.bun/unenv@2.0.0-rc.24/node_modules/unenv/dist/runtime/node/internal/timers/scheduler.mjs</a:t>
            </a:r>
          </a:p>
          <a:p>
            <a:pPr>
              <a:defRPr sz="1200"/>
            </a:pPr>
            <a:r>
              <a:t>D:/pasar_fix/node_modules/.bun/unenv@2.0.0-rc.24/node_modules/unenv/dist/runtime/node/internal/timers/set-immediate.d.mts</a:t>
            </a:r>
          </a:p>
          <a:p>
            <a:pPr>
              <a:defRPr sz="1200"/>
            </a:pPr>
            <a:r>
              <a:t>D:/pasar_fix/node_modules/.bun/unenv@2.0.0-rc.24/node_modules/unenv/dist/runtime/node/internal/timers/set-immediate.mjs</a:t>
            </a:r>
          </a:p>
          <a:p>
            <a:pPr>
              <a:defRPr sz="1200"/>
            </a:pPr>
            <a:r>
              <a:t>D:/pasar_fix/node_modules/.bun/unenv@2.0.0-rc.24/node_modules/unenv/dist/runtime/node/internal/timers/set-interval.d.mts</a:t>
            </a:r>
          </a:p>
          <a:p>
            <a:pPr>
              <a:defRPr sz="1200"/>
            </a:pPr>
            <a:r>
              <a:t>D:/pasar_fix/node_modules/.bun/unenv@2.0.0-rc.24/node_modules/unenv/dist/runtime/node/internal/timers/set-interval.mjs</a:t>
            </a:r>
          </a:p>
          <a:p>
            <a:pPr>
              <a:defRPr sz="1200"/>
            </a:pPr>
            <a:r>
              <a:t>D:/pasar_fix/node_modules/.bun/unenv@2.0.0-rc.24/node_modules/unenv/dist/runtime/node/internal/timers/set-timeout.d.mts</a:t>
            </a:r>
          </a:p>
          <a:p>
            <a:pPr>
              <a:defRPr sz="1200"/>
            </a:pPr>
            <a:r>
              <a:t>D:/pasar_fix/node_modules/.bun/unenv@2.0.0-rc.24/node_modules/unenv/dist/runtime/node/internal/timers/set-timeout.mjs</a:t>
            </a:r>
          </a:p>
          <a:p>
            <a:pPr>
              <a:defRPr sz="1200"/>
            </a:pPr>
            <a:r>
              <a:t>D:/pasar_fix/node_modules/.bun/unenv@2.0.0-rc.24/node_modules/unenv/dist/runtime/node/internal/timers/timeout.d.mts</a:t>
            </a:r>
          </a:p>
          <a:p>
            <a:pPr>
              <a:defRPr sz="1200"/>
            </a:pPr>
            <a:r>
              <a:t>D:/pasar_fix/node_modules/.bun/unenv@2.0.0-rc.24/node_modules/unenv/dist/runtime/node/internal/timers/timeout.mjs</a:t>
            </a:r>
          </a:p>
          <a:p>
            <a:pPr>
              <a:defRPr sz="1200"/>
            </a:pPr>
            <a:r>
              <a:t>D:/pasar_fix/node_modules/.bun/unenv@2.0.0-rc.24/node_modules/unenv/dist/runtime/node/internal/tls/constants.d.mts</a:t>
            </a:r>
          </a:p>
          <a:p>
            <a:pPr>
              <a:defRPr sz="1200"/>
            </a:pPr>
            <a:r>
              <a:t>D:/pasar_fix/node_modules/.bun/unenv@2.0.0-rc.24/node_modules/unenv/dist/runtime/node/internal/tls/constants.mjs</a:t>
            </a:r>
          </a:p>
          <a:p>
            <a:pPr>
              <a:defRPr sz="1200"/>
            </a:pPr>
            <a:r>
              <a:t>D:/pasar_fix/node_modules/.bun/unenv@2.0.0-rc.24/node_modules/unenv/dist/runtime/node/internal/tls/secure-context.d.mts</a:t>
            </a:r>
          </a:p>
          <a:p>
            <a:pPr>
              <a:defRPr sz="1200"/>
            </a:pPr>
            <a:r>
              <a:t>D:/pasar_fix/node_modules/.bun/unenv@2.0.0-rc.24/node_modules/unenv/dist/runtime/node/internal/tls/secure-context.mjs</a:t>
            </a:r>
          </a:p>
          <a:p>
            <a:pPr>
              <a:defRPr sz="1200"/>
            </a:pPr>
            <a:r>
              <a:t>D:/pasar_fix/node_modules/.bun/unenv@2.0.0-rc.24/node_modules/unenv/dist/runtime/node/internal/tls/server.d.mts</a:t>
            </a:r>
          </a:p>
          <a:p>
            <a:pPr>
              <a:defRPr sz="1200"/>
            </a:pPr>
            <a:r>
              <a:t>D:/pasar_fix/node_modules/.bun/unenv@2.0.0-rc.24/node_modules/unenv/dist/runtime/node/internal/tls/server.mjs</a:t>
            </a:r>
          </a:p>
          <a:p>
            <a:pPr>
              <a:defRPr sz="1200"/>
            </a:pPr>
            <a:r>
              <a:t>D:/pasar_fix/node_modules/.bun/unenv@2.0.0-rc.24/node_modules/unenv/dist/runtime/node/internal/tls/tls-socket.d.mts</a:t>
            </a:r>
          </a:p>
          <a:p>
            <a:pPr>
              <a:defRPr sz="1200"/>
            </a:pPr>
            <a:r>
              <a:t>D:/pasar_fix/node_modules/.bun/unenv@2.0.0-rc.24/node_modules/unenv/dist/runtime/node/internal/tls/tls-socket.mjs</a:t>
            </a:r>
          </a:p>
          <a:p>
            <a:pPr>
              <a:defRPr sz="1200"/>
            </a:pPr>
            <a:r>
              <a:t>D:/pasar_fix/node_modules/.bun/unenv@2.0.0-rc.24/node_modules/unenv/dist/runtime/node/internal/trace_events/tracing.d.mts</a:t>
            </a:r>
          </a:p>
          <a:p>
            <a:pPr>
              <a:defRPr sz="1200"/>
            </a:pPr>
            <a:r>
              <a:t>D:/pasar_fix/node_modules/.bun/unenv@2.0.0-rc.24/node_modules/unenv/dist/runtime/node/internal/trace_events/tracing.mjs</a:t>
            </a:r>
          </a:p>
          <a:p>
            <a:pPr>
              <a:defRPr sz="1200"/>
            </a:pPr>
            <a:r>
              <a:t>D:/pasar_fix/node_modules/.bun/unenv@2.0.0-rc.24/node_modules/unenv/dist/runtime/node/internal/tty/read-stream.d.mts</a:t>
            </a:r>
          </a:p>
          <a:p>
            <a:pPr>
              <a:defRPr sz="1200"/>
            </a:pPr>
            <a:r>
              <a:t>D:/pasar_fix/node_modules/.bun/unenv@2.0.0-rc.24/node_modules/unenv/dist/runtime/node/internal/tty/read-stream.mjs</a:t>
            </a:r>
          </a:p>
          <a:p>
            <a:pPr>
              <a:defRPr sz="1200"/>
            </a:pPr>
            <a:r>
              <a:t>D:/pasar_fix/node_modules/.bun/unenv@2.0.0-rc.24/node_modules/unenv/dist/runtime/node/internal/tty/write-stream.d.mts</a:t>
            </a:r>
          </a:p>
          <a:p>
            <a:pPr>
              <a:defRPr sz="1200"/>
            </a:pPr>
            <a:r>
              <a:t>D:/pasar_fix/node_modules/.bun/unenv@2.0.0-rc.24/node_modules/unenv/dist/runtime/node/internal/tty/write-stream.mjs</a:t>
            </a:r>
          </a:p>
          <a:p>
            <a:pPr>
              <a:defRPr sz="1200"/>
            </a:pPr>
            <a:r>
              <a:t>D:/pasar_fix/node_modules/.bun/unenv@2.0.0-rc.24/node_modules/unenv/dist/runtime/node/internal/url/constants.d.mts</a:t>
            </a:r>
          </a:p>
          <a:p>
            <a:pPr>
              <a:defRPr sz="1200"/>
            </a:pPr>
            <a:r>
              <a:t>D:/pasar_fix/node_modules/.bun/unenv@2.0.0-rc.24/node_modules/unenv/dist/runtime/node/internal/url/constants.mjs</a:t>
            </a:r>
          </a:p>
          <a:p>
            <a:pPr>
              <a:defRPr sz="1200"/>
            </a:pPr>
            <a:r>
              <a:t>D:/pasar_fix/node_modules/.bun/unenv@2.0.0-rc.24/node_modules/unenv/dist/runtime/node/internal/url/errors.d.mts</a:t>
            </a:r>
          </a:p>
          <a:p>
            <a:pPr>
              <a:defRPr sz="1200"/>
            </a:pPr>
            <a:r>
              <a:t>D:/pasar_fix/node_modules/.bun/unenv@2.0.0-rc.24/node_modules/unenv/dist/runtime/node/internal/url/errors.mjs</a:t>
            </a:r>
          </a:p>
          <a:p>
            <a:pPr>
              <a:defRPr sz="1200"/>
            </a:pPr>
            <a:r>
              <a:t>D:/pasar_fix/node_modules/.bun/unenv@2.0.0-rc.24/node_modules/unenv/dist/runtime/node/internal/url/url.d.mts</a:t>
            </a:r>
          </a:p>
          <a:p>
            <a:pPr>
              <a:defRPr sz="1200"/>
            </a:pPr>
            <a:r>
              <a:t>D:/pasar_fix/node_modules/.bun/unenv@2.0.0-rc.24/node_modules/unenv/dist/runtime/node/internal/url/url.mjs</a:t>
            </a:r>
          </a:p>
          <a:p>
            <a:pPr>
              <a:defRPr sz="1200"/>
            </a:pPr>
            <a:r>
              <a:t>D:/pasar_fix/node_modules/.bun/unenv@2.0.0-rc.24/node_modules/unenv/dist/runtime/node/internal/url/util.d.mts</a:t>
            </a:r>
          </a:p>
          <a:p>
            <a:pPr>
              <a:defRPr sz="1200"/>
            </a:pPr>
            <a:r>
              <a:t>D:/pasar_fix/node_modules/.bun/unenv@2.0.0-rc.24/node_modules/unenv/dist/runtime/node/internal/url/util.mjs</a:t>
            </a:r>
          </a:p>
          <a:p>
            <a:pPr>
              <a:defRPr sz="1200"/>
            </a:pPr>
            <a:r>
              <a:t>D:/pasar_fix/node_modules/.bun/unenv@2.0.0-rc.24/node_modules/unenv/dist/runtime/node/internal/util/inherits.d.mts</a:t>
            </a:r>
          </a:p>
          <a:p>
            <a:pPr>
              <a:defRPr sz="1200"/>
            </a:pPr>
            <a:r>
              <a:t>D:/pasar_fix/node_modules/.bun/unenv@2.0.0-rc.24/node_modules/unenv/dist/runtime/node/internal/util/inherits.mjs</a:t>
            </a:r>
          </a:p>
          <a:p>
            <a:pPr>
              <a:defRPr sz="1200"/>
            </a:pPr>
            <a:r>
              <a:t>D:/pasar_fix/node_modules/.bun/unenv@2.0.0-rc.24/node_modules/unenv/dist/runtime/node/internal/util/legacy-types.d.mts</a:t>
            </a:r>
          </a:p>
          <a:p>
            <a:pPr>
              <a:defRPr sz="1200"/>
            </a:pPr>
            <a:r>
              <a:t>D:/pasar_fix/node_modules/.bun/unenv@2.0.0-rc.24/node_modules/unenv/dist/runtime/node/internal/util/legacy-types.mjs</a:t>
            </a:r>
          </a:p>
          <a:p>
            <a:pPr>
              <a:defRPr sz="1200"/>
            </a:pPr>
            <a:r>
              <a:t>D:/pasar_fix/node_modules/.bun/unenv@2.0.0-rc.24/node_modules/unenv/dist/runtime/node/internal/util/log.d.mts</a:t>
            </a:r>
          </a:p>
          <a:p>
            <a:pPr>
              <a:defRPr sz="1200"/>
            </a:pPr>
            <a:r>
              <a:t>D:/pasar_fix/node_modules/.bun/unenv@2.0.0-rc.24/node_modules/unenv/dist/runtime/node/internal/util/log.mjs</a:t>
            </a:r>
          </a:p>
          <a:p>
            <a:pPr>
              <a:defRPr sz="1200"/>
            </a:pPr>
            <a:r>
              <a:t>D:/pasar_fix/node_modules/.bun/unenv@2.0.0-rc.24/node_modules/unenv/dist/runtime/node/internal/util/mime.d.mts</a:t>
            </a:r>
          </a:p>
          <a:p>
            <a:pPr>
              <a:defRPr sz="1200"/>
            </a:pPr>
            <a:r>
              <a:t>D:/pasar_fix/node_modules/.bun/unenv@2.0.0-rc.24/node_modules/unenv/dist/runtime/node/internal/util/mime.mjs</a:t>
            </a:r>
          </a:p>
          <a:p>
            <a:pPr>
              <a:defRPr sz="1200"/>
            </a:pPr>
            <a:r>
              <a:t>D:/pasar_fix/node_modules/.bun/unenv@2.0.0-rc.24/node_modules/unenv/dist/runtime/node/internal/util/promisify.d.mts</a:t>
            </a:r>
          </a:p>
          <a:p>
            <a:pPr>
              <a:defRPr sz="1200"/>
            </a:pPr>
            <a:r>
              <a:t>D:/pasar_fix/node_modules/.bun/unenv@2.0.0-rc.24/node_modules/unenv/dist/runtime/node/internal/util/promisify.mjs</a:t>
            </a:r>
          </a:p>
          <a:p>
            <a:pPr>
              <a:defRPr sz="1200"/>
            </a:pPr>
            <a:r>
              <a:t>D:/pasar_fix/node_modules/.bun/unenv@2.0.0-rc.24/node_modules/unenv/dist/runtime/node/internal/util/types.d.mts</a:t>
            </a:r>
          </a:p>
          <a:p>
            <a:pPr>
              <a:defRPr sz="1200"/>
            </a:pPr>
            <a:r>
              <a:t>D:/pasar_fix/node_modules/.bun/unenv@2.0.0-rc.24/node_modules/unenv/dist/runtime/node/internal/util/types.mjs</a:t>
            </a:r>
          </a:p>
          <a:p>
            <a:pPr>
              <a:defRPr sz="1200"/>
            </a:pPr>
            <a:r>
              <a:t>D:/pasar_fix/node_modules/.bun/unenv@2.0.0-rc.24/node_modules/unenv/dist/runtime/node/internal/v8/deserializer.d.mts</a:t>
            </a:r>
          </a:p>
          <a:p>
            <a:pPr>
              <a:defRPr sz="1200"/>
            </a:pPr>
            <a:r>
              <a:t>D:/pasar_fix/node_modules/.bun/unenv@2.0.0-rc.24/node_modules/unenv/dist/runtime/node/internal/v8/deserializer.mjs</a:t>
            </a:r>
          </a:p>
          <a:p>
            <a:pPr>
              <a:defRPr sz="1200"/>
            </a:pPr>
            <a:r>
              <a:t>D:/pasar_fix/node_modules/.bun/unenv@2.0.0-rc.24/node_modules/unenv/dist/runtime/node/internal/v8/profiler.d.mts</a:t>
            </a:r>
          </a:p>
          <a:p>
            <a:pPr>
              <a:defRPr sz="1200"/>
            </a:pPr>
            <a:r>
              <a:t>D:/pasar_fix/node_modules/.bun/unenv@2.0.0-rc.24/node_modules/unenv/dist/runtime/node/internal/v8/profiler.mjs</a:t>
            </a:r>
          </a:p>
          <a:p>
            <a:pPr>
              <a:defRPr sz="1200"/>
            </a:pPr>
            <a:r>
              <a:t>D:/pasar_fix/node_modules/.bun/unenv@2.0.0-rc.24/node_modules/unenv/dist/runtime/node/internal/v8/serializer.d.mts</a:t>
            </a:r>
          </a:p>
          <a:p>
            <a:pPr>
              <a:defRPr sz="1200"/>
            </a:pPr>
            <a:r>
              <a:t>D:/pasar_fix/node_modules/.bun/unenv@2.0.0-rc.24/node_modules/unenv/dist/runtime/node/internal/v8/serializer.mjs</a:t>
            </a:r>
          </a:p>
          <a:p>
            <a:pPr>
              <a:defRPr sz="1200"/>
            </a:pPr>
            <a:r>
              <a:t>D:/pasar_fix/node_modules/.bun/unenv@2.0.0-rc.24/node_modules/unenv/dist/runtime/node/internal/vm/constants.d.mts</a:t>
            </a:r>
          </a:p>
          <a:p>
            <a:pPr>
              <a:defRPr sz="1200"/>
            </a:pPr>
            <a:r>
              <a:t>D:/pasar_fix/node_modules/.bun/unenv@2.0.0-rc.24/node_modules/unenv/dist/runtime/node/internal/vm/constants.mjs</a:t>
            </a:r>
          </a:p>
          <a:p>
            <a:pPr>
              <a:defRPr sz="1200"/>
            </a:pPr>
            <a:r>
              <a:t>D:/pasar_fix/node_modules/.bun/unenv@2.0.0-rc.24/node_modules/unenv/dist/runtime/node/internal/vm/script.d.mts</a:t>
            </a:r>
          </a:p>
          <a:p>
            <a:pPr>
              <a:defRPr sz="1200"/>
            </a:pPr>
            <a:r>
              <a:t>D:/pasar_fix/node_modules/.bun/unenv@2.0.0-rc.24/node_modules/unenv/dist/runtime/node/internal/vm/script.mjs</a:t>
            </a:r>
          </a:p>
          <a:p>
            <a:pPr>
              <a:defRPr sz="1200"/>
            </a:pPr>
            <a:r>
              <a:t>D:/pasar_fix/node_modules/.bun/unenv@2.0.0-rc.24/node_modules/unenv/dist/runtime/node/internal/worker_threads/broadcast-channel.d.mts</a:t>
            </a:r>
          </a:p>
          <a:p>
            <a:pPr>
              <a:defRPr sz="1200"/>
            </a:pPr>
            <a:r>
              <a:t>D:/pasar_fix/node_modules/.bun/unenv@2.0.0-rc.24/node_modules/unenv/dist/runtime/node/internal/worker_threads/broadcast-channel.mjs</a:t>
            </a:r>
          </a:p>
          <a:p>
            <a:pPr>
              <a:defRPr sz="1200"/>
            </a:pPr>
            <a:r>
              <a:t>D:/pasar_fix/node_modules/.bun/unenv@2.0.0-rc.24/node_modules/unenv/dist/runtime/node/internal/worker_threads/message-channel.d.mts</a:t>
            </a:r>
          </a:p>
          <a:p>
            <a:pPr>
              <a:defRPr sz="1200"/>
            </a:pPr>
            <a:r>
              <a:t>D:/pasar_fix/node_modules/.bun/unenv@2.0.0-rc.24/node_modules/unenv/dist/runtime/node/internal/worker_threads/message-channel.mjs</a:t>
            </a:r>
          </a:p>
          <a:p>
            <a:pPr>
              <a:defRPr sz="1200"/>
            </a:pPr>
            <a:r>
              <a:t>D:/pasar_fix/node_modules/.bun/unenv@2.0.0-rc.24/node_modules/unenv/dist/runtime/node/internal/worker_threads/message-port.d.mts</a:t>
            </a:r>
          </a:p>
          <a:p>
            <a:pPr>
              <a:defRPr sz="1200"/>
            </a:pPr>
            <a:r>
              <a:t>D:/pasar_fix/node_modules/.bun/unenv@2.0.0-rc.24/node_modules/unenv/dist/runtime/node/internal/worker_threads/message-port.mjs</a:t>
            </a:r>
          </a:p>
          <a:p>
            <a:pPr>
              <a:defRPr sz="1200"/>
            </a:pPr>
            <a:r>
              <a:t>D:/pasar_fix/node_modules/.bun/unenv@2.0.0-rc.24/node_modules/unenv/dist/runtime/node/internal/worker_threads/worker.d.mts</a:t>
            </a:r>
          </a:p>
          <a:p>
            <a:pPr>
              <a:defRPr sz="1200"/>
            </a:pPr>
            <a:r>
              <a:t>D:/pasar_fix/node_modules/.bun/unenv@2.0.0-rc.24/node_modules/unenv/dist/runtime/node/internal/worker_threads/worker.mjs</a:t>
            </a:r>
          </a:p>
          <a:p>
            <a:pPr>
              <a:defRPr sz="1200"/>
            </a:pPr>
            <a:r>
              <a:t>D:/pasar_fix/node_modules/.bun/unenv@2.0.0-rc.24/node_modules/unenv/dist/runtime/node/internal/zlib/codes.d.mts</a:t>
            </a:r>
          </a:p>
          <a:p>
            <a:pPr>
              <a:defRPr sz="1200"/>
            </a:pPr>
            <a:r>
              <a:t>D:/pasar_fix/node_modules/.bun/unenv@2.0.0-rc.24/node_modules/unenv/dist/runtime/node/internal/zlib/codes.mjs</a:t>
            </a:r>
          </a:p>
          <a:p>
            <a:pPr>
              <a:defRPr sz="1200"/>
            </a:pPr>
            <a:r>
              <a:t>D:/pasar_fix/node_modules/.bun/unenv@2.0.0-rc.24/node_modules/unenv/dist/runtime/node/internal/zlib/constants.d.mts</a:t>
            </a:r>
          </a:p>
          <a:p>
            <a:pPr>
              <a:defRPr sz="1200"/>
            </a:pPr>
            <a:r>
              <a:t>D:/pasar_fix/node_modules/.bun/unenv@2.0.0-rc.24/node_modules/unenv/dist/runtime/node/internal/zlib/constants.mjs</a:t>
            </a:r>
          </a:p>
          <a:p>
            <a:pPr>
              <a:defRPr sz="1200"/>
            </a:pPr>
            <a:r>
              <a:t>D:/pasar_fix/node_modules/.bun/unenv@2.0.0-rc.24/node_modules/unenv/dist/runtime/node/internal/zlib/formats/brotli.d.mts</a:t>
            </a:r>
          </a:p>
          <a:p>
            <a:pPr>
              <a:defRPr sz="1200"/>
            </a:pPr>
            <a:r>
              <a:t>D:/pasar_fix/node_modules/.bun/unenv@2.0.0-rc.24/node_modules/unenv/dist/runtime/node/internal/zlib/formats/brotli.mjs</a:t>
            </a:r>
          </a:p>
          <a:p>
            <a:pPr>
              <a:defRPr sz="1200"/>
            </a:pPr>
            <a:r>
              <a:t>D:/pasar_fix/node_modules/.bun/unenv@2.0.0-rc.24/node_modules/unenv/dist/runtime/node/internal/zlib/formats/deflate.d.mts</a:t>
            </a:r>
          </a:p>
          <a:p>
            <a:pPr>
              <a:defRPr sz="1200"/>
            </a:pPr>
            <a:r>
              <a:t>D:/pasar_fix/node_modules/.bun/unenv@2.0.0-rc.24/node_modules/unenv/dist/runtime/node/internal/zlib/formats/deflate.mjs</a:t>
            </a:r>
          </a:p>
          <a:p>
            <a:pPr>
              <a:defRPr sz="1200"/>
            </a:pPr>
            <a:r>
              <a:t>D:/pasar_fix/node_modules/.bun/unenv@2.0.0-rc.24/node_modules/unenv/dist/runtime/node/internal/zlib/formats/gzip.d.mts</a:t>
            </a:r>
          </a:p>
          <a:p>
            <a:pPr>
              <a:defRPr sz="1200"/>
            </a:pPr>
            <a:r>
              <a:t>D:/pasar_fix/node_modules/.bun/unenv@2.0.0-rc.24/node_modules/unenv/dist/runtime/node/internal/zlib/formats/gzip.mjs</a:t>
            </a:r>
          </a:p>
          <a:p>
            <a:pPr>
              <a:defRPr sz="1200"/>
            </a:pPr>
            <a:r>
              <a:t>D:/pasar_fix/node_modules/.bun/unenv@2.0.0-rc.24/node_modules/unenv/dist/runtime/node/internal/zlib/formats/zip.d.mts</a:t>
            </a:r>
          </a:p>
          <a:p>
            <a:pPr>
              <a:defRPr sz="1200"/>
            </a:pPr>
            <a:r>
              <a:t>D:/pasar_fix/node_modules/.bun/unenv@2.0.0-rc.24/node_modules/unenv/dist/runtime/node/internal/zlib/formats/zip.mjs</a:t>
            </a:r>
          </a:p>
          <a:p>
            <a:pPr>
              <a:defRPr sz="1200"/>
            </a:pPr>
            <a:r>
              <a:t>D:/pasar_fix/node_modules/.bun/unenv@2.0.0-rc.24/node_modules/unenv/dist/runtime/node/internal/zlib/formats/_shared.d.mts</a:t>
            </a:r>
          </a:p>
          <a:p>
            <a:pPr>
              <a:defRPr sz="1200"/>
            </a:pPr>
            <a:r>
              <a:t>D:/pasar_fix/node_modules/.bun/unenv@2.0.0-rc.24/node_modules/unenv/dist/runtime/node/internal/zlib/formats/_shared.mjs</a:t>
            </a:r>
          </a:p>
          <a:p>
            <a:pPr>
              <a:defRPr sz="1200"/>
            </a:pPr>
            <a:r>
              <a:t>D:/pasar_fix/node_modules/.bun/unenv@2.0.0-rc.24/node_modules/unenv/dist/runtime/node/path/posix.d.mts</a:t>
            </a:r>
          </a:p>
          <a:p>
            <a:pPr>
              <a:defRPr sz="1200"/>
            </a:pPr>
            <a:r>
              <a:t>D:/pasar_fix/node_modules/.bun/unenv@2.0.0-rc.24/node_modules/unenv/dist/runtime/node/path/posix.mjs</a:t>
            </a:r>
          </a:p>
          <a:p>
            <a:pPr>
              <a:defRPr sz="1200"/>
            </a:pPr>
            <a:r>
              <a:t>D:/pasar_fix/node_modules/.bun/unenv@2.0.0-rc.24/node_modules/unenv/dist/runtime/node/path/win32.d.mts</a:t>
            </a:r>
          </a:p>
          <a:p>
            <a:pPr>
              <a:defRPr sz="1200"/>
            </a:pPr>
            <a:r>
              <a:t>D:/pasar_fix/node_modules/.bun/unenv@2.0.0-rc.24/node_modules/unenv/dist/runtime/node/path/win32.mjs</a:t>
            </a:r>
          </a:p>
          <a:p>
            <a:pPr>
              <a:defRPr sz="1200"/>
            </a:pPr>
            <a:r>
              <a:t>D:/pasar_fix/node_modules/.bun/unenv@2.0.0-rc.24/node_modules/unenv/dist/runtime/node/readline/promises.d.mts</a:t>
            </a:r>
          </a:p>
          <a:p>
            <a:pPr>
              <a:defRPr sz="1200"/>
            </a:pPr>
            <a:r>
              <a:t>D:/pasar_fix/node_modules/.bun/unenv@2.0.0-rc.24/node_modules/unenv/dist/runtime/node/readline/promises.mjs</a:t>
            </a:r>
          </a:p>
          <a:p>
            <a:pPr>
              <a:defRPr sz="1200"/>
            </a:pPr>
            <a:r>
              <a:t>D:/pasar_fix/node_modules/.bun/unenv@2.0.0-rc.24/node_modules/unenv/dist/runtime/node/stream/consumers.d.mts</a:t>
            </a:r>
          </a:p>
          <a:p>
            <a:pPr>
              <a:defRPr sz="1200"/>
            </a:pPr>
            <a:r>
              <a:t>D:/pasar_fix/node_modules/.bun/unenv@2.0.0-rc.24/node_modules/unenv/dist/runtime/node/stream/consumers.mjs</a:t>
            </a:r>
          </a:p>
          <a:p>
            <a:pPr>
              <a:defRPr sz="1200"/>
            </a:pPr>
            <a:r>
              <a:t>D:/pasar_fix/node_modules/.bun/unenv@2.0.0-rc.24/node_modules/unenv/dist/runtime/node/stream/promises.d.mts</a:t>
            </a:r>
          </a:p>
          <a:p>
            <a:pPr>
              <a:defRPr sz="1200"/>
            </a:pPr>
            <a:r>
              <a:t>D:/pasar_fix/node_modules/.bun/unenv@2.0.0-rc.24/node_modules/unenv/dist/runtime/node/stream/promises.mjs</a:t>
            </a:r>
          </a:p>
          <a:p>
            <a:pPr>
              <a:defRPr sz="1200"/>
            </a:pPr>
            <a:r>
              <a:t>D:/pasar_fix/node_modules/.bun/unenv@2.0.0-rc.24/node_modules/unenv/dist/runtime/node/stream/web.d.mts</a:t>
            </a:r>
          </a:p>
          <a:p>
            <a:pPr>
              <a:defRPr sz="1200"/>
            </a:pPr>
            <a:r>
              <a:t>D:/pasar_fix/node_modules/.bun/unenv@2.0.0-rc.24/node_modules/unenv/dist/runtime/node/stream/web.mjs</a:t>
            </a:r>
          </a:p>
          <a:p>
            <a:pPr>
              <a:defRPr sz="1200"/>
            </a:pPr>
            <a:r>
              <a:t>D:/pasar_fix/node_modules/.bun/unenv@2.0.0-rc.24/node_modules/unenv/dist/runtime/node/timers/promises.d.mts</a:t>
            </a:r>
          </a:p>
          <a:p>
            <a:pPr>
              <a:defRPr sz="1200"/>
            </a:pPr>
            <a:r>
              <a:t>D:/pasar_fix/node_modules/.bun/unenv@2.0.0-rc.24/node_modules/unenv/dist/runtime/node/timers/promises.mjs</a:t>
            </a:r>
          </a:p>
          <a:p>
            <a:pPr>
              <a:defRPr sz="1200"/>
            </a:pPr>
            <a:r>
              <a:t>D:/pasar_fix/node_modules/.bun/unenv@2.0.0-rc.24/node_modules/unenv/dist/runtime/node/util/types.d.mts</a:t>
            </a:r>
          </a:p>
          <a:p>
            <a:pPr>
              <a:defRPr sz="1200"/>
            </a:pPr>
            <a:r>
              <a:t>D:/pasar_fix/node_modules/.bun/unenv@2.0.0-rc.24/node_modules/unenv/dist/runtime/node/util/types.mjs</a:t>
            </a:r>
          </a:p>
          <a:p>
            <a:pPr>
              <a:defRPr sz="1200"/>
            </a:pPr>
            <a:r>
              <a:t>D:/pasar_fix/node_modules/.bun/unenv@2.0.0-rc.24/node_modules/unenv/dist/runtime/npm/cross-fetch.d.mts</a:t>
            </a:r>
          </a:p>
          <a:p>
            <a:pPr>
              <a:defRPr sz="1200"/>
            </a:pPr>
            <a:r>
              <a:t>D:/pasar_fix/node_modules/.bun/unenv@2.0.0-rc.24/node_modules/unenv/dist/runtime/npm/cross-fetch.mjs</a:t>
            </a:r>
          </a:p>
          <a:p>
            <a:pPr>
              <a:defRPr sz="1200"/>
            </a:pPr>
            <a:r>
              <a:t>D:/pasar_fix/node_modules/.bun/unenv@2.0.0-rc.24/node_modules/unenv/dist/runtime/npm/debug.d.mts</a:t>
            </a:r>
          </a:p>
          <a:p>
            <a:pPr>
              <a:defRPr sz="1200"/>
            </a:pPr>
            <a:r>
              <a:t>D:/pasar_fix/node_modules/.bun/unenv@2.0.0-rc.24/node_modules/unenv/dist/runtime/npm/debug.mjs</a:t>
            </a:r>
          </a:p>
          <a:p>
            <a:pPr>
              <a:defRPr sz="1200"/>
            </a:pPr>
            <a:r>
              <a:t>D:/pasar_fix/node_modules/.bun/unenv@2.0.0-rc.24/node_modules/unenv/dist/runtime/npm/fsevents.d.mts</a:t>
            </a:r>
          </a:p>
          <a:p>
            <a:pPr>
              <a:defRPr sz="1200"/>
            </a:pPr>
            <a:r>
              <a:t>D:/pasar_fix/node_modules/.bun/unenv@2.0.0-rc.24/node_modules/unenv/dist/runtime/npm/fsevents.mjs</a:t>
            </a:r>
          </a:p>
          <a:p>
            <a:pPr>
              <a:defRPr sz="1200"/>
            </a:pPr>
            <a:r>
              <a:t>D:/pasar_fix/node_modules/.bun/unenv@2.0.0-rc.24/node_modules/unenv/dist/runtime/npm/inherits.d.mts</a:t>
            </a:r>
          </a:p>
          <a:p>
            <a:pPr>
              <a:defRPr sz="1200"/>
            </a:pPr>
            <a:r>
              <a:t>D:/pasar_fix/node_modules/.bun/unenv@2.0.0-rc.24/node_modules/unenv/dist/runtime/npm/inherits.mjs</a:t>
            </a:r>
          </a:p>
          <a:p>
            <a:pPr>
              <a:defRPr sz="1200"/>
            </a:pPr>
            <a:r>
              <a:t>D:/pasar_fix/node_modules/.bun/unenv@2.0.0-rc.24/node_modules/unenv/dist/runtime/npm/node-fetch.d.mts</a:t>
            </a:r>
          </a:p>
          <a:p>
            <a:pPr>
              <a:defRPr sz="1200"/>
            </a:pPr>
            <a:r>
              <a:t>D:/pasar_fix/node_modules/.bun/unenv@2.0.0-rc.24/node_modules/unenv/dist/runtime/npm/node-fetch.mjs</a:t>
            </a:r>
          </a:p>
          <a:p>
            <a:pPr>
              <a:defRPr sz="1200"/>
            </a:pPr>
            <a:r>
              <a:t>D:/pasar_fix/node_modules/.bun/unenv@2.0.0-rc.24/node_modules/unenv/dist/runtime/npm/whatwg-url/index.d.mts</a:t>
            </a:r>
          </a:p>
          <a:p>
            <a:pPr>
              <a:defRPr sz="1200"/>
            </a:pPr>
            <a:r>
              <a:t>D:/pasar_fix/node_modules/.bun/unenv@2.0.0-rc.24/node_modules/unenv/dist/runtime/npm/whatwg-url/index.mjs</a:t>
            </a:r>
          </a:p>
          <a:p>
            <a:pPr>
              <a:defRPr sz="1200"/>
            </a:pPr>
            <a:r>
              <a:t>D:/pasar_fix/node_modules/.bun/unenv@2.0.0-rc.24/node_modules/unenv/dist/runtime/npm/whatwg-url/webidl2js-wrapper.d.mts</a:t>
            </a:r>
          </a:p>
          <a:p>
            <a:pPr>
              <a:defRPr sz="1200"/>
            </a:pPr>
            <a:r>
              <a:t>D:/pasar_fix/node_modules/.bun/unenv@2.0.0-rc.24/node_modules/unenv/dist/runtime/npm/whatwg-url/webidl2js-wrapper.mjs</a:t>
            </a:r>
          </a:p>
          <a:p>
            <a:pPr>
              <a:defRPr sz="1200"/>
            </a:pPr>
            <a:r>
              <a:t>D:/pasar_fix/node_modules/.bun/unenv@2.0.0-rc.24/node_modules/unenv/dist/runtime/polyfill/buffer.d.mts</a:t>
            </a:r>
          </a:p>
          <a:p>
            <a:pPr>
              <a:defRPr sz="1200"/>
            </a:pPr>
            <a:r>
              <a:t>D:/pasar_fix/node_modules/.bun/unenv@2.0.0-rc.24/node_modules/unenv/dist/runtime/polyfill/buffer.mjs</a:t>
            </a:r>
          </a:p>
          <a:p>
            <a:pPr>
              <a:defRPr sz="1200"/>
            </a:pPr>
            <a:r>
              <a:t>D:/pasar_fix/node_modules/.bun/unenv@2.0.0-rc.24/node_modules/unenv/dist/runtime/polyfill/globalthis-global.d.mts</a:t>
            </a:r>
          </a:p>
          <a:p>
            <a:pPr>
              <a:defRPr sz="1200"/>
            </a:pPr>
            <a:r>
              <a:t>D:/pasar_fix/node_modules/.bun/unenv@2.0.0-rc.24/node_modules/unenv/dist/runtime/polyfill/globalthis-global.mjs</a:t>
            </a:r>
          </a:p>
          <a:p>
            <a:pPr>
              <a:defRPr sz="1200"/>
            </a:pPr>
            <a:r>
              <a:t>D:/pasar_fix/node_modules/.bun/unenv@2.0.0-rc.24/node_modules/unenv/dist/runtime/polyfill/globalthis.d.mts</a:t>
            </a:r>
          </a:p>
          <a:p>
            <a:pPr>
              <a:defRPr sz="1200"/>
            </a:pPr>
            <a:r>
              <a:t>D:/pasar_fix/node_modules/.bun/unenv@2.0.0-rc.24/node_modules/unenv/dist/runtime/polyfill/globalthis.mjs</a:t>
            </a:r>
          </a:p>
          <a:p>
            <a:pPr>
              <a:defRPr sz="1200"/>
            </a:pPr>
            <a:r>
              <a:t>D:/pasar_fix/node_modules/.bun/unenv@2.0.0-rc.24/node_modules/unenv/dist/runtime/polyfill/package.json</a:t>
            </a:r>
          </a:p>
          <a:p>
            <a:pPr>
              <a:defRPr sz="1200"/>
            </a:pPr>
            <a:r>
              <a:t>D:/pasar_fix/node_modules/.bun/unenv@2.0.0-rc.24/node_modules/unenv/dist/runtime/polyfill/performance.d.mts</a:t>
            </a:r>
          </a:p>
          <a:p>
            <a:pPr>
              <a:defRPr sz="1200"/>
            </a:pPr>
            <a:r>
              <a:t>D:/pasar_fix/node_modules/.bun/unenv@2.0.0-rc.24/node_modules/unenv/dist/runtime/polyfill/performance.mjs</a:t>
            </a:r>
          </a:p>
          <a:p>
            <a:pPr>
              <a:defRPr sz="1200"/>
            </a:pPr>
            <a:r>
              <a:t>D:/pasar_fix/node_modules/.bun/unenv@2.0.0-rc.24/node_modules/unenv/dist/runtime/polyfill/process.d.mts</a:t>
            </a:r>
          </a:p>
          <a:p>
            <a:pPr>
              <a:defRPr sz="1200"/>
            </a:pPr>
            <a:r>
              <a:t>D:/pasar_fix/node_modules/.bun/unenv@2.0.0-rc.24/node_modules/unenv/dist/runtime/polyfill/process.mjs</a:t>
            </a:r>
          </a:p>
          <a:p>
            <a:pPr>
              <a:defRPr sz="1200"/>
            </a:pPr>
            <a:r>
              <a:t>D:/pasar_fix/node_modules/.bun/unenv@2.0.0-rc.24/node_modules/unenv/dist/runtime/polyfill/source-maps.mjs</a:t>
            </a:r>
          </a:p>
          <a:p>
            <a:pPr>
              <a:defRPr sz="1200"/>
            </a:pPr>
            <a:r>
              <a:t>D:/pasar_fix/node_modules/.bun/unenv@2.0.0-rc.24/node_modules/unenv/dist/runtime/polyfill/timers.d.mts</a:t>
            </a:r>
          </a:p>
          <a:p>
            <a:pPr>
              <a:defRPr sz="1200"/>
            </a:pPr>
            <a:r>
              <a:t>D:/pasar_fix/node_modules/.bun/unenv@2.0.0-rc.24/node_modules/unenv/dist/runtime/polyfill/timers.mjs</a:t>
            </a:r>
          </a:p>
          <a:p>
            <a:pPr>
              <a:defRPr sz="1200"/>
            </a:pPr>
            <a:r>
              <a:t>D:/pasar_fix/node_modules/.bun/unenv@2.0.0-rc.24/node_modules/unenv/dist/runtime/web/performance/index.d.mts</a:t>
            </a:r>
          </a:p>
          <a:p>
            <a:pPr>
              <a:defRPr sz="1200"/>
            </a:pPr>
            <a:r>
              <a:t>D:/pasar_fix/node_modules/.bun/unenv@2.0.0-rc.24/node_modules/unenv/dist/runtime/web/performance/index.mjs</a:t>
            </a:r>
          </a:p>
          <a:p>
            <a:pPr>
              <a:defRPr sz="1200"/>
            </a:pPr>
            <a:r>
              <a:t>D:/pasar_fix/node_modules/.bun/unenv@2.0.0-rc.24/node_modules/unenv/dist/runtime/web/performance/_polyfills.d.mts</a:t>
            </a:r>
          </a:p>
          <a:p>
            <a:pPr>
              <a:defRPr sz="1200"/>
            </a:pPr>
            <a:r>
              <a:t>D:/pasar_fix/node_modules/.bun/unenv@2.0.0-rc.24/node_modules/unenv/dist/runtime/web/performance/_polyfills.mjs</a:t>
            </a:r>
          </a:p>
          <a:p>
            <a:pPr>
              <a:defRPr sz="1200"/>
            </a:pPr>
            <a:r>
              <a:t>D:/pasar_fix/node_modules/.bun/unenv@2.0.0-rc.24/node_modules/unenv/dist/runtime/_internal/types.d.mts</a:t>
            </a:r>
          </a:p>
          <a:p>
            <a:pPr>
              <a:defRPr sz="1200"/>
            </a:pPr>
            <a:r>
              <a:t>D:/pasar_fix/node_modules/.bun/unenv@2.0.0-rc.24/node_modules/unenv/dist/runtime/_internal/types.mjs</a:t>
            </a:r>
          </a:p>
          <a:p>
            <a:pPr>
              <a:defRPr sz="1200"/>
            </a:pPr>
            <a:r>
              <a:t>D:/pasar_fix/node_modules/.bun/unenv@2.0.0-rc.24/node_modules/unenv/dist/runtime/_internal/utils.d.mts</a:t>
            </a:r>
          </a:p>
          <a:p>
            <a:pPr>
              <a:defRPr sz="1200"/>
            </a:pPr>
            <a:r>
              <a:t>D:/pasar_fix/node_modules/.bun/unenv@2.0.0-rc.24/node_modules/unenv/dist/runtime/_internal/utils.mjs</a:t>
            </a:r>
          </a:p>
          <a:p>
            <a:pPr>
              <a:defRPr sz="1200"/>
            </a:pPr>
            <a:r>
              <a:t>D:/pasar_fix/node_modules/.bun/unenv@2.0.0-rc.24/node_modules/unenv/lib/mock.cjs</a:t>
            </a:r>
          </a:p>
          <a:p>
            <a:pPr>
              <a:defRPr sz="1200"/>
            </a:pPr>
            <a:r>
              <a:t>D:/pasar_fix/node_modules/.bun/unenv@2.0.0-rc.24/node_modules/unenv/lib/mock.d.cts</a:t>
            </a:r>
          </a:p>
          <a:p>
            <a:pPr>
              <a:defRPr sz="1200"/>
            </a:pPr>
            <a:r>
              <a:t>D:/pasar_fix/node_modules/.bun/unicorn-magic@0.4.0/node_modules/unicorn-magic/default.d.ts</a:t>
            </a:r>
          </a:p>
          <a:p>
            <a:pPr>
              <a:defRPr sz="1200"/>
            </a:pPr>
            <a:r>
              <a:t>D:/pasar_fix/node_modules/.bun/unicorn-magic@0.4.0/node_modules/unicorn-magic/default.js</a:t>
            </a:r>
          </a:p>
          <a:p>
            <a:pPr>
              <a:defRPr sz="1200"/>
            </a:pPr>
            <a:r>
              <a:t>D:/pasar_fix/node_modules/.bun/unicorn-magic@0.4.0/node_modules/unicorn-magic/license</a:t>
            </a:r>
          </a:p>
          <a:p>
            <a:pPr>
              <a:defRPr sz="1200"/>
            </a:pPr>
            <a:r>
              <a:t>D:/pasar_fix/node_modules/.bun/unicorn-magic@0.4.0/node_modules/unicorn-magic/node.d.ts</a:t>
            </a:r>
          </a:p>
          <a:p>
            <a:pPr>
              <a:defRPr sz="1200"/>
            </a:pPr>
            <a:r>
              <a:t>D:/pasar_fix/node_modules/.bun/unicorn-magic@0.4.0/node_modules/unicorn-magic/node.js</a:t>
            </a:r>
          </a:p>
          <a:p>
            <a:pPr>
              <a:defRPr sz="1200"/>
            </a:pPr>
            <a:r>
              <a:t>D:/pasar_fix/node_modules/.bun/unicorn-magic@0.4.0/node_modules/unicorn-magic/package.json</a:t>
            </a:r>
          </a:p>
          <a:p>
            <a:pPr>
              <a:defRPr sz="1200"/>
            </a:pPr>
            <a:r>
              <a:t>D:/pasar_fix/node_modules/.bun/unicorn-magic@0.4.0/node_modules/unicorn-magic/readme.md</a:t>
            </a:r>
          </a:p>
          <a:p>
            <a:pPr>
              <a:defRPr sz="1200"/>
            </a:pPr>
            <a:r>
              <a:t>D:/pasar_fix/node_modules/.bun/unimport@6.3.0/node_modules/.bin/acorn.bunx</a:t>
            </a:r>
          </a:p>
          <a:p>
            <a:pPr>
              <a:defRPr sz="1200"/>
            </a:pPr>
            <a:r>
              <a:t>D:/pasar_fix/node_modules/.bun/unimport@6.3.0/node_modules/.bin/acorn.exe</a:t>
            </a:r>
          </a:p>
          <a:p>
            <a:pPr>
              <a:defRPr sz="1200"/>
            </a:pPr>
            <a:r>
              <a:t>D:/pasar_fix/node_modules/.bun/unimport@6.3.0/node_modules/unimport/LICENSE</a:t>
            </a:r>
          </a:p>
          <a:p>
            <a:pPr>
              <a:defRPr sz="1200"/>
            </a:pPr>
            <a:r>
              <a:t>D:/pasar_fix/node_modules/.bun/unimport@6.3.0/node_modules/unimport/package.json</a:t>
            </a:r>
          </a:p>
          <a:p>
            <a:pPr>
              <a:defRPr sz="1200"/>
            </a:pPr>
            <a:r>
              <a:t>D:/pasar_fix/node_modules/.bun/unimport@6.3.0/node_modules/unimport/README.md</a:t>
            </a:r>
          </a:p>
          <a:p>
            <a:pPr>
              <a:defRPr sz="1200"/>
            </a:pPr>
            <a:r>
              <a:t>D:/pasar_fix/node_modules/.bun/unimport@6.3.0/node_modules/unimport/dist/addons.d.mts</a:t>
            </a:r>
          </a:p>
          <a:p>
            <a:pPr>
              <a:defRPr sz="1200"/>
            </a:pPr>
            <a:r>
              <a:t>D:/pasar_fix/node_modules/.bun/unimport@6.3.0/node_modules/unimport/dist/addons.mjs</a:t>
            </a:r>
          </a:p>
          <a:p>
            <a:pPr>
              <a:defRPr sz="1200"/>
            </a:pPr>
            <a:r>
              <a:t>D:/pasar_fix/node_modules/.bun/unimport@6.3.0/node_modules/unimport/dist/index.d.mts</a:t>
            </a:r>
          </a:p>
          <a:p>
            <a:pPr>
              <a:defRPr sz="1200"/>
            </a:pPr>
            <a:r>
              <a:t>D:/pasar_fix/node_modules/.bun/unimport@6.3.0/node_modules/unimport/dist/index.mjs</a:t>
            </a:r>
          </a:p>
          <a:p>
            <a:pPr>
              <a:defRPr sz="1200"/>
            </a:pPr>
            <a:r>
              <a:t>D:/pasar_fix/node_modules/.bun/unimport@6.3.0/node_modules/unimport/dist/unplugin.d.mts</a:t>
            </a:r>
          </a:p>
          <a:p>
            <a:pPr>
              <a:defRPr sz="1200"/>
            </a:pPr>
            <a:r>
              <a:t>D:/pasar_fix/node_modules/.bun/unimport@6.3.0/node_modules/unimport/dist/unplugin.mjs</a:t>
            </a:r>
          </a:p>
          <a:p>
            <a:pPr>
              <a:defRPr sz="1200"/>
            </a:pPr>
            <a:r>
              <a:t>D:/pasar_fix/node_modules/.bun/unimport@6.3.0/node_modules/unimport/dist/chunks/detect-acorn.mjs</a:t>
            </a:r>
          </a:p>
          <a:p>
            <a:pPr>
              <a:defRPr sz="1200"/>
            </a:pPr>
            <a:r>
              <a:t>D:/pasar_fix/node_modules/.bun/unimport@6.3.0/node_modules/unimport/dist/chunks/detect-oxc.mjs</a:t>
            </a:r>
          </a:p>
          <a:p>
            <a:pPr>
              <a:defRPr sz="1200"/>
            </a:pPr>
            <a:r>
              <a:t>D:/pasar_fix/node_modules/.bun/unimport@6.3.0/node_modules/unimport/dist/shared/unimport.Db-T5AOH.mjs</a:t>
            </a:r>
          </a:p>
          <a:p>
            <a:pPr>
              <a:defRPr sz="1200"/>
            </a:pPr>
            <a:r>
              <a:t>D:/pasar_fix/node_modules/.bun/unimport@6.3.0/node_modules/unimport/dist/shared/unimport.DGxWr3c7.d.mts</a:t>
            </a:r>
          </a:p>
          <a:p>
            <a:pPr>
              <a:defRPr sz="1200"/>
            </a:pPr>
            <a:r>
              <a:t>D:/pasar_fix/node_modules/.bun/unimport@6.3.0/node_modules/unimport/dist/shared/unimport.DHTXbUD7.mjs</a:t>
            </a:r>
          </a:p>
          <a:p>
            <a:pPr>
              <a:defRPr sz="1200"/>
            </a:pPr>
            <a:r>
              <a:t>D:/pasar_fix/node_modules/.bun/unimport@6.3.0/node_modules/unimport/dist/shared/unimport.QQJNmdzm.d.mts</a:t>
            </a:r>
          </a:p>
          <a:p>
            <a:pPr>
              <a:defRPr sz="1200"/>
            </a:pPr>
            <a:r>
              <a:t>D:/pasar_fix/node_modules/.bun/unimport@6.3.0/node_modules/unimport/dist/shared/unimport.XA4PK98D.mjs</a:t>
            </a:r>
          </a:p>
          <a:p>
            <a:pPr>
              <a:defRPr sz="1200"/>
            </a:pPr>
            <a:r>
              <a:t>D:/pasar_fix/node_modules/.bun/unplugin-utils@0.3.1/node_modules/unplugin-utils/LICENSE</a:t>
            </a:r>
          </a:p>
          <a:p>
            <a:pPr>
              <a:defRPr sz="1200"/>
            </a:pPr>
            <a:r>
              <a:t>D:/pasar_fix/node_modules/.bun/unplugin-utils@0.3.1/node_modules/unplugin-utils/package.json</a:t>
            </a:r>
          </a:p>
          <a:p>
            <a:pPr>
              <a:defRPr sz="1200"/>
            </a:pPr>
            <a:r>
              <a:t>D:/pasar_fix/node_modules/.bun/unplugin-utils@0.3.1/node_modules/unplugin-utils/README.md</a:t>
            </a:r>
          </a:p>
          <a:p>
            <a:pPr>
              <a:defRPr sz="1200"/>
            </a:pPr>
            <a:r>
              <a:t>D:/pasar_fix/node_modules/.bun/unplugin-utils@0.3.1/node_modules/unplugin-utils/dist/index.d.ts</a:t>
            </a:r>
          </a:p>
          <a:p>
            <a:pPr>
              <a:defRPr sz="1200"/>
            </a:pPr>
            <a:r>
              <a:t>D:/pasar_fix/node_modules/.bun/unplugin-utils@0.3.1/node_modules/unplugin-utils/dist/index.js</a:t>
            </a:r>
          </a:p>
          <a:p>
            <a:pPr>
              <a:defRPr sz="1200"/>
            </a:pPr>
            <a:r>
              <a:t>D:/pasar_fix/node_modules/.bun/unplugin@2.3.11/node_modules/.bin/acorn.bunx</a:t>
            </a:r>
          </a:p>
          <a:p>
            <a:pPr>
              <a:defRPr sz="1200"/>
            </a:pPr>
            <a:r>
              <a:t>D:/pasar_fix/node_modules/.bun/unplugin@2.3.11/node_modules/.bin/acorn.exe</a:t>
            </a:r>
          </a:p>
          <a:p>
            <a:pPr>
              <a:defRPr sz="1200"/>
            </a:pPr>
            <a:r>
              <a:t>D:/pasar_fix/node_modules/.bun/unplugin@2.3.11/node_modules/unplugin/LICENSE</a:t>
            </a:r>
          </a:p>
          <a:p>
            <a:pPr>
              <a:defRPr sz="1200"/>
            </a:pPr>
            <a:r>
              <a:t>D:/pasar_fix/node_modules/.bun/unplugin@2.3.11/node_modules/unplugin/package.json</a:t>
            </a:r>
          </a:p>
          <a:p>
            <a:pPr>
              <a:defRPr sz="1200"/>
            </a:pPr>
            <a:r>
              <a:t>D:/pasar_fix/node_modules/.bun/unplugin@2.3.11/node_modules/unplugin/README.md</a:t>
            </a:r>
          </a:p>
          <a:p>
            <a:pPr>
              <a:defRPr sz="1200"/>
            </a:pPr>
            <a:r>
              <a:t>D:/pasar_fix/node_modules/.bun/unplugin@2.3.11/node_modules/unplugin/dist/context-CQfDPcdE.cjs</a:t>
            </a:r>
          </a:p>
          <a:p>
            <a:pPr>
              <a:defRPr sz="1200"/>
            </a:pPr>
            <a:r>
              <a:t>D:/pasar_fix/node_modules/.bun/unplugin@2.3.11/node_modules/unplugin/dist/context-CrbHoDid.cjs</a:t>
            </a:r>
          </a:p>
          <a:p>
            <a:pPr>
              <a:defRPr sz="1200"/>
            </a:pPr>
            <a:r>
              <a:t>D:/pasar_fix/node_modules/.bun/unplugin@2.3.11/node_modules/unplugin/dist/context-Csj9j3eN.js</a:t>
            </a:r>
          </a:p>
          <a:p>
            <a:pPr>
              <a:defRPr sz="1200"/>
            </a:pPr>
            <a:r>
              <a:t>D:/pasar_fix/node_modules/.bun/unplugin@2.3.11/node_modules/unplugin/dist/context-D7WFmOmt.cjs</a:t>
            </a:r>
          </a:p>
          <a:p>
            <a:pPr>
              <a:defRPr sz="1200"/>
            </a:pPr>
            <a:r>
              <a:t>D:/pasar_fix/node_modules/.bun/unplugin@2.3.11/node_modules/unplugin/dist/context-DkYlx1xL.js</a:t>
            </a:r>
          </a:p>
          <a:p>
            <a:pPr>
              <a:defRPr sz="1200"/>
            </a:pPr>
            <a:r>
              <a:t>D:/pasar_fix/node_modules/.bun/unplugin@2.3.11/node_modules/unplugin/dist/context-OCFO8EW1.js</a:t>
            </a:r>
          </a:p>
          <a:p>
            <a:pPr>
              <a:defRPr sz="1200"/>
            </a:pPr>
            <a:r>
              <a:t>D:/pasar_fix/node_modules/.bun/unplugin@2.3.11/node_modules/unplugin/dist/index.cjs</a:t>
            </a:r>
          </a:p>
          <a:p>
            <a:pPr>
              <a:defRPr sz="1200"/>
            </a:pPr>
            <a:r>
              <a:t>D:/pasar_fix/node_modules/.bun/unplugin@2.3.11/node_modules/unplugin/dist/index.d.cts</a:t>
            </a:r>
          </a:p>
          <a:p>
            <a:pPr>
              <a:defRPr sz="1200"/>
            </a:pPr>
            <a:r>
              <a:t>D:/pasar_fix/node_modules/.bun/unplugin@2.3.11/node_modules/unplugin/dist/index.d.ts</a:t>
            </a:r>
          </a:p>
          <a:p>
            <a:pPr>
              <a:defRPr sz="1200"/>
            </a:pPr>
            <a:r>
              <a:t>D:/pasar_fix/node_modules/.bun/unplugin@2.3.11/node_modules/unplugin/dist/index.js</a:t>
            </a:r>
          </a:p>
          <a:p>
            <a:pPr>
              <a:defRPr sz="1200"/>
            </a:pPr>
            <a:r>
              <a:t>D:/pasar_fix/node_modules/.bun/unplugin@2.3.11/node_modules/unplugin/dist/utils-BosfZ0pB.js</a:t>
            </a:r>
          </a:p>
          <a:p>
            <a:pPr>
              <a:defRPr sz="1200"/>
            </a:pPr>
            <a:r>
              <a:t>D:/pasar_fix/node_modules/.bun/unplugin@2.3.11/node_modules/unplugin/dist/utils-CJMEEaD7.cjs</a:t>
            </a:r>
          </a:p>
          <a:p>
            <a:pPr>
              <a:defRPr sz="1200"/>
            </a:pPr>
            <a:r>
              <a:t>D:/pasar_fix/node_modules/.bun/unplugin@2.3.11/node_modules/unplugin/dist/webpack-like-DDVwPJ4e.cjs</a:t>
            </a:r>
          </a:p>
          <a:p>
            <a:pPr>
              <a:defRPr sz="1200"/>
            </a:pPr>
            <a:r>
              <a:t>D:/pasar_fix/node_modules/.bun/unplugin@2.3.11/node_modules/unplugin/dist/webpack-like-DFGTNSuV.js</a:t>
            </a:r>
          </a:p>
          <a:p>
            <a:pPr>
              <a:defRPr sz="1200"/>
            </a:pPr>
            <a:r>
              <a:t>D:/pasar_fix/node_modules/.bun/unplugin@2.3.11/node_modules/unplugin/dist/rspack/loaders/load.cjs</a:t>
            </a:r>
          </a:p>
          <a:p>
            <a:pPr>
              <a:defRPr sz="1200"/>
            </a:pPr>
            <a:r>
              <a:t>D:/pasar_fix/node_modules/.bun/unplugin@2.3.11/node_modules/unplugin/dist/rspack/loaders/load.d.cts</a:t>
            </a:r>
          </a:p>
          <a:p>
            <a:pPr>
              <a:defRPr sz="1200"/>
            </a:pPr>
            <a:r>
              <a:t>D:/pasar_fix/node_modules/.bun/unplugin@2.3.11/node_modules/unplugin/dist/rspack/loaders/load.d.ts</a:t>
            </a:r>
          </a:p>
          <a:p>
            <a:pPr>
              <a:defRPr sz="1200"/>
            </a:pPr>
            <a:r>
              <a:t>D:/pasar_fix/node_modules/.bun/unplugin@2.3.11/node_modules/unplugin/dist/rspack/loaders/load.js</a:t>
            </a:r>
          </a:p>
          <a:p>
            <a:pPr>
              <a:defRPr sz="1200"/>
            </a:pPr>
            <a:r>
              <a:t>D:/pasar_fix/node_modules/.bun/unplugin@2.3.11/node_modules/unplugin/dist/rspack/loaders/transform.cjs</a:t>
            </a:r>
          </a:p>
          <a:p>
            <a:pPr>
              <a:defRPr sz="1200"/>
            </a:pPr>
            <a:r>
              <a:t>D:/pasar_fix/node_modules/.bun/unplugin@2.3.11/node_modules/unplugin/dist/rspack/loaders/transform.d.cts</a:t>
            </a:r>
          </a:p>
          <a:p>
            <a:pPr>
              <a:defRPr sz="1200"/>
            </a:pPr>
            <a:r>
              <a:t>D:/pasar_fix/node_modules/.bun/unplugin@2.3.11/node_modules/unplugin/dist/rspack/loaders/transform.d.ts</a:t>
            </a:r>
          </a:p>
          <a:p>
            <a:pPr>
              <a:defRPr sz="1200"/>
            </a:pPr>
            <a:r>
              <a:t>D:/pasar_fix/node_modules/.bun/unplugin@2.3.11/node_modules/unplugin/dist/rspack/loaders/transform.js</a:t>
            </a:r>
          </a:p>
          <a:p>
            <a:pPr>
              <a:defRPr sz="1200"/>
            </a:pPr>
            <a:r>
              <a:t>D:/pasar_fix/node_modules/.bun/unplugin@2.3.11/node_modules/unplugin/dist/webpack/loaders/load.cjs</a:t>
            </a:r>
          </a:p>
          <a:p>
            <a:pPr>
              <a:defRPr sz="1200"/>
            </a:pPr>
            <a:r>
              <a:t>D:/pasar_fix/node_modules/.bun/unplugin@2.3.11/node_modules/unplugin/dist/webpack/loaders/load.d.cts</a:t>
            </a:r>
          </a:p>
          <a:p>
            <a:pPr>
              <a:defRPr sz="1200"/>
            </a:pPr>
            <a:r>
              <a:t>D:/pasar_fix/node_modules/.bun/unplugin@2.3.11/node_modules/unplugin/dist/webpack/loaders/load.d.ts</a:t>
            </a:r>
          </a:p>
          <a:p>
            <a:pPr>
              <a:defRPr sz="1200"/>
            </a:pPr>
            <a:r>
              <a:t>D:/pasar_fix/node_modules/.bun/unplugin@2.3.11/node_modules/unplugin/dist/webpack/loaders/load.js</a:t>
            </a:r>
          </a:p>
          <a:p>
            <a:pPr>
              <a:defRPr sz="1200"/>
            </a:pPr>
            <a:r>
              <a:t>D:/pasar_fix/node_modules/.bun/unplugin@2.3.11/node_modules/unplugin/dist/webpack/loaders/transform.cjs</a:t>
            </a:r>
          </a:p>
          <a:p>
            <a:pPr>
              <a:defRPr sz="1200"/>
            </a:pPr>
            <a:r>
              <a:t>D:/pasar_fix/node_modules/.bun/unplugin@2.3.11/node_modules/unplugin/dist/webpack/loaders/transform.d.cts</a:t>
            </a:r>
          </a:p>
          <a:p>
            <a:pPr>
              <a:defRPr sz="1200"/>
            </a:pPr>
            <a:r>
              <a:t>D:/pasar_fix/node_modules/.bun/unplugin@2.3.11/node_modules/unplugin/dist/webpack/loaders/transform.d.ts</a:t>
            </a:r>
          </a:p>
          <a:p>
            <a:pPr>
              <a:defRPr sz="1200"/>
            </a:pPr>
            <a:r>
              <a:t>D:/pasar_fix/node_modules/.bun/unplugin@2.3.11/node_modules/unplugin/dist/webpack/loaders/transform.js</a:t>
            </a:r>
          </a:p>
          <a:p>
            <a:pPr>
              <a:defRPr sz="1200"/>
            </a:pPr>
            <a:r>
              <a:t>D:/pasar_fix/node_modules/.bun/unplugin@3.0.0/node_modules/unplugin/LICENSE</a:t>
            </a:r>
          </a:p>
          <a:p>
            <a:pPr>
              <a:defRPr sz="1200"/>
            </a:pPr>
            <a:r>
              <a:t>D:/pasar_fix/node_modules/.bun/unplugin@3.0.0/node_modules/unplugin/package.json</a:t>
            </a:r>
          </a:p>
          <a:p>
            <a:pPr>
              <a:defRPr sz="1200"/>
            </a:pPr>
            <a:r>
              <a:t>D:/pasar_fix/node_modules/.bun/unplugin@3.0.0/node_modules/unplugin/README.md</a:t>
            </a:r>
          </a:p>
          <a:p>
            <a:pPr>
              <a:defRPr sz="1200"/>
            </a:pPr>
            <a:r>
              <a:t>D:/pasar_fix/node_modules/.bun/unplugin@3.0.0/node_modules/unplugin/dist/context-CKhLGGrj.mjs</a:t>
            </a:r>
          </a:p>
          <a:p>
            <a:pPr>
              <a:defRPr sz="1200"/>
            </a:pPr>
            <a:r>
              <a:t>D:/pasar_fix/node_modules/.bun/unplugin@3.0.0/node_modules/unplugin/dist/context-MD-xQmYI.mjs</a:t>
            </a:r>
          </a:p>
          <a:p>
            <a:pPr>
              <a:defRPr sz="1200"/>
            </a:pPr>
            <a:r>
              <a:t>D:/pasar_fix/node_modules/.bun/unplugin@3.0.0/node_modules/unplugin/dist/index.d.mts</a:t>
            </a:r>
          </a:p>
          <a:p>
            <a:pPr>
              <a:defRPr sz="1200"/>
            </a:pPr>
            <a:r>
              <a:t>D:/pasar_fix/node_modules/.bun/unplugin@3.0.0/node_modules/unplugin/dist/index.mjs</a:t>
            </a:r>
          </a:p>
          <a:p>
            <a:pPr>
              <a:defRPr sz="1200"/>
            </a:pPr>
            <a:r>
              <a:t>D:/pasar_fix/node_modules/.bun/unplugin@3.0.0/node_modules/unplugin/dist/parse-DN2jPtpt.mjs</a:t>
            </a:r>
          </a:p>
          <a:p>
            <a:pPr>
              <a:defRPr sz="1200"/>
            </a:pPr>
            <a:r>
              <a:t>D:/pasar_fix/node_modules/.bun/unplugin@3.0.0/node_modules/unplugin/dist/utils-BMHLEWml.mjs</a:t>
            </a:r>
          </a:p>
          <a:p>
            <a:pPr>
              <a:defRPr sz="1200"/>
            </a:pPr>
            <a:r>
              <a:t>D:/pasar_fix/node_modules/.bun/unplugin@3.0.0/node_modules/unplugin/dist/webpack-like-Djrmy9eu.mjs</a:t>
            </a:r>
          </a:p>
          <a:p>
            <a:pPr>
              <a:defRPr sz="1200"/>
            </a:pPr>
            <a:r>
              <a:t>D:/pasar_fix/node_modules/.bun/unplugin@3.0.0/node_modules/unplugin/dist/rspack/loaders/load.d.mts</a:t>
            </a:r>
          </a:p>
          <a:p>
            <a:pPr>
              <a:defRPr sz="1200"/>
            </a:pPr>
            <a:r>
              <a:t>D:/pasar_fix/node_modules/.bun/unplugin@3.0.0/node_modules/unplugin/dist/rspack/loaders/load.mjs</a:t>
            </a:r>
          </a:p>
          <a:p>
            <a:pPr>
              <a:defRPr sz="1200"/>
            </a:pPr>
            <a:r>
              <a:t>D:/pasar_fix/node_modules/.bun/unplugin@3.0.0/node_modules/unplugin/dist/rspack/loaders/transform.d.mts</a:t>
            </a:r>
          </a:p>
          <a:p>
            <a:pPr>
              <a:defRPr sz="1200"/>
            </a:pPr>
            <a:r>
              <a:t>D:/pasar_fix/node_modules/.bun/unplugin@3.0.0/node_modules/unplugin/dist/rspack/loaders/transform.mjs</a:t>
            </a:r>
          </a:p>
          <a:p>
            <a:pPr>
              <a:defRPr sz="1200"/>
            </a:pPr>
            <a:r>
              <a:t>D:/pasar_fix/node_modules/.bun/unplugin@3.0.0/node_modules/unplugin/dist/webpack/loaders/load.d.mts</a:t>
            </a:r>
          </a:p>
          <a:p>
            <a:pPr>
              <a:defRPr sz="1200"/>
            </a:pPr>
            <a:r>
              <a:t>D:/pasar_fix/node_modules/.bun/unplugin@3.0.0/node_modules/unplugin/dist/webpack/loaders/load.mjs</a:t>
            </a:r>
          </a:p>
          <a:p>
            <a:pPr>
              <a:defRPr sz="1200"/>
            </a:pPr>
            <a:r>
              <a:t>D:/pasar_fix/node_modules/.bun/unplugin@3.0.0/node_modules/unplugin/dist/webpack/loaders/transform.d.mts</a:t>
            </a:r>
          </a:p>
          <a:p>
            <a:pPr>
              <a:defRPr sz="1200"/>
            </a:pPr>
            <a:r>
              <a:t>D:/pasar_fix/node_modules/.bun/unplugin@3.0.0/node_modules/unplugin/dist/webpack/loaders/transform.mjs</a:t>
            </a:r>
          </a:p>
          <a:p>
            <a:pPr>
              <a:defRPr sz="1200"/>
            </a:pPr>
            <a:r>
              <a:t>D:/pasar_fix/node_modules/.bun/unstorage@1.17.5+0c18506d82f41ad0/node_modules/unstorage/LICENSE</a:t>
            </a:r>
          </a:p>
          <a:p>
            <a:pPr>
              <a:defRPr sz="1200"/>
            </a:pPr>
            <a:r>
              <a:t>D:/pasar_fix/node_modules/.bun/unstorage@1.17.5+0c18506d82f41ad0/node_modules/unstorage/package.json</a:t>
            </a:r>
          </a:p>
          <a:p>
            <a:pPr>
              <a:defRPr sz="1200"/>
            </a:pPr>
            <a:r>
              <a:t>D:/pasar_fix/node_modules/.bun/unstorage@1.17.5+0c18506d82f41ad0/node_modules/unstorage/README.md</a:t>
            </a:r>
          </a:p>
          <a:p>
            <a:pPr>
              <a:defRPr sz="1200"/>
            </a:pPr>
            <a:r>
              <a:t>D:/pasar_fix/node_modules/.bun/unstorage@1.17.5+0c18506d82f41ad0/node_modules/unstorage/server.d.ts</a:t>
            </a:r>
          </a:p>
          <a:p>
            <a:pPr>
              <a:defRPr sz="1200"/>
            </a:pPr>
            <a:r>
              <a:t>D:/pasar_fix/node_modules/.bun/unstorage@1.17.5+0c18506d82f41ad0/node_modules/unstorage/dist/index.cjs</a:t>
            </a:r>
          </a:p>
          <a:p>
            <a:pPr>
              <a:defRPr sz="1200"/>
            </a:pPr>
            <a:r>
              <a:t>D:/pasar_fix/node_modules/.bun/unstorage@1.17.5+0c18506d82f41ad0/node_modules/unstorage/dist/index.d.cts</a:t>
            </a:r>
          </a:p>
          <a:p>
            <a:pPr>
              <a:defRPr sz="1200"/>
            </a:pPr>
            <a:r>
              <a:t>D:/pasar_fix/node_modules/.bun/unstorage@1.17.5+0c18506d82f41ad0/node_modules/unstorage/dist/index.d.mts</a:t>
            </a:r>
          </a:p>
          <a:p>
            <a:pPr>
              <a:defRPr sz="1200"/>
            </a:pPr>
            <a:r>
              <a:t>D:/pasar_fix/node_modules/.bun/unstorage@1.17.5+0c18506d82f41ad0/node_modules/unstorage/dist/index.d.ts</a:t>
            </a:r>
          </a:p>
          <a:p>
            <a:pPr>
              <a:defRPr sz="1200"/>
            </a:pPr>
            <a:r>
              <a:t>D:/pasar_fix/node_modules/.bun/unstorage@1.17.5+0c18506d82f41ad0/node_modules/unstorage/dist/index.mjs</a:t>
            </a:r>
          </a:p>
          <a:p>
            <a:pPr>
              <a:defRPr sz="1200"/>
            </a:pPr>
            <a:r>
              <a:t>D:/pasar_fix/node_modules/.bun/unstorage@1.17.5+0c18506d82f41ad0/node_modules/unstorage/dist/server.cjs</a:t>
            </a:r>
          </a:p>
          <a:p>
            <a:pPr>
              <a:defRPr sz="1200"/>
            </a:pPr>
            <a:r>
              <a:t>D:/pasar_fix/node_modules/.bun/unstorage@1.17.5+0c18506d82f41ad0/node_modules/unstorage/dist/server.d.cts</a:t>
            </a:r>
          </a:p>
          <a:p>
            <a:pPr>
              <a:defRPr sz="1200"/>
            </a:pPr>
            <a:r>
              <a:t>D:/pasar_fix/node_modules/.bun/unstorage@1.17.5+0c18506d82f41ad0/node_modules/unstorage/dist/server.d.mts</a:t>
            </a:r>
          </a:p>
          <a:p>
            <a:pPr>
              <a:defRPr sz="1200"/>
            </a:pPr>
            <a:r>
              <a:t>D:/pasar_fix/node_modules/.bun/unstorage@1.17.5+0c18506d82f41ad0/node_modules/unstorage/dist/server.d.ts</a:t>
            </a:r>
          </a:p>
          <a:p>
            <a:pPr>
              <a:defRPr sz="1200"/>
            </a:pPr>
            <a:r>
              <a:t>D:/pasar_fix/node_modules/.bun/unstorage@1.17.5+0c18506d82f41ad0/node_modules/unstorage/dist/server.mjs</a:t>
            </a:r>
          </a:p>
          <a:p>
            <a:pPr>
              <a:defRPr sz="1200"/>
            </a:pPr>
            <a:r>
              <a:t>D:/pasar_fix/node_modules/.bun/unstorage@1.17.5+0c18506d82f41ad0/node_modules/unstorage/dist/shared/unstorage.DD6EOqvC.cjs</a:t>
            </a:r>
          </a:p>
          <a:p>
            <a:pPr>
              <a:defRPr sz="1200"/>
            </a:pPr>
            <a:r>
              <a:t>D:/pasar_fix/node_modules/.bun/unstorage@1.17.5+0c18506d82f41ad0/node_modules/unstorage/dist/shared/unstorage.DqlWKU2I.d.cts</a:t>
            </a:r>
          </a:p>
          <a:p>
            <a:pPr>
              <a:defRPr sz="1200"/>
            </a:pPr>
            <a:r>
              <a:t>D:/pasar_fix/node_modules/.bun/unstorage@1.17.5+0c18506d82f41ad0/node_modules/unstorage/dist/shared/unstorage.DqlWKU2I.d.mts</a:t>
            </a:r>
          </a:p>
          <a:p>
            <a:pPr>
              <a:defRPr sz="1200"/>
            </a:pPr>
            <a:r>
              <a:t>D:/pasar_fix/node_modules/.bun/unstorage@1.17.5+0c18506d82f41ad0/node_modules/unstorage/dist/shared/unstorage.DqlWKU2I.d.ts</a:t>
            </a:r>
          </a:p>
          <a:p>
            <a:pPr>
              <a:defRPr sz="1200"/>
            </a:pPr>
            <a:r>
              <a:t>D:/pasar_fix/node_modules/.bun/unstorage@1.17.5+0c18506d82f41ad0/node_modules/unstorage/dist/shared/unstorage.zVDD2mZo.mjs</a:t>
            </a:r>
          </a:p>
          <a:p>
            <a:pPr>
              <a:defRPr sz="1200"/>
            </a:pPr>
            <a:r>
              <a:t>D:/pasar_fix/node_modules/.bun/unstorage@1.17.5+0c18506d82f41ad0/node_modules/unstorage/drivers/azure-app-configuration.cjs</a:t>
            </a:r>
          </a:p>
          <a:p>
            <a:pPr>
              <a:defRPr sz="1200"/>
            </a:pPr>
            <a:r>
              <a:t>D:/pasar_fix/node_modules/.bun/unstorage@1.17.5+0c18506d82f41ad0/node_modules/unstorage/drivers/azure-app-configuration.d.cts</a:t>
            </a:r>
          </a:p>
          <a:p>
            <a:pPr>
              <a:defRPr sz="1200"/>
            </a:pPr>
            <a:r>
              <a:t>D:/pasar_fix/node_modules/.bun/unstorage@1.17.5+0c18506d82f41ad0/node_modules/unstorage/drivers/azure-app-configuration.d.mts</a:t>
            </a:r>
          </a:p>
          <a:p>
            <a:pPr>
              <a:defRPr sz="1200"/>
            </a:pPr>
            <a:r>
              <a:t>D:/pasar_fix/node_modules/.bun/unstorage@1.17.5+0c18506d82f41ad0/node_modules/unstorage/drivers/azure-app-configuration.d.ts</a:t>
            </a:r>
          </a:p>
          <a:p>
            <a:pPr>
              <a:defRPr sz="1200"/>
            </a:pPr>
            <a:r>
              <a:t>D:/pasar_fix/node_modules/.bun/unstorage@1.17.5+0c18506d82f41ad0/node_modules/unstorage/drivers/azure-app-configuration.mjs</a:t>
            </a:r>
          </a:p>
          <a:p>
            <a:pPr>
              <a:defRPr sz="1200"/>
            </a:pPr>
            <a:r>
              <a:t>D:/pasar_fix/node_modules/.bun/unstorage@1.17.5+0c18506d82f41ad0/node_modules/unstorage/drivers/azure-cosmos.cjs</a:t>
            </a:r>
          </a:p>
          <a:p>
            <a:pPr>
              <a:defRPr sz="1200"/>
            </a:pPr>
            <a:r>
              <a:t>D:/pasar_fix/node_modules/.bun/unstorage@1.17.5+0c18506d82f41ad0/node_modules/unstorage/drivers/azure-cosmos.d.cts</a:t>
            </a:r>
          </a:p>
          <a:p>
            <a:pPr>
              <a:defRPr sz="1200"/>
            </a:pPr>
            <a:r>
              <a:t>D:/pasar_fix/node_modules/.bun/unstorage@1.17.5+0c18506d82f41ad0/node_modules/unstorage/drivers/azure-cosmos.d.mts</a:t>
            </a:r>
          </a:p>
          <a:p>
            <a:pPr>
              <a:defRPr sz="1200"/>
            </a:pPr>
            <a:r>
              <a:t>D:/pasar_fix/node_modules/.bun/unstorage@1.17.5+0c18506d82f41ad0/node_modules/unstorage/drivers/azure-cosmos.d.ts</a:t>
            </a:r>
          </a:p>
          <a:p>
            <a:pPr>
              <a:defRPr sz="1200"/>
            </a:pPr>
            <a:r>
              <a:t>D:/pasar_fix/node_modules/.bun/unstorage@1.17.5+0c18506d82f41ad0/node_modules/unstorage/drivers/azure-cosmos.mjs</a:t>
            </a:r>
          </a:p>
          <a:p>
            <a:pPr>
              <a:defRPr sz="1200"/>
            </a:pPr>
            <a:r>
              <a:t>D:/pasar_fix/node_modules/.bun/unstorage@1.17.5+0c18506d82f41ad0/node_modules/unstorage/drivers/azure-key-vault.cjs</a:t>
            </a:r>
          </a:p>
          <a:p>
            <a:pPr>
              <a:defRPr sz="1200"/>
            </a:pPr>
            <a:r>
              <a:t>D:/pasar_fix/node_modules/.bun/unstorage@1.17.5+0c18506d82f41ad0/node_modules/unstorage/drivers/azure-key-vault.d.cts</a:t>
            </a:r>
          </a:p>
          <a:p>
            <a:pPr>
              <a:defRPr sz="1200"/>
            </a:pPr>
            <a:r>
              <a:t>D:/pasar_fix/node_modules/.bun/unstorage@1.17.5+0c18506d82f41ad0/node_modules/unstorage/drivers/azure-key-vault.d.mts</a:t>
            </a:r>
          </a:p>
          <a:p>
            <a:pPr>
              <a:defRPr sz="1200"/>
            </a:pPr>
            <a:r>
              <a:t>D:/pasar_fix/node_modules/.bun/unstorage@1.17.5+0c18506d82f41ad0/node_modules/unstorage/drivers/azure-key-vault.d.ts</a:t>
            </a:r>
          </a:p>
          <a:p>
            <a:pPr>
              <a:defRPr sz="1200"/>
            </a:pPr>
            <a:r>
              <a:t>D:/pasar_fix/node_modules/.bun/unstorage@1.17.5+0c18506d82f41ad0/node_modules/unstorage/drivers/azure-key-vault.mjs</a:t>
            </a:r>
          </a:p>
          <a:p>
            <a:pPr>
              <a:defRPr sz="1200"/>
            </a:pPr>
            <a:r>
              <a:t>D:/pasar_fix/node_modules/.bun/unstorage@1.17.5+0c18506d82f41ad0/node_modules/unstorage/drivers/azure-storage-blob.cjs</a:t>
            </a:r>
          </a:p>
          <a:p>
            <a:pPr>
              <a:defRPr sz="1200"/>
            </a:pPr>
            <a:r>
              <a:t>D:/pasar_fix/node_modules/.bun/unstorage@1.17.5+0c18506d82f41ad0/node_modules/unstorage/drivers/azure-storage-blob.d.cts</a:t>
            </a:r>
          </a:p>
          <a:p>
            <a:pPr>
              <a:defRPr sz="1200"/>
            </a:pPr>
            <a:r>
              <a:t>D:/pasar_fix/node_modules/.bun/unstorage@1.17.5+0c18506d82f41ad0/node_modules/unstorage/drivers/azure-storage-blob.d.mts</a:t>
            </a:r>
          </a:p>
          <a:p>
            <a:pPr>
              <a:defRPr sz="1200"/>
            </a:pPr>
            <a:r>
              <a:t>D:/pasar_fix/node_modules/.bun/unstorage@1.17.5+0c18506d82f41ad0/node_modules/unstorage/drivers/azure-storage-blob.d.ts</a:t>
            </a:r>
          </a:p>
          <a:p>
            <a:pPr>
              <a:defRPr sz="1200"/>
            </a:pPr>
            <a:r>
              <a:t>D:/pasar_fix/node_modules/.bun/unstorage@1.17.5+0c18506d82f41ad0/node_modules/unstorage/drivers/azure-storage-blob.mjs</a:t>
            </a:r>
          </a:p>
          <a:p>
            <a:pPr>
              <a:defRPr sz="1200"/>
            </a:pPr>
            <a:r>
              <a:t>D:/pasar_fix/node_modules/.bun/unstorage@1.17.5+0c18506d82f41ad0/node_modules/unstorage/drivers/azure-storage-table.cjs</a:t>
            </a:r>
          </a:p>
          <a:p>
            <a:pPr>
              <a:defRPr sz="1200"/>
            </a:pPr>
            <a:r>
              <a:t>D:/pasar_fix/node_modules/.bun/unstorage@1.17.5+0c18506d82f41ad0/node_modules/unstorage/drivers/azure-storage-table.d.cts</a:t>
            </a:r>
          </a:p>
          <a:p>
            <a:pPr>
              <a:defRPr sz="1200"/>
            </a:pPr>
            <a:r>
              <a:t>D:/pasar_fix/node_modules/.bun/unstorage@1.17.5+0c18506d82f41ad0/node_modules/unstorage/drivers/azure-storage-table.d.mts</a:t>
            </a:r>
          </a:p>
          <a:p>
            <a:pPr>
              <a:defRPr sz="1200"/>
            </a:pPr>
            <a:r>
              <a:t>D:/pasar_fix/node_modules/.bun/unstorage@1.17.5+0c18506d82f41ad0/node_modules/unstorage/drivers/azure-storage-table.d.ts</a:t>
            </a:r>
          </a:p>
          <a:p>
            <a:pPr>
              <a:defRPr sz="1200"/>
            </a:pPr>
            <a:r>
              <a:t>D:/pasar_fix/node_modules/.bun/unstorage@1.17.5+0c18506d82f41ad0/node_modules/unstorage/drivers/azure-storage-table.mjs</a:t>
            </a:r>
          </a:p>
          <a:p>
            <a:pPr>
              <a:defRPr sz="1200"/>
            </a:pPr>
            <a:r>
              <a:t>D:/pasar_fix/node_modules/.bun/unstorage@1.17.5+0c18506d82f41ad0/node_modules/unstorage/drivers/capacitor-preferences.cjs</a:t>
            </a:r>
          </a:p>
          <a:p>
            <a:pPr>
              <a:defRPr sz="1200"/>
            </a:pPr>
            <a:r>
              <a:t>D:/pasar_fix/node_modules/.bun/unstorage@1.17.5+0c18506d82f41ad0/node_modules/unstorage/drivers/capacitor-preferences.d.cts</a:t>
            </a:r>
          </a:p>
          <a:p>
            <a:pPr>
              <a:defRPr sz="1200"/>
            </a:pPr>
            <a:r>
              <a:t>D:/pasar_fix/node_modules/.bun/unstorage@1.17.5+0c18506d82f41ad0/node_modules/unstorage/drivers/capacitor-preferences.d.mts</a:t>
            </a:r>
          </a:p>
          <a:p>
            <a:pPr>
              <a:defRPr sz="1200"/>
            </a:pPr>
            <a:r>
              <a:t>D:/pasar_fix/node_modules/.bun/unstorage@1.17.5+0c18506d82f41ad0/node_modules/unstorage/drivers/capacitor-preferences.d.ts</a:t>
            </a:r>
          </a:p>
          <a:p>
            <a:pPr>
              <a:defRPr sz="1200"/>
            </a:pPr>
            <a:r>
              <a:t>D:/pasar_fix/node_modules/.bun/unstorage@1.17.5+0c18506d82f41ad0/node_modules/unstorage/drivers/capacitor-preferences.mjs</a:t>
            </a:r>
          </a:p>
          <a:p>
            <a:pPr>
              <a:defRPr sz="1200"/>
            </a:pPr>
            <a:r>
              <a:t>D:/pasar_fix/node_modules/.bun/unstorage@1.17.5+0c18506d82f41ad0/node_modules/unstorage/drivers/cloudflare-kv-binding.cjs</a:t>
            </a:r>
          </a:p>
          <a:p>
            <a:pPr>
              <a:defRPr sz="1200"/>
            </a:pPr>
            <a:r>
              <a:t>D:/pasar_fix/node_modules/.bun/unstorage@1.17.5+0c18506d82f41ad0/node_modules/unstorage/drivers/cloudflare-kv-binding.d.cts</a:t>
            </a:r>
          </a:p>
          <a:p>
            <a:pPr>
              <a:defRPr sz="1200"/>
            </a:pPr>
            <a:r>
              <a:t>D:/pasar_fix/node_modules/.bun/unstorage@1.17.5+0c18506d82f41ad0/node_modules/unstorage/drivers/cloudflare-kv-binding.d.mts</a:t>
            </a:r>
          </a:p>
          <a:p>
            <a:pPr>
              <a:defRPr sz="1200"/>
            </a:pPr>
            <a:r>
              <a:t>D:/pasar_fix/node_modules/.bun/unstorage@1.17.5+0c18506d82f41ad0/node_modules/unstorage/drivers/cloudflare-kv-binding.d.ts</a:t>
            </a:r>
          </a:p>
          <a:p>
            <a:pPr>
              <a:defRPr sz="1200"/>
            </a:pPr>
            <a:r>
              <a:t>D:/pasar_fix/node_modules/.bun/unstorage@1.17.5+0c18506d82f41ad0/node_modules/unstorage/drivers/cloudflare-kv-binding.mjs</a:t>
            </a:r>
          </a:p>
          <a:p>
            <a:pPr>
              <a:defRPr sz="1200"/>
            </a:pPr>
            <a:r>
              <a:t>D:/pasar_fix/node_modules/.bun/unstorage@1.17.5+0c18506d82f41ad0/node_modules/unstorage/drivers/cloudflare-kv-http.cjs</a:t>
            </a:r>
          </a:p>
          <a:p>
            <a:pPr>
              <a:defRPr sz="1200"/>
            </a:pPr>
            <a:r>
              <a:t>D:/pasar_fix/node_modules/.bun/unstorage@1.17.5+0c18506d82f41ad0/node_modules/unstorage/drivers/cloudflare-kv-http.d.cts</a:t>
            </a:r>
          </a:p>
          <a:p>
            <a:pPr>
              <a:defRPr sz="1200"/>
            </a:pPr>
            <a:r>
              <a:t>D:/pasar_fix/node_modules/.bun/unstorage@1.17.5+0c18506d82f41ad0/node_modules/unstorage/drivers/cloudflare-kv-http.d.mts</a:t>
            </a:r>
          </a:p>
          <a:p>
            <a:pPr>
              <a:defRPr sz="1200"/>
            </a:pPr>
            <a:r>
              <a:t>D:/pasar_fix/node_modules/.bun/unstorage@1.17.5+0c18506d82f41ad0/node_modules/unstorage/drivers/cloudflare-kv-http.d.ts</a:t>
            </a:r>
          </a:p>
          <a:p>
            <a:pPr>
              <a:defRPr sz="1200"/>
            </a:pPr>
            <a:r>
              <a:t>D:/pasar_fix/node_modules/.bun/unstorage@1.17.5+0c18506d82f41ad0/node_modules/unstorage/drivers/cloudflare-kv-http.mjs</a:t>
            </a:r>
          </a:p>
          <a:p>
            <a:pPr>
              <a:defRPr sz="1200"/>
            </a:pPr>
            <a:r>
              <a:t>D:/pasar_fix/node_modules/.bun/unstorage@1.17.5+0c18506d82f41ad0/node_modules/unstorage/drivers/cloudflare-r2-binding.cjs</a:t>
            </a:r>
          </a:p>
          <a:p>
            <a:pPr>
              <a:defRPr sz="1200"/>
            </a:pPr>
            <a:r>
              <a:t>D:/pasar_fix/node_modules/.bun/unstorage@1.17.5+0c18506d82f41ad0/node_modules/unstorage/drivers/cloudflare-r2-binding.d.cts</a:t>
            </a:r>
          </a:p>
          <a:p>
            <a:pPr>
              <a:defRPr sz="1200"/>
            </a:pPr>
            <a:r>
              <a:t>D:/pasar_fix/node_modules/.bun/unstorage@1.17.5+0c18506d82f41ad0/node_modules/unstorage/drivers/cloudflare-r2-binding.d.mts</a:t>
            </a:r>
          </a:p>
          <a:p>
            <a:pPr>
              <a:defRPr sz="1200"/>
            </a:pPr>
            <a:r>
              <a:t>D:/pasar_fix/node_modules/.bun/unstorage@1.17.5+0c18506d82f41ad0/node_modules/unstorage/drivers/cloudflare-r2-binding.d.ts</a:t>
            </a:r>
          </a:p>
          <a:p>
            <a:pPr>
              <a:defRPr sz="1200"/>
            </a:pPr>
            <a:r>
              <a:t>D:/pasar_fix/node_modules/.bun/unstorage@1.17.5+0c18506d82f41ad0/node_modules/unstorage/drivers/cloudflare-r2-binding.mjs</a:t>
            </a:r>
          </a:p>
          <a:p>
            <a:pPr>
              <a:defRPr sz="1200"/>
            </a:pPr>
            <a:r>
              <a:t>D:/pasar_fix/node_modules/.bun/unstorage@1.17.5+0c18506d82f41ad0/node_modules/unstorage/drivers/db0.cjs</a:t>
            </a:r>
          </a:p>
          <a:p>
            <a:pPr>
              <a:defRPr sz="1200"/>
            </a:pPr>
            <a:r>
              <a:t>D:/pasar_fix/node_modules/.bun/unstorage@1.17.5+0c18506d82f41ad0/node_modules/unstorage/drivers/db0.d.cts</a:t>
            </a:r>
          </a:p>
          <a:p>
            <a:pPr>
              <a:defRPr sz="1200"/>
            </a:pPr>
            <a:r>
              <a:t>D:/pasar_fix/node_modules/.bun/unstorage@1.17.5+0c18506d82f41ad0/node_modules/unstorage/drivers/db0.d.mts</a:t>
            </a:r>
          </a:p>
          <a:p>
            <a:pPr>
              <a:defRPr sz="1200"/>
            </a:pPr>
            <a:r>
              <a:t>D:/pasar_fix/node_modules/.bun/unstorage@1.17.5+0c18506d82f41ad0/node_modules/unstorage/drivers/db0.d.ts</a:t>
            </a:r>
          </a:p>
          <a:p>
            <a:pPr>
              <a:defRPr sz="1200"/>
            </a:pPr>
            <a:r>
              <a:t>D:/pasar_fix/node_modules/.bun/unstorage@1.17.5+0c18506d82f41ad0/node_modules/unstorage/drivers/db0.mjs</a:t>
            </a:r>
          </a:p>
          <a:p>
            <a:pPr>
              <a:defRPr sz="1200"/>
            </a:pPr>
            <a:r>
              <a:t>D:/pasar_fix/node_modules/.bun/unstorage@1.17.5+0c18506d82f41ad0/node_modules/unstorage/drivers/deno-kv-node.cjs</a:t>
            </a:r>
          </a:p>
          <a:p>
            <a:pPr>
              <a:defRPr sz="1200"/>
            </a:pPr>
            <a:r>
              <a:t>D:/pasar_fix/node_modules/.bun/unstorage@1.17.5+0c18506d82f41ad0/node_modules/unstorage/drivers/deno-kv-node.d.cts</a:t>
            </a:r>
          </a:p>
          <a:p>
            <a:pPr>
              <a:defRPr sz="1200"/>
            </a:pPr>
            <a:r>
              <a:t>D:/pasar_fix/node_modules/.bun/unstorage@1.17.5+0c18506d82f41ad0/node_modules/unstorage/drivers/deno-kv-node.d.mts</a:t>
            </a:r>
          </a:p>
          <a:p>
            <a:pPr>
              <a:defRPr sz="1200"/>
            </a:pPr>
            <a:r>
              <a:t>D:/pasar_fix/node_modules/.bun/unstorage@1.17.5+0c18506d82f41ad0/node_modules/unstorage/drivers/deno-kv-node.d.ts</a:t>
            </a:r>
          </a:p>
          <a:p>
            <a:pPr>
              <a:defRPr sz="1200"/>
            </a:pPr>
            <a:r>
              <a:t>D:/pasar_fix/node_modules/.bun/unstorage@1.17.5+0c18506d82f41ad0/node_modules/unstorage/drivers/deno-kv-node.mjs</a:t>
            </a:r>
          </a:p>
          <a:p>
            <a:pPr>
              <a:defRPr sz="1200"/>
            </a:pPr>
            <a:r>
              <a:t>D:/pasar_fix/node_modules/.bun/unstorage@1.17.5+0c18506d82f41ad0/node_modules/unstorage/drivers/deno-kv.cjs</a:t>
            </a:r>
          </a:p>
          <a:p>
            <a:pPr>
              <a:defRPr sz="1200"/>
            </a:pPr>
            <a:r>
              <a:t>D:/pasar_fix/node_modules/.bun/unstorage@1.17.5+0c18506d82f41ad0/node_modules/unstorage/drivers/deno-kv.d.cts</a:t>
            </a:r>
          </a:p>
          <a:p>
            <a:pPr>
              <a:defRPr sz="1200"/>
            </a:pPr>
            <a:r>
              <a:t>D:/pasar_fix/node_modules/.bun/unstorage@1.17.5+0c18506d82f41ad0/node_modules/unstorage/drivers/deno-kv.d.mts</a:t>
            </a:r>
          </a:p>
          <a:p>
            <a:pPr>
              <a:defRPr sz="1200"/>
            </a:pPr>
            <a:r>
              <a:t>D:/pasar_fix/node_modules/.bun/unstorage@1.17.5+0c18506d82f41ad0/node_modules/unstorage/drivers/deno-kv.d.ts</a:t>
            </a:r>
          </a:p>
          <a:p>
            <a:pPr>
              <a:defRPr sz="1200"/>
            </a:pPr>
            <a:r>
              <a:t>D:/pasar_fix/node_modules/.bun/unstorage@1.17.5+0c18506d82f41ad0/node_modules/unstorage/drivers/deno-kv.mjs</a:t>
            </a:r>
          </a:p>
          <a:p>
            <a:pPr>
              <a:defRPr sz="1200"/>
            </a:pPr>
            <a:r>
              <a:t>D:/pasar_fix/node_modules/.bun/unstorage@1.17.5+0c18506d82f41ad0/node_modules/unstorage/drivers/fs-lite.cjs</a:t>
            </a:r>
          </a:p>
          <a:p>
            <a:pPr>
              <a:defRPr sz="1200"/>
            </a:pPr>
            <a:r>
              <a:t>D:/pasar_fix/node_modules/.bun/unstorage@1.17.5+0c18506d82f41ad0/node_modules/unstorage/drivers/fs-lite.d.cts</a:t>
            </a:r>
          </a:p>
          <a:p>
            <a:pPr>
              <a:defRPr sz="1200"/>
            </a:pPr>
            <a:r>
              <a:t>D:/pasar_fix/node_modules/.bun/unstorage@1.17.5+0c18506d82f41ad0/node_modules/unstorage/drivers/fs-lite.d.mts</a:t>
            </a:r>
          </a:p>
          <a:p>
            <a:pPr>
              <a:defRPr sz="1200"/>
            </a:pPr>
            <a:r>
              <a:t>D:/pasar_fix/node_modules/.bun/unstorage@1.17.5+0c18506d82f41ad0/node_modules/unstorage/drivers/fs-lite.d.ts</a:t>
            </a:r>
          </a:p>
          <a:p>
            <a:pPr>
              <a:defRPr sz="1200"/>
            </a:pPr>
            <a:r>
              <a:t>D:/pasar_fix/node_modules/.bun/unstorage@1.17.5+0c18506d82f41ad0/node_modules/unstorage/drivers/fs-lite.mjs</a:t>
            </a:r>
          </a:p>
          <a:p>
            <a:pPr>
              <a:defRPr sz="1200"/>
            </a:pPr>
            <a:r>
              <a:t>D:/pasar_fix/node_modules/.bun/unstorage@1.17.5+0c18506d82f41ad0/node_modules/unstorage/drivers/fs.cjs</a:t>
            </a:r>
          </a:p>
          <a:p>
            <a:pPr>
              <a:defRPr sz="1200"/>
            </a:pPr>
            <a:r>
              <a:t>D:/pasar_fix/node_modules/.bun/unstorage@1.17.5+0c18506d82f41ad0/node_modules/unstorage/drivers/fs.d.cts</a:t>
            </a:r>
          </a:p>
          <a:p>
            <a:pPr>
              <a:defRPr sz="1200"/>
            </a:pPr>
            <a:r>
              <a:t>D:/pasar_fix/node_modules/.bun/unstorage@1.17.5+0c18506d82f41ad0/node_modules/unstorage/drivers/fs.d.mts</a:t>
            </a:r>
          </a:p>
          <a:p>
            <a:pPr>
              <a:defRPr sz="1200"/>
            </a:pPr>
            <a:r>
              <a:t>D:/pasar_fix/node_modules/.bun/unstorage@1.17.5+0c18506d82f41ad0/node_modules/unstorage/drivers/fs.d.ts</a:t>
            </a:r>
          </a:p>
          <a:p>
            <a:pPr>
              <a:defRPr sz="1200"/>
            </a:pPr>
            <a:r>
              <a:t>D:/pasar_fix/node_modules/.bun/unstorage@1.17.5+0c18506d82f41ad0/node_modules/unstorage/drivers/fs.mjs</a:t>
            </a:r>
          </a:p>
          <a:p>
            <a:pPr>
              <a:defRPr sz="1200"/>
            </a:pPr>
            <a:r>
              <a:t>D:/pasar_fix/node_modules/.bun/unstorage@1.17.5+0c18506d82f41ad0/node_modules/unstorage/drivers/github.cjs</a:t>
            </a:r>
          </a:p>
          <a:p>
            <a:pPr>
              <a:defRPr sz="1200"/>
            </a:pPr>
            <a:r>
              <a:t>D:/pasar_fix/node_modules/.bun/unstorage@1.17.5+0c18506d82f41ad0/node_modules/unstorage/drivers/github.d.cts</a:t>
            </a:r>
          </a:p>
          <a:p>
            <a:pPr>
              <a:defRPr sz="1200"/>
            </a:pPr>
            <a:r>
              <a:t>D:/pasar_fix/node_modules/.bun/unstorage@1.17.5+0c18506d82f41ad0/node_modules/unstorage/drivers/github.d.mts</a:t>
            </a:r>
          </a:p>
          <a:p>
            <a:pPr>
              <a:defRPr sz="1200"/>
            </a:pPr>
            <a:r>
              <a:t>D:/pasar_fix/node_modules/.bun/unstorage@1.17.5+0c18506d82f41ad0/node_modules/unstorage/drivers/github.d.ts</a:t>
            </a:r>
          </a:p>
          <a:p>
            <a:pPr>
              <a:defRPr sz="1200"/>
            </a:pPr>
            <a:r>
              <a:t>D:/pasar_fix/node_modules/.bun/unstorage@1.17.5+0c18506d82f41ad0/node_modules/unstorage/drivers/github.mjs</a:t>
            </a:r>
          </a:p>
          <a:p>
            <a:pPr>
              <a:defRPr sz="1200"/>
            </a:pPr>
            <a:r>
              <a:t>D:/pasar_fix/node_modules/.bun/unstorage@1.17.5+0c18506d82f41ad0/node_modules/unstorage/drivers/http.cjs</a:t>
            </a:r>
          </a:p>
          <a:p>
            <a:pPr>
              <a:defRPr sz="1200"/>
            </a:pPr>
            <a:r>
              <a:t>D:/pasar_fix/node_modules/.bun/unstorage@1.17.5+0c18506d82f41ad0/node_modules/unstorage/drivers/http.d.cts</a:t>
            </a:r>
          </a:p>
          <a:p>
            <a:pPr>
              <a:defRPr sz="1200"/>
            </a:pPr>
            <a:r>
              <a:t>D:/pasar_fix/node_modules/.bun/unstorage@1.17.5+0c18506d82f41ad0/node_modules/unstorage/drivers/http.d.mts</a:t>
            </a:r>
          </a:p>
          <a:p>
            <a:pPr>
              <a:defRPr sz="1200"/>
            </a:pPr>
            <a:r>
              <a:t>D:/pasar_fix/node_modules/.bun/unstorage@1.17.5+0c18506d82f41ad0/node_modules/unstorage/drivers/http.d.ts</a:t>
            </a:r>
          </a:p>
          <a:p>
            <a:pPr>
              <a:defRPr sz="1200"/>
            </a:pPr>
            <a:r>
              <a:t>D:/pasar_fix/node_modules/.bun/unstorage@1.17.5+0c18506d82f41ad0/node_modules/unstorage/drivers/http.mjs</a:t>
            </a:r>
          </a:p>
          <a:p>
            <a:pPr>
              <a:defRPr sz="1200"/>
            </a:pPr>
            <a:r>
              <a:t>D:/pasar_fix/node_modules/.bun/unstorage@1.17.5+0c18506d82f41ad0/node_modules/unstorage/drivers/indexedb.cjs</a:t>
            </a:r>
          </a:p>
          <a:p>
            <a:pPr>
              <a:defRPr sz="1200"/>
            </a:pPr>
            <a:r>
              <a:t>D:/pasar_fix/node_modules/.bun/unstorage@1.17.5+0c18506d82f41ad0/node_modules/unstorage/drivers/indexedb.d.cts</a:t>
            </a:r>
          </a:p>
          <a:p>
            <a:pPr>
              <a:defRPr sz="1200"/>
            </a:pPr>
            <a:r>
              <a:t>D:/pasar_fix/node_modules/.bun/unstorage@1.17.5+0c18506d82f41ad0/node_modules/unstorage/drivers/indexedb.d.mts</a:t>
            </a:r>
          </a:p>
          <a:p>
            <a:pPr>
              <a:defRPr sz="1200"/>
            </a:pPr>
            <a:r>
              <a:t>D:/pasar_fix/node_modules/.bun/unstorage@1.17.5+0c18506d82f41ad0/node_modules/unstorage/drivers/indexedb.d.ts</a:t>
            </a:r>
          </a:p>
          <a:p>
            <a:pPr>
              <a:defRPr sz="1200"/>
            </a:pPr>
            <a:r>
              <a:t>D:/pasar_fix/node_modules/.bun/unstorage@1.17.5+0c18506d82f41ad0/node_modules/unstorage/drivers/indexedb.mjs</a:t>
            </a:r>
          </a:p>
          <a:p>
            <a:pPr>
              <a:defRPr sz="1200"/>
            </a:pPr>
            <a:r>
              <a:t>D:/pasar_fix/node_modules/.bun/unstorage@1.17.5+0c18506d82f41ad0/node_modules/unstorage/drivers/localstorage.cjs</a:t>
            </a:r>
          </a:p>
          <a:p>
            <a:pPr>
              <a:defRPr sz="1200"/>
            </a:pPr>
            <a:r>
              <a:t>D:/pasar_fix/node_modules/.bun/unstorage@1.17.5+0c18506d82f41ad0/node_modules/unstorage/drivers/localstorage.d.cts</a:t>
            </a:r>
          </a:p>
          <a:p>
            <a:pPr>
              <a:defRPr sz="1200"/>
            </a:pPr>
            <a:r>
              <a:t>D:/pasar_fix/node_modules/.bun/unstorage@1.17.5+0c18506d82f41ad0/node_modules/unstorage/drivers/localstorage.d.mts</a:t>
            </a:r>
          </a:p>
          <a:p>
            <a:pPr>
              <a:defRPr sz="1200"/>
            </a:pPr>
            <a:r>
              <a:t>D:/pasar_fix/node_modules/.bun/unstorage@1.17.5+0c18506d82f41ad0/node_modules/unstorage/drivers/localstorage.d.ts</a:t>
            </a:r>
          </a:p>
          <a:p>
            <a:pPr>
              <a:defRPr sz="1200"/>
            </a:pPr>
            <a:r>
              <a:t>D:/pasar_fix/node_modules/.bun/unstorage@1.17.5+0c18506d82f41ad0/node_modules/unstorage/drivers/localstorage.mjs</a:t>
            </a:r>
          </a:p>
          <a:p>
            <a:pPr>
              <a:defRPr sz="1200"/>
            </a:pPr>
            <a:r>
              <a:t>D:/pasar_fix/node_modules/.bun/unstorage@1.17.5+0c18506d82f41ad0/node_modules/unstorage/drivers/lru-cache.cjs</a:t>
            </a:r>
          </a:p>
          <a:p>
            <a:pPr>
              <a:defRPr sz="1200"/>
            </a:pPr>
            <a:r>
              <a:t>D:/pasar_fix/node_modules/.bun/unstorage@1.17.5+0c18506d82f41ad0/node_modules/unstorage/drivers/lru-cache.d.cts</a:t>
            </a:r>
          </a:p>
          <a:p>
            <a:pPr>
              <a:defRPr sz="1200"/>
            </a:pPr>
            <a:r>
              <a:t>D:/pasar_fix/node_modules/.bun/unstorage@1.17.5+0c18506d82f41ad0/node_modules/unstorage/drivers/lru-cache.d.mts</a:t>
            </a:r>
          </a:p>
          <a:p>
            <a:pPr>
              <a:defRPr sz="1200"/>
            </a:pPr>
            <a:r>
              <a:t>D:/pasar_fix/node_modules/.bun/unstorage@1.17.5+0c18506d82f41ad0/node_modules/unstorage/drivers/lru-cache.d.ts</a:t>
            </a:r>
          </a:p>
          <a:p>
            <a:pPr>
              <a:defRPr sz="1200"/>
            </a:pPr>
            <a:r>
              <a:t>D:/pasar_fix/node_modules/.bun/unstorage@1.17.5+0c18506d82f41ad0/node_modules/unstorage/drivers/lru-cache.mjs</a:t>
            </a:r>
          </a:p>
          <a:p>
            <a:pPr>
              <a:defRPr sz="1200"/>
            </a:pPr>
            <a:r>
              <a:t>D:/pasar_fix/node_modules/.bun/unstorage@1.17.5+0c18506d82f41ad0/node_modules/unstorage/drivers/memory.cjs</a:t>
            </a:r>
          </a:p>
          <a:p>
            <a:pPr>
              <a:defRPr sz="1200"/>
            </a:pPr>
            <a:r>
              <a:t>D:/pasar_fix/node_modules/.bun/unstorage@1.17.5+0c18506d82f41ad0/node_modules/unstorage/drivers/memory.d.cts</a:t>
            </a:r>
          </a:p>
          <a:p>
            <a:pPr>
              <a:defRPr sz="1200"/>
            </a:pPr>
            <a:r>
              <a:t>D:/pasar_fix/node_modules/.bun/unstorage@1.17.5+0c18506d82f41ad0/node_modules/unstorage/drivers/memory.d.mts</a:t>
            </a:r>
          </a:p>
          <a:p>
            <a:pPr>
              <a:defRPr sz="1200"/>
            </a:pPr>
            <a:r>
              <a:t>D:/pasar_fix/node_modules/.bun/unstorage@1.17.5+0c18506d82f41ad0/node_modules/unstorage/drivers/memory.d.ts</a:t>
            </a:r>
          </a:p>
          <a:p>
            <a:pPr>
              <a:defRPr sz="1200"/>
            </a:pPr>
            <a:r>
              <a:t>D:/pasar_fix/node_modules/.bun/unstorage@1.17.5+0c18506d82f41ad0/node_modules/unstorage/drivers/memory.mjs</a:t>
            </a:r>
          </a:p>
          <a:p>
            <a:pPr>
              <a:defRPr sz="1200"/>
            </a:pPr>
            <a:r>
              <a:t>D:/pasar_fix/node_modules/.bun/unstorage@1.17.5+0c18506d82f41ad0/node_modules/unstorage/drivers/mongodb.cjs</a:t>
            </a:r>
          </a:p>
          <a:p>
            <a:pPr>
              <a:defRPr sz="1200"/>
            </a:pPr>
            <a:r>
              <a:t>D:/pasar_fix/node_modules/.bun/unstorage@1.17.5+0c18506d82f41ad0/node_modules/unstorage/drivers/mongodb.d.cts</a:t>
            </a:r>
          </a:p>
          <a:p>
            <a:pPr>
              <a:defRPr sz="1200"/>
            </a:pPr>
            <a:r>
              <a:t>D:/pasar_fix/node_modules/.bun/unstorage@1.17.5+0c18506d82f41ad0/node_modules/unstorage/drivers/mongodb.d.mts</a:t>
            </a:r>
          </a:p>
          <a:p>
            <a:pPr>
              <a:defRPr sz="1200"/>
            </a:pPr>
            <a:r>
              <a:t>D:/pasar_fix/node_modules/.bun/unstorage@1.17.5+0c18506d82f41ad0/node_modules/unstorage/drivers/mongodb.d.ts</a:t>
            </a:r>
          </a:p>
          <a:p>
            <a:pPr>
              <a:defRPr sz="1200"/>
            </a:pPr>
            <a:r>
              <a:t>D:/pasar_fix/node_modules/.bun/unstorage@1.17.5+0c18506d82f41ad0/node_modules/unstorage/drivers/mongodb.mjs</a:t>
            </a:r>
          </a:p>
          <a:p>
            <a:pPr>
              <a:defRPr sz="1200"/>
            </a:pPr>
            <a:r>
              <a:t>D:/pasar_fix/node_modules/.bun/unstorage@1.17.5+0c18506d82f41ad0/node_modules/unstorage/drivers/netlify-blobs.cjs</a:t>
            </a:r>
          </a:p>
          <a:p>
            <a:pPr>
              <a:defRPr sz="1200"/>
            </a:pPr>
            <a:r>
              <a:t>D:/pasar_fix/node_modules/.bun/unstorage@1.17.5+0c18506d82f41ad0/node_modules/unstorage/drivers/netlify-blobs.d.cts</a:t>
            </a:r>
          </a:p>
          <a:p>
            <a:pPr>
              <a:defRPr sz="1200"/>
            </a:pPr>
            <a:r>
              <a:t>D:/pasar_fix/node_modules/.bun/unstorage@1.17.5+0c18506d82f41ad0/node_modules/unstorage/drivers/netlify-blobs.d.mts</a:t>
            </a:r>
          </a:p>
          <a:p>
            <a:pPr>
              <a:defRPr sz="1200"/>
            </a:pPr>
            <a:r>
              <a:t>D:/pasar_fix/node_modules/.bun/unstorage@1.17.5+0c18506d82f41ad0/node_modules/unstorage/drivers/netlify-blobs.d.ts</a:t>
            </a:r>
          </a:p>
          <a:p>
            <a:pPr>
              <a:defRPr sz="1200"/>
            </a:pPr>
            <a:r>
              <a:t>D:/pasar_fix/node_modules/.bun/unstorage@1.17.5+0c18506d82f41ad0/node_modules/unstorage/drivers/netlify-blobs.mjs</a:t>
            </a:r>
          </a:p>
          <a:p>
            <a:pPr>
              <a:defRPr sz="1200"/>
            </a:pPr>
            <a:r>
              <a:t>D:/pasar_fix/node_modules/.bun/unstorage@1.17.5+0c18506d82f41ad0/node_modules/unstorage/drivers/null.cjs</a:t>
            </a:r>
          </a:p>
          <a:p>
            <a:pPr>
              <a:defRPr sz="1200"/>
            </a:pPr>
            <a:r>
              <a:t>D:/pasar_fix/node_modules/.bun/unstorage@1.17.5+0c18506d82f41ad0/node_modules/unstorage/drivers/null.d.cts</a:t>
            </a:r>
          </a:p>
          <a:p>
            <a:pPr>
              <a:defRPr sz="1200"/>
            </a:pPr>
            <a:r>
              <a:t>D:/pasar_fix/node_modules/.bun/unstorage@1.17.5+0c18506d82f41ad0/node_modules/unstorage/drivers/null.d.mts</a:t>
            </a:r>
          </a:p>
          <a:p>
            <a:pPr>
              <a:defRPr sz="1200"/>
            </a:pPr>
            <a:r>
              <a:t>D:/pasar_fix/node_modules/.bun/unstorage@1.17.5+0c18506d82f41ad0/node_modules/unstorage/drivers/null.d.ts</a:t>
            </a:r>
          </a:p>
          <a:p>
            <a:pPr>
              <a:defRPr sz="1200"/>
            </a:pPr>
            <a:r>
              <a:t>D:/pasar_fix/node_modules/.bun/unstorage@1.17.5+0c18506d82f41ad0/node_modules/unstorage/drivers/null.mjs</a:t>
            </a:r>
          </a:p>
          <a:p>
            <a:pPr>
              <a:defRPr sz="1200"/>
            </a:pPr>
            <a:r>
              <a:t>D:/pasar_fix/node_modules/.bun/unstorage@1.17.5+0c18506d82f41ad0/node_modules/unstorage/drivers/overlay.cjs</a:t>
            </a:r>
          </a:p>
          <a:p>
            <a:pPr>
              <a:defRPr sz="1200"/>
            </a:pPr>
            <a:r>
              <a:t>D:/pasar_fix/node_modules/.bun/unstorage@1.17.5+0c18506d82f41ad0/node_modules/unstorage/drivers/overlay.d.cts</a:t>
            </a:r>
          </a:p>
          <a:p>
            <a:pPr>
              <a:defRPr sz="1200"/>
            </a:pPr>
            <a:r>
              <a:t>D:/pasar_fix/node_modules/.bun/unstorage@1.17.5+0c18506d82f41ad0/node_modules/unstorage/drivers/overlay.d.mts</a:t>
            </a:r>
          </a:p>
          <a:p>
            <a:pPr>
              <a:defRPr sz="1200"/>
            </a:pPr>
            <a:r>
              <a:t>D:/pasar_fix/node_modules/.bun/unstorage@1.17.5+0c18506d82f41ad0/node_modules/unstorage/drivers/overlay.d.ts</a:t>
            </a:r>
          </a:p>
          <a:p>
            <a:pPr>
              <a:defRPr sz="1200"/>
            </a:pPr>
            <a:r>
              <a:t>D:/pasar_fix/node_modules/.bun/unstorage@1.17.5+0c18506d82f41ad0/node_modules/unstorage/drivers/overlay.mjs</a:t>
            </a:r>
          </a:p>
          <a:p>
            <a:pPr>
              <a:defRPr sz="1200"/>
            </a:pPr>
            <a:r>
              <a:t>D:/pasar_fix/node_modules/.bun/unstorage@1.17.5+0c18506d82f41ad0/node_modules/unstorage/drivers/planetscale.cjs</a:t>
            </a:r>
          </a:p>
          <a:p>
            <a:pPr>
              <a:defRPr sz="1200"/>
            </a:pPr>
            <a:r>
              <a:t>D:/pasar_fix/node_modules/.bun/unstorage@1.17.5+0c18506d82f41ad0/node_modules/unstorage/drivers/planetscale.d.cts</a:t>
            </a:r>
          </a:p>
          <a:p>
            <a:pPr>
              <a:defRPr sz="1200"/>
            </a:pPr>
            <a:r>
              <a:t>D:/pasar_fix/node_modules/.bun/unstorage@1.17.5+0c18506d82f41ad0/node_modules/unstorage/drivers/planetscale.d.mts</a:t>
            </a:r>
          </a:p>
          <a:p>
            <a:pPr>
              <a:defRPr sz="1200"/>
            </a:pPr>
            <a:r>
              <a:t>D:/pasar_fix/node_modules/.bun/unstorage@1.17.5+0c18506d82f41ad0/node_modules/unstorage/drivers/planetscale.d.ts</a:t>
            </a:r>
          </a:p>
          <a:p>
            <a:pPr>
              <a:defRPr sz="1200"/>
            </a:pPr>
            <a:r>
              <a:t>D:/pasar_fix/node_modules/.bun/unstorage@1.17.5+0c18506d82f41ad0/node_modules/unstorage/drivers/planetscale.mjs</a:t>
            </a:r>
          </a:p>
          <a:p>
            <a:pPr>
              <a:defRPr sz="1200"/>
            </a:pPr>
            <a:r>
              <a:t>D:/pasar_fix/node_modules/.bun/unstorage@1.17.5+0c18506d82f41ad0/node_modules/unstorage/drivers/redis.cjs</a:t>
            </a:r>
          </a:p>
          <a:p>
            <a:pPr>
              <a:defRPr sz="1200"/>
            </a:pPr>
            <a:r>
              <a:t>D:/pasar_fix/node_modules/.bun/unstorage@1.17.5+0c18506d82f41ad0/node_modules/unstorage/drivers/redis.d.cts</a:t>
            </a:r>
          </a:p>
          <a:p>
            <a:pPr>
              <a:defRPr sz="1200"/>
            </a:pPr>
            <a:r>
              <a:t>D:/pasar_fix/node_modules/.bun/unstorage@1.17.5+0c18506d82f41ad0/node_modules/unstorage/drivers/redis.d.mts</a:t>
            </a:r>
          </a:p>
          <a:p>
            <a:pPr>
              <a:defRPr sz="1200"/>
            </a:pPr>
            <a:r>
              <a:t>D:/pasar_fix/node_modules/.bun/unstorage@1.17.5+0c18506d82f41ad0/node_modules/unstorage/drivers/redis.d.ts</a:t>
            </a:r>
          </a:p>
          <a:p>
            <a:pPr>
              <a:defRPr sz="1200"/>
            </a:pPr>
            <a:r>
              <a:t>D:/pasar_fix/node_modules/.bun/unstorage@1.17.5+0c18506d82f41ad0/node_modules/unstorage/drivers/redis.mjs</a:t>
            </a:r>
          </a:p>
          <a:p>
            <a:pPr>
              <a:defRPr sz="1200"/>
            </a:pPr>
            <a:r>
              <a:t>D:/pasar_fix/node_modules/.bun/unstorage@1.17.5+0c18506d82f41ad0/node_modules/unstorage/drivers/s3.cjs</a:t>
            </a:r>
          </a:p>
          <a:p>
            <a:pPr>
              <a:defRPr sz="1200"/>
            </a:pPr>
            <a:r>
              <a:t>D:/pasar_fix/node_modules/.bun/unstorage@1.17.5+0c18506d82f41ad0/node_modules/unstorage/drivers/s3.d.cts</a:t>
            </a:r>
          </a:p>
          <a:p>
            <a:pPr>
              <a:defRPr sz="1200"/>
            </a:pPr>
            <a:r>
              <a:t>D:/pasar_fix/node_modules/.bun/unstorage@1.17.5+0c18506d82f41ad0/node_modules/unstorage/drivers/s3.d.mts</a:t>
            </a:r>
          </a:p>
          <a:p>
            <a:pPr>
              <a:defRPr sz="1200"/>
            </a:pPr>
            <a:r>
              <a:t>D:/pasar_fix/node_modules/.bun/unstorage@1.17.5+0c18506d82f41ad0/node_modules/unstorage/drivers/s3.d.ts</a:t>
            </a:r>
          </a:p>
          <a:p>
            <a:pPr>
              <a:defRPr sz="1200"/>
            </a:pPr>
            <a:r>
              <a:t>D:/pasar_fix/node_modules/.bun/unstorage@1.17.5+0c18506d82f41ad0/node_modules/unstorage/drivers/s3.mjs</a:t>
            </a:r>
          </a:p>
          <a:p>
            <a:pPr>
              <a:defRPr sz="1200"/>
            </a:pPr>
            <a:r>
              <a:t>D:/pasar_fix/node_modules/.bun/unstorage@1.17.5+0c18506d82f41ad0/node_modules/unstorage/drivers/session-storage.cjs</a:t>
            </a:r>
          </a:p>
          <a:p>
            <a:pPr>
              <a:defRPr sz="1200"/>
            </a:pPr>
            <a:r>
              <a:t>D:/pasar_fix/node_modules/.bun/unstorage@1.17.5+0c18506d82f41ad0/node_modules/unstorage/drivers/session-storage.d.cts</a:t>
            </a:r>
          </a:p>
          <a:p>
            <a:pPr>
              <a:defRPr sz="1200"/>
            </a:pPr>
            <a:r>
              <a:t>D:/pasar_fix/node_modules/.bun/unstorage@1.17.5+0c18506d82f41ad0/node_modules/unstorage/drivers/session-storage.d.mts</a:t>
            </a:r>
          </a:p>
          <a:p>
            <a:pPr>
              <a:defRPr sz="1200"/>
            </a:pPr>
            <a:r>
              <a:t>D:/pasar_fix/node_modules/.bun/unstorage@1.17.5+0c18506d82f41ad0/node_modules/unstorage/drivers/session-storage.d.ts</a:t>
            </a:r>
          </a:p>
          <a:p>
            <a:pPr>
              <a:defRPr sz="1200"/>
            </a:pPr>
            <a:r>
              <a:t>D:/pasar_fix/node_modules/.bun/unstorage@1.17.5+0c18506d82f41ad0/node_modules/unstorage/drivers/session-storage.mjs</a:t>
            </a:r>
          </a:p>
          <a:p>
            <a:pPr>
              <a:defRPr sz="1200"/>
            </a:pPr>
            <a:r>
              <a:t>D:/pasar_fix/node_modules/.bun/unstorage@1.17.5+0c18506d82f41ad0/node_modules/unstorage/drivers/uploadthing.cjs</a:t>
            </a:r>
          </a:p>
          <a:p>
            <a:pPr>
              <a:defRPr sz="1200"/>
            </a:pPr>
            <a:r>
              <a:t>D:/pasar_fix/node_modules/.bun/unstorage@1.17.5+0c18506d82f41ad0/node_modules/unstorage/drivers/uploadthing.d.cts</a:t>
            </a:r>
          </a:p>
          <a:p>
            <a:pPr>
              <a:defRPr sz="1200"/>
            </a:pPr>
            <a:r>
              <a:t>D:/pasar_fix/node_modules/.bun/unstorage@1.17.5+0c18506d82f41ad0/node_modules/unstorage/drivers/uploadthing.d.mts</a:t>
            </a:r>
          </a:p>
          <a:p>
            <a:pPr>
              <a:defRPr sz="1200"/>
            </a:pPr>
            <a:r>
              <a:t>D:/pasar_fix/node_modules/.bun/unstorage@1.17.5+0c18506d82f41ad0/node_modules/unstorage/drivers/uploadthing.d.ts</a:t>
            </a:r>
          </a:p>
          <a:p>
            <a:pPr>
              <a:defRPr sz="1200"/>
            </a:pPr>
            <a:r>
              <a:t>D:/pasar_fix/node_modules/.bun/unstorage@1.17.5+0c18506d82f41ad0/node_modules/unstorage/drivers/uploadthing.mjs</a:t>
            </a:r>
          </a:p>
          <a:p>
            <a:pPr>
              <a:defRPr sz="1200"/>
            </a:pPr>
            <a:r>
              <a:t>D:/pasar_fix/node_modules/.bun/unstorage@1.17.5+0c18506d82f41ad0/node_modules/unstorage/drivers/upstash.cjs</a:t>
            </a:r>
          </a:p>
          <a:p>
            <a:pPr>
              <a:defRPr sz="1200"/>
            </a:pPr>
            <a:r>
              <a:t>D:/pasar_fix/node_modules/.bun/unstorage@1.17.5+0c18506d82f41ad0/node_modules/unstorage/drivers/upstash.d.cts</a:t>
            </a:r>
          </a:p>
          <a:p>
            <a:pPr>
              <a:defRPr sz="1200"/>
            </a:pPr>
            <a:r>
              <a:t>D:/pasar_fix/node_modules/.bun/unstorage@1.17.5+0c18506d82f41ad0/node_modules/unstorage/drivers/upstash.d.mts</a:t>
            </a:r>
          </a:p>
          <a:p>
            <a:pPr>
              <a:defRPr sz="1200"/>
            </a:pPr>
            <a:r>
              <a:t>D:/pasar_fix/node_modules/.bun/unstorage@1.17.5+0c18506d82f41ad0/node_modules/unstorage/drivers/upstash.d.ts</a:t>
            </a:r>
          </a:p>
          <a:p>
            <a:pPr>
              <a:defRPr sz="1200"/>
            </a:pPr>
            <a:r>
              <a:t>D:/pasar_fix/node_modules/.bun/unstorage@1.17.5+0c18506d82f41ad0/node_modules/unstorage/drivers/upstash.mjs</a:t>
            </a:r>
          </a:p>
          <a:p>
            <a:pPr>
              <a:defRPr sz="1200"/>
            </a:pPr>
            <a:r>
              <a:t>D:/pasar_fix/node_modules/.bun/unstorage@1.17.5+0c18506d82f41ad0/node_modules/unstorage/drivers/vercel-blob.cjs</a:t>
            </a:r>
          </a:p>
          <a:p>
            <a:pPr>
              <a:defRPr sz="1200"/>
            </a:pPr>
            <a:r>
              <a:t>D:/pasar_fix/node_modules/.bun/unstorage@1.17.5+0c18506d82f41ad0/node_modules/unstorage/drivers/vercel-blob.d.cts</a:t>
            </a:r>
          </a:p>
          <a:p>
            <a:pPr>
              <a:defRPr sz="1200"/>
            </a:pPr>
            <a:r>
              <a:t>D:/pasar_fix/node_modules/.bun/unstorage@1.17.5+0c18506d82f41ad0/node_modules/unstorage/drivers/vercel-blob.d.mts</a:t>
            </a:r>
          </a:p>
          <a:p>
            <a:pPr>
              <a:defRPr sz="1200"/>
            </a:pPr>
            <a:r>
              <a:t>D:/pasar_fix/node_modules/.bun/unstorage@1.17.5+0c18506d82f41ad0/node_modules/unstorage/drivers/vercel-blob.d.ts</a:t>
            </a:r>
          </a:p>
          <a:p>
            <a:pPr>
              <a:defRPr sz="1200"/>
            </a:pPr>
            <a:r>
              <a:t>D:/pasar_fix/node_modules/.bun/unstorage@1.17.5+0c18506d82f41ad0/node_modules/unstorage/drivers/vercel-blob.mjs</a:t>
            </a:r>
          </a:p>
          <a:p>
            <a:pPr>
              <a:defRPr sz="1200"/>
            </a:pPr>
            <a:r>
              <a:t>D:/pasar_fix/node_modules/.bun/unstorage@1.17.5+0c18506d82f41ad0/node_modules/unstorage/drivers/vercel-kv.cjs</a:t>
            </a:r>
          </a:p>
          <a:p>
            <a:pPr>
              <a:defRPr sz="1200"/>
            </a:pPr>
            <a:r>
              <a:t>D:/pasar_fix/node_modules/.bun/unstorage@1.17.5+0c18506d82f41ad0/node_modules/unstorage/drivers/vercel-kv.d.cts</a:t>
            </a:r>
          </a:p>
          <a:p>
            <a:pPr>
              <a:defRPr sz="1200"/>
            </a:pPr>
            <a:r>
              <a:t>D:/pasar_fix/node_modules/.bun/unstorage@1.17.5+0c18506d82f41ad0/node_modules/unstorage/drivers/vercel-kv.d.mts</a:t>
            </a:r>
          </a:p>
          <a:p>
            <a:pPr>
              <a:defRPr sz="1200"/>
            </a:pPr>
            <a:r>
              <a:t>D:/pasar_fix/node_modules/.bun/unstorage@1.17.5+0c18506d82f41ad0/node_modules/unstorage/drivers/vercel-kv.d.ts</a:t>
            </a:r>
          </a:p>
          <a:p>
            <a:pPr>
              <a:defRPr sz="1200"/>
            </a:pPr>
            <a:r>
              <a:t>D:/pasar_fix/node_modules/.bun/unstorage@1.17.5+0c18506d82f41ad0/node_modules/unstorage/drivers/vercel-kv.mjs</a:t>
            </a:r>
          </a:p>
          <a:p>
            <a:pPr>
              <a:defRPr sz="1200"/>
            </a:pPr>
            <a:r>
              <a:t>D:/pasar_fix/node_modules/.bun/unstorage@1.17.5+0c18506d82f41ad0/node_modules/unstorage/drivers/vercel-runtime-cache.cjs</a:t>
            </a:r>
          </a:p>
          <a:p>
            <a:pPr>
              <a:defRPr sz="1200"/>
            </a:pPr>
            <a:r>
              <a:t>D:/pasar_fix/node_modules/.bun/unstorage@1.17.5+0c18506d82f41ad0/node_modules/unstorage/drivers/vercel-runtime-cache.d.cts</a:t>
            </a:r>
          </a:p>
          <a:p>
            <a:pPr>
              <a:defRPr sz="1200"/>
            </a:pPr>
            <a:r>
              <a:t>D:/pasar_fix/node_modules/.bun/unstorage@1.17.5+0c18506d82f41ad0/node_modules/unstorage/drivers/vercel-runtime-cache.d.mts</a:t>
            </a:r>
          </a:p>
          <a:p>
            <a:pPr>
              <a:defRPr sz="1200"/>
            </a:pPr>
            <a:r>
              <a:t>D:/pasar_fix/node_modules/.bun/unstorage@1.17.5+0c18506d82f41ad0/node_modules/unstorage/drivers/vercel-runtime-cache.d.ts</a:t>
            </a:r>
          </a:p>
          <a:p>
            <a:pPr>
              <a:defRPr sz="1200"/>
            </a:pPr>
            <a:r>
              <a:t>D:/pasar_fix/node_modules/.bun/unstorage@1.17.5+0c18506d82f41ad0/node_modules/unstorage/drivers/vercel-runtime-cache.mjs</a:t>
            </a:r>
          </a:p>
          <a:p>
            <a:pPr>
              <a:defRPr sz="1200"/>
            </a:pPr>
            <a:r>
              <a:t>D:/pasar_fix/node_modules/.bun/unstorage@1.17.5+0c18506d82f41ad0/node_modules/unstorage/drivers/utils/cloudflare.cjs</a:t>
            </a:r>
          </a:p>
          <a:p>
            <a:pPr>
              <a:defRPr sz="1200"/>
            </a:pPr>
            <a:r>
              <a:t>D:/pasar_fix/node_modules/.bun/unstorage@1.17.5+0c18506d82f41ad0/node_modules/unstorage/drivers/utils/cloudflare.d.cts</a:t>
            </a:r>
          </a:p>
          <a:p>
            <a:pPr>
              <a:defRPr sz="1200"/>
            </a:pPr>
            <a:r>
              <a:t>D:/pasar_fix/node_modules/.bun/unstorage@1.17.5+0c18506d82f41ad0/node_modules/unstorage/drivers/utils/cloudflare.d.mts</a:t>
            </a:r>
          </a:p>
          <a:p>
            <a:pPr>
              <a:defRPr sz="1200"/>
            </a:pPr>
            <a:r>
              <a:t>D:/pasar_fix/node_modules/.bun/unstorage@1.17.5+0c18506d82f41ad0/node_modules/unstorage/drivers/utils/cloudflare.d.ts</a:t>
            </a:r>
          </a:p>
          <a:p>
            <a:pPr>
              <a:defRPr sz="1200"/>
            </a:pPr>
            <a:r>
              <a:t>D:/pasar_fix/node_modules/.bun/unstorage@1.17.5+0c18506d82f41ad0/node_modules/unstorage/drivers/utils/cloudflare.mjs</a:t>
            </a:r>
          </a:p>
          <a:p>
            <a:pPr>
              <a:defRPr sz="1200"/>
            </a:pPr>
            <a:r>
              <a:t>D:/pasar_fix/node_modules/.bun/unstorage@1.17.5+0c18506d82f41ad0/node_modules/unstorage/drivers/utils/index.cjs</a:t>
            </a:r>
          </a:p>
          <a:p>
            <a:pPr>
              <a:defRPr sz="1200"/>
            </a:pPr>
            <a:r>
              <a:t>D:/pasar_fix/node_modules/.bun/unstorage@1.17.5+0c18506d82f41ad0/node_modules/unstorage/drivers/utils/index.d.cts</a:t>
            </a:r>
          </a:p>
          <a:p>
            <a:pPr>
              <a:defRPr sz="1200"/>
            </a:pPr>
            <a:r>
              <a:t>D:/pasar_fix/node_modules/.bun/unstorage@1.17.5+0c18506d82f41ad0/node_modules/unstorage/drivers/utils/index.d.mts</a:t>
            </a:r>
          </a:p>
          <a:p>
            <a:pPr>
              <a:defRPr sz="1200"/>
            </a:pPr>
            <a:r>
              <a:t>D:/pasar_fix/node_modules/.bun/unstorage@1.17.5+0c18506d82f41ad0/node_modules/unstorage/drivers/utils/index.d.ts</a:t>
            </a:r>
          </a:p>
          <a:p>
            <a:pPr>
              <a:defRPr sz="1200"/>
            </a:pPr>
            <a:r>
              <a:t>D:/pasar_fix/node_modules/.bun/unstorage@1.17.5+0c18506d82f41ad0/node_modules/unstorage/drivers/utils/index.mjs</a:t>
            </a:r>
          </a:p>
          <a:p>
            <a:pPr>
              <a:defRPr sz="1200"/>
            </a:pPr>
            <a:r>
              <a:t>D:/pasar_fix/node_modules/.bun/unstorage@1.17.5+0c18506d82f41ad0/node_modules/unstorage/drivers/utils/node-fs.cjs</a:t>
            </a:r>
          </a:p>
          <a:p>
            <a:pPr>
              <a:defRPr sz="1200"/>
            </a:pPr>
            <a:r>
              <a:t>D:/pasar_fix/node_modules/.bun/unstorage@1.17.5+0c18506d82f41ad0/node_modules/unstorage/drivers/utils/node-fs.d.cts</a:t>
            </a:r>
          </a:p>
          <a:p>
            <a:pPr>
              <a:defRPr sz="1200"/>
            </a:pPr>
            <a:r>
              <a:t>D:/pasar_fix/node_modules/.bun/unstorage@1.17.5+0c18506d82f41ad0/node_modules/unstorage/drivers/utils/node-fs.d.mts</a:t>
            </a:r>
          </a:p>
          <a:p>
            <a:pPr>
              <a:defRPr sz="1200"/>
            </a:pPr>
            <a:r>
              <a:t>D:/pasar_fix/node_modules/.bun/unstorage@1.17.5+0c18506d82f41ad0/node_modules/unstorage/drivers/utils/node-fs.d.ts</a:t>
            </a:r>
          </a:p>
          <a:p>
            <a:pPr>
              <a:defRPr sz="1200"/>
            </a:pPr>
            <a:r>
              <a:t>D:/pasar_fix/node_modules/.bun/unstorage@1.17.5+0c18506d82f41ad0/node_modules/unstorage/drivers/utils/node-fs.mjs</a:t>
            </a:r>
          </a:p>
          <a:p>
            <a:pPr>
              <a:defRPr sz="1200"/>
            </a:pPr>
            <a:r>
              <a:t>D:/pasar_fix/node_modules/.bun/untun@0.1.3/node_modules/.bin/untun.bunx</a:t>
            </a:r>
          </a:p>
          <a:p>
            <a:pPr>
              <a:defRPr sz="1200"/>
            </a:pPr>
            <a:r>
              <a:t>D:/pasar_fix/node_modules/.bun/untun@0.1.3/node_modules/.bin/untun.exe</a:t>
            </a:r>
          </a:p>
          <a:p>
            <a:pPr>
              <a:defRPr sz="1200"/>
            </a:pPr>
            <a:r>
              <a:t>D:/pasar_fix/node_modules/.bun/untun@0.1.3/node_modules/untun/LICENSE</a:t>
            </a:r>
          </a:p>
          <a:p>
            <a:pPr>
              <a:defRPr sz="1200"/>
            </a:pPr>
            <a:r>
              <a:t>D:/pasar_fix/node_modules/.bun/untun@0.1.3/node_modules/untun/package.json</a:t>
            </a:r>
          </a:p>
          <a:p>
            <a:pPr>
              <a:defRPr sz="1200"/>
            </a:pPr>
            <a:r>
              <a:t>D:/pasar_fix/node_modules/.bun/untun@0.1.3/node_modules/untun/README.md</a:t>
            </a:r>
          </a:p>
          <a:p>
            <a:pPr>
              <a:defRPr sz="1200"/>
            </a:pPr>
            <a:r>
              <a:t>D:/pasar_fix/node_modules/.bun/untun@0.1.3/node_modules/untun/bin/untun.mjs</a:t>
            </a:r>
          </a:p>
          <a:p>
            <a:pPr>
              <a:defRPr sz="1200"/>
            </a:pPr>
            <a:r>
              <a:t>D:/pasar_fix/node_modules/.bun/untun@0.1.3/node_modules/untun/dist/cli.cjs</a:t>
            </a:r>
          </a:p>
          <a:p>
            <a:pPr>
              <a:defRPr sz="1200"/>
            </a:pPr>
            <a:r>
              <a:t>D:/pasar_fix/node_modules/.bun/untun@0.1.3/node_modules/untun/dist/cli.d.cts</a:t>
            </a:r>
          </a:p>
          <a:p>
            <a:pPr>
              <a:defRPr sz="1200"/>
            </a:pPr>
            <a:r>
              <a:t>D:/pasar_fix/node_modules/.bun/untun@0.1.3/node_modules/untun/dist/cli.d.mts</a:t>
            </a:r>
          </a:p>
          <a:p>
            <a:pPr>
              <a:defRPr sz="1200"/>
            </a:pPr>
            <a:r>
              <a:t>D:/pasar_fix/node_modules/.bun/untun@0.1.3/node_modules/untun/dist/cli.d.ts</a:t>
            </a:r>
          </a:p>
          <a:p>
            <a:pPr>
              <a:defRPr sz="1200"/>
            </a:pPr>
            <a:r>
              <a:t>D:/pasar_fix/node_modules/.bun/untun@0.1.3/node_modules/untun/dist/cli.mjs</a:t>
            </a:r>
          </a:p>
          <a:p>
            <a:pPr>
              <a:defRPr sz="1200"/>
            </a:pPr>
            <a:r>
              <a:t>D:/pasar_fix/node_modules/.bun/untun@0.1.3/node_modules/untun/dist/index.cjs</a:t>
            </a:r>
          </a:p>
          <a:p>
            <a:pPr>
              <a:defRPr sz="1200"/>
            </a:pPr>
            <a:r>
              <a:t>D:/pasar_fix/node_modules/.bun/untun@0.1.3/node_modules/untun/dist/index.d.cts</a:t>
            </a:r>
          </a:p>
          <a:p>
            <a:pPr>
              <a:defRPr sz="1200"/>
            </a:pPr>
            <a:r>
              <a:t>D:/pasar_fix/node_modules/.bun/untun@0.1.3/node_modules/untun/dist/index.d.mts</a:t>
            </a:r>
          </a:p>
          <a:p>
            <a:pPr>
              <a:defRPr sz="1200"/>
            </a:pPr>
            <a:r>
              <a:t>D:/pasar_fix/node_modules/.bun/untun@0.1.3/node_modules/untun/dist/index.d.ts</a:t>
            </a:r>
          </a:p>
          <a:p>
            <a:pPr>
              <a:defRPr sz="1200"/>
            </a:pPr>
            <a:r>
              <a:t>D:/pasar_fix/node_modules/.bun/untun@0.1.3/node_modules/untun/dist/index.mjs</a:t>
            </a:r>
          </a:p>
          <a:p>
            <a:pPr>
              <a:defRPr sz="1200"/>
            </a:pPr>
            <a:r>
              <a:t>D:/pasar_fix/node_modules/.bun/untun@0.1.3/node_modules/untun/dist/chunks/index.cjs</a:t>
            </a:r>
          </a:p>
          <a:p>
            <a:pPr>
              <a:defRPr sz="1200"/>
            </a:pPr>
            <a:r>
              <a:t>D:/pasar_fix/node_modules/.bun/untun@0.1.3/node_modules/untun/dist/chunks/index.mjs</a:t>
            </a:r>
          </a:p>
          <a:p>
            <a:pPr>
              <a:defRPr sz="1200"/>
            </a:pPr>
            <a:r>
              <a:t>D:/pasar_fix/node_modules/.bun/untyped@2.0.0/node_modules/.bin/jiti.bunx</a:t>
            </a:r>
          </a:p>
          <a:p>
            <a:pPr>
              <a:defRPr sz="1200"/>
            </a:pPr>
            <a:r>
              <a:t>D:/pasar_fix/node_modules/.bun/untyped@2.0.0/node_modules/.bin/jiti.exe</a:t>
            </a:r>
          </a:p>
          <a:p>
            <a:pPr>
              <a:defRPr sz="1200"/>
            </a:pPr>
            <a:r>
              <a:t>D:/pasar_fix/node_modules/.bun/untyped@2.0.0/node_modules/.bin/untyped.bunx</a:t>
            </a:r>
          </a:p>
          <a:p>
            <a:pPr>
              <a:defRPr sz="1200"/>
            </a:pPr>
            <a:r>
              <a:t>D:/pasar_fix/node_modules/.bun/untyped@2.0.0/node_modules/.bin/untyped.exe</a:t>
            </a:r>
          </a:p>
          <a:p>
            <a:pPr>
              <a:defRPr sz="1200"/>
            </a:pPr>
            <a:r>
              <a:t>D:/pasar_fix/node_modules/.bun/untyped@2.0.0/node_modules/untyped/LICENSE</a:t>
            </a:r>
          </a:p>
          <a:p>
            <a:pPr>
              <a:defRPr sz="1200"/>
            </a:pPr>
            <a:r>
              <a:t>D:/pasar_fix/node_modules/.bun/untyped@2.0.0/node_modules/untyped/package.json</a:t>
            </a:r>
          </a:p>
          <a:p>
            <a:pPr>
              <a:defRPr sz="1200"/>
            </a:pPr>
            <a:r>
              <a:t>D:/pasar_fix/node_modules/.bun/untyped@2.0.0/node_modules/untyped/README.md</a:t>
            </a:r>
          </a:p>
          <a:p>
            <a:pPr>
              <a:defRPr sz="1200"/>
            </a:pPr>
            <a:r>
              <a:t>D:/pasar_fix/node_modules/.bun/untyped@2.0.0/node_modules/untyped/dist/cli.mjs</a:t>
            </a:r>
          </a:p>
          <a:p>
            <a:pPr>
              <a:defRPr sz="1200"/>
            </a:pPr>
            <a:r>
              <a:t>D:/pasar_fix/node_modules/.bun/untyped@2.0.0/node_modules/untyped/dist/index.d.mts</a:t>
            </a:r>
          </a:p>
          <a:p>
            <a:pPr>
              <a:defRPr sz="1200"/>
            </a:pPr>
            <a:r>
              <a:t>D:/pasar_fix/node_modules/.bun/untyped@2.0.0/node_modules/untyped/dist/index.mjs</a:t>
            </a:r>
          </a:p>
          <a:p>
            <a:pPr>
              <a:defRPr sz="1200"/>
            </a:pPr>
            <a:r>
              <a:t>D:/pasar_fix/node_modules/.bun/untyped@2.0.0/node_modules/untyped/dist/loader/babel.d.mts</a:t>
            </a:r>
          </a:p>
          <a:p>
            <a:pPr>
              <a:defRPr sz="1200"/>
            </a:pPr>
            <a:r>
              <a:t>D:/pasar_fix/node_modules/.bun/untyped@2.0.0/node_modules/untyped/dist/loader/babel.mjs</a:t>
            </a:r>
          </a:p>
          <a:p>
            <a:pPr>
              <a:defRPr sz="1200"/>
            </a:pPr>
            <a:r>
              <a:t>D:/pasar_fix/node_modules/.bun/untyped@2.0.0/node_modules/untyped/dist/loader/loader.d.mts</a:t>
            </a:r>
          </a:p>
          <a:p>
            <a:pPr>
              <a:defRPr sz="1200"/>
            </a:pPr>
            <a:r>
              <a:t>D:/pasar_fix/node_modules/.bun/untyped@2.0.0/node_modules/untyped/dist/loader/loader.mjs</a:t>
            </a:r>
          </a:p>
          <a:p>
            <a:pPr>
              <a:defRPr sz="1200"/>
            </a:pPr>
            <a:r>
              <a:t>D:/pasar_fix/node_modules/.bun/untyped@2.0.0/node_modules/untyped/dist/shared/untyped.Br_uXjZG.mjs</a:t>
            </a:r>
          </a:p>
          <a:p>
            <a:pPr>
              <a:defRPr sz="1200"/>
            </a:pPr>
            <a:r>
              <a:t>D:/pasar_fix/node_modules/.bun/untyped@2.0.0/node_modules/untyped/dist/shared/untyped.BTwOq8Jl.mjs</a:t>
            </a:r>
          </a:p>
          <a:p>
            <a:pPr>
              <a:defRPr sz="1200"/>
            </a:pPr>
            <a:r>
              <a:t>D:/pasar_fix/node_modules/.bun/untyped@2.0.0/node_modules/untyped/dist/shared/untyped.kR35CG5k.d.mts</a:t>
            </a:r>
          </a:p>
          <a:p>
            <a:pPr>
              <a:defRPr sz="1200"/>
            </a:pPr>
            <a:r>
              <a:t>D:/pasar_fix/node_modules/.bun/unwasm@0.5.3/node_modules/unwasm/LICENSE</a:t>
            </a:r>
          </a:p>
          <a:p>
            <a:pPr>
              <a:defRPr sz="1200"/>
            </a:pPr>
            <a:r>
              <a:t>D:/pasar_fix/node_modules/.bun/unwasm@0.5.3/node_modules/unwasm/package.json</a:t>
            </a:r>
          </a:p>
          <a:p>
            <a:pPr>
              <a:defRPr sz="1200"/>
            </a:pPr>
            <a:r>
              <a:t>D:/pasar_fix/node_modules/.bun/unwasm@0.5.3/node_modules/unwasm/README.md</a:t>
            </a:r>
          </a:p>
          <a:p>
            <a:pPr>
              <a:defRPr sz="1200"/>
            </a:pPr>
            <a:r>
              <a:t>D:/pasar_fix/node_modules/.bun/unwasm@0.5.3/node_modules/unwasm/dist/plugin/index.d.mts</a:t>
            </a:r>
          </a:p>
          <a:p>
            <a:pPr>
              <a:defRPr sz="1200"/>
            </a:pPr>
            <a:r>
              <a:t>D:/pasar_fix/node_modules/.bun/unwasm@0.5.3/node_modules/unwasm/dist/plugin/index.mjs</a:t>
            </a:r>
          </a:p>
          <a:p>
            <a:pPr>
              <a:defRPr sz="1200"/>
            </a:pPr>
            <a:r>
              <a:t>D:/pasar_fix/node_modules/.bun/unwasm@0.5.3/node_modules/unwasm/dist/tools/index.d.mts</a:t>
            </a:r>
          </a:p>
          <a:p>
            <a:pPr>
              <a:defRPr sz="1200"/>
            </a:pPr>
            <a:r>
              <a:t>D:/pasar_fix/node_modules/.bun/unwasm@0.5.3/node_modules/unwasm/dist/tools/index.mjs</a:t>
            </a:r>
          </a:p>
          <a:p>
            <a:pPr>
              <a:defRPr sz="1200"/>
            </a:pPr>
            <a:r>
              <a:t>D:/pasar_fix/node_modules/.bun/unwasm@0.5.3/node_modules/unwasm/examples/add-esmi-deps.mjs</a:t>
            </a:r>
          </a:p>
          <a:p>
            <a:pPr>
              <a:defRPr sz="1200"/>
            </a:pPr>
            <a:r>
              <a:t>D:/pasar_fix/node_modules/.bun/unwasm@0.5.3/node_modules/unwasm/examples/add-esmi.wasm</a:t>
            </a:r>
          </a:p>
          <a:p>
            <a:pPr>
              <a:defRPr sz="1200"/>
            </a:pPr>
            <a:r>
              <a:t>D:/pasar_fix/node_modules/.bun/unwasm@0.5.3/node_modules/unwasm/examples/build.mjs</a:t>
            </a:r>
          </a:p>
          <a:p>
            <a:pPr>
              <a:defRPr sz="1200"/>
            </a:pPr>
            <a:r>
              <a:t>D:/pasar_fix/node_modules/.bun/unwasm@0.5.3/node_modules/unwasm/examples/env.mjs</a:t>
            </a:r>
          </a:p>
          <a:p>
            <a:pPr>
              <a:defRPr sz="1200"/>
            </a:pPr>
            <a:r>
              <a:t>D:/pasar_fix/node_modules/.bun/unwasm@0.5.3/node_modules/unwasm/examples/package.json</a:t>
            </a:r>
          </a:p>
          <a:p>
            <a:pPr>
              <a:defRPr sz="1200"/>
            </a:pPr>
            <a:r>
              <a:t>D:/pasar_fix/node_modules/.bun/unwasm@0.5.3/node_modules/unwasm/examples/rand.wasm</a:t>
            </a:r>
          </a:p>
          <a:p>
            <a:pPr>
              <a:defRPr sz="1200"/>
            </a:pPr>
            <a:r>
              <a:t>D:/pasar_fix/node_modules/.bun/unwasm@0.5.3/node_modules/unwasm/examples/sum.wasm</a:t>
            </a:r>
          </a:p>
          <a:p>
            <a:pPr>
              <a:defRPr sz="1200"/>
            </a:pPr>
            <a:r>
              <a:t>D:/pasar_fix/node_modules/.bun/update-browserslist-db@1.2.3+d57303656020464d/node_modules/.bin/update-browserslist-db.bunx</a:t>
            </a:r>
          </a:p>
          <a:p>
            <a:pPr>
              <a:defRPr sz="1200"/>
            </a:pPr>
            <a:r>
              <a:t>D:/pasar_fix/node_modules/.bun/update-browserslist-db@1.2.3+d57303656020464d/node_modules/.bin/update-browserslist-db.exe</a:t>
            </a:r>
          </a:p>
          <a:p>
            <a:pPr>
              <a:defRPr sz="1200"/>
            </a:pPr>
            <a:r>
              <a:t>D:/pasar_fix/node_modules/.bun/update-browserslist-db@1.2.3+d57303656020464d/node_modules/update-browserslist-db/check-npm-version.js</a:t>
            </a:r>
          </a:p>
          <a:p>
            <a:pPr>
              <a:defRPr sz="1200"/>
            </a:pPr>
            <a:r>
              <a:t>D:/pasar_fix/node_modules/.bun/update-browserslist-db@1.2.3+d57303656020464d/node_modules/update-browserslist-db/cli.js</a:t>
            </a:r>
          </a:p>
          <a:p>
            <a:pPr>
              <a:defRPr sz="1200"/>
            </a:pPr>
            <a:r>
              <a:t>D:/pasar_fix/node_modules/.bun/update-browserslist-db@1.2.3+d57303656020464d/node_modules/update-browserslist-db/index.d.ts</a:t>
            </a:r>
          </a:p>
          <a:p>
            <a:pPr>
              <a:defRPr sz="1200"/>
            </a:pPr>
            <a:r>
              <a:t>D:/pasar_fix/node_modules/.bun/update-browserslist-db@1.2.3+d57303656020464d/node_modules/update-browserslist-db/index.js</a:t>
            </a:r>
          </a:p>
          <a:p>
            <a:pPr>
              <a:defRPr sz="1200"/>
            </a:pPr>
            <a:r>
              <a:t>D:/pasar_fix/node_modules/.bun/update-browserslist-db@1.2.3+d57303656020464d/node_modules/update-browserslist-db/LICENSE</a:t>
            </a:r>
          </a:p>
          <a:p>
            <a:pPr>
              <a:defRPr sz="1200"/>
            </a:pPr>
            <a:r>
              <a:t>D:/pasar_fix/node_modules/.bun/update-browserslist-db@1.2.3+d57303656020464d/node_modules/update-browserslist-db/package.json</a:t>
            </a:r>
          </a:p>
          <a:p>
            <a:pPr>
              <a:defRPr sz="1200"/>
            </a:pPr>
            <a:r>
              <a:t>D:/pasar_fix/node_modules/.bun/update-browserslist-db@1.2.3+d57303656020464d/node_modules/update-browserslist-db/README.md</a:t>
            </a:r>
          </a:p>
          <a:p>
            <a:pPr>
              <a:defRPr sz="1200"/>
            </a:pPr>
            <a:r>
              <a:t>D:/pasar_fix/node_modules/.bun/update-browserslist-db@1.2.3+d57303656020464d/node_modules/update-browserslist-db/utils.js</a:t>
            </a:r>
          </a:p>
          <a:p>
            <a:pPr>
              <a:defRPr sz="1200"/>
            </a:pPr>
            <a:r>
              <a:t>D:/pasar_fix/node_modules/.bun/uqr@0.1.3/node_modules/uqr/LICENSE</a:t>
            </a:r>
          </a:p>
          <a:p>
            <a:pPr>
              <a:defRPr sz="1200"/>
            </a:pPr>
            <a:r>
              <a:t>D:/pasar_fix/node_modules/.bun/uqr@0.1.3/node_modules/uqr/package.json</a:t>
            </a:r>
          </a:p>
          <a:p>
            <a:pPr>
              <a:defRPr sz="1200"/>
            </a:pPr>
            <a:r>
              <a:t>D:/pasar_fix/node_modules/.bun/uqr@0.1.3/node_modules/uqr/README.md</a:t>
            </a:r>
          </a:p>
          <a:p>
            <a:pPr>
              <a:defRPr sz="1200"/>
            </a:pPr>
            <a:r>
              <a:t>D:/pasar_fix/node_modules/.bun/uqr@0.1.3/node_modules/uqr/dist/index.cjs</a:t>
            </a:r>
          </a:p>
          <a:p>
            <a:pPr>
              <a:defRPr sz="1200"/>
            </a:pPr>
            <a:r>
              <a:t>D:/pasar_fix/node_modules/.bun/uqr@0.1.3/node_modules/uqr/dist/index.d.cts</a:t>
            </a:r>
          </a:p>
          <a:p>
            <a:pPr>
              <a:defRPr sz="1200"/>
            </a:pPr>
            <a:r>
              <a:t>D:/pasar_fix/node_modules/.bun/uqr@0.1.3/node_modules/uqr/dist/index.d.mts</a:t>
            </a:r>
          </a:p>
          <a:p>
            <a:pPr>
              <a:defRPr sz="1200"/>
            </a:pPr>
            <a:r>
              <a:t>D:/pasar_fix/node_modules/.bun/uqr@0.1.3/node_modules/uqr/dist/index.d.ts</a:t>
            </a:r>
          </a:p>
          <a:p>
            <a:pPr>
              <a:defRPr sz="1200"/>
            </a:pPr>
            <a:r>
              <a:t>D:/pasar_fix/node_modules/.bun/uqr@0.1.3/node_modules/uqr/dist/index.mjs</a:t>
            </a:r>
          </a:p>
          <a:p>
            <a:pPr>
              <a:defRPr sz="1200"/>
            </a:pPr>
            <a:r>
              <a:t>D:/pasar_fix/node_modules/.bun/use-callback-ref@1.3.3+bf264c7668a20073/node_modules/use-callback-ref/LICENSE</a:t>
            </a:r>
          </a:p>
          <a:p>
            <a:pPr>
              <a:defRPr sz="1200"/>
            </a:pPr>
            <a:r>
              <a:t>D:/pasar_fix/node_modules/.bun/use-callback-ref@1.3.3+bf264c7668a20073/node_modules/use-callback-ref/package.json</a:t>
            </a:r>
          </a:p>
          <a:p>
            <a:pPr>
              <a:defRPr sz="1200"/>
            </a:pPr>
            <a:r>
              <a:t>D:/pasar_fix/node_modules/.bun/use-callback-ref@1.3.3+bf264c7668a20073/node_modules/use-callback-ref/README.md</a:t>
            </a:r>
          </a:p>
          <a:p>
            <a:pPr>
              <a:defRPr sz="1200"/>
            </a:pPr>
            <a:r>
              <a:t>D:/pasar_fix/node_modules/.bun/use-callback-ref@1.3.3+bf264c7668a20073/node_modules/use-callback-ref/dist/es2015/assignRef.d.ts</a:t>
            </a:r>
          </a:p>
          <a:p>
            <a:pPr>
              <a:defRPr sz="1200"/>
            </a:pPr>
            <a:r>
              <a:t>D:/pasar_fix/node_modules/.bun/use-callback-ref@1.3.3+bf264c7668a20073/node_modules/use-callback-ref/dist/es2015/assignRef.js</a:t>
            </a:r>
          </a:p>
          <a:p>
            <a:pPr>
              <a:defRPr sz="1200"/>
            </a:pPr>
            <a:r>
              <a:t>D:/pasar_fix/node_modules/.bun/use-callback-ref@1.3.3+bf264c7668a20073/node_modules/use-callback-ref/dist/es2015/createRef.d.ts</a:t>
            </a:r>
          </a:p>
          <a:p>
            <a:pPr>
              <a:defRPr sz="1200"/>
            </a:pPr>
            <a:r>
              <a:t>D:/pasar_fix/node_modules/.bun/use-callback-ref@1.3.3+bf264c7668a20073/node_modules/use-callback-ref/dist/es2015/createRef.js</a:t>
            </a:r>
          </a:p>
          <a:p>
            <a:pPr>
              <a:defRPr sz="1200"/>
            </a:pPr>
            <a:r>
              <a:t>D:/pasar_fix/node_modules/.bun/use-callback-ref@1.3.3+bf264c7668a20073/node_modules/use-callback-ref/dist/es2015/index.d.ts</a:t>
            </a:r>
          </a:p>
          <a:p>
            <a:pPr>
              <a:defRPr sz="1200"/>
            </a:pPr>
            <a:r>
              <a:t>D:/pasar_fix/node_modules/.bun/use-callback-ref@1.3.3+bf264c7668a20073/node_modules/use-callback-ref/dist/es2015/index.js</a:t>
            </a:r>
          </a:p>
          <a:p>
            <a:pPr>
              <a:defRPr sz="1200"/>
            </a:pPr>
            <a:r>
              <a:t>D:/pasar_fix/node_modules/.bun/use-callback-ref@1.3.3+bf264c7668a20073/node_modules/use-callback-ref/dist/es2015/mergeRef.d.ts</a:t>
            </a:r>
          </a:p>
          <a:p>
            <a:pPr>
              <a:defRPr sz="1200"/>
            </a:pPr>
            <a:r>
              <a:t>D:/pasar_fix/node_modules/.bun/use-callback-ref@1.3.3+bf264c7668a20073/node_modules/use-callback-ref/dist/es2015/mergeRef.js</a:t>
            </a:r>
          </a:p>
          <a:p>
            <a:pPr>
              <a:defRPr sz="1200"/>
            </a:pPr>
            <a:r>
              <a:t>D:/pasar_fix/node_modules/.bun/use-callback-ref@1.3.3+bf264c7668a20073/node_modules/use-callback-ref/dist/es2015/refToCallback.d.ts</a:t>
            </a:r>
          </a:p>
          <a:p>
            <a:pPr>
              <a:defRPr sz="1200"/>
            </a:pPr>
            <a:r>
              <a:t>D:/pasar_fix/node_modules/.bun/use-callback-ref@1.3.3+bf264c7668a20073/node_modules/use-callback-ref/dist/es2015/refToCallback.js</a:t>
            </a:r>
          </a:p>
          <a:p>
            <a:pPr>
              <a:defRPr sz="1200"/>
            </a:pPr>
            <a:r>
              <a:t>D:/pasar_fix/node_modules/.bun/use-callback-ref@1.3.3+bf264c7668a20073/node_modules/use-callback-ref/dist/es2015/transformRef.d.ts</a:t>
            </a:r>
          </a:p>
          <a:p>
            <a:pPr>
              <a:defRPr sz="1200"/>
            </a:pPr>
            <a:r>
              <a:t>D:/pasar_fix/node_modules/.bun/use-callback-ref@1.3.3+bf264c7668a20073/node_modules/use-callback-ref/dist/es2015/transformRef.js</a:t>
            </a:r>
          </a:p>
          <a:p>
            <a:pPr>
              <a:defRPr sz="1200"/>
            </a:pPr>
            <a:r>
              <a:t>D:/pasar_fix/node_modules/.bun/use-callback-ref@1.3.3+bf264c7668a20073/node_modules/use-callback-ref/dist/es2015/types.d.ts</a:t>
            </a:r>
          </a:p>
          <a:p>
            <a:pPr>
              <a:defRPr sz="1200"/>
            </a:pPr>
            <a:r>
              <a:t>D:/pasar_fix/node_modules/.bun/use-callback-ref@1.3.3+bf264c7668a20073/node_modules/use-callback-ref/dist/es2015/types.js</a:t>
            </a:r>
          </a:p>
          <a:p>
            <a:pPr>
              <a:defRPr sz="1200"/>
            </a:pPr>
            <a:r>
              <a:t>D:/pasar_fix/node_modules/.bun/use-callback-ref@1.3.3+bf264c7668a20073/node_modules/use-callback-ref/dist/es2015/useMergeRef.d.ts</a:t>
            </a:r>
          </a:p>
          <a:p>
            <a:pPr>
              <a:defRPr sz="1200"/>
            </a:pPr>
            <a:r>
              <a:t>D:/pasar_fix/node_modules/.bun/use-callback-ref@1.3.3+bf264c7668a20073/node_modules/use-callback-ref/dist/es2015/useMergeRef.js</a:t>
            </a:r>
          </a:p>
          <a:p>
            <a:pPr>
              <a:defRPr sz="1200"/>
            </a:pPr>
            <a:r>
              <a:t>D:/pasar_fix/node_modules/.bun/use-callback-ref@1.3.3+bf264c7668a20073/node_modules/use-callback-ref/dist/es2015/useRef.d.ts</a:t>
            </a:r>
          </a:p>
          <a:p>
            <a:pPr>
              <a:defRPr sz="1200"/>
            </a:pPr>
            <a:r>
              <a:t>D:/pasar_fix/node_modules/.bun/use-callback-ref@1.3.3+bf264c7668a20073/node_modules/use-callback-ref/dist/es2015/useRef.js</a:t>
            </a:r>
          </a:p>
          <a:p>
            <a:pPr>
              <a:defRPr sz="1200"/>
            </a:pPr>
            <a:r>
              <a:t>D:/pasar_fix/node_modules/.bun/use-callback-ref@1.3.3+bf264c7668a20073/node_modules/use-callback-ref/dist/es2015/useTransformRef.d.ts</a:t>
            </a:r>
          </a:p>
          <a:p>
            <a:pPr>
              <a:defRPr sz="1200"/>
            </a:pPr>
            <a:r>
              <a:t>D:/pasar_fix/node_modules/.bun/use-callback-ref@1.3.3+bf264c7668a20073/node_modules/use-callback-ref/dist/es2015/useTransformRef.js</a:t>
            </a:r>
          </a:p>
          <a:p>
            <a:pPr>
              <a:defRPr sz="1200"/>
            </a:pPr>
            <a:r>
              <a:t>D:/pasar_fix/node_modules/.bun/use-callback-ref@1.3.3+bf264c7668a20073/node_modules/use-callback-ref/dist/es2019/assignRef.d.ts</a:t>
            </a:r>
          </a:p>
          <a:p>
            <a:pPr>
              <a:defRPr sz="1200"/>
            </a:pPr>
            <a:r>
              <a:t>D:/pasar_fix/node_modules/.bun/use-callback-ref@1.3.3+bf264c7668a20073/node_modules/use-callback-ref/dist/es2019/assignRef.js</a:t>
            </a:r>
          </a:p>
          <a:p>
            <a:pPr>
              <a:defRPr sz="1200"/>
            </a:pPr>
            <a:r>
              <a:t>D:/pasar_fix/node_modules/.bun/use-callback-ref@1.3.3+bf264c7668a20073/node_modules/use-callback-ref/dist/es2019/createRef.d.ts</a:t>
            </a:r>
          </a:p>
          <a:p>
            <a:pPr>
              <a:defRPr sz="1200"/>
            </a:pPr>
            <a:r>
              <a:t>D:/pasar_fix/node_modules/.bun/use-callback-ref@1.3.3+bf264c7668a20073/node_modules/use-callback-ref/dist/es2019/createRef.js</a:t>
            </a:r>
          </a:p>
          <a:p>
            <a:pPr>
              <a:defRPr sz="1200"/>
            </a:pPr>
            <a:r>
              <a:t>D:/pasar_fix/node_modules/.bun/use-callback-ref@1.3.3+bf264c7668a20073/node_modules/use-callback-ref/dist/es2019/index.d.ts</a:t>
            </a:r>
          </a:p>
          <a:p>
            <a:pPr>
              <a:defRPr sz="1200"/>
            </a:pPr>
            <a:r>
              <a:t>D:/pasar_fix/node_modules/.bun/use-callback-ref@1.3.3+bf264c7668a20073/node_modules/use-callback-ref/dist/es2019/index.js</a:t>
            </a:r>
          </a:p>
          <a:p>
            <a:pPr>
              <a:defRPr sz="1200"/>
            </a:pPr>
            <a:r>
              <a:t>D:/pasar_fix/node_modules/.bun/use-callback-ref@1.3.3+bf264c7668a20073/node_modules/use-callback-ref/dist/es2019/mergeRef.d.ts</a:t>
            </a:r>
          </a:p>
          <a:p>
            <a:pPr>
              <a:defRPr sz="1200"/>
            </a:pPr>
            <a:r>
              <a:t>D:/pasar_fix/node_modules/.bun/use-callback-ref@1.3.3+bf264c7668a20073/node_modules/use-callback-ref/dist/es2019/mergeRef.js</a:t>
            </a:r>
          </a:p>
          <a:p>
            <a:pPr>
              <a:defRPr sz="1200"/>
            </a:pPr>
            <a:r>
              <a:t>D:/pasar_fix/node_modules/.bun/use-callback-ref@1.3.3+bf264c7668a20073/node_modules/use-callback-ref/dist/es2019/refToCallback.d.ts</a:t>
            </a:r>
          </a:p>
          <a:p>
            <a:pPr>
              <a:defRPr sz="1200"/>
            </a:pPr>
            <a:r>
              <a:t>D:/pasar_fix/node_modules/.bun/use-callback-ref@1.3.3+bf264c7668a20073/node_modules/use-callback-ref/dist/es2019/refToCallback.js</a:t>
            </a:r>
          </a:p>
          <a:p>
            <a:pPr>
              <a:defRPr sz="1200"/>
            </a:pPr>
            <a:r>
              <a:t>D:/pasar_fix/node_modules/.bun/use-callback-ref@1.3.3+bf264c7668a20073/node_modules/use-callback-ref/dist/es2019/transformRef.d.ts</a:t>
            </a:r>
          </a:p>
          <a:p>
            <a:pPr>
              <a:defRPr sz="1200"/>
            </a:pPr>
            <a:r>
              <a:t>D:/pasar_fix/node_modules/.bun/use-callback-ref@1.3.3+bf264c7668a20073/node_modules/use-callback-ref/dist/es2019/transformRef.js</a:t>
            </a:r>
          </a:p>
          <a:p>
            <a:pPr>
              <a:defRPr sz="1200"/>
            </a:pPr>
            <a:r>
              <a:t>D:/pasar_fix/node_modules/.bun/use-callback-ref@1.3.3+bf264c7668a20073/node_modules/use-callback-ref/dist/es2019/types.d.ts</a:t>
            </a:r>
          </a:p>
          <a:p>
            <a:pPr>
              <a:defRPr sz="1200"/>
            </a:pPr>
            <a:r>
              <a:t>D:/pasar_fix/node_modules/.bun/use-callback-ref@1.3.3+bf264c7668a20073/node_modules/use-callback-ref/dist/es2019/types.js</a:t>
            </a:r>
          </a:p>
          <a:p>
            <a:pPr>
              <a:defRPr sz="1200"/>
            </a:pPr>
            <a:r>
              <a:t>D:/pasar_fix/node_modules/.bun/use-callback-ref@1.3.3+bf264c7668a20073/node_modules/use-callback-ref/dist/es2019/useMergeRef.d.ts</a:t>
            </a:r>
          </a:p>
          <a:p>
            <a:pPr>
              <a:defRPr sz="1200"/>
            </a:pPr>
            <a:r>
              <a:t>D:/pasar_fix/node_modules/.bun/use-callback-ref@1.3.3+bf264c7668a20073/node_modules/use-callback-ref/dist/es2019/useMergeRef.js</a:t>
            </a:r>
          </a:p>
          <a:p>
            <a:pPr>
              <a:defRPr sz="1200"/>
            </a:pPr>
            <a:r>
              <a:t>D:/pasar_fix/node_modules/.bun/use-callback-ref@1.3.3+bf264c7668a20073/node_modules/use-callback-ref/dist/es2019/useRef.d.ts</a:t>
            </a:r>
          </a:p>
          <a:p>
            <a:pPr>
              <a:defRPr sz="1200"/>
            </a:pPr>
            <a:r>
              <a:t>D:/pasar_fix/node_modules/.bun/use-callback-ref@1.3.3+bf264c7668a20073/node_modules/use-callback-ref/dist/es2019/useRef.js</a:t>
            </a:r>
          </a:p>
          <a:p>
            <a:pPr>
              <a:defRPr sz="1200"/>
            </a:pPr>
            <a:r>
              <a:t>D:/pasar_fix/node_modules/.bun/use-callback-ref@1.3.3+bf264c7668a20073/node_modules/use-callback-ref/dist/es2019/useTransformRef.d.ts</a:t>
            </a:r>
          </a:p>
          <a:p>
            <a:pPr>
              <a:defRPr sz="1200"/>
            </a:pPr>
            <a:r>
              <a:t>D:/pasar_fix/node_modules/.bun/use-callback-ref@1.3.3+bf264c7668a20073/node_modules/use-callback-ref/dist/es2019/useTransformRef.js</a:t>
            </a:r>
          </a:p>
          <a:p>
            <a:pPr>
              <a:defRPr sz="1200"/>
            </a:pPr>
            <a:r>
              <a:t>D:/pasar_fix/node_modules/.bun/use-callback-ref@1.3.3+bf264c7668a20073/node_modules/use-callback-ref/dist/es5/assignRef.d.ts</a:t>
            </a:r>
          </a:p>
          <a:p>
            <a:pPr>
              <a:defRPr sz="1200"/>
            </a:pPr>
            <a:r>
              <a:t>D:/pasar_fix/node_modules/.bun/use-callback-ref@1.3.3+bf264c7668a20073/node_modules/use-callback-ref/dist/es5/assignRef.js</a:t>
            </a:r>
          </a:p>
          <a:p>
            <a:pPr>
              <a:defRPr sz="1200"/>
            </a:pPr>
            <a:r>
              <a:t>D:/pasar_fix/node_modules/.bun/use-callback-ref@1.3.3+bf264c7668a20073/node_modules/use-callback-ref/dist/es5/createRef.d.ts</a:t>
            </a:r>
          </a:p>
          <a:p>
            <a:pPr>
              <a:defRPr sz="1200"/>
            </a:pPr>
            <a:r>
              <a:t>D:/pasar_fix/node_modules/.bun/use-callback-ref@1.3.3+bf264c7668a20073/node_modules/use-callback-ref/dist/es5/createRef.js</a:t>
            </a:r>
          </a:p>
          <a:p>
            <a:pPr>
              <a:defRPr sz="1200"/>
            </a:pPr>
            <a:r>
              <a:t>D:/pasar_fix/node_modules/.bun/use-callback-ref@1.3.3+bf264c7668a20073/node_modules/use-callback-ref/dist/es5/index.d.ts</a:t>
            </a:r>
          </a:p>
          <a:p>
            <a:pPr>
              <a:defRPr sz="1200"/>
            </a:pPr>
            <a:r>
              <a:t>D:/pasar_fix/node_modules/.bun/use-callback-ref@1.3.3+bf264c7668a20073/node_modules/use-callback-ref/dist/es5/index.js</a:t>
            </a:r>
          </a:p>
          <a:p>
            <a:pPr>
              <a:defRPr sz="1200"/>
            </a:pPr>
            <a:r>
              <a:t>D:/pasar_fix/node_modules/.bun/use-callback-ref@1.3.3+bf264c7668a20073/node_modules/use-callback-ref/dist/es5/mergeRef.d.ts</a:t>
            </a:r>
          </a:p>
          <a:p>
            <a:pPr>
              <a:defRPr sz="1200"/>
            </a:pPr>
            <a:r>
              <a:t>D:/pasar_fix/node_modules/.bun/use-callback-ref@1.3.3+bf264c7668a20073/node_modules/use-callback-ref/dist/es5/mergeRef.js</a:t>
            </a:r>
          </a:p>
          <a:p>
            <a:pPr>
              <a:defRPr sz="1200"/>
            </a:pPr>
            <a:r>
              <a:t>D:/pasar_fix/node_modules/.bun/use-callback-ref@1.3.3+bf264c7668a20073/node_modules/use-callback-ref/dist/es5/refToCallback.d.ts</a:t>
            </a:r>
          </a:p>
          <a:p>
            <a:pPr>
              <a:defRPr sz="1200"/>
            </a:pPr>
            <a:r>
              <a:t>D:/pasar_fix/node_modules/.bun/use-callback-ref@1.3.3+bf264c7668a20073/node_modules/use-callback-ref/dist/es5/refToCallback.js</a:t>
            </a:r>
          </a:p>
          <a:p>
            <a:pPr>
              <a:defRPr sz="1200"/>
            </a:pPr>
            <a:r>
              <a:t>D:/pasar_fix/node_modules/.bun/use-callback-ref@1.3.3+bf264c7668a20073/node_modules/use-callback-ref/dist/es5/transformRef.d.ts</a:t>
            </a:r>
          </a:p>
          <a:p>
            <a:pPr>
              <a:defRPr sz="1200"/>
            </a:pPr>
            <a:r>
              <a:t>D:/pasar_fix/node_modules/.bun/use-callback-ref@1.3.3+bf264c7668a20073/node_modules/use-callback-ref/dist/es5/transformRef.js</a:t>
            </a:r>
          </a:p>
          <a:p>
            <a:pPr>
              <a:defRPr sz="1200"/>
            </a:pPr>
            <a:r>
              <a:t>D:/pasar_fix/node_modules/.bun/use-callback-ref@1.3.3+bf264c7668a20073/node_modules/use-callback-ref/dist/es5/types.d.ts</a:t>
            </a:r>
          </a:p>
          <a:p>
            <a:pPr>
              <a:defRPr sz="1200"/>
            </a:pPr>
            <a:r>
              <a:t>D:/pasar_fix/node_modules/.bun/use-callback-ref@1.3.3+bf264c7668a20073/node_modules/use-callback-ref/dist/es5/types.js</a:t>
            </a:r>
          </a:p>
          <a:p>
            <a:pPr>
              <a:defRPr sz="1200"/>
            </a:pPr>
            <a:r>
              <a:t>D:/pasar_fix/node_modules/.bun/use-callback-ref@1.3.3+bf264c7668a20073/node_modules/use-callback-ref/dist/es5/useMergeRef.d.ts</a:t>
            </a:r>
          </a:p>
          <a:p>
            <a:pPr>
              <a:defRPr sz="1200"/>
            </a:pPr>
            <a:r>
              <a:t>D:/pasar_fix/node_modules/.bun/use-callback-ref@1.3.3+bf264c7668a20073/node_modules/use-callback-ref/dist/es5/useMergeRef.js</a:t>
            </a:r>
          </a:p>
          <a:p>
            <a:pPr>
              <a:defRPr sz="1200"/>
            </a:pPr>
            <a:r>
              <a:t>D:/pasar_fix/node_modules/.bun/use-callback-ref@1.3.3+bf264c7668a20073/node_modules/use-callback-ref/dist/es5/useRef.d.ts</a:t>
            </a:r>
          </a:p>
          <a:p>
            <a:pPr>
              <a:defRPr sz="1200"/>
            </a:pPr>
            <a:r>
              <a:t>D:/pasar_fix/node_modules/.bun/use-callback-ref@1.3.3+bf264c7668a20073/node_modules/use-callback-ref/dist/es5/useRef.js</a:t>
            </a:r>
          </a:p>
          <a:p>
            <a:pPr>
              <a:defRPr sz="1200"/>
            </a:pPr>
            <a:r>
              <a:t>D:/pasar_fix/node_modules/.bun/use-callback-ref@1.3.3+bf264c7668a20073/node_modules/use-callback-ref/dist/es5/useTransformRef.d.ts</a:t>
            </a:r>
          </a:p>
          <a:p>
            <a:pPr>
              <a:defRPr sz="1200"/>
            </a:pPr>
            <a:r>
              <a:t>D:/pasar_fix/node_modules/.bun/use-callback-ref@1.3.3+bf264c7668a20073/node_modules/use-callback-ref/dist/es5/useTransformRef.js</a:t>
            </a:r>
          </a:p>
          <a:p>
            <a:pPr>
              <a:defRPr sz="1200"/>
            </a:pPr>
            <a:r>
              <a:t>D:/pasar_fix/node_modules/.bun/use-sidecar@1.1.3+bf264c7668a20073/node_modules/use-sidecar/LICENSE</a:t>
            </a:r>
          </a:p>
          <a:p>
            <a:pPr>
              <a:defRPr sz="1200"/>
            </a:pPr>
            <a:r>
              <a:t>D:/pasar_fix/node_modules/.bun/use-sidecar@1.1.3+bf264c7668a20073/node_modules/use-sidecar/package.json</a:t>
            </a:r>
          </a:p>
          <a:p>
            <a:pPr>
              <a:defRPr sz="1200"/>
            </a:pPr>
            <a:r>
              <a:t>D:/pasar_fix/node_modules/.bun/use-sidecar@1.1.3+bf264c7668a20073/node_modules/use-sidecar/README.md</a:t>
            </a:r>
          </a:p>
          <a:p>
            <a:pPr>
              <a:defRPr sz="1200"/>
            </a:pPr>
            <a:r>
              <a:t>D:/pasar_fix/node_modules/.bun/use-sidecar@1.1.3+bf264c7668a20073/node_modules/use-sidecar/dist/es2015/config.d.ts</a:t>
            </a:r>
          </a:p>
          <a:p>
            <a:pPr>
              <a:defRPr sz="1200"/>
            </a:pPr>
            <a:r>
              <a:t>D:/pasar_fix/node_modules/.bun/use-sidecar@1.1.3+bf264c7668a20073/node_modules/use-sidecar/dist/es2015/config.js</a:t>
            </a:r>
          </a:p>
          <a:p>
            <a:pPr>
              <a:defRPr sz="1200"/>
            </a:pPr>
            <a:r>
              <a:t>D:/pasar_fix/node_modules/.bun/use-sidecar@1.1.3+bf264c7668a20073/node_modules/use-sidecar/dist/es2015/env.d.ts</a:t>
            </a:r>
          </a:p>
          <a:p>
            <a:pPr>
              <a:defRPr sz="1200"/>
            </a:pPr>
            <a:r>
              <a:t>D:/pasar_fix/node_modules/.bun/use-sidecar@1.1.3+bf264c7668a20073/node_modules/use-sidecar/dist/es2015/env.js</a:t>
            </a:r>
          </a:p>
          <a:p>
            <a:pPr>
              <a:defRPr sz="1200"/>
            </a:pPr>
            <a:r>
              <a:t>D:/pasar_fix/node_modules/.bun/use-sidecar@1.1.3+bf264c7668a20073/node_modules/use-sidecar/dist/es2015/exports.d.ts</a:t>
            </a:r>
          </a:p>
          <a:p>
            <a:pPr>
              <a:defRPr sz="1200"/>
            </a:pPr>
            <a:r>
              <a:t>D:/pasar_fix/node_modules/.bun/use-sidecar@1.1.3+bf264c7668a20073/node_modules/use-sidecar/dist/es2015/exports.js</a:t>
            </a:r>
          </a:p>
          <a:p>
            <a:pPr>
              <a:defRPr sz="1200"/>
            </a:pPr>
            <a:r>
              <a:t>D:/pasar_fix/node_modules/.bun/use-sidecar@1.1.3+bf264c7668a20073/node_modules/use-sidecar/dist/es2015/hoc.d.ts</a:t>
            </a:r>
          </a:p>
          <a:p>
            <a:pPr>
              <a:defRPr sz="1200"/>
            </a:pPr>
            <a:r>
              <a:t>D:/pasar_fix/node_modules/.bun/use-sidecar@1.1.3+bf264c7668a20073/node_modules/use-sidecar/dist/es2015/hoc.js</a:t>
            </a:r>
          </a:p>
          <a:p>
            <a:pPr>
              <a:defRPr sz="1200"/>
            </a:pPr>
            <a:r>
              <a:t>D:/pasar_fix/node_modules/.bun/use-sidecar@1.1.3+bf264c7668a20073/node_modules/use-sidecar/dist/es2015/hook.d.ts</a:t>
            </a:r>
          </a:p>
          <a:p>
            <a:pPr>
              <a:defRPr sz="1200"/>
            </a:pPr>
            <a:r>
              <a:t>D:/pasar_fix/node_modules/.bun/use-sidecar@1.1.3+bf264c7668a20073/node_modules/use-sidecar/dist/es2015/hook.js</a:t>
            </a:r>
          </a:p>
          <a:p>
            <a:pPr>
              <a:defRPr sz="1200"/>
            </a:pPr>
            <a:r>
              <a:t>D:/pasar_fix/node_modules/.bun/use-sidecar@1.1.3+bf264c7668a20073/node_modules/use-sidecar/dist/es2015/index.d.ts</a:t>
            </a:r>
          </a:p>
          <a:p>
            <a:pPr>
              <a:defRPr sz="1200"/>
            </a:pPr>
            <a:r>
              <a:t>D:/pasar_fix/node_modules/.bun/use-sidecar@1.1.3+bf264c7668a20073/node_modules/use-sidecar/dist/es2015/index.js</a:t>
            </a:r>
          </a:p>
          <a:p>
            <a:pPr>
              <a:defRPr sz="1200"/>
            </a:pPr>
            <a:r>
              <a:t>D:/pasar_fix/node_modules/.bun/use-sidecar@1.1.3+bf264c7668a20073/node_modules/use-sidecar/dist/es2015/medium.d.ts</a:t>
            </a:r>
          </a:p>
          <a:p>
            <a:pPr>
              <a:defRPr sz="1200"/>
            </a:pPr>
            <a:r>
              <a:t>D:/pasar_fix/node_modules/.bun/use-sidecar@1.1.3+bf264c7668a20073/node_modules/use-sidecar/dist/es2015/medium.js</a:t>
            </a:r>
          </a:p>
          <a:p>
            <a:pPr>
              <a:defRPr sz="1200"/>
            </a:pPr>
            <a:r>
              <a:t>D:/pasar_fix/node_modules/.bun/use-sidecar@1.1.3+bf264c7668a20073/node_modules/use-sidecar/dist/es2015/renderProp.d.ts</a:t>
            </a:r>
          </a:p>
          <a:p>
            <a:pPr>
              <a:defRPr sz="1200"/>
            </a:pPr>
            <a:r>
              <a:t>D:/pasar_fix/node_modules/.bun/use-sidecar@1.1.3+bf264c7668a20073/node_modules/use-sidecar/dist/es2015/renderProp.js</a:t>
            </a:r>
          </a:p>
          <a:p>
            <a:pPr>
              <a:defRPr sz="1200"/>
            </a:pPr>
            <a:r>
              <a:t>D:/pasar_fix/node_modules/.bun/use-sidecar@1.1.3+bf264c7668a20073/node_modules/use-sidecar/dist/es2015/types.d.ts</a:t>
            </a:r>
          </a:p>
          <a:p>
            <a:pPr>
              <a:defRPr sz="1200"/>
            </a:pPr>
            <a:r>
              <a:t>D:/pasar_fix/node_modules/.bun/use-sidecar@1.1.3+bf264c7668a20073/node_modules/use-sidecar/dist/es2015/types.js</a:t>
            </a:r>
          </a:p>
          <a:p>
            <a:pPr>
              <a:defRPr sz="1200"/>
            </a:pPr>
            <a:r>
              <a:t>D:/pasar_fix/node_modules/.bun/use-sidecar@1.1.3+bf264c7668a20073/node_modules/use-sidecar/dist/es2019/config.d.ts</a:t>
            </a:r>
          </a:p>
          <a:p>
            <a:pPr>
              <a:defRPr sz="1200"/>
            </a:pPr>
            <a:r>
              <a:t>D:/pasar_fix/node_modules/.bun/use-sidecar@1.1.3+bf264c7668a20073/node_modules/use-sidecar/dist/es2019/config.js</a:t>
            </a:r>
          </a:p>
          <a:p>
            <a:pPr>
              <a:defRPr sz="1200"/>
            </a:pPr>
            <a:r>
              <a:t>D:/pasar_fix/node_modules/.bun/use-sidecar@1.1.3+bf264c7668a20073/node_modules/use-sidecar/dist/es2019/env.d.ts</a:t>
            </a:r>
          </a:p>
          <a:p>
            <a:pPr>
              <a:defRPr sz="1200"/>
            </a:pPr>
            <a:r>
              <a:t>D:/pasar_fix/node_modules/.bun/use-sidecar@1.1.3+bf264c7668a20073/node_modules/use-sidecar/dist/es2019/env.js</a:t>
            </a:r>
          </a:p>
          <a:p>
            <a:pPr>
              <a:defRPr sz="1200"/>
            </a:pPr>
            <a:r>
              <a:t>D:/pasar_fix/node_modules/.bun/use-sidecar@1.1.3+bf264c7668a20073/node_modules/use-sidecar/dist/es2019/exports.d.ts</a:t>
            </a:r>
          </a:p>
          <a:p>
            <a:pPr>
              <a:defRPr sz="1200"/>
            </a:pPr>
            <a:r>
              <a:t>D:/pasar_fix/node_modules/.bun/use-sidecar@1.1.3+bf264c7668a20073/node_modules/use-sidecar/dist/es2019/exports.js</a:t>
            </a:r>
          </a:p>
          <a:p>
            <a:pPr>
              <a:defRPr sz="1200"/>
            </a:pPr>
            <a:r>
              <a:t>D:/pasar_fix/node_modules/.bun/use-sidecar@1.1.3+bf264c7668a20073/node_modules/use-sidecar/dist/es2019/hoc.d.ts</a:t>
            </a:r>
          </a:p>
          <a:p>
            <a:pPr>
              <a:defRPr sz="1200"/>
            </a:pPr>
            <a:r>
              <a:t>D:/pasar_fix/node_modules/.bun/use-sidecar@1.1.3+bf264c7668a20073/node_modules/use-sidecar/dist/es2019/hoc.js</a:t>
            </a:r>
          </a:p>
          <a:p>
            <a:pPr>
              <a:defRPr sz="1200"/>
            </a:pPr>
            <a:r>
              <a:t>D:/pasar_fix/node_modules/.bun/use-sidecar@1.1.3+bf264c7668a20073/node_modules/use-sidecar/dist/es2019/hook.d.ts</a:t>
            </a:r>
          </a:p>
          <a:p>
            <a:pPr>
              <a:defRPr sz="1200"/>
            </a:pPr>
            <a:r>
              <a:t>D:/pasar_fix/node_modules/.bun/use-sidecar@1.1.3+bf264c7668a20073/node_modules/use-sidecar/dist/es2019/hook.js</a:t>
            </a:r>
          </a:p>
          <a:p>
            <a:pPr>
              <a:defRPr sz="1200"/>
            </a:pPr>
            <a:r>
              <a:t>D:/pasar_fix/node_modules/.bun/use-sidecar@1.1.3+bf264c7668a20073/node_modules/use-sidecar/dist/es2019/index.d.ts</a:t>
            </a:r>
          </a:p>
          <a:p>
            <a:pPr>
              <a:defRPr sz="1200"/>
            </a:pPr>
            <a:r>
              <a:t>D:/pasar_fix/node_modules/.bun/use-sidecar@1.1.3+bf264c7668a20073/node_modules/use-sidecar/dist/es2019/index.js</a:t>
            </a:r>
          </a:p>
          <a:p>
            <a:pPr>
              <a:defRPr sz="1200"/>
            </a:pPr>
            <a:r>
              <a:t>D:/pasar_fix/node_modules/.bun/use-sidecar@1.1.3+bf264c7668a20073/node_modules/use-sidecar/dist/es2019/medium.d.ts</a:t>
            </a:r>
          </a:p>
          <a:p>
            <a:pPr>
              <a:defRPr sz="1200"/>
            </a:pPr>
            <a:r>
              <a:t>D:/pasar_fix/node_modules/.bun/use-sidecar@1.1.3+bf264c7668a20073/node_modules/use-sidecar/dist/es2019/medium.js</a:t>
            </a:r>
          </a:p>
          <a:p>
            <a:pPr>
              <a:defRPr sz="1200"/>
            </a:pPr>
            <a:r>
              <a:t>D:/pasar_fix/node_modules/.bun/use-sidecar@1.1.3+bf264c7668a20073/node_modules/use-sidecar/dist/es2019/renderProp.d.ts</a:t>
            </a:r>
          </a:p>
          <a:p>
            <a:pPr>
              <a:defRPr sz="1200"/>
            </a:pPr>
            <a:r>
              <a:t>D:/pasar_fix/node_modules/.bun/use-sidecar@1.1.3+bf264c7668a20073/node_modules/use-sidecar/dist/es2019/renderProp.js</a:t>
            </a:r>
          </a:p>
          <a:p>
            <a:pPr>
              <a:defRPr sz="1200"/>
            </a:pPr>
            <a:r>
              <a:t>D:/pasar_fix/node_modules/.bun/use-sidecar@1.1.3+bf264c7668a20073/node_modules/use-sidecar/dist/es2019/types.d.ts</a:t>
            </a:r>
          </a:p>
          <a:p>
            <a:pPr>
              <a:defRPr sz="1200"/>
            </a:pPr>
            <a:r>
              <a:t>D:/pasar_fix/node_modules/.bun/use-sidecar@1.1.3+bf264c7668a20073/node_modules/use-sidecar/dist/es2019/types.js</a:t>
            </a:r>
          </a:p>
          <a:p>
            <a:pPr>
              <a:defRPr sz="1200"/>
            </a:pPr>
            <a:r>
              <a:t>D:/pasar_fix/node_modules/.bun/use-sidecar@1.1.3+bf264c7668a20073/node_modules/use-sidecar/dist/es5/config.d.ts</a:t>
            </a:r>
          </a:p>
          <a:p>
            <a:pPr>
              <a:defRPr sz="1200"/>
            </a:pPr>
            <a:r>
              <a:t>D:/pasar_fix/node_modules/.bun/use-sidecar@1.1.3+bf264c7668a20073/node_modules/use-sidecar/dist/es5/config.js</a:t>
            </a:r>
          </a:p>
          <a:p>
            <a:pPr>
              <a:defRPr sz="1200"/>
            </a:pPr>
            <a:r>
              <a:t>D:/pasar_fix/node_modules/.bun/use-sidecar@1.1.3+bf264c7668a20073/node_modules/use-sidecar/dist/es5/env.d.ts</a:t>
            </a:r>
          </a:p>
          <a:p>
            <a:pPr>
              <a:defRPr sz="1200"/>
            </a:pPr>
            <a:r>
              <a:t>D:/pasar_fix/node_modules/.bun/use-sidecar@1.1.3+bf264c7668a20073/node_modules/use-sidecar/dist/es5/env.js</a:t>
            </a:r>
          </a:p>
          <a:p>
            <a:pPr>
              <a:defRPr sz="1200"/>
            </a:pPr>
            <a:r>
              <a:t>D:/pasar_fix/node_modules/.bun/use-sidecar@1.1.3+bf264c7668a20073/node_modules/use-sidecar/dist/es5/exports.d.ts</a:t>
            </a:r>
          </a:p>
          <a:p>
            <a:pPr>
              <a:defRPr sz="1200"/>
            </a:pPr>
            <a:r>
              <a:t>D:/pasar_fix/node_modules/.bun/use-sidecar@1.1.3+bf264c7668a20073/node_modules/use-sidecar/dist/es5/exports.js</a:t>
            </a:r>
          </a:p>
          <a:p>
            <a:pPr>
              <a:defRPr sz="1200"/>
            </a:pPr>
            <a:r>
              <a:t>D:/pasar_fix/node_modules/.bun/use-sidecar@1.1.3+bf264c7668a20073/node_modules/use-sidecar/dist/es5/hoc.d.ts</a:t>
            </a:r>
          </a:p>
          <a:p>
            <a:pPr>
              <a:defRPr sz="1200"/>
            </a:pPr>
            <a:r>
              <a:t>D:/pasar_fix/node_modules/.bun/use-sidecar@1.1.3+bf264c7668a20073/node_modules/use-sidecar/dist/es5/hoc.js</a:t>
            </a:r>
          </a:p>
          <a:p>
            <a:pPr>
              <a:defRPr sz="1200"/>
            </a:pPr>
            <a:r>
              <a:t>D:/pasar_fix/node_modules/.bun/use-sidecar@1.1.3+bf264c7668a20073/node_modules/use-sidecar/dist/es5/hook.d.ts</a:t>
            </a:r>
          </a:p>
          <a:p>
            <a:pPr>
              <a:defRPr sz="1200"/>
            </a:pPr>
            <a:r>
              <a:t>D:/pasar_fix/node_modules/.bun/use-sidecar@1.1.3+bf264c7668a20073/node_modules/use-sidecar/dist/es5/hook.js</a:t>
            </a:r>
          </a:p>
          <a:p>
            <a:pPr>
              <a:defRPr sz="1200"/>
            </a:pPr>
            <a:r>
              <a:t>D:/pasar_fix/node_modules/.bun/use-sidecar@1.1.3+bf264c7668a20073/node_modules/use-sidecar/dist/es5/index.d.ts</a:t>
            </a:r>
          </a:p>
          <a:p>
            <a:pPr>
              <a:defRPr sz="1200"/>
            </a:pPr>
            <a:r>
              <a:t>D:/pasar_fix/node_modules/.bun/use-sidecar@1.1.3+bf264c7668a20073/node_modules/use-sidecar/dist/es5/index.js</a:t>
            </a:r>
          </a:p>
          <a:p>
            <a:pPr>
              <a:defRPr sz="1200"/>
            </a:pPr>
            <a:r>
              <a:t>D:/pasar_fix/node_modules/.bun/use-sidecar@1.1.3+bf264c7668a20073/node_modules/use-sidecar/dist/es5/medium.d.ts</a:t>
            </a:r>
          </a:p>
          <a:p>
            <a:pPr>
              <a:defRPr sz="1200"/>
            </a:pPr>
            <a:r>
              <a:t>D:/pasar_fix/node_modules/.bun/use-sidecar@1.1.3+bf264c7668a20073/node_modules/use-sidecar/dist/es5/medium.js</a:t>
            </a:r>
          </a:p>
          <a:p>
            <a:pPr>
              <a:defRPr sz="1200"/>
            </a:pPr>
            <a:r>
              <a:t>D:/pasar_fix/node_modules/.bun/use-sidecar@1.1.3+bf264c7668a20073/node_modules/use-sidecar/dist/es5/renderProp.d.ts</a:t>
            </a:r>
          </a:p>
          <a:p>
            <a:pPr>
              <a:defRPr sz="1200"/>
            </a:pPr>
            <a:r>
              <a:t>D:/pasar_fix/node_modules/.bun/use-sidecar@1.1.3+bf264c7668a20073/node_modules/use-sidecar/dist/es5/renderProp.js</a:t>
            </a:r>
          </a:p>
          <a:p>
            <a:pPr>
              <a:defRPr sz="1200"/>
            </a:pPr>
            <a:r>
              <a:t>D:/pasar_fix/node_modules/.bun/use-sidecar@1.1.3+bf264c7668a20073/node_modules/use-sidecar/dist/es5/types.d.ts</a:t>
            </a:r>
          </a:p>
          <a:p>
            <a:pPr>
              <a:defRPr sz="1200"/>
            </a:pPr>
            <a:r>
              <a:t>D:/pasar_fix/node_modules/.bun/use-sidecar@1.1.3+bf264c7668a20073/node_modules/use-sidecar/dist/es5/types.js</a:t>
            </a:r>
          </a:p>
          <a:p>
            <a:pPr>
              <a:defRPr sz="1200"/>
            </a:pPr>
            <a:r>
              <a:t>D:/pasar_fix/node_modules/.bun/use-sync-external-store@1.6.0+d86b59289c1a13ae/node_modules/use-sync-external-store/index.js</a:t>
            </a:r>
          </a:p>
          <a:p>
            <a:pPr>
              <a:defRPr sz="1200"/>
            </a:pPr>
            <a:r>
              <a:t>D:/pasar_fix/node_modules/.bun/use-sync-external-store@1.6.0+d86b59289c1a13ae/node_modules/use-sync-external-store/LICENSE</a:t>
            </a:r>
          </a:p>
          <a:p>
            <a:pPr>
              <a:defRPr sz="1200"/>
            </a:pPr>
            <a:r>
              <a:t>D:/pasar_fix/node_modules/.bun/use-sync-external-store@1.6.0+d86b59289c1a13ae/node_modules/use-sync-external-store/package.json</a:t>
            </a:r>
          </a:p>
          <a:p>
            <a:pPr>
              <a:defRPr sz="1200"/>
            </a:pPr>
            <a:r>
              <a:t>D:/pasar_fix/node_modules/.bun/use-sync-external-store@1.6.0+d86b59289c1a13ae/node_modules/use-sync-external-store/README.md</a:t>
            </a:r>
          </a:p>
          <a:p>
            <a:pPr>
              <a:defRPr sz="1200"/>
            </a:pPr>
            <a:r>
              <a:t>D:/pasar_fix/node_modules/.bun/use-sync-external-store@1.6.0+d86b59289c1a13ae/node_modules/use-sync-external-store/with-selector.js</a:t>
            </a:r>
          </a:p>
          <a:p>
            <a:pPr>
              <a:defRPr sz="1200"/>
            </a:pPr>
            <a:r>
              <a:t>D:/pasar_fix/node_modules/.bun/use-sync-external-store@1.6.0+d86b59289c1a13ae/node_modules/use-sync-external-store/cjs/use-sync-external-store-shim.development.js</a:t>
            </a:r>
          </a:p>
          <a:p>
            <a:pPr>
              <a:defRPr sz="1200"/>
            </a:pPr>
            <a:r>
              <a:t>D:/pasar_fix/node_modules/.bun/use-sync-external-store@1.6.0+d86b59289c1a13ae/node_modules/use-sync-external-store/cjs/use-sync-external-store-shim.native.development.js</a:t>
            </a:r>
          </a:p>
          <a:p>
            <a:pPr>
              <a:defRPr sz="1200"/>
            </a:pPr>
            <a:r>
              <a:t>D:/pasar_fix/node_modules/.bun/use-sync-external-store@1.6.0+d86b59289c1a13ae/node_modules/use-sync-external-store/cjs/use-sync-external-store-shim.native.production.js</a:t>
            </a:r>
          </a:p>
          <a:p>
            <a:pPr>
              <a:defRPr sz="1200"/>
            </a:pPr>
            <a:r>
              <a:t>D:/pasar_fix/node_modules/.bun/use-sync-external-store@1.6.0+d86b59289c1a13ae/node_modules/use-sync-external-store/cjs/use-sync-external-store-shim.production.js</a:t>
            </a:r>
          </a:p>
          <a:p>
            <a:pPr>
              <a:defRPr sz="1200"/>
            </a:pPr>
            <a:r>
              <a:t>D:/pasar_fix/node_modules/.bun/use-sync-external-store@1.6.0+d86b59289c1a13ae/node_modules/use-sync-external-store/cjs/use-sync-external-store-with-selector.development.js</a:t>
            </a:r>
          </a:p>
          <a:p>
            <a:pPr>
              <a:defRPr sz="1200"/>
            </a:pPr>
            <a:r>
              <a:t>D:/pasar_fix/node_modules/.bun/use-sync-external-store@1.6.0+d86b59289c1a13ae/node_modules/use-sync-external-store/cjs/use-sync-external-store-with-selector.production.js</a:t>
            </a:r>
          </a:p>
          <a:p>
            <a:pPr>
              <a:defRPr sz="1200"/>
            </a:pPr>
            <a:r>
              <a:t>D:/pasar_fix/node_modules/.bun/use-sync-external-store@1.6.0+d86b59289c1a13ae/node_modules/use-sync-external-store/cjs/use-sync-external-store.development.js</a:t>
            </a:r>
          </a:p>
          <a:p>
            <a:pPr>
              <a:defRPr sz="1200"/>
            </a:pPr>
            <a:r>
              <a:t>D:/pasar_fix/node_modules/.bun/use-sync-external-store@1.6.0+d86b59289c1a13ae/node_modules/use-sync-external-store/cjs/use-sync-external-store.production.js</a:t>
            </a:r>
          </a:p>
          <a:p>
            <a:pPr>
              <a:defRPr sz="1200"/>
            </a:pPr>
            <a:r>
              <a:t>D:/pasar_fix/node_modules/.bun/use-sync-external-store@1.6.0+d86b59289c1a13ae/node_modules/use-sync-external-store/cjs/use-sync-external-store-shim/with-selector.development.js</a:t>
            </a:r>
          </a:p>
          <a:p>
            <a:pPr>
              <a:defRPr sz="1200"/>
            </a:pPr>
            <a:r>
              <a:t>D:/pasar_fix/node_modules/.bun/use-sync-external-store@1.6.0+d86b59289c1a13ae/node_modules/use-sync-external-store/cjs/use-sync-external-store-shim/with-selector.production.js</a:t>
            </a:r>
          </a:p>
          <a:p>
            <a:pPr>
              <a:defRPr sz="1200"/>
            </a:pPr>
            <a:r>
              <a:t>D:/pasar_fix/node_modules/.bun/use-sync-external-store@1.6.0+d86b59289c1a13ae/node_modules/use-sync-external-store/shim/index.js</a:t>
            </a:r>
          </a:p>
          <a:p>
            <a:pPr>
              <a:defRPr sz="1200"/>
            </a:pPr>
            <a:r>
              <a:t>D:/pasar_fix/node_modules/.bun/use-sync-external-store@1.6.0+d86b59289c1a13ae/node_modules/use-sync-external-store/shim/index.native.js</a:t>
            </a:r>
          </a:p>
          <a:p>
            <a:pPr>
              <a:defRPr sz="1200"/>
            </a:pPr>
            <a:r>
              <a:t>D:/pasar_fix/node_modules/.bun/use-sync-external-store@1.6.0+d86b59289c1a13ae/node_modules/use-sync-external-store/shim/with-selector.js</a:t>
            </a:r>
          </a:p>
          <a:p>
            <a:pPr>
              <a:defRPr sz="1200"/>
            </a:pPr>
            <a:r>
              <a:t>D:/pasar_fix/node_modules/.bun/util-deprecate@1.0.2/node_modules/util-deprecate/browser.js</a:t>
            </a:r>
          </a:p>
          <a:p>
            <a:pPr>
              <a:defRPr sz="1200"/>
            </a:pPr>
            <a:r>
              <a:t>D:/pasar_fix/node_modules/.bun/util-deprecate@1.0.2/node_modules/util-deprecate/History.md</a:t>
            </a:r>
          </a:p>
          <a:p>
            <a:pPr>
              <a:defRPr sz="1200"/>
            </a:pPr>
            <a:r>
              <a:t>D:/pasar_fix/node_modules/.bun/util-deprecate@1.0.2/node_modules/util-deprecate/LICENSE</a:t>
            </a:r>
          </a:p>
          <a:p>
            <a:pPr>
              <a:defRPr sz="1200"/>
            </a:pPr>
            <a:r>
              <a:t>D:/pasar_fix/node_modules/.bun/util-deprecate@1.0.2/node_modules/util-deprecate/node.js</a:t>
            </a:r>
          </a:p>
          <a:p>
            <a:pPr>
              <a:defRPr sz="1200"/>
            </a:pPr>
            <a:r>
              <a:t>D:/pasar_fix/node_modules/.bun/util-deprecate@1.0.2/node_modules/util-deprecate/package.json</a:t>
            </a:r>
          </a:p>
          <a:p>
            <a:pPr>
              <a:defRPr sz="1200"/>
            </a:pPr>
            <a:r>
              <a:t>D:/pasar_fix/node_modules/.bun/util-deprecate@1.0.2/node_modules/util-deprecate/README.md</a:t>
            </a:r>
          </a:p>
          <a:p>
            <a:pPr>
              <a:defRPr sz="1200"/>
            </a:pPr>
            <a:r>
              <a:t>D:/pasar_fix/node_modules/.bun/uuid@13.0.2/node_modules/.bin/uuid.bunx</a:t>
            </a:r>
          </a:p>
          <a:p>
            <a:pPr>
              <a:defRPr sz="1200"/>
            </a:pPr>
            <a:r>
              <a:t>D:/pasar_fix/node_modules/.bun/uuid@13.0.2/node_modules/.bin/uuid.exe</a:t>
            </a:r>
          </a:p>
          <a:p>
            <a:pPr>
              <a:defRPr sz="1200"/>
            </a:pPr>
            <a:r>
              <a:t>D:/pasar_fix/node_modules/.bun/uuid@13.0.2/node_modules/uuid/LICENSE.md</a:t>
            </a:r>
          </a:p>
          <a:p>
            <a:pPr>
              <a:defRPr sz="1200"/>
            </a:pPr>
            <a:r>
              <a:t>D:/pasar_fix/node_modules/.bun/uuid@13.0.2/node_modules/uuid/package.json</a:t>
            </a:r>
          </a:p>
          <a:p>
            <a:pPr>
              <a:defRPr sz="1200"/>
            </a:pPr>
            <a:r>
              <a:t>D:/pasar_fix/node_modules/.bun/uuid@13.0.2/node_modules/uuid/README.md</a:t>
            </a:r>
          </a:p>
          <a:p>
            <a:pPr>
              <a:defRPr sz="1200"/>
            </a:pPr>
            <a:r>
              <a:t>D:/pasar_fix/node_modules/.bun/uuid@13.0.2/node_modules/uuid/dist/index.d.ts</a:t>
            </a:r>
          </a:p>
          <a:p>
            <a:pPr>
              <a:defRPr sz="1200"/>
            </a:pPr>
            <a:r>
              <a:t>D:/pasar_fix/node_modules/.bun/uuid@13.0.2/node_modules/uuid/dist/index.js</a:t>
            </a:r>
          </a:p>
          <a:p>
            <a:pPr>
              <a:defRPr sz="1200"/>
            </a:pPr>
            <a:r>
              <a:t>D:/pasar_fix/node_modules/.bun/uuid@13.0.2/node_modules/uuid/dist/max.d.ts</a:t>
            </a:r>
          </a:p>
          <a:p>
            <a:pPr>
              <a:defRPr sz="1200"/>
            </a:pPr>
            <a:r>
              <a:t>D:/pasar_fix/node_modules/.bun/uuid@13.0.2/node_modules/uuid/dist/max.js</a:t>
            </a:r>
          </a:p>
          <a:p>
            <a:pPr>
              <a:defRPr sz="1200"/>
            </a:pPr>
            <a:r>
              <a:t>D:/pasar_fix/node_modules/.bun/uuid@13.0.2/node_modules/uuid/dist/md5.d.ts</a:t>
            </a:r>
          </a:p>
          <a:p>
            <a:pPr>
              <a:defRPr sz="1200"/>
            </a:pPr>
            <a:r>
              <a:t>D:/pasar_fix/node_modules/.bun/uuid@13.0.2/node_modules/uuid/dist/md5.js</a:t>
            </a:r>
          </a:p>
          <a:p>
            <a:pPr>
              <a:defRPr sz="1200"/>
            </a:pPr>
            <a:r>
              <a:t>D:/pasar_fix/node_modules/.bun/uuid@13.0.2/node_modules/uuid/dist/native.d.ts</a:t>
            </a:r>
          </a:p>
          <a:p>
            <a:pPr>
              <a:defRPr sz="1200"/>
            </a:pPr>
            <a:r>
              <a:t>D:/pasar_fix/node_modules/.bun/uuid@13.0.2/node_modules/uuid/dist/native.js</a:t>
            </a:r>
          </a:p>
          <a:p>
            <a:pPr>
              <a:defRPr sz="1200"/>
            </a:pPr>
            <a:r>
              <a:t>D:/pasar_fix/node_modules/.bun/uuid@13.0.2/node_modules/uuid/dist/nil.d.ts</a:t>
            </a:r>
          </a:p>
          <a:p>
            <a:pPr>
              <a:defRPr sz="1200"/>
            </a:pPr>
            <a:r>
              <a:t>D:/pasar_fix/node_modules/.bun/uuid@13.0.2/node_modules/uuid/dist/nil.js</a:t>
            </a:r>
          </a:p>
          <a:p>
            <a:pPr>
              <a:defRPr sz="1200"/>
            </a:pPr>
            <a:r>
              <a:t>D:/pasar_fix/node_modules/.bun/uuid@13.0.2/node_modules/uuid/dist/parse.d.ts</a:t>
            </a:r>
          </a:p>
          <a:p>
            <a:pPr>
              <a:defRPr sz="1200"/>
            </a:pPr>
            <a:r>
              <a:t>D:/pasar_fix/node_modules/.bun/uuid@13.0.2/node_modules/uuid/dist/parse.js</a:t>
            </a:r>
          </a:p>
          <a:p>
            <a:pPr>
              <a:defRPr sz="1200"/>
            </a:pPr>
            <a:r>
              <a:t>D:/pasar_fix/node_modules/.bun/uuid@13.0.2/node_modules/uuid/dist/regex.d.ts</a:t>
            </a:r>
          </a:p>
          <a:p>
            <a:pPr>
              <a:defRPr sz="1200"/>
            </a:pPr>
            <a:r>
              <a:t>D:/pasar_fix/node_modules/.bun/uuid@13.0.2/node_modules/uuid/dist/regex.js</a:t>
            </a:r>
          </a:p>
          <a:p>
            <a:pPr>
              <a:defRPr sz="1200"/>
            </a:pPr>
            <a:r>
              <a:t>D:/pasar_fix/node_modules/.bun/uuid@13.0.2/node_modules/uuid/dist/rng.d.ts</a:t>
            </a:r>
          </a:p>
          <a:p>
            <a:pPr>
              <a:defRPr sz="1200"/>
            </a:pPr>
            <a:r>
              <a:t>D:/pasar_fix/node_modules/.bun/uuid@13.0.2/node_modules/uuid/dist/rng.js</a:t>
            </a:r>
          </a:p>
          <a:p>
            <a:pPr>
              <a:defRPr sz="1200"/>
            </a:pPr>
            <a:r>
              <a:t>D:/pasar_fix/node_modules/.bun/uuid@13.0.2/node_modules/uuid/dist/sha1.d.ts</a:t>
            </a:r>
          </a:p>
          <a:p>
            <a:pPr>
              <a:defRPr sz="1200"/>
            </a:pPr>
            <a:r>
              <a:t>D:/pasar_fix/node_modules/.bun/uuid@13.0.2/node_modules/uuid/dist/sha1.js</a:t>
            </a:r>
          </a:p>
          <a:p>
            <a:pPr>
              <a:defRPr sz="1200"/>
            </a:pPr>
            <a:r>
              <a:t>D:/pasar_fix/node_modules/.bun/uuid@13.0.2/node_modules/uuid/dist/stringify.d.ts</a:t>
            </a:r>
          </a:p>
          <a:p>
            <a:pPr>
              <a:defRPr sz="1200"/>
            </a:pPr>
            <a:r>
              <a:t>D:/pasar_fix/node_modules/.bun/uuid@13.0.2/node_modules/uuid/dist/stringify.js</a:t>
            </a:r>
          </a:p>
          <a:p>
            <a:pPr>
              <a:defRPr sz="1200"/>
            </a:pPr>
            <a:r>
              <a:t>D:/pasar_fix/node_modules/.bun/uuid@13.0.2/node_modules/uuid/dist/types.d.ts</a:t>
            </a:r>
          </a:p>
          <a:p>
            <a:pPr>
              <a:defRPr sz="1200"/>
            </a:pPr>
            <a:r>
              <a:t>D:/pasar_fix/node_modules/.bun/uuid@13.0.2/node_modules/uuid/dist/types.js</a:t>
            </a:r>
          </a:p>
          <a:p>
            <a:pPr>
              <a:defRPr sz="1200"/>
            </a:pPr>
            <a:r>
              <a:t>D:/pasar_fix/node_modules/.bun/uuid@13.0.2/node_modules/uuid/dist/uuid-bin.d.ts</a:t>
            </a:r>
          </a:p>
          <a:p>
            <a:pPr>
              <a:defRPr sz="1200"/>
            </a:pPr>
            <a:r>
              <a:t>D:/pasar_fix/node_modules/.bun/uuid@13.0.2/node_modules/uuid/dist/uuid-bin.js</a:t>
            </a:r>
          </a:p>
          <a:p>
            <a:pPr>
              <a:defRPr sz="1200"/>
            </a:pPr>
            <a:r>
              <a:t>D:/pasar_fix/node_modules/.bun/uuid@13.0.2/node_modules/uuid/dist/v1.d.ts</a:t>
            </a:r>
          </a:p>
          <a:p>
            <a:pPr>
              <a:defRPr sz="1200"/>
            </a:pPr>
            <a:r>
              <a:t>D:/pasar_fix/node_modules/.bun/uuid@13.0.2/node_modules/uuid/dist/v1.js</a:t>
            </a:r>
          </a:p>
          <a:p>
            <a:pPr>
              <a:defRPr sz="1200"/>
            </a:pPr>
            <a:r>
              <a:t>D:/pasar_fix/node_modules/.bun/uuid@13.0.2/node_modules/uuid/dist/v1ToV6.d.ts</a:t>
            </a:r>
          </a:p>
          <a:p>
            <a:pPr>
              <a:defRPr sz="1200"/>
            </a:pPr>
            <a:r>
              <a:t>D:/pasar_fix/node_modules/.bun/uuid@13.0.2/node_modules/uuid/dist/v1ToV6.js</a:t>
            </a:r>
          </a:p>
          <a:p>
            <a:pPr>
              <a:defRPr sz="1200"/>
            </a:pPr>
            <a:r>
              <a:t>D:/pasar_fix/node_modules/.bun/uuid@13.0.2/node_modules/uuid/dist/v3.d.ts</a:t>
            </a:r>
          </a:p>
          <a:p>
            <a:pPr>
              <a:defRPr sz="1200"/>
            </a:pPr>
            <a:r>
              <a:t>D:/pasar_fix/node_modules/.bun/uuid@13.0.2/node_modules/uuid/dist/v3.js</a:t>
            </a:r>
          </a:p>
          <a:p>
            <a:pPr>
              <a:defRPr sz="1200"/>
            </a:pPr>
            <a:r>
              <a:t>D:/pasar_fix/node_modules/.bun/uuid@13.0.2/node_modules/uuid/dist/v35.d.ts</a:t>
            </a:r>
          </a:p>
          <a:p>
            <a:pPr>
              <a:defRPr sz="1200"/>
            </a:pPr>
            <a:r>
              <a:t>D:/pasar_fix/node_modules/.bun/uuid@13.0.2/node_modules/uuid/dist/v35.js</a:t>
            </a:r>
          </a:p>
          <a:p>
            <a:pPr>
              <a:defRPr sz="1200"/>
            </a:pPr>
            <a:r>
              <a:t>D:/pasar_fix/node_modules/.bun/uuid@13.0.2/node_modules/uuid/dist/v4.d.ts</a:t>
            </a:r>
          </a:p>
          <a:p>
            <a:pPr>
              <a:defRPr sz="1200"/>
            </a:pPr>
            <a:r>
              <a:t>D:/pasar_fix/node_modules/.bun/uuid@13.0.2/node_modules/uuid/dist/v4.js</a:t>
            </a:r>
          </a:p>
          <a:p>
            <a:pPr>
              <a:defRPr sz="1200"/>
            </a:pPr>
            <a:r>
              <a:t>D:/pasar_fix/node_modules/.bun/uuid@13.0.2/node_modules/uuid/dist/v5.d.ts</a:t>
            </a:r>
          </a:p>
          <a:p>
            <a:pPr>
              <a:defRPr sz="1200"/>
            </a:pPr>
            <a:r>
              <a:t>D:/pasar_fix/node_modules/.bun/uuid@13.0.2/node_modules/uuid/dist/v5.js</a:t>
            </a:r>
          </a:p>
          <a:p>
            <a:pPr>
              <a:defRPr sz="1200"/>
            </a:pPr>
            <a:r>
              <a:t>D:/pasar_fix/node_modules/.bun/uuid@13.0.2/node_modules/uuid/dist/v6.d.ts</a:t>
            </a:r>
          </a:p>
          <a:p>
            <a:pPr>
              <a:defRPr sz="1200"/>
            </a:pPr>
            <a:r>
              <a:t>D:/pasar_fix/node_modules/.bun/uuid@13.0.2/node_modules/uuid/dist/v6.js</a:t>
            </a:r>
          </a:p>
          <a:p>
            <a:pPr>
              <a:defRPr sz="1200"/>
            </a:pPr>
            <a:r>
              <a:t>D:/pasar_fix/node_modules/.bun/uuid@13.0.2/node_modules/uuid/dist/v6ToV1.d.ts</a:t>
            </a:r>
          </a:p>
          <a:p>
            <a:pPr>
              <a:defRPr sz="1200"/>
            </a:pPr>
            <a:r>
              <a:t>D:/pasar_fix/node_modules/.bun/uuid@13.0.2/node_modules/uuid/dist/v6ToV1.js</a:t>
            </a:r>
          </a:p>
          <a:p>
            <a:pPr>
              <a:defRPr sz="1200"/>
            </a:pPr>
            <a:r>
              <a:t>D:/pasar_fix/node_modules/.bun/uuid@13.0.2/node_modules/uuid/dist/v7.d.ts</a:t>
            </a:r>
          </a:p>
          <a:p>
            <a:pPr>
              <a:defRPr sz="1200"/>
            </a:pPr>
            <a:r>
              <a:t>D:/pasar_fix/node_modules/.bun/uuid@13.0.2/node_modules/uuid/dist/v7.js</a:t>
            </a:r>
          </a:p>
          <a:p>
            <a:pPr>
              <a:defRPr sz="1200"/>
            </a:pPr>
            <a:r>
              <a:t>D:/pasar_fix/node_modules/.bun/uuid@13.0.2/node_modules/uuid/dist/validate.d.ts</a:t>
            </a:r>
          </a:p>
          <a:p>
            <a:pPr>
              <a:defRPr sz="1200"/>
            </a:pPr>
            <a:r>
              <a:t>D:/pasar_fix/node_modules/.bun/uuid@13.0.2/node_modules/uuid/dist/validate.js</a:t>
            </a:r>
          </a:p>
          <a:p>
            <a:pPr>
              <a:defRPr sz="1200"/>
            </a:pPr>
            <a:r>
              <a:t>D:/pasar_fix/node_modules/.bun/uuid@13.0.2/node_modules/uuid/dist/version.d.ts</a:t>
            </a:r>
          </a:p>
          <a:p>
            <a:pPr>
              <a:defRPr sz="1200"/>
            </a:pPr>
            <a:r>
              <a:t>D:/pasar_fix/node_modules/.bun/uuid@13.0.2/node_modules/uuid/dist/version.js</a:t>
            </a:r>
          </a:p>
          <a:p>
            <a:pPr>
              <a:defRPr sz="1200"/>
            </a:pPr>
            <a:r>
              <a:t>D:/pasar_fix/node_modules/.bun/uuid@13.0.2/node_modules/uuid/dist-node/index.js</a:t>
            </a:r>
          </a:p>
          <a:p>
            <a:pPr>
              <a:defRPr sz="1200"/>
            </a:pPr>
            <a:r>
              <a:t>D:/pasar_fix/node_modules/.bun/uuid@13.0.2/node_modules/uuid/dist-node/max.js</a:t>
            </a:r>
          </a:p>
          <a:p>
            <a:pPr>
              <a:defRPr sz="1200"/>
            </a:pPr>
            <a:r>
              <a:t>D:/pasar_fix/node_modules/.bun/uuid@13.0.2/node_modules/uuid/dist-node/md5.js</a:t>
            </a:r>
          </a:p>
          <a:p>
            <a:pPr>
              <a:defRPr sz="1200"/>
            </a:pPr>
            <a:r>
              <a:t>D:/pasar_fix/node_modules/.bun/uuid@13.0.2/node_modules/uuid/dist-node/native.js</a:t>
            </a:r>
          </a:p>
          <a:p>
            <a:pPr>
              <a:defRPr sz="1200"/>
            </a:pPr>
            <a:r>
              <a:t>D:/pasar_fix/node_modules/.bun/uuid@13.0.2/node_modules/uuid/dist-node/nil.js</a:t>
            </a:r>
          </a:p>
          <a:p>
            <a:pPr>
              <a:defRPr sz="1200"/>
            </a:pPr>
            <a:r>
              <a:t>D:/pasar_fix/node_modules/.bun/uuid@13.0.2/node_modules/uuid/dist-node/parse.js</a:t>
            </a:r>
          </a:p>
          <a:p>
            <a:pPr>
              <a:defRPr sz="1200"/>
            </a:pPr>
            <a:r>
              <a:t>D:/pasar_fix/node_modules/.bun/uuid@13.0.2/node_modules/uuid/dist-node/regex.js</a:t>
            </a:r>
          </a:p>
          <a:p>
            <a:pPr>
              <a:defRPr sz="1200"/>
            </a:pPr>
            <a:r>
              <a:t>D:/pasar_fix/node_modules/.bun/uuid@13.0.2/node_modules/uuid/dist-node/rng.js</a:t>
            </a:r>
          </a:p>
          <a:p>
            <a:pPr>
              <a:defRPr sz="1200"/>
            </a:pPr>
            <a:r>
              <a:t>D:/pasar_fix/node_modules/.bun/uuid@13.0.2/node_modules/uuid/dist-node/sha1.js</a:t>
            </a:r>
          </a:p>
          <a:p>
            <a:pPr>
              <a:defRPr sz="1200"/>
            </a:pPr>
            <a:r>
              <a:t>D:/pasar_fix/node_modules/.bun/uuid@13.0.2/node_modules/uuid/dist-node/stringify.js</a:t>
            </a:r>
          </a:p>
          <a:p>
            <a:pPr>
              <a:defRPr sz="1200"/>
            </a:pPr>
            <a:r>
              <a:t>D:/pasar_fix/node_modules/.bun/uuid@13.0.2/node_modules/uuid/dist-node/types.js</a:t>
            </a:r>
          </a:p>
          <a:p>
            <a:pPr>
              <a:defRPr sz="1200"/>
            </a:pPr>
            <a:r>
              <a:t>D:/pasar_fix/node_modules/.bun/uuid@13.0.2/node_modules/uuid/dist-node/uuid-bin.js</a:t>
            </a:r>
          </a:p>
          <a:p>
            <a:pPr>
              <a:defRPr sz="1200"/>
            </a:pPr>
            <a:r>
              <a:t>D:/pasar_fix/node_modules/.bun/uuid@13.0.2/node_modules/uuid/dist-node/v1.js</a:t>
            </a:r>
          </a:p>
          <a:p>
            <a:pPr>
              <a:defRPr sz="1200"/>
            </a:pPr>
            <a:r>
              <a:t>D:/pasar_fix/node_modules/.bun/uuid@13.0.2/node_modules/uuid/dist-node/v1ToV6.js</a:t>
            </a:r>
          </a:p>
          <a:p>
            <a:pPr>
              <a:defRPr sz="1200"/>
            </a:pPr>
            <a:r>
              <a:t>D:/pasar_fix/node_modules/.bun/uuid@13.0.2/node_modules/uuid/dist-node/v3.js</a:t>
            </a:r>
          </a:p>
          <a:p>
            <a:pPr>
              <a:defRPr sz="1200"/>
            </a:pPr>
            <a:r>
              <a:t>D:/pasar_fix/node_modules/.bun/uuid@13.0.2/node_modules/uuid/dist-node/v35.js</a:t>
            </a:r>
          </a:p>
          <a:p>
            <a:pPr>
              <a:defRPr sz="1200"/>
            </a:pPr>
            <a:r>
              <a:t>D:/pasar_fix/node_modules/.bun/uuid@13.0.2/node_modules/uuid/dist-node/v4.js</a:t>
            </a:r>
          </a:p>
          <a:p>
            <a:pPr>
              <a:defRPr sz="1200"/>
            </a:pPr>
            <a:r>
              <a:t>D:/pasar_fix/node_modules/.bun/uuid@13.0.2/node_modules/uuid/dist-node/v5.js</a:t>
            </a:r>
          </a:p>
          <a:p>
            <a:pPr>
              <a:defRPr sz="1200"/>
            </a:pPr>
            <a:r>
              <a:t>D:/pasar_fix/node_modules/.bun/uuid@13.0.2/node_modules/uuid/dist-node/v6.js</a:t>
            </a:r>
          </a:p>
          <a:p>
            <a:pPr>
              <a:defRPr sz="1200"/>
            </a:pPr>
            <a:r>
              <a:t>D:/pasar_fix/node_modules/.bun/uuid@13.0.2/node_modules/uuid/dist-node/v6ToV1.js</a:t>
            </a:r>
          </a:p>
          <a:p>
            <a:pPr>
              <a:defRPr sz="1200"/>
            </a:pPr>
            <a:r>
              <a:t>D:/pasar_fix/node_modules/.bun/uuid@13.0.2/node_modules/uuid/dist-node/v7.js</a:t>
            </a:r>
          </a:p>
          <a:p>
            <a:pPr>
              <a:defRPr sz="1200"/>
            </a:pPr>
            <a:r>
              <a:t>D:/pasar_fix/node_modules/.bun/uuid@13.0.2/node_modules/uuid/dist-node/validate.js</a:t>
            </a:r>
          </a:p>
          <a:p>
            <a:pPr>
              <a:defRPr sz="1200"/>
            </a:pPr>
            <a:r>
              <a:t>D:/pasar_fix/node_modules/.bun/uuid@13.0.2/node_modules/uuid/dist-node/version.js</a:t>
            </a:r>
          </a:p>
          <a:p>
            <a:pPr>
              <a:defRPr sz="1200"/>
            </a:pPr>
            <a:r>
              <a:t>D:/pasar_fix/node_modules/.bun/uuid@13.0.2/node_modules/uuid/dist-node/bin/uuid</a:t>
            </a:r>
          </a:p>
          <a:p>
            <a:pPr>
              <a:defRPr sz="1200"/>
            </a:pPr>
            <a:r>
              <a:t>D:/pasar_fix/node_modules/.bun/victory-vendor@37.3.6/node_modules/victory-vendor/CHANGELOG.md</a:t>
            </a:r>
          </a:p>
          <a:p>
            <a:pPr>
              <a:defRPr sz="1200"/>
            </a:pPr>
            <a:r>
              <a:t>D:/pasar_fix/node_modules/.bun/victory-vendor@37.3.6/node_modules/victory-vendor/d3-array.d.ts</a:t>
            </a:r>
          </a:p>
          <a:p>
            <a:pPr>
              <a:defRPr sz="1200"/>
            </a:pPr>
            <a:r>
              <a:t>D:/pasar_fix/node_modules/.bun/victory-vendor@37.3.6/node_modules/victory-vendor/d3-array.js</a:t>
            </a:r>
          </a:p>
          <a:p>
            <a:pPr>
              <a:defRPr sz="1200"/>
            </a:pPr>
            <a:r>
              <a:t>D:/pasar_fix/node_modules/.bun/victory-vendor@37.3.6/node_modules/victory-vendor/d3-ease.d.ts</a:t>
            </a:r>
          </a:p>
          <a:p>
            <a:pPr>
              <a:defRPr sz="1200"/>
            </a:pPr>
            <a:r>
              <a:t>D:/pasar_fix/node_modules/.bun/victory-vendor@37.3.6/node_modules/victory-vendor/d3-ease.js</a:t>
            </a:r>
          </a:p>
          <a:p>
            <a:pPr>
              <a:defRPr sz="1200"/>
            </a:pPr>
            <a:r>
              <a:t>D:/pasar_fix/node_modules/.bun/victory-vendor@37.3.6/node_modules/victory-vendor/d3-interpolate.d.ts</a:t>
            </a:r>
          </a:p>
          <a:p>
            <a:pPr>
              <a:defRPr sz="1200"/>
            </a:pPr>
            <a:r>
              <a:t>D:/pasar_fix/node_modules/.bun/victory-vendor@37.3.6/node_modules/victory-vendor/d3-interpolate.js</a:t>
            </a:r>
          </a:p>
          <a:p>
            <a:pPr>
              <a:defRPr sz="1200"/>
            </a:pPr>
            <a:r>
              <a:t>D:/pasar_fix/node_modules/.bun/victory-vendor@37.3.6/node_modules/victory-vendor/d3-scale.d.ts</a:t>
            </a:r>
          </a:p>
          <a:p>
            <a:pPr>
              <a:defRPr sz="1200"/>
            </a:pPr>
            <a:r>
              <a:t>D:/pasar_fix/node_modules/.bun/victory-vendor@37.3.6/node_modules/victory-vendor/d3-scale.js</a:t>
            </a:r>
          </a:p>
          <a:p>
            <a:pPr>
              <a:defRPr sz="1200"/>
            </a:pPr>
            <a:r>
              <a:t>D:/pasar_fix/node_modules/.bun/victory-vendor@37.3.6/node_modules/victory-vendor/d3-shape.d.ts</a:t>
            </a:r>
          </a:p>
          <a:p>
            <a:pPr>
              <a:defRPr sz="1200"/>
            </a:pPr>
            <a:r>
              <a:t>D:/pasar_fix/node_modules/.bun/victory-vendor@37.3.6/node_modules/victory-vendor/d3-shape.js</a:t>
            </a:r>
          </a:p>
          <a:p>
            <a:pPr>
              <a:defRPr sz="1200"/>
            </a:pPr>
            <a:r>
              <a:t>D:/pasar_fix/node_modules/.bun/victory-vendor@37.3.6/node_modules/victory-vendor/d3-time.d.ts</a:t>
            </a:r>
          </a:p>
          <a:p>
            <a:pPr>
              <a:defRPr sz="1200"/>
            </a:pPr>
            <a:r>
              <a:t>D:/pasar_fix/node_modules/.bun/victory-vendor@37.3.6/node_modules/victory-vendor/d3-time.js</a:t>
            </a:r>
          </a:p>
          <a:p>
            <a:pPr>
              <a:defRPr sz="1200"/>
            </a:pPr>
            <a:r>
              <a:t>D:/pasar_fix/node_modules/.bun/victory-vendor@37.3.6/node_modules/victory-vendor/d3-timer.d.ts</a:t>
            </a:r>
          </a:p>
          <a:p>
            <a:pPr>
              <a:defRPr sz="1200"/>
            </a:pPr>
            <a:r>
              <a:t>D:/pasar_fix/node_modules/.bun/victory-vendor@37.3.6/node_modules/victory-vendor/d3-timer.js</a:t>
            </a:r>
          </a:p>
          <a:p>
            <a:pPr>
              <a:defRPr sz="1200"/>
            </a:pPr>
            <a:r>
              <a:t>D:/pasar_fix/node_modules/.bun/victory-vendor@37.3.6/node_modules/victory-vendor/package.json</a:t>
            </a:r>
          </a:p>
          <a:p>
            <a:pPr>
              <a:defRPr sz="1200"/>
            </a:pPr>
            <a:r>
              <a:t>D:/pasar_fix/node_modules/.bun/victory-vendor@37.3.6/node_modules/victory-vendor/README.md</a:t>
            </a:r>
          </a:p>
          <a:p>
            <a:pPr>
              <a:defRPr sz="1200"/>
            </a:pPr>
            <a:r>
              <a:t>D:/pasar_fix/node_modules/.bun/victory-vendor@37.3.6/node_modules/victory-vendor/es/d3-array.js</a:t>
            </a:r>
          </a:p>
          <a:p>
            <a:pPr>
              <a:defRPr sz="1200"/>
            </a:pPr>
            <a:r>
              <a:t>D:/pasar_fix/node_modules/.bun/victory-vendor@37.3.6/node_modules/victory-vendor/es/d3-color.js</a:t>
            </a:r>
          </a:p>
          <a:p>
            <a:pPr>
              <a:defRPr sz="1200"/>
            </a:pPr>
            <a:r>
              <a:t>D:/pasar_fix/node_modules/.bun/victory-vendor@37.3.6/node_modules/victory-vendor/es/d3-ease.js</a:t>
            </a:r>
          </a:p>
          <a:p>
            <a:pPr>
              <a:defRPr sz="1200"/>
            </a:pPr>
            <a:r>
              <a:t>D:/pasar_fix/node_modules/.bun/victory-vendor@37.3.6/node_modules/victory-vendor/es/d3-format.js</a:t>
            </a:r>
          </a:p>
          <a:p>
            <a:pPr>
              <a:defRPr sz="1200"/>
            </a:pPr>
            <a:r>
              <a:t>D:/pasar_fix/node_modules/.bun/victory-vendor@37.3.6/node_modules/victory-vendor/es/d3-interpolate.js</a:t>
            </a:r>
          </a:p>
          <a:p>
            <a:pPr>
              <a:defRPr sz="1200"/>
            </a:pPr>
            <a:r>
              <a:t>D:/pasar_fix/node_modules/.bun/victory-vendor@37.3.6/node_modules/victory-vendor/es/d3-path.js</a:t>
            </a:r>
          </a:p>
          <a:p>
            <a:pPr>
              <a:defRPr sz="1200"/>
            </a:pPr>
            <a:r>
              <a:t>D:/pasar_fix/node_modules/.bun/victory-vendor@37.3.6/node_modules/victory-vendor/es/d3-scale.js</a:t>
            </a:r>
          </a:p>
          <a:p>
            <a:pPr>
              <a:defRPr sz="1200"/>
            </a:pPr>
            <a:r>
              <a:t>D:/pasar_fix/node_modules/.bun/victory-vendor@37.3.6/node_modules/victory-vendor/es/d3-shape.js</a:t>
            </a:r>
          </a:p>
          <a:p>
            <a:pPr>
              <a:defRPr sz="1200"/>
            </a:pPr>
            <a:r>
              <a:t>D:/pasar_fix/node_modules/.bun/victory-vendor@37.3.6/node_modules/victory-vendor/es/d3-time-format.js</a:t>
            </a:r>
          </a:p>
          <a:p>
            <a:pPr>
              <a:defRPr sz="1200"/>
            </a:pPr>
            <a:r>
              <a:t>D:/pasar_fix/node_modules/.bun/victory-vendor@37.3.6/node_modules/victory-vendor/es/d3-time.js</a:t>
            </a:r>
          </a:p>
          <a:p>
            <a:pPr>
              <a:defRPr sz="1200"/>
            </a:pPr>
            <a:r>
              <a:t>D:/pasar_fix/node_modules/.bun/victory-vendor@37.3.6/node_modules/victory-vendor/es/d3-timer.js</a:t>
            </a:r>
          </a:p>
          <a:p>
            <a:pPr>
              <a:defRPr sz="1200"/>
            </a:pPr>
            <a:r>
              <a:t>D:/pasar_fix/node_modules/.bun/victory-vendor@37.3.6/node_modules/victory-vendor/es/d3-voronoi.js</a:t>
            </a:r>
          </a:p>
          <a:p>
            <a:pPr>
              <a:defRPr sz="1200"/>
            </a:pPr>
            <a:r>
              <a:t>D:/pasar_fix/node_modules/.bun/victory-vendor@37.3.6/node_modules/victory-vendor/es/internmap.js</a:t>
            </a:r>
          </a:p>
          <a:p>
            <a:pPr>
              <a:defRPr sz="1200"/>
            </a:pPr>
            <a:r>
              <a:t>D:/pasar_fix/node_modules/.bun/victory-vendor@37.3.6/node_modules/victory-vendor/lib/d3-array.js</a:t>
            </a:r>
          </a:p>
          <a:p>
            <a:pPr>
              <a:defRPr sz="1200"/>
            </a:pPr>
            <a:r>
              <a:t>D:/pasar_fix/node_modules/.bun/victory-vendor@37.3.6/node_modules/victory-vendor/lib/d3-color.js</a:t>
            </a:r>
          </a:p>
          <a:p>
            <a:pPr>
              <a:defRPr sz="1200"/>
            </a:pPr>
            <a:r>
              <a:t>D:/pasar_fix/node_modules/.bun/victory-vendor@37.3.6/node_modules/victory-vendor/lib/d3-ease.js</a:t>
            </a:r>
          </a:p>
          <a:p>
            <a:pPr>
              <a:defRPr sz="1200"/>
            </a:pPr>
            <a:r>
              <a:t>D:/pasar_fix/node_modules/.bun/victory-vendor@37.3.6/node_modules/victory-vendor/lib/d3-format.js</a:t>
            </a:r>
          </a:p>
          <a:p>
            <a:pPr>
              <a:defRPr sz="1200"/>
            </a:pPr>
            <a:r>
              <a:t>D:/pasar_fix/node_modules/.bun/victory-vendor@37.3.6/node_modules/victory-vendor/lib/d3-interpolate.js</a:t>
            </a:r>
          </a:p>
          <a:p>
            <a:pPr>
              <a:defRPr sz="1200"/>
            </a:pPr>
            <a:r>
              <a:t>D:/pasar_fix/node_modules/.bun/victory-vendor@37.3.6/node_modules/victory-vendor/lib/d3-path.js</a:t>
            </a:r>
          </a:p>
          <a:p>
            <a:pPr>
              <a:defRPr sz="1200"/>
            </a:pPr>
            <a:r>
              <a:t>D:/pasar_fix/node_modules/.bun/victory-vendor@37.3.6/node_modules/victory-vendor/lib/d3-scale.js</a:t>
            </a:r>
          </a:p>
          <a:p>
            <a:pPr>
              <a:defRPr sz="1200"/>
            </a:pPr>
            <a:r>
              <a:t>D:/pasar_fix/node_modules/.bun/victory-vendor@37.3.6/node_modules/victory-vendor/lib/d3-shape.js</a:t>
            </a:r>
          </a:p>
          <a:p>
            <a:pPr>
              <a:defRPr sz="1200"/>
            </a:pPr>
            <a:r>
              <a:t>D:/pasar_fix/node_modules/.bun/victory-vendor@37.3.6/node_modules/victory-vendor/lib/d3-time-format.js</a:t>
            </a:r>
          </a:p>
          <a:p>
            <a:pPr>
              <a:defRPr sz="1200"/>
            </a:pPr>
            <a:r>
              <a:t>D:/pasar_fix/node_modules/.bun/victory-vendor@37.3.6/node_modules/victory-vendor/lib/d3-time.js</a:t>
            </a:r>
          </a:p>
          <a:p>
            <a:pPr>
              <a:defRPr sz="1200"/>
            </a:pPr>
            <a:r>
              <a:t>D:/pasar_fix/node_modules/.bun/victory-vendor@37.3.6/node_modules/victory-vendor/lib/d3-timer.js</a:t>
            </a:r>
          </a:p>
          <a:p>
            <a:pPr>
              <a:defRPr sz="1200"/>
            </a:pPr>
            <a:r>
              <a:t>D:/pasar_fix/node_modules/.bun/victory-vendor@37.3.6/node_modules/victory-vendor/lib/d3-voronoi.js</a:t>
            </a:r>
          </a:p>
          <a:p>
            <a:pPr>
              <a:defRPr sz="1200"/>
            </a:pPr>
            <a:r>
              <a:t>D:/pasar_fix/node_modules/.bun/victory-vendor@37.3.6/node_modules/victory-vendor/lib/internmap.js</a:t>
            </a:r>
          </a:p>
          <a:p>
            <a:pPr>
              <a:defRPr sz="1200"/>
            </a:pPr>
            <a:r>
              <a:t>D:/pasar_fix/node_modules/.bun/victory-vendor@37.3.6/node_modules/victory-vendor/lib-vendor/d3-array/LICENSE</a:t>
            </a:r>
          </a:p>
          <a:p>
            <a:pPr>
              <a:defRPr sz="1200"/>
            </a:pPr>
            <a:r>
              <a:t>D:/pasar_fix/node_modules/.bun/victory-vendor@37.3.6/node_modules/victory-vendor/lib-vendor/d3-array/src/array.js</a:t>
            </a:r>
          </a:p>
          <a:p>
            <a:pPr>
              <a:defRPr sz="1200"/>
            </a:pPr>
            <a:r>
              <a:t>D:/pasar_fix/node_modules/.bun/victory-vendor@37.3.6/node_modules/victory-vendor/lib-vendor/d3-array/src/ascending.js</a:t>
            </a:r>
          </a:p>
          <a:p>
            <a:pPr>
              <a:defRPr sz="1200"/>
            </a:pPr>
            <a:r>
              <a:t>D:/pasar_fix/node_modules/.bun/victory-vendor@37.3.6/node_modules/victory-vendor/lib-vendor/d3-array/src/bin.js</a:t>
            </a:r>
          </a:p>
          <a:p>
            <a:pPr>
              <a:defRPr sz="1200"/>
            </a:pPr>
            <a:r>
              <a:t>D:/pasar_fix/node_modules/.bun/victory-vendor@37.3.6/node_modules/victory-vendor/lib-vendor/d3-array/src/bisect.js</a:t>
            </a:r>
          </a:p>
          <a:p>
            <a:pPr>
              <a:defRPr sz="1200"/>
            </a:pPr>
            <a:r>
              <a:t>D:/pasar_fix/node_modules/.bun/victory-vendor@37.3.6/node_modules/victory-vendor/lib-vendor/d3-array/src/bisector.js</a:t>
            </a:r>
          </a:p>
          <a:p>
            <a:pPr>
              <a:defRPr sz="1200"/>
            </a:pPr>
            <a:r>
              <a:t>D:/pasar_fix/node_modules/.bun/victory-vendor@37.3.6/node_modules/victory-vendor/lib-vendor/d3-array/src/constant.js</a:t>
            </a:r>
          </a:p>
          <a:p>
            <a:pPr>
              <a:defRPr sz="1200"/>
            </a:pPr>
            <a:r>
              <a:t>D:/pasar_fix/node_modules/.bun/victory-vendor@37.3.6/node_modules/victory-vendor/lib-vendor/d3-array/src/count.js</a:t>
            </a:r>
          </a:p>
          <a:p>
            <a:pPr>
              <a:defRPr sz="1200"/>
            </a:pPr>
            <a:r>
              <a:t>D:/pasar_fix/node_modules/.bun/victory-vendor@37.3.6/node_modules/victory-vendor/lib-vendor/d3-array/src/cross.js</a:t>
            </a:r>
          </a:p>
          <a:p>
            <a:pPr>
              <a:defRPr sz="1200"/>
            </a:pPr>
            <a:r>
              <a:t>D:/pasar_fix/node_modules/.bun/victory-vendor@37.3.6/node_modules/victory-vendor/lib-vendor/d3-array/src/cumsum.js</a:t>
            </a:r>
          </a:p>
          <a:p>
            <a:pPr>
              <a:defRPr sz="1200"/>
            </a:pPr>
            <a:r>
              <a:t>D:/pasar_fix/node_modules/.bun/victory-vendor@37.3.6/node_modules/victory-vendor/lib-vendor/d3-array/src/descending.js</a:t>
            </a:r>
          </a:p>
          <a:p>
            <a:pPr>
              <a:defRPr sz="1200"/>
            </a:pPr>
            <a:r>
              <a:t>D:/pasar_fix/node_modules/.bun/victory-vendor@37.3.6/node_modules/victory-vendor/lib-vendor/d3-array/src/deviation.js</a:t>
            </a:r>
          </a:p>
          <a:p>
            <a:pPr>
              <a:defRPr sz="1200"/>
            </a:pPr>
            <a:r>
              <a:t>D:/pasar_fix/node_modules/.bun/victory-vendor@37.3.6/node_modules/victory-vendor/lib-vendor/d3-array/src/difference.js</a:t>
            </a:r>
          </a:p>
          <a:p>
            <a:pPr>
              <a:defRPr sz="1200"/>
            </a:pPr>
            <a:r>
              <a:t>D:/pasar_fix/node_modules/.bun/victory-vendor@37.3.6/node_modules/victory-vendor/lib-vendor/d3-array/src/disjoint.js</a:t>
            </a:r>
          </a:p>
          <a:p>
            <a:pPr>
              <a:defRPr sz="1200"/>
            </a:pPr>
            <a:r>
              <a:t>D:/pasar_fix/node_modules/.bun/victory-vendor@37.3.6/node_modules/victory-vendor/lib-vendor/d3-array/src/every.js</a:t>
            </a:r>
          </a:p>
          <a:p>
            <a:pPr>
              <a:defRPr sz="1200"/>
            </a:pPr>
            <a:r>
              <a:t>D:/pasar_fix/node_modules/.bun/victory-vendor@37.3.6/node_modules/victory-vendor/lib-vendor/d3-array/src/extent.js</a:t>
            </a:r>
          </a:p>
          <a:p>
            <a:pPr>
              <a:defRPr sz="1200"/>
            </a:pPr>
            <a:r>
              <a:t>D:/pasar_fix/node_modules/.bun/victory-vendor@37.3.6/node_modules/victory-vendor/lib-vendor/d3-array/src/filter.js</a:t>
            </a:r>
          </a:p>
          <a:p>
            <a:pPr>
              <a:defRPr sz="1200"/>
            </a:pPr>
            <a:r>
              <a:t>D:/pasar_fix/node_modules/.bun/victory-vendor@37.3.6/node_modules/victory-vendor/lib-vendor/d3-array/src/fsum.js</a:t>
            </a:r>
          </a:p>
          <a:p>
            <a:pPr>
              <a:defRPr sz="1200"/>
            </a:pPr>
            <a:r>
              <a:t>D:/pasar_fix/node_modules/.bun/victory-vendor@37.3.6/node_modules/victory-vendor/lib-vendor/d3-array/src/greatest.js</a:t>
            </a:r>
          </a:p>
          <a:p>
            <a:pPr>
              <a:defRPr sz="1200"/>
            </a:pPr>
            <a:r>
              <a:t>D:/pasar_fix/node_modules/.bun/victory-vendor@37.3.6/node_modules/victory-vendor/lib-vendor/d3-array/src/greatestIndex.js</a:t>
            </a:r>
          </a:p>
          <a:p>
            <a:pPr>
              <a:defRPr sz="1200"/>
            </a:pPr>
            <a:r>
              <a:t>D:/pasar_fix/node_modules/.bun/victory-vendor@37.3.6/node_modules/victory-vendor/lib-vendor/d3-array/src/group.js</a:t>
            </a:r>
          </a:p>
          <a:p>
            <a:pPr>
              <a:defRPr sz="1200"/>
            </a:pPr>
            <a:r>
              <a:t>D:/pasar_fix/node_modules/.bun/victory-vendor@37.3.6/node_modules/victory-vendor/lib-vendor/d3-array/src/groupSort.js</a:t>
            </a:r>
          </a:p>
          <a:p>
            <a:pPr>
              <a:defRPr sz="1200"/>
            </a:pPr>
            <a:r>
              <a:t>D:/pasar_fix/node_modules/.bun/victory-vendor@37.3.6/node_modules/victory-vendor/lib-vendor/d3-array/src/identity.js</a:t>
            </a:r>
          </a:p>
          <a:p>
            <a:pPr>
              <a:defRPr sz="1200"/>
            </a:pPr>
            <a:r>
              <a:t>D:/pasar_fix/node_modules/.bun/victory-vendor@37.3.6/node_modules/victory-vendor/lib-vendor/d3-array/src/index.js</a:t>
            </a:r>
          </a:p>
          <a:p>
            <a:pPr>
              <a:defRPr sz="1200"/>
            </a:pPr>
            <a:r>
              <a:t>D:/pasar_fix/node_modules/.bun/victory-vendor@37.3.6/node_modules/victory-vendor/lib-vendor/d3-array/src/intersection.js</a:t>
            </a:r>
          </a:p>
          <a:p>
            <a:pPr>
              <a:defRPr sz="1200"/>
            </a:pPr>
            <a:r>
              <a:t>D:/pasar_fix/node_modules/.bun/victory-vendor@37.3.6/node_modules/victory-vendor/lib-vendor/d3-array/src/least.js</a:t>
            </a:r>
          </a:p>
          <a:p>
            <a:pPr>
              <a:defRPr sz="1200"/>
            </a:pPr>
            <a:r>
              <a:t>D:/pasar_fix/node_modules/.bun/victory-vendor@37.3.6/node_modules/victory-vendor/lib-vendor/d3-array/src/leastIndex.js</a:t>
            </a:r>
          </a:p>
          <a:p>
            <a:pPr>
              <a:defRPr sz="1200"/>
            </a:pPr>
            <a:r>
              <a:t>D:/pasar_fix/node_modules/.bun/victory-vendor@37.3.6/node_modules/victory-vendor/lib-vendor/d3-array/src/map.js</a:t>
            </a:r>
          </a:p>
          <a:p>
            <a:pPr>
              <a:defRPr sz="1200"/>
            </a:pPr>
            <a:r>
              <a:t>D:/pasar_fix/node_modules/.bun/victory-vendor@37.3.6/node_modules/victory-vendor/lib-vendor/d3-array/src/max.js</a:t>
            </a:r>
          </a:p>
          <a:p>
            <a:pPr>
              <a:defRPr sz="1200"/>
            </a:pPr>
            <a:r>
              <a:t>D:/pasar_fix/node_modules/.bun/victory-vendor@37.3.6/node_modules/victory-vendor/lib-vendor/d3-array/src/maxIndex.js</a:t>
            </a:r>
          </a:p>
          <a:p>
            <a:pPr>
              <a:defRPr sz="1200"/>
            </a:pPr>
            <a:r>
              <a:t>D:/pasar_fix/node_modules/.bun/victory-vendor@37.3.6/node_modules/victory-vendor/lib-vendor/d3-array/src/mean.js</a:t>
            </a:r>
          </a:p>
          <a:p>
            <a:pPr>
              <a:defRPr sz="1200"/>
            </a:pPr>
            <a:r>
              <a:t>D:/pasar_fix/node_modules/.bun/victory-vendor@37.3.6/node_modules/victory-vendor/lib-vendor/d3-array/src/median.js</a:t>
            </a:r>
          </a:p>
          <a:p>
            <a:pPr>
              <a:defRPr sz="1200"/>
            </a:pPr>
            <a:r>
              <a:t>D:/pasar_fix/node_modules/.bun/victory-vendor@37.3.6/node_modules/victory-vendor/lib-vendor/d3-array/src/merge.js</a:t>
            </a:r>
          </a:p>
          <a:p>
            <a:pPr>
              <a:defRPr sz="1200"/>
            </a:pPr>
            <a:r>
              <a:t>D:/pasar_fix/node_modules/.bun/victory-vendor@37.3.6/node_modules/victory-vendor/lib-vendor/d3-array/src/min.js</a:t>
            </a:r>
          </a:p>
          <a:p>
            <a:pPr>
              <a:defRPr sz="1200"/>
            </a:pPr>
            <a:r>
              <a:t>D:/pasar_fix/node_modules/.bun/victory-vendor@37.3.6/node_modules/victory-vendor/lib-vendor/d3-array/src/minIndex.js</a:t>
            </a:r>
          </a:p>
          <a:p>
            <a:pPr>
              <a:defRPr sz="1200"/>
            </a:pPr>
            <a:r>
              <a:t>D:/pasar_fix/node_modules/.bun/victory-vendor@37.3.6/node_modules/victory-vendor/lib-vendor/d3-array/src/mode.js</a:t>
            </a:r>
          </a:p>
          <a:p>
            <a:pPr>
              <a:defRPr sz="1200"/>
            </a:pPr>
            <a:r>
              <a:t>D:/pasar_fix/node_modules/.bun/victory-vendor@37.3.6/node_modules/victory-vendor/lib-vendor/d3-array/src/nice.js</a:t>
            </a:r>
          </a:p>
          <a:p>
            <a:pPr>
              <a:defRPr sz="1200"/>
            </a:pPr>
            <a:r>
              <a:t>D:/pasar_fix/node_modules/.bun/victory-vendor@37.3.6/node_modules/victory-vendor/lib-vendor/d3-array/src/number.js</a:t>
            </a:r>
          </a:p>
          <a:p>
            <a:pPr>
              <a:defRPr sz="1200"/>
            </a:pPr>
            <a:r>
              <a:t>D:/pasar_fix/node_modules/.bun/victory-vendor@37.3.6/node_modules/victory-vendor/lib-vendor/d3-array/src/pairs.js</a:t>
            </a:r>
          </a:p>
          <a:p>
            <a:pPr>
              <a:defRPr sz="1200"/>
            </a:pPr>
            <a:r>
              <a:t>D:/pasar_fix/node_modules/.bun/victory-vendor@37.3.6/node_modules/victory-vendor/lib-vendor/d3-array/src/permute.js</a:t>
            </a:r>
          </a:p>
          <a:p>
            <a:pPr>
              <a:defRPr sz="1200"/>
            </a:pPr>
            <a:r>
              <a:t>D:/pasar_fix/node_modules/.bun/victory-vendor@37.3.6/node_modules/victory-vendor/lib-vendor/d3-array/src/quantile.js</a:t>
            </a:r>
          </a:p>
          <a:p>
            <a:pPr>
              <a:defRPr sz="1200"/>
            </a:pPr>
            <a:r>
              <a:t>D:/pasar_fix/node_modules/.bun/victory-vendor@37.3.6/node_modules/victory-vendor/lib-vendor/d3-array/src/quickselect.js</a:t>
            </a:r>
          </a:p>
          <a:p>
            <a:pPr>
              <a:defRPr sz="1200"/>
            </a:pPr>
            <a:r>
              <a:t>D:/pasar_fix/node_modules/.bun/victory-vendor@37.3.6/node_modules/victory-vendor/lib-vendor/d3-array/src/range.js</a:t>
            </a:r>
          </a:p>
          <a:p>
            <a:pPr>
              <a:defRPr sz="1200"/>
            </a:pPr>
            <a:r>
              <a:t>D:/pasar_fix/node_modules/.bun/victory-vendor@37.3.6/node_modules/victory-vendor/lib-vendor/d3-array/src/rank.js</a:t>
            </a:r>
          </a:p>
          <a:p>
            <a:pPr>
              <a:defRPr sz="1200"/>
            </a:pPr>
            <a:r>
              <a:t>D:/pasar_fix/node_modules/.bun/victory-vendor@37.3.6/node_modules/victory-vendor/lib-vendor/d3-array/src/reduce.js</a:t>
            </a:r>
          </a:p>
          <a:p>
            <a:pPr>
              <a:defRPr sz="1200"/>
            </a:pPr>
            <a:r>
              <a:t>D:/pasar_fix/node_modules/.bun/victory-vendor@37.3.6/node_modules/victory-vendor/lib-vendor/d3-array/src/reverse.js</a:t>
            </a:r>
          </a:p>
          <a:p>
            <a:pPr>
              <a:defRPr sz="1200"/>
            </a:pPr>
            <a:r>
              <a:t>D:/pasar_fix/node_modules/.bun/victory-vendor@37.3.6/node_modules/victory-vendor/lib-vendor/d3-array/src/scan.js</a:t>
            </a:r>
          </a:p>
          <a:p>
            <a:pPr>
              <a:defRPr sz="1200"/>
            </a:pPr>
            <a:r>
              <a:t>D:/pasar_fix/node_modules/.bun/victory-vendor@37.3.6/node_modules/victory-vendor/lib-vendor/d3-array/src/shuffle.js</a:t>
            </a:r>
          </a:p>
          <a:p>
            <a:pPr>
              <a:defRPr sz="1200"/>
            </a:pPr>
            <a:r>
              <a:t>D:/pasar_fix/node_modules/.bun/victory-vendor@37.3.6/node_modules/victory-vendor/lib-vendor/d3-array/src/some.js</a:t>
            </a:r>
          </a:p>
          <a:p>
            <a:pPr>
              <a:defRPr sz="1200"/>
            </a:pPr>
            <a:r>
              <a:t>D:/pasar_fix/node_modules/.bun/victory-vendor@37.3.6/node_modules/victory-vendor/lib-vendor/d3-array/src/sort.js</a:t>
            </a:r>
          </a:p>
          <a:p>
            <a:pPr>
              <a:defRPr sz="1200"/>
            </a:pPr>
            <a:r>
              <a:t>D:/pasar_fix/node_modules/.bun/victory-vendor@37.3.6/node_modules/victory-vendor/lib-vendor/d3-array/src/subset.js</a:t>
            </a:r>
          </a:p>
          <a:p>
            <a:pPr>
              <a:defRPr sz="1200"/>
            </a:pPr>
            <a:r>
              <a:t>D:/pasar_fix/node_modules/.bun/victory-vendor@37.3.6/node_modules/victory-vendor/lib-vendor/d3-array/src/sum.js</a:t>
            </a:r>
          </a:p>
          <a:p>
            <a:pPr>
              <a:defRPr sz="1200"/>
            </a:pPr>
            <a:r>
              <a:t>D:/pasar_fix/node_modules/.bun/victory-vendor@37.3.6/node_modules/victory-vendor/lib-vendor/d3-array/src/superset.js</a:t>
            </a:r>
          </a:p>
          <a:p>
            <a:pPr>
              <a:defRPr sz="1200"/>
            </a:pPr>
            <a:r>
              <a:t>D:/pasar_fix/node_modules/.bun/victory-vendor@37.3.6/node_modules/victory-vendor/lib-vendor/d3-array/src/ticks.js</a:t>
            </a:r>
          </a:p>
          <a:p>
            <a:pPr>
              <a:defRPr sz="1200"/>
            </a:pPr>
            <a:r>
              <a:t>D:/pasar_fix/node_modules/.bun/victory-vendor@37.3.6/node_modules/victory-vendor/lib-vendor/d3-array/src/transpose.js</a:t>
            </a:r>
          </a:p>
          <a:p>
            <a:pPr>
              <a:defRPr sz="1200"/>
            </a:pPr>
            <a:r>
              <a:t>D:/pasar_fix/node_modules/.bun/victory-vendor@37.3.6/node_modules/victory-vendor/lib-vendor/d3-array/src/union.js</a:t>
            </a:r>
          </a:p>
          <a:p>
            <a:pPr>
              <a:defRPr sz="1200"/>
            </a:pPr>
            <a:r>
              <a:t>D:/pasar_fix/node_modules/.bun/victory-vendor@37.3.6/node_modules/victory-vendor/lib-vendor/d3-array/src/variance.js</a:t>
            </a:r>
          </a:p>
          <a:p>
            <a:pPr>
              <a:defRPr sz="1200"/>
            </a:pPr>
            <a:r>
              <a:t>D:/pasar_fix/node_modules/.bun/victory-vendor@37.3.6/node_modules/victory-vendor/lib-vendor/d3-array/src/zip.js</a:t>
            </a:r>
          </a:p>
          <a:p>
            <a:pPr>
              <a:defRPr sz="1200"/>
            </a:pPr>
            <a:r>
              <a:t>D:/pasar_fix/node_modules/.bun/victory-vendor@37.3.6/node_modules/victory-vendor/lib-vendor/d3-array/src/threshold/freedmanDiaconis.js</a:t>
            </a:r>
          </a:p>
          <a:p>
            <a:pPr>
              <a:defRPr sz="1200"/>
            </a:pPr>
            <a:r>
              <a:t>D:/pasar_fix/node_modules/.bun/victory-vendor@37.3.6/node_modules/victory-vendor/lib-vendor/d3-array/src/threshold/scott.js</a:t>
            </a:r>
          </a:p>
          <a:p>
            <a:pPr>
              <a:defRPr sz="1200"/>
            </a:pPr>
            <a:r>
              <a:t>D:/pasar_fix/node_modules/.bun/victory-vendor@37.3.6/node_modules/victory-vendor/lib-vendor/d3-array/src/threshold/sturges.js</a:t>
            </a:r>
          </a:p>
          <a:p>
            <a:pPr>
              <a:defRPr sz="1200"/>
            </a:pPr>
            <a:r>
              <a:t>D:/pasar_fix/node_modules/.bun/victory-vendor@37.3.6/node_modules/victory-vendor/lib-vendor/d3-color/LICENSE</a:t>
            </a:r>
          </a:p>
          <a:p>
            <a:pPr>
              <a:defRPr sz="1200"/>
            </a:pPr>
            <a:r>
              <a:t>D:/pasar_fix/node_modules/.bun/victory-vendor@37.3.6/node_modules/victory-vendor/lib-vendor/d3-color/src/color.js</a:t>
            </a:r>
          </a:p>
          <a:p>
            <a:pPr>
              <a:defRPr sz="1200"/>
            </a:pPr>
            <a:r>
              <a:t>D:/pasar_fix/node_modules/.bun/victory-vendor@37.3.6/node_modules/victory-vendor/lib-vendor/d3-color/src/cubehelix.js</a:t>
            </a:r>
          </a:p>
          <a:p>
            <a:pPr>
              <a:defRPr sz="1200"/>
            </a:pPr>
            <a:r>
              <a:t>D:/pasar_fix/node_modules/.bun/victory-vendor@37.3.6/node_modules/victory-vendor/lib-vendor/d3-color/src/define.js</a:t>
            </a:r>
          </a:p>
          <a:p>
            <a:pPr>
              <a:defRPr sz="1200"/>
            </a:pPr>
            <a:r>
              <a:t>D:/pasar_fix/node_modules/.bun/victory-vendor@37.3.6/node_modules/victory-vendor/lib-vendor/d3-color/src/index.js</a:t>
            </a:r>
          </a:p>
          <a:p>
            <a:pPr>
              <a:defRPr sz="1200"/>
            </a:pPr>
            <a:r>
              <a:t>D:/pasar_fix/node_modules/.bun/victory-vendor@37.3.6/node_modules/victory-vendor/lib-vendor/d3-color/src/lab.js</a:t>
            </a:r>
          </a:p>
          <a:p>
            <a:pPr>
              <a:defRPr sz="1200"/>
            </a:pPr>
            <a:r>
              <a:t>D:/pasar_fix/node_modules/.bun/victory-vendor@37.3.6/node_modules/victory-vendor/lib-vendor/d3-color/src/math.js</a:t>
            </a:r>
          </a:p>
          <a:p>
            <a:pPr>
              <a:defRPr sz="1200"/>
            </a:pPr>
            <a:r>
              <a:t>D:/pasar_fix/node_modules/.bun/victory-vendor@37.3.6/node_modules/victory-vendor/lib-vendor/d3-ease/LICENSE</a:t>
            </a:r>
          </a:p>
          <a:p>
            <a:pPr>
              <a:defRPr sz="1200"/>
            </a:pPr>
            <a:r>
              <a:t>D:/pasar_fix/node_modules/.bun/victory-vendor@37.3.6/node_modules/victory-vendor/lib-vendor/d3-ease/src/back.js</a:t>
            </a:r>
          </a:p>
          <a:p>
            <a:pPr>
              <a:defRPr sz="1200"/>
            </a:pPr>
            <a:r>
              <a:t>D:/pasar_fix/node_modules/.bun/victory-vendor@37.3.6/node_modules/victory-vendor/lib-vendor/d3-ease/src/bounce.js</a:t>
            </a:r>
          </a:p>
          <a:p>
            <a:pPr>
              <a:defRPr sz="1200"/>
            </a:pPr>
            <a:r>
              <a:t>D:/pasar_fix/node_modules/.bun/victory-vendor@37.3.6/node_modules/victory-vendor/lib-vendor/d3-ease/src/circle.js</a:t>
            </a:r>
          </a:p>
          <a:p>
            <a:pPr>
              <a:defRPr sz="1200"/>
            </a:pPr>
            <a:r>
              <a:t>D:/pasar_fix/node_modules/.bun/victory-vendor@37.3.6/node_modules/victory-vendor/lib-vendor/d3-ease/src/cubic.js</a:t>
            </a:r>
          </a:p>
          <a:p>
            <a:pPr>
              <a:defRPr sz="1200"/>
            </a:pPr>
            <a:r>
              <a:t>D:/pasar_fix/node_modules/.bun/victory-vendor@37.3.6/node_modules/victory-vendor/lib-vendor/d3-ease/src/elastic.js</a:t>
            </a:r>
          </a:p>
          <a:p>
            <a:pPr>
              <a:defRPr sz="1200"/>
            </a:pPr>
            <a:r>
              <a:t>D:/pasar_fix/node_modules/.bun/victory-vendor@37.3.6/node_modules/victory-vendor/lib-vendor/d3-ease/src/exp.js</a:t>
            </a:r>
          </a:p>
          <a:p>
            <a:pPr>
              <a:defRPr sz="1200"/>
            </a:pPr>
            <a:r>
              <a:t>D:/pasar_fix/node_modules/.bun/victory-vendor@37.3.6/node_modules/victory-vendor/lib-vendor/d3-ease/src/index.js</a:t>
            </a:r>
          </a:p>
          <a:p>
            <a:pPr>
              <a:defRPr sz="1200"/>
            </a:pPr>
            <a:r>
              <a:t>D:/pasar_fix/node_modules/.bun/victory-vendor@37.3.6/node_modules/victory-vendor/lib-vendor/d3-ease/src/linear.js</a:t>
            </a:r>
          </a:p>
          <a:p>
            <a:pPr>
              <a:defRPr sz="1200"/>
            </a:pPr>
            <a:r>
              <a:t>D:/pasar_fix/node_modules/.bun/victory-vendor@37.3.6/node_modules/victory-vendor/lib-vendor/d3-ease/src/math.js</a:t>
            </a:r>
          </a:p>
          <a:p>
            <a:pPr>
              <a:defRPr sz="1200"/>
            </a:pPr>
            <a:r>
              <a:t>D:/pasar_fix/node_modules/.bun/victory-vendor@37.3.6/node_modules/victory-vendor/lib-vendor/d3-ease/src/poly.js</a:t>
            </a:r>
          </a:p>
          <a:p>
            <a:pPr>
              <a:defRPr sz="1200"/>
            </a:pPr>
            <a:r>
              <a:t>D:/pasar_fix/node_modules/.bun/victory-vendor@37.3.6/node_modules/victory-vendor/lib-vendor/d3-ease/src/quad.js</a:t>
            </a:r>
          </a:p>
          <a:p>
            <a:pPr>
              <a:defRPr sz="1200"/>
            </a:pPr>
            <a:r>
              <a:t>D:/pasar_fix/node_modules/.bun/victory-vendor@37.3.6/node_modules/victory-vendor/lib-vendor/d3-ease/src/sin.js</a:t>
            </a:r>
          </a:p>
          <a:p>
            <a:pPr>
              <a:defRPr sz="1200"/>
            </a:pPr>
            <a:r>
              <a:t>D:/pasar_fix/node_modules/.bun/victory-vendor@37.3.6/node_modules/victory-vendor/lib-vendor/d3-format/LICENSE</a:t>
            </a:r>
          </a:p>
          <a:p>
            <a:pPr>
              <a:defRPr sz="1200"/>
            </a:pPr>
            <a:r>
              <a:t>D:/pasar_fix/node_modules/.bun/victory-vendor@37.3.6/node_modules/victory-vendor/lib-vendor/d3-format/src/defaultLocale.js</a:t>
            </a:r>
          </a:p>
          <a:p>
            <a:pPr>
              <a:defRPr sz="1200"/>
            </a:pPr>
            <a:r>
              <a:t>D:/pasar_fix/node_modules/.bun/victory-vendor@37.3.6/node_modules/victory-vendor/lib-vendor/d3-format/src/exponent.js</a:t>
            </a:r>
          </a:p>
          <a:p>
            <a:pPr>
              <a:defRPr sz="1200"/>
            </a:pPr>
            <a:r>
              <a:t>D:/pasar_fix/node_modules/.bun/victory-vendor@37.3.6/node_modules/victory-vendor/lib-vendor/d3-format/src/formatDecimal.js</a:t>
            </a:r>
          </a:p>
          <a:p>
            <a:pPr>
              <a:defRPr sz="1200"/>
            </a:pPr>
            <a:r>
              <a:t>D:/pasar_fix/node_modules/.bun/victory-vendor@37.3.6/node_modules/victory-vendor/lib-vendor/d3-format/src/formatGroup.js</a:t>
            </a:r>
          </a:p>
          <a:p>
            <a:pPr>
              <a:defRPr sz="1200"/>
            </a:pPr>
            <a:r>
              <a:t>D:/pasar_fix/node_modules/.bun/victory-vendor@37.3.6/node_modules/victory-vendor/lib-vendor/d3-format/src/formatNumerals.js</a:t>
            </a:r>
          </a:p>
          <a:p>
            <a:pPr>
              <a:defRPr sz="1200"/>
            </a:pPr>
            <a:r>
              <a:t>D:/pasar_fix/node_modules/.bun/victory-vendor@37.3.6/node_modules/victory-vendor/lib-vendor/d3-format/src/formatPrefixAuto.js</a:t>
            </a:r>
          </a:p>
          <a:p>
            <a:pPr>
              <a:defRPr sz="1200"/>
            </a:pPr>
            <a:r>
              <a:t>D:/pasar_fix/node_modules/.bun/victory-vendor@37.3.6/node_modules/victory-vendor/lib-vendor/d3-format/src/formatRounded.js</a:t>
            </a:r>
          </a:p>
          <a:p>
            <a:pPr>
              <a:defRPr sz="1200"/>
            </a:pPr>
            <a:r>
              <a:t>D:/pasar_fix/node_modules/.bun/victory-vendor@37.3.6/node_modules/victory-vendor/lib-vendor/d3-format/src/formatSpecifier.js</a:t>
            </a:r>
          </a:p>
          <a:p>
            <a:pPr>
              <a:defRPr sz="1200"/>
            </a:pPr>
            <a:r>
              <a:t>D:/pasar_fix/node_modules/.bun/victory-vendor@37.3.6/node_modules/victory-vendor/lib-vendor/d3-format/src/formatTrim.js</a:t>
            </a:r>
          </a:p>
          <a:p>
            <a:pPr>
              <a:defRPr sz="1200"/>
            </a:pPr>
            <a:r>
              <a:t>D:/pasar_fix/node_modules/.bun/victory-vendor@37.3.6/node_modules/victory-vendor/lib-vendor/d3-format/src/formatTypes.js</a:t>
            </a:r>
          </a:p>
          <a:p>
            <a:pPr>
              <a:defRPr sz="1200"/>
            </a:pPr>
            <a:r>
              <a:t>D:/pasar_fix/node_modules/.bun/victory-vendor@37.3.6/node_modules/victory-vendor/lib-vendor/d3-format/src/identity.js</a:t>
            </a:r>
          </a:p>
          <a:p>
            <a:pPr>
              <a:defRPr sz="1200"/>
            </a:pPr>
            <a:r>
              <a:t>D:/pasar_fix/node_modules/.bun/victory-vendor@37.3.6/node_modules/victory-vendor/lib-vendor/d3-format/src/index.js</a:t>
            </a:r>
          </a:p>
          <a:p>
            <a:pPr>
              <a:defRPr sz="1200"/>
            </a:pPr>
            <a:r>
              <a:t>D:/pasar_fix/node_modules/.bun/victory-vendor@37.3.6/node_modules/victory-vendor/lib-vendor/d3-format/src/locale.js</a:t>
            </a:r>
          </a:p>
          <a:p>
            <a:pPr>
              <a:defRPr sz="1200"/>
            </a:pPr>
            <a:r>
              <a:t>D:/pasar_fix/node_modules/.bun/victory-vendor@37.3.6/node_modules/victory-vendor/lib-vendor/d3-format/src/precisionFixed.js</a:t>
            </a:r>
          </a:p>
          <a:p>
            <a:pPr>
              <a:defRPr sz="1200"/>
            </a:pPr>
            <a:r>
              <a:t>D:/pasar_fix/node_modules/.bun/victory-vendor@37.3.6/node_modules/victory-vendor/lib-vendor/d3-format/src/precisionPrefix.js</a:t>
            </a:r>
          </a:p>
          <a:p>
            <a:pPr>
              <a:defRPr sz="1200"/>
            </a:pPr>
            <a:r>
              <a:t>D:/pasar_fix/node_modules/.bun/victory-vendor@37.3.6/node_modules/victory-vendor/lib-vendor/d3-format/src/precisionRound.js</a:t>
            </a:r>
          </a:p>
          <a:p>
            <a:pPr>
              <a:defRPr sz="1200"/>
            </a:pPr>
            <a:r>
              <a:t>D:/pasar_fix/node_modules/.bun/victory-vendor@37.3.6/node_modules/victory-vendor/lib-vendor/d3-interpolate/LICENSE</a:t>
            </a:r>
          </a:p>
          <a:p>
            <a:pPr>
              <a:defRPr sz="1200"/>
            </a:pPr>
            <a:r>
              <a:t>D:/pasar_fix/node_modules/.bun/victory-vendor@37.3.6/node_modules/victory-vendor/lib-vendor/d3-interpolate/src/array.js</a:t>
            </a:r>
          </a:p>
          <a:p>
            <a:pPr>
              <a:defRPr sz="1200"/>
            </a:pPr>
            <a:r>
              <a:t>D:/pasar_fix/node_modules/.bun/victory-vendor@37.3.6/node_modules/victory-vendor/lib-vendor/d3-interpolate/src/basis.js</a:t>
            </a:r>
          </a:p>
          <a:p>
            <a:pPr>
              <a:defRPr sz="1200"/>
            </a:pPr>
            <a:r>
              <a:t>D:/pasar_fix/node_modules/.bun/victory-vendor@37.3.6/node_modules/victory-vendor/lib-vendor/d3-interpolate/src/basisClosed.js</a:t>
            </a:r>
          </a:p>
          <a:p>
            <a:pPr>
              <a:defRPr sz="1200"/>
            </a:pPr>
            <a:r>
              <a:t>D:/pasar_fix/node_modules/.bun/victory-vendor@37.3.6/node_modules/victory-vendor/lib-vendor/d3-interpolate/src/color.js</a:t>
            </a:r>
          </a:p>
          <a:p>
            <a:pPr>
              <a:defRPr sz="1200"/>
            </a:pPr>
            <a:r>
              <a:t>D:/pasar_fix/node_modules/.bun/victory-vendor@37.3.6/node_modules/victory-vendor/lib-vendor/d3-interpolate/src/constant.js</a:t>
            </a:r>
          </a:p>
          <a:p>
            <a:pPr>
              <a:defRPr sz="1200"/>
            </a:pPr>
            <a:r>
              <a:t>D:/pasar_fix/node_modules/.bun/victory-vendor@37.3.6/node_modules/victory-vendor/lib-vendor/d3-interpolate/src/cubehelix.js</a:t>
            </a:r>
          </a:p>
          <a:p>
            <a:pPr>
              <a:defRPr sz="1200"/>
            </a:pPr>
            <a:r>
              <a:t>D:/pasar_fix/node_modules/.bun/victory-vendor@37.3.6/node_modules/victory-vendor/lib-vendor/d3-interpolate/src/date.js</a:t>
            </a:r>
          </a:p>
          <a:p>
            <a:pPr>
              <a:defRPr sz="1200"/>
            </a:pPr>
            <a:r>
              <a:t>D:/pasar_fix/node_modules/.bun/victory-vendor@37.3.6/node_modules/victory-vendor/lib-vendor/d3-interpolate/src/discrete.js</a:t>
            </a:r>
          </a:p>
          <a:p>
            <a:pPr>
              <a:defRPr sz="1200"/>
            </a:pPr>
            <a:r>
              <a:t>D:/pasar_fix/node_modules/.bun/victory-vendor@37.3.6/node_modules/victory-vendor/lib-vendor/d3-interpolate/src/hcl.js</a:t>
            </a:r>
          </a:p>
          <a:p>
            <a:pPr>
              <a:defRPr sz="1200"/>
            </a:pPr>
            <a:r>
              <a:t>D:/pasar_fix/node_modules/.bun/victory-vendor@37.3.6/node_modules/victory-vendor/lib-vendor/d3-interpolate/src/hsl.js</a:t>
            </a:r>
          </a:p>
          <a:p>
            <a:pPr>
              <a:defRPr sz="1200"/>
            </a:pPr>
            <a:r>
              <a:t>D:/pasar_fix/node_modules/.bun/victory-vendor@37.3.6/node_modules/victory-vendor/lib-vendor/d3-interpolate/src/hue.js</a:t>
            </a:r>
          </a:p>
          <a:p>
            <a:pPr>
              <a:defRPr sz="1200"/>
            </a:pPr>
            <a:r>
              <a:t>D:/pasar_fix/node_modules/.bun/victory-vendor@37.3.6/node_modules/victory-vendor/lib-vendor/d3-interpolate/src/index.js</a:t>
            </a:r>
          </a:p>
          <a:p>
            <a:pPr>
              <a:defRPr sz="1200"/>
            </a:pPr>
            <a:r>
              <a:t>D:/pasar_fix/node_modules/.bun/victory-vendor@37.3.6/node_modules/victory-vendor/lib-vendor/d3-interpolate/src/lab.js</a:t>
            </a:r>
          </a:p>
          <a:p>
            <a:pPr>
              <a:defRPr sz="1200"/>
            </a:pPr>
            <a:r>
              <a:t>D:/pasar_fix/node_modules/.bun/victory-vendor@37.3.6/node_modules/victory-vendor/lib-vendor/d3-interpolate/src/number.js</a:t>
            </a:r>
          </a:p>
          <a:p>
            <a:pPr>
              <a:defRPr sz="1200"/>
            </a:pPr>
            <a:r>
              <a:t>D:/pasar_fix/node_modules/.bun/victory-vendor@37.3.6/node_modules/victory-vendor/lib-vendor/d3-interpolate/src/numberArray.js</a:t>
            </a:r>
          </a:p>
          <a:p>
            <a:pPr>
              <a:defRPr sz="1200"/>
            </a:pPr>
            <a:r>
              <a:t>D:/pasar_fix/node_modules/.bun/victory-vendor@37.3.6/node_modules/victory-vendor/lib-vendor/d3-interpolate/src/object.js</a:t>
            </a:r>
          </a:p>
          <a:p>
            <a:pPr>
              <a:defRPr sz="1200"/>
            </a:pPr>
            <a:r>
              <a:t>D:/pasar_fix/node_modules/.bun/victory-vendor@37.3.6/node_modules/victory-vendor/lib-vendor/d3-interpolate/src/piecewise.js</a:t>
            </a:r>
          </a:p>
          <a:p>
            <a:pPr>
              <a:defRPr sz="1200"/>
            </a:pPr>
            <a:r>
              <a:t>D:/pasar_fix/node_modules/.bun/victory-vendor@37.3.6/node_modules/victory-vendor/lib-vendor/d3-interpolate/src/quantize.js</a:t>
            </a:r>
          </a:p>
          <a:p>
            <a:pPr>
              <a:defRPr sz="1200"/>
            </a:pPr>
            <a:r>
              <a:t>D:/pasar_fix/node_modules/.bun/victory-vendor@37.3.6/node_modules/victory-vendor/lib-vendor/d3-interpolate/src/rgb.js</a:t>
            </a:r>
          </a:p>
          <a:p>
            <a:pPr>
              <a:defRPr sz="1200"/>
            </a:pPr>
            <a:r>
              <a:t>D:/pasar_fix/node_modules/.bun/victory-vendor@37.3.6/node_modules/victory-vendor/lib-vendor/d3-interpolate/src/round.js</a:t>
            </a:r>
          </a:p>
          <a:p>
            <a:pPr>
              <a:defRPr sz="1200"/>
            </a:pPr>
            <a:r>
              <a:t>D:/pasar_fix/node_modules/.bun/victory-vendor@37.3.6/node_modules/victory-vendor/lib-vendor/d3-interpolate/src/string.js</a:t>
            </a:r>
          </a:p>
          <a:p>
            <a:pPr>
              <a:defRPr sz="1200"/>
            </a:pPr>
            <a:r>
              <a:t>D:/pasar_fix/node_modules/.bun/victory-vendor@37.3.6/node_modules/victory-vendor/lib-vendor/d3-interpolate/src/value.js</a:t>
            </a:r>
          </a:p>
          <a:p>
            <a:pPr>
              <a:defRPr sz="1200"/>
            </a:pPr>
            <a:r>
              <a:t>D:/pasar_fix/node_modules/.bun/victory-vendor@37.3.6/node_modules/victory-vendor/lib-vendor/d3-interpolate/src/zoom.js</a:t>
            </a:r>
          </a:p>
          <a:p>
            <a:pPr>
              <a:defRPr sz="1200"/>
            </a:pPr>
            <a:r>
              <a:t>D:/pasar_fix/node_modules/.bun/victory-vendor@37.3.6/node_modules/victory-vendor/lib-vendor/d3-interpolate/src/transform/decompose.js</a:t>
            </a:r>
          </a:p>
          <a:p>
            <a:pPr>
              <a:defRPr sz="1200"/>
            </a:pPr>
            <a:r>
              <a:t>D:/pasar_fix/node_modules/.bun/victory-vendor@37.3.6/node_modules/victory-vendor/lib-vendor/d3-interpolate/src/transform/index.js</a:t>
            </a:r>
          </a:p>
          <a:p>
            <a:pPr>
              <a:defRPr sz="1200"/>
            </a:pPr>
            <a:r>
              <a:t>D:/pasar_fix/node_modules/.bun/victory-vendor@37.3.6/node_modules/victory-vendor/lib-vendor/d3-interpolate/src/transform/parse.js</a:t>
            </a:r>
          </a:p>
          <a:p>
            <a:pPr>
              <a:defRPr sz="1200"/>
            </a:pPr>
            <a:r>
              <a:t>D:/pasar_fix/node_modules/.bun/victory-vendor@37.3.6/node_modules/victory-vendor/lib-vendor/d3-path/LICENSE</a:t>
            </a:r>
          </a:p>
          <a:p>
            <a:pPr>
              <a:defRPr sz="1200"/>
            </a:pPr>
            <a:r>
              <a:t>D:/pasar_fix/node_modules/.bun/victory-vendor@37.3.6/node_modules/victory-vendor/lib-vendor/d3-path/src/index.js</a:t>
            </a:r>
          </a:p>
          <a:p>
            <a:pPr>
              <a:defRPr sz="1200"/>
            </a:pPr>
            <a:r>
              <a:t>D:/pasar_fix/node_modules/.bun/victory-vendor@37.3.6/node_modules/victory-vendor/lib-vendor/d3-path/src/path.js</a:t>
            </a:r>
          </a:p>
          <a:p>
            <a:pPr>
              <a:defRPr sz="1200"/>
            </a:pPr>
            <a:r>
              <a:t>D:/pasar_fix/node_modules/.bun/victory-vendor@37.3.6/node_modules/victory-vendor/lib-vendor/d3-scale/LICENSE</a:t>
            </a:r>
          </a:p>
          <a:p>
            <a:pPr>
              <a:defRPr sz="1200"/>
            </a:pPr>
            <a:r>
              <a:t>D:/pasar_fix/node_modules/.bun/victory-vendor@37.3.6/node_modules/victory-vendor/lib-vendor/d3-scale/src/band.js</a:t>
            </a:r>
          </a:p>
          <a:p>
            <a:pPr>
              <a:defRPr sz="1200"/>
            </a:pPr>
            <a:r>
              <a:t>D:/pasar_fix/node_modules/.bun/victory-vendor@37.3.6/node_modules/victory-vendor/lib-vendor/d3-scale/src/colors.js</a:t>
            </a:r>
          </a:p>
          <a:p>
            <a:pPr>
              <a:defRPr sz="1200"/>
            </a:pPr>
            <a:r>
              <a:t>D:/pasar_fix/node_modules/.bun/victory-vendor@37.3.6/node_modules/victory-vendor/lib-vendor/d3-scale/src/constant.js</a:t>
            </a:r>
          </a:p>
          <a:p>
            <a:pPr>
              <a:defRPr sz="1200"/>
            </a:pPr>
            <a:r>
              <a:t>D:/pasar_fix/node_modules/.bun/victory-vendor@37.3.6/node_modules/victory-vendor/lib-vendor/d3-scale/src/continuous.js</a:t>
            </a:r>
          </a:p>
          <a:p>
            <a:pPr>
              <a:defRPr sz="1200"/>
            </a:pPr>
            <a:r>
              <a:t>D:/pasar_fix/node_modules/.bun/victory-vendor@37.3.6/node_modules/victory-vendor/lib-vendor/d3-scale/src/diverging.js</a:t>
            </a:r>
          </a:p>
          <a:p>
            <a:pPr>
              <a:defRPr sz="1200"/>
            </a:pPr>
            <a:r>
              <a:t>D:/pasar_fix/node_modules/.bun/victory-vendor@37.3.6/node_modules/victory-vendor/lib-vendor/d3-scale/src/identity.js</a:t>
            </a:r>
          </a:p>
          <a:p>
            <a:pPr>
              <a:defRPr sz="1200"/>
            </a:pPr>
            <a:r>
              <a:t>D:/pasar_fix/node_modules/.bun/victory-vendor@37.3.6/node_modules/victory-vendor/lib-vendor/d3-scale/src/index.js</a:t>
            </a:r>
          </a:p>
          <a:p>
            <a:pPr>
              <a:defRPr sz="1200"/>
            </a:pPr>
            <a:r>
              <a:t>D:/pasar_fix/node_modules/.bun/victory-vendor@37.3.6/node_modules/victory-vendor/lib-vendor/d3-scale/src/init.js</a:t>
            </a:r>
          </a:p>
          <a:p>
            <a:pPr>
              <a:defRPr sz="1200"/>
            </a:pPr>
            <a:r>
              <a:t>D:/pasar_fix/node_modules/.bun/victory-vendor@37.3.6/node_modules/victory-vendor/lib-vendor/d3-scale/src/linear.js</a:t>
            </a:r>
          </a:p>
          <a:p>
            <a:pPr>
              <a:defRPr sz="1200"/>
            </a:pPr>
            <a:r>
              <a:t>D:/pasar_fix/node_modules/.bun/victory-vendor@37.3.6/node_modules/victory-vendor/lib-vendor/d3-scale/src/log.js</a:t>
            </a:r>
          </a:p>
          <a:p>
            <a:pPr>
              <a:defRPr sz="1200"/>
            </a:pPr>
            <a:r>
              <a:t>D:/pasar_fix/node_modules/.bun/victory-vendor@37.3.6/node_modules/victory-vendor/lib-vendor/d3-scale/src/nice.js</a:t>
            </a:r>
          </a:p>
          <a:p>
            <a:pPr>
              <a:defRPr sz="1200"/>
            </a:pPr>
            <a:r>
              <a:t>D:/pasar_fix/node_modules/.bun/victory-vendor@37.3.6/node_modules/victory-vendor/lib-vendor/d3-scale/src/number.js</a:t>
            </a:r>
          </a:p>
          <a:p>
            <a:pPr>
              <a:defRPr sz="1200"/>
            </a:pPr>
            <a:r>
              <a:t>D:/pasar_fix/node_modules/.bun/victory-vendor@37.3.6/node_modules/victory-vendor/lib-vendor/d3-scale/src/ordinal.js</a:t>
            </a:r>
          </a:p>
          <a:p>
            <a:pPr>
              <a:defRPr sz="1200"/>
            </a:pPr>
            <a:r>
              <a:t>D:/pasar_fix/node_modules/.bun/victory-vendor@37.3.6/node_modules/victory-vendor/lib-vendor/d3-scale/src/pow.js</a:t>
            </a:r>
          </a:p>
          <a:p>
            <a:pPr>
              <a:defRPr sz="1200"/>
            </a:pPr>
            <a:r>
              <a:t>D:/pasar_fix/node_modules/.bun/victory-vendor@37.3.6/node_modules/victory-vendor/lib-vendor/d3-scale/src/quantile.js</a:t>
            </a:r>
          </a:p>
          <a:p>
            <a:pPr>
              <a:defRPr sz="1200"/>
            </a:pPr>
            <a:r>
              <a:t>D:/pasar_fix/node_modules/.bun/victory-vendor@37.3.6/node_modules/victory-vendor/lib-vendor/d3-scale/src/quantize.js</a:t>
            </a:r>
          </a:p>
          <a:p>
            <a:pPr>
              <a:defRPr sz="1200"/>
            </a:pPr>
            <a:r>
              <a:t>D:/pasar_fix/node_modules/.bun/victory-vendor@37.3.6/node_modules/victory-vendor/lib-vendor/d3-scale/src/radial.js</a:t>
            </a:r>
          </a:p>
          <a:p>
            <a:pPr>
              <a:defRPr sz="1200"/>
            </a:pPr>
            <a:r>
              <a:t>D:/pasar_fix/node_modules/.bun/victory-vendor@37.3.6/node_modules/victory-vendor/lib-vendor/d3-scale/src/sequential.js</a:t>
            </a:r>
          </a:p>
          <a:p>
            <a:pPr>
              <a:defRPr sz="1200"/>
            </a:pPr>
            <a:r>
              <a:t>D:/pasar_fix/node_modules/.bun/victory-vendor@37.3.6/node_modules/victory-vendor/lib-vendor/d3-scale/src/sequentialQuantile.js</a:t>
            </a:r>
          </a:p>
          <a:p>
            <a:pPr>
              <a:defRPr sz="1200"/>
            </a:pPr>
            <a:r>
              <a:t>D:/pasar_fix/node_modules/.bun/victory-vendor@37.3.6/node_modules/victory-vendor/lib-vendor/d3-scale/src/symlog.js</a:t>
            </a:r>
          </a:p>
          <a:p>
            <a:pPr>
              <a:defRPr sz="1200"/>
            </a:pPr>
            <a:r>
              <a:t>D:/pasar_fix/node_modules/.bun/victory-vendor@37.3.6/node_modules/victory-vendor/lib-vendor/d3-scale/src/threshold.js</a:t>
            </a:r>
          </a:p>
          <a:p>
            <a:pPr>
              <a:defRPr sz="1200"/>
            </a:pPr>
            <a:r>
              <a:t>D:/pasar_fix/node_modules/.bun/victory-vendor@37.3.6/node_modules/victory-vendor/lib-vendor/d3-scale/src/tickFormat.js</a:t>
            </a:r>
          </a:p>
          <a:p>
            <a:pPr>
              <a:defRPr sz="1200"/>
            </a:pPr>
            <a:r>
              <a:t>D:/pasar_fix/node_modules/.bun/victory-vendor@37.3.6/node_modules/victory-vendor/lib-vendor/d3-scale/src/time.js</a:t>
            </a:r>
          </a:p>
          <a:p>
            <a:pPr>
              <a:defRPr sz="1200"/>
            </a:pPr>
            <a:r>
              <a:t>D:/pasar_fix/node_modules/.bun/victory-vendor@37.3.6/node_modules/victory-vendor/lib-vendor/d3-scale/src/utcTime.js</a:t>
            </a:r>
          </a:p>
          <a:p>
            <a:pPr>
              <a:defRPr sz="1200"/>
            </a:pPr>
            <a:r>
              <a:t>D:/pasar_fix/node_modules/.bun/victory-vendor@37.3.6/node_modules/victory-vendor/lib-vendor/d3-shape/LICENSE</a:t>
            </a:r>
          </a:p>
          <a:p>
            <a:pPr>
              <a:defRPr sz="1200"/>
            </a:pPr>
            <a:r>
              <a:t>D:/pasar_fix/node_modules/.bun/victory-vendor@37.3.6/node_modules/victory-vendor/lib-vendor/d3-shape/src/arc.js</a:t>
            </a:r>
          </a:p>
          <a:p>
            <a:pPr>
              <a:defRPr sz="1200"/>
            </a:pPr>
            <a:r>
              <a:t>D:/pasar_fix/node_modules/.bun/victory-vendor@37.3.6/node_modules/victory-vendor/lib-vendor/d3-shape/src/area.js</a:t>
            </a:r>
          </a:p>
          <a:p>
            <a:pPr>
              <a:defRPr sz="1200"/>
            </a:pPr>
            <a:r>
              <a:t>D:/pasar_fix/node_modules/.bun/victory-vendor@37.3.6/node_modules/victory-vendor/lib-vendor/d3-shape/src/areaRadial.js</a:t>
            </a:r>
          </a:p>
          <a:p>
            <a:pPr>
              <a:defRPr sz="1200"/>
            </a:pPr>
            <a:r>
              <a:t>D:/pasar_fix/node_modules/.bun/victory-vendor@37.3.6/node_modules/victory-vendor/lib-vendor/d3-shape/src/array.js</a:t>
            </a:r>
          </a:p>
          <a:p>
            <a:pPr>
              <a:defRPr sz="1200"/>
            </a:pPr>
            <a:r>
              <a:t>D:/pasar_fix/node_modules/.bun/victory-vendor@37.3.6/node_modules/victory-vendor/lib-vendor/d3-shape/src/constant.js</a:t>
            </a:r>
          </a:p>
          <a:p>
            <a:pPr>
              <a:defRPr sz="1200"/>
            </a:pPr>
            <a:r>
              <a:t>D:/pasar_fix/node_modules/.bun/victory-vendor@37.3.6/node_modules/victory-vendor/lib-vendor/d3-shape/src/descending.js</a:t>
            </a:r>
          </a:p>
          <a:p>
            <a:pPr>
              <a:defRPr sz="1200"/>
            </a:pPr>
            <a:r>
              <a:t>D:/pasar_fix/node_modules/.bun/victory-vendor@37.3.6/node_modules/victory-vendor/lib-vendor/d3-shape/src/identity.js</a:t>
            </a:r>
          </a:p>
          <a:p>
            <a:pPr>
              <a:defRPr sz="1200"/>
            </a:pPr>
            <a:r>
              <a:t>D:/pasar_fix/node_modules/.bun/victory-vendor@37.3.6/node_modules/victory-vendor/lib-vendor/d3-shape/src/index.js</a:t>
            </a:r>
          </a:p>
          <a:p>
            <a:pPr>
              <a:defRPr sz="1200"/>
            </a:pPr>
            <a:r>
              <a:t>D:/pasar_fix/node_modules/.bun/victory-vendor@37.3.6/node_modules/victory-vendor/lib-vendor/d3-shape/src/line.js</a:t>
            </a:r>
          </a:p>
          <a:p>
            <a:pPr>
              <a:defRPr sz="1200"/>
            </a:pPr>
            <a:r>
              <a:t>D:/pasar_fix/node_modules/.bun/victory-vendor@37.3.6/node_modules/victory-vendor/lib-vendor/d3-shape/src/lineRadial.js</a:t>
            </a:r>
          </a:p>
          <a:p>
            <a:pPr>
              <a:defRPr sz="1200"/>
            </a:pPr>
            <a:r>
              <a:t>D:/pasar_fix/node_modules/.bun/victory-vendor@37.3.6/node_modules/victory-vendor/lib-vendor/d3-shape/src/link.js</a:t>
            </a:r>
          </a:p>
          <a:p>
            <a:pPr>
              <a:defRPr sz="1200"/>
            </a:pPr>
            <a:r>
              <a:t>D:/pasar_fix/node_modules/.bun/victory-vendor@37.3.6/node_modules/victory-vendor/lib-vendor/d3-shape/src/math.js</a:t>
            </a:r>
          </a:p>
          <a:p>
            <a:pPr>
              <a:defRPr sz="1200"/>
            </a:pPr>
            <a:r>
              <a:t>D:/pasar_fix/node_modules/.bun/victory-vendor@37.3.6/node_modules/victory-vendor/lib-vendor/d3-shape/src/noop.js</a:t>
            </a:r>
          </a:p>
          <a:p>
            <a:pPr>
              <a:defRPr sz="1200"/>
            </a:pPr>
            <a:r>
              <a:t>D:/pasar_fix/node_modules/.bun/victory-vendor@37.3.6/node_modules/victory-vendor/lib-vendor/d3-shape/src/pie.js</a:t>
            </a:r>
          </a:p>
          <a:p>
            <a:pPr>
              <a:defRPr sz="1200"/>
            </a:pPr>
            <a:r>
              <a:t>D:/pasar_fix/node_modules/.bun/victory-vendor@37.3.6/node_modules/victory-vendor/lib-vendor/d3-shape/src/point.js</a:t>
            </a:r>
          </a:p>
          <a:p>
            <a:pPr>
              <a:defRPr sz="1200"/>
            </a:pPr>
            <a:r>
              <a:t>D:/pasar_fix/node_modules/.bun/victory-vendor@37.3.6/node_modules/victory-vendor/lib-vendor/d3-shape/src/pointRadial.js</a:t>
            </a:r>
          </a:p>
          <a:p>
            <a:pPr>
              <a:defRPr sz="1200"/>
            </a:pPr>
            <a:r>
              <a:t>D:/pasar_fix/node_modules/.bun/victory-vendor@37.3.6/node_modules/victory-vendor/lib-vendor/d3-shape/src/stack.js</a:t>
            </a:r>
          </a:p>
          <a:p>
            <a:pPr>
              <a:defRPr sz="1200"/>
            </a:pPr>
            <a:r>
              <a:t>D:/pasar_fix/node_modules/.bun/victory-vendor@37.3.6/node_modules/victory-vendor/lib-vendor/d3-shape/src/symbol.js</a:t>
            </a:r>
          </a:p>
          <a:p>
            <a:pPr>
              <a:defRPr sz="1200"/>
            </a:pPr>
            <a:r>
              <a:t>D:/pasar_fix/node_modules/.bun/victory-vendor@37.3.6/node_modules/victory-vendor/lib-vendor/d3-shape/src/curve/basis.js</a:t>
            </a:r>
          </a:p>
          <a:p>
            <a:pPr>
              <a:defRPr sz="1200"/>
            </a:pPr>
            <a:r>
              <a:t>D:/pasar_fix/node_modules/.bun/victory-vendor@37.3.6/node_modules/victory-vendor/lib-vendor/d3-shape/src/curve/basisClosed.js</a:t>
            </a:r>
          </a:p>
          <a:p>
            <a:pPr>
              <a:defRPr sz="1200"/>
            </a:pPr>
            <a:r>
              <a:t>D:/pasar_fix/node_modules/.bun/victory-vendor@37.3.6/node_modules/victory-vendor/lib-vendor/d3-shape/src/curve/basisOpen.js</a:t>
            </a:r>
          </a:p>
          <a:p>
            <a:pPr>
              <a:defRPr sz="1200"/>
            </a:pPr>
            <a:r>
              <a:t>D:/pasar_fix/node_modules/.bun/victory-vendor@37.3.6/node_modules/victory-vendor/lib-vendor/d3-shape/src/curve/bump.js</a:t>
            </a:r>
          </a:p>
          <a:p>
            <a:pPr>
              <a:defRPr sz="1200"/>
            </a:pPr>
            <a:r>
              <a:t>D:/pasar_fix/node_modules/.bun/victory-vendor@37.3.6/node_modules/victory-vendor/lib-vendor/d3-shape/src/curve/bundle.js</a:t>
            </a:r>
          </a:p>
          <a:p>
            <a:pPr>
              <a:defRPr sz="1200"/>
            </a:pPr>
            <a:r>
              <a:t>D:/pasar_fix/node_modules/.bun/victory-vendor@37.3.6/node_modules/victory-vendor/lib-vendor/d3-shape/src/curve/cardinal.js</a:t>
            </a:r>
          </a:p>
          <a:p>
            <a:pPr>
              <a:defRPr sz="1200"/>
            </a:pPr>
            <a:r>
              <a:t>D:/pasar_fix/node_modules/.bun/victory-vendor@37.3.6/node_modules/victory-vendor/lib-vendor/d3-shape/src/curve/cardinalClosed.js</a:t>
            </a:r>
          </a:p>
          <a:p>
            <a:pPr>
              <a:defRPr sz="1200"/>
            </a:pPr>
            <a:r>
              <a:t>D:/pasar_fix/node_modules/.bun/victory-vendor@37.3.6/node_modules/victory-vendor/lib-vendor/d3-shape/src/curve/cardinalOpen.js</a:t>
            </a:r>
          </a:p>
          <a:p>
            <a:pPr>
              <a:defRPr sz="1200"/>
            </a:pPr>
            <a:r>
              <a:t>D:/pasar_fix/node_modules/.bun/victory-vendor@37.3.6/node_modules/victory-vendor/lib-vendor/d3-shape/src/curve/catmullRom.js</a:t>
            </a:r>
          </a:p>
          <a:p>
            <a:pPr>
              <a:defRPr sz="1200"/>
            </a:pPr>
            <a:r>
              <a:t>D:/pasar_fix/node_modules/.bun/victory-vendor@37.3.6/node_modules/victory-vendor/lib-vendor/d3-shape/src/curve/catmullRomClosed.js</a:t>
            </a:r>
          </a:p>
          <a:p>
            <a:pPr>
              <a:defRPr sz="1200"/>
            </a:pPr>
            <a:r>
              <a:t>D:/pasar_fix/node_modules/.bun/victory-vendor@37.3.6/node_modules/victory-vendor/lib-vendor/d3-shape/src/curve/catmullRomOpen.js</a:t>
            </a:r>
          </a:p>
          <a:p>
            <a:pPr>
              <a:defRPr sz="1200"/>
            </a:pPr>
            <a:r>
              <a:t>D:/pasar_fix/node_modules/.bun/victory-vendor@37.3.6/node_modules/victory-vendor/lib-vendor/d3-shape/src/curve/linear.js</a:t>
            </a:r>
          </a:p>
          <a:p>
            <a:pPr>
              <a:defRPr sz="1200"/>
            </a:pPr>
            <a:r>
              <a:t>D:/pasar_fix/node_modules/.bun/victory-vendor@37.3.6/node_modules/victory-vendor/lib-vendor/d3-shape/src/curve/linearClosed.js</a:t>
            </a:r>
          </a:p>
          <a:p>
            <a:pPr>
              <a:defRPr sz="1200"/>
            </a:pPr>
            <a:r>
              <a:t>D:/pasar_fix/node_modules/.bun/victory-vendor@37.3.6/node_modules/victory-vendor/lib-vendor/d3-shape/src/curve/monotone.js</a:t>
            </a:r>
          </a:p>
          <a:p>
            <a:pPr>
              <a:defRPr sz="1200"/>
            </a:pPr>
            <a:r>
              <a:t>D:/pasar_fix/node_modules/.bun/victory-vendor@37.3.6/node_modules/victory-vendor/lib-vendor/d3-shape/src/curve/natural.js</a:t>
            </a:r>
          </a:p>
          <a:p>
            <a:pPr>
              <a:defRPr sz="1200"/>
            </a:pPr>
            <a:r>
              <a:t>D:/pasar_fix/node_modules/.bun/victory-vendor@37.3.6/node_modules/victory-vendor/lib-vendor/d3-shape/src/curve/radial.js</a:t>
            </a:r>
          </a:p>
          <a:p>
            <a:pPr>
              <a:defRPr sz="1200"/>
            </a:pPr>
            <a:r>
              <a:t>D:/pasar_fix/node_modules/.bun/victory-vendor@37.3.6/node_modules/victory-vendor/lib-vendor/d3-shape/src/curve/step.js</a:t>
            </a:r>
          </a:p>
          <a:p>
            <a:pPr>
              <a:defRPr sz="1200"/>
            </a:pPr>
            <a:r>
              <a:t>D:/pasar_fix/node_modules/.bun/victory-vendor@37.3.6/node_modules/victory-vendor/lib-vendor/d3-shape/src/offset/diverging.js</a:t>
            </a:r>
          </a:p>
          <a:p>
            <a:pPr>
              <a:defRPr sz="1200"/>
            </a:pPr>
            <a:r>
              <a:t>D:/pasar_fix/node_modules/.bun/victory-vendor@37.3.6/node_modules/victory-vendor/lib-vendor/d3-shape/src/offset/expand.js</a:t>
            </a:r>
          </a:p>
          <a:p>
            <a:pPr>
              <a:defRPr sz="1200"/>
            </a:pPr>
            <a:r>
              <a:t>D:/pasar_fix/node_modules/.bun/victory-vendor@37.3.6/node_modules/victory-vendor/lib-vendor/d3-shape/src/offset/none.js</a:t>
            </a:r>
          </a:p>
          <a:p>
            <a:pPr>
              <a:defRPr sz="1200"/>
            </a:pPr>
            <a:r>
              <a:t>D:/pasar_fix/node_modules/.bun/victory-vendor@37.3.6/node_modules/victory-vendor/lib-vendor/d3-shape/src/offset/silhouette.js</a:t>
            </a:r>
          </a:p>
          <a:p>
            <a:pPr>
              <a:defRPr sz="1200"/>
            </a:pPr>
            <a:r>
              <a:t>D:/pasar_fix/node_modules/.bun/victory-vendor@37.3.6/node_modules/victory-vendor/lib-vendor/d3-shape/src/offset/wiggle.js</a:t>
            </a:r>
          </a:p>
          <a:p>
            <a:pPr>
              <a:defRPr sz="1200"/>
            </a:pPr>
            <a:r>
              <a:t>D:/pasar_fix/node_modules/.bun/victory-vendor@37.3.6/node_modules/victory-vendor/lib-vendor/d3-shape/src/order/appearance.js</a:t>
            </a:r>
          </a:p>
          <a:p>
            <a:pPr>
              <a:defRPr sz="1200"/>
            </a:pPr>
            <a:r>
              <a:t>D:/pasar_fix/node_modules/.bun/victory-vendor@37.3.6/node_modules/victory-vendor/lib-vendor/d3-shape/src/order/ascending.js</a:t>
            </a:r>
          </a:p>
          <a:p>
            <a:pPr>
              <a:defRPr sz="1200"/>
            </a:pPr>
            <a:r>
              <a:t>D:/pasar_fix/node_modules/.bun/victory-vendor@37.3.6/node_modules/victory-vendor/lib-vendor/d3-shape/src/order/descending.js</a:t>
            </a:r>
          </a:p>
          <a:p>
            <a:pPr>
              <a:defRPr sz="1200"/>
            </a:pPr>
            <a:r>
              <a:t>D:/pasar_fix/node_modules/.bun/victory-vendor@37.3.6/node_modules/victory-vendor/lib-vendor/d3-shape/src/order/insideOut.js</a:t>
            </a:r>
          </a:p>
          <a:p>
            <a:pPr>
              <a:defRPr sz="1200"/>
            </a:pPr>
            <a:r>
              <a:t>D:/pasar_fix/node_modules/.bun/victory-vendor@37.3.6/node_modules/victory-vendor/lib-vendor/d3-shape/src/order/none.js</a:t>
            </a:r>
          </a:p>
          <a:p>
            <a:pPr>
              <a:defRPr sz="1200"/>
            </a:pPr>
            <a:r>
              <a:t>D:/pasar_fix/node_modules/.bun/victory-vendor@37.3.6/node_modules/victory-vendor/lib-vendor/d3-shape/src/order/reverse.js</a:t>
            </a:r>
          </a:p>
          <a:p>
            <a:pPr>
              <a:defRPr sz="1200"/>
            </a:pPr>
            <a:r>
              <a:t>D:/pasar_fix/node_modules/.bun/victory-vendor@37.3.6/node_modules/victory-vendor/lib-vendor/d3-shape/src/symbol/asterisk.js</a:t>
            </a:r>
          </a:p>
          <a:p>
            <a:pPr>
              <a:defRPr sz="1200"/>
            </a:pPr>
            <a:r>
              <a:t>D:/pasar_fix/node_modules/.bun/victory-vendor@37.3.6/node_modules/victory-vendor/lib-vendor/d3-shape/src/symbol/circle.js</a:t>
            </a:r>
          </a:p>
          <a:p>
            <a:pPr>
              <a:defRPr sz="1200"/>
            </a:pPr>
            <a:r>
              <a:t>D:/pasar_fix/node_modules/.bun/victory-vendor@37.3.6/node_modules/victory-vendor/lib-vendor/d3-shape/src/symbol/cross.js</a:t>
            </a:r>
          </a:p>
          <a:p>
            <a:pPr>
              <a:defRPr sz="1200"/>
            </a:pPr>
            <a:r>
              <a:t>D:/pasar_fix/node_modules/.bun/victory-vendor@37.3.6/node_modules/victory-vendor/lib-vendor/d3-shape/src/symbol/diamond.js</a:t>
            </a:r>
          </a:p>
          <a:p>
            <a:pPr>
              <a:defRPr sz="1200"/>
            </a:pPr>
            <a:r>
              <a:t>D:/pasar_fix/node_modules/.bun/victory-vendor@37.3.6/node_modules/victory-vendor/lib-vendor/d3-shape/src/symbol/diamond2.js</a:t>
            </a:r>
          </a:p>
          <a:p>
            <a:pPr>
              <a:defRPr sz="1200"/>
            </a:pPr>
            <a:r>
              <a:t>D:/pasar_fix/node_modules/.bun/victory-vendor@37.3.6/node_modules/victory-vendor/lib-vendor/d3-shape/src/symbol/plus.js</a:t>
            </a:r>
          </a:p>
          <a:p>
            <a:pPr>
              <a:defRPr sz="1200"/>
            </a:pPr>
            <a:r>
              <a:t>D:/pasar_fix/node_modules/.bun/victory-vendor@37.3.6/node_modules/victory-vendor/lib-vendor/d3-shape/src/symbol/square.js</a:t>
            </a:r>
          </a:p>
          <a:p>
            <a:pPr>
              <a:defRPr sz="1200"/>
            </a:pPr>
            <a:r>
              <a:t>D:/pasar_fix/node_modules/.bun/victory-vendor@37.3.6/node_modules/victory-vendor/lib-vendor/d3-shape/src/symbol/square2.js</a:t>
            </a:r>
          </a:p>
          <a:p>
            <a:pPr>
              <a:defRPr sz="1200"/>
            </a:pPr>
            <a:r>
              <a:t>D:/pasar_fix/node_modules/.bun/victory-vendor@37.3.6/node_modules/victory-vendor/lib-vendor/d3-shape/src/symbol/star.js</a:t>
            </a:r>
          </a:p>
          <a:p>
            <a:pPr>
              <a:defRPr sz="1200"/>
            </a:pPr>
            <a:r>
              <a:t>D:/pasar_fix/node_modules/.bun/victory-vendor@37.3.6/node_modules/victory-vendor/lib-vendor/d3-shape/src/symbol/triangle.js</a:t>
            </a:r>
          </a:p>
          <a:p>
            <a:pPr>
              <a:defRPr sz="1200"/>
            </a:pPr>
            <a:r>
              <a:t>D:/pasar_fix/node_modules/.bun/victory-vendor@37.3.6/node_modules/victory-vendor/lib-vendor/d3-shape/src/symbol/triangle2.js</a:t>
            </a:r>
          </a:p>
          <a:p>
            <a:pPr>
              <a:defRPr sz="1200"/>
            </a:pPr>
            <a:r>
              <a:t>D:/pasar_fix/node_modules/.bun/victory-vendor@37.3.6/node_modules/victory-vendor/lib-vendor/d3-shape/src/symbol/wye.js</a:t>
            </a:r>
          </a:p>
          <a:p>
            <a:pPr>
              <a:defRPr sz="1200"/>
            </a:pPr>
            <a:r>
              <a:t>D:/pasar_fix/node_modules/.bun/victory-vendor@37.3.6/node_modules/victory-vendor/lib-vendor/d3-shape/src/symbol/x.js</a:t>
            </a:r>
          </a:p>
          <a:p>
            <a:pPr>
              <a:defRPr sz="1200"/>
            </a:pPr>
            <a:r>
              <a:t>D:/pasar_fix/node_modules/.bun/victory-vendor@37.3.6/node_modules/victory-vendor/lib-vendor/d3-time/LICENSE</a:t>
            </a:r>
          </a:p>
          <a:p>
            <a:pPr>
              <a:defRPr sz="1200"/>
            </a:pPr>
            <a:r>
              <a:t>D:/pasar_fix/node_modules/.bun/victory-vendor@37.3.6/node_modules/victory-vendor/lib-vendor/d3-time/src/day.js</a:t>
            </a:r>
          </a:p>
          <a:p>
            <a:pPr>
              <a:defRPr sz="1200"/>
            </a:pPr>
            <a:r>
              <a:t>D:/pasar_fix/node_modules/.bun/victory-vendor@37.3.6/node_modules/victory-vendor/lib-vendor/d3-time/src/duration.js</a:t>
            </a:r>
          </a:p>
          <a:p>
            <a:pPr>
              <a:defRPr sz="1200"/>
            </a:pPr>
            <a:r>
              <a:t>D:/pasar_fix/node_modules/.bun/victory-vendor@37.3.6/node_modules/victory-vendor/lib-vendor/d3-time/src/hour.js</a:t>
            </a:r>
          </a:p>
          <a:p>
            <a:pPr>
              <a:defRPr sz="1200"/>
            </a:pPr>
            <a:r>
              <a:t>D:/pasar_fix/node_modules/.bun/victory-vendor@37.3.6/node_modules/victory-vendor/lib-vendor/d3-time/src/index.js</a:t>
            </a:r>
          </a:p>
          <a:p>
            <a:pPr>
              <a:defRPr sz="1200"/>
            </a:pPr>
            <a:r>
              <a:t>D:/pasar_fix/node_modules/.bun/victory-vendor@37.3.6/node_modules/victory-vendor/lib-vendor/d3-time/src/interval.js</a:t>
            </a:r>
          </a:p>
          <a:p>
            <a:pPr>
              <a:defRPr sz="1200"/>
            </a:pPr>
            <a:r>
              <a:t>D:/pasar_fix/node_modules/.bun/victory-vendor@37.3.6/node_modules/victory-vendor/lib-vendor/d3-time/src/millisecond.js</a:t>
            </a:r>
          </a:p>
          <a:p>
            <a:pPr>
              <a:defRPr sz="1200"/>
            </a:pPr>
            <a:r>
              <a:t>D:/pasar_fix/node_modules/.bun/victory-vendor@37.3.6/node_modules/victory-vendor/lib-vendor/d3-time/src/minute.js</a:t>
            </a:r>
          </a:p>
          <a:p>
            <a:pPr>
              <a:defRPr sz="1200"/>
            </a:pPr>
            <a:r>
              <a:t>D:/pasar_fix/node_modules/.bun/victory-vendor@37.3.6/node_modules/victory-vendor/lib-vendor/d3-time/src/month.js</a:t>
            </a:r>
          </a:p>
          <a:p>
            <a:pPr>
              <a:defRPr sz="1200"/>
            </a:pPr>
            <a:r>
              <a:t>D:/pasar_fix/node_modules/.bun/victory-vendor@37.3.6/node_modules/victory-vendor/lib-vendor/d3-time/src/second.js</a:t>
            </a:r>
          </a:p>
          <a:p>
            <a:pPr>
              <a:defRPr sz="1200"/>
            </a:pPr>
            <a:r>
              <a:t>D:/pasar_fix/node_modules/.bun/victory-vendor@37.3.6/node_modules/victory-vendor/lib-vendor/d3-time/src/ticks.js</a:t>
            </a:r>
          </a:p>
          <a:p>
            <a:pPr>
              <a:defRPr sz="1200"/>
            </a:pPr>
            <a:r>
              <a:t>D:/pasar_fix/node_modules/.bun/victory-vendor@37.3.6/node_modules/victory-vendor/lib-vendor/d3-time/src/utcDay.js</a:t>
            </a:r>
          </a:p>
          <a:p>
            <a:pPr>
              <a:defRPr sz="1200"/>
            </a:pPr>
            <a:r>
              <a:t>D:/pasar_fix/node_modules/.bun/victory-vendor@37.3.6/node_modules/victory-vendor/lib-vendor/d3-time/src/utcHour.js</a:t>
            </a:r>
          </a:p>
          <a:p>
            <a:pPr>
              <a:defRPr sz="1200"/>
            </a:pPr>
            <a:r>
              <a:t>D:/pasar_fix/node_modules/.bun/victory-vendor@37.3.6/node_modules/victory-vendor/lib-vendor/d3-time/src/utcMinute.js</a:t>
            </a:r>
          </a:p>
          <a:p>
            <a:pPr>
              <a:defRPr sz="1200"/>
            </a:pPr>
            <a:r>
              <a:t>D:/pasar_fix/node_modules/.bun/victory-vendor@37.3.6/node_modules/victory-vendor/lib-vendor/d3-time/src/utcMonth.js</a:t>
            </a:r>
          </a:p>
          <a:p>
            <a:pPr>
              <a:defRPr sz="1200"/>
            </a:pPr>
            <a:r>
              <a:t>D:/pasar_fix/node_modules/.bun/victory-vendor@37.3.6/node_modules/victory-vendor/lib-vendor/d3-time/src/utcWeek.js</a:t>
            </a:r>
          </a:p>
          <a:p>
            <a:pPr>
              <a:defRPr sz="1200"/>
            </a:pPr>
            <a:r>
              <a:t>D:/pasar_fix/node_modules/.bun/victory-vendor@37.3.6/node_modules/victory-vendor/lib-vendor/d3-time/src/utcYear.js</a:t>
            </a:r>
          </a:p>
          <a:p>
            <a:pPr>
              <a:defRPr sz="1200"/>
            </a:pPr>
            <a:r>
              <a:t>D:/pasar_fix/node_modules/.bun/victory-vendor@37.3.6/node_modules/victory-vendor/lib-vendor/d3-time/src/week.js</a:t>
            </a:r>
          </a:p>
          <a:p>
            <a:pPr>
              <a:defRPr sz="1200"/>
            </a:pPr>
            <a:r>
              <a:t>D:/pasar_fix/node_modules/.bun/victory-vendor@37.3.6/node_modules/victory-vendor/lib-vendor/d3-time/src/year.js</a:t>
            </a:r>
          </a:p>
          <a:p>
            <a:pPr>
              <a:defRPr sz="1200"/>
            </a:pPr>
            <a:r>
              <a:t>D:/pasar_fix/node_modules/.bun/victory-vendor@37.3.6/node_modules/victory-vendor/lib-vendor/d3-time-format/LICENSE</a:t>
            </a:r>
          </a:p>
          <a:p>
            <a:pPr>
              <a:defRPr sz="1200"/>
            </a:pPr>
            <a:r>
              <a:t>D:/pasar_fix/node_modules/.bun/victory-vendor@37.3.6/node_modules/victory-vendor/lib-vendor/d3-time-format/src/defaultLocale.js</a:t>
            </a:r>
          </a:p>
          <a:p>
            <a:pPr>
              <a:defRPr sz="1200"/>
            </a:pPr>
            <a:r>
              <a:t>D:/pasar_fix/node_modules/.bun/victory-vendor@37.3.6/node_modules/victory-vendor/lib-vendor/d3-time-format/src/index.js</a:t>
            </a:r>
          </a:p>
          <a:p>
            <a:pPr>
              <a:defRPr sz="1200"/>
            </a:pPr>
            <a:r>
              <a:t>D:/pasar_fix/node_modules/.bun/victory-vendor@37.3.6/node_modules/victory-vendor/lib-vendor/d3-time-format/src/isoFormat.js</a:t>
            </a:r>
          </a:p>
          <a:p>
            <a:pPr>
              <a:defRPr sz="1200"/>
            </a:pPr>
            <a:r>
              <a:t>D:/pasar_fix/node_modules/.bun/victory-vendor@37.3.6/node_modules/victory-vendor/lib-vendor/d3-time-format/src/isoParse.js</a:t>
            </a:r>
          </a:p>
          <a:p>
            <a:pPr>
              <a:defRPr sz="1200"/>
            </a:pPr>
            <a:r>
              <a:t>D:/pasar_fix/node_modules/.bun/victory-vendor@37.3.6/node_modules/victory-vendor/lib-vendor/d3-time-format/src/locale.js</a:t>
            </a:r>
          </a:p>
          <a:p>
            <a:pPr>
              <a:defRPr sz="1200"/>
            </a:pPr>
            <a:r>
              <a:t>D:/pasar_fix/node_modules/.bun/victory-vendor@37.3.6/node_modules/victory-vendor/lib-vendor/d3-timer/LICENSE</a:t>
            </a:r>
          </a:p>
          <a:p>
            <a:pPr>
              <a:defRPr sz="1200"/>
            </a:pPr>
            <a:r>
              <a:t>D:/pasar_fix/node_modules/.bun/victory-vendor@37.3.6/node_modules/victory-vendor/lib-vendor/d3-timer/src/index.js</a:t>
            </a:r>
          </a:p>
          <a:p>
            <a:pPr>
              <a:defRPr sz="1200"/>
            </a:pPr>
            <a:r>
              <a:t>D:/pasar_fix/node_modules/.bun/victory-vendor@37.3.6/node_modules/victory-vendor/lib-vendor/d3-timer/src/interval.js</a:t>
            </a:r>
          </a:p>
          <a:p>
            <a:pPr>
              <a:defRPr sz="1200"/>
            </a:pPr>
            <a:r>
              <a:t>D:/pasar_fix/node_modules/.bun/victory-vendor@37.3.6/node_modules/victory-vendor/lib-vendor/d3-timer/src/timeout.js</a:t>
            </a:r>
          </a:p>
          <a:p>
            <a:pPr>
              <a:defRPr sz="1200"/>
            </a:pPr>
            <a:r>
              <a:t>D:/pasar_fix/node_modules/.bun/victory-vendor@37.3.6/node_modules/victory-vendor/lib-vendor/d3-timer/src/timer.js</a:t>
            </a:r>
          </a:p>
          <a:p>
            <a:pPr>
              <a:defRPr sz="1200"/>
            </a:pPr>
            <a:r>
              <a:t>D:/pasar_fix/node_modules/.bun/victory-vendor@37.3.6/node_modules/victory-vendor/lib-vendor/d3-voronoi/LICENSE</a:t>
            </a:r>
          </a:p>
          <a:p>
            <a:pPr>
              <a:defRPr sz="1200"/>
            </a:pPr>
            <a:r>
              <a:t>D:/pasar_fix/node_modules/.bun/victory-vendor@37.3.6/node_modules/victory-vendor/lib-vendor/d3-voronoi/src/Beach.js</a:t>
            </a:r>
          </a:p>
          <a:p>
            <a:pPr>
              <a:defRPr sz="1200"/>
            </a:pPr>
            <a:r>
              <a:t>D:/pasar_fix/node_modules/.bun/victory-vendor@37.3.6/node_modules/victory-vendor/lib-vendor/d3-voronoi/src/Cell.js</a:t>
            </a:r>
          </a:p>
          <a:p>
            <a:pPr>
              <a:defRPr sz="1200"/>
            </a:pPr>
            <a:r>
              <a:t>D:/pasar_fix/node_modules/.bun/victory-vendor@37.3.6/node_modules/victory-vendor/lib-vendor/d3-voronoi/src/Circle.js</a:t>
            </a:r>
          </a:p>
          <a:p>
            <a:pPr>
              <a:defRPr sz="1200"/>
            </a:pPr>
            <a:r>
              <a:t>D:/pasar_fix/node_modules/.bun/victory-vendor@37.3.6/node_modules/victory-vendor/lib-vendor/d3-voronoi/src/constant.js</a:t>
            </a:r>
          </a:p>
          <a:p>
            <a:pPr>
              <a:defRPr sz="1200"/>
            </a:pPr>
            <a:r>
              <a:t>D:/pasar_fix/node_modules/.bun/victory-vendor@37.3.6/node_modules/victory-vendor/lib-vendor/d3-voronoi/src/Diagram.js</a:t>
            </a:r>
          </a:p>
          <a:p>
            <a:pPr>
              <a:defRPr sz="1200"/>
            </a:pPr>
            <a:r>
              <a:t>D:/pasar_fix/node_modules/.bun/victory-vendor@37.3.6/node_modules/victory-vendor/lib-vendor/d3-voronoi/src/Edge.js</a:t>
            </a:r>
          </a:p>
          <a:p>
            <a:pPr>
              <a:defRPr sz="1200"/>
            </a:pPr>
            <a:r>
              <a:t>D:/pasar_fix/node_modules/.bun/victory-vendor@37.3.6/node_modules/victory-vendor/lib-vendor/d3-voronoi/src/index.js</a:t>
            </a:r>
          </a:p>
          <a:p>
            <a:pPr>
              <a:defRPr sz="1200"/>
            </a:pPr>
            <a:r>
              <a:t>D:/pasar_fix/node_modules/.bun/victory-vendor@37.3.6/node_modules/victory-vendor/lib-vendor/d3-voronoi/src/point.js</a:t>
            </a:r>
          </a:p>
          <a:p>
            <a:pPr>
              <a:defRPr sz="1200"/>
            </a:pPr>
            <a:r>
              <a:t>D:/pasar_fix/node_modules/.bun/victory-vendor@37.3.6/node_modules/victory-vendor/lib-vendor/d3-voronoi/src/RedBlackTree.js</a:t>
            </a:r>
          </a:p>
          <a:p>
            <a:pPr>
              <a:defRPr sz="1200"/>
            </a:pPr>
            <a:r>
              <a:t>D:/pasar_fix/node_modules/.bun/victory-vendor@37.3.6/node_modules/victory-vendor/lib-vendor/d3-voronoi/src/voronoi.js</a:t>
            </a:r>
          </a:p>
          <a:p>
            <a:pPr>
              <a:defRPr sz="1200"/>
            </a:pPr>
            <a:r>
              <a:t>D:/pasar_fix/node_modules/.bun/victory-vendor@37.3.6/node_modules/victory-vendor/lib-vendor/internmap/LICENSE</a:t>
            </a:r>
          </a:p>
          <a:p>
            <a:pPr>
              <a:defRPr sz="1200"/>
            </a:pPr>
            <a:r>
              <a:t>D:/pasar_fix/node_modules/.bun/victory-vendor@37.3.6/node_modules/victory-vendor/lib-vendor/internmap/src/index.js</a:t>
            </a:r>
          </a:p>
          <a:p>
            <a:pPr>
              <a:defRPr sz="1200"/>
            </a:pPr>
            <a:r>
              <a:t>D:/pasar_fix/node_modules/.bun/vite-node@3.2.4+2728b98861eb2585/node_modules/.bin/vite-node.bunx</a:t>
            </a:r>
          </a:p>
          <a:p>
            <a:pPr>
              <a:defRPr sz="1200"/>
            </a:pPr>
            <a:r>
              <a:t>D:/pasar_fix/node_modules/.bun/vite-node@3.2.4+2728b98861eb2585/node_modules/.bin/vite-node.exe</a:t>
            </a:r>
          </a:p>
          <a:p>
            <a:pPr>
              <a:defRPr sz="1200"/>
            </a:pPr>
            <a:r>
              <a:t>D:/pasar_fix/node_modules/.bun/vite-node@3.2.4+2728b98861eb2585/node_modules/.bin/vite.bunx</a:t>
            </a:r>
          </a:p>
          <a:p>
            <a:pPr>
              <a:defRPr sz="1200"/>
            </a:pPr>
            <a:r>
              <a:t>D:/pasar_fix/node_modules/.bun/vite-node@3.2.4+2728b98861eb2585/node_modules/.bin/vite.exe</a:t>
            </a:r>
          </a:p>
          <a:p>
            <a:pPr>
              <a:defRPr sz="1200"/>
            </a:pPr>
            <a:r>
              <a:t>D:/pasar_fix/node_modules/.bun/vite-node@3.2.4+2728b98861eb2585/node_modules/vite-node/LICENSE</a:t>
            </a:r>
          </a:p>
          <a:p>
            <a:pPr>
              <a:defRPr sz="1200"/>
            </a:pPr>
            <a:r>
              <a:t>D:/pasar_fix/node_modules/.bun/vite-node@3.2.4+2728b98861eb2585/node_modules/vite-node/package.json</a:t>
            </a:r>
          </a:p>
          <a:p>
            <a:pPr>
              <a:defRPr sz="1200"/>
            </a:pPr>
            <a:r>
              <a:t>D:/pasar_fix/node_modules/.bun/vite-node@3.2.4+2728b98861eb2585/node_modules/vite-node/README.md</a:t>
            </a:r>
          </a:p>
          <a:p>
            <a:pPr>
              <a:defRPr sz="1200"/>
            </a:pPr>
            <a:r>
              <a:t>D:/pasar_fix/node_modules/.bun/vite-node@3.2.4+2728b98861eb2585/node_modules/vite-node/vite-node.mjs</a:t>
            </a:r>
          </a:p>
          <a:p>
            <a:pPr>
              <a:defRPr sz="1200"/>
            </a:pPr>
            <a:r>
              <a:t>D:/pasar_fix/node_modules/.bun/vite-node@3.2.4+2728b98861eb2585/node_modules/vite-node/dist/chunk-browser.cjs</a:t>
            </a:r>
          </a:p>
          <a:p>
            <a:pPr>
              <a:defRPr sz="1200"/>
            </a:pPr>
            <a:r>
              <a:t>D:/pasar_fix/node_modules/.bun/vite-node@3.2.4+2728b98861eb2585/node_modules/vite-node/dist/chunk-browser.mjs</a:t>
            </a:r>
          </a:p>
          <a:p>
            <a:pPr>
              <a:defRPr sz="1200"/>
            </a:pPr>
            <a:r>
              <a:t>D:/pasar_fix/node_modules/.bun/vite-node@3.2.4+2728b98861eb2585/node_modules/vite-node/dist/chunk-hmr.cjs</a:t>
            </a:r>
          </a:p>
          <a:p>
            <a:pPr>
              <a:defRPr sz="1200"/>
            </a:pPr>
            <a:r>
              <a:t>D:/pasar_fix/node_modules/.bun/vite-node@3.2.4+2728b98861eb2585/node_modules/vite-node/dist/chunk-hmr.mjs</a:t>
            </a:r>
          </a:p>
          <a:p>
            <a:pPr>
              <a:defRPr sz="1200"/>
            </a:pPr>
            <a:r>
              <a:t>D:/pasar_fix/node_modules/.bun/vite-node@3.2.4+2728b98861eb2585/node_modules/vite-node/dist/cli.cjs</a:t>
            </a:r>
          </a:p>
          <a:p>
            <a:pPr>
              <a:defRPr sz="1200"/>
            </a:pPr>
            <a:r>
              <a:t>D:/pasar_fix/node_modules/.bun/vite-node@3.2.4+2728b98861eb2585/node_modules/vite-node/dist/cli.d.ts</a:t>
            </a:r>
          </a:p>
          <a:p>
            <a:pPr>
              <a:defRPr sz="1200"/>
            </a:pPr>
            <a:r>
              <a:t>D:/pasar_fix/node_modules/.bun/vite-node@3.2.4+2728b98861eb2585/node_modules/vite-node/dist/cli.mjs</a:t>
            </a:r>
          </a:p>
          <a:p>
            <a:pPr>
              <a:defRPr sz="1200"/>
            </a:pPr>
            <a:r>
              <a:t>D:/pasar_fix/node_modules/.bun/vite-node@3.2.4+2728b98861eb2585/node_modules/vite-node/dist/client.cjs</a:t>
            </a:r>
          </a:p>
          <a:p>
            <a:pPr>
              <a:defRPr sz="1200"/>
            </a:pPr>
            <a:r>
              <a:t>D:/pasar_fix/node_modules/.bun/vite-node@3.2.4+2728b98861eb2585/node_modules/vite-node/dist/client.d.ts</a:t>
            </a:r>
          </a:p>
          <a:p>
            <a:pPr>
              <a:defRPr sz="1200"/>
            </a:pPr>
            <a:r>
              <a:t>D:/pasar_fix/node_modules/.bun/vite-node@3.2.4+2728b98861eb2585/node_modules/vite-node/dist/client.mjs</a:t>
            </a:r>
          </a:p>
          <a:p>
            <a:pPr>
              <a:defRPr sz="1200"/>
            </a:pPr>
            <a:r>
              <a:t>D:/pasar_fix/node_modules/.bun/vite-node@3.2.4+2728b98861eb2585/node_modules/vite-node/dist/constants.cjs</a:t>
            </a:r>
          </a:p>
          <a:p>
            <a:pPr>
              <a:defRPr sz="1200"/>
            </a:pPr>
            <a:r>
              <a:t>D:/pasar_fix/node_modules/.bun/vite-node@3.2.4+2728b98861eb2585/node_modules/vite-node/dist/constants.d.ts</a:t>
            </a:r>
          </a:p>
          <a:p>
            <a:pPr>
              <a:defRPr sz="1200"/>
            </a:pPr>
            <a:r>
              <a:t>D:/pasar_fix/node_modules/.bun/vite-node@3.2.4+2728b98861eb2585/node_modules/vite-node/dist/constants.mjs</a:t>
            </a:r>
          </a:p>
          <a:p>
            <a:pPr>
              <a:defRPr sz="1200"/>
            </a:pPr>
            <a:r>
              <a:t>D:/pasar_fix/node_modules/.bun/vite-node@3.2.4+2728b98861eb2585/node_modules/vite-node/dist/hmr.cjs</a:t>
            </a:r>
          </a:p>
          <a:p>
            <a:pPr>
              <a:defRPr sz="1200"/>
            </a:pPr>
            <a:r>
              <a:t>D:/pasar_fix/node_modules/.bun/vite-node@3.2.4+2728b98861eb2585/node_modules/vite-node/dist/hmr.d.ts</a:t>
            </a:r>
          </a:p>
          <a:p>
            <a:pPr>
              <a:defRPr sz="1200"/>
            </a:pPr>
            <a:r>
              <a:t>D:/pasar_fix/node_modules/.bun/vite-node@3.2.4+2728b98861eb2585/node_modules/vite-node/dist/hmr.mjs</a:t>
            </a:r>
          </a:p>
          <a:p>
            <a:pPr>
              <a:defRPr sz="1200"/>
            </a:pPr>
            <a:r>
              <a:t>D:/pasar_fix/node_modules/.bun/vite-node@3.2.4+2728b98861eb2585/node_modules/vite-node/dist/index.cjs</a:t>
            </a:r>
          </a:p>
          <a:p>
            <a:pPr>
              <a:defRPr sz="1200"/>
            </a:pPr>
            <a:r>
              <a:t>D:/pasar_fix/node_modules/.bun/vite-node@3.2.4+2728b98861eb2585/node_modules/vite-node/dist/index.d-DGmxD2U7.d.ts</a:t>
            </a:r>
          </a:p>
          <a:p>
            <a:pPr>
              <a:defRPr sz="1200"/>
            </a:pPr>
            <a:r>
              <a:t>D:/pasar_fix/node_modules/.bun/vite-node@3.2.4+2728b98861eb2585/node_modules/vite-node/dist/index.d.ts</a:t>
            </a:r>
          </a:p>
          <a:p>
            <a:pPr>
              <a:defRPr sz="1200"/>
            </a:pPr>
            <a:r>
              <a:t>D:/pasar_fix/node_modules/.bun/vite-node@3.2.4+2728b98861eb2585/node_modules/vite-node/dist/index.mjs</a:t>
            </a:r>
          </a:p>
          <a:p>
            <a:pPr>
              <a:defRPr sz="1200"/>
            </a:pPr>
            <a:r>
              <a:t>D:/pasar_fix/node_modules/.bun/vite-node@3.2.4+2728b98861eb2585/node_modules/vite-node/dist/server.cjs</a:t>
            </a:r>
          </a:p>
          <a:p>
            <a:pPr>
              <a:defRPr sz="1200"/>
            </a:pPr>
            <a:r>
              <a:t>D:/pasar_fix/node_modules/.bun/vite-node@3.2.4+2728b98861eb2585/node_modules/vite-node/dist/server.d.ts</a:t>
            </a:r>
          </a:p>
          <a:p>
            <a:pPr>
              <a:defRPr sz="1200"/>
            </a:pPr>
            <a:r>
              <a:t>D:/pasar_fix/node_modules/.bun/vite-node@3.2.4+2728b98861eb2585/node_modules/vite-node/dist/server.mjs</a:t>
            </a:r>
          </a:p>
          <a:p>
            <a:pPr>
              <a:defRPr sz="1200"/>
            </a:pPr>
            <a:r>
              <a:t>D:/pasar_fix/node_modules/.bun/vite-node@3.2.4+2728b98861eb2585/node_modules/vite-node/dist/source-map.cjs</a:t>
            </a:r>
          </a:p>
          <a:p>
            <a:pPr>
              <a:defRPr sz="1200"/>
            </a:pPr>
            <a:r>
              <a:t>D:/pasar_fix/node_modules/.bun/vite-node@3.2.4+2728b98861eb2585/node_modules/vite-node/dist/source-map.d.ts</a:t>
            </a:r>
          </a:p>
          <a:p>
            <a:pPr>
              <a:defRPr sz="1200"/>
            </a:pPr>
            <a:r>
              <a:t>D:/pasar_fix/node_modules/.bun/vite-node@3.2.4+2728b98861eb2585/node_modules/vite-node/dist/source-map.mjs</a:t>
            </a:r>
          </a:p>
          <a:p>
            <a:pPr>
              <a:defRPr sz="1200"/>
            </a:pPr>
            <a:r>
              <a:t>D:/pasar_fix/node_modules/.bun/vite-node@3.2.4+2728b98861eb2585/node_modules/vite-node/dist/trace-mapping.d-DLVdEqOp.d.ts</a:t>
            </a:r>
          </a:p>
          <a:p>
            <a:pPr>
              <a:defRPr sz="1200"/>
            </a:pPr>
            <a:r>
              <a:t>D:/pasar_fix/node_modules/.bun/vite-node@3.2.4+2728b98861eb2585/node_modules/vite-node/dist/types.cjs</a:t>
            </a:r>
          </a:p>
          <a:p>
            <a:pPr>
              <a:defRPr sz="1200"/>
            </a:pPr>
            <a:r>
              <a:t>D:/pasar_fix/node_modules/.bun/vite-node@3.2.4+2728b98861eb2585/node_modules/vite-node/dist/types.d.ts</a:t>
            </a:r>
          </a:p>
          <a:p>
            <a:pPr>
              <a:defRPr sz="1200"/>
            </a:pPr>
            <a:r>
              <a:t>D:/pasar_fix/node_modules/.bun/vite-node@3.2.4+2728b98861eb2585/node_modules/vite-node/dist/types.mjs</a:t>
            </a:r>
          </a:p>
          <a:p>
            <a:pPr>
              <a:defRPr sz="1200"/>
            </a:pPr>
            <a:r>
              <a:t>D:/pasar_fix/node_modules/.bun/vite-node@3.2.4+2728b98861eb2585/node_modules/vite-node/dist/utils.cjs</a:t>
            </a:r>
          </a:p>
          <a:p>
            <a:pPr>
              <a:defRPr sz="1200"/>
            </a:pPr>
            <a:r>
              <a:t>D:/pasar_fix/node_modules/.bun/vite-node@3.2.4+2728b98861eb2585/node_modules/vite-node/dist/utils.d.ts</a:t>
            </a:r>
          </a:p>
          <a:p>
            <a:pPr>
              <a:defRPr sz="1200"/>
            </a:pPr>
            <a:r>
              <a:t>D:/pasar_fix/node_modules/.bun/vite-node@3.2.4+2728b98861eb2585/node_modules/vite-node/dist/utils.mjs</a:t>
            </a:r>
          </a:p>
          <a:p>
            <a:pPr>
              <a:defRPr sz="1200"/>
            </a:pPr>
            <a:r>
              <a:t>D:/pasar_fix/node_modules/.bun/vite-tsconfig-paths@5.1.4+a38a4b7a0ecdb684/node_modules/.bin/tsconfck.bunx</a:t>
            </a:r>
          </a:p>
          <a:p>
            <a:pPr>
              <a:defRPr sz="1200"/>
            </a:pPr>
            <a:r>
              <a:t>D:/pasar_fix/node_modules/.bun/vite-tsconfig-paths@5.1.4+a38a4b7a0ecdb684/node_modules/.bin/tsconfck.exe</a:t>
            </a:r>
          </a:p>
          <a:p>
            <a:pPr>
              <a:defRPr sz="1200"/>
            </a:pPr>
            <a:r>
              <a:t>D:/pasar_fix/node_modules/.bun/vite-tsconfig-paths@5.1.4+a38a4b7a0ecdb684/node_modules/.bin/vite.bunx</a:t>
            </a:r>
          </a:p>
          <a:p>
            <a:pPr>
              <a:defRPr sz="1200"/>
            </a:pPr>
            <a:r>
              <a:t>D:/pasar_fix/node_modules/.bun/vite-tsconfig-paths@5.1.4+a38a4b7a0ecdb684/node_modules/.bin/vite.exe</a:t>
            </a:r>
          </a:p>
          <a:p>
            <a:pPr>
              <a:defRPr sz="1200"/>
            </a:pPr>
            <a:r>
              <a:t>D:/pasar_fix/node_modules/.bun/vite-tsconfig-paths@5.1.4+a38a4b7a0ecdb684/node_modules/vite-tsconfig-paths/LICENSE</a:t>
            </a:r>
          </a:p>
          <a:p>
            <a:pPr>
              <a:defRPr sz="1200"/>
            </a:pPr>
            <a:r>
              <a:t>D:/pasar_fix/node_modules/.bun/vite-tsconfig-paths@5.1.4+a38a4b7a0ecdb684/node_modules/vite-tsconfig-paths/package.json</a:t>
            </a:r>
          </a:p>
          <a:p>
            <a:pPr>
              <a:defRPr sz="1200"/>
            </a:pPr>
            <a:r>
              <a:t>D:/pasar_fix/node_modules/.bun/vite-tsconfig-paths@5.1.4+a38a4b7a0ecdb684/node_modules/vite-tsconfig-paths/README.md</a:t>
            </a:r>
          </a:p>
          <a:p>
            <a:pPr>
              <a:defRPr sz="1200"/>
            </a:pPr>
            <a:r>
              <a:t>D:/pasar_fix/node_modules/.bun/vite-tsconfig-paths@5.1.4+a38a4b7a0ecdb684/node_modules/vite-tsconfig-paths/dist/index.d.mts</a:t>
            </a:r>
          </a:p>
          <a:p>
            <a:pPr>
              <a:defRPr sz="1200"/>
            </a:pPr>
            <a:r>
              <a:t>D:/pasar_fix/node_modules/.bun/vite-tsconfig-paths@5.1.4+a38a4b7a0ecdb684/node_modules/vite-tsconfig-paths/dist/index.d.ts</a:t>
            </a:r>
          </a:p>
          <a:p>
            <a:pPr>
              <a:defRPr sz="1200"/>
            </a:pPr>
            <a:r>
              <a:t>D:/pasar_fix/node_modules/.bun/vite-tsconfig-paths@5.1.4+a38a4b7a0ecdb684/node_modules/vite-tsconfig-paths/dist/index.js</a:t>
            </a:r>
          </a:p>
          <a:p>
            <a:pPr>
              <a:defRPr sz="1200"/>
            </a:pPr>
            <a:r>
              <a:t>D:/pasar_fix/node_modules/.bun/vite-tsconfig-paths@5.1.4+a38a4b7a0ecdb684/node_modules/vite-tsconfig-paths/dist/index.js.map</a:t>
            </a:r>
          </a:p>
          <a:p>
            <a:pPr>
              <a:defRPr sz="1200"/>
            </a:pPr>
            <a:r>
              <a:t>D:/pasar_fix/node_modules/.bun/vite-tsconfig-paths@5.1.4+a38a4b7a0ecdb684/node_modules/vite-tsconfig-paths/src/debug.ts</a:t>
            </a:r>
          </a:p>
          <a:p>
            <a:pPr>
              <a:defRPr sz="1200"/>
            </a:pPr>
            <a:r>
              <a:t>D:/pasar_fix/node_modules/.bun/vite-tsconfig-paths@5.1.4+a38a4b7a0ecdb684/node_modules/vite-tsconfig-paths/src/index.ts</a:t>
            </a:r>
          </a:p>
          <a:p>
            <a:pPr>
              <a:defRPr sz="1200"/>
            </a:pPr>
            <a:r>
              <a:t>D:/pasar_fix/node_modules/.bun/vite-tsconfig-paths@5.1.4+a38a4b7a0ecdb684/node_modules/vite-tsconfig-paths/src/mappings.ts</a:t>
            </a:r>
          </a:p>
          <a:p>
            <a:pPr>
              <a:defRPr sz="1200"/>
            </a:pPr>
            <a:r>
              <a:t>D:/pasar_fix/node_modules/.bun/vite-tsconfig-paths@5.1.4+a38a4b7a0ecdb684/node_modules/vite-tsconfig-paths/src/path.ts</a:t>
            </a:r>
          </a:p>
          <a:p>
            <a:pPr>
              <a:defRPr sz="1200"/>
            </a:pPr>
            <a:r>
              <a:t>D:/pasar_fix/node_modules/.bun/vite-tsconfig-paths@5.1.4+a38a4b7a0ecdb684/node_modules/vite-tsconfig-paths/src/types.ts</a:t>
            </a:r>
          </a:p>
          <a:p>
            <a:pPr>
              <a:defRPr sz="1200"/>
            </a:pPr>
            <a:r>
              <a:t>D:/pasar_fix/node_modules/.bun/vite@7.3.3+2728b98861eb2585/node_modules/.bin/esbuild.bunx</a:t>
            </a:r>
          </a:p>
          <a:p>
            <a:pPr>
              <a:defRPr sz="1200"/>
            </a:pPr>
            <a:r>
              <a:t>D:/pasar_fix/node_modules/.bun/vite@7.3.3+2728b98861eb2585/node_modules/.bin/esbuild.exe</a:t>
            </a:r>
          </a:p>
          <a:p>
            <a:pPr>
              <a:defRPr sz="1200"/>
            </a:pPr>
            <a:r>
              <a:t>D:/pasar_fix/node_modules/.bun/vite@7.3.3+2728b98861eb2585/node_modules/.bin/jiti.bunx</a:t>
            </a:r>
          </a:p>
          <a:p>
            <a:pPr>
              <a:defRPr sz="1200"/>
            </a:pPr>
            <a:r>
              <a:t>D:/pasar_fix/node_modules/.bun/vite@7.3.3+2728b98861eb2585/node_modules/.bin/jiti.exe</a:t>
            </a:r>
          </a:p>
          <a:p>
            <a:pPr>
              <a:defRPr sz="1200"/>
            </a:pPr>
            <a:r>
              <a:t>D:/pasar_fix/node_modules/.bun/vite@7.3.3+2728b98861eb2585/node_modules/.bin/rollup.bunx</a:t>
            </a:r>
          </a:p>
          <a:p>
            <a:pPr>
              <a:defRPr sz="1200"/>
            </a:pPr>
            <a:r>
              <a:t>D:/pasar_fix/node_modules/.bun/vite@7.3.3+2728b98861eb2585/node_modules/.bin/rollup.exe</a:t>
            </a:r>
          </a:p>
          <a:p>
            <a:pPr>
              <a:defRPr sz="1200"/>
            </a:pPr>
            <a:r>
              <a:t>D:/pasar_fix/node_modules/.bun/vite@7.3.3+2728b98861eb2585/node_modules/.bin/terser.bunx</a:t>
            </a:r>
          </a:p>
          <a:p>
            <a:pPr>
              <a:defRPr sz="1200"/>
            </a:pPr>
            <a:r>
              <a:t>D:/pasar_fix/node_modules/.bun/vite@7.3.3+2728b98861eb2585/node_modules/.bin/terser.exe</a:t>
            </a:r>
          </a:p>
          <a:p>
            <a:pPr>
              <a:defRPr sz="1200"/>
            </a:pPr>
            <a:r>
              <a:t>D:/pasar_fix/node_modules/.bun/vite@7.3.3+2728b98861eb2585/node_modules/.bin/tsx.bunx</a:t>
            </a:r>
          </a:p>
          <a:p>
            <a:pPr>
              <a:defRPr sz="1200"/>
            </a:pPr>
            <a:r>
              <a:t>D:/pasar_fix/node_modules/.bun/vite@7.3.3+2728b98861eb2585/node_modules/.bin/tsx.exe</a:t>
            </a:r>
          </a:p>
          <a:p>
            <a:pPr>
              <a:defRPr sz="1200"/>
            </a:pPr>
            <a:r>
              <a:t>D:/pasar_fix/node_modules/.bun/vite@7.3.3+2728b98861eb2585/node_modules/.bin/vite.bunx</a:t>
            </a:r>
          </a:p>
          <a:p>
            <a:pPr>
              <a:defRPr sz="1200"/>
            </a:pPr>
            <a:r>
              <a:t>D:/pasar_fix/node_modules/.bun/vite@7.3.3+2728b98861eb2585/node_modules/.bin/vite.exe</a:t>
            </a:r>
          </a:p>
          <a:p>
            <a:pPr>
              <a:defRPr sz="1200"/>
            </a:pPr>
            <a:r>
              <a:t>D:/pasar_fix/node_modules/.bun/vite@7.3.3+2728b98861eb2585/node_modules/vite/client.d.ts</a:t>
            </a:r>
          </a:p>
          <a:p>
            <a:pPr>
              <a:defRPr sz="1200"/>
            </a:pPr>
            <a:r>
              <a:t>D:/pasar_fix/node_modules/.bun/vite@7.3.3+2728b98861eb2585/node_modules/vite/LICENSE.md</a:t>
            </a:r>
          </a:p>
          <a:p>
            <a:pPr>
              <a:defRPr sz="1200"/>
            </a:pPr>
            <a:r>
              <a:t>D:/pasar_fix/node_modules/.bun/vite@7.3.3+2728b98861eb2585/node_modules/vite/package.json</a:t>
            </a:r>
          </a:p>
          <a:p>
            <a:pPr>
              <a:defRPr sz="1200"/>
            </a:pPr>
            <a:r>
              <a:t>D:/pasar_fix/node_modules/.bun/vite@7.3.3+2728b98861eb2585/node_modules/vite/README.md</a:t>
            </a:r>
          </a:p>
          <a:p>
            <a:pPr>
              <a:defRPr sz="1200"/>
            </a:pPr>
            <a:r>
              <a:t>D:/pasar_fix/node_modules/.bun/vite@7.3.3+2728b98861eb2585/node_modules/vite/bin/openChrome.js</a:t>
            </a:r>
          </a:p>
          <a:p>
            <a:pPr>
              <a:defRPr sz="1200"/>
            </a:pPr>
            <a:r>
              <a:t>D:/pasar_fix/node_modules/.bun/vite@7.3.3+2728b98861eb2585/node_modules/vite/bin/vite.js</a:t>
            </a:r>
          </a:p>
          <a:p>
            <a:pPr>
              <a:defRPr sz="1200"/>
            </a:pPr>
            <a:r>
              <a:t>D:/pasar_fix/node_modules/.bun/vite@7.3.3+2728b98861eb2585/node_modules/vite/dist/client/client.mjs</a:t>
            </a:r>
          </a:p>
          <a:p>
            <a:pPr>
              <a:defRPr sz="1200"/>
            </a:pPr>
            <a:r>
              <a:t>D:/pasar_fix/node_modules/.bun/vite@7.3.3+2728b98861eb2585/node_modules/vite/dist/client/env.mjs</a:t>
            </a:r>
          </a:p>
          <a:p>
            <a:pPr>
              <a:defRPr sz="1200"/>
            </a:pPr>
            <a:r>
              <a:t>D:/pasar_fix/node_modules/.bun/vite@7.3.3+2728b98861eb2585/node_modules/vite/dist/node/cli.js</a:t>
            </a:r>
          </a:p>
          <a:p>
            <a:pPr>
              <a:defRPr sz="1200"/>
            </a:pPr>
            <a:r>
              <a:t>D:/pasar_fix/node_modules/.bun/vite@7.3.3+2728b98861eb2585/node_modules/vite/dist/node/index.d.ts</a:t>
            </a:r>
          </a:p>
          <a:p>
            <a:pPr>
              <a:defRPr sz="1200"/>
            </a:pPr>
            <a:r>
              <a:t>D:/pasar_fix/node_modules/.bun/vite@7.3.3+2728b98861eb2585/node_modules/vite/dist/node/index.js</a:t>
            </a:r>
          </a:p>
          <a:p>
            <a:pPr>
              <a:defRPr sz="1200"/>
            </a:pPr>
            <a:r>
              <a:t>D:/pasar_fix/node_modules/.bun/vite@7.3.3+2728b98861eb2585/node_modules/vite/dist/node/module-runner.d.ts</a:t>
            </a:r>
          </a:p>
          <a:p>
            <a:pPr>
              <a:defRPr sz="1200"/>
            </a:pPr>
            <a:r>
              <a:t>D:/pasar_fix/node_modules/.bun/vite@7.3.3+2728b98861eb2585/node_modules/vite/dist/node/module-runner.js</a:t>
            </a:r>
          </a:p>
          <a:p>
            <a:pPr>
              <a:defRPr sz="1200"/>
            </a:pPr>
            <a:r>
              <a:t>D:/pasar_fix/node_modules/.bun/vite@7.3.3+2728b98861eb2585/node_modules/vite/dist/node/chunks/build.js</a:t>
            </a:r>
          </a:p>
          <a:p>
            <a:pPr>
              <a:defRPr sz="1200"/>
            </a:pPr>
            <a:r>
              <a:t>D:/pasar_fix/node_modules/.bun/vite@7.3.3+2728b98861eb2585/node_modules/vite/dist/node/chunks/build2.js</a:t>
            </a:r>
          </a:p>
          <a:p>
            <a:pPr>
              <a:defRPr sz="1200"/>
            </a:pPr>
            <a:r>
              <a:t>D:/pasar_fix/node_modules/.bun/vite@7.3.3+2728b98861eb2585/node_modules/vite/dist/node/chunks/chunk.js</a:t>
            </a:r>
          </a:p>
          <a:p>
            <a:pPr>
              <a:defRPr sz="1200"/>
            </a:pPr>
            <a:r>
              <a:t>D:/pasar_fix/node_modules/.bun/vite@7.3.3+2728b98861eb2585/node_modules/vite/dist/node/chunks/config.js</a:t>
            </a:r>
          </a:p>
          <a:p>
            <a:pPr>
              <a:defRPr sz="1200"/>
            </a:pPr>
            <a:r>
              <a:t>D:/pasar_fix/node_modules/.bun/vite@7.3.3+2728b98861eb2585/node_modules/vite/dist/node/chunks/config2.js</a:t>
            </a:r>
          </a:p>
          <a:p>
            <a:pPr>
              <a:defRPr sz="1200"/>
            </a:pPr>
            <a:r>
              <a:t>D:/pasar_fix/node_modules/.bun/vite@7.3.3+2728b98861eb2585/node_modules/vite/dist/node/chunks/dist.js</a:t>
            </a:r>
          </a:p>
          <a:p>
            <a:pPr>
              <a:defRPr sz="1200"/>
            </a:pPr>
            <a:r>
              <a:t>D:/pasar_fix/node_modules/.bun/vite@7.3.3+2728b98861eb2585/node_modules/vite/dist/node/chunks/lib.js</a:t>
            </a:r>
          </a:p>
          <a:p>
            <a:pPr>
              <a:defRPr sz="1200"/>
            </a:pPr>
            <a:r>
              <a:t>D:/pasar_fix/node_modules/.bun/vite@7.3.3+2728b98861eb2585/node_modules/vite/dist/node/chunks/logger.js</a:t>
            </a:r>
          </a:p>
          <a:p>
            <a:pPr>
              <a:defRPr sz="1200"/>
            </a:pPr>
            <a:r>
              <a:t>D:/pasar_fix/node_modules/.bun/vite@7.3.3+2728b98861eb2585/node_modules/vite/dist/node/chunks/moduleRunnerTransport.d.ts</a:t>
            </a:r>
          </a:p>
          <a:p>
            <a:pPr>
              <a:defRPr sz="1200"/>
            </a:pPr>
            <a:r>
              <a:t>D:/pasar_fix/node_modules/.bun/vite@7.3.3+2728b98861eb2585/node_modules/vite/dist/node/chunks/optimizer.js</a:t>
            </a:r>
          </a:p>
          <a:p>
            <a:pPr>
              <a:defRPr sz="1200"/>
            </a:pPr>
            <a:r>
              <a:t>D:/pasar_fix/node_modules/.bun/vite@7.3.3+2728b98861eb2585/node_modules/vite/dist/node/chunks/postcss-import.js</a:t>
            </a:r>
          </a:p>
          <a:p>
            <a:pPr>
              <a:defRPr sz="1200"/>
            </a:pPr>
            <a:r>
              <a:t>D:/pasar_fix/node_modules/.bun/vite@7.3.3+2728b98861eb2585/node_modules/vite/dist/node/chunks/preview.js</a:t>
            </a:r>
          </a:p>
          <a:p>
            <a:pPr>
              <a:defRPr sz="1200"/>
            </a:pPr>
            <a:r>
              <a:t>D:/pasar_fix/node_modules/.bun/vite@7.3.3+2728b98861eb2585/node_modules/vite/dist/node/chunks/server.js</a:t>
            </a:r>
          </a:p>
          <a:p>
            <a:pPr>
              <a:defRPr sz="1200"/>
            </a:pPr>
            <a:r>
              <a:t>D:/pasar_fix/node_modules/.bun/vite@7.3.3+2728b98861eb2585/node_modules/vite/misc/false.js</a:t>
            </a:r>
          </a:p>
          <a:p>
            <a:pPr>
              <a:defRPr sz="1200"/>
            </a:pPr>
            <a:r>
              <a:t>D:/pasar_fix/node_modules/.bun/vite@7.3.3+2728b98861eb2585/node_modules/vite/misc/true.js</a:t>
            </a:r>
          </a:p>
          <a:p>
            <a:pPr>
              <a:defRPr sz="1200"/>
            </a:pPr>
            <a:r>
              <a:t>D:/pasar_fix/node_modules/.bun/vite@7.3.3+2728b98861eb2585/node_modules/vite/types/customEvent.d.ts</a:t>
            </a:r>
          </a:p>
          <a:p>
            <a:pPr>
              <a:defRPr sz="1200"/>
            </a:pPr>
            <a:r>
              <a:t>D:/pasar_fix/node_modules/.bun/vite@7.3.3+2728b98861eb2585/node_modules/vite/types/hmrPayload.d.ts</a:t>
            </a:r>
          </a:p>
          <a:p>
            <a:pPr>
              <a:defRPr sz="1200"/>
            </a:pPr>
            <a:r>
              <a:t>D:/pasar_fix/node_modules/.bun/vite@7.3.3+2728b98861eb2585/node_modules/vite/types/hot.d.ts</a:t>
            </a:r>
          </a:p>
          <a:p>
            <a:pPr>
              <a:defRPr sz="1200"/>
            </a:pPr>
            <a:r>
              <a:t>D:/pasar_fix/node_modules/.bun/vite@7.3.3+2728b98861eb2585/node_modules/vite/types/import-meta.d.ts</a:t>
            </a:r>
          </a:p>
          <a:p>
            <a:pPr>
              <a:defRPr sz="1200"/>
            </a:pPr>
            <a:r>
              <a:t>D:/pasar_fix/node_modules/.bun/vite@7.3.3+2728b98861eb2585/node_modules/vite/types/importGlob.d.ts</a:t>
            </a:r>
          </a:p>
          <a:p>
            <a:pPr>
              <a:defRPr sz="1200"/>
            </a:pPr>
            <a:r>
              <a:t>D:/pasar_fix/node_modules/.bun/vite@7.3.3+2728b98861eb2585/node_modules/vite/types/importMeta.d.ts</a:t>
            </a:r>
          </a:p>
          <a:p>
            <a:pPr>
              <a:defRPr sz="1200"/>
            </a:pPr>
            <a:r>
              <a:t>D:/pasar_fix/node_modules/.bun/vite@7.3.3+2728b98861eb2585/node_modules/vite/types/metadata.d.ts</a:t>
            </a:r>
          </a:p>
          <a:p>
            <a:pPr>
              <a:defRPr sz="1200"/>
            </a:pPr>
            <a:r>
              <a:t>D:/pasar_fix/node_modules/.bun/vite@7.3.3+2728b98861eb2585/node_modules/vite/types/package.json</a:t>
            </a:r>
          </a:p>
          <a:p>
            <a:pPr>
              <a:defRPr sz="1200"/>
            </a:pPr>
            <a:r>
              <a:t>D:/pasar_fix/node_modules/.bun/vite@7.3.3+2728b98861eb2585/node_modules/vite/types/internal/cssPreprocessorOptions.d.ts</a:t>
            </a:r>
          </a:p>
          <a:p>
            <a:pPr>
              <a:defRPr sz="1200"/>
            </a:pPr>
            <a:r>
              <a:t>D:/pasar_fix/node_modules/.bun/vite@7.3.3+2728b98861eb2585/node_modules/vite/types/internal/lightningcssOptions.d.ts</a:t>
            </a:r>
          </a:p>
          <a:p>
            <a:pPr>
              <a:defRPr sz="1200"/>
            </a:pPr>
            <a:r>
              <a:t>D:/pasar_fix/node_modules/.bun/vite@7.3.3+2728b98861eb2585/node_modules/vite/types/internal/terserOptions.d.ts</a:t>
            </a:r>
          </a:p>
          <a:p>
            <a:pPr>
              <a:defRPr sz="1200"/>
            </a:pPr>
            <a:r>
              <a:t>D:/pasar_fix/node_modules/.bun/vitefu@1.1.3+ff94d3202a6adee4/node_modules/.bin/vite.bunx</a:t>
            </a:r>
          </a:p>
          <a:p>
            <a:pPr>
              <a:defRPr sz="1200"/>
            </a:pPr>
            <a:r>
              <a:t>D:/pasar_fix/node_modules/.bun/vitefu@1.1.3+ff94d3202a6adee4/node_modules/.bin/vite.exe</a:t>
            </a:r>
          </a:p>
          <a:p>
            <a:pPr>
              <a:defRPr sz="1200"/>
            </a:pPr>
            <a:r>
              <a:t>D:/pasar_fix/node_modules/.bun/vitefu@1.1.3+ff94d3202a6adee4/node_modules/vitefu/LICENSE</a:t>
            </a:r>
          </a:p>
          <a:p>
            <a:pPr>
              <a:defRPr sz="1200"/>
            </a:pPr>
            <a:r>
              <a:t>D:/pasar_fix/node_modules/.bun/vitefu@1.1.3+ff94d3202a6adee4/node_modules/vitefu/package.json</a:t>
            </a:r>
          </a:p>
          <a:p>
            <a:pPr>
              <a:defRPr sz="1200"/>
            </a:pPr>
            <a:r>
              <a:t>D:/pasar_fix/node_modules/.bun/vitefu@1.1.3+ff94d3202a6adee4/node_modules/vitefu/README.md</a:t>
            </a:r>
          </a:p>
          <a:p>
            <a:pPr>
              <a:defRPr sz="1200"/>
            </a:pPr>
            <a:r>
              <a:t>D:/pasar_fix/node_modules/.bun/vitefu@1.1.3+ff94d3202a6adee4/node_modules/vitefu/src/index.cjs</a:t>
            </a:r>
          </a:p>
          <a:p>
            <a:pPr>
              <a:defRPr sz="1200"/>
            </a:pPr>
            <a:r>
              <a:t>D:/pasar_fix/node_modules/.bun/vitefu@1.1.3+ff94d3202a6adee4/node_modules/vitefu/src/index.d.cts</a:t>
            </a:r>
          </a:p>
          <a:p>
            <a:pPr>
              <a:defRPr sz="1200"/>
            </a:pPr>
            <a:r>
              <a:t>D:/pasar_fix/node_modules/.bun/vitefu@1.1.3+ff94d3202a6adee4/node_modules/vitefu/src/index.d.ts</a:t>
            </a:r>
          </a:p>
          <a:p>
            <a:pPr>
              <a:defRPr sz="1200"/>
            </a:pPr>
            <a:r>
              <a:t>D:/pasar_fix/node_modules/.bun/vitefu@1.1.3+ff94d3202a6adee4/node_modules/vitefu/src/index.js</a:t>
            </a:r>
          </a:p>
          <a:p>
            <a:pPr>
              <a:defRPr sz="1200"/>
            </a:pPr>
            <a:r>
              <a:t>D:/pasar_fix/node_modules/.bun/vitefu@1.1.3+ff94d3202a6adee4/node_modules/vitefu/src/sync.cjs</a:t>
            </a:r>
          </a:p>
          <a:p>
            <a:pPr>
              <a:defRPr sz="1200"/>
            </a:pPr>
            <a:r>
              <a:t>D:/pasar_fix/node_modules/.bun/vitest@3.2.4+213a95e03dc91ff3/node_modules/.bin/vite-node.bunx</a:t>
            </a:r>
          </a:p>
          <a:p>
            <a:pPr>
              <a:defRPr sz="1200"/>
            </a:pPr>
            <a:r>
              <a:t>D:/pasar_fix/node_modules/.bun/vitest@3.2.4+213a95e03dc91ff3/node_modules/.bin/vite-node.exe</a:t>
            </a:r>
          </a:p>
          <a:p>
            <a:pPr>
              <a:defRPr sz="1200"/>
            </a:pPr>
            <a:r>
              <a:t>D:/pasar_fix/node_modules/.bun/vitest@3.2.4+213a95e03dc91ff3/node_modules/.bin/vite.bunx</a:t>
            </a:r>
          </a:p>
          <a:p>
            <a:pPr>
              <a:defRPr sz="1200"/>
            </a:pPr>
            <a:r>
              <a:t>D:/pasar_fix/node_modules/.bun/vitest@3.2.4+213a95e03dc91ff3/node_modules/.bin/vite.exe</a:t>
            </a:r>
          </a:p>
          <a:p>
            <a:pPr>
              <a:defRPr sz="1200"/>
            </a:pPr>
            <a:r>
              <a:t>D:/pasar_fix/node_modules/.bun/vitest@3.2.4+213a95e03dc91ff3/node_modules/.bin/vitest.bunx</a:t>
            </a:r>
          </a:p>
          <a:p>
            <a:pPr>
              <a:defRPr sz="1200"/>
            </a:pPr>
            <a:r>
              <a:t>D:/pasar_fix/node_modules/.bun/vitest@3.2.4+213a95e03dc91ff3/node_modules/.bin/vitest.exe</a:t>
            </a:r>
          </a:p>
          <a:p>
            <a:pPr>
              <a:defRPr sz="1200"/>
            </a:pPr>
            <a:r>
              <a:t>D:/pasar_fix/node_modules/.bun/vitest@3.2.4+213a95e03dc91ff3/node_modules/.bin/why-is-node-running.bunx</a:t>
            </a:r>
          </a:p>
          <a:p>
            <a:pPr>
              <a:defRPr sz="1200"/>
            </a:pPr>
            <a:r>
              <a:t>D:/pasar_fix/node_modules/.bun/vitest@3.2.4+213a95e03dc91ff3/node_modules/.bin/why-is-node-running.exe</a:t>
            </a:r>
          </a:p>
          <a:p>
            <a:pPr>
              <a:defRPr sz="1200"/>
            </a:pPr>
            <a:r>
              <a:t>D:/pasar_fix/node_modules/.bun/vitest@3.2.4+213a95e03dc91ff3/node_modules/vitest/browser.d.ts</a:t>
            </a:r>
          </a:p>
          <a:p>
            <a:pPr>
              <a:defRPr sz="1200"/>
            </a:pPr>
            <a:r>
              <a:t>D:/pasar_fix/node_modules/.bun/vitest@3.2.4+213a95e03dc91ff3/node_modules/vitest/config.d.ts</a:t>
            </a:r>
          </a:p>
          <a:p>
            <a:pPr>
              <a:defRPr sz="1200"/>
            </a:pPr>
            <a:r>
              <a:t>D:/pasar_fix/node_modules/.bun/vitest@3.2.4+213a95e03dc91ff3/node_modules/vitest/coverage.d.ts</a:t>
            </a:r>
          </a:p>
          <a:p>
            <a:pPr>
              <a:defRPr sz="1200"/>
            </a:pPr>
            <a:r>
              <a:t>D:/pasar_fix/node_modules/.bun/vitest@3.2.4+213a95e03dc91ff3/node_modules/vitest/environments.d.ts</a:t>
            </a:r>
          </a:p>
          <a:p>
            <a:pPr>
              <a:defRPr sz="1200"/>
            </a:pPr>
            <a:r>
              <a:t>D:/pasar_fix/node_modules/.bun/vitest@3.2.4+213a95e03dc91ff3/node_modules/vitest/execute.d.ts</a:t>
            </a:r>
          </a:p>
          <a:p>
            <a:pPr>
              <a:defRPr sz="1200"/>
            </a:pPr>
            <a:r>
              <a:t>D:/pasar_fix/node_modules/.bun/vitest@3.2.4+213a95e03dc91ff3/node_modules/vitest/globals.d.ts</a:t>
            </a:r>
          </a:p>
          <a:p>
            <a:pPr>
              <a:defRPr sz="1200"/>
            </a:pPr>
            <a:r>
              <a:t>D:/pasar_fix/node_modules/.bun/vitest@3.2.4+213a95e03dc91ff3/node_modules/vitest/import-meta.d.ts</a:t>
            </a:r>
          </a:p>
          <a:p>
            <a:pPr>
              <a:defRPr sz="1200"/>
            </a:pPr>
            <a:r>
              <a:t>D:/pasar_fix/node_modules/.bun/vitest@3.2.4+213a95e03dc91ff3/node_modules/vitest/importMeta.d.ts</a:t>
            </a:r>
          </a:p>
          <a:p>
            <a:pPr>
              <a:defRPr sz="1200"/>
            </a:pPr>
            <a:r>
              <a:t>D:/pasar_fix/node_modules/.bun/vitest@3.2.4+213a95e03dc91ff3/node_modules/vitest/index.cjs</a:t>
            </a:r>
          </a:p>
          <a:p>
            <a:pPr>
              <a:defRPr sz="1200"/>
            </a:pPr>
            <a:r>
              <a:t>D:/pasar_fix/node_modules/.bun/vitest@3.2.4+213a95e03dc91ff3/node_modules/vitest/index.d.cts</a:t>
            </a:r>
          </a:p>
          <a:p>
            <a:pPr>
              <a:defRPr sz="1200"/>
            </a:pPr>
            <a:r>
              <a:t>D:/pasar_fix/node_modules/.bun/vitest@3.2.4+213a95e03dc91ff3/node_modules/vitest/jsdom.d.ts</a:t>
            </a:r>
          </a:p>
          <a:p>
            <a:pPr>
              <a:defRPr sz="1200"/>
            </a:pPr>
            <a:r>
              <a:t>D:/pasar_fix/node_modules/.bun/vitest@3.2.4+213a95e03dc91ff3/node_modules/vitest/LICENSE.md</a:t>
            </a:r>
          </a:p>
          <a:p>
            <a:pPr>
              <a:defRPr sz="1200"/>
            </a:pPr>
            <a:r>
              <a:t>D:/pasar_fix/node_modules/.bun/vitest@3.2.4+213a95e03dc91ff3/node_modules/vitest/mocker.d.ts</a:t>
            </a:r>
          </a:p>
          <a:p>
            <a:pPr>
              <a:defRPr sz="1200"/>
            </a:pPr>
            <a:r>
              <a:t>D:/pasar_fix/node_modules/.bun/vitest@3.2.4+213a95e03dc91ff3/node_modules/vitest/node.d.ts</a:t>
            </a:r>
          </a:p>
          <a:p>
            <a:pPr>
              <a:defRPr sz="1200"/>
            </a:pPr>
            <a:r>
              <a:t>D:/pasar_fix/node_modules/.bun/vitest@3.2.4+213a95e03dc91ff3/node_modules/vitest/optional-types.d.ts</a:t>
            </a:r>
          </a:p>
          <a:p>
            <a:pPr>
              <a:defRPr sz="1200"/>
            </a:pPr>
            <a:r>
              <a:t>D:/pasar_fix/node_modules/.bun/vitest@3.2.4+213a95e03dc91ff3/node_modules/vitest/package.json</a:t>
            </a:r>
          </a:p>
          <a:p>
            <a:pPr>
              <a:defRPr sz="1200"/>
            </a:pPr>
            <a:r>
              <a:t>D:/pasar_fix/node_modules/.bun/vitest@3.2.4+213a95e03dc91ff3/node_modules/vitest/README.md</a:t>
            </a:r>
          </a:p>
          <a:p>
            <a:pPr>
              <a:defRPr sz="1200"/>
            </a:pPr>
            <a:r>
              <a:t>D:/pasar_fix/node_modules/.bun/vitest@3.2.4+213a95e03dc91ff3/node_modules/vitest/reporters.d.ts</a:t>
            </a:r>
          </a:p>
          <a:p>
            <a:pPr>
              <a:defRPr sz="1200"/>
            </a:pPr>
            <a:r>
              <a:t>D:/pasar_fix/node_modules/.bun/vitest@3.2.4+213a95e03dc91ff3/node_modules/vitest/runners.d.ts</a:t>
            </a:r>
          </a:p>
          <a:p>
            <a:pPr>
              <a:defRPr sz="1200"/>
            </a:pPr>
            <a:r>
              <a:t>D:/pasar_fix/node_modules/.bun/vitest@3.2.4+213a95e03dc91ff3/node_modules/vitest/snapshot.d.ts</a:t>
            </a:r>
          </a:p>
          <a:p>
            <a:pPr>
              <a:defRPr sz="1200"/>
            </a:pPr>
            <a:r>
              <a:t>D:/pasar_fix/node_modules/.bun/vitest@3.2.4+213a95e03dc91ff3/node_modules/vitest/suite.d.ts</a:t>
            </a:r>
          </a:p>
          <a:p>
            <a:pPr>
              <a:defRPr sz="1200"/>
            </a:pPr>
            <a:r>
              <a:t>D:/pasar_fix/node_modules/.bun/vitest@3.2.4+213a95e03dc91ff3/node_modules/vitest/suppress-warnings.cjs</a:t>
            </a:r>
          </a:p>
          <a:p>
            <a:pPr>
              <a:defRPr sz="1200"/>
            </a:pPr>
            <a:r>
              <a:t>D:/pasar_fix/node_modules/.bun/vitest@3.2.4+213a95e03dc91ff3/node_modules/vitest/utils.d.ts</a:t>
            </a:r>
          </a:p>
          <a:p>
            <a:pPr>
              <a:defRPr sz="1200"/>
            </a:pPr>
            <a:r>
              <a:t>D:/pasar_fix/node_modules/.bun/vitest@3.2.4+213a95e03dc91ff3/node_modules/vitest/vitest.mjs</a:t>
            </a:r>
          </a:p>
          <a:p>
            <a:pPr>
              <a:defRPr sz="1200"/>
            </a:pPr>
            <a:r>
              <a:t>D:/pasar_fix/node_modules/.bun/vitest@3.2.4+213a95e03dc91ff3/node_modules/vitest/workers.d.ts</a:t>
            </a:r>
          </a:p>
          <a:p>
            <a:pPr>
              <a:defRPr sz="1200"/>
            </a:pPr>
            <a:r>
              <a:t>D:/pasar_fix/node_modules/.bun/vitest@3.2.4+213a95e03dc91ff3/node_modules/vitest/dist/browser.d.ts</a:t>
            </a:r>
          </a:p>
          <a:p>
            <a:pPr>
              <a:defRPr sz="1200"/>
            </a:pPr>
            <a:r>
              <a:t>D:/pasar_fix/node_modules/.bun/vitest@3.2.4+213a95e03dc91ff3/node_modules/vitest/dist/browser.js</a:t>
            </a:r>
          </a:p>
          <a:p>
            <a:pPr>
              <a:defRPr sz="1200"/>
            </a:pPr>
            <a:r>
              <a:t>D:/pasar_fix/node_modules/.bun/vitest@3.2.4+213a95e03dc91ff3/node_modules/vitest/dist/cli.js</a:t>
            </a:r>
          </a:p>
          <a:p>
            <a:pPr>
              <a:defRPr sz="1200"/>
            </a:pPr>
            <a:r>
              <a:t>D:/pasar_fix/node_modules/.bun/vitest@3.2.4+213a95e03dc91ff3/node_modules/vitest/dist/config.cjs</a:t>
            </a:r>
          </a:p>
          <a:p>
            <a:pPr>
              <a:defRPr sz="1200"/>
            </a:pPr>
            <a:r>
              <a:t>D:/pasar_fix/node_modules/.bun/vitest@3.2.4+213a95e03dc91ff3/node_modules/vitest/dist/config.d.ts</a:t>
            </a:r>
          </a:p>
          <a:p>
            <a:pPr>
              <a:defRPr sz="1200"/>
            </a:pPr>
            <a:r>
              <a:t>D:/pasar_fix/node_modules/.bun/vitest@3.2.4+213a95e03dc91ff3/node_modules/vitest/dist/config.js</a:t>
            </a:r>
          </a:p>
          <a:p>
            <a:pPr>
              <a:defRPr sz="1200"/>
            </a:pPr>
            <a:r>
              <a:t>D:/pasar_fix/node_modules/.bun/vitest@3.2.4+213a95e03dc91ff3/node_modules/vitest/dist/coverage.d.ts</a:t>
            </a:r>
          </a:p>
          <a:p>
            <a:pPr>
              <a:defRPr sz="1200"/>
            </a:pPr>
            <a:r>
              <a:t>D:/pasar_fix/node_modules/.bun/vitest@3.2.4+213a95e03dc91ff3/node_modules/vitest/dist/coverage.js</a:t>
            </a:r>
          </a:p>
          <a:p>
            <a:pPr>
              <a:defRPr sz="1200"/>
            </a:pPr>
            <a:r>
              <a:t>D:/pasar_fix/node_modules/.bun/vitest@3.2.4+213a95e03dc91ff3/node_modules/vitest/dist/environments.d.ts</a:t>
            </a:r>
          </a:p>
          <a:p>
            <a:pPr>
              <a:defRPr sz="1200"/>
            </a:pPr>
            <a:r>
              <a:t>D:/pasar_fix/node_modules/.bun/vitest@3.2.4+213a95e03dc91ff3/node_modules/vitest/dist/environments.js</a:t>
            </a:r>
          </a:p>
          <a:p>
            <a:pPr>
              <a:defRPr sz="1200"/>
            </a:pPr>
            <a:r>
              <a:t>D:/pasar_fix/node_modules/.bun/vitest@3.2.4+213a95e03dc91ff3/node_modules/vitest/dist/execute.d.ts</a:t>
            </a:r>
          </a:p>
          <a:p>
            <a:pPr>
              <a:defRPr sz="1200"/>
            </a:pPr>
            <a:r>
              <a:t>D:/pasar_fix/node_modules/.bun/vitest@3.2.4+213a95e03dc91ff3/node_modules/vitest/dist/execute.js</a:t>
            </a:r>
          </a:p>
          <a:p>
            <a:pPr>
              <a:defRPr sz="1200"/>
            </a:pPr>
            <a:r>
              <a:t>D:/pasar_fix/node_modules/.bun/vitest@3.2.4+213a95e03dc91ff3/node_modules/vitest/dist/index.d.ts</a:t>
            </a:r>
          </a:p>
          <a:p>
            <a:pPr>
              <a:defRPr sz="1200"/>
            </a:pPr>
            <a:r>
              <a:t>D:/pasar_fix/node_modules/.bun/vitest@3.2.4+213a95e03dc91ff3/node_modules/vitest/dist/index.js</a:t>
            </a:r>
          </a:p>
          <a:p>
            <a:pPr>
              <a:defRPr sz="1200"/>
            </a:pPr>
            <a:r>
              <a:t>D:/pasar_fix/node_modules/.bun/vitest@3.2.4+213a95e03dc91ff3/node_modules/vitest/dist/mocker.d.ts</a:t>
            </a:r>
          </a:p>
          <a:p>
            <a:pPr>
              <a:defRPr sz="1200"/>
            </a:pPr>
            <a:r>
              <a:t>D:/pasar_fix/node_modules/.bun/vitest@3.2.4+213a95e03dc91ff3/node_modules/vitest/dist/mocker.js</a:t>
            </a:r>
          </a:p>
          <a:p>
            <a:pPr>
              <a:defRPr sz="1200"/>
            </a:pPr>
            <a:r>
              <a:t>D:/pasar_fix/node_modules/.bun/vitest@3.2.4+213a95e03dc91ff3/node_modules/vitest/dist/node.d.ts</a:t>
            </a:r>
          </a:p>
          <a:p>
            <a:pPr>
              <a:defRPr sz="1200"/>
            </a:pPr>
            <a:r>
              <a:t>D:/pasar_fix/node_modules/.bun/vitest@3.2.4+213a95e03dc91ff3/node_modules/vitest/dist/node.js</a:t>
            </a:r>
          </a:p>
          <a:p>
            <a:pPr>
              <a:defRPr sz="1200"/>
            </a:pPr>
            <a:r>
              <a:t>D:/pasar_fix/node_modules/.bun/vitest@3.2.4+213a95e03dc91ff3/node_modules/vitest/dist/path.js</a:t>
            </a:r>
          </a:p>
          <a:p>
            <a:pPr>
              <a:defRPr sz="1200"/>
            </a:pPr>
            <a:r>
              <a:t>D:/pasar_fix/node_modules/.bun/vitest@3.2.4+213a95e03dc91ff3/node_modules/vitest/dist/reporters.d.ts</a:t>
            </a:r>
          </a:p>
          <a:p>
            <a:pPr>
              <a:defRPr sz="1200"/>
            </a:pPr>
            <a:r>
              <a:t>D:/pasar_fix/node_modules/.bun/vitest@3.2.4+213a95e03dc91ff3/node_modules/vitest/dist/reporters.js</a:t>
            </a:r>
          </a:p>
          <a:p>
            <a:pPr>
              <a:defRPr sz="1200"/>
            </a:pPr>
            <a:r>
              <a:t>D:/pasar_fix/node_modules/.bun/vitest@3.2.4+213a95e03dc91ff3/node_modules/vitest/dist/runners.d.ts</a:t>
            </a:r>
          </a:p>
          <a:p>
            <a:pPr>
              <a:defRPr sz="1200"/>
            </a:pPr>
            <a:r>
              <a:t>D:/pasar_fix/node_modules/.bun/vitest@3.2.4+213a95e03dc91ff3/node_modules/vitest/dist/runners.js</a:t>
            </a:r>
          </a:p>
          <a:p>
            <a:pPr>
              <a:defRPr sz="1200"/>
            </a:pPr>
            <a:r>
              <a:t>D:/pasar_fix/node_modules/.bun/vitest@3.2.4+213a95e03dc91ff3/node_modules/vitest/dist/snapshot.d.ts</a:t>
            </a:r>
          </a:p>
          <a:p>
            <a:pPr>
              <a:defRPr sz="1200"/>
            </a:pPr>
            <a:r>
              <a:t>D:/pasar_fix/node_modules/.bun/vitest@3.2.4+213a95e03dc91ff3/node_modules/vitest/dist/snapshot.js</a:t>
            </a:r>
          </a:p>
          <a:p>
            <a:pPr>
              <a:defRPr sz="1200"/>
            </a:pPr>
            <a:r>
              <a:t>D:/pasar_fix/node_modules/.bun/vitest@3.2.4+213a95e03dc91ff3/node_modules/vitest/dist/spy.js</a:t>
            </a:r>
          </a:p>
          <a:p>
            <a:pPr>
              <a:defRPr sz="1200"/>
            </a:pPr>
            <a:r>
              <a:t>D:/pasar_fix/node_modules/.bun/vitest@3.2.4+213a95e03dc91ff3/node_modules/vitest/dist/suite.d.ts</a:t>
            </a:r>
          </a:p>
          <a:p>
            <a:pPr>
              <a:defRPr sz="1200"/>
            </a:pPr>
            <a:r>
              <a:t>D:/pasar_fix/node_modules/.bun/vitest@3.2.4+213a95e03dc91ff3/node_modules/vitest/dist/suite.js</a:t>
            </a:r>
          </a:p>
          <a:p>
            <a:pPr>
              <a:defRPr sz="1200"/>
            </a:pPr>
            <a:r>
              <a:t>D:/pasar_fix/node_modules/.bun/vitest@3.2.4+213a95e03dc91ff3/node_modules/vitest/dist/worker.js</a:t>
            </a:r>
          </a:p>
          <a:p>
            <a:pPr>
              <a:defRPr sz="1200"/>
            </a:pPr>
            <a:r>
              <a:t>D:/pasar_fix/node_modules/.bun/vitest@3.2.4+213a95e03dc91ff3/node_modules/vitest/dist/workers.d.ts</a:t>
            </a:r>
          </a:p>
          <a:p>
            <a:pPr>
              <a:defRPr sz="1200"/>
            </a:pPr>
            <a:r>
              <a:t>D:/pasar_fix/node_modules/.bun/vitest@3.2.4+213a95e03dc91ff3/node_modules/vitest/dist/workers.js</a:t>
            </a:r>
          </a:p>
          <a:p>
            <a:pPr>
              <a:defRPr sz="1200"/>
            </a:pPr>
            <a:r>
              <a:t>D:/pasar_fix/node_modules/.bun/vitest@3.2.4+213a95e03dc91ff3/node_modules/vitest/dist/chunks/base.DfmxU-tU.js</a:t>
            </a:r>
          </a:p>
          <a:p>
            <a:pPr>
              <a:defRPr sz="1200"/>
            </a:pPr>
            <a:r>
              <a:t>D:/pasar_fix/node_modules/.bun/vitest@3.2.4+213a95e03dc91ff3/node_modules/vitest/dist/chunks/benchmark.CYdenmiT.js</a:t>
            </a:r>
          </a:p>
          <a:p>
            <a:pPr>
              <a:defRPr sz="1200"/>
            </a:pPr>
            <a:r>
              <a:t>D:/pasar_fix/node_modules/.bun/vitest@3.2.4+213a95e03dc91ff3/node_modules/vitest/dist/chunks/benchmark.d.BwvBVTda.d.ts</a:t>
            </a:r>
          </a:p>
          <a:p>
            <a:pPr>
              <a:defRPr sz="1200"/>
            </a:pPr>
            <a:r>
              <a:t>D:/pasar_fix/node_modules/.bun/vitest@3.2.4+213a95e03dc91ff3/node_modules/vitest/dist/chunks/cac.Cb-PYCCB.js</a:t>
            </a:r>
          </a:p>
          <a:p>
            <a:pPr>
              <a:defRPr sz="1200"/>
            </a:pPr>
            <a:r>
              <a:t>D:/pasar_fix/node_modules/.bun/vitest@3.2.4+213a95e03dc91ff3/node_modules/vitest/dist/chunks/cli-api.BkDphVBG.js</a:t>
            </a:r>
          </a:p>
          <a:p>
            <a:pPr>
              <a:defRPr sz="1200"/>
            </a:pPr>
            <a:r>
              <a:t>D:/pasar_fix/node_modules/.bun/vitest@3.2.4+213a95e03dc91ff3/node_modules/vitest/dist/chunks/config.d.D2ROskhv.d.ts</a:t>
            </a:r>
          </a:p>
          <a:p>
            <a:pPr>
              <a:defRPr sz="1200"/>
            </a:pPr>
            <a:r>
              <a:t>D:/pasar_fix/node_modules/.bun/vitest@3.2.4+213a95e03dc91ff3/node_modules/vitest/dist/chunks/console.CtFJOzRO.js</a:t>
            </a:r>
          </a:p>
          <a:p>
            <a:pPr>
              <a:defRPr sz="1200"/>
            </a:pPr>
            <a:r>
              <a:t>D:/pasar_fix/node_modules/.bun/vitest@3.2.4+213a95e03dc91ff3/node_modules/vitest/dist/chunks/constants.DnKduX2e.js</a:t>
            </a:r>
          </a:p>
          <a:p>
            <a:pPr>
              <a:defRPr sz="1200"/>
            </a:pPr>
            <a:r>
              <a:t>D:/pasar_fix/node_modules/.bun/vitest@3.2.4+213a95e03dc91ff3/node_modules/vitest/dist/chunks/coverage.d.S9RMNXIe.d.ts</a:t>
            </a:r>
          </a:p>
          <a:p>
            <a:pPr>
              <a:defRPr sz="1200"/>
            </a:pPr>
            <a:r>
              <a:t>D:/pasar_fix/node_modules/.bun/vitest@3.2.4+213a95e03dc91ff3/node_modules/vitest/dist/chunks/coverage.DL5VHqXY.js</a:t>
            </a:r>
          </a:p>
          <a:p>
            <a:pPr>
              <a:defRPr sz="1200"/>
            </a:pPr>
            <a:r>
              <a:t>D:/pasar_fix/node_modules/.bun/vitest@3.2.4+213a95e03dc91ff3/node_modules/vitest/dist/chunks/coverage.DVF1vEu8.js</a:t>
            </a:r>
          </a:p>
          <a:p>
            <a:pPr>
              <a:defRPr sz="1200"/>
            </a:pPr>
            <a:r>
              <a:t>D:/pasar_fix/node_modules/.bun/vitest@3.2.4+213a95e03dc91ff3/node_modules/vitest/dist/chunks/creator.GK6I-cL4.js</a:t>
            </a:r>
          </a:p>
          <a:p>
            <a:pPr>
              <a:defRPr sz="1200"/>
            </a:pPr>
            <a:r>
              <a:t>D:/pasar_fix/node_modules/.bun/vitest@3.2.4+213a95e03dc91ff3/node_modules/vitest/dist/chunks/date.Bq6ZW5rf.js</a:t>
            </a:r>
          </a:p>
          <a:p>
            <a:pPr>
              <a:defRPr sz="1200"/>
            </a:pPr>
            <a:r>
              <a:t>D:/pasar_fix/node_modules/.bun/vitest@3.2.4+213a95e03dc91ff3/node_modules/vitest/dist/chunks/defaults.B7q_naMc.js</a:t>
            </a:r>
          </a:p>
          <a:p>
            <a:pPr>
              <a:defRPr sz="1200"/>
            </a:pPr>
            <a:r>
              <a:t>D:/pasar_fix/node_modules/.bun/vitest@3.2.4+213a95e03dc91ff3/node_modules/vitest/dist/chunks/env.D4Lgay0q.js</a:t>
            </a:r>
          </a:p>
          <a:p>
            <a:pPr>
              <a:defRPr sz="1200"/>
            </a:pPr>
            <a:r>
              <a:t>D:/pasar_fix/node_modules/.bun/vitest@3.2.4+213a95e03dc91ff3/node_modules/vitest/dist/chunks/environment.d.cL3nLXbE.d.ts</a:t>
            </a:r>
          </a:p>
          <a:p>
            <a:pPr>
              <a:defRPr sz="1200"/>
            </a:pPr>
            <a:r>
              <a:t>D:/pasar_fix/node_modules/.bun/vitest@3.2.4+213a95e03dc91ff3/node_modules/vitest/dist/chunks/execute.B7h3T_Hc.js</a:t>
            </a:r>
          </a:p>
          <a:p>
            <a:pPr>
              <a:defRPr sz="1200"/>
            </a:pPr>
            <a:r>
              <a:t>D:/pasar_fix/node_modules/.bun/vitest@3.2.4+213a95e03dc91ff3/node_modules/vitest/dist/chunks/git.BVQ8w_Sw.js</a:t>
            </a:r>
          </a:p>
          <a:p>
            <a:pPr>
              <a:defRPr sz="1200"/>
            </a:pPr>
            <a:r>
              <a:t>D:/pasar_fix/node_modules/.bun/vitest@3.2.4+213a95e03dc91ff3/node_modules/vitest/dist/chunks/global.d.MAmajcmJ.d.ts</a:t>
            </a:r>
          </a:p>
          <a:p>
            <a:pPr>
              <a:defRPr sz="1200"/>
            </a:pPr>
            <a:r>
              <a:t>D:/pasar_fix/node_modules/.bun/vitest@3.2.4+213a95e03dc91ff3/node_modules/vitest/dist/chunks/globals.DEHgCU4V.js</a:t>
            </a:r>
          </a:p>
          <a:p>
            <a:pPr>
              <a:defRPr sz="1200"/>
            </a:pPr>
            <a:r>
              <a:t>D:/pasar_fix/node_modules/.bun/vitest@3.2.4+213a95e03dc91ff3/node_modules/vitest/dist/chunks/index.B521nVV-.js</a:t>
            </a:r>
          </a:p>
          <a:p>
            <a:pPr>
              <a:defRPr sz="1200"/>
            </a:pPr>
            <a:r>
              <a:t>D:/pasar_fix/node_modules/.bun/vitest@3.2.4+213a95e03dc91ff3/node_modules/vitest/dist/chunks/index.BCWujgDG.js</a:t>
            </a:r>
          </a:p>
          <a:p>
            <a:pPr>
              <a:defRPr sz="1200"/>
            </a:pPr>
            <a:r>
              <a:t>D:/pasar_fix/node_modules/.bun/vitest@3.2.4+213a95e03dc91ff3/node_modules/vitest/dist/chunks/index.CdQS2e2Q.js</a:t>
            </a:r>
          </a:p>
          <a:p>
            <a:pPr>
              <a:defRPr sz="1200"/>
            </a:pPr>
            <a:r>
              <a:t>D:/pasar_fix/node_modules/.bun/vitest@3.2.4+213a95e03dc91ff3/node_modules/vitest/dist/chunks/index.CmSc2RE5.js</a:t>
            </a:r>
          </a:p>
          <a:p>
            <a:pPr>
              <a:defRPr sz="1200"/>
            </a:pPr>
            <a:r>
              <a:t>D:/pasar_fix/node_modules/.bun/vitest@3.2.4+213a95e03dc91ff3/node_modules/vitest/dist/chunks/index.CwejwG0H.js</a:t>
            </a:r>
          </a:p>
          <a:p>
            <a:pPr>
              <a:defRPr sz="1200"/>
            </a:pPr>
            <a:r>
              <a:t>D:/pasar_fix/node_modules/.bun/vitest@3.2.4+213a95e03dc91ff3/node_modules/vitest/dist/chunks/index.D3XRDfWc.js</a:t>
            </a:r>
          </a:p>
          <a:p>
            <a:pPr>
              <a:defRPr sz="1200"/>
            </a:pPr>
            <a:r>
              <a:t>D:/pasar_fix/node_modules/.bun/vitest@3.2.4+213a95e03dc91ff3/node_modules/vitest/dist/chunks/index.VByaPkjc.js</a:t>
            </a:r>
          </a:p>
          <a:p>
            <a:pPr>
              <a:defRPr sz="1200"/>
            </a:pPr>
            <a:r>
              <a:t>D:/pasar_fix/node_modules/.bun/vitest@3.2.4+213a95e03dc91ff3/node_modules/vitest/dist/chunks/index.X0nbfr6-.js</a:t>
            </a:r>
          </a:p>
          <a:p>
            <a:pPr>
              <a:defRPr sz="1200"/>
            </a:pPr>
            <a:r>
              <a:t>D:/pasar_fix/node_modules/.bun/vitest@3.2.4+213a95e03dc91ff3/node_modules/vitest/dist/chunks/inspector.C914Efll.js</a:t>
            </a:r>
          </a:p>
          <a:p>
            <a:pPr>
              <a:defRPr sz="1200"/>
            </a:pPr>
            <a:r>
              <a:t>D:/pasar_fix/node_modules/.bun/vitest@3.2.4+213a95e03dc91ff3/node_modules/vitest/dist/chunks/mocker.d.BE_2ls6u.d.ts</a:t>
            </a:r>
          </a:p>
          <a:p>
            <a:pPr>
              <a:defRPr sz="1200"/>
            </a:pPr>
            <a:r>
              <a:t>D:/pasar_fix/node_modules/.bun/vitest@3.2.4+213a95e03dc91ff3/node_modules/vitest/dist/chunks/node.fjCdwEIl.js</a:t>
            </a:r>
          </a:p>
          <a:p>
            <a:pPr>
              <a:defRPr sz="1200"/>
            </a:pPr>
            <a:r>
              <a:t>D:/pasar_fix/node_modules/.bun/vitest@3.2.4+213a95e03dc91ff3/node_modules/vitest/dist/chunks/reporters.d.BFLkQcL6.d.ts</a:t>
            </a:r>
          </a:p>
          <a:p>
            <a:pPr>
              <a:defRPr sz="1200"/>
            </a:pPr>
            <a:r>
              <a:t>D:/pasar_fix/node_modules/.bun/vitest@3.2.4+213a95e03dc91ff3/node_modules/vitest/dist/chunks/rpc.-pEldfrD.js</a:t>
            </a:r>
          </a:p>
          <a:p>
            <a:pPr>
              <a:defRPr sz="1200"/>
            </a:pPr>
            <a:r>
              <a:t>D:/pasar_fix/node_modules/.bun/vitest@3.2.4+213a95e03dc91ff3/node_modules/vitest/dist/chunks/runBaseTests.9Ij9_de-.js</a:t>
            </a:r>
          </a:p>
          <a:p>
            <a:pPr>
              <a:defRPr sz="1200"/>
            </a:pPr>
            <a:r>
              <a:t>D:/pasar_fix/node_modules/.bun/vitest@3.2.4+213a95e03dc91ff3/node_modules/vitest/dist/chunks/setup-common.Dd054P77.js</a:t>
            </a:r>
          </a:p>
          <a:p>
            <a:pPr>
              <a:defRPr sz="1200"/>
            </a:pPr>
            <a:r>
              <a:t>D:/pasar_fix/node_modules/.bun/vitest@3.2.4+213a95e03dc91ff3/node_modules/vitest/dist/chunks/suite.d.FvehnV49.d.ts</a:t>
            </a:r>
          </a:p>
          <a:p>
            <a:pPr>
              <a:defRPr sz="1200"/>
            </a:pPr>
            <a:r>
              <a:t>D:/pasar_fix/node_modules/.bun/vitest@3.2.4+213a95e03dc91ff3/node_modules/vitest/dist/chunks/typechecker.DRKU1-1g.js</a:t>
            </a:r>
          </a:p>
          <a:p>
            <a:pPr>
              <a:defRPr sz="1200"/>
            </a:pPr>
            <a:r>
              <a:t>D:/pasar_fix/node_modules/.bun/vitest@3.2.4+213a95e03dc91ff3/node_modules/vitest/dist/chunks/utils.CAioKnHs.js</a:t>
            </a:r>
          </a:p>
          <a:p>
            <a:pPr>
              <a:defRPr sz="1200"/>
            </a:pPr>
            <a:r>
              <a:t>D:/pasar_fix/node_modules/.bun/vitest@3.2.4+213a95e03dc91ff3/node_modules/vitest/dist/chunks/utils.XdZDrNZV.js</a:t>
            </a:r>
          </a:p>
          <a:p>
            <a:pPr>
              <a:defRPr sz="1200"/>
            </a:pPr>
            <a:r>
              <a:t>D:/pasar_fix/node_modules/.bun/vitest@3.2.4+213a95e03dc91ff3/node_modules/vitest/dist/chunks/vi.bdSIJ99Y.js</a:t>
            </a:r>
          </a:p>
          <a:p>
            <a:pPr>
              <a:defRPr sz="1200"/>
            </a:pPr>
            <a:r>
              <a:t>D:/pasar_fix/node_modules/.bun/vitest@3.2.4+213a95e03dc91ff3/node_modules/vitest/dist/chunks/vite.d.CMLlLIFP.d.ts</a:t>
            </a:r>
          </a:p>
          <a:p>
            <a:pPr>
              <a:defRPr sz="1200"/>
            </a:pPr>
            <a:r>
              <a:t>D:/pasar_fix/node_modules/.bun/vitest@3.2.4+213a95e03dc91ff3/node_modules/vitest/dist/chunks/vm.BThCzidc.js</a:t>
            </a:r>
          </a:p>
          <a:p>
            <a:pPr>
              <a:defRPr sz="1200"/>
            </a:pPr>
            <a:r>
              <a:t>D:/pasar_fix/node_modules/.bun/vitest@3.2.4+213a95e03dc91ff3/node_modules/vitest/dist/chunks/worker.d.1GmBbd7G.d.ts</a:t>
            </a:r>
          </a:p>
          <a:p>
            <a:pPr>
              <a:defRPr sz="1200"/>
            </a:pPr>
            <a:r>
              <a:t>D:/pasar_fix/node_modules/.bun/vitest@3.2.4+213a95e03dc91ff3/node_modules/vitest/dist/chunks/worker.d.CKwWzBSj.d.ts</a:t>
            </a:r>
          </a:p>
          <a:p>
            <a:pPr>
              <a:defRPr sz="1200"/>
            </a:pPr>
            <a:r>
              <a:t>D:/pasar_fix/node_modules/.bun/vitest@3.2.4+213a95e03dc91ff3/node_modules/vitest/dist/chunks/_commonjsHelpers.BFTU3MAI.js</a:t>
            </a:r>
          </a:p>
          <a:p>
            <a:pPr>
              <a:defRPr sz="1200"/>
            </a:pPr>
            <a:r>
              <a:t>D:/pasar_fix/node_modules/.bun/vitest@3.2.4+213a95e03dc91ff3/node_modules/vitest/dist/workers/forks.js</a:t>
            </a:r>
          </a:p>
          <a:p>
            <a:pPr>
              <a:defRPr sz="1200"/>
            </a:pPr>
            <a:r>
              <a:t>D:/pasar_fix/node_modules/.bun/vitest@3.2.4+213a95e03dc91ff3/node_modules/vitest/dist/workers/runVmTests.js</a:t>
            </a:r>
          </a:p>
          <a:p>
            <a:pPr>
              <a:defRPr sz="1200"/>
            </a:pPr>
            <a:r>
              <a:t>D:/pasar_fix/node_modules/.bun/vitest@3.2.4+213a95e03dc91ff3/node_modules/vitest/dist/workers/threads.js</a:t>
            </a:r>
          </a:p>
          <a:p>
            <a:pPr>
              <a:defRPr sz="1200"/>
            </a:pPr>
            <a:r>
              <a:t>D:/pasar_fix/node_modules/.bun/vitest@3.2.4+213a95e03dc91ff3/node_modules/vitest/dist/workers/vmForks.js</a:t>
            </a:r>
          </a:p>
          <a:p>
            <a:pPr>
              <a:defRPr sz="1200"/>
            </a:pPr>
            <a:r>
              <a:t>D:/pasar_fix/node_modules/.bun/vitest@3.2.4+213a95e03dc91ff3/node_modules/vitest/dist/workers/vmThreads.js</a:t>
            </a:r>
          </a:p>
          <a:p>
            <a:pPr>
              <a:defRPr sz="1200"/>
            </a:pPr>
            <a:r>
              <a:t>D:/pasar_fix/node_modules/.bun/w3c-xmlserializer@5.0.0/node_modules/w3c-xmlserializer/LICENSE.md</a:t>
            </a:r>
          </a:p>
          <a:p>
            <a:pPr>
              <a:defRPr sz="1200"/>
            </a:pPr>
            <a:r>
              <a:t>D:/pasar_fix/node_modules/.bun/w3c-xmlserializer@5.0.0/node_modules/w3c-xmlserializer/package.json</a:t>
            </a:r>
          </a:p>
          <a:p>
            <a:pPr>
              <a:defRPr sz="1200"/>
            </a:pPr>
            <a:r>
              <a:t>D:/pasar_fix/node_modules/.bun/w3c-xmlserializer@5.0.0/node_modules/w3c-xmlserializer/README.md</a:t>
            </a:r>
          </a:p>
          <a:p>
            <a:pPr>
              <a:defRPr sz="1200"/>
            </a:pPr>
            <a:r>
              <a:t>D:/pasar_fix/node_modules/.bun/w3c-xmlserializer@5.0.0/node_modules/w3c-xmlserializer/lib/attributes.js</a:t>
            </a:r>
          </a:p>
          <a:p>
            <a:pPr>
              <a:defRPr sz="1200"/>
            </a:pPr>
            <a:r>
              <a:t>D:/pasar_fix/node_modules/.bun/w3c-xmlserializer@5.0.0/node_modules/w3c-xmlserializer/lib/constants.js</a:t>
            </a:r>
          </a:p>
          <a:p>
            <a:pPr>
              <a:defRPr sz="1200"/>
            </a:pPr>
            <a:r>
              <a:t>D:/pasar_fix/node_modules/.bun/w3c-xmlserializer@5.0.0/node_modules/w3c-xmlserializer/lib/serialize.js</a:t>
            </a:r>
          </a:p>
          <a:p>
            <a:pPr>
              <a:defRPr sz="1200"/>
            </a:pPr>
            <a:r>
              <a:t>D:/pasar_fix/node_modules/.bun/wcwidth@1.0.1/node_modules/wcwidth/.npmignore</a:t>
            </a:r>
          </a:p>
          <a:p>
            <a:pPr>
              <a:defRPr sz="1200"/>
            </a:pPr>
            <a:r>
              <a:t>D:/pasar_fix/node_modules/.bun/wcwidth@1.0.1/node_modules/wcwidth/combining.js</a:t>
            </a:r>
          </a:p>
          <a:p>
            <a:pPr>
              <a:defRPr sz="1200"/>
            </a:pPr>
            <a:r>
              <a:t>D:/pasar_fix/node_modules/.bun/wcwidth@1.0.1/node_modules/wcwidth/index.js</a:t>
            </a:r>
          </a:p>
          <a:p>
            <a:pPr>
              <a:defRPr sz="1200"/>
            </a:pPr>
            <a:r>
              <a:t>D:/pasar_fix/node_modules/.bun/wcwidth@1.0.1/node_modules/wcwidth/LICENSE</a:t>
            </a:r>
          </a:p>
          <a:p>
            <a:pPr>
              <a:defRPr sz="1200"/>
            </a:pPr>
            <a:r>
              <a:t>D:/pasar_fix/node_modules/.bun/wcwidth@1.0.1/node_modules/wcwidth/package.json</a:t>
            </a:r>
          </a:p>
          <a:p>
            <a:pPr>
              <a:defRPr sz="1200"/>
            </a:pPr>
            <a:r>
              <a:t>D:/pasar_fix/node_modules/.bun/wcwidth@1.0.1/node_modules/wcwidth/Readme.md</a:t>
            </a:r>
          </a:p>
          <a:p>
            <a:pPr>
              <a:defRPr sz="1200"/>
            </a:pPr>
            <a:r>
              <a:t>D:/pasar_fix/node_modules/.bun/wcwidth@1.0.1/node_modules/wcwidth/docs/index.md</a:t>
            </a:r>
          </a:p>
          <a:p>
            <a:pPr>
              <a:defRPr sz="1200"/>
            </a:pPr>
            <a:r>
              <a:t>D:/pasar_fix/node_modules/.bun/wcwidth@1.0.1/node_modules/wcwidth/test/index.js</a:t>
            </a:r>
          </a:p>
          <a:p>
            <a:pPr>
              <a:defRPr sz="1200"/>
            </a:pPr>
            <a:r>
              <a:t>D:/pasar_fix/node_modules/.bun/web-vitals@4.2.4/node_modules/web-vitals/attribution.d.ts</a:t>
            </a:r>
          </a:p>
          <a:p>
            <a:pPr>
              <a:defRPr sz="1200"/>
            </a:pPr>
            <a:r>
              <a:t>D:/pasar_fix/node_modules/.bun/web-vitals@4.2.4/node_modules/web-vitals/attribution.js</a:t>
            </a:r>
          </a:p>
          <a:p>
            <a:pPr>
              <a:defRPr sz="1200"/>
            </a:pPr>
            <a:r>
              <a:t>D:/pasar_fix/node_modules/.bun/web-vitals@4.2.4/node_modules/web-vitals/LICENSE</a:t>
            </a:r>
          </a:p>
          <a:p>
            <a:pPr>
              <a:defRPr sz="1200"/>
            </a:pPr>
            <a:r>
              <a:t>D:/pasar_fix/node_modules/.bun/web-vitals@4.2.4/node_modules/web-vitals/package.json</a:t>
            </a:r>
          </a:p>
          <a:p>
            <a:pPr>
              <a:defRPr sz="1200"/>
            </a:pPr>
            <a:r>
              <a:t>D:/pasar_fix/node_modules/.bun/web-vitals@4.2.4/node_modules/web-vitals/README.md</a:t>
            </a:r>
          </a:p>
          <a:p>
            <a:pPr>
              <a:defRPr sz="1200"/>
            </a:pPr>
            <a:r>
              <a:t>D:/pasar_fix/node_modules/.bun/web-vitals@4.2.4/node_modules/web-vitals/dist/web-vitals.attribution.iife.js</a:t>
            </a:r>
          </a:p>
          <a:p>
            <a:pPr>
              <a:defRPr sz="1200"/>
            </a:pPr>
            <a:r>
              <a:t>D:/pasar_fix/node_modules/.bun/web-vitals@4.2.4/node_modules/web-vitals/dist/web-vitals.attribution.js</a:t>
            </a:r>
          </a:p>
          <a:p>
            <a:pPr>
              <a:defRPr sz="1200"/>
            </a:pPr>
            <a:r>
              <a:t>D:/pasar_fix/node_modules/.bun/web-vitals@4.2.4/node_modules/web-vitals/dist/web-vitals.attribution.umd.cjs</a:t>
            </a:r>
          </a:p>
          <a:p>
            <a:pPr>
              <a:defRPr sz="1200"/>
            </a:pPr>
            <a:r>
              <a:t>D:/pasar_fix/node_modules/.bun/web-vitals@4.2.4/node_modules/web-vitals/dist/web-vitals.iife.js</a:t>
            </a:r>
          </a:p>
          <a:p>
            <a:pPr>
              <a:defRPr sz="1200"/>
            </a:pPr>
            <a:r>
              <a:t>D:/pasar_fix/node_modules/.bun/web-vitals@4.2.4/node_modules/web-vitals/dist/web-vitals.js</a:t>
            </a:r>
          </a:p>
          <a:p>
            <a:pPr>
              <a:defRPr sz="1200"/>
            </a:pPr>
            <a:r>
              <a:t>D:/pasar_fix/node_modules/.bun/web-vitals@4.2.4/node_modules/web-vitals/dist/web-vitals.umd.cjs</a:t>
            </a:r>
          </a:p>
          <a:p>
            <a:pPr>
              <a:defRPr sz="1200"/>
            </a:pPr>
            <a:r>
              <a:t>D:/pasar_fix/node_modules/.bun/web-vitals@4.2.4/node_modules/web-vitals/dist/modules/deprecated.d.ts</a:t>
            </a:r>
          </a:p>
          <a:p>
            <a:pPr>
              <a:defRPr sz="1200"/>
            </a:pPr>
            <a:r>
              <a:t>D:/pasar_fix/node_modules/.bun/web-vitals@4.2.4/node_modules/web-vitals/dist/modules/deprecated.js</a:t>
            </a:r>
          </a:p>
          <a:p>
            <a:pPr>
              <a:defRPr sz="1200"/>
            </a:pPr>
            <a:r>
              <a:t>D:/pasar_fix/node_modules/.bun/web-vitals@4.2.4/node_modules/web-vitals/dist/modules/index.d.ts</a:t>
            </a:r>
          </a:p>
          <a:p>
            <a:pPr>
              <a:defRPr sz="1200"/>
            </a:pPr>
            <a:r>
              <a:t>D:/pasar_fix/node_modules/.bun/web-vitals@4.2.4/node_modules/web-vitals/dist/modules/index.js</a:t>
            </a:r>
          </a:p>
          <a:p>
            <a:pPr>
              <a:defRPr sz="1200"/>
            </a:pPr>
            <a:r>
              <a:t>D:/pasar_fix/node_modules/.bun/web-vitals@4.2.4/node_modules/web-vitals/dist/modules/onCLS.d.ts</a:t>
            </a:r>
          </a:p>
          <a:p>
            <a:pPr>
              <a:defRPr sz="1200"/>
            </a:pPr>
            <a:r>
              <a:t>D:/pasar_fix/node_modules/.bun/web-vitals@4.2.4/node_modules/web-vitals/dist/modules/onCLS.js</a:t>
            </a:r>
          </a:p>
          <a:p>
            <a:pPr>
              <a:defRPr sz="1200"/>
            </a:pPr>
            <a:r>
              <a:t>D:/pasar_fix/node_modules/.bun/web-vitals@4.2.4/node_modules/web-vitals/dist/modules/onFCP.d.ts</a:t>
            </a:r>
          </a:p>
          <a:p>
            <a:pPr>
              <a:defRPr sz="1200"/>
            </a:pPr>
            <a:r>
              <a:t>D:/pasar_fix/node_modules/.bun/web-vitals@4.2.4/node_modules/web-vitals/dist/modules/onFCP.js</a:t>
            </a:r>
          </a:p>
          <a:p>
            <a:pPr>
              <a:defRPr sz="1200"/>
            </a:pPr>
            <a:r>
              <a:t>D:/pasar_fix/node_modules/.bun/web-vitals@4.2.4/node_modules/web-vitals/dist/modules/onFID.d.ts</a:t>
            </a:r>
          </a:p>
          <a:p>
            <a:pPr>
              <a:defRPr sz="1200"/>
            </a:pPr>
            <a:r>
              <a:t>D:/pasar_fix/node_modules/.bun/web-vitals@4.2.4/node_modules/web-vitals/dist/modules/onFID.js</a:t>
            </a:r>
          </a:p>
          <a:p>
            <a:pPr>
              <a:defRPr sz="1200"/>
            </a:pPr>
            <a:r>
              <a:t>D:/pasar_fix/node_modules/.bun/web-vitals@4.2.4/node_modules/web-vitals/dist/modules/onINP.d.ts</a:t>
            </a:r>
          </a:p>
          <a:p>
            <a:pPr>
              <a:defRPr sz="1200"/>
            </a:pPr>
            <a:r>
              <a:t>D:/pasar_fix/node_modules/.bun/web-vitals@4.2.4/node_modules/web-vitals/dist/modules/onINP.js</a:t>
            </a:r>
          </a:p>
          <a:p>
            <a:pPr>
              <a:defRPr sz="1200"/>
            </a:pPr>
            <a:r>
              <a:t>D:/pasar_fix/node_modules/.bun/web-vitals@4.2.4/node_modules/web-vitals/dist/modules/onLCP.d.ts</a:t>
            </a:r>
          </a:p>
          <a:p>
            <a:pPr>
              <a:defRPr sz="1200"/>
            </a:pPr>
            <a:r>
              <a:t>D:/pasar_fix/node_modules/.bun/web-vitals@4.2.4/node_modules/web-vitals/dist/modules/onLCP.js</a:t>
            </a:r>
          </a:p>
          <a:p>
            <a:pPr>
              <a:defRPr sz="1200"/>
            </a:pPr>
            <a:r>
              <a:t>D:/pasar_fix/node_modules/.bun/web-vitals@4.2.4/node_modules/web-vitals/dist/modules/onTTFB.d.ts</a:t>
            </a:r>
          </a:p>
          <a:p>
            <a:pPr>
              <a:defRPr sz="1200"/>
            </a:pPr>
            <a:r>
              <a:t>D:/pasar_fix/node_modules/.bun/web-vitals@4.2.4/node_modules/web-vitals/dist/modules/onTTFB.js</a:t>
            </a:r>
          </a:p>
          <a:p>
            <a:pPr>
              <a:defRPr sz="1200"/>
            </a:pPr>
            <a:r>
              <a:t>D:/pasar_fix/node_modules/.bun/web-vitals@4.2.4/node_modules/web-vitals/dist/modules/types.d.ts</a:t>
            </a:r>
          </a:p>
          <a:p>
            <a:pPr>
              <a:defRPr sz="1200"/>
            </a:pPr>
            <a:r>
              <a:t>D:/pasar_fix/node_modules/.bun/web-vitals@4.2.4/node_modules/web-vitals/dist/modules/types.js</a:t>
            </a:r>
          </a:p>
          <a:p>
            <a:pPr>
              <a:defRPr sz="1200"/>
            </a:pPr>
            <a:r>
              <a:t>D:/pasar_fix/node_modules/.bun/web-vitals@4.2.4/node_modules/web-vitals/dist/modules/attribution/deprecated.d.ts</a:t>
            </a:r>
          </a:p>
          <a:p>
            <a:pPr>
              <a:defRPr sz="1200"/>
            </a:pPr>
            <a:r>
              <a:t>D:/pasar_fix/node_modules/.bun/web-vitals@4.2.4/node_modules/web-vitals/dist/modules/attribution/deprecated.js</a:t>
            </a:r>
          </a:p>
          <a:p>
            <a:pPr>
              <a:defRPr sz="1200"/>
            </a:pPr>
            <a:r>
              <a:t>D:/pasar_fix/node_modules/.bun/web-vitals@4.2.4/node_modules/web-vitals/dist/modules/attribution/index.d.ts</a:t>
            </a:r>
          </a:p>
          <a:p>
            <a:pPr>
              <a:defRPr sz="1200"/>
            </a:pPr>
            <a:r>
              <a:t>D:/pasar_fix/node_modules/.bun/web-vitals@4.2.4/node_modules/web-vitals/dist/modules/attribution/index.js</a:t>
            </a:r>
          </a:p>
          <a:p>
            <a:pPr>
              <a:defRPr sz="1200"/>
            </a:pPr>
            <a:r>
              <a:t>D:/pasar_fix/node_modules/.bun/web-vitals@4.2.4/node_modules/web-vitals/dist/modules/attribution/onCLS.d.ts</a:t>
            </a:r>
          </a:p>
          <a:p>
            <a:pPr>
              <a:defRPr sz="1200"/>
            </a:pPr>
            <a:r>
              <a:t>D:/pasar_fix/node_modules/.bun/web-vitals@4.2.4/node_modules/web-vitals/dist/modules/attribution/onCLS.js</a:t>
            </a:r>
          </a:p>
          <a:p>
            <a:pPr>
              <a:defRPr sz="1200"/>
            </a:pPr>
            <a:r>
              <a:t>D:/pasar_fix/node_modules/.bun/web-vitals@4.2.4/node_modules/web-vitals/dist/modules/attribution/onFCP.d.ts</a:t>
            </a:r>
          </a:p>
          <a:p>
            <a:pPr>
              <a:defRPr sz="1200"/>
            </a:pPr>
            <a:r>
              <a:t>D:/pasar_fix/node_modules/.bun/web-vitals@4.2.4/node_modules/web-vitals/dist/modules/attribution/onFCP.js</a:t>
            </a:r>
          </a:p>
          <a:p>
            <a:pPr>
              <a:defRPr sz="1200"/>
            </a:pPr>
            <a:r>
              <a:t>D:/pasar_fix/node_modules/.bun/web-vitals@4.2.4/node_modules/web-vitals/dist/modules/attribution/onFID.d.ts</a:t>
            </a:r>
          </a:p>
          <a:p>
            <a:pPr>
              <a:defRPr sz="1200"/>
            </a:pPr>
            <a:r>
              <a:t>D:/pasar_fix/node_modules/.bun/web-vitals@4.2.4/node_modules/web-vitals/dist/modules/attribution/onFID.js</a:t>
            </a:r>
          </a:p>
          <a:p>
            <a:pPr>
              <a:defRPr sz="1200"/>
            </a:pPr>
            <a:r>
              <a:t>D:/pasar_fix/node_modules/.bun/web-vitals@4.2.4/node_modules/web-vitals/dist/modules/attribution/onINP.d.ts</a:t>
            </a:r>
          </a:p>
          <a:p>
            <a:pPr>
              <a:defRPr sz="1200"/>
            </a:pPr>
            <a:r>
              <a:t>D:/pasar_fix/node_modules/.bun/web-vitals@4.2.4/node_modules/web-vitals/dist/modules/attribution/onINP.js</a:t>
            </a:r>
          </a:p>
          <a:p>
            <a:pPr>
              <a:defRPr sz="1200"/>
            </a:pPr>
            <a:r>
              <a:t>D:/pasar_fix/node_modules/.bun/web-vitals@4.2.4/node_modules/web-vitals/dist/modules/attribution/onLCP.d.ts</a:t>
            </a:r>
          </a:p>
          <a:p>
            <a:pPr>
              <a:defRPr sz="1200"/>
            </a:pPr>
            <a:r>
              <a:t>D:/pasar_fix/node_modules/.bun/web-vitals@4.2.4/node_modules/web-vitals/dist/modules/attribution/onLCP.js</a:t>
            </a:r>
          </a:p>
          <a:p>
            <a:pPr>
              <a:defRPr sz="1200"/>
            </a:pPr>
            <a:r>
              <a:t>D:/pasar_fix/node_modules/.bun/web-vitals@4.2.4/node_modules/web-vitals/dist/modules/attribution/onTTFB.d.ts</a:t>
            </a:r>
          </a:p>
          <a:p>
            <a:pPr>
              <a:defRPr sz="1200"/>
            </a:pPr>
            <a:r>
              <a:t>D:/pasar_fix/node_modules/.bun/web-vitals@4.2.4/node_modules/web-vitals/dist/modules/attribution/onTTFB.js</a:t>
            </a:r>
          </a:p>
          <a:p>
            <a:pPr>
              <a:defRPr sz="1200"/>
            </a:pPr>
            <a:r>
              <a:t>D:/pasar_fix/node_modules/.bun/web-vitals@4.2.4/node_modules/web-vitals/dist/modules/lib/bfcache.d.ts</a:t>
            </a:r>
          </a:p>
          <a:p>
            <a:pPr>
              <a:defRPr sz="1200"/>
            </a:pPr>
            <a:r>
              <a:t>D:/pasar_fix/node_modules/.bun/web-vitals@4.2.4/node_modules/web-vitals/dist/modules/lib/bfcache.js</a:t>
            </a:r>
          </a:p>
          <a:p>
            <a:pPr>
              <a:defRPr sz="1200"/>
            </a:pPr>
            <a:r>
              <a:t>D:/pasar_fix/node_modules/.bun/web-vitals@4.2.4/node_modules/web-vitals/dist/modules/lib/bindReporter.d.ts</a:t>
            </a:r>
          </a:p>
          <a:p>
            <a:pPr>
              <a:defRPr sz="1200"/>
            </a:pPr>
            <a:r>
              <a:t>D:/pasar_fix/node_modules/.bun/web-vitals@4.2.4/node_modules/web-vitals/dist/modules/lib/bindReporter.js</a:t>
            </a:r>
          </a:p>
          <a:p>
            <a:pPr>
              <a:defRPr sz="1200"/>
            </a:pPr>
            <a:r>
              <a:t>D:/pasar_fix/node_modules/.bun/web-vitals@4.2.4/node_modules/web-vitals/dist/modules/lib/doubleRAF.d.ts</a:t>
            </a:r>
          </a:p>
          <a:p>
            <a:pPr>
              <a:defRPr sz="1200"/>
            </a:pPr>
            <a:r>
              <a:t>D:/pasar_fix/node_modules/.bun/web-vitals@4.2.4/node_modules/web-vitals/dist/modules/lib/doubleRAF.js</a:t>
            </a:r>
          </a:p>
          <a:p>
            <a:pPr>
              <a:defRPr sz="1200"/>
            </a:pPr>
            <a:r>
              <a:t>D:/pasar_fix/node_modules/.bun/web-vitals@4.2.4/node_modules/web-vitals/dist/modules/lib/generateUniqueID.d.ts</a:t>
            </a:r>
          </a:p>
          <a:p>
            <a:pPr>
              <a:defRPr sz="1200"/>
            </a:pPr>
            <a:r>
              <a:t>D:/pasar_fix/node_modules/.bun/web-vitals@4.2.4/node_modules/web-vitals/dist/modules/lib/generateUniqueID.js</a:t>
            </a:r>
          </a:p>
          <a:p>
            <a:pPr>
              <a:defRPr sz="1200"/>
            </a:pPr>
            <a:r>
              <a:t>D:/pasar_fix/node_modules/.bun/web-vitals@4.2.4/node_modules/web-vitals/dist/modules/lib/getActivationStart.d.ts</a:t>
            </a:r>
          </a:p>
          <a:p>
            <a:pPr>
              <a:defRPr sz="1200"/>
            </a:pPr>
            <a:r>
              <a:t>D:/pasar_fix/node_modules/.bun/web-vitals@4.2.4/node_modules/web-vitals/dist/modules/lib/getActivationStart.js</a:t>
            </a:r>
          </a:p>
          <a:p>
            <a:pPr>
              <a:defRPr sz="1200"/>
            </a:pPr>
            <a:r>
              <a:t>D:/pasar_fix/node_modules/.bun/web-vitals@4.2.4/node_modules/web-vitals/dist/modules/lib/getLoadState.d.ts</a:t>
            </a:r>
          </a:p>
          <a:p>
            <a:pPr>
              <a:defRPr sz="1200"/>
            </a:pPr>
            <a:r>
              <a:t>D:/pasar_fix/node_modules/.bun/web-vitals@4.2.4/node_modules/web-vitals/dist/modules/lib/getLoadState.js</a:t>
            </a:r>
          </a:p>
          <a:p>
            <a:pPr>
              <a:defRPr sz="1200"/>
            </a:pPr>
            <a:r>
              <a:t>D:/pasar_fix/node_modules/.bun/web-vitals@4.2.4/node_modules/web-vitals/dist/modules/lib/getNavigationEntry.d.ts</a:t>
            </a:r>
          </a:p>
          <a:p>
            <a:pPr>
              <a:defRPr sz="1200"/>
            </a:pPr>
            <a:r>
              <a:t>D:/pasar_fix/node_modules/.bun/web-vitals@4.2.4/node_modules/web-vitals/dist/modules/lib/getNavigationEntry.js</a:t>
            </a:r>
          </a:p>
          <a:p>
            <a:pPr>
              <a:defRPr sz="1200"/>
            </a:pPr>
            <a:r>
              <a:t>D:/pasar_fix/node_modules/.bun/web-vitals@4.2.4/node_modules/web-vitals/dist/modules/lib/getSelector.d.ts</a:t>
            </a:r>
          </a:p>
          <a:p>
            <a:pPr>
              <a:defRPr sz="1200"/>
            </a:pPr>
            <a:r>
              <a:t>D:/pasar_fix/node_modules/.bun/web-vitals@4.2.4/node_modules/web-vitals/dist/modules/lib/getSelector.js</a:t>
            </a:r>
          </a:p>
          <a:p>
            <a:pPr>
              <a:defRPr sz="1200"/>
            </a:pPr>
            <a:r>
              <a:t>D:/pasar_fix/node_modules/.bun/web-vitals@4.2.4/node_modules/web-vitals/dist/modules/lib/getVisibilityWatcher.d.ts</a:t>
            </a:r>
          </a:p>
          <a:p>
            <a:pPr>
              <a:defRPr sz="1200"/>
            </a:pPr>
            <a:r>
              <a:t>D:/pasar_fix/node_modules/.bun/web-vitals@4.2.4/node_modules/web-vitals/dist/modules/lib/getVisibilityWatcher.js</a:t>
            </a:r>
          </a:p>
          <a:p>
            <a:pPr>
              <a:defRPr sz="1200"/>
            </a:pPr>
            <a:r>
              <a:t>D:/pasar_fix/node_modules/.bun/web-vitals@4.2.4/node_modules/web-vitals/dist/modules/lib/initMetric.d.ts</a:t>
            </a:r>
          </a:p>
          <a:p>
            <a:pPr>
              <a:defRPr sz="1200"/>
            </a:pPr>
            <a:r>
              <a:t>D:/pasar_fix/node_modules/.bun/web-vitals@4.2.4/node_modules/web-vitals/dist/modules/lib/initMetric.js</a:t>
            </a:r>
          </a:p>
          <a:p>
            <a:pPr>
              <a:defRPr sz="1200"/>
            </a:pPr>
            <a:r>
              <a:t>D:/pasar_fix/node_modules/.bun/web-vitals@4.2.4/node_modules/web-vitals/dist/modules/lib/interactions.d.ts</a:t>
            </a:r>
          </a:p>
          <a:p>
            <a:pPr>
              <a:defRPr sz="1200"/>
            </a:pPr>
            <a:r>
              <a:t>D:/pasar_fix/node_modules/.bun/web-vitals@4.2.4/node_modules/web-vitals/dist/modules/lib/interactions.js</a:t>
            </a:r>
          </a:p>
          <a:p>
            <a:pPr>
              <a:defRPr sz="1200"/>
            </a:pPr>
            <a:r>
              <a:t>D:/pasar_fix/node_modules/.bun/web-vitals@4.2.4/node_modules/web-vitals/dist/modules/lib/observe.d.ts</a:t>
            </a:r>
          </a:p>
          <a:p>
            <a:pPr>
              <a:defRPr sz="1200"/>
            </a:pPr>
            <a:r>
              <a:t>D:/pasar_fix/node_modules/.bun/web-vitals@4.2.4/node_modules/web-vitals/dist/modules/lib/observe.js</a:t>
            </a:r>
          </a:p>
          <a:p>
            <a:pPr>
              <a:defRPr sz="1200"/>
            </a:pPr>
            <a:r>
              <a:t>D:/pasar_fix/node_modules/.bun/web-vitals@4.2.4/node_modules/web-vitals/dist/modules/lib/onHidden.d.ts</a:t>
            </a:r>
          </a:p>
          <a:p>
            <a:pPr>
              <a:defRPr sz="1200"/>
            </a:pPr>
            <a:r>
              <a:t>D:/pasar_fix/node_modules/.bun/web-vitals@4.2.4/node_modules/web-vitals/dist/modules/lib/onHidden.js</a:t>
            </a:r>
          </a:p>
          <a:p>
            <a:pPr>
              <a:defRPr sz="1200"/>
            </a:pPr>
            <a:r>
              <a:t>D:/pasar_fix/node_modules/.bun/web-vitals@4.2.4/node_modules/web-vitals/dist/modules/lib/runOnce.d.ts</a:t>
            </a:r>
          </a:p>
          <a:p>
            <a:pPr>
              <a:defRPr sz="1200"/>
            </a:pPr>
            <a:r>
              <a:t>D:/pasar_fix/node_modules/.bun/web-vitals@4.2.4/node_modules/web-vitals/dist/modules/lib/runOnce.js</a:t>
            </a:r>
          </a:p>
          <a:p>
            <a:pPr>
              <a:defRPr sz="1200"/>
            </a:pPr>
            <a:r>
              <a:t>D:/pasar_fix/node_modules/.bun/web-vitals@4.2.4/node_modules/web-vitals/dist/modules/lib/whenActivated.d.ts</a:t>
            </a:r>
          </a:p>
          <a:p>
            <a:pPr>
              <a:defRPr sz="1200"/>
            </a:pPr>
            <a:r>
              <a:t>D:/pasar_fix/node_modules/.bun/web-vitals@4.2.4/node_modules/web-vitals/dist/modules/lib/whenActivated.js</a:t>
            </a:r>
          </a:p>
          <a:p>
            <a:pPr>
              <a:defRPr sz="1200"/>
            </a:pPr>
            <a:r>
              <a:t>D:/pasar_fix/node_modules/.bun/web-vitals@4.2.4/node_modules/web-vitals/dist/modules/lib/whenIdle.d.ts</a:t>
            </a:r>
          </a:p>
          <a:p>
            <a:pPr>
              <a:defRPr sz="1200"/>
            </a:pPr>
            <a:r>
              <a:t>D:/pasar_fix/node_modules/.bun/web-vitals@4.2.4/node_modules/web-vitals/dist/modules/lib/whenIdle.js</a:t>
            </a:r>
          </a:p>
          <a:p>
            <a:pPr>
              <a:defRPr sz="1200"/>
            </a:pPr>
            <a:r>
              <a:t>D:/pasar_fix/node_modules/.bun/web-vitals@4.2.4/node_modules/web-vitals/dist/modules/lib/polyfills/firstInputPolyfill.d.ts</a:t>
            </a:r>
          </a:p>
          <a:p>
            <a:pPr>
              <a:defRPr sz="1200"/>
            </a:pPr>
            <a:r>
              <a:t>D:/pasar_fix/node_modules/.bun/web-vitals@4.2.4/node_modules/web-vitals/dist/modules/lib/polyfills/firstInputPolyfill.js</a:t>
            </a:r>
          </a:p>
          <a:p>
            <a:pPr>
              <a:defRPr sz="1200"/>
            </a:pPr>
            <a:r>
              <a:t>D:/pasar_fix/node_modules/.bun/web-vitals@4.2.4/node_modules/web-vitals/dist/modules/lib/polyfills/getFirstHiddenTimePolyfill.d.ts</a:t>
            </a:r>
          </a:p>
          <a:p>
            <a:pPr>
              <a:defRPr sz="1200"/>
            </a:pPr>
            <a:r>
              <a:t>D:/pasar_fix/node_modules/.bun/web-vitals@4.2.4/node_modules/web-vitals/dist/modules/lib/polyfills/getFirstHiddenTimePolyfill.js</a:t>
            </a:r>
          </a:p>
          <a:p>
            <a:pPr>
              <a:defRPr sz="1200"/>
            </a:pPr>
            <a:r>
              <a:t>D:/pasar_fix/node_modules/.bun/web-vitals@4.2.4/node_modules/web-vitals/dist/modules/lib/polyfills/interactionCountPolyfill.d.ts</a:t>
            </a:r>
          </a:p>
          <a:p>
            <a:pPr>
              <a:defRPr sz="1200"/>
            </a:pPr>
            <a:r>
              <a:t>D:/pasar_fix/node_modules/.bun/web-vitals@4.2.4/node_modules/web-vitals/dist/modules/lib/polyfills/interactionCountPolyfill.js</a:t>
            </a:r>
          </a:p>
          <a:p>
            <a:pPr>
              <a:defRPr sz="1200"/>
            </a:pPr>
            <a:r>
              <a:t>D:/pasar_fix/node_modules/.bun/web-vitals@4.2.4/node_modules/web-vitals/dist/modules/types/base.d.ts</a:t>
            </a:r>
          </a:p>
          <a:p>
            <a:pPr>
              <a:defRPr sz="1200"/>
            </a:pPr>
            <a:r>
              <a:t>D:/pasar_fix/node_modules/.bun/web-vitals@4.2.4/node_modules/web-vitals/dist/modules/types/base.js</a:t>
            </a:r>
          </a:p>
          <a:p>
            <a:pPr>
              <a:defRPr sz="1200"/>
            </a:pPr>
            <a:r>
              <a:t>D:/pasar_fix/node_modules/.bun/web-vitals@4.2.4/node_modules/web-vitals/dist/modules/types/cls.d.ts</a:t>
            </a:r>
          </a:p>
          <a:p>
            <a:pPr>
              <a:defRPr sz="1200"/>
            </a:pPr>
            <a:r>
              <a:t>D:/pasar_fix/node_modules/.bun/web-vitals@4.2.4/node_modules/web-vitals/dist/modules/types/cls.js</a:t>
            </a:r>
          </a:p>
          <a:p>
            <a:pPr>
              <a:defRPr sz="1200"/>
            </a:pPr>
            <a:r>
              <a:t>D:/pasar_fix/node_modules/.bun/web-vitals@4.2.4/node_modules/web-vitals/dist/modules/types/fcp.d.ts</a:t>
            </a:r>
          </a:p>
          <a:p>
            <a:pPr>
              <a:defRPr sz="1200"/>
            </a:pPr>
            <a:r>
              <a:t>D:/pasar_fix/node_modules/.bun/web-vitals@4.2.4/node_modules/web-vitals/dist/modules/types/fcp.js</a:t>
            </a:r>
          </a:p>
          <a:p>
            <a:pPr>
              <a:defRPr sz="1200"/>
            </a:pPr>
            <a:r>
              <a:t>D:/pasar_fix/node_modules/.bun/web-vitals@4.2.4/node_modules/web-vitals/dist/modules/types/fid.d.ts</a:t>
            </a:r>
          </a:p>
          <a:p>
            <a:pPr>
              <a:defRPr sz="1200"/>
            </a:pPr>
            <a:r>
              <a:t>D:/pasar_fix/node_modules/.bun/web-vitals@4.2.4/node_modules/web-vitals/dist/modules/types/fid.js</a:t>
            </a:r>
          </a:p>
          <a:p>
            <a:pPr>
              <a:defRPr sz="1200"/>
            </a:pPr>
            <a:r>
              <a:t>D:/pasar_fix/node_modules/.bun/web-vitals@4.2.4/node_modules/web-vitals/dist/modules/types/inp.d.ts</a:t>
            </a:r>
          </a:p>
          <a:p>
            <a:pPr>
              <a:defRPr sz="1200"/>
            </a:pPr>
            <a:r>
              <a:t>D:/pasar_fix/node_modules/.bun/web-vitals@4.2.4/node_modules/web-vitals/dist/modules/types/inp.js</a:t>
            </a:r>
          </a:p>
          <a:p>
            <a:pPr>
              <a:defRPr sz="1200"/>
            </a:pPr>
            <a:r>
              <a:t>D:/pasar_fix/node_modules/.bun/web-vitals@4.2.4/node_modules/web-vitals/dist/modules/types/lcp.d.ts</a:t>
            </a:r>
          </a:p>
          <a:p>
            <a:pPr>
              <a:defRPr sz="1200"/>
            </a:pPr>
            <a:r>
              <a:t>D:/pasar_fix/node_modules/.bun/web-vitals@4.2.4/node_modules/web-vitals/dist/modules/types/lcp.js</a:t>
            </a:r>
          </a:p>
          <a:p>
            <a:pPr>
              <a:defRPr sz="1200"/>
            </a:pPr>
            <a:r>
              <a:t>D:/pasar_fix/node_modules/.bun/web-vitals@4.2.4/node_modules/web-vitals/dist/modules/types/polyfills.d.ts</a:t>
            </a:r>
          </a:p>
          <a:p>
            <a:pPr>
              <a:defRPr sz="1200"/>
            </a:pPr>
            <a:r>
              <a:t>D:/pasar_fix/node_modules/.bun/web-vitals@4.2.4/node_modules/web-vitals/dist/modules/types/polyfills.js</a:t>
            </a:r>
          </a:p>
          <a:p>
            <a:pPr>
              <a:defRPr sz="1200"/>
            </a:pPr>
            <a:r>
              <a:t>D:/pasar_fix/node_modules/.bun/web-vitals@4.2.4/node_modules/web-vitals/dist/modules/types/ttfb.d.ts</a:t>
            </a:r>
          </a:p>
          <a:p>
            <a:pPr>
              <a:defRPr sz="1200"/>
            </a:pPr>
            <a:r>
              <a:t>D:/pasar_fix/node_modules/.bun/web-vitals@4.2.4/node_modules/web-vitals/dist/modules/types/ttfb.js</a:t>
            </a:r>
          </a:p>
          <a:p>
            <a:pPr>
              <a:defRPr sz="1200"/>
            </a:pPr>
            <a:r>
              <a:t>D:/pasar_fix/node_modules/.bun/web-vitals@4.2.4/node_modules/web-vitals/src/deprecated.ts</a:t>
            </a:r>
          </a:p>
          <a:p>
            <a:pPr>
              <a:defRPr sz="1200"/>
            </a:pPr>
            <a:r>
              <a:t>D:/pasar_fix/node_modules/.bun/web-vitals@4.2.4/node_modules/web-vitals/src/index.ts</a:t>
            </a:r>
          </a:p>
          <a:p>
            <a:pPr>
              <a:defRPr sz="1200"/>
            </a:pPr>
            <a:r>
              <a:t>D:/pasar_fix/node_modules/.bun/web-vitals@4.2.4/node_modules/web-vitals/src/onCLS.ts</a:t>
            </a:r>
          </a:p>
          <a:p>
            <a:pPr>
              <a:defRPr sz="1200"/>
            </a:pPr>
            <a:r>
              <a:t>D:/pasar_fix/node_modules/.bun/web-vitals@4.2.4/node_modules/web-vitals/src/onFCP.ts</a:t>
            </a:r>
          </a:p>
          <a:p>
            <a:pPr>
              <a:defRPr sz="1200"/>
            </a:pPr>
            <a:r>
              <a:t>D:/pasar_fix/node_modules/.bun/web-vitals@4.2.4/node_modules/web-vitals/src/onFID.ts</a:t>
            </a:r>
          </a:p>
          <a:p>
            <a:pPr>
              <a:defRPr sz="1200"/>
            </a:pPr>
            <a:r>
              <a:t>D:/pasar_fix/node_modules/.bun/web-vitals@4.2.4/node_modules/web-vitals/src/onINP.ts</a:t>
            </a:r>
          </a:p>
          <a:p>
            <a:pPr>
              <a:defRPr sz="1200"/>
            </a:pPr>
            <a:r>
              <a:t>D:/pasar_fix/node_modules/.bun/web-vitals@4.2.4/node_modules/web-vitals/src/onLCP.ts</a:t>
            </a:r>
          </a:p>
          <a:p>
            <a:pPr>
              <a:defRPr sz="1200"/>
            </a:pPr>
            <a:r>
              <a:t>D:/pasar_fix/node_modules/.bun/web-vitals@4.2.4/node_modules/web-vitals/src/onTTFB.ts</a:t>
            </a:r>
          </a:p>
          <a:p>
            <a:pPr>
              <a:defRPr sz="1200"/>
            </a:pPr>
            <a:r>
              <a:t>D:/pasar_fix/node_modules/.bun/web-vitals@4.2.4/node_modules/web-vitals/src/types.ts</a:t>
            </a:r>
          </a:p>
          <a:p>
            <a:pPr>
              <a:defRPr sz="1200"/>
            </a:pPr>
            <a:r>
              <a:t>D:/pasar_fix/node_modules/.bun/web-vitals@4.2.4/node_modules/web-vitals/src/attribution/deprecated.ts</a:t>
            </a:r>
          </a:p>
          <a:p>
            <a:pPr>
              <a:defRPr sz="1200"/>
            </a:pPr>
            <a:r>
              <a:t>D:/pasar_fix/node_modules/.bun/web-vitals@4.2.4/node_modules/web-vitals/src/attribution/index.ts</a:t>
            </a:r>
          </a:p>
          <a:p>
            <a:pPr>
              <a:defRPr sz="1200"/>
            </a:pPr>
            <a:r>
              <a:t>D:/pasar_fix/node_modules/.bun/web-vitals@4.2.4/node_modules/web-vitals/src/attribution/onCLS.ts</a:t>
            </a:r>
          </a:p>
          <a:p>
            <a:pPr>
              <a:defRPr sz="1200"/>
            </a:pPr>
            <a:r>
              <a:t>D:/pasar_fix/node_modules/.bun/web-vitals@4.2.4/node_modules/web-vitals/src/attribution/onFCP.ts</a:t>
            </a:r>
          </a:p>
          <a:p>
            <a:pPr>
              <a:defRPr sz="1200"/>
            </a:pPr>
            <a:r>
              <a:t>D:/pasar_fix/node_modules/.bun/web-vitals@4.2.4/node_modules/web-vitals/src/attribution/onFID.ts</a:t>
            </a:r>
          </a:p>
          <a:p>
            <a:pPr>
              <a:defRPr sz="1200"/>
            </a:pPr>
            <a:r>
              <a:t>D:/pasar_fix/node_modules/.bun/web-vitals@4.2.4/node_modules/web-vitals/src/attribution/onINP.ts</a:t>
            </a:r>
          </a:p>
          <a:p>
            <a:pPr>
              <a:defRPr sz="1200"/>
            </a:pPr>
            <a:r>
              <a:t>D:/pasar_fix/node_modules/.bun/web-vitals@4.2.4/node_modules/web-vitals/src/attribution/onLCP.ts</a:t>
            </a:r>
          </a:p>
          <a:p>
            <a:pPr>
              <a:defRPr sz="1200"/>
            </a:pPr>
            <a:r>
              <a:t>D:/pasar_fix/node_modules/.bun/web-vitals@4.2.4/node_modules/web-vitals/src/attribution/onTTFB.ts</a:t>
            </a:r>
          </a:p>
          <a:p>
            <a:pPr>
              <a:defRPr sz="1200"/>
            </a:pPr>
            <a:r>
              <a:t>D:/pasar_fix/node_modules/.bun/web-vitals@4.2.4/node_modules/web-vitals/src/lib/bfcache.ts</a:t>
            </a:r>
          </a:p>
          <a:p>
            <a:pPr>
              <a:defRPr sz="1200"/>
            </a:pPr>
            <a:r>
              <a:t>D:/pasar_fix/node_modules/.bun/web-vitals@4.2.4/node_modules/web-vitals/src/lib/bindReporter.ts</a:t>
            </a:r>
          </a:p>
          <a:p>
            <a:pPr>
              <a:defRPr sz="1200"/>
            </a:pPr>
            <a:r>
              <a:t>D:/pasar_fix/node_modules/.bun/web-vitals@4.2.4/node_modules/web-vitals/src/lib/doubleRAF.ts</a:t>
            </a:r>
          </a:p>
          <a:p>
            <a:pPr>
              <a:defRPr sz="1200"/>
            </a:pPr>
            <a:r>
              <a:t>D:/pasar_fix/node_modules/.bun/web-vitals@4.2.4/node_modules/web-vitals/src/lib/generateUniqueID.ts</a:t>
            </a:r>
          </a:p>
          <a:p>
            <a:pPr>
              <a:defRPr sz="1200"/>
            </a:pPr>
            <a:r>
              <a:t>D:/pasar_fix/node_modules/.bun/web-vitals@4.2.4/node_modules/web-vitals/src/lib/getActivationStart.ts</a:t>
            </a:r>
          </a:p>
          <a:p>
            <a:pPr>
              <a:defRPr sz="1200"/>
            </a:pPr>
            <a:r>
              <a:t>D:/pasar_fix/node_modules/.bun/web-vitals@4.2.4/node_modules/web-vitals/src/lib/getLoadState.ts</a:t>
            </a:r>
          </a:p>
          <a:p>
            <a:pPr>
              <a:defRPr sz="1200"/>
            </a:pPr>
            <a:r>
              <a:t>D:/pasar_fix/node_modules/.bun/web-vitals@4.2.4/node_modules/web-vitals/src/lib/getNavigationEntry.ts</a:t>
            </a:r>
          </a:p>
          <a:p>
            <a:pPr>
              <a:defRPr sz="1200"/>
            </a:pPr>
            <a:r>
              <a:t>D:/pasar_fix/node_modules/.bun/web-vitals@4.2.4/node_modules/web-vitals/src/lib/getSelector.ts</a:t>
            </a:r>
          </a:p>
          <a:p>
            <a:pPr>
              <a:defRPr sz="1200"/>
            </a:pPr>
            <a:r>
              <a:t>D:/pasar_fix/node_modules/.bun/web-vitals@4.2.4/node_modules/web-vitals/src/lib/getVisibilityWatcher.ts</a:t>
            </a:r>
          </a:p>
          <a:p>
            <a:pPr>
              <a:defRPr sz="1200"/>
            </a:pPr>
            <a:r>
              <a:t>D:/pasar_fix/node_modules/.bun/web-vitals@4.2.4/node_modules/web-vitals/src/lib/initMetric.ts</a:t>
            </a:r>
          </a:p>
          <a:p>
            <a:pPr>
              <a:defRPr sz="1200"/>
            </a:pPr>
            <a:r>
              <a:t>D:/pasar_fix/node_modules/.bun/web-vitals@4.2.4/node_modules/web-vitals/src/lib/interactions.ts</a:t>
            </a:r>
          </a:p>
          <a:p>
            <a:pPr>
              <a:defRPr sz="1200"/>
            </a:pPr>
            <a:r>
              <a:t>D:/pasar_fix/node_modules/.bun/web-vitals@4.2.4/node_modules/web-vitals/src/lib/observe.ts</a:t>
            </a:r>
          </a:p>
          <a:p>
            <a:pPr>
              <a:defRPr sz="1200"/>
            </a:pPr>
            <a:r>
              <a:t>D:/pasar_fix/node_modules/.bun/web-vitals@4.2.4/node_modules/web-vitals/src/lib/onHidden.ts</a:t>
            </a:r>
          </a:p>
          <a:p>
            <a:pPr>
              <a:defRPr sz="1200"/>
            </a:pPr>
            <a:r>
              <a:t>D:/pasar_fix/node_modules/.bun/web-vitals@4.2.4/node_modules/web-vitals/src/lib/runOnce.ts</a:t>
            </a:r>
          </a:p>
          <a:p>
            <a:pPr>
              <a:defRPr sz="1200"/>
            </a:pPr>
            <a:r>
              <a:t>D:/pasar_fix/node_modules/.bun/web-vitals@4.2.4/node_modules/web-vitals/src/lib/whenActivated.ts</a:t>
            </a:r>
          </a:p>
          <a:p>
            <a:pPr>
              <a:defRPr sz="1200"/>
            </a:pPr>
            <a:r>
              <a:t>D:/pasar_fix/node_modules/.bun/web-vitals@4.2.4/node_modules/web-vitals/src/lib/whenIdle.ts</a:t>
            </a:r>
          </a:p>
          <a:p>
            <a:pPr>
              <a:defRPr sz="1200"/>
            </a:pPr>
            <a:r>
              <a:t>D:/pasar_fix/node_modules/.bun/web-vitals@4.2.4/node_modules/web-vitals/src/lib/polyfills/firstInputPolyfill.ts</a:t>
            </a:r>
          </a:p>
          <a:p>
            <a:pPr>
              <a:defRPr sz="1200"/>
            </a:pPr>
            <a:r>
              <a:t>D:/pasar_fix/node_modules/.bun/web-vitals@4.2.4/node_modules/web-vitals/src/lib/polyfills/getFirstHiddenTimePolyfill.ts</a:t>
            </a:r>
          </a:p>
          <a:p>
            <a:pPr>
              <a:defRPr sz="1200"/>
            </a:pPr>
            <a:r>
              <a:t>D:/pasar_fix/node_modules/.bun/web-vitals@4.2.4/node_modules/web-vitals/src/lib/polyfills/interactionCountPolyfill.ts</a:t>
            </a:r>
          </a:p>
          <a:p>
            <a:pPr>
              <a:defRPr sz="1200"/>
            </a:pPr>
            <a:r>
              <a:t>D:/pasar_fix/node_modules/.bun/web-vitals@4.2.4/node_modules/web-vitals/src/types/base.ts</a:t>
            </a:r>
          </a:p>
          <a:p>
            <a:pPr>
              <a:defRPr sz="1200"/>
            </a:pPr>
            <a:r>
              <a:t>D:/pasar_fix/node_modules/.bun/web-vitals@4.2.4/node_modules/web-vitals/src/types/cls.ts</a:t>
            </a:r>
          </a:p>
          <a:p>
            <a:pPr>
              <a:defRPr sz="1200"/>
            </a:pPr>
            <a:r>
              <a:t>D:/pasar_fix/node_modules/.bun/web-vitals@4.2.4/node_modules/web-vitals/src/types/fcp.ts</a:t>
            </a:r>
          </a:p>
          <a:p>
            <a:pPr>
              <a:defRPr sz="1200"/>
            </a:pPr>
            <a:r>
              <a:t>D:/pasar_fix/node_modules/.bun/web-vitals@4.2.4/node_modules/web-vitals/src/types/fid.ts</a:t>
            </a:r>
          </a:p>
          <a:p>
            <a:pPr>
              <a:defRPr sz="1200"/>
            </a:pPr>
            <a:r>
              <a:t>D:/pasar_fix/node_modules/.bun/web-vitals@4.2.4/node_modules/web-vitals/src/types/inp.ts</a:t>
            </a:r>
          </a:p>
          <a:p>
            <a:pPr>
              <a:defRPr sz="1200"/>
            </a:pPr>
            <a:r>
              <a:t>D:/pasar_fix/node_modules/.bun/web-vitals@4.2.4/node_modules/web-vitals/src/types/lcp.ts</a:t>
            </a:r>
          </a:p>
          <a:p>
            <a:pPr>
              <a:defRPr sz="1200"/>
            </a:pPr>
            <a:r>
              <a:t>D:/pasar_fix/node_modules/.bun/web-vitals@4.2.4/node_modules/web-vitals/src/types/polyfills.ts</a:t>
            </a:r>
          </a:p>
          <a:p>
            <a:pPr>
              <a:defRPr sz="1200"/>
            </a:pPr>
            <a:r>
              <a:t>D:/pasar_fix/node_modules/.bun/web-vitals@4.2.4/node_modules/web-vitals/src/types/ttfb.ts</a:t>
            </a:r>
          </a:p>
          <a:p>
            <a:pPr>
              <a:defRPr sz="1200"/>
            </a:pPr>
            <a:r>
              <a:t>D:/pasar_fix/node_modules/.bun/webdriver-bidi-protocol@0.4.1/node_modules/webdriver-bidi-protocol/CHANGELOG.md</a:t>
            </a:r>
          </a:p>
          <a:p>
            <a:pPr>
              <a:defRPr sz="1200"/>
            </a:pPr>
            <a:r>
              <a:t>D:/pasar_fix/node_modules/.bun/webdriver-bidi-protocol@0.4.1/node_modules/webdriver-bidi-protocol/LICENSE</a:t>
            </a:r>
          </a:p>
          <a:p>
            <a:pPr>
              <a:defRPr sz="1200"/>
            </a:pPr>
            <a:r>
              <a:t>D:/pasar_fix/node_modules/.bun/webdriver-bidi-protocol@0.4.1/node_modules/webdriver-bidi-protocol/package.json</a:t>
            </a:r>
          </a:p>
          <a:p>
            <a:pPr>
              <a:defRPr sz="1200"/>
            </a:pPr>
            <a:r>
              <a:t>D:/pasar_fix/node_modules/.bun/webdriver-bidi-protocol@0.4.1/node_modules/webdriver-bidi-protocol/README.md</a:t>
            </a:r>
          </a:p>
          <a:p>
            <a:pPr>
              <a:defRPr sz="1200"/>
            </a:pPr>
            <a:r>
              <a:t>D:/pasar_fix/node_modules/.bun/webdriver-bidi-protocol@0.4.1/node_modules/webdriver-bidi-protocol/out/index.d.ts</a:t>
            </a:r>
          </a:p>
          <a:p>
            <a:pPr>
              <a:defRPr sz="1200"/>
            </a:pPr>
            <a:r>
              <a:t>D:/pasar_fix/node_modules/.bun/webdriver-bidi-protocol@0.4.1/node_modules/webdriver-bidi-protocol/out/index.js</a:t>
            </a:r>
          </a:p>
          <a:p>
            <a:pPr>
              <a:defRPr sz="1200"/>
            </a:pPr>
            <a:r>
              <a:t>D:/pasar_fix/node_modules/.bun/webdriver-bidi-protocol@0.4.1/node_modules/webdriver-bidi-protocol/out/gen/main.d.ts</a:t>
            </a:r>
          </a:p>
          <a:p>
            <a:pPr>
              <a:defRPr sz="1200"/>
            </a:pPr>
            <a:r>
              <a:t>D:/pasar_fix/node_modules/.bun/webdriver-bidi-protocol@0.4.1/node_modules/webdriver-bidi-protocol/out/gen/main.js</a:t>
            </a:r>
          </a:p>
          <a:p>
            <a:pPr>
              <a:defRPr sz="1200"/>
            </a:pPr>
            <a:r>
              <a:t>D:/pasar_fix/node_modules/.bun/webdriver-bidi-protocol@0.4.1/node_modules/webdriver-bidi-protocol/out/gen/mapping.d.ts</a:t>
            </a:r>
          </a:p>
          <a:p>
            <a:pPr>
              <a:defRPr sz="1200"/>
            </a:pPr>
            <a:r>
              <a:t>D:/pasar_fix/node_modules/.bun/webdriver-bidi-protocol@0.4.1/node_modules/webdriver-bidi-protocol/out/gen/mapping.js</a:t>
            </a:r>
          </a:p>
          <a:p>
            <a:pPr>
              <a:defRPr sz="1200"/>
            </a:pPr>
            <a:r>
              <a:t>D:/pasar_fix/node_modules/.bun/webdriver-bidi-protocol@0.4.1/node_modules/webdriver-bidi-protocol/out/gen/permissions.d.ts</a:t>
            </a:r>
          </a:p>
          <a:p>
            <a:pPr>
              <a:defRPr sz="1200"/>
            </a:pPr>
            <a:r>
              <a:t>D:/pasar_fix/node_modules/.bun/webdriver-bidi-protocol@0.4.1/node_modules/webdriver-bidi-protocol/out/gen/permissions.js</a:t>
            </a:r>
          </a:p>
          <a:p>
            <a:pPr>
              <a:defRPr sz="1200"/>
            </a:pPr>
            <a:r>
              <a:t>D:/pasar_fix/node_modules/.bun/webdriver-bidi-protocol@0.4.1/node_modules/webdriver-bidi-protocol/out/gen/ua-client-hints.d.ts</a:t>
            </a:r>
          </a:p>
          <a:p>
            <a:pPr>
              <a:defRPr sz="1200"/>
            </a:pPr>
            <a:r>
              <a:t>D:/pasar_fix/node_modules/.bun/webdriver-bidi-protocol@0.4.1/node_modules/webdriver-bidi-protocol/out/gen/ua-client-hints.js</a:t>
            </a:r>
          </a:p>
          <a:p>
            <a:pPr>
              <a:defRPr sz="1200"/>
            </a:pPr>
            <a:r>
              <a:t>D:/pasar_fix/node_modules/.bun/webdriver-bidi-protocol@0.4.1/node_modules/webdriver-bidi-protocol/out/gen/web-bluetooth.d.ts</a:t>
            </a:r>
          </a:p>
          <a:p>
            <a:pPr>
              <a:defRPr sz="1200"/>
            </a:pPr>
            <a:r>
              <a:t>D:/pasar_fix/node_modules/.bun/webdriver-bidi-protocol@0.4.1/node_modules/webdriver-bidi-protocol/out/gen/web-bluetooth.js</a:t>
            </a:r>
          </a:p>
          <a:p>
            <a:pPr>
              <a:defRPr sz="1200"/>
            </a:pPr>
            <a:r>
              <a:t>D:/pasar_fix/node_modules/.bun/webdriver-bidi-protocol@0.4.1/node_modules/webdriver-bidi-protocol/src/index.ts</a:t>
            </a:r>
          </a:p>
          <a:p>
            <a:pPr>
              <a:defRPr sz="1200"/>
            </a:pPr>
            <a:r>
              <a:t>D:/pasar_fix/node_modules/.bun/webdriver-bidi-protocol@0.4.1/node_modules/webdriver-bidi-protocol/src/gen/main.ts</a:t>
            </a:r>
          </a:p>
          <a:p>
            <a:pPr>
              <a:defRPr sz="1200"/>
            </a:pPr>
            <a:r>
              <a:t>D:/pasar_fix/node_modules/.bun/webdriver-bidi-protocol@0.4.1/node_modules/webdriver-bidi-protocol/src/gen/mapping.ts</a:t>
            </a:r>
          </a:p>
          <a:p>
            <a:pPr>
              <a:defRPr sz="1200"/>
            </a:pPr>
            <a:r>
              <a:t>D:/pasar_fix/node_modules/.bun/webdriver-bidi-protocol@0.4.1/node_modules/webdriver-bidi-protocol/src/gen/permissions.ts</a:t>
            </a:r>
          </a:p>
          <a:p>
            <a:pPr>
              <a:defRPr sz="1200"/>
            </a:pPr>
            <a:r>
              <a:t>D:/pasar_fix/node_modules/.bun/webdriver-bidi-protocol@0.4.1/node_modules/webdriver-bidi-protocol/src/gen/ua-client-hints.ts</a:t>
            </a:r>
          </a:p>
          <a:p>
            <a:pPr>
              <a:defRPr sz="1200"/>
            </a:pPr>
            <a:r>
              <a:t>D:/pasar_fix/node_modules/.bun/webdriver-bidi-protocol@0.4.1/node_modules/webdriver-bidi-protocol/src/gen/web-bluetooth.ts</a:t>
            </a:r>
          </a:p>
          <a:p>
            <a:pPr>
              <a:defRPr sz="1200"/>
            </a:pPr>
            <a:r>
              <a:t>D:/pasar_fix/node_modules/.bun/webidl-conversions@3.0.1/node_modules/webidl-conversions/LICENSE.md</a:t>
            </a:r>
          </a:p>
          <a:p>
            <a:pPr>
              <a:defRPr sz="1200"/>
            </a:pPr>
            <a:r>
              <a:t>D:/pasar_fix/node_modules/.bun/webidl-conversions@3.0.1/node_modules/webidl-conversions/package.json</a:t>
            </a:r>
          </a:p>
          <a:p>
            <a:pPr>
              <a:defRPr sz="1200"/>
            </a:pPr>
            <a:r>
              <a:t>D:/pasar_fix/node_modules/.bun/webidl-conversions@3.0.1/node_modules/webidl-conversions/README.md</a:t>
            </a:r>
          </a:p>
          <a:p>
            <a:pPr>
              <a:defRPr sz="1200"/>
            </a:pPr>
            <a:r>
              <a:t>D:/pasar_fix/node_modules/.bun/webidl-conversions@3.0.1/node_modules/webidl-conversions/lib/index.js</a:t>
            </a:r>
          </a:p>
          <a:p>
            <a:pPr>
              <a:defRPr sz="1200"/>
            </a:pPr>
            <a:r>
              <a:t>D:/pasar_fix/node_modules/.bun/webidl-conversions@4.0.2/node_modules/webidl-conversions/LICENSE.md</a:t>
            </a:r>
          </a:p>
          <a:p>
            <a:pPr>
              <a:defRPr sz="1200"/>
            </a:pPr>
            <a:r>
              <a:t>D:/pasar_fix/node_modules/.bun/webidl-conversions@4.0.2/node_modules/webidl-conversions/package.json</a:t>
            </a:r>
          </a:p>
          <a:p>
            <a:pPr>
              <a:defRPr sz="1200"/>
            </a:pPr>
            <a:r>
              <a:t>D:/pasar_fix/node_modules/.bun/webidl-conversions@4.0.2/node_modules/webidl-conversions/README.md</a:t>
            </a:r>
          </a:p>
          <a:p>
            <a:pPr>
              <a:defRPr sz="1200"/>
            </a:pPr>
            <a:r>
              <a:t>D:/pasar_fix/node_modules/.bun/webidl-conversions@4.0.2/node_modules/webidl-conversions/lib/index.js</a:t>
            </a:r>
          </a:p>
          <a:p>
            <a:pPr>
              <a:defRPr sz="1200"/>
            </a:pPr>
            <a:r>
              <a:t>D:/pasar_fix/node_modules/.bun/webidl-conversions@7.0.0/node_modules/webidl-conversions/LICENSE.md</a:t>
            </a:r>
          </a:p>
          <a:p>
            <a:pPr>
              <a:defRPr sz="1200"/>
            </a:pPr>
            <a:r>
              <a:t>D:/pasar_fix/node_modules/.bun/webidl-conversions@7.0.0/node_modules/webidl-conversions/package.json</a:t>
            </a:r>
          </a:p>
          <a:p>
            <a:pPr>
              <a:defRPr sz="1200"/>
            </a:pPr>
            <a:r>
              <a:t>D:/pasar_fix/node_modules/.bun/webidl-conversions@7.0.0/node_modules/webidl-conversions/README.md</a:t>
            </a:r>
          </a:p>
          <a:p>
            <a:pPr>
              <a:defRPr sz="1200"/>
            </a:pPr>
            <a:r>
              <a:t>D:/pasar_fix/node_modules/.bun/webidl-conversions@7.0.0/node_modules/webidl-conversions/lib/index.js</a:t>
            </a:r>
          </a:p>
          <a:p>
            <a:pPr>
              <a:defRPr sz="1200"/>
            </a:pPr>
            <a:r>
              <a:t>D:/pasar_fix/node_modules/.bun/webpack-virtual-modules@0.6.2/node_modules/webpack-virtual-modules/LICENSE</a:t>
            </a:r>
          </a:p>
          <a:p>
            <a:pPr>
              <a:defRPr sz="1200"/>
            </a:pPr>
            <a:r>
              <a:t>D:/pasar_fix/node_modules/.bun/webpack-virtual-modules@0.6.2/node_modules/webpack-virtual-modules/package.json</a:t>
            </a:r>
          </a:p>
          <a:p>
            <a:pPr>
              <a:defRPr sz="1200"/>
            </a:pPr>
            <a:r>
              <a:t>D:/pasar_fix/node_modules/.bun/webpack-virtual-modules@0.6.2/node_modules/webpack-virtual-modules/README.md</a:t>
            </a:r>
          </a:p>
          <a:p>
            <a:pPr>
              <a:defRPr sz="1200"/>
            </a:pPr>
            <a:r>
              <a:t>D:/pasar_fix/node_modules/.bun/webpack-virtual-modules@0.6.2/node_modules/webpack-virtual-modules/lib/index.d.ts</a:t>
            </a:r>
          </a:p>
          <a:p>
            <a:pPr>
              <a:defRPr sz="1200"/>
            </a:pPr>
            <a:r>
              <a:t>D:/pasar_fix/node_modules/.bun/webpack-virtual-modules@0.6.2/node_modules/webpack-virtual-modules/lib/index.js</a:t>
            </a:r>
          </a:p>
          <a:p>
            <a:pPr>
              <a:defRPr sz="1200"/>
            </a:pPr>
            <a:r>
              <a:t>D:/pasar_fix/node_modules/.bun/webpack-virtual-modules@0.6.2/node_modules/webpack-virtual-modules/lib/index.js.map</a:t>
            </a:r>
          </a:p>
          <a:p>
            <a:pPr>
              <a:defRPr sz="1200"/>
            </a:pPr>
            <a:r>
              <a:t>D:/pasar_fix/node_modules/.bun/webpack-virtual-modules@0.6.2/node_modules/webpack-virtual-modules/lib/virtual-stats.d.ts</a:t>
            </a:r>
          </a:p>
          <a:p>
            <a:pPr>
              <a:defRPr sz="1200"/>
            </a:pPr>
            <a:r>
              <a:t>D:/pasar_fix/node_modules/.bun/webpack-virtual-modules@0.6.2/node_modules/webpack-virtual-modules/lib/virtual-stats.js</a:t>
            </a:r>
          </a:p>
          <a:p>
            <a:pPr>
              <a:defRPr sz="1200"/>
            </a:pPr>
            <a:r>
              <a:t>D:/pasar_fix/node_modules/.bun/webpack-virtual-modules@0.6.2/node_modules/webpack-virtual-modules/lib/virtual-stats.js.map</a:t>
            </a:r>
          </a:p>
          <a:p>
            <a:pPr>
              <a:defRPr sz="1200"/>
            </a:pPr>
            <a:r>
              <a:t>D:/pasar_fix/node_modules/.bun/webpack-virtual-modules@0.6.2/node_modules/webpack-virtual-modules/src/index.ts</a:t>
            </a:r>
          </a:p>
          <a:p>
            <a:pPr>
              <a:defRPr sz="1200"/>
            </a:pPr>
            <a:r>
              <a:t>D:/pasar_fix/node_modules/.bun/webpack-virtual-modules@0.6.2/node_modules/webpack-virtual-modules/src/virtual-stats.ts</a:t>
            </a:r>
          </a:p>
          <a:p>
            <a:pPr>
              <a:defRPr sz="1200"/>
            </a:pPr>
            <a:r>
              <a:t>D:/pasar_fix/node_modules/.bun/whatwg-encoding@3.1.1/node_modules/whatwg-encoding/LICENSE.txt</a:t>
            </a:r>
          </a:p>
          <a:p>
            <a:pPr>
              <a:defRPr sz="1200"/>
            </a:pPr>
            <a:r>
              <a:t>D:/pasar_fix/node_modules/.bun/whatwg-encoding@3.1.1/node_modules/whatwg-encoding/package.json</a:t>
            </a:r>
          </a:p>
          <a:p>
            <a:pPr>
              <a:defRPr sz="1200"/>
            </a:pPr>
            <a:r>
              <a:t>D:/pasar_fix/node_modules/.bun/whatwg-encoding@3.1.1/node_modules/whatwg-encoding/README.md</a:t>
            </a:r>
          </a:p>
          <a:p>
            <a:pPr>
              <a:defRPr sz="1200"/>
            </a:pPr>
            <a:r>
              <a:t>D:/pasar_fix/node_modules/.bun/whatwg-encoding@3.1.1/node_modules/whatwg-encoding/lib/labels-to-names.json</a:t>
            </a:r>
          </a:p>
          <a:p>
            <a:pPr>
              <a:defRPr sz="1200"/>
            </a:pPr>
            <a:r>
              <a:t>D:/pasar_fix/node_modules/.bun/whatwg-encoding@3.1.1/node_modules/whatwg-encoding/lib/supported-names.json</a:t>
            </a:r>
          </a:p>
          <a:p>
            <a:pPr>
              <a:defRPr sz="1200"/>
            </a:pPr>
            <a:r>
              <a:t>D:/pasar_fix/node_modules/.bun/whatwg-encoding@3.1.1/node_modules/whatwg-encoding/lib/whatwg-encoding.js</a:t>
            </a:r>
          </a:p>
          <a:p>
            <a:pPr>
              <a:defRPr sz="1200"/>
            </a:pPr>
            <a:r>
              <a:t>D:/pasar_fix/node_modules/.bun/whatwg-mimetype@4.0.0/node_modules/whatwg-mimetype/LICENSE.txt</a:t>
            </a:r>
          </a:p>
          <a:p>
            <a:pPr>
              <a:defRPr sz="1200"/>
            </a:pPr>
            <a:r>
              <a:t>D:/pasar_fix/node_modules/.bun/whatwg-mimetype@4.0.0/node_modules/whatwg-mimetype/package.json</a:t>
            </a:r>
          </a:p>
          <a:p>
            <a:pPr>
              <a:defRPr sz="1200"/>
            </a:pPr>
            <a:r>
              <a:t>D:/pasar_fix/node_modules/.bun/whatwg-mimetype@4.0.0/node_modules/whatwg-mimetype/README.md</a:t>
            </a:r>
          </a:p>
          <a:p>
            <a:pPr>
              <a:defRPr sz="1200"/>
            </a:pPr>
            <a:r>
              <a:t>D:/pasar_fix/node_modules/.bun/whatwg-mimetype@4.0.0/node_modules/whatwg-mimetype/lib/mime-type-parameters.js</a:t>
            </a:r>
          </a:p>
          <a:p>
            <a:pPr>
              <a:defRPr sz="1200"/>
            </a:pPr>
            <a:r>
              <a:t>D:/pasar_fix/node_modules/.bun/whatwg-mimetype@4.0.0/node_modules/whatwg-mimetype/lib/mime-type.js</a:t>
            </a:r>
          </a:p>
          <a:p>
            <a:pPr>
              <a:defRPr sz="1200"/>
            </a:pPr>
            <a:r>
              <a:t>D:/pasar_fix/node_modules/.bun/whatwg-mimetype@4.0.0/node_modules/whatwg-mimetype/lib/parser.js</a:t>
            </a:r>
          </a:p>
          <a:p>
            <a:pPr>
              <a:defRPr sz="1200"/>
            </a:pPr>
            <a:r>
              <a:t>D:/pasar_fix/node_modules/.bun/whatwg-mimetype@4.0.0/node_modules/whatwg-mimetype/lib/serializer.js</a:t>
            </a:r>
          </a:p>
          <a:p>
            <a:pPr>
              <a:defRPr sz="1200"/>
            </a:pPr>
            <a:r>
              <a:t>D:/pasar_fix/node_modules/.bun/whatwg-mimetype@4.0.0/node_modules/whatwg-mimetype/lib/utils.js</a:t>
            </a:r>
          </a:p>
          <a:p>
            <a:pPr>
              <a:defRPr sz="1200"/>
            </a:pPr>
            <a:r>
              <a:t>D:/pasar_fix/node_modules/.bun/whatwg-url@14.2.0/node_modules/whatwg-url/index.js</a:t>
            </a:r>
          </a:p>
          <a:p>
            <a:pPr>
              <a:defRPr sz="1200"/>
            </a:pPr>
            <a:r>
              <a:t>D:/pasar_fix/node_modules/.bun/whatwg-url@14.2.0/node_modules/whatwg-url/LICENSE.txt</a:t>
            </a:r>
          </a:p>
          <a:p>
            <a:pPr>
              <a:defRPr sz="1200"/>
            </a:pPr>
            <a:r>
              <a:t>D:/pasar_fix/node_modules/.bun/whatwg-url@14.2.0/node_modules/whatwg-url/package.json</a:t>
            </a:r>
          </a:p>
          <a:p>
            <a:pPr>
              <a:defRPr sz="1200"/>
            </a:pPr>
            <a:r>
              <a:t>D:/pasar_fix/node_modules/.bun/whatwg-url@14.2.0/node_modules/whatwg-url/README.md</a:t>
            </a:r>
          </a:p>
          <a:p>
            <a:pPr>
              <a:defRPr sz="1200"/>
            </a:pPr>
            <a:r>
              <a:t>D:/pasar_fix/node_modules/.bun/whatwg-url@14.2.0/node_modules/whatwg-url/webidl2js-wrapper.js</a:t>
            </a:r>
          </a:p>
          <a:p>
            <a:pPr>
              <a:defRPr sz="1200"/>
            </a:pPr>
            <a:r>
              <a:t>D:/pasar_fix/node_modules/.bun/whatwg-url@14.2.0/node_modules/whatwg-url/lib/encoding.js</a:t>
            </a:r>
          </a:p>
          <a:p>
            <a:pPr>
              <a:defRPr sz="1200"/>
            </a:pPr>
            <a:r>
              <a:t>D:/pasar_fix/node_modules/.bun/whatwg-url@14.2.0/node_modules/whatwg-url/lib/Function.js</a:t>
            </a:r>
          </a:p>
          <a:p>
            <a:pPr>
              <a:defRPr sz="1200"/>
            </a:pPr>
            <a:r>
              <a:t>D:/pasar_fix/node_modules/.bun/whatwg-url@14.2.0/node_modules/whatwg-url/lib/infra.js</a:t>
            </a:r>
          </a:p>
          <a:p>
            <a:pPr>
              <a:defRPr sz="1200"/>
            </a:pPr>
            <a:r>
              <a:t>D:/pasar_fix/node_modules/.bun/whatwg-url@14.2.0/node_modules/whatwg-url/lib/percent-encoding.js</a:t>
            </a:r>
          </a:p>
          <a:p>
            <a:pPr>
              <a:defRPr sz="1200"/>
            </a:pPr>
            <a:r>
              <a:t>D:/pasar_fix/node_modules/.bun/whatwg-url@14.2.0/node_modules/whatwg-url/lib/URL-impl.js</a:t>
            </a:r>
          </a:p>
          <a:p>
            <a:pPr>
              <a:defRPr sz="1200"/>
            </a:pPr>
            <a:r>
              <a:t>D:/pasar_fix/node_modules/.bun/whatwg-url@14.2.0/node_modules/whatwg-url/lib/url-state-machine.js</a:t>
            </a:r>
          </a:p>
          <a:p>
            <a:pPr>
              <a:defRPr sz="1200"/>
            </a:pPr>
            <a:r>
              <a:t>D:/pasar_fix/node_modules/.bun/whatwg-url@14.2.0/node_modules/whatwg-url/lib/URL.js</a:t>
            </a:r>
          </a:p>
          <a:p>
            <a:pPr>
              <a:defRPr sz="1200"/>
            </a:pPr>
            <a:r>
              <a:t>D:/pasar_fix/node_modules/.bun/whatwg-url@14.2.0/node_modules/whatwg-url/lib/urlencoded.js</a:t>
            </a:r>
          </a:p>
          <a:p>
            <a:pPr>
              <a:defRPr sz="1200"/>
            </a:pPr>
            <a:r>
              <a:t>D:/pasar_fix/node_modules/.bun/whatwg-url@14.2.0/node_modules/whatwg-url/lib/URLSearchParams-impl.js</a:t>
            </a:r>
          </a:p>
          <a:p>
            <a:pPr>
              <a:defRPr sz="1200"/>
            </a:pPr>
            <a:r>
              <a:t>D:/pasar_fix/node_modules/.bun/whatwg-url@14.2.0/node_modules/whatwg-url/lib/URLSearchParams.js</a:t>
            </a:r>
          </a:p>
          <a:p>
            <a:pPr>
              <a:defRPr sz="1200"/>
            </a:pPr>
            <a:r>
              <a:t>D:/pasar_fix/node_modules/.bun/whatwg-url@14.2.0/node_modules/whatwg-url/lib/utils.js</a:t>
            </a:r>
          </a:p>
          <a:p>
            <a:pPr>
              <a:defRPr sz="1200"/>
            </a:pPr>
            <a:r>
              <a:t>D:/pasar_fix/node_modules/.bun/whatwg-url@14.2.0/node_modules/whatwg-url/lib/VoidFunction.js</a:t>
            </a:r>
          </a:p>
          <a:p>
            <a:pPr>
              <a:defRPr sz="1200"/>
            </a:pPr>
            <a:r>
              <a:t>D:/pasar_fix/node_modules/.bun/whatwg-url@5.0.0/node_modules/whatwg-url/LICENSE.txt</a:t>
            </a:r>
          </a:p>
          <a:p>
            <a:pPr>
              <a:defRPr sz="1200"/>
            </a:pPr>
            <a:r>
              <a:t>D:/pasar_fix/node_modules/.bun/whatwg-url@5.0.0/node_modules/whatwg-url/package.json</a:t>
            </a:r>
          </a:p>
          <a:p>
            <a:pPr>
              <a:defRPr sz="1200"/>
            </a:pPr>
            <a:r>
              <a:t>D:/pasar_fix/node_modules/.bun/whatwg-url@5.0.0/node_modules/whatwg-url/README.md</a:t>
            </a:r>
          </a:p>
          <a:p>
            <a:pPr>
              <a:defRPr sz="1200"/>
            </a:pPr>
            <a:r>
              <a:t>D:/pasar_fix/node_modules/.bun/whatwg-url@5.0.0/node_modules/whatwg-url/lib/public-api.js</a:t>
            </a:r>
          </a:p>
          <a:p>
            <a:pPr>
              <a:defRPr sz="1200"/>
            </a:pPr>
            <a:r>
              <a:t>D:/pasar_fix/node_modules/.bun/whatwg-url@5.0.0/node_modules/whatwg-url/lib/URL-impl.js</a:t>
            </a:r>
          </a:p>
          <a:p>
            <a:pPr>
              <a:defRPr sz="1200"/>
            </a:pPr>
            <a:r>
              <a:t>D:/pasar_fix/node_modules/.bun/whatwg-url@5.0.0/node_modules/whatwg-url/lib/url-state-machine.js</a:t>
            </a:r>
          </a:p>
          <a:p>
            <a:pPr>
              <a:defRPr sz="1200"/>
            </a:pPr>
            <a:r>
              <a:t>D:/pasar_fix/node_modules/.bun/whatwg-url@5.0.0/node_modules/whatwg-url/lib/URL.js</a:t>
            </a:r>
          </a:p>
          <a:p>
            <a:pPr>
              <a:defRPr sz="1200"/>
            </a:pPr>
            <a:r>
              <a:t>D:/pasar_fix/node_modules/.bun/whatwg-url@5.0.0/node_modules/whatwg-url/lib/utils.js</a:t>
            </a:r>
          </a:p>
          <a:p>
            <a:pPr>
              <a:defRPr sz="1200"/>
            </a:pPr>
            <a:r>
              <a:t>D:/pasar_fix/node_modules/.bun/whatwg-url@7.1.0/node_modules/whatwg-url/LICENSE.txt</a:t>
            </a:r>
          </a:p>
          <a:p>
            <a:pPr>
              <a:defRPr sz="1200"/>
            </a:pPr>
            <a:r>
              <a:t>D:/pasar_fix/node_modules/.bun/whatwg-url@7.1.0/node_modules/whatwg-url/package.json</a:t>
            </a:r>
          </a:p>
          <a:p>
            <a:pPr>
              <a:defRPr sz="1200"/>
            </a:pPr>
            <a:r>
              <a:t>D:/pasar_fix/node_modules/.bun/whatwg-url@7.1.0/node_modules/whatwg-url/README.md</a:t>
            </a:r>
          </a:p>
          <a:p>
            <a:pPr>
              <a:defRPr sz="1200"/>
            </a:pPr>
            <a:r>
              <a:t>D:/pasar_fix/node_modules/.bun/whatwg-url@7.1.0/node_modules/whatwg-url/lib/infra.js</a:t>
            </a:r>
          </a:p>
          <a:p>
            <a:pPr>
              <a:defRPr sz="1200"/>
            </a:pPr>
            <a:r>
              <a:t>D:/pasar_fix/node_modules/.bun/whatwg-url@7.1.0/node_modules/whatwg-url/lib/public-api.js</a:t>
            </a:r>
          </a:p>
          <a:p>
            <a:pPr>
              <a:defRPr sz="1200"/>
            </a:pPr>
            <a:r>
              <a:t>D:/pasar_fix/node_modules/.bun/whatwg-url@7.1.0/node_modules/whatwg-url/lib/URL-impl.js</a:t>
            </a:r>
          </a:p>
          <a:p>
            <a:pPr>
              <a:defRPr sz="1200"/>
            </a:pPr>
            <a:r>
              <a:t>D:/pasar_fix/node_modules/.bun/whatwg-url@7.1.0/node_modules/whatwg-url/lib/url-state-machine.js</a:t>
            </a:r>
          </a:p>
          <a:p>
            <a:pPr>
              <a:defRPr sz="1200"/>
            </a:pPr>
            <a:r>
              <a:t>D:/pasar_fix/node_modules/.bun/whatwg-url@7.1.0/node_modules/whatwg-url/lib/URL.js</a:t>
            </a:r>
          </a:p>
          <a:p>
            <a:pPr>
              <a:defRPr sz="1200"/>
            </a:pPr>
            <a:r>
              <a:t>D:/pasar_fix/node_modules/.bun/whatwg-url@7.1.0/node_modules/whatwg-url/lib/urlencoded.js</a:t>
            </a:r>
          </a:p>
          <a:p>
            <a:pPr>
              <a:defRPr sz="1200"/>
            </a:pPr>
            <a:r>
              <a:t>D:/pasar_fix/node_modules/.bun/whatwg-url@7.1.0/node_modules/whatwg-url/lib/URLSearchParams-impl.js</a:t>
            </a:r>
          </a:p>
          <a:p>
            <a:pPr>
              <a:defRPr sz="1200"/>
            </a:pPr>
            <a:r>
              <a:t>D:/pasar_fix/node_modules/.bun/whatwg-url@7.1.0/node_modules/whatwg-url/lib/URLSearchParams.js</a:t>
            </a:r>
          </a:p>
          <a:p>
            <a:pPr>
              <a:defRPr sz="1200"/>
            </a:pPr>
            <a:r>
              <a:t>D:/pasar_fix/node_modules/.bun/whatwg-url@7.1.0/node_modules/whatwg-url/lib/utils.js</a:t>
            </a:r>
          </a:p>
          <a:p>
            <a:pPr>
              <a:defRPr sz="1200"/>
            </a:pPr>
            <a:r>
              <a:t>D:/pasar_fix/node_modules/.bun/which@2.0.2/node_modules/.bin/node-which.bunx</a:t>
            </a:r>
          </a:p>
          <a:p>
            <a:pPr>
              <a:defRPr sz="1200"/>
            </a:pPr>
            <a:r>
              <a:t>D:/pasar_fix/node_modules/.bun/which@2.0.2/node_modules/.bin/node-which.exe</a:t>
            </a:r>
          </a:p>
          <a:p>
            <a:pPr>
              <a:defRPr sz="1200"/>
            </a:pPr>
            <a:r>
              <a:t>D:/pasar_fix/node_modules/.bun/which@2.0.2/node_modules/which/CHANGELOG.md</a:t>
            </a:r>
          </a:p>
          <a:p>
            <a:pPr>
              <a:defRPr sz="1200"/>
            </a:pPr>
            <a:r>
              <a:t>D:/pasar_fix/node_modules/.bun/which@2.0.2/node_modules/which/LICENSE</a:t>
            </a:r>
          </a:p>
          <a:p>
            <a:pPr>
              <a:defRPr sz="1200"/>
            </a:pPr>
            <a:r>
              <a:t>D:/pasar_fix/node_modules/.bun/which@2.0.2/node_modules/which/package.json</a:t>
            </a:r>
          </a:p>
          <a:p>
            <a:pPr>
              <a:defRPr sz="1200"/>
            </a:pPr>
            <a:r>
              <a:t>D:/pasar_fix/node_modules/.bun/which@2.0.2/node_modules/which/README.md</a:t>
            </a:r>
          </a:p>
          <a:p>
            <a:pPr>
              <a:defRPr sz="1200"/>
            </a:pPr>
            <a:r>
              <a:t>D:/pasar_fix/node_modules/.bun/which@2.0.2/node_modules/which/which.js</a:t>
            </a:r>
          </a:p>
          <a:p>
            <a:pPr>
              <a:defRPr sz="1200"/>
            </a:pPr>
            <a:r>
              <a:t>D:/pasar_fix/node_modules/.bun/which@2.0.2/node_modules/which/bin/node-which</a:t>
            </a:r>
          </a:p>
          <a:p>
            <a:pPr>
              <a:defRPr sz="1200"/>
            </a:pPr>
            <a:r>
              <a:t>D:/pasar_fix/node_modules/.bun/why-is-node-running@2.3.0/node_modules/.bin/why-is-node-running.bunx</a:t>
            </a:r>
          </a:p>
          <a:p>
            <a:pPr>
              <a:defRPr sz="1200"/>
            </a:pPr>
            <a:r>
              <a:t>D:/pasar_fix/node_modules/.bun/why-is-node-running@2.3.0/node_modules/.bin/why-is-node-running.exe</a:t>
            </a:r>
          </a:p>
          <a:p>
            <a:pPr>
              <a:defRPr sz="1200"/>
            </a:pPr>
            <a:r>
              <a:t>D:/pasar_fix/node_modules/.bun/why-is-node-running@2.3.0/node_modules/why-is-node-running/cli.js</a:t>
            </a:r>
          </a:p>
          <a:p>
            <a:pPr>
              <a:defRPr sz="1200"/>
            </a:pPr>
            <a:r>
              <a:t>D:/pasar_fix/node_modules/.bun/why-is-node-running@2.3.0/node_modules/why-is-node-running/example.js</a:t>
            </a:r>
          </a:p>
          <a:p>
            <a:pPr>
              <a:defRPr sz="1200"/>
            </a:pPr>
            <a:r>
              <a:t>D:/pasar_fix/node_modules/.bun/why-is-node-running@2.3.0/node_modules/why-is-node-running/include.js</a:t>
            </a:r>
          </a:p>
          <a:p>
            <a:pPr>
              <a:defRPr sz="1200"/>
            </a:pPr>
            <a:r>
              <a:t>D:/pasar_fix/node_modules/.bun/why-is-node-running@2.3.0/node_modules/why-is-node-running/index.js</a:t>
            </a:r>
          </a:p>
          <a:p>
            <a:pPr>
              <a:defRPr sz="1200"/>
            </a:pPr>
            <a:r>
              <a:t>D:/pasar_fix/node_modules/.bun/why-is-node-running@2.3.0/node_modules/why-is-node-running/LICENSE</a:t>
            </a:r>
          </a:p>
          <a:p>
            <a:pPr>
              <a:defRPr sz="1200"/>
            </a:pPr>
            <a:r>
              <a:t>D:/pasar_fix/node_modules/.bun/why-is-node-running@2.3.0/node_modules/why-is-node-running/package.json</a:t>
            </a:r>
          </a:p>
          <a:p>
            <a:pPr>
              <a:defRPr sz="1200"/>
            </a:pPr>
            <a:r>
              <a:t>D:/pasar_fix/node_modules/.bun/why-is-node-running@2.3.0/node_modules/why-is-node-running/README.md</a:t>
            </a:r>
          </a:p>
          <a:p>
            <a:pPr>
              <a:defRPr sz="1200"/>
            </a:pPr>
            <a:r>
              <a:t>D:/pasar_fix/node_modules/.bun/why-is-node-running@2.3.0/node_modules/why-is-node-running/.github/FUNDING.yml</a:t>
            </a:r>
          </a:p>
          <a:p>
            <a:pPr>
              <a:defRPr sz="1200"/>
            </a:pPr>
            <a:r>
              <a:t>D:/pasar_fix/node_modules/.bun/wildcard-match@5.1.4/node_modules/wildcard-match/LICENSE</a:t>
            </a:r>
          </a:p>
          <a:p>
            <a:pPr>
              <a:defRPr sz="1200"/>
            </a:pPr>
            <a:r>
              <a:t>D:/pasar_fix/node_modules/.bun/wildcard-match@5.1.4/node_modules/wildcard-match/package.json</a:t>
            </a:r>
          </a:p>
          <a:p>
            <a:pPr>
              <a:defRPr sz="1200"/>
            </a:pPr>
            <a:r>
              <a:t>D:/pasar_fix/node_modules/.bun/wildcard-match@5.1.4/node_modules/wildcard-match/README.md</a:t>
            </a:r>
          </a:p>
          <a:p>
            <a:pPr>
              <a:defRPr sz="1200"/>
            </a:pPr>
            <a:r>
              <a:t>D:/pasar_fix/node_modules/.bun/wildcard-match@5.1.4/node_modules/wildcard-match/build/index.d.ts</a:t>
            </a:r>
          </a:p>
          <a:p>
            <a:pPr>
              <a:defRPr sz="1200"/>
            </a:pPr>
            <a:r>
              <a:t>D:/pasar_fix/node_modules/.bun/wildcard-match@5.1.4/node_modules/wildcard-match/build/index.es.d.ts</a:t>
            </a:r>
          </a:p>
          <a:p>
            <a:pPr>
              <a:defRPr sz="1200"/>
            </a:pPr>
            <a:r>
              <a:t>D:/pasar_fix/node_modules/.bun/wildcard-match@5.1.4/node_modules/wildcard-match/build/index.es.mjs</a:t>
            </a:r>
          </a:p>
          <a:p>
            <a:pPr>
              <a:defRPr sz="1200"/>
            </a:pPr>
            <a:r>
              <a:t>D:/pasar_fix/node_modules/.bun/wildcard-match@5.1.4/node_modules/wildcard-match/build/index.es.mjs.map</a:t>
            </a:r>
          </a:p>
          <a:p>
            <a:pPr>
              <a:defRPr sz="1200"/>
            </a:pPr>
            <a:r>
              <a:t>D:/pasar_fix/node_modules/.bun/wildcard-match@5.1.4/node_modules/wildcard-match/build/index.js</a:t>
            </a:r>
          </a:p>
          <a:p>
            <a:pPr>
              <a:defRPr sz="1200"/>
            </a:pPr>
            <a:r>
              <a:t>D:/pasar_fix/node_modules/.bun/wildcard-match@5.1.4/node_modules/wildcard-match/build/index.js.map</a:t>
            </a:r>
          </a:p>
          <a:p>
            <a:pPr>
              <a:defRPr sz="1200"/>
            </a:pPr>
            <a:r>
              <a:t>D:/pasar_fix/node_modules/.bun/wildcard-match@5.1.4/node_modules/wildcard-match/build/index.umd.d.ts</a:t>
            </a:r>
          </a:p>
          <a:p>
            <a:pPr>
              <a:defRPr sz="1200"/>
            </a:pPr>
            <a:r>
              <a:t>D:/pasar_fix/node_modules/.bun/wildcard-match@5.1.4/node_modules/wildcard-match/build/index.umd.js</a:t>
            </a:r>
          </a:p>
          <a:p>
            <a:pPr>
              <a:defRPr sz="1200"/>
            </a:pPr>
            <a:r>
              <a:t>D:/pasar_fix/node_modules/.bun/wildcard-match@5.1.4/node_modules/wildcard-match/build/index.umd.js.map</a:t>
            </a:r>
          </a:p>
          <a:p>
            <a:pPr>
              <a:defRPr sz="1200"/>
            </a:pPr>
            <a:r>
              <a:t>D:/pasar_fix/node_modules/.bun/wmf@1.0.2/node_modules/wmf/LICENSE</a:t>
            </a:r>
          </a:p>
          <a:p>
            <a:pPr>
              <a:defRPr sz="1200"/>
            </a:pPr>
            <a:r>
              <a:t>D:/pasar_fix/node_modules/.bun/wmf@1.0.2/node_modules/wmf/package.json</a:t>
            </a:r>
          </a:p>
          <a:p>
            <a:pPr>
              <a:defRPr sz="1200"/>
            </a:pPr>
            <a:r>
              <a:t>D:/pasar_fix/node_modules/.bun/wmf@1.0.2/node_modules/wmf/README.md</a:t>
            </a:r>
          </a:p>
          <a:p>
            <a:pPr>
              <a:defRPr sz="1200"/>
            </a:pPr>
            <a:r>
              <a:t>D:/pasar_fix/node_modules/.bun/wmf@1.0.2/node_modules/wmf/dist/wmf.js</a:t>
            </a:r>
          </a:p>
          <a:p>
            <a:pPr>
              <a:defRPr sz="1200"/>
            </a:pPr>
            <a:r>
              <a:t>D:/pasar_fix/node_modules/.bun/wmf@1.0.2/node_modules/wmf/dist/wmf.js.map</a:t>
            </a:r>
          </a:p>
          <a:p>
            <a:pPr>
              <a:defRPr sz="1200"/>
            </a:pPr>
            <a:r>
              <a:t>D:/pasar_fix/node_modules/.bun/wmf@1.0.2/node_modules/wmf/dist/wmf.node.js</a:t>
            </a:r>
          </a:p>
          <a:p>
            <a:pPr>
              <a:defRPr sz="1200"/>
            </a:pPr>
            <a:r>
              <a:t>D:/pasar_fix/node_modules/.bun/wmf@1.0.2/node_modules/wmf/dist/wmf.node.js.map</a:t>
            </a:r>
          </a:p>
          <a:p>
            <a:pPr>
              <a:defRPr sz="1200"/>
            </a:pPr>
            <a:r>
              <a:t>D:/pasar_fix/node_modules/.bun/word@0.3.0/node_modules/word/CONTRIBUTING.md</a:t>
            </a:r>
          </a:p>
          <a:p>
            <a:pPr>
              <a:defRPr sz="1200"/>
            </a:pPr>
            <a:r>
              <a:t>D:/pasar_fix/node_modules/.bun/word@0.3.0/node_modules/word/LICENSE</a:t>
            </a:r>
          </a:p>
          <a:p>
            <a:pPr>
              <a:defRPr sz="1200"/>
            </a:pPr>
            <a:r>
              <a:t>D:/pasar_fix/node_modules/.bun/word@0.3.0/node_modules/word/package.json</a:t>
            </a:r>
          </a:p>
          <a:p>
            <a:pPr>
              <a:defRPr sz="1200"/>
            </a:pPr>
            <a:r>
              <a:t>D:/pasar_fix/node_modules/.bun/word@0.3.0/node_modules/word/README.md</a:t>
            </a:r>
          </a:p>
          <a:p>
            <a:pPr>
              <a:defRPr sz="1200"/>
            </a:pPr>
            <a:r>
              <a:t>D:/pasar_fix/node_modules/.bun/word@0.3.0/node_modules/word/word.js</a:t>
            </a:r>
          </a:p>
          <a:p>
            <a:pPr>
              <a:defRPr sz="1200"/>
            </a:pPr>
            <a:r>
              <a:t>D:/pasar_fix/node_modules/.bun/wrap-ansi@7.0.0/node_modules/wrap-ansi/index.js</a:t>
            </a:r>
          </a:p>
          <a:p>
            <a:pPr>
              <a:defRPr sz="1200"/>
            </a:pPr>
            <a:r>
              <a:t>D:/pasar_fix/node_modules/.bun/wrap-ansi@7.0.0/node_modules/wrap-ansi/license</a:t>
            </a:r>
          </a:p>
          <a:p>
            <a:pPr>
              <a:defRPr sz="1200"/>
            </a:pPr>
            <a:r>
              <a:t>D:/pasar_fix/node_modules/.bun/wrap-ansi@7.0.0/node_modules/wrap-ansi/package.json</a:t>
            </a:r>
          </a:p>
          <a:p>
            <a:pPr>
              <a:defRPr sz="1200"/>
            </a:pPr>
            <a:r>
              <a:t>D:/pasar_fix/node_modules/.bun/wrap-ansi@7.0.0/node_modules/wrap-ansi/readme.md</a:t>
            </a:r>
          </a:p>
          <a:p>
            <a:pPr>
              <a:defRPr sz="1200"/>
            </a:pPr>
            <a:r>
              <a:t>D:/pasar_fix/node_modules/.bun/wrap-ansi@8.1.0/node_modules/wrap-ansi/index.d.ts</a:t>
            </a:r>
          </a:p>
          <a:p>
            <a:pPr>
              <a:defRPr sz="1200"/>
            </a:pPr>
            <a:r>
              <a:t>D:/pasar_fix/node_modules/.bun/wrap-ansi@8.1.0/node_modules/wrap-ansi/index.js</a:t>
            </a:r>
          </a:p>
          <a:p>
            <a:pPr>
              <a:defRPr sz="1200"/>
            </a:pPr>
            <a:r>
              <a:t>D:/pasar_fix/node_modules/.bun/wrap-ansi@8.1.0/node_modules/wrap-ansi/license</a:t>
            </a:r>
          </a:p>
          <a:p>
            <a:pPr>
              <a:defRPr sz="1200"/>
            </a:pPr>
            <a:r>
              <a:t>D:/pasar_fix/node_modules/.bun/wrap-ansi@8.1.0/node_modules/wrap-ansi/package.json</a:t>
            </a:r>
          </a:p>
          <a:p>
            <a:pPr>
              <a:defRPr sz="1200"/>
            </a:pPr>
            <a:r>
              <a:t>D:/pasar_fix/node_modules/.bun/wrap-ansi@8.1.0/node_modules/wrap-ansi/readme.md</a:t>
            </a:r>
          </a:p>
          <a:p>
            <a:pPr>
              <a:defRPr sz="1200"/>
            </a:pPr>
            <a:r>
              <a:t>D:/pasar_fix/node_modules/.bun/wrap-ansi@9.0.2/node_modules/wrap-ansi/index.d.ts</a:t>
            </a:r>
          </a:p>
          <a:p>
            <a:pPr>
              <a:defRPr sz="1200"/>
            </a:pPr>
            <a:r>
              <a:t>D:/pasar_fix/node_modules/.bun/wrap-ansi@9.0.2/node_modules/wrap-ansi/index.js</a:t>
            </a:r>
          </a:p>
          <a:p>
            <a:pPr>
              <a:defRPr sz="1200"/>
            </a:pPr>
            <a:r>
              <a:t>D:/pasar_fix/node_modules/.bun/wrap-ansi@9.0.2/node_modules/wrap-ansi/license</a:t>
            </a:r>
          </a:p>
          <a:p>
            <a:pPr>
              <a:defRPr sz="1200"/>
            </a:pPr>
            <a:r>
              <a:t>D:/pasar_fix/node_modules/.bun/wrap-ansi@9.0.2/node_modules/wrap-ansi/package.json</a:t>
            </a:r>
          </a:p>
          <a:p>
            <a:pPr>
              <a:defRPr sz="1200"/>
            </a:pPr>
            <a:r>
              <a:t>D:/pasar_fix/node_modules/.bun/wrap-ansi@9.0.2/node_modules/wrap-ansi/readme.md</a:t>
            </a:r>
          </a:p>
          <a:p>
            <a:pPr>
              <a:defRPr sz="1200"/>
            </a:pPr>
            <a:r>
              <a:t>D:/pasar_fix/node_modules/.bun/wrappy@1.0.2/node_modules/wrappy/LICENSE</a:t>
            </a:r>
          </a:p>
          <a:p>
            <a:pPr>
              <a:defRPr sz="1200"/>
            </a:pPr>
            <a:r>
              <a:t>D:/pasar_fix/node_modules/.bun/wrappy@1.0.2/node_modules/wrappy/package.json</a:t>
            </a:r>
          </a:p>
          <a:p>
            <a:pPr>
              <a:defRPr sz="1200"/>
            </a:pPr>
            <a:r>
              <a:t>D:/pasar_fix/node_modules/.bun/wrappy@1.0.2/node_modules/wrappy/README.md</a:t>
            </a:r>
          </a:p>
          <a:p>
            <a:pPr>
              <a:defRPr sz="1200"/>
            </a:pPr>
            <a:r>
              <a:t>D:/pasar_fix/node_modules/.bun/wrappy@1.0.2/node_modules/wrappy/wrappy.js</a:t>
            </a:r>
          </a:p>
          <a:p>
            <a:pPr>
              <a:defRPr sz="1200"/>
            </a:pPr>
            <a:r>
              <a:t>D:/pasar_fix/node_modules/.bun/ws@8.20.1/node_modules/ws/browser.js</a:t>
            </a:r>
          </a:p>
          <a:p>
            <a:pPr>
              <a:defRPr sz="1200"/>
            </a:pPr>
            <a:r>
              <a:t>D:/pasar_fix/node_modules/.bun/ws@8.20.1/node_modules/ws/index.js</a:t>
            </a:r>
          </a:p>
          <a:p>
            <a:pPr>
              <a:defRPr sz="1200"/>
            </a:pPr>
            <a:r>
              <a:t>D:/pasar_fix/node_modules/.bun/ws@8.20.1/node_modules/ws/LICENSE</a:t>
            </a:r>
          </a:p>
          <a:p>
            <a:pPr>
              <a:defRPr sz="1200"/>
            </a:pPr>
            <a:r>
              <a:t>D:/pasar_fix/node_modules/.bun/ws@8.20.1/node_modules/ws/package.json</a:t>
            </a:r>
          </a:p>
          <a:p>
            <a:pPr>
              <a:defRPr sz="1200"/>
            </a:pPr>
            <a:r>
              <a:t>D:/pasar_fix/node_modules/.bun/ws@8.20.1/node_modules/ws/README.md</a:t>
            </a:r>
          </a:p>
          <a:p>
            <a:pPr>
              <a:defRPr sz="1200"/>
            </a:pPr>
            <a:r>
              <a:t>D:/pasar_fix/node_modules/.bun/ws@8.20.1/node_modules/ws/wrapper.mjs</a:t>
            </a:r>
          </a:p>
          <a:p>
            <a:pPr>
              <a:defRPr sz="1200"/>
            </a:pPr>
            <a:r>
              <a:t>D:/pasar_fix/node_modules/.bun/ws@8.20.1/node_modules/ws/lib/buffer-util.js</a:t>
            </a:r>
          </a:p>
          <a:p>
            <a:pPr>
              <a:defRPr sz="1200"/>
            </a:pPr>
            <a:r>
              <a:t>D:/pasar_fix/node_modules/.bun/ws@8.20.1/node_modules/ws/lib/constants.js</a:t>
            </a:r>
          </a:p>
          <a:p>
            <a:pPr>
              <a:defRPr sz="1200"/>
            </a:pPr>
            <a:r>
              <a:t>D:/pasar_fix/node_modules/.bun/ws@8.20.1/node_modules/ws/lib/event-target.js</a:t>
            </a:r>
          </a:p>
          <a:p>
            <a:pPr>
              <a:defRPr sz="1200"/>
            </a:pPr>
            <a:r>
              <a:t>D:/pasar_fix/node_modules/.bun/ws@8.20.1/node_modules/ws/lib/extension.js</a:t>
            </a:r>
          </a:p>
          <a:p>
            <a:pPr>
              <a:defRPr sz="1200"/>
            </a:pPr>
            <a:r>
              <a:t>D:/pasar_fix/node_modules/.bun/ws@8.20.1/node_modules/ws/lib/limiter.js</a:t>
            </a:r>
          </a:p>
          <a:p>
            <a:pPr>
              <a:defRPr sz="1200"/>
            </a:pPr>
            <a:r>
              <a:t>D:/pasar_fix/node_modules/.bun/ws@8.20.1/node_modules/ws/lib/permessage-deflate.js</a:t>
            </a:r>
          </a:p>
          <a:p>
            <a:pPr>
              <a:defRPr sz="1200"/>
            </a:pPr>
            <a:r>
              <a:t>D:/pasar_fix/node_modules/.bun/ws@8.20.1/node_modules/ws/lib/receiver.js</a:t>
            </a:r>
          </a:p>
          <a:p>
            <a:pPr>
              <a:defRPr sz="1200"/>
            </a:pPr>
            <a:r>
              <a:t>D:/pasar_fix/node_modules/.bun/ws@8.20.1/node_modules/ws/lib/sender.js</a:t>
            </a:r>
          </a:p>
          <a:p>
            <a:pPr>
              <a:defRPr sz="1200"/>
            </a:pPr>
            <a:r>
              <a:t>D:/pasar_fix/node_modules/.bun/ws@8.20.1/node_modules/ws/lib/stream.js</a:t>
            </a:r>
          </a:p>
          <a:p>
            <a:pPr>
              <a:defRPr sz="1200"/>
            </a:pPr>
            <a:r>
              <a:t>D:/pasar_fix/node_modules/.bun/ws@8.20.1/node_modules/ws/lib/subprotocol.js</a:t>
            </a:r>
          </a:p>
          <a:p>
            <a:pPr>
              <a:defRPr sz="1200"/>
            </a:pPr>
            <a:r>
              <a:t>D:/pasar_fix/node_modules/.bun/ws@8.20.1/node_modules/ws/lib/validation.js</a:t>
            </a:r>
          </a:p>
          <a:p>
            <a:pPr>
              <a:defRPr sz="1200"/>
            </a:pPr>
            <a:r>
              <a:t>D:/pasar_fix/node_modules/.bun/ws@8.20.1/node_modules/ws/lib/websocket-server.js</a:t>
            </a:r>
          </a:p>
          <a:p>
            <a:pPr>
              <a:defRPr sz="1200"/>
            </a:pPr>
            <a:r>
              <a:t>D:/pasar_fix/node_modules/.bun/ws@8.20.1/node_modules/ws/lib/websocket.js</a:t>
            </a:r>
          </a:p>
          <a:p>
            <a:pPr>
              <a:defRPr sz="1200"/>
            </a:pPr>
            <a:r>
              <a:t>D:/pasar_fix/node_modules/.bun/wsl-utils@0.3.1/node_modules/wsl-utils/index.d.ts</a:t>
            </a:r>
          </a:p>
          <a:p>
            <a:pPr>
              <a:defRPr sz="1200"/>
            </a:pPr>
            <a:r>
              <a:t>D:/pasar_fix/node_modules/.bun/wsl-utils@0.3.1/node_modules/wsl-utils/index.js</a:t>
            </a:r>
          </a:p>
          <a:p>
            <a:pPr>
              <a:defRPr sz="1200"/>
            </a:pPr>
            <a:r>
              <a:t>D:/pasar_fix/node_modules/.bun/wsl-utils@0.3.1/node_modules/wsl-utils/license</a:t>
            </a:r>
          </a:p>
          <a:p>
            <a:pPr>
              <a:defRPr sz="1200"/>
            </a:pPr>
            <a:r>
              <a:t>D:/pasar_fix/node_modules/.bun/wsl-utils@0.3.1/node_modules/wsl-utils/package.json</a:t>
            </a:r>
          </a:p>
          <a:p>
            <a:pPr>
              <a:defRPr sz="1200"/>
            </a:pPr>
            <a:r>
              <a:t>D:/pasar_fix/node_modules/.bun/wsl-utils@0.3.1/node_modules/wsl-utils/readme.md</a:t>
            </a:r>
          </a:p>
          <a:p>
            <a:pPr>
              <a:defRPr sz="1200"/>
            </a:pPr>
            <a:r>
              <a:t>D:/pasar_fix/node_modules/.bun/wsl-utils@0.3.1/node_modules/wsl-utils/utilities.js</a:t>
            </a:r>
          </a:p>
          <a:p>
            <a:pPr>
              <a:defRPr sz="1200"/>
            </a:pPr>
            <a:r>
              <a:t>D:/pasar_fix/node_modules/.bun/xlsx@0.18.5/node_modules/.bin/crc32.bunx</a:t>
            </a:r>
          </a:p>
          <a:p>
            <a:pPr>
              <a:defRPr sz="1200"/>
            </a:pPr>
            <a:r>
              <a:t>D:/pasar_fix/node_modules/.bun/xlsx@0.18.5/node_modules/.bin/crc32.exe</a:t>
            </a:r>
          </a:p>
          <a:p>
            <a:pPr>
              <a:defRPr sz="1200"/>
            </a:pPr>
            <a:r>
              <a:t>D:/pasar_fix/node_modules/.bun/xlsx@0.18.5/node_modules/.bin/xlsx.bunx</a:t>
            </a:r>
          </a:p>
          <a:p>
            <a:pPr>
              <a:defRPr sz="1200"/>
            </a:pPr>
            <a:r>
              <a:t>D:/pasar_fix/node_modules/.bun/xlsx@0.18.5/node_modules/.bin/xlsx.exe</a:t>
            </a:r>
          </a:p>
          <a:p>
            <a:pPr>
              <a:defRPr sz="1200"/>
            </a:pPr>
            <a:r>
              <a:t>D:/pasar_fix/node_modules/.bun/xlsx@0.18.5/node_modules/xlsx/bower.json</a:t>
            </a:r>
          </a:p>
          <a:p>
            <a:pPr>
              <a:defRPr sz="1200"/>
            </a:pPr>
            <a:r>
              <a:t>D:/pasar_fix/node_modules/.bun/xlsx@0.18.5/node_modules/xlsx/CHANGELOG.md</a:t>
            </a:r>
          </a:p>
          <a:p>
            <a:pPr>
              <a:defRPr sz="1200"/>
            </a:pPr>
            <a:r>
              <a:t>D:/pasar_fix/node_modules/.bun/xlsx@0.18.5/node_modules/xlsx/formats.png</a:t>
            </a:r>
          </a:p>
          <a:p>
            <a:pPr>
              <a:defRPr sz="1200"/>
            </a:pPr>
            <a:r>
              <a:t>D:/pasar_fix/node_modules/.bun/xlsx@0.18.5/node_modules/xlsx/legend.png</a:t>
            </a:r>
          </a:p>
          <a:p>
            <a:pPr>
              <a:defRPr sz="1200"/>
            </a:pPr>
            <a:r>
              <a:t>D:/pasar_fix/node_modules/.bun/xlsx@0.18.5/node_modules/xlsx/LICENSE</a:t>
            </a:r>
          </a:p>
          <a:p>
            <a:pPr>
              <a:defRPr sz="1200"/>
            </a:pPr>
            <a:r>
              <a:t>D:/pasar_fix/node_modules/.bun/xlsx@0.18.5/node_modules/xlsx/package.json</a:t>
            </a:r>
          </a:p>
          <a:p>
            <a:pPr>
              <a:defRPr sz="1200"/>
            </a:pPr>
            <a:r>
              <a:t>D:/pasar_fix/node_modules/.bun/xlsx@0.18.5/node_modules/xlsx/README.md</a:t>
            </a:r>
          </a:p>
          <a:p>
            <a:pPr>
              <a:defRPr sz="1200"/>
            </a:pPr>
            <a:r>
              <a:t>D:/pasar_fix/node_modules/.bun/xlsx@0.18.5/node_modules/xlsx/xlsx.js</a:t>
            </a:r>
          </a:p>
          <a:p>
            <a:pPr>
              <a:defRPr sz="1200"/>
            </a:pPr>
            <a:r>
              <a:t>D:/pasar_fix/node_modules/.bun/xlsx@0.18.5/node_modules/xlsx/xlsx.mjs</a:t>
            </a:r>
          </a:p>
          <a:p>
            <a:pPr>
              <a:defRPr sz="1200"/>
            </a:pPr>
            <a:r>
              <a:t>D:/pasar_fix/node_modules/.bun/xlsx@0.18.5/node_modules/xlsx/xlsxworker.js</a:t>
            </a:r>
          </a:p>
          <a:p>
            <a:pPr>
              <a:defRPr sz="1200"/>
            </a:pPr>
            <a:r>
              <a:t>D:/pasar_fix/node_modules/.bun/xlsx@0.18.5/node_modules/xlsx/bin/xlsx.njs</a:t>
            </a:r>
          </a:p>
          <a:p>
            <a:pPr>
              <a:defRPr sz="1200"/>
            </a:pPr>
            <a:r>
              <a:t>D:/pasar_fix/node_modules/.bun/xlsx@0.18.5/node_modules/xlsx/dist/cpexcel.full.mjs</a:t>
            </a:r>
          </a:p>
          <a:p>
            <a:pPr>
              <a:defRPr sz="1200"/>
            </a:pPr>
            <a:r>
              <a:t>D:/pasar_fix/node_modules/.bun/xlsx@0.18.5/node_modules/xlsx/dist/cpexcel.js</a:t>
            </a:r>
          </a:p>
          <a:p>
            <a:pPr>
              <a:defRPr sz="1200"/>
            </a:pPr>
            <a:r>
              <a:t>D:/pasar_fix/node_modules/.bun/xlsx@0.18.5/node_modules/xlsx/dist/LICENSE</a:t>
            </a:r>
          </a:p>
          <a:p>
            <a:pPr>
              <a:defRPr sz="1200"/>
            </a:pPr>
            <a:r>
              <a:t>D:/pasar_fix/node_modules/.bun/xlsx@0.18.5/node_modules/xlsx/dist/shim.min.js</a:t>
            </a:r>
          </a:p>
          <a:p>
            <a:pPr>
              <a:defRPr sz="1200"/>
            </a:pPr>
            <a:r>
              <a:t>D:/pasar_fix/node_modules/.bun/xlsx@0.18.5/node_modules/xlsx/dist/xlsx.core.min.js</a:t>
            </a:r>
          </a:p>
          <a:p>
            <a:pPr>
              <a:defRPr sz="1200"/>
            </a:pPr>
            <a:r>
              <a:t>D:/pasar_fix/node_modules/.bun/xlsx@0.18.5/node_modules/xlsx/dist/xlsx.core.min.map</a:t>
            </a:r>
          </a:p>
          <a:p>
            <a:pPr>
              <a:defRPr sz="1200"/>
            </a:pPr>
            <a:r>
              <a:t>D:/pasar_fix/node_modules/.bun/xlsx@0.18.5/node_modules/xlsx/dist/xlsx.extendscript.js</a:t>
            </a:r>
          </a:p>
          <a:p>
            <a:pPr>
              <a:defRPr sz="1200"/>
            </a:pPr>
            <a:r>
              <a:t>D:/pasar_fix/node_modules/.bun/xlsx@0.18.5/node_modules/xlsx/dist/xlsx.full.min.js</a:t>
            </a:r>
          </a:p>
          <a:p>
            <a:pPr>
              <a:defRPr sz="1200"/>
            </a:pPr>
            <a:r>
              <a:t>D:/pasar_fix/node_modules/.bun/xlsx@0.18.5/node_modules/xlsx/dist/xlsx.full.min.map</a:t>
            </a:r>
          </a:p>
          <a:p>
            <a:pPr>
              <a:defRPr sz="1200"/>
            </a:pPr>
            <a:r>
              <a:t>D:/pasar_fix/node_modules/.bun/xlsx@0.18.5/node_modules/xlsx/dist/xlsx.mini.min.js</a:t>
            </a:r>
          </a:p>
          <a:p>
            <a:pPr>
              <a:defRPr sz="1200"/>
            </a:pPr>
            <a:r>
              <a:t>D:/pasar_fix/node_modules/.bun/xlsx@0.18.5/node_modules/xlsx/dist/xlsx.mini.min.map</a:t>
            </a:r>
          </a:p>
          <a:p>
            <a:pPr>
              <a:defRPr sz="1200"/>
            </a:pPr>
            <a:r>
              <a:t>D:/pasar_fix/node_modules/.bun/xlsx@0.18.5/node_modules/xlsx/dist/xlsx.zahl.js</a:t>
            </a:r>
          </a:p>
          <a:p>
            <a:pPr>
              <a:defRPr sz="1200"/>
            </a:pPr>
            <a:r>
              <a:t>D:/pasar_fix/node_modules/.bun/xlsx@0.18.5/node_modules/xlsx/dist/xlsx.zahl.mjs</a:t>
            </a:r>
          </a:p>
          <a:p>
            <a:pPr>
              <a:defRPr sz="1200"/>
            </a:pPr>
            <a:r>
              <a:t>D:/pasar_fix/node_modules/.bun/xlsx@0.18.5/node_modules/xlsx/types/index.d.ts</a:t>
            </a:r>
          </a:p>
          <a:p>
            <a:pPr>
              <a:defRPr sz="1200"/>
            </a:pPr>
            <a:r>
              <a:t>D:/pasar_fix/node_modules/.bun/xlsx@0.18.5/node_modules/xlsx/types/tsconfig.json</a:t>
            </a:r>
          </a:p>
          <a:p>
            <a:pPr>
              <a:defRPr sz="1200"/>
            </a:pPr>
            <a:r>
              <a:t>D:/pasar_fix/node_modules/.bun/xml-name-validator@5.0.0/node_modules/xml-name-validator/LICENSE.txt</a:t>
            </a:r>
          </a:p>
          <a:p>
            <a:pPr>
              <a:defRPr sz="1200"/>
            </a:pPr>
            <a:r>
              <a:t>D:/pasar_fix/node_modules/.bun/xml-name-validator@5.0.0/node_modules/xml-name-validator/package.json</a:t>
            </a:r>
          </a:p>
          <a:p>
            <a:pPr>
              <a:defRPr sz="1200"/>
            </a:pPr>
            <a:r>
              <a:t>D:/pasar_fix/node_modules/.bun/xml-name-validator@5.0.0/node_modules/xml-name-validator/README.md</a:t>
            </a:r>
          </a:p>
          <a:p>
            <a:pPr>
              <a:defRPr sz="1200"/>
            </a:pPr>
            <a:r>
              <a:t>D:/pasar_fix/node_modules/.bun/xml-name-validator@5.0.0/node_modules/xml-name-validator/lib/xml-name-validator.js</a:t>
            </a:r>
          </a:p>
          <a:p>
            <a:pPr>
              <a:defRPr sz="1200"/>
            </a:pPr>
            <a:r>
              <a:t>D:/pasar_fix/node_modules/.bun/xmlbuilder2@3.1.1/node_modules/.bin/js-yaml.bunx</a:t>
            </a:r>
          </a:p>
          <a:p>
            <a:pPr>
              <a:defRPr sz="1200"/>
            </a:pPr>
            <a:r>
              <a:t>D:/pasar_fix/node_modules/.bun/xmlbuilder2@3.1.1/node_modules/.bin/js-yaml.exe</a:t>
            </a:r>
          </a:p>
          <a:p>
            <a:pPr>
              <a:defRPr sz="1200"/>
            </a:pPr>
            <a:r>
              <a:t>D:/pasar_fix/node_modules/.bun/xmlbuilder2@3.1.1/node_modules/xmlbuilder2/CHANGELOG.md</a:t>
            </a:r>
          </a:p>
          <a:p>
            <a:pPr>
              <a:defRPr sz="1200"/>
            </a:pPr>
            <a:r>
              <a:t>D:/pasar_fix/node_modules/.bun/xmlbuilder2@3.1.1/node_modules/xmlbuilder2/LICENSE</a:t>
            </a:r>
          </a:p>
          <a:p>
            <a:pPr>
              <a:defRPr sz="1200"/>
            </a:pPr>
            <a:r>
              <a:t>D:/pasar_fix/node_modules/.bun/xmlbuilder2@3.1.1/node_modules/xmlbuilder2/package.json</a:t>
            </a:r>
          </a:p>
          <a:p>
            <a:pPr>
              <a:defRPr sz="1200"/>
            </a:pPr>
            <a:r>
              <a:t>D:/pasar_fix/node_modules/.bun/xmlbuilder2@3.1.1/node_modules/xmlbuilder2/README.md</a:t>
            </a:r>
          </a:p>
          <a:p>
            <a:pPr>
              <a:defRPr sz="1200"/>
            </a:pPr>
            <a:r>
              <a:t>D:/pasar_fix/node_modules/.bun/xmlbuilder2@3.1.1/node_modules/xmlbuilder2/lib/constants.d.ts</a:t>
            </a:r>
          </a:p>
          <a:p>
            <a:pPr>
              <a:defRPr sz="1200"/>
            </a:pPr>
            <a:r>
              <a:t>D:/pasar_fix/node_modules/.bun/xmlbuilder2@3.1.1/node_modules/xmlbuilder2/lib/constants.js</a:t>
            </a:r>
          </a:p>
          <a:p>
            <a:pPr>
              <a:defRPr sz="1200"/>
            </a:pPr>
            <a:r>
              <a:t>D:/pasar_fix/node_modules/.bun/xmlbuilder2@3.1.1/node_modules/xmlbuilder2/lib/constants.js.map</a:t>
            </a:r>
          </a:p>
          <a:p>
            <a:pPr>
              <a:defRPr sz="1200"/>
            </a:pPr>
            <a:r>
              <a:t>D:/pasar_fix/node_modules/.bun/xmlbuilder2@3.1.1/node_modules/xmlbuilder2/lib/index.d.ts</a:t>
            </a:r>
          </a:p>
          <a:p>
            <a:pPr>
              <a:defRPr sz="1200"/>
            </a:pPr>
            <a:r>
              <a:t>D:/pasar_fix/node_modules/.bun/xmlbuilder2@3.1.1/node_modules/xmlbuilder2/lib/index.js</a:t>
            </a:r>
          </a:p>
          <a:p>
            <a:pPr>
              <a:defRPr sz="1200"/>
            </a:pPr>
            <a:r>
              <a:t>D:/pasar_fix/node_modules/.bun/xmlbuilder2@3.1.1/node_modules/xmlbuilder2/lib/index.js.map</a:t>
            </a:r>
          </a:p>
          <a:p>
            <a:pPr>
              <a:defRPr sz="1200"/>
            </a:pPr>
            <a:r>
              <a:t>D:/pasar_fix/node_modules/.bun/xmlbuilder2@3.1.1/node_modules/xmlbuilder2/lib/interfaces.d.ts</a:t>
            </a:r>
          </a:p>
          <a:p>
            <a:pPr>
              <a:defRPr sz="1200"/>
            </a:pPr>
            <a:r>
              <a:t>D:/pasar_fix/node_modules/.bun/xmlbuilder2@3.1.1/node_modules/xmlbuilder2/lib/interfaces.js</a:t>
            </a:r>
          </a:p>
          <a:p>
            <a:pPr>
              <a:defRPr sz="1200"/>
            </a:pPr>
            <a:r>
              <a:t>D:/pasar_fix/node_modules/.bun/xmlbuilder2@3.1.1/node_modules/xmlbuilder2/lib/interfaces.js.map</a:t>
            </a:r>
          </a:p>
          <a:p>
            <a:pPr>
              <a:defRPr sz="1200"/>
            </a:pPr>
            <a:r>
              <a:t>D:/pasar_fix/node_modules/.bun/xmlbuilder2@3.1.1/node_modules/xmlbuilder2/lib/xmlbuilder2.min.js</a:t>
            </a:r>
          </a:p>
          <a:p>
            <a:pPr>
              <a:defRPr sz="1200"/>
            </a:pPr>
            <a:r>
              <a:t>D:/pasar_fix/node_modules/.bun/xmlbuilder2@3.1.1/node_modules/xmlbuilder2/lib/builder/BuilderFunctions.d.ts</a:t>
            </a:r>
          </a:p>
          <a:p>
            <a:pPr>
              <a:defRPr sz="1200"/>
            </a:pPr>
            <a:r>
              <a:t>D:/pasar_fix/node_modules/.bun/xmlbuilder2@3.1.1/node_modules/xmlbuilder2/lib/builder/BuilderFunctions.js</a:t>
            </a:r>
          </a:p>
          <a:p>
            <a:pPr>
              <a:defRPr sz="1200"/>
            </a:pPr>
            <a:r>
              <a:t>D:/pasar_fix/node_modules/.bun/xmlbuilder2@3.1.1/node_modules/xmlbuilder2/lib/builder/BuilderFunctions.js.map</a:t>
            </a:r>
          </a:p>
          <a:p>
            <a:pPr>
              <a:defRPr sz="1200"/>
            </a:pPr>
            <a:r>
              <a:t>D:/pasar_fix/node_modules/.bun/xmlbuilder2@3.1.1/node_modules/xmlbuilder2/lib/builder/BuilderFunctionsCB.d.ts</a:t>
            </a:r>
          </a:p>
          <a:p>
            <a:pPr>
              <a:defRPr sz="1200"/>
            </a:pPr>
            <a:r>
              <a:t>D:/pasar_fix/node_modules/.bun/xmlbuilder2@3.1.1/node_modules/xmlbuilder2/lib/builder/BuilderFunctionsCB.js</a:t>
            </a:r>
          </a:p>
          <a:p>
            <a:pPr>
              <a:defRPr sz="1200"/>
            </a:pPr>
            <a:r>
              <a:t>D:/pasar_fix/node_modules/.bun/xmlbuilder2@3.1.1/node_modules/xmlbuilder2/lib/builder/BuilderFunctionsCB.js.map</a:t>
            </a:r>
          </a:p>
          <a:p>
            <a:pPr>
              <a:defRPr sz="1200"/>
            </a:pPr>
            <a:r>
              <a:t>D:/pasar_fix/node_modules/.bun/xmlbuilder2@3.1.1/node_modules/xmlbuilder2/lib/builder/dom.d.ts</a:t>
            </a:r>
          </a:p>
          <a:p>
            <a:pPr>
              <a:defRPr sz="1200"/>
            </a:pPr>
            <a:r>
              <a:t>D:/pasar_fix/node_modules/.bun/xmlbuilder2@3.1.1/node_modules/xmlbuilder2/lib/builder/dom.js</a:t>
            </a:r>
          </a:p>
          <a:p>
            <a:pPr>
              <a:defRPr sz="1200"/>
            </a:pPr>
            <a:r>
              <a:t>D:/pasar_fix/node_modules/.bun/xmlbuilder2@3.1.1/node_modules/xmlbuilder2/lib/builder/dom.js.map</a:t>
            </a:r>
          </a:p>
          <a:p>
            <a:pPr>
              <a:defRPr sz="1200"/>
            </a:pPr>
            <a:r>
              <a:t>D:/pasar_fix/node_modules/.bun/xmlbuilder2@3.1.1/node_modules/xmlbuilder2/lib/builder/index.d.ts</a:t>
            </a:r>
          </a:p>
          <a:p>
            <a:pPr>
              <a:defRPr sz="1200"/>
            </a:pPr>
            <a:r>
              <a:t>D:/pasar_fix/node_modules/.bun/xmlbuilder2@3.1.1/node_modules/xmlbuilder2/lib/builder/index.js</a:t>
            </a:r>
          </a:p>
          <a:p>
            <a:pPr>
              <a:defRPr sz="1200"/>
            </a:pPr>
            <a:r>
              <a:t>D:/pasar_fix/node_modules/.bun/xmlbuilder2@3.1.1/node_modules/xmlbuilder2/lib/builder/index.js.map</a:t>
            </a:r>
          </a:p>
          <a:p>
            <a:pPr>
              <a:defRPr sz="1200"/>
            </a:pPr>
            <a:r>
              <a:t>D:/pasar_fix/node_modules/.bun/xmlbuilder2@3.1.1/node_modules/xmlbuilder2/lib/builder/XMLBuilderCBImpl.d.ts</a:t>
            </a:r>
          </a:p>
          <a:p>
            <a:pPr>
              <a:defRPr sz="1200"/>
            </a:pPr>
            <a:r>
              <a:t>D:/pasar_fix/node_modules/.bun/xmlbuilder2@3.1.1/node_modules/xmlbuilder2/lib/builder/XMLBuilderCBImpl.js</a:t>
            </a:r>
          </a:p>
          <a:p>
            <a:pPr>
              <a:defRPr sz="1200"/>
            </a:pPr>
            <a:r>
              <a:t>D:/pasar_fix/node_modules/.bun/xmlbuilder2@3.1.1/node_modules/xmlbuilder2/lib/builder/XMLBuilderCBImpl.js.map</a:t>
            </a:r>
          </a:p>
          <a:p>
            <a:pPr>
              <a:defRPr sz="1200"/>
            </a:pPr>
            <a:r>
              <a:t>D:/pasar_fix/node_modules/.bun/xmlbuilder2@3.1.1/node_modules/xmlbuilder2/lib/builder/XMLBuilderImpl.d.ts</a:t>
            </a:r>
          </a:p>
          <a:p>
            <a:pPr>
              <a:defRPr sz="1200"/>
            </a:pPr>
            <a:r>
              <a:t>D:/pasar_fix/node_modules/.bun/xmlbuilder2@3.1.1/node_modules/xmlbuilder2/lib/builder/XMLBuilderImpl.js</a:t>
            </a:r>
          </a:p>
          <a:p>
            <a:pPr>
              <a:defRPr sz="1200"/>
            </a:pPr>
            <a:r>
              <a:t>D:/pasar_fix/node_modules/.bun/xmlbuilder2@3.1.1/node_modules/xmlbuilder2/lib/builder/XMLBuilderImpl.js.map</a:t>
            </a:r>
          </a:p>
          <a:p>
            <a:pPr>
              <a:defRPr sz="1200"/>
            </a:pPr>
            <a:r>
              <a:t>D:/pasar_fix/node_modules/.bun/xmlbuilder2@3.1.1/node_modules/xmlbuilder2/lib/readers/BaseReader.d.ts</a:t>
            </a:r>
          </a:p>
          <a:p>
            <a:pPr>
              <a:defRPr sz="1200"/>
            </a:pPr>
            <a:r>
              <a:t>D:/pasar_fix/node_modules/.bun/xmlbuilder2@3.1.1/node_modules/xmlbuilder2/lib/readers/BaseReader.js</a:t>
            </a:r>
          </a:p>
          <a:p>
            <a:pPr>
              <a:defRPr sz="1200"/>
            </a:pPr>
            <a:r>
              <a:t>D:/pasar_fix/node_modules/.bun/xmlbuilder2@3.1.1/node_modules/xmlbuilder2/lib/readers/BaseReader.js.map</a:t>
            </a:r>
          </a:p>
          <a:p>
            <a:pPr>
              <a:defRPr sz="1200"/>
            </a:pPr>
            <a:r>
              <a:t>D:/pasar_fix/node_modules/.bun/xmlbuilder2@3.1.1/node_modules/xmlbuilder2/lib/readers/index.d.ts</a:t>
            </a:r>
          </a:p>
          <a:p>
            <a:pPr>
              <a:defRPr sz="1200"/>
            </a:pPr>
            <a:r>
              <a:t>D:/pasar_fix/node_modules/.bun/xmlbuilder2@3.1.1/node_modules/xmlbuilder2/lib/readers/index.js</a:t>
            </a:r>
          </a:p>
          <a:p>
            <a:pPr>
              <a:defRPr sz="1200"/>
            </a:pPr>
            <a:r>
              <a:t>D:/pasar_fix/node_modules/.bun/xmlbuilder2@3.1.1/node_modules/xmlbuilder2/lib/readers/index.js.map</a:t>
            </a:r>
          </a:p>
          <a:p>
            <a:pPr>
              <a:defRPr sz="1200"/>
            </a:pPr>
            <a:r>
              <a:t>D:/pasar_fix/node_modules/.bun/xmlbuilder2@3.1.1/node_modules/xmlbuilder2/lib/readers/JSONReader.d.ts</a:t>
            </a:r>
          </a:p>
          <a:p>
            <a:pPr>
              <a:defRPr sz="1200"/>
            </a:pPr>
            <a:r>
              <a:t>D:/pasar_fix/node_modules/.bun/xmlbuilder2@3.1.1/node_modules/xmlbuilder2/lib/readers/JSONReader.js</a:t>
            </a:r>
          </a:p>
          <a:p>
            <a:pPr>
              <a:defRPr sz="1200"/>
            </a:pPr>
            <a:r>
              <a:t>D:/pasar_fix/node_modules/.bun/xmlbuilder2@3.1.1/node_modules/xmlbuilder2/lib/readers/JSONReader.js.map</a:t>
            </a:r>
          </a:p>
          <a:p>
            <a:pPr>
              <a:defRPr sz="1200"/>
            </a:pPr>
            <a:r>
              <a:t>D:/pasar_fix/node_modules/.bun/xmlbuilder2@3.1.1/node_modules/xmlbuilder2/lib/readers/ObjectReader.d.ts</a:t>
            </a:r>
          </a:p>
          <a:p>
            <a:pPr>
              <a:defRPr sz="1200"/>
            </a:pPr>
            <a:r>
              <a:t>D:/pasar_fix/node_modules/.bun/xmlbuilder2@3.1.1/node_modules/xmlbuilder2/lib/readers/ObjectReader.js</a:t>
            </a:r>
          </a:p>
          <a:p>
            <a:pPr>
              <a:defRPr sz="1200"/>
            </a:pPr>
            <a:r>
              <a:t>D:/pasar_fix/node_modules/.bun/xmlbuilder2@3.1.1/node_modules/xmlbuilder2/lib/readers/ObjectReader.js.map</a:t>
            </a:r>
          </a:p>
          <a:p>
            <a:pPr>
              <a:defRPr sz="1200"/>
            </a:pPr>
            <a:r>
              <a:t>D:/pasar_fix/node_modules/.bun/xmlbuilder2@3.1.1/node_modules/xmlbuilder2/lib/readers/XMLReader.d.ts</a:t>
            </a:r>
          </a:p>
          <a:p>
            <a:pPr>
              <a:defRPr sz="1200"/>
            </a:pPr>
            <a:r>
              <a:t>D:/pasar_fix/node_modules/.bun/xmlbuilder2@3.1.1/node_modules/xmlbuilder2/lib/readers/XMLReader.js</a:t>
            </a:r>
          </a:p>
          <a:p>
            <a:pPr>
              <a:defRPr sz="1200"/>
            </a:pPr>
            <a:r>
              <a:t>D:/pasar_fix/node_modules/.bun/xmlbuilder2@3.1.1/node_modules/xmlbuilder2/lib/readers/XMLReader.js.map</a:t>
            </a:r>
          </a:p>
          <a:p>
            <a:pPr>
              <a:defRPr sz="1200"/>
            </a:pPr>
            <a:r>
              <a:t>D:/pasar_fix/node_modules/.bun/xmlbuilder2@3.1.1/node_modules/xmlbuilder2/lib/readers/YAMLReader.d.ts</a:t>
            </a:r>
          </a:p>
          <a:p>
            <a:pPr>
              <a:defRPr sz="1200"/>
            </a:pPr>
            <a:r>
              <a:t>D:/pasar_fix/node_modules/.bun/xmlbuilder2@3.1.1/node_modules/xmlbuilder2/lib/readers/YAMLReader.js</a:t>
            </a:r>
          </a:p>
          <a:p>
            <a:pPr>
              <a:defRPr sz="1200"/>
            </a:pPr>
            <a:r>
              <a:t>D:/pasar_fix/node_modules/.bun/xmlbuilder2@3.1.1/node_modules/xmlbuilder2/lib/readers/YAMLReader.js.map</a:t>
            </a:r>
          </a:p>
          <a:p>
            <a:pPr>
              <a:defRPr sz="1200"/>
            </a:pPr>
            <a:r>
              <a:t>D:/pasar_fix/node_modules/.bun/xmlbuilder2@3.1.1/node_modules/xmlbuilder2/lib/writers/BaseCBWriter.d.ts</a:t>
            </a:r>
          </a:p>
          <a:p>
            <a:pPr>
              <a:defRPr sz="1200"/>
            </a:pPr>
            <a:r>
              <a:t>D:/pasar_fix/node_modules/.bun/xmlbuilder2@3.1.1/node_modules/xmlbuilder2/lib/writers/BaseCBWriter.js</a:t>
            </a:r>
          </a:p>
          <a:p>
            <a:pPr>
              <a:defRPr sz="1200"/>
            </a:pPr>
            <a:r>
              <a:t>D:/pasar_fix/node_modules/.bun/xmlbuilder2@3.1.1/node_modules/xmlbuilder2/lib/writers/BaseCBWriter.js.map</a:t>
            </a:r>
          </a:p>
          <a:p>
            <a:pPr>
              <a:defRPr sz="1200"/>
            </a:pPr>
            <a:r>
              <a:t>D:/pasar_fix/node_modules/.bun/xmlbuilder2@3.1.1/node_modules/xmlbuilder2/lib/writers/BaseWriter.d.ts</a:t>
            </a:r>
          </a:p>
          <a:p>
            <a:pPr>
              <a:defRPr sz="1200"/>
            </a:pPr>
            <a:r>
              <a:t>D:/pasar_fix/node_modules/.bun/xmlbuilder2@3.1.1/node_modules/xmlbuilder2/lib/writers/BaseWriter.js</a:t>
            </a:r>
          </a:p>
          <a:p>
            <a:pPr>
              <a:defRPr sz="1200"/>
            </a:pPr>
            <a:r>
              <a:t>D:/pasar_fix/node_modules/.bun/xmlbuilder2@3.1.1/node_modules/xmlbuilder2/lib/writers/BaseWriter.js.map</a:t>
            </a:r>
          </a:p>
          <a:p>
            <a:pPr>
              <a:defRPr sz="1200"/>
            </a:pPr>
            <a:r>
              <a:t>D:/pasar_fix/node_modules/.bun/xmlbuilder2@3.1.1/node_modules/xmlbuilder2/lib/writers/index.d.ts</a:t>
            </a:r>
          </a:p>
          <a:p>
            <a:pPr>
              <a:defRPr sz="1200"/>
            </a:pPr>
            <a:r>
              <a:t>D:/pasar_fix/node_modules/.bun/xmlbuilder2@3.1.1/node_modules/xmlbuilder2/lib/writers/index.js</a:t>
            </a:r>
          </a:p>
          <a:p>
            <a:pPr>
              <a:defRPr sz="1200"/>
            </a:pPr>
            <a:r>
              <a:t>D:/pasar_fix/node_modules/.bun/xmlbuilder2@3.1.1/node_modules/xmlbuilder2/lib/writers/index.js.map</a:t>
            </a:r>
          </a:p>
          <a:p>
            <a:pPr>
              <a:defRPr sz="1200"/>
            </a:pPr>
            <a:r>
              <a:t>D:/pasar_fix/node_modules/.bun/xmlbuilder2@3.1.1/node_modules/xmlbuilder2/lib/writers/JSONCBWriter.d.ts</a:t>
            </a:r>
          </a:p>
          <a:p>
            <a:pPr>
              <a:defRPr sz="1200"/>
            </a:pPr>
            <a:r>
              <a:t>D:/pasar_fix/node_modules/.bun/xmlbuilder2@3.1.1/node_modules/xmlbuilder2/lib/writers/JSONCBWriter.js</a:t>
            </a:r>
          </a:p>
          <a:p>
            <a:pPr>
              <a:defRPr sz="1200"/>
            </a:pPr>
            <a:r>
              <a:t>D:/pasar_fix/node_modules/.bun/xmlbuilder2@3.1.1/node_modules/xmlbuilder2/lib/writers/JSONCBWriter.js.map</a:t>
            </a:r>
          </a:p>
          <a:p>
            <a:pPr>
              <a:defRPr sz="1200"/>
            </a:pPr>
            <a:r>
              <a:t>D:/pasar_fix/node_modules/.bun/xmlbuilder2@3.1.1/node_modules/xmlbuilder2/lib/writers/JSONWriter.d.ts</a:t>
            </a:r>
          </a:p>
          <a:p>
            <a:pPr>
              <a:defRPr sz="1200"/>
            </a:pPr>
            <a:r>
              <a:t>D:/pasar_fix/node_modules/.bun/xmlbuilder2@3.1.1/node_modules/xmlbuilder2/lib/writers/JSONWriter.js</a:t>
            </a:r>
          </a:p>
          <a:p>
            <a:pPr>
              <a:defRPr sz="1200"/>
            </a:pPr>
            <a:r>
              <a:t>D:/pasar_fix/node_modules/.bun/xmlbuilder2@3.1.1/node_modules/xmlbuilder2/lib/writers/JSONWriter.js.map</a:t>
            </a:r>
          </a:p>
          <a:p>
            <a:pPr>
              <a:defRPr sz="1200"/>
            </a:pPr>
            <a:r>
              <a:t>D:/pasar_fix/node_modules/.bun/xmlbuilder2@3.1.1/node_modules/xmlbuilder2/lib/writers/MapWriter.d.ts</a:t>
            </a:r>
          </a:p>
          <a:p>
            <a:pPr>
              <a:defRPr sz="1200"/>
            </a:pPr>
            <a:r>
              <a:t>D:/pasar_fix/node_modules/.bun/xmlbuilder2@3.1.1/node_modules/xmlbuilder2/lib/writers/MapWriter.js</a:t>
            </a:r>
          </a:p>
          <a:p>
            <a:pPr>
              <a:defRPr sz="1200"/>
            </a:pPr>
            <a:r>
              <a:t>D:/pasar_fix/node_modules/.bun/xmlbuilder2@3.1.1/node_modules/xmlbuilder2/lib/writers/MapWriter.js.map</a:t>
            </a:r>
          </a:p>
          <a:p>
            <a:pPr>
              <a:defRPr sz="1200"/>
            </a:pPr>
            <a:r>
              <a:t>D:/pasar_fix/node_modules/.bun/xmlbuilder2@3.1.1/node_modules/xmlbuilder2/lib/writers/ObjectWriter.d.ts</a:t>
            </a:r>
          </a:p>
          <a:p>
            <a:pPr>
              <a:defRPr sz="1200"/>
            </a:pPr>
            <a:r>
              <a:t>D:/pasar_fix/node_modules/.bun/xmlbuilder2@3.1.1/node_modules/xmlbuilder2/lib/writers/ObjectWriter.js</a:t>
            </a:r>
          </a:p>
          <a:p>
            <a:pPr>
              <a:defRPr sz="1200"/>
            </a:pPr>
            <a:r>
              <a:t>D:/pasar_fix/node_modules/.bun/xmlbuilder2@3.1.1/node_modules/xmlbuilder2/lib/writers/ObjectWriter.js.map</a:t>
            </a:r>
          </a:p>
          <a:p>
            <a:pPr>
              <a:defRPr sz="1200"/>
            </a:pPr>
            <a:r>
              <a:t>D:/pasar_fix/node_modules/.bun/xmlbuilder2@3.1.1/node_modules/xmlbuilder2/lib/writers/XMLCBWriter.d.ts</a:t>
            </a:r>
          </a:p>
          <a:p>
            <a:pPr>
              <a:defRPr sz="1200"/>
            </a:pPr>
            <a:r>
              <a:t>D:/pasar_fix/node_modules/.bun/xmlbuilder2@3.1.1/node_modules/xmlbuilder2/lib/writers/XMLCBWriter.js</a:t>
            </a:r>
          </a:p>
          <a:p>
            <a:pPr>
              <a:defRPr sz="1200"/>
            </a:pPr>
            <a:r>
              <a:t>D:/pasar_fix/node_modules/.bun/xmlbuilder2@3.1.1/node_modules/xmlbuilder2/lib/writers/XMLCBWriter.js.map</a:t>
            </a:r>
          </a:p>
          <a:p>
            <a:pPr>
              <a:defRPr sz="1200"/>
            </a:pPr>
            <a:r>
              <a:t>D:/pasar_fix/node_modules/.bun/xmlbuilder2@3.1.1/node_modules/xmlbuilder2/lib/writers/XMLWriter.d.ts</a:t>
            </a:r>
          </a:p>
          <a:p>
            <a:pPr>
              <a:defRPr sz="1200"/>
            </a:pPr>
            <a:r>
              <a:t>D:/pasar_fix/node_modules/.bun/xmlbuilder2@3.1.1/node_modules/xmlbuilder2/lib/writers/XMLWriter.js</a:t>
            </a:r>
          </a:p>
          <a:p>
            <a:pPr>
              <a:defRPr sz="1200"/>
            </a:pPr>
            <a:r>
              <a:t>D:/pasar_fix/node_modules/.bun/xmlbuilder2@3.1.1/node_modules/xmlbuilder2/lib/writers/XMLWriter.js.map</a:t>
            </a:r>
          </a:p>
          <a:p>
            <a:pPr>
              <a:defRPr sz="1200"/>
            </a:pPr>
            <a:r>
              <a:t>D:/pasar_fix/node_modules/.bun/xmlbuilder2@3.1.1/node_modules/xmlbuilder2/lib/writers/YAMLCBWriter.d.ts</a:t>
            </a:r>
          </a:p>
          <a:p>
            <a:pPr>
              <a:defRPr sz="1200"/>
            </a:pPr>
            <a:r>
              <a:t>D:/pasar_fix/node_modules/.bun/xmlbuilder2@3.1.1/node_modules/xmlbuilder2/lib/writers/YAMLCBWriter.js</a:t>
            </a:r>
          </a:p>
          <a:p>
            <a:pPr>
              <a:defRPr sz="1200"/>
            </a:pPr>
            <a:r>
              <a:t>D:/pasar_fix/node_modules/.bun/xmlbuilder2@3.1.1/node_modules/xmlbuilder2/lib/writers/YAMLCBWriter.js.map</a:t>
            </a:r>
          </a:p>
          <a:p>
            <a:pPr>
              <a:defRPr sz="1200"/>
            </a:pPr>
            <a:r>
              <a:t>D:/pasar_fix/node_modules/.bun/xmlbuilder2@3.1.1/node_modules/xmlbuilder2/lib/writers/YAMLWriter.d.ts</a:t>
            </a:r>
          </a:p>
          <a:p>
            <a:pPr>
              <a:defRPr sz="1200"/>
            </a:pPr>
            <a:r>
              <a:t>D:/pasar_fix/node_modules/.bun/xmlbuilder2@3.1.1/node_modules/xmlbuilder2/lib/writers/YAMLWriter.js</a:t>
            </a:r>
          </a:p>
          <a:p>
            <a:pPr>
              <a:defRPr sz="1200"/>
            </a:pPr>
            <a:r>
              <a:t>D:/pasar_fix/node_modules/.bun/xmlbuilder2@3.1.1/node_modules/xmlbuilder2/lib/writers/YAMLWriter.js.map</a:t>
            </a:r>
          </a:p>
          <a:p>
            <a:pPr>
              <a:defRPr sz="1200"/>
            </a:pPr>
            <a:r>
              <a:t>D:/pasar_fix/node_modules/.bun/xmlchars@2.2.0/node_modules/xmlchars/LICENSE</a:t>
            </a:r>
          </a:p>
          <a:p>
            <a:pPr>
              <a:defRPr sz="1200"/>
            </a:pPr>
            <a:r>
              <a:t>D:/pasar_fix/node_modules/.bun/xmlchars@2.2.0/node_modules/xmlchars/package.json</a:t>
            </a:r>
          </a:p>
          <a:p>
            <a:pPr>
              <a:defRPr sz="1200"/>
            </a:pPr>
            <a:r>
              <a:t>D:/pasar_fix/node_modules/.bun/xmlchars@2.2.0/node_modules/xmlchars/README.md</a:t>
            </a:r>
          </a:p>
          <a:p>
            <a:pPr>
              <a:defRPr sz="1200"/>
            </a:pPr>
            <a:r>
              <a:t>D:/pasar_fix/node_modules/.bun/xmlchars@2.2.0/node_modules/xmlchars/xmlchars.d.ts</a:t>
            </a:r>
          </a:p>
          <a:p>
            <a:pPr>
              <a:defRPr sz="1200"/>
            </a:pPr>
            <a:r>
              <a:t>D:/pasar_fix/node_modules/.bun/xmlchars@2.2.0/node_modules/xmlchars/xmlchars.js</a:t>
            </a:r>
          </a:p>
          <a:p>
            <a:pPr>
              <a:defRPr sz="1200"/>
            </a:pPr>
            <a:r>
              <a:t>D:/pasar_fix/node_modules/.bun/xmlchars@2.2.0/node_modules/xmlchars/xmlchars.js.map</a:t>
            </a:r>
          </a:p>
          <a:p>
            <a:pPr>
              <a:defRPr sz="1200"/>
            </a:pPr>
            <a:r>
              <a:t>D:/pasar_fix/node_modules/.bun/xmlchars@2.2.0/node_modules/xmlchars/xml/1.0/ed4.d.ts</a:t>
            </a:r>
          </a:p>
          <a:p>
            <a:pPr>
              <a:defRPr sz="1200"/>
            </a:pPr>
            <a:r>
              <a:t>D:/pasar_fix/node_modules/.bun/xmlchars@2.2.0/node_modules/xmlchars/xml/1.0/ed4.js</a:t>
            </a:r>
          </a:p>
          <a:p>
            <a:pPr>
              <a:defRPr sz="1200"/>
            </a:pPr>
            <a:r>
              <a:t>D:/pasar_fix/node_modules/.bun/xmlchars@2.2.0/node_modules/xmlchars/xml/1.0/ed4.js.map</a:t>
            </a:r>
          </a:p>
          <a:p>
            <a:pPr>
              <a:defRPr sz="1200"/>
            </a:pPr>
            <a:r>
              <a:t>D:/pasar_fix/node_modules/.bun/xmlchars@2.2.0/node_modules/xmlchars/xml/1.0/ed5.d.ts</a:t>
            </a:r>
          </a:p>
          <a:p>
            <a:pPr>
              <a:defRPr sz="1200"/>
            </a:pPr>
            <a:r>
              <a:t>D:/pasar_fix/node_modules/.bun/xmlchars@2.2.0/node_modules/xmlchars/xml/1.0/ed5.js</a:t>
            </a:r>
          </a:p>
          <a:p>
            <a:pPr>
              <a:defRPr sz="1200"/>
            </a:pPr>
            <a:r>
              <a:t>D:/pasar_fix/node_modules/.bun/xmlchars@2.2.0/node_modules/xmlchars/xml/1.0/ed5.js.map</a:t>
            </a:r>
          </a:p>
          <a:p>
            <a:pPr>
              <a:defRPr sz="1200"/>
            </a:pPr>
            <a:r>
              <a:t>D:/pasar_fix/node_modules/.bun/xmlchars@2.2.0/node_modules/xmlchars/xml/1.1/ed2.d.ts</a:t>
            </a:r>
          </a:p>
          <a:p>
            <a:pPr>
              <a:defRPr sz="1200"/>
            </a:pPr>
            <a:r>
              <a:t>D:/pasar_fix/node_modules/.bun/xmlchars@2.2.0/node_modules/xmlchars/xml/1.1/ed2.js</a:t>
            </a:r>
          </a:p>
          <a:p>
            <a:pPr>
              <a:defRPr sz="1200"/>
            </a:pPr>
            <a:r>
              <a:t>D:/pasar_fix/node_modules/.bun/xmlchars@2.2.0/node_modules/xmlchars/xml/1.1/ed2.js.map</a:t>
            </a:r>
          </a:p>
          <a:p>
            <a:pPr>
              <a:defRPr sz="1200"/>
            </a:pPr>
            <a:r>
              <a:t>D:/pasar_fix/node_modules/.bun/xmlchars@2.2.0/node_modules/xmlchars/xmlns/1.0/ed3.d.ts</a:t>
            </a:r>
          </a:p>
          <a:p>
            <a:pPr>
              <a:defRPr sz="1200"/>
            </a:pPr>
            <a:r>
              <a:t>D:/pasar_fix/node_modules/.bun/xmlchars@2.2.0/node_modules/xmlchars/xmlns/1.0/ed3.js</a:t>
            </a:r>
          </a:p>
          <a:p>
            <a:pPr>
              <a:defRPr sz="1200"/>
            </a:pPr>
            <a:r>
              <a:t>D:/pasar_fix/node_modules/.bun/xmlchars@2.2.0/node_modules/xmlchars/xmlns/1.0/ed3.js.map</a:t>
            </a:r>
          </a:p>
          <a:p>
            <a:pPr>
              <a:defRPr sz="1200"/>
            </a:pPr>
            <a:r>
              <a:t>D:/pasar_fix/node_modules/.bun/xtend@4.0.2/node_modules/xtend/.jshintrc</a:t>
            </a:r>
          </a:p>
          <a:p>
            <a:pPr>
              <a:defRPr sz="1200"/>
            </a:pPr>
            <a:r>
              <a:t>D:/pasar_fix/node_modules/.bun/xtend@4.0.2/node_modules/xtend/immutable.js</a:t>
            </a:r>
          </a:p>
          <a:p>
            <a:pPr>
              <a:defRPr sz="1200"/>
            </a:pPr>
            <a:r>
              <a:t>D:/pasar_fix/node_modules/.bun/xtend@4.0.2/node_modules/xtend/LICENSE</a:t>
            </a:r>
          </a:p>
          <a:p>
            <a:pPr>
              <a:defRPr sz="1200"/>
            </a:pPr>
            <a:r>
              <a:t>D:/pasar_fix/node_modules/.bun/xtend@4.0.2/node_modules/xtend/mutable.js</a:t>
            </a:r>
          </a:p>
          <a:p>
            <a:pPr>
              <a:defRPr sz="1200"/>
            </a:pPr>
            <a:r>
              <a:t>D:/pasar_fix/node_modules/.bun/xtend@4.0.2/node_modules/xtend/package.json</a:t>
            </a:r>
          </a:p>
          <a:p>
            <a:pPr>
              <a:defRPr sz="1200"/>
            </a:pPr>
            <a:r>
              <a:t>D:/pasar_fix/node_modules/.bun/xtend@4.0.2/node_modules/xtend/README.md</a:t>
            </a:r>
          </a:p>
          <a:p>
            <a:pPr>
              <a:defRPr sz="1200"/>
            </a:pPr>
            <a:r>
              <a:t>D:/pasar_fix/node_modules/.bun/xtend@4.0.2/node_modules/xtend/test.js</a:t>
            </a:r>
          </a:p>
          <a:p>
            <a:pPr>
              <a:defRPr sz="1200"/>
            </a:pPr>
            <a:r>
              <a:t>D:/pasar_fix/node_modules/.bun/y18n@5.0.8/node_modules/y18n/CHANGELOG.md</a:t>
            </a:r>
          </a:p>
          <a:p>
            <a:pPr>
              <a:defRPr sz="1200"/>
            </a:pPr>
            <a:r>
              <a:t>D:/pasar_fix/node_modules/.bun/y18n@5.0.8/node_modules/y18n/index.mjs</a:t>
            </a:r>
          </a:p>
          <a:p>
            <a:pPr>
              <a:defRPr sz="1200"/>
            </a:pPr>
            <a:r>
              <a:t>D:/pasar_fix/node_modules/.bun/y18n@5.0.8/node_modules/y18n/LICENSE</a:t>
            </a:r>
          </a:p>
          <a:p>
            <a:pPr>
              <a:defRPr sz="1200"/>
            </a:pPr>
            <a:r>
              <a:t>D:/pasar_fix/node_modules/.bun/y18n@5.0.8/node_modules/y18n/package.json</a:t>
            </a:r>
          </a:p>
          <a:p>
            <a:pPr>
              <a:defRPr sz="1200"/>
            </a:pPr>
            <a:r>
              <a:t>D:/pasar_fix/node_modules/.bun/y18n@5.0.8/node_modules/y18n/README.md</a:t>
            </a:r>
          </a:p>
          <a:p>
            <a:pPr>
              <a:defRPr sz="1200"/>
            </a:pPr>
            <a:r>
              <a:t>D:/pasar_fix/node_modules/.bun/y18n@5.0.8/node_modules/y18n/build/index.cjs</a:t>
            </a:r>
          </a:p>
          <a:p>
            <a:pPr>
              <a:defRPr sz="1200"/>
            </a:pPr>
            <a:r>
              <a:t>D:/pasar_fix/node_modules/.bun/y18n@5.0.8/node_modules/y18n/build/lib/cjs.js</a:t>
            </a:r>
          </a:p>
          <a:p>
            <a:pPr>
              <a:defRPr sz="1200"/>
            </a:pPr>
            <a:r>
              <a:t>D:/pasar_fix/node_modules/.bun/y18n@5.0.8/node_modules/y18n/build/lib/index.js</a:t>
            </a:r>
          </a:p>
          <a:p>
            <a:pPr>
              <a:defRPr sz="1200"/>
            </a:pPr>
            <a:r>
              <a:t>D:/pasar_fix/node_modules/.bun/y18n@5.0.8/node_modules/y18n/build/lib/platform-shims/node.js</a:t>
            </a:r>
          </a:p>
          <a:p>
            <a:pPr>
              <a:defRPr sz="1200"/>
            </a:pPr>
            <a:r>
              <a:t>D:/pasar_fix/node_modules/.bun/yallist@3.1.1/node_modules/yallist/iterator.js</a:t>
            </a:r>
          </a:p>
          <a:p>
            <a:pPr>
              <a:defRPr sz="1200"/>
            </a:pPr>
            <a:r>
              <a:t>D:/pasar_fix/node_modules/.bun/yallist@3.1.1/node_modules/yallist/LICENSE</a:t>
            </a:r>
          </a:p>
          <a:p>
            <a:pPr>
              <a:defRPr sz="1200"/>
            </a:pPr>
            <a:r>
              <a:t>D:/pasar_fix/node_modules/.bun/yallist@3.1.1/node_modules/yallist/package.json</a:t>
            </a:r>
          </a:p>
          <a:p>
            <a:pPr>
              <a:defRPr sz="1200"/>
            </a:pPr>
            <a:r>
              <a:t>D:/pasar_fix/node_modules/.bun/yallist@3.1.1/node_modules/yallist/README.md</a:t>
            </a:r>
          </a:p>
          <a:p>
            <a:pPr>
              <a:defRPr sz="1200"/>
            </a:pPr>
            <a:r>
              <a:t>D:/pasar_fix/node_modules/.bun/yallist@3.1.1/node_modules/yallist/yallist.js</a:t>
            </a:r>
          </a:p>
          <a:p>
            <a:pPr>
              <a:defRPr sz="1200"/>
            </a:pPr>
            <a:r>
              <a:t>D:/pasar_fix/node_modules/.bun/yallist@5.0.0/node_modules/yallist/LICENSE.md</a:t>
            </a:r>
          </a:p>
          <a:p>
            <a:pPr>
              <a:defRPr sz="1200"/>
            </a:pPr>
            <a:r>
              <a:t>D:/pasar_fix/node_modules/.bun/yallist@5.0.0/node_modules/yallist/package.json</a:t>
            </a:r>
          </a:p>
          <a:p>
            <a:pPr>
              <a:defRPr sz="1200"/>
            </a:pPr>
            <a:r>
              <a:t>D:/pasar_fix/node_modules/.bun/yallist@5.0.0/node_modules/yallist/README.md</a:t>
            </a:r>
          </a:p>
          <a:p>
            <a:pPr>
              <a:defRPr sz="1200"/>
            </a:pPr>
            <a:r>
              <a:t>D:/pasar_fix/node_modules/.bun/yallist@5.0.0/node_modules/yallist/dist/commonjs/index.d.ts</a:t>
            </a:r>
          </a:p>
          <a:p>
            <a:pPr>
              <a:defRPr sz="1200"/>
            </a:pPr>
            <a:r>
              <a:t>D:/pasar_fix/node_modules/.bun/yallist@5.0.0/node_modules/yallist/dist/commonjs/index.d.ts.map</a:t>
            </a:r>
          </a:p>
          <a:p>
            <a:pPr>
              <a:defRPr sz="1200"/>
            </a:pPr>
            <a:r>
              <a:t>D:/pasar_fix/node_modules/.bun/yallist@5.0.0/node_modules/yallist/dist/commonjs/index.js</a:t>
            </a:r>
          </a:p>
          <a:p>
            <a:pPr>
              <a:defRPr sz="1200"/>
            </a:pPr>
            <a:r>
              <a:t>D:/pasar_fix/node_modules/.bun/yallist@5.0.0/node_modules/yallist/dist/commonjs/index.js.map</a:t>
            </a:r>
          </a:p>
          <a:p>
            <a:pPr>
              <a:defRPr sz="1200"/>
            </a:pPr>
            <a:r>
              <a:t>D:/pasar_fix/node_modules/.bun/yallist@5.0.0/node_modules/yallist/dist/commonjs/package.json</a:t>
            </a:r>
          </a:p>
          <a:p>
            <a:pPr>
              <a:defRPr sz="1200"/>
            </a:pPr>
            <a:r>
              <a:t>D:/pasar_fix/node_modules/.bun/yallist@5.0.0/node_modules/yallist/dist/esm/index.d.ts</a:t>
            </a:r>
          </a:p>
          <a:p>
            <a:pPr>
              <a:defRPr sz="1200"/>
            </a:pPr>
            <a:r>
              <a:t>D:/pasar_fix/node_modules/.bun/yallist@5.0.0/node_modules/yallist/dist/esm/index.d.ts.map</a:t>
            </a:r>
          </a:p>
          <a:p>
            <a:pPr>
              <a:defRPr sz="1200"/>
            </a:pPr>
            <a:r>
              <a:t>D:/pasar_fix/node_modules/.bun/yallist@5.0.0/node_modules/yallist/dist/esm/index.js</a:t>
            </a:r>
          </a:p>
          <a:p>
            <a:pPr>
              <a:defRPr sz="1200"/>
            </a:pPr>
            <a:r>
              <a:t>D:/pasar_fix/node_modules/.bun/yallist@5.0.0/node_modules/yallist/dist/esm/index.js.map</a:t>
            </a:r>
          </a:p>
          <a:p>
            <a:pPr>
              <a:defRPr sz="1200"/>
            </a:pPr>
            <a:r>
              <a:t>D:/pasar_fix/node_modules/.bun/yallist@5.0.0/node_modules/yallist/dist/esm/package.json</a:t>
            </a:r>
          </a:p>
          <a:p>
            <a:pPr>
              <a:defRPr sz="1200"/>
            </a:pPr>
            <a:r>
              <a:t>D:/pasar_fix/node_modules/.bun/yargs-parser@21.1.1/node_modules/yargs-parser/browser.js</a:t>
            </a:r>
          </a:p>
          <a:p>
            <a:pPr>
              <a:defRPr sz="1200"/>
            </a:pPr>
            <a:r>
              <a:t>D:/pasar_fix/node_modules/.bun/yargs-parser@21.1.1/node_modules/yargs-parser/CHANGELOG.md</a:t>
            </a:r>
          </a:p>
          <a:p>
            <a:pPr>
              <a:defRPr sz="1200"/>
            </a:pPr>
            <a:r>
              <a:t>D:/pasar_fix/node_modules/.bun/yargs-parser@21.1.1/node_modules/yargs-parser/LICENSE.txt</a:t>
            </a:r>
          </a:p>
          <a:p>
            <a:pPr>
              <a:defRPr sz="1200"/>
            </a:pPr>
            <a:r>
              <a:t>D:/pasar_fix/node_modules/.bun/yargs-parser@21.1.1/node_modules/yargs-parser/package.json</a:t>
            </a:r>
          </a:p>
          <a:p>
            <a:pPr>
              <a:defRPr sz="1200"/>
            </a:pPr>
            <a:r>
              <a:t>D:/pasar_fix/node_modules/.bun/yargs-parser@21.1.1/node_modules/yargs-parser/README.md</a:t>
            </a:r>
          </a:p>
          <a:p>
            <a:pPr>
              <a:defRPr sz="1200"/>
            </a:pPr>
            <a:r>
              <a:t>D:/pasar_fix/node_modules/.bun/yargs-parser@21.1.1/node_modules/yargs-parser/build/index.cjs</a:t>
            </a:r>
          </a:p>
          <a:p>
            <a:pPr>
              <a:defRPr sz="1200"/>
            </a:pPr>
            <a:r>
              <a:t>D:/pasar_fix/node_modules/.bun/yargs-parser@21.1.1/node_modules/yargs-parser/build/lib/index.js</a:t>
            </a:r>
          </a:p>
          <a:p>
            <a:pPr>
              <a:defRPr sz="1200"/>
            </a:pPr>
            <a:r>
              <a:t>D:/pasar_fix/node_modules/.bun/yargs-parser@21.1.1/node_modules/yargs-parser/build/lib/string-utils.js</a:t>
            </a:r>
          </a:p>
          <a:p>
            <a:pPr>
              <a:defRPr sz="1200"/>
            </a:pPr>
            <a:r>
              <a:t>D:/pasar_fix/node_modules/.bun/yargs-parser@21.1.1/node_modules/yargs-parser/build/lib/tokenize-arg-string.js</a:t>
            </a:r>
          </a:p>
          <a:p>
            <a:pPr>
              <a:defRPr sz="1200"/>
            </a:pPr>
            <a:r>
              <a:t>D:/pasar_fix/node_modules/.bun/yargs-parser@21.1.1/node_modules/yargs-parser/build/lib/yargs-parser-types.js</a:t>
            </a:r>
          </a:p>
          <a:p>
            <a:pPr>
              <a:defRPr sz="1200"/>
            </a:pPr>
            <a:r>
              <a:t>D:/pasar_fix/node_modules/.bun/yargs-parser@21.1.1/node_modules/yargs-parser/build/lib/yargs-parser.js</a:t>
            </a:r>
          </a:p>
          <a:p>
            <a:pPr>
              <a:defRPr sz="1200"/>
            </a:pPr>
            <a:r>
              <a:t>D:/pasar_fix/node_modules/.bun/yargs-parser@22.0.0/node_modules/yargs-parser/browser.js</a:t>
            </a:r>
          </a:p>
          <a:p>
            <a:pPr>
              <a:defRPr sz="1200"/>
            </a:pPr>
            <a:r>
              <a:t>D:/pasar_fix/node_modules/.bun/yargs-parser@22.0.0/node_modules/yargs-parser/CHANGELOG.md</a:t>
            </a:r>
          </a:p>
          <a:p>
            <a:pPr>
              <a:defRPr sz="1200"/>
            </a:pPr>
            <a:r>
              <a:t>D:/pasar_fix/node_modules/.bun/yargs-parser@22.0.0/node_modules/yargs-parser/LICENSE.txt</a:t>
            </a:r>
          </a:p>
          <a:p>
            <a:pPr>
              <a:defRPr sz="1200"/>
            </a:pPr>
            <a:r>
              <a:t>D:/pasar_fix/node_modules/.bun/yargs-parser@22.0.0/node_modules/yargs-parser/package.json</a:t>
            </a:r>
          </a:p>
          <a:p>
            <a:pPr>
              <a:defRPr sz="1200"/>
            </a:pPr>
            <a:r>
              <a:t>D:/pasar_fix/node_modules/.bun/yargs-parser@22.0.0/node_modules/yargs-parser/README.md</a:t>
            </a:r>
          </a:p>
          <a:p>
            <a:pPr>
              <a:defRPr sz="1200"/>
            </a:pPr>
            <a:r>
              <a:t>D:/pasar_fix/node_modules/.bun/yargs-parser@22.0.0/node_modules/yargs-parser/build/lib/index.js</a:t>
            </a:r>
          </a:p>
          <a:p>
            <a:pPr>
              <a:defRPr sz="1200"/>
            </a:pPr>
            <a:r>
              <a:t>D:/pasar_fix/node_modules/.bun/yargs-parser@22.0.0/node_modules/yargs-parser/build/lib/string-utils.js</a:t>
            </a:r>
          </a:p>
          <a:p>
            <a:pPr>
              <a:defRPr sz="1200"/>
            </a:pPr>
            <a:r>
              <a:t>D:/pasar_fix/node_modules/.bun/yargs-parser@22.0.0/node_modules/yargs-parser/build/lib/tokenize-arg-string.js</a:t>
            </a:r>
          </a:p>
          <a:p>
            <a:pPr>
              <a:defRPr sz="1200"/>
            </a:pPr>
            <a:r>
              <a:t>D:/pasar_fix/node_modules/.bun/yargs-parser@22.0.0/node_modules/yargs-parser/build/lib/yargs-parser-types.js</a:t>
            </a:r>
          </a:p>
          <a:p>
            <a:pPr>
              <a:defRPr sz="1200"/>
            </a:pPr>
            <a:r>
              <a:t>D:/pasar_fix/node_modules/.bun/yargs-parser@22.0.0/node_modules/yargs-parser/build/lib/yargs-parser.js</a:t>
            </a:r>
          </a:p>
          <a:p>
            <a:pPr>
              <a:defRPr sz="1200"/>
            </a:pPr>
            <a:r>
              <a:t>D:/pasar_fix/node_modules/.bun/yargs@17.7.3/node_modules/yargs/browser.mjs</a:t>
            </a:r>
          </a:p>
          <a:p>
            <a:pPr>
              <a:defRPr sz="1200"/>
            </a:pPr>
            <a:r>
              <a:t>D:/pasar_fix/node_modules/.bun/yargs@17.7.3/node_modules/yargs/CHANGELOG.md</a:t>
            </a:r>
          </a:p>
          <a:p>
            <a:pPr>
              <a:defRPr sz="1200"/>
            </a:pPr>
            <a:r>
              <a:t>D:/pasar_fix/node_modules/.bun/yargs@17.7.3/node_modules/yargs/index.cjs</a:t>
            </a:r>
          </a:p>
          <a:p>
            <a:pPr>
              <a:defRPr sz="1200"/>
            </a:pPr>
            <a:r>
              <a:t>D:/pasar_fix/node_modules/.bun/yargs@17.7.3/node_modules/yargs/index.mjs</a:t>
            </a:r>
          </a:p>
          <a:p>
            <a:pPr>
              <a:defRPr sz="1200"/>
            </a:pPr>
            <a:r>
              <a:t>D:/pasar_fix/node_modules/.bun/yargs@17.7.3/node_modules/yargs/LICENSE</a:t>
            </a:r>
          </a:p>
          <a:p>
            <a:pPr>
              <a:defRPr sz="1200"/>
            </a:pPr>
            <a:r>
              <a:t>D:/pasar_fix/node_modules/.bun/yargs@17.7.3/node_modules/yargs/package.json</a:t>
            </a:r>
          </a:p>
          <a:p>
            <a:pPr>
              <a:defRPr sz="1200"/>
            </a:pPr>
            <a:r>
              <a:t>D:/pasar_fix/node_modules/.bun/yargs@17.7.3/node_modules/yargs/README.md</a:t>
            </a:r>
          </a:p>
          <a:p>
            <a:pPr>
              <a:defRPr sz="1200"/>
            </a:pPr>
            <a:r>
              <a:t>D:/pasar_fix/node_modules/.bun/yargs@17.7.3/node_modules/yargs/yargs</a:t>
            </a:r>
          </a:p>
          <a:p>
            <a:pPr>
              <a:defRPr sz="1200"/>
            </a:pPr>
            <a:r>
              <a:t>D:/pasar_fix/node_modules/.bun/yargs@17.7.3/node_modules/yargs/yargs.cjs</a:t>
            </a:r>
          </a:p>
          <a:p>
            <a:pPr>
              <a:defRPr sz="1200"/>
            </a:pPr>
            <a:r>
              <a:t>D:/pasar_fix/node_modules/.bun/yargs@17.7.3/node_modules/yargs/yargs.mjs</a:t>
            </a:r>
          </a:p>
          <a:p>
            <a:pPr>
              <a:defRPr sz="1200"/>
            </a:pPr>
            <a:r>
              <a:t>D:/pasar_fix/node_modules/.bun/yargs@17.7.3/node_modules/yargs/build/index.cjs</a:t>
            </a:r>
          </a:p>
          <a:p>
            <a:pPr>
              <a:defRPr sz="1200"/>
            </a:pPr>
            <a:r>
              <a:t>D:/pasar_fix/node_modules/.bun/yargs@17.7.3/node_modules/yargs/build/lib/argsert.js</a:t>
            </a:r>
          </a:p>
          <a:p>
            <a:pPr>
              <a:defRPr sz="1200"/>
            </a:pPr>
            <a:r>
              <a:t>D:/pasar_fix/node_modules/.bun/yargs@17.7.3/node_modules/yargs/build/lib/command.js</a:t>
            </a:r>
          </a:p>
          <a:p>
            <a:pPr>
              <a:defRPr sz="1200"/>
            </a:pPr>
            <a:r>
              <a:t>D:/pasar_fix/node_modules/.bun/yargs@17.7.3/node_modules/yargs/build/lib/completion-templates.js</a:t>
            </a:r>
          </a:p>
          <a:p>
            <a:pPr>
              <a:defRPr sz="1200"/>
            </a:pPr>
            <a:r>
              <a:t>D:/pasar_fix/node_modules/.bun/yargs@17.7.3/node_modules/yargs/build/lib/completion.js</a:t>
            </a:r>
          </a:p>
          <a:p>
            <a:pPr>
              <a:defRPr sz="1200"/>
            </a:pPr>
            <a:r>
              <a:t>D:/pasar_fix/node_modules/.bun/yargs@17.7.3/node_modules/yargs/build/lib/middleware.js</a:t>
            </a:r>
          </a:p>
          <a:p>
            <a:pPr>
              <a:defRPr sz="1200"/>
            </a:pPr>
            <a:r>
              <a:t>D:/pasar_fix/node_modules/.bun/yargs@17.7.3/node_modules/yargs/build/lib/parse-command.js</a:t>
            </a:r>
          </a:p>
          <a:p>
            <a:pPr>
              <a:defRPr sz="1200"/>
            </a:pPr>
            <a:r>
              <a:t>D:/pasar_fix/node_modules/.bun/yargs@17.7.3/node_modules/yargs/build/lib/usage.js</a:t>
            </a:r>
          </a:p>
          <a:p>
            <a:pPr>
              <a:defRPr sz="1200"/>
            </a:pPr>
            <a:r>
              <a:t>D:/pasar_fix/node_modules/.bun/yargs@17.7.3/node_modules/yargs/build/lib/validation.js</a:t>
            </a:r>
          </a:p>
          <a:p>
            <a:pPr>
              <a:defRPr sz="1200"/>
            </a:pPr>
            <a:r>
              <a:t>D:/pasar_fix/node_modules/.bun/yargs@17.7.3/node_modules/yargs/build/lib/yargs-factory.js</a:t>
            </a:r>
          </a:p>
          <a:p>
            <a:pPr>
              <a:defRPr sz="1200"/>
            </a:pPr>
            <a:r>
              <a:t>D:/pasar_fix/node_modules/.bun/yargs@17.7.3/node_modules/yargs/build/lib/yerror.js</a:t>
            </a:r>
          </a:p>
          <a:p>
            <a:pPr>
              <a:defRPr sz="1200"/>
            </a:pPr>
            <a:r>
              <a:t>D:/pasar_fix/node_modules/.bun/yargs@17.7.3/node_modules/yargs/build/lib/typings/common-types.js</a:t>
            </a:r>
          </a:p>
          <a:p>
            <a:pPr>
              <a:defRPr sz="1200"/>
            </a:pPr>
            <a:r>
              <a:t>D:/pasar_fix/node_modules/.bun/yargs@17.7.3/node_modules/yargs/build/lib/typings/yargs-parser-types.js</a:t>
            </a:r>
          </a:p>
          <a:p>
            <a:pPr>
              <a:defRPr sz="1200"/>
            </a:pPr>
            <a:r>
              <a:t>D:/pasar_fix/node_modules/.bun/yargs@17.7.3/node_modules/yargs/build/lib/utils/apply-extends.js</a:t>
            </a:r>
          </a:p>
          <a:p>
            <a:pPr>
              <a:defRPr sz="1200"/>
            </a:pPr>
            <a:r>
              <a:t>D:/pasar_fix/node_modules/.bun/yargs@17.7.3/node_modules/yargs/build/lib/utils/is-promise.js</a:t>
            </a:r>
          </a:p>
          <a:p>
            <a:pPr>
              <a:defRPr sz="1200"/>
            </a:pPr>
            <a:r>
              <a:t>D:/pasar_fix/node_modules/.bun/yargs@17.7.3/node_modules/yargs/build/lib/utils/levenshtein.js</a:t>
            </a:r>
          </a:p>
          <a:p>
            <a:pPr>
              <a:defRPr sz="1200"/>
            </a:pPr>
            <a:r>
              <a:t>D:/pasar_fix/node_modules/.bun/yargs@17.7.3/node_modules/yargs/build/lib/utils/maybe-async-result.js</a:t>
            </a:r>
          </a:p>
          <a:p>
            <a:pPr>
              <a:defRPr sz="1200"/>
            </a:pPr>
            <a:r>
              <a:t>D:/pasar_fix/node_modules/.bun/yargs@17.7.3/node_modules/yargs/build/lib/utils/obj-filter.js</a:t>
            </a:r>
          </a:p>
          <a:p>
            <a:pPr>
              <a:defRPr sz="1200"/>
            </a:pPr>
            <a:r>
              <a:t>D:/pasar_fix/node_modules/.bun/yargs@17.7.3/node_modules/yargs/build/lib/utils/process-argv.js</a:t>
            </a:r>
          </a:p>
          <a:p>
            <a:pPr>
              <a:defRPr sz="1200"/>
            </a:pPr>
            <a:r>
              <a:t>D:/pasar_fix/node_modules/.bun/yargs@17.7.3/node_modules/yargs/build/lib/utils/set-blocking.js</a:t>
            </a:r>
          </a:p>
          <a:p>
            <a:pPr>
              <a:defRPr sz="1200"/>
            </a:pPr>
            <a:r>
              <a:t>D:/pasar_fix/node_modules/.bun/yargs@17.7.3/node_modules/yargs/build/lib/utils/which-module.js</a:t>
            </a:r>
          </a:p>
          <a:p>
            <a:pPr>
              <a:defRPr sz="1200"/>
            </a:pPr>
            <a:r>
              <a:t>D:/pasar_fix/node_modules/.bun/yargs@17.7.3/node_modules/yargs/helpers/helpers.mjs</a:t>
            </a:r>
          </a:p>
          <a:p>
            <a:pPr>
              <a:defRPr sz="1200"/>
            </a:pPr>
            <a:r>
              <a:t>D:/pasar_fix/node_modules/.bun/yargs@17.7.3/node_modules/yargs/helpers/index.js</a:t>
            </a:r>
          </a:p>
          <a:p>
            <a:pPr>
              <a:defRPr sz="1200"/>
            </a:pPr>
            <a:r>
              <a:t>D:/pasar_fix/node_modules/.bun/yargs@17.7.3/node_modules/yargs/helpers/package.json</a:t>
            </a:r>
          </a:p>
          <a:p>
            <a:pPr>
              <a:defRPr sz="1200"/>
            </a:pPr>
            <a:r>
              <a:t>D:/pasar_fix/node_modules/.bun/yargs@17.7.3/node_modules/yargs/lib/platform-shims/browser.mjs</a:t>
            </a:r>
          </a:p>
          <a:p>
            <a:pPr>
              <a:defRPr sz="1200"/>
            </a:pPr>
            <a:r>
              <a:t>D:/pasar_fix/node_modules/.bun/yargs@17.7.3/node_modules/yargs/lib/platform-shims/esm.mjs</a:t>
            </a:r>
          </a:p>
          <a:p>
            <a:pPr>
              <a:defRPr sz="1200"/>
            </a:pPr>
            <a:r>
              <a:t>D:/pasar_fix/node_modules/.bun/yargs@17.7.3/node_modules/yargs/locales/be.json</a:t>
            </a:r>
          </a:p>
          <a:p>
            <a:pPr>
              <a:defRPr sz="1200"/>
            </a:pPr>
            <a:r>
              <a:t>D:/pasar_fix/node_modules/.bun/yargs@17.7.3/node_modules/yargs/locales/cs.json</a:t>
            </a:r>
          </a:p>
          <a:p>
            <a:pPr>
              <a:defRPr sz="1200"/>
            </a:pPr>
            <a:r>
              <a:t>D:/pasar_fix/node_modules/.bun/yargs@17.7.3/node_modules/yargs/locales/de.json</a:t>
            </a:r>
          </a:p>
          <a:p>
            <a:pPr>
              <a:defRPr sz="1200"/>
            </a:pPr>
            <a:r>
              <a:t>D:/pasar_fix/node_modules/.bun/yargs@17.7.3/node_modules/yargs/locales/en.json</a:t>
            </a:r>
          </a:p>
          <a:p>
            <a:pPr>
              <a:defRPr sz="1200"/>
            </a:pPr>
            <a:r>
              <a:t>D:/pasar_fix/node_modules/.bun/yargs@17.7.3/node_modules/yargs/locales/es.json</a:t>
            </a:r>
          </a:p>
          <a:p>
            <a:pPr>
              <a:defRPr sz="1200"/>
            </a:pPr>
            <a:r>
              <a:t>D:/pasar_fix/node_modules/.bun/yargs@17.7.3/node_modules/yargs/locales/fi.json</a:t>
            </a:r>
          </a:p>
          <a:p>
            <a:pPr>
              <a:defRPr sz="1200"/>
            </a:pPr>
            <a:r>
              <a:t>D:/pasar_fix/node_modules/.bun/yargs@17.7.3/node_modules/yargs/locales/fr.json</a:t>
            </a:r>
          </a:p>
          <a:p>
            <a:pPr>
              <a:defRPr sz="1200"/>
            </a:pPr>
            <a:r>
              <a:t>D:/pasar_fix/node_modules/.bun/yargs@17.7.3/node_modules/yargs/locales/hi.json</a:t>
            </a:r>
          </a:p>
          <a:p>
            <a:pPr>
              <a:defRPr sz="1200"/>
            </a:pPr>
            <a:r>
              <a:t>D:/pasar_fix/node_modules/.bun/yargs@17.7.3/node_modules/yargs/locales/hu.json</a:t>
            </a:r>
          </a:p>
          <a:p>
            <a:pPr>
              <a:defRPr sz="1200"/>
            </a:pPr>
            <a:r>
              <a:t>D:/pasar_fix/node_modules/.bun/yargs@17.7.3/node_modules/yargs/locales/id.json</a:t>
            </a:r>
          </a:p>
          <a:p>
            <a:pPr>
              <a:defRPr sz="1200"/>
            </a:pPr>
            <a:r>
              <a:t>D:/pasar_fix/node_modules/.bun/yargs@17.7.3/node_modules/yargs/locales/it.json</a:t>
            </a:r>
          </a:p>
          <a:p>
            <a:pPr>
              <a:defRPr sz="1200"/>
            </a:pPr>
            <a:r>
              <a:t>D:/pasar_fix/node_modules/.bun/yargs@17.7.3/node_modules/yargs/locales/ja.json</a:t>
            </a:r>
          </a:p>
          <a:p>
            <a:pPr>
              <a:defRPr sz="1200"/>
            </a:pPr>
            <a:r>
              <a:t>D:/pasar_fix/node_modules/.bun/yargs@17.7.3/node_modules/yargs/locales/ko.json</a:t>
            </a:r>
          </a:p>
          <a:p>
            <a:pPr>
              <a:defRPr sz="1200"/>
            </a:pPr>
            <a:r>
              <a:t>D:/pasar_fix/node_modules/.bun/yargs@17.7.3/node_modules/yargs/locales/nb.json</a:t>
            </a:r>
          </a:p>
          <a:p>
            <a:pPr>
              <a:defRPr sz="1200"/>
            </a:pPr>
            <a:r>
              <a:t>D:/pasar_fix/node_modules/.bun/yargs@17.7.3/node_modules/yargs/locales/nl.json</a:t>
            </a:r>
          </a:p>
          <a:p>
            <a:pPr>
              <a:defRPr sz="1200"/>
            </a:pPr>
            <a:r>
              <a:t>D:/pasar_fix/node_modules/.bun/yargs@17.7.3/node_modules/yargs/locales/nn.json</a:t>
            </a:r>
          </a:p>
          <a:p>
            <a:pPr>
              <a:defRPr sz="1200"/>
            </a:pPr>
            <a:r>
              <a:t>D:/pasar_fix/node_modules/.bun/yargs@17.7.3/node_modules/yargs/locales/pirate.json</a:t>
            </a:r>
          </a:p>
          <a:p>
            <a:pPr>
              <a:defRPr sz="1200"/>
            </a:pPr>
            <a:r>
              <a:t>D:/pasar_fix/node_modules/.bun/yargs@17.7.3/node_modules/yargs/locales/pl.json</a:t>
            </a:r>
          </a:p>
          <a:p>
            <a:pPr>
              <a:defRPr sz="1200"/>
            </a:pPr>
            <a:r>
              <a:t>D:/pasar_fix/node_modules/.bun/yargs@17.7.3/node_modules/yargs/locales/pt.json</a:t>
            </a:r>
          </a:p>
          <a:p>
            <a:pPr>
              <a:defRPr sz="1200"/>
            </a:pPr>
            <a:r>
              <a:t>D:/pasar_fix/node_modules/.bun/yargs@17.7.3/node_modules/yargs/locales/pt_BR.json</a:t>
            </a:r>
          </a:p>
          <a:p>
            <a:pPr>
              <a:defRPr sz="1200"/>
            </a:pPr>
            <a:r>
              <a:t>D:/pasar_fix/node_modules/.bun/yargs@17.7.3/node_modules/yargs/locales/ru.json</a:t>
            </a:r>
          </a:p>
          <a:p>
            <a:pPr>
              <a:defRPr sz="1200"/>
            </a:pPr>
            <a:r>
              <a:t>D:/pasar_fix/node_modules/.bun/yargs@17.7.3/node_modules/yargs/locales/th.json</a:t>
            </a:r>
          </a:p>
          <a:p>
            <a:pPr>
              <a:defRPr sz="1200"/>
            </a:pPr>
            <a:r>
              <a:t>D:/pasar_fix/node_modules/.bun/yargs@17.7.3/node_modules/yargs/locales/tr.json</a:t>
            </a:r>
          </a:p>
          <a:p>
            <a:pPr>
              <a:defRPr sz="1200"/>
            </a:pPr>
            <a:r>
              <a:t>D:/pasar_fix/node_modules/.bun/yargs@17.7.3/node_modules/yargs/locales/uk_UA.json</a:t>
            </a:r>
          </a:p>
          <a:p>
            <a:pPr>
              <a:defRPr sz="1200"/>
            </a:pPr>
            <a:r>
              <a:t>D:/pasar_fix/node_modules/.bun/yargs@17.7.3/node_modules/yargs/locales/uz.json</a:t>
            </a:r>
          </a:p>
          <a:p>
            <a:pPr>
              <a:defRPr sz="1200"/>
            </a:pPr>
            <a:r>
              <a:t>D:/pasar_fix/node_modules/.bun/yargs@17.7.3/node_modules/yargs/locales/zh_CN.json</a:t>
            </a:r>
          </a:p>
          <a:p>
            <a:pPr>
              <a:defRPr sz="1200"/>
            </a:pPr>
            <a:r>
              <a:t>D:/pasar_fix/node_modules/.bun/yargs@17.7.3/node_modules/yargs/locales/zh_TW.json</a:t>
            </a:r>
          </a:p>
          <a:p>
            <a:pPr>
              <a:defRPr sz="1200"/>
            </a:pPr>
            <a:r>
              <a:t>D:/pasar_fix/node_modules/.bun/yargs@18.0.0/node_modules/yargs/browser.d.ts</a:t>
            </a:r>
          </a:p>
          <a:p>
            <a:pPr>
              <a:defRPr sz="1200"/>
            </a:pPr>
            <a:r>
              <a:t>D:/pasar_fix/node_modules/.bun/yargs@18.0.0/node_modules/yargs/browser.mjs</a:t>
            </a:r>
          </a:p>
          <a:p>
            <a:pPr>
              <a:defRPr sz="1200"/>
            </a:pPr>
            <a:r>
              <a:t>D:/pasar_fix/node_modules/.bun/yargs@18.0.0/node_modules/yargs/index.mjs</a:t>
            </a:r>
          </a:p>
          <a:p>
            <a:pPr>
              <a:defRPr sz="1200"/>
            </a:pPr>
            <a:r>
              <a:t>D:/pasar_fix/node_modules/.bun/yargs@18.0.0/node_modules/yargs/LICENSE</a:t>
            </a:r>
          </a:p>
          <a:p>
            <a:pPr>
              <a:defRPr sz="1200"/>
            </a:pPr>
            <a:r>
              <a:t>D:/pasar_fix/node_modules/.bun/yargs@18.0.0/node_modules/yargs/package.json</a:t>
            </a:r>
          </a:p>
          <a:p>
            <a:pPr>
              <a:defRPr sz="1200"/>
            </a:pPr>
            <a:r>
              <a:t>D:/pasar_fix/node_modules/.bun/yargs@18.0.0/node_modules/yargs/README.md</a:t>
            </a:r>
          </a:p>
          <a:p>
            <a:pPr>
              <a:defRPr sz="1200"/>
            </a:pPr>
            <a:r>
              <a:t>D:/pasar_fix/node_modules/.bun/yargs@18.0.0/node_modules/yargs/build/lib/argsert.js</a:t>
            </a:r>
          </a:p>
          <a:p>
            <a:pPr>
              <a:defRPr sz="1200"/>
            </a:pPr>
            <a:r>
              <a:t>D:/pasar_fix/node_modules/.bun/yargs@18.0.0/node_modules/yargs/build/lib/command.js</a:t>
            </a:r>
          </a:p>
          <a:p>
            <a:pPr>
              <a:defRPr sz="1200"/>
            </a:pPr>
            <a:r>
              <a:t>D:/pasar_fix/node_modules/.bun/yargs@18.0.0/node_modules/yargs/build/lib/completion-templates.js</a:t>
            </a:r>
          </a:p>
          <a:p>
            <a:pPr>
              <a:defRPr sz="1200"/>
            </a:pPr>
            <a:r>
              <a:t>D:/pasar_fix/node_modules/.bun/yargs@18.0.0/node_modules/yargs/build/lib/completion.js</a:t>
            </a:r>
          </a:p>
          <a:p>
            <a:pPr>
              <a:defRPr sz="1200"/>
            </a:pPr>
            <a:r>
              <a:t>D:/pasar_fix/node_modules/.bun/yargs@18.0.0/node_modules/yargs/build/lib/middleware.js</a:t>
            </a:r>
          </a:p>
          <a:p>
            <a:pPr>
              <a:defRPr sz="1200"/>
            </a:pPr>
            <a:r>
              <a:t>D:/pasar_fix/node_modules/.bun/yargs@18.0.0/node_modules/yargs/build/lib/parse-command.js</a:t>
            </a:r>
          </a:p>
          <a:p>
            <a:pPr>
              <a:defRPr sz="1200"/>
            </a:pPr>
            <a:r>
              <a:t>D:/pasar_fix/node_modules/.bun/yargs@18.0.0/node_modules/yargs/build/lib/usage.js</a:t>
            </a:r>
          </a:p>
          <a:p>
            <a:pPr>
              <a:defRPr sz="1200"/>
            </a:pPr>
            <a:r>
              <a:t>D:/pasar_fix/node_modules/.bun/yargs@18.0.0/node_modules/yargs/build/lib/validation.js</a:t>
            </a:r>
          </a:p>
          <a:p>
            <a:pPr>
              <a:defRPr sz="1200"/>
            </a:pPr>
            <a:r>
              <a:t>D:/pasar_fix/node_modules/.bun/yargs@18.0.0/node_modules/yargs/build/lib/yargs-factory.js</a:t>
            </a:r>
          </a:p>
          <a:p>
            <a:pPr>
              <a:defRPr sz="1200"/>
            </a:pPr>
            <a:r>
              <a:t>D:/pasar_fix/node_modules/.bun/yargs@18.0.0/node_modules/yargs/build/lib/yerror.js</a:t>
            </a:r>
          </a:p>
          <a:p>
            <a:pPr>
              <a:defRPr sz="1200"/>
            </a:pPr>
            <a:r>
              <a:t>D:/pasar_fix/node_modules/.bun/yargs@18.0.0/node_modules/yargs/build/lib/typings/common-types.js</a:t>
            </a:r>
          </a:p>
          <a:p>
            <a:pPr>
              <a:defRPr sz="1200"/>
            </a:pPr>
            <a:r>
              <a:t>D:/pasar_fix/node_modules/.bun/yargs@18.0.0/node_modules/yargs/build/lib/typings/yargs-parser-types.js</a:t>
            </a:r>
          </a:p>
          <a:p>
            <a:pPr>
              <a:defRPr sz="1200"/>
            </a:pPr>
            <a:r>
              <a:t>D:/pasar_fix/node_modules/.bun/yargs@18.0.0/node_modules/yargs/build/lib/utils/apply-extends.js</a:t>
            </a:r>
          </a:p>
          <a:p>
            <a:pPr>
              <a:defRPr sz="1200"/>
            </a:pPr>
            <a:r>
              <a:t>D:/pasar_fix/node_modules/.bun/yargs@18.0.0/node_modules/yargs/build/lib/utils/is-promise.js</a:t>
            </a:r>
          </a:p>
          <a:p>
            <a:pPr>
              <a:defRPr sz="1200"/>
            </a:pPr>
            <a:r>
              <a:t>D:/pasar_fix/node_modules/.bun/yargs@18.0.0/node_modules/yargs/build/lib/utils/levenshtein.js</a:t>
            </a:r>
          </a:p>
          <a:p>
            <a:pPr>
              <a:defRPr sz="1200"/>
            </a:pPr>
            <a:r>
              <a:t>D:/pasar_fix/node_modules/.bun/yargs@18.0.0/node_modules/yargs/build/lib/utils/maybe-async-result.js</a:t>
            </a:r>
          </a:p>
          <a:p>
            <a:pPr>
              <a:defRPr sz="1200"/>
            </a:pPr>
            <a:r>
              <a:t>D:/pasar_fix/node_modules/.bun/yargs@18.0.0/node_modules/yargs/build/lib/utils/obj-filter.js</a:t>
            </a:r>
          </a:p>
          <a:p>
            <a:pPr>
              <a:defRPr sz="1200"/>
            </a:pPr>
            <a:r>
              <a:t>D:/pasar_fix/node_modules/.bun/yargs@18.0.0/node_modules/yargs/build/lib/utils/process-argv.js</a:t>
            </a:r>
          </a:p>
          <a:p>
            <a:pPr>
              <a:defRPr sz="1200"/>
            </a:pPr>
            <a:r>
              <a:t>D:/pasar_fix/node_modules/.bun/yargs@18.0.0/node_modules/yargs/build/lib/utils/set-blocking.js</a:t>
            </a:r>
          </a:p>
          <a:p>
            <a:pPr>
              <a:defRPr sz="1200"/>
            </a:pPr>
            <a:r>
              <a:t>D:/pasar_fix/node_modules/.bun/yargs@18.0.0/node_modules/yargs/build/lib/utils/which-module.js</a:t>
            </a:r>
          </a:p>
          <a:p>
            <a:pPr>
              <a:defRPr sz="1200"/>
            </a:pPr>
            <a:r>
              <a:t>D:/pasar_fix/node_modules/.bun/yargs@18.0.0/node_modules/yargs/helpers/helpers.mjs</a:t>
            </a:r>
          </a:p>
          <a:p>
            <a:pPr>
              <a:defRPr sz="1200"/>
            </a:pPr>
            <a:r>
              <a:t>D:/pasar_fix/node_modules/.bun/yargs@18.0.0/node_modules/yargs/helpers/package.json</a:t>
            </a:r>
          </a:p>
          <a:p>
            <a:pPr>
              <a:defRPr sz="1200"/>
            </a:pPr>
            <a:r>
              <a:t>D:/pasar_fix/node_modules/.bun/yargs@18.0.0/node_modules/yargs/lib/platform-shims/browser.mjs</a:t>
            </a:r>
          </a:p>
          <a:p>
            <a:pPr>
              <a:defRPr sz="1200"/>
            </a:pPr>
            <a:r>
              <a:t>D:/pasar_fix/node_modules/.bun/yargs@18.0.0/node_modules/yargs/lib/platform-shims/esm.mjs</a:t>
            </a:r>
          </a:p>
          <a:p>
            <a:pPr>
              <a:defRPr sz="1200"/>
            </a:pPr>
            <a:r>
              <a:t>D:/pasar_fix/node_modules/.bun/yargs@18.0.0/node_modules/yargs/locales/be.json</a:t>
            </a:r>
          </a:p>
          <a:p>
            <a:pPr>
              <a:defRPr sz="1200"/>
            </a:pPr>
            <a:r>
              <a:t>D:/pasar_fix/node_modules/.bun/yargs@18.0.0/node_modules/yargs/locales/cs.json</a:t>
            </a:r>
          </a:p>
          <a:p>
            <a:pPr>
              <a:defRPr sz="1200"/>
            </a:pPr>
            <a:r>
              <a:t>D:/pasar_fix/node_modules/.bun/yargs@18.0.0/node_modules/yargs/locales/de.json</a:t>
            </a:r>
          </a:p>
          <a:p>
            <a:pPr>
              <a:defRPr sz="1200"/>
            </a:pPr>
            <a:r>
              <a:t>D:/pasar_fix/node_modules/.bun/yargs@18.0.0/node_modules/yargs/locales/en.json</a:t>
            </a:r>
          </a:p>
          <a:p>
            <a:pPr>
              <a:defRPr sz="1200"/>
            </a:pPr>
            <a:r>
              <a:t>D:/pasar_fix/node_modules/.bun/yargs@18.0.0/node_modules/yargs/locales/es.json</a:t>
            </a:r>
          </a:p>
          <a:p>
            <a:pPr>
              <a:defRPr sz="1200"/>
            </a:pPr>
            <a:r>
              <a:t>D:/pasar_fix/node_modules/.bun/yargs@18.0.0/node_modules/yargs/locales/fi.json</a:t>
            </a:r>
          </a:p>
          <a:p>
            <a:pPr>
              <a:defRPr sz="1200"/>
            </a:pPr>
            <a:r>
              <a:t>D:/pasar_fix/node_modules/.bun/yargs@18.0.0/node_modules/yargs/locales/fr.json</a:t>
            </a:r>
          </a:p>
          <a:p>
            <a:pPr>
              <a:defRPr sz="1200"/>
            </a:pPr>
            <a:r>
              <a:t>D:/pasar_fix/node_modules/.bun/yargs@18.0.0/node_modules/yargs/locales/he.json</a:t>
            </a:r>
          </a:p>
          <a:p>
            <a:pPr>
              <a:defRPr sz="1200"/>
            </a:pPr>
            <a:r>
              <a:t>D:/pasar_fix/node_modules/.bun/yargs@18.0.0/node_modules/yargs/locales/hi.json</a:t>
            </a:r>
          </a:p>
          <a:p>
            <a:pPr>
              <a:defRPr sz="1200"/>
            </a:pPr>
            <a:r>
              <a:t>D:/pasar_fix/node_modules/.bun/yargs@18.0.0/node_modules/yargs/locales/hu.json</a:t>
            </a:r>
          </a:p>
          <a:p>
            <a:pPr>
              <a:defRPr sz="1200"/>
            </a:pPr>
            <a:r>
              <a:t>D:/pasar_fix/node_modules/.bun/yargs@18.0.0/node_modules/yargs/locales/id.json</a:t>
            </a:r>
          </a:p>
          <a:p>
            <a:pPr>
              <a:defRPr sz="1200"/>
            </a:pPr>
            <a:r>
              <a:t>D:/pasar_fix/node_modules/.bun/yargs@18.0.0/node_modules/yargs/locales/it.json</a:t>
            </a:r>
          </a:p>
          <a:p>
            <a:pPr>
              <a:defRPr sz="1200"/>
            </a:pPr>
            <a:r>
              <a:t>D:/pasar_fix/node_modules/.bun/yargs@18.0.0/node_modules/yargs/locales/ja.json</a:t>
            </a:r>
          </a:p>
          <a:p>
            <a:pPr>
              <a:defRPr sz="1200"/>
            </a:pPr>
            <a:r>
              <a:t>D:/pasar_fix/node_modules/.bun/yargs@18.0.0/node_modules/yargs/locales/ko.json</a:t>
            </a:r>
          </a:p>
          <a:p>
            <a:pPr>
              <a:defRPr sz="1200"/>
            </a:pPr>
            <a:r>
              <a:t>D:/pasar_fix/node_modules/.bun/yargs@18.0.0/node_modules/yargs/locales/nb.json</a:t>
            </a:r>
          </a:p>
          <a:p>
            <a:pPr>
              <a:defRPr sz="1200"/>
            </a:pPr>
            <a:r>
              <a:t>D:/pasar_fix/node_modules/.bun/yargs@18.0.0/node_modules/yargs/locales/nl.json</a:t>
            </a:r>
          </a:p>
          <a:p>
            <a:pPr>
              <a:defRPr sz="1200"/>
            </a:pPr>
            <a:r>
              <a:t>D:/pasar_fix/node_modules/.bun/yargs@18.0.0/node_modules/yargs/locales/nn.json</a:t>
            </a:r>
          </a:p>
          <a:p>
            <a:pPr>
              <a:defRPr sz="1200"/>
            </a:pPr>
            <a:r>
              <a:t>D:/pasar_fix/node_modules/.bun/yargs@18.0.0/node_modules/yargs/locales/pirate.json</a:t>
            </a:r>
          </a:p>
          <a:p>
            <a:pPr>
              <a:defRPr sz="1200"/>
            </a:pPr>
            <a:r>
              <a:t>D:/pasar_fix/node_modules/.bun/yargs@18.0.0/node_modules/yargs/locales/pl.json</a:t>
            </a:r>
          </a:p>
          <a:p>
            <a:pPr>
              <a:defRPr sz="1200"/>
            </a:pPr>
            <a:r>
              <a:t>D:/pasar_fix/node_modules/.bun/yargs@18.0.0/node_modules/yargs/locales/pt.json</a:t>
            </a:r>
          </a:p>
          <a:p>
            <a:pPr>
              <a:defRPr sz="1200"/>
            </a:pPr>
            <a:r>
              <a:t>D:/pasar_fix/node_modules/.bun/yargs@18.0.0/node_modules/yargs/locales/pt_BR.json</a:t>
            </a:r>
          </a:p>
          <a:p>
            <a:pPr>
              <a:defRPr sz="1200"/>
            </a:pPr>
            <a:r>
              <a:t>D:/pasar_fix/node_modules/.bun/yargs@18.0.0/node_modules/yargs/locales/ru.json</a:t>
            </a:r>
          </a:p>
          <a:p>
            <a:pPr>
              <a:defRPr sz="1200"/>
            </a:pPr>
            <a:r>
              <a:t>D:/pasar_fix/node_modules/.bun/yargs@18.0.0/node_modules/yargs/locales/th.json</a:t>
            </a:r>
          </a:p>
          <a:p>
            <a:pPr>
              <a:defRPr sz="1200"/>
            </a:pPr>
            <a:r>
              <a:t>D:/pasar_fix/node_modules/.bun/yargs@18.0.0/node_modules/yargs/locales/tr.json</a:t>
            </a:r>
          </a:p>
          <a:p>
            <a:pPr>
              <a:defRPr sz="1200"/>
            </a:pPr>
            <a:r>
              <a:t>D:/pasar_fix/node_modules/.bun/yargs@18.0.0/node_modules/yargs/locales/uk_UA.json</a:t>
            </a:r>
          </a:p>
          <a:p>
            <a:pPr>
              <a:defRPr sz="1200"/>
            </a:pPr>
            <a:r>
              <a:t>D:/pasar_fix/node_modules/.bun/yargs@18.0.0/node_modules/yargs/locales/uz.json</a:t>
            </a:r>
          </a:p>
          <a:p>
            <a:pPr>
              <a:defRPr sz="1200"/>
            </a:pPr>
            <a:r>
              <a:t>D:/pasar_fix/node_modules/.bun/yargs@18.0.0/node_modules/yargs/locales/zh_CN.json</a:t>
            </a:r>
          </a:p>
          <a:p>
            <a:pPr>
              <a:defRPr sz="1200"/>
            </a:pPr>
            <a:r>
              <a:t>D:/pasar_fix/node_modules/.bun/yargs@18.0.0/node_modules/yargs/locales/zh_TW.json</a:t>
            </a:r>
          </a:p>
          <a:p>
            <a:pPr>
              <a:defRPr sz="1200"/>
            </a:pPr>
            <a:r>
              <a:t>D:/pasar_fix/node_modules/.bun/yauzl@2.10.0/node_modules/yauzl/index.js</a:t>
            </a:r>
          </a:p>
          <a:p>
            <a:pPr>
              <a:defRPr sz="1200"/>
            </a:pPr>
            <a:r>
              <a:t>D:/pasar_fix/node_modules/.bun/yauzl@2.10.0/node_modules/yauzl/LICENSE</a:t>
            </a:r>
          </a:p>
          <a:p>
            <a:pPr>
              <a:defRPr sz="1200"/>
            </a:pPr>
            <a:r>
              <a:t>D:/pasar_fix/node_modules/.bun/yauzl@2.10.0/node_modules/yauzl/package.json</a:t>
            </a:r>
          </a:p>
          <a:p>
            <a:pPr>
              <a:defRPr sz="1200"/>
            </a:pPr>
            <a:r>
              <a:t>D:/pasar_fix/node_modules/.bun/yauzl@2.10.0/node_modules/yauzl/README.md</a:t>
            </a:r>
          </a:p>
          <a:p>
            <a:pPr>
              <a:defRPr sz="1200"/>
            </a:pPr>
            <a:r>
              <a:t>D:/pasar_fix/node_modules/.bun/yocto-queue@1.2.2/node_modules/yocto-queue/index.d.ts</a:t>
            </a:r>
          </a:p>
          <a:p>
            <a:pPr>
              <a:defRPr sz="1200"/>
            </a:pPr>
            <a:r>
              <a:t>D:/pasar_fix/node_modules/.bun/yocto-queue@1.2.2/node_modules/yocto-queue/index.js</a:t>
            </a:r>
          </a:p>
          <a:p>
            <a:pPr>
              <a:defRPr sz="1200"/>
            </a:pPr>
            <a:r>
              <a:t>D:/pasar_fix/node_modules/.bun/yocto-queue@1.2.2/node_modules/yocto-queue/license</a:t>
            </a:r>
          </a:p>
          <a:p>
            <a:pPr>
              <a:defRPr sz="1200"/>
            </a:pPr>
            <a:r>
              <a:t>D:/pasar_fix/node_modules/.bun/yocto-queue@1.2.2/node_modules/yocto-queue/package.json</a:t>
            </a:r>
          </a:p>
          <a:p>
            <a:pPr>
              <a:defRPr sz="1200"/>
            </a:pPr>
            <a:r>
              <a:t>D:/pasar_fix/node_modules/.bun/yocto-queue@1.2.2/node_modules/yocto-queue/readme.md</a:t>
            </a:r>
          </a:p>
          <a:p>
            <a:pPr>
              <a:defRPr sz="1200"/>
            </a:pPr>
            <a:r>
              <a:t>D:/pasar_fix/node_modules/.bun/youch-core@0.3.3/node_modules/youch-core/LICENSE.md</a:t>
            </a:r>
          </a:p>
          <a:p>
            <a:pPr>
              <a:defRPr sz="1200"/>
            </a:pPr>
            <a:r>
              <a:t>D:/pasar_fix/node_modules/.bun/youch-core@0.3.3/node_modules/youch-core/package.json</a:t>
            </a:r>
          </a:p>
          <a:p>
            <a:pPr>
              <a:defRPr sz="1200"/>
            </a:pPr>
            <a:r>
              <a:t>D:/pasar_fix/node_modules/.bun/youch-core@0.3.3/node_modules/youch-core/README.md</a:t>
            </a:r>
          </a:p>
          <a:p>
            <a:pPr>
              <a:defRPr sz="1200"/>
            </a:pPr>
            <a:r>
              <a:t>D:/pasar_fix/node_modules/.bun/youch-core@0.3.3/node_modules/youch-core/build/index.d.ts</a:t>
            </a:r>
          </a:p>
          <a:p>
            <a:pPr>
              <a:defRPr sz="1200"/>
            </a:pPr>
            <a:r>
              <a:t>D:/pasar_fix/node_modules/.bun/youch-core@0.3.3/node_modules/youch-core/build/index.js</a:t>
            </a:r>
          </a:p>
          <a:p>
            <a:pPr>
              <a:defRPr sz="1200"/>
            </a:pPr>
            <a:r>
              <a:t>D:/pasar_fix/node_modules/.bun/youch-core@0.3.3/node_modules/youch-core/build/src/debug.d.ts</a:t>
            </a:r>
          </a:p>
          <a:p>
            <a:pPr>
              <a:defRPr sz="1200"/>
            </a:pPr>
            <a:r>
              <a:t>D:/pasar_fix/node_modules/.bun/youch-core@0.3.3/node_modules/youch-core/build/src/parser.d.ts</a:t>
            </a:r>
          </a:p>
          <a:p>
            <a:pPr>
              <a:defRPr sz="1200"/>
            </a:pPr>
            <a:r>
              <a:t>D:/pasar_fix/node_modules/.bun/youch-core@0.3.3/node_modules/youch-core/build/src/source_file.d.ts</a:t>
            </a:r>
          </a:p>
          <a:p>
            <a:pPr>
              <a:defRPr sz="1200"/>
            </a:pPr>
            <a:r>
              <a:t>D:/pasar_fix/node_modules/.bun/youch-core@0.3.3/node_modules/youch-core/build/src/types.d.ts</a:t>
            </a:r>
          </a:p>
          <a:p>
            <a:pPr>
              <a:defRPr sz="1200"/>
            </a:pPr>
            <a:r>
              <a:t>D:/pasar_fix/node_modules/.bun/youch-core@0.3.3/node_modules/youch-core/build/src/types.js</a:t>
            </a:r>
          </a:p>
          <a:p>
            <a:pPr>
              <a:defRPr sz="1200"/>
            </a:pPr>
            <a:r>
              <a:t>D:/pasar_fix/node_modules/.bun/youch@4.1.1/node_modules/youch/LICENSE.md</a:t>
            </a:r>
          </a:p>
          <a:p>
            <a:pPr>
              <a:defRPr sz="1200"/>
            </a:pPr>
            <a:r>
              <a:t>D:/pasar_fix/node_modules/.bun/youch@4.1.1/node_modules/youch/package.json</a:t>
            </a:r>
          </a:p>
          <a:p>
            <a:pPr>
              <a:defRPr sz="1200"/>
            </a:pPr>
            <a:r>
              <a:t>D:/pasar_fix/node_modules/.bun/youch@4.1.1/node_modules/youch/README.md</a:t>
            </a:r>
          </a:p>
          <a:p>
            <a:pPr>
              <a:defRPr sz="1200"/>
            </a:pPr>
            <a:r>
              <a:t>D:/pasar_fix/node_modules/.bun/youch@4.1.1/node_modules/youch/build/helpers-B9BQYaS6.js</a:t>
            </a:r>
          </a:p>
          <a:p>
            <a:pPr>
              <a:defRPr sz="1200"/>
            </a:pPr>
            <a:r>
              <a:t>D:/pasar_fix/node_modules/.bun/youch@4.1.1/node_modules/youch/build/index.d.ts</a:t>
            </a:r>
          </a:p>
          <a:p>
            <a:pPr>
              <a:defRPr sz="1200"/>
            </a:pPr>
            <a:r>
              <a:t>D:/pasar_fix/node_modules/.bun/youch@4.1.1/node_modules/youch/build/index.js</a:t>
            </a:r>
          </a:p>
          <a:p>
            <a:pPr>
              <a:defRPr sz="1200"/>
            </a:pPr>
            <a:r>
              <a:t>D:/pasar_fix/node_modules/.bun/youch@4.1.1/node_modules/youch/build/public_dir-C5bujZKB.js</a:t>
            </a:r>
          </a:p>
          <a:p>
            <a:pPr>
              <a:defRPr sz="1200"/>
            </a:pPr>
            <a:r>
              <a:t>D:/pasar_fix/node_modules/.bun/youch@4.1.1/node_modules/youch/build/public/error_cause/style.css</a:t>
            </a:r>
          </a:p>
          <a:p>
            <a:pPr>
              <a:defRPr sz="1200"/>
            </a:pPr>
            <a:r>
              <a:t>D:/pasar_fix/node_modules/.bun/youch@4.1.1/node_modules/youch/build/public/error_info/script.js</a:t>
            </a:r>
          </a:p>
          <a:p>
            <a:pPr>
              <a:defRPr sz="1200"/>
            </a:pPr>
            <a:r>
              <a:t>D:/pasar_fix/node_modules/.bun/youch@4.1.1/node_modules/youch/build/public/error_info/style.css</a:t>
            </a:r>
          </a:p>
          <a:p>
            <a:pPr>
              <a:defRPr sz="1200"/>
            </a:pPr>
            <a:r>
              <a:t>D:/pasar_fix/node_modules/.bun/youch@4.1.1/node_modules/youch/build/public/error_metadata/style.css</a:t>
            </a:r>
          </a:p>
          <a:p>
            <a:pPr>
              <a:defRPr sz="1200"/>
            </a:pPr>
            <a:r>
              <a:t>D:/pasar_fix/node_modules/.bun/youch@4.1.1/node_modules/youch/build/public/error_stack/script.js</a:t>
            </a:r>
          </a:p>
          <a:p>
            <a:pPr>
              <a:defRPr sz="1200"/>
            </a:pPr>
            <a:r>
              <a:t>D:/pasar_fix/node_modules/.bun/youch@4.1.1/node_modules/youch/build/public/error_stack/style.css</a:t>
            </a:r>
          </a:p>
          <a:p>
            <a:pPr>
              <a:defRPr sz="1200"/>
            </a:pPr>
            <a:r>
              <a:t>D:/pasar_fix/node_modules/.bun/youch@4.1.1/node_modules/youch/build/public/error_stack_source/style.css</a:t>
            </a:r>
          </a:p>
          <a:p>
            <a:pPr>
              <a:defRPr sz="1200"/>
            </a:pPr>
            <a:r>
              <a:t>D:/pasar_fix/node_modules/.bun/youch@4.1.1/node_modules/youch/build/public/header/script.js</a:t>
            </a:r>
          </a:p>
          <a:p>
            <a:pPr>
              <a:defRPr sz="1200"/>
            </a:pPr>
            <a:r>
              <a:t>D:/pasar_fix/node_modules/.bun/youch@4.1.1/node_modules/youch/build/public/header/style.css</a:t>
            </a:r>
          </a:p>
          <a:p>
            <a:pPr>
              <a:defRPr sz="1200"/>
            </a:pPr>
            <a:r>
              <a:t>D:/pasar_fix/node_modules/.bun/youch@4.1.1/node_modules/youch/build/public/layout/script.js</a:t>
            </a:r>
          </a:p>
          <a:p>
            <a:pPr>
              <a:defRPr sz="1200"/>
            </a:pPr>
            <a:r>
              <a:t>D:/pasar_fix/node_modules/.bun/youch@4.1.1/node_modules/youch/build/public/layout/style.css</a:t>
            </a:r>
          </a:p>
          <a:p>
            <a:pPr>
              <a:defRPr sz="1200"/>
            </a:pPr>
            <a:r>
              <a:t>D:/pasar_fix/node_modules/.bun/youch@4.1.1/node_modules/youch/build/src/component.d.ts</a:t>
            </a:r>
          </a:p>
          <a:p>
            <a:pPr>
              <a:defRPr sz="1200"/>
            </a:pPr>
            <a:r>
              <a:t>D:/pasar_fix/node_modules/.bun/youch@4.1.1/node_modules/youch/build/src/helpers.d.ts</a:t>
            </a:r>
          </a:p>
          <a:p>
            <a:pPr>
              <a:defRPr sz="1200"/>
            </a:pPr>
            <a:r>
              <a:t>D:/pasar_fix/node_modules/.bun/youch@4.1.1/node_modules/youch/build/src/metadata.d.ts</a:t>
            </a:r>
          </a:p>
          <a:p>
            <a:pPr>
              <a:defRPr sz="1200"/>
            </a:pPr>
            <a:r>
              <a:t>D:/pasar_fix/node_modules/.bun/youch@4.1.1/node_modules/youch/build/src/public_dir.d.ts</a:t>
            </a:r>
          </a:p>
          <a:p>
            <a:pPr>
              <a:defRPr sz="1200"/>
            </a:pPr>
            <a:r>
              <a:t>D:/pasar_fix/node_modules/.bun/youch@4.1.1/node_modules/youch/build/src/templates.d.ts</a:t>
            </a:r>
          </a:p>
          <a:p>
            <a:pPr>
              <a:defRPr sz="1200"/>
            </a:pPr>
            <a:r>
              <a:t>D:/pasar_fix/node_modules/.bun/youch@4.1.1/node_modules/youch/build/src/types.d.ts</a:t>
            </a:r>
          </a:p>
          <a:p>
            <a:pPr>
              <a:defRPr sz="1200"/>
            </a:pPr>
            <a:r>
              <a:t>D:/pasar_fix/node_modules/.bun/youch@4.1.1/node_modules/youch/build/src/types.js</a:t>
            </a:r>
          </a:p>
          <a:p>
            <a:pPr>
              <a:defRPr sz="1200"/>
            </a:pPr>
            <a:r>
              <a:t>D:/pasar_fix/node_modules/.bun/youch@4.1.1/node_modules/youch/build/src/youch.d.ts</a:t>
            </a:r>
          </a:p>
          <a:p>
            <a:pPr>
              <a:defRPr sz="1200"/>
            </a:pPr>
            <a:r>
              <a:t>D:/pasar_fix/node_modules/.bun/youch@4.1.1/node_modules/youch/build/src/templates/error_cause/main.d.ts</a:t>
            </a:r>
          </a:p>
          <a:p>
            <a:pPr>
              <a:defRPr sz="1200"/>
            </a:pPr>
            <a:r>
              <a:t>D:/pasar_fix/node_modules/.bun/youch@4.1.1/node_modules/youch/build/src/templates/error_cause/main.js</a:t>
            </a:r>
          </a:p>
          <a:p>
            <a:pPr>
              <a:defRPr sz="1200"/>
            </a:pPr>
            <a:r>
              <a:t>D:/pasar_fix/node_modules/.bun/youch@4.1.1/node_modules/youch/build/src/templates/error_info/main.d.ts</a:t>
            </a:r>
          </a:p>
          <a:p>
            <a:pPr>
              <a:defRPr sz="1200"/>
            </a:pPr>
            <a:r>
              <a:t>D:/pasar_fix/node_modules/.bun/youch@4.1.1/node_modules/youch/build/src/templates/error_info/main.js</a:t>
            </a:r>
          </a:p>
          <a:p>
            <a:pPr>
              <a:defRPr sz="1200"/>
            </a:pPr>
            <a:r>
              <a:t>D:/pasar_fix/node_modules/.bun/youch@4.1.1/node_modules/youch/build/src/templates/error_metadata/main.d.ts</a:t>
            </a:r>
          </a:p>
          <a:p>
            <a:pPr>
              <a:defRPr sz="1200"/>
            </a:pPr>
            <a:r>
              <a:t>D:/pasar_fix/node_modules/.bun/youch@4.1.1/node_modules/youch/build/src/templates/error_metadata/main.js</a:t>
            </a:r>
          </a:p>
          <a:p>
            <a:pPr>
              <a:defRPr sz="1200"/>
            </a:pPr>
            <a:r>
              <a:t>D:/pasar_fix/node_modules/.bun/youch@4.1.1/node_modules/youch/build/src/templates/error_stack/main.d.ts</a:t>
            </a:r>
          </a:p>
          <a:p>
            <a:pPr>
              <a:defRPr sz="1200"/>
            </a:pPr>
            <a:r>
              <a:t>D:/pasar_fix/node_modules/.bun/youch@4.1.1/node_modules/youch/build/src/templates/error_stack/main.js</a:t>
            </a:r>
          </a:p>
          <a:p>
            <a:pPr>
              <a:defRPr sz="1200"/>
            </a:pPr>
            <a:r>
              <a:t>D:/pasar_fix/node_modules/.bun/youch@4.1.1/node_modules/youch/build/src/templates/error_stack_source/main.d.ts</a:t>
            </a:r>
          </a:p>
          <a:p>
            <a:pPr>
              <a:defRPr sz="1200"/>
            </a:pPr>
            <a:r>
              <a:t>D:/pasar_fix/node_modules/.bun/youch@4.1.1/node_modules/youch/build/src/templates/error_stack_source/main.js</a:t>
            </a:r>
          </a:p>
          <a:p>
            <a:pPr>
              <a:defRPr sz="1200"/>
            </a:pPr>
            <a:r>
              <a:t>D:/pasar_fix/node_modules/.bun/youch@4.1.1/node_modules/youch/build/src/templates/header/main.d.ts</a:t>
            </a:r>
          </a:p>
          <a:p>
            <a:pPr>
              <a:defRPr sz="1200"/>
            </a:pPr>
            <a:r>
              <a:t>D:/pasar_fix/node_modules/.bun/youch@4.1.1/node_modules/youch/build/src/templates/header/main.js</a:t>
            </a:r>
          </a:p>
          <a:p>
            <a:pPr>
              <a:defRPr sz="1200"/>
            </a:pPr>
            <a:r>
              <a:t>D:/pasar_fix/node_modules/.bun/youch@4.1.1/node_modules/youch/build/src/templates/layout/main.d.ts</a:t>
            </a:r>
          </a:p>
          <a:p>
            <a:pPr>
              <a:defRPr sz="1200"/>
            </a:pPr>
            <a:r>
              <a:t>D:/pasar_fix/node_modules/.bun/youch@4.1.1/node_modules/youch/build/src/templates/layout/main.js</a:t>
            </a:r>
          </a:p>
          <a:p>
            <a:pPr>
              <a:defRPr sz="1200"/>
            </a:pPr>
            <a:r>
              <a:t>D:/pasar_fix/node_modules/.bun/zip-stream@6.0.1/node_modules/zip-stream/index.js</a:t>
            </a:r>
          </a:p>
          <a:p>
            <a:pPr>
              <a:defRPr sz="1200"/>
            </a:pPr>
            <a:r>
              <a:t>D:/pasar_fix/node_modules/.bun/zip-stream@6.0.1/node_modules/zip-stream/LICENSE</a:t>
            </a:r>
          </a:p>
          <a:p>
            <a:pPr>
              <a:defRPr sz="1200"/>
            </a:pPr>
            <a:r>
              <a:t>D:/pasar_fix/node_modules/.bun/zip-stream@6.0.1/node_modules/zip-stream/package.json</a:t>
            </a:r>
          </a:p>
          <a:p>
            <a:pPr>
              <a:defRPr sz="1200"/>
            </a:pPr>
            <a:r>
              <a:t>D:/pasar_fix/node_modules/.bun/zip-stream@6.0.1/node_modules/zip-stream/README.md</a:t>
            </a:r>
          </a:p>
          <a:p>
            <a:pPr>
              <a:defRPr sz="1200"/>
            </a:pPr>
            <a:r>
              <a:t>D:/pasar_fix/node_modules/.bun/zod-to-json-schema@3.25.2+27912429049419a2/node_modules/zod-to-json-schema/.prettierrc.json</a:t>
            </a:r>
          </a:p>
          <a:p>
            <a:pPr>
              <a:defRPr sz="1200"/>
            </a:pPr>
            <a:r>
              <a:t>D:/pasar_fix/node_modules/.bun/zod-to-json-schema@3.25.2+27912429049419a2/node_modules/zod-to-json-schema/changelog.md</a:t>
            </a:r>
          </a:p>
          <a:p>
            <a:pPr>
              <a:defRPr sz="1200"/>
            </a:pPr>
            <a:r>
              <a:t>D:/pasar_fix/node_modules/.bun/zod-to-json-schema@3.25.2+27912429049419a2/node_modules/zod-to-json-schema/contributing.md</a:t>
            </a:r>
          </a:p>
          <a:p>
            <a:pPr>
              <a:defRPr sz="1200"/>
            </a:pPr>
            <a:r>
              <a:t>D:/pasar_fix/node_modules/.bun/zod-to-json-schema@3.25.2+27912429049419a2/node_modules/zod-to-json-schema/createIndex.ts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D:/pasar_fix/node_modules/.bun/zod-to-json-schema@3.25.2+27912429049419a2/node_modules/zod-to-json-schema/LICENSE</a:t>
            </a:r>
          </a:p>
          <a:p>
            <a:pPr>
              <a:defRPr sz="1200"/>
            </a:pPr>
            <a:r>
              <a:t>D:/pasar_fix/node_modules/.bun/zod-to-json-schema@3.25.2+27912429049419a2/node_modules/zod-to-json-schema/package.json</a:t>
            </a:r>
          </a:p>
          <a:p>
            <a:pPr>
              <a:defRPr sz="1200"/>
            </a:pPr>
            <a:r>
              <a:t>D:/pasar_fix/node_modules/.bun/zod-to-json-schema@3.25.2+27912429049419a2/node_modules/zod-to-json-schema/postcjs.ts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D:/pasar_fix/node_modules/.bun/zod-to-json-schema@3.25.2+27912429049419a2/node_modules/zod-to-json-schema/postesm.ts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D:/pasar_fix/node_modules/.bun/zod-to-json-schema@3.25.2+27912429049419a2/node_modules/zod-to-json-schema/README.md</a:t>
            </a:r>
          </a:p>
          <a:p>
            <a:pPr>
              <a:defRPr sz="1200"/>
            </a:pPr>
            <a:r>
              <a:t>D:/pasar_fix/node_modules/.bun/zod-to-json-schema@3.25.2+27912429049419a2/node_modules/zod-to-json-schema/.github/CR_logotype-full-color.png</a:t>
            </a:r>
          </a:p>
          <a:p>
            <a:pPr>
              <a:defRPr sz="1200"/>
            </a:pPr>
            <a:r>
              <a:t>D:/pasar_fix/node_modules/.bun/zod-to-json-schema@3.25.2+27912429049419a2/node_modules/zod-to-json-schema/.github/FUNDING.yml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D:/pasar_fix/node_modules/.bun/zod-to-json-schema@3.25.2+27912429049419a2/node_modules/zod-to-json-schema/dist/cjs/errorMessages.js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D:/pasar_fix/node_modules/.bun/zod-to-json-schema@3.25.2+27912429049419a2/node_modules/zod-to-json-schema/dist/cjs/getRelativePath.js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D:/pasar_fix/node_modules/.bun/zod-to-json-schema@3.25.2+27912429049419a2/node_modules/zod-to-json-schema/dist/cjs/index.js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D:/pasar_fix/node_modules/.bun/zod-to-json-schema@3.25.2+27912429049419a2/node_modules/zod-to-json-schema/dist/cjs/Options.js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D:/pasar_fix/node_modules/.bun/zod-to-json-schema@3.25.2+27912429049419a2/node_modules/zod-to-json-schema/dist/cjs/package.json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D:/pasar_fix/node_modules/.bun/zod-to-json-schema@3.25.2+27912429049419a2/node_modules/zod-to-json-schema/dist/cjs/parseDef.js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D:/pasar_fix/node_modules/.bun/zod-to-json-schema@3.25.2+27912429049419a2/node_modules/zod-to-json-schema/dist/cjs/parseTypes.js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D:/pasar_fix/node_modules/.bun/zod-to-json-schema@3.25.2+27912429049419a2/node_modules/zod-to-json-schema/dist/cjs/Refs.js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D:/pasar_fix/node_modules/.bun/zod-to-json-schema@3.25.2+27912429049419a2/node_modules/zod-to-json-schema/dist/cjs/selectParser.js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D:/pasar_fix/node_modules/.bun/zod-to-json-schema@3.25.2+27912429049419a2/node_modules/zod-to-json-schema/dist/cjs/zodToJsonSchema.js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D:/pasar_fix/node_modules/.bun/zod-to-json-schema@3.25.2+27912429049419a2/node_modules/zod-to-json-schema/dist/cjs/parsers/any.js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D:/pasar_fix/node_modules/.bun/zod-to-json-schema@3.25.2+27912429049419a2/node_modules/zod-to-json-schema/dist/cjs/parsers/array.js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D:/pasar_fix/node_modules/.bun/zod-to-json-schema@3.25.2+27912429049419a2/node_modules/zod-to-json-schema/dist/cjs/parsers/bigint.js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D:/pasar_fix/node_modules/.bun/zod-to-json-schema@3.25.2+27912429049419a2/node_modules/zod-to-json-schema/dist/cjs/parsers/boolean.js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D:/pasar_fix/node_modules/.bun/zod-to-json-schema@3.25.2+27912429049419a2/node_modules/zod-to-json-schema/dist/cjs/parsers/branded.js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D:/pasar_fix/node_modules/.bun/zod-to-json-schema@3.25.2+27912429049419a2/node_modules/zod-to-json-schema/dist/cjs/parsers/catch.js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D:/pasar_fix/node_modules/.bun/zod-to-json-schema@3.25.2+27912429049419a2/node_modules/zod-to-json-schema/dist/cjs/parsers/date.js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D:/pasar_fix/node_modules/.bun/zod-to-json-schema@3.25.2+27912429049419a2/node_modules/zod-to-json-schema/dist/cjs/parsers/default.js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D:/pasar_fix/node_modules/.bun/zod-to-json-schema@3.25.2+27912429049419a2/node_modules/zod-to-json-schema/dist/cjs/parsers/effects.js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D:/pasar_fix/node_modules/.bun/zod-to-json-schema@3.25.2+27912429049419a2/node_modules/zod-to-json-schema/dist/cjs/parsers/enum.js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D:/pasar_fix/node_modules/.bun/zod-to-json-schema@3.25.2+27912429049419a2/node_modules/zod-to-json-schema/dist/cjs/parsers/intersection.js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D:/pasar_fix/node_modules/.bun/zod-to-json-schema@3.25.2+27912429049419a2/node_modules/zod-to-json-schema/dist/cjs/parsers/literal.js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D:/pasar_fix/node_modules/.bun/zod-to-json-schema@3.25.2+27912429049419a2/node_modules/zod-to-json-schema/dist/cjs/parsers/map.js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D:/pasar_fix/node_modules/.bun/zod-to-json-schema@3.25.2+27912429049419a2/node_modules/zod-to-json-schema/dist/cjs/parsers/nativeEnum.js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D:/pasar_fix/node_modules/.bun/zod-to-json-schema@3.25.2+27912429049419a2/node_modules/zod-to-json-schema/dist/cjs/parsers/never.js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D:/pasar_fix/node_modules/.bun/zod-to-json-schema@3.25.2+27912429049419a2/node_modules/zod-to-json-schema/dist/cjs/parsers/null.js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D:/pasar_fix/node_modules/.bun/zod-to-json-schema@3.25.2+27912429049419a2/node_modules/zod-to-json-schema/dist/cjs/parsers/nullable.js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D:/pasar_fix/node_modules/.bun/zod-to-json-schema@3.25.2+27912429049419a2/node_modules/zod-to-json-schema/dist/cjs/parsers/number.js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D:/pasar_fix/node_modules/.bun/zod-to-json-schema@3.25.2+27912429049419a2/node_modules/zod-to-json-schema/dist/cjs/parsers/object.js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D:/pasar_fix/node_modules/.bun/zod-to-json-schema@3.25.2+27912429049419a2/node_modules/zod-to-json-schema/dist/cjs/parsers/optional.js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D:/pasar_fix/node_modules/.bun/zod-to-json-schema@3.25.2+27912429049419a2/node_modules/zod-to-json-schema/dist/cjs/parsers/pipeline.js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D:/pasar_fix/node_modules/.bun/zod-to-json-schema@3.25.2+27912429049419a2/node_modules/zod-to-json-schema/dist/cjs/parsers/promise.js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D:/pasar_fix/node_modules/.bun/zod-to-json-schema@3.25.2+27912429049419a2/node_modules/zod-to-json-schema/dist/cjs/parsers/readonly.js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D:/pasar_fix/node_modules/.bun/zod-to-json-schema@3.25.2+27912429049419a2/node_modules/zod-to-json-schema/dist/cjs/parsers/record.js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D:/pasar_fix/node_modules/.bun/zod-to-json-schema@3.25.2+27912429049419a2/node_modules/zod-to-json-schema/dist/cjs/parsers/set.js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D:/pasar_fix/node_modules/.bun/zod-to-json-schema@3.25.2+27912429049419a2/node_modules/zod-to-json-schema/dist/cjs/parsers/string.js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D:/pasar_fix/node_modules/.bun/zod-to-json-schema@3.25.2+27912429049419a2/node_modules/zod-to-json-schema/dist/cjs/parsers/tuple.js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D:/pasar_fix/node_modules/.bun/zod-to-json-schema@3.25.2+27912429049419a2/node_modules/zod-to-json-schema/dist/cjs/parsers/undefined.js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D:/pasar_fix/node_modules/.bun/zod-to-json-schema@3.25.2+27912429049419a2/node_modules/zod-to-json-schema/dist/cjs/parsers/union.js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D:/pasar_fix/node_modules/.bun/zod-to-json-schema@3.25.2+27912429049419a2/node_modules/zod-to-json-schema/dist/cjs/parsers/unknown.js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D:/pasar_fix/node_modules/.bun/zod-to-json-schema@3.25.2+27912429049419a2/node_modules/zod-to-json-schema/dist/esm/errorMessages.js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D:/pasar_fix/node_modules/.bun/zod-to-json-schema@3.25.2+27912429049419a2/node_modules/zod-to-json-schema/dist/esm/getRelativePath.js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D:/pasar_fix/node_modules/.bun/zod-to-json-schema@3.25.2+27912429049419a2/node_modules/zod-to-json-schema/dist/esm/index.js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D:/pasar_fix/node_modules/.bun/zod-to-json-schema@3.25.2+27912429049419a2/node_modules/zod-to-json-schema/dist/esm/Options.js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D:/pasar_fix/node_modules/.bun/zod-to-json-schema@3.25.2+27912429049419a2/node_modules/zod-to-json-schema/dist/esm/package.json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D:/pasar_fix/node_modules/.bun/zod-to-json-schema@3.25.2+27912429049419a2/node_modules/zod-to-json-schema/dist/esm/parseDef.js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D:/pasar_fix/node_modules/.bun/zod-to-json-schema@3.25.2+27912429049419a2/node_modules/zod-to-json-schema/dist/esm/parseTypes.js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D:/pasar_fix/node_modules/.bun/zod-to-json-schema@3.25.2+27912429049419a2/node_modules/zod-to-json-schema/dist/esm/Refs.js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D:/pasar_fix/node_modules/.bun/zod-to-json-schema@3.25.2+27912429049419a2/node_modules/zod-to-json-schema/dist/esm/selectParser.js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D:/pasar_fix/node_modules/.bun/zod-to-json-schema@3.25.2+27912429049419a2/node_modules/zod-to-json-schema/dist/esm/zodToJsonSchema.js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D:/pasar_fix/node_modules/.bun/zod-to-json-schema@3.25.2+27912429049419a2/node_modules/zod-to-json-schema/dist/esm/parsers/any.js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D:/pasar_fix/node_modules/.bun/zod-to-json-schema@3.25.2+27912429049419a2/node_modules/zod-to-json-schema/dist/esm/parsers/array.js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D:/pasar_fix/node_modules/.bun/zod-to-json-schema@3.25.2+27912429049419a2/node_modules/zod-to-json-schema/dist/esm/parsers/bigint.js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D:/pasar_fix/node_modules/.bun/zod-to-json-schema@3.25.2+27912429049419a2/node_modules/zod-to-json-schema/dist/esm/parsers/boolean.js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D:/pasar_fix/node_modules/.bun/zod-to-json-schema@3.25.2+27912429049419a2/node_modules/zod-to-json-schema/dist/esm/parsers/branded.js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D:/pasar_fix/node_modules/.bun/zod-to-json-schema@3.25.2+27912429049419a2/node_modules/zod-to-json-schema/dist/esm/parsers/catch.js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D:/pasar_fix/node_modules/.bun/zod-to-json-schema@3.25.2+27912429049419a2/node_modules/zod-to-json-schema/dist/esm/parsers/date.js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D:/pasar_fix/node_modules/.bun/zod-to-json-schema@3.25.2+27912429049419a2/node_modules/zod-to-json-schema/dist/esm/parsers/default.js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D:/pasar_fix/node_modules/.bun/zod-to-json-schema@3.25.2+27912429049419a2/node_modules/zod-to-json-schema/dist/esm/parsers/effects.js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D:/pasar_fix/node_modules/.bun/zod-to-json-schema@3.25.2+27912429049419a2/node_modules/zod-to-json-schema/dist/esm/parsers/enum.js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D:/pasar_fix/node_modules/.bun/zod-to-json-schema@3.25.2+27912429049419a2/node_modules/zod-to-json-schema/dist/esm/parsers/intersection.js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D:/pasar_fix/node_modules/.bun/zod-to-json-schema@3.25.2+27912429049419a2/node_modules/zod-to-json-schema/dist/esm/parsers/literal.js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D:/pasar_fix/node_modules/.bun/zod-to-json-schema@3.25.2+27912429049419a2/node_modules/zod-to-json-schema/dist/esm/parsers/map.js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D:/pasar_fix/node_modules/.bun/zod-to-json-schema@3.25.2+27912429049419a2/node_modules/zod-to-json-schema/dist/esm/parsers/nativeEnum.js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D:/pasar_fix/node_modules/.bun/zod-to-json-schema@3.25.2+27912429049419a2/node_modules/zod-to-json-schema/dist/esm/parsers/never.js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D:/pasar_fix/node_modules/.bun/zod-to-json-schema@3.25.2+27912429049419a2/node_modules/zod-to-json-schema/dist/esm/parsers/null.js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D:/pasar_fix/node_modules/.bun/zod-to-json-schema@3.25.2+27912429049419a2/node_modules/zod-to-json-schema/dist/esm/parsers/nullable.js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D:/pasar_fix/node_modules/.bun/zod-to-json-schema@3.25.2+27912429049419a2/node_modules/zod-to-json-schema/dist/esm/parsers/number.js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D:/pasar_fix/node_modules/.bun/zod-to-json-schema@3.25.2+27912429049419a2/node_modules/zod-to-json-schema/dist/esm/parsers/object.js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D:/pasar_fix/node_modules/.bun/zod-to-json-schema@3.25.2+27912429049419a2/node_modules/zod-to-json-schema/dist/esm/parsers/optional.js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D:/pasar_fix/node_modules/.bun/zod-to-json-schema@3.25.2+27912429049419a2/node_modules/zod-to-json-schema/dist/esm/parsers/pipeline.js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D:/pasar_fix/node_modules/.bun/zod-to-json-schema@3.25.2+27912429049419a2/node_modules/zod-to-json-schema/dist/esm/parsers/promise.js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D:/pasar_fix/node_modules/.bun/zod-to-json-schema@3.25.2+27912429049419a2/node_modules/zod-to-json-schema/dist/esm/parsers/readonly.js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D:/pasar_fix/node_modules/.bun/zod-to-json-schema@3.25.2+27912429049419a2/node_modules/zod-to-json-schema/dist/esm/parsers/record.js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D:/pasar_fix/node_modules/.bun/zod-to-json-schema@3.25.2+27912429049419a2/node_modules/zod-to-json-schema/dist/esm/parsers/set.js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D:/pasar_fix/node_modules/.bun/zod-to-json-schema@3.25.2+27912429049419a2/node_modules/zod-to-json-schema/dist/esm/parsers/string.js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D:/pasar_fix/node_modules/.bun/zod-to-json-schema@3.25.2+27912429049419a2/node_modules/zod-to-json-schema/dist/esm/parsers/tuple.js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D:/pasar_fix/node_modules/.bun/zod-to-json-schema@3.25.2+27912429049419a2/node_modules/zod-to-json-schema/dist/esm/parsers/undefined.js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D:/pasar_fix/node_modules/.bun/zod-to-json-schema@3.25.2+27912429049419a2/node_modules/zod-to-json-schema/dist/esm/parsers/union.js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D:/pasar_fix/node_modules/.bun/zod-to-json-schema@3.25.2+27912429049419a2/node_modules/zod-to-json-schema/dist/esm/parsers/unknown.js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D:/pasar_fix/node_modules/.bun/zod-to-json-schema@3.25.2+27912429049419a2/node_modules/zod-to-json-schema/dist/types/errorMessages.d.ts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D:/pasar_fix/node_modules/.bun/zod-to-json-schema@3.25.2+27912429049419a2/node_modules/zod-to-json-schema/dist/types/getRelativePath.d.ts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D:/pasar_fix/node_modules/.bun/zod-to-json-schema@3.25.2+27912429049419a2/node_modules/zod-to-json-schema/dist/types/index.d.ts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D:/pasar_fix/node_modules/.bun/zod-to-json-schema@3.25.2+27912429049419a2/node_modules/zod-to-json-schema/dist/types/Options.d.ts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D:/pasar_fix/node_modules/.bun/zod-to-json-schema@3.25.2+27912429049419a2/node_modules/zod-to-json-schema/dist/types/parseDef.d.ts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D:/pasar_fix/node_modules/.bun/zod-to-json-schema@3.25.2+27912429049419a2/node_modules/zod-to-json-schema/dist/types/parseTypes.d.ts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D:/pasar_fix/node_modules/.bun/zod-to-json-schema@3.25.2+27912429049419a2/node_modules/zod-to-json-schema/dist/types/Refs.d.ts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D:/pasar_fix/node_modules/.bun/zod-to-json-schema@3.25.2+27912429049419a2/node_modules/zod-to-json-schema/dist/types/selectParser.d.ts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D:/pasar_fix/node_modules/.bun/zod-to-json-schema@3.25.2+27912429049419a2/node_modules/zod-to-json-schema/dist/types/zodToJsonSchema.d.ts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D:/pasar_fix/node_modules/.bun/zod-to-json-schema@3.25.2+27912429049419a2/node_modules/zod-to-json-schema/dist/types/parsers/any.d.ts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D:/pasar_fix/node_modules/.bun/zod-to-json-schema@3.25.2+27912429049419a2/node_modules/zod-to-json-schema/dist/types/parsers/array.d.ts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D:/pasar_fix/node_modules/.bun/zod-to-json-schema@3.25.2+27912429049419a2/node_modules/zod-to-json-schema/dist/types/parsers/bigint.d.ts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D:/pasar_fix/node_modules/.bun/zod-to-json-schema@3.25.2+27912429049419a2/node_modules/zod-to-json-schema/dist/types/parsers/boolean.d.ts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D:/pasar_fix/node_modules/.bun/zod-to-json-schema@3.25.2+27912429049419a2/node_modules/zod-to-json-schema/dist/types/parsers/branded.d.ts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D:/pasar_fix/node_modules/.bun/zod-to-json-schema@3.25.2+27912429049419a2/node_modules/zod-to-json-schema/dist/types/parsers/catch.d.ts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D:/pasar_fix/node_modules/.bun/zod-to-json-schema@3.25.2+27912429049419a2/node_modules/zod-to-json-schema/dist/types/parsers/date.d.ts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D:/pasar_fix/node_modules/.bun/zod-to-json-schema@3.25.2+27912429049419a2/node_modules/zod-to-json-schema/dist/types/parsers/default.d.ts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D:/pasar_fix/node_modules/.bun/zod-to-json-schema@3.25.2+27912429049419a2/node_modules/zod-to-json-schema/dist/types/parsers/effects.d.ts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D:/pasar_fix/node_modules/.bun/zod-to-json-schema@3.25.2+27912429049419a2/node_modules/zod-to-json-schema/dist/types/parsers/enum.d.ts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D:/pasar_fix/node_modules/.bun/zod-to-json-schema@3.25.2+27912429049419a2/node_modules/zod-to-json-schema/dist/types/parsers/intersection.d.ts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D:/pasar_fix/node_modules/.bun/zod-to-json-schema@3.25.2+27912429049419a2/node_modules/zod-to-json-schema/dist/types/parsers/literal.d.ts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D:/pasar_fix/node_modules/.bun/zod-to-json-schema@3.25.2+27912429049419a2/node_modules/zod-to-json-schema/dist/types/parsers/map.d.ts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D:/pasar_fix/node_modules/.bun/zod-to-json-schema@3.25.2+27912429049419a2/node_modules/zod-to-json-schema/dist/types/parsers/nativeEnum.d.ts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D:/pasar_fix/node_modules/.bun/zod-to-json-schema@3.25.2+27912429049419a2/node_modules/zod-to-json-schema/dist/types/parsers/never.d.ts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D:/pasar_fix/node_modules/.bun/zod-to-json-schema@3.25.2+27912429049419a2/node_modules/zod-to-json-schema/dist/types/parsers/null.d.ts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D:/pasar_fix/node_modules/.bun/zod-to-json-schema@3.25.2+27912429049419a2/node_modules/zod-to-json-schema/dist/types/parsers/nullable.d.ts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D:/pasar_fix/node_modules/.bun/zod-to-json-schema@3.25.2+27912429049419a2/node_modules/zod-to-json-schema/dist/types/parsers/number.d.ts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D:/pasar_fix/node_modules/.bun/zod-to-json-schema@3.25.2+27912429049419a2/node_modules/zod-to-json-schema/dist/types/parsers/object.d.ts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D:/pasar_fix/node_modules/.bun/zod-to-json-schema@3.25.2+27912429049419a2/node_modules/zod-to-json-schema/dist/types/parsers/optional.d.ts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D:/pasar_fix/node_modules/.bun/zod-to-json-schema@3.25.2+27912429049419a2/node_modules/zod-to-json-schema/dist/types/parsers/pipeline.d.ts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D:/pasar_fix/node_modules/.bun/zod-to-json-schema@3.25.2+27912429049419a2/node_modules/zod-to-json-schema/dist/types/parsers/promise.d.ts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D:/pasar_fix/node_modules/.bun/zod-to-json-schema@3.25.2+27912429049419a2/node_modules/zod-to-json-schema/dist/types/parsers/readonly.d.ts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D:/pasar_fix/node_modules/.bun/zod-to-json-schema@3.25.2+27912429049419a2/node_modules/zod-to-json-schema/dist/types/parsers/record.d.ts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D:/pasar_fix/node_modules/.bun/zod-to-json-schema@3.25.2+27912429049419a2/node_modules/zod-to-json-schema/dist/types/parsers/set.d.ts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D:/pasar_fix/node_modules/.bun/zod-to-json-schema@3.25.2+27912429049419a2/node_modules/zod-to-json-schema/dist/types/parsers/string.d.ts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D:/pasar_fix/node_modules/.bun/zod-to-json-schema@3.25.2+27912429049419a2/node_modules/zod-to-json-schema/dist/types/parsers/tuple.d.ts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D:/pasar_fix/node_modules/.bun/zod-to-json-schema@3.25.2+27912429049419a2/node_modules/zod-to-json-schema/dist/types/parsers/undefined.d.ts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D:/pasar_fix/node_modules/.bun/zod-to-json-schema@3.25.2+27912429049419a2/node_modules/zod-to-json-schema/dist/types/parsers/union.d.ts</a:t>
            </a:r>
          </a:p>
          <a:p>
            <a:pPr>
              <a:defRPr sz="1200"/>
            </a:pPr>
            <a:r>
              <a:t>D:/pasar_fix/node_modules/.bun/zod-to-json-schema@3.25.2+27912429049419a2/node_modules/zod-to-json-schema/dist/types/parsers/unknown.d.ts</a:t>
            </a:r>
          </a:p>
          <a:p>
            <a:pPr>
              <a:defRPr sz="1200"/>
            </a:pPr>
            <a:r>
              <a:t>D:/pasar_fix/node_modules/.bun/zod@3.25.76/node_modules/zod/index.cjs</a:t>
            </a:r>
          </a:p>
          <a:p>
            <a:pPr>
              <a:defRPr sz="1200"/>
            </a:pPr>
            <a:r>
              <a:t>D:/pasar_fix/node_modules/.bun/zod@3.25.76/node_modules/zod/index.d.cts</a:t>
            </a:r>
          </a:p>
          <a:p>
            <a:pPr>
              <a:defRPr sz="1200"/>
            </a:pPr>
            <a:r>
              <a:t>D:/pasar_fix/node_modules/.bun/zod@3.25.76/node_modules/zod/index.d.ts</a:t>
            </a:r>
          </a:p>
          <a:p>
            <a:pPr>
              <a:defRPr sz="1200"/>
            </a:pPr>
            <a:r>
              <a:t>D:/pasar_fix/node_modules/.bun/zod@3.25.76/node_modules/zod/index.js</a:t>
            </a:r>
          </a:p>
          <a:p>
            <a:pPr>
              <a:defRPr sz="1200"/>
            </a:pPr>
            <a:r>
              <a:t>D:/pasar_fix/node_modules/.bun/zod@3.25.76/node_modules/zod/LICENSE</a:t>
            </a:r>
          </a:p>
          <a:p>
            <a:pPr>
              <a:defRPr sz="1200"/>
            </a:pPr>
            <a:r>
              <a:t>D:/pasar_fix/node_modules/.bun/zod@3.25.76/node_modules/zod/package.json</a:t>
            </a:r>
          </a:p>
          <a:p>
            <a:pPr>
              <a:defRPr sz="1200"/>
            </a:pPr>
            <a:r>
              <a:t>D:/pasar_fix/node_modules/.bun/zod@3.25.76/node_modules/zod/README.md</a:t>
            </a:r>
          </a:p>
          <a:p>
            <a:pPr>
              <a:defRPr sz="1200"/>
            </a:pPr>
            <a:r>
              <a:t>D:/pasar_fix/node_modules/.bun/zod@3.25.76/node_modules/zod/src/index.ts</a:t>
            </a:r>
          </a:p>
          <a:p>
            <a:pPr>
              <a:defRPr sz="1200"/>
            </a:pPr>
            <a:r>
              <a:t>D:/pasar_fix/node_modules/.bun/zod@3.25.76/node_modules/zod/src/v3/errors.ts</a:t>
            </a:r>
          </a:p>
          <a:p>
            <a:pPr>
              <a:defRPr sz="1200"/>
            </a:pPr>
            <a:r>
              <a:t>D:/pasar_fix/node_modules/.bun/zod@3.25.76/node_modules/zod/src/v3/external.ts</a:t>
            </a:r>
          </a:p>
          <a:p>
            <a:pPr>
              <a:defRPr sz="1200"/>
            </a:pPr>
            <a:r>
              <a:t>D:/pasar_fix/node_modules/.bun/zod@3.25.76/node_modules/zod/src/v3/index.ts</a:t>
            </a:r>
          </a:p>
          <a:p>
            <a:pPr>
              <a:defRPr sz="1200"/>
            </a:pPr>
            <a:r>
              <a:t>D:/pasar_fix/node_modules/.bun/zod@3.25.76/node_modules/zod/src/v3/standard-schema.ts</a:t>
            </a:r>
          </a:p>
          <a:p>
            <a:pPr>
              <a:defRPr sz="1200"/>
            </a:pPr>
            <a:r>
              <a:t>D:/pasar_fix/node_modules/.bun/zod@3.25.76/node_modules/zod/src/v3/types.ts</a:t>
            </a:r>
          </a:p>
          <a:p>
            <a:pPr>
              <a:defRPr sz="1200"/>
            </a:pPr>
            <a:r>
              <a:t>D:/pasar_fix/node_modules/.bun/zod@3.25.76/node_modules/zod/src/v3/ZodError.ts</a:t>
            </a:r>
          </a:p>
          <a:p>
            <a:pPr>
              <a:defRPr sz="1200"/>
            </a:pPr>
            <a:r>
              <a:t>D:/pasar_fix/node_modules/.bun/zod@3.25.76/node_modules/zod/src/v3/benchmarks/datetime.ts</a:t>
            </a:r>
          </a:p>
          <a:p>
            <a:pPr>
              <a:defRPr sz="1200"/>
            </a:pPr>
            <a:r>
              <a:t>D:/pasar_fix/node_modules/.bun/zod@3.25.76/node_modules/zod/src/v3/benchmarks/discriminatedUnion.ts</a:t>
            </a:r>
          </a:p>
          <a:p>
            <a:pPr>
              <a:defRPr sz="1200"/>
            </a:pPr>
            <a:r>
              <a:t>D:/pasar_fix/node_modules/.bun/zod@3.25.76/node_modules/zod/src/v3/benchmarks/index.ts</a:t>
            </a:r>
          </a:p>
          <a:p>
            <a:pPr>
              <a:defRPr sz="1200"/>
            </a:pPr>
            <a:r>
              <a:t>D:/pasar_fix/node_modules/.bun/zod@3.25.76/node_modules/zod/src/v3/benchmarks/ipv4.ts</a:t>
            </a:r>
          </a:p>
          <a:p>
            <a:pPr>
              <a:defRPr sz="1200"/>
            </a:pPr>
            <a:r>
              <a:t>D:/pasar_fix/node_modules/.bun/zod@3.25.76/node_modules/zod/src/v3/benchmarks/object.ts</a:t>
            </a:r>
          </a:p>
          <a:p>
            <a:pPr>
              <a:defRPr sz="1200"/>
            </a:pPr>
            <a:r>
              <a:t>D:/pasar_fix/node_modules/.bun/zod@3.25.76/node_modules/zod/src/v3/benchmarks/primitives.ts</a:t>
            </a:r>
          </a:p>
          <a:p>
            <a:pPr>
              <a:defRPr sz="1200"/>
            </a:pPr>
            <a:r>
              <a:t>D:/pasar_fix/node_modules/.bun/zod@3.25.76/node_modules/zod/src/v3/benchmarks/realworld.ts</a:t>
            </a:r>
          </a:p>
          <a:p>
            <a:pPr>
              <a:defRPr sz="1200"/>
            </a:pPr>
            <a:r>
              <a:t>D:/pasar_fix/node_modules/.bun/zod@3.25.76/node_modules/zod/src/v3/benchmarks/string.ts</a:t>
            </a:r>
          </a:p>
          <a:p>
            <a:pPr>
              <a:defRPr sz="1200"/>
            </a:pPr>
            <a:r>
              <a:t>D:/pasar_fix/node_modules/.bun/zod@3.25.76/node_modules/zod/src/v3/benchmarks/union.ts</a:t>
            </a:r>
          </a:p>
          <a:p>
            <a:pPr>
              <a:defRPr sz="1200"/>
            </a:pPr>
            <a:r>
              <a:t>D:/pasar_fix/node_modules/.bun/zod@3.25.76/node_modules/zod/src/v3/helpers/enumUtil.ts</a:t>
            </a:r>
          </a:p>
          <a:p>
            <a:pPr>
              <a:defRPr sz="1200"/>
            </a:pPr>
            <a:r>
              <a:t>D:/pasar_fix/node_modules/.bun/zod@3.25.76/node_modules/zod/src/v3/helpers/errorUtil.ts</a:t>
            </a:r>
          </a:p>
          <a:p>
            <a:pPr>
              <a:defRPr sz="1200"/>
            </a:pPr>
            <a:r>
              <a:t>D:/pasar_fix/node_modules/.bun/zod@3.25.76/node_modules/zod/src/v3/helpers/parseUtil.ts</a:t>
            </a:r>
          </a:p>
          <a:p>
            <a:pPr>
              <a:defRPr sz="1200"/>
            </a:pPr>
            <a:r>
              <a:t>D:/pasar_fix/node_modules/.bun/zod@3.25.76/node_modules/zod/src/v3/helpers/partialUtil.ts</a:t>
            </a:r>
          </a:p>
          <a:p>
            <a:pPr>
              <a:defRPr sz="1200"/>
            </a:pPr>
            <a:r>
              <a:t>D:/pasar_fix/node_modules/.bun/zod@3.25.76/node_modules/zod/src/v3/helpers/typeAliases.ts</a:t>
            </a:r>
          </a:p>
          <a:p>
            <a:pPr>
              <a:defRPr sz="1200"/>
            </a:pPr>
            <a:r>
              <a:t>D:/pasar_fix/node_modules/.bun/zod@3.25.76/node_modules/zod/src/v3/helpers/util.ts</a:t>
            </a:r>
          </a:p>
          <a:p>
            <a:pPr>
              <a:defRPr sz="1200"/>
            </a:pPr>
            <a:r>
              <a:t>D:/pasar_fix/node_modules/.bun/zod@3.25.76/node_modules/zod/src/v3/locales/en.ts</a:t>
            </a:r>
          </a:p>
          <a:p>
            <a:pPr>
              <a:defRPr sz="1200"/>
            </a:pPr>
            <a:r>
              <a:t>D:/pasar_fix/node_modules/.bun/zod@3.25.76/node_modules/zod/src/v3/tests/all-errors.test.ts</a:t>
            </a:r>
          </a:p>
          <a:p>
            <a:pPr>
              <a:defRPr sz="1200"/>
            </a:pPr>
            <a:r>
              <a:t>D:/pasar_fix/node_modules/.bun/zod@3.25.76/node_modules/zod/src/v3/tests/anyunknown.test.ts</a:t>
            </a:r>
          </a:p>
          <a:p>
            <a:pPr>
              <a:defRPr sz="1200"/>
            </a:pPr>
            <a:r>
              <a:t>D:/pasar_fix/node_modules/.bun/zod@3.25.76/node_modules/zod/src/v3/tests/array.test.ts</a:t>
            </a:r>
          </a:p>
          <a:p>
            <a:pPr>
              <a:defRPr sz="1200"/>
            </a:pPr>
            <a:r>
              <a:t>D:/pasar_fix/node_modules/.bun/zod@3.25.76/node_modules/zod/src/v3/tests/async-parsing.test.ts</a:t>
            </a:r>
          </a:p>
          <a:p>
            <a:pPr>
              <a:defRPr sz="1200"/>
            </a:pPr>
            <a:r>
              <a:t>D:/pasar_fix/node_modules/.bun/zod@3.25.76/node_modules/zod/src/v3/tests/async-refinements.test.ts</a:t>
            </a:r>
          </a:p>
          <a:p>
            <a:pPr>
              <a:defRPr sz="1200"/>
            </a:pPr>
            <a:r>
              <a:t>D:/pasar_fix/node_modules/.bun/zod@3.25.76/node_modules/zod/src/v3/tests/base.test.ts</a:t>
            </a:r>
          </a:p>
          <a:p>
            <a:pPr>
              <a:defRPr sz="1200"/>
            </a:pPr>
            <a:r>
              <a:t>D:/pasar_fix/node_modules/.bun/zod@3.25.76/node_modules/zod/src/v3/tests/bigint.test.ts</a:t>
            </a:r>
          </a:p>
          <a:p>
            <a:pPr>
              <a:defRPr sz="1200"/>
            </a:pPr>
            <a:r>
              <a:t>D:/pasar_fix/node_modules/.bun/zod@3.25.76/node_modules/zod/src/v3/tests/branded.test.ts</a:t>
            </a:r>
          </a:p>
          <a:p>
            <a:pPr>
              <a:defRPr sz="1200"/>
            </a:pPr>
            <a:r>
              <a:t>D:/pasar_fix/node_modules/.bun/zod@3.25.76/node_modules/zod/src/v3/tests/catch.test.ts</a:t>
            </a:r>
          </a:p>
          <a:p>
            <a:pPr>
              <a:defRPr sz="1200"/>
            </a:pPr>
            <a:r>
              <a:t>D:/pasar_fix/node_modules/.bun/zod@3.25.76/node_modules/zod/src/v3/tests/coerce.test.ts</a:t>
            </a:r>
          </a:p>
          <a:p>
            <a:pPr>
              <a:defRPr sz="1200"/>
            </a:pPr>
            <a:r>
              <a:t>D:/pasar_fix/node_modules/.bun/zod@3.25.76/node_modules/zod/src/v3/tests/complex.test.ts</a:t>
            </a:r>
          </a:p>
          <a:p>
            <a:pPr>
              <a:defRPr sz="1200"/>
            </a:pPr>
            <a:r>
              <a:t>D:/pasar_fix/node_modules/.bun/zod@3.25.76/node_modules/zod/src/v3/tests/custom.test.ts</a:t>
            </a:r>
          </a:p>
          <a:p>
            <a:pPr>
              <a:defRPr sz="1200"/>
            </a:pPr>
            <a:r>
              <a:t>D:/pasar_fix/node_modules/.bun/zod@3.25.76/node_modules/zod/src/v3/tests/date.test.ts</a:t>
            </a:r>
          </a:p>
          <a:p>
            <a:pPr>
              <a:defRPr sz="1200"/>
            </a:pPr>
            <a:r>
              <a:t>D:/pasar_fix/node_modules/.bun/zod@3.25.76/node_modules/zod/src/v3/tests/deepmasking.test.ts</a:t>
            </a:r>
          </a:p>
          <a:p>
            <a:pPr>
              <a:defRPr sz="1200"/>
            </a:pPr>
            <a:r>
              <a:t>D:/pasar_fix/node_modules/.bun/zod@3.25.76/node_modules/zod/src/v3/tests/default.test.ts</a:t>
            </a:r>
          </a:p>
          <a:p>
            <a:pPr>
              <a:defRPr sz="1200"/>
            </a:pPr>
            <a:r>
              <a:t>D:/pasar_fix/node_modules/.bun/zod@3.25.76/node_modules/zod/src/v3/tests/description.test.ts</a:t>
            </a:r>
          </a:p>
          <a:p>
            <a:pPr>
              <a:defRPr sz="1200"/>
            </a:pPr>
            <a:r>
              <a:t>D:/pasar_fix/node_modules/.bun/zod@3.25.76/node_modules/zod/src/v3/tests/discriminated-unions.test.ts</a:t>
            </a:r>
          </a:p>
          <a:p>
            <a:pPr>
              <a:defRPr sz="1200"/>
            </a:pPr>
            <a:r>
              <a:t>D:/pasar_fix/node_modules/.bun/zod@3.25.76/node_modules/zod/src/v3/tests/enum.test.ts</a:t>
            </a:r>
          </a:p>
          <a:p>
            <a:pPr>
              <a:defRPr sz="1200"/>
            </a:pPr>
            <a:r>
              <a:t>D:/pasar_fix/node_modules/.bun/zod@3.25.76/node_modules/zod/src/v3/tests/error.test.ts</a:t>
            </a:r>
          </a:p>
          <a:p>
            <a:pPr>
              <a:defRPr sz="1200"/>
            </a:pPr>
            <a:r>
              <a:t>D:/pasar_fix/node_modules/.bun/zod@3.25.76/node_modules/zod/src/v3/tests/firstparty.test.ts</a:t>
            </a:r>
          </a:p>
          <a:p>
            <a:pPr>
              <a:defRPr sz="1200"/>
            </a:pPr>
            <a:r>
              <a:t>D:/pasar_fix/node_modules/.bun/zod@3.25.76/node_modules/zod/src/v3/tests/firstpartyschematypes.test.ts</a:t>
            </a:r>
          </a:p>
          <a:p>
            <a:pPr>
              <a:defRPr sz="1200"/>
            </a:pPr>
            <a:r>
              <a:t>D:/pasar_fix/node_modules/.bun/zod@3.25.76/node_modules/zod/src/v3/tests/function.test.ts</a:t>
            </a:r>
          </a:p>
          <a:p>
            <a:pPr>
              <a:defRPr sz="1200"/>
            </a:pPr>
            <a:r>
              <a:t>D:/pasar_fix/node_modules/.bun/zod@3.25.76/node_modules/zod/src/v3/tests/generics.test.ts</a:t>
            </a:r>
          </a:p>
          <a:p>
            <a:pPr>
              <a:defRPr sz="1200"/>
            </a:pPr>
            <a:r>
              <a:t>D:/pasar_fix/node_modules/.bun/zod@3.25.76/node_modules/zod/src/v3/tests/instanceof.test.ts</a:t>
            </a:r>
          </a:p>
          <a:p>
            <a:pPr>
              <a:defRPr sz="1200"/>
            </a:pPr>
            <a:r>
              <a:t>D:/pasar_fix/node_modules/.bun/zod@3.25.76/node_modules/zod/src/v3/tests/intersection.test.ts</a:t>
            </a:r>
          </a:p>
          <a:p>
            <a:pPr>
              <a:defRPr sz="1200"/>
            </a:pPr>
            <a:r>
              <a:t>D:/pasar_fix/node_modules/.bun/zod@3.25.76/node_modules/zod/src/v3/tests/language-server.source.ts</a:t>
            </a:r>
          </a:p>
          <a:p>
            <a:pPr>
              <a:defRPr sz="1200"/>
            </a:pPr>
            <a:r>
              <a:t>D:/pasar_fix/node_modules/.bun/zod@3.25.76/node_modules/zod/src/v3/tests/language-server.test.ts</a:t>
            </a:r>
          </a:p>
          <a:p>
            <a:pPr>
              <a:defRPr sz="1200"/>
            </a:pPr>
            <a:r>
              <a:t>D:/pasar_fix/node_modules/.bun/zod@3.25.76/node_modules/zod/src/v3/tests/literal.test.ts</a:t>
            </a:r>
          </a:p>
          <a:p>
            <a:pPr>
              <a:defRPr sz="1200"/>
            </a:pPr>
            <a:r>
              <a:t>D:/pasar_fix/node_modules/.bun/zod@3.25.76/node_modules/zod/src/v3/tests/map.test.ts</a:t>
            </a:r>
          </a:p>
          <a:p>
            <a:pPr>
              <a:defRPr sz="1200"/>
            </a:pPr>
            <a:r>
              <a:t>D:/pasar_fix/node_modules/.bun/zod@3.25.76/node_modules/zod/src/v3/tests/masking.test.ts</a:t>
            </a:r>
          </a:p>
          <a:p>
            <a:pPr>
              <a:defRPr sz="1200"/>
            </a:pPr>
            <a:r>
              <a:t>D:/pasar_fix/node_modules/.bun/zod@3.25.76/node_modules/zod/src/v3/tests/mocker.test.ts</a:t>
            </a:r>
          </a:p>
          <a:p>
            <a:pPr>
              <a:defRPr sz="1200"/>
            </a:pPr>
            <a:r>
              <a:t>D:/pasar_fix/node_modules/.bun/zod@3.25.76/node_modules/zod/src/v3/tests/Mocker.ts</a:t>
            </a:r>
          </a:p>
          <a:p>
            <a:pPr>
              <a:defRPr sz="1200"/>
            </a:pPr>
            <a:r>
              <a:t>D:/pasar_fix/node_modules/.bun/zod@3.25.76/node_modules/zod/src/v3/tests/nan.test.ts</a:t>
            </a:r>
          </a:p>
          <a:p>
            <a:pPr>
              <a:defRPr sz="1200"/>
            </a:pPr>
            <a:r>
              <a:t>D:/pasar_fix/node_modules/.bun/zod@3.25.76/node_modules/zod/src/v3/tests/nativeEnum.test.ts</a:t>
            </a:r>
          </a:p>
          <a:p>
            <a:pPr>
              <a:defRPr sz="1200"/>
            </a:pPr>
            <a:r>
              <a:t>D:/pasar_fix/node_modules/.bun/zod@3.25.76/node_modules/zod/src/v3/tests/nullable.test.ts</a:t>
            </a:r>
          </a:p>
          <a:p>
            <a:pPr>
              <a:defRPr sz="1200"/>
            </a:pPr>
            <a:r>
              <a:t>D:/pasar_fix/node_modules/.bun/zod@3.25.76/node_modules/zod/src/v3/tests/number.test.ts</a:t>
            </a:r>
          </a:p>
          <a:p>
            <a:pPr>
              <a:defRPr sz="1200"/>
            </a:pPr>
            <a:r>
              <a:t>D:/pasar_fix/node_modules/.bun/zod@3.25.76/node_modules/zod/src/v3/tests/object-augmentation.test.ts</a:t>
            </a:r>
          </a:p>
          <a:p>
            <a:pPr>
              <a:defRPr sz="1200"/>
            </a:pPr>
            <a:r>
              <a:t>D:/pasar_fix/node_modules/.bun/zod@3.25.76/node_modules/zod/src/v3/tests/object-in-es5-env.test.ts</a:t>
            </a:r>
          </a:p>
          <a:p>
            <a:pPr>
              <a:defRPr sz="1200"/>
            </a:pPr>
            <a:r>
              <a:t>D:/pasar_fix/node_modules/.bun/zod@3.25.76/node_modules/zod/src/v3/tests/object.test.ts</a:t>
            </a:r>
          </a:p>
          <a:p>
            <a:pPr>
              <a:defRPr sz="1200"/>
            </a:pPr>
            <a:r>
              <a:t>D:/pasar_fix/node_modules/.bun/zod@3.25.76/node_modules/zod/src/v3/tests/optional.test.ts</a:t>
            </a:r>
          </a:p>
          <a:p>
            <a:pPr>
              <a:defRPr sz="1200"/>
            </a:pPr>
            <a:r>
              <a:t>D:/pasar_fix/node_modules/.bun/zod@3.25.76/node_modules/zod/src/v3/tests/parser.test.ts</a:t>
            </a:r>
          </a:p>
          <a:p>
            <a:pPr>
              <a:defRPr sz="1200"/>
            </a:pPr>
            <a:r>
              <a:t>D:/pasar_fix/node_modules/.bun/zod@3.25.76/node_modules/zod/src/v3/tests/parseUtil.test.ts</a:t>
            </a:r>
          </a:p>
          <a:p>
            <a:pPr>
              <a:defRPr sz="1200"/>
            </a:pPr>
            <a:r>
              <a:t>D:/pasar_fix/node_modules/.bun/zod@3.25.76/node_modules/zod/src/v3/tests/partials.test.ts</a:t>
            </a:r>
          </a:p>
          <a:p>
            <a:pPr>
              <a:defRPr sz="1200"/>
            </a:pPr>
            <a:r>
              <a:t>D:/pasar_fix/node_modules/.bun/zod@3.25.76/node_modules/zod/src/v3/tests/pickomit.test.ts</a:t>
            </a:r>
          </a:p>
          <a:p>
            <a:pPr>
              <a:defRPr sz="1200"/>
            </a:pPr>
            <a:r>
              <a:t>D:/pasar_fix/node_modules/.bun/zod@3.25.76/node_modules/zod/src/v3/tests/pipeline.test.ts</a:t>
            </a:r>
          </a:p>
          <a:p>
            <a:pPr>
              <a:defRPr sz="1200"/>
            </a:pPr>
            <a:r>
              <a:t>D:/pasar_fix/node_modules/.bun/zod@3.25.76/node_modules/zod/src/v3/tests/preprocess.test.ts</a:t>
            </a:r>
          </a:p>
          <a:p>
            <a:pPr>
              <a:defRPr sz="1200"/>
            </a:pPr>
            <a:r>
              <a:t>D:/pasar_fix/node_modules/.bun/zod@3.25.76/node_modules/zod/src/v3/tests/primitive.test.ts</a:t>
            </a:r>
          </a:p>
          <a:p>
            <a:pPr>
              <a:defRPr sz="1200"/>
            </a:pPr>
            <a:r>
              <a:t>D:/pasar_fix/node_modules/.bun/zod@3.25.76/node_modules/zod/src/v3/tests/promise.test.ts</a:t>
            </a:r>
          </a:p>
          <a:p>
            <a:pPr>
              <a:defRPr sz="1200"/>
            </a:pPr>
            <a:r>
              <a:t>D:/pasar_fix/node_modules/.bun/zod@3.25.76/node_modules/zod/src/v3/tests/readonly.test.ts</a:t>
            </a:r>
          </a:p>
          <a:p>
            <a:pPr>
              <a:defRPr sz="1200"/>
            </a:pPr>
            <a:r>
              <a:t>D:/pasar_fix/node_modules/.bun/zod@3.25.76/node_modules/zod/src/v3/tests/record.test.ts</a:t>
            </a:r>
          </a:p>
          <a:p>
            <a:pPr>
              <a:defRPr sz="1200"/>
            </a:pPr>
            <a:r>
              <a:t>D:/pasar_fix/node_modules/.bun/zod@3.25.76/node_modules/zod/src/v3/tests/recursive.test.ts</a:t>
            </a:r>
          </a:p>
          <a:p>
            <a:pPr>
              <a:defRPr sz="1200"/>
            </a:pPr>
            <a:r>
              <a:t>D:/pasar_fix/node_modules/.bun/zod@3.25.76/node_modules/zod/src/v3/tests/refine.test.ts</a:t>
            </a:r>
          </a:p>
          <a:p>
            <a:pPr>
              <a:defRPr sz="1200"/>
            </a:pPr>
            <a:r>
              <a:t>D:/pasar_fix/node_modules/.bun/zod@3.25.76/node_modules/zod/src/v3/tests/safeparse.test.ts</a:t>
            </a:r>
          </a:p>
          <a:p>
            <a:pPr>
              <a:defRPr sz="1200"/>
            </a:pPr>
            <a:r>
              <a:t>D:/pasar_fix/node_modules/.bun/zod@3.25.76/node_modules/zod/src/v3/tests/set.test.ts</a:t>
            </a:r>
          </a:p>
          <a:p>
            <a:pPr>
              <a:defRPr sz="1200"/>
            </a:pPr>
            <a:r>
              <a:t>D:/pasar_fix/node_modules/.bun/zod@3.25.76/node_modules/zod/src/v3/tests/standard-schema.test.ts</a:t>
            </a:r>
          </a:p>
          <a:p>
            <a:pPr>
              <a:defRPr sz="1200"/>
            </a:pPr>
            <a:r>
              <a:t>D:/pasar_fix/node_modules/.bun/zod@3.25.76/node_modules/zod/src/v3/tests/string.test.ts</a:t>
            </a:r>
          </a:p>
          <a:p>
            <a:pPr>
              <a:defRPr sz="1200"/>
            </a:pPr>
            <a:r>
              <a:t>D:/pasar_fix/node_modules/.bun/zod@3.25.76/node_modules/zod/src/v3/tests/transformer.test.ts</a:t>
            </a:r>
          </a:p>
          <a:p>
            <a:pPr>
              <a:defRPr sz="1200"/>
            </a:pPr>
            <a:r>
              <a:t>D:/pasar_fix/node_modules/.bun/zod@3.25.76/node_modules/zod/src/v3/tests/tuple.test.ts</a:t>
            </a:r>
          </a:p>
          <a:p>
            <a:pPr>
              <a:defRPr sz="1200"/>
            </a:pPr>
            <a:r>
              <a:t>D:/pasar_fix/node_modules/.bun/zod@3.25.76/node_modules/zod/src/v3/tests/unions.test.ts</a:t>
            </a:r>
          </a:p>
          <a:p>
            <a:pPr>
              <a:defRPr sz="1200"/>
            </a:pPr>
            <a:r>
              <a:t>D:/pasar_fix/node_modules/.bun/zod@3.25.76/node_modules/zod/src/v3/tests/validations.test.ts</a:t>
            </a:r>
          </a:p>
          <a:p>
            <a:pPr>
              <a:defRPr sz="1200"/>
            </a:pPr>
            <a:r>
              <a:t>D:/pasar_fix/node_modules/.bun/zod@3.25.76/node_modules/zod/src/v3/tests/void.test.ts</a:t>
            </a:r>
          </a:p>
          <a:p>
            <a:pPr>
              <a:defRPr sz="1200"/>
            </a:pPr>
            <a:r>
              <a:t>D:/pasar_fix/node_modules/.bun/zod@3.25.76/node_modules/zod/src/v4/index.ts</a:t>
            </a:r>
          </a:p>
          <a:p>
            <a:pPr>
              <a:defRPr sz="1200"/>
            </a:pPr>
            <a:r>
              <a:t>D:/pasar_fix/node_modules/.bun/zod@3.25.76/node_modules/zod/src/v4/classic/checks.ts</a:t>
            </a:r>
          </a:p>
          <a:p>
            <a:pPr>
              <a:defRPr sz="1200"/>
            </a:pPr>
            <a:r>
              <a:t>D:/pasar_fix/node_modules/.bun/zod@3.25.76/node_modules/zod/src/v4/classic/coerce.ts</a:t>
            </a:r>
          </a:p>
          <a:p>
            <a:pPr>
              <a:defRPr sz="1200"/>
            </a:pPr>
            <a:r>
              <a:t>D:/pasar_fix/node_modules/.bun/zod@3.25.76/node_modules/zod/src/v4/classic/compat.ts</a:t>
            </a:r>
          </a:p>
          <a:p>
            <a:pPr>
              <a:defRPr sz="1200"/>
            </a:pPr>
            <a:r>
              <a:t>D:/pasar_fix/node_modules/.bun/zod@3.25.76/node_modules/zod/src/v4/classic/errors.ts</a:t>
            </a:r>
          </a:p>
          <a:p>
            <a:pPr>
              <a:defRPr sz="1200"/>
            </a:pPr>
            <a:r>
              <a:t>D:/pasar_fix/node_modules/.bun/zod@3.25.76/node_modules/zod/src/v4/classic/external.ts</a:t>
            </a:r>
          </a:p>
          <a:p>
            <a:pPr>
              <a:defRPr sz="1200"/>
            </a:pPr>
            <a:r>
              <a:t>D:/pasar_fix/node_modules/.bun/zod@3.25.76/node_modules/zod/src/v4/classic/index.ts</a:t>
            </a:r>
          </a:p>
          <a:p>
            <a:pPr>
              <a:defRPr sz="1200"/>
            </a:pPr>
            <a:r>
              <a:t>D:/pasar_fix/node_modules/.bun/zod@3.25.76/node_modules/zod/src/v4/classic/iso.ts</a:t>
            </a:r>
          </a:p>
          <a:p>
            <a:pPr>
              <a:defRPr sz="1200"/>
            </a:pPr>
            <a:r>
              <a:t>D:/pasar_fix/node_modules/.bun/zod@3.25.76/node_modules/zod/src/v4/classic/parse.ts</a:t>
            </a:r>
          </a:p>
          <a:p>
            <a:pPr>
              <a:defRPr sz="1200"/>
            </a:pPr>
            <a:r>
              <a:t>D:/pasar_fix/node_modules/.bun/zod@3.25.76/node_modules/zod/src/v4/classic/schemas.ts</a:t>
            </a:r>
          </a:p>
          <a:p>
            <a:pPr>
              <a:defRPr sz="1200"/>
            </a:pPr>
            <a:r>
              <a:t>D:/pasar_fix/node_modules/.bun/zod@3.25.76/node_modules/zod/src/v4/classic/tests/anyunknown.test.ts</a:t>
            </a:r>
          </a:p>
          <a:p>
            <a:pPr>
              <a:defRPr sz="1200"/>
            </a:pPr>
            <a:r>
              <a:t>D:/pasar_fix/node_modules/.bun/zod@3.25.76/node_modules/zod/src/v4/classic/tests/array.test.ts</a:t>
            </a:r>
          </a:p>
          <a:p>
            <a:pPr>
              <a:defRPr sz="1200"/>
            </a:pPr>
            <a:r>
              <a:t>D:/pasar_fix/node_modules/.bun/zod@3.25.76/node_modules/zod/src/v4/classic/tests/assignability.test.ts</a:t>
            </a:r>
          </a:p>
          <a:p>
            <a:pPr>
              <a:defRPr sz="1200"/>
            </a:pPr>
            <a:r>
              <a:t>D:/pasar_fix/node_modules/.bun/zod@3.25.76/node_modules/zod/src/v4/classic/tests/async-parsing.test.ts</a:t>
            </a:r>
          </a:p>
          <a:p>
            <a:pPr>
              <a:defRPr sz="1200"/>
            </a:pPr>
            <a:r>
              <a:t>D:/pasar_fix/node_modules/.bun/zod@3.25.76/node_modules/zod/src/v4/classic/tests/async-refinements.test.ts</a:t>
            </a:r>
          </a:p>
          <a:p>
            <a:pPr>
              <a:defRPr sz="1200"/>
            </a:pPr>
            <a:r>
              <a:t>D:/pasar_fix/node_modules/.bun/zod@3.25.76/node_modules/zod/src/v4/classic/tests/base.test.ts</a:t>
            </a:r>
          </a:p>
          <a:p>
            <a:pPr>
              <a:defRPr sz="1200"/>
            </a:pPr>
            <a:r>
              <a:t>D:/pasar_fix/node_modules/.bun/zod@3.25.76/node_modules/zod/src/v4/classic/tests/bigint.test.ts</a:t>
            </a:r>
          </a:p>
          <a:p>
            <a:pPr>
              <a:defRPr sz="1200"/>
            </a:pPr>
            <a:r>
              <a:t>D:/pasar_fix/node_modules/.bun/zod@3.25.76/node_modules/zod/src/v4/classic/tests/brand.test.ts</a:t>
            </a:r>
          </a:p>
          <a:p>
            <a:pPr>
              <a:defRPr sz="1200"/>
            </a:pPr>
            <a:r>
              <a:t>D:/pasar_fix/node_modules/.bun/zod@3.25.76/node_modules/zod/src/v4/classic/tests/catch.test.ts</a:t>
            </a:r>
          </a:p>
          <a:p>
            <a:pPr>
              <a:defRPr sz="1200"/>
            </a:pPr>
            <a:r>
              <a:t>D:/pasar_fix/node_modules/.bun/zod@3.25.76/node_modules/zod/src/v4/classic/tests/coalesce.test.ts</a:t>
            </a:r>
          </a:p>
          <a:p>
            <a:pPr>
              <a:defRPr sz="1200"/>
            </a:pPr>
            <a:r>
              <a:t>D:/pasar_fix/node_modules/.bun/zod@3.25.76/node_modules/zod/src/v4/classic/tests/coerce.test.ts</a:t>
            </a:r>
          </a:p>
          <a:p>
            <a:pPr>
              <a:defRPr sz="1200"/>
            </a:pPr>
            <a:r>
              <a:t>D:/pasar_fix/node_modules/.bun/zod@3.25.76/node_modules/zod/src/v4/classic/tests/continuability.test.ts</a:t>
            </a:r>
          </a:p>
          <a:p>
            <a:pPr>
              <a:defRPr sz="1200"/>
            </a:pPr>
            <a:r>
              <a:t>D:/pasar_fix/node_modules/.bun/zod@3.25.76/node_modules/zod/src/v4/classic/tests/custom.test.ts</a:t>
            </a:r>
          </a:p>
          <a:p>
            <a:pPr>
              <a:defRPr sz="1200"/>
            </a:pPr>
            <a:r>
              <a:t>D:/pasar_fix/node_modules/.bun/zod@3.25.76/node_modules/zod/src/v4/classic/tests/date.test.ts</a:t>
            </a:r>
          </a:p>
          <a:p>
            <a:pPr>
              <a:defRPr sz="1200"/>
            </a:pPr>
            <a:r>
              <a:t>D:/pasar_fix/node_modules/.bun/zod@3.25.76/node_modules/zod/src/v4/classic/tests/datetime.test.ts</a:t>
            </a:r>
          </a:p>
          <a:p>
            <a:pPr>
              <a:defRPr sz="1200"/>
            </a:pPr>
            <a:r>
              <a:t>D:/pasar_fix/node_modules/.bun/zod@3.25.76/node_modules/zod/src/v4/classic/tests/default.test.ts</a:t>
            </a:r>
          </a:p>
          <a:p>
            <a:pPr>
              <a:defRPr sz="1200"/>
            </a:pPr>
            <a:r>
              <a:t>D:/pasar_fix/node_modules/.bun/zod@3.25.76/node_modules/zod/src/v4/classic/tests/description.test.ts</a:t>
            </a:r>
          </a:p>
          <a:p>
            <a:pPr>
              <a:defRPr sz="1200"/>
            </a:pPr>
            <a:r>
              <a:t>D:/pasar_fix/node_modules/.bun/zod@3.25.76/node_modules/zod/src/v4/classic/tests/discriminated-unions.test.ts</a:t>
            </a:r>
          </a:p>
          <a:p>
            <a:pPr>
              <a:defRPr sz="1200"/>
            </a:pPr>
            <a:r>
              <a:t>D:/pasar_fix/node_modules/.bun/zod@3.25.76/node_modules/zod/src/v4/classic/tests/enum.test.ts</a:t>
            </a:r>
          </a:p>
          <a:p>
            <a:pPr>
              <a:defRPr sz="1200"/>
            </a:pPr>
            <a:r>
              <a:t>D:/pasar_fix/node_modules/.bun/zod@3.25.76/node_modules/zod/src/v4/classic/tests/error-utils.test.ts</a:t>
            </a:r>
          </a:p>
          <a:p>
            <a:pPr>
              <a:defRPr sz="1200"/>
            </a:pPr>
            <a:r>
              <a:t>D:/pasar_fix/node_modules/.bun/zod@3.25.76/node_modules/zod/src/v4/classic/tests/error.test.ts</a:t>
            </a:r>
          </a:p>
          <a:p>
            <a:pPr>
              <a:defRPr sz="1200"/>
            </a:pPr>
            <a:r>
              <a:t>D:/pasar_fix/node_modules/.bun/zod@3.25.76/node_modules/zod/src/v4/classic/tests/file.test.ts</a:t>
            </a:r>
          </a:p>
          <a:p>
            <a:pPr>
              <a:defRPr sz="1200"/>
            </a:pPr>
            <a:r>
              <a:t>D:/pasar_fix/node_modules/.bun/zod@3.25.76/node_modules/zod/src/v4/classic/tests/firstparty.test.ts</a:t>
            </a:r>
          </a:p>
          <a:p>
            <a:pPr>
              <a:defRPr sz="1200"/>
            </a:pPr>
            <a:r>
              <a:t>D:/pasar_fix/node_modules/.bun/zod@3.25.76/node_modules/zod/src/v4/classic/tests/function.test.ts</a:t>
            </a:r>
          </a:p>
          <a:p>
            <a:pPr>
              <a:defRPr sz="1200"/>
            </a:pPr>
            <a:r>
              <a:t>D:/pasar_fix/node_modules/.bun/zod@3.25.76/node_modules/zod/src/v4/classic/tests/generics.test.ts</a:t>
            </a:r>
          </a:p>
          <a:p>
            <a:pPr>
              <a:defRPr sz="1200"/>
            </a:pPr>
            <a:r>
              <a:t>D:/pasar_fix/node_modules/.bun/zod@3.25.76/node_modules/zod/src/v4/classic/tests/index.test.ts</a:t>
            </a:r>
          </a:p>
          <a:p>
            <a:pPr>
              <a:defRPr sz="1200"/>
            </a:pPr>
            <a:r>
              <a:t>D:/pasar_fix/node_modules/.bun/zod@3.25.76/node_modules/zod/src/v4/classic/tests/instanceof.test.ts</a:t>
            </a:r>
          </a:p>
          <a:p>
            <a:pPr>
              <a:defRPr sz="1200"/>
            </a:pPr>
            <a:r>
              <a:t>D:/pasar_fix/node_modules/.bun/zod@3.25.76/node_modules/zod/src/v4/classic/tests/intersection.test.ts</a:t>
            </a:r>
          </a:p>
          <a:p>
            <a:pPr>
              <a:defRPr sz="1200"/>
            </a:pPr>
            <a:r>
              <a:t>D:/pasar_fix/node_modules/.bun/zod@3.25.76/node_modules/zod/src/v4/classic/tests/json.test.ts</a:t>
            </a:r>
          </a:p>
          <a:p>
            <a:pPr>
              <a:defRPr sz="1200"/>
            </a:pPr>
            <a:r>
              <a:t>D:/pasar_fix/node_modules/.bun/zod@3.25.76/node_modules/zod/src/v4/classic/tests/lazy.test.ts</a:t>
            </a:r>
          </a:p>
          <a:p>
            <a:pPr>
              <a:defRPr sz="1200"/>
            </a:pPr>
            <a:r>
              <a:t>D:/pasar_fix/node_modules/.bun/zod@3.25.76/node_modules/zod/src/v4/classic/tests/literal.test.ts</a:t>
            </a:r>
          </a:p>
          <a:p>
            <a:pPr>
              <a:defRPr sz="1200"/>
            </a:pPr>
            <a:r>
              <a:t>D:/pasar_fix/node_modules/.bun/zod@3.25.76/node_modules/zod/src/v4/classic/tests/map.test.ts</a:t>
            </a:r>
          </a:p>
          <a:p>
            <a:pPr>
              <a:defRPr sz="1200"/>
            </a:pPr>
            <a:r>
              <a:t>D:/pasar_fix/node_modules/.bun/zod@3.25.76/node_modules/zod/src/v4/classic/tests/nan.test.ts</a:t>
            </a:r>
          </a:p>
          <a:p>
            <a:pPr>
              <a:defRPr sz="1200"/>
            </a:pPr>
            <a:r>
              <a:t>D:/pasar_fix/node_modules/.bun/zod@3.25.76/node_modules/zod/src/v4/classic/tests/nested-refine.test.ts</a:t>
            </a:r>
          </a:p>
          <a:p>
            <a:pPr>
              <a:defRPr sz="1200"/>
            </a:pPr>
            <a:r>
              <a:t>D:/pasar_fix/node_modules/.bun/zod@3.25.76/node_modules/zod/src/v4/classic/tests/nonoptional.test.ts</a:t>
            </a:r>
          </a:p>
          <a:p>
            <a:pPr>
              <a:defRPr sz="1200"/>
            </a:pPr>
            <a:r>
              <a:t>D:/pasar_fix/node_modules/.bun/zod@3.25.76/node_modules/zod/src/v4/classic/tests/nullable.test.ts</a:t>
            </a:r>
          </a:p>
          <a:p>
            <a:pPr>
              <a:defRPr sz="1200"/>
            </a:pPr>
            <a:r>
              <a:t>D:/pasar_fix/node_modules/.bun/zod@3.25.76/node_modules/zod/src/v4/classic/tests/number.test.ts</a:t>
            </a:r>
          </a:p>
          <a:p>
            <a:pPr>
              <a:defRPr sz="1200"/>
            </a:pPr>
            <a:r>
              <a:t>D:/pasar_fix/node_modules/.bun/zod@3.25.76/node_modules/zod/src/v4/classic/tests/object.test.ts</a:t>
            </a:r>
          </a:p>
          <a:p>
            <a:pPr>
              <a:defRPr sz="1200"/>
            </a:pPr>
            <a:r>
              <a:t>D:/pasar_fix/node_modules/.bun/zod@3.25.76/node_modules/zod/src/v4/classic/tests/optional.test.ts</a:t>
            </a:r>
          </a:p>
          <a:p>
            <a:pPr>
              <a:defRPr sz="1200"/>
            </a:pPr>
            <a:r>
              <a:t>D:/pasar_fix/node_modules/.bun/zod@3.25.76/node_modules/zod/src/v4/classic/tests/partial.test.ts</a:t>
            </a:r>
          </a:p>
          <a:p>
            <a:pPr>
              <a:defRPr sz="1200"/>
            </a:pPr>
            <a:r>
              <a:t>D:/pasar_fix/node_modules/.bun/zod@3.25.76/node_modules/zod/src/v4/classic/tests/pickomit.test.ts</a:t>
            </a:r>
          </a:p>
          <a:p>
            <a:pPr>
              <a:defRPr sz="1200"/>
            </a:pPr>
            <a:r>
              <a:t>D:/pasar_fix/node_modules/.bun/zod@3.25.76/node_modules/zod/src/v4/classic/tests/pipe.test.ts</a:t>
            </a:r>
          </a:p>
          <a:p>
            <a:pPr>
              <a:defRPr sz="1200"/>
            </a:pPr>
            <a:r>
              <a:t>D:/pasar_fix/node_modules/.bun/zod@3.25.76/node_modules/zod/src/v4/classic/tests/prefault.test.ts</a:t>
            </a:r>
          </a:p>
          <a:p>
            <a:pPr>
              <a:defRPr sz="1200"/>
            </a:pPr>
            <a:r>
              <a:t>D:/pasar_fix/node_modules/.bun/zod@3.25.76/node_modules/zod/src/v4/classic/tests/preprocess.test.ts</a:t>
            </a:r>
          </a:p>
          <a:p>
            <a:pPr>
              <a:defRPr sz="1200"/>
            </a:pPr>
            <a:r>
              <a:t>D:/pasar_fix/node_modules/.bun/zod@3.25.76/node_modules/zod/src/v4/classic/tests/primitive.test.ts</a:t>
            </a:r>
          </a:p>
          <a:p>
            <a:pPr>
              <a:defRPr sz="1200"/>
            </a:pPr>
            <a:r>
              <a:t>D:/pasar_fix/node_modules/.bun/zod@3.25.76/node_modules/zod/src/v4/classic/tests/promise.test.ts</a:t>
            </a:r>
          </a:p>
          <a:p>
            <a:pPr>
              <a:defRPr sz="1200"/>
            </a:pPr>
            <a:r>
              <a:t>D:/pasar_fix/node_modules/.bun/zod@3.25.76/node_modules/zod/src/v4/classic/tests/prototypes.test.ts</a:t>
            </a:r>
          </a:p>
          <a:p>
            <a:pPr>
              <a:defRPr sz="1200"/>
            </a:pPr>
            <a:r>
              <a:t>D:/pasar_fix/node_modules/.bun/zod@3.25.76/node_modules/zod/src/v4/classic/tests/readonly.test.ts</a:t>
            </a:r>
          </a:p>
          <a:p>
            <a:pPr>
              <a:defRPr sz="1200"/>
            </a:pPr>
            <a:r>
              <a:t>D:/pasar_fix/node_modules/.bun/zod@3.25.76/node_modules/zod/src/v4/classic/tests/record.test.ts</a:t>
            </a:r>
          </a:p>
          <a:p>
            <a:pPr>
              <a:defRPr sz="1200"/>
            </a:pPr>
            <a:r>
              <a:t>D:/pasar_fix/node_modules/.bun/zod@3.25.76/node_modules/zod/src/v4/classic/tests/recursive-types.test.ts</a:t>
            </a:r>
          </a:p>
          <a:p>
            <a:pPr>
              <a:defRPr sz="1200"/>
            </a:pPr>
            <a:r>
              <a:t>D:/pasar_fix/node_modules/.bun/zod@3.25.76/node_modules/zod/src/v4/classic/tests/refine.test.ts</a:t>
            </a:r>
          </a:p>
          <a:p>
            <a:pPr>
              <a:defRPr sz="1200"/>
            </a:pPr>
            <a:r>
              <a:t>D:/pasar_fix/node_modules/.bun/zod@3.25.76/node_modules/zod/src/v4/classic/tests/registries.test.ts</a:t>
            </a:r>
          </a:p>
          <a:p>
            <a:pPr>
              <a:defRPr sz="1200"/>
            </a:pPr>
            <a:r>
              <a:t>D:/pasar_fix/node_modules/.bun/zod@3.25.76/node_modules/zod/src/v4/classic/tests/set.test.ts</a:t>
            </a:r>
          </a:p>
          <a:p>
            <a:pPr>
              <a:defRPr sz="1200"/>
            </a:pPr>
            <a:r>
              <a:t>D:/pasar_fix/node_modules/.bun/zod@3.25.76/node_modules/zod/src/v4/classic/tests/standard-schema.test.ts</a:t>
            </a:r>
          </a:p>
          <a:p>
            <a:pPr>
              <a:defRPr sz="1200"/>
            </a:pPr>
            <a:r>
              <a:t>D:/pasar_fix/node_modules/.bun/zod@3.25.76/node_modules/zod/src/v4/classic/tests/string-formats.test.ts</a:t>
            </a:r>
          </a:p>
          <a:p>
            <a:pPr>
              <a:defRPr sz="1200"/>
            </a:pPr>
            <a:r>
              <a:t>D:/pasar_fix/node_modules/.bun/zod@3.25.76/node_modules/zod/src/v4/classic/tests/string.test.ts</a:t>
            </a:r>
          </a:p>
          <a:p>
            <a:pPr>
              <a:defRPr sz="1200"/>
            </a:pPr>
            <a:r>
              <a:t>D:/pasar_fix/node_modules/.bun/zod@3.25.76/node_modules/zod/src/v4/classic/tests/stringbool.test.ts</a:t>
            </a:r>
          </a:p>
          <a:p>
            <a:pPr>
              <a:defRPr sz="1200"/>
            </a:pPr>
            <a:r>
              <a:t>D:/pasar_fix/node_modules/.bun/zod@3.25.76/node_modules/zod/src/v4/classic/tests/template-literal.test.ts</a:t>
            </a:r>
          </a:p>
          <a:p>
            <a:pPr>
              <a:defRPr sz="1200"/>
            </a:pPr>
            <a:r>
              <a:t>D:/pasar_fix/node_modules/.bun/zod@3.25.76/node_modules/zod/src/v4/classic/tests/to-json-schema.test.ts</a:t>
            </a:r>
          </a:p>
          <a:p>
            <a:pPr>
              <a:defRPr sz="1200"/>
            </a:pPr>
            <a:r>
              <a:t>D:/pasar_fix/node_modules/.bun/zod@3.25.76/node_modules/zod/src/v4/classic/tests/transform.test.ts</a:t>
            </a:r>
          </a:p>
          <a:p>
            <a:pPr>
              <a:defRPr sz="1200"/>
            </a:pPr>
            <a:r>
              <a:t>D:/pasar_fix/node_modules/.bun/zod@3.25.76/node_modules/zod/src/v4/classic/tests/tuple.test.ts</a:t>
            </a:r>
          </a:p>
          <a:p>
            <a:pPr>
              <a:defRPr sz="1200"/>
            </a:pPr>
            <a:r>
              <a:t>D:/pasar_fix/node_modules/.bun/zod@3.25.76/node_modules/zod/src/v4/classic/tests/union.test.ts</a:t>
            </a:r>
          </a:p>
          <a:p>
            <a:pPr>
              <a:defRPr sz="1200"/>
            </a:pPr>
            <a:r>
              <a:t>D:/pasar_fix/node_modules/.bun/zod@3.25.76/node_modules/zod/src/v4/classic/tests/validations.test.ts</a:t>
            </a:r>
          </a:p>
          <a:p>
            <a:pPr>
              <a:defRPr sz="1200"/>
            </a:pPr>
            <a:r>
              <a:t>D:/pasar_fix/node_modules/.bun/zod@3.25.76/node_modules/zod/src/v4/classic/tests/void.test.ts</a:t>
            </a:r>
          </a:p>
          <a:p>
            <a:pPr>
              <a:defRPr sz="1200"/>
            </a:pPr>
            <a:r>
              <a:t>D:/pasar_fix/node_modules/.bun/zod@3.25.76/node_modules/zod/src/v4/core/api.ts</a:t>
            </a:r>
          </a:p>
          <a:p>
            <a:pPr>
              <a:defRPr sz="1200"/>
            </a:pPr>
            <a:r>
              <a:t>D:/pasar_fix/node_modules/.bun/zod@3.25.76/node_modules/zod/src/v4/core/checks.ts</a:t>
            </a:r>
          </a:p>
          <a:p>
            <a:pPr>
              <a:defRPr sz="1200"/>
            </a:pPr>
            <a:r>
              <a:t>D:/pasar_fix/node_modules/.bun/zod@3.25.76/node_modules/zod/src/v4/core/config.ts</a:t>
            </a:r>
          </a:p>
          <a:p>
            <a:pPr>
              <a:defRPr sz="1200"/>
            </a:pPr>
            <a:r>
              <a:t>D:/pasar_fix/node_modules/.bun/zod@3.25.76/node_modules/zod/src/v4/core/core.ts</a:t>
            </a:r>
          </a:p>
          <a:p>
            <a:pPr>
              <a:defRPr sz="1200"/>
            </a:pPr>
            <a:r>
              <a:t>D:/pasar_fix/node_modules/.bun/zod@3.25.76/node_modules/zod/src/v4/core/doc.ts</a:t>
            </a:r>
          </a:p>
          <a:p>
            <a:pPr>
              <a:defRPr sz="1200"/>
            </a:pPr>
            <a:r>
              <a:t>D:/pasar_fix/node_modules/.bun/zod@3.25.76/node_modules/zod/src/v4/core/errors.ts</a:t>
            </a:r>
          </a:p>
          <a:p>
            <a:pPr>
              <a:defRPr sz="1200"/>
            </a:pPr>
            <a:r>
              <a:t>D:/pasar_fix/node_modules/.bun/zod@3.25.76/node_modules/zod/src/v4/core/function.ts</a:t>
            </a:r>
          </a:p>
          <a:p>
            <a:pPr>
              <a:defRPr sz="1200"/>
            </a:pPr>
            <a:r>
              <a:t>D:/pasar_fix/node_modules/.bun/zod@3.25.76/node_modules/zod/src/v4/core/index.ts</a:t>
            </a:r>
          </a:p>
          <a:p>
            <a:pPr>
              <a:defRPr sz="1200"/>
            </a:pPr>
            <a:r>
              <a:t>D:/pasar_fix/node_modules/.bun/zod@3.25.76/node_modules/zod/src/v4/core/json-schema.ts</a:t>
            </a:r>
          </a:p>
          <a:p>
            <a:pPr>
              <a:defRPr sz="1200"/>
            </a:pPr>
            <a:r>
              <a:t>D:/pasar_fix/node_modules/.bun/zod@3.25.76/node_modules/zod/src/v4/core/parse.ts</a:t>
            </a:r>
          </a:p>
          <a:p>
            <a:pPr>
              <a:defRPr sz="1200"/>
            </a:pPr>
            <a:r>
              <a:t>D:/pasar_fix/node_modules/.bun/zod@3.25.76/node_modules/zod/src/v4/core/regexes.ts</a:t>
            </a:r>
          </a:p>
          <a:p>
            <a:pPr>
              <a:defRPr sz="1200"/>
            </a:pPr>
            <a:r>
              <a:t>D:/pasar_fix/node_modules/.bun/zod@3.25.76/node_modules/zod/src/v4/core/registries.ts</a:t>
            </a:r>
          </a:p>
          <a:p>
            <a:pPr>
              <a:defRPr sz="1200"/>
            </a:pPr>
            <a:r>
              <a:t>D:/pasar_fix/node_modules/.bun/zod@3.25.76/node_modules/zod/src/v4/core/schemas.ts</a:t>
            </a:r>
          </a:p>
          <a:p>
            <a:pPr>
              <a:defRPr sz="1200"/>
            </a:pPr>
            <a:r>
              <a:t>D:/pasar_fix/node_modules/.bun/zod@3.25.76/node_modules/zod/src/v4/core/standard-schema.ts</a:t>
            </a:r>
          </a:p>
          <a:p>
            <a:pPr>
              <a:defRPr sz="1200"/>
            </a:pPr>
            <a:r>
              <a:t>D:/pasar_fix/node_modules/.bun/zod@3.25.76/node_modules/zod/src/v4/core/to-json-schema.ts</a:t>
            </a:r>
          </a:p>
          <a:p>
            <a:pPr>
              <a:defRPr sz="1200"/>
            </a:pPr>
            <a:r>
              <a:t>D:/pasar_fix/node_modules/.bun/zod@3.25.76/node_modules/zod/src/v4/core/util.ts</a:t>
            </a:r>
          </a:p>
          <a:p>
            <a:pPr>
              <a:defRPr sz="1200"/>
            </a:pPr>
            <a:r>
              <a:t>D:/pasar_fix/node_modules/.bun/zod@3.25.76/node_modules/zod/src/v4/core/versions.ts</a:t>
            </a:r>
          </a:p>
          <a:p>
            <a:pPr>
              <a:defRPr sz="1200"/>
            </a:pPr>
            <a:r>
              <a:t>D:/pasar_fix/node_modules/.bun/zod@3.25.76/node_modules/zod/src/v4/core/zsf.ts</a:t>
            </a:r>
          </a:p>
          <a:p>
            <a:pPr>
              <a:defRPr sz="1200"/>
            </a:pPr>
            <a:r>
              <a:t>D:/pasar_fix/node_modules/.bun/zod@3.25.76/node_modules/zod/src/v4/core/tests/index.test.ts</a:t>
            </a:r>
          </a:p>
          <a:p>
            <a:pPr>
              <a:defRPr sz="1200"/>
            </a:pPr>
            <a:r>
              <a:t>D:/pasar_fix/node_modules/.bun/zod@3.25.76/node_modules/zod/src/v4/core/tests/locales/be.test.ts</a:t>
            </a:r>
          </a:p>
          <a:p>
            <a:pPr>
              <a:defRPr sz="1200"/>
            </a:pPr>
            <a:r>
              <a:t>D:/pasar_fix/node_modules/.bun/zod@3.25.76/node_modules/zod/src/v4/core/tests/locales/en.test.ts</a:t>
            </a:r>
          </a:p>
          <a:p>
            <a:pPr>
              <a:defRPr sz="1200"/>
            </a:pPr>
            <a:r>
              <a:t>D:/pasar_fix/node_modules/.bun/zod@3.25.76/node_modules/zod/src/v4/core/tests/locales/ru.test.ts</a:t>
            </a:r>
          </a:p>
          <a:p>
            <a:pPr>
              <a:defRPr sz="1200"/>
            </a:pPr>
            <a:r>
              <a:t>D:/pasar_fix/node_modules/.bun/zod@3.25.76/node_modules/zod/src/v4/core/tests/locales/tr.test.ts</a:t>
            </a:r>
          </a:p>
          <a:p>
            <a:pPr>
              <a:defRPr sz="1200"/>
            </a:pPr>
            <a:r>
              <a:t>D:/pasar_fix/node_modules/.bun/zod@3.25.76/node_modules/zod/src/v4/locales/ar.ts</a:t>
            </a:r>
          </a:p>
          <a:p>
            <a:pPr>
              <a:defRPr sz="1200"/>
            </a:pPr>
            <a:r>
              <a:t>D:/pasar_fix/node_modules/.bun/zod@3.25.76/node_modules/zod/src/v4/locales/az.ts</a:t>
            </a:r>
          </a:p>
          <a:p>
            <a:pPr>
              <a:defRPr sz="1200"/>
            </a:pPr>
            <a:r>
              <a:t>D:/pasar_fix/node_modules/.bun/zod@3.25.76/node_modules/zod/src/v4/locales/be.ts</a:t>
            </a:r>
          </a:p>
          <a:p>
            <a:pPr>
              <a:defRPr sz="1200"/>
            </a:pPr>
            <a:r>
              <a:t>D:/pasar_fix/node_modules/.bun/zod@3.25.76/node_modules/zod/src/v4/locales/ca.ts</a:t>
            </a:r>
          </a:p>
          <a:p>
            <a:pPr>
              <a:defRPr sz="1200"/>
            </a:pPr>
            <a:r>
              <a:t>D:/pasar_fix/node_modules/.bun/zod@3.25.76/node_modules/zod/src/v4/locales/cs.ts</a:t>
            </a:r>
          </a:p>
          <a:p>
            <a:pPr>
              <a:defRPr sz="1200"/>
            </a:pPr>
            <a:r>
              <a:t>D:/pasar_fix/node_modules/.bun/zod@3.25.76/node_modules/zod/src/v4/locales/de.ts</a:t>
            </a:r>
          </a:p>
          <a:p>
            <a:pPr>
              <a:defRPr sz="1200"/>
            </a:pPr>
            <a:r>
              <a:t>D:/pasar_fix/node_modules/.bun/zod@3.25.76/node_modules/zod/src/v4/locales/en.ts</a:t>
            </a:r>
          </a:p>
          <a:p>
            <a:pPr>
              <a:defRPr sz="1200"/>
            </a:pPr>
            <a:r>
              <a:t>D:/pasar_fix/node_modules/.bun/zod@3.25.76/node_modules/zod/src/v4/locales/eo.ts</a:t>
            </a:r>
          </a:p>
          <a:p>
            <a:pPr>
              <a:defRPr sz="1200"/>
            </a:pPr>
            <a:r>
              <a:t>D:/pasar_fix/node_modules/.bun/zod@3.25.76/node_modules/zod/src/v4/locales/es.ts</a:t>
            </a:r>
          </a:p>
          <a:p>
            <a:pPr>
              <a:defRPr sz="1200"/>
            </a:pPr>
            <a:r>
              <a:t>D:/pasar_fix/node_modules/.bun/zod@3.25.76/node_modules/zod/src/v4/locales/fa.ts</a:t>
            </a:r>
          </a:p>
          <a:p>
            <a:pPr>
              <a:defRPr sz="1200"/>
            </a:pPr>
            <a:r>
              <a:t>D:/pasar_fix/node_modules/.bun/zod@3.25.76/node_modules/zod/src/v4/locales/fi.ts</a:t>
            </a:r>
          </a:p>
          <a:p>
            <a:pPr>
              <a:defRPr sz="1200"/>
            </a:pPr>
            <a:r>
              <a:t>D:/pasar_fix/node_modules/.bun/zod@3.25.76/node_modules/zod/src/v4/locales/fr-CA.ts</a:t>
            </a:r>
          </a:p>
          <a:p>
            <a:pPr>
              <a:defRPr sz="1200"/>
            </a:pPr>
            <a:r>
              <a:t>D:/pasar_fix/node_modules/.bun/zod@3.25.76/node_modules/zod/src/v4/locales/fr.ts</a:t>
            </a:r>
          </a:p>
          <a:p>
            <a:pPr>
              <a:defRPr sz="1200"/>
            </a:pPr>
            <a:r>
              <a:t>D:/pasar_fix/node_modules/.bun/zod@3.25.76/node_modules/zod/src/v4/locales/he.ts</a:t>
            </a:r>
          </a:p>
          <a:p>
            <a:pPr>
              <a:defRPr sz="1200"/>
            </a:pPr>
            <a:r>
              <a:t>D:/pasar_fix/node_modules/.bun/zod@3.25.76/node_modules/zod/src/v4/locales/hu.ts</a:t>
            </a:r>
          </a:p>
          <a:p>
            <a:pPr>
              <a:defRPr sz="1200"/>
            </a:pPr>
            <a:r>
              <a:t>D:/pasar_fix/node_modules/.bun/zod@3.25.76/node_modules/zod/src/v4/locales/id.ts</a:t>
            </a:r>
          </a:p>
          <a:p>
            <a:pPr>
              <a:defRPr sz="1200"/>
            </a:pPr>
            <a:r>
              <a:t>D:/pasar_fix/node_modules/.bun/zod@3.25.76/node_modules/zod/src/v4/locales/index.ts</a:t>
            </a:r>
          </a:p>
          <a:p>
            <a:pPr>
              <a:defRPr sz="1200"/>
            </a:pPr>
            <a:r>
              <a:t>D:/pasar_fix/node_modules/.bun/zod@3.25.76/node_modules/zod/src/v4/locales/it.ts</a:t>
            </a:r>
          </a:p>
          <a:p>
            <a:pPr>
              <a:defRPr sz="1200"/>
            </a:pPr>
            <a:r>
              <a:t>D:/pasar_fix/node_modules/.bun/zod@3.25.76/node_modules/zod/src/v4/locales/ja.ts</a:t>
            </a:r>
          </a:p>
          <a:p>
            <a:pPr>
              <a:defRPr sz="1200"/>
            </a:pPr>
            <a:r>
              <a:t>D:/pasar_fix/node_modules/.bun/zod@3.25.76/node_modules/zod/src/v4/locales/kh.ts</a:t>
            </a:r>
          </a:p>
          <a:p>
            <a:pPr>
              <a:defRPr sz="1200"/>
            </a:pPr>
            <a:r>
              <a:t>D:/pasar_fix/node_modules/.bun/zod@3.25.76/node_modules/zod/src/v4/locales/ko.ts</a:t>
            </a:r>
          </a:p>
          <a:p>
            <a:pPr>
              <a:defRPr sz="1200"/>
            </a:pPr>
            <a:r>
              <a:t>D:/pasar_fix/node_modules/.bun/zod@3.25.76/node_modules/zod/src/v4/locales/mk.ts</a:t>
            </a:r>
          </a:p>
          <a:p>
            <a:pPr>
              <a:defRPr sz="1200"/>
            </a:pPr>
            <a:r>
              <a:t>D:/pasar_fix/node_modules/.bun/zod@3.25.76/node_modules/zod/src/v4/locales/ms.ts</a:t>
            </a:r>
          </a:p>
          <a:p>
            <a:pPr>
              <a:defRPr sz="1200"/>
            </a:pPr>
            <a:r>
              <a:t>D:/pasar_fix/node_modules/.bun/zod@3.25.76/node_modules/zod/src/v4/locales/nl.ts</a:t>
            </a:r>
          </a:p>
          <a:p>
            <a:pPr>
              <a:defRPr sz="1200"/>
            </a:pPr>
            <a:r>
              <a:t>D:/pasar_fix/node_modules/.bun/zod@3.25.76/node_modules/zod/src/v4/locales/no.ts</a:t>
            </a:r>
          </a:p>
          <a:p>
            <a:pPr>
              <a:defRPr sz="1200"/>
            </a:pPr>
            <a:r>
              <a:t>D:/pasar_fix/node_modules/.bun/zod@3.25.76/node_modules/zod/src/v4/locales/ota.ts</a:t>
            </a:r>
          </a:p>
          <a:p>
            <a:pPr>
              <a:defRPr sz="1200"/>
            </a:pPr>
            <a:r>
              <a:t>D:/pasar_fix/node_modules/.bun/zod@3.25.76/node_modules/zod/src/v4/locales/pl.ts</a:t>
            </a:r>
          </a:p>
          <a:p>
            <a:pPr>
              <a:defRPr sz="1200"/>
            </a:pPr>
            <a:r>
              <a:t>D:/pasar_fix/node_modules/.bun/zod@3.25.76/node_modules/zod/src/v4/locales/ps.ts</a:t>
            </a:r>
          </a:p>
          <a:p>
            <a:pPr>
              <a:defRPr sz="1200"/>
            </a:pPr>
            <a:r>
              <a:t>D:/pasar_fix/node_modules/.bun/zod@3.25.76/node_modules/zod/src/v4/locales/pt.ts</a:t>
            </a:r>
          </a:p>
          <a:p>
            <a:pPr>
              <a:defRPr sz="1200"/>
            </a:pPr>
            <a:r>
              <a:t>D:/pasar_fix/node_modules/.bun/zod@3.25.76/node_modules/zod/src/v4/locales/ru.ts</a:t>
            </a:r>
          </a:p>
          <a:p>
            <a:pPr>
              <a:defRPr sz="1200"/>
            </a:pPr>
            <a:r>
              <a:t>D:/pasar_fix/node_modules/.bun/zod@3.25.76/node_modules/zod/src/v4/locales/sl.ts</a:t>
            </a:r>
          </a:p>
          <a:p>
            <a:pPr>
              <a:defRPr sz="1200"/>
            </a:pPr>
            <a:r>
              <a:t>D:/pasar_fix/node_modules/.bun/zod@3.25.76/node_modules/zod/src/v4/locales/sv.ts</a:t>
            </a:r>
          </a:p>
          <a:p>
            <a:pPr>
              <a:defRPr sz="1200"/>
            </a:pPr>
            <a:r>
              <a:t>D:/pasar_fix/node_modules/.bun/zod@3.25.76/node_modules/zod/src/v4/locales/ta.ts</a:t>
            </a:r>
          </a:p>
          <a:p>
            <a:pPr>
              <a:defRPr sz="1200"/>
            </a:pPr>
            <a:r>
              <a:t>D:/pasar_fix/node_modules/.bun/zod@3.25.76/node_modules/zod/src/v4/locales/th.ts</a:t>
            </a:r>
          </a:p>
          <a:p>
            <a:pPr>
              <a:defRPr sz="1200"/>
            </a:pPr>
            <a:r>
              <a:t>D:/pasar_fix/node_modules/.bun/zod@3.25.76/node_modules/zod/src/v4/locales/tr.ts</a:t>
            </a:r>
          </a:p>
          <a:p>
            <a:pPr>
              <a:defRPr sz="1200"/>
            </a:pPr>
            <a:r>
              <a:t>D:/pasar_fix/node_modules/.bun/zod@3.25.76/node_modules/zod/src/v4/locales/ua.ts</a:t>
            </a:r>
          </a:p>
          <a:p>
            <a:pPr>
              <a:defRPr sz="1200"/>
            </a:pPr>
            <a:r>
              <a:t>D:/pasar_fix/node_modules/.bun/zod@3.25.76/node_modules/zod/src/v4/locales/ur.ts</a:t>
            </a:r>
          </a:p>
          <a:p>
            <a:pPr>
              <a:defRPr sz="1200"/>
            </a:pPr>
            <a:r>
              <a:t>D:/pasar_fix/node_modules/.bun/zod@3.25.76/node_modules/zod/src/v4/locales/vi.ts</a:t>
            </a:r>
          </a:p>
          <a:p>
            <a:pPr>
              <a:defRPr sz="1200"/>
            </a:pPr>
            <a:r>
              <a:t>D:/pasar_fix/node_modules/.bun/zod@3.25.76/node_modules/zod/src/v4/locales/zh-CN.ts</a:t>
            </a:r>
          </a:p>
          <a:p>
            <a:pPr>
              <a:defRPr sz="1200"/>
            </a:pPr>
            <a:r>
              <a:t>D:/pasar_fix/node_modules/.bun/zod@3.25.76/node_modules/zod/src/v4/locales/zh-TW.ts</a:t>
            </a:r>
          </a:p>
          <a:p>
            <a:pPr>
              <a:defRPr sz="1200"/>
            </a:pPr>
            <a:r>
              <a:t>D:/pasar_fix/node_modules/.bun/zod@3.25.76/node_modules/zod/src/v4/mini/checks.ts</a:t>
            </a:r>
          </a:p>
          <a:p>
            <a:pPr>
              <a:defRPr sz="1200"/>
            </a:pPr>
            <a:r>
              <a:t>D:/pasar_fix/node_modules/.bun/zod@3.25.76/node_modules/zod/src/v4/mini/coerce.ts</a:t>
            </a:r>
          </a:p>
          <a:p>
            <a:pPr>
              <a:defRPr sz="1200"/>
            </a:pPr>
            <a:r>
              <a:t>D:/pasar_fix/node_modules/.bun/zod@3.25.76/node_modules/zod/src/v4/mini/external.ts</a:t>
            </a:r>
          </a:p>
          <a:p>
            <a:pPr>
              <a:defRPr sz="1200"/>
            </a:pPr>
            <a:r>
              <a:t>D:/pasar_fix/node_modules/.bun/zod@3.25.76/node_modules/zod/src/v4/mini/index.ts</a:t>
            </a:r>
          </a:p>
          <a:p>
            <a:pPr>
              <a:defRPr sz="1200"/>
            </a:pPr>
            <a:r>
              <a:t>D:/pasar_fix/node_modules/.bun/zod@3.25.76/node_modules/zod/src/v4/mini/iso.ts</a:t>
            </a:r>
          </a:p>
          <a:p>
            <a:pPr>
              <a:defRPr sz="1200"/>
            </a:pPr>
            <a:r>
              <a:t>D:/pasar_fix/node_modules/.bun/zod@3.25.76/node_modules/zod/src/v4/mini/parse.ts</a:t>
            </a:r>
          </a:p>
          <a:p>
            <a:pPr>
              <a:defRPr sz="1200"/>
            </a:pPr>
            <a:r>
              <a:t>D:/pasar_fix/node_modules/.bun/zod@3.25.76/node_modules/zod/src/v4/mini/schemas.ts</a:t>
            </a:r>
          </a:p>
          <a:p>
            <a:pPr>
              <a:defRPr sz="1200"/>
            </a:pPr>
            <a:r>
              <a:t>D:/pasar_fix/node_modules/.bun/zod@3.25.76/node_modules/zod/src/v4/mini/tests/assignability.test.ts</a:t>
            </a:r>
          </a:p>
          <a:p>
            <a:pPr>
              <a:defRPr sz="1200"/>
            </a:pPr>
            <a:r>
              <a:t>D:/pasar_fix/node_modules/.bun/zod@3.25.76/node_modules/zod/src/v4/mini/tests/brand.test.ts</a:t>
            </a:r>
          </a:p>
          <a:p>
            <a:pPr>
              <a:defRPr sz="1200"/>
            </a:pPr>
            <a:r>
              <a:t>D:/pasar_fix/node_modules/.bun/zod@3.25.76/node_modules/zod/src/v4/mini/tests/checks.test.ts</a:t>
            </a:r>
          </a:p>
          <a:p>
            <a:pPr>
              <a:defRPr sz="1200"/>
            </a:pPr>
            <a:r>
              <a:t>D:/pasar_fix/node_modules/.bun/zod@3.25.76/node_modules/zod/src/v4/mini/tests/computed.test.ts</a:t>
            </a:r>
          </a:p>
          <a:p>
            <a:pPr>
              <a:defRPr sz="1200"/>
            </a:pPr>
            <a:r>
              <a:t>D:/pasar_fix/node_modules/.bun/zod@3.25.76/node_modules/zod/src/v4/mini/tests/error.test.ts</a:t>
            </a:r>
          </a:p>
          <a:p>
            <a:pPr>
              <a:defRPr sz="1200"/>
            </a:pPr>
            <a:r>
              <a:t>D:/pasar_fix/node_modules/.bun/zod@3.25.76/node_modules/zod/src/v4/mini/tests/functions.test.ts</a:t>
            </a:r>
          </a:p>
          <a:p>
            <a:pPr>
              <a:defRPr sz="1200"/>
            </a:pPr>
            <a:r>
              <a:t>D:/pasar_fix/node_modules/.bun/zod@3.25.76/node_modules/zod/src/v4/mini/tests/index.test.ts</a:t>
            </a:r>
          </a:p>
          <a:p>
            <a:pPr>
              <a:defRPr sz="1200"/>
            </a:pPr>
            <a:r>
              <a:t>D:/pasar_fix/node_modules/.bun/zod@3.25.76/node_modules/zod/src/v4/mini/tests/number.test.ts</a:t>
            </a:r>
          </a:p>
          <a:p>
            <a:pPr>
              <a:defRPr sz="1200"/>
            </a:pPr>
            <a:r>
              <a:t>D:/pasar_fix/node_modules/.bun/zod@3.25.76/node_modules/zod/src/v4/mini/tests/object.test.ts</a:t>
            </a:r>
          </a:p>
          <a:p>
            <a:pPr>
              <a:defRPr sz="1200"/>
            </a:pPr>
            <a:r>
              <a:t>D:/pasar_fix/node_modules/.bun/zod@3.25.76/node_modules/zod/src/v4/mini/tests/prototypes.test.ts</a:t>
            </a:r>
          </a:p>
          <a:p>
            <a:pPr>
              <a:defRPr sz="1200"/>
            </a:pPr>
            <a:r>
              <a:t>D:/pasar_fix/node_modules/.bun/zod@3.25.76/node_modules/zod/src/v4/mini/tests/recursive-types.test.ts</a:t>
            </a:r>
          </a:p>
          <a:p>
            <a:pPr>
              <a:defRPr sz="1200"/>
            </a:pPr>
            <a:r>
              <a:t>D:/pasar_fix/node_modules/.bun/zod@3.25.76/node_modules/zod/src/v4/mini/tests/string.test.ts</a:t>
            </a:r>
          </a:p>
          <a:p>
            <a:pPr>
              <a:defRPr sz="1200"/>
            </a:pPr>
            <a:r>
              <a:t>D:/pasar_fix/node_modules/.bun/zod@3.25.76/node_modules/zod/src/v4-mini/index.ts</a:t>
            </a:r>
          </a:p>
          <a:p>
            <a:pPr>
              <a:defRPr sz="1200"/>
            </a:pPr>
            <a:r>
              <a:t>D:/pasar_fix/node_modules/.bun/zod@3.25.76/node_modules/zod/v3/errors.cjs</a:t>
            </a:r>
          </a:p>
          <a:p>
            <a:pPr>
              <a:defRPr sz="1200"/>
            </a:pPr>
            <a:r>
              <a:t>D:/pasar_fix/node_modules/.bun/zod@3.25.76/node_modules/zod/v3/errors.d.cts</a:t>
            </a:r>
          </a:p>
          <a:p>
            <a:pPr>
              <a:defRPr sz="1200"/>
            </a:pPr>
            <a:r>
              <a:t>D:/pasar_fix/node_modules/.bun/zod@3.25.76/node_modules/zod/v3/errors.d.ts</a:t>
            </a:r>
          </a:p>
          <a:p>
            <a:pPr>
              <a:defRPr sz="1200"/>
            </a:pPr>
            <a:r>
              <a:t>D:/pasar_fix/node_modules/.bun/zod@3.25.76/node_modules/zod/v3/errors.js</a:t>
            </a:r>
          </a:p>
          <a:p>
            <a:pPr>
              <a:defRPr sz="1200"/>
            </a:pPr>
            <a:r>
              <a:t>D:/pasar_fix/node_modules/.bun/zod@3.25.76/node_modules/zod/v3/external.cjs</a:t>
            </a:r>
          </a:p>
          <a:p>
            <a:pPr>
              <a:defRPr sz="1200"/>
            </a:pPr>
            <a:r>
              <a:t>D:/pasar_fix/node_modules/.bun/zod@3.25.76/node_modules/zod/v3/external.d.cts</a:t>
            </a:r>
          </a:p>
          <a:p>
            <a:pPr>
              <a:defRPr sz="1200"/>
            </a:pPr>
            <a:r>
              <a:t>D:/pasar_fix/node_modules/.bun/zod@3.25.76/node_modules/zod/v3/external.d.ts</a:t>
            </a:r>
          </a:p>
          <a:p>
            <a:pPr>
              <a:defRPr sz="1200"/>
            </a:pPr>
            <a:r>
              <a:t>D:/pasar_fix/node_modules/.bun/zod@3.25.76/node_modules/zod/v3/external.js</a:t>
            </a:r>
          </a:p>
          <a:p>
            <a:pPr>
              <a:defRPr sz="1200"/>
            </a:pPr>
            <a:r>
              <a:t>D:/pasar_fix/node_modules/.bun/zod@3.25.76/node_modules/zod/v3/index.cjs</a:t>
            </a:r>
          </a:p>
          <a:p>
            <a:pPr>
              <a:defRPr sz="1200"/>
            </a:pPr>
            <a:r>
              <a:t>D:/pasar_fix/node_modules/.bun/zod@3.25.76/node_modules/zod/v3/index.d.cts</a:t>
            </a:r>
          </a:p>
          <a:p>
            <a:pPr>
              <a:defRPr sz="1200"/>
            </a:pPr>
            <a:r>
              <a:t>D:/pasar_fix/node_modules/.bun/zod@3.25.76/node_modules/zod/v3/index.d.ts</a:t>
            </a:r>
          </a:p>
          <a:p>
            <a:pPr>
              <a:defRPr sz="1200"/>
            </a:pPr>
            <a:r>
              <a:t>D:/pasar_fix/node_modules/.bun/zod@3.25.76/node_modules/zod/v3/index.js</a:t>
            </a:r>
          </a:p>
          <a:p>
            <a:pPr>
              <a:defRPr sz="1200"/>
            </a:pPr>
            <a:r>
              <a:t>D:/pasar_fix/node_modules/.bun/zod@3.25.76/node_modules/zod/v3/standard-schema.cjs</a:t>
            </a:r>
          </a:p>
          <a:p>
            <a:pPr>
              <a:defRPr sz="1200"/>
            </a:pPr>
            <a:r>
              <a:t>D:/pasar_fix/node_modules/.bun/zod@3.25.76/node_modules/zod/v3/standard-schema.d.cts</a:t>
            </a:r>
          </a:p>
          <a:p>
            <a:pPr>
              <a:defRPr sz="1200"/>
            </a:pPr>
            <a:r>
              <a:t>D:/pasar_fix/node_modules/.bun/zod@3.25.76/node_modules/zod/v3/standard-schema.d.ts</a:t>
            </a:r>
          </a:p>
          <a:p>
            <a:pPr>
              <a:defRPr sz="1200"/>
            </a:pPr>
            <a:r>
              <a:t>D:/pasar_fix/node_modules/.bun/zod@3.25.76/node_modules/zod/v3/standard-schema.js</a:t>
            </a:r>
          </a:p>
          <a:p>
            <a:pPr>
              <a:defRPr sz="1200"/>
            </a:pPr>
            <a:r>
              <a:t>D:/pasar_fix/node_modules/.bun/zod@3.25.76/node_modules/zod/v3/types.cjs</a:t>
            </a:r>
          </a:p>
          <a:p>
            <a:pPr>
              <a:defRPr sz="1200"/>
            </a:pPr>
            <a:r>
              <a:t>D:/pasar_fix/node_modules/.bun/zod@3.25.76/node_modules/zod/v3/types.d.cts</a:t>
            </a:r>
          </a:p>
          <a:p>
            <a:pPr>
              <a:defRPr sz="1200"/>
            </a:pPr>
            <a:r>
              <a:t>D:/pasar_fix/node_modules/.bun/zod@3.25.76/node_modules/zod/v3/types.d.ts</a:t>
            </a:r>
          </a:p>
          <a:p>
            <a:pPr>
              <a:defRPr sz="1200"/>
            </a:pPr>
            <a:r>
              <a:t>D:/pasar_fix/node_modules/.bun/zod@3.25.76/node_modules/zod/v3/types.js</a:t>
            </a:r>
          </a:p>
          <a:p>
            <a:pPr>
              <a:defRPr sz="1200"/>
            </a:pPr>
            <a:r>
              <a:t>D:/pasar_fix/node_modules/.bun/zod@3.25.76/node_modules/zod/v3/ZodError.cjs</a:t>
            </a:r>
          </a:p>
          <a:p>
            <a:pPr>
              <a:defRPr sz="1200"/>
            </a:pPr>
            <a:r>
              <a:t>D:/pasar_fix/node_modules/.bun/zod@3.25.76/node_modules/zod/v3/ZodError.d.cts</a:t>
            </a:r>
          </a:p>
          <a:p>
            <a:pPr>
              <a:defRPr sz="1200"/>
            </a:pPr>
            <a:r>
              <a:t>D:/pasar_fix/node_modules/.bun/zod@3.25.76/node_modules/zod/v3/ZodError.d.ts</a:t>
            </a:r>
          </a:p>
          <a:p>
            <a:pPr>
              <a:defRPr sz="1200"/>
            </a:pPr>
            <a:r>
              <a:t>D:/pasar_fix/node_modules/.bun/zod@3.25.76/node_modules/zod/v3/ZodError.js</a:t>
            </a:r>
          </a:p>
          <a:p>
            <a:pPr>
              <a:defRPr sz="1200"/>
            </a:pPr>
            <a:r>
              <a:t>D:/pasar_fix/node_modules/.bun/zod@3.25.76/node_modules/zod/v3/helpers/enumUtil.cjs</a:t>
            </a:r>
          </a:p>
          <a:p>
            <a:pPr>
              <a:defRPr sz="1200"/>
            </a:pPr>
            <a:r>
              <a:t>D:/pasar_fix/node_modules/.bun/zod@3.25.76/node_modules/zod/v3/helpers/enumUtil.d.cts</a:t>
            </a:r>
          </a:p>
          <a:p>
            <a:pPr>
              <a:defRPr sz="1200"/>
            </a:pPr>
            <a:r>
              <a:t>D:/pasar_fix/node_modules/.bun/zod@3.25.76/node_modules/zod/v3/helpers/enumUtil.d.ts</a:t>
            </a:r>
          </a:p>
          <a:p>
            <a:pPr>
              <a:defRPr sz="1200"/>
            </a:pPr>
            <a:r>
              <a:t>D:/pasar_fix/node_modules/.bun/zod@3.25.76/node_modules/zod/v3/helpers/enumUtil.js</a:t>
            </a:r>
          </a:p>
          <a:p>
            <a:pPr>
              <a:defRPr sz="1200"/>
            </a:pPr>
            <a:r>
              <a:t>D:/pasar_fix/node_modules/.bun/zod@3.25.76/node_modules/zod/v3/helpers/errorUtil.cjs</a:t>
            </a:r>
          </a:p>
          <a:p>
            <a:pPr>
              <a:defRPr sz="1200"/>
            </a:pPr>
            <a:r>
              <a:t>D:/pasar_fix/node_modules/.bun/zod@3.25.76/node_modules/zod/v3/helpers/errorUtil.d.cts</a:t>
            </a:r>
          </a:p>
          <a:p>
            <a:pPr>
              <a:defRPr sz="1200"/>
            </a:pPr>
            <a:r>
              <a:t>D:/pasar_fix/node_modules/.bun/zod@3.25.76/node_modules/zod/v3/helpers/errorUtil.d.ts</a:t>
            </a:r>
          </a:p>
          <a:p>
            <a:pPr>
              <a:defRPr sz="1200"/>
            </a:pPr>
            <a:r>
              <a:t>D:/pasar_fix/node_modules/.bun/zod@3.25.76/node_modules/zod/v3/helpers/errorUtil.js</a:t>
            </a:r>
          </a:p>
          <a:p>
            <a:pPr>
              <a:defRPr sz="1200"/>
            </a:pPr>
            <a:r>
              <a:t>D:/pasar_fix/node_modules/.bun/zod@3.25.76/node_modules/zod/v3/helpers/parseUtil.cjs</a:t>
            </a:r>
          </a:p>
          <a:p>
            <a:pPr>
              <a:defRPr sz="1200"/>
            </a:pPr>
            <a:r>
              <a:t>D:/pasar_fix/node_modules/.bun/zod@3.25.76/node_modules/zod/v3/helpers/parseUtil.d.cts</a:t>
            </a:r>
          </a:p>
          <a:p>
            <a:pPr>
              <a:defRPr sz="1200"/>
            </a:pPr>
            <a:r>
              <a:t>D:/pasar_fix/node_modules/.bun/zod@3.25.76/node_modules/zod/v3/helpers/parseUtil.d.ts</a:t>
            </a:r>
          </a:p>
          <a:p>
            <a:pPr>
              <a:defRPr sz="1200"/>
            </a:pPr>
            <a:r>
              <a:t>D:/pasar_fix/node_modules/.bun/zod@3.25.76/node_modules/zod/v3/helpers/parseUtil.js</a:t>
            </a:r>
          </a:p>
          <a:p>
            <a:pPr>
              <a:defRPr sz="1200"/>
            </a:pPr>
            <a:r>
              <a:t>D:/pasar_fix/node_modules/.bun/zod@3.25.76/node_modules/zod/v3/helpers/partialUtil.cjs</a:t>
            </a:r>
          </a:p>
          <a:p>
            <a:pPr>
              <a:defRPr sz="1200"/>
            </a:pPr>
            <a:r>
              <a:t>D:/pasar_fix/node_modules/.bun/zod@3.25.76/node_modules/zod/v3/helpers/partialUtil.d.cts</a:t>
            </a:r>
          </a:p>
          <a:p>
            <a:pPr>
              <a:defRPr sz="1200"/>
            </a:pPr>
            <a:r>
              <a:t>D:/pasar_fix/node_modules/.bun/zod@3.25.76/node_modules/zod/v3/helpers/partialUtil.d.ts</a:t>
            </a:r>
          </a:p>
          <a:p>
            <a:pPr>
              <a:defRPr sz="1200"/>
            </a:pPr>
            <a:r>
              <a:t>D:/pasar_fix/node_modules/.bun/zod@3.25.76/node_modules/zod/v3/helpers/partialUtil.js</a:t>
            </a:r>
          </a:p>
          <a:p>
            <a:pPr>
              <a:defRPr sz="1200"/>
            </a:pPr>
            <a:r>
              <a:t>D:/pasar_fix/node_modules/.bun/zod@3.25.76/node_modules/zod/v3/helpers/typeAliases.cjs</a:t>
            </a:r>
          </a:p>
          <a:p>
            <a:pPr>
              <a:defRPr sz="1200"/>
            </a:pPr>
            <a:r>
              <a:t>D:/pasar_fix/node_modules/.bun/zod@3.25.76/node_modules/zod/v3/helpers/typeAliases.d.cts</a:t>
            </a:r>
          </a:p>
          <a:p>
            <a:pPr>
              <a:defRPr sz="1200"/>
            </a:pPr>
            <a:r>
              <a:t>D:/pasar_fix/node_modules/.bun/zod@3.25.76/node_modules/zod/v3/helpers/typeAliases.d.ts</a:t>
            </a:r>
          </a:p>
          <a:p>
            <a:pPr>
              <a:defRPr sz="1200"/>
            </a:pPr>
            <a:r>
              <a:t>D:/pasar_fix/node_modules/.bun/zod@3.25.76/node_modules/zod/v3/helpers/typeAliases.js</a:t>
            </a:r>
          </a:p>
          <a:p>
            <a:pPr>
              <a:defRPr sz="1200"/>
            </a:pPr>
            <a:r>
              <a:t>D:/pasar_fix/node_modules/.bun/zod@3.25.76/node_modules/zod/v3/helpers/util.cjs</a:t>
            </a:r>
          </a:p>
          <a:p>
            <a:pPr>
              <a:defRPr sz="1200"/>
            </a:pPr>
            <a:r>
              <a:t>D:/pasar_fix/node_modules/.bun/zod@3.25.76/node_modules/zod/v3/helpers/util.d.cts</a:t>
            </a:r>
          </a:p>
          <a:p>
            <a:pPr>
              <a:defRPr sz="1200"/>
            </a:pPr>
            <a:r>
              <a:t>D:/pasar_fix/node_modules/.bun/zod@3.25.76/node_modules/zod/v3/helpers/util.d.ts</a:t>
            </a:r>
          </a:p>
          <a:p>
            <a:pPr>
              <a:defRPr sz="1200"/>
            </a:pPr>
            <a:r>
              <a:t>D:/pasar_fix/node_modules/.bun/zod@3.25.76/node_modules/zod/v3/helpers/util.js</a:t>
            </a:r>
          </a:p>
          <a:p>
            <a:pPr>
              <a:defRPr sz="1200"/>
            </a:pPr>
            <a:r>
              <a:t>D:/pasar_fix/node_modules/.bun/zod@3.25.76/node_modules/zod/v3/locales/en.cjs</a:t>
            </a:r>
          </a:p>
          <a:p>
            <a:pPr>
              <a:defRPr sz="1200"/>
            </a:pPr>
            <a:r>
              <a:t>D:/pasar_fix/node_modules/.bun/zod@3.25.76/node_modules/zod/v3/locales/en.d.cts</a:t>
            </a:r>
          </a:p>
          <a:p>
            <a:pPr>
              <a:defRPr sz="1200"/>
            </a:pPr>
            <a:r>
              <a:t>D:/pasar_fix/node_modules/.bun/zod@3.25.76/node_modules/zod/v3/locales/en.d.ts</a:t>
            </a:r>
          </a:p>
          <a:p>
            <a:pPr>
              <a:defRPr sz="1200"/>
            </a:pPr>
            <a:r>
              <a:t>D:/pasar_fix/node_modules/.bun/zod@3.25.76/node_modules/zod/v3/locales/en.js</a:t>
            </a:r>
          </a:p>
          <a:p>
            <a:pPr>
              <a:defRPr sz="1200"/>
            </a:pPr>
            <a:r>
              <a:t>D:/pasar_fix/node_modules/.bun/zod@3.25.76/node_modules/zod/v4/index.cjs</a:t>
            </a:r>
          </a:p>
          <a:p>
            <a:pPr>
              <a:defRPr sz="1200"/>
            </a:pPr>
            <a:r>
              <a:t>D:/pasar_fix/node_modules/.bun/zod@3.25.76/node_modules/zod/v4/index.d.cts</a:t>
            </a:r>
          </a:p>
          <a:p>
            <a:pPr>
              <a:defRPr sz="1200"/>
            </a:pPr>
            <a:r>
              <a:t>D:/pasar_fix/node_modules/.bun/zod@3.25.76/node_modules/zod/v4/index.d.ts</a:t>
            </a:r>
          </a:p>
          <a:p>
            <a:pPr>
              <a:defRPr sz="1200"/>
            </a:pPr>
            <a:r>
              <a:t>D:/pasar_fix/node_modules/.bun/zod@3.25.76/node_modules/zod/v4/index.js</a:t>
            </a:r>
          </a:p>
          <a:p>
            <a:pPr>
              <a:defRPr sz="1200"/>
            </a:pPr>
            <a:r>
              <a:t>D:/pasar_fix/node_modules/.bun/zod@3.25.76/node_modules/zod/v4/classic/checks.cjs</a:t>
            </a:r>
          </a:p>
          <a:p>
            <a:pPr>
              <a:defRPr sz="1200"/>
            </a:pPr>
            <a:r>
              <a:t>D:/pasar_fix/node_modules/.bun/zod@3.25.76/node_modules/zod/v4/classic/checks.d.cts</a:t>
            </a:r>
          </a:p>
          <a:p>
            <a:pPr>
              <a:defRPr sz="1200"/>
            </a:pPr>
            <a:r>
              <a:t>D:/pasar_fix/node_modules/.bun/zod@3.25.76/node_modules/zod/v4/classic/checks.d.ts</a:t>
            </a:r>
          </a:p>
          <a:p>
            <a:pPr>
              <a:defRPr sz="1200"/>
            </a:pPr>
            <a:r>
              <a:t>D:/pasar_fix/node_modules/.bun/zod@3.25.76/node_modules/zod/v4/classic/checks.js</a:t>
            </a:r>
          </a:p>
          <a:p>
            <a:pPr>
              <a:defRPr sz="1200"/>
            </a:pPr>
            <a:r>
              <a:t>D:/pasar_fix/node_modules/.bun/zod@3.25.76/node_modules/zod/v4/classic/coerce.cjs</a:t>
            </a:r>
          </a:p>
          <a:p>
            <a:pPr>
              <a:defRPr sz="1200"/>
            </a:pPr>
            <a:r>
              <a:t>D:/pasar_fix/node_modules/.bun/zod@3.25.76/node_modules/zod/v4/classic/coerce.d.cts</a:t>
            </a:r>
          </a:p>
          <a:p>
            <a:pPr>
              <a:defRPr sz="1200"/>
            </a:pPr>
            <a:r>
              <a:t>D:/pasar_fix/node_modules/.bun/zod@3.25.76/node_modules/zod/v4/classic/coerce.d.ts</a:t>
            </a:r>
          </a:p>
          <a:p>
            <a:pPr>
              <a:defRPr sz="1200"/>
            </a:pPr>
            <a:r>
              <a:t>D:/pasar_fix/node_modules/.bun/zod@3.25.76/node_modules/zod/v4/classic/coerce.js</a:t>
            </a:r>
          </a:p>
          <a:p>
            <a:pPr>
              <a:defRPr sz="1200"/>
            </a:pPr>
            <a:r>
              <a:t>D:/pasar_fix/node_modules/.bun/zod@3.25.76/node_modules/zod/v4/classic/compat.cjs</a:t>
            </a:r>
          </a:p>
          <a:p>
            <a:pPr>
              <a:defRPr sz="1200"/>
            </a:pPr>
            <a:r>
              <a:t>D:/pasar_fix/node_modules/.bun/zod@3.25.76/node_modules/zod/v4/classic/compat.d.cts</a:t>
            </a:r>
          </a:p>
          <a:p>
            <a:pPr>
              <a:defRPr sz="1200"/>
            </a:pPr>
            <a:r>
              <a:t>D:/pasar_fix/node_modules/.bun/zod@3.25.76/node_modules/zod/v4/classic/compat.d.ts</a:t>
            </a:r>
          </a:p>
          <a:p>
            <a:pPr>
              <a:defRPr sz="1200"/>
            </a:pPr>
            <a:r>
              <a:t>D:/pasar_fix/node_modules/.bun/zod@3.25.76/node_modules/zod/v4/classic/compat.js</a:t>
            </a:r>
          </a:p>
          <a:p>
            <a:pPr>
              <a:defRPr sz="1200"/>
            </a:pPr>
            <a:r>
              <a:t>D:/pasar_fix/node_modules/.bun/zod@3.25.76/node_modules/zod/v4/classic/errors.cjs</a:t>
            </a:r>
          </a:p>
          <a:p>
            <a:pPr>
              <a:defRPr sz="1200"/>
            </a:pPr>
            <a:r>
              <a:t>D:/pasar_fix/node_modules/.bun/zod@3.25.76/node_modules/zod/v4/classic/errors.d.cts</a:t>
            </a:r>
          </a:p>
          <a:p>
            <a:pPr>
              <a:defRPr sz="1200"/>
            </a:pPr>
            <a:r>
              <a:t>D:/pasar_fix/node_modules/.bun/zod@3.25.76/node_modules/zod/v4/classic/errors.d.ts</a:t>
            </a:r>
          </a:p>
          <a:p>
            <a:pPr>
              <a:defRPr sz="1200"/>
            </a:pPr>
            <a:r>
              <a:t>D:/pasar_fix/node_modules/.bun/zod@3.25.76/node_modules/zod/v4/classic/errors.js</a:t>
            </a:r>
          </a:p>
          <a:p>
            <a:pPr>
              <a:defRPr sz="1200"/>
            </a:pPr>
            <a:r>
              <a:t>D:/pasar_fix/node_modules/.bun/zod@3.25.76/node_modules/zod/v4/classic/external.cjs</a:t>
            </a:r>
          </a:p>
          <a:p>
            <a:pPr>
              <a:defRPr sz="1200"/>
            </a:pPr>
            <a:r>
              <a:t>D:/pasar_fix/node_modules/.bun/zod@3.25.76/node_modules/zod/v4/classic/external.d.cts</a:t>
            </a:r>
          </a:p>
          <a:p>
            <a:pPr>
              <a:defRPr sz="1200"/>
            </a:pPr>
            <a:r>
              <a:t>D:/pasar_fix/node_modules/.bun/zod@3.25.76/node_modules/zod/v4/classic/external.d.ts</a:t>
            </a:r>
          </a:p>
          <a:p>
            <a:pPr>
              <a:defRPr sz="1200"/>
            </a:pPr>
            <a:r>
              <a:t>D:/pasar_fix/node_modules/.bun/zod@3.25.76/node_modules/zod/v4/classic/external.js</a:t>
            </a:r>
          </a:p>
          <a:p>
            <a:pPr>
              <a:defRPr sz="1200"/>
            </a:pPr>
            <a:r>
              <a:t>D:/pasar_fix/node_modules/.bun/zod@3.25.76/node_modules/zod/v4/classic/index.cjs</a:t>
            </a:r>
          </a:p>
          <a:p>
            <a:pPr>
              <a:defRPr sz="1200"/>
            </a:pPr>
            <a:r>
              <a:t>D:/pasar_fix/node_modules/.bun/zod@3.25.76/node_modules/zod/v4/classic/index.d.cts</a:t>
            </a:r>
          </a:p>
          <a:p>
            <a:pPr>
              <a:defRPr sz="1200"/>
            </a:pPr>
            <a:r>
              <a:t>D:/pasar_fix/node_modules/.bun/zod@3.25.76/node_modules/zod/v4/classic/index.d.ts</a:t>
            </a:r>
          </a:p>
          <a:p>
            <a:pPr>
              <a:defRPr sz="1200"/>
            </a:pPr>
            <a:r>
              <a:t>D:/pasar_fix/node_modules/.bun/zod@3.25.76/node_modules/zod/v4/classic/index.js</a:t>
            </a:r>
          </a:p>
          <a:p>
            <a:pPr>
              <a:defRPr sz="1200"/>
            </a:pPr>
            <a:r>
              <a:t>D:/pasar_fix/node_modules/.bun/zod@3.25.76/node_modules/zod/v4/classic/iso.cjs</a:t>
            </a:r>
          </a:p>
          <a:p>
            <a:pPr>
              <a:defRPr sz="1200"/>
            </a:pPr>
            <a:r>
              <a:t>D:/pasar_fix/node_modules/.bun/zod@3.25.76/node_modules/zod/v4/classic/iso.d.cts</a:t>
            </a:r>
          </a:p>
          <a:p>
            <a:pPr>
              <a:defRPr sz="1200"/>
            </a:pPr>
            <a:r>
              <a:t>D:/pasar_fix/node_modules/.bun/zod@3.25.76/node_modules/zod/v4/classic/iso.d.ts</a:t>
            </a:r>
          </a:p>
          <a:p>
            <a:pPr>
              <a:defRPr sz="1200"/>
            </a:pPr>
            <a:r>
              <a:t>D:/pasar_fix/node_modules/.bun/zod@3.25.76/node_modules/zod/v4/classic/iso.js</a:t>
            </a:r>
          </a:p>
          <a:p>
            <a:pPr>
              <a:defRPr sz="1200"/>
            </a:pPr>
            <a:r>
              <a:t>D:/pasar_fix/node_modules/.bun/zod@3.25.76/node_modules/zod/v4/classic/parse.cjs</a:t>
            </a:r>
          </a:p>
          <a:p>
            <a:pPr>
              <a:defRPr sz="1200"/>
            </a:pPr>
            <a:r>
              <a:t>D:/pasar_fix/node_modules/.bun/zod@3.25.76/node_modules/zod/v4/classic/parse.d.cts</a:t>
            </a:r>
          </a:p>
          <a:p>
            <a:pPr>
              <a:defRPr sz="1200"/>
            </a:pPr>
            <a:r>
              <a:t>D:/pasar_fix/node_modules/.bun/zod@3.25.76/node_modules/zod/v4/classic/parse.d.ts</a:t>
            </a:r>
          </a:p>
          <a:p>
            <a:pPr>
              <a:defRPr sz="1200"/>
            </a:pPr>
            <a:r>
              <a:t>D:/pasar_fix/node_modules/.bun/zod@3.25.76/node_modules/zod/v4/classic/parse.js</a:t>
            </a:r>
          </a:p>
          <a:p>
            <a:pPr>
              <a:defRPr sz="1200"/>
            </a:pPr>
            <a:r>
              <a:t>D:/pasar_fix/node_modules/.bun/zod@3.25.76/node_modules/zod/v4/classic/schemas.cjs</a:t>
            </a:r>
          </a:p>
          <a:p>
            <a:pPr>
              <a:defRPr sz="1200"/>
            </a:pPr>
            <a:r>
              <a:t>D:/pasar_fix/node_modules/.bun/zod@3.25.76/node_modules/zod/v4/classic/schemas.d.cts</a:t>
            </a:r>
          </a:p>
          <a:p>
            <a:pPr>
              <a:defRPr sz="1200"/>
            </a:pPr>
            <a:r>
              <a:t>D:/pasar_fix/node_modules/.bun/zod@3.25.76/node_modules/zod/v4/classic/schemas.d.ts</a:t>
            </a:r>
          </a:p>
          <a:p>
            <a:pPr>
              <a:defRPr sz="1200"/>
            </a:pPr>
            <a:r>
              <a:t>D:/pasar_fix/node_modules/.bun/zod@3.25.76/node_modules/zod/v4/classic/schemas.js</a:t>
            </a:r>
          </a:p>
          <a:p>
            <a:pPr>
              <a:defRPr sz="1200"/>
            </a:pPr>
            <a:r>
              <a:t>D:/pasar_fix/node_modules/.bun/zod@3.25.76/node_modules/zod/v4/core/api.cjs</a:t>
            </a:r>
          </a:p>
          <a:p>
            <a:pPr>
              <a:defRPr sz="1200"/>
            </a:pPr>
            <a:r>
              <a:t>D:/pasar_fix/node_modules/.bun/zod@3.25.76/node_modules/zod/v4/core/api.d.cts</a:t>
            </a:r>
          </a:p>
          <a:p>
            <a:pPr>
              <a:defRPr sz="1200"/>
            </a:pPr>
            <a:r>
              <a:t>D:/pasar_fix/node_modules/.bun/zod@3.25.76/node_modules/zod/v4/core/api.d.ts</a:t>
            </a:r>
          </a:p>
          <a:p>
            <a:pPr>
              <a:defRPr sz="1200"/>
            </a:pPr>
            <a:r>
              <a:t>D:/pasar_fix/node_modules/.bun/zod@3.25.76/node_modules/zod/v4/core/api.js</a:t>
            </a:r>
          </a:p>
          <a:p>
            <a:pPr>
              <a:defRPr sz="1200"/>
            </a:pPr>
            <a:r>
              <a:t>D:/pasar_fix/node_modules/.bun/zod@3.25.76/node_modules/zod/v4/core/checks.cjs</a:t>
            </a:r>
          </a:p>
          <a:p>
            <a:pPr>
              <a:defRPr sz="1200"/>
            </a:pPr>
            <a:r>
              <a:t>D:/pasar_fix/node_modules/.bun/zod@3.25.76/node_modules/zod/v4/core/checks.d.cts</a:t>
            </a:r>
          </a:p>
          <a:p>
            <a:pPr>
              <a:defRPr sz="1200"/>
            </a:pPr>
            <a:r>
              <a:t>D:/pasar_fix/node_modules/.bun/zod@3.25.76/node_modules/zod/v4/core/checks.d.ts</a:t>
            </a:r>
          </a:p>
          <a:p>
            <a:pPr>
              <a:defRPr sz="1200"/>
            </a:pPr>
            <a:r>
              <a:t>D:/pasar_fix/node_modules/.bun/zod@3.25.76/node_modules/zod/v4/core/checks.js</a:t>
            </a:r>
          </a:p>
          <a:p>
            <a:pPr>
              <a:defRPr sz="1200"/>
            </a:pPr>
            <a:r>
              <a:t>D:/pasar_fix/node_modules/.bun/zod@3.25.76/node_modules/zod/v4/core/core.cjs</a:t>
            </a:r>
          </a:p>
          <a:p>
            <a:pPr>
              <a:defRPr sz="1200"/>
            </a:pPr>
            <a:r>
              <a:t>D:/pasar_fix/node_modules/.bun/zod@3.25.76/node_modules/zod/v4/core/core.d.cts</a:t>
            </a:r>
          </a:p>
          <a:p>
            <a:pPr>
              <a:defRPr sz="1200"/>
            </a:pPr>
            <a:r>
              <a:t>D:/pasar_fix/node_modules/.bun/zod@3.25.76/node_modules/zod/v4/core/core.d.ts</a:t>
            </a:r>
          </a:p>
          <a:p>
            <a:pPr>
              <a:defRPr sz="1200"/>
            </a:pPr>
            <a:r>
              <a:t>D:/pasar_fix/node_modules/.bun/zod@3.25.76/node_modules/zod/v4/core/core.js</a:t>
            </a:r>
          </a:p>
          <a:p>
            <a:pPr>
              <a:defRPr sz="1200"/>
            </a:pPr>
            <a:r>
              <a:t>D:/pasar_fix/node_modules/.bun/zod@3.25.76/node_modules/zod/v4/core/doc.cjs</a:t>
            </a:r>
          </a:p>
          <a:p>
            <a:pPr>
              <a:defRPr sz="1200"/>
            </a:pPr>
            <a:r>
              <a:t>D:/pasar_fix/node_modules/.bun/zod@3.25.76/node_modules/zod/v4/core/doc.d.cts</a:t>
            </a:r>
          </a:p>
          <a:p>
            <a:pPr>
              <a:defRPr sz="1200"/>
            </a:pPr>
            <a:r>
              <a:t>D:/pasar_fix/node_modules/.bun/zod@3.25.76/node_modules/zod/v4/core/doc.d.ts</a:t>
            </a:r>
          </a:p>
          <a:p>
            <a:pPr>
              <a:defRPr sz="1200"/>
            </a:pPr>
            <a:r>
              <a:t>D:/pasar_fix/node_modules/.bun/zod@3.25.76/node_modules/zod/v4/core/doc.js</a:t>
            </a:r>
          </a:p>
          <a:p>
            <a:pPr>
              <a:defRPr sz="1200"/>
            </a:pPr>
            <a:r>
              <a:t>D:/pasar_fix/node_modules/.bun/zod@3.25.76/node_modules/zod/v4/core/errors.cjs</a:t>
            </a:r>
          </a:p>
          <a:p>
            <a:pPr>
              <a:defRPr sz="1200"/>
            </a:pPr>
            <a:r>
              <a:t>D:/pasar_fix/node_modules/.bun/zod@3.25.76/node_modules/zod/v4/core/errors.d.cts</a:t>
            </a:r>
          </a:p>
          <a:p>
            <a:pPr>
              <a:defRPr sz="1200"/>
            </a:pPr>
            <a:r>
              <a:t>D:/pasar_fix/node_modules/.bun/zod@3.25.76/node_modules/zod/v4/core/errors.d.ts</a:t>
            </a:r>
          </a:p>
          <a:p>
            <a:pPr>
              <a:defRPr sz="1200"/>
            </a:pPr>
            <a:r>
              <a:t>D:/pasar_fix/node_modules/.bun/zod@3.25.76/node_modules/zod/v4/core/errors.js</a:t>
            </a:r>
          </a:p>
          <a:p>
            <a:pPr>
              <a:defRPr sz="1200"/>
            </a:pPr>
            <a:r>
              <a:t>D:/pasar_fix/node_modules/.bun/zod@3.25.76/node_modules/zod/v4/core/function.cjs</a:t>
            </a:r>
          </a:p>
          <a:p>
            <a:pPr>
              <a:defRPr sz="1200"/>
            </a:pPr>
            <a:r>
              <a:t>D:/pasar_fix/node_modules/.bun/zod@3.25.76/node_modules/zod/v4/core/function.d.cts</a:t>
            </a:r>
          </a:p>
          <a:p>
            <a:pPr>
              <a:defRPr sz="1200"/>
            </a:pPr>
            <a:r>
              <a:t>D:/pasar_fix/node_modules/.bun/zod@3.25.76/node_modules/zod/v4/core/function.d.ts</a:t>
            </a:r>
          </a:p>
          <a:p>
            <a:pPr>
              <a:defRPr sz="1200"/>
            </a:pPr>
            <a:r>
              <a:t>D:/pasar_fix/node_modules/.bun/zod@3.25.76/node_modules/zod/v4/core/function.js</a:t>
            </a:r>
          </a:p>
          <a:p>
            <a:pPr>
              <a:defRPr sz="1200"/>
            </a:pPr>
            <a:r>
              <a:t>D:/pasar_fix/node_modules/.bun/zod@3.25.76/node_modules/zod/v4/core/index.cjs</a:t>
            </a:r>
          </a:p>
          <a:p>
            <a:pPr>
              <a:defRPr sz="1200"/>
            </a:pPr>
            <a:r>
              <a:t>D:/pasar_fix/node_modules/.bun/zod@3.25.76/node_modules/zod/v4/core/index.d.cts</a:t>
            </a:r>
          </a:p>
          <a:p>
            <a:pPr>
              <a:defRPr sz="1200"/>
            </a:pPr>
            <a:r>
              <a:t>D:/pasar_fix/node_modules/.bun/zod@3.25.76/node_modules/zod/v4/core/index.d.ts</a:t>
            </a:r>
          </a:p>
          <a:p>
            <a:pPr>
              <a:defRPr sz="1200"/>
            </a:pPr>
            <a:r>
              <a:t>D:/pasar_fix/node_modules/.bun/zod@3.25.76/node_modules/zod/v4/core/index.js</a:t>
            </a:r>
          </a:p>
          <a:p>
            <a:pPr>
              <a:defRPr sz="1200"/>
            </a:pPr>
            <a:r>
              <a:t>D:/pasar_fix/node_modules/.bun/zod@3.25.76/node_modules/zod/v4/core/json-schema.cjs</a:t>
            </a:r>
          </a:p>
          <a:p>
            <a:pPr>
              <a:defRPr sz="1200"/>
            </a:pPr>
            <a:r>
              <a:t>D:/pasar_fix/node_modules/.bun/zod@3.25.76/node_modules/zod/v4/core/json-schema.d.cts</a:t>
            </a:r>
          </a:p>
          <a:p>
            <a:pPr>
              <a:defRPr sz="1200"/>
            </a:pPr>
            <a:r>
              <a:t>D:/pasar_fix/node_modules/.bun/zod@3.25.76/node_modules/zod/v4/core/json-schema.d.ts</a:t>
            </a:r>
          </a:p>
          <a:p>
            <a:pPr>
              <a:defRPr sz="1200"/>
            </a:pPr>
            <a:r>
              <a:t>D:/pasar_fix/node_modules/.bun/zod@3.25.76/node_modules/zod/v4/core/json-schema.js</a:t>
            </a:r>
          </a:p>
          <a:p>
            <a:pPr>
              <a:defRPr sz="1200"/>
            </a:pPr>
            <a:r>
              <a:t>D:/pasar_fix/node_modules/.bun/zod@3.25.76/node_modules/zod/v4/core/parse.cjs</a:t>
            </a:r>
          </a:p>
          <a:p>
            <a:pPr>
              <a:defRPr sz="1200"/>
            </a:pPr>
            <a:r>
              <a:t>D:/pasar_fix/node_modules/.bun/zod@3.25.76/node_modules/zod/v4/core/parse.d.cts</a:t>
            </a:r>
          </a:p>
          <a:p>
            <a:pPr>
              <a:defRPr sz="1200"/>
            </a:pPr>
            <a:r>
              <a:t>D:/pasar_fix/node_modules/.bun/zod@3.25.76/node_modules/zod/v4/core/parse.d.ts</a:t>
            </a:r>
          </a:p>
          <a:p>
            <a:pPr>
              <a:defRPr sz="1200"/>
            </a:pPr>
            <a:r>
              <a:t>D:/pasar_fix/node_modules/.bun/zod@3.25.76/node_modules/zod/v4/core/parse.js</a:t>
            </a:r>
          </a:p>
          <a:p>
            <a:pPr>
              <a:defRPr sz="1200"/>
            </a:pPr>
            <a:r>
              <a:t>D:/pasar_fix/node_modules/.bun/zod@3.25.76/node_modules/zod/v4/core/regexes.cjs</a:t>
            </a:r>
          </a:p>
          <a:p>
            <a:pPr>
              <a:defRPr sz="1200"/>
            </a:pPr>
            <a:r>
              <a:t>D:/pasar_fix/node_modules/.bun/zod@3.25.76/node_modules/zod/v4/core/regexes.d.cts</a:t>
            </a:r>
          </a:p>
          <a:p>
            <a:pPr>
              <a:defRPr sz="1200"/>
            </a:pPr>
            <a:r>
              <a:t>D:/pasar_fix/node_modules/.bun/zod@3.25.76/node_modules/zod/v4/core/regexes.d.ts</a:t>
            </a:r>
          </a:p>
          <a:p>
            <a:pPr>
              <a:defRPr sz="1200"/>
            </a:pPr>
            <a:r>
              <a:t>D:/pasar_fix/node_modules/.bun/zod@3.25.76/node_modules/zod/v4/core/regexes.js</a:t>
            </a:r>
          </a:p>
          <a:p>
            <a:pPr>
              <a:defRPr sz="1200"/>
            </a:pPr>
            <a:r>
              <a:t>D:/pasar_fix/node_modules/.bun/zod@3.25.76/node_modules/zod/v4/core/registries.cjs</a:t>
            </a:r>
          </a:p>
          <a:p>
            <a:pPr>
              <a:defRPr sz="1200"/>
            </a:pPr>
            <a:r>
              <a:t>D:/pasar_fix/node_modules/.bun/zod@3.25.76/node_modules/zod/v4/core/registries.d.cts</a:t>
            </a:r>
          </a:p>
          <a:p>
            <a:pPr>
              <a:defRPr sz="1200"/>
            </a:pPr>
            <a:r>
              <a:t>D:/pasar_fix/node_modules/.bun/zod@3.25.76/node_modules/zod/v4/core/registries.d.ts</a:t>
            </a:r>
          </a:p>
          <a:p>
            <a:pPr>
              <a:defRPr sz="1200"/>
            </a:pPr>
            <a:r>
              <a:t>D:/pasar_fix/node_modules/.bun/zod@3.25.76/node_modules/zod/v4/core/registries.js</a:t>
            </a:r>
          </a:p>
          <a:p>
            <a:pPr>
              <a:defRPr sz="1200"/>
            </a:pPr>
            <a:r>
              <a:t>D:/pasar_fix/node_modules/.bun/zod@3.25.76/node_modules/zod/v4/core/schemas.cjs</a:t>
            </a:r>
          </a:p>
          <a:p>
            <a:pPr>
              <a:defRPr sz="1200"/>
            </a:pPr>
            <a:r>
              <a:t>D:/pasar_fix/node_modules/.bun/zod@3.25.76/node_modules/zod/v4/core/schemas.d.cts</a:t>
            </a:r>
          </a:p>
          <a:p>
            <a:pPr>
              <a:defRPr sz="1200"/>
            </a:pPr>
            <a:r>
              <a:t>D:/pasar_fix/node_modules/.bun/zod@3.25.76/node_modules/zod/v4/core/schemas.d.ts</a:t>
            </a:r>
          </a:p>
          <a:p>
            <a:pPr>
              <a:defRPr sz="1200"/>
            </a:pPr>
            <a:r>
              <a:t>D:/pasar_fix/node_modules/.bun/zod@3.25.76/node_modules/zod/v4/core/schemas.js</a:t>
            </a:r>
          </a:p>
          <a:p>
            <a:pPr>
              <a:defRPr sz="1200"/>
            </a:pPr>
            <a:r>
              <a:t>D:/pasar_fix/node_modules/.bun/zod@3.25.76/node_modules/zod/v4/core/standard-schema.cjs</a:t>
            </a:r>
          </a:p>
          <a:p>
            <a:pPr>
              <a:defRPr sz="1200"/>
            </a:pPr>
            <a:r>
              <a:t>D:/pasar_fix/node_modules/.bun/zod@3.25.76/node_modules/zod/v4/core/standard-schema.d.cts</a:t>
            </a:r>
          </a:p>
          <a:p>
            <a:pPr>
              <a:defRPr sz="1200"/>
            </a:pPr>
            <a:r>
              <a:t>D:/pasar_fix/node_modules/.bun/zod@3.25.76/node_modules/zod/v4/core/standard-schema.d.ts</a:t>
            </a:r>
          </a:p>
          <a:p>
            <a:pPr>
              <a:defRPr sz="1200"/>
            </a:pPr>
            <a:r>
              <a:t>D:/pasar_fix/node_modules/.bun/zod@3.25.76/node_modules/zod/v4/core/standard-schema.js</a:t>
            </a:r>
          </a:p>
          <a:p>
            <a:pPr>
              <a:defRPr sz="1200"/>
            </a:pPr>
            <a:r>
              <a:t>D:/pasar_fix/node_modules/.bun/zod@3.25.76/node_modules/zod/v4/core/to-json-schema.cjs</a:t>
            </a:r>
          </a:p>
          <a:p>
            <a:pPr>
              <a:defRPr sz="1200"/>
            </a:pPr>
            <a:r>
              <a:t>D:/pasar_fix/node_modules/.bun/zod@3.25.76/node_modules/zod/v4/core/to-json-schema.d.cts</a:t>
            </a:r>
          </a:p>
          <a:p>
            <a:pPr>
              <a:defRPr sz="1200"/>
            </a:pPr>
            <a:r>
              <a:t>D:/pasar_fix/node_modules/.bun/zod@3.25.76/node_modules/zod/v4/core/to-json-schema.d.ts</a:t>
            </a:r>
          </a:p>
          <a:p>
            <a:pPr>
              <a:defRPr sz="1200"/>
            </a:pPr>
            <a:r>
              <a:t>D:/pasar_fix/node_modules/.bun/zod@3.25.76/node_modules/zod/v4/core/to-json-schema.js</a:t>
            </a:r>
          </a:p>
          <a:p>
            <a:pPr>
              <a:defRPr sz="1200"/>
            </a:pPr>
            <a:r>
              <a:t>D:/pasar_fix/node_modules/.bun/zod@3.25.76/node_modules/zod/v4/core/util.cjs</a:t>
            </a:r>
          </a:p>
          <a:p>
            <a:pPr>
              <a:defRPr sz="1200"/>
            </a:pPr>
            <a:r>
              <a:t>D:/pasar_fix/node_modules/.bun/zod@3.25.76/node_modules/zod/v4/core/util.d.cts</a:t>
            </a:r>
          </a:p>
          <a:p>
            <a:pPr>
              <a:defRPr sz="1200"/>
            </a:pPr>
            <a:r>
              <a:t>D:/pasar_fix/node_modules/.bun/zod@3.25.76/node_modules/zod/v4/core/util.d.ts</a:t>
            </a:r>
          </a:p>
          <a:p>
            <a:pPr>
              <a:defRPr sz="1200"/>
            </a:pPr>
            <a:r>
              <a:t>D:/pasar_fix/node_modules/.bun/zod@3.25.76/node_modules/zod/v4/core/util.js</a:t>
            </a:r>
          </a:p>
          <a:p>
            <a:pPr>
              <a:defRPr sz="1200"/>
            </a:pPr>
            <a:r>
              <a:t>D:/pasar_fix/node_modules/.bun/zod@3.25.76/node_modules/zod/v4/core/versions.cjs</a:t>
            </a:r>
          </a:p>
          <a:p>
            <a:pPr>
              <a:defRPr sz="1200"/>
            </a:pPr>
            <a:r>
              <a:t>D:/pasar_fix/node_modules/.bun/zod@3.25.76/node_modules/zod/v4/core/versions.d.cts</a:t>
            </a:r>
          </a:p>
          <a:p>
            <a:pPr>
              <a:defRPr sz="1200"/>
            </a:pPr>
            <a:r>
              <a:t>D:/pasar_fix/node_modules/.bun/zod@3.25.76/node_modules/zod/v4/core/versions.d.ts</a:t>
            </a:r>
          </a:p>
          <a:p>
            <a:pPr>
              <a:defRPr sz="1200"/>
            </a:pPr>
            <a:r>
              <a:t>D:/pasar_fix/node_modules/.bun/zod@3.25.76/node_modules/zod/v4/core/versions.js</a:t>
            </a:r>
          </a:p>
          <a:p>
            <a:pPr>
              <a:defRPr sz="1200"/>
            </a:pPr>
            <a:r>
              <a:t>D:/pasar_fix/node_modules/.bun/zod@3.25.76/node_modules/zod/v4/locales/ar.cjs</a:t>
            </a:r>
          </a:p>
          <a:p>
            <a:pPr>
              <a:defRPr sz="1200"/>
            </a:pPr>
            <a:r>
              <a:t>D:/pasar_fix/node_modules/.bun/zod@3.25.76/node_modules/zod/v4/locales/ar.d.cts</a:t>
            </a:r>
          </a:p>
          <a:p>
            <a:pPr>
              <a:defRPr sz="1200"/>
            </a:pPr>
            <a:r>
              <a:t>D:/pasar_fix/node_modules/.bun/zod@3.25.76/node_modules/zod/v4/locales/ar.d.ts</a:t>
            </a:r>
          </a:p>
          <a:p>
            <a:pPr>
              <a:defRPr sz="1200"/>
            </a:pPr>
            <a:r>
              <a:t>D:/pasar_fix/node_modules/.bun/zod@3.25.76/node_modules/zod/v4/locales/ar.js</a:t>
            </a:r>
          </a:p>
          <a:p>
            <a:pPr>
              <a:defRPr sz="1200"/>
            </a:pPr>
            <a:r>
              <a:t>D:/pasar_fix/node_modules/.bun/zod@3.25.76/node_modules/zod/v4/locales/az.cjs</a:t>
            </a:r>
          </a:p>
          <a:p>
            <a:pPr>
              <a:defRPr sz="1200"/>
            </a:pPr>
            <a:r>
              <a:t>D:/pasar_fix/node_modules/.bun/zod@3.25.76/node_modules/zod/v4/locales/az.d.cts</a:t>
            </a:r>
          </a:p>
          <a:p>
            <a:pPr>
              <a:defRPr sz="1200"/>
            </a:pPr>
            <a:r>
              <a:t>D:/pasar_fix/node_modules/.bun/zod@3.25.76/node_modules/zod/v4/locales/az.d.ts</a:t>
            </a:r>
          </a:p>
          <a:p>
            <a:pPr>
              <a:defRPr sz="1200"/>
            </a:pPr>
            <a:r>
              <a:t>D:/pasar_fix/node_modules/.bun/zod@3.25.76/node_modules/zod/v4/locales/az.js</a:t>
            </a:r>
          </a:p>
          <a:p>
            <a:pPr>
              <a:defRPr sz="1200"/>
            </a:pPr>
            <a:r>
              <a:t>D:/pasar_fix/node_modules/.bun/zod@3.25.76/node_modules/zod/v4/locales/be.cjs</a:t>
            </a:r>
          </a:p>
          <a:p>
            <a:pPr>
              <a:defRPr sz="1200"/>
            </a:pPr>
            <a:r>
              <a:t>D:/pasar_fix/node_modules/.bun/zod@3.25.76/node_modules/zod/v4/locales/be.d.cts</a:t>
            </a:r>
          </a:p>
          <a:p>
            <a:pPr>
              <a:defRPr sz="1200"/>
            </a:pPr>
            <a:r>
              <a:t>D:/pasar_fix/node_modules/.bun/zod@3.25.76/node_modules/zod/v4/locales/be.d.ts</a:t>
            </a:r>
          </a:p>
          <a:p>
            <a:pPr>
              <a:defRPr sz="1200"/>
            </a:pPr>
            <a:r>
              <a:t>D:/pasar_fix/node_modules/.bun/zod@3.25.76/node_modules/zod/v4/locales/be.js</a:t>
            </a:r>
          </a:p>
          <a:p>
            <a:pPr>
              <a:defRPr sz="1200"/>
            </a:pPr>
            <a:r>
              <a:t>D:/pasar_fix/node_modules/.bun/zod@3.25.76/node_modules/zod/v4/locales/ca.cjs</a:t>
            </a:r>
          </a:p>
          <a:p>
            <a:pPr>
              <a:defRPr sz="1200"/>
            </a:pPr>
            <a:r>
              <a:t>D:/pasar_fix/node_modules/.bun/zod@3.25.76/node_modules/zod/v4/locales/ca.d.cts</a:t>
            </a:r>
          </a:p>
          <a:p>
            <a:pPr>
              <a:defRPr sz="1200"/>
            </a:pPr>
            <a:r>
              <a:t>D:/pasar_fix/node_modules/.bun/zod@3.25.76/node_modules/zod/v4/locales/ca.d.ts</a:t>
            </a:r>
          </a:p>
          <a:p>
            <a:pPr>
              <a:defRPr sz="1200"/>
            </a:pPr>
            <a:r>
              <a:t>D:/pasar_fix/node_modules/.bun/zod@3.25.76/node_modules/zod/v4/locales/ca.js</a:t>
            </a:r>
          </a:p>
          <a:p>
            <a:pPr>
              <a:defRPr sz="1200"/>
            </a:pPr>
            <a:r>
              <a:t>D:/pasar_fix/node_modules/.bun/zod@3.25.76/node_modules/zod/v4/locales/cs.cjs</a:t>
            </a:r>
          </a:p>
          <a:p>
            <a:pPr>
              <a:defRPr sz="1200"/>
            </a:pPr>
            <a:r>
              <a:t>D:/pasar_fix/node_modules/.bun/zod@3.25.76/node_modules/zod/v4/locales/cs.d.cts</a:t>
            </a:r>
          </a:p>
          <a:p>
            <a:pPr>
              <a:defRPr sz="1200"/>
            </a:pPr>
            <a:r>
              <a:t>D:/pasar_fix/node_modules/.bun/zod@3.25.76/node_modules/zod/v4/locales/cs.d.ts</a:t>
            </a:r>
          </a:p>
          <a:p>
            <a:pPr>
              <a:defRPr sz="1200"/>
            </a:pPr>
            <a:r>
              <a:t>D:/pasar_fix/node_modules/.bun/zod@3.25.76/node_modules/zod/v4/locales/cs.js</a:t>
            </a:r>
          </a:p>
          <a:p>
            <a:pPr>
              <a:defRPr sz="1200"/>
            </a:pPr>
            <a:r>
              <a:t>D:/pasar_fix/node_modules/.bun/zod@3.25.76/node_modules/zod/v4/locales/de.cjs</a:t>
            </a:r>
          </a:p>
          <a:p>
            <a:pPr>
              <a:defRPr sz="1200"/>
            </a:pPr>
            <a:r>
              <a:t>D:/pasar_fix/node_modules/.bun/zod@3.25.76/node_modules/zod/v4/locales/de.d.cts</a:t>
            </a:r>
          </a:p>
          <a:p>
            <a:pPr>
              <a:defRPr sz="1200"/>
            </a:pPr>
            <a:r>
              <a:t>D:/pasar_fix/node_modules/.bun/zod@3.25.76/node_modules/zod/v4/locales/de.d.ts</a:t>
            </a:r>
          </a:p>
          <a:p>
            <a:pPr>
              <a:defRPr sz="1200"/>
            </a:pPr>
            <a:r>
              <a:t>D:/pasar_fix/node_modules/.bun/zod@3.25.76/node_modules/zod/v4/locales/de.js</a:t>
            </a:r>
          </a:p>
          <a:p>
            <a:pPr>
              <a:defRPr sz="1200"/>
            </a:pPr>
            <a:r>
              <a:t>D:/pasar_fix/node_modules/.bun/zod@3.25.76/node_modules/zod/v4/locales/en.cjs</a:t>
            </a:r>
          </a:p>
          <a:p>
            <a:pPr>
              <a:defRPr sz="1200"/>
            </a:pPr>
            <a:r>
              <a:t>D:/pasar_fix/node_modules/.bun/zod@3.25.76/node_modules/zod/v4/locales/en.d.cts</a:t>
            </a:r>
          </a:p>
          <a:p>
            <a:pPr>
              <a:defRPr sz="1200"/>
            </a:pPr>
            <a:r>
              <a:t>D:/pasar_fix/node_modules/.bun/zod@3.25.76/node_modules/zod/v4/locales/en.d.ts</a:t>
            </a:r>
          </a:p>
          <a:p>
            <a:pPr>
              <a:defRPr sz="1200"/>
            </a:pPr>
            <a:r>
              <a:t>D:/pasar_fix/node_modules/.bun/zod@3.25.76/node_modules/zod/v4/locales/en.js</a:t>
            </a:r>
          </a:p>
          <a:p>
            <a:pPr>
              <a:defRPr sz="1200"/>
            </a:pPr>
            <a:r>
              <a:t>D:/pasar_fix/node_modules/.bun/zod@3.25.76/node_modules/zod/v4/locales/eo.cjs</a:t>
            </a:r>
          </a:p>
          <a:p>
            <a:pPr>
              <a:defRPr sz="1200"/>
            </a:pPr>
            <a:r>
              <a:t>D:/pasar_fix/node_modules/.bun/zod@3.25.76/node_modules/zod/v4/locales/eo.d.cts</a:t>
            </a:r>
          </a:p>
          <a:p>
            <a:pPr>
              <a:defRPr sz="1200"/>
            </a:pPr>
            <a:r>
              <a:t>D:/pasar_fix/node_modules/.bun/zod@3.25.76/node_modules/zod/v4/locales/eo.d.ts</a:t>
            </a:r>
          </a:p>
          <a:p>
            <a:pPr>
              <a:defRPr sz="1200"/>
            </a:pPr>
            <a:r>
              <a:t>D:/pasar_fix/node_modules/.bun/zod@3.25.76/node_modules/zod/v4/locales/eo.js</a:t>
            </a:r>
          </a:p>
          <a:p>
            <a:pPr>
              <a:defRPr sz="1200"/>
            </a:pPr>
            <a:r>
              <a:t>D:/pasar_fix/node_modules/.bun/zod@3.25.76/node_modules/zod/v4/locales/es.cjs</a:t>
            </a:r>
          </a:p>
          <a:p>
            <a:pPr>
              <a:defRPr sz="1200"/>
            </a:pPr>
            <a:r>
              <a:t>D:/pasar_fix/node_modules/.bun/zod@3.25.76/node_modules/zod/v4/locales/es.d.cts</a:t>
            </a:r>
          </a:p>
          <a:p>
            <a:pPr>
              <a:defRPr sz="1200"/>
            </a:pPr>
            <a:r>
              <a:t>D:/pasar_fix/node_modules/.bun/zod@3.25.76/node_modules/zod/v4/locales/es.d.ts</a:t>
            </a:r>
          </a:p>
          <a:p>
            <a:pPr>
              <a:defRPr sz="1200"/>
            </a:pPr>
            <a:r>
              <a:t>D:/pasar_fix/node_modules/.bun/zod@3.25.76/node_modules/zod/v4/locales/es.js</a:t>
            </a:r>
          </a:p>
          <a:p>
            <a:pPr>
              <a:defRPr sz="1200"/>
            </a:pPr>
            <a:r>
              <a:t>D:/pasar_fix/node_modules/.bun/zod@3.25.76/node_modules/zod/v4/locales/fa.cjs</a:t>
            </a:r>
          </a:p>
          <a:p>
            <a:pPr>
              <a:defRPr sz="1200"/>
            </a:pPr>
            <a:r>
              <a:t>D:/pasar_fix/node_modules/.bun/zod@3.25.76/node_modules/zod/v4/locales/fa.d.cts</a:t>
            </a:r>
          </a:p>
          <a:p>
            <a:pPr>
              <a:defRPr sz="1200"/>
            </a:pPr>
            <a:r>
              <a:t>D:/pasar_fix/node_modules/.bun/zod@3.25.76/node_modules/zod/v4/locales/fa.d.ts</a:t>
            </a:r>
          </a:p>
          <a:p>
            <a:pPr>
              <a:defRPr sz="1200"/>
            </a:pPr>
            <a:r>
              <a:t>D:/pasar_fix/node_modules/.bun/zod@3.25.76/node_modules/zod/v4/locales/fa.js</a:t>
            </a:r>
          </a:p>
          <a:p>
            <a:pPr>
              <a:defRPr sz="1200"/>
            </a:pPr>
            <a:r>
              <a:t>D:/pasar_fix/node_modules/.bun/zod@3.25.76/node_modules/zod/v4/locales/fi.cjs</a:t>
            </a:r>
          </a:p>
          <a:p>
            <a:pPr>
              <a:defRPr sz="1200"/>
            </a:pPr>
            <a:r>
              <a:t>D:/pasar_fix/node_modules/.bun/zod@3.25.76/node_modules/zod/v4/locales/fi.d.cts</a:t>
            </a:r>
          </a:p>
          <a:p>
            <a:pPr>
              <a:defRPr sz="1200"/>
            </a:pPr>
            <a:r>
              <a:t>D:/pasar_fix/node_modules/.bun/zod@3.25.76/node_modules/zod/v4/locales/fi.d.ts</a:t>
            </a:r>
          </a:p>
          <a:p>
            <a:pPr>
              <a:defRPr sz="1200"/>
            </a:pPr>
            <a:r>
              <a:t>D:/pasar_fix/node_modules/.bun/zod@3.25.76/node_modules/zod/v4/locales/fi.js</a:t>
            </a:r>
          </a:p>
          <a:p>
            <a:pPr>
              <a:defRPr sz="1200"/>
            </a:pPr>
            <a:r>
              <a:t>D:/pasar_fix/node_modules/.bun/zod@3.25.76/node_modules/zod/v4/locales/fr-CA.cjs</a:t>
            </a:r>
          </a:p>
          <a:p>
            <a:pPr>
              <a:defRPr sz="1200"/>
            </a:pPr>
            <a:r>
              <a:t>D:/pasar_fix/node_modules/.bun/zod@3.25.76/node_modules/zod/v4/locales/fr-CA.d.cts</a:t>
            </a:r>
          </a:p>
          <a:p>
            <a:pPr>
              <a:defRPr sz="1200"/>
            </a:pPr>
            <a:r>
              <a:t>D:/pasar_fix/node_modules/.bun/zod@3.25.76/node_modules/zod/v4/locales/fr-CA.d.ts</a:t>
            </a:r>
          </a:p>
          <a:p>
            <a:pPr>
              <a:defRPr sz="1200"/>
            </a:pPr>
            <a:r>
              <a:t>D:/pasar_fix/node_modules/.bun/zod@3.25.76/node_modules/zod/v4/locales/fr-CA.js</a:t>
            </a:r>
          </a:p>
          <a:p>
            <a:pPr>
              <a:defRPr sz="1200"/>
            </a:pPr>
            <a:r>
              <a:t>D:/pasar_fix/node_modules/.bun/zod@3.25.76/node_modules/zod/v4/locales/fr.cjs</a:t>
            </a:r>
          </a:p>
          <a:p>
            <a:pPr>
              <a:defRPr sz="1200"/>
            </a:pPr>
            <a:r>
              <a:t>D:/pasar_fix/node_modules/.bun/zod@3.25.76/node_modules/zod/v4/locales/fr.d.cts</a:t>
            </a:r>
          </a:p>
          <a:p>
            <a:pPr>
              <a:defRPr sz="1200"/>
            </a:pPr>
            <a:r>
              <a:t>D:/pasar_fix/node_modules/.bun/zod@3.25.76/node_modules/zod/v4/locales/fr.d.ts</a:t>
            </a:r>
          </a:p>
          <a:p>
            <a:pPr>
              <a:defRPr sz="1200"/>
            </a:pPr>
            <a:r>
              <a:t>D:/pasar_fix/node_modules/.bun/zod@3.25.76/node_modules/zod/v4/locales/fr.js</a:t>
            </a:r>
          </a:p>
          <a:p>
            <a:pPr>
              <a:defRPr sz="1200"/>
            </a:pPr>
            <a:r>
              <a:t>D:/pasar_fix/node_modules/.bun/zod@3.25.76/node_modules/zod/v4/locales/he.cjs</a:t>
            </a:r>
          </a:p>
          <a:p>
            <a:pPr>
              <a:defRPr sz="1200"/>
            </a:pPr>
            <a:r>
              <a:t>D:/pasar_fix/node_modules/.bun/zod@3.25.76/node_modules/zod/v4/locales/he.d.cts</a:t>
            </a:r>
          </a:p>
          <a:p>
            <a:pPr>
              <a:defRPr sz="1200"/>
            </a:pPr>
            <a:r>
              <a:t>D:/pasar_fix/node_modules/.bun/zod@3.25.76/node_modules/zod/v4/locales/he.d.ts</a:t>
            </a:r>
          </a:p>
          <a:p>
            <a:pPr>
              <a:defRPr sz="1200"/>
            </a:pPr>
            <a:r>
              <a:t>D:/pasar_fix/node_modules/.bun/zod@3.25.76/node_modules/zod/v4/locales/he.js</a:t>
            </a:r>
          </a:p>
          <a:p>
            <a:pPr>
              <a:defRPr sz="1200"/>
            </a:pPr>
            <a:r>
              <a:t>D:/pasar_fix/node_modules/.bun/zod@3.25.76/node_modules/zod/v4/locales/hu.cjs</a:t>
            </a:r>
          </a:p>
          <a:p>
            <a:pPr>
              <a:defRPr sz="1200"/>
            </a:pPr>
            <a:r>
              <a:t>D:/pasar_fix/node_modules/.bun/zod@3.25.76/node_modules/zod/v4/locales/hu.d.cts</a:t>
            </a:r>
          </a:p>
          <a:p>
            <a:pPr>
              <a:defRPr sz="1200"/>
            </a:pPr>
            <a:r>
              <a:t>D:/pasar_fix/node_modules/.bun/zod@3.25.76/node_modules/zod/v4/locales/hu.d.ts</a:t>
            </a:r>
          </a:p>
          <a:p>
            <a:pPr>
              <a:defRPr sz="1200"/>
            </a:pPr>
            <a:r>
              <a:t>D:/pasar_fix/node_modules/.bun/zod@3.25.76/node_modules/zod/v4/locales/hu.js</a:t>
            </a:r>
          </a:p>
          <a:p>
            <a:pPr>
              <a:defRPr sz="1200"/>
            </a:pPr>
            <a:r>
              <a:t>D:/pasar_fix/node_modules/.bun/zod@3.25.76/node_modules/zod/v4/locales/id.cjs</a:t>
            </a:r>
          </a:p>
          <a:p>
            <a:pPr>
              <a:defRPr sz="1200"/>
            </a:pPr>
            <a:r>
              <a:t>D:/pasar_fix/node_modules/.bun/zod@3.25.76/node_modules/zod/v4/locales/id.d.cts</a:t>
            </a:r>
          </a:p>
          <a:p>
            <a:pPr>
              <a:defRPr sz="1200"/>
            </a:pPr>
            <a:r>
              <a:t>D:/pasar_fix/node_modules/.bun/zod@3.25.76/node_modules/zod/v4/locales/id.d.ts</a:t>
            </a:r>
          </a:p>
          <a:p>
            <a:pPr>
              <a:defRPr sz="1200"/>
            </a:pPr>
            <a:r>
              <a:t>D:/pasar_fix/node_modules/.bun/zod@3.25.76/node_modules/zod/v4/locales/id.js</a:t>
            </a:r>
          </a:p>
          <a:p>
            <a:pPr>
              <a:defRPr sz="1200"/>
            </a:pPr>
            <a:r>
              <a:t>D:/pasar_fix/node_modules/.bun/zod@3.25.76/node_modules/zod/v4/locales/index.cjs</a:t>
            </a:r>
          </a:p>
          <a:p>
            <a:pPr>
              <a:defRPr sz="1200"/>
            </a:pPr>
            <a:r>
              <a:t>D:/pasar_fix/node_modules/.bun/zod@3.25.76/node_modules/zod/v4/locales/index.d.cts</a:t>
            </a:r>
          </a:p>
          <a:p>
            <a:pPr>
              <a:defRPr sz="1200"/>
            </a:pPr>
            <a:r>
              <a:t>D:/pasar_fix/node_modules/.bun/zod@3.25.76/node_modules/zod/v4/locales/index.d.ts</a:t>
            </a:r>
          </a:p>
          <a:p>
            <a:pPr>
              <a:defRPr sz="1200"/>
            </a:pPr>
            <a:r>
              <a:t>D:/pasar_fix/node_modules/.bun/zod@3.25.76/node_modules/zod/v4/locales/index.js</a:t>
            </a:r>
          </a:p>
          <a:p>
            <a:pPr>
              <a:defRPr sz="1200"/>
            </a:pPr>
            <a:r>
              <a:t>D:/pasar_fix/node_modules/.bun/zod@3.25.76/node_modules/zod/v4/locales/it.cjs</a:t>
            </a:r>
          </a:p>
          <a:p>
            <a:pPr>
              <a:defRPr sz="1200"/>
            </a:pPr>
            <a:r>
              <a:t>D:/pasar_fix/node_modules/.bun/zod@3.25.76/node_modules/zod/v4/locales/it.d.cts</a:t>
            </a:r>
          </a:p>
          <a:p>
            <a:pPr>
              <a:defRPr sz="1200"/>
            </a:pPr>
            <a:r>
              <a:t>D:/pasar_fix/node_modules/.bun/zod@3.25.76/node_modules/zod/v4/locales/it.d.ts</a:t>
            </a:r>
          </a:p>
          <a:p>
            <a:pPr>
              <a:defRPr sz="1200"/>
            </a:pPr>
            <a:r>
              <a:t>D:/pasar_fix/node_modules/.bun/zod@3.25.76/node_modules/zod/v4/locales/it.js</a:t>
            </a:r>
          </a:p>
          <a:p>
            <a:pPr>
              <a:defRPr sz="1200"/>
            </a:pPr>
            <a:r>
              <a:t>D:/pasar_fix/node_modules/.bun/zod@3.25.76/node_modules/zod/v4/locales/ja.cjs</a:t>
            </a:r>
          </a:p>
          <a:p>
            <a:pPr>
              <a:defRPr sz="1200"/>
            </a:pPr>
            <a:r>
              <a:t>D:/pasar_fix/node_modules/.bun/zod@3.25.76/node_modules/zod/v4/locales/ja.d.cts</a:t>
            </a:r>
          </a:p>
          <a:p>
            <a:pPr>
              <a:defRPr sz="1200"/>
            </a:pPr>
            <a:r>
              <a:t>D:/pasar_fix/node_modules/.bun/zod@3.25.76/node_modules/zod/v4/locales/ja.d.ts</a:t>
            </a:r>
          </a:p>
          <a:p>
            <a:pPr>
              <a:defRPr sz="1200"/>
            </a:pPr>
            <a:r>
              <a:t>D:/pasar_fix/node_modules/.bun/zod@3.25.76/node_modules/zod/v4/locales/ja.js</a:t>
            </a:r>
          </a:p>
          <a:p>
            <a:pPr>
              <a:defRPr sz="1200"/>
            </a:pPr>
            <a:r>
              <a:t>D:/pasar_fix/node_modules/.bun/zod@3.25.76/node_modules/zod/v4/locales/kh.cjs</a:t>
            </a:r>
          </a:p>
          <a:p>
            <a:pPr>
              <a:defRPr sz="1200"/>
            </a:pPr>
            <a:r>
              <a:t>D:/pasar_fix/node_modules/.bun/zod@3.25.76/node_modules/zod/v4/locales/kh.d.cts</a:t>
            </a:r>
          </a:p>
          <a:p>
            <a:pPr>
              <a:defRPr sz="1200"/>
            </a:pPr>
            <a:r>
              <a:t>D:/pasar_fix/node_modules/.bun/zod@3.25.76/node_modules/zod/v4/locales/kh.d.ts</a:t>
            </a:r>
          </a:p>
          <a:p>
            <a:pPr>
              <a:defRPr sz="1200"/>
            </a:pPr>
            <a:r>
              <a:t>D:/pasar_fix/node_modules/.bun/zod@3.25.76/node_modules/zod/v4/locales/kh.js</a:t>
            </a:r>
          </a:p>
          <a:p>
            <a:pPr>
              <a:defRPr sz="1200"/>
            </a:pPr>
            <a:r>
              <a:t>D:/pasar_fix/node_modules/.bun/zod@3.25.76/node_modules/zod/v4/locales/ko.cjs</a:t>
            </a:r>
          </a:p>
          <a:p>
            <a:pPr>
              <a:defRPr sz="1200"/>
            </a:pPr>
            <a:r>
              <a:t>D:/pasar_fix/node_modules/.bun/zod@3.25.76/node_modules/zod/v4/locales/ko.d.cts</a:t>
            </a:r>
          </a:p>
          <a:p>
            <a:pPr>
              <a:defRPr sz="1200"/>
            </a:pPr>
            <a:r>
              <a:t>D:/pasar_fix/node_modules/.bun/zod@3.25.76/node_modules/zod/v4/locales/ko.d.ts</a:t>
            </a:r>
          </a:p>
          <a:p>
            <a:pPr>
              <a:defRPr sz="1200"/>
            </a:pPr>
            <a:r>
              <a:t>D:/pasar_fix/node_modules/.bun/zod@3.25.76/node_modules/zod/v4/locales/ko.js</a:t>
            </a:r>
          </a:p>
          <a:p>
            <a:pPr>
              <a:defRPr sz="1200"/>
            </a:pPr>
            <a:r>
              <a:t>D:/pasar_fix/node_modules/.bun/zod@3.25.76/node_modules/zod/v4/locales/mk.cjs</a:t>
            </a:r>
          </a:p>
          <a:p>
            <a:pPr>
              <a:defRPr sz="1200"/>
            </a:pPr>
            <a:r>
              <a:t>D:/pasar_fix/node_modules/.bun/zod@3.25.76/node_modules/zod/v4/locales/mk.d.cts</a:t>
            </a:r>
          </a:p>
          <a:p>
            <a:pPr>
              <a:defRPr sz="1200"/>
            </a:pPr>
            <a:r>
              <a:t>D:/pasar_fix/node_modules/.bun/zod@3.25.76/node_modules/zod/v4/locales/mk.d.ts</a:t>
            </a:r>
          </a:p>
          <a:p>
            <a:pPr>
              <a:defRPr sz="1200"/>
            </a:pPr>
            <a:r>
              <a:t>D:/pasar_fix/node_modules/.bun/zod@3.25.76/node_modules/zod/v4/locales/mk.js</a:t>
            </a:r>
          </a:p>
          <a:p>
            <a:pPr>
              <a:defRPr sz="1200"/>
            </a:pPr>
            <a:r>
              <a:t>D:/pasar_fix/node_modules/.bun/zod@3.25.76/node_modules/zod/v4/locales/ms.cjs</a:t>
            </a:r>
          </a:p>
          <a:p>
            <a:pPr>
              <a:defRPr sz="1200"/>
            </a:pPr>
            <a:r>
              <a:t>D:/pasar_fix/node_modules/.bun/zod@3.25.76/node_modules/zod/v4/locales/ms.d.cts</a:t>
            </a:r>
          </a:p>
          <a:p>
            <a:pPr>
              <a:defRPr sz="1200"/>
            </a:pPr>
            <a:r>
              <a:t>D:/pasar_fix/node_modules/.bun/zod@3.25.76/node_modules/zod/v4/locales/ms.d.ts</a:t>
            </a:r>
          </a:p>
          <a:p>
            <a:pPr>
              <a:defRPr sz="1200"/>
            </a:pPr>
            <a:r>
              <a:t>D:/pasar_fix/node_modules/.bun/zod@3.25.76/node_modules/zod/v4/locales/ms.js</a:t>
            </a:r>
          </a:p>
          <a:p>
            <a:pPr>
              <a:defRPr sz="1200"/>
            </a:pPr>
            <a:r>
              <a:t>D:/pasar_fix/node_modules/.bun/zod@3.25.76/node_modules/zod/v4/locales/nl.cjs</a:t>
            </a:r>
          </a:p>
          <a:p>
            <a:pPr>
              <a:defRPr sz="1200"/>
            </a:pPr>
            <a:r>
              <a:t>D:/pasar_fix/node_modules/.bun/zod@3.25.76/node_modules/zod/v4/locales/nl.d.cts</a:t>
            </a:r>
          </a:p>
          <a:p>
            <a:pPr>
              <a:defRPr sz="1200"/>
            </a:pPr>
            <a:r>
              <a:t>D:/pasar_fix/node_modules/.bun/zod@3.25.76/node_modules/zod/v4/locales/nl.d.ts</a:t>
            </a:r>
          </a:p>
          <a:p>
            <a:pPr>
              <a:defRPr sz="1200"/>
            </a:pPr>
            <a:r>
              <a:t>D:/pasar_fix/node_modules/.bun/zod@3.25.76/node_modules/zod/v4/locales/nl.js</a:t>
            </a:r>
          </a:p>
          <a:p>
            <a:pPr>
              <a:defRPr sz="1200"/>
            </a:pPr>
            <a:r>
              <a:t>D:/pasar_fix/node_modules/.bun/zod@3.25.76/node_modules/zod/v4/locales/no.cjs</a:t>
            </a:r>
          </a:p>
          <a:p>
            <a:pPr>
              <a:defRPr sz="1200"/>
            </a:pPr>
            <a:r>
              <a:t>D:/pasar_fix/node_modules/.bun/zod@3.25.76/node_modules/zod/v4/locales/no.d.cts</a:t>
            </a:r>
          </a:p>
          <a:p>
            <a:pPr>
              <a:defRPr sz="1200"/>
            </a:pPr>
            <a:r>
              <a:t>D:/pasar_fix/node_modules/.bun/zod@3.25.76/node_modules/zod/v4/locales/no.d.ts</a:t>
            </a:r>
          </a:p>
          <a:p>
            <a:pPr>
              <a:defRPr sz="1200"/>
            </a:pPr>
            <a:r>
              <a:t>D:/pasar_fix/node_modules/.bun/zod@3.25.76/node_modules/zod/v4/locales/no.js</a:t>
            </a:r>
          </a:p>
          <a:p>
            <a:pPr>
              <a:defRPr sz="1200"/>
            </a:pPr>
            <a:r>
              <a:t>D:/pasar_fix/node_modules/.bun/zod@3.25.76/node_modules/zod/v4/locales/ota.cjs</a:t>
            </a:r>
          </a:p>
          <a:p>
            <a:pPr>
              <a:defRPr sz="1200"/>
            </a:pPr>
            <a:r>
              <a:t>D:/pasar_fix/node_modules/.bun/zod@3.25.76/node_modules/zod/v4/locales/ota.d.cts</a:t>
            </a:r>
          </a:p>
          <a:p>
            <a:pPr>
              <a:defRPr sz="1200"/>
            </a:pPr>
            <a:r>
              <a:t>D:/pasar_fix/node_modules/.bun/zod@3.25.76/node_modules/zod/v4/locales/ota.d.ts</a:t>
            </a:r>
          </a:p>
          <a:p>
            <a:pPr>
              <a:defRPr sz="1200"/>
            </a:pPr>
            <a:r>
              <a:t>D:/pasar_fix/node_modules/.bun/zod@3.25.76/node_modules/zod/v4/locales/ota.js</a:t>
            </a:r>
          </a:p>
          <a:p>
            <a:pPr>
              <a:defRPr sz="1200"/>
            </a:pPr>
            <a:r>
              <a:t>D:/pasar_fix/node_modules/.bun/zod@3.25.76/node_modules/zod/v4/locales/pl.cjs</a:t>
            </a:r>
          </a:p>
          <a:p>
            <a:pPr>
              <a:defRPr sz="1200"/>
            </a:pPr>
            <a:r>
              <a:t>D:/pasar_fix/node_modules/.bun/zod@3.25.76/node_modules/zod/v4/locales/pl.d.cts</a:t>
            </a:r>
          </a:p>
          <a:p>
            <a:pPr>
              <a:defRPr sz="1200"/>
            </a:pPr>
            <a:r>
              <a:t>D:/pasar_fix/node_modules/.bun/zod@3.25.76/node_modules/zod/v4/locales/pl.d.ts</a:t>
            </a:r>
          </a:p>
          <a:p>
            <a:pPr>
              <a:defRPr sz="1200"/>
            </a:pPr>
            <a:r>
              <a:t>D:/pasar_fix/node_modules/.bun/zod@3.25.76/node_modules/zod/v4/locales/pl.js</a:t>
            </a:r>
          </a:p>
          <a:p>
            <a:pPr>
              <a:defRPr sz="1200"/>
            </a:pPr>
            <a:r>
              <a:t>D:/pasar_fix/node_modules/.bun/zod@3.25.76/node_modules/zod/v4/locales/ps.cjs</a:t>
            </a:r>
          </a:p>
          <a:p>
            <a:pPr>
              <a:defRPr sz="1200"/>
            </a:pPr>
            <a:r>
              <a:t>D:/pasar_fix/node_modules/.bun/zod@3.25.76/node_modules/zod/v4/locales/ps.d.cts</a:t>
            </a:r>
          </a:p>
          <a:p>
            <a:pPr>
              <a:defRPr sz="1200"/>
            </a:pPr>
            <a:r>
              <a:t>D:/pasar_fix/node_modules/.bun/zod@3.25.76/node_modules/zod/v4/locales/ps.d.ts</a:t>
            </a:r>
          </a:p>
          <a:p>
            <a:pPr>
              <a:defRPr sz="1200"/>
            </a:pPr>
            <a:r>
              <a:t>D:/pasar_fix/node_modules/.bun/zod@3.25.76/node_modules/zod/v4/locales/ps.js</a:t>
            </a:r>
          </a:p>
          <a:p>
            <a:pPr>
              <a:defRPr sz="1200"/>
            </a:pPr>
            <a:r>
              <a:t>D:/pasar_fix/node_modules/.bun/zod@3.25.76/node_modules/zod/v4/locales/pt.cjs</a:t>
            </a:r>
          </a:p>
          <a:p>
            <a:pPr>
              <a:defRPr sz="1200"/>
            </a:pPr>
            <a:r>
              <a:t>D:/pasar_fix/node_modules/.bun/zod@3.25.76/node_modules/zod/v4/locales/pt.d.cts</a:t>
            </a:r>
          </a:p>
          <a:p>
            <a:pPr>
              <a:defRPr sz="1200"/>
            </a:pPr>
            <a:r>
              <a:t>D:/pasar_fix/node_modules/.bun/zod@3.25.76/node_modules/zod/v4/locales/pt.d.ts</a:t>
            </a:r>
          </a:p>
          <a:p>
            <a:pPr>
              <a:defRPr sz="1200"/>
            </a:pPr>
            <a:r>
              <a:t>D:/pasar_fix/node_modules/.bun/zod@3.25.76/node_modules/zod/v4/locales/pt.js</a:t>
            </a:r>
          </a:p>
          <a:p>
            <a:pPr>
              <a:defRPr sz="1200"/>
            </a:pPr>
            <a:r>
              <a:t>D:/pasar_fix/node_modules/.bun/zod@3.25.76/node_modules/zod/v4/locales/ru.cjs</a:t>
            </a:r>
          </a:p>
          <a:p>
            <a:pPr>
              <a:defRPr sz="1200"/>
            </a:pPr>
            <a:r>
              <a:t>D:/pasar_fix/node_modules/.bun/zod@3.25.76/node_modules/zod/v4/locales/ru.d.cts</a:t>
            </a:r>
          </a:p>
          <a:p>
            <a:pPr>
              <a:defRPr sz="1200"/>
            </a:pPr>
            <a:r>
              <a:t>D:/pasar_fix/node_modules/.bun/zod@3.25.76/node_modules/zod/v4/locales/ru.d.ts</a:t>
            </a:r>
          </a:p>
          <a:p>
            <a:pPr>
              <a:defRPr sz="1200"/>
            </a:pPr>
            <a:r>
              <a:t>D:/pasar_fix/node_modules/.bun/zod@3.25.76/node_modules/zod/v4/locales/ru.js</a:t>
            </a:r>
          </a:p>
          <a:p>
            <a:pPr>
              <a:defRPr sz="1200"/>
            </a:pPr>
            <a:r>
              <a:t>D:/pasar_fix/node_modules/.bun/zod@3.25.76/node_modules/zod/v4/locales/sl.cjs</a:t>
            </a:r>
          </a:p>
          <a:p>
            <a:pPr>
              <a:defRPr sz="1200"/>
            </a:pPr>
            <a:r>
              <a:t>D:/pasar_fix/node_modules/.bun/zod@3.25.76/node_modules/zod/v4/locales/sl.d.cts</a:t>
            </a:r>
          </a:p>
          <a:p>
            <a:pPr>
              <a:defRPr sz="1200"/>
            </a:pPr>
            <a:r>
              <a:t>D:/pasar_fix/node_modules/.bun/zod@3.25.76/node_modules/zod/v4/locales/sl.d.ts</a:t>
            </a:r>
          </a:p>
          <a:p>
            <a:pPr>
              <a:defRPr sz="1200"/>
            </a:pPr>
            <a:r>
              <a:t>D:/pasar_fix/node_modules/.bun/zod@3.25.76/node_modules/zod/v4/locales/sl.js</a:t>
            </a:r>
          </a:p>
          <a:p>
            <a:pPr>
              <a:defRPr sz="1200"/>
            </a:pPr>
            <a:r>
              <a:t>D:/pasar_fix/node_modules/.bun/zod@3.25.76/node_modules/zod/v4/locales/sv.cjs</a:t>
            </a:r>
          </a:p>
          <a:p>
            <a:pPr>
              <a:defRPr sz="1200"/>
            </a:pPr>
            <a:r>
              <a:t>D:/pasar_fix/node_modules/.bun/zod@3.25.76/node_modules/zod/v4/locales/sv.d.cts</a:t>
            </a:r>
          </a:p>
          <a:p>
            <a:pPr>
              <a:defRPr sz="1200"/>
            </a:pPr>
            <a:r>
              <a:t>D:/pasar_fix/node_modules/.bun/zod@3.25.76/node_modules/zod/v4/locales/sv.d.ts</a:t>
            </a:r>
          </a:p>
          <a:p>
            <a:pPr>
              <a:defRPr sz="1200"/>
            </a:pPr>
            <a:r>
              <a:t>D:/pasar_fix/node_modules/.bun/zod@3.25.76/node_modules/zod/v4/locales/sv.js</a:t>
            </a:r>
          </a:p>
          <a:p>
            <a:pPr>
              <a:defRPr sz="1200"/>
            </a:pPr>
            <a:r>
              <a:t>D:/pasar_fix/node_modules/.bun/zod@3.25.76/node_modules/zod/v4/locales/ta.cjs</a:t>
            </a:r>
          </a:p>
          <a:p>
            <a:pPr>
              <a:defRPr sz="1200"/>
            </a:pPr>
            <a:r>
              <a:t>D:/pasar_fix/node_modules/.bun/zod@3.25.76/node_modules/zod/v4/locales/ta.d.cts</a:t>
            </a:r>
          </a:p>
          <a:p>
            <a:pPr>
              <a:defRPr sz="1200"/>
            </a:pPr>
            <a:r>
              <a:t>D:/pasar_fix/node_modules/.bun/zod@3.25.76/node_modules/zod/v4/locales/ta.d.ts</a:t>
            </a:r>
          </a:p>
          <a:p>
            <a:pPr>
              <a:defRPr sz="1200"/>
            </a:pPr>
            <a:r>
              <a:t>D:/pasar_fix/node_modules/.bun/zod@3.25.76/node_modules/zod/v4/locales/ta.js</a:t>
            </a:r>
          </a:p>
          <a:p>
            <a:pPr>
              <a:defRPr sz="1200"/>
            </a:pPr>
            <a:r>
              <a:t>D:/pasar_fix/node_modules/.bun/zod@3.25.76/node_modules/zod/v4/locales/th.cjs</a:t>
            </a:r>
          </a:p>
          <a:p>
            <a:pPr>
              <a:defRPr sz="1200"/>
            </a:pPr>
            <a:r>
              <a:t>D:/pasar_fix/node_modules/.bun/zod@3.25.76/node_modules/zod/v4/locales/th.d.cts</a:t>
            </a:r>
          </a:p>
          <a:p>
            <a:pPr>
              <a:defRPr sz="1200"/>
            </a:pPr>
            <a:r>
              <a:t>D:/pasar_fix/node_modules/.bun/zod@3.25.76/node_modules/zod/v4/locales/th.d.ts</a:t>
            </a:r>
          </a:p>
          <a:p>
            <a:pPr>
              <a:defRPr sz="1200"/>
            </a:pPr>
            <a:r>
              <a:t>D:/pasar_fix/node_modules/.bun/zod@3.25.76/node_modules/zod/v4/locales/th.js</a:t>
            </a:r>
          </a:p>
          <a:p>
            <a:pPr>
              <a:defRPr sz="1200"/>
            </a:pPr>
            <a:r>
              <a:t>D:/pasar_fix/node_modules/.bun/zod@3.25.76/node_modules/zod/v4/locales/tr.cjs</a:t>
            </a:r>
          </a:p>
          <a:p>
            <a:pPr>
              <a:defRPr sz="1200"/>
            </a:pPr>
            <a:r>
              <a:t>D:/pasar_fix/node_modules/.bun/zod@3.25.76/node_modules/zod/v4/locales/tr.d.cts</a:t>
            </a:r>
          </a:p>
          <a:p>
            <a:pPr>
              <a:defRPr sz="1200"/>
            </a:pPr>
            <a:r>
              <a:t>D:/pasar_fix/node_modules/.bun/zod@3.25.76/node_modules/zod/v4/locales/tr.d.ts</a:t>
            </a:r>
          </a:p>
          <a:p>
            <a:pPr>
              <a:defRPr sz="1200"/>
            </a:pPr>
            <a:r>
              <a:t>D:/pasar_fix/node_modules/.bun/zod@3.25.76/node_modules/zod/v4/locales/tr.js</a:t>
            </a:r>
          </a:p>
          <a:p>
            <a:pPr>
              <a:defRPr sz="1200"/>
            </a:pPr>
            <a:r>
              <a:t>D:/pasar_fix/node_modules/.bun/zod@3.25.76/node_modules/zod/v4/locales/ua.cjs</a:t>
            </a:r>
          </a:p>
          <a:p>
            <a:pPr>
              <a:defRPr sz="1200"/>
            </a:pPr>
            <a:r>
              <a:t>D:/pasar_fix/node_modules/.bun/zod@3.25.76/node_modules/zod/v4/locales/ua.d.cts</a:t>
            </a:r>
          </a:p>
          <a:p>
            <a:pPr>
              <a:defRPr sz="1200"/>
            </a:pPr>
            <a:r>
              <a:t>D:/pasar_fix/node_modules/.bun/zod@3.25.76/node_modules/zod/v4/locales/ua.d.ts</a:t>
            </a:r>
          </a:p>
          <a:p>
            <a:pPr>
              <a:defRPr sz="1200"/>
            </a:pPr>
            <a:r>
              <a:t>D:/pasar_fix/node_modules/.bun/zod@3.25.76/node_modules/zod/v4/locales/ua.js</a:t>
            </a:r>
          </a:p>
          <a:p>
            <a:pPr>
              <a:defRPr sz="1200"/>
            </a:pPr>
            <a:r>
              <a:t>D:/pasar_fix/node_modules/.bun/zod@3.25.76/node_modules/zod/v4/locales/ur.cjs</a:t>
            </a:r>
          </a:p>
          <a:p>
            <a:pPr>
              <a:defRPr sz="1200"/>
            </a:pPr>
            <a:r>
              <a:t>D:/pasar_fix/node_modules/.bun/zod@3.25.76/node_modules/zod/v4/locales/ur.d.cts</a:t>
            </a:r>
          </a:p>
          <a:p>
            <a:pPr>
              <a:defRPr sz="1200"/>
            </a:pPr>
            <a:r>
              <a:t>D:/pasar_fix/node_modules/.bun/zod@3.25.76/node_modules/zod/v4/locales/ur.d.ts</a:t>
            </a:r>
          </a:p>
          <a:p>
            <a:pPr>
              <a:defRPr sz="1200"/>
            </a:pPr>
            <a:r>
              <a:t>D:/pasar_fix/node_modules/.bun/zod@3.25.76/node_modules/zod/v4/locales/ur.js</a:t>
            </a:r>
          </a:p>
          <a:p>
            <a:pPr>
              <a:defRPr sz="1200"/>
            </a:pPr>
            <a:r>
              <a:t>D:/pasar_fix/node_modules/.bun/zod@3.25.76/node_modules/zod/v4/locales/vi.cjs</a:t>
            </a:r>
          </a:p>
          <a:p>
            <a:pPr>
              <a:defRPr sz="1200"/>
            </a:pPr>
            <a:r>
              <a:t>D:/pasar_fix/node_modules/.bun/zod@3.25.76/node_modules/zod/v4/locales/vi.d.cts</a:t>
            </a:r>
          </a:p>
          <a:p>
            <a:pPr>
              <a:defRPr sz="1200"/>
            </a:pPr>
            <a:r>
              <a:t>D:/pasar_fix/node_modules/.bun/zod@3.25.76/node_modules/zod/v4/locales/vi.d.ts</a:t>
            </a:r>
          </a:p>
          <a:p>
            <a:pPr>
              <a:defRPr sz="1200"/>
            </a:pPr>
            <a:r>
              <a:t>D:/pasar_fix/node_modules/.bun/zod@3.25.76/node_modules/zod/v4/locales/vi.js</a:t>
            </a:r>
          </a:p>
          <a:p>
            <a:pPr>
              <a:defRPr sz="1200"/>
            </a:pPr>
            <a:r>
              <a:t>D:/pasar_fix/node_modules/.bun/zod@3.25.76/node_modules/zod/v4/locales/zh-CN.cjs</a:t>
            </a:r>
          </a:p>
          <a:p>
            <a:pPr>
              <a:defRPr sz="1200"/>
            </a:pPr>
            <a:r>
              <a:t>D:/pasar_fix/node_modules/.bun/zod@3.25.76/node_modules/zod/v4/locales/zh-CN.d.cts</a:t>
            </a:r>
          </a:p>
          <a:p>
            <a:pPr>
              <a:defRPr sz="1200"/>
            </a:pPr>
            <a:r>
              <a:t>D:/pasar_fix/node_modules/.bun/zod@3.25.76/node_modules/zod/v4/locales/zh-CN.d.ts</a:t>
            </a:r>
          </a:p>
          <a:p>
            <a:pPr>
              <a:defRPr sz="1200"/>
            </a:pPr>
            <a:r>
              <a:t>D:/pasar_fix/node_modules/.bun/zod@3.25.76/node_modules/zod/v4/locales/zh-CN.js</a:t>
            </a:r>
          </a:p>
          <a:p>
            <a:pPr>
              <a:defRPr sz="1200"/>
            </a:pPr>
            <a:r>
              <a:t>D:/pasar_fix/node_modules/.bun/zod@3.25.76/node_modules/zod/v4/locales/zh-TW.cjs</a:t>
            </a:r>
          </a:p>
          <a:p>
            <a:pPr>
              <a:defRPr sz="1200"/>
            </a:pPr>
            <a:r>
              <a:t>D:/pasar_fix/node_modules/.bun/zod@3.25.76/node_modules/zod/v4/locales/zh-TW.d.cts</a:t>
            </a:r>
          </a:p>
          <a:p>
            <a:pPr>
              <a:defRPr sz="1200"/>
            </a:pPr>
            <a:r>
              <a:t>D:/pasar_fix/node_modules/.bun/zod@3.25.76/node_modules/zod/v4/locales/zh-TW.d.ts</a:t>
            </a:r>
          </a:p>
          <a:p>
            <a:pPr>
              <a:defRPr sz="1200"/>
            </a:pPr>
            <a:r>
              <a:t>D:/pasar_fix/node_modules/.bun/zod@3.25.76/node_modules/zod/v4/locales/zh-TW.js</a:t>
            </a:r>
          </a:p>
          <a:p>
            <a:pPr>
              <a:defRPr sz="1200"/>
            </a:pPr>
            <a:r>
              <a:t>D:/pasar_fix/node_modules/.bun/zod@3.25.76/node_modules/zod/v4/mini/checks.cjs</a:t>
            </a:r>
          </a:p>
          <a:p>
            <a:pPr>
              <a:defRPr sz="1200"/>
            </a:pPr>
            <a:r>
              <a:t>D:/pasar_fix/node_modules/.bun/zod@3.25.76/node_modules/zod/v4/mini/checks.d.cts</a:t>
            </a:r>
          </a:p>
          <a:p>
            <a:pPr>
              <a:defRPr sz="1200"/>
            </a:pPr>
            <a:r>
              <a:t>D:/pasar_fix/node_modules/.bun/zod@3.25.76/node_modules/zod/v4/mini/checks.d.ts</a:t>
            </a:r>
          </a:p>
          <a:p>
            <a:pPr>
              <a:defRPr sz="1200"/>
            </a:pPr>
            <a:r>
              <a:t>D:/pasar_fix/node_modules/.bun/zod@3.25.76/node_modules/zod/v4/mini/checks.js</a:t>
            </a:r>
          </a:p>
          <a:p>
            <a:pPr>
              <a:defRPr sz="1200"/>
            </a:pPr>
            <a:r>
              <a:t>D:/pasar_fix/node_modules/.bun/zod@3.25.76/node_modules/zod/v4/mini/coerce.cjs</a:t>
            </a:r>
          </a:p>
          <a:p>
            <a:pPr>
              <a:defRPr sz="1200"/>
            </a:pPr>
            <a:r>
              <a:t>D:/pasar_fix/node_modules/.bun/zod@3.25.76/node_modules/zod/v4/mini/coerce.d.cts</a:t>
            </a:r>
          </a:p>
          <a:p>
            <a:pPr>
              <a:defRPr sz="1200"/>
            </a:pPr>
            <a:r>
              <a:t>D:/pasar_fix/node_modules/.bun/zod@3.25.76/node_modules/zod/v4/mini/coerce.d.ts</a:t>
            </a:r>
          </a:p>
          <a:p>
            <a:pPr>
              <a:defRPr sz="1200"/>
            </a:pPr>
            <a:r>
              <a:t>D:/pasar_fix/node_modules/.bun/zod@3.25.76/node_modules/zod/v4/mini/coerce.js</a:t>
            </a:r>
          </a:p>
          <a:p>
            <a:pPr>
              <a:defRPr sz="1200"/>
            </a:pPr>
            <a:r>
              <a:t>D:/pasar_fix/node_modules/.bun/zod@3.25.76/node_modules/zod/v4/mini/external.cjs</a:t>
            </a:r>
          </a:p>
          <a:p>
            <a:pPr>
              <a:defRPr sz="1200"/>
            </a:pPr>
            <a:r>
              <a:t>D:/pasar_fix/node_modules/.bun/zod@3.25.76/node_modules/zod/v4/mini/external.d.cts</a:t>
            </a:r>
          </a:p>
          <a:p>
            <a:pPr>
              <a:defRPr sz="1200"/>
            </a:pPr>
            <a:r>
              <a:t>D:/pasar_fix/node_modules/.bun/zod@3.25.76/node_modules/zod/v4/mini/external.d.ts</a:t>
            </a:r>
          </a:p>
          <a:p>
            <a:pPr>
              <a:defRPr sz="1200"/>
            </a:pPr>
            <a:r>
              <a:t>D:/pasar_fix/node_modules/.bun/zod@3.25.76/node_modules/zod/v4/mini/external.js</a:t>
            </a:r>
          </a:p>
          <a:p>
            <a:pPr>
              <a:defRPr sz="1200"/>
            </a:pPr>
            <a:r>
              <a:t>D:/pasar_fix/node_modules/.bun/zod@3.25.76/node_modules/zod/v4/mini/index.cjs</a:t>
            </a:r>
          </a:p>
          <a:p>
            <a:pPr>
              <a:defRPr sz="1200"/>
            </a:pPr>
            <a:r>
              <a:t>D:/pasar_fix/node_modules/.bun/zod@3.25.76/node_modules/zod/v4/mini/index.d.cts</a:t>
            </a:r>
          </a:p>
          <a:p>
            <a:pPr>
              <a:defRPr sz="1200"/>
            </a:pPr>
            <a:r>
              <a:t>D:/pasar_fix/node_modules/.bun/zod@3.25.76/node_modules/zod/v4/mini/index.d.ts</a:t>
            </a:r>
          </a:p>
          <a:p>
            <a:pPr>
              <a:defRPr sz="1200"/>
            </a:pPr>
            <a:r>
              <a:t>D:/pasar_fix/node_modules/.bun/zod@3.25.76/node_modules/zod/v4/mini/index.js</a:t>
            </a:r>
          </a:p>
          <a:p>
            <a:pPr>
              <a:defRPr sz="1200"/>
            </a:pPr>
            <a:r>
              <a:t>D:/pasar_fix/node_modules/.bun/zod@3.25.76/node_modules/zod/v4/mini/iso.cjs</a:t>
            </a:r>
          </a:p>
          <a:p>
            <a:pPr>
              <a:defRPr sz="1200"/>
            </a:pPr>
            <a:r>
              <a:t>D:/pasar_fix/node_modules/.bun/zod@3.25.76/node_modules/zod/v4/mini/iso.d.cts</a:t>
            </a:r>
          </a:p>
          <a:p>
            <a:pPr>
              <a:defRPr sz="1200"/>
            </a:pPr>
            <a:r>
              <a:t>D:/pasar_fix/node_modules/.bun/zod@3.25.76/node_modules/zod/v4/mini/iso.d.ts</a:t>
            </a:r>
          </a:p>
          <a:p>
            <a:pPr>
              <a:defRPr sz="1200"/>
            </a:pPr>
            <a:r>
              <a:t>D:/pasar_fix/node_modules/.bun/zod@3.25.76/node_modules/zod/v4/mini/iso.js</a:t>
            </a:r>
          </a:p>
          <a:p>
            <a:pPr>
              <a:defRPr sz="1200"/>
            </a:pPr>
            <a:r>
              <a:t>D:/pasar_fix/node_modules/.bun/zod@3.25.76/node_modules/zod/v4/mini/parse.cjs</a:t>
            </a:r>
          </a:p>
          <a:p>
            <a:pPr>
              <a:defRPr sz="1200"/>
            </a:pPr>
            <a:r>
              <a:t>D:/pasar_fix/node_modules/.bun/zod@3.25.76/node_modules/zod/v4/mini/parse.d.cts</a:t>
            </a:r>
          </a:p>
          <a:p>
            <a:pPr>
              <a:defRPr sz="1200"/>
            </a:pPr>
            <a:r>
              <a:t>D:/pasar_fix/node_modules/.bun/zod@3.25.76/node_modules/zod/v4/mini/parse.d.ts</a:t>
            </a:r>
          </a:p>
          <a:p>
            <a:pPr>
              <a:defRPr sz="1200"/>
            </a:pPr>
            <a:r>
              <a:t>D:/pasar_fix/node_modules/.bun/zod@3.25.76/node_modules/zod/v4/mini/parse.js</a:t>
            </a:r>
          </a:p>
          <a:p>
            <a:pPr>
              <a:defRPr sz="1200"/>
            </a:pPr>
            <a:r>
              <a:t>D:/pasar_fix/node_modules/.bun/zod@3.25.76/node_modules/zod/v4/mini/schemas.cjs</a:t>
            </a:r>
          </a:p>
          <a:p>
            <a:pPr>
              <a:defRPr sz="1200"/>
            </a:pPr>
            <a:r>
              <a:t>D:/pasar_fix/node_modules/.bun/zod@3.25.76/node_modules/zod/v4/mini/schemas.d.cts</a:t>
            </a:r>
          </a:p>
          <a:p>
            <a:pPr>
              <a:defRPr sz="1200"/>
            </a:pPr>
            <a:r>
              <a:t>D:/pasar_fix/node_modules/.bun/zod@3.25.76/node_modules/zod/v4/mini/schemas.d.ts</a:t>
            </a:r>
          </a:p>
          <a:p>
            <a:pPr>
              <a:defRPr sz="1200"/>
            </a:pPr>
            <a:r>
              <a:t>D:/pasar_fix/node_modules/.bun/zod@3.25.76/node_modules/zod/v4/mini/schemas.js</a:t>
            </a:r>
          </a:p>
          <a:p>
            <a:pPr>
              <a:defRPr sz="1200"/>
            </a:pPr>
            <a:r>
              <a:t>D:/pasar_fix/node_modules/.bun/zod@3.25.76/node_modules/zod/v4-mini/index.cjs</a:t>
            </a:r>
          </a:p>
          <a:p>
            <a:pPr>
              <a:defRPr sz="1200"/>
            </a:pPr>
            <a:r>
              <a:t>D:/pasar_fix/node_modules/.bun/zod@3.25.76/node_modules/zod/v4-mini/index.d.cts</a:t>
            </a:r>
          </a:p>
          <a:p>
            <a:pPr>
              <a:defRPr sz="1200"/>
            </a:pPr>
            <a:r>
              <a:t>D:/pasar_fix/node_modules/.bun/zod@3.25.76/node_modules/zod/v4-mini/index.d.ts</a:t>
            </a:r>
          </a:p>
          <a:p>
            <a:pPr>
              <a:defRPr sz="1200"/>
            </a:pPr>
            <a:r>
              <a:t>D:/pasar_fix/node_modules/.bun/zod@3.25.76/node_modules/zod/v4-mini/index.js</a:t>
            </a:r>
          </a:p>
          <a:p>
            <a:pPr>
              <a:defRPr sz="1200"/>
            </a:pPr>
            <a:r>
              <a:t>D:/pasar_fix/node_modules/.bun/zod@4.4.3/node_modules/zod/index.cjs</a:t>
            </a:r>
          </a:p>
          <a:p>
            <a:pPr>
              <a:defRPr sz="1200"/>
            </a:pPr>
            <a:r>
              <a:t>D:/pasar_fix/node_modules/.bun/zod@4.4.3/node_modules/zod/index.d.cts</a:t>
            </a:r>
          </a:p>
          <a:p>
            <a:pPr>
              <a:defRPr sz="1200"/>
            </a:pPr>
            <a:r>
              <a:t>D:/pasar_fix/node_modules/.bun/zod@4.4.3/node_modules/zod/index.d.ts</a:t>
            </a:r>
          </a:p>
          <a:p>
            <a:pPr>
              <a:defRPr sz="1200"/>
            </a:pPr>
            <a:r>
              <a:t>D:/pasar_fix/node_modules/.bun/zod@4.4.3/node_modules/zod/index.js</a:t>
            </a:r>
          </a:p>
          <a:p>
            <a:pPr>
              <a:defRPr sz="1200"/>
            </a:pPr>
            <a:r>
              <a:t>D:/pasar_fix/node_modules/.bun/zod@4.4.3/node_modules/zod/LICENSE</a:t>
            </a:r>
          </a:p>
          <a:p>
            <a:pPr>
              <a:defRPr sz="1200"/>
            </a:pPr>
            <a:r>
              <a:t>D:/pasar_fix/node_modules/.bun/zod@4.4.3/node_modules/zod/package.json</a:t>
            </a:r>
          </a:p>
          <a:p>
            <a:pPr>
              <a:defRPr sz="1200"/>
            </a:pPr>
            <a:r>
              <a:t>D:/pasar_fix/node_modules/.bun/zod@4.4.3/node_modules/zod/README.md</a:t>
            </a:r>
          </a:p>
          <a:p>
            <a:pPr>
              <a:defRPr sz="1200"/>
            </a:pPr>
            <a:r>
              <a:t>D:/pasar_fix/node_modules/.bun/zod@4.4.3/node_modules/zod/locales/index.cjs</a:t>
            </a:r>
          </a:p>
          <a:p>
            <a:pPr>
              <a:defRPr sz="1200"/>
            </a:pPr>
            <a:r>
              <a:t>D:/pasar_fix/node_modules/.bun/zod@4.4.3/node_modules/zod/locales/index.d.cts</a:t>
            </a:r>
          </a:p>
          <a:p>
            <a:pPr>
              <a:defRPr sz="1200"/>
            </a:pPr>
            <a:r>
              <a:t>D:/pasar_fix/node_modules/.bun/zod@4.4.3/node_modules/zod/locales/index.d.ts</a:t>
            </a:r>
          </a:p>
          <a:p>
            <a:pPr>
              <a:defRPr sz="1200"/>
            </a:pPr>
            <a:r>
              <a:t>D:/pasar_fix/node_modules/.bun/zod@4.4.3/node_modules/zod/locales/index.js</a:t>
            </a:r>
          </a:p>
          <a:p>
            <a:pPr>
              <a:defRPr sz="1200"/>
            </a:pPr>
            <a:r>
              <a:t>D:/pasar_fix/node_modules/.bun/zod@4.4.3/node_modules/zod/locales/package.json</a:t>
            </a:r>
          </a:p>
          <a:p>
            <a:pPr>
              <a:defRPr sz="1200"/>
            </a:pPr>
            <a:r>
              <a:t>D:/pasar_fix/node_modules/.bun/zod@4.4.3/node_modules/zod/mini/index.cjs</a:t>
            </a:r>
          </a:p>
          <a:p>
            <a:pPr>
              <a:defRPr sz="1200"/>
            </a:pPr>
            <a:r>
              <a:t>D:/pasar_fix/node_modules/.bun/zod@4.4.3/node_modules/zod/mini/index.d.cts</a:t>
            </a:r>
          </a:p>
          <a:p>
            <a:pPr>
              <a:defRPr sz="1200"/>
            </a:pPr>
            <a:r>
              <a:t>D:/pasar_fix/node_modules/.bun/zod@4.4.3/node_modules/zod/mini/index.d.ts</a:t>
            </a:r>
          </a:p>
          <a:p>
            <a:pPr>
              <a:defRPr sz="1200"/>
            </a:pPr>
            <a:r>
              <a:t>D:/pasar_fix/node_modules/.bun/zod@4.4.3/node_modules/zod/mini/index.js</a:t>
            </a:r>
          </a:p>
          <a:p>
            <a:pPr>
              <a:defRPr sz="1200"/>
            </a:pPr>
            <a:r>
              <a:t>D:/pasar_fix/node_modules/.bun/zod@4.4.3/node_modules/zod/mini/package.json</a:t>
            </a:r>
          </a:p>
          <a:p>
            <a:pPr>
              <a:defRPr sz="1200"/>
            </a:pPr>
            <a:r>
              <a:t>D:/pasar_fix/node_modules/.bun/zod@4.4.3/node_modules/zod/src/index.ts</a:t>
            </a:r>
          </a:p>
          <a:p>
            <a:pPr>
              <a:defRPr sz="1200"/>
            </a:pPr>
            <a:r>
              <a:t>D:/pasar_fix/node_modules/.bun/zod@4.4.3/node_modules/zod/src/locales/index.ts</a:t>
            </a:r>
          </a:p>
          <a:p>
            <a:pPr>
              <a:defRPr sz="1200"/>
            </a:pPr>
            <a:r>
              <a:t>D:/pasar_fix/node_modules/.bun/zod@4.4.3/node_modules/zod/src/mini/index.ts</a:t>
            </a:r>
          </a:p>
          <a:p>
            <a:pPr>
              <a:defRPr sz="1200"/>
            </a:pPr>
            <a:r>
              <a:t>D:/pasar_fix/node_modules/.bun/zod@4.4.3/node_modules/zod/src/v3/errors.ts</a:t>
            </a:r>
          </a:p>
          <a:p>
            <a:pPr>
              <a:defRPr sz="1200"/>
            </a:pPr>
            <a:r>
              <a:t>D:/pasar_fix/node_modules/.bun/zod@4.4.3/node_modules/zod/src/v3/external.ts</a:t>
            </a:r>
          </a:p>
          <a:p>
            <a:pPr>
              <a:defRPr sz="1200"/>
            </a:pPr>
            <a:r>
              <a:t>D:/pasar_fix/node_modules/.bun/zod@4.4.3/node_modules/zod/src/v3/index.ts</a:t>
            </a:r>
          </a:p>
          <a:p>
            <a:pPr>
              <a:defRPr sz="1200"/>
            </a:pPr>
            <a:r>
              <a:t>D:/pasar_fix/node_modules/.bun/zod@4.4.3/node_modules/zod/src/v3/standard-schema.ts</a:t>
            </a:r>
          </a:p>
          <a:p>
            <a:pPr>
              <a:defRPr sz="1200"/>
            </a:pPr>
            <a:r>
              <a:t>D:/pasar_fix/node_modules/.bun/zod@4.4.3/node_modules/zod/src/v3/types.ts</a:t>
            </a:r>
          </a:p>
          <a:p>
            <a:pPr>
              <a:defRPr sz="1200"/>
            </a:pPr>
            <a:r>
              <a:t>D:/pasar_fix/node_modules/.bun/zod@4.4.3/node_modules/zod/src/v3/ZodError.ts</a:t>
            </a:r>
          </a:p>
          <a:p>
            <a:pPr>
              <a:defRPr sz="1200"/>
            </a:pPr>
            <a:r>
              <a:t>D:/pasar_fix/node_modules/.bun/zod@4.4.3/node_modules/zod/src/v3/benchmarks/datetime.ts</a:t>
            </a:r>
          </a:p>
          <a:p>
            <a:pPr>
              <a:defRPr sz="1200"/>
            </a:pPr>
            <a:r>
              <a:t>D:/pasar_fix/node_modules/.bun/zod@4.4.3/node_modules/zod/src/v3/benchmarks/discriminatedUnion.ts</a:t>
            </a:r>
          </a:p>
          <a:p>
            <a:pPr>
              <a:defRPr sz="1200"/>
            </a:pPr>
            <a:r>
              <a:t>D:/pasar_fix/node_modules/.bun/zod@4.4.3/node_modules/zod/src/v3/benchmarks/index.ts</a:t>
            </a:r>
          </a:p>
          <a:p>
            <a:pPr>
              <a:defRPr sz="1200"/>
            </a:pPr>
            <a:r>
              <a:t>D:/pasar_fix/node_modules/.bun/zod@4.4.3/node_modules/zod/src/v3/benchmarks/ipv4.ts</a:t>
            </a:r>
          </a:p>
          <a:p>
            <a:pPr>
              <a:defRPr sz="1200"/>
            </a:pPr>
            <a:r>
              <a:t>D:/pasar_fix/node_modules/.bun/zod@4.4.3/node_modules/zod/src/v3/benchmarks/object.ts</a:t>
            </a:r>
          </a:p>
          <a:p>
            <a:pPr>
              <a:defRPr sz="1200"/>
            </a:pPr>
            <a:r>
              <a:t>D:/pasar_fix/node_modules/.bun/zod@4.4.3/node_modules/zod/src/v3/benchmarks/primitives.ts</a:t>
            </a:r>
          </a:p>
          <a:p>
            <a:pPr>
              <a:defRPr sz="1200"/>
            </a:pPr>
            <a:r>
              <a:t>D:/pasar_fix/node_modules/.bun/zod@4.4.3/node_modules/zod/src/v3/benchmarks/realworld.ts</a:t>
            </a:r>
          </a:p>
          <a:p>
            <a:pPr>
              <a:defRPr sz="1200"/>
            </a:pPr>
            <a:r>
              <a:t>D:/pasar_fix/node_modules/.bun/zod@4.4.3/node_modules/zod/src/v3/benchmarks/string.ts</a:t>
            </a:r>
          </a:p>
          <a:p>
            <a:pPr>
              <a:defRPr sz="1200"/>
            </a:pPr>
            <a:r>
              <a:t>D:/pasar_fix/node_modules/.bun/zod@4.4.3/node_modules/zod/src/v3/benchmarks/union.ts</a:t>
            </a:r>
          </a:p>
          <a:p>
            <a:pPr>
              <a:defRPr sz="1200"/>
            </a:pPr>
            <a:r>
              <a:t>D:/pasar_fix/node_modules/.bun/zod@4.4.3/node_modules/zod/src/v3/helpers/enumUtil.ts</a:t>
            </a:r>
          </a:p>
          <a:p>
            <a:pPr>
              <a:defRPr sz="1200"/>
            </a:pPr>
            <a:r>
              <a:t>D:/pasar_fix/node_modules/.bun/zod@4.4.3/node_modules/zod/src/v3/helpers/errorUtil.ts</a:t>
            </a:r>
          </a:p>
          <a:p>
            <a:pPr>
              <a:defRPr sz="1200"/>
            </a:pPr>
            <a:r>
              <a:t>D:/pasar_fix/node_modules/.bun/zod@4.4.3/node_modules/zod/src/v3/helpers/parseUtil.ts</a:t>
            </a:r>
          </a:p>
          <a:p>
            <a:pPr>
              <a:defRPr sz="1200"/>
            </a:pPr>
            <a:r>
              <a:t>D:/pasar_fix/node_modules/.bun/zod@4.4.3/node_modules/zod/src/v3/helpers/partialUtil.ts</a:t>
            </a:r>
          </a:p>
          <a:p>
            <a:pPr>
              <a:defRPr sz="1200"/>
            </a:pPr>
            <a:r>
              <a:t>D:/pasar_fix/node_modules/.bun/zod@4.4.3/node_modules/zod/src/v3/helpers/typeAliases.ts</a:t>
            </a:r>
          </a:p>
          <a:p>
            <a:pPr>
              <a:defRPr sz="1200"/>
            </a:pPr>
            <a:r>
              <a:t>D:/pasar_fix/node_modules/.bun/zod@4.4.3/node_modules/zod/src/v3/helpers/util.ts</a:t>
            </a:r>
          </a:p>
          <a:p>
            <a:pPr>
              <a:defRPr sz="1200"/>
            </a:pPr>
            <a:r>
              <a:t>D:/pasar_fix/node_modules/.bun/zod@4.4.3/node_modules/zod/src/v3/locales/en.ts</a:t>
            </a:r>
          </a:p>
          <a:p>
            <a:pPr>
              <a:defRPr sz="1200"/>
            </a:pPr>
            <a:r>
              <a:t>D:/pasar_fix/node_modules/.bun/zod@4.4.3/node_modules/zod/src/v3/tests/all-errors.test.ts</a:t>
            </a:r>
          </a:p>
          <a:p>
            <a:pPr>
              <a:defRPr sz="1200"/>
            </a:pPr>
            <a:r>
              <a:t>D:/pasar_fix/node_modules/.bun/zod@4.4.3/node_modules/zod/src/v3/tests/anyunknown.test.ts</a:t>
            </a:r>
          </a:p>
          <a:p>
            <a:pPr>
              <a:defRPr sz="1200"/>
            </a:pPr>
            <a:r>
              <a:t>D:/pasar_fix/node_modules/.bun/zod@4.4.3/node_modules/zod/src/v3/tests/array.test.ts</a:t>
            </a:r>
          </a:p>
          <a:p>
            <a:pPr>
              <a:defRPr sz="1200"/>
            </a:pPr>
            <a:r>
              <a:t>D:/pasar_fix/node_modules/.bun/zod@4.4.3/node_modules/zod/src/v3/tests/async-parsing.test.ts</a:t>
            </a:r>
          </a:p>
          <a:p>
            <a:pPr>
              <a:defRPr sz="1200"/>
            </a:pPr>
            <a:r>
              <a:t>D:/pasar_fix/node_modules/.bun/zod@4.4.3/node_modules/zod/src/v3/tests/async-refinements.test.ts</a:t>
            </a:r>
          </a:p>
          <a:p>
            <a:pPr>
              <a:defRPr sz="1200"/>
            </a:pPr>
            <a:r>
              <a:t>D:/pasar_fix/node_modules/.bun/zod@4.4.3/node_modules/zod/src/v3/tests/base.test.ts</a:t>
            </a:r>
          </a:p>
          <a:p>
            <a:pPr>
              <a:defRPr sz="1200"/>
            </a:pPr>
            <a:r>
              <a:t>D:/pasar_fix/node_modules/.bun/zod@4.4.3/node_modules/zod/src/v3/tests/bigint.test.ts</a:t>
            </a:r>
          </a:p>
          <a:p>
            <a:pPr>
              <a:defRPr sz="1200"/>
            </a:pPr>
            <a:r>
              <a:t>D:/pasar_fix/node_modules/.bun/zod@4.4.3/node_modules/zod/src/v3/tests/branded.test.ts</a:t>
            </a:r>
          </a:p>
          <a:p>
            <a:pPr>
              <a:defRPr sz="1200"/>
            </a:pPr>
            <a:r>
              <a:t>D:/pasar_fix/node_modules/.bun/zod@4.4.3/node_modules/zod/src/v3/tests/catch.test.ts</a:t>
            </a:r>
          </a:p>
          <a:p>
            <a:pPr>
              <a:defRPr sz="1200"/>
            </a:pPr>
            <a:r>
              <a:t>D:/pasar_fix/node_modules/.bun/zod@4.4.3/node_modules/zod/src/v3/tests/coerce.test.ts</a:t>
            </a:r>
          </a:p>
          <a:p>
            <a:pPr>
              <a:defRPr sz="1200"/>
            </a:pPr>
            <a:r>
              <a:t>D:/pasar_fix/node_modules/.bun/zod@4.4.3/node_modules/zod/src/v3/tests/complex.test.ts</a:t>
            </a:r>
          </a:p>
          <a:p>
            <a:pPr>
              <a:defRPr sz="1200"/>
            </a:pPr>
            <a:r>
              <a:t>D:/pasar_fix/node_modules/.bun/zod@4.4.3/node_modules/zod/src/v3/tests/custom.test.ts</a:t>
            </a:r>
          </a:p>
          <a:p>
            <a:pPr>
              <a:defRPr sz="1200"/>
            </a:pPr>
            <a:r>
              <a:t>D:/pasar_fix/node_modules/.bun/zod@4.4.3/node_modules/zod/src/v3/tests/date.test.ts</a:t>
            </a:r>
          </a:p>
          <a:p>
            <a:pPr>
              <a:defRPr sz="1200"/>
            </a:pPr>
            <a:r>
              <a:t>D:/pasar_fix/node_modules/.bun/zod@4.4.3/node_modules/zod/src/v3/tests/deepmasking.test.ts</a:t>
            </a:r>
          </a:p>
          <a:p>
            <a:pPr>
              <a:defRPr sz="1200"/>
            </a:pPr>
            <a:r>
              <a:t>D:/pasar_fix/node_modules/.bun/zod@4.4.3/node_modules/zod/src/v3/tests/default.test.ts</a:t>
            </a:r>
          </a:p>
          <a:p>
            <a:pPr>
              <a:defRPr sz="1200"/>
            </a:pPr>
            <a:r>
              <a:t>D:/pasar_fix/node_modules/.bun/zod@4.4.3/node_modules/zod/src/v3/tests/description.test.ts</a:t>
            </a:r>
          </a:p>
          <a:p>
            <a:pPr>
              <a:defRPr sz="1200"/>
            </a:pPr>
            <a:r>
              <a:t>D:/pasar_fix/node_modules/.bun/zod@4.4.3/node_modules/zod/src/v3/tests/discriminated-unions.test.ts</a:t>
            </a:r>
          </a:p>
          <a:p>
            <a:pPr>
              <a:defRPr sz="1200"/>
            </a:pPr>
            <a:r>
              <a:t>D:/pasar_fix/node_modules/.bun/zod@4.4.3/node_modules/zod/src/v3/tests/enum.test.ts</a:t>
            </a:r>
          </a:p>
          <a:p>
            <a:pPr>
              <a:defRPr sz="1200"/>
            </a:pPr>
            <a:r>
              <a:t>D:/pasar_fix/node_modules/.bun/zod@4.4.3/node_modules/zod/src/v3/tests/error.test.ts</a:t>
            </a:r>
          </a:p>
          <a:p>
            <a:pPr>
              <a:defRPr sz="1200"/>
            </a:pPr>
            <a:r>
              <a:t>D:/pasar_fix/node_modules/.bun/zod@4.4.3/node_modules/zod/src/v3/tests/firstparty.test.ts</a:t>
            </a:r>
          </a:p>
          <a:p>
            <a:pPr>
              <a:defRPr sz="1200"/>
            </a:pPr>
            <a:r>
              <a:t>D:/pasar_fix/node_modules/.bun/zod@4.4.3/node_modules/zod/src/v3/tests/firstpartyschematypes.test.ts</a:t>
            </a:r>
          </a:p>
          <a:p>
            <a:pPr>
              <a:defRPr sz="1200"/>
            </a:pPr>
            <a:r>
              <a:t>D:/pasar_fix/node_modules/.bun/zod@4.4.3/node_modules/zod/src/v3/tests/function.test.ts</a:t>
            </a:r>
          </a:p>
          <a:p>
            <a:pPr>
              <a:defRPr sz="1200"/>
            </a:pPr>
            <a:r>
              <a:t>D:/pasar_fix/node_modules/.bun/zod@4.4.3/node_modules/zod/src/v3/tests/generics.test.ts</a:t>
            </a:r>
          </a:p>
          <a:p>
            <a:pPr>
              <a:defRPr sz="1200"/>
            </a:pPr>
            <a:r>
              <a:t>D:/pasar_fix/node_modules/.bun/zod@4.4.3/node_modules/zod/src/v3/tests/instanceof.test.ts</a:t>
            </a:r>
          </a:p>
          <a:p>
            <a:pPr>
              <a:defRPr sz="1200"/>
            </a:pPr>
            <a:r>
              <a:t>D:/pasar_fix/node_modules/.bun/zod@4.4.3/node_modules/zod/src/v3/tests/intersection.test.ts</a:t>
            </a:r>
          </a:p>
          <a:p>
            <a:pPr>
              <a:defRPr sz="1200"/>
            </a:pPr>
            <a:r>
              <a:t>D:/pasar_fix/node_modules/.bun/zod@4.4.3/node_modules/zod/src/v3/tests/language-server.source.ts</a:t>
            </a:r>
          </a:p>
          <a:p>
            <a:pPr>
              <a:defRPr sz="1200"/>
            </a:pPr>
            <a:r>
              <a:t>D:/pasar_fix/node_modules/.bun/zod@4.4.3/node_modules/zod/src/v3/tests/language-server.test.ts</a:t>
            </a:r>
          </a:p>
          <a:p>
            <a:pPr>
              <a:defRPr sz="1200"/>
            </a:pPr>
            <a:r>
              <a:t>D:/pasar_fix/node_modules/.bun/zod@4.4.3/node_modules/zod/src/v3/tests/literal.test.ts</a:t>
            </a:r>
          </a:p>
          <a:p>
            <a:pPr>
              <a:defRPr sz="1200"/>
            </a:pPr>
            <a:r>
              <a:t>D:/pasar_fix/node_modules/.bun/zod@4.4.3/node_modules/zod/src/v3/tests/map.test.ts</a:t>
            </a:r>
          </a:p>
          <a:p>
            <a:pPr>
              <a:defRPr sz="1200"/>
            </a:pPr>
            <a:r>
              <a:t>D:/pasar_fix/node_modules/.bun/zod@4.4.3/node_modules/zod/src/v3/tests/masking.test.ts</a:t>
            </a:r>
          </a:p>
          <a:p>
            <a:pPr>
              <a:defRPr sz="1200"/>
            </a:pPr>
            <a:r>
              <a:t>D:/pasar_fix/node_modules/.bun/zod@4.4.3/node_modules/zod/src/v3/tests/mocker.test.ts</a:t>
            </a:r>
          </a:p>
          <a:p>
            <a:pPr>
              <a:defRPr sz="1200"/>
            </a:pPr>
            <a:r>
              <a:t>D:/pasar_fix/node_modules/.bun/zod@4.4.3/node_modules/zod/src/v3/tests/Mocker.ts</a:t>
            </a:r>
          </a:p>
          <a:p>
            <a:pPr>
              <a:defRPr sz="1200"/>
            </a:pPr>
            <a:r>
              <a:t>D:/pasar_fix/node_modules/.bun/zod@4.4.3/node_modules/zod/src/v3/tests/nan.test.ts</a:t>
            </a:r>
          </a:p>
          <a:p>
            <a:pPr>
              <a:defRPr sz="1200"/>
            </a:pPr>
            <a:r>
              <a:t>D:/pasar_fix/node_modules/.bun/zod@4.4.3/node_modules/zod/src/v3/tests/nativeEnum.test.ts</a:t>
            </a:r>
          </a:p>
          <a:p>
            <a:pPr>
              <a:defRPr sz="1200"/>
            </a:pPr>
            <a:r>
              <a:t>D:/pasar_fix/node_modules/.bun/zod@4.4.3/node_modules/zod/src/v3/tests/nullable.test.ts</a:t>
            </a:r>
          </a:p>
          <a:p>
            <a:pPr>
              <a:defRPr sz="1200"/>
            </a:pPr>
            <a:r>
              <a:t>D:/pasar_fix/node_modules/.bun/zod@4.4.3/node_modules/zod/src/v3/tests/number.test.ts</a:t>
            </a:r>
          </a:p>
          <a:p>
            <a:pPr>
              <a:defRPr sz="1200"/>
            </a:pPr>
            <a:r>
              <a:t>D:/pasar_fix/node_modules/.bun/zod@4.4.3/node_modules/zod/src/v3/tests/object-augmentation.test.ts</a:t>
            </a:r>
          </a:p>
          <a:p>
            <a:pPr>
              <a:defRPr sz="1200"/>
            </a:pPr>
            <a:r>
              <a:t>D:/pasar_fix/node_modules/.bun/zod@4.4.3/node_modules/zod/src/v3/tests/object-in-es5-env.test.ts</a:t>
            </a:r>
          </a:p>
          <a:p>
            <a:pPr>
              <a:defRPr sz="1200"/>
            </a:pPr>
            <a:r>
              <a:t>D:/pasar_fix/node_modules/.bun/zod@4.4.3/node_modules/zod/src/v3/tests/object.test.ts</a:t>
            </a:r>
          </a:p>
          <a:p>
            <a:pPr>
              <a:defRPr sz="1200"/>
            </a:pPr>
            <a:r>
              <a:t>D:/pasar_fix/node_modules/.bun/zod@4.4.3/node_modules/zod/src/v3/tests/optional.test.ts</a:t>
            </a:r>
          </a:p>
          <a:p>
            <a:pPr>
              <a:defRPr sz="1200"/>
            </a:pPr>
            <a:r>
              <a:t>D:/pasar_fix/node_modules/.bun/zod@4.4.3/node_modules/zod/src/v3/tests/parser.test.ts</a:t>
            </a:r>
          </a:p>
          <a:p>
            <a:pPr>
              <a:defRPr sz="1200"/>
            </a:pPr>
            <a:r>
              <a:t>D:/pasar_fix/node_modules/.bun/zod@4.4.3/node_modules/zod/src/v3/tests/parseUtil.test.ts</a:t>
            </a:r>
          </a:p>
          <a:p>
            <a:pPr>
              <a:defRPr sz="1200"/>
            </a:pPr>
            <a:r>
              <a:t>D:/pasar_fix/node_modules/.bun/zod@4.4.3/node_modules/zod/src/v3/tests/partials.test.ts</a:t>
            </a:r>
          </a:p>
          <a:p>
            <a:pPr>
              <a:defRPr sz="1200"/>
            </a:pPr>
            <a:r>
              <a:t>D:/pasar_fix/node_modules/.bun/zod@4.4.3/node_modules/zod/src/v3/tests/pickomit.test.ts</a:t>
            </a:r>
          </a:p>
          <a:p>
            <a:pPr>
              <a:defRPr sz="1200"/>
            </a:pPr>
            <a:r>
              <a:t>D:/pasar_fix/node_modules/.bun/zod@4.4.3/node_modules/zod/src/v3/tests/pipeline.test.ts</a:t>
            </a:r>
          </a:p>
          <a:p>
            <a:pPr>
              <a:defRPr sz="1200"/>
            </a:pPr>
            <a:r>
              <a:t>D:/pasar_fix/node_modules/.bun/zod@4.4.3/node_modules/zod/src/v3/tests/preprocess.test.ts</a:t>
            </a:r>
          </a:p>
          <a:p>
            <a:pPr>
              <a:defRPr sz="1200"/>
            </a:pPr>
            <a:r>
              <a:t>D:/pasar_fix/node_modules/.bun/zod@4.4.3/node_modules/zod/src/v3/tests/primitive.test.ts</a:t>
            </a:r>
          </a:p>
          <a:p>
            <a:pPr>
              <a:defRPr sz="1200"/>
            </a:pPr>
            <a:r>
              <a:t>D:/pasar_fix/node_modules/.bun/zod@4.4.3/node_modules/zod/src/v3/tests/promise.test.ts</a:t>
            </a:r>
          </a:p>
          <a:p>
            <a:pPr>
              <a:defRPr sz="1200"/>
            </a:pPr>
            <a:r>
              <a:t>D:/pasar_fix/node_modules/.bun/zod@4.4.3/node_modules/zod/src/v3/tests/readonly.test.ts</a:t>
            </a:r>
          </a:p>
          <a:p>
            <a:pPr>
              <a:defRPr sz="1200"/>
            </a:pPr>
            <a:r>
              <a:t>D:/pasar_fix/node_modules/.bun/zod@4.4.3/node_modules/zod/src/v3/tests/record.test.ts</a:t>
            </a:r>
          </a:p>
          <a:p>
            <a:pPr>
              <a:defRPr sz="1200"/>
            </a:pPr>
            <a:r>
              <a:t>D:/pasar_fix/node_modules/.bun/zod@4.4.3/node_modules/zod/src/v3/tests/recursive.test.ts</a:t>
            </a:r>
          </a:p>
          <a:p>
            <a:pPr>
              <a:defRPr sz="1200"/>
            </a:pPr>
            <a:r>
              <a:t>D:/pasar_fix/node_modules/.bun/zod@4.4.3/node_modules/zod/src/v3/tests/refine.test.ts</a:t>
            </a:r>
          </a:p>
          <a:p>
            <a:pPr>
              <a:defRPr sz="1200"/>
            </a:pPr>
            <a:r>
              <a:t>D:/pasar_fix/node_modules/.bun/zod@4.4.3/node_modules/zod/src/v3/tests/safeparse.test.ts</a:t>
            </a:r>
          </a:p>
          <a:p>
            <a:pPr>
              <a:defRPr sz="1200"/>
            </a:pPr>
            <a:r>
              <a:t>D:/pasar_fix/node_modules/.bun/zod@4.4.3/node_modules/zod/src/v3/tests/set.test.ts</a:t>
            </a:r>
          </a:p>
          <a:p>
            <a:pPr>
              <a:defRPr sz="1200"/>
            </a:pPr>
            <a:r>
              <a:t>D:/pasar_fix/node_modules/.bun/zod@4.4.3/node_modules/zod/src/v3/tests/standard-schema.test.ts</a:t>
            </a:r>
          </a:p>
          <a:p>
            <a:pPr>
              <a:defRPr sz="1200"/>
            </a:pPr>
            <a:r>
              <a:t>D:/pasar_fix/node_modules/.bun/zod@4.4.3/node_modules/zod/src/v3/tests/string.test.ts</a:t>
            </a:r>
          </a:p>
          <a:p>
            <a:pPr>
              <a:defRPr sz="1200"/>
            </a:pPr>
            <a:r>
              <a:t>D:/pasar_fix/node_modules/.bun/zod@4.4.3/node_modules/zod/src/v3/tests/transformer.test.ts</a:t>
            </a:r>
          </a:p>
          <a:p>
            <a:pPr>
              <a:defRPr sz="1200"/>
            </a:pPr>
            <a:r>
              <a:t>D:/pasar_fix/node_modules/.bun/zod@4.4.3/node_modules/zod/src/v3/tests/tuple.test.ts</a:t>
            </a:r>
          </a:p>
          <a:p>
            <a:pPr>
              <a:defRPr sz="1200"/>
            </a:pPr>
            <a:r>
              <a:t>D:/pasar_fix/node_modules/.bun/zod@4.4.3/node_modules/zod/src/v3/tests/unions.test.ts</a:t>
            </a:r>
          </a:p>
          <a:p>
            <a:pPr>
              <a:defRPr sz="1200"/>
            </a:pPr>
            <a:r>
              <a:t>D:/pasar_fix/node_modules/.bun/zod@4.4.3/node_modules/zod/src/v3/tests/validations.test.ts</a:t>
            </a:r>
          </a:p>
          <a:p>
            <a:pPr>
              <a:defRPr sz="1200"/>
            </a:pPr>
            <a:r>
              <a:t>D:/pasar_fix/node_modules/.bun/zod@4.4.3/node_modules/zod/src/v3/tests/void.test.ts</a:t>
            </a:r>
          </a:p>
          <a:p>
            <a:pPr>
              <a:defRPr sz="1200"/>
            </a:pPr>
            <a:r>
              <a:t>D:/pasar_fix/node_modules/.bun/zod@4.4.3/node_modules/zod/src/v4/index.ts</a:t>
            </a:r>
          </a:p>
          <a:p>
            <a:pPr>
              <a:defRPr sz="1200"/>
            </a:pPr>
            <a:r>
              <a:t>D:/pasar_fix/node_modules/.bun/zod@4.4.3/node_modules/zod/src/v4/classic/checks.ts</a:t>
            </a:r>
          </a:p>
          <a:p>
            <a:pPr>
              <a:defRPr sz="1200"/>
            </a:pPr>
            <a:r>
              <a:t>D:/pasar_fix/node_modules/.bun/zod@4.4.3/node_modules/zod/src/v4/classic/coerce.ts</a:t>
            </a:r>
          </a:p>
          <a:p>
            <a:pPr>
              <a:defRPr sz="1200"/>
            </a:pPr>
            <a:r>
              <a:t>D:/pasar_fix/node_modules/.bun/zod@4.4.3/node_modules/zod/src/v4/classic/compat.ts</a:t>
            </a:r>
          </a:p>
          <a:p>
            <a:pPr>
              <a:defRPr sz="1200"/>
            </a:pPr>
            <a:r>
              <a:t>D:/pasar_fix/node_modules/.bun/zod@4.4.3/node_modules/zod/src/v4/classic/errors.ts</a:t>
            </a:r>
          </a:p>
          <a:p>
            <a:pPr>
              <a:defRPr sz="1200"/>
            </a:pPr>
            <a:r>
              <a:t>D:/pasar_fix/node_modules/.bun/zod@4.4.3/node_modules/zod/src/v4/classic/external.ts</a:t>
            </a:r>
          </a:p>
          <a:p>
            <a:pPr>
              <a:defRPr sz="1200"/>
            </a:pPr>
            <a:r>
              <a:t>D:/pasar_fix/node_modules/.bun/zod@4.4.3/node_modules/zod/src/v4/classic/from-json-schema.ts</a:t>
            </a:r>
          </a:p>
          <a:p>
            <a:pPr>
              <a:defRPr sz="1200"/>
            </a:pPr>
            <a:r>
              <a:t>D:/pasar_fix/node_modules/.bun/zod@4.4.3/node_modules/zod/src/v4/classic/index.ts</a:t>
            </a:r>
          </a:p>
          <a:p>
            <a:pPr>
              <a:defRPr sz="1200"/>
            </a:pPr>
            <a:r>
              <a:t>D:/pasar_fix/node_modules/.bun/zod@4.4.3/node_modules/zod/src/v4/classic/iso.ts</a:t>
            </a:r>
          </a:p>
          <a:p>
            <a:pPr>
              <a:defRPr sz="1200"/>
            </a:pPr>
            <a:r>
              <a:t>D:/pasar_fix/node_modules/.bun/zod@4.4.3/node_modules/zod/src/v4/classic/parse.ts</a:t>
            </a:r>
          </a:p>
          <a:p>
            <a:pPr>
              <a:defRPr sz="1200"/>
            </a:pPr>
            <a:r>
              <a:t>D:/pasar_fix/node_modules/.bun/zod@4.4.3/node_modules/zod/src/v4/classic/schemas.ts</a:t>
            </a:r>
          </a:p>
          <a:p>
            <a:pPr>
              <a:defRPr sz="1200"/>
            </a:pPr>
            <a:r>
              <a:t>D:/pasar_fix/node_modules/.bun/zod@4.4.3/node_modules/zod/src/v4/classic/tests/anyunknown.test.ts</a:t>
            </a:r>
          </a:p>
          <a:p>
            <a:pPr>
              <a:defRPr sz="1200"/>
            </a:pPr>
            <a:r>
              <a:t>D:/pasar_fix/node_modules/.bun/zod@4.4.3/node_modules/zod/src/v4/classic/tests/apply.test.ts</a:t>
            </a:r>
          </a:p>
          <a:p>
            <a:pPr>
              <a:defRPr sz="1200"/>
            </a:pPr>
            <a:r>
              <a:t>D:/pasar_fix/node_modules/.bun/zod@4.4.3/node_modules/zod/src/v4/classic/tests/array.test.ts</a:t>
            </a:r>
          </a:p>
          <a:p>
            <a:pPr>
              <a:defRPr sz="1200"/>
            </a:pPr>
            <a:r>
              <a:t>D:/pasar_fix/node_modules/.bun/zod@4.4.3/node_modules/zod/src/v4/classic/tests/assignability.test.ts</a:t>
            </a:r>
          </a:p>
          <a:p>
            <a:pPr>
              <a:defRPr sz="1200"/>
            </a:pPr>
            <a:r>
              <a:t>D:/pasar_fix/node_modules/.bun/zod@4.4.3/node_modules/zod/src/v4/classic/tests/async-parsing.test.ts</a:t>
            </a:r>
          </a:p>
          <a:p>
            <a:pPr>
              <a:defRPr sz="1200"/>
            </a:pPr>
            <a:r>
              <a:t>D:/pasar_fix/node_modules/.bun/zod@4.4.3/node_modules/zod/src/v4/classic/tests/async-refinements.test.ts</a:t>
            </a:r>
          </a:p>
          <a:p>
            <a:pPr>
              <a:defRPr sz="1200"/>
            </a:pPr>
            <a:r>
              <a:t>D:/pasar_fix/node_modules/.bun/zod@4.4.3/node_modules/zod/src/v4/classic/tests/base.test.ts</a:t>
            </a:r>
          </a:p>
          <a:p>
            <a:pPr>
              <a:defRPr sz="1200"/>
            </a:pPr>
            <a:r>
              <a:t>D:/pasar_fix/node_modules/.bun/zod@4.4.3/node_modules/zod/src/v4/classic/tests/bigint.test.ts</a:t>
            </a:r>
          </a:p>
          <a:p>
            <a:pPr>
              <a:defRPr sz="1200"/>
            </a:pPr>
            <a:r>
              <a:t>D:/pasar_fix/node_modules/.bun/zod@4.4.3/node_modules/zod/src/v4/classic/tests/brand.test.ts</a:t>
            </a:r>
          </a:p>
          <a:p>
            <a:pPr>
              <a:defRPr sz="1200"/>
            </a:pPr>
            <a:r>
              <a:t>D:/pasar_fix/node_modules/.bun/zod@4.4.3/node_modules/zod/src/v4/classic/tests/catch.test.ts</a:t>
            </a:r>
          </a:p>
          <a:p>
            <a:pPr>
              <a:defRPr sz="1200"/>
            </a:pPr>
            <a:r>
              <a:t>D:/pasar_fix/node_modules/.bun/zod@4.4.3/node_modules/zod/src/v4/classic/tests/coalesce.test.ts</a:t>
            </a:r>
          </a:p>
          <a:p>
            <a:pPr>
              <a:defRPr sz="1200"/>
            </a:pPr>
            <a:r>
              <a:t>D:/pasar_fix/node_modules/.bun/zod@4.4.3/node_modules/zod/src/v4/classic/tests/codec-examples.test.ts</a:t>
            </a:r>
          </a:p>
          <a:p>
            <a:pPr>
              <a:defRPr sz="1200"/>
            </a:pPr>
            <a:r>
              <a:t>D:/pasar_fix/node_modules/.bun/zod@4.4.3/node_modules/zod/src/v4/classic/tests/codec.test.ts</a:t>
            </a:r>
          </a:p>
          <a:p>
            <a:pPr>
              <a:defRPr sz="1200"/>
            </a:pPr>
            <a:r>
              <a:t>D:/pasar_fix/node_modules/.bun/zod@4.4.3/node_modules/zod/src/v4/classic/tests/coerce.test.ts</a:t>
            </a:r>
          </a:p>
          <a:p>
            <a:pPr>
              <a:defRPr sz="1200"/>
            </a:pPr>
            <a:r>
              <a:t>D:/pasar_fix/node_modules/.bun/zod@4.4.3/node_modules/zod/src/v4/classic/tests/continuability.test.ts</a:t>
            </a:r>
          </a:p>
          <a:p>
            <a:pPr>
              <a:defRPr sz="1200"/>
            </a:pPr>
            <a:r>
              <a:t>D:/pasar_fix/node_modules/.bun/zod@4.4.3/node_modules/zod/src/v4/classic/tests/custom.test.ts</a:t>
            </a:r>
          </a:p>
          <a:p>
            <a:pPr>
              <a:defRPr sz="1200"/>
            </a:pPr>
            <a:r>
              <a:t>D:/pasar_fix/node_modules/.bun/zod@4.4.3/node_modules/zod/src/v4/classic/tests/date.test.ts</a:t>
            </a:r>
          </a:p>
          <a:p>
            <a:pPr>
              <a:defRPr sz="1200"/>
            </a:pPr>
            <a:r>
              <a:t>D:/pasar_fix/node_modules/.bun/zod@4.4.3/node_modules/zod/src/v4/classic/tests/datetime.test.ts</a:t>
            </a:r>
          </a:p>
          <a:p>
            <a:pPr>
              <a:defRPr sz="1200"/>
            </a:pPr>
            <a:r>
              <a:t>D:/pasar_fix/node_modules/.bun/zod@4.4.3/node_modules/zod/src/v4/classic/tests/default.test.ts</a:t>
            </a:r>
          </a:p>
          <a:p>
            <a:pPr>
              <a:defRPr sz="1200"/>
            </a:pPr>
            <a:r>
              <a:t>D:/pasar_fix/node_modules/.bun/zod@4.4.3/node_modules/zod/src/v4/classic/tests/describe-meta-checks.test.ts</a:t>
            </a:r>
          </a:p>
          <a:p>
            <a:pPr>
              <a:defRPr sz="1200"/>
            </a:pPr>
            <a:r>
              <a:t>D:/pasar_fix/node_modules/.bun/zod@4.4.3/node_modules/zod/src/v4/classic/tests/description.test.ts</a:t>
            </a:r>
          </a:p>
          <a:p>
            <a:pPr>
              <a:defRPr sz="1200"/>
            </a:pPr>
            <a:r>
              <a:t>D:/pasar_fix/node_modules/.bun/zod@4.4.3/node_modules/zod/src/v4/classic/tests/detached-methods.test.ts</a:t>
            </a:r>
          </a:p>
          <a:p>
            <a:pPr>
              <a:defRPr sz="1200"/>
            </a:pPr>
            <a:r>
              <a:t>D:/pasar_fix/node_modules/.bun/zod@4.4.3/node_modules/zod/src/v4/classic/tests/discriminated-unions.test.ts</a:t>
            </a:r>
          </a:p>
          <a:p>
            <a:pPr>
              <a:defRPr sz="1200"/>
            </a:pPr>
            <a:r>
              <a:t>D:/pasar_fix/node_modules/.bun/zod@4.4.3/node_modules/zod/src/v4/classic/tests/enum.test.ts</a:t>
            </a:r>
          </a:p>
          <a:p>
            <a:pPr>
              <a:defRPr sz="1200"/>
            </a:pPr>
            <a:r>
              <a:t>D:/pasar_fix/node_modules/.bun/zod@4.4.3/node_modules/zod/src/v4/classic/tests/error-utils.test.ts</a:t>
            </a:r>
          </a:p>
          <a:p>
            <a:pPr>
              <a:defRPr sz="1200"/>
            </a:pPr>
            <a:r>
              <a:t>D:/pasar_fix/node_modules/.bun/zod@4.4.3/node_modules/zod/src/v4/classic/tests/error.test.ts</a:t>
            </a:r>
          </a:p>
          <a:p>
            <a:pPr>
              <a:defRPr sz="1200"/>
            </a:pPr>
            <a:r>
              <a:t>D:/pasar_fix/node_modules/.bun/zod@4.4.3/node_modules/zod/src/v4/classic/tests/file.test.ts</a:t>
            </a:r>
          </a:p>
          <a:p>
            <a:pPr>
              <a:defRPr sz="1200"/>
            </a:pPr>
            <a:r>
              <a:t>D:/pasar_fix/node_modules/.bun/zod@4.4.3/node_modules/zod/src/v4/classic/tests/firstparty.test.ts</a:t>
            </a:r>
          </a:p>
          <a:p>
            <a:pPr>
              <a:defRPr sz="1200"/>
            </a:pPr>
            <a:r>
              <a:t>D:/pasar_fix/node_modules/.bun/zod@4.4.3/node_modules/zod/src/v4/classic/tests/fix-json-issue.test.ts</a:t>
            </a:r>
          </a:p>
          <a:p>
            <a:pPr>
              <a:defRPr sz="1200"/>
            </a:pPr>
            <a:r>
              <a:t>D:/pasar_fix/node_modules/.bun/zod@4.4.3/node_modules/zod/src/v4/classic/tests/from-json-schema.test.ts</a:t>
            </a:r>
          </a:p>
          <a:p>
            <a:pPr>
              <a:defRPr sz="1200"/>
            </a:pPr>
            <a:r>
              <a:t>D:/pasar_fix/node_modules/.bun/zod@4.4.3/node_modules/zod/src/v4/classic/tests/function.test.ts</a:t>
            </a:r>
          </a:p>
          <a:p>
            <a:pPr>
              <a:defRPr sz="1200"/>
            </a:pPr>
            <a:r>
              <a:t>D:/pasar_fix/node_modules/.bun/zod@4.4.3/node_modules/zod/src/v4/classic/tests/generics.test.ts</a:t>
            </a:r>
          </a:p>
          <a:p>
            <a:pPr>
              <a:defRPr sz="1200"/>
            </a:pPr>
            <a:r>
              <a:t>D:/pasar_fix/node_modules/.bun/zod@4.4.3/node_modules/zod/src/v4/classic/tests/global-config.test.ts</a:t>
            </a:r>
          </a:p>
          <a:p>
            <a:pPr>
              <a:defRPr sz="1200"/>
            </a:pPr>
            <a:r>
              <a:t>D:/pasar_fix/node_modules/.bun/zod@4.4.3/node_modules/zod/src/v4/classic/tests/hash.test.ts</a:t>
            </a:r>
          </a:p>
          <a:p>
            <a:pPr>
              <a:defRPr sz="1200"/>
            </a:pPr>
            <a:r>
              <a:t>D:/pasar_fix/node_modules/.bun/zod@4.4.3/node_modules/zod/src/v4/classic/tests/index.test.ts</a:t>
            </a:r>
          </a:p>
          <a:p>
            <a:pPr>
              <a:defRPr sz="1200"/>
            </a:pPr>
            <a:r>
              <a:t>D:/pasar_fix/node_modules/.bun/zod@4.4.3/node_modules/zod/src/v4/classic/tests/instanceof.test.ts</a:t>
            </a:r>
          </a:p>
          <a:p>
            <a:pPr>
              <a:defRPr sz="1200"/>
            </a:pPr>
            <a:r>
              <a:t>D:/pasar_fix/node_modules/.bun/zod@4.4.3/node_modules/zod/src/v4/classic/tests/intersection.test.ts</a:t>
            </a:r>
          </a:p>
          <a:p>
            <a:pPr>
              <a:defRPr sz="1200"/>
            </a:pPr>
            <a:r>
              <a:t>D:/pasar_fix/node_modules/.bun/zod@4.4.3/node_modules/zod/src/v4/classic/tests/jitless-allows-eval.test.ts</a:t>
            </a:r>
          </a:p>
          <a:p>
            <a:pPr>
              <a:defRPr sz="1200"/>
            </a:pPr>
            <a:r>
              <a:t>D:/pasar_fix/node_modules/.bun/zod@4.4.3/node_modules/zod/src/v4/classic/tests/json.test.ts</a:t>
            </a:r>
          </a:p>
          <a:p>
            <a:pPr>
              <a:defRPr sz="1200"/>
            </a:pPr>
            <a:r>
              <a:t>D:/pasar_fix/node_modules/.bun/zod@4.4.3/node_modules/zod/src/v4/classic/tests/lazy.test.ts</a:t>
            </a:r>
          </a:p>
          <a:p>
            <a:pPr>
              <a:defRPr sz="1200"/>
            </a:pPr>
            <a:r>
              <a:t>D:/pasar_fix/node_modules/.bun/zod@4.4.3/node_modules/zod/src/v4/classic/tests/literal.test.ts</a:t>
            </a:r>
          </a:p>
          <a:p>
            <a:pPr>
              <a:defRPr sz="1200"/>
            </a:pPr>
            <a:r>
              <a:t>D:/pasar_fix/node_modules/.bun/zod@4.4.3/node_modules/zod/src/v4/classic/tests/locales_ka.test.ts</a:t>
            </a:r>
          </a:p>
          <a:p>
            <a:pPr>
              <a:defRPr sz="1200"/>
            </a:pPr>
            <a:r>
              <a:t>D:/pasar_fix/node_modules/.bun/zod@4.4.3/node_modules/zod/src/v4/classic/tests/locales_ro.test.ts</a:t>
            </a:r>
          </a:p>
          <a:p>
            <a:pPr>
              <a:defRPr sz="1200"/>
            </a:pPr>
            <a:r>
              <a:t>D:/pasar_fix/node_modules/.bun/zod@4.4.3/node_modules/zod/src/v4/classic/tests/map.test.ts</a:t>
            </a:r>
          </a:p>
          <a:p>
            <a:pPr>
              <a:defRPr sz="1200"/>
            </a:pPr>
            <a:r>
              <a:t>D:/pasar_fix/node_modules/.bun/zod@4.4.3/node_modules/zod/src/v4/classic/tests/nan.test.ts</a:t>
            </a:r>
          </a:p>
          <a:p>
            <a:pPr>
              <a:defRPr sz="1200"/>
            </a:pPr>
            <a:r>
              <a:t>D:/pasar_fix/node_modules/.bun/zod@4.4.3/node_modules/zod/src/v4/classic/tests/nested-refine.test.ts</a:t>
            </a:r>
          </a:p>
          <a:p>
            <a:pPr>
              <a:defRPr sz="1200"/>
            </a:pPr>
            <a:r>
              <a:t>D:/pasar_fix/node_modules/.bun/zod@4.4.3/node_modules/zod/src/v4/classic/tests/nonoptional.test.ts</a:t>
            </a:r>
          </a:p>
          <a:p>
            <a:pPr>
              <a:defRPr sz="1200"/>
            </a:pPr>
            <a:r>
              <a:t>D:/pasar_fix/node_modules/.bun/zod@4.4.3/node_modules/zod/src/v4/classic/tests/nullable.test.ts</a:t>
            </a:r>
          </a:p>
          <a:p>
            <a:pPr>
              <a:defRPr sz="1200"/>
            </a:pPr>
            <a:r>
              <a:t>D:/pasar_fix/node_modules/.bun/zod@4.4.3/node_modules/zod/src/v4/classic/tests/number.test.ts</a:t>
            </a:r>
          </a:p>
          <a:p>
            <a:pPr>
              <a:defRPr sz="1200"/>
            </a:pPr>
            <a:r>
              <a:t>D:/pasar_fix/node_modules/.bun/zod@4.4.3/node_modules/zod/src/v4/classic/tests/object.test.ts</a:t>
            </a:r>
          </a:p>
          <a:p>
            <a:pPr>
              <a:defRPr sz="1200"/>
            </a:pPr>
            <a:r>
              <a:t>D:/pasar_fix/node_modules/.bun/zod@4.4.3/node_modules/zod/src/v4/classic/tests/optional.test.ts</a:t>
            </a:r>
          </a:p>
          <a:p>
            <a:pPr>
              <a:defRPr sz="1200"/>
            </a:pPr>
            <a:r>
              <a:t>D:/pasar_fix/node_modules/.bun/zod@4.4.3/node_modules/zod/src/v4/classic/tests/partial.test.ts</a:t>
            </a:r>
          </a:p>
          <a:p>
            <a:pPr>
              <a:defRPr sz="1200"/>
            </a:pPr>
            <a:r>
              <a:t>D:/pasar_fix/node_modules/.bun/zod@4.4.3/node_modules/zod/src/v4/classic/tests/pickomit.test.ts</a:t>
            </a:r>
          </a:p>
          <a:p>
            <a:pPr>
              <a:defRPr sz="1200"/>
            </a:pPr>
            <a:r>
              <a:t>D:/pasar_fix/node_modules/.bun/zod@4.4.3/node_modules/zod/src/v4/classic/tests/pipe.test.ts</a:t>
            </a:r>
          </a:p>
          <a:p>
            <a:pPr>
              <a:defRPr sz="1200"/>
            </a:pPr>
            <a:r>
              <a:t>D:/pasar_fix/node_modules/.bun/zod@4.4.3/node_modules/zod/src/v4/classic/tests/prefault.test.ts</a:t>
            </a:r>
          </a:p>
          <a:p>
            <a:pPr>
              <a:defRPr sz="1200"/>
            </a:pPr>
            <a:r>
              <a:t>D:/pasar_fix/node_modules/.bun/zod@4.4.3/node_modules/zod/src/v4/classic/tests/preprocess-types.test.ts</a:t>
            </a:r>
          </a:p>
          <a:p>
            <a:pPr>
              <a:defRPr sz="1200"/>
            </a:pPr>
            <a:r>
              <a:t>D:/pasar_fix/node_modules/.bun/zod@4.4.3/node_modules/zod/src/v4/classic/tests/preprocess.test.ts</a:t>
            </a:r>
          </a:p>
          <a:p>
            <a:pPr>
              <a:defRPr sz="1200"/>
            </a:pPr>
            <a:r>
              <a:t>D:/pasar_fix/node_modules/.bun/zod@4.4.3/node_modules/zod/src/v4/classic/tests/primitive.test.ts</a:t>
            </a:r>
          </a:p>
          <a:p>
            <a:pPr>
              <a:defRPr sz="1200"/>
            </a:pPr>
            <a:r>
              <a:t>D:/pasar_fix/node_modules/.bun/zod@4.4.3/node_modules/zod/src/v4/classic/tests/promise.test.ts</a:t>
            </a:r>
          </a:p>
          <a:p>
            <a:pPr>
              <a:defRPr sz="1200"/>
            </a:pPr>
            <a:r>
              <a:t>D:/pasar_fix/node_modules/.bun/zod@4.4.3/node_modules/zod/src/v4/classic/tests/prototypes.test.ts</a:t>
            </a:r>
          </a:p>
          <a:p>
            <a:pPr>
              <a:defRPr sz="1200"/>
            </a:pPr>
            <a:r>
              <a:t>D:/pasar_fix/node_modules/.bun/zod@4.4.3/node_modules/zod/src/v4/classic/tests/readonly.test.ts</a:t>
            </a:r>
          </a:p>
          <a:p>
            <a:pPr>
              <a:defRPr sz="1200"/>
            </a:pPr>
            <a:r>
              <a:t>D:/pasar_fix/node_modules/.bun/zod@4.4.3/node_modules/zod/src/v4/classic/tests/record.test.ts</a:t>
            </a:r>
          </a:p>
          <a:p>
            <a:pPr>
              <a:defRPr sz="1200"/>
            </a:pPr>
            <a:r>
              <a:t>D:/pasar_fix/node_modules/.bun/zod@4.4.3/node_modules/zod/src/v4/classic/tests/recursive-types.test.ts</a:t>
            </a:r>
          </a:p>
          <a:p>
            <a:pPr>
              <a:defRPr sz="1200"/>
            </a:pPr>
            <a:r>
              <a:t>D:/pasar_fix/node_modules/.bun/zod@4.4.3/node_modules/zod/src/v4/classic/tests/refine.test.ts</a:t>
            </a:r>
          </a:p>
          <a:p>
            <a:pPr>
              <a:defRPr sz="1200"/>
            </a:pPr>
            <a:r>
              <a:t>D:/pasar_fix/node_modules/.bun/zod@4.4.3/node_modules/zod/src/v4/classic/tests/registries.test.ts</a:t>
            </a:r>
          </a:p>
          <a:p>
            <a:pPr>
              <a:defRPr sz="1200"/>
            </a:pPr>
            <a:r>
              <a:t>D:/pasar_fix/node_modules/.bun/zod@4.4.3/node_modules/zod/src/v4/classic/tests/set.test.ts</a:t>
            </a:r>
          </a:p>
          <a:p>
            <a:pPr>
              <a:defRPr sz="1200"/>
            </a:pPr>
            <a:r>
              <a:t>D:/pasar_fix/node_modules/.bun/zod@4.4.3/node_modules/zod/src/v4/classic/tests/standard-schema.test.ts</a:t>
            </a:r>
          </a:p>
          <a:p>
            <a:pPr>
              <a:defRPr sz="1200"/>
            </a:pPr>
            <a:r>
              <a:t>D:/pasar_fix/node_modules/.bun/zod@4.4.3/node_modules/zod/src/v4/classic/tests/string-formats.test.ts</a:t>
            </a:r>
          </a:p>
          <a:p>
            <a:pPr>
              <a:defRPr sz="1200"/>
            </a:pPr>
            <a:r>
              <a:t>D:/pasar_fix/node_modules/.bun/zod@4.4.3/node_modules/zod/src/v4/classic/tests/string.test.ts</a:t>
            </a:r>
          </a:p>
          <a:p>
            <a:pPr>
              <a:defRPr sz="1200"/>
            </a:pPr>
            <a:r>
              <a:t>D:/pasar_fix/node_modules/.bun/zod@4.4.3/node_modules/zod/src/v4/classic/tests/stringbool.test.ts</a:t>
            </a:r>
          </a:p>
          <a:p>
            <a:pPr>
              <a:defRPr sz="1200"/>
            </a:pPr>
            <a:r>
              <a:t>D:/pasar_fix/node_modules/.bun/zod@4.4.3/node_modules/zod/src/v4/classic/tests/template-literal.test.ts</a:t>
            </a:r>
          </a:p>
          <a:p>
            <a:pPr>
              <a:defRPr sz="1200"/>
            </a:pPr>
            <a:r>
              <a:t>D:/pasar_fix/node_modules/.bun/zod@4.4.3/node_modules/zod/src/v4/classic/tests/to-json-schema-methods.test.ts</a:t>
            </a:r>
          </a:p>
          <a:p>
            <a:pPr>
              <a:defRPr sz="1200"/>
            </a:pPr>
            <a:r>
              <a:t>D:/pasar_fix/node_modules/.bun/zod@4.4.3/node_modules/zod/src/v4/classic/tests/to-json-schema.test.ts</a:t>
            </a:r>
          </a:p>
          <a:p>
            <a:pPr>
              <a:defRPr sz="1200"/>
            </a:pPr>
            <a:r>
              <a:t>D:/pasar_fix/node_modules/.bun/zod@4.4.3/node_modules/zod/src/v4/classic/tests/transform.test.ts</a:t>
            </a:r>
          </a:p>
          <a:p>
            <a:pPr>
              <a:defRPr sz="1200"/>
            </a:pPr>
            <a:r>
              <a:t>D:/pasar_fix/node_modules/.bun/zod@4.4.3/node_modules/zod/src/v4/classic/tests/tuple.test.ts</a:t>
            </a:r>
          </a:p>
          <a:p>
            <a:pPr>
              <a:defRPr sz="1200"/>
            </a:pPr>
            <a:r>
              <a:t>D:/pasar_fix/node_modules/.bun/zod@4.4.3/node_modules/zod/src/v4/classic/tests/union.test.ts</a:t>
            </a:r>
          </a:p>
          <a:p>
            <a:pPr>
              <a:defRPr sz="1200"/>
            </a:pPr>
            <a:r>
              <a:t>D:/pasar_fix/node_modules/.bun/zod@4.4.3/node_modules/zod/src/v4/classic/tests/url.test.ts</a:t>
            </a:r>
          </a:p>
          <a:p>
            <a:pPr>
              <a:defRPr sz="1200"/>
            </a:pPr>
            <a:r>
              <a:t>D:/pasar_fix/node_modules/.bun/zod@4.4.3/node_modules/zod/src/v4/classic/tests/validations.test.ts</a:t>
            </a:r>
          </a:p>
          <a:p>
            <a:pPr>
              <a:defRPr sz="1200"/>
            </a:pPr>
            <a:r>
              <a:t>D:/pasar_fix/node_modules/.bun/zod@4.4.3/node_modules/zod/src/v4/classic/tests/void.test.ts</a:t>
            </a:r>
          </a:p>
          <a:p>
            <a:pPr>
              <a:defRPr sz="1200"/>
            </a:pPr>
            <a:r>
              <a:t>D:/pasar_fix/node_modules/.bun/zod@4.4.3/node_modules/zod/src/v4/core/api.ts</a:t>
            </a:r>
          </a:p>
          <a:p>
            <a:pPr>
              <a:defRPr sz="1200"/>
            </a:pPr>
            <a:r>
              <a:t>D:/pasar_fix/node_modules/.bun/zod@4.4.3/node_modules/zod/src/v4/core/checks.ts</a:t>
            </a:r>
          </a:p>
          <a:p>
            <a:pPr>
              <a:defRPr sz="1200"/>
            </a:pPr>
            <a:r>
              <a:t>D:/pasar_fix/node_modules/.bun/zod@4.4.3/node_modules/zod/src/v4/core/config.ts</a:t>
            </a:r>
          </a:p>
          <a:p>
            <a:pPr>
              <a:defRPr sz="1200"/>
            </a:pPr>
            <a:r>
              <a:t>D:/pasar_fix/node_modules/.bun/zod@4.4.3/node_modules/zod/src/v4/core/core.ts</a:t>
            </a:r>
          </a:p>
          <a:p>
            <a:pPr>
              <a:defRPr sz="1200"/>
            </a:pPr>
            <a:r>
              <a:t>D:/pasar_fix/node_modules/.bun/zod@4.4.3/node_modules/zod/src/v4/core/doc.ts</a:t>
            </a:r>
          </a:p>
          <a:p>
            <a:pPr>
              <a:defRPr sz="1200"/>
            </a:pPr>
            <a:r>
              <a:t>D:/pasar_fix/node_modules/.bun/zod@4.4.3/node_modules/zod/src/v4/core/errors.ts</a:t>
            </a:r>
          </a:p>
          <a:p>
            <a:pPr>
              <a:defRPr sz="1200"/>
            </a:pPr>
            <a:r>
              <a:t>D:/pasar_fix/node_modules/.bun/zod@4.4.3/node_modules/zod/src/v4/core/index.ts</a:t>
            </a:r>
          </a:p>
          <a:p>
            <a:pPr>
              <a:defRPr sz="1200"/>
            </a:pPr>
            <a:r>
              <a:t>D:/pasar_fix/node_modules/.bun/zod@4.4.3/node_modules/zod/src/v4/core/json-schema-generator.ts</a:t>
            </a:r>
          </a:p>
          <a:p>
            <a:pPr>
              <a:defRPr sz="1200"/>
            </a:pPr>
            <a:r>
              <a:t>D:/pasar_fix/node_modules/.bun/zod@4.4.3/node_modules/zod/src/v4/core/json-schema-processors.ts</a:t>
            </a:r>
          </a:p>
          <a:p>
            <a:pPr>
              <a:defRPr sz="1200"/>
            </a:pPr>
            <a:r>
              <a:t>D:/pasar_fix/node_modules/.bun/zod@4.4.3/node_modules/zod/src/v4/core/json-schema.ts</a:t>
            </a:r>
          </a:p>
          <a:p>
            <a:pPr>
              <a:defRPr sz="1200"/>
            </a:pPr>
            <a:r>
              <a:t>D:/pasar_fix/node_modules/.bun/zod@4.4.3/node_modules/zod/src/v4/core/parse.ts</a:t>
            </a:r>
          </a:p>
          <a:p>
            <a:pPr>
              <a:defRPr sz="1200"/>
            </a:pPr>
            <a:r>
              <a:t>D:/pasar_fix/node_modules/.bun/zod@4.4.3/node_modules/zod/src/v4/core/regexes.ts</a:t>
            </a:r>
          </a:p>
          <a:p>
            <a:pPr>
              <a:defRPr sz="1200"/>
            </a:pPr>
            <a:r>
              <a:t>D:/pasar_fix/node_modules/.bun/zod@4.4.3/node_modules/zod/src/v4/core/registries.ts</a:t>
            </a:r>
          </a:p>
          <a:p>
            <a:pPr>
              <a:defRPr sz="1200"/>
            </a:pPr>
            <a:r>
              <a:t>D:/pasar_fix/node_modules/.bun/zod@4.4.3/node_modules/zod/src/v4/core/schemas.ts</a:t>
            </a:r>
          </a:p>
          <a:p>
            <a:pPr>
              <a:defRPr sz="1200"/>
            </a:pPr>
            <a:r>
              <a:t>D:/pasar_fix/node_modules/.bun/zod@4.4.3/node_modules/zod/src/v4/core/standard-schema.ts</a:t>
            </a:r>
          </a:p>
          <a:p>
            <a:pPr>
              <a:defRPr sz="1200"/>
            </a:pPr>
            <a:r>
              <a:t>D:/pasar_fix/node_modules/.bun/zod@4.4.3/node_modules/zod/src/v4/core/to-json-schema.ts</a:t>
            </a:r>
          </a:p>
          <a:p>
            <a:pPr>
              <a:defRPr sz="1200"/>
            </a:pPr>
            <a:r>
              <a:t>D:/pasar_fix/node_modules/.bun/zod@4.4.3/node_modules/zod/src/v4/core/util.ts</a:t>
            </a:r>
          </a:p>
          <a:p>
            <a:pPr>
              <a:defRPr sz="1200"/>
            </a:pPr>
            <a:r>
              <a:t>D:/pasar_fix/node_modules/.bun/zod@4.4.3/node_modules/zod/src/v4/core/versions.ts</a:t>
            </a:r>
          </a:p>
          <a:p>
            <a:pPr>
              <a:defRPr sz="1200"/>
            </a:pPr>
            <a:r>
              <a:t>D:/pasar_fix/node_modules/.bun/zod@4.4.3/node_modules/zod/src/v4/core/zsf.ts</a:t>
            </a:r>
          </a:p>
          <a:p>
            <a:pPr>
              <a:defRPr sz="1200"/>
            </a:pPr>
            <a:r>
              <a:t>D:/pasar_fix/node_modules/.bun/zod@4.4.3/node_modules/zod/src/v4/core/tests/extend.test.ts</a:t>
            </a:r>
          </a:p>
          <a:p>
            <a:pPr>
              <a:defRPr sz="1200"/>
            </a:pPr>
            <a:r>
              <a:t>D:/pasar_fix/node_modules/.bun/zod@4.4.3/node_modules/zod/src/v4/core/tests/index.test.ts</a:t>
            </a:r>
          </a:p>
          <a:p>
            <a:pPr>
              <a:defRPr sz="1200"/>
            </a:pPr>
            <a:r>
              <a:t>D:/pasar_fix/node_modules/.bun/zod@4.4.3/node_modules/zod/src/v4/core/tests/record-constructor.test.ts</a:t>
            </a:r>
          </a:p>
          <a:p>
            <a:pPr>
              <a:defRPr sz="1200"/>
            </a:pPr>
            <a:r>
              <a:t>D:/pasar_fix/node_modules/.bun/zod@4.4.3/node_modules/zod/src/v4/core/tests/recursive-tuples.test.ts</a:t>
            </a:r>
          </a:p>
          <a:p>
            <a:pPr>
              <a:defRPr sz="1200"/>
            </a:pPr>
            <a:r>
              <a:t>D:/pasar_fix/node_modules/.bun/zod@4.4.3/node_modules/zod/src/v4/core/tests/locales/be.test.ts</a:t>
            </a:r>
          </a:p>
          <a:p>
            <a:pPr>
              <a:defRPr sz="1200"/>
            </a:pPr>
            <a:r>
              <a:t>D:/pasar_fix/node_modules/.bun/zod@4.4.3/node_modules/zod/src/v4/core/tests/locales/el.test.ts</a:t>
            </a:r>
          </a:p>
          <a:p>
            <a:pPr>
              <a:defRPr sz="1200"/>
            </a:pPr>
            <a:r>
              <a:t>D:/pasar_fix/node_modules/.bun/zod@4.4.3/node_modules/zod/src/v4/core/tests/locales/en.test.ts</a:t>
            </a:r>
          </a:p>
          <a:p>
            <a:pPr>
              <a:defRPr sz="1200"/>
            </a:pPr>
            <a:r>
              <a:t>D:/pasar_fix/node_modules/.bun/zod@4.4.3/node_modules/zod/src/v4/core/tests/locales/es.test.ts</a:t>
            </a:r>
          </a:p>
          <a:p>
            <a:pPr>
              <a:defRPr sz="1200"/>
            </a:pPr>
            <a:r>
              <a:t>D:/pasar_fix/node_modules/.bun/zod@4.4.3/node_modules/zod/src/v4/core/tests/locales/fr.test.ts</a:t>
            </a:r>
          </a:p>
          <a:p>
            <a:pPr>
              <a:defRPr sz="1200"/>
            </a:pPr>
            <a:r>
              <a:t>D:/pasar_fix/node_modules/.bun/zod@4.4.3/node_modules/zod/src/v4/core/tests/locales/he.test.ts</a:t>
            </a:r>
          </a:p>
          <a:p>
            <a:pPr>
              <a:defRPr sz="1200"/>
            </a:pPr>
            <a:r>
              <a:t>D:/pasar_fix/node_modules/.bun/zod@4.4.3/node_modules/zod/src/v4/core/tests/locales/hr.test.ts</a:t>
            </a:r>
          </a:p>
          <a:p>
            <a:pPr>
              <a:defRPr sz="1200"/>
            </a:pPr>
            <a:r>
              <a:t>D:/pasar_fix/node_modules/.bun/zod@4.4.3/node_modules/zod/src/v4/core/tests/locales/nl.test.ts</a:t>
            </a:r>
          </a:p>
          <a:p>
            <a:pPr>
              <a:defRPr sz="1200"/>
            </a:pPr>
            <a:r>
              <a:t>D:/pasar_fix/node_modules/.bun/zod@4.4.3/node_modules/zod/src/v4/core/tests/locales/ru.test.ts</a:t>
            </a:r>
          </a:p>
          <a:p>
            <a:pPr>
              <a:defRPr sz="1200"/>
            </a:pPr>
            <a:r>
              <a:t>D:/pasar_fix/node_modules/.bun/zod@4.4.3/node_modules/zod/src/v4/core/tests/locales/tr.test.ts</a:t>
            </a:r>
          </a:p>
          <a:p>
            <a:pPr>
              <a:defRPr sz="1200"/>
            </a:pPr>
            <a:r>
              <a:t>D:/pasar_fix/node_modules/.bun/zod@4.4.3/node_modules/zod/src/v4/core/tests/locales/uz.test.ts</a:t>
            </a:r>
          </a:p>
          <a:p>
            <a:pPr>
              <a:defRPr sz="1200"/>
            </a:pPr>
            <a:r>
              <a:t>D:/pasar_fix/node_modules/.bun/zod@4.4.3/node_modules/zod/src/v4/locales/ar.ts</a:t>
            </a:r>
          </a:p>
          <a:p>
            <a:pPr>
              <a:defRPr sz="1200"/>
            </a:pPr>
            <a:r>
              <a:t>D:/pasar_fix/node_modules/.bun/zod@4.4.3/node_modules/zod/src/v4/locales/az.ts</a:t>
            </a:r>
          </a:p>
          <a:p>
            <a:pPr>
              <a:defRPr sz="1200"/>
            </a:pPr>
            <a:r>
              <a:t>D:/pasar_fix/node_modules/.bun/zod@4.4.3/node_modules/zod/src/v4/locales/be.ts</a:t>
            </a:r>
          </a:p>
          <a:p>
            <a:pPr>
              <a:defRPr sz="1200"/>
            </a:pPr>
            <a:r>
              <a:t>D:/pasar_fix/node_modules/.bun/zod@4.4.3/node_modules/zod/src/v4/locales/bg.ts</a:t>
            </a:r>
          </a:p>
          <a:p>
            <a:pPr>
              <a:defRPr sz="1200"/>
            </a:pPr>
            <a:r>
              <a:t>D:/pasar_fix/node_modules/.bun/zod@4.4.3/node_modules/zod/src/v4/locales/ca.ts</a:t>
            </a:r>
          </a:p>
          <a:p>
            <a:pPr>
              <a:defRPr sz="1200"/>
            </a:pPr>
            <a:r>
              <a:t>D:/pasar_fix/node_modules/.bun/zod@4.4.3/node_modules/zod/src/v4/locales/cs.ts</a:t>
            </a:r>
          </a:p>
          <a:p>
            <a:pPr>
              <a:defRPr sz="1200"/>
            </a:pPr>
            <a:r>
              <a:t>D:/pasar_fix/node_modules/.bun/zod@4.4.3/node_modules/zod/src/v4/locales/da.ts</a:t>
            </a:r>
          </a:p>
          <a:p>
            <a:pPr>
              <a:defRPr sz="1200"/>
            </a:pPr>
            <a:r>
              <a:t>D:/pasar_fix/node_modules/.bun/zod@4.4.3/node_modules/zod/src/v4/locales/de.ts</a:t>
            </a:r>
          </a:p>
          <a:p>
            <a:pPr>
              <a:defRPr sz="1200"/>
            </a:pPr>
            <a:r>
              <a:t>D:/pasar_fix/node_modules/.bun/zod@4.4.3/node_modules/zod/src/v4/locales/el.ts</a:t>
            </a:r>
          </a:p>
          <a:p>
            <a:pPr>
              <a:defRPr sz="1200"/>
            </a:pPr>
            <a:r>
              <a:t>D:/pasar_fix/node_modules/.bun/zod@4.4.3/node_modules/zod/src/v4/locales/en.ts</a:t>
            </a:r>
          </a:p>
          <a:p>
            <a:pPr>
              <a:defRPr sz="1200"/>
            </a:pPr>
            <a:r>
              <a:t>D:/pasar_fix/node_modules/.bun/zod@4.4.3/node_modules/zod/src/v4/locales/eo.ts</a:t>
            </a:r>
          </a:p>
          <a:p>
            <a:pPr>
              <a:defRPr sz="1200"/>
            </a:pPr>
            <a:r>
              <a:t>D:/pasar_fix/node_modules/.bun/zod@4.4.3/node_modules/zod/src/v4/locales/es.ts</a:t>
            </a:r>
          </a:p>
          <a:p>
            <a:pPr>
              <a:defRPr sz="1200"/>
            </a:pPr>
            <a:r>
              <a:t>D:/pasar_fix/node_modules/.bun/zod@4.4.3/node_modules/zod/src/v4/locales/fa.ts</a:t>
            </a:r>
          </a:p>
          <a:p>
            <a:pPr>
              <a:defRPr sz="1200"/>
            </a:pPr>
            <a:r>
              <a:t>D:/pasar_fix/node_modules/.bun/zod@4.4.3/node_modules/zod/src/v4/locales/fi.ts</a:t>
            </a:r>
          </a:p>
          <a:p>
            <a:pPr>
              <a:defRPr sz="1200"/>
            </a:pPr>
            <a:r>
              <a:t>D:/pasar_fix/node_modules/.bun/zod@4.4.3/node_modules/zod/src/v4/locales/fr-CA.ts</a:t>
            </a:r>
          </a:p>
          <a:p>
            <a:pPr>
              <a:defRPr sz="1200"/>
            </a:pPr>
            <a:r>
              <a:t>D:/pasar_fix/node_modules/.bun/zod@4.4.3/node_modules/zod/src/v4/locales/fr.ts</a:t>
            </a:r>
          </a:p>
          <a:p>
            <a:pPr>
              <a:defRPr sz="1200"/>
            </a:pPr>
            <a:r>
              <a:t>D:/pasar_fix/node_modules/.bun/zod@4.4.3/node_modules/zod/src/v4/locales/he.ts</a:t>
            </a:r>
          </a:p>
          <a:p>
            <a:pPr>
              <a:defRPr sz="1200"/>
            </a:pPr>
            <a:r>
              <a:t>D:/pasar_fix/node_modules/.bun/zod@4.4.3/node_modules/zod/src/v4/locales/hr.ts</a:t>
            </a:r>
          </a:p>
          <a:p>
            <a:pPr>
              <a:defRPr sz="1200"/>
            </a:pPr>
            <a:r>
              <a:t>D:/pasar_fix/node_modules/.bun/zod@4.4.3/node_modules/zod/src/v4/locales/hu.ts</a:t>
            </a:r>
          </a:p>
          <a:p>
            <a:pPr>
              <a:defRPr sz="1200"/>
            </a:pPr>
            <a:r>
              <a:t>D:/pasar_fix/node_modules/.bun/zod@4.4.3/node_modules/zod/src/v4/locales/hy.ts</a:t>
            </a:r>
          </a:p>
          <a:p>
            <a:pPr>
              <a:defRPr sz="1200"/>
            </a:pPr>
            <a:r>
              <a:t>D:/pasar_fix/node_modules/.bun/zod@4.4.3/node_modules/zod/src/v4/locales/id.ts</a:t>
            </a:r>
          </a:p>
          <a:p>
            <a:pPr>
              <a:defRPr sz="1200"/>
            </a:pPr>
            <a:r>
              <a:t>D:/pasar_fix/node_modules/.bun/zod@4.4.3/node_modules/zod/src/v4/locales/index.ts</a:t>
            </a:r>
          </a:p>
          <a:p>
            <a:pPr>
              <a:defRPr sz="1200"/>
            </a:pPr>
            <a:r>
              <a:t>D:/pasar_fix/node_modules/.bun/zod@4.4.3/node_modules/zod/src/v4/locales/is.ts</a:t>
            </a:r>
          </a:p>
          <a:p>
            <a:pPr>
              <a:defRPr sz="1200"/>
            </a:pPr>
            <a:r>
              <a:t>D:/pasar_fix/node_modules/.bun/zod@4.4.3/node_modules/zod/src/v4/locales/it.ts</a:t>
            </a:r>
          </a:p>
          <a:p>
            <a:pPr>
              <a:defRPr sz="1200"/>
            </a:pPr>
            <a:r>
              <a:t>D:/pasar_fix/node_modules/.bun/zod@4.4.3/node_modules/zod/src/v4/locales/ja.ts</a:t>
            </a:r>
          </a:p>
          <a:p>
            <a:pPr>
              <a:defRPr sz="1200"/>
            </a:pPr>
            <a:r>
              <a:t>D:/pasar_fix/node_modules/.bun/zod@4.4.3/node_modules/zod/src/v4/locales/ka.ts</a:t>
            </a:r>
          </a:p>
          <a:p>
            <a:pPr>
              <a:defRPr sz="1200"/>
            </a:pPr>
            <a:r>
              <a:t>D:/pasar_fix/node_modules/.bun/zod@4.4.3/node_modules/zod/src/v4/locales/kh.ts</a:t>
            </a:r>
          </a:p>
          <a:p>
            <a:pPr>
              <a:defRPr sz="1200"/>
            </a:pPr>
            <a:r>
              <a:t>D:/pasar_fix/node_modules/.bun/zod@4.4.3/node_modules/zod/src/v4/locales/km.ts</a:t>
            </a:r>
          </a:p>
          <a:p>
            <a:pPr>
              <a:defRPr sz="1200"/>
            </a:pPr>
            <a:r>
              <a:t>D:/pasar_fix/node_modules/.bun/zod@4.4.3/node_modules/zod/src/v4/locales/ko.ts</a:t>
            </a:r>
          </a:p>
          <a:p>
            <a:pPr>
              <a:defRPr sz="1200"/>
            </a:pPr>
            <a:r>
              <a:t>D:/pasar_fix/node_modules/.bun/zod@4.4.3/node_modules/zod/src/v4/locales/lt.ts</a:t>
            </a:r>
          </a:p>
          <a:p>
            <a:pPr>
              <a:defRPr sz="1200"/>
            </a:pPr>
            <a:r>
              <a:t>D:/pasar_fix/node_modules/.bun/zod@4.4.3/node_modules/zod/src/v4/locales/mk.ts</a:t>
            </a:r>
          </a:p>
          <a:p>
            <a:pPr>
              <a:defRPr sz="1200"/>
            </a:pPr>
            <a:r>
              <a:t>D:/pasar_fix/node_modules/.bun/zod@4.4.3/node_modules/zod/src/v4/locales/ms.ts</a:t>
            </a:r>
          </a:p>
          <a:p>
            <a:pPr>
              <a:defRPr sz="1200"/>
            </a:pPr>
            <a:r>
              <a:t>D:/pasar_fix/node_modules/.bun/zod@4.4.3/node_modules/zod/src/v4/locales/nl.ts</a:t>
            </a:r>
          </a:p>
          <a:p>
            <a:pPr>
              <a:defRPr sz="1200"/>
            </a:pPr>
            <a:r>
              <a:t>D:/pasar_fix/node_modules/.bun/zod@4.4.3/node_modules/zod/src/v4/locales/no.ts</a:t>
            </a:r>
          </a:p>
          <a:p>
            <a:pPr>
              <a:defRPr sz="1200"/>
            </a:pPr>
            <a:r>
              <a:t>D:/pasar_fix/node_modules/.bun/zod@4.4.3/node_modules/zod/src/v4/locales/ota.ts</a:t>
            </a:r>
          </a:p>
          <a:p>
            <a:pPr>
              <a:defRPr sz="1200"/>
            </a:pPr>
            <a:r>
              <a:t>D:/pasar_fix/node_modules/.bun/zod@4.4.3/node_modules/zod/src/v4/locales/pl.ts</a:t>
            </a:r>
          </a:p>
          <a:p>
            <a:pPr>
              <a:defRPr sz="1200"/>
            </a:pPr>
            <a:r>
              <a:t>D:/pasar_fix/node_modules/.bun/zod@4.4.3/node_modules/zod/src/v4/locales/ps.ts</a:t>
            </a:r>
          </a:p>
          <a:p>
            <a:pPr>
              <a:defRPr sz="1200"/>
            </a:pPr>
            <a:r>
              <a:t>D:/pasar_fix/node_modules/.bun/zod@4.4.3/node_modules/zod/src/v4/locales/pt.ts</a:t>
            </a:r>
          </a:p>
          <a:p>
            <a:pPr>
              <a:defRPr sz="1200"/>
            </a:pPr>
            <a:r>
              <a:t>D:/pasar_fix/node_modules/.bun/zod@4.4.3/node_modules/zod/src/v4/locales/ro.ts</a:t>
            </a:r>
          </a:p>
          <a:p>
            <a:pPr>
              <a:defRPr sz="1200"/>
            </a:pPr>
            <a:r>
              <a:t>D:/pasar_fix/node_modules/.bun/zod@4.4.3/node_modules/zod/src/v4/locales/ru.ts</a:t>
            </a:r>
          </a:p>
          <a:p>
            <a:pPr>
              <a:defRPr sz="1200"/>
            </a:pPr>
            <a:r>
              <a:t>D:/pasar_fix/node_modules/.bun/zod@4.4.3/node_modules/zod/src/v4/locales/sl.ts</a:t>
            </a:r>
          </a:p>
          <a:p>
            <a:pPr>
              <a:defRPr sz="1200"/>
            </a:pPr>
            <a:r>
              <a:t>D:/pasar_fix/node_modules/.bun/zod@4.4.3/node_modules/zod/src/v4/locales/sv.ts</a:t>
            </a:r>
          </a:p>
          <a:p>
            <a:pPr>
              <a:defRPr sz="1200"/>
            </a:pPr>
            <a:r>
              <a:t>D:/pasar_fix/node_modules/.bun/zod@4.4.3/node_modules/zod/src/v4/locales/ta.ts</a:t>
            </a:r>
          </a:p>
          <a:p>
            <a:pPr>
              <a:defRPr sz="1200"/>
            </a:pPr>
            <a:r>
              <a:t>D:/pasar_fix/node_modules/.bun/zod@4.4.3/node_modules/zod/src/v4/locales/th.ts</a:t>
            </a:r>
          </a:p>
          <a:p>
            <a:pPr>
              <a:defRPr sz="1200"/>
            </a:pPr>
            <a:r>
              <a:t>D:/pasar_fix/node_modules/.bun/zod@4.4.3/node_modules/zod/src/v4/locales/tr.ts</a:t>
            </a:r>
          </a:p>
          <a:p>
            <a:pPr>
              <a:defRPr sz="1200"/>
            </a:pPr>
            <a:r>
              <a:t>D:/pasar_fix/node_modules/.bun/zod@4.4.3/node_modules/zod/src/v4/locales/ua.ts</a:t>
            </a:r>
          </a:p>
          <a:p>
            <a:pPr>
              <a:defRPr sz="1200"/>
            </a:pPr>
            <a:r>
              <a:t>D:/pasar_fix/node_modules/.bun/zod@4.4.3/node_modules/zod/src/v4/locales/uk.ts</a:t>
            </a:r>
          </a:p>
          <a:p>
            <a:pPr>
              <a:defRPr sz="1200"/>
            </a:pPr>
            <a:r>
              <a:t>D:/pasar_fix/node_modules/.bun/zod@4.4.3/node_modules/zod/src/v4/locales/ur.ts</a:t>
            </a:r>
          </a:p>
          <a:p>
            <a:pPr>
              <a:defRPr sz="1200"/>
            </a:pPr>
            <a:r>
              <a:t>D:/pasar_fix/node_modules/.bun/zod@4.4.3/node_modules/zod/src/v4/locales/uz.ts</a:t>
            </a:r>
          </a:p>
          <a:p>
            <a:pPr>
              <a:defRPr sz="1200"/>
            </a:pPr>
            <a:r>
              <a:t>D:/pasar_fix/node_modules/.bun/zod@4.4.3/node_modules/zod/src/v4/locales/vi.ts</a:t>
            </a:r>
          </a:p>
          <a:p>
            <a:pPr>
              <a:defRPr sz="1200"/>
            </a:pPr>
            <a:r>
              <a:t>D:/pasar_fix/node_modules/.bun/zod@4.4.3/node_modules/zod/src/v4/locales/yo.ts</a:t>
            </a:r>
          </a:p>
          <a:p>
            <a:pPr>
              <a:defRPr sz="1200"/>
            </a:pPr>
            <a:r>
              <a:t>D:/pasar_fix/node_modules/.bun/zod@4.4.3/node_modules/zod/src/v4/locales/zh-CN.ts</a:t>
            </a:r>
          </a:p>
          <a:p>
            <a:pPr>
              <a:defRPr sz="1200"/>
            </a:pPr>
            <a:r>
              <a:t>D:/pasar_fix/node_modules/.bun/zod@4.4.3/node_modules/zod/src/v4/locales/zh-TW.ts</a:t>
            </a:r>
          </a:p>
          <a:p>
            <a:pPr>
              <a:defRPr sz="1200"/>
            </a:pPr>
            <a:r>
              <a:t>D:/pasar_fix/node_modules/.bun/zod@4.4.3/node_modules/zod/src/v4/mini/checks.ts</a:t>
            </a:r>
          </a:p>
          <a:p>
            <a:pPr>
              <a:defRPr sz="1200"/>
            </a:pPr>
            <a:r>
              <a:t>D:/pasar_fix/node_modules/.bun/zod@4.4.3/node_modules/zod/src/v4/mini/coerce.ts</a:t>
            </a:r>
          </a:p>
          <a:p>
            <a:pPr>
              <a:defRPr sz="1200"/>
            </a:pPr>
            <a:r>
              <a:t>D:/pasar_fix/node_modules/.bun/zod@4.4.3/node_modules/zod/src/v4/mini/external.ts</a:t>
            </a:r>
          </a:p>
          <a:p>
            <a:pPr>
              <a:defRPr sz="1200"/>
            </a:pPr>
            <a:r>
              <a:t>D:/pasar_fix/node_modules/.bun/zod@4.4.3/node_modules/zod/src/v4/mini/index.ts</a:t>
            </a:r>
          </a:p>
          <a:p>
            <a:pPr>
              <a:defRPr sz="1200"/>
            </a:pPr>
            <a:r>
              <a:t>D:/pasar_fix/node_modules/.bun/zod@4.4.3/node_modules/zod/src/v4/mini/iso.ts</a:t>
            </a:r>
          </a:p>
          <a:p>
            <a:pPr>
              <a:defRPr sz="1200"/>
            </a:pPr>
            <a:r>
              <a:t>D:/pasar_fix/node_modules/.bun/zod@4.4.3/node_modules/zod/src/v4/mini/parse.ts</a:t>
            </a:r>
          </a:p>
          <a:p>
            <a:pPr>
              <a:defRPr sz="1200"/>
            </a:pPr>
            <a:r>
              <a:t>D:/pasar_fix/node_modules/.bun/zod@4.4.3/node_modules/zod/src/v4/mini/schemas.ts</a:t>
            </a:r>
          </a:p>
          <a:p>
            <a:pPr>
              <a:defRPr sz="1200"/>
            </a:pPr>
            <a:r>
              <a:t>D:/pasar_fix/node_modules/.bun/zod@4.4.3/node_modules/zod/src/v4/mini/tests/apply.test.ts</a:t>
            </a:r>
          </a:p>
          <a:p>
            <a:pPr>
              <a:defRPr sz="1200"/>
            </a:pPr>
            <a:r>
              <a:t>D:/pasar_fix/node_modules/.bun/zod@4.4.3/node_modules/zod/src/v4/mini/tests/assignability.test.ts</a:t>
            </a:r>
          </a:p>
          <a:p>
            <a:pPr>
              <a:defRPr sz="1200"/>
            </a:pPr>
            <a:r>
              <a:t>D:/pasar_fix/node_modules/.bun/zod@4.4.3/node_modules/zod/src/v4/mini/tests/brand.test.ts</a:t>
            </a:r>
          </a:p>
          <a:p>
            <a:pPr>
              <a:defRPr sz="1200"/>
            </a:pPr>
            <a:r>
              <a:t>D:/pasar_fix/node_modules/.bun/zod@4.4.3/node_modules/zod/src/v4/mini/tests/checks.test.ts</a:t>
            </a:r>
          </a:p>
          <a:p>
            <a:pPr>
              <a:defRPr sz="1200"/>
            </a:pPr>
            <a:r>
              <a:t>D:/pasar_fix/node_modules/.bun/zod@4.4.3/node_modules/zod/src/v4/mini/tests/codec.test.ts</a:t>
            </a:r>
          </a:p>
          <a:p>
            <a:pPr>
              <a:defRPr sz="1200"/>
            </a:pPr>
            <a:r>
              <a:t>D:/pasar_fix/node_modules/.bun/zod@4.4.3/node_modules/zod/src/v4/mini/tests/computed.test.ts</a:t>
            </a:r>
          </a:p>
          <a:p>
            <a:pPr>
              <a:defRPr sz="1200"/>
            </a:pPr>
            <a:r>
              <a:t>D:/pasar_fix/node_modules/.bun/zod@4.4.3/node_modules/zod/src/v4/mini/tests/error.test.ts</a:t>
            </a:r>
          </a:p>
          <a:p>
            <a:pPr>
              <a:defRPr sz="1200"/>
            </a:pPr>
            <a:r>
              <a:t>D:/pasar_fix/node_modules/.bun/zod@4.4.3/node_modules/zod/src/v4/mini/tests/functions.test.ts</a:t>
            </a:r>
          </a:p>
          <a:p>
            <a:pPr>
              <a:defRPr sz="1200"/>
            </a:pPr>
            <a:r>
              <a:t>D:/pasar_fix/node_modules/.bun/zod@4.4.3/node_modules/zod/src/v4/mini/tests/index.test.ts</a:t>
            </a:r>
          </a:p>
          <a:p>
            <a:pPr>
              <a:defRPr sz="1200"/>
            </a:pPr>
            <a:r>
              <a:t>D:/pasar_fix/node_modules/.bun/zod@4.4.3/node_modules/zod/src/v4/mini/tests/number.test.ts</a:t>
            </a:r>
          </a:p>
          <a:p>
            <a:pPr>
              <a:defRPr sz="1200"/>
            </a:pPr>
            <a:r>
              <a:t>D:/pasar_fix/node_modules/.bun/zod@4.4.3/node_modules/zod/src/v4/mini/tests/object.test.ts</a:t>
            </a:r>
          </a:p>
          <a:p>
            <a:pPr>
              <a:defRPr sz="1200"/>
            </a:pPr>
            <a:r>
              <a:t>D:/pasar_fix/node_modules/.bun/zod@4.4.3/node_modules/zod/src/v4/mini/tests/prototypes.test.ts</a:t>
            </a:r>
          </a:p>
          <a:p>
            <a:pPr>
              <a:defRPr sz="1200"/>
            </a:pPr>
            <a:r>
              <a:t>D:/pasar_fix/node_modules/.bun/zod@4.4.3/node_modules/zod/src/v4/mini/tests/recursive-types.test.ts</a:t>
            </a:r>
          </a:p>
          <a:p>
            <a:pPr>
              <a:defRPr sz="1200"/>
            </a:pPr>
            <a:r>
              <a:t>D:/pasar_fix/node_modules/.bun/zod@4.4.3/node_modules/zod/src/v4/mini/tests/standard-schema.test.ts</a:t>
            </a:r>
          </a:p>
          <a:p>
            <a:pPr>
              <a:defRPr sz="1200"/>
            </a:pPr>
            <a:r>
              <a:t>D:/pasar_fix/node_modules/.bun/zod@4.4.3/node_modules/zod/src/v4/mini/tests/string.test.ts</a:t>
            </a:r>
          </a:p>
          <a:p>
            <a:pPr>
              <a:defRPr sz="1200"/>
            </a:pPr>
            <a:r>
              <a:t>D:/pasar_fix/node_modules/.bun/zod@4.4.3/node_modules/zod/src/v4-mini/index.ts</a:t>
            </a:r>
          </a:p>
          <a:p>
            <a:pPr>
              <a:defRPr sz="1200"/>
            </a:pPr>
            <a:r>
              <a:t>D:/pasar_fix/node_modules/.bun/zod@4.4.3/node_modules/zod/v3/errors.cjs</a:t>
            </a:r>
          </a:p>
          <a:p>
            <a:pPr>
              <a:defRPr sz="1200"/>
            </a:pPr>
            <a:r>
              <a:t>D:/pasar_fix/node_modules/.bun/zod@4.4.3/node_modules/zod/v3/errors.d.cts</a:t>
            </a:r>
          </a:p>
          <a:p>
            <a:pPr>
              <a:defRPr sz="1200"/>
            </a:pPr>
            <a:r>
              <a:t>D:/pasar_fix/node_modules/.bun/zod@4.4.3/node_modules/zod/v3/errors.d.ts</a:t>
            </a:r>
          </a:p>
          <a:p>
            <a:pPr>
              <a:defRPr sz="1200"/>
            </a:pPr>
            <a:r>
              <a:t>D:/pasar_fix/node_modules/.bun/zod@4.4.3/node_modules/zod/v3/errors.js</a:t>
            </a:r>
          </a:p>
          <a:p>
            <a:pPr>
              <a:defRPr sz="1200"/>
            </a:pPr>
            <a:r>
              <a:t>D:/pasar_fix/node_modules/.bun/zod@4.4.3/node_modules/zod/v3/external.cjs</a:t>
            </a:r>
          </a:p>
          <a:p>
            <a:pPr>
              <a:defRPr sz="1200"/>
            </a:pPr>
            <a:r>
              <a:t>D:/pasar_fix/node_modules/.bun/zod@4.4.3/node_modules/zod/v3/external.d.cts</a:t>
            </a:r>
          </a:p>
          <a:p>
            <a:pPr>
              <a:defRPr sz="1200"/>
            </a:pPr>
            <a:r>
              <a:t>D:/pasar_fix/node_modules/.bun/zod@4.4.3/node_modules/zod/v3/external.d.ts</a:t>
            </a:r>
          </a:p>
          <a:p>
            <a:pPr>
              <a:defRPr sz="1200"/>
            </a:pPr>
            <a:r>
              <a:t>D:/pasar_fix/node_modules/.bun/zod@4.4.3/node_modules/zod/v3/external.js</a:t>
            </a:r>
          </a:p>
          <a:p>
            <a:pPr>
              <a:defRPr sz="1200"/>
            </a:pPr>
            <a:r>
              <a:t>D:/pasar_fix/node_modules/.bun/zod@4.4.3/node_modules/zod/v3/index.cjs</a:t>
            </a:r>
          </a:p>
          <a:p>
            <a:pPr>
              <a:defRPr sz="1200"/>
            </a:pPr>
            <a:r>
              <a:t>D:/pasar_fix/node_modules/.bun/zod@4.4.3/node_modules/zod/v3/index.d.cts</a:t>
            </a:r>
          </a:p>
          <a:p>
            <a:pPr>
              <a:defRPr sz="1200"/>
            </a:pPr>
            <a:r>
              <a:t>D:/pasar_fix/node_modules/.bun/zod@4.4.3/node_modules/zod/v3/index.d.ts</a:t>
            </a:r>
          </a:p>
          <a:p>
            <a:pPr>
              <a:defRPr sz="1200"/>
            </a:pPr>
            <a:r>
              <a:t>D:/pasar_fix/node_modules/.bun/zod@4.4.3/node_modules/zod/v3/index.js</a:t>
            </a:r>
          </a:p>
          <a:p>
            <a:pPr>
              <a:defRPr sz="1200"/>
            </a:pPr>
            <a:r>
              <a:t>D:/pasar_fix/node_modules/.bun/zod@4.4.3/node_modules/zod/v3/package.json</a:t>
            </a:r>
          </a:p>
          <a:p>
            <a:pPr>
              <a:defRPr sz="1200"/>
            </a:pPr>
            <a:r>
              <a:t>D:/pasar_fix/node_modules/.bun/zod@4.4.3/node_modules/zod/v3/standard-schema.cjs</a:t>
            </a:r>
          </a:p>
          <a:p>
            <a:pPr>
              <a:defRPr sz="1200"/>
            </a:pPr>
            <a:r>
              <a:t>D:/pasar_fix/node_modules/.bun/zod@4.4.3/node_modules/zod/v3/standard-schema.d.cts</a:t>
            </a:r>
          </a:p>
          <a:p>
            <a:pPr>
              <a:defRPr sz="1200"/>
            </a:pPr>
            <a:r>
              <a:t>D:/pasar_fix/node_modules/.bun/zod@4.4.3/node_modules/zod/v3/standard-schema.d.ts</a:t>
            </a:r>
          </a:p>
          <a:p>
            <a:pPr>
              <a:defRPr sz="1200"/>
            </a:pPr>
            <a:r>
              <a:t>D:/pasar_fix/node_modules/.bun/zod@4.4.3/node_modules/zod/v3/standard-schema.js</a:t>
            </a:r>
          </a:p>
          <a:p>
            <a:pPr>
              <a:defRPr sz="1200"/>
            </a:pPr>
            <a:r>
              <a:t>D:/pasar_fix/node_modules/.bun/zod@4.4.3/node_modules/zod/v3/types.cjs</a:t>
            </a:r>
          </a:p>
          <a:p>
            <a:pPr>
              <a:defRPr sz="1200"/>
            </a:pPr>
            <a:r>
              <a:t>D:/pasar_fix/node_modules/.bun/zod@4.4.3/node_modules/zod/v3/types.d.cts</a:t>
            </a:r>
          </a:p>
          <a:p>
            <a:pPr>
              <a:defRPr sz="1200"/>
            </a:pPr>
            <a:r>
              <a:t>D:/pasar_fix/node_modules/.bun/zod@4.4.3/node_modules/zod/v3/types.d.ts</a:t>
            </a:r>
          </a:p>
          <a:p>
            <a:pPr>
              <a:defRPr sz="1200"/>
            </a:pPr>
            <a:r>
              <a:t>D:/pasar_fix/node_modules/.bun/zod@4.4.3/node_modules/zod/v3/types.js</a:t>
            </a:r>
          </a:p>
          <a:p>
            <a:pPr>
              <a:defRPr sz="1200"/>
            </a:pPr>
            <a:r>
              <a:t>D:/pasar_fix/node_modules/.bun/zod@4.4.3/node_modules/zod/v3/ZodError.cjs</a:t>
            </a:r>
          </a:p>
          <a:p>
            <a:pPr>
              <a:defRPr sz="1200"/>
            </a:pPr>
            <a:r>
              <a:t>D:/pasar_fix/node_modules/.bun/zod@4.4.3/node_modules/zod/v3/ZodError.d.cts</a:t>
            </a:r>
          </a:p>
          <a:p>
            <a:pPr>
              <a:defRPr sz="1200"/>
            </a:pPr>
            <a:r>
              <a:t>D:/pasar_fix/node_modules/.bun/zod@4.4.3/node_modules/zod/v3/ZodError.d.ts</a:t>
            </a:r>
          </a:p>
          <a:p>
            <a:pPr>
              <a:defRPr sz="1200"/>
            </a:pPr>
            <a:r>
              <a:t>D:/pasar_fix/node_modules/.bun/zod@4.4.3/node_modules/zod/v3/ZodError.js</a:t>
            </a:r>
          </a:p>
          <a:p>
            <a:pPr>
              <a:defRPr sz="1200"/>
            </a:pPr>
            <a:r>
              <a:t>D:/pasar_fix/node_modules/.bun/zod@4.4.3/node_modules/zod/v3/helpers/enumUtil.cjs</a:t>
            </a:r>
          </a:p>
          <a:p>
            <a:pPr>
              <a:defRPr sz="1200"/>
            </a:pPr>
            <a:r>
              <a:t>D:/pasar_fix/node_modules/.bun/zod@4.4.3/node_modules/zod/v3/helpers/enumUtil.d.cts</a:t>
            </a:r>
          </a:p>
          <a:p>
            <a:pPr>
              <a:defRPr sz="1200"/>
            </a:pPr>
            <a:r>
              <a:t>D:/pasar_fix/node_modules/.bun/zod@4.4.3/node_modules/zod/v3/helpers/enumUtil.d.ts</a:t>
            </a:r>
          </a:p>
          <a:p>
            <a:pPr>
              <a:defRPr sz="1200"/>
            </a:pPr>
            <a:r>
              <a:t>D:/pasar_fix/node_modules/.bun/zod@4.4.3/node_modules/zod/v3/helpers/enumUtil.js</a:t>
            </a:r>
          </a:p>
          <a:p>
            <a:pPr>
              <a:defRPr sz="1200"/>
            </a:pPr>
            <a:r>
              <a:t>D:/pasar_fix/node_modules/.bun/zod@4.4.3/node_modules/zod/v3/helpers/errorUtil.cjs</a:t>
            </a:r>
          </a:p>
          <a:p>
            <a:pPr>
              <a:defRPr sz="1200"/>
            </a:pPr>
            <a:r>
              <a:t>D:/pasar_fix/node_modules/.bun/zod@4.4.3/node_modules/zod/v3/helpers/errorUtil.d.cts</a:t>
            </a:r>
          </a:p>
          <a:p>
            <a:pPr>
              <a:defRPr sz="1200"/>
            </a:pPr>
            <a:r>
              <a:t>D:/pasar_fix/node_modules/.bun/zod@4.4.3/node_modules/zod/v3/helpers/errorUtil.d.ts</a:t>
            </a:r>
          </a:p>
          <a:p>
            <a:pPr>
              <a:defRPr sz="1200"/>
            </a:pPr>
            <a:r>
              <a:t>D:/pasar_fix/node_modules/.bun/zod@4.4.3/node_modules/zod/v3/helpers/errorUtil.js</a:t>
            </a:r>
          </a:p>
          <a:p>
            <a:pPr>
              <a:defRPr sz="1200"/>
            </a:pPr>
            <a:r>
              <a:t>D:/pasar_fix/node_modules/.bun/zod@4.4.3/node_modules/zod/v3/helpers/parseUtil.cjs</a:t>
            </a:r>
          </a:p>
          <a:p>
            <a:pPr>
              <a:defRPr sz="1200"/>
            </a:pPr>
            <a:r>
              <a:t>D:/pasar_fix/node_modules/.bun/zod@4.4.3/node_modules/zod/v3/helpers/parseUtil.d.cts</a:t>
            </a:r>
          </a:p>
          <a:p>
            <a:pPr>
              <a:defRPr sz="1200"/>
            </a:pPr>
            <a:r>
              <a:t>D:/pasar_fix/node_modules/.bun/zod@4.4.3/node_modules/zod/v3/helpers/parseUtil.d.ts</a:t>
            </a:r>
          </a:p>
          <a:p>
            <a:pPr>
              <a:defRPr sz="1200"/>
            </a:pPr>
            <a:r>
              <a:t>D:/pasar_fix/node_modules/.bun/zod@4.4.3/node_modules/zod/v3/helpers/parseUtil.js</a:t>
            </a:r>
          </a:p>
          <a:p>
            <a:pPr>
              <a:defRPr sz="1200"/>
            </a:pPr>
            <a:r>
              <a:t>D:/pasar_fix/node_modules/.bun/zod@4.4.3/node_modules/zod/v3/helpers/partialUtil.cjs</a:t>
            </a:r>
          </a:p>
          <a:p>
            <a:pPr>
              <a:defRPr sz="1200"/>
            </a:pPr>
            <a:r>
              <a:t>D:/pasar_fix/node_modules/.bun/zod@4.4.3/node_modules/zod/v3/helpers/partialUtil.d.cts</a:t>
            </a:r>
          </a:p>
          <a:p>
            <a:pPr>
              <a:defRPr sz="1200"/>
            </a:pPr>
            <a:r>
              <a:t>D:/pasar_fix/node_modules/.bun/zod@4.4.3/node_modules/zod/v3/helpers/partialUtil.d.ts</a:t>
            </a:r>
          </a:p>
          <a:p>
            <a:pPr>
              <a:defRPr sz="1200"/>
            </a:pPr>
            <a:r>
              <a:t>D:/pasar_fix/node_modules/.bun/zod@4.4.3/node_modules/zod/v3/helpers/partialUtil.js</a:t>
            </a:r>
          </a:p>
          <a:p>
            <a:pPr>
              <a:defRPr sz="1200"/>
            </a:pPr>
            <a:r>
              <a:t>D:/pasar_fix/node_modules/.bun/zod@4.4.3/node_modules/zod/v3/helpers/typeAliases.cjs</a:t>
            </a:r>
          </a:p>
          <a:p>
            <a:pPr>
              <a:defRPr sz="1200"/>
            </a:pPr>
            <a:r>
              <a:t>D:/pasar_fix/node_modules/.bun/zod@4.4.3/node_modules/zod/v3/helpers/typeAliases.d.cts</a:t>
            </a:r>
          </a:p>
          <a:p>
            <a:pPr>
              <a:defRPr sz="1200"/>
            </a:pPr>
            <a:r>
              <a:t>D:/pasar_fix/node_modules/.bun/zod@4.4.3/node_modules/zod/v3/helpers/typeAliases.d.ts</a:t>
            </a:r>
          </a:p>
          <a:p>
            <a:pPr>
              <a:defRPr sz="1200"/>
            </a:pPr>
            <a:r>
              <a:t>D:/pasar_fix/node_modules/.bun/zod@4.4.3/node_modules/zod/v3/helpers/typeAliases.js</a:t>
            </a:r>
          </a:p>
          <a:p>
            <a:pPr>
              <a:defRPr sz="1200"/>
            </a:pPr>
            <a:r>
              <a:t>D:/pasar_fix/node_modules/.bun/zod@4.4.3/node_modules/zod/v3/helpers/util.cjs</a:t>
            </a:r>
          </a:p>
          <a:p>
            <a:pPr>
              <a:defRPr sz="1200"/>
            </a:pPr>
            <a:r>
              <a:t>D:/pasar_fix/node_modules/.bun/zod@4.4.3/node_modules/zod/v3/helpers/util.d.cts</a:t>
            </a:r>
          </a:p>
          <a:p>
            <a:pPr>
              <a:defRPr sz="1200"/>
            </a:pPr>
            <a:r>
              <a:t>D:/pasar_fix/node_modules/.bun/zod@4.4.3/node_modules/zod/v3/helpers/util.d.ts</a:t>
            </a:r>
          </a:p>
          <a:p>
            <a:pPr>
              <a:defRPr sz="1200"/>
            </a:pPr>
            <a:r>
              <a:t>D:/pasar_fix/node_modules/.bun/zod@4.4.3/node_modules/zod/v3/helpers/util.js</a:t>
            </a:r>
          </a:p>
          <a:p>
            <a:pPr>
              <a:defRPr sz="1200"/>
            </a:pPr>
            <a:r>
              <a:t>D:/pasar_fix/node_modules/.bun/zod@4.4.3/node_modules/zod/v3/locales/en.cjs</a:t>
            </a:r>
          </a:p>
          <a:p>
            <a:pPr>
              <a:defRPr sz="1200"/>
            </a:pPr>
            <a:r>
              <a:t>D:/pasar_fix/node_modules/.bun/zod@4.4.3/node_modules/zod/v3/locales/en.d.cts</a:t>
            </a:r>
          </a:p>
          <a:p>
            <a:pPr>
              <a:defRPr sz="1200"/>
            </a:pPr>
            <a:r>
              <a:t>D:/pasar_fix/node_modules/.bun/zod@4.4.3/node_modules/zod/v3/locales/en.d.ts</a:t>
            </a:r>
          </a:p>
          <a:p>
            <a:pPr>
              <a:defRPr sz="1200"/>
            </a:pPr>
            <a:r>
              <a:t>D:/pasar_fix/node_modules/.bun/zod@4.4.3/node_modules/zod/v3/locales/en.js</a:t>
            </a:r>
          </a:p>
          <a:p>
            <a:pPr>
              <a:defRPr sz="1200"/>
            </a:pPr>
            <a:r>
              <a:t>D:/pasar_fix/node_modules/.bun/zod@4.4.3/node_modules/zod/v4/index.cjs</a:t>
            </a:r>
          </a:p>
          <a:p>
            <a:pPr>
              <a:defRPr sz="1200"/>
            </a:pPr>
            <a:r>
              <a:t>D:/pasar_fix/node_modules/.bun/zod@4.4.3/node_modules/zod/v4/index.d.cts</a:t>
            </a:r>
          </a:p>
          <a:p>
            <a:pPr>
              <a:defRPr sz="1200"/>
            </a:pPr>
            <a:r>
              <a:t>D:/pasar_fix/node_modules/.bun/zod@4.4.3/node_modules/zod/v4/index.d.ts</a:t>
            </a:r>
          </a:p>
          <a:p>
            <a:pPr>
              <a:defRPr sz="1200"/>
            </a:pPr>
            <a:r>
              <a:t>D:/pasar_fix/node_modules/.bun/zod@4.4.3/node_modules/zod/v4/index.js</a:t>
            </a:r>
          </a:p>
          <a:p>
            <a:pPr>
              <a:defRPr sz="1200"/>
            </a:pPr>
            <a:r>
              <a:t>D:/pasar_fix/node_modules/.bun/zod@4.4.3/node_modules/zod/v4/package.json</a:t>
            </a:r>
          </a:p>
          <a:p>
            <a:pPr>
              <a:defRPr sz="1200"/>
            </a:pPr>
            <a:r>
              <a:t>D:/pasar_fix/node_modules/.bun/zod@4.4.3/node_modules/zod/v4/classic/checks.cjs</a:t>
            </a:r>
          </a:p>
          <a:p>
            <a:pPr>
              <a:defRPr sz="1200"/>
            </a:pPr>
            <a:r>
              <a:t>D:/pasar_fix/node_modules/.bun/zod@4.4.3/node_modules/zod/v4/classic/checks.d.cts</a:t>
            </a:r>
          </a:p>
          <a:p>
            <a:pPr>
              <a:defRPr sz="1200"/>
            </a:pPr>
            <a:r>
              <a:t>D:/pasar_fix/node_modules/.bun/zod@4.4.3/node_modules/zod/v4/classic/checks.d.ts</a:t>
            </a:r>
          </a:p>
          <a:p>
            <a:pPr>
              <a:defRPr sz="1200"/>
            </a:pPr>
            <a:r>
              <a:t>D:/pasar_fix/node_modules/.bun/zod@4.4.3/node_modules/zod/v4/classic/checks.js</a:t>
            </a:r>
          </a:p>
          <a:p>
            <a:pPr>
              <a:defRPr sz="1200"/>
            </a:pPr>
            <a:r>
              <a:t>D:/pasar_fix/node_modules/.bun/zod@4.4.3/node_modules/zod/v4/classic/coerce.cjs</a:t>
            </a:r>
          </a:p>
          <a:p>
            <a:pPr>
              <a:defRPr sz="1200"/>
            </a:pPr>
            <a:r>
              <a:t>D:/pasar_fix/node_modules/.bun/zod@4.4.3/node_modules/zod/v4/classic/coerce.d.cts</a:t>
            </a:r>
          </a:p>
          <a:p>
            <a:pPr>
              <a:defRPr sz="1200"/>
            </a:pPr>
            <a:r>
              <a:t>D:/pasar_fix/node_modules/.bun/zod@4.4.3/node_modules/zod/v4/classic/coerce.d.ts</a:t>
            </a:r>
          </a:p>
          <a:p>
            <a:pPr>
              <a:defRPr sz="1200"/>
            </a:pPr>
            <a:r>
              <a:t>D:/pasar_fix/node_modules/.bun/zod@4.4.3/node_modules/zod/v4/classic/coerce.js</a:t>
            </a:r>
          </a:p>
          <a:p>
            <a:pPr>
              <a:defRPr sz="1200"/>
            </a:pPr>
            <a:r>
              <a:t>D:/pasar_fix/node_modules/.bun/zod@4.4.3/node_modules/zod/v4/classic/compat.cjs</a:t>
            </a:r>
          </a:p>
          <a:p>
            <a:pPr>
              <a:defRPr sz="1200"/>
            </a:pPr>
            <a:r>
              <a:t>D:/pasar_fix/node_modules/.bun/zod@4.4.3/node_modules/zod/v4/classic/compat.d.cts</a:t>
            </a:r>
          </a:p>
          <a:p>
            <a:pPr>
              <a:defRPr sz="1200"/>
            </a:pPr>
            <a:r>
              <a:t>D:/pasar_fix/node_modules/.bun/zod@4.4.3/node_modules/zod/v4/classic/compat.d.ts</a:t>
            </a:r>
          </a:p>
          <a:p>
            <a:pPr>
              <a:defRPr sz="1200"/>
            </a:pPr>
            <a:r>
              <a:t>D:/pasar_fix/node_modules/.bun/zod@4.4.3/node_modules/zod/v4/classic/compat.js</a:t>
            </a:r>
          </a:p>
          <a:p>
            <a:pPr>
              <a:defRPr sz="1200"/>
            </a:pPr>
            <a:r>
              <a:t>D:/pasar_fix/node_modules/.bun/zod@4.4.3/node_modules/zod/v4/classic/errors.cjs</a:t>
            </a:r>
          </a:p>
          <a:p>
            <a:pPr>
              <a:defRPr sz="1200"/>
            </a:pPr>
            <a:r>
              <a:t>D:/pasar_fix/node_modules/.bun/zod@4.4.3/node_modules/zod/v4/classic/errors.d.cts</a:t>
            </a:r>
          </a:p>
          <a:p>
            <a:pPr>
              <a:defRPr sz="1200"/>
            </a:pPr>
            <a:r>
              <a:t>D:/pasar_fix/node_modules/.bun/zod@4.4.3/node_modules/zod/v4/classic/errors.d.ts</a:t>
            </a:r>
          </a:p>
          <a:p>
            <a:pPr>
              <a:defRPr sz="1200"/>
            </a:pPr>
            <a:r>
              <a:t>D:/pasar_fix/node_modules/.bun/zod@4.4.3/node_modules/zod/v4/classic/errors.js</a:t>
            </a:r>
          </a:p>
          <a:p>
            <a:pPr>
              <a:defRPr sz="1200"/>
            </a:pPr>
            <a:r>
              <a:t>D:/pasar_fix/node_modules/.bun/zod@4.4.3/node_modules/zod/v4/classic/external.cjs</a:t>
            </a:r>
          </a:p>
          <a:p>
            <a:pPr>
              <a:defRPr sz="1200"/>
            </a:pPr>
            <a:r>
              <a:t>D:/pasar_fix/node_modules/.bun/zod@4.4.3/node_modules/zod/v4/classic/external.d.cts</a:t>
            </a:r>
          </a:p>
          <a:p>
            <a:pPr>
              <a:defRPr sz="1200"/>
            </a:pPr>
            <a:r>
              <a:t>D:/pasar_fix/node_modules/.bun/zod@4.4.3/node_modules/zod/v4/classic/external.d.ts</a:t>
            </a:r>
          </a:p>
          <a:p>
            <a:pPr>
              <a:defRPr sz="1200"/>
            </a:pPr>
            <a:r>
              <a:t>D:/pasar_fix/node_modules/.bun/zod@4.4.3/node_modules/zod/v4/classic/external.js</a:t>
            </a:r>
          </a:p>
          <a:p>
            <a:pPr>
              <a:defRPr sz="1200"/>
            </a:pPr>
            <a:r>
              <a:t>D:/pasar_fix/node_modules/.bun/zod@4.4.3/node_modules/zod/v4/classic/from-json-schema.cjs</a:t>
            </a:r>
          </a:p>
          <a:p>
            <a:pPr>
              <a:defRPr sz="1200"/>
            </a:pPr>
            <a:r>
              <a:t>D:/pasar_fix/node_modules/.bun/zod@4.4.3/node_modules/zod/v4/classic/from-json-schema.d.cts</a:t>
            </a:r>
          </a:p>
          <a:p>
            <a:pPr>
              <a:defRPr sz="1200"/>
            </a:pPr>
            <a:r>
              <a:t>D:/pasar_fix/node_modules/.bun/zod@4.4.3/node_modules/zod/v4/classic/from-json-schema.d.ts</a:t>
            </a:r>
          </a:p>
          <a:p>
            <a:pPr>
              <a:defRPr sz="1200"/>
            </a:pPr>
            <a:r>
              <a:t>D:/pasar_fix/node_modules/.bun/zod@4.4.3/node_modules/zod/v4/classic/from-json-schema.js</a:t>
            </a:r>
          </a:p>
          <a:p>
            <a:pPr>
              <a:defRPr sz="1200"/>
            </a:pPr>
            <a:r>
              <a:t>D:/pasar_fix/node_modules/.bun/zod@4.4.3/node_modules/zod/v4/classic/index.cjs</a:t>
            </a:r>
          </a:p>
          <a:p>
            <a:pPr>
              <a:defRPr sz="1200"/>
            </a:pPr>
            <a:r>
              <a:t>D:/pasar_fix/node_modules/.bun/zod@4.4.3/node_modules/zod/v4/classic/index.d.cts</a:t>
            </a:r>
          </a:p>
          <a:p>
            <a:pPr>
              <a:defRPr sz="1200"/>
            </a:pPr>
            <a:r>
              <a:t>D:/pasar_fix/node_modules/.bun/zod@4.4.3/node_modules/zod/v4/classic/index.d.ts</a:t>
            </a:r>
          </a:p>
          <a:p>
            <a:pPr>
              <a:defRPr sz="1200"/>
            </a:pPr>
            <a:r>
              <a:t>D:/pasar_fix/node_modules/.bun/zod@4.4.3/node_modules/zod/v4/classic/index.js</a:t>
            </a:r>
          </a:p>
          <a:p>
            <a:pPr>
              <a:defRPr sz="1200"/>
            </a:pPr>
            <a:r>
              <a:t>D:/pasar_fix/node_modules/.bun/zod@4.4.3/node_modules/zod/v4/classic/iso.cjs</a:t>
            </a:r>
          </a:p>
          <a:p>
            <a:pPr>
              <a:defRPr sz="1200"/>
            </a:pPr>
            <a:r>
              <a:t>D:/pasar_fix/node_modules/.bun/zod@4.4.3/node_modules/zod/v4/classic/iso.d.cts</a:t>
            </a:r>
          </a:p>
          <a:p>
            <a:pPr>
              <a:defRPr sz="1200"/>
            </a:pPr>
            <a:r>
              <a:t>D:/pasar_fix/node_modules/.bun/zod@4.4.3/node_modules/zod/v4/classic/iso.d.ts</a:t>
            </a:r>
          </a:p>
          <a:p>
            <a:pPr>
              <a:defRPr sz="1200"/>
            </a:pPr>
            <a:r>
              <a:t>D:/pasar_fix/node_modules/.bun/zod@4.4.3/node_modules/zod/v4/classic/iso.js</a:t>
            </a:r>
          </a:p>
          <a:p>
            <a:pPr>
              <a:defRPr sz="1200"/>
            </a:pPr>
            <a:r>
              <a:t>D:/pasar_fix/node_modules/.bun/zod@4.4.3/node_modules/zod/v4/classic/package.json</a:t>
            </a:r>
          </a:p>
          <a:p>
            <a:pPr>
              <a:defRPr sz="1200"/>
            </a:pPr>
            <a:r>
              <a:t>D:/pasar_fix/node_modules/.bun/zod@4.4.3/node_modules/zod/v4/classic/parse.cjs</a:t>
            </a:r>
          </a:p>
          <a:p>
            <a:pPr>
              <a:defRPr sz="1200"/>
            </a:pPr>
            <a:r>
              <a:t>D:/pasar_fix/node_modules/.bun/zod@4.4.3/node_modules/zod/v4/classic/parse.d.cts</a:t>
            </a:r>
          </a:p>
          <a:p>
            <a:pPr>
              <a:defRPr sz="1200"/>
            </a:pPr>
            <a:r>
              <a:t>D:/pasar_fix/node_modules/.bun/zod@4.4.3/node_modules/zod/v4/classic/parse.d.ts</a:t>
            </a:r>
          </a:p>
          <a:p>
            <a:pPr>
              <a:defRPr sz="1200"/>
            </a:pPr>
            <a:r>
              <a:t>D:/pasar_fix/node_modules/.bun/zod@4.4.3/node_modules/zod/v4/classic/parse.js</a:t>
            </a:r>
          </a:p>
          <a:p>
            <a:pPr>
              <a:defRPr sz="1200"/>
            </a:pPr>
            <a:r>
              <a:t>D:/pasar_fix/node_modules/.bun/zod@4.4.3/node_modules/zod/v4/classic/schemas.cjs</a:t>
            </a:r>
          </a:p>
          <a:p>
            <a:pPr>
              <a:defRPr sz="1200"/>
            </a:pPr>
            <a:r>
              <a:t>D:/pasar_fix/node_modules/.bun/zod@4.4.3/node_modules/zod/v4/classic/schemas.d.cts</a:t>
            </a:r>
          </a:p>
          <a:p>
            <a:pPr>
              <a:defRPr sz="1200"/>
            </a:pPr>
            <a:r>
              <a:t>D:/pasar_fix/node_modules/.bun/zod@4.4.3/node_modules/zod/v4/classic/schemas.d.ts</a:t>
            </a:r>
          </a:p>
          <a:p>
            <a:pPr>
              <a:defRPr sz="1200"/>
            </a:pPr>
            <a:r>
              <a:t>D:/pasar_fix/node_modules/.bun/zod@4.4.3/node_modules/zod/v4/classic/schemas.js</a:t>
            </a:r>
          </a:p>
          <a:p>
            <a:pPr>
              <a:defRPr sz="1200"/>
            </a:pPr>
            <a:r>
              <a:t>D:/pasar_fix/node_modules/.bun/zod@4.4.3/node_modules/zod/v4/core/api.cjs</a:t>
            </a:r>
          </a:p>
          <a:p>
            <a:pPr>
              <a:defRPr sz="1200"/>
            </a:pPr>
            <a:r>
              <a:t>D:/pasar_fix/node_modules/.bun/zod@4.4.3/node_modules/zod/v4/core/api.d.cts</a:t>
            </a:r>
          </a:p>
          <a:p>
            <a:pPr>
              <a:defRPr sz="1200"/>
            </a:pPr>
            <a:r>
              <a:t>D:/pasar_fix/node_modules/.bun/zod@4.4.3/node_modules/zod/v4/core/api.d.ts</a:t>
            </a:r>
          </a:p>
          <a:p>
            <a:pPr>
              <a:defRPr sz="1200"/>
            </a:pPr>
            <a:r>
              <a:t>D:/pasar_fix/node_modules/.bun/zod@4.4.3/node_modules/zod/v4/core/api.js</a:t>
            </a:r>
          </a:p>
          <a:p>
            <a:pPr>
              <a:defRPr sz="1200"/>
            </a:pPr>
            <a:r>
              <a:t>D:/pasar_fix/node_modules/.bun/zod@4.4.3/node_modules/zod/v4/core/checks.cjs</a:t>
            </a:r>
          </a:p>
          <a:p>
            <a:pPr>
              <a:defRPr sz="1200"/>
            </a:pPr>
            <a:r>
              <a:t>D:/pasar_fix/node_modules/.bun/zod@4.4.3/node_modules/zod/v4/core/checks.d.cts</a:t>
            </a:r>
          </a:p>
          <a:p>
            <a:pPr>
              <a:defRPr sz="1200"/>
            </a:pPr>
            <a:r>
              <a:t>D:/pasar_fix/node_modules/.bun/zod@4.4.3/node_modules/zod/v4/core/checks.d.ts</a:t>
            </a:r>
          </a:p>
          <a:p>
            <a:pPr>
              <a:defRPr sz="1200"/>
            </a:pPr>
            <a:r>
              <a:t>D:/pasar_fix/node_modules/.bun/zod@4.4.3/node_modules/zod/v4/core/checks.js</a:t>
            </a:r>
          </a:p>
          <a:p>
            <a:pPr>
              <a:defRPr sz="1200"/>
            </a:pPr>
            <a:r>
              <a:t>D:/pasar_fix/node_modules/.bun/zod@4.4.3/node_modules/zod/v4/core/core.cjs</a:t>
            </a:r>
          </a:p>
          <a:p>
            <a:pPr>
              <a:defRPr sz="1200"/>
            </a:pPr>
            <a:r>
              <a:t>D:/pasar_fix/node_modules/.bun/zod@4.4.3/node_modules/zod/v4/core/core.d.cts</a:t>
            </a:r>
          </a:p>
          <a:p>
            <a:pPr>
              <a:defRPr sz="1200"/>
            </a:pPr>
            <a:r>
              <a:t>D:/pasar_fix/node_modules/.bun/zod@4.4.3/node_modules/zod/v4/core/core.d.ts</a:t>
            </a:r>
          </a:p>
          <a:p>
            <a:pPr>
              <a:defRPr sz="1200"/>
            </a:pPr>
            <a:r>
              <a:t>D:/pasar_fix/node_modules/.bun/zod@4.4.3/node_modules/zod/v4/core/core.js</a:t>
            </a:r>
          </a:p>
          <a:p>
            <a:pPr>
              <a:defRPr sz="1200"/>
            </a:pPr>
            <a:r>
              <a:t>D:/pasar_fix/node_modules/.bun/zod@4.4.3/node_modules/zod/v4/core/doc.cjs</a:t>
            </a:r>
          </a:p>
          <a:p>
            <a:pPr>
              <a:defRPr sz="1200"/>
            </a:pPr>
            <a:r>
              <a:t>D:/pasar_fix/node_modules/.bun/zod@4.4.3/node_modules/zod/v4/core/doc.d.cts</a:t>
            </a:r>
          </a:p>
          <a:p>
            <a:pPr>
              <a:defRPr sz="1200"/>
            </a:pPr>
            <a:r>
              <a:t>D:/pasar_fix/node_modules/.bun/zod@4.4.3/node_modules/zod/v4/core/doc.d.ts</a:t>
            </a:r>
          </a:p>
          <a:p>
            <a:pPr>
              <a:defRPr sz="1200"/>
            </a:pPr>
            <a:r>
              <a:t>D:/pasar_fix/node_modules/.bun/zod@4.4.3/node_modules/zod/v4/core/doc.js</a:t>
            </a:r>
          </a:p>
          <a:p>
            <a:pPr>
              <a:defRPr sz="1200"/>
            </a:pPr>
            <a:r>
              <a:t>D:/pasar_fix/node_modules/.bun/zod@4.4.3/node_modules/zod/v4/core/errors.cjs</a:t>
            </a:r>
          </a:p>
          <a:p>
            <a:pPr>
              <a:defRPr sz="1200"/>
            </a:pPr>
            <a:r>
              <a:t>D:/pasar_fix/node_modules/.bun/zod@4.4.3/node_modules/zod/v4/core/errors.d.cts</a:t>
            </a:r>
          </a:p>
          <a:p>
            <a:pPr>
              <a:defRPr sz="1200"/>
            </a:pPr>
            <a:r>
              <a:t>D:/pasar_fix/node_modules/.bun/zod@4.4.3/node_modules/zod/v4/core/errors.d.ts</a:t>
            </a:r>
          </a:p>
          <a:p>
            <a:pPr>
              <a:defRPr sz="1200"/>
            </a:pPr>
            <a:r>
              <a:t>D:/pasar_fix/node_modules/.bun/zod@4.4.3/node_modules/zod/v4/core/errors.js</a:t>
            </a:r>
          </a:p>
          <a:p>
            <a:pPr>
              <a:defRPr sz="1200"/>
            </a:pPr>
            <a:r>
              <a:t>D:/pasar_fix/node_modules/.bun/zod@4.4.3/node_modules/zod/v4/core/index.cjs</a:t>
            </a:r>
          </a:p>
          <a:p>
            <a:pPr>
              <a:defRPr sz="1200"/>
            </a:pPr>
            <a:r>
              <a:t>D:/pasar_fix/node_modules/.bun/zod@4.4.3/node_modules/zod/v4/core/index.d.cts</a:t>
            </a:r>
          </a:p>
          <a:p>
            <a:pPr>
              <a:defRPr sz="1200"/>
            </a:pPr>
            <a:r>
              <a:t>D:/pasar_fix/node_modules/.bun/zod@4.4.3/node_modules/zod/v4/core/index.d.ts</a:t>
            </a:r>
          </a:p>
          <a:p>
            <a:pPr>
              <a:defRPr sz="1200"/>
            </a:pPr>
            <a:r>
              <a:t>D:/pasar_fix/node_modules/.bun/zod@4.4.3/node_modules/zod/v4/core/index.js</a:t>
            </a:r>
          </a:p>
          <a:p>
            <a:pPr>
              <a:defRPr sz="1200"/>
            </a:pPr>
            <a:r>
              <a:t>D:/pasar_fix/node_modules/.bun/zod@4.4.3/node_modules/zod/v4/core/json-schema-generator.cjs</a:t>
            </a:r>
          </a:p>
          <a:p>
            <a:pPr>
              <a:defRPr sz="1200"/>
            </a:pPr>
            <a:r>
              <a:t>D:/pasar_fix/node_modules/.bun/zod@4.4.3/node_modules/zod/v4/core/json-schema-generator.d.cts</a:t>
            </a:r>
          </a:p>
          <a:p>
            <a:pPr>
              <a:defRPr sz="1200"/>
            </a:pPr>
            <a:r>
              <a:t>D:/pasar_fix/node_modules/.bun/zod@4.4.3/node_modules/zod/v4/core/json-schema-generator.d.ts</a:t>
            </a:r>
          </a:p>
          <a:p>
            <a:pPr>
              <a:defRPr sz="1200"/>
            </a:pPr>
            <a:r>
              <a:t>D:/pasar_fix/node_modules/.bun/zod@4.4.3/node_modules/zod/v4/core/json-schema-generator.js</a:t>
            </a:r>
          </a:p>
          <a:p>
            <a:pPr>
              <a:defRPr sz="1200"/>
            </a:pPr>
            <a:r>
              <a:t>D:/pasar_fix/node_modules/.bun/zod@4.4.3/node_modules/zod/v4/core/json-schema-processors.cjs</a:t>
            </a:r>
          </a:p>
          <a:p>
            <a:pPr>
              <a:defRPr sz="1200"/>
            </a:pPr>
            <a:r>
              <a:t>D:/pasar_fix/node_modules/.bun/zod@4.4.3/node_modules/zod/v4/core/json-schema-processors.d.cts</a:t>
            </a:r>
          </a:p>
          <a:p>
            <a:pPr>
              <a:defRPr sz="1200"/>
            </a:pPr>
            <a:r>
              <a:t>D:/pasar_fix/node_modules/.bun/zod@4.4.3/node_modules/zod/v4/core/json-schema-processors.d.ts</a:t>
            </a:r>
          </a:p>
          <a:p>
            <a:pPr>
              <a:defRPr sz="1200"/>
            </a:pPr>
            <a:r>
              <a:t>D:/pasar_fix/node_modules/.bun/zod@4.4.3/node_modules/zod/v4/core/json-schema-processors.js</a:t>
            </a:r>
          </a:p>
          <a:p>
            <a:pPr>
              <a:defRPr sz="1200"/>
            </a:pPr>
            <a:r>
              <a:t>D:/pasar_fix/node_modules/.bun/zod@4.4.3/node_modules/zod/v4/core/json-schema.cjs</a:t>
            </a:r>
          </a:p>
          <a:p>
            <a:pPr>
              <a:defRPr sz="1200"/>
            </a:pPr>
            <a:r>
              <a:t>D:/pasar_fix/node_modules/.bun/zod@4.4.3/node_modules/zod/v4/core/json-schema.d.cts</a:t>
            </a:r>
          </a:p>
          <a:p>
            <a:pPr>
              <a:defRPr sz="1200"/>
            </a:pPr>
            <a:r>
              <a:t>D:/pasar_fix/node_modules/.bun/zod@4.4.3/node_modules/zod/v4/core/json-schema.d.ts</a:t>
            </a:r>
          </a:p>
          <a:p>
            <a:pPr>
              <a:defRPr sz="1200"/>
            </a:pPr>
            <a:r>
              <a:t>D:/pasar_fix/node_modules/.bun/zod@4.4.3/node_modules/zod/v4/core/json-schema.js</a:t>
            </a:r>
          </a:p>
          <a:p>
            <a:pPr>
              <a:defRPr sz="1200"/>
            </a:pPr>
            <a:r>
              <a:t>D:/pasar_fix/node_modules/.bun/zod@4.4.3/node_modules/zod/v4/core/package.json</a:t>
            </a:r>
          </a:p>
          <a:p>
            <a:pPr>
              <a:defRPr sz="1200"/>
            </a:pPr>
            <a:r>
              <a:t>D:/pasar_fix/node_modules/.bun/zod@4.4.3/node_modules/zod/v4/core/parse.cjs</a:t>
            </a:r>
          </a:p>
          <a:p>
            <a:pPr>
              <a:defRPr sz="1200"/>
            </a:pPr>
            <a:r>
              <a:t>D:/pasar_fix/node_modules/.bun/zod@4.4.3/node_modules/zod/v4/core/parse.d.cts</a:t>
            </a:r>
          </a:p>
          <a:p>
            <a:pPr>
              <a:defRPr sz="1200"/>
            </a:pPr>
            <a:r>
              <a:t>D:/pasar_fix/node_modules/.bun/zod@4.4.3/node_modules/zod/v4/core/parse.d.ts</a:t>
            </a:r>
          </a:p>
          <a:p>
            <a:pPr>
              <a:defRPr sz="1200"/>
            </a:pPr>
            <a:r>
              <a:t>D:/pasar_fix/node_modules/.bun/zod@4.4.3/node_modules/zod/v4/core/parse.js</a:t>
            </a:r>
          </a:p>
          <a:p>
            <a:pPr>
              <a:defRPr sz="1200"/>
            </a:pPr>
            <a:r>
              <a:t>D:/pasar_fix/node_modules/.bun/zod@4.4.3/node_modules/zod/v4/core/regexes.cjs</a:t>
            </a:r>
          </a:p>
          <a:p>
            <a:pPr>
              <a:defRPr sz="1200"/>
            </a:pPr>
            <a:r>
              <a:t>D:/pasar_fix/node_modules/.bun/zod@4.4.3/node_modules/zod/v4/core/regexes.d.cts</a:t>
            </a:r>
          </a:p>
          <a:p>
            <a:pPr>
              <a:defRPr sz="1200"/>
            </a:pPr>
            <a:r>
              <a:t>D:/pasar_fix/node_modules/.bun/zod@4.4.3/node_modules/zod/v4/core/regexes.d.ts</a:t>
            </a:r>
          </a:p>
          <a:p>
            <a:pPr>
              <a:defRPr sz="1200"/>
            </a:pPr>
            <a:r>
              <a:t>D:/pasar_fix/node_modules/.bun/zod@4.4.3/node_modules/zod/v4/core/regexes.js</a:t>
            </a:r>
          </a:p>
          <a:p>
            <a:pPr>
              <a:defRPr sz="1200"/>
            </a:pPr>
            <a:r>
              <a:t>D:/pasar_fix/node_modules/.bun/zod@4.4.3/node_modules/zod/v4/core/registries.cjs</a:t>
            </a:r>
          </a:p>
          <a:p>
            <a:pPr>
              <a:defRPr sz="1200"/>
            </a:pPr>
            <a:r>
              <a:t>D:/pasar_fix/node_modules/.bun/zod@4.4.3/node_modules/zod/v4/core/registries.d.cts</a:t>
            </a:r>
          </a:p>
          <a:p>
            <a:pPr>
              <a:defRPr sz="1200"/>
            </a:pPr>
            <a:r>
              <a:t>D:/pasar_fix/node_modules/.bun/zod@4.4.3/node_modules/zod/v4/core/registries.d.ts</a:t>
            </a:r>
          </a:p>
          <a:p>
            <a:pPr>
              <a:defRPr sz="1200"/>
            </a:pPr>
            <a:r>
              <a:t>D:/pasar_fix/node_modules/.bun/zod@4.4.3/node_modules/zod/v4/core/registries.js</a:t>
            </a:r>
          </a:p>
          <a:p>
            <a:pPr>
              <a:defRPr sz="1200"/>
            </a:pPr>
            <a:r>
              <a:t>D:/pasar_fix/node_modules/.bun/zod@4.4.3/node_modules/zod/v4/core/schemas.cjs</a:t>
            </a:r>
          </a:p>
          <a:p>
            <a:pPr>
              <a:defRPr sz="1200"/>
            </a:pPr>
            <a:r>
              <a:t>D:/pasar_fix/node_modules/.bun/zod@4.4.3/node_modules/zod/v4/core/schemas.d.cts</a:t>
            </a:r>
          </a:p>
          <a:p>
            <a:pPr>
              <a:defRPr sz="1200"/>
            </a:pPr>
            <a:r>
              <a:t>D:/pasar_fix/node_modules/.bun/zod@4.4.3/node_modules/zod/v4/core/schemas.d.ts</a:t>
            </a:r>
          </a:p>
          <a:p>
            <a:pPr>
              <a:defRPr sz="1200"/>
            </a:pPr>
            <a:r>
              <a:t>D:/pasar_fix/node_modules/.bun/zod@4.4.3/node_modules/zod/v4/core/schemas.js</a:t>
            </a:r>
          </a:p>
          <a:p>
            <a:pPr>
              <a:defRPr sz="1200"/>
            </a:pPr>
            <a:r>
              <a:t>D:/pasar_fix/node_modules/.bun/zod@4.4.3/node_modules/zod/v4/core/standard-schema.cjs</a:t>
            </a:r>
          </a:p>
          <a:p>
            <a:pPr>
              <a:defRPr sz="1200"/>
            </a:pPr>
            <a:r>
              <a:t>D:/pasar_fix/node_modules/.bun/zod@4.4.3/node_modules/zod/v4/core/standard-schema.d.cts</a:t>
            </a:r>
          </a:p>
          <a:p>
            <a:pPr>
              <a:defRPr sz="1200"/>
            </a:pPr>
            <a:r>
              <a:t>D:/pasar_fix/node_modules/.bun/zod@4.4.3/node_modules/zod/v4/core/standard-schema.d.ts</a:t>
            </a:r>
          </a:p>
          <a:p>
            <a:pPr>
              <a:defRPr sz="1200"/>
            </a:pPr>
            <a:r>
              <a:t>D:/pasar_fix/node_modules/.bun/zod@4.4.3/node_modules/zod/v4/core/standard-schema.js</a:t>
            </a:r>
          </a:p>
          <a:p>
            <a:pPr>
              <a:defRPr sz="1200"/>
            </a:pPr>
            <a:r>
              <a:t>D:/pasar_fix/node_modules/.bun/zod@4.4.3/node_modules/zod/v4/core/to-json-schema.cjs</a:t>
            </a:r>
          </a:p>
          <a:p>
            <a:pPr>
              <a:defRPr sz="1200"/>
            </a:pPr>
            <a:r>
              <a:t>D:/pasar_fix/node_modules/.bun/zod@4.4.3/node_modules/zod/v4/core/to-json-schema.d.cts</a:t>
            </a:r>
          </a:p>
          <a:p>
            <a:pPr>
              <a:defRPr sz="1200"/>
            </a:pPr>
            <a:r>
              <a:t>D:/pasar_fix/node_modules/.bun/zod@4.4.3/node_modules/zod/v4/core/to-json-schema.d.ts</a:t>
            </a:r>
          </a:p>
          <a:p>
            <a:pPr>
              <a:defRPr sz="1200"/>
            </a:pPr>
            <a:r>
              <a:t>D:/pasar_fix/node_modules/.bun/zod@4.4.3/node_modules/zod/v4/core/to-json-schema.js</a:t>
            </a:r>
          </a:p>
          <a:p>
            <a:pPr>
              <a:defRPr sz="1200"/>
            </a:pPr>
            <a:r>
              <a:t>D:/pasar_fix/node_modules/.bun/zod@4.4.3/node_modules/zod/v4/core/util.cjs</a:t>
            </a:r>
          </a:p>
          <a:p>
            <a:pPr>
              <a:defRPr sz="1200"/>
            </a:pPr>
            <a:r>
              <a:t>D:/pasar_fix/node_modules/.bun/zod@4.4.3/node_modules/zod/v4/core/util.d.cts</a:t>
            </a:r>
          </a:p>
          <a:p>
            <a:pPr>
              <a:defRPr sz="1200"/>
            </a:pPr>
            <a:r>
              <a:t>D:/pasar_fix/node_modules/.bun/zod@4.4.3/node_modules/zod/v4/core/util.d.ts</a:t>
            </a:r>
          </a:p>
          <a:p>
            <a:pPr>
              <a:defRPr sz="1200"/>
            </a:pPr>
            <a:r>
              <a:t>D:/pasar_fix/node_modules/.bun/zod@4.4.3/node_modules/zod/v4/core/util.js</a:t>
            </a:r>
          </a:p>
          <a:p>
            <a:pPr>
              <a:defRPr sz="1200"/>
            </a:pPr>
            <a:r>
              <a:t>D:/pasar_fix/node_modules/.bun/zod@4.4.3/node_modules/zod/v4/core/versions.cjs</a:t>
            </a:r>
          </a:p>
          <a:p>
            <a:pPr>
              <a:defRPr sz="1200"/>
            </a:pPr>
            <a:r>
              <a:t>D:/pasar_fix/node_modules/.bun/zod@4.4.3/node_modules/zod/v4/core/versions.d.cts</a:t>
            </a:r>
          </a:p>
          <a:p>
            <a:pPr>
              <a:defRPr sz="1200"/>
            </a:pPr>
            <a:r>
              <a:t>D:/pasar_fix/node_modules/.bun/zod@4.4.3/node_modules/zod/v4/core/versions.d.ts</a:t>
            </a:r>
          </a:p>
          <a:p>
            <a:pPr>
              <a:defRPr sz="1200"/>
            </a:pPr>
            <a:r>
              <a:t>D:/pasar_fix/node_modules/.bun/zod@4.4.3/node_modules/zod/v4/core/versions.js</a:t>
            </a:r>
          </a:p>
          <a:p>
            <a:pPr>
              <a:defRPr sz="1200"/>
            </a:pPr>
            <a:r>
              <a:t>D:/pasar_fix/node_modules/.bun/zod@4.4.3/node_modules/zod/v4/locales/ar.cjs</a:t>
            </a:r>
          </a:p>
          <a:p>
            <a:pPr>
              <a:defRPr sz="1200"/>
            </a:pPr>
            <a:r>
              <a:t>D:/pasar_fix/node_modules/.bun/zod@4.4.3/node_modules/zod/v4/locales/ar.d.cts</a:t>
            </a:r>
          </a:p>
          <a:p>
            <a:pPr>
              <a:defRPr sz="1200"/>
            </a:pPr>
            <a:r>
              <a:t>D:/pasar_fix/node_modules/.bun/zod@4.4.3/node_modules/zod/v4/locales/ar.d.ts</a:t>
            </a:r>
          </a:p>
          <a:p>
            <a:pPr>
              <a:defRPr sz="1200"/>
            </a:pPr>
            <a:r>
              <a:t>D:/pasar_fix/node_modules/.bun/zod@4.4.3/node_modules/zod/v4/locales/ar.js</a:t>
            </a:r>
          </a:p>
          <a:p>
            <a:pPr>
              <a:defRPr sz="1200"/>
            </a:pPr>
            <a:r>
              <a:t>D:/pasar_fix/node_modules/.bun/zod@4.4.3/node_modules/zod/v4/locales/az.cjs</a:t>
            </a:r>
          </a:p>
          <a:p>
            <a:pPr>
              <a:defRPr sz="1200"/>
            </a:pPr>
            <a:r>
              <a:t>D:/pasar_fix/node_modules/.bun/zod@4.4.3/node_modules/zod/v4/locales/az.d.cts</a:t>
            </a:r>
          </a:p>
          <a:p>
            <a:pPr>
              <a:defRPr sz="1200"/>
            </a:pPr>
            <a:r>
              <a:t>D:/pasar_fix/node_modules/.bun/zod@4.4.3/node_modules/zod/v4/locales/az.d.ts</a:t>
            </a:r>
          </a:p>
          <a:p>
            <a:pPr>
              <a:defRPr sz="1200"/>
            </a:pPr>
            <a:r>
              <a:t>D:/pasar_fix/node_modules/.bun/zod@4.4.3/node_modules/zod/v4/locales/az.js</a:t>
            </a:r>
          </a:p>
          <a:p>
            <a:pPr>
              <a:defRPr sz="1200"/>
            </a:pPr>
            <a:r>
              <a:t>D:/pasar_fix/node_modules/.bun/zod@4.4.3/node_modules/zod/v4/locales/be.cjs</a:t>
            </a:r>
          </a:p>
          <a:p>
            <a:pPr>
              <a:defRPr sz="1200"/>
            </a:pPr>
            <a:r>
              <a:t>D:/pasar_fix/node_modules/.bun/zod@4.4.3/node_modules/zod/v4/locales/be.d.cts</a:t>
            </a:r>
          </a:p>
          <a:p>
            <a:pPr>
              <a:defRPr sz="1200"/>
            </a:pPr>
            <a:r>
              <a:t>D:/pasar_fix/node_modules/.bun/zod@4.4.3/node_modules/zod/v4/locales/be.d.ts</a:t>
            </a:r>
          </a:p>
          <a:p>
            <a:pPr>
              <a:defRPr sz="1200"/>
            </a:pPr>
            <a:r>
              <a:t>D:/pasar_fix/node_modules/.bun/zod@4.4.3/node_modules/zod/v4/locales/be.js</a:t>
            </a:r>
          </a:p>
          <a:p>
            <a:pPr>
              <a:defRPr sz="1200"/>
            </a:pPr>
            <a:r>
              <a:t>D:/pasar_fix/node_modules/.bun/zod@4.4.3/node_modules/zod/v4/locales/bg.cjs</a:t>
            </a:r>
          </a:p>
          <a:p>
            <a:pPr>
              <a:defRPr sz="1200"/>
            </a:pPr>
            <a:r>
              <a:t>D:/pasar_fix/node_modules/.bun/zod@4.4.3/node_modules/zod/v4/locales/bg.d.cts</a:t>
            </a:r>
          </a:p>
          <a:p>
            <a:pPr>
              <a:defRPr sz="1200"/>
            </a:pPr>
            <a:r>
              <a:t>D:/pasar_fix/node_modules/.bun/zod@4.4.3/node_modules/zod/v4/locales/bg.d.ts</a:t>
            </a:r>
          </a:p>
          <a:p>
            <a:pPr>
              <a:defRPr sz="1200"/>
            </a:pPr>
            <a:r>
              <a:t>D:/pasar_fix/node_modules/.bun/zod@4.4.3/node_modules/zod/v4/locales/bg.js</a:t>
            </a:r>
          </a:p>
          <a:p>
            <a:pPr>
              <a:defRPr sz="1200"/>
            </a:pPr>
            <a:r>
              <a:t>D:/pasar_fix/node_modules/.bun/zod@4.4.3/node_modules/zod/v4/locales/ca.cjs</a:t>
            </a:r>
          </a:p>
          <a:p>
            <a:pPr>
              <a:defRPr sz="1200"/>
            </a:pPr>
            <a:r>
              <a:t>D:/pasar_fix/node_modules/.bun/zod@4.4.3/node_modules/zod/v4/locales/ca.d.cts</a:t>
            </a:r>
          </a:p>
          <a:p>
            <a:pPr>
              <a:defRPr sz="1200"/>
            </a:pPr>
            <a:r>
              <a:t>D:/pasar_fix/node_modules/.bun/zod@4.4.3/node_modules/zod/v4/locales/ca.d.ts</a:t>
            </a:r>
          </a:p>
          <a:p>
            <a:pPr>
              <a:defRPr sz="1200"/>
            </a:pPr>
            <a:r>
              <a:t>D:/pasar_fix/node_modules/.bun/zod@4.4.3/node_modules/zod/v4/locales/ca.js</a:t>
            </a:r>
          </a:p>
          <a:p>
            <a:pPr>
              <a:defRPr sz="1200"/>
            </a:pPr>
            <a:r>
              <a:t>D:/pasar_fix/node_modules/.bun/zod@4.4.3/node_modules/zod/v4/locales/cs.cjs</a:t>
            </a:r>
          </a:p>
          <a:p>
            <a:pPr>
              <a:defRPr sz="1200"/>
            </a:pPr>
            <a:r>
              <a:t>D:/pasar_fix/node_modules/.bun/zod@4.4.3/node_modules/zod/v4/locales/cs.d.cts</a:t>
            </a:r>
          </a:p>
          <a:p>
            <a:pPr>
              <a:defRPr sz="1200"/>
            </a:pPr>
            <a:r>
              <a:t>D:/pasar_fix/node_modules/.bun/zod@4.4.3/node_modules/zod/v4/locales/cs.d.ts</a:t>
            </a:r>
          </a:p>
          <a:p>
            <a:pPr>
              <a:defRPr sz="1200"/>
            </a:pPr>
            <a:r>
              <a:t>D:/pasar_fix/node_modules/.bun/zod@4.4.3/node_modules/zod/v4/locales/cs.js</a:t>
            </a:r>
          </a:p>
          <a:p>
            <a:pPr>
              <a:defRPr sz="1200"/>
            </a:pPr>
            <a:r>
              <a:t>D:/pasar_fix/node_modules/.bun/zod@4.4.3/node_modules/zod/v4/locales/da.cjs</a:t>
            </a:r>
          </a:p>
          <a:p>
            <a:pPr>
              <a:defRPr sz="1200"/>
            </a:pPr>
            <a:r>
              <a:t>D:/pasar_fix/node_modules/.bun/zod@4.4.3/node_modules/zod/v4/locales/da.d.cts</a:t>
            </a:r>
          </a:p>
          <a:p>
            <a:pPr>
              <a:defRPr sz="1200"/>
            </a:pPr>
            <a:r>
              <a:t>D:/pasar_fix/node_modules/.bun/zod@4.4.3/node_modules/zod/v4/locales/da.d.ts</a:t>
            </a:r>
          </a:p>
          <a:p>
            <a:pPr>
              <a:defRPr sz="1200"/>
            </a:pPr>
            <a:r>
              <a:t>D:/pasar_fix/node_modules/.bun/zod@4.4.3/node_modules/zod/v4/locales/da.js</a:t>
            </a:r>
          </a:p>
          <a:p>
            <a:pPr>
              <a:defRPr sz="1200"/>
            </a:pPr>
            <a:r>
              <a:t>D:/pasar_fix/node_modules/.bun/zod@4.4.3/node_modules/zod/v4/locales/de.cjs</a:t>
            </a:r>
          </a:p>
          <a:p>
            <a:pPr>
              <a:defRPr sz="1200"/>
            </a:pPr>
            <a:r>
              <a:t>D:/pasar_fix/node_modules/.bun/zod@4.4.3/node_modules/zod/v4/locales/de.d.cts</a:t>
            </a:r>
          </a:p>
          <a:p>
            <a:pPr>
              <a:defRPr sz="1200"/>
            </a:pPr>
            <a:r>
              <a:t>D:/pasar_fix/node_modules/.bun/zod@4.4.3/node_modules/zod/v4/locales/de.d.ts</a:t>
            </a:r>
          </a:p>
          <a:p>
            <a:pPr>
              <a:defRPr sz="1200"/>
            </a:pPr>
            <a:r>
              <a:t>D:/pasar_fix/node_modules/.bun/zod@4.4.3/node_modules/zod/v4/locales/de.js</a:t>
            </a:r>
          </a:p>
          <a:p>
            <a:pPr>
              <a:defRPr sz="1200"/>
            </a:pPr>
            <a:r>
              <a:t>D:/pasar_fix/node_modules/.bun/zod@4.4.3/node_modules/zod/v4/locales/el.cjs</a:t>
            </a:r>
          </a:p>
          <a:p>
            <a:pPr>
              <a:defRPr sz="1200"/>
            </a:pPr>
            <a:r>
              <a:t>D:/pasar_fix/node_modules/.bun/zod@4.4.3/node_modules/zod/v4/locales/el.d.cts</a:t>
            </a:r>
          </a:p>
          <a:p>
            <a:pPr>
              <a:defRPr sz="1200"/>
            </a:pPr>
            <a:r>
              <a:t>D:/pasar_fix/node_modules/.bun/zod@4.4.3/node_modules/zod/v4/locales/el.d.ts</a:t>
            </a:r>
          </a:p>
          <a:p>
            <a:pPr>
              <a:defRPr sz="1200"/>
            </a:pPr>
            <a:r>
              <a:t>D:/pasar_fix/node_modules/.bun/zod@4.4.3/node_modules/zod/v4/locales/el.js</a:t>
            </a:r>
          </a:p>
          <a:p>
            <a:pPr>
              <a:defRPr sz="1200"/>
            </a:pPr>
            <a:r>
              <a:t>D:/pasar_fix/node_modules/.bun/zod@4.4.3/node_modules/zod/v4/locales/en.cjs</a:t>
            </a:r>
          </a:p>
          <a:p>
            <a:pPr>
              <a:defRPr sz="1200"/>
            </a:pPr>
            <a:r>
              <a:t>D:/pasar_fix/node_modules/.bun/zod@4.4.3/node_modules/zod/v4/locales/en.d.cts</a:t>
            </a:r>
          </a:p>
          <a:p>
            <a:pPr>
              <a:defRPr sz="1200"/>
            </a:pPr>
            <a:r>
              <a:t>D:/pasar_fix/node_modules/.bun/zod@4.4.3/node_modules/zod/v4/locales/en.d.ts</a:t>
            </a:r>
          </a:p>
          <a:p>
            <a:pPr>
              <a:defRPr sz="1200"/>
            </a:pPr>
            <a:r>
              <a:t>D:/pasar_fix/node_modules/.bun/zod@4.4.3/node_modules/zod/v4/locales/en.js</a:t>
            </a:r>
          </a:p>
          <a:p>
            <a:pPr>
              <a:defRPr sz="1200"/>
            </a:pPr>
            <a:r>
              <a:t>D:/pasar_fix/node_modules/.bun/zod@4.4.3/node_modules/zod/v4/locales/eo.cjs</a:t>
            </a:r>
          </a:p>
          <a:p>
            <a:pPr>
              <a:defRPr sz="1200"/>
            </a:pPr>
            <a:r>
              <a:t>D:/pasar_fix/node_modules/.bun/zod@4.4.3/node_modules/zod/v4/locales/eo.d.cts</a:t>
            </a:r>
          </a:p>
          <a:p>
            <a:pPr>
              <a:defRPr sz="1200"/>
            </a:pPr>
            <a:r>
              <a:t>D:/pasar_fix/node_modules/.bun/zod@4.4.3/node_modules/zod/v4/locales/eo.d.ts</a:t>
            </a:r>
          </a:p>
          <a:p>
            <a:pPr>
              <a:defRPr sz="1200"/>
            </a:pPr>
            <a:r>
              <a:t>D:/pasar_fix/node_modules/.bun/zod@4.4.3/node_modules/zod/v4/locales/eo.js</a:t>
            </a:r>
          </a:p>
          <a:p>
            <a:pPr>
              <a:defRPr sz="1200"/>
            </a:pPr>
            <a:r>
              <a:t>D:/pasar_fix/node_modules/.bun/zod@4.4.3/node_modules/zod/v4/locales/es.cjs</a:t>
            </a:r>
          </a:p>
          <a:p>
            <a:pPr>
              <a:defRPr sz="1200"/>
            </a:pPr>
            <a:r>
              <a:t>D:/pasar_fix/node_modules/.bun/zod@4.4.3/node_modules/zod/v4/locales/es.d.cts</a:t>
            </a:r>
          </a:p>
          <a:p>
            <a:pPr>
              <a:defRPr sz="1200"/>
            </a:pPr>
            <a:r>
              <a:t>D:/pasar_fix/node_modules/.bun/zod@4.4.3/node_modules/zod/v4/locales/es.d.ts</a:t>
            </a:r>
          </a:p>
          <a:p>
            <a:pPr>
              <a:defRPr sz="1200"/>
            </a:pPr>
            <a:r>
              <a:t>D:/pasar_fix/node_modules/.bun/zod@4.4.3/node_modules/zod/v4/locales/es.js</a:t>
            </a:r>
          </a:p>
          <a:p>
            <a:pPr>
              <a:defRPr sz="1200"/>
            </a:pPr>
            <a:r>
              <a:t>D:/pasar_fix/node_modules/.bun/zod@4.4.3/node_modules/zod/v4/locales/fa.cjs</a:t>
            </a:r>
          </a:p>
          <a:p>
            <a:pPr>
              <a:defRPr sz="1200"/>
            </a:pPr>
            <a:r>
              <a:t>D:/pasar_fix/node_modules/.bun/zod@4.4.3/node_modules/zod/v4/locales/fa.d.cts</a:t>
            </a:r>
          </a:p>
          <a:p>
            <a:pPr>
              <a:defRPr sz="1200"/>
            </a:pPr>
            <a:r>
              <a:t>D:/pasar_fix/node_modules/.bun/zod@4.4.3/node_modules/zod/v4/locales/fa.d.ts</a:t>
            </a:r>
          </a:p>
          <a:p>
            <a:pPr>
              <a:defRPr sz="1200"/>
            </a:pPr>
            <a:r>
              <a:t>D:/pasar_fix/node_modules/.bun/zod@4.4.3/node_modules/zod/v4/locales/fa.js</a:t>
            </a:r>
          </a:p>
          <a:p>
            <a:pPr>
              <a:defRPr sz="1200"/>
            </a:pPr>
            <a:r>
              <a:t>D:/pasar_fix/node_modules/.bun/zod@4.4.3/node_modules/zod/v4/locales/fi.cjs</a:t>
            </a:r>
          </a:p>
          <a:p>
            <a:pPr>
              <a:defRPr sz="1200"/>
            </a:pPr>
            <a:r>
              <a:t>D:/pasar_fix/node_modules/.bun/zod@4.4.3/node_modules/zod/v4/locales/fi.d.cts</a:t>
            </a:r>
          </a:p>
          <a:p>
            <a:pPr>
              <a:defRPr sz="1200"/>
            </a:pPr>
            <a:r>
              <a:t>D:/pasar_fix/node_modules/.bun/zod@4.4.3/node_modules/zod/v4/locales/fi.d.ts</a:t>
            </a:r>
          </a:p>
          <a:p>
            <a:pPr>
              <a:defRPr sz="1200"/>
            </a:pPr>
            <a:r>
              <a:t>D:/pasar_fix/node_modules/.bun/zod@4.4.3/node_modules/zod/v4/locales/fi.js</a:t>
            </a:r>
          </a:p>
          <a:p>
            <a:pPr>
              <a:defRPr sz="1200"/>
            </a:pPr>
            <a:r>
              <a:t>D:/pasar_fix/node_modules/.bun/zod@4.4.3/node_modules/zod/v4/locales/fr-CA.cjs</a:t>
            </a:r>
          </a:p>
          <a:p>
            <a:pPr>
              <a:defRPr sz="1200"/>
            </a:pPr>
            <a:r>
              <a:t>D:/pasar_fix/node_modules/.bun/zod@4.4.3/node_modules/zod/v4/locales/fr-CA.d.cts</a:t>
            </a:r>
          </a:p>
          <a:p>
            <a:pPr>
              <a:defRPr sz="1200"/>
            </a:pPr>
            <a:r>
              <a:t>D:/pasar_fix/node_modules/.bun/zod@4.4.3/node_modules/zod/v4/locales/fr-CA.d.ts</a:t>
            </a:r>
          </a:p>
          <a:p>
            <a:pPr>
              <a:defRPr sz="1200"/>
            </a:pPr>
            <a:r>
              <a:t>D:/pasar_fix/node_modules/.bun/zod@4.4.3/node_modules/zod/v4/locales/fr-CA.js</a:t>
            </a:r>
          </a:p>
          <a:p>
            <a:pPr>
              <a:defRPr sz="1200"/>
            </a:pPr>
            <a:r>
              <a:t>D:/pasar_fix/node_modules/.bun/zod@4.4.3/node_modules/zod/v4/locales/fr.cjs</a:t>
            </a:r>
          </a:p>
          <a:p>
            <a:pPr>
              <a:defRPr sz="1200"/>
            </a:pPr>
            <a:r>
              <a:t>D:/pasar_fix/node_modules/.bun/zod@4.4.3/node_modules/zod/v4/locales/fr.d.cts</a:t>
            </a:r>
          </a:p>
          <a:p>
            <a:pPr>
              <a:defRPr sz="1200"/>
            </a:pPr>
            <a:r>
              <a:t>D:/pasar_fix/node_modules/.bun/zod@4.4.3/node_modules/zod/v4/locales/fr.d.ts</a:t>
            </a:r>
          </a:p>
          <a:p>
            <a:pPr>
              <a:defRPr sz="1200"/>
            </a:pPr>
            <a:r>
              <a:t>D:/pasar_fix/node_modules/.bun/zod@4.4.3/node_modules/zod/v4/locales/fr.js</a:t>
            </a:r>
          </a:p>
          <a:p>
            <a:pPr>
              <a:defRPr sz="1200"/>
            </a:pPr>
            <a:r>
              <a:t>D:/pasar_fix/node_modules/.bun/zod@4.4.3/node_modules/zod/v4/locales/he.cjs</a:t>
            </a:r>
          </a:p>
          <a:p>
            <a:pPr>
              <a:defRPr sz="1200"/>
            </a:pPr>
            <a:r>
              <a:t>D:/pasar_fix/node_modules/.bun/zod@4.4.3/node_modules/zod/v4/locales/he.d.cts</a:t>
            </a:r>
          </a:p>
          <a:p>
            <a:pPr>
              <a:defRPr sz="1200"/>
            </a:pPr>
            <a:r>
              <a:t>D:/pasar_fix/node_modules/.bun/zod@4.4.3/node_modules/zod/v4/locales/he.d.ts</a:t>
            </a:r>
          </a:p>
          <a:p>
            <a:pPr>
              <a:defRPr sz="1200"/>
            </a:pPr>
            <a:r>
              <a:t>D:/pasar_fix/node_modules/.bun/zod@4.4.3/node_modules/zod/v4/locales/he.js</a:t>
            </a:r>
          </a:p>
          <a:p>
            <a:pPr>
              <a:defRPr sz="1200"/>
            </a:pPr>
            <a:r>
              <a:t>D:/pasar_fix/node_modules/.bun/zod@4.4.3/node_modules/zod/v4/locales/hr.cjs</a:t>
            </a:r>
          </a:p>
          <a:p>
            <a:pPr>
              <a:defRPr sz="1200"/>
            </a:pPr>
            <a:r>
              <a:t>D:/pasar_fix/node_modules/.bun/zod@4.4.3/node_modules/zod/v4/locales/hr.d.cts</a:t>
            </a:r>
          </a:p>
          <a:p>
            <a:pPr>
              <a:defRPr sz="1200"/>
            </a:pPr>
            <a:r>
              <a:t>D:/pasar_fix/node_modules/.bun/zod@4.4.3/node_modules/zod/v4/locales/hr.d.ts</a:t>
            </a:r>
          </a:p>
          <a:p>
            <a:pPr>
              <a:defRPr sz="1200"/>
            </a:pPr>
            <a:r>
              <a:t>D:/pasar_fix/node_modules/.bun/zod@4.4.3/node_modules/zod/v4/locales/hr.js</a:t>
            </a:r>
          </a:p>
          <a:p>
            <a:pPr>
              <a:defRPr sz="1200"/>
            </a:pPr>
            <a:r>
              <a:t>D:/pasar_fix/node_modules/.bun/zod@4.4.3/node_modules/zod/v4/locales/hu.cjs</a:t>
            </a:r>
          </a:p>
          <a:p>
            <a:pPr>
              <a:defRPr sz="1200"/>
            </a:pPr>
            <a:r>
              <a:t>D:/pasar_fix/node_modules/.bun/zod@4.4.3/node_modules/zod/v4/locales/hu.d.cts</a:t>
            </a:r>
          </a:p>
          <a:p>
            <a:pPr>
              <a:defRPr sz="1200"/>
            </a:pPr>
            <a:r>
              <a:t>D:/pasar_fix/node_modules/.bun/zod@4.4.3/node_modules/zod/v4/locales/hu.d.ts</a:t>
            </a:r>
          </a:p>
          <a:p>
            <a:pPr>
              <a:defRPr sz="1200"/>
            </a:pPr>
            <a:r>
              <a:t>D:/pasar_fix/node_modules/.bun/zod@4.4.3/node_modules/zod/v4/locales/hu.js</a:t>
            </a:r>
          </a:p>
          <a:p>
            <a:pPr>
              <a:defRPr sz="1200"/>
            </a:pPr>
            <a:r>
              <a:t>D:/pasar_fix/node_modules/.bun/zod@4.4.3/node_modules/zod/v4/locales/hy.cjs</a:t>
            </a:r>
          </a:p>
          <a:p>
            <a:pPr>
              <a:defRPr sz="1200"/>
            </a:pPr>
            <a:r>
              <a:t>D:/pasar_fix/node_modules/.bun/zod@4.4.3/node_modules/zod/v4/locales/hy.d.cts</a:t>
            </a:r>
          </a:p>
          <a:p>
            <a:pPr>
              <a:defRPr sz="1200"/>
            </a:pPr>
            <a:r>
              <a:t>D:/pasar_fix/node_modules/.bun/zod@4.4.3/node_modules/zod/v4/locales/hy.d.ts</a:t>
            </a:r>
          </a:p>
          <a:p>
            <a:pPr>
              <a:defRPr sz="1200"/>
            </a:pPr>
            <a:r>
              <a:t>D:/pasar_fix/node_modules/.bun/zod@4.4.3/node_modules/zod/v4/locales/hy.js</a:t>
            </a:r>
          </a:p>
          <a:p>
            <a:pPr>
              <a:defRPr sz="1200"/>
            </a:pPr>
            <a:r>
              <a:t>D:/pasar_fix/node_modules/.bun/zod@4.4.3/node_modules/zod/v4/locales/id.cjs</a:t>
            </a:r>
          </a:p>
          <a:p>
            <a:pPr>
              <a:defRPr sz="1200"/>
            </a:pPr>
            <a:r>
              <a:t>D:/pasar_fix/node_modules/.bun/zod@4.4.3/node_modules/zod/v4/locales/id.d.cts</a:t>
            </a:r>
          </a:p>
          <a:p>
            <a:pPr>
              <a:defRPr sz="1200"/>
            </a:pPr>
            <a:r>
              <a:t>D:/pasar_fix/node_modules/.bun/zod@4.4.3/node_modules/zod/v4/locales/id.d.ts</a:t>
            </a:r>
          </a:p>
          <a:p>
            <a:pPr>
              <a:defRPr sz="1200"/>
            </a:pPr>
            <a:r>
              <a:t>D:/pasar_fix/node_modules/.bun/zod@4.4.3/node_modules/zod/v4/locales/id.js</a:t>
            </a:r>
          </a:p>
          <a:p>
            <a:pPr>
              <a:defRPr sz="1200"/>
            </a:pPr>
            <a:r>
              <a:t>D:/pasar_fix/node_modules/.bun/zod@4.4.3/node_modules/zod/v4/locales/index.cjs</a:t>
            </a:r>
          </a:p>
          <a:p>
            <a:pPr>
              <a:defRPr sz="1200"/>
            </a:pPr>
            <a:r>
              <a:t>D:/pasar_fix/node_modules/.bun/zod@4.4.3/node_modules/zod/v4/locales/index.d.cts</a:t>
            </a:r>
          </a:p>
          <a:p>
            <a:pPr>
              <a:defRPr sz="1200"/>
            </a:pPr>
            <a:r>
              <a:t>D:/pasar_fix/node_modules/.bun/zod@4.4.3/node_modules/zod/v4/locales/index.d.ts</a:t>
            </a:r>
          </a:p>
          <a:p>
            <a:pPr>
              <a:defRPr sz="1200"/>
            </a:pPr>
            <a:r>
              <a:t>D:/pasar_fix/node_modules/.bun/zod@4.4.3/node_modules/zod/v4/locales/index.js</a:t>
            </a:r>
          </a:p>
          <a:p>
            <a:pPr>
              <a:defRPr sz="1200"/>
            </a:pPr>
            <a:r>
              <a:t>D:/pasar_fix/node_modules/.bun/zod@4.4.3/node_modules/zod/v4/locales/is.cjs</a:t>
            </a:r>
          </a:p>
          <a:p>
            <a:pPr>
              <a:defRPr sz="1200"/>
            </a:pPr>
            <a:r>
              <a:t>D:/pasar_fix/node_modules/.bun/zod@4.4.3/node_modules/zod/v4/locales/is.d.cts</a:t>
            </a:r>
          </a:p>
          <a:p>
            <a:pPr>
              <a:defRPr sz="1200"/>
            </a:pPr>
            <a:r>
              <a:t>D:/pasar_fix/node_modules/.bun/zod@4.4.3/node_modules/zod/v4/locales/is.d.ts</a:t>
            </a:r>
          </a:p>
          <a:p>
            <a:pPr>
              <a:defRPr sz="1200"/>
            </a:pPr>
            <a:r>
              <a:t>D:/pasar_fix/node_modules/.bun/zod@4.4.3/node_modules/zod/v4/locales/is.js</a:t>
            </a:r>
          </a:p>
          <a:p>
            <a:pPr>
              <a:defRPr sz="1200"/>
            </a:pPr>
            <a:r>
              <a:t>D:/pasar_fix/node_modules/.bun/zod@4.4.3/node_modules/zod/v4/locales/it.cjs</a:t>
            </a:r>
          </a:p>
          <a:p>
            <a:pPr>
              <a:defRPr sz="1200"/>
            </a:pPr>
            <a:r>
              <a:t>D:/pasar_fix/node_modules/.bun/zod@4.4.3/node_modules/zod/v4/locales/it.d.cts</a:t>
            </a:r>
          </a:p>
          <a:p>
            <a:pPr>
              <a:defRPr sz="1200"/>
            </a:pPr>
            <a:r>
              <a:t>D:/pasar_fix/node_modules/.bun/zod@4.4.3/node_modules/zod/v4/locales/it.d.ts</a:t>
            </a:r>
          </a:p>
          <a:p>
            <a:pPr>
              <a:defRPr sz="1200"/>
            </a:pPr>
            <a:r>
              <a:t>D:/pasar_fix/node_modules/.bun/zod@4.4.3/node_modules/zod/v4/locales/it.js</a:t>
            </a:r>
          </a:p>
          <a:p>
            <a:pPr>
              <a:defRPr sz="1200"/>
            </a:pPr>
            <a:r>
              <a:t>D:/pasar_fix/node_modules/.bun/zod@4.4.3/node_modules/zod/v4/locales/ja.cjs</a:t>
            </a:r>
          </a:p>
          <a:p>
            <a:pPr>
              <a:defRPr sz="1200"/>
            </a:pPr>
            <a:r>
              <a:t>D:/pasar_fix/node_modules/.bun/zod@4.4.3/node_modules/zod/v4/locales/ja.d.cts</a:t>
            </a:r>
          </a:p>
          <a:p>
            <a:pPr>
              <a:defRPr sz="1200"/>
            </a:pPr>
            <a:r>
              <a:t>D:/pasar_fix/node_modules/.bun/zod@4.4.3/node_modules/zod/v4/locales/ja.d.ts</a:t>
            </a:r>
          </a:p>
          <a:p>
            <a:pPr>
              <a:defRPr sz="1200"/>
            </a:pPr>
            <a:r>
              <a:t>D:/pasar_fix/node_modules/.bun/zod@4.4.3/node_modules/zod/v4/locales/ja.js</a:t>
            </a:r>
          </a:p>
          <a:p>
            <a:pPr>
              <a:defRPr sz="1200"/>
            </a:pPr>
            <a:r>
              <a:t>D:/pasar_fix/node_modules/.bun/zod@4.4.3/node_modules/zod/v4/locales/ka.cjs</a:t>
            </a:r>
          </a:p>
          <a:p>
            <a:pPr>
              <a:defRPr sz="1200"/>
            </a:pPr>
            <a:r>
              <a:t>D:/pasar_fix/node_modules/.bun/zod@4.4.3/node_modules/zod/v4/locales/ka.d.cts</a:t>
            </a:r>
          </a:p>
          <a:p>
            <a:pPr>
              <a:defRPr sz="1200"/>
            </a:pPr>
            <a:r>
              <a:t>D:/pasar_fix/node_modules/.bun/zod@4.4.3/node_modules/zod/v4/locales/ka.d.ts</a:t>
            </a:r>
          </a:p>
          <a:p>
            <a:pPr>
              <a:defRPr sz="1200"/>
            </a:pPr>
            <a:r>
              <a:t>D:/pasar_fix/node_modules/.bun/zod@4.4.3/node_modules/zod/v4/locales/ka.js</a:t>
            </a:r>
          </a:p>
          <a:p>
            <a:pPr>
              <a:defRPr sz="1200"/>
            </a:pPr>
            <a:r>
              <a:t>D:/pasar_fix/node_modules/.bun/zod@4.4.3/node_modules/zod/v4/locales/kh.cjs</a:t>
            </a:r>
          </a:p>
          <a:p>
            <a:pPr>
              <a:defRPr sz="1200"/>
            </a:pPr>
            <a:r>
              <a:t>D:/pasar_fix/node_modules/.bun/zod@4.4.3/node_modules/zod/v4/locales/kh.d.cts</a:t>
            </a:r>
          </a:p>
          <a:p>
            <a:pPr>
              <a:defRPr sz="1200"/>
            </a:pPr>
            <a:r>
              <a:t>D:/pasar_fix/node_modules/.bun/zod@4.4.3/node_modules/zod/v4/locales/kh.d.ts</a:t>
            </a:r>
          </a:p>
          <a:p>
            <a:pPr>
              <a:defRPr sz="1200"/>
            </a:pPr>
            <a:r>
              <a:t>D:/pasar_fix/node_modules/.bun/zod@4.4.3/node_modules/zod/v4/locales/kh.js</a:t>
            </a:r>
          </a:p>
          <a:p>
            <a:pPr>
              <a:defRPr sz="1200"/>
            </a:pPr>
            <a:r>
              <a:t>D:/pasar_fix/node_modules/.bun/zod@4.4.3/node_modules/zod/v4/locales/km.cjs</a:t>
            </a:r>
          </a:p>
          <a:p>
            <a:pPr>
              <a:defRPr sz="1200"/>
            </a:pPr>
            <a:r>
              <a:t>D:/pasar_fix/node_modules/.bun/zod@4.4.3/node_modules/zod/v4/locales/km.d.cts</a:t>
            </a:r>
          </a:p>
          <a:p>
            <a:pPr>
              <a:defRPr sz="1200"/>
            </a:pPr>
            <a:r>
              <a:t>D:/pasar_fix/node_modules/.bun/zod@4.4.3/node_modules/zod/v4/locales/km.d.ts</a:t>
            </a:r>
          </a:p>
          <a:p>
            <a:pPr>
              <a:defRPr sz="1200"/>
            </a:pPr>
            <a:r>
              <a:t>D:/pasar_fix/node_modules/.bun/zod@4.4.3/node_modules/zod/v4/locales/km.js</a:t>
            </a:r>
          </a:p>
          <a:p>
            <a:pPr>
              <a:defRPr sz="1200"/>
            </a:pPr>
            <a:r>
              <a:t>D:/pasar_fix/node_modules/.bun/zod@4.4.3/node_modules/zod/v4/locales/ko.cjs</a:t>
            </a:r>
          </a:p>
          <a:p>
            <a:pPr>
              <a:defRPr sz="1200"/>
            </a:pPr>
            <a:r>
              <a:t>D:/pasar_fix/node_modules/.bun/zod@4.4.3/node_modules/zod/v4/locales/ko.d.cts</a:t>
            </a:r>
          </a:p>
          <a:p>
            <a:pPr>
              <a:defRPr sz="1200"/>
            </a:pPr>
            <a:r>
              <a:t>D:/pasar_fix/node_modules/.bun/zod@4.4.3/node_modules/zod/v4/locales/ko.d.ts</a:t>
            </a:r>
          </a:p>
          <a:p>
            <a:pPr>
              <a:defRPr sz="1200"/>
            </a:pPr>
            <a:r>
              <a:t>D:/pasar_fix/node_modules/.bun/zod@4.4.3/node_modules/zod/v4/locales/ko.js</a:t>
            </a:r>
          </a:p>
          <a:p>
            <a:pPr>
              <a:defRPr sz="1200"/>
            </a:pPr>
            <a:r>
              <a:t>D:/pasar_fix/node_modules/.bun/zod@4.4.3/node_modules/zod/v4/locales/lt.cjs</a:t>
            </a:r>
          </a:p>
          <a:p>
            <a:pPr>
              <a:defRPr sz="1200"/>
            </a:pPr>
            <a:r>
              <a:t>D:/pasar_fix/node_modules/.bun/zod@4.4.3/node_modules/zod/v4/locales/lt.d.cts</a:t>
            </a:r>
          </a:p>
          <a:p>
            <a:pPr>
              <a:defRPr sz="1200"/>
            </a:pPr>
            <a:r>
              <a:t>D:/pasar_fix/node_modules/.bun/zod@4.4.3/node_modules/zod/v4/locales/lt.d.ts</a:t>
            </a:r>
          </a:p>
          <a:p>
            <a:pPr>
              <a:defRPr sz="1200"/>
            </a:pPr>
            <a:r>
              <a:t>D:/pasar_fix/node_modules/.bun/zod@4.4.3/node_modules/zod/v4/locales/lt.js</a:t>
            </a:r>
          </a:p>
          <a:p>
            <a:pPr>
              <a:defRPr sz="1200"/>
            </a:pPr>
            <a:r>
              <a:t>D:/pasar_fix/node_modules/.bun/zod@4.4.3/node_modules/zod/v4/locales/mk.cjs</a:t>
            </a:r>
          </a:p>
          <a:p>
            <a:pPr>
              <a:defRPr sz="1200"/>
            </a:pPr>
            <a:r>
              <a:t>D:/pasar_fix/node_modules/.bun/zod@4.4.3/node_modules/zod/v4/locales/mk.d.cts</a:t>
            </a:r>
          </a:p>
          <a:p>
            <a:pPr>
              <a:defRPr sz="1200"/>
            </a:pPr>
            <a:r>
              <a:t>D:/pasar_fix/node_modules/.bun/zod@4.4.3/node_modules/zod/v4/locales/mk.d.ts</a:t>
            </a:r>
          </a:p>
          <a:p>
            <a:pPr>
              <a:defRPr sz="1200"/>
            </a:pPr>
            <a:r>
              <a:t>D:/pasar_fix/node_modules/.bun/zod@4.4.3/node_modules/zod/v4/locales/mk.js</a:t>
            </a:r>
          </a:p>
          <a:p>
            <a:pPr>
              <a:defRPr sz="1200"/>
            </a:pPr>
            <a:r>
              <a:t>D:/pasar_fix/node_modules/.bun/zod@4.4.3/node_modules/zod/v4/locales/ms.cjs</a:t>
            </a:r>
          </a:p>
          <a:p>
            <a:pPr>
              <a:defRPr sz="1200"/>
            </a:pPr>
            <a:r>
              <a:t>D:/pasar_fix/node_modules/.bun/zod@4.4.3/node_modules/zod/v4/locales/ms.d.cts</a:t>
            </a:r>
          </a:p>
          <a:p>
            <a:pPr>
              <a:defRPr sz="1200"/>
            </a:pPr>
            <a:r>
              <a:t>D:/pasar_fix/node_modules/.bun/zod@4.4.3/node_modules/zod/v4/locales/ms.d.ts</a:t>
            </a:r>
          </a:p>
          <a:p>
            <a:pPr>
              <a:defRPr sz="1200"/>
            </a:pPr>
            <a:r>
              <a:t>D:/pasar_fix/node_modules/.bun/zod@4.4.3/node_modules/zod/v4/locales/ms.js</a:t>
            </a:r>
          </a:p>
          <a:p>
            <a:pPr>
              <a:defRPr sz="1200"/>
            </a:pPr>
            <a:r>
              <a:t>D:/pasar_fix/node_modules/.bun/zod@4.4.3/node_modules/zod/v4/locales/nl.cjs</a:t>
            </a:r>
          </a:p>
          <a:p>
            <a:pPr>
              <a:defRPr sz="1200"/>
            </a:pPr>
            <a:r>
              <a:t>D:/pasar_fix/node_modules/.bun/zod@4.4.3/node_modules/zod/v4/locales/nl.d.cts</a:t>
            </a:r>
          </a:p>
          <a:p>
            <a:pPr>
              <a:defRPr sz="1200"/>
            </a:pPr>
            <a:r>
              <a:t>D:/pasar_fix/node_modules/.bun/zod@4.4.3/node_modules/zod/v4/locales/nl.d.ts</a:t>
            </a:r>
          </a:p>
          <a:p>
            <a:pPr>
              <a:defRPr sz="1200"/>
            </a:pPr>
            <a:r>
              <a:t>D:/pasar_fix/node_modules/.bun/zod@4.4.3/node_modules/zod/v4/locales/nl.js</a:t>
            </a:r>
          </a:p>
          <a:p>
            <a:pPr>
              <a:defRPr sz="1200"/>
            </a:pPr>
            <a:r>
              <a:t>D:/pasar_fix/node_modules/.bun/zod@4.4.3/node_modules/zod/v4/locales/no.cjs</a:t>
            </a:r>
          </a:p>
          <a:p>
            <a:pPr>
              <a:defRPr sz="1200"/>
            </a:pPr>
            <a:r>
              <a:t>D:/pasar_fix/node_modules/.bun/zod@4.4.3/node_modules/zod/v4/locales/no.d.cts</a:t>
            </a:r>
          </a:p>
          <a:p>
            <a:pPr>
              <a:defRPr sz="1200"/>
            </a:pPr>
            <a:r>
              <a:t>D:/pasar_fix/node_modules/.bun/zod@4.4.3/node_modules/zod/v4/locales/no.d.ts</a:t>
            </a:r>
          </a:p>
          <a:p>
            <a:pPr>
              <a:defRPr sz="1200"/>
            </a:pPr>
            <a:r>
              <a:t>D:/pasar_fix/node_modules/.bun/zod@4.4.3/node_modules/zod/v4/locales/no.js</a:t>
            </a:r>
          </a:p>
          <a:p>
            <a:pPr>
              <a:defRPr sz="1200"/>
            </a:pPr>
            <a:r>
              <a:t>D:/pasar_fix/node_modules/.bun/zod@4.4.3/node_modules/zod/v4/locales/ota.cjs</a:t>
            </a:r>
          </a:p>
          <a:p>
            <a:pPr>
              <a:defRPr sz="1200"/>
            </a:pPr>
            <a:r>
              <a:t>D:/pasar_fix/node_modules/.bun/zod@4.4.3/node_modules/zod/v4/locales/ota.d.cts</a:t>
            </a:r>
          </a:p>
          <a:p>
            <a:pPr>
              <a:defRPr sz="1200"/>
            </a:pPr>
            <a:r>
              <a:t>D:/pasar_fix/node_modules/.bun/zod@4.4.3/node_modules/zod/v4/locales/ota.d.ts</a:t>
            </a:r>
          </a:p>
          <a:p>
            <a:pPr>
              <a:defRPr sz="1200"/>
            </a:pPr>
            <a:r>
              <a:t>D:/pasar_fix/node_modules/.bun/zod@4.4.3/node_modules/zod/v4/locales/ota.js</a:t>
            </a:r>
          </a:p>
          <a:p>
            <a:pPr>
              <a:defRPr sz="1200"/>
            </a:pPr>
            <a:r>
              <a:t>D:/pasar_fix/node_modules/.bun/zod@4.4.3/node_modules/zod/v4/locales/package.json</a:t>
            </a:r>
          </a:p>
          <a:p>
            <a:pPr>
              <a:defRPr sz="1200"/>
            </a:pPr>
            <a:r>
              <a:t>D:/pasar_fix/node_modules/.bun/zod@4.4.3/node_modules/zod/v4/locales/pl.cjs</a:t>
            </a:r>
          </a:p>
          <a:p>
            <a:pPr>
              <a:defRPr sz="1200"/>
            </a:pPr>
            <a:r>
              <a:t>D:/pasar_fix/node_modules/.bun/zod@4.4.3/node_modules/zod/v4/locales/pl.d.cts</a:t>
            </a:r>
          </a:p>
          <a:p>
            <a:pPr>
              <a:defRPr sz="1200"/>
            </a:pPr>
            <a:r>
              <a:t>D:/pasar_fix/node_modules/.bun/zod@4.4.3/node_modules/zod/v4/locales/pl.d.ts</a:t>
            </a:r>
          </a:p>
          <a:p>
            <a:pPr>
              <a:defRPr sz="1200"/>
            </a:pPr>
            <a:r>
              <a:t>D:/pasar_fix/node_modules/.bun/zod@4.4.3/node_modules/zod/v4/locales/pl.js</a:t>
            </a:r>
          </a:p>
          <a:p>
            <a:pPr>
              <a:defRPr sz="1200"/>
            </a:pPr>
            <a:r>
              <a:t>D:/pasar_fix/node_modules/.bun/zod@4.4.3/node_modules/zod/v4/locales/ps.cjs</a:t>
            </a:r>
          </a:p>
          <a:p>
            <a:pPr>
              <a:defRPr sz="1200"/>
            </a:pPr>
            <a:r>
              <a:t>D:/pasar_fix/node_modules/.bun/zod@4.4.3/node_modules/zod/v4/locales/ps.d.cts</a:t>
            </a:r>
          </a:p>
          <a:p>
            <a:pPr>
              <a:defRPr sz="1200"/>
            </a:pPr>
            <a:r>
              <a:t>D:/pasar_fix/node_modules/.bun/zod@4.4.3/node_modules/zod/v4/locales/ps.d.ts</a:t>
            </a:r>
          </a:p>
          <a:p>
            <a:pPr>
              <a:defRPr sz="1200"/>
            </a:pPr>
            <a:r>
              <a:t>D:/pasar_fix/node_modules/.bun/zod@4.4.3/node_modules/zod/v4/locales/ps.js</a:t>
            </a:r>
          </a:p>
          <a:p>
            <a:pPr>
              <a:defRPr sz="1200"/>
            </a:pPr>
            <a:r>
              <a:t>D:/pasar_fix/node_modules/.bun/zod@4.4.3/node_modules/zod/v4/locales/pt.cjs</a:t>
            </a:r>
          </a:p>
          <a:p>
            <a:pPr>
              <a:defRPr sz="1200"/>
            </a:pPr>
            <a:r>
              <a:t>D:/pasar_fix/node_modules/.bun/zod@4.4.3/node_modules/zod/v4/locales/pt.d.cts</a:t>
            </a:r>
          </a:p>
          <a:p>
            <a:pPr>
              <a:defRPr sz="1200"/>
            </a:pPr>
            <a:r>
              <a:t>D:/pasar_fix/node_modules/.bun/zod@4.4.3/node_modules/zod/v4/locales/pt.d.ts</a:t>
            </a:r>
          </a:p>
          <a:p>
            <a:pPr>
              <a:defRPr sz="1200"/>
            </a:pPr>
            <a:r>
              <a:t>D:/pasar_fix/node_modules/.bun/zod@4.4.3/node_modules/zod/v4/locales/pt.js</a:t>
            </a:r>
          </a:p>
          <a:p>
            <a:pPr>
              <a:defRPr sz="1200"/>
            </a:pPr>
            <a:r>
              <a:t>D:/pasar_fix/node_modules/.bun/zod@4.4.3/node_modules/zod/v4/locales/ro.cjs</a:t>
            </a:r>
          </a:p>
          <a:p>
            <a:pPr>
              <a:defRPr sz="1200"/>
            </a:pPr>
            <a:r>
              <a:t>D:/pasar_fix/node_modules/.bun/zod@4.4.3/node_modules/zod/v4/locales/ro.d.cts</a:t>
            </a:r>
          </a:p>
          <a:p>
            <a:pPr>
              <a:defRPr sz="1200"/>
            </a:pPr>
            <a:r>
              <a:t>D:/pasar_fix/node_modules/.bun/zod@4.4.3/node_modules/zod/v4/locales/ro.d.ts</a:t>
            </a:r>
          </a:p>
          <a:p>
            <a:pPr>
              <a:defRPr sz="1200"/>
            </a:pPr>
            <a:r>
              <a:t>D:/pasar_fix/node_modules/.bun/zod@4.4.3/node_modules/zod/v4/locales/ro.js</a:t>
            </a:r>
          </a:p>
          <a:p>
            <a:pPr>
              <a:defRPr sz="1200"/>
            </a:pPr>
            <a:r>
              <a:t>D:/pasar_fix/node_modules/.bun/zod@4.4.3/node_modules/zod/v4/locales/ru.cjs</a:t>
            </a:r>
          </a:p>
          <a:p>
            <a:pPr>
              <a:defRPr sz="1200"/>
            </a:pPr>
            <a:r>
              <a:t>D:/pasar_fix/node_modules/.bun/zod@4.4.3/node_modules/zod/v4/locales/ru.d.cts</a:t>
            </a:r>
          </a:p>
          <a:p>
            <a:pPr>
              <a:defRPr sz="1200"/>
            </a:pPr>
            <a:r>
              <a:t>D:/pasar_fix/node_modules/.bun/zod@4.4.3/node_modules/zod/v4/locales/ru.d.ts</a:t>
            </a:r>
          </a:p>
          <a:p>
            <a:pPr>
              <a:defRPr sz="1200"/>
            </a:pPr>
            <a:r>
              <a:t>D:/pasar_fix/node_modules/.bun/zod@4.4.3/node_modules/zod/v4/locales/ru.js</a:t>
            </a:r>
          </a:p>
          <a:p>
            <a:pPr>
              <a:defRPr sz="1200"/>
            </a:pPr>
            <a:r>
              <a:t>D:/pasar_fix/node_modules/.bun/zod@4.4.3/node_modules/zod/v4/locales/sl.cjs</a:t>
            </a:r>
          </a:p>
          <a:p>
            <a:pPr>
              <a:defRPr sz="1200"/>
            </a:pPr>
            <a:r>
              <a:t>D:/pasar_fix/node_modules/.bun/zod@4.4.3/node_modules/zod/v4/locales/sl.d.cts</a:t>
            </a:r>
          </a:p>
          <a:p>
            <a:pPr>
              <a:defRPr sz="1200"/>
            </a:pPr>
            <a:r>
              <a:t>D:/pasar_fix/node_modules/.bun/zod@4.4.3/node_modules/zod/v4/locales/sl.d.ts</a:t>
            </a:r>
          </a:p>
          <a:p>
            <a:pPr>
              <a:defRPr sz="1200"/>
            </a:pPr>
            <a:r>
              <a:t>D:/pasar_fix/node_modules/.bun/zod@4.4.3/node_modules/zod/v4/locales/sl.js</a:t>
            </a:r>
          </a:p>
          <a:p>
            <a:pPr>
              <a:defRPr sz="1200"/>
            </a:pPr>
            <a:r>
              <a:t>D:/pasar_fix/node_modules/.bun/zod@4.4.3/node_modules/zod/v4/locales/sv.cjs</a:t>
            </a:r>
          </a:p>
          <a:p>
            <a:pPr>
              <a:defRPr sz="1200"/>
            </a:pPr>
            <a:r>
              <a:t>D:/pasar_fix/node_modules/.bun/zod@4.4.3/node_modules/zod/v4/locales/sv.d.cts</a:t>
            </a:r>
          </a:p>
          <a:p>
            <a:pPr>
              <a:defRPr sz="1200"/>
            </a:pPr>
            <a:r>
              <a:t>D:/pasar_fix/node_modules/.bun/zod@4.4.3/node_modules/zod/v4/locales/sv.d.ts</a:t>
            </a:r>
          </a:p>
          <a:p>
            <a:pPr>
              <a:defRPr sz="1200"/>
            </a:pPr>
            <a:r>
              <a:t>D:/pasar_fix/node_modules/.bun/zod@4.4.3/node_modules/zod/v4/locales/sv.js</a:t>
            </a:r>
          </a:p>
          <a:p>
            <a:pPr>
              <a:defRPr sz="1200"/>
            </a:pPr>
            <a:r>
              <a:t>D:/pasar_fix/node_modules/.bun/zod@4.4.3/node_modules/zod/v4/locales/ta.cjs</a:t>
            </a:r>
          </a:p>
          <a:p>
            <a:pPr>
              <a:defRPr sz="1200"/>
            </a:pPr>
            <a:r>
              <a:t>D:/pasar_fix/node_modules/.bun/zod@4.4.3/node_modules/zod/v4/locales/ta.d.cts</a:t>
            </a:r>
          </a:p>
          <a:p>
            <a:pPr>
              <a:defRPr sz="1200"/>
            </a:pPr>
            <a:r>
              <a:t>D:/pasar_fix/node_modules/.bun/zod@4.4.3/node_modules/zod/v4/locales/ta.d.ts</a:t>
            </a:r>
          </a:p>
          <a:p>
            <a:pPr>
              <a:defRPr sz="1200"/>
            </a:pPr>
            <a:r>
              <a:t>D:/pasar_fix/node_modules/.bun/zod@4.4.3/node_modules/zod/v4/locales/ta.js</a:t>
            </a:r>
          </a:p>
          <a:p>
            <a:pPr>
              <a:defRPr sz="1200"/>
            </a:pPr>
            <a:r>
              <a:t>D:/pasar_fix/node_modules/.bun/zod@4.4.3/node_modules/zod/v4/locales/th.cjs</a:t>
            </a:r>
          </a:p>
          <a:p>
            <a:pPr>
              <a:defRPr sz="1200"/>
            </a:pPr>
            <a:r>
              <a:t>D:/pasar_fix/node_modules/.bun/zod@4.4.3/node_modules/zod/v4/locales/th.d.cts</a:t>
            </a:r>
          </a:p>
          <a:p>
            <a:pPr>
              <a:defRPr sz="1200"/>
            </a:pPr>
            <a:r>
              <a:t>D:/pasar_fix/node_modules/.bun/zod@4.4.3/node_modules/zod/v4/locales/th.d.ts</a:t>
            </a:r>
          </a:p>
          <a:p>
            <a:pPr>
              <a:defRPr sz="1200"/>
            </a:pPr>
            <a:r>
              <a:t>D:/pasar_fix/node_modules/.bun/zod@4.4.3/node_modules/zod/v4/locales/th.js</a:t>
            </a:r>
          </a:p>
          <a:p>
            <a:pPr>
              <a:defRPr sz="1200"/>
            </a:pPr>
            <a:r>
              <a:t>D:/pasar_fix/node_modules/.bun/zod@4.4.3/node_modules/zod/v4/locales/tr.cjs</a:t>
            </a:r>
          </a:p>
          <a:p>
            <a:pPr>
              <a:defRPr sz="1200"/>
            </a:pPr>
            <a:r>
              <a:t>D:/pasar_fix/node_modules/.bun/zod@4.4.3/node_modules/zod/v4/locales/tr.d.cts</a:t>
            </a:r>
          </a:p>
          <a:p>
            <a:pPr>
              <a:defRPr sz="1200"/>
            </a:pPr>
            <a:r>
              <a:t>D:/pasar_fix/node_modules/.bun/zod@4.4.3/node_modules/zod/v4/locales/tr.d.ts</a:t>
            </a:r>
          </a:p>
          <a:p>
            <a:pPr>
              <a:defRPr sz="1200"/>
            </a:pPr>
            <a:r>
              <a:t>D:/pasar_fix/node_modules/.bun/zod@4.4.3/node_modules/zod/v4/locales/tr.js</a:t>
            </a:r>
          </a:p>
          <a:p>
            <a:pPr>
              <a:defRPr sz="1200"/>
            </a:pPr>
            <a:r>
              <a:t>D:/pasar_fix/node_modules/.bun/zod@4.4.3/node_modules/zod/v4/locales/ua.cjs</a:t>
            </a:r>
          </a:p>
          <a:p>
            <a:pPr>
              <a:defRPr sz="1200"/>
            </a:pPr>
            <a:r>
              <a:t>D:/pasar_fix/node_modules/.bun/zod@4.4.3/node_modules/zod/v4/locales/ua.d.cts</a:t>
            </a:r>
          </a:p>
          <a:p>
            <a:pPr>
              <a:defRPr sz="1200"/>
            </a:pPr>
            <a:r>
              <a:t>D:/pasar_fix/node_modules/.bun/zod@4.4.3/node_modules/zod/v4/locales/ua.d.ts</a:t>
            </a:r>
          </a:p>
          <a:p>
            <a:pPr>
              <a:defRPr sz="1200"/>
            </a:pPr>
            <a:r>
              <a:t>D:/pasar_fix/node_modules/.bun/zod@4.4.3/node_modules/zod/v4/locales/ua.js</a:t>
            </a:r>
          </a:p>
          <a:p>
            <a:pPr>
              <a:defRPr sz="1200"/>
            </a:pPr>
            <a:r>
              <a:t>D:/pasar_fix/node_modules/.bun/zod@4.4.3/node_modules/zod/v4/locales/uk.cjs</a:t>
            </a:r>
          </a:p>
          <a:p>
            <a:pPr>
              <a:defRPr sz="1200"/>
            </a:pPr>
            <a:r>
              <a:t>D:/pasar_fix/node_modules/.bun/zod@4.4.3/node_modules/zod/v4/locales/uk.d.cts</a:t>
            </a:r>
          </a:p>
          <a:p>
            <a:pPr>
              <a:defRPr sz="1200"/>
            </a:pPr>
            <a:r>
              <a:t>D:/pasar_fix/node_modules/.bun/zod@4.4.3/node_modules/zod/v4/locales/uk.d.ts</a:t>
            </a:r>
          </a:p>
          <a:p>
            <a:pPr>
              <a:defRPr sz="1200"/>
            </a:pPr>
            <a:r>
              <a:t>D:/pasar_fix/node_modules/.bun/zod@4.4.3/node_modules/zod/v4/locales/uk.js</a:t>
            </a:r>
          </a:p>
          <a:p>
            <a:pPr>
              <a:defRPr sz="1200"/>
            </a:pPr>
            <a:r>
              <a:t>D:/pasar_fix/node_modules/.bun/zod@4.4.3/node_modules/zod/v4/locales/ur.cjs</a:t>
            </a:r>
          </a:p>
          <a:p>
            <a:pPr>
              <a:defRPr sz="1200"/>
            </a:pPr>
            <a:r>
              <a:t>D:/pasar_fix/node_modules/.bun/zod@4.4.3/node_modules/zod/v4/locales/ur.d.cts</a:t>
            </a:r>
          </a:p>
          <a:p>
            <a:pPr>
              <a:defRPr sz="1200"/>
            </a:pPr>
            <a:r>
              <a:t>D:/pasar_fix/node_modules/.bun/zod@4.4.3/node_modules/zod/v4/locales/ur.d.ts</a:t>
            </a:r>
          </a:p>
          <a:p>
            <a:pPr>
              <a:defRPr sz="1200"/>
            </a:pPr>
            <a:r>
              <a:t>D:/pasar_fix/node_modules/.bun/zod@4.4.3/node_modules/zod/v4/locales/ur.js</a:t>
            </a:r>
          </a:p>
          <a:p>
            <a:pPr>
              <a:defRPr sz="1200"/>
            </a:pPr>
            <a:r>
              <a:t>D:/pasar_fix/node_modules/.bun/zod@4.4.3/node_modules/zod/v4/locales/uz.cjs</a:t>
            </a:r>
          </a:p>
          <a:p>
            <a:pPr>
              <a:defRPr sz="1200"/>
            </a:pPr>
            <a:r>
              <a:t>D:/pasar_fix/node_modules/.bun/zod@4.4.3/node_modules/zod/v4/locales/uz.d.cts</a:t>
            </a:r>
          </a:p>
          <a:p>
            <a:pPr>
              <a:defRPr sz="1200"/>
            </a:pPr>
            <a:r>
              <a:t>D:/pasar_fix/node_modules/.bun/zod@4.4.3/node_modules/zod/v4/locales/uz.d.ts</a:t>
            </a:r>
          </a:p>
          <a:p>
            <a:pPr>
              <a:defRPr sz="1200"/>
            </a:pPr>
            <a:r>
              <a:t>D:/pasar_fix/node_modules/.bun/zod@4.4.3/node_modules/zod/v4/locales/uz.js</a:t>
            </a:r>
          </a:p>
          <a:p>
            <a:pPr>
              <a:defRPr sz="1200"/>
            </a:pPr>
            <a:r>
              <a:t>D:/pasar_fix/node_modules/.bun/zod@4.4.3/node_modules/zod/v4/locales/vi.cjs</a:t>
            </a:r>
          </a:p>
          <a:p>
            <a:pPr>
              <a:defRPr sz="1200"/>
            </a:pPr>
            <a:r>
              <a:t>D:/pasar_fix/node_modules/.bun/zod@4.4.3/node_modules/zod/v4/locales/vi.d.cts</a:t>
            </a:r>
          </a:p>
          <a:p>
            <a:pPr>
              <a:defRPr sz="1200"/>
            </a:pPr>
            <a:r>
              <a:t>D:/pasar_fix/node_modules/.bun/zod@4.4.3/node_modules/zod/v4/locales/vi.d.ts</a:t>
            </a:r>
          </a:p>
          <a:p>
            <a:pPr>
              <a:defRPr sz="1200"/>
            </a:pPr>
            <a:r>
              <a:t>D:/pasar_fix/node_modules/.bun/zod@4.4.3/node_modules/zod/v4/locales/vi.js</a:t>
            </a:r>
          </a:p>
          <a:p>
            <a:pPr>
              <a:defRPr sz="1200"/>
            </a:pPr>
            <a:r>
              <a:t>D:/pasar_fix/node_modules/.bun/zod@4.4.3/node_modules/zod/v4/locales/yo.cjs</a:t>
            </a:r>
          </a:p>
          <a:p>
            <a:pPr>
              <a:defRPr sz="1200"/>
            </a:pPr>
            <a:r>
              <a:t>D:/pasar_fix/node_modules/.bun/zod@4.4.3/node_modules/zod/v4/locales/yo.d.cts</a:t>
            </a:r>
          </a:p>
          <a:p>
            <a:pPr>
              <a:defRPr sz="1200"/>
            </a:pPr>
            <a:r>
              <a:t>D:/pasar_fix/node_modules/.bun/zod@4.4.3/node_modules/zod/v4/locales/yo.d.ts</a:t>
            </a:r>
          </a:p>
          <a:p>
            <a:pPr>
              <a:defRPr sz="1200"/>
            </a:pPr>
            <a:r>
              <a:t>D:/pasar_fix/node_modules/.bun/zod@4.4.3/node_modules/zod/v4/locales/yo.js</a:t>
            </a:r>
          </a:p>
          <a:p>
            <a:pPr>
              <a:defRPr sz="1200"/>
            </a:pPr>
            <a:r>
              <a:t>D:/pasar_fix/node_modules/.bun/zod@4.4.3/node_modules/zod/v4/locales/zh-CN.cjs</a:t>
            </a:r>
          </a:p>
          <a:p>
            <a:pPr>
              <a:defRPr sz="1200"/>
            </a:pPr>
            <a:r>
              <a:t>D:/pasar_fix/node_modules/.bun/zod@4.4.3/node_modules/zod/v4/locales/zh-CN.d.cts</a:t>
            </a:r>
          </a:p>
          <a:p>
            <a:pPr>
              <a:defRPr sz="1200"/>
            </a:pPr>
            <a:r>
              <a:t>D:/pasar_fix/node_modules/.bun/zod@4.4.3/node_modules/zod/v4/locales/zh-CN.d.ts</a:t>
            </a:r>
          </a:p>
          <a:p>
            <a:pPr>
              <a:defRPr sz="1200"/>
            </a:pPr>
            <a:r>
              <a:t>D:/pasar_fix/node_modules/.bun/zod@4.4.3/node_modules/zod/v4/locales/zh-CN.js</a:t>
            </a:r>
          </a:p>
          <a:p>
            <a:pPr>
              <a:defRPr sz="1200"/>
            </a:pPr>
            <a:r>
              <a:t>D:/pasar_fix/node_modules/.bun/zod@4.4.3/node_modules/zod/v4/locales/zh-TW.cjs</a:t>
            </a:r>
          </a:p>
          <a:p>
            <a:pPr>
              <a:defRPr sz="1200"/>
            </a:pPr>
            <a:r>
              <a:t>D:/pasar_fix/node_modules/.bun/zod@4.4.3/node_modules/zod/v4/locales/zh-TW.d.cts</a:t>
            </a:r>
          </a:p>
          <a:p>
            <a:pPr>
              <a:defRPr sz="1200"/>
            </a:pPr>
            <a:r>
              <a:t>D:/pasar_fix/node_modules/.bun/zod@4.4.3/node_modules/zod/v4/locales/zh-TW.d.ts</a:t>
            </a:r>
          </a:p>
          <a:p>
            <a:pPr>
              <a:defRPr sz="1200"/>
            </a:pPr>
            <a:r>
              <a:t>D:/pasar_fix/node_modules/.bun/zod@4.4.3/node_modules/zod/v4/locales/zh-TW.js</a:t>
            </a:r>
          </a:p>
          <a:p>
            <a:pPr>
              <a:defRPr sz="1200"/>
            </a:pPr>
            <a:r>
              <a:t>D:/pasar_fix/node_modules/.bun/zod@4.4.3/node_modules/zod/v4/mini/checks.cjs</a:t>
            </a:r>
          </a:p>
          <a:p>
            <a:pPr>
              <a:defRPr sz="1200"/>
            </a:pPr>
            <a:r>
              <a:t>D:/pasar_fix/node_modules/.bun/zod@4.4.3/node_modules/zod/v4/mini/checks.d.cts</a:t>
            </a:r>
          </a:p>
          <a:p>
            <a:pPr>
              <a:defRPr sz="1200"/>
            </a:pPr>
            <a:r>
              <a:t>D:/pasar_fix/node_modules/.bun/zod@4.4.3/node_modules/zod/v4/mini/checks.d.ts</a:t>
            </a:r>
          </a:p>
          <a:p>
            <a:pPr>
              <a:defRPr sz="1200"/>
            </a:pPr>
            <a:r>
              <a:t>D:/pasar_fix/node_modules/.bun/zod@4.4.3/node_modules/zod/v4/mini/checks.js</a:t>
            </a:r>
          </a:p>
          <a:p>
            <a:pPr>
              <a:defRPr sz="1200"/>
            </a:pPr>
            <a:r>
              <a:t>D:/pasar_fix/node_modules/.bun/zod@4.4.3/node_modules/zod/v4/mini/coerce.cjs</a:t>
            </a:r>
          </a:p>
          <a:p>
            <a:pPr>
              <a:defRPr sz="1200"/>
            </a:pPr>
            <a:r>
              <a:t>D:/pasar_fix/node_modules/.bun/zod@4.4.3/node_modules/zod/v4/mini/coerce.d.cts</a:t>
            </a:r>
          </a:p>
          <a:p>
            <a:pPr>
              <a:defRPr sz="1200"/>
            </a:pPr>
            <a:r>
              <a:t>D:/pasar_fix/node_modules/.bun/zod@4.4.3/node_modules/zod/v4/mini/coerce.d.ts</a:t>
            </a:r>
          </a:p>
          <a:p>
            <a:pPr>
              <a:defRPr sz="1200"/>
            </a:pPr>
            <a:r>
              <a:t>D:/pasar_fix/node_modules/.bun/zod@4.4.3/node_modules/zod/v4/mini/coerce.js</a:t>
            </a:r>
          </a:p>
          <a:p>
            <a:pPr>
              <a:defRPr sz="1200"/>
            </a:pPr>
            <a:r>
              <a:t>D:/pasar_fix/node_modules/.bun/zod@4.4.3/node_modules/zod/v4/mini/external.cjs</a:t>
            </a:r>
          </a:p>
          <a:p>
            <a:pPr>
              <a:defRPr sz="1200"/>
            </a:pPr>
            <a:r>
              <a:t>D:/pasar_fix/node_modules/.bun/zod@4.4.3/node_modules/zod/v4/mini/external.d.cts</a:t>
            </a:r>
          </a:p>
          <a:p>
            <a:pPr>
              <a:defRPr sz="1200"/>
            </a:pPr>
            <a:r>
              <a:t>D:/pasar_fix/node_modules/.bun/zod@4.4.3/node_modules/zod/v4/mini/external.d.ts</a:t>
            </a:r>
          </a:p>
          <a:p>
            <a:pPr>
              <a:defRPr sz="1200"/>
            </a:pPr>
            <a:r>
              <a:t>D:/pasar_fix/node_modules/.bun/zod@4.4.3/node_modules/zod/v4/mini/external.js</a:t>
            </a:r>
          </a:p>
          <a:p>
            <a:pPr>
              <a:defRPr sz="1200"/>
            </a:pPr>
            <a:r>
              <a:t>D:/pasar_fix/node_modules/.bun/zod@4.4.3/node_modules/zod/v4/mini/index.cjs</a:t>
            </a:r>
          </a:p>
          <a:p>
            <a:pPr>
              <a:defRPr sz="1200"/>
            </a:pPr>
            <a:r>
              <a:t>D:/pasar_fix/node_modules/.bun/zod@4.4.3/node_modules/zod/v4/mini/index.d.cts</a:t>
            </a:r>
          </a:p>
          <a:p>
            <a:pPr>
              <a:defRPr sz="1200"/>
            </a:pPr>
            <a:r>
              <a:t>D:/pasar_fix/node_modules/.bun/zod@4.4.3/node_modules/zod/v4/mini/index.d.ts</a:t>
            </a:r>
          </a:p>
          <a:p>
            <a:pPr>
              <a:defRPr sz="1200"/>
            </a:pPr>
            <a:r>
              <a:t>D:/pasar_fix/node_modules/.bun/zod@4.4.3/node_modules/zod/v4/mini/index.js</a:t>
            </a:r>
          </a:p>
          <a:p>
            <a:pPr>
              <a:defRPr sz="1200"/>
            </a:pPr>
            <a:r>
              <a:t>D:/pasar_fix/node_modules/.bun/zod@4.4.3/node_modules/zod/v4/mini/iso.cjs</a:t>
            </a:r>
          </a:p>
          <a:p>
            <a:pPr>
              <a:defRPr sz="1200"/>
            </a:pPr>
            <a:r>
              <a:t>D:/pasar_fix/node_modules/.bun/zod@4.4.3/node_modules/zod/v4/mini/iso.d.cts</a:t>
            </a:r>
          </a:p>
          <a:p>
            <a:pPr>
              <a:defRPr sz="1200"/>
            </a:pPr>
            <a:r>
              <a:t>D:/pasar_fix/node_modules/.bun/zod@4.4.3/node_modules/zod/v4/mini/iso.d.ts</a:t>
            </a:r>
          </a:p>
          <a:p>
            <a:pPr>
              <a:defRPr sz="1200"/>
            </a:pPr>
            <a:r>
              <a:t>D:/pasar_fix/node_modules/.bun/zod@4.4.3/node_modules/zod/v4/mini/iso.js</a:t>
            </a:r>
          </a:p>
          <a:p>
            <a:pPr>
              <a:defRPr sz="1200"/>
            </a:pPr>
            <a:r>
              <a:t>D:/pasar_fix/node_modules/.bun/zod@4.4.3/node_modules/zod/v4/mini/package.json</a:t>
            </a:r>
          </a:p>
          <a:p>
            <a:pPr>
              <a:defRPr sz="1200"/>
            </a:pPr>
            <a:r>
              <a:t>D:/pasar_fix/node_modules/.bun/zod@4.4.3/node_modules/zod/v4/mini/parse.cjs</a:t>
            </a:r>
          </a:p>
          <a:p>
            <a:pPr>
              <a:defRPr sz="1200"/>
            </a:pPr>
            <a:r>
              <a:t>D:/pasar_fix/node_modules/.bun/zod@4.4.3/node_modules/zod/v4/mini/parse.d.cts</a:t>
            </a:r>
          </a:p>
          <a:p>
            <a:pPr>
              <a:defRPr sz="1200"/>
            </a:pPr>
            <a:r>
              <a:t>D:/pasar_fix/node_modules/.bun/zod@4.4.3/node_modules/zod/v4/mini/parse.d.ts</a:t>
            </a:r>
          </a:p>
          <a:p>
            <a:pPr>
              <a:defRPr sz="1200"/>
            </a:pPr>
            <a:r>
              <a:t>D:/pasar_fix/node_modules/.bun/zod@4.4.3/node_modules/zod/v4/mini/parse.js</a:t>
            </a:r>
          </a:p>
          <a:p>
            <a:pPr>
              <a:defRPr sz="1200"/>
            </a:pPr>
            <a:r>
              <a:t>D:/pasar_fix/node_modules/.bun/zod@4.4.3/node_modules/zod/v4/mini/schemas.cjs</a:t>
            </a:r>
          </a:p>
          <a:p>
            <a:pPr>
              <a:defRPr sz="1200"/>
            </a:pPr>
            <a:r>
              <a:t>D:/pasar_fix/node_modules/.bun/zod@4.4.3/node_modules/zod/v4/mini/schemas.d.cts</a:t>
            </a:r>
          </a:p>
          <a:p>
            <a:pPr>
              <a:defRPr sz="1200"/>
            </a:pPr>
            <a:r>
              <a:t>D:/pasar_fix/node_modules/.bun/zod@4.4.3/node_modules/zod/v4/mini/schemas.d.ts</a:t>
            </a:r>
          </a:p>
          <a:p>
            <a:pPr>
              <a:defRPr sz="1200"/>
            </a:pPr>
            <a:r>
              <a:t>D:/pasar_fix/node_modules/.bun/zod@4.4.3/node_modules/zod/v4/mini/schemas.js</a:t>
            </a:r>
          </a:p>
          <a:p>
            <a:pPr>
              <a:defRPr sz="1200"/>
            </a:pPr>
            <a:r>
              <a:t>D:/pasar_fix/node_modules/.bun/zod@4.4.3/node_modules/zod/v4-mini/index.cjs</a:t>
            </a:r>
          </a:p>
          <a:p>
            <a:pPr>
              <a:defRPr sz="1200"/>
            </a:pPr>
            <a:r>
              <a:t>D:/pasar_fix/node_modules/.bun/zod@4.4.3/node_modules/zod/v4-mini/index.d.cts</a:t>
            </a:r>
          </a:p>
          <a:p>
            <a:pPr>
              <a:defRPr sz="1200"/>
            </a:pPr>
            <a:r>
              <a:t>D:/pasar_fix/node_modules/.bun/zod@4.4.3/node_modules/zod/v4-mini/index.d.ts</a:t>
            </a:r>
          </a:p>
          <a:p>
            <a:pPr>
              <a:defRPr sz="1200"/>
            </a:pPr>
            <a:r>
              <a:t>D:/pasar_fix/node_modules/.bun/zod@4.4.3/node_modules/zod/v4-mini/index.js</a:t>
            </a:r>
          </a:p>
          <a:p>
            <a:pPr>
              <a:defRPr sz="1200"/>
            </a:pPr>
            <a:r>
              <a:t>D:/pasar_fix/node_modules/.bun/zod@4.4.3/node_modules/zod/v4-mini/package.json</a:t>
            </a:r>
          </a:p>
          <a:p>
            <a:pPr>
              <a:defRPr sz="1200"/>
            </a:pPr>
            <a:r>
              <a:t>D:/pasar_fix/output-web/backend-frontend-gap.md</a:t>
            </a:r>
          </a:p>
          <a:p>
            <a:pPr>
              <a:defRPr sz="1200"/>
            </a:pPr>
            <a:r>
              <a:t>D:/pasar_fix/output-web/PHASE-01-PROVINCE-POTENTIAL/ANALYSIS.md</a:t>
            </a:r>
          </a:p>
          <a:p>
            <a:pPr>
              <a:defRPr sz="1200"/>
            </a:pPr>
            <a:r>
              <a:t>D:/pasar_fix/output-web/PHASE-01-PROVINCE-POTENTIAL/CHANGELOG.md</a:t>
            </a:r>
          </a:p>
          <a:p>
            <a:pPr>
              <a:defRPr sz="1200"/>
            </a:pPr>
            <a:r>
              <a:t>D:/pasar_fix/output-web/PHASE-01-PROVINCE-POTENTIAL/IMPLEMENTATION_PLAN.md</a:t>
            </a:r>
          </a:p>
          <a:p>
            <a:pPr>
              <a:defRPr sz="1200"/>
            </a:pPr>
            <a:r>
              <a:t>D:/pasar_fix/output-web/PHASE-01-PROVINCE-POTENTIAL/TASK_BREAKDOWN.md</a:t>
            </a:r>
          </a:p>
          <a:p>
            <a:pPr>
              <a:defRPr sz="1200"/>
            </a:pPr>
            <a:r>
              <a:t>D:/pasar_fix/output-web/PHASE-01-PROVINCE-POTENTIAL/VALIDATION_CHECKLIST.md</a:t>
            </a:r>
          </a:p>
          <a:p>
            <a:pPr>
              <a:defRPr sz="1200"/>
            </a:pPr>
            <a:r>
              <a:t>D:/pasar_fix/screenshots/.api--api-rpc-healthCheck.html</a:t>
            </a:r>
          </a:p>
          <a:p>
            <a:pPr>
              <a:defRPr sz="1200"/>
            </a:pPr>
            <a:r>
              <a:t>D:/pasar_fix/screenshots/.code-auth-ts.html</a:t>
            </a:r>
          </a:p>
          <a:p>
            <a:pPr>
              <a:defRPr sz="1200"/>
            </a:pPr>
            <a:r>
              <a:t>D:/pasar_fix/screenshots/.code-folder.html</a:t>
            </a:r>
          </a:p>
          <a:p>
            <a:pPr>
              <a:defRPr sz="1200"/>
            </a:pPr>
            <a:r>
              <a:t>D:/pasar_fix/screenshots/.code-index-ts.html</a:t>
            </a:r>
          </a:p>
          <a:p>
            <a:pPr>
              <a:defRPr sz="1200"/>
            </a:pPr>
            <a:r>
              <a:t>D:/pasar_fix/screenshots/.code-netlify-toml.html</a:t>
            </a:r>
          </a:p>
          <a:p>
            <a:pPr>
              <a:defRPr sz="1200"/>
            </a:pPr>
            <a:r>
              <a:t>D:/pasar_fix/screenshots/.code-package-json.html</a:t>
            </a:r>
          </a:p>
          <a:p>
            <a:pPr>
              <a:defRPr sz="1200"/>
            </a:pPr>
            <a:r>
              <a:t>D:/pasar_fix/screenshots/.code-route-tsx.html</a:t>
            </a:r>
          </a:p>
          <a:p>
            <a:pPr>
              <a:defRPr sz="1200"/>
            </a:pPr>
            <a:r>
              <a:t>D:/pasar_fix/screenshots/bab2/screenshot_09.png</a:t>
            </a:r>
          </a:p>
          <a:p>
            <a:pPr>
              <a:defRPr sz="1200"/>
            </a:pPr>
            <a:r>
              <a:t>D:/pasar_fix/screenshots/bab2/screenshot_40.png</a:t>
            </a:r>
          </a:p>
          <a:p>
            <a:pPr>
              <a:defRPr sz="1200"/>
            </a:pPr>
            <a:r>
              <a:t>D:/pasar_fix/screenshots/bab3/api/screenshot_34.png</a:t>
            </a:r>
          </a:p>
          <a:p>
            <a:pPr>
              <a:defRPr sz="1200"/>
            </a:pPr>
            <a:r>
              <a:t>D:/pasar_fix/screenshots/bab3/api/screenshot_35.png</a:t>
            </a:r>
          </a:p>
          <a:p>
            <a:pPr>
              <a:defRPr sz="1200"/>
            </a:pPr>
            <a:r>
              <a:t>D:/pasar_fix/screenshots/bab3/api/screenshot_36.png</a:t>
            </a:r>
          </a:p>
          <a:p>
            <a:pPr>
              <a:defRPr sz="1200"/>
            </a:pPr>
            <a:r>
              <a:t>D:/pasar_fix/screenshots/bab3/auth/screenshot_04.png</a:t>
            </a:r>
          </a:p>
          <a:p>
            <a:pPr>
              <a:defRPr sz="1200"/>
            </a:pPr>
            <a:r>
              <a:t>D:/pasar_fix/screenshots/bab3/auth/screenshot_05.png</a:t>
            </a:r>
          </a:p>
          <a:p>
            <a:pPr>
              <a:defRPr sz="1200"/>
            </a:pPr>
            <a:r>
              <a:t>D:/pasar_fix/screenshots/bab3/auth/screenshot_06.png</a:t>
            </a:r>
          </a:p>
          <a:p>
            <a:pPr>
              <a:defRPr sz="1200"/>
            </a:pPr>
            <a:r>
              <a:t>D:/pasar_fix/screenshots/bab3/auth/screenshot_07.png</a:t>
            </a:r>
          </a:p>
          <a:p>
            <a:pPr>
              <a:defRPr sz="1200"/>
            </a:pPr>
            <a:r>
              <a:t>D:/pasar_fix/screenshots/bab3/auth/screenshot_37.png</a:t>
            </a:r>
          </a:p>
          <a:p>
            <a:pPr>
              <a:defRPr sz="1200"/>
            </a:pPr>
            <a:r>
              <a:t>D:/pasar_fix/screenshots/bab3/auth/screenshot_38.png</a:t>
            </a:r>
          </a:p>
          <a:p>
            <a:pPr>
              <a:defRPr sz="1200"/>
            </a:pPr>
            <a:r>
              <a:t>D:/pasar_fix/screenshots/bab3/dashboard/screenshot_08.png</a:t>
            </a:r>
          </a:p>
          <a:p>
            <a:pPr>
              <a:defRPr sz="1200"/>
            </a:pPr>
            <a:r>
              <a:t>D:/pasar_fix/screenshots/bab3/dashboard/screenshot_10.png</a:t>
            </a:r>
          </a:p>
          <a:p>
            <a:pPr>
              <a:defRPr sz="1200"/>
            </a:pPr>
            <a:r>
              <a:t>D:/pasar_fix/screenshots/bab3/dashboard/screenshot_11.png</a:t>
            </a:r>
          </a:p>
          <a:p>
            <a:pPr>
              <a:defRPr sz="1200"/>
            </a:pPr>
            <a:r>
              <a:t>D:/pasar_fix/screenshots/bab3/database/screenshot_30.png</a:t>
            </a:r>
          </a:p>
          <a:p>
            <a:pPr>
              <a:defRPr sz="1200"/>
            </a:pPr>
            <a:r>
              <a:t>D:/pasar_fix/screenshots/bab3/database/screenshot_31.png</a:t>
            </a:r>
          </a:p>
          <a:p>
            <a:pPr>
              <a:defRPr sz="1200"/>
            </a:pPr>
            <a:r>
              <a:t>D:/pasar_fix/screenshots/bab3/database/screenshot_32.png</a:t>
            </a:r>
          </a:p>
          <a:p>
            <a:pPr>
              <a:defRPr sz="1200"/>
            </a:pPr>
            <a:r>
              <a:t>D:/pasar_fix/screenshots/bab3/database/screenshot_33.png</a:t>
            </a:r>
          </a:p>
          <a:p>
            <a:pPr>
              <a:defRPr sz="1200"/>
            </a:pPr>
            <a:r>
              <a:t>D:/pasar_fix/screenshots/bab3/deployment/screenshot_39.png</a:t>
            </a:r>
          </a:p>
          <a:p>
            <a:pPr>
              <a:defRPr sz="1200"/>
            </a:pPr>
            <a:r>
              <a:t>D:/pasar_fix/screenshots/bab3/komoditas/screenshot_15.png</a:t>
            </a:r>
          </a:p>
          <a:p>
            <a:pPr>
              <a:defRPr sz="1200"/>
            </a:pPr>
            <a:r>
              <a:t>D:/pasar_fix/screenshots/bab3/komoditas/screenshot_16.png</a:t>
            </a:r>
          </a:p>
          <a:p>
            <a:pPr>
              <a:defRPr sz="1200"/>
            </a:pPr>
            <a:r>
              <a:t>D:/pasar_fix/screenshots/bab3/komoditas/screenshot_17.png</a:t>
            </a:r>
          </a:p>
          <a:p>
            <a:pPr>
              <a:defRPr sz="1200"/>
            </a:pPr>
            <a:r>
              <a:t>D:/pasar_fix/screenshots/bab3/kontribusi/screenshot_02.png</a:t>
            </a:r>
          </a:p>
          <a:p>
            <a:pPr>
              <a:defRPr sz="1200"/>
            </a:pPr>
            <a:r>
              <a:t>D:/pasar_fix/screenshots/bab3/penjualan/screenshot_21.png</a:t>
            </a:r>
          </a:p>
          <a:p>
            <a:pPr>
              <a:defRPr sz="1200"/>
            </a:pPr>
            <a:r>
              <a:t>D:/pasar_fix/screenshots/bab3/penjualan/screenshot_22.png</a:t>
            </a:r>
          </a:p>
          <a:p>
            <a:pPr>
              <a:defRPr sz="1200"/>
            </a:pPr>
            <a:r>
              <a:t>D:/pasar_fix/screenshots/bab3/peta/screenshot_28.png</a:t>
            </a:r>
          </a:p>
          <a:p>
            <a:pPr>
              <a:defRPr sz="1200"/>
            </a:pPr>
            <a:r>
              <a:t>D:/pasar_fix/screenshots/bab3/peta/screenshot_29.png</a:t>
            </a:r>
          </a:p>
          <a:p>
            <a:pPr>
              <a:defRPr sz="1200"/>
            </a:pPr>
            <a:r>
              <a:t>D:/pasar_fix/screenshots/bab3/potensi/screenshot_20.png</a:t>
            </a:r>
          </a:p>
          <a:p>
            <a:pPr>
              <a:defRPr sz="1200"/>
            </a:pPr>
            <a:r>
              <a:t>D:/pasar_fix/screenshots/bab3/produk/screenshot_18.png</a:t>
            </a:r>
          </a:p>
          <a:p>
            <a:pPr>
              <a:defRPr sz="1200"/>
            </a:pPr>
            <a:r>
              <a:t>D:/pasar_fix/screenshots/bab3/produk/screenshot_19.png</a:t>
            </a:r>
          </a:p>
          <a:p>
            <a:pPr>
              <a:defRPr sz="1200"/>
            </a:pPr>
            <a:r>
              <a:t>D:/pasar_fix/screenshots/bab3/setup/screenshot_01.png</a:t>
            </a:r>
          </a:p>
          <a:p>
            <a:pPr>
              <a:defRPr sz="1200"/>
            </a:pPr>
            <a:r>
              <a:t>D:/pasar_fix/screenshots/bab3/stall/screenshot_23.png</a:t>
            </a:r>
          </a:p>
          <a:p>
            <a:pPr>
              <a:defRPr sz="1200"/>
            </a:pPr>
            <a:r>
              <a:t>D:/pasar_fix/screenshots/bab3/stall/screenshot_24.png</a:t>
            </a:r>
          </a:p>
          <a:p>
            <a:pPr>
              <a:defRPr sz="1200"/>
            </a:pPr>
            <a:r>
              <a:t>D:/pasar_fix/screenshots/bab3/stall/screenshot_25.png</a:t>
            </a:r>
          </a:p>
          <a:p>
            <a:pPr>
              <a:defRPr sz="1200"/>
            </a:pPr>
            <a:r>
              <a:t>D:/pasar_fix/screenshots/bab3/stall/screenshot_26.png</a:t>
            </a:r>
          </a:p>
          <a:p>
            <a:pPr>
              <a:defRPr sz="1200"/>
            </a:pPr>
            <a:r>
              <a:t>D:/pasar_fix/screenshots/bab3/survei/screenshot_03.png</a:t>
            </a:r>
          </a:p>
          <a:p>
            <a:pPr>
              <a:defRPr sz="1200"/>
            </a:pPr>
            <a:r>
              <a:t>D:/pasar_fix/screenshots/bab3/user/screenshot_27.png</a:t>
            </a:r>
          </a:p>
          <a:p>
            <a:pPr>
              <a:defRPr sz="1200"/>
            </a:pPr>
            <a:r>
              <a:t>D:/pasar_fix/screenshots/bab3/wilayah/screenshot_12.png</a:t>
            </a:r>
          </a:p>
          <a:p>
            <a:pPr>
              <a:defRPr sz="1200"/>
            </a:pPr>
            <a:r>
              <a:t>D:/pasar_fix/screenshots/bab3/wilayah/screenshot_13.png</a:t>
            </a:r>
          </a:p>
          <a:p>
            <a:pPr>
              <a:defRPr sz="1200"/>
            </a:pPr>
            <a:r>
              <a:t>D:/pasar_fix/screenshots/bab3/wilayah/screenshot_14.png</a:t>
            </a:r>
          </a:p>
          <a:p>
            <a:pPr>
              <a:defRPr sz="1200"/>
            </a:pPr>
            <a:r>
              <a:t>D:/pasar_fix/screenshots/report/index.html</a:t>
            </a:r>
          </a:p>
          <a:p>
            <a:pPr>
              <a:defRPr sz="1200"/>
            </a:pPr>
            <a:r>
              <a:t>D:/pasar_fix/scripts/build-final-report.py</a:t>
            </a:r>
          </a:p>
          <a:p>
            <a:pPr>
              <a:defRPr sz="1200"/>
            </a:pPr>
            <a:r>
              <a:t>D:/pasar_fix/scripts/capture-report-screenshots.ts</a:t>
            </a:r>
          </a:p>
          <a:p>
            <a:pPr>
              <a:defRPr sz="1200"/>
            </a:pPr>
            <a:r>
              <a:t>D:/pasar_fix/scripts/fetch-production-status.ts</a:t>
            </a:r>
          </a:p>
          <a:p>
            <a:pPr>
              <a:defRPr sz="1200"/>
            </a:pPr>
            <a:r>
              <a:t>D:/pasar_fix/scripts/seed-stalls.ts</a:t>
            </a:r>
          </a:p>
          <a:p>
            <a:pPr>
              <a:defRPr sz="1200"/>
            </a:pPr>
            <a:r>
              <a:t>D:/pasar_fix/scripts/verify-docx.py</a:t>
            </a:r>
          </a:p>
          <a:p>
            <a:pPr>
              <a:defRPr sz="1200"/>
            </a:pPr>
            <a:r>
              <a:t>D:/pasar_fix/test-results/.last-run.json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Link ke PDF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 u="sng"/>
            </a:pPr>
            <a:r>
              <a:t>D:/pasar_fix/1462300075_laporan_Magang Fix.pdf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